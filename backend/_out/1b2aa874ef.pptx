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authors.xml" ContentType="application/vnd.ms-powerpoint.authors+xml"/>
  <Override PartName="/ppt/changesInfos/changesInfo1.xml" ContentType="application/vnd.ms-powerpoint.changesinfo+xml"/>
  <Override PartName="/ppt/charts/chart1.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Ex1.xml" ContentType="application/vnd.ms-office.chartex+xml"/>
  <Override PartName="/ppt/charts/chartEx2.xml" ContentType="application/vnd.ms-office.chartex+xml"/>
  <Override PartName="/ppt/charts/colors1.xml" ContentType="application/vnd.ms-office.chartcolorstyle+xml"/>
  <Override PartName="/ppt/charts/colors10.xml" ContentType="application/vnd.ms-office.chartcolorstyle+xml"/>
  <Override PartName="/ppt/charts/colors11.xml" ContentType="application/vnd.ms-office.chartcolorstyle+xml"/>
  <Override PartName="/ppt/charts/colors12.xml" ContentType="application/vnd.ms-office.chartcolorstyle+xml"/>
  <Override PartName="/ppt/charts/colors13.xml" ContentType="application/vnd.ms-office.chartcolorstyle+xml"/>
  <Override PartName="/ppt/charts/colors14.xml" ContentType="application/vnd.ms-office.chartcolorstyle+xml"/>
  <Override PartName="/ppt/charts/colors15.xml" ContentType="application/vnd.ms-office.chartcolorstyle+xml"/>
  <Override PartName="/ppt/charts/colors16.xml" ContentType="application/vnd.ms-office.chartcolorstyle+xml"/>
  <Override PartName="/ppt/charts/colors17.xml" ContentType="application/vnd.ms-office.chartcolorstyle+xml"/>
  <Override PartName="/ppt/charts/colors18.xml" ContentType="application/vnd.ms-office.chartcolorstyle+xml"/>
  <Override PartName="/ppt/charts/colors19.xml" ContentType="application/vnd.ms-office.chartcolorstyle+xml"/>
  <Override PartName="/ppt/charts/colors2.xml" ContentType="application/vnd.ms-office.chartcolorstyle+xml"/>
  <Override PartName="/ppt/charts/colors20.xml" ContentType="application/vnd.ms-office.chartcolorstyle+xml"/>
  <Override PartName="/ppt/charts/colors21.xml" ContentType="application/vnd.ms-office.chartcolorstyle+xml"/>
  <Override PartName="/ppt/charts/colors22.xml" ContentType="application/vnd.ms-office.chartcolorstyle+xml"/>
  <Override PartName="/ppt/charts/colors23.xml" ContentType="application/vnd.ms-office.chartcolorstyle+xml"/>
  <Override PartName="/ppt/charts/colors24.xml" ContentType="application/vnd.ms-office.chartcolorstyle+xml"/>
  <Override PartName="/ppt/charts/colors25.xml" ContentType="application/vnd.ms-office.chartcolorstyle+xml"/>
  <Override PartName="/ppt/charts/colors26.xml" ContentType="application/vnd.ms-office.chartcolorstyle+xml"/>
  <Override PartName="/ppt/charts/colors27.xml" ContentType="application/vnd.ms-office.chartcolorstyle+xml"/>
  <Override PartName="/ppt/charts/colors28.xml" ContentType="application/vnd.ms-office.chartcolorstyle+xml"/>
  <Override PartName="/ppt/charts/colors3.xml" ContentType="application/vnd.ms-office.chartcolorstyle+xml"/>
  <Override PartName="/ppt/charts/colors4.xml" ContentType="application/vnd.ms-office.chartcolorstyle+xml"/>
  <Override PartName="/ppt/charts/colors5.xml" ContentType="application/vnd.ms-office.chartcolorstyle+xml"/>
  <Override PartName="/ppt/charts/colors6.xml" ContentType="application/vnd.ms-office.chartcolorstyle+xml"/>
  <Override PartName="/ppt/charts/colors7.xml" ContentType="application/vnd.ms-office.chartcolorstyle+xml"/>
  <Override PartName="/ppt/charts/colors8.xml" ContentType="application/vnd.ms-office.chartcolorstyle+xml"/>
  <Override PartName="/ppt/charts/colors9.xml" ContentType="application/vnd.ms-office.chartcolorstyle+xml"/>
  <Override PartName="/ppt/charts/style1.xml" ContentType="application/vnd.ms-office.chartstyle+xml"/>
  <Override PartName="/ppt/charts/style10.xml" ContentType="application/vnd.ms-office.chartstyle+xml"/>
  <Override PartName="/ppt/charts/style11.xml" ContentType="application/vnd.ms-office.chartstyle+xml"/>
  <Override PartName="/ppt/charts/style12.xml" ContentType="application/vnd.ms-office.chartstyle+xml"/>
  <Override PartName="/ppt/charts/style13.xml" ContentType="application/vnd.ms-office.chartstyle+xml"/>
  <Override PartName="/ppt/charts/style14.xml" ContentType="application/vnd.ms-office.chartstyle+xml"/>
  <Override PartName="/ppt/charts/style15.xml" ContentType="application/vnd.ms-office.chartstyle+xml"/>
  <Override PartName="/ppt/charts/style16.xml" ContentType="application/vnd.ms-office.chartstyle+xml"/>
  <Override PartName="/ppt/charts/style17.xml" ContentType="application/vnd.ms-office.chartstyle+xml"/>
  <Override PartName="/ppt/charts/style18.xml" ContentType="application/vnd.ms-office.chartstyle+xml"/>
  <Override PartName="/ppt/charts/style19.xml" ContentType="application/vnd.ms-office.chartstyle+xml"/>
  <Override PartName="/ppt/charts/style2.xml" ContentType="application/vnd.ms-office.chartstyle+xml"/>
  <Override PartName="/ppt/charts/style20.xml" ContentType="application/vnd.ms-office.chartstyle+xml"/>
  <Override PartName="/ppt/charts/style21.xml" ContentType="application/vnd.ms-office.chartstyle+xml"/>
  <Override PartName="/ppt/charts/style22.xml" ContentType="application/vnd.ms-office.chartstyle+xml"/>
  <Override PartName="/ppt/charts/style23.xml" ContentType="application/vnd.ms-office.chartstyle+xml"/>
  <Override PartName="/ppt/charts/style24.xml" ContentType="application/vnd.ms-office.chartstyle+xml"/>
  <Override PartName="/ppt/charts/style25.xml" ContentType="application/vnd.ms-office.chartstyle+xml"/>
  <Override PartName="/ppt/charts/style26.xml" ContentType="application/vnd.ms-office.chartstyle+xml"/>
  <Override PartName="/ppt/charts/style27.xml" ContentType="application/vnd.ms-office.chartstyle+xml"/>
  <Override PartName="/ppt/charts/style28.xml" ContentType="application/vnd.ms-office.chartstyle+xml"/>
  <Override PartName="/ppt/charts/style3.xml" ContentType="application/vnd.ms-office.chartstyle+xml"/>
  <Override PartName="/ppt/charts/style4.xml" ContentType="application/vnd.ms-office.chartstyle+xml"/>
  <Override PartName="/ppt/charts/style5.xml" ContentType="application/vnd.ms-office.chartstyle+xml"/>
  <Override PartName="/ppt/charts/style6.xml" ContentType="application/vnd.ms-office.chartstyle+xml"/>
  <Override PartName="/ppt/charts/style7.xml" ContentType="application/vnd.ms-office.chartstyle+xml"/>
  <Override PartName="/ppt/charts/style8.xml" ContentType="application/vnd.ms-office.chartstyle+xml"/>
  <Override PartName="/ppt/charts/style9.xml" ContentType="application/vnd.ms-office.chartstyle+xml"/>
  <Override PartName="/ppt/commentAuthors.xml" ContentType="application/vnd.openxmlformats-officedocument.presentationml.commentAuthors+xml"/>
  <Override PartName="/ppt/diagrams/colors1.xml" ContentType="application/vnd.openxmlformats-officedocument.drawingml.diagramColors+xml"/>
  <Override PartName="/ppt/diagrams/colors2.xml" ContentType="application/vnd.openxmlformats-officedocument.drawingml.diagramColors+xml"/>
  <Override PartName="/ppt/diagrams/data1.xml" ContentType="application/vnd.openxmlformats-officedocument.drawingml.diagramData+xml"/>
  <Override PartName="/ppt/diagrams/data2.xml" ContentType="application/vnd.openxmlformats-officedocument.drawingml.diagramData+xml"/>
  <Override PartName="/ppt/diagrams/drawing1.xml" ContentType="application/vnd.ms-office.drawingml.diagramDrawing+xml"/>
  <Override PartName="/ppt/diagrams/drawing2.xml" ContentType="application/vnd.ms-office.drawingml.diagramDrawing+xml"/>
  <Override PartName="/ppt/diagrams/layout1.xml" ContentType="application/vnd.openxmlformats-officedocument.drawingml.diagramLayout+xml"/>
  <Override PartName="/ppt/diagrams/layout2.xml" ContentType="application/vnd.openxmlformats-officedocument.drawingml.diagramLayout+xml"/>
  <Override PartName="/ppt/diagrams/quickStyle1.xml" ContentType="application/vnd.openxmlformats-officedocument.drawingml.diagramStyle+xml"/>
  <Override PartName="/ppt/diagrams/quickStyle2.xml" ContentType="application/vnd.openxmlformats-officedocument.drawingml.diagramStyle+xml"/>
  <Override PartName="/ppt/drawings/drawing1.xml" ContentType="application/vnd.openxmlformats-officedocument.drawingml.chartshapes+xml"/>
  <Override PartName="/ppt/embeddings/oleObject1.bin" ContentType="application/vnd.openxmlformats-officedocument.oleObject"/>
  <Override PartName="/ppt/embeddings/oleObject2.bin" ContentType="application/vnd.openxmlformats-officedocument.oleObject"/>
  <Override PartName="/ppt/media/image10.svg" ContentType="image/svg+xml"/>
  <Override PartName="/ppt/media/image11.svg" ContentType="image/svg+xml"/>
  <Override PartName="/ppt/media/image12.svg" ContentType="image/svg+xml"/>
  <Override PartName="/ppt/media/image13.svg" ContentType="image/svg+xml"/>
  <Override PartName="/ppt/media/image15.svg" ContentType="image/svg+xml"/>
  <Override PartName="/ppt/media/image18.svg" ContentType="image/svg+xml"/>
  <Override PartName="/ppt/media/image19.svg" ContentType="image/svg+xml"/>
  <Override PartName="/ppt/media/image2.svg" ContentType="image/svg+xml"/>
  <Override PartName="/ppt/media/image20.svg" ContentType="image/svg+xml"/>
  <Override PartName="/ppt/media/image21.svg" ContentType="image/svg+xml"/>
  <Override PartName="/ppt/media/image22.svg" ContentType="image/svg+xml"/>
  <Override PartName="/ppt/media/image23.svg" ContentType="image/svg+xml"/>
  <Override PartName="/ppt/media/image24.svg" ContentType="image/svg+xml"/>
  <Override PartName="/ppt/media/image25.svg" ContentType="image/svg+xml"/>
  <Override PartName="/ppt/media/image26.svg" ContentType="image/svg+xml"/>
  <Override PartName="/ppt/media/image27.svg" ContentType="image/svg+xml"/>
  <Override PartName="/ppt/media/image28.svg" ContentType="image/svg+xml"/>
  <Override PartName="/ppt/media/image29.svg" ContentType="image/svg+xml"/>
  <Override PartName="/ppt/media/image32.svg" ContentType="image/svg+xml"/>
  <Override PartName="/ppt/media/image37.svg" ContentType="image/svg+xml"/>
  <Override PartName="/ppt/media/image44.svg" ContentType="image/svg+xml"/>
  <Override PartName="/ppt/media/image45.svg" ContentType="image/svg+xml"/>
  <Override PartName="/ppt/media/image46.svg" ContentType="image/svg+xml"/>
  <Override PartName="/ppt/media/image6.svg" ContentType="image/svg+xml"/>
  <Override PartName="/ppt/media/image7.svg" ContentType="image/svg+xml"/>
  <Override PartName="/ppt/media/image8.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revisionInfo.xml" ContentType="application/vnd.ms-powerpoint.revisioninfo+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Override PartName="/ppt/webextensions/taskpanes.xml" ContentType="application/vnd.ms-office.webextensiontaskpanes+xml"/>
  <Override PartName="/ppt/webextensions/webextension1.xml" ContentType="application/vnd.ms-office.webextension+xml"/>
</Types>
</file>

<file path=_rels/.rels><?xml version='1.0' encoding='UTF-8' standalone='yes'?>
<Relationships xmlns="http://schemas.openxmlformats.org/package/2006/relationships"><Relationship Id="rId1" Type="http://schemas.microsoft.com/office/2011/relationships/webextensiontaskpanes" Target="ppt/webextensions/taskpanes.xml"/><Relationship Id="rId2" Type="http://schemas.openxmlformats.org/officeDocument/2006/relationships/officeDocument" Target="ppt/presentation.xml"/><Relationship Id="rId3" Type="http://schemas.openxmlformats.org/package/2006/relationships/metadata/thumbnail" Target="docProps/thumbnail.jpeg"/><Relationship Id="rId4" Type="http://schemas.openxmlformats.org/package/2006/relationships/metadata/core-properties" Target="docProps/core.xml"/><Relationship Id="rId5" Type="http://schemas.openxmlformats.org/officeDocument/2006/relationships/extended-properties" Target="docProps/app.xml"/><Relationship Id="rId6"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96" r:id="rId4"/>
  </p:sldMasterIdLst>
  <p:notesMasterIdLst>
    <p:notesMasterId r:id="rId402"/>
  </p:notesMasterIdLst>
  <p:sldIdLst>
    <p:sldId id="2147477864" r:id="rId3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pos="7488" userDrawn="1">
          <p15:clr>
            <a:srgbClr val="A4A3A4"/>
          </p15:clr>
        </p15:guide>
        <p15:guide id="2" orient="horz" pos="2160">
          <p15:clr>
            <a:srgbClr val="A4A3A4"/>
          </p15:clr>
        </p15:guide>
        <p15:guide id="3" pos="192"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5701D894-999B-BAB7-71AD-9F0CAB5C8179}" name="Anupama V" initials="AV" userId="Anupama V" providerId="None"/>
  <p188:author id="{94438698-0228-B7B3-0837-8C19B0DB1BA8}" name="Rameshrao" initials="R" userId="S::Rameshrao.Kapala@gep.com::2ca3c54a-4cba-4c98-b958-bf15321ffb36" providerId="AD"/>
  <p188:author id="{42DF0DA2-9CE9-A922-C649-C64851AA10EC}" name="Angshuman Das" initials="AD" userId="S::Angshuman.Das@gep.com::f7f45fb6-8b0c-49e1-9a82-3fb7dbfaa162" providerId="AD"/>
  <p188:author id="{1EDF26AB-5D3F-F1CD-DC9F-78751A437160}" name="Kartik Kulhari" initials="KK" userId="S::Kartik.Kulhari@gep.com::84001fd0-ff2f-423f-8721-5fae971f5cae"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Imran Mirza" initials="IM" lastIdx="41" clrIdx="0">
    <p:extLst>
      <p:ext uri="{19B8F6BF-5375-455C-9EA6-DF929625EA0E}">
        <p15:presenceInfo xmlns:p15="http://schemas.microsoft.com/office/powerpoint/2012/main" userId="S-1-5-21-932416472-1581942402-1327342795-4059" providerId="AD"/>
      </p:ext>
    </p:extLst>
  </p:cmAuthor>
  <p:cmAuthor id="2" name="Anupama Vijayaraghavan" initials="AV" lastIdx="6" clrIdx="1">
    <p:extLst>
      <p:ext uri="{19B8F6BF-5375-455C-9EA6-DF929625EA0E}">
        <p15:presenceInfo xmlns:p15="http://schemas.microsoft.com/office/powerpoint/2012/main" userId="S::Anupama.V@gep.com::6216e2c4-628e-4caf-8580-1f6b48843112" providerId="AD"/>
      </p:ext>
    </p:extLst>
  </p:cmAuthor>
  <p:cmAuthor id="3" name="Dawn Barnes" initials="DB" lastIdx="20" clrIdx="2">
    <p:extLst>
      <p:ext uri="{19B8F6BF-5375-455C-9EA6-DF929625EA0E}">
        <p15:presenceInfo xmlns:p15="http://schemas.microsoft.com/office/powerpoint/2012/main" userId="S::Dawn.Barnes@gep.com::1adccb26-699b-478d-8b46-cffb9516cb79"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FE4FF"/>
    <a:srgbClr val="542478"/>
    <a:srgbClr val="005490"/>
    <a:srgbClr val="07F5FF"/>
    <a:srgbClr val="99D3EB"/>
    <a:srgbClr val="BAE9FF"/>
    <a:srgbClr val="04B7FF"/>
    <a:srgbClr val="0B6CB0"/>
    <a:srgbClr val="FFAB3A"/>
    <a:srgbClr val="6BC5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2F9BA97-F6CB-419C-BEEE-AA705F27BD7E}" v="2" dt="2026-01-26T08:30:50.283"/>
    <p1510:client id="{8AEBBFC3-6F04-4819-B68D-2316ACF989D5}" v="1713" dt="2026-01-25T16:12:07.445"/>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127" autoAdjust="0"/>
    <p:restoredTop sz="94660"/>
  </p:normalViewPr>
  <p:slideViewPr>
    <p:cSldViewPr snapToGrid="0">
      <p:cViewPr varScale="1">
        <p:scale>
          <a:sx n="102" d="100"/>
          <a:sy n="102" d="100"/>
        </p:scale>
        <p:origin x="168" y="80"/>
      </p:cViewPr>
      <p:guideLst>
        <p:guide pos="7488"/>
        <p:guide orient="horz" pos="2160"/>
        <p:guide pos="192"/>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customXml" Target="../customXml/item1.xml"/><Relationship Id="rId2" Type="http://schemas.openxmlformats.org/officeDocument/2006/relationships/customXml" Target="../customXml/item2.xml"/><Relationship Id="rId3" Type="http://schemas.openxmlformats.org/officeDocument/2006/relationships/customXml" Target="../customXml/item3.xml"/><Relationship Id="rId4" Type="http://schemas.openxmlformats.org/officeDocument/2006/relationships/slideMaster" Target="slideMasters/slideMaster1.xml"/><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9" Type="http://schemas.openxmlformats.org/officeDocument/2006/relationships/slide" Target="slides/slide5.xml"/><Relationship Id="rId10" Type="http://schemas.openxmlformats.org/officeDocument/2006/relationships/slide" Target="slides/slide6.xml"/><Relationship Id="rId11" Type="http://schemas.openxmlformats.org/officeDocument/2006/relationships/slide" Target="slides/slide7.xml"/><Relationship Id="rId12" Type="http://schemas.openxmlformats.org/officeDocument/2006/relationships/slide" Target="slides/slide8.xml"/><Relationship Id="rId13" Type="http://schemas.openxmlformats.org/officeDocument/2006/relationships/slide" Target="slides/slide9.xml"/><Relationship Id="rId14" Type="http://schemas.openxmlformats.org/officeDocument/2006/relationships/slide" Target="slides/slide10.xml"/><Relationship Id="rId15" Type="http://schemas.openxmlformats.org/officeDocument/2006/relationships/slide" Target="slides/slide11.xml"/><Relationship Id="rId16" Type="http://schemas.openxmlformats.org/officeDocument/2006/relationships/slide" Target="slides/slide12.xml"/><Relationship Id="rId17" Type="http://schemas.openxmlformats.org/officeDocument/2006/relationships/slide" Target="slides/slide13.xml"/><Relationship Id="rId18" Type="http://schemas.openxmlformats.org/officeDocument/2006/relationships/slide" Target="slides/slide14.xml"/><Relationship Id="rId19" Type="http://schemas.openxmlformats.org/officeDocument/2006/relationships/slide" Target="slides/slide15.xml"/><Relationship Id="rId20" Type="http://schemas.openxmlformats.org/officeDocument/2006/relationships/slide" Target="slides/slide16.xml"/><Relationship Id="rId21" Type="http://schemas.openxmlformats.org/officeDocument/2006/relationships/slide" Target="slides/slide17.xml"/><Relationship Id="rId22" Type="http://schemas.openxmlformats.org/officeDocument/2006/relationships/slide" Target="slides/slide18.xml"/><Relationship Id="rId23" Type="http://schemas.openxmlformats.org/officeDocument/2006/relationships/slide" Target="slides/slide19.xml"/><Relationship Id="rId24" Type="http://schemas.openxmlformats.org/officeDocument/2006/relationships/slide" Target="slides/slide20.xml"/><Relationship Id="rId25" Type="http://schemas.openxmlformats.org/officeDocument/2006/relationships/slide" Target="slides/slide21.xml"/><Relationship Id="rId26" Type="http://schemas.openxmlformats.org/officeDocument/2006/relationships/slide" Target="slides/slide22.xml"/><Relationship Id="rId27" Type="http://schemas.openxmlformats.org/officeDocument/2006/relationships/slide" Target="slides/slide23.xml"/><Relationship Id="rId28" Type="http://schemas.openxmlformats.org/officeDocument/2006/relationships/slide" Target="slides/slide24.xml"/><Relationship Id="rId29" Type="http://schemas.openxmlformats.org/officeDocument/2006/relationships/slide" Target="slides/slide25.xml"/><Relationship Id="rId30" Type="http://schemas.openxmlformats.org/officeDocument/2006/relationships/slide" Target="slides/slide26.xml"/><Relationship Id="rId31" Type="http://schemas.openxmlformats.org/officeDocument/2006/relationships/slide" Target="slides/slide27.xml"/><Relationship Id="rId32" Type="http://schemas.openxmlformats.org/officeDocument/2006/relationships/slide" Target="slides/slide28.xml"/><Relationship Id="rId33" Type="http://schemas.openxmlformats.org/officeDocument/2006/relationships/slide" Target="slides/slide29.xml"/><Relationship Id="rId34" Type="http://schemas.openxmlformats.org/officeDocument/2006/relationships/slide" Target="slides/slide30.xml"/><Relationship Id="rId35" Type="http://schemas.openxmlformats.org/officeDocument/2006/relationships/slide" Target="slides/slide31.xml"/><Relationship Id="rId36" Type="http://schemas.openxmlformats.org/officeDocument/2006/relationships/slide" Target="slides/slide32.xml"/><Relationship Id="rId37" Type="http://schemas.openxmlformats.org/officeDocument/2006/relationships/slide" Target="slides/slide33.xml"/><Relationship Id="rId38" Type="http://schemas.openxmlformats.org/officeDocument/2006/relationships/slide" Target="slides/slide34.xml"/><Relationship Id="rId39" Type="http://schemas.openxmlformats.org/officeDocument/2006/relationships/slide" Target="slides/slide35.xml"/><Relationship Id="rId40" Type="http://schemas.openxmlformats.org/officeDocument/2006/relationships/slide" Target="slides/slide36.xml"/><Relationship Id="rId41" Type="http://schemas.openxmlformats.org/officeDocument/2006/relationships/slide" Target="slides/slide37.xml"/><Relationship Id="rId42" Type="http://schemas.openxmlformats.org/officeDocument/2006/relationships/slide" Target="slides/slide38.xml"/><Relationship Id="rId43" Type="http://schemas.openxmlformats.org/officeDocument/2006/relationships/slide" Target="slides/slide39.xml"/><Relationship Id="rId44" Type="http://schemas.openxmlformats.org/officeDocument/2006/relationships/slide" Target="slides/slide40.xml"/><Relationship Id="rId45" Type="http://schemas.openxmlformats.org/officeDocument/2006/relationships/slide" Target="slides/slide41.xml"/><Relationship Id="rId46" Type="http://schemas.openxmlformats.org/officeDocument/2006/relationships/slide" Target="slides/slide42.xml"/><Relationship Id="rId47" Type="http://schemas.openxmlformats.org/officeDocument/2006/relationships/slide" Target="slides/slide43.xml"/><Relationship Id="rId48" Type="http://schemas.openxmlformats.org/officeDocument/2006/relationships/slide" Target="slides/slide44.xml"/><Relationship Id="rId49" Type="http://schemas.openxmlformats.org/officeDocument/2006/relationships/slide" Target="slides/slide45.xml"/><Relationship Id="rId50" Type="http://schemas.openxmlformats.org/officeDocument/2006/relationships/slide" Target="slides/slide46.xml"/><Relationship Id="rId51" Type="http://schemas.openxmlformats.org/officeDocument/2006/relationships/slide" Target="slides/slide47.xml"/><Relationship Id="rId52" Type="http://schemas.openxmlformats.org/officeDocument/2006/relationships/slide" Target="slides/slide48.xml"/><Relationship Id="rId53" Type="http://schemas.openxmlformats.org/officeDocument/2006/relationships/slide" Target="slides/slide49.xml"/><Relationship Id="rId54" Type="http://schemas.openxmlformats.org/officeDocument/2006/relationships/slide" Target="slides/slide50.xml"/><Relationship Id="rId55" Type="http://schemas.openxmlformats.org/officeDocument/2006/relationships/slide" Target="slides/slide51.xml"/><Relationship Id="rId56" Type="http://schemas.openxmlformats.org/officeDocument/2006/relationships/slide" Target="slides/slide52.xml"/><Relationship Id="rId57" Type="http://schemas.openxmlformats.org/officeDocument/2006/relationships/slide" Target="slides/slide53.xml"/><Relationship Id="rId58" Type="http://schemas.openxmlformats.org/officeDocument/2006/relationships/slide" Target="slides/slide54.xml"/><Relationship Id="rId59" Type="http://schemas.openxmlformats.org/officeDocument/2006/relationships/slide" Target="slides/slide55.xml"/><Relationship Id="rId60" Type="http://schemas.openxmlformats.org/officeDocument/2006/relationships/slide" Target="slides/slide56.xml"/><Relationship Id="rId61" Type="http://schemas.openxmlformats.org/officeDocument/2006/relationships/slide" Target="slides/slide57.xml"/><Relationship Id="rId62" Type="http://schemas.openxmlformats.org/officeDocument/2006/relationships/slide" Target="slides/slide58.xml"/><Relationship Id="rId63" Type="http://schemas.openxmlformats.org/officeDocument/2006/relationships/slide" Target="slides/slide59.xml"/><Relationship Id="rId64" Type="http://schemas.openxmlformats.org/officeDocument/2006/relationships/slide" Target="slides/slide60.xml"/><Relationship Id="rId65" Type="http://schemas.openxmlformats.org/officeDocument/2006/relationships/slide" Target="slides/slide61.xml"/><Relationship Id="rId66" Type="http://schemas.openxmlformats.org/officeDocument/2006/relationships/slide" Target="slides/slide62.xml"/><Relationship Id="rId67" Type="http://schemas.openxmlformats.org/officeDocument/2006/relationships/slide" Target="slides/slide63.xml"/><Relationship Id="rId68" Type="http://schemas.openxmlformats.org/officeDocument/2006/relationships/slide" Target="slides/slide64.xml"/><Relationship Id="rId69" Type="http://schemas.openxmlformats.org/officeDocument/2006/relationships/slide" Target="slides/slide65.xml"/><Relationship Id="rId70" Type="http://schemas.openxmlformats.org/officeDocument/2006/relationships/slide" Target="slides/slide66.xml"/><Relationship Id="rId71" Type="http://schemas.openxmlformats.org/officeDocument/2006/relationships/slide" Target="slides/slide67.xml"/><Relationship Id="rId72" Type="http://schemas.openxmlformats.org/officeDocument/2006/relationships/slide" Target="slides/slide68.xml"/><Relationship Id="rId73" Type="http://schemas.openxmlformats.org/officeDocument/2006/relationships/slide" Target="slides/slide69.xml"/><Relationship Id="rId74" Type="http://schemas.openxmlformats.org/officeDocument/2006/relationships/slide" Target="slides/slide70.xml"/><Relationship Id="rId75" Type="http://schemas.openxmlformats.org/officeDocument/2006/relationships/slide" Target="slides/slide71.xml"/><Relationship Id="rId76" Type="http://schemas.openxmlformats.org/officeDocument/2006/relationships/slide" Target="slides/slide72.xml"/><Relationship Id="rId77" Type="http://schemas.openxmlformats.org/officeDocument/2006/relationships/slide" Target="slides/slide73.xml"/><Relationship Id="rId78" Type="http://schemas.openxmlformats.org/officeDocument/2006/relationships/slide" Target="slides/slide74.xml"/><Relationship Id="rId79" Type="http://schemas.openxmlformats.org/officeDocument/2006/relationships/slide" Target="slides/slide75.xml"/><Relationship Id="rId80" Type="http://schemas.openxmlformats.org/officeDocument/2006/relationships/slide" Target="slides/slide76.xml"/><Relationship Id="rId81" Type="http://schemas.openxmlformats.org/officeDocument/2006/relationships/slide" Target="slides/slide77.xml"/><Relationship Id="rId82" Type="http://schemas.openxmlformats.org/officeDocument/2006/relationships/slide" Target="slides/slide78.xml"/><Relationship Id="rId83" Type="http://schemas.openxmlformats.org/officeDocument/2006/relationships/slide" Target="slides/slide79.xml"/><Relationship Id="rId84" Type="http://schemas.openxmlformats.org/officeDocument/2006/relationships/slide" Target="slides/slide80.xml"/><Relationship Id="rId85" Type="http://schemas.openxmlformats.org/officeDocument/2006/relationships/slide" Target="slides/slide81.xml"/><Relationship Id="rId86" Type="http://schemas.openxmlformats.org/officeDocument/2006/relationships/slide" Target="slides/slide82.xml"/><Relationship Id="rId87" Type="http://schemas.openxmlformats.org/officeDocument/2006/relationships/slide" Target="slides/slide83.xml"/><Relationship Id="rId88" Type="http://schemas.openxmlformats.org/officeDocument/2006/relationships/slide" Target="slides/slide84.xml"/><Relationship Id="rId89" Type="http://schemas.openxmlformats.org/officeDocument/2006/relationships/slide" Target="slides/slide85.xml"/><Relationship Id="rId90" Type="http://schemas.openxmlformats.org/officeDocument/2006/relationships/slide" Target="slides/slide86.xml"/><Relationship Id="rId91" Type="http://schemas.openxmlformats.org/officeDocument/2006/relationships/slide" Target="slides/slide87.xml"/><Relationship Id="rId92" Type="http://schemas.openxmlformats.org/officeDocument/2006/relationships/slide" Target="slides/slide88.xml"/><Relationship Id="rId93" Type="http://schemas.openxmlformats.org/officeDocument/2006/relationships/slide" Target="slides/slide89.xml"/><Relationship Id="rId94" Type="http://schemas.openxmlformats.org/officeDocument/2006/relationships/slide" Target="slides/slide90.xml"/><Relationship Id="rId95" Type="http://schemas.openxmlformats.org/officeDocument/2006/relationships/slide" Target="slides/slide91.xml"/><Relationship Id="rId96" Type="http://schemas.openxmlformats.org/officeDocument/2006/relationships/slide" Target="slides/slide92.xml"/><Relationship Id="rId97" Type="http://schemas.openxmlformats.org/officeDocument/2006/relationships/slide" Target="slides/slide93.xml"/><Relationship Id="rId98" Type="http://schemas.openxmlformats.org/officeDocument/2006/relationships/slide" Target="slides/slide94.xml"/><Relationship Id="rId99" Type="http://schemas.openxmlformats.org/officeDocument/2006/relationships/slide" Target="slides/slide95.xml"/><Relationship Id="rId100" Type="http://schemas.openxmlformats.org/officeDocument/2006/relationships/slide" Target="slides/slide96.xml"/><Relationship Id="rId101" Type="http://schemas.openxmlformats.org/officeDocument/2006/relationships/slide" Target="slides/slide97.xml"/><Relationship Id="rId102" Type="http://schemas.openxmlformats.org/officeDocument/2006/relationships/slide" Target="slides/slide98.xml"/><Relationship Id="rId103" Type="http://schemas.openxmlformats.org/officeDocument/2006/relationships/slide" Target="slides/slide99.xml"/><Relationship Id="rId104" Type="http://schemas.openxmlformats.org/officeDocument/2006/relationships/slide" Target="slides/slide100.xml"/><Relationship Id="rId105" Type="http://schemas.openxmlformats.org/officeDocument/2006/relationships/slide" Target="slides/slide101.xml"/><Relationship Id="rId106" Type="http://schemas.openxmlformats.org/officeDocument/2006/relationships/slide" Target="slides/slide102.xml"/><Relationship Id="rId107" Type="http://schemas.openxmlformats.org/officeDocument/2006/relationships/slide" Target="slides/slide103.xml"/><Relationship Id="rId108" Type="http://schemas.openxmlformats.org/officeDocument/2006/relationships/slide" Target="slides/slide104.xml"/><Relationship Id="rId109" Type="http://schemas.openxmlformats.org/officeDocument/2006/relationships/slide" Target="slides/slide105.xml"/><Relationship Id="rId110" Type="http://schemas.openxmlformats.org/officeDocument/2006/relationships/slide" Target="slides/slide106.xml"/><Relationship Id="rId111" Type="http://schemas.openxmlformats.org/officeDocument/2006/relationships/slide" Target="slides/slide107.xml"/><Relationship Id="rId112" Type="http://schemas.openxmlformats.org/officeDocument/2006/relationships/slide" Target="slides/slide108.xml"/><Relationship Id="rId113" Type="http://schemas.openxmlformats.org/officeDocument/2006/relationships/slide" Target="slides/slide109.xml"/><Relationship Id="rId114" Type="http://schemas.openxmlformats.org/officeDocument/2006/relationships/slide" Target="slides/slide110.xml"/><Relationship Id="rId115" Type="http://schemas.openxmlformats.org/officeDocument/2006/relationships/slide" Target="slides/slide111.xml"/><Relationship Id="rId116" Type="http://schemas.openxmlformats.org/officeDocument/2006/relationships/slide" Target="slides/slide112.xml"/><Relationship Id="rId117" Type="http://schemas.openxmlformats.org/officeDocument/2006/relationships/slide" Target="slides/slide113.xml"/><Relationship Id="rId118" Type="http://schemas.openxmlformats.org/officeDocument/2006/relationships/slide" Target="slides/slide114.xml"/><Relationship Id="rId119" Type="http://schemas.openxmlformats.org/officeDocument/2006/relationships/slide" Target="slides/slide115.xml"/><Relationship Id="rId120" Type="http://schemas.openxmlformats.org/officeDocument/2006/relationships/slide" Target="slides/slide116.xml"/><Relationship Id="rId121" Type="http://schemas.openxmlformats.org/officeDocument/2006/relationships/slide" Target="slides/slide117.xml"/><Relationship Id="rId122" Type="http://schemas.openxmlformats.org/officeDocument/2006/relationships/slide" Target="slides/slide118.xml"/><Relationship Id="rId123" Type="http://schemas.openxmlformats.org/officeDocument/2006/relationships/slide" Target="slides/slide119.xml"/><Relationship Id="rId124" Type="http://schemas.openxmlformats.org/officeDocument/2006/relationships/slide" Target="slides/slide120.xml"/><Relationship Id="rId125" Type="http://schemas.openxmlformats.org/officeDocument/2006/relationships/slide" Target="slides/slide121.xml"/><Relationship Id="rId126" Type="http://schemas.openxmlformats.org/officeDocument/2006/relationships/slide" Target="slides/slide122.xml"/><Relationship Id="rId127" Type="http://schemas.openxmlformats.org/officeDocument/2006/relationships/slide" Target="slides/slide123.xml"/><Relationship Id="rId128" Type="http://schemas.openxmlformats.org/officeDocument/2006/relationships/slide" Target="slides/slide124.xml"/><Relationship Id="rId129" Type="http://schemas.openxmlformats.org/officeDocument/2006/relationships/slide" Target="slides/slide125.xml"/><Relationship Id="rId130" Type="http://schemas.openxmlformats.org/officeDocument/2006/relationships/slide" Target="slides/slide126.xml"/><Relationship Id="rId131" Type="http://schemas.openxmlformats.org/officeDocument/2006/relationships/slide" Target="slides/slide127.xml"/><Relationship Id="rId132" Type="http://schemas.openxmlformats.org/officeDocument/2006/relationships/slide" Target="slides/slide128.xml"/><Relationship Id="rId133" Type="http://schemas.openxmlformats.org/officeDocument/2006/relationships/slide" Target="slides/slide129.xml"/><Relationship Id="rId134" Type="http://schemas.openxmlformats.org/officeDocument/2006/relationships/slide" Target="slides/slide130.xml"/><Relationship Id="rId135" Type="http://schemas.openxmlformats.org/officeDocument/2006/relationships/slide" Target="slides/slide131.xml"/><Relationship Id="rId136" Type="http://schemas.openxmlformats.org/officeDocument/2006/relationships/slide" Target="slides/slide132.xml"/><Relationship Id="rId137" Type="http://schemas.openxmlformats.org/officeDocument/2006/relationships/slide" Target="slides/slide133.xml"/><Relationship Id="rId138" Type="http://schemas.openxmlformats.org/officeDocument/2006/relationships/slide" Target="slides/slide134.xml"/><Relationship Id="rId139" Type="http://schemas.openxmlformats.org/officeDocument/2006/relationships/slide" Target="slides/slide135.xml"/><Relationship Id="rId140" Type="http://schemas.openxmlformats.org/officeDocument/2006/relationships/slide" Target="slides/slide136.xml"/><Relationship Id="rId141" Type="http://schemas.openxmlformats.org/officeDocument/2006/relationships/slide" Target="slides/slide137.xml"/><Relationship Id="rId142" Type="http://schemas.openxmlformats.org/officeDocument/2006/relationships/slide" Target="slides/slide138.xml"/><Relationship Id="rId143" Type="http://schemas.openxmlformats.org/officeDocument/2006/relationships/slide" Target="slides/slide139.xml"/><Relationship Id="rId144" Type="http://schemas.openxmlformats.org/officeDocument/2006/relationships/slide" Target="slides/slide140.xml"/><Relationship Id="rId145" Type="http://schemas.openxmlformats.org/officeDocument/2006/relationships/slide" Target="slides/slide141.xml"/><Relationship Id="rId146" Type="http://schemas.openxmlformats.org/officeDocument/2006/relationships/slide" Target="slides/slide142.xml"/><Relationship Id="rId147" Type="http://schemas.openxmlformats.org/officeDocument/2006/relationships/slide" Target="slides/slide143.xml"/><Relationship Id="rId148" Type="http://schemas.openxmlformats.org/officeDocument/2006/relationships/slide" Target="slides/slide144.xml"/><Relationship Id="rId149" Type="http://schemas.openxmlformats.org/officeDocument/2006/relationships/slide" Target="slides/slide145.xml"/><Relationship Id="rId150" Type="http://schemas.openxmlformats.org/officeDocument/2006/relationships/slide" Target="slides/slide146.xml"/><Relationship Id="rId151" Type="http://schemas.openxmlformats.org/officeDocument/2006/relationships/slide" Target="slides/slide147.xml"/><Relationship Id="rId152" Type="http://schemas.openxmlformats.org/officeDocument/2006/relationships/slide" Target="slides/slide148.xml"/><Relationship Id="rId153" Type="http://schemas.openxmlformats.org/officeDocument/2006/relationships/slide" Target="slides/slide149.xml"/><Relationship Id="rId154" Type="http://schemas.openxmlformats.org/officeDocument/2006/relationships/slide" Target="slides/slide150.xml"/><Relationship Id="rId155" Type="http://schemas.openxmlformats.org/officeDocument/2006/relationships/slide" Target="slides/slide151.xml"/><Relationship Id="rId156" Type="http://schemas.openxmlformats.org/officeDocument/2006/relationships/slide" Target="slides/slide152.xml"/><Relationship Id="rId157" Type="http://schemas.openxmlformats.org/officeDocument/2006/relationships/slide" Target="slides/slide153.xml"/><Relationship Id="rId158" Type="http://schemas.openxmlformats.org/officeDocument/2006/relationships/slide" Target="slides/slide154.xml"/><Relationship Id="rId159" Type="http://schemas.openxmlformats.org/officeDocument/2006/relationships/slide" Target="slides/slide155.xml"/><Relationship Id="rId160" Type="http://schemas.openxmlformats.org/officeDocument/2006/relationships/slide" Target="slides/slide156.xml"/><Relationship Id="rId161" Type="http://schemas.openxmlformats.org/officeDocument/2006/relationships/slide" Target="slides/slide157.xml"/><Relationship Id="rId162" Type="http://schemas.openxmlformats.org/officeDocument/2006/relationships/slide" Target="slides/slide158.xml"/><Relationship Id="rId163" Type="http://schemas.openxmlformats.org/officeDocument/2006/relationships/slide" Target="slides/slide159.xml"/><Relationship Id="rId164" Type="http://schemas.openxmlformats.org/officeDocument/2006/relationships/slide" Target="slides/slide160.xml"/><Relationship Id="rId165" Type="http://schemas.openxmlformats.org/officeDocument/2006/relationships/slide" Target="slides/slide161.xml"/><Relationship Id="rId166" Type="http://schemas.openxmlformats.org/officeDocument/2006/relationships/slide" Target="slides/slide162.xml"/><Relationship Id="rId167" Type="http://schemas.openxmlformats.org/officeDocument/2006/relationships/slide" Target="slides/slide163.xml"/><Relationship Id="rId168" Type="http://schemas.openxmlformats.org/officeDocument/2006/relationships/slide" Target="slides/slide164.xml"/><Relationship Id="rId169" Type="http://schemas.openxmlformats.org/officeDocument/2006/relationships/slide" Target="slides/slide165.xml"/><Relationship Id="rId170" Type="http://schemas.openxmlformats.org/officeDocument/2006/relationships/slide" Target="slides/slide166.xml"/><Relationship Id="rId171" Type="http://schemas.openxmlformats.org/officeDocument/2006/relationships/slide" Target="slides/slide167.xml"/><Relationship Id="rId172" Type="http://schemas.openxmlformats.org/officeDocument/2006/relationships/slide" Target="slides/slide168.xml"/><Relationship Id="rId173" Type="http://schemas.openxmlformats.org/officeDocument/2006/relationships/slide" Target="slides/slide169.xml"/><Relationship Id="rId174" Type="http://schemas.openxmlformats.org/officeDocument/2006/relationships/slide" Target="slides/slide170.xml"/><Relationship Id="rId175" Type="http://schemas.openxmlformats.org/officeDocument/2006/relationships/slide" Target="slides/slide171.xml"/><Relationship Id="rId176" Type="http://schemas.openxmlformats.org/officeDocument/2006/relationships/slide" Target="slides/slide172.xml"/><Relationship Id="rId177" Type="http://schemas.openxmlformats.org/officeDocument/2006/relationships/slide" Target="slides/slide173.xml"/><Relationship Id="rId178" Type="http://schemas.openxmlformats.org/officeDocument/2006/relationships/slide" Target="slides/slide174.xml"/><Relationship Id="rId179" Type="http://schemas.openxmlformats.org/officeDocument/2006/relationships/slide" Target="slides/slide175.xml"/><Relationship Id="rId180" Type="http://schemas.openxmlformats.org/officeDocument/2006/relationships/slide" Target="slides/slide176.xml"/><Relationship Id="rId181" Type="http://schemas.openxmlformats.org/officeDocument/2006/relationships/slide" Target="slides/slide177.xml"/><Relationship Id="rId182" Type="http://schemas.openxmlformats.org/officeDocument/2006/relationships/slide" Target="slides/slide178.xml"/><Relationship Id="rId183" Type="http://schemas.openxmlformats.org/officeDocument/2006/relationships/slide" Target="slides/slide179.xml"/><Relationship Id="rId184" Type="http://schemas.openxmlformats.org/officeDocument/2006/relationships/slide" Target="slides/slide180.xml"/><Relationship Id="rId185" Type="http://schemas.openxmlformats.org/officeDocument/2006/relationships/slide" Target="slides/slide181.xml"/><Relationship Id="rId186" Type="http://schemas.openxmlformats.org/officeDocument/2006/relationships/slide" Target="slides/slide182.xml"/><Relationship Id="rId187" Type="http://schemas.openxmlformats.org/officeDocument/2006/relationships/slide" Target="slides/slide183.xml"/><Relationship Id="rId188" Type="http://schemas.openxmlformats.org/officeDocument/2006/relationships/slide" Target="slides/slide184.xml"/><Relationship Id="rId189" Type="http://schemas.openxmlformats.org/officeDocument/2006/relationships/slide" Target="slides/slide185.xml"/><Relationship Id="rId190" Type="http://schemas.openxmlformats.org/officeDocument/2006/relationships/slide" Target="slides/slide186.xml"/><Relationship Id="rId191" Type="http://schemas.openxmlformats.org/officeDocument/2006/relationships/slide" Target="slides/slide187.xml"/><Relationship Id="rId192" Type="http://schemas.openxmlformats.org/officeDocument/2006/relationships/slide" Target="slides/slide188.xml"/><Relationship Id="rId193" Type="http://schemas.openxmlformats.org/officeDocument/2006/relationships/slide" Target="slides/slide189.xml"/><Relationship Id="rId194" Type="http://schemas.openxmlformats.org/officeDocument/2006/relationships/slide" Target="slides/slide190.xml"/><Relationship Id="rId195" Type="http://schemas.openxmlformats.org/officeDocument/2006/relationships/slide" Target="slides/slide191.xml"/><Relationship Id="rId196" Type="http://schemas.openxmlformats.org/officeDocument/2006/relationships/slide" Target="slides/slide192.xml"/><Relationship Id="rId197" Type="http://schemas.openxmlformats.org/officeDocument/2006/relationships/slide" Target="slides/slide193.xml"/><Relationship Id="rId198" Type="http://schemas.openxmlformats.org/officeDocument/2006/relationships/slide" Target="slides/slide194.xml"/><Relationship Id="rId199" Type="http://schemas.openxmlformats.org/officeDocument/2006/relationships/slide" Target="slides/slide195.xml"/><Relationship Id="rId200" Type="http://schemas.openxmlformats.org/officeDocument/2006/relationships/slide" Target="slides/slide196.xml"/><Relationship Id="rId201" Type="http://schemas.openxmlformats.org/officeDocument/2006/relationships/slide" Target="slides/slide197.xml"/><Relationship Id="rId202" Type="http://schemas.openxmlformats.org/officeDocument/2006/relationships/slide" Target="slides/slide198.xml"/><Relationship Id="rId203" Type="http://schemas.openxmlformats.org/officeDocument/2006/relationships/slide" Target="slides/slide199.xml"/><Relationship Id="rId204" Type="http://schemas.openxmlformats.org/officeDocument/2006/relationships/slide" Target="slides/slide200.xml"/><Relationship Id="rId205" Type="http://schemas.openxmlformats.org/officeDocument/2006/relationships/slide" Target="slides/slide201.xml"/><Relationship Id="rId206" Type="http://schemas.openxmlformats.org/officeDocument/2006/relationships/slide" Target="slides/slide202.xml"/><Relationship Id="rId207" Type="http://schemas.openxmlformats.org/officeDocument/2006/relationships/slide" Target="slides/slide203.xml"/><Relationship Id="rId208" Type="http://schemas.openxmlformats.org/officeDocument/2006/relationships/slide" Target="slides/slide204.xml"/><Relationship Id="rId209" Type="http://schemas.openxmlformats.org/officeDocument/2006/relationships/slide" Target="slides/slide205.xml"/><Relationship Id="rId210" Type="http://schemas.openxmlformats.org/officeDocument/2006/relationships/slide" Target="slides/slide206.xml"/><Relationship Id="rId211" Type="http://schemas.openxmlformats.org/officeDocument/2006/relationships/slide" Target="slides/slide207.xml"/><Relationship Id="rId212" Type="http://schemas.openxmlformats.org/officeDocument/2006/relationships/slide" Target="slides/slide208.xml"/><Relationship Id="rId213" Type="http://schemas.openxmlformats.org/officeDocument/2006/relationships/slide" Target="slides/slide209.xml"/><Relationship Id="rId214" Type="http://schemas.openxmlformats.org/officeDocument/2006/relationships/slide" Target="slides/slide210.xml"/><Relationship Id="rId215" Type="http://schemas.openxmlformats.org/officeDocument/2006/relationships/slide" Target="slides/slide211.xml"/><Relationship Id="rId216" Type="http://schemas.openxmlformats.org/officeDocument/2006/relationships/slide" Target="slides/slide212.xml"/><Relationship Id="rId217" Type="http://schemas.openxmlformats.org/officeDocument/2006/relationships/slide" Target="slides/slide213.xml"/><Relationship Id="rId218" Type="http://schemas.openxmlformats.org/officeDocument/2006/relationships/slide" Target="slides/slide214.xml"/><Relationship Id="rId219" Type="http://schemas.openxmlformats.org/officeDocument/2006/relationships/slide" Target="slides/slide215.xml"/><Relationship Id="rId220" Type="http://schemas.openxmlformats.org/officeDocument/2006/relationships/slide" Target="slides/slide216.xml"/><Relationship Id="rId221" Type="http://schemas.openxmlformats.org/officeDocument/2006/relationships/slide" Target="slides/slide217.xml"/><Relationship Id="rId222" Type="http://schemas.openxmlformats.org/officeDocument/2006/relationships/slide" Target="slides/slide218.xml"/><Relationship Id="rId223" Type="http://schemas.openxmlformats.org/officeDocument/2006/relationships/slide" Target="slides/slide219.xml"/><Relationship Id="rId224" Type="http://schemas.openxmlformats.org/officeDocument/2006/relationships/slide" Target="slides/slide220.xml"/><Relationship Id="rId225" Type="http://schemas.openxmlformats.org/officeDocument/2006/relationships/slide" Target="slides/slide221.xml"/><Relationship Id="rId226" Type="http://schemas.openxmlformats.org/officeDocument/2006/relationships/slide" Target="slides/slide222.xml"/><Relationship Id="rId227" Type="http://schemas.openxmlformats.org/officeDocument/2006/relationships/slide" Target="slides/slide223.xml"/><Relationship Id="rId228" Type="http://schemas.openxmlformats.org/officeDocument/2006/relationships/slide" Target="slides/slide224.xml"/><Relationship Id="rId229" Type="http://schemas.openxmlformats.org/officeDocument/2006/relationships/slide" Target="slides/slide225.xml"/><Relationship Id="rId230" Type="http://schemas.openxmlformats.org/officeDocument/2006/relationships/slide" Target="slides/slide226.xml"/><Relationship Id="rId231" Type="http://schemas.openxmlformats.org/officeDocument/2006/relationships/slide" Target="slides/slide227.xml"/><Relationship Id="rId232" Type="http://schemas.openxmlformats.org/officeDocument/2006/relationships/slide" Target="slides/slide228.xml"/><Relationship Id="rId233" Type="http://schemas.openxmlformats.org/officeDocument/2006/relationships/slide" Target="slides/slide229.xml"/><Relationship Id="rId234" Type="http://schemas.openxmlformats.org/officeDocument/2006/relationships/slide" Target="slides/slide230.xml"/><Relationship Id="rId235" Type="http://schemas.openxmlformats.org/officeDocument/2006/relationships/slide" Target="slides/slide231.xml"/><Relationship Id="rId236" Type="http://schemas.openxmlformats.org/officeDocument/2006/relationships/slide" Target="slides/slide232.xml"/><Relationship Id="rId237" Type="http://schemas.openxmlformats.org/officeDocument/2006/relationships/slide" Target="slides/slide233.xml"/><Relationship Id="rId238" Type="http://schemas.openxmlformats.org/officeDocument/2006/relationships/slide" Target="slides/slide234.xml"/><Relationship Id="rId239" Type="http://schemas.openxmlformats.org/officeDocument/2006/relationships/slide" Target="slides/slide235.xml"/><Relationship Id="rId240" Type="http://schemas.openxmlformats.org/officeDocument/2006/relationships/slide" Target="slides/slide236.xml"/><Relationship Id="rId241" Type="http://schemas.openxmlformats.org/officeDocument/2006/relationships/slide" Target="slides/slide237.xml"/><Relationship Id="rId242" Type="http://schemas.openxmlformats.org/officeDocument/2006/relationships/slide" Target="slides/slide238.xml"/><Relationship Id="rId243" Type="http://schemas.openxmlformats.org/officeDocument/2006/relationships/slide" Target="slides/slide239.xml"/><Relationship Id="rId244" Type="http://schemas.openxmlformats.org/officeDocument/2006/relationships/slide" Target="slides/slide240.xml"/><Relationship Id="rId245" Type="http://schemas.openxmlformats.org/officeDocument/2006/relationships/slide" Target="slides/slide241.xml"/><Relationship Id="rId246" Type="http://schemas.openxmlformats.org/officeDocument/2006/relationships/slide" Target="slides/slide242.xml"/><Relationship Id="rId247" Type="http://schemas.openxmlformats.org/officeDocument/2006/relationships/slide" Target="slides/slide243.xml"/><Relationship Id="rId248" Type="http://schemas.openxmlformats.org/officeDocument/2006/relationships/slide" Target="slides/slide244.xml"/><Relationship Id="rId249" Type="http://schemas.openxmlformats.org/officeDocument/2006/relationships/slide" Target="slides/slide245.xml"/><Relationship Id="rId250" Type="http://schemas.openxmlformats.org/officeDocument/2006/relationships/slide" Target="slides/slide246.xml"/><Relationship Id="rId251" Type="http://schemas.openxmlformats.org/officeDocument/2006/relationships/slide" Target="slides/slide247.xml"/><Relationship Id="rId252" Type="http://schemas.openxmlformats.org/officeDocument/2006/relationships/slide" Target="slides/slide248.xml"/><Relationship Id="rId253" Type="http://schemas.openxmlformats.org/officeDocument/2006/relationships/slide" Target="slides/slide249.xml"/><Relationship Id="rId254" Type="http://schemas.openxmlformats.org/officeDocument/2006/relationships/slide" Target="slides/slide250.xml"/><Relationship Id="rId255" Type="http://schemas.openxmlformats.org/officeDocument/2006/relationships/slide" Target="slides/slide251.xml"/><Relationship Id="rId256" Type="http://schemas.openxmlformats.org/officeDocument/2006/relationships/slide" Target="slides/slide252.xml"/><Relationship Id="rId257" Type="http://schemas.openxmlformats.org/officeDocument/2006/relationships/slide" Target="slides/slide253.xml"/><Relationship Id="rId258" Type="http://schemas.openxmlformats.org/officeDocument/2006/relationships/slide" Target="slides/slide254.xml"/><Relationship Id="rId259" Type="http://schemas.openxmlformats.org/officeDocument/2006/relationships/slide" Target="slides/slide255.xml"/><Relationship Id="rId260" Type="http://schemas.openxmlformats.org/officeDocument/2006/relationships/slide" Target="slides/slide256.xml"/><Relationship Id="rId261" Type="http://schemas.openxmlformats.org/officeDocument/2006/relationships/slide" Target="slides/slide257.xml"/><Relationship Id="rId262" Type="http://schemas.openxmlformats.org/officeDocument/2006/relationships/slide" Target="slides/slide258.xml"/><Relationship Id="rId263" Type="http://schemas.openxmlformats.org/officeDocument/2006/relationships/slide" Target="slides/slide259.xml"/><Relationship Id="rId264" Type="http://schemas.openxmlformats.org/officeDocument/2006/relationships/slide" Target="slides/slide260.xml"/><Relationship Id="rId265" Type="http://schemas.openxmlformats.org/officeDocument/2006/relationships/slide" Target="slides/slide261.xml"/><Relationship Id="rId266" Type="http://schemas.openxmlformats.org/officeDocument/2006/relationships/slide" Target="slides/slide262.xml"/><Relationship Id="rId267" Type="http://schemas.openxmlformats.org/officeDocument/2006/relationships/slide" Target="slides/slide263.xml"/><Relationship Id="rId268" Type="http://schemas.openxmlformats.org/officeDocument/2006/relationships/slide" Target="slides/slide264.xml"/><Relationship Id="rId269" Type="http://schemas.openxmlformats.org/officeDocument/2006/relationships/slide" Target="slides/slide265.xml"/><Relationship Id="rId270" Type="http://schemas.openxmlformats.org/officeDocument/2006/relationships/slide" Target="slides/slide266.xml"/><Relationship Id="rId271" Type="http://schemas.openxmlformats.org/officeDocument/2006/relationships/slide" Target="slides/slide267.xml"/><Relationship Id="rId272" Type="http://schemas.openxmlformats.org/officeDocument/2006/relationships/slide" Target="slides/slide268.xml"/><Relationship Id="rId273" Type="http://schemas.openxmlformats.org/officeDocument/2006/relationships/slide" Target="slides/slide269.xml"/><Relationship Id="rId274" Type="http://schemas.openxmlformats.org/officeDocument/2006/relationships/slide" Target="slides/slide270.xml"/><Relationship Id="rId275" Type="http://schemas.openxmlformats.org/officeDocument/2006/relationships/slide" Target="slides/slide271.xml"/><Relationship Id="rId276" Type="http://schemas.openxmlformats.org/officeDocument/2006/relationships/slide" Target="slides/slide272.xml"/><Relationship Id="rId277" Type="http://schemas.openxmlformats.org/officeDocument/2006/relationships/slide" Target="slides/slide273.xml"/><Relationship Id="rId278" Type="http://schemas.openxmlformats.org/officeDocument/2006/relationships/slide" Target="slides/slide274.xml"/><Relationship Id="rId279" Type="http://schemas.openxmlformats.org/officeDocument/2006/relationships/slide" Target="slides/slide275.xml"/><Relationship Id="rId280" Type="http://schemas.openxmlformats.org/officeDocument/2006/relationships/slide" Target="slides/slide276.xml"/><Relationship Id="rId281" Type="http://schemas.openxmlformats.org/officeDocument/2006/relationships/slide" Target="slides/slide277.xml"/><Relationship Id="rId282" Type="http://schemas.openxmlformats.org/officeDocument/2006/relationships/slide" Target="slides/slide278.xml"/><Relationship Id="rId283" Type="http://schemas.openxmlformats.org/officeDocument/2006/relationships/slide" Target="slides/slide279.xml"/><Relationship Id="rId284" Type="http://schemas.openxmlformats.org/officeDocument/2006/relationships/slide" Target="slides/slide280.xml"/><Relationship Id="rId285" Type="http://schemas.openxmlformats.org/officeDocument/2006/relationships/slide" Target="slides/slide281.xml"/><Relationship Id="rId286" Type="http://schemas.openxmlformats.org/officeDocument/2006/relationships/slide" Target="slides/slide282.xml"/><Relationship Id="rId287" Type="http://schemas.openxmlformats.org/officeDocument/2006/relationships/slide" Target="slides/slide283.xml"/><Relationship Id="rId288" Type="http://schemas.openxmlformats.org/officeDocument/2006/relationships/slide" Target="slides/slide284.xml"/><Relationship Id="rId289" Type="http://schemas.openxmlformats.org/officeDocument/2006/relationships/slide" Target="slides/slide285.xml"/><Relationship Id="rId290" Type="http://schemas.openxmlformats.org/officeDocument/2006/relationships/slide" Target="slides/slide286.xml"/><Relationship Id="rId291" Type="http://schemas.openxmlformats.org/officeDocument/2006/relationships/slide" Target="slides/slide287.xml"/><Relationship Id="rId292" Type="http://schemas.openxmlformats.org/officeDocument/2006/relationships/slide" Target="slides/slide288.xml"/><Relationship Id="rId293" Type="http://schemas.openxmlformats.org/officeDocument/2006/relationships/slide" Target="slides/slide289.xml"/><Relationship Id="rId294" Type="http://schemas.openxmlformats.org/officeDocument/2006/relationships/slide" Target="slides/slide290.xml"/><Relationship Id="rId295" Type="http://schemas.openxmlformats.org/officeDocument/2006/relationships/slide" Target="slides/slide291.xml"/><Relationship Id="rId296" Type="http://schemas.openxmlformats.org/officeDocument/2006/relationships/slide" Target="slides/slide292.xml"/><Relationship Id="rId297" Type="http://schemas.openxmlformats.org/officeDocument/2006/relationships/slide" Target="slides/slide293.xml"/><Relationship Id="rId298" Type="http://schemas.openxmlformats.org/officeDocument/2006/relationships/slide" Target="slides/slide294.xml"/><Relationship Id="rId299" Type="http://schemas.openxmlformats.org/officeDocument/2006/relationships/slide" Target="slides/slide295.xml"/><Relationship Id="rId300" Type="http://schemas.openxmlformats.org/officeDocument/2006/relationships/slide" Target="slides/slide296.xml"/><Relationship Id="rId301" Type="http://schemas.openxmlformats.org/officeDocument/2006/relationships/slide" Target="slides/slide297.xml"/><Relationship Id="rId302" Type="http://schemas.openxmlformats.org/officeDocument/2006/relationships/slide" Target="slides/slide298.xml"/><Relationship Id="rId303" Type="http://schemas.openxmlformats.org/officeDocument/2006/relationships/slide" Target="slides/slide299.xml"/><Relationship Id="rId304" Type="http://schemas.openxmlformats.org/officeDocument/2006/relationships/slide" Target="slides/slide300.xml"/><Relationship Id="rId305" Type="http://schemas.openxmlformats.org/officeDocument/2006/relationships/slide" Target="slides/slide301.xml"/><Relationship Id="rId306" Type="http://schemas.openxmlformats.org/officeDocument/2006/relationships/slide" Target="slides/slide302.xml"/><Relationship Id="rId307" Type="http://schemas.openxmlformats.org/officeDocument/2006/relationships/slide" Target="slides/slide303.xml"/><Relationship Id="rId308" Type="http://schemas.openxmlformats.org/officeDocument/2006/relationships/slide" Target="slides/slide304.xml"/><Relationship Id="rId309" Type="http://schemas.openxmlformats.org/officeDocument/2006/relationships/slide" Target="slides/slide305.xml"/><Relationship Id="rId310" Type="http://schemas.openxmlformats.org/officeDocument/2006/relationships/slide" Target="slides/slide306.xml"/><Relationship Id="rId311" Type="http://schemas.openxmlformats.org/officeDocument/2006/relationships/slide" Target="slides/slide307.xml"/><Relationship Id="rId312" Type="http://schemas.openxmlformats.org/officeDocument/2006/relationships/slide" Target="slides/slide308.xml"/><Relationship Id="rId313" Type="http://schemas.openxmlformats.org/officeDocument/2006/relationships/slide" Target="slides/slide309.xml"/><Relationship Id="rId314" Type="http://schemas.openxmlformats.org/officeDocument/2006/relationships/slide" Target="slides/slide310.xml"/><Relationship Id="rId315" Type="http://schemas.openxmlformats.org/officeDocument/2006/relationships/slide" Target="slides/slide311.xml"/><Relationship Id="rId316" Type="http://schemas.openxmlformats.org/officeDocument/2006/relationships/slide" Target="slides/slide312.xml"/><Relationship Id="rId317" Type="http://schemas.openxmlformats.org/officeDocument/2006/relationships/slide" Target="slides/slide313.xml"/><Relationship Id="rId318" Type="http://schemas.openxmlformats.org/officeDocument/2006/relationships/slide" Target="slides/slide314.xml"/><Relationship Id="rId319" Type="http://schemas.openxmlformats.org/officeDocument/2006/relationships/slide" Target="slides/slide315.xml"/><Relationship Id="rId320" Type="http://schemas.openxmlformats.org/officeDocument/2006/relationships/slide" Target="slides/slide316.xml"/><Relationship Id="rId321" Type="http://schemas.openxmlformats.org/officeDocument/2006/relationships/slide" Target="slides/slide317.xml"/><Relationship Id="rId322" Type="http://schemas.openxmlformats.org/officeDocument/2006/relationships/slide" Target="slides/slide318.xml"/><Relationship Id="rId323" Type="http://schemas.openxmlformats.org/officeDocument/2006/relationships/slide" Target="slides/slide319.xml"/><Relationship Id="rId324" Type="http://schemas.openxmlformats.org/officeDocument/2006/relationships/slide" Target="slides/slide320.xml"/><Relationship Id="rId325" Type="http://schemas.openxmlformats.org/officeDocument/2006/relationships/slide" Target="slides/slide321.xml"/><Relationship Id="rId326" Type="http://schemas.openxmlformats.org/officeDocument/2006/relationships/slide" Target="slides/slide322.xml"/><Relationship Id="rId327" Type="http://schemas.openxmlformats.org/officeDocument/2006/relationships/slide" Target="slides/slide323.xml"/><Relationship Id="rId328" Type="http://schemas.openxmlformats.org/officeDocument/2006/relationships/slide" Target="slides/slide324.xml"/><Relationship Id="rId329" Type="http://schemas.openxmlformats.org/officeDocument/2006/relationships/slide" Target="slides/slide325.xml"/><Relationship Id="rId330" Type="http://schemas.openxmlformats.org/officeDocument/2006/relationships/slide" Target="slides/slide326.xml"/><Relationship Id="rId331" Type="http://schemas.openxmlformats.org/officeDocument/2006/relationships/slide" Target="slides/slide327.xml"/><Relationship Id="rId332" Type="http://schemas.openxmlformats.org/officeDocument/2006/relationships/slide" Target="slides/slide328.xml"/><Relationship Id="rId333" Type="http://schemas.openxmlformats.org/officeDocument/2006/relationships/slide" Target="slides/slide329.xml"/><Relationship Id="rId334" Type="http://schemas.openxmlformats.org/officeDocument/2006/relationships/slide" Target="slides/slide330.xml"/><Relationship Id="rId335" Type="http://schemas.openxmlformats.org/officeDocument/2006/relationships/slide" Target="slides/slide331.xml"/><Relationship Id="rId336" Type="http://schemas.openxmlformats.org/officeDocument/2006/relationships/slide" Target="slides/slide332.xml"/><Relationship Id="rId337" Type="http://schemas.openxmlformats.org/officeDocument/2006/relationships/slide" Target="slides/slide333.xml"/><Relationship Id="rId338" Type="http://schemas.openxmlformats.org/officeDocument/2006/relationships/slide" Target="slides/slide334.xml"/><Relationship Id="rId339" Type="http://schemas.openxmlformats.org/officeDocument/2006/relationships/slide" Target="slides/slide335.xml"/><Relationship Id="rId340" Type="http://schemas.openxmlformats.org/officeDocument/2006/relationships/slide" Target="slides/slide336.xml"/><Relationship Id="rId341" Type="http://schemas.openxmlformats.org/officeDocument/2006/relationships/slide" Target="slides/slide337.xml"/><Relationship Id="rId342" Type="http://schemas.openxmlformats.org/officeDocument/2006/relationships/slide" Target="slides/slide338.xml"/><Relationship Id="rId343" Type="http://schemas.openxmlformats.org/officeDocument/2006/relationships/slide" Target="slides/slide339.xml"/><Relationship Id="rId344" Type="http://schemas.openxmlformats.org/officeDocument/2006/relationships/slide" Target="slides/slide340.xml"/><Relationship Id="rId345" Type="http://schemas.openxmlformats.org/officeDocument/2006/relationships/slide" Target="slides/slide341.xml"/><Relationship Id="rId346" Type="http://schemas.openxmlformats.org/officeDocument/2006/relationships/slide" Target="slides/slide342.xml"/><Relationship Id="rId347" Type="http://schemas.openxmlformats.org/officeDocument/2006/relationships/slide" Target="slides/slide343.xml"/><Relationship Id="rId348" Type="http://schemas.openxmlformats.org/officeDocument/2006/relationships/slide" Target="slides/slide344.xml"/><Relationship Id="rId349" Type="http://schemas.openxmlformats.org/officeDocument/2006/relationships/slide" Target="slides/slide345.xml"/><Relationship Id="rId350" Type="http://schemas.openxmlformats.org/officeDocument/2006/relationships/slide" Target="slides/slide346.xml"/><Relationship Id="rId351" Type="http://schemas.openxmlformats.org/officeDocument/2006/relationships/slide" Target="slides/slide347.xml"/><Relationship Id="rId352" Type="http://schemas.openxmlformats.org/officeDocument/2006/relationships/slide" Target="slides/slide348.xml"/><Relationship Id="rId353" Type="http://schemas.openxmlformats.org/officeDocument/2006/relationships/slide" Target="slides/slide349.xml"/><Relationship Id="rId354" Type="http://schemas.openxmlformats.org/officeDocument/2006/relationships/slide" Target="slides/slide350.xml"/><Relationship Id="rId355" Type="http://schemas.openxmlformats.org/officeDocument/2006/relationships/slide" Target="slides/slide351.xml"/><Relationship Id="rId356" Type="http://schemas.openxmlformats.org/officeDocument/2006/relationships/slide" Target="slides/slide352.xml"/><Relationship Id="rId357" Type="http://schemas.openxmlformats.org/officeDocument/2006/relationships/slide" Target="slides/slide353.xml"/><Relationship Id="rId358" Type="http://schemas.openxmlformats.org/officeDocument/2006/relationships/slide" Target="slides/slide354.xml"/><Relationship Id="rId359" Type="http://schemas.openxmlformats.org/officeDocument/2006/relationships/slide" Target="slides/slide355.xml"/><Relationship Id="rId360" Type="http://schemas.openxmlformats.org/officeDocument/2006/relationships/slide" Target="slides/slide356.xml"/><Relationship Id="rId361" Type="http://schemas.openxmlformats.org/officeDocument/2006/relationships/slide" Target="slides/slide357.xml"/><Relationship Id="rId362" Type="http://schemas.openxmlformats.org/officeDocument/2006/relationships/slide" Target="slides/slide358.xml"/><Relationship Id="rId363" Type="http://schemas.openxmlformats.org/officeDocument/2006/relationships/slide" Target="slides/slide359.xml"/><Relationship Id="rId364" Type="http://schemas.openxmlformats.org/officeDocument/2006/relationships/slide" Target="slides/slide360.xml"/><Relationship Id="rId365" Type="http://schemas.openxmlformats.org/officeDocument/2006/relationships/slide" Target="slides/slide361.xml"/><Relationship Id="rId366" Type="http://schemas.openxmlformats.org/officeDocument/2006/relationships/slide" Target="slides/slide362.xml"/><Relationship Id="rId367" Type="http://schemas.openxmlformats.org/officeDocument/2006/relationships/slide" Target="slides/slide363.xml"/><Relationship Id="rId368" Type="http://schemas.openxmlformats.org/officeDocument/2006/relationships/slide" Target="slides/slide364.xml"/><Relationship Id="rId369" Type="http://schemas.openxmlformats.org/officeDocument/2006/relationships/slide" Target="slides/slide365.xml"/><Relationship Id="rId370" Type="http://schemas.openxmlformats.org/officeDocument/2006/relationships/slide" Target="slides/slide366.xml"/><Relationship Id="rId371" Type="http://schemas.openxmlformats.org/officeDocument/2006/relationships/slide" Target="slides/slide367.xml"/><Relationship Id="rId372" Type="http://schemas.openxmlformats.org/officeDocument/2006/relationships/slide" Target="slides/slide368.xml"/><Relationship Id="rId373" Type="http://schemas.openxmlformats.org/officeDocument/2006/relationships/slide" Target="slides/slide369.xml"/><Relationship Id="rId374" Type="http://schemas.openxmlformats.org/officeDocument/2006/relationships/slide" Target="slides/slide370.xml"/><Relationship Id="rId375" Type="http://schemas.openxmlformats.org/officeDocument/2006/relationships/slide" Target="slides/slide371.xml"/><Relationship Id="rId376" Type="http://schemas.openxmlformats.org/officeDocument/2006/relationships/slide" Target="slides/slide372.xml"/><Relationship Id="rId377" Type="http://schemas.openxmlformats.org/officeDocument/2006/relationships/slide" Target="slides/slide373.xml"/><Relationship Id="rId378" Type="http://schemas.openxmlformats.org/officeDocument/2006/relationships/slide" Target="slides/slide374.xml"/><Relationship Id="rId379" Type="http://schemas.openxmlformats.org/officeDocument/2006/relationships/slide" Target="slides/slide375.xml"/><Relationship Id="rId380" Type="http://schemas.openxmlformats.org/officeDocument/2006/relationships/slide" Target="slides/slide376.xml"/><Relationship Id="rId381" Type="http://schemas.openxmlformats.org/officeDocument/2006/relationships/slide" Target="slides/slide377.xml"/><Relationship Id="rId382" Type="http://schemas.openxmlformats.org/officeDocument/2006/relationships/slide" Target="slides/slide378.xml"/><Relationship Id="rId383" Type="http://schemas.openxmlformats.org/officeDocument/2006/relationships/slide" Target="slides/slide379.xml"/><Relationship Id="rId384" Type="http://schemas.openxmlformats.org/officeDocument/2006/relationships/slide" Target="slides/slide380.xml"/><Relationship Id="rId385" Type="http://schemas.openxmlformats.org/officeDocument/2006/relationships/slide" Target="slides/slide381.xml"/><Relationship Id="rId386" Type="http://schemas.openxmlformats.org/officeDocument/2006/relationships/slide" Target="slides/slide382.xml"/><Relationship Id="rId387" Type="http://schemas.openxmlformats.org/officeDocument/2006/relationships/slide" Target="slides/slide383.xml"/><Relationship Id="rId388" Type="http://schemas.openxmlformats.org/officeDocument/2006/relationships/slide" Target="slides/slide384.xml"/><Relationship Id="rId389" Type="http://schemas.openxmlformats.org/officeDocument/2006/relationships/slide" Target="slides/slide385.xml"/><Relationship Id="rId390" Type="http://schemas.openxmlformats.org/officeDocument/2006/relationships/slide" Target="slides/slide386.xml"/><Relationship Id="rId391" Type="http://schemas.openxmlformats.org/officeDocument/2006/relationships/slide" Target="slides/slide387.xml"/><Relationship Id="rId392" Type="http://schemas.openxmlformats.org/officeDocument/2006/relationships/slide" Target="slides/slide388.xml"/><Relationship Id="rId393" Type="http://schemas.openxmlformats.org/officeDocument/2006/relationships/slide" Target="slides/slide389.xml"/><Relationship Id="rId394" Type="http://schemas.openxmlformats.org/officeDocument/2006/relationships/slide" Target="slides/slide390.xml"/><Relationship Id="rId395" Type="http://schemas.openxmlformats.org/officeDocument/2006/relationships/slide" Target="slides/slide391.xml"/><Relationship Id="rId396" Type="http://schemas.openxmlformats.org/officeDocument/2006/relationships/slide" Target="slides/slide392.xml"/><Relationship Id="rId397" Type="http://schemas.openxmlformats.org/officeDocument/2006/relationships/slide" Target="slides/slide393.xml"/><Relationship Id="rId398" Type="http://schemas.openxmlformats.org/officeDocument/2006/relationships/slide" Target="slides/slide394.xml"/><Relationship Id="rId399" Type="http://schemas.openxmlformats.org/officeDocument/2006/relationships/slide" Target="slides/slide395.xml"/><Relationship Id="rId400" Type="http://schemas.openxmlformats.org/officeDocument/2006/relationships/slide" Target="slides/slide396.xml"/><Relationship Id="rId401" Type="http://schemas.openxmlformats.org/officeDocument/2006/relationships/slide" Target="slides/slide397.xml"/><Relationship Id="rId402" Type="http://schemas.openxmlformats.org/officeDocument/2006/relationships/notesMaster" Target="notesMasters/notesMaster1.xml"/><Relationship Id="rId403" Type="http://schemas.openxmlformats.org/officeDocument/2006/relationships/commentAuthors" Target="commentAuthors.xml"/><Relationship Id="rId404" Type="http://schemas.openxmlformats.org/officeDocument/2006/relationships/presProps" Target="presProps.xml"/><Relationship Id="rId405" Type="http://schemas.openxmlformats.org/officeDocument/2006/relationships/viewProps" Target="viewProps.xml"/><Relationship Id="rId406" Type="http://schemas.openxmlformats.org/officeDocument/2006/relationships/theme" Target="theme/theme1.xml"/><Relationship Id="rId407" Type="http://schemas.openxmlformats.org/officeDocument/2006/relationships/tableStyles" Target="tableStyles.xml"/><Relationship Id="rId408" Type="http://schemas.microsoft.com/office/2016/11/relationships/changesInfo" Target="changesInfos/changesInfo1.xml"/><Relationship Id="rId409" Type="http://schemas.microsoft.com/office/2015/10/relationships/revisionInfo" Target="revisionInfo.xml"/><Relationship Id="rId410" Type="http://schemas.microsoft.com/office/2018/10/relationships/authors" Target="author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Yash Jadhav" userId="535c3d6d-72b8-4f77-8155-55f939173cf2" providerId="ADAL" clId="{F33F88E0-3380-47C4-AFDE-F1AC050ADA82}"/>
    <pc:docChg chg="undo redo custSel addSld delSld modSld sldOrd modMainMaster">
      <pc:chgData name="Yash Jadhav" userId="535c3d6d-72b8-4f77-8155-55f939173cf2" providerId="ADAL" clId="{F33F88E0-3380-47C4-AFDE-F1AC050ADA82}" dt="2026-01-26T08:30:50.283" v="12523"/>
      <pc:docMkLst>
        <pc:docMk/>
      </pc:docMkLst>
      <pc:sldChg chg="del">
        <pc:chgData name="Yash Jadhav" userId="535c3d6d-72b8-4f77-8155-55f939173cf2" providerId="ADAL" clId="{F33F88E0-3380-47C4-AFDE-F1AC050ADA82}" dt="2026-01-26T08:30:35.766" v="12511" actId="47"/>
        <pc:sldMkLst>
          <pc:docMk/>
          <pc:sldMk cId="3585360139" sldId="256"/>
        </pc:sldMkLst>
      </pc:sldChg>
      <pc:sldChg chg="addSp delSp modSp add del mod modClrScheme chgLayout modNotes">
        <pc:chgData name="Yash Jadhav" userId="535c3d6d-72b8-4f77-8155-55f939173cf2" providerId="ADAL" clId="{F33F88E0-3380-47C4-AFDE-F1AC050ADA82}" dt="2026-01-25T16:06:14.662" v="8413" actId="6264"/>
        <pc:sldMkLst>
          <pc:docMk/>
          <pc:sldMk cId="1240769658" sldId="257"/>
        </pc:sldMkLst>
        <pc:spChg chg="mod ord">
          <ac:chgData name="Yash Jadhav" userId="535c3d6d-72b8-4f77-8155-55f939173cf2" providerId="ADAL" clId="{F33F88E0-3380-47C4-AFDE-F1AC050ADA82}" dt="2026-01-25T16:06:14.662" v="8413" actId="6264"/>
          <ac:spMkLst>
            <pc:docMk/>
            <pc:sldMk cId="1240769658" sldId="257"/>
            <ac:spMk id="2" creationId="{08B7DE71-F802-429C-8E29-0B656542CF97}"/>
          </ac:spMkLst>
        </pc:spChg>
        <pc:spChg chg="add del mod">
          <ac:chgData name="Yash Jadhav" userId="535c3d6d-72b8-4f77-8155-55f939173cf2" providerId="ADAL" clId="{F33F88E0-3380-47C4-AFDE-F1AC050ADA82}" dt="2026-01-25T16:06:14.662" v="8413" actId="6264"/>
          <ac:spMkLst>
            <pc:docMk/>
            <pc:sldMk cId="1240769658" sldId="257"/>
            <ac:spMk id="3" creationId="{2D498B5F-A928-8A67-14B6-72B5DFE1A2FF}"/>
          </ac:spMkLst>
        </pc:spChg>
        <pc:spChg chg="mod">
          <ac:chgData name="Yash Jadhav" userId="535c3d6d-72b8-4f77-8155-55f939173cf2" providerId="ADAL" clId="{F33F88E0-3380-47C4-AFDE-F1AC050ADA82}" dt="2026-01-25T15:57:51.281" v="205" actId="790"/>
          <ac:spMkLst>
            <pc:docMk/>
            <pc:sldMk cId="1240769658" sldId="257"/>
            <ac:spMk id="4" creationId="{4F15AEDC-1460-4434-81FC-516B3CB96DA3}"/>
          </ac:spMkLst>
        </pc:spChg>
        <pc:spChg chg="mod">
          <ac:chgData name="Yash Jadhav" userId="535c3d6d-72b8-4f77-8155-55f939173cf2" providerId="ADAL" clId="{F33F88E0-3380-47C4-AFDE-F1AC050ADA82}" dt="2026-01-25T15:57:51.282" v="206" actId="790"/>
          <ac:spMkLst>
            <pc:docMk/>
            <pc:sldMk cId="1240769658" sldId="257"/>
            <ac:spMk id="5" creationId="{B7AB66A8-A17E-4334-90FC-57CDCECEBBE1}"/>
          </ac:spMkLst>
        </pc:spChg>
        <pc:spChg chg="mod">
          <ac:chgData name="Yash Jadhav" userId="535c3d6d-72b8-4f77-8155-55f939173cf2" providerId="ADAL" clId="{F33F88E0-3380-47C4-AFDE-F1AC050ADA82}" dt="2026-01-25T15:57:51.284" v="207" actId="790"/>
          <ac:spMkLst>
            <pc:docMk/>
            <pc:sldMk cId="1240769658" sldId="257"/>
            <ac:spMk id="6" creationId="{59B63F1A-11A1-47A6-935F-53E0D79EF5DE}"/>
          </ac:spMkLst>
        </pc:spChg>
        <pc:spChg chg="mod">
          <ac:chgData name="Yash Jadhav" userId="535c3d6d-72b8-4f77-8155-55f939173cf2" providerId="ADAL" clId="{F33F88E0-3380-47C4-AFDE-F1AC050ADA82}" dt="2026-01-25T15:57:51.286" v="208" actId="790"/>
          <ac:spMkLst>
            <pc:docMk/>
            <pc:sldMk cId="1240769658" sldId="257"/>
            <ac:spMk id="8" creationId="{43CBC2CE-E91E-453D-98A4-2F7C06146765}"/>
          </ac:spMkLst>
        </pc:spChg>
        <pc:spChg chg="mod">
          <ac:chgData name="Yash Jadhav" userId="535c3d6d-72b8-4f77-8155-55f939173cf2" providerId="ADAL" clId="{F33F88E0-3380-47C4-AFDE-F1AC050ADA82}" dt="2026-01-25T15:57:51.287" v="209" actId="790"/>
          <ac:spMkLst>
            <pc:docMk/>
            <pc:sldMk cId="1240769658" sldId="257"/>
            <ac:spMk id="9" creationId="{AEF135B0-45E9-44C6-A14C-5DCD1531F6D5}"/>
          </ac:spMkLst>
        </pc:spChg>
        <pc:spChg chg="mod">
          <ac:chgData name="Yash Jadhav" userId="535c3d6d-72b8-4f77-8155-55f939173cf2" providerId="ADAL" clId="{F33F88E0-3380-47C4-AFDE-F1AC050ADA82}" dt="2026-01-25T15:57:51.289" v="210" actId="790"/>
          <ac:spMkLst>
            <pc:docMk/>
            <pc:sldMk cId="1240769658" sldId="257"/>
            <ac:spMk id="10" creationId="{0F613CD5-66AE-4E85-9CAB-5C6CD5C6A3CB}"/>
          </ac:spMkLst>
        </pc:spChg>
        <pc:spChg chg="mod">
          <ac:chgData name="Yash Jadhav" userId="535c3d6d-72b8-4f77-8155-55f939173cf2" providerId="ADAL" clId="{F33F88E0-3380-47C4-AFDE-F1AC050ADA82}" dt="2026-01-25T15:57:51.290" v="211" actId="790"/>
          <ac:spMkLst>
            <pc:docMk/>
            <pc:sldMk cId="1240769658" sldId="257"/>
            <ac:spMk id="12" creationId="{19416CAC-679F-40EC-9062-0823A6CE0BAC}"/>
          </ac:spMkLst>
        </pc:spChg>
        <pc:spChg chg="mod">
          <ac:chgData name="Yash Jadhav" userId="535c3d6d-72b8-4f77-8155-55f939173cf2" providerId="ADAL" clId="{F33F88E0-3380-47C4-AFDE-F1AC050ADA82}" dt="2026-01-25T15:57:51.294" v="212" actId="790"/>
          <ac:spMkLst>
            <pc:docMk/>
            <pc:sldMk cId="1240769658" sldId="257"/>
            <ac:spMk id="13" creationId="{80EC898F-D1D5-46A7-BD25-874CE76CA710}"/>
          </ac:spMkLst>
        </pc:spChg>
        <pc:spChg chg="mod">
          <ac:chgData name="Yash Jadhav" userId="535c3d6d-72b8-4f77-8155-55f939173cf2" providerId="ADAL" clId="{F33F88E0-3380-47C4-AFDE-F1AC050ADA82}" dt="2026-01-25T15:57:51.297" v="213" actId="790"/>
          <ac:spMkLst>
            <pc:docMk/>
            <pc:sldMk cId="1240769658" sldId="257"/>
            <ac:spMk id="14" creationId="{983E9A08-8EE6-4CD9-AD97-0A1EC97A0E75}"/>
          </ac:spMkLst>
        </pc:spChg>
        <pc:spChg chg="mod">
          <ac:chgData name="Yash Jadhav" userId="535c3d6d-72b8-4f77-8155-55f939173cf2" providerId="ADAL" clId="{F33F88E0-3380-47C4-AFDE-F1AC050ADA82}" dt="2026-01-25T15:57:51.353" v="235" actId="790"/>
          <ac:spMkLst>
            <pc:docMk/>
            <pc:sldMk cId="1240769658" sldId="257"/>
            <ac:spMk id="42" creationId="{00000000-0000-0000-0000-000000000000}"/>
          </ac:spMkLst>
        </pc:spChg>
        <pc:spChg chg="mod">
          <ac:chgData name="Yash Jadhav" userId="535c3d6d-72b8-4f77-8155-55f939173cf2" providerId="ADAL" clId="{F33F88E0-3380-47C4-AFDE-F1AC050ADA82}" dt="2026-01-25T15:57:51.356" v="236" actId="790"/>
          <ac:spMkLst>
            <pc:docMk/>
            <pc:sldMk cId="1240769658" sldId="257"/>
            <ac:spMk id="43" creationId="{00000000-0000-0000-0000-000000000000}"/>
          </ac:spMkLst>
        </pc:spChg>
        <pc:spChg chg="mod">
          <ac:chgData name="Yash Jadhav" userId="535c3d6d-72b8-4f77-8155-55f939173cf2" providerId="ADAL" clId="{F33F88E0-3380-47C4-AFDE-F1AC050ADA82}" dt="2026-01-25T15:57:51.359" v="237" actId="790"/>
          <ac:spMkLst>
            <pc:docMk/>
            <pc:sldMk cId="1240769658" sldId="257"/>
            <ac:spMk id="44" creationId="{00000000-0000-0000-0000-000000000000}"/>
          </ac:spMkLst>
        </pc:spChg>
        <pc:spChg chg="mod">
          <ac:chgData name="Yash Jadhav" userId="535c3d6d-72b8-4f77-8155-55f939173cf2" providerId="ADAL" clId="{F33F88E0-3380-47C4-AFDE-F1AC050ADA82}" dt="2026-01-25T15:57:51.298" v="214" actId="790"/>
          <ac:spMkLst>
            <pc:docMk/>
            <pc:sldMk cId="1240769658" sldId="257"/>
            <ac:spMk id="48" creationId="{1DBB6345-DC59-4848-9783-A97EE196E0E8}"/>
          </ac:spMkLst>
        </pc:spChg>
        <pc:spChg chg="mod">
          <ac:chgData name="Yash Jadhav" userId="535c3d6d-72b8-4f77-8155-55f939173cf2" providerId="ADAL" clId="{F33F88E0-3380-47C4-AFDE-F1AC050ADA82}" dt="2026-01-25T15:57:51.300" v="215" actId="790"/>
          <ac:spMkLst>
            <pc:docMk/>
            <pc:sldMk cId="1240769658" sldId="257"/>
            <ac:spMk id="51" creationId="{E7B8DA1B-56AD-4F0E-B933-74DD08E64F10}"/>
          </ac:spMkLst>
        </pc:spChg>
        <pc:spChg chg="mod">
          <ac:chgData name="Yash Jadhav" userId="535c3d6d-72b8-4f77-8155-55f939173cf2" providerId="ADAL" clId="{F33F88E0-3380-47C4-AFDE-F1AC050ADA82}" dt="2026-01-25T15:57:51.301" v="216" actId="790"/>
          <ac:spMkLst>
            <pc:docMk/>
            <pc:sldMk cId="1240769658" sldId="257"/>
            <ac:spMk id="52" creationId="{D276937D-D2EB-4EBD-8923-81F0B971C4E7}"/>
          </ac:spMkLst>
        </pc:spChg>
        <pc:spChg chg="mod">
          <ac:chgData name="Yash Jadhav" userId="535c3d6d-72b8-4f77-8155-55f939173cf2" providerId="ADAL" clId="{F33F88E0-3380-47C4-AFDE-F1AC050ADA82}" dt="2026-01-25T15:57:51.303" v="217" actId="790"/>
          <ac:spMkLst>
            <pc:docMk/>
            <pc:sldMk cId="1240769658" sldId="257"/>
            <ac:spMk id="53" creationId="{55CE5E83-9ECC-4B18-A3BB-6D1C1D504196}"/>
          </ac:spMkLst>
        </pc:spChg>
        <pc:spChg chg="mod">
          <ac:chgData name="Yash Jadhav" userId="535c3d6d-72b8-4f77-8155-55f939173cf2" providerId="ADAL" clId="{F33F88E0-3380-47C4-AFDE-F1AC050ADA82}" dt="2026-01-25T15:57:51.324" v="224" actId="790"/>
          <ac:spMkLst>
            <pc:docMk/>
            <pc:sldMk cId="1240769658" sldId="257"/>
            <ac:spMk id="56" creationId="{B2BE671E-EB13-4300-A94F-3DAE9D71C7A7}"/>
          </ac:spMkLst>
        </pc:spChg>
        <pc:spChg chg="mod">
          <ac:chgData name="Yash Jadhav" userId="535c3d6d-72b8-4f77-8155-55f939173cf2" providerId="ADAL" clId="{F33F88E0-3380-47C4-AFDE-F1AC050ADA82}" dt="2026-01-25T15:57:51.314" v="221" actId="790"/>
          <ac:spMkLst>
            <pc:docMk/>
            <pc:sldMk cId="1240769658" sldId="257"/>
            <ac:spMk id="57" creationId="{F2F86C56-E96F-4B6A-9198-EA94BED87ABF}"/>
          </ac:spMkLst>
        </pc:spChg>
        <pc:spChg chg="mod">
          <ac:chgData name="Yash Jadhav" userId="535c3d6d-72b8-4f77-8155-55f939173cf2" providerId="ADAL" clId="{F33F88E0-3380-47C4-AFDE-F1AC050ADA82}" dt="2026-01-25T15:57:51.317" v="222" actId="790"/>
          <ac:spMkLst>
            <pc:docMk/>
            <pc:sldMk cId="1240769658" sldId="257"/>
            <ac:spMk id="58" creationId="{BFBA7E53-A7BF-48DE-84A8-C6B1D17D2422}"/>
          </ac:spMkLst>
        </pc:spChg>
        <pc:spChg chg="mod">
          <ac:chgData name="Yash Jadhav" userId="535c3d6d-72b8-4f77-8155-55f939173cf2" providerId="ADAL" clId="{F33F88E0-3380-47C4-AFDE-F1AC050ADA82}" dt="2026-01-25T15:57:51.320" v="223" actId="790"/>
          <ac:spMkLst>
            <pc:docMk/>
            <pc:sldMk cId="1240769658" sldId="257"/>
            <ac:spMk id="59" creationId="{5276CFAE-0AA3-46BB-9CE5-4FD79C87D81A}"/>
          </ac:spMkLst>
        </pc:spChg>
        <pc:spChg chg="mod">
          <ac:chgData name="Yash Jadhav" userId="535c3d6d-72b8-4f77-8155-55f939173cf2" providerId="ADAL" clId="{F33F88E0-3380-47C4-AFDE-F1AC050ADA82}" dt="2026-01-25T15:57:51.304" v="218" actId="790"/>
          <ac:spMkLst>
            <pc:docMk/>
            <pc:sldMk cId="1240769658" sldId="257"/>
            <ac:spMk id="60" creationId="{2CCFCB29-9051-4D55-955F-B51729253A86}"/>
          </ac:spMkLst>
        </pc:spChg>
        <pc:spChg chg="mod">
          <ac:chgData name="Yash Jadhav" userId="535c3d6d-72b8-4f77-8155-55f939173cf2" providerId="ADAL" clId="{F33F88E0-3380-47C4-AFDE-F1AC050ADA82}" dt="2026-01-25T15:57:51.307" v="219" actId="790"/>
          <ac:spMkLst>
            <pc:docMk/>
            <pc:sldMk cId="1240769658" sldId="257"/>
            <ac:spMk id="61" creationId="{EA7D5BE4-E771-47B9-AE52-80865314A544}"/>
          </ac:spMkLst>
        </pc:spChg>
        <pc:spChg chg="mod">
          <ac:chgData name="Yash Jadhav" userId="535c3d6d-72b8-4f77-8155-55f939173cf2" providerId="ADAL" clId="{F33F88E0-3380-47C4-AFDE-F1AC050ADA82}" dt="2026-01-25T15:57:51.311" v="220" actId="790"/>
          <ac:spMkLst>
            <pc:docMk/>
            <pc:sldMk cId="1240769658" sldId="257"/>
            <ac:spMk id="62" creationId="{D86DC67E-8E9B-4D42-ACC6-C470B90DEC6B}"/>
          </ac:spMkLst>
        </pc:spChg>
        <pc:spChg chg="mod">
          <ac:chgData name="Yash Jadhav" userId="535c3d6d-72b8-4f77-8155-55f939173cf2" providerId="ADAL" clId="{F33F88E0-3380-47C4-AFDE-F1AC050ADA82}" dt="2026-01-25T15:57:51.329" v="225" actId="790"/>
          <ac:spMkLst>
            <pc:docMk/>
            <pc:sldMk cId="1240769658" sldId="257"/>
            <ac:spMk id="64" creationId="{6CA1ED42-B500-4556-AF25-34446C0BE0F2}"/>
          </ac:spMkLst>
        </pc:spChg>
        <pc:spChg chg="mod">
          <ac:chgData name="Yash Jadhav" userId="535c3d6d-72b8-4f77-8155-55f939173cf2" providerId="ADAL" clId="{F33F88E0-3380-47C4-AFDE-F1AC050ADA82}" dt="2026-01-25T15:57:51.330" v="226" actId="790"/>
          <ac:spMkLst>
            <pc:docMk/>
            <pc:sldMk cId="1240769658" sldId="257"/>
            <ac:spMk id="65" creationId="{AF85CB41-88AE-4B11-8388-E47DC520D0DC}"/>
          </ac:spMkLst>
        </pc:spChg>
        <pc:spChg chg="mod">
          <ac:chgData name="Yash Jadhav" userId="535c3d6d-72b8-4f77-8155-55f939173cf2" providerId="ADAL" clId="{F33F88E0-3380-47C4-AFDE-F1AC050ADA82}" dt="2026-01-25T15:57:51.332" v="227" actId="790"/>
          <ac:spMkLst>
            <pc:docMk/>
            <pc:sldMk cId="1240769658" sldId="257"/>
            <ac:spMk id="66" creationId="{A68E4850-9ABC-461E-B970-C7F0F9CBE651}"/>
          </ac:spMkLst>
        </pc:spChg>
        <pc:spChg chg="mod">
          <ac:chgData name="Yash Jadhav" userId="535c3d6d-72b8-4f77-8155-55f939173cf2" providerId="ADAL" clId="{F33F88E0-3380-47C4-AFDE-F1AC050ADA82}" dt="2026-01-25T15:57:51.349" v="234" actId="790"/>
          <ac:spMkLst>
            <pc:docMk/>
            <pc:sldMk cId="1240769658" sldId="257"/>
            <ac:spMk id="69" creationId="{2A2A7EF3-58B1-41A0-8D04-7534931B1048}"/>
          </ac:spMkLst>
        </pc:spChg>
        <pc:spChg chg="mod">
          <ac:chgData name="Yash Jadhav" userId="535c3d6d-72b8-4f77-8155-55f939173cf2" providerId="ADAL" clId="{F33F88E0-3380-47C4-AFDE-F1AC050ADA82}" dt="2026-01-25T15:57:51.342" v="231" actId="790"/>
          <ac:spMkLst>
            <pc:docMk/>
            <pc:sldMk cId="1240769658" sldId="257"/>
            <ac:spMk id="70" creationId="{4791AE89-C99D-4A4E-BDB0-ECB39E70CAF7}"/>
          </ac:spMkLst>
        </pc:spChg>
        <pc:spChg chg="mod">
          <ac:chgData name="Yash Jadhav" userId="535c3d6d-72b8-4f77-8155-55f939173cf2" providerId="ADAL" clId="{F33F88E0-3380-47C4-AFDE-F1AC050ADA82}" dt="2026-01-25T15:57:51.345" v="232" actId="790"/>
          <ac:spMkLst>
            <pc:docMk/>
            <pc:sldMk cId="1240769658" sldId="257"/>
            <ac:spMk id="71" creationId="{13C39AB9-0A9E-4323-A50B-7C2BB827247F}"/>
          </ac:spMkLst>
        </pc:spChg>
        <pc:spChg chg="mod">
          <ac:chgData name="Yash Jadhav" userId="535c3d6d-72b8-4f77-8155-55f939173cf2" providerId="ADAL" clId="{F33F88E0-3380-47C4-AFDE-F1AC050ADA82}" dt="2026-01-25T15:57:51.347" v="233" actId="790"/>
          <ac:spMkLst>
            <pc:docMk/>
            <pc:sldMk cId="1240769658" sldId="257"/>
            <ac:spMk id="72" creationId="{67FF7AE4-45A9-4103-B688-E168B7D60BCF}"/>
          </ac:spMkLst>
        </pc:spChg>
        <pc:spChg chg="mod">
          <ac:chgData name="Yash Jadhav" userId="535c3d6d-72b8-4f77-8155-55f939173cf2" providerId="ADAL" clId="{F33F88E0-3380-47C4-AFDE-F1AC050ADA82}" dt="2026-01-25T15:57:51.334" v="228" actId="790"/>
          <ac:spMkLst>
            <pc:docMk/>
            <pc:sldMk cId="1240769658" sldId="257"/>
            <ac:spMk id="73" creationId="{393B4AF6-1AD0-4AC7-A25B-3A013F53C3DF}"/>
          </ac:spMkLst>
        </pc:spChg>
        <pc:spChg chg="mod">
          <ac:chgData name="Yash Jadhav" userId="535c3d6d-72b8-4f77-8155-55f939173cf2" providerId="ADAL" clId="{F33F88E0-3380-47C4-AFDE-F1AC050ADA82}" dt="2026-01-25T15:57:51.337" v="229" actId="790"/>
          <ac:spMkLst>
            <pc:docMk/>
            <pc:sldMk cId="1240769658" sldId="257"/>
            <ac:spMk id="74" creationId="{AB9EBD99-11A5-4B4A-BCF1-78EC5881DB4F}"/>
          </ac:spMkLst>
        </pc:spChg>
        <pc:spChg chg="mod">
          <ac:chgData name="Yash Jadhav" userId="535c3d6d-72b8-4f77-8155-55f939173cf2" providerId="ADAL" clId="{F33F88E0-3380-47C4-AFDE-F1AC050ADA82}" dt="2026-01-25T15:57:51.339" v="230" actId="790"/>
          <ac:spMkLst>
            <pc:docMk/>
            <pc:sldMk cId="1240769658" sldId="257"/>
            <ac:spMk id="75" creationId="{4B4D60C3-372F-411C-809E-7B05430C732D}"/>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23682666" sldId="258"/>
        </pc:sldMkLst>
        <pc:spChg chg="mod ord">
          <ac:chgData name="Yash Jadhav" userId="535c3d6d-72b8-4f77-8155-55f939173cf2" providerId="ADAL" clId="{F33F88E0-3380-47C4-AFDE-F1AC050ADA82}" dt="2026-01-25T16:06:14.662" v="8413" actId="6264"/>
          <ac:spMkLst>
            <pc:docMk/>
            <pc:sldMk cId="2323682666" sldId="25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23682666" sldId="258"/>
            <ac:spMk id="3" creationId="{064E4C5F-8AA8-EF47-B73D-2D7FDCF19EE4}"/>
          </ac:spMkLst>
        </pc:spChg>
        <pc:spChg chg="mod">
          <ac:chgData name="Yash Jadhav" userId="535c3d6d-72b8-4f77-8155-55f939173cf2" providerId="ADAL" clId="{F33F88E0-3380-47C4-AFDE-F1AC050ADA82}" dt="2026-01-25T15:57:53.535" v="243" actId="790"/>
          <ac:spMkLst>
            <pc:docMk/>
            <pc:sldMk cId="2323682666" sldId="258"/>
            <ac:spMk id="10" creationId="{00000000-0000-0000-0000-000000000000}"/>
          </ac:spMkLst>
        </pc:spChg>
        <pc:spChg chg="mod">
          <ac:chgData name="Yash Jadhav" userId="535c3d6d-72b8-4f77-8155-55f939173cf2" providerId="ADAL" clId="{F33F88E0-3380-47C4-AFDE-F1AC050ADA82}" dt="2026-01-25T15:57:53.537" v="244" actId="790"/>
          <ac:spMkLst>
            <pc:docMk/>
            <pc:sldMk cId="2323682666" sldId="258"/>
            <ac:spMk id="13" creationId="{00000000-0000-0000-0000-000000000000}"/>
          </ac:spMkLst>
        </pc:spChg>
        <pc:spChg chg="mod">
          <ac:chgData name="Yash Jadhav" userId="535c3d6d-72b8-4f77-8155-55f939173cf2" providerId="ADAL" clId="{F33F88E0-3380-47C4-AFDE-F1AC050ADA82}" dt="2026-01-25T15:57:53.539" v="245" actId="790"/>
          <ac:spMkLst>
            <pc:docMk/>
            <pc:sldMk cId="2323682666" sldId="258"/>
            <ac:spMk id="14" creationId="{00000000-0000-0000-0000-000000000000}"/>
          </ac:spMkLst>
        </pc:spChg>
        <pc:spChg chg="mod">
          <ac:chgData name="Yash Jadhav" userId="535c3d6d-72b8-4f77-8155-55f939173cf2" providerId="ADAL" clId="{F33F88E0-3380-47C4-AFDE-F1AC050ADA82}" dt="2026-01-25T15:57:53.544" v="246" actId="790"/>
          <ac:spMkLst>
            <pc:docMk/>
            <pc:sldMk cId="2323682666" sldId="258"/>
            <ac:spMk id="15" creationId="{00000000-0000-0000-0000-000000000000}"/>
          </ac:spMkLst>
        </pc:spChg>
        <pc:spChg chg="mod">
          <ac:chgData name="Yash Jadhav" userId="535c3d6d-72b8-4f77-8155-55f939173cf2" providerId="ADAL" clId="{F33F88E0-3380-47C4-AFDE-F1AC050ADA82}" dt="2026-01-25T15:57:53.547" v="247" actId="790"/>
          <ac:spMkLst>
            <pc:docMk/>
            <pc:sldMk cId="2323682666" sldId="258"/>
            <ac:spMk id="33" creationId="{00000000-0000-0000-0000-000000000000}"/>
          </ac:spMkLst>
        </pc:spChg>
        <pc:spChg chg="mod">
          <ac:chgData name="Yash Jadhav" userId="535c3d6d-72b8-4f77-8155-55f939173cf2" providerId="ADAL" clId="{F33F88E0-3380-47C4-AFDE-F1AC050ADA82}" dt="2026-01-25T15:57:53.551" v="248" actId="790"/>
          <ac:spMkLst>
            <pc:docMk/>
            <pc:sldMk cId="2323682666" sldId="258"/>
            <ac:spMk id="34" creationId="{8FAFBF69-ABE2-3A3A-52D3-8D2DF03BC6D8}"/>
          </ac:spMkLst>
        </pc:spChg>
        <pc:spChg chg="mod">
          <ac:chgData name="Yash Jadhav" userId="535c3d6d-72b8-4f77-8155-55f939173cf2" providerId="ADAL" clId="{F33F88E0-3380-47C4-AFDE-F1AC050ADA82}" dt="2026-01-25T15:57:53.556" v="249" actId="790"/>
          <ac:spMkLst>
            <pc:docMk/>
            <pc:sldMk cId="2323682666" sldId="258"/>
            <ac:spMk id="35" creationId="{229423B0-419E-A584-B174-16F8621B018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524564859" sldId="259"/>
        </pc:sldMkLst>
        <pc:spChg chg="mod ord">
          <ac:chgData name="Yash Jadhav" userId="535c3d6d-72b8-4f77-8155-55f939173cf2" providerId="ADAL" clId="{F33F88E0-3380-47C4-AFDE-F1AC050ADA82}" dt="2026-01-25T16:06:14.662" v="8413" actId="6264"/>
          <ac:spMkLst>
            <pc:docMk/>
            <pc:sldMk cId="3524564859" sldId="259"/>
            <ac:spMk id="2" creationId="{BAC0B7D7-11AC-7DDB-315D-03635E8B24EF}"/>
          </ac:spMkLst>
        </pc:spChg>
        <pc:spChg chg="mod">
          <ac:chgData name="Yash Jadhav" userId="535c3d6d-72b8-4f77-8155-55f939173cf2" providerId="ADAL" clId="{F33F88E0-3380-47C4-AFDE-F1AC050ADA82}" dt="2026-01-25T15:57:54.978" v="255" actId="790"/>
          <ac:spMkLst>
            <pc:docMk/>
            <pc:sldMk cId="3524564859" sldId="259"/>
            <ac:spMk id="4" creationId="{58C961A4-4DDD-E379-4B4C-AD84CA66E39F}"/>
          </ac:spMkLst>
        </pc:spChg>
        <pc:spChg chg="mod">
          <ac:chgData name="Yash Jadhav" userId="535c3d6d-72b8-4f77-8155-55f939173cf2" providerId="ADAL" clId="{F33F88E0-3380-47C4-AFDE-F1AC050ADA82}" dt="2026-01-25T15:57:54.981" v="256" actId="790"/>
          <ac:spMkLst>
            <pc:docMk/>
            <pc:sldMk cId="3524564859" sldId="259"/>
            <ac:spMk id="5" creationId="{E772E329-ED00-04BA-7393-A444E404D190}"/>
          </ac:spMkLst>
        </pc:spChg>
        <pc:spChg chg="mod">
          <ac:chgData name="Yash Jadhav" userId="535c3d6d-72b8-4f77-8155-55f939173cf2" providerId="ADAL" clId="{F33F88E0-3380-47C4-AFDE-F1AC050ADA82}" dt="2026-01-25T15:57:54.982" v="257" actId="790"/>
          <ac:spMkLst>
            <pc:docMk/>
            <pc:sldMk cId="3524564859" sldId="259"/>
            <ac:spMk id="6" creationId="{8A82F30E-CDC3-0FC9-AE52-75F6522CDEE6}"/>
          </ac:spMkLst>
        </pc:spChg>
        <pc:spChg chg="mod">
          <ac:chgData name="Yash Jadhav" userId="535c3d6d-72b8-4f77-8155-55f939173cf2" providerId="ADAL" clId="{F33F88E0-3380-47C4-AFDE-F1AC050ADA82}" dt="2026-01-25T15:57:54.984" v="258" actId="790"/>
          <ac:spMkLst>
            <pc:docMk/>
            <pc:sldMk cId="3524564859" sldId="259"/>
            <ac:spMk id="7" creationId="{3C35E695-8C33-A553-DA37-819B526692BD}"/>
          </ac:spMkLst>
        </pc:spChg>
        <pc:spChg chg="mod">
          <ac:chgData name="Yash Jadhav" userId="535c3d6d-72b8-4f77-8155-55f939173cf2" providerId="ADAL" clId="{F33F88E0-3380-47C4-AFDE-F1AC050ADA82}" dt="2026-01-25T15:57:54.985" v="259" actId="790"/>
          <ac:spMkLst>
            <pc:docMk/>
            <pc:sldMk cId="3524564859" sldId="259"/>
            <ac:spMk id="8" creationId="{0EDA2C85-741A-1419-FB1E-8A9EC8B196AA}"/>
          </ac:spMkLst>
        </pc:spChg>
        <pc:spChg chg="mod">
          <ac:chgData name="Yash Jadhav" userId="535c3d6d-72b8-4f77-8155-55f939173cf2" providerId="ADAL" clId="{F33F88E0-3380-47C4-AFDE-F1AC050ADA82}" dt="2026-01-25T15:57:54.987" v="260" actId="790"/>
          <ac:spMkLst>
            <pc:docMk/>
            <pc:sldMk cId="3524564859" sldId="259"/>
            <ac:spMk id="9" creationId="{45237F6C-E160-5A6D-A4F4-A2F9BF944CB7}"/>
          </ac:spMkLst>
        </pc:spChg>
        <pc:spChg chg="mod">
          <ac:chgData name="Yash Jadhav" userId="535c3d6d-72b8-4f77-8155-55f939173cf2" providerId="ADAL" clId="{F33F88E0-3380-47C4-AFDE-F1AC050ADA82}" dt="2026-01-25T15:57:54.989" v="261" actId="790"/>
          <ac:spMkLst>
            <pc:docMk/>
            <pc:sldMk cId="3524564859" sldId="259"/>
            <ac:spMk id="10" creationId="{5A4E71B9-865F-5671-F280-6DC840858CFC}"/>
          </ac:spMkLst>
        </pc:spChg>
        <pc:spChg chg="mod">
          <ac:chgData name="Yash Jadhav" userId="535c3d6d-72b8-4f77-8155-55f939173cf2" providerId="ADAL" clId="{F33F88E0-3380-47C4-AFDE-F1AC050ADA82}" dt="2026-01-25T15:57:54.991" v="262" actId="790"/>
          <ac:spMkLst>
            <pc:docMk/>
            <pc:sldMk cId="3524564859" sldId="259"/>
            <ac:spMk id="11" creationId="{F5908B32-9347-2D4C-6DF6-DF9979691697}"/>
          </ac:spMkLst>
        </pc:spChg>
        <pc:spChg chg="mod">
          <ac:chgData name="Yash Jadhav" userId="535c3d6d-72b8-4f77-8155-55f939173cf2" providerId="ADAL" clId="{F33F88E0-3380-47C4-AFDE-F1AC050ADA82}" dt="2026-01-25T15:57:54.994" v="263" actId="790"/>
          <ac:spMkLst>
            <pc:docMk/>
            <pc:sldMk cId="3524564859" sldId="259"/>
            <ac:spMk id="12" creationId="{3F2A1D85-2F66-3C6A-177E-5788467F1C15}"/>
          </ac:spMkLst>
        </pc:spChg>
        <pc:spChg chg="mod">
          <ac:chgData name="Yash Jadhav" userId="535c3d6d-72b8-4f77-8155-55f939173cf2" providerId="ADAL" clId="{F33F88E0-3380-47C4-AFDE-F1AC050ADA82}" dt="2026-01-25T15:57:54.995" v="264" actId="790"/>
          <ac:spMkLst>
            <pc:docMk/>
            <pc:sldMk cId="3524564859" sldId="259"/>
            <ac:spMk id="13" creationId="{4C22DD1B-43C6-BF53-5C05-5BCD907D188A}"/>
          </ac:spMkLst>
        </pc:spChg>
        <pc:spChg chg="mod">
          <ac:chgData name="Yash Jadhav" userId="535c3d6d-72b8-4f77-8155-55f939173cf2" providerId="ADAL" clId="{F33F88E0-3380-47C4-AFDE-F1AC050ADA82}" dt="2026-01-25T15:57:54.997" v="265" actId="790"/>
          <ac:spMkLst>
            <pc:docMk/>
            <pc:sldMk cId="3524564859" sldId="259"/>
            <ac:spMk id="14" creationId="{11919F9E-299E-C778-3A48-8C95455518D4}"/>
          </ac:spMkLst>
        </pc:spChg>
        <pc:spChg chg="mod">
          <ac:chgData name="Yash Jadhav" userId="535c3d6d-72b8-4f77-8155-55f939173cf2" providerId="ADAL" clId="{F33F88E0-3380-47C4-AFDE-F1AC050ADA82}" dt="2026-01-25T15:57:54.998" v="266" actId="790"/>
          <ac:spMkLst>
            <pc:docMk/>
            <pc:sldMk cId="3524564859" sldId="259"/>
            <ac:spMk id="15" creationId="{7BBAA05C-E895-4124-2F92-6CBB2F6B518D}"/>
          </ac:spMkLst>
        </pc:spChg>
        <pc:spChg chg="mod">
          <ac:chgData name="Yash Jadhav" userId="535c3d6d-72b8-4f77-8155-55f939173cf2" providerId="ADAL" clId="{F33F88E0-3380-47C4-AFDE-F1AC050ADA82}" dt="2026-01-25T15:57:55.001" v="267" actId="790"/>
          <ac:spMkLst>
            <pc:docMk/>
            <pc:sldMk cId="3524564859" sldId="259"/>
            <ac:spMk id="16" creationId="{3599E8FE-ABD3-F812-1E6A-7812089B8C3B}"/>
          </ac:spMkLst>
        </pc:spChg>
        <pc:spChg chg="mod">
          <ac:chgData name="Yash Jadhav" userId="535c3d6d-72b8-4f77-8155-55f939173cf2" providerId="ADAL" clId="{F33F88E0-3380-47C4-AFDE-F1AC050ADA82}" dt="2026-01-25T15:57:55.003" v="268" actId="790"/>
          <ac:spMkLst>
            <pc:docMk/>
            <pc:sldMk cId="3524564859" sldId="259"/>
            <ac:spMk id="17" creationId="{2F6F7A80-ECD4-7F60-8556-77E6F02503C9}"/>
          </ac:spMkLst>
        </pc:spChg>
        <pc:spChg chg="mod">
          <ac:chgData name="Yash Jadhav" userId="535c3d6d-72b8-4f77-8155-55f939173cf2" providerId="ADAL" clId="{F33F88E0-3380-47C4-AFDE-F1AC050ADA82}" dt="2026-01-25T15:57:55.004" v="269" actId="790"/>
          <ac:spMkLst>
            <pc:docMk/>
            <pc:sldMk cId="3524564859" sldId="259"/>
            <ac:spMk id="18" creationId="{F5656898-93A7-961C-9373-CD29EA50E424}"/>
          </ac:spMkLst>
        </pc:spChg>
        <pc:spChg chg="mod">
          <ac:chgData name="Yash Jadhav" userId="535c3d6d-72b8-4f77-8155-55f939173cf2" providerId="ADAL" clId="{F33F88E0-3380-47C4-AFDE-F1AC050ADA82}" dt="2026-01-25T15:57:55.005" v="270" actId="790"/>
          <ac:spMkLst>
            <pc:docMk/>
            <pc:sldMk cId="3524564859" sldId="259"/>
            <ac:spMk id="19" creationId="{205FD909-51C1-0336-7C40-CC4621E2EB9B}"/>
          </ac:spMkLst>
        </pc:spChg>
        <pc:spChg chg="mod">
          <ac:chgData name="Yash Jadhav" userId="535c3d6d-72b8-4f77-8155-55f939173cf2" providerId="ADAL" clId="{F33F88E0-3380-47C4-AFDE-F1AC050ADA82}" dt="2026-01-25T15:57:55.007" v="271" actId="790"/>
          <ac:spMkLst>
            <pc:docMk/>
            <pc:sldMk cId="3524564859" sldId="259"/>
            <ac:spMk id="20" creationId="{F731BC5E-AE30-2391-C823-D6C3ED91E3FB}"/>
          </ac:spMkLst>
        </pc:spChg>
        <pc:spChg chg="mod">
          <ac:chgData name="Yash Jadhav" userId="535c3d6d-72b8-4f77-8155-55f939173cf2" providerId="ADAL" clId="{F33F88E0-3380-47C4-AFDE-F1AC050ADA82}" dt="2026-01-25T15:57:55.009" v="272" actId="790"/>
          <ac:spMkLst>
            <pc:docMk/>
            <pc:sldMk cId="3524564859" sldId="259"/>
            <ac:spMk id="21" creationId="{42EDD71F-B0DA-4058-BC2F-553717784155}"/>
          </ac:spMkLst>
        </pc:spChg>
        <pc:spChg chg="mod">
          <ac:chgData name="Yash Jadhav" userId="535c3d6d-72b8-4f77-8155-55f939173cf2" providerId="ADAL" clId="{F33F88E0-3380-47C4-AFDE-F1AC050ADA82}" dt="2026-01-25T15:57:55.010" v="273" actId="790"/>
          <ac:spMkLst>
            <pc:docMk/>
            <pc:sldMk cId="3524564859" sldId="259"/>
            <ac:spMk id="22" creationId="{3801689A-0535-E809-EBB3-FB58B20A3150}"/>
          </ac:spMkLst>
        </pc:spChg>
        <pc:spChg chg="mod">
          <ac:chgData name="Yash Jadhav" userId="535c3d6d-72b8-4f77-8155-55f939173cf2" providerId="ADAL" clId="{F33F88E0-3380-47C4-AFDE-F1AC050ADA82}" dt="2026-01-25T15:57:55.012" v="274" actId="790"/>
          <ac:spMkLst>
            <pc:docMk/>
            <pc:sldMk cId="3524564859" sldId="259"/>
            <ac:spMk id="23" creationId="{EC2F3D43-6505-8874-5529-2E19D695D5D1}"/>
          </ac:spMkLst>
        </pc:spChg>
        <pc:spChg chg="mod">
          <ac:chgData name="Yash Jadhav" userId="535c3d6d-72b8-4f77-8155-55f939173cf2" providerId="ADAL" clId="{F33F88E0-3380-47C4-AFDE-F1AC050ADA82}" dt="2026-01-25T15:57:55.014" v="275" actId="790"/>
          <ac:spMkLst>
            <pc:docMk/>
            <pc:sldMk cId="3524564859" sldId="259"/>
            <ac:spMk id="24" creationId="{EC0DE5FD-EBE3-94F8-A886-B2B1CB6870BA}"/>
          </ac:spMkLst>
        </pc:spChg>
        <pc:spChg chg="mod">
          <ac:chgData name="Yash Jadhav" userId="535c3d6d-72b8-4f77-8155-55f939173cf2" providerId="ADAL" clId="{F33F88E0-3380-47C4-AFDE-F1AC050ADA82}" dt="2026-01-25T15:57:55.016" v="276" actId="790"/>
          <ac:spMkLst>
            <pc:docMk/>
            <pc:sldMk cId="3524564859" sldId="259"/>
            <ac:spMk id="25" creationId="{BC6C34BC-ECE3-AF18-64B9-BB21C323D1DD}"/>
          </ac:spMkLst>
        </pc:spChg>
        <pc:spChg chg="mod">
          <ac:chgData name="Yash Jadhav" userId="535c3d6d-72b8-4f77-8155-55f939173cf2" providerId="ADAL" clId="{F33F88E0-3380-47C4-AFDE-F1AC050ADA82}" dt="2026-01-25T15:57:55.019" v="277" actId="790"/>
          <ac:spMkLst>
            <pc:docMk/>
            <pc:sldMk cId="3524564859" sldId="259"/>
            <ac:spMk id="26" creationId="{67934958-8F8F-1FD9-A7A2-2188CC67B9BF}"/>
          </ac:spMkLst>
        </pc:spChg>
        <pc:spChg chg="mod">
          <ac:chgData name="Yash Jadhav" userId="535c3d6d-72b8-4f77-8155-55f939173cf2" providerId="ADAL" clId="{F33F88E0-3380-47C4-AFDE-F1AC050ADA82}" dt="2026-01-25T15:58:27.165" v="1412"/>
          <ac:spMkLst>
            <pc:docMk/>
            <pc:sldMk cId="3524564859" sldId="259"/>
            <ac:spMk id="27" creationId="{DBE6CAF4-805C-63FE-69D5-D96E1C012831}"/>
          </ac:spMkLst>
        </pc:spChg>
        <pc:spChg chg="mod">
          <ac:chgData name="Yash Jadhav" userId="535c3d6d-72b8-4f77-8155-55f939173cf2" providerId="ADAL" clId="{F33F88E0-3380-47C4-AFDE-F1AC050ADA82}" dt="2026-01-25T15:58:27.165" v="1412"/>
          <ac:spMkLst>
            <pc:docMk/>
            <pc:sldMk cId="3524564859" sldId="259"/>
            <ac:spMk id="28" creationId="{461EA23B-A2B1-9A7C-D382-AEE985D7BBB9}"/>
          </ac:spMkLst>
        </pc:spChg>
        <pc:spChg chg="mod">
          <ac:chgData name="Yash Jadhav" userId="535c3d6d-72b8-4f77-8155-55f939173cf2" providerId="ADAL" clId="{F33F88E0-3380-47C4-AFDE-F1AC050ADA82}" dt="2026-01-25T15:58:27.165" v="1412"/>
          <ac:spMkLst>
            <pc:docMk/>
            <pc:sldMk cId="3524564859" sldId="259"/>
            <ac:spMk id="29" creationId="{06225ECE-534E-C70D-6EFD-5D5D535DFA98}"/>
          </ac:spMkLst>
        </pc:spChg>
        <pc:spChg chg="mod">
          <ac:chgData name="Yash Jadhav" userId="535c3d6d-72b8-4f77-8155-55f939173cf2" providerId="ADAL" clId="{F33F88E0-3380-47C4-AFDE-F1AC050ADA82}" dt="2026-01-25T15:58:27.165" v="1412"/>
          <ac:spMkLst>
            <pc:docMk/>
            <pc:sldMk cId="3524564859" sldId="259"/>
            <ac:spMk id="30" creationId="{C53C8C9D-4DD5-C4FD-E246-4DAB82B7E236}"/>
          </ac:spMkLst>
        </pc:spChg>
        <pc:spChg chg="add del mod">
          <ac:chgData name="Yash Jadhav" userId="535c3d6d-72b8-4f77-8155-55f939173cf2" providerId="ADAL" clId="{F33F88E0-3380-47C4-AFDE-F1AC050ADA82}" dt="2026-01-25T16:06:14.662" v="8413" actId="6264"/>
          <ac:spMkLst>
            <pc:docMk/>
            <pc:sldMk cId="3524564859" sldId="259"/>
            <ac:spMk id="31" creationId="{3BCDAAA0-F4F2-D3C9-CB0B-89E219E1536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498296293" sldId="260"/>
        </pc:sldMkLst>
        <pc:spChg chg="mod ord">
          <ac:chgData name="Yash Jadhav" userId="535c3d6d-72b8-4f77-8155-55f939173cf2" providerId="ADAL" clId="{F33F88E0-3380-47C4-AFDE-F1AC050ADA82}" dt="2026-01-25T16:06:14.662" v="8413" actId="6264"/>
          <ac:spMkLst>
            <pc:docMk/>
            <pc:sldMk cId="3498296293" sldId="260"/>
            <ac:spMk id="2" creationId="{59FC9E09-CEE6-1201-5886-BD43B259DA42}"/>
          </ac:spMkLst>
        </pc:spChg>
        <pc:spChg chg="mod">
          <ac:chgData name="Yash Jadhav" userId="535c3d6d-72b8-4f77-8155-55f939173cf2" providerId="ADAL" clId="{F33F88E0-3380-47C4-AFDE-F1AC050ADA82}" dt="2026-01-25T15:57:58.008" v="287" actId="790"/>
          <ac:spMkLst>
            <pc:docMk/>
            <pc:sldMk cId="3498296293" sldId="260"/>
            <ac:spMk id="4" creationId="{D294DF4B-1CAF-8013-DA86-E03B667556CE}"/>
          </ac:spMkLst>
        </pc:spChg>
        <pc:spChg chg="mod">
          <ac:chgData name="Yash Jadhav" userId="535c3d6d-72b8-4f77-8155-55f939173cf2" providerId="ADAL" clId="{F33F88E0-3380-47C4-AFDE-F1AC050ADA82}" dt="2026-01-25T15:57:58.010" v="288" actId="790"/>
          <ac:spMkLst>
            <pc:docMk/>
            <pc:sldMk cId="3498296293" sldId="260"/>
            <ac:spMk id="5" creationId="{D3AA5DB3-7418-C52B-F12B-2F05908E89A1}"/>
          </ac:spMkLst>
        </pc:spChg>
        <pc:spChg chg="mod">
          <ac:chgData name="Yash Jadhav" userId="535c3d6d-72b8-4f77-8155-55f939173cf2" providerId="ADAL" clId="{F33F88E0-3380-47C4-AFDE-F1AC050ADA82}" dt="2026-01-25T15:57:58.012" v="289" actId="790"/>
          <ac:spMkLst>
            <pc:docMk/>
            <pc:sldMk cId="3498296293" sldId="260"/>
            <ac:spMk id="7" creationId="{D1EC2703-03E8-BCB6-0DDD-E15B58130855}"/>
          </ac:spMkLst>
        </pc:spChg>
        <pc:spChg chg="mod">
          <ac:chgData name="Yash Jadhav" userId="535c3d6d-72b8-4f77-8155-55f939173cf2" providerId="ADAL" clId="{F33F88E0-3380-47C4-AFDE-F1AC050ADA82}" dt="2026-01-25T15:57:58.014" v="290" actId="790"/>
          <ac:spMkLst>
            <pc:docMk/>
            <pc:sldMk cId="3498296293" sldId="260"/>
            <ac:spMk id="8" creationId="{D9B58B4B-FA33-3BAA-77C9-BDF018C629B9}"/>
          </ac:spMkLst>
        </pc:spChg>
        <pc:spChg chg="mod">
          <ac:chgData name="Yash Jadhav" userId="535c3d6d-72b8-4f77-8155-55f939173cf2" providerId="ADAL" clId="{F33F88E0-3380-47C4-AFDE-F1AC050ADA82}" dt="2026-01-25T15:57:58.016" v="291" actId="790"/>
          <ac:spMkLst>
            <pc:docMk/>
            <pc:sldMk cId="3498296293" sldId="260"/>
            <ac:spMk id="9" creationId="{4B6FA460-F3D0-DFCE-3F38-C53713D4EB60}"/>
          </ac:spMkLst>
        </pc:spChg>
        <pc:spChg chg="mod">
          <ac:chgData name="Yash Jadhav" userId="535c3d6d-72b8-4f77-8155-55f939173cf2" providerId="ADAL" clId="{F33F88E0-3380-47C4-AFDE-F1AC050ADA82}" dt="2026-01-25T15:57:58.017" v="292" actId="790"/>
          <ac:spMkLst>
            <pc:docMk/>
            <pc:sldMk cId="3498296293" sldId="260"/>
            <ac:spMk id="10" creationId="{B7D2417A-4476-308E-F8DA-E4D9463A9455}"/>
          </ac:spMkLst>
        </pc:spChg>
        <pc:spChg chg="mod">
          <ac:chgData name="Yash Jadhav" userId="535c3d6d-72b8-4f77-8155-55f939173cf2" providerId="ADAL" clId="{F33F88E0-3380-47C4-AFDE-F1AC050ADA82}" dt="2026-01-25T15:57:58.019" v="293" actId="790"/>
          <ac:spMkLst>
            <pc:docMk/>
            <pc:sldMk cId="3498296293" sldId="260"/>
            <ac:spMk id="12" creationId="{690F8A43-B30E-F783-E555-0F5E1323F1CB}"/>
          </ac:spMkLst>
        </pc:spChg>
        <pc:spChg chg="mod">
          <ac:chgData name="Yash Jadhav" userId="535c3d6d-72b8-4f77-8155-55f939173cf2" providerId="ADAL" clId="{F33F88E0-3380-47C4-AFDE-F1AC050ADA82}" dt="2026-01-25T15:57:58.021" v="294" actId="790"/>
          <ac:spMkLst>
            <pc:docMk/>
            <pc:sldMk cId="3498296293" sldId="260"/>
            <ac:spMk id="13" creationId="{A09EDD3F-0277-6D2A-3E99-3D80EE224CCB}"/>
          </ac:spMkLst>
        </pc:spChg>
        <pc:spChg chg="mod">
          <ac:chgData name="Yash Jadhav" userId="535c3d6d-72b8-4f77-8155-55f939173cf2" providerId="ADAL" clId="{F33F88E0-3380-47C4-AFDE-F1AC050ADA82}" dt="2026-01-25T15:57:58.023" v="295" actId="790"/>
          <ac:spMkLst>
            <pc:docMk/>
            <pc:sldMk cId="3498296293" sldId="260"/>
            <ac:spMk id="15" creationId="{A18FBE80-595B-EF9B-9ADE-1FCEBEC57D47}"/>
          </ac:spMkLst>
        </pc:spChg>
        <pc:spChg chg="mod">
          <ac:chgData name="Yash Jadhav" userId="535c3d6d-72b8-4f77-8155-55f939173cf2" providerId="ADAL" clId="{F33F88E0-3380-47C4-AFDE-F1AC050ADA82}" dt="2026-01-25T15:57:58.024" v="296" actId="790"/>
          <ac:spMkLst>
            <pc:docMk/>
            <pc:sldMk cId="3498296293" sldId="260"/>
            <ac:spMk id="16" creationId="{0CB72208-57F4-D280-0539-7FF8CA70E247}"/>
          </ac:spMkLst>
        </pc:spChg>
        <pc:spChg chg="mod">
          <ac:chgData name="Yash Jadhav" userId="535c3d6d-72b8-4f77-8155-55f939173cf2" providerId="ADAL" clId="{F33F88E0-3380-47C4-AFDE-F1AC050ADA82}" dt="2026-01-25T15:57:58.027" v="297" actId="790"/>
          <ac:spMkLst>
            <pc:docMk/>
            <pc:sldMk cId="3498296293" sldId="260"/>
            <ac:spMk id="17" creationId="{E006D543-C776-25A5-4D8E-6FA706E6CF49}"/>
          </ac:spMkLst>
        </pc:spChg>
        <pc:spChg chg="mod">
          <ac:chgData name="Yash Jadhav" userId="535c3d6d-72b8-4f77-8155-55f939173cf2" providerId="ADAL" clId="{F33F88E0-3380-47C4-AFDE-F1AC050ADA82}" dt="2026-01-25T15:57:58.029" v="298" actId="790"/>
          <ac:spMkLst>
            <pc:docMk/>
            <pc:sldMk cId="3498296293" sldId="260"/>
            <ac:spMk id="18" creationId="{A0EF25A4-344E-E443-8C59-3ACEECD855F2}"/>
          </ac:spMkLst>
        </pc:spChg>
        <pc:spChg chg="mod">
          <ac:chgData name="Yash Jadhav" userId="535c3d6d-72b8-4f77-8155-55f939173cf2" providerId="ADAL" clId="{F33F88E0-3380-47C4-AFDE-F1AC050ADA82}" dt="2026-01-25T15:57:58.032" v="299" actId="790"/>
          <ac:spMkLst>
            <pc:docMk/>
            <pc:sldMk cId="3498296293" sldId="260"/>
            <ac:spMk id="20" creationId="{63A8EE28-CFB7-93B0-CAEC-AD0C56F5B05A}"/>
          </ac:spMkLst>
        </pc:spChg>
        <pc:spChg chg="mod">
          <ac:chgData name="Yash Jadhav" userId="535c3d6d-72b8-4f77-8155-55f939173cf2" providerId="ADAL" clId="{F33F88E0-3380-47C4-AFDE-F1AC050ADA82}" dt="2026-01-25T15:57:58.034" v="300" actId="790"/>
          <ac:spMkLst>
            <pc:docMk/>
            <pc:sldMk cId="3498296293" sldId="260"/>
            <ac:spMk id="21" creationId="{B6121229-62B5-46AD-48AD-C37A9FA06FB0}"/>
          </ac:spMkLst>
        </pc:spChg>
        <pc:spChg chg="mod">
          <ac:chgData name="Yash Jadhav" userId="535c3d6d-72b8-4f77-8155-55f939173cf2" providerId="ADAL" clId="{F33F88E0-3380-47C4-AFDE-F1AC050ADA82}" dt="2026-01-25T15:57:58.036" v="301" actId="790"/>
          <ac:spMkLst>
            <pc:docMk/>
            <pc:sldMk cId="3498296293" sldId="260"/>
            <ac:spMk id="23" creationId="{D7D503EB-3755-B9D9-40BD-5B0677271927}"/>
          </ac:spMkLst>
        </pc:spChg>
        <pc:spChg chg="mod">
          <ac:chgData name="Yash Jadhav" userId="535c3d6d-72b8-4f77-8155-55f939173cf2" providerId="ADAL" clId="{F33F88E0-3380-47C4-AFDE-F1AC050ADA82}" dt="2026-01-25T15:57:58.038" v="302" actId="790"/>
          <ac:spMkLst>
            <pc:docMk/>
            <pc:sldMk cId="3498296293" sldId="260"/>
            <ac:spMk id="24" creationId="{ACA340B3-DA55-65E0-5324-70FD1B3AC214}"/>
          </ac:spMkLst>
        </pc:spChg>
        <pc:spChg chg="mod">
          <ac:chgData name="Yash Jadhav" userId="535c3d6d-72b8-4f77-8155-55f939173cf2" providerId="ADAL" clId="{F33F88E0-3380-47C4-AFDE-F1AC050ADA82}" dt="2026-01-25T15:57:58.040" v="303" actId="790"/>
          <ac:spMkLst>
            <pc:docMk/>
            <pc:sldMk cId="3498296293" sldId="260"/>
            <ac:spMk id="25" creationId="{206A6ED7-30DE-471A-187D-FA3CC68D98CF}"/>
          </ac:spMkLst>
        </pc:spChg>
        <pc:spChg chg="mod">
          <ac:chgData name="Yash Jadhav" userId="535c3d6d-72b8-4f77-8155-55f939173cf2" providerId="ADAL" clId="{F33F88E0-3380-47C4-AFDE-F1AC050ADA82}" dt="2026-01-25T15:57:58.042" v="304" actId="790"/>
          <ac:spMkLst>
            <pc:docMk/>
            <pc:sldMk cId="3498296293" sldId="260"/>
            <ac:spMk id="26" creationId="{0E24842A-B3E8-E269-E732-89A96EB20422}"/>
          </ac:spMkLst>
        </pc:spChg>
        <pc:spChg chg="mod">
          <ac:chgData name="Yash Jadhav" userId="535c3d6d-72b8-4f77-8155-55f939173cf2" providerId="ADAL" clId="{F33F88E0-3380-47C4-AFDE-F1AC050ADA82}" dt="2026-01-25T15:57:58.044" v="305" actId="790"/>
          <ac:spMkLst>
            <pc:docMk/>
            <pc:sldMk cId="3498296293" sldId="260"/>
            <ac:spMk id="28" creationId="{8CD13B26-E34F-EE98-4B8C-1E8102101CD7}"/>
          </ac:spMkLst>
        </pc:spChg>
        <pc:spChg chg="mod">
          <ac:chgData name="Yash Jadhav" userId="535c3d6d-72b8-4f77-8155-55f939173cf2" providerId="ADAL" clId="{F33F88E0-3380-47C4-AFDE-F1AC050ADA82}" dt="2026-01-25T15:57:58.046" v="306" actId="790"/>
          <ac:spMkLst>
            <pc:docMk/>
            <pc:sldMk cId="3498296293" sldId="260"/>
            <ac:spMk id="29" creationId="{DE8FDFB7-EFEA-5FBE-D0A7-34FAE8DA9AEB}"/>
          </ac:spMkLst>
        </pc:spChg>
        <pc:spChg chg="mod">
          <ac:chgData name="Yash Jadhav" userId="535c3d6d-72b8-4f77-8155-55f939173cf2" providerId="ADAL" clId="{F33F88E0-3380-47C4-AFDE-F1AC050ADA82}" dt="2026-01-25T15:57:58.048" v="307" actId="790"/>
          <ac:spMkLst>
            <pc:docMk/>
            <pc:sldMk cId="3498296293" sldId="260"/>
            <ac:spMk id="31" creationId="{E46C8D17-EDF2-DA95-885A-EEC3DB9306C2}"/>
          </ac:spMkLst>
        </pc:spChg>
        <pc:spChg chg="mod">
          <ac:chgData name="Yash Jadhav" userId="535c3d6d-72b8-4f77-8155-55f939173cf2" providerId="ADAL" clId="{F33F88E0-3380-47C4-AFDE-F1AC050ADA82}" dt="2026-01-25T15:57:58.050" v="308" actId="790"/>
          <ac:spMkLst>
            <pc:docMk/>
            <pc:sldMk cId="3498296293" sldId="260"/>
            <ac:spMk id="32" creationId="{3CB0D4F4-D9DB-DB5F-760C-EB743FA84807}"/>
          </ac:spMkLst>
        </pc:spChg>
        <pc:spChg chg="mod">
          <ac:chgData name="Yash Jadhav" userId="535c3d6d-72b8-4f77-8155-55f939173cf2" providerId="ADAL" clId="{F33F88E0-3380-47C4-AFDE-F1AC050ADA82}" dt="2026-01-25T15:57:58.052" v="309" actId="790"/>
          <ac:spMkLst>
            <pc:docMk/>
            <pc:sldMk cId="3498296293" sldId="260"/>
            <ac:spMk id="33" creationId="{F25A718C-0AE0-DBA2-DCA6-605F9D1096D1}"/>
          </ac:spMkLst>
        </pc:spChg>
        <pc:spChg chg="mod">
          <ac:chgData name="Yash Jadhav" userId="535c3d6d-72b8-4f77-8155-55f939173cf2" providerId="ADAL" clId="{F33F88E0-3380-47C4-AFDE-F1AC050ADA82}" dt="2026-01-25T15:57:58.054" v="310" actId="790"/>
          <ac:spMkLst>
            <pc:docMk/>
            <pc:sldMk cId="3498296293" sldId="260"/>
            <ac:spMk id="34" creationId="{8605FE87-C957-2F18-9E07-29D470D52358}"/>
          </ac:spMkLst>
        </pc:spChg>
        <pc:spChg chg="mod">
          <ac:chgData name="Yash Jadhav" userId="535c3d6d-72b8-4f77-8155-55f939173cf2" providerId="ADAL" clId="{F33F88E0-3380-47C4-AFDE-F1AC050ADA82}" dt="2026-01-25T15:58:27.165" v="1412"/>
          <ac:spMkLst>
            <pc:docMk/>
            <pc:sldMk cId="3498296293" sldId="260"/>
            <ac:spMk id="35" creationId="{D3BA6C75-B572-5E0B-C8D1-DDBE21A924B1}"/>
          </ac:spMkLst>
        </pc:spChg>
        <pc:spChg chg="add del mod">
          <ac:chgData name="Yash Jadhav" userId="535c3d6d-72b8-4f77-8155-55f939173cf2" providerId="ADAL" clId="{F33F88E0-3380-47C4-AFDE-F1AC050ADA82}" dt="2026-01-25T16:06:14.662" v="8413" actId="6264"/>
          <ac:spMkLst>
            <pc:docMk/>
            <pc:sldMk cId="3498296293" sldId="260"/>
            <ac:spMk id="36" creationId="{1BE23001-4B9B-691C-5F26-342399E58817}"/>
          </ac:spMkLst>
        </pc:spChg>
        <pc:spChg chg="mod">
          <ac:chgData name="Yash Jadhav" userId="535c3d6d-72b8-4f77-8155-55f939173cf2" providerId="ADAL" clId="{F33F88E0-3380-47C4-AFDE-F1AC050ADA82}" dt="2026-01-25T15:57:58.061" v="312" actId="790"/>
          <ac:spMkLst>
            <pc:docMk/>
            <pc:sldMk cId="3498296293" sldId="260"/>
            <ac:spMk id="37" creationId="{66FC0D40-6AA5-083B-AF2F-2DB390A87964}"/>
          </ac:spMkLst>
        </pc:spChg>
        <pc:spChg chg="mod">
          <ac:chgData name="Yash Jadhav" userId="535c3d6d-72b8-4f77-8155-55f939173cf2" providerId="ADAL" clId="{F33F88E0-3380-47C4-AFDE-F1AC050ADA82}" dt="2026-01-25T15:58:27.165" v="1412"/>
          <ac:spMkLst>
            <pc:docMk/>
            <pc:sldMk cId="3498296293" sldId="260"/>
            <ac:spMk id="39" creationId="{07E40DA6-4C7B-EA6E-AC4C-CA2D67F3DEC4}"/>
          </ac:spMkLst>
        </pc:spChg>
        <pc:spChg chg="mod">
          <ac:chgData name="Yash Jadhav" userId="535c3d6d-72b8-4f77-8155-55f939173cf2" providerId="ADAL" clId="{F33F88E0-3380-47C4-AFDE-F1AC050ADA82}" dt="2026-01-25T15:57:58.066" v="314" actId="790"/>
          <ac:spMkLst>
            <pc:docMk/>
            <pc:sldMk cId="3498296293" sldId="260"/>
            <ac:spMk id="41" creationId="{175A69F0-2F03-7C83-AFAC-3AFC87D69FB1}"/>
          </ac:spMkLst>
        </pc:spChg>
        <pc:spChg chg="mod">
          <ac:chgData name="Yash Jadhav" userId="535c3d6d-72b8-4f77-8155-55f939173cf2" providerId="ADAL" clId="{F33F88E0-3380-47C4-AFDE-F1AC050ADA82}" dt="2026-01-25T15:58:27.165" v="1412"/>
          <ac:spMkLst>
            <pc:docMk/>
            <pc:sldMk cId="3498296293" sldId="260"/>
            <ac:spMk id="43" creationId="{A70E8408-1429-5404-B6C6-12373C4A0A56}"/>
          </ac:spMkLst>
        </pc:spChg>
        <pc:spChg chg="mod">
          <ac:chgData name="Yash Jadhav" userId="535c3d6d-72b8-4f77-8155-55f939173cf2" providerId="ADAL" clId="{F33F88E0-3380-47C4-AFDE-F1AC050ADA82}" dt="2026-01-25T15:57:58.072" v="316" actId="790"/>
          <ac:spMkLst>
            <pc:docMk/>
            <pc:sldMk cId="3498296293" sldId="260"/>
            <ac:spMk id="45" creationId="{EDDF9A00-C103-83A4-501C-6577A9E852F6}"/>
          </ac:spMkLst>
        </pc:spChg>
        <pc:spChg chg="mod">
          <ac:chgData name="Yash Jadhav" userId="535c3d6d-72b8-4f77-8155-55f939173cf2" providerId="ADAL" clId="{F33F88E0-3380-47C4-AFDE-F1AC050ADA82}" dt="2026-01-25T15:58:27.165" v="1412"/>
          <ac:spMkLst>
            <pc:docMk/>
            <pc:sldMk cId="3498296293" sldId="260"/>
            <ac:spMk id="47" creationId="{9DCBBF11-6330-329A-4771-CFC9C2D29546}"/>
          </ac:spMkLst>
        </pc:spChg>
        <pc:spChg chg="mod">
          <ac:chgData name="Yash Jadhav" userId="535c3d6d-72b8-4f77-8155-55f939173cf2" providerId="ADAL" clId="{F33F88E0-3380-47C4-AFDE-F1AC050ADA82}" dt="2026-01-25T15:57:58.079" v="318" actId="790"/>
          <ac:spMkLst>
            <pc:docMk/>
            <pc:sldMk cId="3498296293" sldId="260"/>
            <ac:spMk id="49" creationId="{CD865941-9572-B462-3940-3584805C2617}"/>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701643567" sldId="261"/>
        </pc:sldMkLst>
        <pc:spChg chg="mod ord">
          <ac:chgData name="Yash Jadhav" userId="535c3d6d-72b8-4f77-8155-55f939173cf2" providerId="ADAL" clId="{F33F88E0-3380-47C4-AFDE-F1AC050ADA82}" dt="2026-01-25T16:06:14.662" v="8413" actId="6264"/>
          <ac:spMkLst>
            <pc:docMk/>
            <pc:sldMk cId="1701643567" sldId="261"/>
            <ac:spMk id="2" creationId="{57718D7D-ED61-260A-C1A6-FD6B4F216501}"/>
          </ac:spMkLst>
        </pc:spChg>
        <pc:spChg chg="mod">
          <ac:chgData name="Yash Jadhav" userId="535c3d6d-72b8-4f77-8155-55f939173cf2" providerId="ADAL" clId="{F33F88E0-3380-47C4-AFDE-F1AC050ADA82}" dt="2026-01-25T15:58:00.117" v="328" actId="790"/>
          <ac:spMkLst>
            <pc:docMk/>
            <pc:sldMk cId="1701643567" sldId="261"/>
            <ac:spMk id="5" creationId="{FE7C5EE3-8732-99A3-D355-C6A829D6DA27}"/>
          </ac:spMkLst>
        </pc:spChg>
        <pc:spChg chg="mod">
          <ac:chgData name="Yash Jadhav" userId="535c3d6d-72b8-4f77-8155-55f939173cf2" providerId="ADAL" clId="{F33F88E0-3380-47C4-AFDE-F1AC050ADA82}" dt="2026-01-25T15:58:00.120" v="329" actId="790"/>
          <ac:spMkLst>
            <pc:docMk/>
            <pc:sldMk cId="1701643567" sldId="261"/>
            <ac:spMk id="6" creationId="{B4FD8CD2-DD69-760E-A8FA-2515AD5EA99D}"/>
          </ac:spMkLst>
        </pc:spChg>
        <pc:spChg chg="mod">
          <ac:chgData name="Yash Jadhav" userId="535c3d6d-72b8-4f77-8155-55f939173cf2" providerId="ADAL" clId="{F33F88E0-3380-47C4-AFDE-F1AC050ADA82}" dt="2026-01-25T15:58:00.121" v="330" actId="790"/>
          <ac:spMkLst>
            <pc:docMk/>
            <pc:sldMk cId="1701643567" sldId="261"/>
            <ac:spMk id="7" creationId="{B87C38D9-6F40-B91A-9205-9EBEEF845BE7}"/>
          </ac:spMkLst>
        </pc:spChg>
        <pc:spChg chg="mod">
          <ac:chgData name="Yash Jadhav" userId="535c3d6d-72b8-4f77-8155-55f939173cf2" providerId="ADAL" clId="{F33F88E0-3380-47C4-AFDE-F1AC050ADA82}" dt="2026-01-25T15:58:00.123" v="331" actId="790"/>
          <ac:spMkLst>
            <pc:docMk/>
            <pc:sldMk cId="1701643567" sldId="261"/>
            <ac:spMk id="8" creationId="{AAB76920-ADEA-B882-B4DF-29791E110921}"/>
          </ac:spMkLst>
        </pc:spChg>
        <pc:spChg chg="mod">
          <ac:chgData name="Yash Jadhav" userId="535c3d6d-72b8-4f77-8155-55f939173cf2" providerId="ADAL" clId="{F33F88E0-3380-47C4-AFDE-F1AC050ADA82}" dt="2026-01-25T15:58:00.125" v="332" actId="790"/>
          <ac:spMkLst>
            <pc:docMk/>
            <pc:sldMk cId="1701643567" sldId="261"/>
            <ac:spMk id="9" creationId="{420A90C0-0046-72D6-6C1C-444DE81E4F40}"/>
          </ac:spMkLst>
        </pc:spChg>
        <pc:spChg chg="mod">
          <ac:chgData name="Yash Jadhav" userId="535c3d6d-72b8-4f77-8155-55f939173cf2" providerId="ADAL" clId="{F33F88E0-3380-47C4-AFDE-F1AC050ADA82}" dt="2026-01-25T15:58:00.126" v="333" actId="790"/>
          <ac:spMkLst>
            <pc:docMk/>
            <pc:sldMk cId="1701643567" sldId="261"/>
            <ac:spMk id="10" creationId="{24183914-4485-8645-D9B8-6219B9828E94}"/>
          </ac:spMkLst>
        </pc:spChg>
        <pc:spChg chg="mod">
          <ac:chgData name="Yash Jadhav" userId="535c3d6d-72b8-4f77-8155-55f939173cf2" providerId="ADAL" clId="{F33F88E0-3380-47C4-AFDE-F1AC050ADA82}" dt="2026-01-25T15:58:00.128" v="334" actId="790"/>
          <ac:spMkLst>
            <pc:docMk/>
            <pc:sldMk cId="1701643567" sldId="261"/>
            <ac:spMk id="11" creationId="{E2CE5D37-6EF7-5820-8571-B104BDBFBB39}"/>
          </ac:spMkLst>
        </pc:spChg>
        <pc:spChg chg="mod">
          <ac:chgData name="Yash Jadhav" userId="535c3d6d-72b8-4f77-8155-55f939173cf2" providerId="ADAL" clId="{F33F88E0-3380-47C4-AFDE-F1AC050ADA82}" dt="2026-01-25T15:58:00.130" v="335" actId="790"/>
          <ac:spMkLst>
            <pc:docMk/>
            <pc:sldMk cId="1701643567" sldId="261"/>
            <ac:spMk id="12" creationId="{23A33F24-AEB5-2753-C092-E33CB7293F71}"/>
          </ac:spMkLst>
        </pc:spChg>
        <pc:spChg chg="mod">
          <ac:chgData name="Yash Jadhav" userId="535c3d6d-72b8-4f77-8155-55f939173cf2" providerId="ADAL" clId="{F33F88E0-3380-47C4-AFDE-F1AC050ADA82}" dt="2026-01-25T15:58:00.105" v="324" actId="790"/>
          <ac:spMkLst>
            <pc:docMk/>
            <pc:sldMk cId="1701643567" sldId="261"/>
            <ac:spMk id="13" creationId="{C4181A13-4B20-6E9D-AAEB-E28A5F1027F6}"/>
          </ac:spMkLst>
        </pc:spChg>
        <pc:spChg chg="mod">
          <ac:chgData name="Yash Jadhav" userId="535c3d6d-72b8-4f77-8155-55f939173cf2" providerId="ADAL" clId="{F33F88E0-3380-47C4-AFDE-F1AC050ADA82}" dt="2026-01-25T15:58:00.109" v="325" actId="790"/>
          <ac:spMkLst>
            <pc:docMk/>
            <pc:sldMk cId="1701643567" sldId="261"/>
            <ac:spMk id="14" creationId="{D0F07CDF-6914-B381-DCF0-AA91A7F8DDB1}"/>
          </ac:spMkLst>
        </pc:spChg>
        <pc:spChg chg="mod">
          <ac:chgData name="Yash Jadhav" userId="535c3d6d-72b8-4f77-8155-55f939173cf2" providerId="ADAL" clId="{F33F88E0-3380-47C4-AFDE-F1AC050ADA82}" dt="2026-01-25T15:58:00.112" v="326" actId="790"/>
          <ac:spMkLst>
            <pc:docMk/>
            <pc:sldMk cId="1701643567" sldId="261"/>
            <ac:spMk id="16" creationId="{AA7274DA-CAE6-0397-194C-063FC4A36260}"/>
          </ac:spMkLst>
        </pc:spChg>
        <pc:spChg chg="mod">
          <ac:chgData name="Yash Jadhav" userId="535c3d6d-72b8-4f77-8155-55f939173cf2" providerId="ADAL" clId="{F33F88E0-3380-47C4-AFDE-F1AC050ADA82}" dt="2026-01-25T15:58:00.115" v="327" actId="790"/>
          <ac:spMkLst>
            <pc:docMk/>
            <pc:sldMk cId="1701643567" sldId="261"/>
            <ac:spMk id="18" creationId="{BCB87656-F324-BDAD-6451-E1E10B6CC659}"/>
          </ac:spMkLst>
        </pc:spChg>
        <pc:spChg chg="mod">
          <ac:chgData name="Yash Jadhav" userId="535c3d6d-72b8-4f77-8155-55f939173cf2" providerId="ADAL" clId="{F33F88E0-3380-47C4-AFDE-F1AC050ADA82}" dt="2026-01-25T15:58:00.132" v="336" actId="790"/>
          <ac:spMkLst>
            <pc:docMk/>
            <pc:sldMk cId="1701643567" sldId="261"/>
            <ac:spMk id="19" creationId="{C228156F-78BD-8B69-8FD5-36920BABB15A}"/>
          </ac:spMkLst>
        </pc:spChg>
        <pc:spChg chg="mod">
          <ac:chgData name="Yash Jadhav" userId="535c3d6d-72b8-4f77-8155-55f939173cf2" providerId="ADAL" clId="{F33F88E0-3380-47C4-AFDE-F1AC050ADA82}" dt="2026-01-25T15:58:00.135" v="337" actId="790"/>
          <ac:spMkLst>
            <pc:docMk/>
            <pc:sldMk cId="1701643567" sldId="261"/>
            <ac:spMk id="20" creationId="{75F791AD-A268-4567-5059-F456A8CE9AB7}"/>
          </ac:spMkLst>
        </pc:spChg>
        <pc:spChg chg="mod">
          <ac:chgData name="Yash Jadhav" userId="535c3d6d-72b8-4f77-8155-55f939173cf2" providerId="ADAL" clId="{F33F88E0-3380-47C4-AFDE-F1AC050ADA82}" dt="2026-01-25T15:58:00.137" v="338" actId="790"/>
          <ac:spMkLst>
            <pc:docMk/>
            <pc:sldMk cId="1701643567" sldId="261"/>
            <ac:spMk id="21" creationId="{2AAA1597-7941-863A-A6D5-83AE2305B7B7}"/>
          </ac:spMkLst>
        </pc:spChg>
        <pc:spChg chg="mod">
          <ac:chgData name="Yash Jadhav" userId="535c3d6d-72b8-4f77-8155-55f939173cf2" providerId="ADAL" clId="{F33F88E0-3380-47C4-AFDE-F1AC050ADA82}" dt="2026-01-25T15:58:00.139" v="339" actId="790"/>
          <ac:spMkLst>
            <pc:docMk/>
            <pc:sldMk cId="1701643567" sldId="261"/>
            <ac:spMk id="22" creationId="{466FC639-94FA-A5B3-19C7-386DD008FC0D}"/>
          </ac:spMkLst>
        </pc:spChg>
        <pc:spChg chg="add del mod">
          <ac:chgData name="Yash Jadhav" userId="535c3d6d-72b8-4f77-8155-55f939173cf2" providerId="ADAL" clId="{F33F88E0-3380-47C4-AFDE-F1AC050ADA82}" dt="2026-01-25T16:06:14.662" v="8413" actId="6264"/>
          <ac:spMkLst>
            <pc:docMk/>
            <pc:sldMk cId="1701643567" sldId="261"/>
            <ac:spMk id="24" creationId="{BDEF0CA2-D050-436A-5CB9-269A4ADDAD5E}"/>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267248329" sldId="262"/>
        </pc:sldMkLst>
        <pc:spChg chg="mod ord">
          <ac:chgData name="Yash Jadhav" userId="535c3d6d-72b8-4f77-8155-55f939173cf2" providerId="ADAL" clId="{F33F88E0-3380-47C4-AFDE-F1AC050ADA82}" dt="2026-01-25T16:06:14.662" v="8413" actId="6264"/>
          <ac:spMkLst>
            <pc:docMk/>
            <pc:sldMk cId="3267248329" sldId="262"/>
            <ac:spMk id="2" creationId="{347EC0E8-251E-48C4-92F4-6E5AB8A20652}"/>
          </ac:spMkLst>
        </pc:spChg>
        <pc:spChg chg="add del mod">
          <ac:chgData name="Yash Jadhav" userId="535c3d6d-72b8-4f77-8155-55f939173cf2" providerId="ADAL" clId="{F33F88E0-3380-47C4-AFDE-F1AC050ADA82}" dt="2026-01-25T16:06:14.662" v="8413" actId="6264"/>
          <ac:spMkLst>
            <pc:docMk/>
            <pc:sldMk cId="3267248329" sldId="262"/>
            <ac:spMk id="3" creationId="{67B0DF49-0D02-4233-9387-D32D275399AD}"/>
          </ac:spMkLst>
        </pc:spChg>
        <pc:spChg chg="mod">
          <ac:chgData name="Yash Jadhav" userId="535c3d6d-72b8-4f77-8155-55f939173cf2" providerId="ADAL" clId="{F33F88E0-3380-47C4-AFDE-F1AC050ADA82}" dt="2026-01-25T15:58:02.398" v="354" actId="790"/>
          <ac:spMkLst>
            <pc:docMk/>
            <pc:sldMk cId="3267248329" sldId="262"/>
            <ac:spMk id="52" creationId="{144CC9A4-57AC-394E-FE2D-FB20BCAC4134}"/>
          </ac:spMkLst>
        </pc:spChg>
        <pc:spChg chg="mod">
          <ac:chgData name="Yash Jadhav" userId="535c3d6d-72b8-4f77-8155-55f939173cf2" providerId="ADAL" clId="{F33F88E0-3380-47C4-AFDE-F1AC050ADA82}" dt="2026-01-25T15:58:02.399" v="355" actId="790"/>
          <ac:spMkLst>
            <pc:docMk/>
            <pc:sldMk cId="3267248329" sldId="262"/>
            <ac:spMk id="53" creationId="{10672EBF-8264-0C35-03E7-2C8B8587DD3F}"/>
          </ac:spMkLst>
        </pc:spChg>
        <pc:spChg chg="mod">
          <ac:chgData name="Yash Jadhav" userId="535c3d6d-72b8-4f77-8155-55f939173cf2" providerId="ADAL" clId="{F33F88E0-3380-47C4-AFDE-F1AC050ADA82}" dt="2026-01-25T15:58:02.381" v="345" actId="790"/>
          <ac:spMkLst>
            <pc:docMk/>
            <pc:sldMk cId="3267248329" sldId="262"/>
            <ac:spMk id="54" creationId="{0CD55DD6-8CD2-AA84-8A18-8DA6B6889C4F}"/>
          </ac:spMkLst>
        </pc:spChg>
        <pc:spChg chg="mod">
          <ac:chgData name="Yash Jadhav" userId="535c3d6d-72b8-4f77-8155-55f939173cf2" providerId="ADAL" clId="{F33F88E0-3380-47C4-AFDE-F1AC050ADA82}" dt="2026-01-25T15:58:02.384" v="346" actId="790"/>
          <ac:spMkLst>
            <pc:docMk/>
            <pc:sldMk cId="3267248329" sldId="262"/>
            <ac:spMk id="55" creationId="{490A83C1-C91B-0B77-41A8-C1D3422DE826}"/>
          </ac:spMkLst>
        </pc:spChg>
        <pc:spChg chg="mod">
          <ac:chgData name="Yash Jadhav" userId="535c3d6d-72b8-4f77-8155-55f939173cf2" providerId="ADAL" clId="{F33F88E0-3380-47C4-AFDE-F1AC050ADA82}" dt="2026-01-25T15:58:02.385" v="347" actId="790"/>
          <ac:spMkLst>
            <pc:docMk/>
            <pc:sldMk cId="3267248329" sldId="262"/>
            <ac:spMk id="56" creationId="{C80F9956-82AD-3AEF-79ED-7D1224A473DD}"/>
          </ac:spMkLst>
        </pc:spChg>
        <pc:spChg chg="mod">
          <ac:chgData name="Yash Jadhav" userId="535c3d6d-72b8-4f77-8155-55f939173cf2" providerId="ADAL" clId="{F33F88E0-3380-47C4-AFDE-F1AC050ADA82}" dt="2026-01-25T15:58:02.387" v="348" actId="790"/>
          <ac:spMkLst>
            <pc:docMk/>
            <pc:sldMk cId="3267248329" sldId="262"/>
            <ac:spMk id="57" creationId="{6C8DE6BE-E297-8BBE-D7DF-90D2088D955B}"/>
          </ac:spMkLst>
        </pc:spChg>
        <pc:spChg chg="mod">
          <ac:chgData name="Yash Jadhav" userId="535c3d6d-72b8-4f77-8155-55f939173cf2" providerId="ADAL" clId="{F33F88E0-3380-47C4-AFDE-F1AC050ADA82}" dt="2026-01-25T15:58:02.389" v="349" actId="790"/>
          <ac:spMkLst>
            <pc:docMk/>
            <pc:sldMk cId="3267248329" sldId="262"/>
            <ac:spMk id="58" creationId="{3C053435-3877-B4E7-2A46-98BA7EDBEC51}"/>
          </ac:spMkLst>
        </pc:spChg>
        <pc:spChg chg="mod">
          <ac:chgData name="Yash Jadhav" userId="535c3d6d-72b8-4f77-8155-55f939173cf2" providerId="ADAL" clId="{F33F88E0-3380-47C4-AFDE-F1AC050ADA82}" dt="2026-01-25T15:58:02.390" v="350" actId="790"/>
          <ac:spMkLst>
            <pc:docMk/>
            <pc:sldMk cId="3267248329" sldId="262"/>
            <ac:spMk id="59" creationId="{C249B976-BB34-01DD-FD9A-A7E2DCA01BDD}"/>
          </ac:spMkLst>
        </pc:spChg>
        <pc:spChg chg="mod">
          <ac:chgData name="Yash Jadhav" userId="535c3d6d-72b8-4f77-8155-55f939173cf2" providerId="ADAL" clId="{F33F88E0-3380-47C4-AFDE-F1AC050ADA82}" dt="2026-01-25T15:58:02.392" v="351" actId="790"/>
          <ac:spMkLst>
            <pc:docMk/>
            <pc:sldMk cId="3267248329" sldId="262"/>
            <ac:spMk id="60" creationId="{38792A23-31B2-97EF-27EA-F11CCC92411B}"/>
          </ac:spMkLst>
        </pc:spChg>
        <pc:spChg chg="mod">
          <ac:chgData name="Yash Jadhav" userId="535c3d6d-72b8-4f77-8155-55f939173cf2" providerId="ADAL" clId="{F33F88E0-3380-47C4-AFDE-F1AC050ADA82}" dt="2026-01-25T15:58:02.394" v="352" actId="790"/>
          <ac:spMkLst>
            <pc:docMk/>
            <pc:sldMk cId="3267248329" sldId="262"/>
            <ac:spMk id="61" creationId="{A783DAAF-06B4-1F89-0EAE-6FC7C05F0553}"/>
          </ac:spMkLst>
        </pc:spChg>
        <pc:spChg chg="mod">
          <ac:chgData name="Yash Jadhav" userId="535c3d6d-72b8-4f77-8155-55f939173cf2" providerId="ADAL" clId="{F33F88E0-3380-47C4-AFDE-F1AC050ADA82}" dt="2026-01-25T15:58:02.396" v="353" actId="790"/>
          <ac:spMkLst>
            <pc:docMk/>
            <pc:sldMk cId="3267248329" sldId="262"/>
            <ac:spMk id="62" creationId="{628EEDD8-8B2D-6FCD-5B23-3A37AF3E4303}"/>
          </ac:spMkLst>
        </pc:spChg>
        <pc:spChg chg="mod">
          <ac:chgData name="Yash Jadhav" userId="535c3d6d-72b8-4f77-8155-55f939173cf2" providerId="ADAL" clId="{F33F88E0-3380-47C4-AFDE-F1AC050ADA82}" dt="2026-01-25T15:58:02.403" v="356" actId="790"/>
          <ac:spMkLst>
            <pc:docMk/>
            <pc:sldMk cId="3267248329" sldId="262"/>
            <ac:spMk id="63" creationId="{CDAA1BB1-987E-9640-CF80-0520DCEBA454}"/>
          </ac:spMkLst>
        </pc:spChg>
        <pc:spChg chg="mod">
          <ac:chgData name="Yash Jadhav" userId="535c3d6d-72b8-4f77-8155-55f939173cf2" providerId="ADAL" clId="{F33F88E0-3380-47C4-AFDE-F1AC050ADA82}" dt="2026-01-25T15:58:02.404" v="357" actId="790"/>
          <ac:spMkLst>
            <pc:docMk/>
            <pc:sldMk cId="3267248329" sldId="262"/>
            <ac:spMk id="64" creationId="{85154AA7-EE4E-25E4-1AC7-E8EECF2EC39C}"/>
          </ac:spMkLst>
        </pc:spChg>
        <pc:spChg chg="mod">
          <ac:chgData name="Yash Jadhav" userId="535c3d6d-72b8-4f77-8155-55f939173cf2" providerId="ADAL" clId="{F33F88E0-3380-47C4-AFDE-F1AC050ADA82}" dt="2026-01-25T15:58:02.408" v="358" actId="790"/>
          <ac:spMkLst>
            <pc:docMk/>
            <pc:sldMk cId="3267248329" sldId="262"/>
            <ac:spMk id="68" creationId="{82FF4715-5F3D-442F-BC51-DD18D0B4F618}"/>
          </ac:spMkLst>
        </pc:spChg>
        <pc:spChg chg="mod">
          <ac:chgData name="Yash Jadhav" userId="535c3d6d-72b8-4f77-8155-55f939173cf2" providerId="ADAL" clId="{F33F88E0-3380-47C4-AFDE-F1AC050ADA82}" dt="2026-01-25T15:58:02.410" v="359" actId="790"/>
          <ac:spMkLst>
            <pc:docMk/>
            <pc:sldMk cId="3267248329" sldId="262"/>
            <ac:spMk id="69" creationId="{878C8EEE-9840-6E6A-A00B-947D15B7BBCC}"/>
          </ac:spMkLst>
        </pc:spChg>
        <pc:spChg chg="mod">
          <ac:chgData name="Yash Jadhav" userId="535c3d6d-72b8-4f77-8155-55f939173cf2" providerId="ADAL" clId="{F33F88E0-3380-47C4-AFDE-F1AC050ADA82}" dt="2026-01-25T15:58:02.415" v="360" actId="790"/>
          <ac:spMkLst>
            <pc:docMk/>
            <pc:sldMk cId="3267248329" sldId="262"/>
            <ac:spMk id="70" creationId="{9D0B8406-EBBF-BCE2-C975-4DE144BAB514}"/>
          </ac:spMkLst>
        </pc:spChg>
        <pc:spChg chg="mod">
          <ac:chgData name="Yash Jadhav" userId="535c3d6d-72b8-4f77-8155-55f939173cf2" providerId="ADAL" clId="{F33F88E0-3380-47C4-AFDE-F1AC050ADA82}" dt="2026-01-25T15:58:02.417" v="361" actId="790"/>
          <ac:spMkLst>
            <pc:docMk/>
            <pc:sldMk cId="3267248329" sldId="262"/>
            <ac:spMk id="71" creationId="{E2E25B9D-8A27-3029-0576-BB6B4E73E8E8}"/>
          </ac:spMkLst>
        </pc:spChg>
        <pc:spChg chg="mod">
          <ac:chgData name="Yash Jadhav" userId="535c3d6d-72b8-4f77-8155-55f939173cf2" providerId="ADAL" clId="{F33F88E0-3380-47C4-AFDE-F1AC050ADA82}" dt="2026-01-25T15:58:02.420" v="362" actId="790"/>
          <ac:spMkLst>
            <pc:docMk/>
            <pc:sldMk cId="3267248329" sldId="262"/>
            <ac:spMk id="78" creationId="{3DB6C31F-3733-025F-B7AD-7FBF03978AC2}"/>
          </ac:spMkLst>
        </pc:spChg>
        <pc:spChg chg="mod">
          <ac:chgData name="Yash Jadhav" userId="535c3d6d-72b8-4f77-8155-55f939173cf2" providerId="ADAL" clId="{F33F88E0-3380-47C4-AFDE-F1AC050ADA82}" dt="2026-01-25T15:58:02.422" v="363" actId="790"/>
          <ac:spMkLst>
            <pc:docMk/>
            <pc:sldMk cId="3267248329" sldId="262"/>
            <ac:spMk id="79" creationId="{FA8147B0-1F6A-DEDE-0C32-09F3EF1AF029}"/>
          </ac:spMkLst>
        </pc:spChg>
        <pc:spChg chg="mod">
          <ac:chgData name="Yash Jadhav" userId="535c3d6d-72b8-4f77-8155-55f939173cf2" providerId="ADAL" clId="{F33F88E0-3380-47C4-AFDE-F1AC050ADA82}" dt="2026-01-25T15:58:27.165" v="1412"/>
          <ac:spMkLst>
            <pc:docMk/>
            <pc:sldMk cId="3267248329" sldId="262"/>
            <ac:spMk id="83" creationId="{71DCB2A9-78DC-F206-1DFD-F14DAF0242B0}"/>
          </ac:spMkLst>
        </pc:spChg>
        <pc:spChg chg="mod">
          <ac:chgData name="Yash Jadhav" userId="535c3d6d-72b8-4f77-8155-55f939173cf2" providerId="ADAL" clId="{F33F88E0-3380-47C4-AFDE-F1AC050ADA82}" dt="2026-01-25T15:58:02.429" v="365" actId="790"/>
          <ac:spMkLst>
            <pc:docMk/>
            <pc:sldMk cId="3267248329" sldId="262"/>
            <ac:spMk id="84" creationId="{5A5691B0-97E1-E8A9-3488-9A6C43CEA3F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53354987" sldId="263"/>
        </pc:sldMkLst>
        <pc:spChg chg="add del mod">
          <ac:chgData name="Yash Jadhav" userId="535c3d6d-72b8-4f77-8155-55f939173cf2" providerId="ADAL" clId="{F33F88E0-3380-47C4-AFDE-F1AC050ADA82}" dt="2026-01-25T16:06:14.662" v="8413" actId="6264"/>
          <ac:spMkLst>
            <pc:docMk/>
            <pc:sldMk cId="2353354987" sldId="263"/>
            <ac:spMk id="2" creationId="{AB7462E0-CBFB-7829-59E2-C4D5FE3993EB}"/>
          </ac:spMkLst>
        </pc:spChg>
        <pc:spChg chg="mod ord">
          <ac:chgData name="Yash Jadhav" userId="535c3d6d-72b8-4f77-8155-55f939173cf2" providerId="ADAL" clId="{F33F88E0-3380-47C4-AFDE-F1AC050ADA82}" dt="2026-01-25T16:06:14.662" v="8413" actId="6264"/>
          <ac:spMkLst>
            <pc:docMk/>
            <pc:sldMk cId="2353354987" sldId="263"/>
            <ac:spMk id="3" creationId="{00000000-0000-0000-0000-000000000000}"/>
          </ac:spMkLst>
        </pc:spChg>
        <pc:spChg chg="mod">
          <ac:chgData name="Yash Jadhav" userId="535c3d6d-72b8-4f77-8155-55f939173cf2" providerId="ADAL" clId="{F33F88E0-3380-47C4-AFDE-F1AC050ADA82}" dt="2026-01-25T15:58:04.049" v="371"/>
          <ac:spMkLst>
            <pc:docMk/>
            <pc:sldMk cId="2353354987" sldId="263"/>
            <ac:spMk id="5" creationId="{00000000-0000-0000-0000-000000000000}"/>
          </ac:spMkLst>
        </pc:spChg>
        <pc:spChg chg="mod">
          <ac:chgData name="Yash Jadhav" userId="535c3d6d-72b8-4f77-8155-55f939173cf2" providerId="ADAL" clId="{F33F88E0-3380-47C4-AFDE-F1AC050ADA82}" dt="2026-01-25T15:58:04.052" v="372" actId="790"/>
          <ac:spMkLst>
            <pc:docMk/>
            <pc:sldMk cId="2353354987" sldId="263"/>
            <ac:spMk id="6" creationId="{00000000-0000-0000-0000-000000000000}"/>
          </ac:spMkLst>
        </pc:spChg>
        <pc:spChg chg="mod">
          <ac:chgData name="Yash Jadhav" userId="535c3d6d-72b8-4f77-8155-55f939173cf2" providerId="ADAL" clId="{F33F88E0-3380-47C4-AFDE-F1AC050ADA82}" dt="2026-01-25T15:58:04.054" v="373" actId="790"/>
          <ac:spMkLst>
            <pc:docMk/>
            <pc:sldMk cId="2353354987" sldId="263"/>
            <ac:spMk id="7" creationId="{00000000-0000-0000-0000-000000000000}"/>
          </ac:spMkLst>
        </pc:spChg>
        <pc:spChg chg="mod">
          <ac:chgData name="Yash Jadhav" userId="535c3d6d-72b8-4f77-8155-55f939173cf2" providerId="ADAL" clId="{F33F88E0-3380-47C4-AFDE-F1AC050ADA82}" dt="2026-01-25T15:58:04.057" v="374" actId="790"/>
          <ac:spMkLst>
            <pc:docMk/>
            <pc:sldMk cId="2353354987" sldId="263"/>
            <ac:spMk id="8" creationId="{00000000-0000-0000-0000-000000000000}"/>
          </ac:spMkLst>
        </pc:spChg>
        <pc:spChg chg="mod">
          <ac:chgData name="Yash Jadhav" userId="535c3d6d-72b8-4f77-8155-55f939173cf2" providerId="ADAL" clId="{F33F88E0-3380-47C4-AFDE-F1AC050ADA82}" dt="2026-01-25T15:58:04.059" v="375" actId="790"/>
          <ac:spMkLst>
            <pc:docMk/>
            <pc:sldMk cId="2353354987" sldId="263"/>
            <ac:spMk id="9" creationId="{00000000-0000-0000-0000-000000000000}"/>
          </ac:spMkLst>
        </pc:spChg>
        <pc:spChg chg="mod">
          <ac:chgData name="Yash Jadhav" userId="535c3d6d-72b8-4f77-8155-55f939173cf2" providerId="ADAL" clId="{F33F88E0-3380-47C4-AFDE-F1AC050ADA82}" dt="2026-01-25T15:58:04.061" v="376" actId="790"/>
          <ac:spMkLst>
            <pc:docMk/>
            <pc:sldMk cId="2353354987" sldId="263"/>
            <ac:spMk id="10" creationId="{00000000-0000-0000-0000-000000000000}"/>
          </ac:spMkLst>
        </pc:spChg>
        <pc:spChg chg="mod">
          <ac:chgData name="Yash Jadhav" userId="535c3d6d-72b8-4f77-8155-55f939173cf2" providerId="ADAL" clId="{F33F88E0-3380-47C4-AFDE-F1AC050ADA82}" dt="2026-01-25T15:58:04.063" v="377" actId="790"/>
          <ac:spMkLst>
            <pc:docMk/>
            <pc:sldMk cId="2353354987" sldId="263"/>
            <ac:spMk id="11" creationId="{00000000-0000-0000-0000-000000000000}"/>
          </ac:spMkLst>
        </pc:spChg>
        <pc:spChg chg="mod">
          <ac:chgData name="Yash Jadhav" userId="535c3d6d-72b8-4f77-8155-55f939173cf2" providerId="ADAL" clId="{F33F88E0-3380-47C4-AFDE-F1AC050ADA82}" dt="2026-01-25T15:58:04.064" v="378" actId="790"/>
          <ac:spMkLst>
            <pc:docMk/>
            <pc:sldMk cId="2353354987" sldId="263"/>
            <ac:spMk id="12" creationId="{00000000-0000-0000-0000-000000000000}"/>
          </ac:spMkLst>
        </pc:spChg>
        <pc:spChg chg="mod">
          <ac:chgData name="Yash Jadhav" userId="535c3d6d-72b8-4f77-8155-55f939173cf2" providerId="ADAL" clId="{F33F88E0-3380-47C4-AFDE-F1AC050ADA82}" dt="2026-01-25T15:58:04.067" v="379" actId="790"/>
          <ac:spMkLst>
            <pc:docMk/>
            <pc:sldMk cId="2353354987" sldId="263"/>
            <ac:spMk id="13" creationId="{00000000-0000-0000-0000-000000000000}"/>
          </ac:spMkLst>
        </pc:spChg>
        <pc:spChg chg="mod">
          <ac:chgData name="Yash Jadhav" userId="535c3d6d-72b8-4f77-8155-55f939173cf2" providerId="ADAL" clId="{F33F88E0-3380-47C4-AFDE-F1AC050ADA82}" dt="2026-01-25T15:58:04.068" v="380" actId="790"/>
          <ac:spMkLst>
            <pc:docMk/>
            <pc:sldMk cId="2353354987" sldId="263"/>
            <ac:spMk id="14" creationId="{00000000-0000-0000-0000-000000000000}"/>
          </ac:spMkLst>
        </pc:spChg>
        <pc:spChg chg="mod">
          <ac:chgData name="Yash Jadhav" userId="535c3d6d-72b8-4f77-8155-55f939173cf2" providerId="ADAL" clId="{F33F88E0-3380-47C4-AFDE-F1AC050ADA82}" dt="2026-01-25T15:58:04.070" v="381" actId="790"/>
          <ac:spMkLst>
            <pc:docMk/>
            <pc:sldMk cId="2353354987" sldId="263"/>
            <ac:spMk id="15" creationId="{00000000-0000-0000-0000-000000000000}"/>
          </ac:spMkLst>
        </pc:spChg>
        <pc:spChg chg="mod">
          <ac:chgData name="Yash Jadhav" userId="535c3d6d-72b8-4f77-8155-55f939173cf2" providerId="ADAL" clId="{F33F88E0-3380-47C4-AFDE-F1AC050ADA82}" dt="2026-01-25T15:58:04.072" v="382" actId="790"/>
          <ac:spMkLst>
            <pc:docMk/>
            <pc:sldMk cId="2353354987" sldId="263"/>
            <ac:spMk id="16" creationId="{00000000-0000-0000-0000-000000000000}"/>
          </ac:spMkLst>
        </pc:spChg>
        <pc:spChg chg="mod">
          <ac:chgData name="Yash Jadhav" userId="535c3d6d-72b8-4f77-8155-55f939173cf2" providerId="ADAL" clId="{F33F88E0-3380-47C4-AFDE-F1AC050ADA82}" dt="2026-01-25T15:58:04.074" v="383" actId="790"/>
          <ac:spMkLst>
            <pc:docMk/>
            <pc:sldMk cId="2353354987" sldId="263"/>
            <ac:spMk id="17" creationId="{00000000-0000-0000-0000-000000000000}"/>
          </ac:spMkLst>
        </pc:spChg>
        <pc:spChg chg="mod">
          <ac:chgData name="Yash Jadhav" userId="535c3d6d-72b8-4f77-8155-55f939173cf2" providerId="ADAL" clId="{F33F88E0-3380-47C4-AFDE-F1AC050ADA82}" dt="2026-01-25T15:58:04.076" v="384" actId="790"/>
          <ac:spMkLst>
            <pc:docMk/>
            <pc:sldMk cId="2353354987" sldId="263"/>
            <ac:spMk id="18" creationId="{00000000-0000-0000-0000-000000000000}"/>
          </ac:spMkLst>
        </pc:spChg>
        <pc:spChg chg="mod">
          <ac:chgData name="Yash Jadhav" userId="535c3d6d-72b8-4f77-8155-55f939173cf2" providerId="ADAL" clId="{F33F88E0-3380-47C4-AFDE-F1AC050ADA82}" dt="2026-01-25T15:58:04.078" v="385" actId="790"/>
          <ac:spMkLst>
            <pc:docMk/>
            <pc:sldMk cId="2353354987" sldId="263"/>
            <ac:spMk id="19" creationId="{00000000-0000-0000-0000-000000000000}"/>
          </ac:spMkLst>
        </pc:spChg>
        <pc:spChg chg="mod">
          <ac:chgData name="Yash Jadhav" userId="535c3d6d-72b8-4f77-8155-55f939173cf2" providerId="ADAL" clId="{F33F88E0-3380-47C4-AFDE-F1AC050ADA82}" dt="2026-01-25T15:58:04.080" v="386" actId="790"/>
          <ac:spMkLst>
            <pc:docMk/>
            <pc:sldMk cId="2353354987" sldId="263"/>
            <ac:spMk id="20" creationId="{00000000-0000-0000-0000-000000000000}"/>
          </ac:spMkLst>
        </pc:spChg>
        <pc:spChg chg="mod">
          <ac:chgData name="Yash Jadhav" userId="535c3d6d-72b8-4f77-8155-55f939173cf2" providerId="ADAL" clId="{F33F88E0-3380-47C4-AFDE-F1AC050ADA82}" dt="2026-01-25T15:58:04.081" v="387" actId="790"/>
          <ac:spMkLst>
            <pc:docMk/>
            <pc:sldMk cId="2353354987" sldId="263"/>
            <ac:spMk id="21" creationId="{00000000-0000-0000-0000-000000000000}"/>
          </ac:spMkLst>
        </pc:spChg>
        <pc:spChg chg="mod">
          <ac:chgData name="Yash Jadhav" userId="535c3d6d-72b8-4f77-8155-55f939173cf2" providerId="ADAL" clId="{F33F88E0-3380-47C4-AFDE-F1AC050ADA82}" dt="2026-01-25T15:58:04.084" v="388" actId="790"/>
          <ac:spMkLst>
            <pc:docMk/>
            <pc:sldMk cId="2353354987" sldId="263"/>
            <ac:spMk id="22" creationId="{00000000-0000-0000-0000-000000000000}"/>
          </ac:spMkLst>
        </pc:spChg>
        <pc:spChg chg="mod">
          <ac:chgData name="Yash Jadhav" userId="535c3d6d-72b8-4f77-8155-55f939173cf2" providerId="ADAL" clId="{F33F88E0-3380-47C4-AFDE-F1AC050ADA82}" dt="2026-01-25T15:58:04.086" v="389" actId="790"/>
          <ac:spMkLst>
            <pc:docMk/>
            <pc:sldMk cId="2353354987" sldId="263"/>
            <ac:spMk id="23" creationId="{00000000-0000-0000-0000-000000000000}"/>
          </ac:spMkLst>
        </pc:spChg>
        <pc:spChg chg="mod">
          <ac:chgData name="Yash Jadhav" userId="535c3d6d-72b8-4f77-8155-55f939173cf2" providerId="ADAL" clId="{F33F88E0-3380-47C4-AFDE-F1AC050ADA82}" dt="2026-01-25T15:58:04.088" v="390" actId="790"/>
          <ac:spMkLst>
            <pc:docMk/>
            <pc:sldMk cId="2353354987" sldId="263"/>
            <ac:spMk id="24" creationId="{00000000-0000-0000-0000-000000000000}"/>
          </ac:spMkLst>
        </pc:spChg>
        <pc:spChg chg="mod">
          <ac:chgData name="Yash Jadhav" userId="535c3d6d-72b8-4f77-8155-55f939173cf2" providerId="ADAL" clId="{F33F88E0-3380-47C4-AFDE-F1AC050ADA82}" dt="2026-01-25T15:58:04.089" v="391" actId="790"/>
          <ac:spMkLst>
            <pc:docMk/>
            <pc:sldMk cId="2353354987" sldId="263"/>
            <ac:spMk id="25" creationId="{00000000-0000-0000-0000-000000000000}"/>
          </ac:spMkLst>
        </pc:spChg>
        <pc:spChg chg="mod">
          <ac:chgData name="Yash Jadhav" userId="535c3d6d-72b8-4f77-8155-55f939173cf2" providerId="ADAL" clId="{F33F88E0-3380-47C4-AFDE-F1AC050ADA82}" dt="2026-01-25T15:58:04.091" v="392" actId="790"/>
          <ac:spMkLst>
            <pc:docMk/>
            <pc:sldMk cId="2353354987" sldId="263"/>
            <ac:spMk id="26" creationId="{00000000-0000-0000-0000-000000000000}"/>
          </ac:spMkLst>
        </pc:spChg>
        <pc:spChg chg="mod">
          <ac:chgData name="Yash Jadhav" userId="535c3d6d-72b8-4f77-8155-55f939173cf2" providerId="ADAL" clId="{F33F88E0-3380-47C4-AFDE-F1AC050ADA82}" dt="2026-01-25T15:58:04.093" v="393" actId="790"/>
          <ac:spMkLst>
            <pc:docMk/>
            <pc:sldMk cId="2353354987" sldId="263"/>
            <ac:spMk id="27" creationId="{00000000-0000-0000-0000-000000000000}"/>
          </ac:spMkLst>
        </pc:spChg>
        <pc:spChg chg="mod">
          <ac:chgData name="Yash Jadhav" userId="535c3d6d-72b8-4f77-8155-55f939173cf2" providerId="ADAL" clId="{F33F88E0-3380-47C4-AFDE-F1AC050ADA82}" dt="2026-01-25T15:58:04.095" v="394" actId="790"/>
          <ac:spMkLst>
            <pc:docMk/>
            <pc:sldMk cId="2353354987" sldId="263"/>
            <ac:spMk id="28" creationId="{00000000-0000-0000-0000-000000000000}"/>
          </ac:spMkLst>
        </pc:spChg>
        <pc:spChg chg="mod">
          <ac:chgData name="Yash Jadhav" userId="535c3d6d-72b8-4f77-8155-55f939173cf2" providerId="ADAL" clId="{F33F88E0-3380-47C4-AFDE-F1AC050ADA82}" dt="2026-01-25T15:58:04.098" v="395" actId="790"/>
          <ac:spMkLst>
            <pc:docMk/>
            <pc:sldMk cId="2353354987" sldId="263"/>
            <ac:spMk id="29" creationId="{00000000-0000-0000-0000-000000000000}"/>
          </ac:spMkLst>
        </pc:spChg>
        <pc:spChg chg="mod">
          <ac:chgData name="Yash Jadhav" userId="535c3d6d-72b8-4f77-8155-55f939173cf2" providerId="ADAL" clId="{F33F88E0-3380-47C4-AFDE-F1AC050ADA82}" dt="2026-01-25T15:58:04.100" v="396" actId="790"/>
          <ac:spMkLst>
            <pc:docMk/>
            <pc:sldMk cId="2353354987" sldId="263"/>
            <ac:spMk id="30" creationId="{00000000-0000-0000-0000-000000000000}"/>
          </ac:spMkLst>
        </pc:spChg>
        <pc:spChg chg="mod">
          <ac:chgData name="Yash Jadhav" userId="535c3d6d-72b8-4f77-8155-55f939173cf2" providerId="ADAL" clId="{F33F88E0-3380-47C4-AFDE-F1AC050ADA82}" dt="2026-01-25T15:58:04.102" v="397" actId="790"/>
          <ac:spMkLst>
            <pc:docMk/>
            <pc:sldMk cId="2353354987" sldId="263"/>
            <ac:spMk id="31" creationId="{00000000-0000-0000-0000-000000000000}"/>
          </ac:spMkLst>
        </pc:spChg>
        <pc:spChg chg="mod">
          <ac:chgData name="Yash Jadhav" userId="535c3d6d-72b8-4f77-8155-55f939173cf2" providerId="ADAL" clId="{F33F88E0-3380-47C4-AFDE-F1AC050ADA82}" dt="2026-01-25T15:58:04.104" v="398" actId="790"/>
          <ac:spMkLst>
            <pc:docMk/>
            <pc:sldMk cId="2353354987" sldId="263"/>
            <ac:spMk id="32" creationId="{00000000-0000-0000-0000-000000000000}"/>
          </ac:spMkLst>
        </pc:spChg>
        <pc:spChg chg="mod">
          <ac:chgData name="Yash Jadhav" userId="535c3d6d-72b8-4f77-8155-55f939173cf2" providerId="ADAL" clId="{F33F88E0-3380-47C4-AFDE-F1AC050ADA82}" dt="2026-01-25T15:58:04.106" v="399" actId="790"/>
          <ac:spMkLst>
            <pc:docMk/>
            <pc:sldMk cId="2353354987" sldId="263"/>
            <ac:spMk id="33" creationId="{00000000-0000-0000-0000-000000000000}"/>
          </ac:spMkLst>
        </pc:spChg>
        <pc:spChg chg="mod">
          <ac:chgData name="Yash Jadhav" userId="535c3d6d-72b8-4f77-8155-55f939173cf2" providerId="ADAL" clId="{F33F88E0-3380-47C4-AFDE-F1AC050ADA82}" dt="2026-01-25T15:58:04.107" v="400" actId="790"/>
          <ac:spMkLst>
            <pc:docMk/>
            <pc:sldMk cId="2353354987" sldId="263"/>
            <ac:spMk id="34" creationId="{00000000-0000-0000-0000-000000000000}"/>
          </ac:spMkLst>
        </pc:spChg>
        <pc:spChg chg="mod">
          <ac:chgData name="Yash Jadhav" userId="535c3d6d-72b8-4f77-8155-55f939173cf2" providerId="ADAL" clId="{F33F88E0-3380-47C4-AFDE-F1AC050ADA82}" dt="2026-01-25T15:58:04.109" v="401" actId="790"/>
          <ac:spMkLst>
            <pc:docMk/>
            <pc:sldMk cId="2353354987" sldId="263"/>
            <ac:spMk id="35" creationId="{00000000-0000-0000-0000-000000000000}"/>
          </ac:spMkLst>
        </pc:spChg>
        <pc:spChg chg="mod">
          <ac:chgData name="Yash Jadhav" userId="535c3d6d-72b8-4f77-8155-55f939173cf2" providerId="ADAL" clId="{F33F88E0-3380-47C4-AFDE-F1AC050ADA82}" dt="2026-01-25T15:58:04.111" v="402" actId="790"/>
          <ac:spMkLst>
            <pc:docMk/>
            <pc:sldMk cId="2353354987" sldId="263"/>
            <ac:spMk id="36" creationId="{00000000-0000-0000-0000-000000000000}"/>
          </ac:spMkLst>
        </pc:spChg>
        <pc:spChg chg="mod">
          <ac:chgData name="Yash Jadhav" userId="535c3d6d-72b8-4f77-8155-55f939173cf2" providerId="ADAL" clId="{F33F88E0-3380-47C4-AFDE-F1AC050ADA82}" dt="2026-01-25T15:58:04.113" v="403" actId="790"/>
          <ac:spMkLst>
            <pc:docMk/>
            <pc:sldMk cId="2353354987" sldId="263"/>
            <ac:spMk id="37" creationId="{00000000-0000-0000-0000-000000000000}"/>
          </ac:spMkLst>
        </pc:spChg>
        <pc:spChg chg="mod">
          <ac:chgData name="Yash Jadhav" userId="535c3d6d-72b8-4f77-8155-55f939173cf2" providerId="ADAL" clId="{F33F88E0-3380-47C4-AFDE-F1AC050ADA82}" dt="2026-01-25T15:58:04.115" v="404" actId="790"/>
          <ac:spMkLst>
            <pc:docMk/>
            <pc:sldMk cId="2353354987" sldId="263"/>
            <ac:spMk id="38" creationId="{00000000-0000-0000-0000-000000000000}"/>
          </ac:spMkLst>
        </pc:spChg>
        <pc:spChg chg="mod">
          <ac:chgData name="Yash Jadhav" userId="535c3d6d-72b8-4f77-8155-55f939173cf2" providerId="ADAL" clId="{F33F88E0-3380-47C4-AFDE-F1AC050ADA82}" dt="2026-01-25T15:58:04.117" v="405" actId="790"/>
          <ac:spMkLst>
            <pc:docMk/>
            <pc:sldMk cId="2353354987" sldId="263"/>
            <ac:spMk id="39" creationId="{00000000-0000-0000-0000-000000000000}"/>
          </ac:spMkLst>
        </pc:spChg>
        <pc:spChg chg="mod">
          <ac:chgData name="Yash Jadhav" userId="535c3d6d-72b8-4f77-8155-55f939173cf2" providerId="ADAL" clId="{F33F88E0-3380-47C4-AFDE-F1AC050ADA82}" dt="2026-01-25T15:58:04.119" v="406" actId="790"/>
          <ac:spMkLst>
            <pc:docMk/>
            <pc:sldMk cId="2353354987" sldId="263"/>
            <ac:spMk id="40" creationId="{00000000-0000-0000-0000-000000000000}"/>
          </ac:spMkLst>
        </pc:spChg>
        <pc:spChg chg="mod">
          <ac:chgData name="Yash Jadhav" userId="535c3d6d-72b8-4f77-8155-55f939173cf2" providerId="ADAL" clId="{F33F88E0-3380-47C4-AFDE-F1AC050ADA82}" dt="2026-01-25T15:58:04.121" v="407" actId="790"/>
          <ac:spMkLst>
            <pc:docMk/>
            <pc:sldMk cId="2353354987" sldId="263"/>
            <ac:spMk id="41" creationId="{00000000-0000-0000-0000-000000000000}"/>
          </ac:spMkLst>
        </pc:spChg>
        <pc:spChg chg="mod">
          <ac:chgData name="Yash Jadhav" userId="535c3d6d-72b8-4f77-8155-55f939173cf2" providerId="ADAL" clId="{F33F88E0-3380-47C4-AFDE-F1AC050ADA82}" dt="2026-01-25T15:58:04.123" v="408" actId="790"/>
          <ac:spMkLst>
            <pc:docMk/>
            <pc:sldMk cId="2353354987" sldId="263"/>
            <ac:spMk id="42" creationId="{00000000-0000-0000-0000-000000000000}"/>
          </ac:spMkLst>
        </pc:spChg>
        <pc:spChg chg="mod">
          <ac:chgData name="Yash Jadhav" userId="535c3d6d-72b8-4f77-8155-55f939173cf2" providerId="ADAL" clId="{F33F88E0-3380-47C4-AFDE-F1AC050ADA82}" dt="2026-01-25T15:58:04.125" v="409" actId="790"/>
          <ac:spMkLst>
            <pc:docMk/>
            <pc:sldMk cId="2353354987" sldId="263"/>
            <ac:spMk id="43" creationId="{00000000-0000-0000-0000-000000000000}"/>
          </ac:spMkLst>
        </pc:spChg>
        <pc:spChg chg="mod">
          <ac:chgData name="Yash Jadhav" userId="535c3d6d-72b8-4f77-8155-55f939173cf2" providerId="ADAL" clId="{F33F88E0-3380-47C4-AFDE-F1AC050ADA82}" dt="2026-01-25T15:58:04.127" v="410" actId="790"/>
          <ac:spMkLst>
            <pc:docMk/>
            <pc:sldMk cId="2353354987" sldId="263"/>
            <ac:spMk id="44" creationId="{00000000-0000-0000-0000-000000000000}"/>
          </ac:spMkLst>
        </pc:spChg>
        <pc:spChg chg="mod">
          <ac:chgData name="Yash Jadhav" userId="535c3d6d-72b8-4f77-8155-55f939173cf2" providerId="ADAL" clId="{F33F88E0-3380-47C4-AFDE-F1AC050ADA82}" dt="2026-01-25T15:58:04.129" v="411" actId="790"/>
          <ac:spMkLst>
            <pc:docMk/>
            <pc:sldMk cId="2353354987" sldId="263"/>
            <ac:spMk id="45" creationId="{00000000-0000-0000-0000-000000000000}"/>
          </ac:spMkLst>
        </pc:spChg>
        <pc:spChg chg="mod">
          <ac:chgData name="Yash Jadhav" userId="535c3d6d-72b8-4f77-8155-55f939173cf2" providerId="ADAL" clId="{F33F88E0-3380-47C4-AFDE-F1AC050ADA82}" dt="2026-01-25T15:58:04.131" v="412" actId="790"/>
          <ac:spMkLst>
            <pc:docMk/>
            <pc:sldMk cId="2353354987" sldId="263"/>
            <ac:spMk id="46" creationId="{00000000-0000-0000-0000-000000000000}"/>
          </ac:spMkLst>
        </pc:spChg>
        <pc:spChg chg="mod">
          <ac:chgData name="Yash Jadhav" userId="535c3d6d-72b8-4f77-8155-55f939173cf2" providerId="ADAL" clId="{F33F88E0-3380-47C4-AFDE-F1AC050ADA82}" dt="2026-01-25T15:58:04.133" v="413" actId="790"/>
          <ac:spMkLst>
            <pc:docMk/>
            <pc:sldMk cId="2353354987" sldId="263"/>
            <ac:spMk id="47" creationId="{00000000-0000-0000-0000-000000000000}"/>
          </ac:spMkLst>
        </pc:spChg>
      </pc:sldChg>
      <pc:sldChg chg="add del">
        <pc:chgData name="Yash Jadhav" userId="535c3d6d-72b8-4f77-8155-55f939173cf2" providerId="ADAL" clId="{F33F88E0-3380-47C4-AFDE-F1AC050ADA82}" dt="2026-01-26T08:30:35.766" v="12511" actId="47"/>
        <pc:sldMkLst>
          <pc:docMk/>
          <pc:sldMk cId="511407581" sldId="264"/>
        </pc:sldMkLst>
      </pc:sldChg>
      <pc:sldChg chg="add del">
        <pc:chgData name="Yash Jadhav" userId="535c3d6d-72b8-4f77-8155-55f939173cf2" providerId="ADAL" clId="{F33F88E0-3380-47C4-AFDE-F1AC050ADA82}" dt="2026-01-25T15:51:59.102" v="38" actId="2696"/>
        <pc:sldMkLst>
          <pc:docMk/>
          <pc:sldMk cId="2974767439" sldId="264"/>
        </pc:sldMkLst>
      </pc:sldChg>
      <pc:sldChg chg="addSp delSp modSp add del mod modClrScheme chgLayout modNotes">
        <pc:chgData name="Yash Jadhav" userId="535c3d6d-72b8-4f77-8155-55f939173cf2" providerId="ADAL" clId="{F33F88E0-3380-47C4-AFDE-F1AC050ADA82}" dt="2026-01-25T16:06:14.662" v="8413" actId="6264"/>
        <pc:sldMkLst>
          <pc:docMk/>
          <pc:sldMk cId="852512749" sldId="265"/>
        </pc:sldMkLst>
        <pc:spChg chg="add del mod">
          <ac:chgData name="Yash Jadhav" userId="535c3d6d-72b8-4f77-8155-55f939173cf2" providerId="ADAL" clId="{F33F88E0-3380-47C4-AFDE-F1AC050ADA82}" dt="2026-01-25T16:06:14.662" v="8413" actId="6264"/>
          <ac:spMkLst>
            <pc:docMk/>
            <pc:sldMk cId="852512749" sldId="265"/>
            <ac:spMk id="2" creationId="{F4196548-ABDA-A7A6-D7D2-7AADF9869409}"/>
          </ac:spMkLst>
        </pc:spChg>
        <pc:spChg chg="mod ord">
          <ac:chgData name="Yash Jadhav" userId="535c3d6d-72b8-4f77-8155-55f939173cf2" providerId="ADAL" clId="{F33F88E0-3380-47C4-AFDE-F1AC050ADA82}" dt="2026-01-25T16:06:14.662" v="8413" actId="6264"/>
          <ac:spMkLst>
            <pc:docMk/>
            <pc:sldMk cId="852512749" sldId="265"/>
            <ac:spMk id="3" creationId="{00000000-0000-0000-0000-000000000000}"/>
          </ac:spMkLst>
        </pc:spChg>
        <pc:spChg chg="mod">
          <ac:chgData name="Yash Jadhav" userId="535c3d6d-72b8-4f77-8155-55f939173cf2" providerId="ADAL" clId="{F33F88E0-3380-47C4-AFDE-F1AC050ADA82}" dt="2026-01-25T15:58:05.945" v="461" actId="790"/>
          <ac:spMkLst>
            <pc:docMk/>
            <pc:sldMk cId="852512749" sldId="265"/>
            <ac:spMk id="48" creationId="{384CFC0C-EEEC-205F-6EAF-7ED1D0AD6272}"/>
          </ac:spMkLst>
        </pc:spChg>
        <pc:spChg chg="mod">
          <ac:chgData name="Yash Jadhav" userId="535c3d6d-72b8-4f77-8155-55f939173cf2" providerId="ADAL" clId="{F33F88E0-3380-47C4-AFDE-F1AC050ADA82}" dt="2026-01-25T15:58:05.948" v="462" actId="790"/>
          <ac:spMkLst>
            <pc:docMk/>
            <pc:sldMk cId="852512749" sldId="265"/>
            <ac:spMk id="49" creationId="{8EAD827B-F880-9EDF-C50B-C25934704782}"/>
          </ac:spMkLst>
        </pc:spChg>
        <pc:spChg chg="mod">
          <ac:chgData name="Yash Jadhav" userId="535c3d6d-72b8-4f77-8155-55f939173cf2" providerId="ADAL" clId="{F33F88E0-3380-47C4-AFDE-F1AC050ADA82}" dt="2026-01-25T15:58:05.949" v="463" actId="790"/>
          <ac:spMkLst>
            <pc:docMk/>
            <pc:sldMk cId="852512749" sldId="265"/>
            <ac:spMk id="50" creationId="{432A2A65-CBD4-4757-ADFB-E5AA09CAADDD}"/>
          </ac:spMkLst>
        </pc:spChg>
        <pc:spChg chg="mod">
          <ac:chgData name="Yash Jadhav" userId="535c3d6d-72b8-4f77-8155-55f939173cf2" providerId="ADAL" clId="{F33F88E0-3380-47C4-AFDE-F1AC050ADA82}" dt="2026-01-25T15:58:05.951" v="464" actId="790"/>
          <ac:spMkLst>
            <pc:docMk/>
            <pc:sldMk cId="852512749" sldId="265"/>
            <ac:spMk id="51" creationId="{00B3DFD1-8F63-8991-0E06-C87A5B47E7DE}"/>
          </ac:spMkLst>
        </pc:spChg>
        <pc:graphicFrameChg chg="modGraphic">
          <ac:chgData name="Yash Jadhav" userId="535c3d6d-72b8-4f77-8155-55f939173cf2" providerId="ADAL" clId="{F33F88E0-3380-47C4-AFDE-F1AC050ADA82}" dt="2026-01-25T15:58:05.942" v="460" actId="790"/>
          <ac:graphicFrameMkLst>
            <pc:docMk/>
            <pc:sldMk cId="852512749" sldId="265"/>
            <ac:graphicFrameMk id="4" creationId="{F6F8CB72-60FA-18D5-E7B8-2BA73FA79BB1}"/>
          </ac:graphicFrameMkLst>
        </pc:graphicFrameChg>
      </pc:sldChg>
      <pc:sldChg chg="addSp delSp modSp add del mod modClrScheme chgLayout modNotes">
        <pc:chgData name="Yash Jadhav" userId="535c3d6d-72b8-4f77-8155-55f939173cf2" providerId="ADAL" clId="{F33F88E0-3380-47C4-AFDE-F1AC050ADA82}" dt="2026-01-25T16:06:14.662" v="8413" actId="6264"/>
        <pc:sldMkLst>
          <pc:docMk/>
          <pc:sldMk cId="2966117628" sldId="266"/>
        </pc:sldMkLst>
        <pc:spChg chg="mod ord">
          <ac:chgData name="Yash Jadhav" userId="535c3d6d-72b8-4f77-8155-55f939173cf2" providerId="ADAL" clId="{F33F88E0-3380-47C4-AFDE-F1AC050ADA82}" dt="2026-01-25T16:06:14.662" v="8413" actId="6264"/>
          <ac:spMkLst>
            <pc:docMk/>
            <pc:sldMk cId="2966117628" sldId="266"/>
            <ac:spMk id="2" creationId="{0C170583-26B1-4A8E-013F-373039C23872}"/>
          </ac:spMkLst>
        </pc:spChg>
        <pc:spChg chg="mod">
          <ac:chgData name="Yash Jadhav" userId="535c3d6d-72b8-4f77-8155-55f939173cf2" providerId="ADAL" clId="{F33F88E0-3380-47C4-AFDE-F1AC050ADA82}" dt="2026-01-25T15:58:07.324" v="470" actId="790"/>
          <ac:spMkLst>
            <pc:docMk/>
            <pc:sldMk cId="2966117628" sldId="266"/>
            <ac:spMk id="4" creationId="{660E93E6-4F16-769E-BC45-703DE170C348}"/>
          </ac:spMkLst>
        </pc:spChg>
        <pc:spChg chg="mod">
          <ac:chgData name="Yash Jadhav" userId="535c3d6d-72b8-4f77-8155-55f939173cf2" providerId="ADAL" clId="{F33F88E0-3380-47C4-AFDE-F1AC050ADA82}" dt="2026-01-25T15:58:07.327" v="471" actId="790"/>
          <ac:spMkLst>
            <pc:docMk/>
            <pc:sldMk cId="2966117628" sldId="266"/>
            <ac:spMk id="5" creationId="{4534F8FB-6EA6-06BF-659B-C3D7E2084057}"/>
          </ac:spMkLst>
        </pc:spChg>
        <pc:spChg chg="mod">
          <ac:chgData name="Yash Jadhav" userId="535c3d6d-72b8-4f77-8155-55f939173cf2" providerId="ADAL" clId="{F33F88E0-3380-47C4-AFDE-F1AC050ADA82}" dt="2026-01-25T15:58:07.329" v="472" actId="790"/>
          <ac:spMkLst>
            <pc:docMk/>
            <pc:sldMk cId="2966117628" sldId="266"/>
            <ac:spMk id="6" creationId="{AE385210-CC19-7E9C-EB48-954F8F5AC10F}"/>
          </ac:spMkLst>
        </pc:spChg>
        <pc:spChg chg="mod">
          <ac:chgData name="Yash Jadhav" userId="535c3d6d-72b8-4f77-8155-55f939173cf2" providerId="ADAL" clId="{F33F88E0-3380-47C4-AFDE-F1AC050ADA82}" dt="2026-01-25T15:58:07.331" v="473" actId="790"/>
          <ac:spMkLst>
            <pc:docMk/>
            <pc:sldMk cId="2966117628" sldId="266"/>
            <ac:spMk id="7" creationId="{62175610-1083-9C74-5DA5-0BC6FE37E355}"/>
          </ac:spMkLst>
        </pc:spChg>
        <pc:spChg chg="mod">
          <ac:chgData name="Yash Jadhav" userId="535c3d6d-72b8-4f77-8155-55f939173cf2" providerId="ADAL" clId="{F33F88E0-3380-47C4-AFDE-F1AC050ADA82}" dt="2026-01-25T15:58:07.333" v="474" actId="790"/>
          <ac:spMkLst>
            <pc:docMk/>
            <pc:sldMk cId="2966117628" sldId="266"/>
            <ac:spMk id="9" creationId="{6E148DC8-24C3-F3B0-BD4B-3286DB01DA02}"/>
          </ac:spMkLst>
        </pc:spChg>
        <pc:spChg chg="mod">
          <ac:chgData name="Yash Jadhav" userId="535c3d6d-72b8-4f77-8155-55f939173cf2" providerId="ADAL" clId="{F33F88E0-3380-47C4-AFDE-F1AC050ADA82}" dt="2026-01-25T15:58:07.335" v="475" actId="790"/>
          <ac:spMkLst>
            <pc:docMk/>
            <pc:sldMk cId="2966117628" sldId="266"/>
            <ac:spMk id="10" creationId="{BCEE011A-80EE-3829-C7DD-137A43A18313}"/>
          </ac:spMkLst>
        </pc:spChg>
        <pc:spChg chg="mod">
          <ac:chgData name="Yash Jadhav" userId="535c3d6d-72b8-4f77-8155-55f939173cf2" providerId="ADAL" clId="{F33F88E0-3380-47C4-AFDE-F1AC050ADA82}" dt="2026-01-25T15:58:07.336" v="476" actId="790"/>
          <ac:spMkLst>
            <pc:docMk/>
            <pc:sldMk cId="2966117628" sldId="266"/>
            <ac:spMk id="11" creationId="{631073DC-A4CA-A20A-D31E-EAFC6F47296F}"/>
          </ac:spMkLst>
        </pc:spChg>
        <pc:spChg chg="mod">
          <ac:chgData name="Yash Jadhav" userId="535c3d6d-72b8-4f77-8155-55f939173cf2" providerId="ADAL" clId="{F33F88E0-3380-47C4-AFDE-F1AC050ADA82}" dt="2026-01-25T15:58:07.338" v="477" actId="790"/>
          <ac:spMkLst>
            <pc:docMk/>
            <pc:sldMk cId="2966117628" sldId="266"/>
            <ac:spMk id="12" creationId="{79397BAF-DF03-0678-8C83-1ED4478922B2}"/>
          </ac:spMkLst>
        </pc:spChg>
        <pc:spChg chg="mod">
          <ac:chgData name="Yash Jadhav" userId="535c3d6d-72b8-4f77-8155-55f939173cf2" providerId="ADAL" clId="{F33F88E0-3380-47C4-AFDE-F1AC050ADA82}" dt="2026-01-25T15:58:07.339" v="478" actId="790"/>
          <ac:spMkLst>
            <pc:docMk/>
            <pc:sldMk cId="2966117628" sldId="266"/>
            <ac:spMk id="14" creationId="{A9439A3F-8E0C-F0B9-D40A-1B0B7B3205EF}"/>
          </ac:spMkLst>
        </pc:spChg>
        <pc:spChg chg="mod">
          <ac:chgData name="Yash Jadhav" userId="535c3d6d-72b8-4f77-8155-55f939173cf2" providerId="ADAL" clId="{F33F88E0-3380-47C4-AFDE-F1AC050ADA82}" dt="2026-01-25T15:58:07.341" v="479" actId="790"/>
          <ac:spMkLst>
            <pc:docMk/>
            <pc:sldMk cId="2966117628" sldId="266"/>
            <ac:spMk id="15" creationId="{B823FCAC-A718-4078-3BCF-57900A60E71D}"/>
          </ac:spMkLst>
        </pc:spChg>
        <pc:spChg chg="mod">
          <ac:chgData name="Yash Jadhav" userId="535c3d6d-72b8-4f77-8155-55f939173cf2" providerId="ADAL" clId="{F33F88E0-3380-47C4-AFDE-F1AC050ADA82}" dt="2026-01-25T15:58:07.343" v="480" actId="790"/>
          <ac:spMkLst>
            <pc:docMk/>
            <pc:sldMk cId="2966117628" sldId="266"/>
            <ac:spMk id="16" creationId="{608264F2-FEAE-7166-19BB-6510F0E06226}"/>
          </ac:spMkLst>
        </pc:spChg>
        <pc:spChg chg="mod">
          <ac:chgData name="Yash Jadhav" userId="535c3d6d-72b8-4f77-8155-55f939173cf2" providerId="ADAL" clId="{F33F88E0-3380-47C4-AFDE-F1AC050ADA82}" dt="2026-01-25T15:58:07.345" v="481" actId="790"/>
          <ac:spMkLst>
            <pc:docMk/>
            <pc:sldMk cId="2966117628" sldId="266"/>
            <ac:spMk id="17" creationId="{0C495580-3E57-695C-67D9-DE4B4A42F7DC}"/>
          </ac:spMkLst>
        </pc:spChg>
        <pc:spChg chg="mod">
          <ac:chgData name="Yash Jadhav" userId="535c3d6d-72b8-4f77-8155-55f939173cf2" providerId="ADAL" clId="{F33F88E0-3380-47C4-AFDE-F1AC050ADA82}" dt="2026-01-25T15:58:07.346" v="482" actId="790"/>
          <ac:spMkLst>
            <pc:docMk/>
            <pc:sldMk cId="2966117628" sldId="266"/>
            <ac:spMk id="19" creationId="{C1B0BB4A-094D-A1BF-DD93-FD8F7037834F}"/>
          </ac:spMkLst>
        </pc:spChg>
        <pc:spChg chg="mod">
          <ac:chgData name="Yash Jadhav" userId="535c3d6d-72b8-4f77-8155-55f939173cf2" providerId="ADAL" clId="{F33F88E0-3380-47C4-AFDE-F1AC050ADA82}" dt="2026-01-25T15:58:07.348" v="483" actId="790"/>
          <ac:spMkLst>
            <pc:docMk/>
            <pc:sldMk cId="2966117628" sldId="266"/>
            <ac:spMk id="20" creationId="{3B8B0C9E-FA2E-D4C0-DC5D-9D848467652D}"/>
          </ac:spMkLst>
        </pc:spChg>
        <pc:spChg chg="mod">
          <ac:chgData name="Yash Jadhav" userId="535c3d6d-72b8-4f77-8155-55f939173cf2" providerId="ADAL" clId="{F33F88E0-3380-47C4-AFDE-F1AC050ADA82}" dt="2026-01-25T15:58:07.350" v="484" actId="790"/>
          <ac:spMkLst>
            <pc:docMk/>
            <pc:sldMk cId="2966117628" sldId="266"/>
            <ac:spMk id="21" creationId="{E1804039-82AC-1963-57E0-F76BF06A140A}"/>
          </ac:spMkLst>
        </pc:spChg>
        <pc:spChg chg="mod">
          <ac:chgData name="Yash Jadhav" userId="535c3d6d-72b8-4f77-8155-55f939173cf2" providerId="ADAL" clId="{F33F88E0-3380-47C4-AFDE-F1AC050ADA82}" dt="2026-01-25T15:58:07.351" v="485" actId="790"/>
          <ac:spMkLst>
            <pc:docMk/>
            <pc:sldMk cId="2966117628" sldId="266"/>
            <ac:spMk id="22" creationId="{4D3A042D-F1FA-50EC-F852-4D0DC42181BA}"/>
          </ac:spMkLst>
        </pc:spChg>
        <pc:spChg chg="add del mod">
          <ac:chgData name="Yash Jadhav" userId="535c3d6d-72b8-4f77-8155-55f939173cf2" providerId="ADAL" clId="{F33F88E0-3380-47C4-AFDE-F1AC050ADA82}" dt="2026-01-25T16:06:14.662" v="8413" actId="6264"/>
          <ac:spMkLst>
            <pc:docMk/>
            <pc:sldMk cId="2966117628" sldId="266"/>
            <ac:spMk id="23" creationId="{A3EB63FD-A3CE-F4E5-BA59-2DB67BC10673}"/>
          </ac:spMkLst>
        </pc:spChg>
        <pc:spChg chg="mod">
          <ac:chgData name="Yash Jadhav" userId="535c3d6d-72b8-4f77-8155-55f939173cf2" providerId="ADAL" clId="{F33F88E0-3380-47C4-AFDE-F1AC050ADA82}" dt="2026-01-25T15:58:07.355" v="486" actId="790"/>
          <ac:spMkLst>
            <pc:docMk/>
            <pc:sldMk cId="2966117628" sldId="266"/>
            <ac:spMk id="27" creationId="{9BB154BB-8A87-726D-A2D4-A37927783A26}"/>
          </ac:spMkLst>
        </pc:spChg>
        <pc:spChg chg="mod">
          <ac:chgData name="Yash Jadhav" userId="535c3d6d-72b8-4f77-8155-55f939173cf2" providerId="ADAL" clId="{F33F88E0-3380-47C4-AFDE-F1AC050ADA82}" dt="2026-01-25T15:58:07.360" v="487" actId="790"/>
          <ac:spMkLst>
            <pc:docMk/>
            <pc:sldMk cId="2966117628" sldId="266"/>
            <ac:spMk id="28" creationId="{99DC0434-161B-055F-E89D-E3ED65EB4468}"/>
          </ac:spMkLst>
        </pc:spChg>
        <pc:spChg chg="mod">
          <ac:chgData name="Yash Jadhav" userId="535c3d6d-72b8-4f77-8155-55f939173cf2" providerId="ADAL" clId="{F33F88E0-3380-47C4-AFDE-F1AC050ADA82}" dt="2026-01-25T15:58:07.366" v="488" actId="790"/>
          <ac:spMkLst>
            <pc:docMk/>
            <pc:sldMk cId="2966117628" sldId="266"/>
            <ac:spMk id="29" creationId="{E6F06A32-DA63-E133-05AF-98791799932A}"/>
          </ac:spMkLst>
        </pc:spChg>
        <pc:spChg chg="mod">
          <ac:chgData name="Yash Jadhav" userId="535c3d6d-72b8-4f77-8155-55f939173cf2" providerId="ADAL" clId="{F33F88E0-3380-47C4-AFDE-F1AC050ADA82}" dt="2026-01-25T15:58:07.370" v="489" actId="790"/>
          <ac:spMkLst>
            <pc:docMk/>
            <pc:sldMk cId="2966117628" sldId="266"/>
            <ac:spMk id="30" creationId="{8D90F10F-B171-EFD7-5A59-3A489D97A6E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002419514" sldId="267"/>
        </pc:sldMkLst>
        <pc:spChg chg="mod ord">
          <ac:chgData name="Yash Jadhav" userId="535c3d6d-72b8-4f77-8155-55f939173cf2" providerId="ADAL" clId="{F33F88E0-3380-47C4-AFDE-F1AC050ADA82}" dt="2026-01-25T16:06:14.662" v="8413" actId="6264"/>
          <ac:spMkLst>
            <pc:docMk/>
            <pc:sldMk cId="3002419514" sldId="267"/>
            <ac:spMk id="2" creationId="{13DB4655-E0FE-4A86-2688-5DA8DABD7D14}"/>
          </ac:spMkLst>
        </pc:spChg>
        <pc:spChg chg="mod">
          <ac:chgData name="Yash Jadhav" userId="535c3d6d-72b8-4f77-8155-55f939173cf2" providerId="ADAL" clId="{F33F88E0-3380-47C4-AFDE-F1AC050ADA82}" dt="2026-01-25T15:58:08.896" v="495" actId="790"/>
          <ac:spMkLst>
            <pc:docMk/>
            <pc:sldMk cId="3002419514" sldId="267"/>
            <ac:spMk id="3" creationId="{4CDF8EB4-2D46-497E-3B90-FEDAFD048231}"/>
          </ac:spMkLst>
        </pc:spChg>
        <pc:spChg chg="mod">
          <ac:chgData name="Yash Jadhav" userId="535c3d6d-72b8-4f77-8155-55f939173cf2" providerId="ADAL" clId="{F33F88E0-3380-47C4-AFDE-F1AC050ADA82}" dt="2026-01-25T15:58:08.920" v="496" actId="790"/>
          <ac:spMkLst>
            <pc:docMk/>
            <pc:sldMk cId="3002419514" sldId="267"/>
            <ac:spMk id="5" creationId="{ABA0D0C9-BA0E-76A4-BB4A-5F0AA9D33533}"/>
          </ac:spMkLst>
        </pc:spChg>
        <pc:spChg chg="mod">
          <ac:chgData name="Yash Jadhav" userId="535c3d6d-72b8-4f77-8155-55f939173cf2" providerId="ADAL" clId="{F33F88E0-3380-47C4-AFDE-F1AC050ADA82}" dt="2026-01-25T15:58:08.922" v="497" actId="790"/>
          <ac:spMkLst>
            <pc:docMk/>
            <pc:sldMk cId="3002419514" sldId="267"/>
            <ac:spMk id="6" creationId="{817D75ED-4FB8-A6E0-6266-B5FDC0A862BF}"/>
          </ac:spMkLst>
        </pc:spChg>
        <pc:spChg chg="mod">
          <ac:chgData name="Yash Jadhav" userId="535c3d6d-72b8-4f77-8155-55f939173cf2" providerId="ADAL" clId="{F33F88E0-3380-47C4-AFDE-F1AC050ADA82}" dt="2026-01-25T15:58:08.924" v="498" actId="790"/>
          <ac:spMkLst>
            <pc:docMk/>
            <pc:sldMk cId="3002419514" sldId="267"/>
            <ac:spMk id="7" creationId="{DD46AD02-35D6-5C92-EF31-BF0DBAD0FE92}"/>
          </ac:spMkLst>
        </pc:spChg>
        <pc:spChg chg="mod">
          <ac:chgData name="Yash Jadhav" userId="535c3d6d-72b8-4f77-8155-55f939173cf2" providerId="ADAL" clId="{F33F88E0-3380-47C4-AFDE-F1AC050ADA82}" dt="2026-01-25T15:58:08.927" v="499" actId="790"/>
          <ac:spMkLst>
            <pc:docMk/>
            <pc:sldMk cId="3002419514" sldId="267"/>
            <ac:spMk id="8" creationId="{A85EA83A-F5F0-A64C-2293-8AF3C0931929}"/>
          </ac:spMkLst>
        </pc:spChg>
        <pc:spChg chg="mod">
          <ac:chgData name="Yash Jadhav" userId="535c3d6d-72b8-4f77-8155-55f939173cf2" providerId="ADAL" clId="{F33F88E0-3380-47C4-AFDE-F1AC050ADA82}" dt="2026-01-25T15:58:08.929" v="500" actId="790"/>
          <ac:spMkLst>
            <pc:docMk/>
            <pc:sldMk cId="3002419514" sldId="267"/>
            <ac:spMk id="9" creationId="{CCA61D3F-F4EF-D547-329E-483964299BF5}"/>
          </ac:spMkLst>
        </pc:spChg>
        <pc:spChg chg="mod">
          <ac:chgData name="Yash Jadhav" userId="535c3d6d-72b8-4f77-8155-55f939173cf2" providerId="ADAL" clId="{F33F88E0-3380-47C4-AFDE-F1AC050ADA82}" dt="2026-01-25T15:58:08.931" v="501" actId="790"/>
          <ac:spMkLst>
            <pc:docMk/>
            <pc:sldMk cId="3002419514" sldId="267"/>
            <ac:spMk id="10" creationId="{701DFD8B-BCA1-9251-2141-D5FD21212130}"/>
          </ac:spMkLst>
        </pc:spChg>
        <pc:spChg chg="mod">
          <ac:chgData name="Yash Jadhav" userId="535c3d6d-72b8-4f77-8155-55f939173cf2" providerId="ADAL" clId="{F33F88E0-3380-47C4-AFDE-F1AC050ADA82}" dt="2026-01-25T15:58:08.933" v="502" actId="790"/>
          <ac:spMkLst>
            <pc:docMk/>
            <pc:sldMk cId="3002419514" sldId="267"/>
            <ac:spMk id="11" creationId="{54AFCE33-128E-84B8-1A8E-3688202D971C}"/>
          </ac:spMkLst>
        </pc:spChg>
        <pc:spChg chg="mod">
          <ac:chgData name="Yash Jadhav" userId="535c3d6d-72b8-4f77-8155-55f939173cf2" providerId="ADAL" clId="{F33F88E0-3380-47C4-AFDE-F1AC050ADA82}" dt="2026-01-25T15:58:08.935" v="503" actId="790"/>
          <ac:spMkLst>
            <pc:docMk/>
            <pc:sldMk cId="3002419514" sldId="267"/>
            <ac:spMk id="12" creationId="{B2F6FF39-88B0-C4F6-AE96-362237336ACA}"/>
          </ac:spMkLst>
        </pc:spChg>
        <pc:spChg chg="mod">
          <ac:chgData name="Yash Jadhav" userId="535c3d6d-72b8-4f77-8155-55f939173cf2" providerId="ADAL" clId="{F33F88E0-3380-47C4-AFDE-F1AC050ADA82}" dt="2026-01-25T15:58:08.937" v="504" actId="790"/>
          <ac:spMkLst>
            <pc:docMk/>
            <pc:sldMk cId="3002419514" sldId="267"/>
            <ac:spMk id="13" creationId="{04A16E0D-3BB0-DF34-6928-04195F676E9B}"/>
          </ac:spMkLst>
        </pc:spChg>
        <pc:spChg chg="mod">
          <ac:chgData name="Yash Jadhav" userId="535c3d6d-72b8-4f77-8155-55f939173cf2" providerId="ADAL" clId="{F33F88E0-3380-47C4-AFDE-F1AC050ADA82}" dt="2026-01-25T15:58:08.938" v="505" actId="790"/>
          <ac:spMkLst>
            <pc:docMk/>
            <pc:sldMk cId="3002419514" sldId="267"/>
            <ac:spMk id="14" creationId="{8C624101-00F1-B034-6B85-719E50DB098E}"/>
          </ac:spMkLst>
        </pc:spChg>
        <pc:spChg chg="mod">
          <ac:chgData name="Yash Jadhav" userId="535c3d6d-72b8-4f77-8155-55f939173cf2" providerId="ADAL" clId="{F33F88E0-3380-47C4-AFDE-F1AC050ADA82}" dt="2026-01-25T15:58:08.940" v="506" actId="790"/>
          <ac:spMkLst>
            <pc:docMk/>
            <pc:sldMk cId="3002419514" sldId="267"/>
            <ac:spMk id="15" creationId="{7681A0FB-BC76-0584-2050-177D160FFEFB}"/>
          </ac:spMkLst>
        </pc:spChg>
        <pc:spChg chg="mod">
          <ac:chgData name="Yash Jadhav" userId="535c3d6d-72b8-4f77-8155-55f939173cf2" providerId="ADAL" clId="{F33F88E0-3380-47C4-AFDE-F1AC050ADA82}" dt="2026-01-25T15:58:08.942" v="507" actId="790"/>
          <ac:spMkLst>
            <pc:docMk/>
            <pc:sldMk cId="3002419514" sldId="267"/>
            <ac:spMk id="16" creationId="{8F179EBE-632A-B2A5-799A-C74A68074544}"/>
          </ac:spMkLst>
        </pc:spChg>
        <pc:spChg chg="mod">
          <ac:chgData name="Yash Jadhav" userId="535c3d6d-72b8-4f77-8155-55f939173cf2" providerId="ADAL" clId="{F33F88E0-3380-47C4-AFDE-F1AC050ADA82}" dt="2026-01-25T15:58:08.944" v="508" actId="790"/>
          <ac:spMkLst>
            <pc:docMk/>
            <pc:sldMk cId="3002419514" sldId="267"/>
            <ac:spMk id="17" creationId="{EF565497-E7EA-991A-82A7-D8E23FE0BE27}"/>
          </ac:spMkLst>
        </pc:spChg>
        <pc:spChg chg="mod">
          <ac:chgData name="Yash Jadhav" userId="535c3d6d-72b8-4f77-8155-55f939173cf2" providerId="ADAL" clId="{F33F88E0-3380-47C4-AFDE-F1AC050ADA82}" dt="2026-01-25T15:58:08.946" v="509" actId="790"/>
          <ac:spMkLst>
            <pc:docMk/>
            <pc:sldMk cId="3002419514" sldId="267"/>
            <ac:spMk id="18" creationId="{E67D2765-E3C1-78B5-EC56-A90C86B33821}"/>
          </ac:spMkLst>
        </pc:spChg>
        <pc:spChg chg="mod">
          <ac:chgData name="Yash Jadhav" userId="535c3d6d-72b8-4f77-8155-55f939173cf2" providerId="ADAL" clId="{F33F88E0-3380-47C4-AFDE-F1AC050ADA82}" dt="2026-01-25T15:58:08.948" v="510" actId="790"/>
          <ac:spMkLst>
            <pc:docMk/>
            <pc:sldMk cId="3002419514" sldId="267"/>
            <ac:spMk id="19" creationId="{605A659F-D40B-A1DF-9BB4-F387E9B227C0}"/>
          </ac:spMkLst>
        </pc:spChg>
        <pc:spChg chg="mod">
          <ac:chgData name="Yash Jadhav" userId="535c3d6d-72b8-4f77-8155-55f939173cf2" providerId="ADAL" clId="{F33F88E0-3380-47C4-AFDE-F1AC050ADA82}" dt="2026-01-25T15:58:08.949" v="511" actId="790"/>
          <ac:spMkLst>
            <pc:docMk/>
            <pc:sldMk cId="3002419514" sldId="267"/>
            <ac:spMk id="20" creationId="{11F7FE06-F125-1F33-D26D-CEF71F6320A9}"/>
          </ac:spMkLst>
        </pc:spChg>
        <pc:spChg chg="mod">
          <ac:chgData name="Yash Jadhav" userId="535c3d6d-72b8-4f77-8155-55f939173cf2" providerId="ADAL" clId="{F33F88E0-3380-47C4-AFDE-F1AC050ADA82}" dt="2026-01-25T15:58:08.951" v="512" actId="790"/>
          <ac:spMkLst>
            <pc:docMk/>
            <pc:sldMk cId="3002419514" sldId="267"/>
            <ac:spMk id="21" creationId="{0BC58A83-F2CE-1507-24C5-8713CA6D47DC}"/>
          </ac:spMkLst>
        </pc:spChg>
        <pc:spChg chg="mod">
          <ac:chgData name="Yash Jadhav" userId="535c3d6d-72b8-4f77-8155-55f939173cf2" providerId="ADAL" clId="{F33F88E0-3380-47C4-AFDE-F1AC050ADA82}" dt="2026-01-25T15:58:08.953" v="513" actId="790"/>
          <ac:spMkLst>
            <pc:docMk/>
            <pc:sldMk cId="3002419514" sldId="267"/>
            <ac:spMk id="22" creationId="{F90AC34E-6571-625C-F184-765EA1670A8E}"/>
          </ac:spMkLst>
        </pc:spChg>
        <pc:spChg chg="mod">
          <ac:chgData name="Yash Jadhav" userId="535c3d6d-72b8-4f77-8155-55f939173cf2" providerId="ADAL" clId="{F33F88E0-3380-47C4-AFDE-F1AC050ADA82}" dt="2026-01-25T15:58:08.954" v="514" actId="790"/>
          <ac:spMkLst>
            <pc:docMk/>
            <pc:sldMk cId="3002419514" sldId="267"/>
            <ac:spMk id="23" creationId="{53978721-470B-2945-40FC-14E0FFEA7C6E}"/>
          </ac:spMkLst>
        </pc:spChg>
        <pc:spChg chg="mod">
          <ac:chgData name="Yash Jadhav" userId="535c3d6d-72b8-4f77-8155-55f939173cf2" providerId="ADAL" clId="{F33F88E0-3380-47C4-AFDE-F1AC050ADA82}" dt="2026-01-25T15:58:08.956" v="515" actId="790"/>
          <ac:spMkLst>
            <pc:docMk/>
            <pc:sldMk cId="3002419514" sldId="267"/>
            <ac:spMk id="24" creationId="{5EE54C98-3085-71BA-D428-36CB3C316CF0}"/>
          </ac:spMkLst>
        </pc:spChg>
        <pc:spChg chg="mod">
          <ac:chgData name="Yash Jadhav" userId="535c3d6d-72b8-4f77-8155-55f939173cf2" providerId="ADAL" clId="{F33F88E0-3380-47C4-AFDE-F1AC050ADA82}" dt="2026-01-25T15:58:09.005" v="543" actId="790"/>
          <ac:spMkLst>
            <pc:docMk/>
            <pc:sldMk cId="3002419514" sldId="267"/>
            <ac:spMk id="33" creationId="{6A02680A-AE69-1527-7509-BF07ED7B254B}"/>
          </ac:spMkLst>
        </pc:spChg>
        <pc:spChg chg="mod">
          <ac:chgData name="Yash Jadhav" userId="535c3d6d-72b8-4f77-8155-55f939173cf2" providerId="ADAL" clId="{F33F88E0-3380-47C4-AFDE-F1AC050ADA82}" dt="2026-01-25T15:58:09.007" v="544" actId="790"/>
          <ac:spMkLst>
            <pc:docMk/>
            <pc:sldMk cId="3002419514" sldId="267"/>
            <ac:spMk id="34" creationId="{052030F3-FC19-6ECB-5DE8-078D17E1A903}"/>
          </ac:spMkLst>
        </pc:spChg>
        <pc:spChg chg="mod">
          <ac:chgData name="Yash Jadhav" userId="535c3d6d-72b8-4f77-8155-55f939173cf2" providerId="ADAL" clId="{F33F88E0-3380-47C4-AFDE-F1AC050ADA82}" dt="2026-01-25T15:58:09.009" v="545" actId="790"/>
          <ac:spMkLst>
            <pc:docMk/>
            <pc:sldMk cId="3002419514" sldId="267"/>
            <ac:spMk id="35" creationId="{FCF1D62F-75A6-FB1E-87CA-EB5CE30BA01B}"/>
          </ac:spMkLst>
        </pc:spChg>
        <pc:spChg chg="mod">
          <ac:chgData name="Yash Jadhav" userId="535c3d6d-72b8-4f77-8155-55f939173cf2" providerId="ADAL" clId="{F33F88E0-3380-47C4-AFDE-F1AC050ADA82}" dt="2026-01-25T15:58:09.010" v="546" actId="790"/>
          <ac:spMkLst>
            <pc:docMk/>
            <pc:sldMk cId="3002419514" sldId="267"/>
            <ac:spMk id="36" creationId="{9C0186B1-9754-FB0D-FD73-B038DD69D520}"/>
          </ac:spMkLst>
        </pc:spChg>
        <pc:spChg chg="mod">
          <ac:chgData name="Yash Jadhav" userId="535c3d6d-72b8-4f77-8155-55f939173cf2" providerId="ADAL" clId="{F33F88E0-3380-47C4-AFDE-F1AC050ADA82}" dt="2026-01-25T15:58:08.999" v="539" actId="790"/>
          <ac:spMkLst>
            <pc:docMk/>
            <pc:sldMk cId="3002419514" sldId="267"/>
            <ac:spMk id="37" creationId="{A03BF946-41BC-7E9F-C5C7-7F8822D58362}"/>
          </ac:spMkLst>
        </pc:spChg>
        <pc:spChg chg="mod">
          <ac:chgData name="Yash Jadhav" userId="535c3d6d-72b8-4f77-8155-55f939173cf2" providerId="ADAL" clId="{F33F88E0-3380-47C4-AFDE-F1AC050ADA82}" dt="2026-01-25T15:58:09" v="540" actId="790"/>
          <ac:spMkLst>
            <pc:docMk/>
            <pc:sldMk cId="3002419514" sldId="267"/>
            <ac:spMk id="38" creationId="{ECC15E32-BB56-548B-2751-5DC5DD080149}"/>
          </ac:spMkLst>
        </pc:spChg>
        <pc:spChg chg="mod">
          <ac:chgData name="Yash Jadhav" userId="535c3d6d-72b8-4f77-8155-55f939173cf2" providerId="ADAL" clId="{F33F88E0-3380-47C4-AFDE-F1AC050ADA82}" dt="2026-01-25T15:58:09.002" v="541" actId="790"/>
          <ac:spMkLst>
            <pc:docMk/>
            <pc:sldMk cId="3002419514" sldId="267"/>
            <ac:spMk id="39" creationId="{D8306118-E6FF-A06F-49AF-A47E11F7E4FD}"/>
          </ac:spMkLst>
        </pc:spChg>
        <pc:spChg chg="mod">
          <ac:chgData name="Yash Jadhav" userId="535c3d6d-72b8-4f77-8155-55f939173cf2" providerId="ADAL" clId="{F33F88E0-3380-47C4-AFDE-F1AC050ADA82}" dt="2026-01-25T15:58:09.003" v="542" actId="790"/>
          <ac:spMkLst>
            <pc:docMk/>
            <pc:sldMk cId="3002419514" sldId="267"/>
            <ac:spMk id="40" creationId="{CBD77EB4-DD46-039B-07E7-674FBAB016FE}"/>
          </ac:spMkLst>
        </pc:spChg>
        <pc:spChg chg="mod">
          <ac:chgData name="Yash Jadhav" userId="535c3d6d-72b8-4f77-8155-55f939173cf2" providerId="ADAL" clId="{F33F88E0-3380-47C4-AFDE-F1AC050ADA82}" dt="2026-01-25T15:58:08.992" v="535" actId="790"/>
          <ac:spMkLst>
            <pc:docMk/>
            <pc:sldMk cId="3002419514" sldId="267"/>
            <ac:spMk id="41" creationId="{CAE79096-5661-FC01-D61B-E287479DED05}"/>
          </ac:spMkLst>
        </pc:spChg>
        <pc:spChg chg="mod">
          <ac:chgData name="Yash Jadhav" userId="535c3d6d-72b8-4f77-8155-55f939173cf2" providerId="ADAL" clId="{F33F88E0-3380-47C4-AFDE-F1AC050ADA82}" dt="2026-01-25T15:58:08.993" v="536" actId="790"/>
          <ac:spMkLst>
            <pc:docMk/>
            <pc:sldMk cId="3002419514" sldId="267"/>
            <ac:spMk id="42" creationId="{2046541A-FE4F-F1F7-5017-6476D6FCD58A}"/>
          </ac:spMkLst>
        </pc:spChg>
        <pc:spChg chg="mod">
          <ac:chgData name="Yash Jadhav" userId="535c3d6d-72b8-4f77-8155-55f939173cf2" providerId="ADAL" clId="{F33F88E0-3380-47C4-AFDE-F1AC050ADA82}" dt="2026-01-25T15:58:08.995" v="537" actId="790"/>
          <ac:spMkLst>
            <pc:docMk/>
            <pc:sldMk cId="3002419514" sldId="267"/>
            <ac:spMk id="43" creationId="{DAC39228-CCA0-7C80-F34C-A4B080CF3BC2}"/>
          </ac:spMkLst>
        </pc:spChg>
        <pc:spChg chg="mod">
          <ac:chgData name="Yash Jadhav" userId="535c3d6d-72b8-4f77-8155-55f939173cf2" providerId="ADAL" clId="{F33F88E0-3380-47C4-AFDE-F1AC050ADA82}" dt="2026-01-25T15:58:08.997" v="538" actId="790"/>
          <ac:spMkLst>
            <pc:docMk/>
            <pc:sldMk cId="3002419514" sldId="267"/>
            <ac:spMk id="44" creationId="{394D0F99-BC9B-E774-B867-709BF12E8587}"/>
          </ac:spMkLst>
        </pc:spChg>
        <pc:spChg chg="mod">
          <ac:chgData name="Yash Jadhav" userId="535c3d6d-72b8-4f77-8155-55f939173cf2" providerId="ADAL" clId="{F33F88E0-3380-47C4-AFDE-F1AC050ADA82}" dt="2026-01-25T15:58:08.985" v="531" actId="790"/>
          <ac:spMkLst>
            <pc:docMk/>
            <pc:sldMk cId="3002419514" sldId="267"/>
            <ac:spMk id="45" creationId="{C4B8162B-B17D-B09E-1BA7-4F0FFCCB1980}"/>
          </ac:spMkLst>
        </pc:spChg>
        <pc:spChg chg="mod">
          <ac:chgData name="Yash Jadhav" userId="535c3d6d-72b8-4f77-8155-55f939173cf2" providerId="ADAL" clId="{F33F88E0-3380-47C4-AFDE-F1AC050ADA82}" dt="2026-01-25T15:58:08.987" v="532" actId="790"/>
          <ac:spMkLst>
            <pc:docMk/>
            <pc:sldMk cId="3002419514" sldId="267"/>
            <ac:spMk id="46" creationId="{73BCB77F-E889-0771-5AE2-6AE4E7BB3327}"/>
          </ac:spMkLst>
        </pc:spChg>
        <pc:spChg chg="mod">
          <ac:chgData name="Yash Jadhav" userId="535c3d6d-72b8-4f77-8155-55f939173cf2" providerId="ADAL" clId="{F33F88E0-3380-47C4-AFDE-F1AC050ADA82}" dt="2026-01-25T15:58:08.988" v="533" actId="790"/>
          <ac:spMkLst>
            <pc:docMk/>
            <pc:sldMk cId="3002419514" sldId="267"/>
            <ac:spMk id="47" creationId="{FEBF73BD-B7CE-2051-805A-580E8D9CCA31}"/>
          </ac:spMkLst>
        </pc:spChg>
        <pc:spChg chg="mod">
          <ac:chgData name="Yash Jadhav" userId="535c3d6d-72b8-4f77-8155-55f939173cf2" providerId="ADAL" clId="{F33F88E0-3380-47C4-AFDE-F1AC050ADA82}" dt="2026-01-25T15:58:08.989" v="534" actId="790"/>
          <ac:spMkLst>
            <pc:docMk/>
            <pc:sldMk cId="3002419514" sldId="267"/>
            <ac:spMk id="48" creationId="{89036656-ABC0-1B75-05F2-D9525794234C}"/>
          </ac:spMkLst>
        </pc:spChg>
        <pc:spChg chg="mod">
          <ac:chgData name="Yash Jadhav" userId="535c3d6d-72b8-4f77-8155-55f939173cf2" providerId="ADAL" clId="{F33F88E0-3380-47C4-AFDE-F1AC050ADA82}" dt="2026-01-25T15:58:08.976" v="526" actId="790"/>
          <ac:spMkLst>
            <pc:docMk/>
            <pc:sldMk cId="3002419514" sldId="267"/>
            <ac:spMk id="49" creationId="{9348F4F0-C037-18E8-6E94-3FEC2EE39EA2}"/>
          </ac:spMkLst>
        </pc:spChg>
        <pc:spChg chg="mod">
          <ac:chgData name="Yash Jadhav" userId="535c3d6d-72b8-4f77-8155-55f939173cf2" providerId="ADAL" clId="{F33F88E0-3380-47C4-AFDE-F1AC050ADA82}" dt="2026-01-25T15:58:08.978" v="527" actId="790"/>
          <ac:spMkLst>
            <pc:docMk/>
            <pc:sldMk cId="3002419514" sldId="267"/>
            <ac:spMk id="50" creationId="{6ED20C4F-2F0A-2079-CAA9-6EE16E06E94B}"/>
          </ac:spMkLst>
        </pc:spChg>
        <pc:spChg chg="mod">
          <ac:chgData name="Yash Jadhav" userId="535c3d6d-72b8-4f77-8155-55f939173cf2" providerId="ADAL" clId="{F33F88E0-3380-47C4-AFDE-F1AC050ADA82}" dt="2026-01-25T15:58:08.980" v="528" actId="790"/>
          <ac:spMkLst>
            <pc:docMk/>
            <pc:sldMk cId="3002419514" sldId="267"/>
            <ac:spMk id="51" creationId="{F4EF7DC7-3302-35D0-C2EA-5F2FDF05E8A3}"/>
          </ac:spMkLst>
        </pc:spChg>
        <pc:spChg chg="mod">
          <ac:chgData name="Yash Jadhav" userId="535c3d6d-72b8-4f77-8155-55f939173cf2" providerId="ADAL" clId="{F33F88E0-3380-47C4-AFDE-F1AC050ADA82}" dt="2026-01-25T15:58:08.981" v="529" actId="790"/>
          <ac:spMkLst>
            <pc:docMk/>
            <pc:sldMk cId="3002419514" sldId="267"/>
            <ac:spMk id="52" creationId="{4F0FEFDC-9681-DD2A-2EEC-C3A92CF1D1F3}"/>
          </ac:spMkLst>
        </pc:spChg>
        <pc:spChg chg="mod">
          <ac:chgData name="Yash Jadhav" userId="535c3d6d-72b8-4f77-8155-55f939173cf2" providerId="ADAL" clId="{F33F88E0-3380-47C4-AFDE-F1AC050ADA82}" dt="2026-01-25T15:58:08.983" v="530" actId="790"/>
          <ac:spMkLst>
            <pc:docMk/>
            <pc:sldMk cId="3002419514" sldId="267"/>
            <ac:spMk id="53" creationId="{CA35F86C-A207-5608-3489-0B1ED1F4D6CC}"/>
          </ac:spMkLst>
        </pc:spChg>
        <pc:spChg chg="mod">
          <ac:chgData name="Yash Jadhav" userId="535c3d6d-72b8-4f77-8155-55f939173cf2" providerId="ADAL" clId="{F33F88E0-3380-47C4-AFDE-F1AC050ADA82}" dt="2026-01-25T15:58:08.968" v="521" actId="790"/>
          <ac:spMkLst>
            <pc:docMk/>
            <pc:sldMk cId="3002419514" sldId="267"/>
            <ac:spMk id="54" creationId="{67F22884-8A1F-A0C4-BDB9-F233160B7634}"/>
          </ac:spMkLst>
        </pc:spChg>
        <pc:spChg chg="mod">
          <ac:chgData name="Yash Jadhav" userId="535c3d6d-72b8-4f77-8155-55f939173cf2" providerId="ADAL" clId="{F33F88E0-3380-47C4-AFDE-F1AC050ADA82}" dt="2026-01-25T15:58:08.969" v="522" actId="790"/>
          <ac:spMkLst>
            <pc:docMk/>
            <pc:sldMk cId="3002419514" sldId="267"/>
            <ac:spMk id="55" creationId="{BD6A9EB0-34A2-7CBB-1110-88124DCC6853}"/>
          </ac:spMkLst>
        </pc:spChg>
        <pc:spChg chg="mod">
          <ac:chgData name="Yash Jadhav" userId="535c3d6d-72b8-4f77-8155-55f939173cf2" providerId="ADAL" clId="{F33F88E0-3380-47C4-AFDE-F1AC050ADA82}" dt="2026-01-25T15:58:08.971" v="523" actId="790"/>
          <ac:spMkLst>
            <pc:docMk/>
            <pc:sldMk cId="3002419514" sldId="267"/>
            <ac:spMk id="56" creationId="{6021C579-9AAD-5175-439A-E904669DBFE9}"/>
          </ac:spMkLst>
        </pc:spChg>
        <pc:spChg chg="mod">
          <ac:chgData name="Yash Jadhav" userId="535c3d6d-72b8-4f77-8155-55f939173cf2" providerId="ADAL" clId="{F33F88E0-3380-47C4-AFDE-F1AC050ADA82}" dt="2026-01-25T15:58:08.973" v="524" actId="790"/>
          <ac:spMkLst>
            <pc:docMk/>
            <pc:sldMk cId="3002419514" sldId="267"/>
            <ac:spMk id="57" creationId="{3AD26272-0216-EDA3-C03A-A781E93791EA}"/>
          </ac:spMkLst>
        </pc:spChg>
        <pc:spChg chg="mod">
          <ac:chgData name="Yash Jadhav" userId="535c3d6d-72b8-4f77-8155-55f939173cf2" providerId="ADAL" clId="{F33F88E0-3380-47C4-AFDE-F1AC050ADA82}" dt="2026-01-25T15:58:08.974" v="525" actId="790"/>
          <ac:spMkLst>
            <pc:docMk/>
            <pc:sldMk cId="3002419514" sldId="267"/>
            <ac:spMk id="58" creationId="{C20F36EE-F3BC-8AF9-8DC7-262E3F88903B}"/>
          </ac:spMkLst>
        </pc:spChg>
        <pc:spChg chg="mod">
          <ac:chgData name="Yash Jadhav" userId="535c3d6d-72b8-4f77-8155-55f939173cf2" providerId="ADAL" clId="{F33F88E0-3380-47C4-AFDE-F1AC050ADA82}" dt="2026-01-25T15:58:08.958" v="516" actId="790"/>
          <ac:spMkLst>
            <pc:docMk/>
            <pc:sldMk cId="3002419514" sldId="267"/>
            <ac:spMk id="59" creationId="{EB7D6CFB-2D18-E72E-5CA8-1D2C3C2D4F13}"/>
          </ac:spMkLst>
        </pc:spChg>
        <pc:spChg chg="mod">
          <ac:chgData name="Yash Jadhav" userId="535c3d6d-72b8-4f77-8155-55f939173cf2" providerId="ADAL" clId="{F33F88E0-3380-47C4-AFDE-F1AC050ADA82}" dt="2026-01-25T15:58:08.960" v="517" actId="790"/>
          <ac:spMkLst>
            <pc:docMk/>
            <pc:sldMk cId="3002419514" sldId="267"/>
            <ac:spMk id="60" creationId="{B2BFEAE9-38F7-DD0B-A9A6-95CF3A5A862A}"/>
          </ac:spMkLst>
        </pc:spChg>
        <pc:spChg chg="mod">
          <ac:chgData name="Yash Jadhav" userId="535c3d6d-72b8-4f77-8155-55f939173cf2" providerId="ADAL" clId="{F33F88E0-3380-47C4-AFDE-F1AC050ADA82}" dt="2026-01-25T15:58:08.962" v="518" actId="790"/>
          <ac:spMkLst>
            <pc:docMk/>
            <pc:sldMk cId="3002419514" sldId="267"/>
            <ac:spMk id="61" creationId="{2078E461-CDF1-DA01-B6E0-C47D32954074}"/>
          </ac:spMkLst>
        </pc:spChg>
        <pc:spChg chg="mod">
          <ac:chgData name="Yash Jadhav" userId="535c3d6d-72b8-4f77-8155-55f939173cf2" providerId="ADAL" clId="{F33F88E0-3380-47C4-AFDE-F1AC050ADA82}" dt="2026-01-25T15:58:08.964" v="519" actId="790"/>
          <ac:spMkLst>
            <pc:docMk/>
            <pc:sldMk cId="3002419514" sldId="267"/>
            <ac:spMk id="62" creationId="{960C1097-6AC2-A22D-494C-00D8EA93B397}"/>
          </ac:spMkLst>
        </pc:spChg>
        <pc:spChg chg="mod">
          <ac:chgData name="Yash Jadhav" userId="535c3d6d-72b8-4f77-8155-55f939173cf2" providerId="ADAL" clId="{F33F88E0-3380-47C4-AFDE-F1AC050ADA82}" dt="2026-01-25T15:58:08.966" v="520" actId="790"/>
          <ac:spMkLst>
            <pc:docMk/>
            <pc:sldMk cId="3002419514" sldId="267"/>
            <ac:spMk id="63" creationId="{EB3BC377-6D5B-765F-2282-8EFFCDC79E98}"/>
          </ac:spMkLst>
        </pc:spChg>
        <pc:spChg chg="mod">
          <ac:chgData name="Yash Jadhav" userId="535c3d6d-72b8-4f77-8155-55f939173cf2" providerId="ADAL" clId="{F33F88E0-3380-47C4-AFDE-F1AC050ADA82}" dt="2026-01-25T15:58:09.013" v="547" actId="790"/>
          <ac:spMkLst>
            <pc:docMk/>
            <pc:sldMk cId="3002419514" sldId="267"/>
            <ac:spMk id="64" creationId="{A9F04F3A-451F-C318-228C-5B42FF27D5A3}"/>
          </ac:spMkLst>
        </pc:spChg>
        <pc:spChg chg="mod">
          <ac:chgData name="Yash Jadhav" userId="535c3d6d-72b8-4f77-8155-55f939173cf2" providerId="ADAL" clId="{F33F88E0-3380-47C4-AFDE-F1AC050ADA82}" dt="2026-01-25T15:58:09.016" v="548" actId="790"/>
          <ac:spMkLst>
            <pc:docMk/>
            <pc:sldMk cId="3002419514" sldId="267"/>
            <ac:spMk id="66" creationId="{B6CCBC21-7630-F97D-8BA5-DDA374F040EF}"/>
          </ac:spMkLst>
        </pc:spChg>
        <pc:spChg chg="mod">
          <ac:chgData name="Yash Jadhav" userId="535c3d6d-72b8-4f77-8155-55f939173cf2" providerId="ADAL" clId="{F33F88E0-3380-47C4-AFDE-F1AC050ADA82}" dt="2026-01-25T15:58:09.018" v="549" actId="790"/>
          <ac:spMkLst>
            <pc:docMk/>
            <pc:sldMk cId="3002419514" sldId="267"/>
            <ac:spMk id="67" creationId="{8E93DCEA-06B8-D44F-9123-A8D05B4CAB6C}"/>
          </ac:spMkLst>
        </pc:spChg>
        <pc:spChg chg="mod">
          <ac:chgData name="Yash Jadhav" userId="535c3d6d-72b8-4f77-8155-55f939173cf2" providerId="ADAL" clId="{F33F88E0-3380-47C4-AFDE-F1AC050ADA82}" dt="2026-01-25T15:58:09.020" v="550" actId="790"/>
          <ac:spMkLst>
            <pc:docMk/>
            <pc:sldMk cId="3002419514" sldId="267"/>
            <ac:spMk id="68" creationId="{22A4EB42-D9E0-7CFD-3959-DBFF766C9B9E}"/>
          </ac:spMkLst>
        </pc:spChg>
        <pc:spChg chg="mod">
          <ac:chgData name="Yash Jadhav" userId="535c3d6d-72b8-4f77-8155-55f939173cf2" providerId="ADAL" clId="{F33F88E0-3380-47C4-AFDE-F1AC050ADA82}" dt="2026-01-25T15:58:09.021" v="551" actId="790"/>
          <ac:spMkLst>
            <pc:docMk/>
            <pc:sldMk cId="3002419514" sldId="267"/>
            <ac:spMk id="69" creationId="{60CC51EE-F4C7-22CB-DAB7-32DD00D7D009}"/>
          </ac:spMkLst>
        </pc:spChg>
        <pc:spChg chg="mod">
          <ac:chgData name="Yash Jadhav" userId="535c3d6d-72b8-4f77-8155-55f939173cf2" providerId="ADAL" clId="{F33F88E0-3380-47C4-AFDE-F1AC050ADA82}" dt="2026-01-25T15:58:09.023" v="552" actId="790"/>
          <ac:spMkLst>
            <pc:docMk/>
            <pc:sldMk cId="3002419514" sldId="267"/>
            <ac:spMk id="70" creationId="{7430B7F8-488E-E337-F219-819DD6C40A4A}"/>
          </ac:spMkLst>
        </pc:spChg>
        <pc:spChg chg="mod">
          <ac:chgData name="Yash Jadhav" userId="535c3d6d-72b8-4f77-8155-55f939173cf2" providerId="ADAL" clId="{F33F88E0-3380-47C4-AFDE-F1AC050ADA82}" dt="2026-01-25T15:58:09.025" v="553" actId="790"/>
          <ac:spMkLst>
            <pc:docMk/>
            <pc:sldMk cId="3002419514" sldId="267"/>
            <ac:spMk id="71" creationId="{ECCDED38-63E1-86B3-8963-B69F1EF954FB}"/>
          </ac:spMkLst>
        </pc:spChg>
        <pc:spChg chg="mod">
          <ac:chgData name="Yash Jadhav" userId="535c3d6d-72b8-4f77-8155-55f939173cf2" providerId="ADAL" clId="{F33F88E0-3380-47C4-AFDE-F1AC050ADA82}" dt="2026-01-25T15:58:09.027" v="554" actId="790"/>
          <ac:spMkLst>
            <pc:docMk/>
            <pc:sldMk cId="3002419514" sldId="267"/>
            <ac:spMk id="72" creationId="{9C841461-5D9D-ED1F-4F32-0C055C832C9D}"/>
          </ac:spMkLst>
        </pc:spChg>
        <pc:spChg chg="mod">
          <ac:chgData name="Yash Jadhav" userId="535c3d6d-72b8-4f77-8155-55f939173cf2" providerId="ADAL" clId="{F33F88E0-3380-47C4-AFDE-F1AC050ADA82}" dt="2026-01-25T15:58:09.029" v="555" actId="790"/>
          <ac:spMkLst>
            <pc:docMk/>
            <pc:sldMk cId="3002419514" sldId="267"/>
            <ac:spMk id="73" creationId="{7AC6CDC6-ABED-5435-3768-63F294381769}"/>
          </ac:spMkLst>
        </pc:spChg>
        <pc:spChg chg="mod">
          <ac:chgData name="Yash Jadhav" userId="535c3d6d-72b8-4f77-8155-55f939173cf2" providerId="ADAL" clId="{F33F88E0-3380-47C4-AFDE-F1AC050ADA82}" dt="2026-01-25T15:58:09.032" v="556" actId="790"/>
          <ac:spMkLst>
            <pc:docMk/>
            <pc:sldMk cId="3002419514" sldId="267"/>
            <ac:spMk id="75" creationId="{F487B285-B8A5-5A3A-CF62-365A90952950}"/>
          </ac:spMkLst>
        </pc:spChg>
        <pc:spChg chg="mod">
          <ac:chgData name="Yash Jadhav" userId="535c3d6d-72b8-4f77-8155-55f939173cf2" providerId="ADAL" clId="{F33F88E0-3380-47C4-AFDE-F1AC050ADA82}" dt="2026-01-25T15:58:09.033" v="557" actId="790"/>
          <ac:spMkLst>
            <pc:docMk/>
            <pc:sldMk cId="3002419514" sldId="267"/>
            <ac:spMk id="76" creationId="{416C756F-E9A7-7953-65DC-5665F4927529}"/>
          </ac:spMkLst>
        </pc:spChg>
        <pc:spChg chg="mod">
          <ac:chgData name="Yash Jadhav" userId="535c3d6d-72b8-4f77-8155-55f939173cf2" providerId="ADAL" clId="{F33F88E0-3380-47C4-AFDE-F1AC050ADA82}" dt="2026-01-25T15:58:09.035" v="558" actId="790"/>
          <ac:spMkLst>
            <pc:docMk/>
            <pc:sldMk cId="3002419514" sldId="267"/>
            <ac:spMk id="77" creationId="{FEED7058-157B-F792-5558-CC6C90081FC5}"/>
          </ac:spMkLst>
        </pc:spChg>
        <pc:spChg chg="mod">
          <ac:chgData name="Yash Jadhav" userId="535c3d6d-72b8-4f77-8155-55f939173cf2" providerId="ADAL" clId="{F33F88E0-3380-47C4-AFDE-F1AC050ADA82}" dt="2026-01-25T15:58:09.036" v="559" actId="790"/>
          <ac:spMkLst>
            <pc:docMk/>
            <pc:sldMk cId="3002419514" sldId="267"/>
            <ac:spMk id="78" creationId="{F24A4144-81DE-D192-EFD0-FCC5AE81DE0B}"/>
          </ac:spMkLst>
        </pc:spChg>
        <pc:spChg chg="mod">
          <ac:chgData name="Yash Jadhav" userId="535c3d6d-72b8-4f77-8155-55f939173cf2" providerId="ADAL" clId="{F33F88E0-3380-47C4-AFDE-F1AC050ADA82}" dt="2026-01-25T15:58:09.039" v="560" actId="790"/>
          <ac:spMkLst>
            <pc:docMk/>
            <pc:sldMk cId="3002419514" sldId="267"/>
            <ac:spMk id="79" creationId="{6189FAC6-7E16-8AA6-3171-9F9E3CECC0E1}"/>
          </ac:spMkLst>
        </pc:spChg>
        <pc:spChg chg="mod">
          <ac:chgData name="Yash Jadhav" userId="535c3d6d-72b8-4f77-8155-55f939173cf2" providerId="ADAL" clId="{F33F88E0-3380-47C4-AFDE-F1AC050ADA82}" dt="2026-01-25T15:58:09.040" v="561" actId="790"/>
          <ac:spMkLst>
            <pc:docMk/>
            <pc:sldMk cId="3002419514" sldId="267"/>
            <ac:spMk id="80" creationId="{3D219DA2-71B8-3267-6328-712813340984}"/>
          </ac:spMkLst>
        </pc:spChg>
        <pc:spChg chg="mod">
          <ac:chgData name="Yash Jadhav" userId="535c3d6d-72b8-4f77-8155-55f939173cf2" providerId="ADAL" clId="{F33F88E0-3380-47C4-AFDE-F1AC050ADA82}" dt="2026-01-25T15:58:09.042" v="562" actId="790"/>
          <ac:spMkLst>
            <pc:docMk/>
            <pc:sldMk cId="3002419514" sldId="267"/>
            <ac:spMk id="81" creationId="{1E0DA8B2-51BB-C517-2020-0F82A70769E0}"/>
          </ac:spMkLst>
        </pc:spChg>
        <pc:spChg chg="mod">
          <ac:chgData name="Yash Jadhav" userId="535c3d6d-72b8-4f77-8155-55f939173cf2" providerId="ADAL" clId="{F33F88E0-3380-47C4-AFDE-F1AC050ADA82}" dt="2026-01-25T15:58:09.045" v="563" actId="790"/>
          <ac:spMkLst>
            <pc:docMk/>
            <pc:sldMk cId="3002419514" sldId="267"/>
            <ac:spMk id="82" creationId="{42DA9566-5581-8393-139C-BEF5DF11FB88}"/>
          </ac:spMkLst>
        </pc:spChg>
        <pc:spChg chg="mod">
          <ac:chgData name="Yash Jadhav" userId="535c3d6d-72b8-4f77-8155-55f939173cf2" providerId="ADAL" clId="{F33F88E0-3380-47C4-AFDE-F1AC050ADA82}" dt="2026-01-25T15:58:09.047" v="564" actId="790"/>
          <ac:spMkLst>
            <pc:docMk/>
            <pc:sldMk cId="3002419514" sldId="267"/>
            <ac:spMk id="83" creationId="{9F2D98FC-78A9-9ED3-BA2E-EC2303AF697C}"/>
          </ac:spMkLst>
        </pc:spChg>
        <pc:spChg chg="mod">
          <ac:chgData name="Yash Jadhav" userId="535c3d6d-72b8-4f77-8155-55f939173cf2" providerId="ADAL" clId="{F33F88E0-3380-47C4-AFDE-F1AC050ADA82}" dt="2026-01-25T15:58:09.048" v="565" actId="790"/>
          <ac:spMkLst>
            <pc:docMk/>
            <pc:sldMk cId="3002419514" sldId="267"/>
            <ac:spMk id="84" creationId="{A64C5710-B241-3867-9698-3AAFBCB48ADB}"/>
          </ac:spMkLst>
        </pc:spChg>
        <pc:spChg chg="mod">
          <ac:chgData name="Yash Jadhav" userId="535c3d6d-72b8-4f77-8155-55f939173cf2" providerId="ADAL" clId="{F33F88E0-3380-47C4-AFDE-F1AC050ADA82}" dt="2026-01-25T15:58:09.049" v="566" actId="790"/>
          <ac:spMkLst>
            <pc:docMk/>
            <pc:sldMk cId="3002419514" sldId="267"/>
            <ac:spMk id="85" creationId="{80D2092E-A3ED-FE8B-BECE-4965A3133D39}"/>
          </ac:spMkLst>
        </pc:spChg>
        <pc:spChg chg="mod">
          <ac:chgData name="Yash Jadhav" userId="535c3d6d-72b8-4f77-8155-55f939173cf2" providerId="ADAL" clId="{F33F88E0-3380-47C4-AFDE-F1AC050ADA82}" dt="2026-01-25T15:58:09.052" v="567" actId="790"/>
          <ac:spMkLst>
            <pc:docMk/>
            <pc:sldMk cId="3002419514" sldId="267"/>
            <ac:spMk id="86" creationId="{3739E3DB-6850-AA4D-3E10-C50168ECAEEA}"/>
          </ac:spMkLst>
        </pc:spChg>
        <pc:spChg chg="mod">
          <ac:chgData name="Yash Jadhav" userId="535c3d6d-72b8-4f77-8155-55f939173cf2" providerId="ADAL" clId="{F33F88E0-3380-47C4-AFDE-F1AC050ADA82}" dt="2026-01-25T15:58:09.053" v="568" actId="790"/>
          <ac:spMkLst>
            <pc:docMk/>
            <pc:sldMk cId="3002419514" sldId="267"/>
            <ac:spMk id="87" creationId="{48CB040F-DAA4-DEFB-69BB-FE0645573FAB}"/>
          </ac:spMkLst>
        </pc:spChg>
        <pc:spChg chg="mod">
          <ac:chgData name="Yash Jadhav" userId="535c3d6d-72b8-4f77-8155-55f939173cf2" providerId="ADAL" clId="{F33F88E0-3380-47C4-AFDE-F1AC050ADA82}" dt="2026-01-25T15:58:09.055" v="569" actId="790"/>
          <ac:spMkLst>
            <pc:docMk/>
            <pc:sldMk cId="3002419514" sldId="267"/>
            <ac:spMk id="88" creationId="{9202114A-462E-A236-360B-21B72A5D7267}"/>
          </ac:spMkLst>
        </pc:spChg>
        <pc:spChg chg="mod">
          <ac:chgData name="Yash Jadhav" userId="535c3d6d-72b8-4f77-8155-55f939173cf2" providerId="ADAL" clId="{F33F88E0-3380-47C4-AFDE-F1AC050ADA82}" dt="2026-01-25T15:58:09.056" v="570" actId="790"/>
          <ac:spMkLst>
            <pc:docMk/>
            <pc:sldMk cId="3002419514" sldId="267"/>
            <ac:spMk id="89" creationId="{9941F6F8-8ADA-189F-D6A5-41F17C9CAA6C}"/>
          </ac:spMkLst>
        </pc:spChg>
        <pc:spChg chg="mod">
          <ac:chgData name="Yash Jadhav" userId="535c3d6d-72b8-4f77-8155-55f939173cf2" providerId="ADAL" clId="{F33F88E0-3380-47C4-AFDE-F1AC050ADA82}" dt="2026-01-25T15:58:09.058" v="571" actId="790"/>
          <ac:spMkLst>
            <pc:docMk/>
            <pc:sldMk cId="3002419514" sldId="267"/>
            <ac:spMk id="90" creationId="{4A21244A-BC01-0AC3-6449-C63EC32B6B94}"/>
          </ac:spMkLst>
        </pc:spChg>
        <pc:spChg chg="mod">
          <ac:chgData name="Yash Jadhav" userId="535c3d6d-72b8-4f77-8155-55f939173cf2" providerId="ADAL" clId="{F33F88E0-3380-47C4-AFDE-F1AC050ADA82}" dt="2026-01-25T15:58:09.061" v="572" actId="790"/>
          <ac:spMkLst>
            <pc:docMk/>
            <pc:sldMk cId="3002419514" sldId="267"/>
            <ac:spMk id="91" creationId="{3AC41118-B7F2-D0F7-1D65-19DE8085E783}"/>
          </ac:spMkLst>
        </pc:spChg>
        <pc:spChg chg="mod">
          <ac:chgData name="Yash Jadhav" userId="535c3d6d-72b8-4f77-8155-55f939173cf2" providerId="ADAL" clId="{F33F88E0-3380-47C4-AFDE-F1AC050ADA82}" dt="2026-01-25T15:58:09.062" v="573" actId="790"/>
          <ac:spMkLst>
            <pc:docMk/>
            <pc:sldMk cId="3002419514" sldId="267"/>
            <ac:spMk id="92" creationId="{F18FE35B-563F-AE7D-080E-389E6016ACC7}"/>
          </ac:spMkLst>
        </pc:spChg>
        <pc:spChg chg="mod">
          <ac:chgData name="Yash Jadhav" userId="535c3d6d-72b8-4f77-8155-55f939173cf2" providerId="ADAL" clId="{F33F88E0-3380-47C4-AFDE-F1AC050ADA82}" dt="2026-01-25T15:58:09.064" v="574" actId="790"/>
          <ac:spMkLst>
            <pc:docMk/>
            <pc:sldMk cId="3002419514" sldId="267"/>
            <ac:spMk id="93" creationId="{4B5B6318-5EB7-6F92-D17E-D99F8CB26533}"/>
          </ac:spMkLst>
        </pc:spChg>
        <pc:spChg chg="mod">
          <ac:chgData name="Yash Jadhav" userId="535c3d6d-72b8-4f77-8155-55f939173cf2" providerId="ADAL" clId="{F33F88E0-3380-47C4-AFDE-F1AC050ADA82}" dt="2026-01-25T15:58:09.065" v="575" actId="790"/>
          <ac:spMkLst>
            <pc:docMk/>
            <pc:sldMk cId="3002419514" sldId="267"/>
            <ac:spMk id="94" creationId="{EBB3133B-1DD8-3248-9EC2-34A5B1A7D333}"/>
          </ac:spMkLst>
        </pc:spChg>
        <pc:spChg chg="mod">
          <ac:chgData name="Yash Jadhav" userId="535c3d6d-72b8-4f77-8155-55f939173cf2" providerId="ADAL" clId="{F33F88E0-3380-47C4-AFDE-F1AC050ADA82}" dt="2026-01-25T15:58:09.067" v="576" actId="790"/>
          <ac:spMkLst>
            <pc:docMk/>
            <pc:sldMk cId="3002419514" sldId="267"/>
            <ac:spMk id="95" creationId="{00B3D4EE-AB95-6418-0ED8-E7D942669CAA}"/>
          </ac:spMkLst>
        </pc:spChg>
        <pc:spChg chg="mod">
          <ac:chgData name="Yash Jadhav" userId="535c3d6d-72b8-4f77-8155-55f939173cf2" providerId="ADAL" clId="{F33F88E0-3380-47C4-AFDE-F1AC050ADA82}" dt="2026-01-25T15:58:09.068" v="577" actId="790"/>
          <ac:spMkLst>
            <pc:docMk/>
            <pc:sldMk cId="3002419514" sldId="267"/>
            <ac:spMk id="96" creationId="{6F5BF790-5CF6-ABC0-50EB-CCE4AD4E56C1}"/>
          </ac:spMkLst>
        </pc:spChg>
        <pc:spChg chg="mod">
          <ac:chgData name="Yash Jadhav" userId="535c3d6d-72b8-4f77-8155-55f939173cf2" providerId="ADAL" clId="{F33F88E0-3380-47C4-AFDE-F1AC050ADA82}" dt="2026-01-25T15:58:09.070" v="578" actId="790"/>
          <ac:spMkLst>
            <pc:docMk/>
            <pc:sldMk cId="3002419514" sldId="267"/>
            <ac:spMk id="97" creationId="{237DB97A-522A-CFDC-962E-89863D7137AF}"/>
          </ac:spMkLst>
        </pc:spChg>
        <pc:spChg chg="mod">
          <ac:chgData name="Yash Jadhav" userId="535c3d6d-72b8-4f77-8155-55f939173cf2" providerId="ADAL" clId="{F33F88E0-3380-47C4-AFDE-F1AC050ADA82}" dt="2026-01-25T15:58:09.071" v="579" actId="790"/>
          <ac:spMkLst>
            <pc:docMk/>
            <pc:sldMk cId="3002419514" sldId="267"/>
            <ac:spMk id="98" creationId="{A4782882-F534-3384-5BED-B5429C52E69F}"/>
          </ac:spMkLst>
        </pc:spChg>
        <pc:spChg chg="mod">
          <ac:chgData name="Yash Jadhav" userId="535c3d6d-72b8-4f77-8155-55f939173cf2" providerId="ADAL" clId="{F33F88E0-3380-47C4-AFDE-F1AC050ADA82}" dt="2026-01-25T15:58:09.073" v="580" actId="790"/>
          <ac:spMkLst>
            <pc:docMk/>
            <pc:sldMk cId="3002419514" sldId="267"/>
            <ac:spMk id="99" creationId="{04D31354-C465-8CB5-F402-A120A04FFAE7}"/>
          </ac:spMkLst>
        </pc:spChg>
        <pc:spChg chg="mod">
          <ac:chgData name="Yash Jadhav" userId="535c3d6d-72b8-4f77-8155-55f939173cf2" providerId="ADAL" clId="{F33F88E0-3380-47C4-AFDE-F1AC050ADA82}" dt="2026-01-25T15:58:09.074" v="581" actId="790"/>
          <ac:spMkLst>
            <pc:docMk/>
            <pc:sldMk cId="3002419514" sldId="267"/>
            <ac:spMk id="100" creationId="{F883833A-41FA-E48F-A539-E79D5B2B0E61}"/>
          </ac:spMkLst>
        </pc:spChg>
        <pc:spChg chg="mod">
          <ac:chgData name="Yash Jadhav" userId="535c3d6d-72b8-4f77-8155-55f939173cf2" providerId="ADAL" clId="{F33F88E0-3380-47C4-AFDE-F1AC050ADA82}" dt="2026-01-25T15:58:09.076" v="582" actId="790"/>
          <ac:spMkLst>
            <pc:docMk/>
            <pc:sldMk cId="3002419514" sldId="267"/>
            <ac:spMk id="101" creationId="{3C11B41C-5515-587C-9A0B-DD3D77498F31}"/>
          </ac:spMkLst>
        </pc:spChg>
        <pc:spChg chg="mod">
          <ac:chgData name="Yash Jadhav" userId="535c3d6d-72b8-4f77-8155-55f939173cf2" providerId="ADAL" clId="{F33F88E0-3380-47C4-AFDE-F1AC050ADA82}" dt="2026-01-25T15:58:09.077" v="583" actId="790"/>
          <ac:spMkLst>
            <pc:docMk/>
            <pc:sldMk cId="3002419514" sldId="267"/>
            <ac:spMk id="102" creationId="{A4436980-3C7C-549C-F9DA-A2A2E02908F5}"/>
          </ac:spMkLst>
        </pc:spChg>
        <pc:spChg chg="mod">
          <ac:chgData name="Yash Jadhav" userId="535c3d6d-72b8-4f77-8155-55f939173cf2" providerId="ADAL" clId="{F33F88E0-3380-47C4-AFDE-F1AC050ADA82}" dt="2026-01-25T15:58:09.079" v="584" actId="790"/>
          <ac:spMkLst>
            <pc:docMk/>
            <pc:sldMk cId="3002419514" sldId="267"/>
            <ac:spMk id="103" creationId="{F8783B93-6E80-88B4-FD93-D44BED4033D3}"/>
          </ac:spMkLst>
        </pc:spChg>
        <pc:spChg chg="mod">
          <ac:chgData name="Yash Jadhav" userId="535c3d6d-72b8-4f77-8155-55f939173cf2" providerId="ADAL" clId="{F33F88E0-3380-47C4-AFDE-F1AC050ADA82}" dt="2026-01-25T15:58:09.081" v="585" actId="790"/>
          <ac:spMkLst>
            <pc:docMk/>
            <pc:sldMk cId="3002419514" sldId="267"/>
            <ac:spMk id="105" creationId="{71DCB343-3C02-CF43-E475-36AB34CF76D6}"/>
          </ac:spMkLst>
        </pc:spChg>
        <pc:spChg chg="mod">
          <ac:chgData name="Yash Jadhav" userId="535c3d6d-72b8-4f77-8155-55f939173cf2" providerId="ADAL" clId="{F33F88E0-3380-47C4-AFDE-F1AC050ADA82}" dt="2026-01-25T15:58:09.083" v="586" actId="790"/>
          <ac:spMkLst>
            <pc:docMk/>
            <pc:sldMk cId="3002419514" sldId="267"/>
            <ac:spMk id="106" creationId="{0C920971-38E1-B45B-28A1-206F3F1B0431}"/>
          </ac:spMkLst>
        </pc:spChg>
        <pc:spChg chg="mod">
          <ac:chgData name="Yash Jadhav" userId="535c3d6d-72b8-4f77-8155-55f939173cf2" providerId="ADAL" clId="{F33F88E0-3380-47C4-AFDE-F1AC050ADA82}" dt="2026-01-25T15:58:09.085" v="587" actId="790"/>
          <ac:spMkLst>
            <pc:docMk/>
            <pc:sldMk cId="3002419514" sldId="267"/>
            <ac:spMk id="107" creationId="{3A3C0189-4E43-CBCB-FB9F-024BC63E965D}"/>
          </ac:spMkLst>
        </pc:spChg>
        <pc:spChg chg="mod">
          <ac:chgData name="Yash Jadhav" userId="535c3d6d-72b8-4f77-8155-55f939173cf2" providerId="ADAL" clId="{F33F88E0-3380-47C4-AFDE-F1AC050ADA82}" dt="2026-01-25T15:58:09.086" v="588" actId="790"/>
          <ac:spMkLst>
            <pc:docMk/>
            <pc:sldMk cId="3002419514" sldId="267"/>
            <ac:spMk id="108" creationId="{59304B48-5898-4454-97AE-6F0D77A393D1}"/>
          </ac:spMkLst>
        </pc:spChg>
        <pc:spChg chg="mod">
          <ac:chgData name="Yash Jadhav" userId="535c3d6d-72b8-4f77-8155-55f939173cf2" providerId="ADAL" clId="{F33F88E0-3380-47C4-AFDE-F1AC050ADA82}" dt="2026-01-25T15:58:09.087" v="589" actId="790"/>
          <ac:spMkLst>
            <pc:docMk/>
            <pc:sldMk cId="3002419514" sldId="267"/>
            <ac:spMk id="109" creationId="{D958BC90-1548-5E0A-ED86-FD61C4DF2738}"/>
          </ac:spMkLst>
        </pc:spChg>
        <pc:spChg chg="mod">
          <ac:chgData name="Yash Jadhav" userId="535c3d6d-72b8-4f77-8155-55f939173cf2" providerId="ADAL" clId="{F33F88E0-3380-47C4-AFDE-F1AC050ADA82}" dt="2026-01-25T15:58:09.089" v="590" actId="790"/>
          <ac:spMkLst>
            <pc:docMk/>
            <pc:sldMk cId="3002419514" sldId="267"/>
            <ac:spMk id="110" creationId="{76979F2B-325D-2AEB-1ACD-D945062F5040}"/>
          </ac:spMkLst>
        </pc:spChg>
        <pc:spChg chg="mod">
          <ac:chgData name="Yash Jadhav" userId="535c3d6d-72b8-4f77-8155-55f939173cf2" providerId="ADAL" clId="{F33F88E0-3380-47C4-AFDE-F1AC050ADA82}" dt="2026-01-25T15:58:09.091" v="591" actId="790"/>
          <ac:spMkLst>
            <pc:docMk/>
            <pc:sldMk cId="3002419514" sldId="267"/>
            <ac:spMk id="111" creationId="{5BDCDE98-57E7-EC8C-A3DB-053460CE8012}"/>
          </ac:spMkLst>
        </pc:spChg>
        <pc:spChg chg="mod">
          <ac:chgData name="Yash Jadhav" userId="535c3d6d-72b8-4f77-8155-55f939173cf2" providerId="ADAL" clId="{F33F88E0-3380-47C4-AFDE-F1AC050ADA82}" dt="2026-01-25T15:58:09.094" v="592" actId="790"/>
          <ac:spMkLst>
            <pc:docMk/>
            <pc:sldMk cId="3002419514" sldId="267"/>
            <ac:spMk id="112" creationId="{B3539F6B-C763-35F8-D76B-43A7123FCF62}"/>
          </ac:spMkLst>
        </pc:spChg>
        <pc:spChg chg="mod">
          <ac:chgData name="Yash Jadhav" userId="535c3d6d-72b8-4f77-8155-55f939173cf2" providerId="ADAL" clId="{F33F88E0-3380-47C4-AFDE-F1AC050ADA82}" dt="2026-01-25T15:58:09.096" v="593" actId="790"/>
          <ac:spMkLst>
            <pc:docMk/>
            <pc:sldMk cId="3002419514" sldId="267"/>
            <ac:spMk id="114" creationId="{A0697E80-7E4A-1E69-71C0-7512ED2E34A5}"/>
          </ac:spMkLst>
        </pc:spChg>
        <pc:spChg chg="mod">
          <ac:chgData name="Yash Jadhav" userId="535c3d6d-72b8-4f77-8155-55f939173cf2" providerId="ADAL" clId="{F33F88E0-3380-47C4-AFDE-F1AC050ADA82}" dt="2026-01-25T15:58:09.098" v="594" actId="790"/>
          <ac:spMkLst>
            <pc:docMk/>
            <pc:sldMk cId="3002419514" sldId="267"/>
            <ac:spMk id="115" creationId="{F6127E30-B5B8-D8C1-8F7C-2C34721F3DDD}"/>
          </ac:spMkLst>
        </pc:spChg>
        <pc:spChg chg="mod">
          <ac:chgData name="Yash Jadhav" userId="535c3d6d-72b8-4f77-8155-55f939173cf2" providerId="ADAL" clId="{F33F88E0-3380-47C4-AFDE-F1AC050ADA82}" dt="2026-01-25T15:58:09.099" v="595" actId="790"/>
          <ac:spMkLst>
            <pc:docMk/>
            <pc:sldMk cId="3002419514" sldId="267"/>
            <ac:spMk id="116" creationId="{459F7D03-9CE4-5498-439A-0312A504CA51}"/>
          </ac:spMkLst>
        </pc:spChg>
        <pc:spChg chg="mod">
          <ac:chgData name="Yash Jadhav" userId="535c3d6d-72b8-4f77-8155-55f939173cf2" providerId="ADAL" clId="{F33F88E0-3380-47C4-AFDE-F1AC050ADA82}" dt="2026-01-25T15:58:09.101" v="596" actId="790"/>
          <ac:spMkLst>
            <pc:docMk/>
            <pc:sldMk cId="3002419514" sldId="267"/>
            <ac:spMk id="118" creationId="{6BDCCE03-37D9-0A81-7C29-5FA9AD3871B2}"/>
          </ac:spMkLst>
        </pc:spChg>
        <pc:spChg chg="mod">
          <ac:chgData name="Yash Jadhav" userId="535c3d6d-72b8-4f77-8155-55f939173cf2" providerId="ADAL" clId="{F33F88E0-3380-47C4-AFDE-F1AC050ADA82}" dt="2026-01-25T15:58:09.102" v="597" actId="790"/>
          <ac:spMkLst>
            <pc:docMk/>
            <pc:sldMk cId="3002419514" sldId="267"/>
            <ac:spMk id="119" creationId="{F5CE4A61-8D04-CB66-3A74-AC8E60AD3709}"/>
          </ac:spMkLst>
        </pc:spChg>
        <pc:spChg chg="mod">
          <ac:chgData name="Yash Jadhav" userId="535c3d6d-72b8-4f77-8155-55f939173cf2" providerId="ADAL" clId="{F33F88E0-3380-47C4-AFDE-F1AC050ADA82}" dt="2026-01-25T15:58:09.104" v="598" actId="790"/>
          <ac:spMkLst>
            <pc:docMk/>
            <pc:sldMk cId="3002419514" sldId="267"/>
            <ac:spMk id="120" creationId="{A2F1A79D-BCA8-7821-7481-7F5CA4AA0A09}"/>
          </ac:spMkLst>
        </pc:spChg>
        <pc:spChg chg="mod">
          <ac:chgData name="Yash Jadhav" userId="535c3d6d-72b8-4f77-8155-55f939173cf2" providerId="ADAL" clId="{F33F88E0-3380-47C4-AFDE-F1AC050ADA82}" dt="2026-01-25T15:58:09.105" v="599" actId="790"/>
          <ac:spMkLst>
            <pc:docMk/>
            <pc:sldMk cId="3002419514" sldId="267"/>
            <ac:spMk id="121" creationId="{D6F3D57F-A764-D6A1-42BB-0C3014B4910C}"/>
          </ac:spMkLst>
        </pc:spChg>
        <pc:spChg chg="mod">
          <ac:chgData name="Yash Jadhav" userId="535c3d6d-72b8-4f77-8155-55f939173cf2" providerId="ADAL" clId="{F33F88E0-3380-47C4-AFDE-F1AC050ADA82}" dt="2026-01-25T15:58:09.106" v="600" actId="790"/>
          <ac:spMkLst>
            <pc:docMk/>
            <pc:sldMk cId="3002419514" sldId="267"/>
            <ac:spMk id="122" creationId="{FDAC1C08-F593-411C-61F0-A2F51B26B0F5}"/>
          </ac:spMkLst>
        </pc:spChg>
        <pc:spChg chg="mod">
          <ac:chgData name="Yash Jadhav" userId="535c3d6d-72b8-4f77-8155-55f939173cf2" providerId="ADAL" clId="{F33F88E0-3380-47C4-AFDE-F1AC050ADA82}" dt="2026-01-25T15:58:09.109" v="601" actId="790"/>
          <ac:spMkLst>
            <pc:docMk/>
            <pc:sldMk cId="3002419514" sldId="267"/>
            <ac:spMk id="123" creationId="{8EB4AAFC-042A-A4D1-F8DB-C6CBD0E5FA49}"/>
          </ac:spMkLst>
        </pc:spChg>
        <pc:spChg chg="mod">
          <ac:chgData name="Yash Jadhav" userId="535c3d6d-72b8-4f77-8155-55f939173cf2" providerId="ADAL" clId="{F33F88E0-3380-47C4-AFDE-F1AC050ADA82}" dt="2026-01-25T15:58:09.112" v="602" actId="790"/>
          <ac:spMkLst>
            <pc:docMk/>
            <pc:sldMk cId="3002419514" sldId="267"/>
            <ac:spMk id="124" creationId="{B6998A53-6655-8C53-2C36-08918EBF8B0B}"/>
          </ac:spMkLst>
        </pc:spChg>
        <pc:spChg chg="mod">
          <ac:chgData name="Yash Jadhav" userId="535c3d6d-72b8-4f77-8155-55f939173cf2" providerId="ADAL" clId="{F33F88E0-3380-47C4-AFDE-F1AC050ADA82}" dt="2026-01-25T15:58:09.114" v="603" actId="790"/>
          <ac:spMkLst>
            <pc:docMk/>
            <pc:sldMk cId="3002419514" sldId="267"/>
            <ac:spMk id="125" creationId="{B1CBA4A4-A441-4660-7384-AAF96384EF44}"/>
          </ac:spMkLst>
        </pc:spChg>
        <pc:spChg chg="mod">
          <ac:chgData name="Yash Jadhav" userId="535c3d6d-72b8-4f77-8155-55f939173cf2" providerId="ADAL" clId="{F33F88E0-3380-47C4-AFDE-F1AC050ADA82}" dt="2026-01-25T15:58:09.116" v="604" actId="790"/>
          <ac:spMkLst>
            <pc:docMk/>
            <pc:sldMk cId="3002419514" sldId="267"/>
            <ac:spMk id="126" creationId="{46D7EDFC-6F43-C51F-9FFF-4FA77BC7ADD6}"/>
          </ac:spMkLst>
        </pc:spChg>
        <pc:spChg chg="mod">
          <ac:chgData name="Yash Jadhav" userId="535c3d6d-72b8-4f77-8155-55f939173cf2" providerId="ADAL" clId="{F33F88E0-3380-47C4-AFDE-F1AC050ADA82}" dt="2026-01-25T15:58:09.117" v="605" actId="790"/>
          <ac:spMkLst>
            <pc:docMk/>
            <pc:sldMk cId="3002419514" sldId="267"/>
            <ac:spMk id="127" creationId="{18673460-E354-5E79-422B-49E49FFA34DF}"/>
          </ac:spMkLst>
        </pc:spChg>
        <pc:spChg chg="mod">
          <ac:chgData name="Yash Jadhav" userId="535c3d6d-72b8-4f77-8155-55f939173cf2" providerId="ADAL" clId="{F33F88E0-3380-47C4-AFDE-F1AC050ADA82}" dt="2026-01-25T15:58:09.119" v="606" actId="790"/>
          <ac:spMkLst>
            <pc:docMk/>
            <pc:sldMk cId="3002419514" sldId="267"/>
            <ac:spMk id="128" creationId="{38E09829-C02C-6DA2-C08B-42A078A585A0}"/>
          </ac:spMkLst>
        </pc:spChg>
        <pc:spChg chg="mod">
          <ac:chgData name="Yash Jadhav" userId="535c3d6d-72b8-4f77-8155-55f939173cf2" providerId="ADAL" clId="{F33F88E0-3380-47C4-AFDE-F1AC050ADA82}" dt="2026-01-25T15:58:09.121" v="607" actId="790"/>
          <ac:spMkLst>
            <pc:docMk/>
            <pc:sldMk cId="3002419514" sldId="267"/>
            <ac:spMk id="129" creationId="{7FBF9F03-82C8-C52F-32EE-5D0B19EFDEC3}"/>
          </ac:spMkLst>
        </pc:spChg>
        <pc:spChg chg="mod">
          <ac:chgData name="Yash Jadhav" userId="535c3d6d-72b8-4f77-8155-55f939173cf2" providerId="ADAL" clId="{F33F88E0-3380-47C4-AFDE-F1AC050ADA82}" dt="2026-01-25T15:58:09.122" v="608" actId="790"/>
          <ac:spMkLst>
            <pc:docMk/>
            <pc:sldMk cId="3002419514" sldId="267"/>
            <ac:spMk id="130" creationId="{ECE5A40E-2438-C927-D656-A0477AA844FB}"/>
          </ac:spMkLst>
        </pc:spChg>
        <pc:spChg chg="mod">
          <ac:chgData name="Yash Jadhav" userId="535c3d6d-72b8-4f77-8155-55f939173cf2" providerId="ADAL" clId="{F33F88E0-3380-47C4-AFDE-F1AC050ADA82}" dt="2026-01-25T15:58:09.124" v="609" actId="790"/>
          <ac:spMkLst>
            <pc:docMk/>
            <pc:sldMk cId="3002419514" sldId="267"/>
            <ac:spMk id="131" creationId="{B13C3227-8A07-5106-F44B-834C9EFFC85B}"/>
          </ac:spMkLst>
        </pc:spChg>
        <pc:spChg chg="mod">
          <ac:chgData name="Yash Jadhav" userId="535c3d6d-72b8-4f77-8155-55f939173cf2" providerId="ADAL" clId="{F33F88E0-3380-47C4-AFDE-F1AC050ADA82}" dt="2026-01-25T15:58:09.126" v="610" actId="790"/>
          <ac:spMkLst>
            <pc:docMk/>
            <pc:sldMk cId="3002419514" sldId="267"/>
            <ac:spMk id="132" creationId="{BE725BB4-4CEA-943B-65D6-2A612019B964}"/>
          </ac:spMkLst>
        </pc:spChg>
        <pc:spChg chg="mod">
          <ac:chgData name="Yash Jadhav" userId="535c3d6d-72b8-4f77-8155-55f939173cf2" providerId="ADAL" clId="{F33F88E0-3380-47C4-AFDE-F1AC050ADA82}" dt="2026-01-25T15:58:09.128" v="611" actId="790"/>
          <ac:spMkLst>
            <pc:docMk/>
            <pc:sldMk cId="3002419514" sldId="267"/>
            <ac:spMk id="133" creationId="{6147F80C-989C-6115-A26F-F47AC538E9AE}"/>
          </ac:spMkLst>
        </pc:spChg>
        <pc:spChg chg="mod">
          <ac:chgData name="Yash Jadhav" userId="535c3d6d-72b8-4f77-8155-55f939173cf2" providerId="ADAL" clId="{F33F88E0-3380-47C4-AFDE-F1AC050ADA82}" dt="2026-01-25T15:58:09.129" v="612" actId="790"/>
          <ac:spMkLst>
            <pc:docMk/>
            <pc:sldMk cId="3002419514" sldId="267"/>
            <ac:spMk id="134" creationId="{19069834-2654-4FA1-EECB-45E523902A84}"/>
          </ac:spMkLst>
        </pc:spChg>
        <pc:spChg chg="mod">
          <ac:chgData name="Yash Jadhav" userId="535c3d6d-72b8-4f77-8155-55f939173cf2" providerId="ADAL" clId="{F33F88E0-3380-47C4-AFDE-F1AC050ADA82}" dt="2026-01-25T15:58:09.131" v="613" actId="790"/>
          <ac:spMkLst>
            <pc:docMk/>
            <pc:sldMk cId="3002419514" sldId="267"/>
            <ac:spMk id="135" creationId="{427F0504-05AD-B824-DC28-91EC458EC754}"/>
          </ac:spMkLst>
        </pc:spChg>
        <pc:spChg chg="mod">
          <ac:chgData name="Yash Jadhav" userId="535c3d6d-72b8-4f77-8155-55f939173cf2" providerId="ADAL" clId="{F33F88E0-3380-47C4-AFDE-F1AC050ADA82}" dt="2026-01-25T15:58:09.132" v="614" actId="790"/>
          <ac:spMkLst>
            <pc:docMk/>
            <pc:sldMk cId="3002419514" sldId="267"/>
            <ac:spMk id="136" creationId="{316246B6-4057-FEE0-14AD-E8CF7449D9CA}"/>
          </ac:spMkLst>
        </pc:spChg>
        <pc:spChg chg="mod">
          <ac:chgData name="Yash Jadhav" userId="535c3d6d-72b8-4f77-8155-55f939173cf2" providerId="ADAL" clId="{F33F88E0-3380-47C4-AFDE-F1AC050ADA82}" dt="2026-01-25T15:58:09.134" v="615" actId="790"/>
          <ac:spMkLst>
            <pc:docMk/>
            <pc:sldMk cId="3002419514" sldId="267"/>
            <ac:spMk id="137" creationId="{BF5343BF-B48F-66DC-BC62-BCA5E608A365}"/>
          </ac:spMkLst>
        </pc:spChg>
        <pc:spChg chg="mod">
          <ac:chgData name="Yash Jadhav" userId="535c3d6d-72b8-4f77-8155-55f939173cf2" providerId="ADAL" clId="{F33F88E0-3380-47C4-AFDE-F1AC050ADA82}" dt="2026-01-25T15:58:09.136" v="616" actId="790"/>
          <ac:spMkLst>
            <pc:docMk/>
            <pc:sldMk cId="3002419514" sldId="267"/>
            <ac:spMk id="138" creationId="{A346AB21-8954-92F6-85CA-C64D96C5698B}"/>
          </ac:spMkLst>
        </pc:spChg>
        <pc:spChg chg="mod">
          <ac:chgData name="Yash Jadhav" userId="535c3d6d-72b8-4f77-8155-55f939173cf2" providerId="ADAL" clId="{F33F88E0-3380-47C4-AFDE-F1AC050ADA82}" dt="2026-01-25T15:58:09.137" v="617" actId="790"/>
          <ac:spMkLst>
            <pc:docMk/>
            <pc:sldMk cId="3002419514" sldId="267"/>
            <ac:spMk id="139" creationId="{69A77E4A-8225-F187-3A7B-AEE29A5249E5}"/>
          </ac:spMkLst>
        </pc:spChg>
        <pc:spChg chg="mod">
          <ac:chgData name="Yash Jadhav" userId="535c3d6d-72b8-4f77-8155-55f939173cf2" providerId="ADAL" clId="{F33F88E0-3380-47C4-AFDE-F1AC050ADA82}" dt="2026-01-25T15:58:09.139" v="618" actId="790"/>
          <ac:spMkLst>
            <pc:docMk/>
            <pc:sldMk cId="3002419514" sldId="267"/>
            <ac:spMk id="140" creationId="{7F28B08B-A09E-B749-373C-711A6091243C}"/>
          </ac:spMkLst>
        </pc:spChg>
        <pc:spChg chg="mod">
          <ac:chgData name="Yash Jadhav" userId="535c3d6d-72b8-4f77-8155-55f939173cf2" providerId="ADAL" clId="{F33F88E0-3380-47C4-AFDE-F1AC050ADA82}" dt="2026-01-25T15:58:09.141" v="619" actId="790"/>
          <ac:spMkLst>
            <pc:docMk/>
            <pc:sldMk cId="3002419514" sldId="267"/>
            <ac:spMk id="141" creationId="{DA0FC8EE-08B0-F181-96C8-A3877DCE0A96}"/>
          </ac:spMkLst>
        </pc:spChg>
        <pc:spChg chg="mod">
          <ac:chgData name="Yash Jadhav" userId="535c3d6d-72b8-4f77-8155-55f939173cf2" providerId="ADAL" clId="{F33F88E0-3380-47C4-AFDE-F1AC050ADA82}" dt="2026-01-25T15:58:09.143" v="620" actId="790"/>
          <ac:spMkLst>
            <pc:docMk/>
            <pc:sldMk cId="3002419514" sldId="267"/>
            <ac:spMk id="142" creationId="{A83E5FA4-682A-C75A-964C-248D9D30DE96}"/>
          </ac:spMkLst>
        </pc:spChg>
        <pc:spChg chg="mod">
          <ac:chgData name="Yash Jadhav" userId="535c3d6d-72b8-4f77-8155-55f939173cf2" providerId="ADAL" clId="{F33F88E0-3380-47C4-AFDE-F1AC050ADA82}" dt="2026-01-25T15:58:09.146" v="621" actId="790"/>
          <ac:spMkLst>
            <pc:docMk/>
            <pc:sldMk cId="3002419514" sldId="267"/>
            <ac:spMk id="143" creationId="{B5C87BAA-AE2D-5337-0580-0625F78FE9CE}"/>
          </ac:spMkLst>
        </pc:spChg>
        <pc:spChg chg="mod">
          <ac:chgData name="Yash Jadhav" userId="535c3d6d-72b8-4f77-8155-55f939173cf2" providerId="ADAL" clId="{F33F88E0-3380-47C4-AFDE-F1AC050ADA82}" dt="2026-01-25T15:58:09.148" v="622" actId="790"/>
          <ac:spMkLst>
            <pc:docMk/>
            <pc:sldMk cId="3002419514" sldId="267"/>
            <ac:spMk id="144" creationId="{B32541DB-5FD0-4B78-2ABA-6E7AA67DFB9F}"/>
          </ac:spMkLst>
        </pc:spChg>
        <pc:spChg chg="mod">
          <ac:chgData name="Yash Jadhav" userId="535c3d6d-72b8-4f77-8155-55f939173cf2" providerId="ADAL" clId="{F33F88E0-3380-47C4-AFDE-F1AC050ADA82}" dt="2026-01-25T15:58:09.149" v="623" actId="790"/>
          <ac:spMkLst>
            <pc:docMk/>
            <pc:sldMk cId="3002419514" sldId="267"/>
            <ac:spMk id="145" creationId="{0BBA9B4D-D348-75A7-FD5F-F2361BF5438C}"/>
          </ac:spMkLst>
        </pc:spChg>
        <pc:spChg chg="add del mod">
          <ac:chgData name="Yash Jadhav" userId="535c3d6d-72b8-4f77-8155-55f939173cf2" providerId="ADAL" clId="{F33F88E0-3380-47C4-AFDE-F1AC050ADA82}" dt="2026-01-25T16:06:14.662" v="8413" actId="6264"/>
          <ac:spMkLst>
            <pc:docMk/>
            <pc:sldMk cId="3002419514" sldId="267"/>
            <ac:spMk id="146" creationId="{39E89671-AB1F-0DD5-DEA5-D4DD7802534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022602787" sldId="268"/>
        </pc:sldMkLst>
        <pc:spChg chg="mod ord">
          <ac:chgData name="Yash Jadhav" userId="535c3d6d-72b8-4f77-8155-55f939173cf2" providerId="ADAL" clId="{F33F88E0-3380-47C4-AFDE-F1AC050ADA82}" dt="2026-01-25T16:06:14.662" v="8413" actId="6264"/>
          <ac:spMkLst>
            <pc:docMk/>
            <pc:sldMk cId="1022602787" sldId="268"/>
            <ac:spMk id="2" creationId="{D5838012-074F-2E92-93AA-0D4D7B193774}"/>
          </ac:spMkLst>
        </pc:spChg>
        <pc:spChg chg="mod">
          <ac:chgData name="Yash Jadhav" userId="535c3d6d-72b8-4f77-8155-55f939173cf2" providerId="ADAL" clId="{F33F88E0-3380-47C4-AFDE-F1AC050ADA82}" dt="2026-01-25T15:58:10.385" v="631" actId="790"/>
          <ac:spMkLst>
            <pc:docMk/>
            <pc:sldMk cId="1022602787" sldId="268"/>
            <ac:spMk id="3" creationId="{0B7DD0FB-8747-0C10-B468-7E6116623816}"/>
          </ac:spMkLst>
        </pc:spChg>
        <pc:spChg chg="add del mod">
          <ac:chgData name="Yash Jadhav" userId="535c3d6d-72b8-4f77-8155-55f939173cf2" providerId="ADAL" clId="{F33F88E0-3380-47C4-AFDE-F1AC050ADA82}" dt="2026-01-25T16:06:14.662" v="8413" actId="6264"/>
          <ac:spMkLst>
            <pc:docMk/>
            <pc:sldMk cId="1022602787" sldId="268"/>
            <ac:spMk id="4" creationId="{E0B2CEBD-D0D2-0D7B-775B-86179756D8BC}"/>
          </ac:spMkLst>
        </pc:spChg>
        <pc:spChg chg="mod">
          <ac:chgData name="Yash Jadhav" userId="535c3d6d-72b8-4f77-8155-55f939173cf2" providerId="ADAL" clId="{F33F88E0-3380-47C4-AFDE-F1AC050ADA82}" dt="2026-01-25T15:58:10.387" v="632" actId="790"/>
          <ac:spMkLst>
            <pc:docMk/>
            <pc:sldMk cId="1022602787" sldId="268"/>
            <ac:spMk id="5" creationId="{65786874-7D39-996A-9DC1-3FCBE8C579B5}"/>
          </ac:spMkLst>
        </pc:spChg>
        <pc:spChg chg="mod">
          <ac:chgData name="Yash Jadhav" userId="535c3d6d-72b8-4f77-8155-55f939173cf2" providerId="ADAL" clId="{F33F88E0-3380-47C4-AFDE-F1AC050ADA82}" dt="2026-01-25T15:58:10.388" v="633" actId="790"/>
          <ac:spMkLst>
            <pc:docMk/>
            <pc:sldMk cId="1022602787" sldId="268"/>
            <ac:spMk id="6" creationId="{8F717418-640F-82BC-6360-3A8E62E8C362}"/>
          </ac:spMkLst>
        </pc:spChg>
        <pc:spChg chg="mod">
          <ac:chgData name="Yash Jadhav" userId="535c3d6d-72b8-4f77-8155-55f939173cf2" providerId="ADAL" clId="{F33F88E0-3380-47C4-AFDE-F1AC050ADA82}" dt="2026-01-25T15:58:10.391" v="634" actId="790"/>
          <ac:spMkLst>
            <pc:docMk/>
            <pc:sldMk cId="1022602787" sldId="268"/>
            <ac:spMk id="7" creationId="{F63FA0E6-3DBF-07BC-E4F2-E067D76140A6}"/>
          </ac:spMkLst>
        </pc:spChg>
        <pc:spChg chg="mod">
          <ac:chgData name="Yash Jadhav" userId="535c3d6d-72b8-4f77-8155-55f939173cf2" providerId="ADAL" clId="{F33F88E0-3380-47C4-AFDE-F1AC050ADA82}" dt="2026-01-25T15:58:10.393" v="635" actId="790"/>
          <ac:spMkLst>
            <pc:docMk/>
            <pc:sldMk cId="1022602787" sldId="268"/>
            <ac:spMk id="8" creationId="{C4FCE1DA-C557-572E-62A3-838049FA3306}"/>
          </ac:spMkLst>
        </pc:spChg>
        <pc:spChg chg="mod">
          <ac:chgData name="Yash Jadhav" userId="535c3d6d-72b8-4f77-8155-55f939173cf2" providerId="ADAL" clId="{F33F88E0-3380-47C4-AFDE-F1AC050ADA82}" dt="2026-01-25T15:58:10.395" v="636" actId="790"/>
          <ac:spMkLst>
            <pc:docMk/>
            <pc:sldMk cId="1022602787" sldId="268"/>
            <ac:spMk id="9" creationId="{F9397D4D-F917-C278-737F-3C50F9229BDD}"/>
          </ac:spMkLst>
        </pc:spChg>
        <pc:spChg chg="mod">
          <ac:chgData name="Yash Jadhav" userId="535c3d6d-72b8-4f77-8155-55f939173cf2" providerId="ADAL" clId="{F33F88E0-3380-47C4-AFDE-F1AC050ADA82}" dt="2026-01-25T15:58:10.397" v="637" actId="790"/>
          <ac:spMkLst>
            <pc:docMk/>
            <pc:sldMk cId="1022602787" sldId="268"/>
            <ac:spMk id="10" creationId="{63233784-720C-1186-5FB1-4163179B037D}"/>
          </ac:spMkLst>
        </pc:spChg>
        <pc:spChg chg="mod">
          <ac:chgData name="Yash Jadhav" userId="535c3d6d-72b8-4f77-8155-55f939173cf2" providerId="ADAL" clId="{F33F88E0-3380-47C4-AFDE-F1AC050ADA82}" dt="2026-01-25T15:58:10.398" v="638" actId="790"/>
          <ac:spMkLst>
            <pc:docMk/>
            <pc:sldMk cId="1022602787" sldId="268"/>
            <ac:spMk id="11" creationId="{199AA850-8C70-ABEF-064F-3B9EADF4AA88}"/>
          </ac:spMkLst>
        </pc:spChg>
        <pc:spChg chg="mod">
          <ac:chgData name="Yash Jadhav" userId="535c3d6d-72b8-4f77-8155-55f939173cf2" providerId="ADAL" clId="{F33F88E0-3380-47C4-AFDE-F1AC050ADA82}" dt="2026-01-25T15:58:10.470" v="666" actId="790"/>
          <ac:spMkLst>
            <pc:docMk/>
            <pc:sldMk cId="1022602787" sldId="268"/>
            <ac:spMk id="21" creationId="{8B97B903-2746-831F-A22D-F220CDDD96D8}"/>
          </ac:spMkLst>
        </pc:spChg>
        <pc:spChg chg="mod">
          <ac:chgData name="Yash Jadhav" userId="535c3d6d-72b8-4f77-8155-55f939173cf2" providerId="ADAL" clId="{F33F88E0-3380-47C4-AFDE-F1AC050ADA82}" dt="2026-01-25T15:58:10.472" v="667" actId="790"/>
          <ac:spMkLst>
            <pc:docMk/>
            <pc:sldMk cId="1022602787" sldId="268"/>
            <ac:spMk id="22" creationId="{743BCF3C-4719-A8DC-5551-B3CDF77D812D}"/>
          </ac:spMkLst>
        </pc:spChg>
        <pc:spChg chg="mod">
          <ac:chgData name="Yash Jadhav" userId="535c3d6d-72b8-4f77-8155-55f939173cf2" providerId="ADAL" clId="{F33F88E0-3380-47C4-AFDE-F1AC050ADA82}" dt="2026-01-25T15:58:10.474" v="668" actId="790"/>
          <ac:spMkLst>
            <pc:docMk/>
            <pc:sldMk cId="1022602787" sldId="268"/>
            <ac:spMk id="23" creationId="{9FACBA0B-0B45-9398-7152-94EB80A4A94D}"/>
          </ac:spMkLst>
        </pc:spChg>
        <pc:spChg chg="mod">
          <ac:chgData name="Yash Jadhav" userId="535c3d6d-72b8-4f77-8155-55f939173cf2" providerId="ADAL" clId="{F33F88E0-3380-47C4-AFDE-F1AC050ADA82}" dt="2026-01-25T15:58:10.476" v="669" actId="790"/>
          <ac:spMkLst>
            <pc:docMk/>
            <pc:sldMk cId="1022602787" sldId="268"/>
            <ac:spMk id="24" creationId="{1475BFE0-BB2E-36D6-BEC9-A99858BF074D}"/>
          </ac:spMkLst>
        </pc:spChg>
        <pc:spChg chg="mod">
          <ac:chgData name="Yash Jadhav" userId="535c3d6d-72b8-4f77-8155-55f939173cf2" providerId="ADAL" clId="{F33F88E0-3380-47C4-AFDE-F1AC050ADA82}" dt="2026-01-25T15:58:10.458" v="662" actId="790"/>
          <ac:spMkLst>
            <pc:docMk/>
            <pc:sldMk cId="1022602787" sldId="268"/>
            <ac:spMk id="25" creationId="{F7543542-8306-DCF4-6441-F5EF16EBB47F}"/>
          </ac:spMkLst>
        </pc:spChg>
        <pc:spChg chg="mod">
          <ac:chgData name="Yash Jadhav" userId="535c3d6d-72b8-4f77-8155-55f939173cf2" providerId="ADAL" clId="{F33F88E0-3380-47C4-AFDE-F1AC050ADA82}" dt="2026-01-25T15:58:10.462" v="663" actId="790"/>
          <ac:spMkLst>
            <pc:docMk/>
            <pc:sldMk cId="1022602787" sldId="268"/>
            <ac:spMk id="26" creationId="{1F68E7DA-2E1E-BE30-1C78-FAC721D772B4}"/>
          </ac:spMkLst>
        </pc:spChg>
        <pc:spChg chg="mod">
          <ac:chgData name="Yash Jadhav" userId="535c3d6d-72b8-4f77-8155-55f939173cf2" providerId="ADAL" clId="{F33F88E0-3380-47C4-AFDE-F1AC050ADA82}" dt="2026-01-25T15:58:10.465" v="664" actId="790"/>
          <ac:spMkLst>
            <pc:docMk/>
            <pc:sldMk cId="1022602787" sldId="268"/>
            <ac:spMk id="27" creationId="{988A6F0D-C52D-6EF2-D574-22124BA23B1D}"/>
          </ac:spMkLst>
        </pc:spChg>
        <pc:spChg chg="mod">
          <ac:chgData name="Yash Jadhav" userId="535c3d6d-72b8-4f77-8155-55f939173cf2" providerId="ADAL" clId="{F33F88E0-3380-47C4-AFDE-F1AC050ADA82}" dt="2026-01-25T15:58:10.468" v="665" actId="790"/>
          <ac:spMkLst>
            <pc:docMk/>
            <pc:sldMk cId="1022602787" sldId="268"/>
            <ac:spMk id="28" creationId="{B5A89FA9-1A1F-192E-07C6-728EFD9F150A}"/>
          </ac:spMkLst>
        </pc:spChg>
        <pc:spChg chg="mod">
          <ac:chgData name="Yash Jadhav" userId="535c3d6d-72b8-4f77-8155-55f939173cf2" providerId="ADAL" clId="{F33F88E0-3380-47C4-AFDE-F1AC050ADA82}" dt="2026-01-25T15:58:10.442" v="658" actId="790"/>
          <ac:spMkLst>
            <pc:docMk/>
            <pc:sldMk cId="1022602787" sldId="268"/>
            <ac:spMk id="29" creationId="{6AC1BBC1-80C2-B3F3-965A-61A93299308C}"/>
          </ac:spMkLst>
        </pc:spChg>
        <pc:spChg chg="mod">
          <ac:chgData name="Yash Jadhav" userId="535c3d6d-72b8-4f77-8155-55f939173cf2" providerId="ADAL" clId="{F33F88E0-3380-47C4-AFDE-F1AC050ADA82}" dt="2026-01-25T15:58:10.445" v="659" actId="790"/>
          <ac:spMkLst>
            <pc:docMk/>
            <pc:sldMk cId="1022602787" sldId="268"/>
            <ac:spMk id="30" creationId="{756C7CF3-1F32-2248-9278-173929264EAA}"/>
          </ac:spMkLst>
        </pc:spChg>
        <pc:spChg chg="mod">
          <ac:chgData name="Yash Jadhav" userId="535c3d6d-72b8-4f77-8155-55f939173cf2" providerId="ADAL" clId="{F33F88E0-3380-47C4-AFDE-F1AC050ADA82}" dt="2026-01-25T15:58:10.450" v="660" actId="790"/>
          <ac:spMkLst>
            <pc:docMk/>
            <pc:sldMk cId="1022602787" sldId="268"/>
            <ac:spMk id="31" creationId="{F2E6A89A-E931-C215-3DC0-61227A1C7AC3}"/>
          </ac:spMkLst>
        </pc:spChg>
        <pc:spChg chg="mod">
          <ac:chgData name="Yash Jadhav" userId="535c3d6d-72b8-4f77-8155-55f939173cf2" providerId="ADAL" clId="{F33F88E0-3380-47C4-AFDE-F1AC050ADA82}" dt="2026-01-25T15:58:10.454" v="661" actId="790"/>
          <ac:spMkLst>
            <pc:docMk/>
            <pc:sldMk cId="1022602787" sldId="268"/>
            <ac:spMk id="32" creationId="{0D505961-3D39-858B-F09F-D2C90D4B90B0}"/>
          </ac:spMkLst>
        </pc:spChg>
        <pc:spChg chg="mod">
          <ac:chgData name="Yash Jadhav" userId="535c3d6d-72b8-4f77-8155-55f939173cf2" providerId="ADAL" clId="{F33F88E0-3380-47C4-AFDE-F1AC050ADA82}" dt="2026-01-25T15:58:10.429" v="654" actId="790"/>
          <ac:spMkLst>
            <pc:docMk/>
            <pc:sldMk cId="1022602787" sldId="268"/>
            <ac:spMk id="33" creationId="{6D7CD358-E926-28D7-1240-037006A2C655}"/>
          </ac:spMkLst>
        </pc:spChg>
        <pc:spChg chg="mod">
          <ac:chgData name="Yash Jadhav" userId="535c3d6d-72b8-4f77-8155-55f939173cf2" providerId="ADAL" clId="{F33F88E0-3380-47C4-AFDE-F1AC050ADA82}" dt="2026-01-25T15:58:10.430" v="655" actId="790"/>
          <ac:spMkLst>
            <pc:docMk/>
            <pc:sldMk cId="1022602787" sldId="268"/>
            <ac:spMk id="34" creationId="{00C9079B-CBAA-AE69-C185-0778E07E8671}"/>
          </ac:spMkLst>
        </pc:spChg>
        <pc:spChg chg="mod">
          <ac:chgData name="Yash Jadhav" userId="535c3d6d-72b8-4f77-8155-55f939173cf2" providerId="ADAL" clId="{F33F88E0-3380-47C4-AFDE-F1AC050ADA82}" dt="2026-01-25T15:58:10.434" v="656" actId="790"/>
          <ac:spMkLst>
            <pc:docMk/>
            <pc:sldMk cId="1022602787" sldId="268"/>
            <ac:spMk id="35" creationId="{885FD265-AE8E-BF12-E0D7-24571BE18B05}"/>
          </ac:spMkLst>
        </pc:spChg>
        <pc:spChg chg="mod">
          <ac:chgData name="Yash Jadhav" userId="535c3d6d-72b8-4f77-8155-55f939173cf2" providerId="ADAL" clId="{F33F88E0-3380-47C4-AFDE-F1AC050ADA82}" dt="2026-01-25T15:58:10.438" v="657" actId="790"/>
          <ac:spMkLst>
            <pc:docMk/>
            <pc:sldMk cId="1022602787" sldId="268"/>
            <ac:spMk id="36" creationId="{28C52228-81CC-0048-AF56-E6BF1B1825EB}"/>
          </ac:spMkLst>
        </pc:spChg>
        <pc:spChg chg="mod">
          <ac:chgData name="Yash Jadhav" userId="535c3d6d-72b8-4f77-8155-55f939173cf2" providerId="ADAL" clId="{F33F88E0-3380-47C4-AFDE-F1AC050ADA82}" dt="2026-01-25T15:58:10.419" v="649" actId="790"/>
          <ac:spMkLst>
            <pc:docMk/>
            <pc:sldMk cId="1022602787" sldId="268"/>
            <ac:spMk id="37" creationId="{EF3B9051-CC53-C1F1-DB13-959573D08FD4}"/>
          </ac:spMkLst>
        </pc:spChg>
        <pc:spChg chg="mod">
          <ac:chgData name="Yash Jadhav" userId="535c3d6d-72b8-4f77-8155-55f939173cf2" providerId="ADAL" clId="{F33F88E0-3380-47C4-AFDE-F1AC050ADA82}" dt="2026-01-25T15:58:10.421" v="650" actId="790"/>
          <ac:spMkLst>
            <pc:docMk/>
            <pc:sldMk cId="1022602787" sldId="268"/>
            <ac:spMk id="38" creationId="{C82B06AD-F09A-39C1-B750-CE90D0B792D0}"/>
          </ac:spMkLst>
        </pc:spChg>
        <pc:spChg chg="mod">
          <ac:chgData name="Yash Jadhav" userId="535c3d6d-72b8-4f77-8155-55f939173cf2" providerId="ADAL" clId="{F33F88E0-3380-47C4-AFDE-F1AC050ADA82}" dt="2026-01-25T15:58:10.423" v="651" actId="790"/>
          <ac:spMkLst>
            <pc:docMk/>
            <pc:sldMk cId="1022602787" sldId="268"/>
            <ac:spMk id="39" creationId="{37BFE7F9-3592-A98C-59ED-E659DBF12DC8}"/>
          </ac:spMkLst>
        </pc:spChg>
        <pc:spChg chg="mod">
          <ac:chgData name="Yash Jadhav" userId="535c3d6d-72b8-4f77-8155-55f939173cf2" providerId="ADAL" clId="{F33F88E0-3380-47C4-AFDE-F1AC050ADA82}" dt="2026-01-25T15:58:10.425" v="652" actId="790"/>
          <ac:spMkLst>
            <pc:docMk/>
            <pc:sldMk cId="1022602787" sldId="268"/>
            <ac:spMk id="40" creationId="{6A846381-FA8C-8BA8-F393-36E061B690ED}"/>
          </ac:spMkLst>
        </pc:spChg>
        <pc:spChg chg="mod">
          <ac:chgData name="Yash Jadhav" userId="535c3d6d-72b8-4f77-8155-55f939173cf2" providerId="ADAL" clId="{F33F88E0-3380-47C4-AFDE-F1AC050ADA82}" dt="2026-01-25T15:58:10.427" v="653" actId="790"/>
          <ac:spMkLst>
            <pc:docMk/>
            <pc:sldMk cId="1022602787" sldId="268"/>
            <ac:spMk id="41" creationId="{8A2E3A75-7A36-4BE1-D82B-CF739CCEE108}"/>
          </ac:spMkLst>
        </pc:spChg>
        <pc:spChg chg="mod">
          <ac:chgData name="Yash Jadhav" userId="535c3d6d-72b8-4f77-8155-55f939173cf2" providerId="ADAL" clId="{F33F88E0-3380-47C4-AFDE-F1AC050ADA82}" dt="2026-01-25T15:58:10.410" v="644" actId="790"/>
          <ac:spMkLst>
            <pc:docMk/>
            <pc:sldMk cId="1022602787" sldId="268"/>
            <ac:spMk id="42" creationId="{2E269F10-27A0-2818-4318-141990D3DF66}"/>
          </ac:spMkLst>
        </pc:spChg>
        <pc:spChg chg="mod">
          <ac:chgData name="Yash Jadhav" userId="535c3d6d-72b8-4f77-8155-55f939173cf2" providerId="ADAL" clId="{F33F88E0-3380-47C4-AFDE-F1AC050ADA82}" dt="2026-01-25T15:58:10.412" v="645" actId="790"/>
          <ac:spMkLst>
            <pc:docMk/>
            <pc:sldMk cId="1022602787" sldId="268"/>
            <ac:spMk id="43" creationId="{D9962E54-5D67-74C2-86D4-7802AB9FA47B}"/>
          </ac:spMkLst>
        </pc:spChg>
        <pc:spChg chg="mod">
          <ac:chgData name="Yash Jadhav" userId="535c3d6d-72b8-4f77-8155-55f939173cf2" providerId="ADAL" clId="{F33F88E0-3380-47C4-AFDE-F1AC050ADA82}" dt="2026-01-25T15:58:10.414" v="646" actId="790"/>
          <ac:spMkLst>
            <pc:docMk/>
            <pc:sldMk cId="1022602787" sldId="268"/>
            <ac:spMk id="44" creationId="{122E30CA-5544-B0E5-1516-41AE9433220B}"/>
          </ac:spMkLst>
        </pc:spChg>
        <pc:spChg chg="mod">
          <ac:chgData name="Yash Jadhav" userId="535c3d6d-72b8-4f77-8155-55f939173cf2" providerId="ADAL" clId="{F33F88E0-3380-47C4-AFDE-F1AC050ADA82}" dt="2026-01-25T15:58:10.416" v="647" actId="790"/>
          <ac:spMkLst>
            <pc:docMk/>
            <pc:sldMk cId="1022602787" sldId="268"/>
            <ac:spMk id="45" creationId="{178D3D02-8516-8A60-EB76-CE6711D78BCF}"/>
          </ac:spMkLst>
        </pc:spChg>
        <pc:spChg chg="mod">
          <ac:chgData name="Yash Jadhav" userId="535c3d6d-72b8-4f77-8155-55f939173cf2" providerId="ADAL" clId="{F33F88E0-3380-47C4-AFDE-F1AC050ADA82}" dt="2026-01-25T15:58:10.418" v="648" actId="790"/>
          <ac:spMkLst>
            <pc:docMk/>
            <pc:sldMk cId="1022602787" sldId="268"/>
            <ac:spMk id="46" creationId="{E7200355-2CB8-8905-3496-EFA3E24A34C1}"/>
          </ac:spMkLst>
        </pc:spChg>
        <pc:spChg chg="mod">
          <ac:chgData name="Yash Jadhav" userId="535c3d6d-72b8-4f77-8155-55f939173cf2" providerId="ADAL" clId="{F33F88E0-3380-47C4-AFDE-F1AC050ADA82}" dt="2026-01-25T15:58:10.400" v="639" actId="790"/>
          <ac:spMkLst>
            <pc:docMk/>
            <pc:sldMk cId="1022602787" sldId="268"/>
            <ac:spMk id="47" creationId="{D67D6A2F-165A-FA4A-205F-E424C2D88B03}"/>
          </ac:spMkLst>
        </pc:spChg>
        <pc:spChg chg="mod">
          <ac:chgData name="Yash Jadhav" userId="535c3d6d-72b8-4f77-8155-55f939173cf2" providerId="ADAL" clId="{F33F88E0-3380-47C4-AFDE-F1AC050ADA82}" dt="2026-01-25T15:58:10.402" v="640" actId="790"/>
          <ac:spMkLst>
            <pc:docMk/>
            <pc:sldMk cId="1022602787" sldId="268"/>
            <ac:spMk id="48" creationId="{B96A4A9A-12F5-EF9D-C9E6-48700B8D166C}"/>
          </ac:spMkLst>
        </pc:spChg>
        <pc:spChg chg="mod">
          <ac:chgData name="Yash Jadhav" userId="535c3d6d-72b8-4f77-8155-55f939173cf2" providerId="ADAL" clId="{F33F88E0-3380-47C4-AFDE-F1AC050ADA82}" dt="2026-01-25T15:58:10.403" v="641" actId="790"/>
          <ac:spMkLst>
            <pc:docMk/>
            <pc:sldMk cId="1022602787" sldId="268"/>
            <ac:spMk id="49" creationId="{3678A6B5-1C7C-4DE9-5BEB-3C19B8B62A54}"/>
          </ac:spMkLst>
        </pc:spChg>
        <pc:spChg chg="mod">
          <ac:chgData name="Yash Jadhav" userId="535c3d6d-72b8-4f77-8155-55f939173cf2" providerId="ADAL" clId="{F33F88E0-3380-47C4-AFDE-F1AC050ADA82}" dt="2026-01-25T15:58:10.405" v="642" actId="790"/>
          <ac:spMkLst>
            <pc:docMk/>
            <pc:sldMk cId="1022602787" sldId="268"/>
            <ac:spMk id="50" creationId="{CD44AA8C-079F-4C8C-CCB3-264A34C11964}"/>
          </ac:spMkLst>
        </pc:spChg>
        <pc:spChg chg="mod">
          <ac:chgData name="Yash Jadhav" userId="535c3d6d-72b8-4f77-8155-55f939173cf2" providerId="ADAL" clId="{F33F88E0-3380-47C4-AFDE-F1AC050ADA82}" dt="2026-01-25T15:58:10.407" v="643" actId="790"/>
          <ac:spMkLst>
            <pc:docMk/>
            <pc:sldMk cId="1022602787" sldId="268"/>
            <ac:spMk id="51" creationId="{E5B302D9-80D2-329B-9B19-FCDD59BDDDE0}"/>
          </ac:spMkLst>
        </pc:spChg>
        <pc:spChg chg="mod">
          <ac:chgData name="Yash Jadhav" userId="535c3d6d-72b8-4f77-8155-55f939173cf2" providerId="ADAL" clId="{F33F88E0-3380-47C4-AFDE-F1AC050ADA82}" dt="2026-01-25T15:58:27.165" v="1412"/>
          <ac:spMkLst>
            <pc:docMk/>
            <pc:sldMk cId="1022602787" sldId="268"/>
            <ac:spMk id="52" creationId="{579015E5-FD6D-9F20-4035-C978D9D35A34}"/>
          </ac:spMkLst>
        </pc:spChg>
        <pc:spChg chg="mod">
          <ac:chgData name="Yash Jadhav" userId="535c3d6d-72b8-4f77-8155-55f939173cf2" providerId="ADAL" clId="{F33F88E0-3380-47C4-AFDE-F1AC050ADA82}" dt="2026-01-25T15:58:10.373" v="628" actId="790"/>
          <ac:spMkLst>
            <pc:docMk/>
            <pc:sldMk cId="1022602787" sldId="268"/>
            <ac:spMk id="56" creationId="{A2D13A0E-83A8-D5AA-D243-B7420CAA8841}"/>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090526271" sldId="269"/>
        </pc:sldMkLst>
        <pc:spChg chg="mod ord">
          <ac:chgData name="Yash Jadhav" userId="535c3d6d-72b8-4f77-8155-55f939173cf2" providerId="ADAL" clId="{F33F88E0-3380-47C4-AFDE-F1AC050ADA82}" dt="2026-01-25T16:06:14.662" v="8413" actId="6264"/>
          <ac:spMkLst>
            <pc:docMk/>
            <pc:sldMk cId="2090526271" sldId="2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090526271" sldId="269"/>
            <ac:spMk id="3" creationId="{C0DEF287-A1E3-80A2-F73B-4B63CF8BFEDD}"/>
          </ac:spMkLst>
        </pc:spChg>
        <pc:spChg chg="mod">
          <ac:chgData name="Yash Jadhav" userId="535c3d6d-72b8-4f77-8155-55f939173cf2" providerId="ADAL" clId="{F33F88E0-3380-47C4-AFDE-F1AC050ADA82}" dt="2026-01-25T15:58:12.222" v="675" actId="790"/>
          <ac:spMkLst>
            <pc:docMk/>
            <pc:sldMk cId="2090526271" sldId="269"/>
            <ac:spMk id="7" creationId="{00000000-0000-0000-0000-000000000000}"/>
          </ac:spMkLst>
        </pc:spChg>
        <pc:spChg chg="mod">
          <ac:chgData name="Yash Jadhav" userId="535c3d6d-72b8-4f77-8155-55f939173cf2" providerId="ADAL" clId="{F33F88E0-3380-47C4-AFDE-F1AC050ADA82}" dt="2026-01-25T15:58:12.225" v="676" actId="790"/>
          <ac:spMkLst>
            <pc:docMk/>
            <pc:sldMk cId="2090526271" sldId="269"/>
            <ac:spMk id="8" creationId="{00000000-0000-0000-0000-000000000000}"/>
          </ac:spMkLst>
        </pc:spChg>
        <pc:spChg chg="mod">
          <ac:chgData name="Yash Jadhav" userId="535c3d6d-72b8-4f77-8155-55f939173cf2" providerId="ADAL" clId="{F33F88E0-3380-47C4-AFDE-F1AC050ADA82}" dt="2026-01-25T15:58:12.227" v="677" actId="790"/>
          <ac:spMkLst>
            <pc:docMk/>
            <pc:sldMk cId="2090526271" sldId="269"/>
            <ac:spMk id="18" creationId="{00000000-0000-0000-0000-000000000000}"/>
          </ac:spMkLst>
        </pc:spChg>
        <pc:spChg chg="mod">
          <ac:chgData name="Yash Jadhav" userId="535c3d6d-72b8-4f77-8155-55f939173cf2" providerId="ADAL" clId="{F33F88E0-3380-47C4-AFDE-F1AC050ADA82}" dt="2026-01-25T15:58:12.230" v="678" actId="790"/>
          <ac:spMkLst>
            <pc:docMk/>
            <pc:sldMk cId="2090526271" sldId="269"/>
            <ac:spMk id="19" creationId="{00000000-0000-0000-0000-000000000000}"/>
          </ac:spMkLst>
        </pc:spChg>
        <pc:spChg chg="mod">
          <ac:chgData name="Yash Jadhav" userId="535c3d6d-72b8-4f77-8155-55f939173cf2" providerId="ADAL" clId="{F33F88E0-3380-47C4-AFDE-F1AC050ADA82}" dt="2026-01-25T15:58:12.233" v="679" actId="790"/>
          <ac:spMkLst>
            <pc:docMk/>
            <pc:sldMk cId="2090526271" sldId="269"/>
            <ac:spMk id="20" creationId="{00000000-0000-0000-0000-000000000000}"/>
          </ac:spMkLst>
        </pc:spChg>
        <pc:spChg chg="mod">
          <ac:chgData name="Yash Jadhav" userId="535c3d6d-72b8-4f77-8155-55f939173cf2" providerId="ADAL" clId="{F33F88E0-3380-47C4-AFDE-F1AC050ADA82}" dt="2026-01-25T15:58:12.236" v="680" actId="790"/>
          <ac:spMkLst>
            <pc:docMk/>
            <pc:sldMk cId="2090526271" sldId="269"/>
            <ac:spMk id="21" creationId="{00000000-0000-0000-0000-000000000000}"/>
          </ac:spMkLst>
        </pc:spChg>
        <pc:spChg chg="mod">
          <ac:chgData name="Yash Jadhav" userId="535c3d6d-72b8-4f77-8155-55f939173cf2" providerId="ADAL" clId="{F33F88E0-3380-47C4-AFDE-F1AC050ADA82}" dt="2026-01-25T15:58:12.239" v="681" actId="790"/>
          <ac:spMkLst>
            <pc:docMk/>
            <pc:sldMk cId="2090526271" sldId="269"/>
            <ac:spMk id="22" creationId="{00000000-0000-0000-0000-000000000000}"/>
          </ac:spMkLst>
        </pc:spChg>
        <pc:spChg chg="mod">
          <ac:chgData name="Yash Jadhav" userId="535c3d6d-72b8-4f77-8155-55f939173cf2" providerId="ADAL" clId="{F33F88E0-3380-47C4-AFDE-F1AC050ADA82}" dt="2026-01-25T15:58:12.241" v="682" actId="790"/>
          <ac:spMkLst>
            <pc:docMk/>
            <pc:sldMk cId="2090526271" sldId="269"/>
            <ac:spMk id="23" creationId="{00000000-0000-0000-0000-000000000000}"/>
          </ac:spMkLst>
        </pc:spChg>
        <pc:spChg chg="mod">
          <ac:chgData name="Yash Jadhav" userId="535c3d6d-72b8-4f77-8155-55f939173cf2" providerId="ADAL" clId="{F33F88E0-3380-47C4-AFDE-F1AC050ADA82}" dt="2026-01-25T15:58:12.244" v="683" actId="790"/>
          <ac:spMkLst>
            <pc:docMk/>
            <pc:sldMk cId="2090526271" sldId="269"/>
            <ac:spMk id="24" creationId="{00000000-0000-0000-0000-000000000000}"/>
          </ac:spMkLst>
        </pc:spChg>
        <pc:spChg chg="mod">
          <ac:chgData name="Yash Jadhav" userId="535c3d6d-72b8-4f77-8155-55f939173cf2" providerId="ADAL" clId="{F33F88E0-3380-47C4-AFDE-F1AC050ADA82}" dt="2026-01-25T15:58:12.247" v="684" actId="790"/>
          <ac:spMkLst>
            <pc:docMk/>
            <pc:sldMk cId="2090526271" sldId="269"/>
            <ac:spMk id="25" creationId="{00000000-0000-0000-0000-000000000000}"/>
          </ac:spMkLst>
        </pc:spChg>
        <pc:spChg chg="mod">
          <ac:chgData name="Yash Jadhav" userId="535c3d6d-72b8-4f77-8155-55f939173cf2" providerId="ADAL" clId="{F33F88E0-3380-47C4-AFDE-F1AC050ADA82}" dt="2026-01-25T15:58:12.250" v="685" actId="790"/>
          <ac:spMkLst>
            <pc:docMk/>
            <pc:sldMk cId="2090526271" sldId="269"/>
            <ac:spMk id="26" creationId="{00000000-0000-0000-0000-000000000000}"/>
          </ac:spMkLst>
        </pc:spChg>
        <pc:spChg chg="mod">
          <ac:chgData name="Yash Jadhav" userId="535c3d6d-72b8-4f77-8155-55f939173cf2" providerId="ADAL" clId="{F33F88E0-3380-47C4-AFDE-F1AC050ADA82}" dt="2026-01-25T15:58:12.254" v="686" actId="790"/>
          <ac:spMkLst>
            <pc:docMk/>
            <pc:sldMk cId="2090526271" sldId="269"/>
            <ac:spMk id="29" creationId="{00000000-0000-0000-0000-000000000000}"/>
          </ac:spMkLst>
        </pc:spChg>
        <pc:spChg chg="mod">
          <ac:chgData name="Yash Jadhav" userId="535c3d6d-72b8-4f77-8155-55f939173cf2" providerId="ADAL" clId="{F33F88E0-3380-47C4-AFDE-F1AC050ADA82}" dt="2026-01-25T15:58:12.259" v="687" actId="790"/>
          <ac:spMkLst>
            <pc:docMk/>
            <pc:sldMk cId="2090526271" sldId="269"/>
            <ac:spMk id="32" creationId="{00000000-0000-0000-0000-000000000000}"/>
          </ac:spMkLst>
        </pc:spChg>
        <pc:spChg chg="mod">
          <ac:chgData name="Yash Jadhav" userId="535c3d6d-72b8-4f77-8155-55f939173cf2" providerId="ADAL" clId="{F33F88E0-3380-47C4-AFDE-F1AC050ADA82}" dt="2026-01-25T15:58:12.264" v="688" actId="790"/>
          <ac:spMkLst>
            <pc:docMk/>
            <pc:sldMk cId="2090526271" sldId="269"/>
            <ac:spMk id="35" creationId="{00000000-0000-0000-0000-000000000000}"/>
          </ac:spMkLst>
        </pc:spChg>
        <pc:spChg chg="mod">
          <ac:chgData name="Yash Jadhav" userId="535c3d6d-72b8-4f77-8155-55f939173cf2" providerId="ADAL" clId="{F33F88E0-3380-47C4-AFDE-F1AC050ADA82}" dt="2026-01-25T15:58:12.269" v="689" actId="790"/>
          <ac:spMkLst>
            <pc:docMk/>
            <pc:sldMk cId="2090526271" sldId="269"/>
            <ac:spMk id="37" creationId="{00000000-0000-0000-0000-000000000000}"/>
          </ac:spMkLst>
        </pc:spChg>
        <pc:spChg chg="mod">
          <ac:chgData name="Yash Jadhav" userId="535c3d6d-72b8-4f77-8155-55f939173cf2" providerId="ADAL" clId="{F33F88E0-3380-47C4-AFDE-F1AC050ADA82}" dt="2026-01-25T15:58:12.273" v="690" actId="790"/>
          <ac:spMkLst>
            <pc:docMk/>
            <pc:sldMk cId="2090526271" sldId="269"/>
            <ac:spMk id="56" creationId="{00000000-0000-0000-0000-00000000000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42204965" sldId="270"/>
        </pc:sldMkLst>
        <pc:spChg chg="mod ord">
          <ac:chgData name="Yash Jadhav" userId="535c3d6d-72b8-4f77-8155-55f939173cf2" providerId="ADAL" clId="{F33F88E0-3380-47C4-AFDE-F1AC050ADA82}" dt="2026-01-25T16:06:14.662" v="8413" actId="6264"/>
          <ac:spMkLst>
            <pc:docMk/>
            <pc:sldMk cId="42204965" sldId="270"/>
            <ac:spMk id="2" creationId="{00000000-0000-0000-0000-000000000000}"/>
          </ac:spMkLst>
        </pc:spChg>
        <pc:spChg chg="mod">
          <ac:chgData name="Yash Jadhav" userId="535c3d6d-72b8-4f77-8155-55f939173cf2" providerId="ADAL" clId="{F33F88E0-3380-47C4-AFDE-F1AC050ADA82}" dt="2026-01-25T15:58:13.557" v="696" actId="790"/>
          <ac:spMkLst>
            <pc:docMk/>
            <pc:sldMk cId="42204965" sldId="270"/>
            <ac:spMk id="3" creationId="{00000000-0000-0000-0000-000000000000}"/>
          </ac:spMkLst>
        </pc:spChg>
        <pc:spChg chg="mod">
          <ac:chgData name="Yash Jadhav" userId="535c3d6d-72b8-4f77-8155-55f939173cf2" providerId="ADAL" clId="{F33F88E0-3380-47C4-AFDE-F1AC050ADA82}" dt="2026-01-25T15:58:13.559" v="697" actId="790"/>
          <ac:spMkLst>
            <pc:docMk/>
            <pc:sldMk cId="42204965" sldId="270"/>
            <ac:spMk id="4" creationId="{00000000-0000-0000-0000-000000000000}"/>
          </ac:spMkLst>
        </pc:spChg>
        <pc:spChg chg="mod">
          <ac:chgData name="Yash Jadhav" userId="535c3d6d-72b8-4f77-8155-55f939173cf2" providerId="ADAL" clId="{F33F88E0-3380-47C4-AFDE-F1AC050ADA82}" dt="2026-01-25T15:58:13.561" v="698" actId="790"/>
          <ac:spMkLst>
            <pc:docMk/>
            <pc:sldMk cId="42204965" sldId="270"/>
            <ac:spMk id="5" creationId="{00000000-0000-0000-0000-000000000000}"/>
          </ac:spMkLst>
        </pc:spChg>
        <pc:spChg chg="mod">
          <ac:chgData name="Yash Jadhav" userId="535c3d6d-72b8-4f77-8155-55f939173cf2" providerId="ADAL" clId="{F33F88E0-3380-47C4-AFDE-F1AC050ADA82}" dt="2026-01-25T15:58:13.563" v="699" actId="790"/>
          <ac:spMkLst>
            <pc:docMk/>
            <pc:sldMk cId="42204965" sldId="270"/>
            <ac:spMk id="6" creationId="{00000000-0000-0000-0000-000000000000}"/>
          </ac:spMkLst>
        </pc:spChg>
        <pc:spChg chg="mod">
          <ac:chgData name="Yash Jadhav" userId="535c3d6d-72b8-4f77-8155-55f939173cf2" providerId="ADAL" clId="{F33F88E0-3380-47C4-AFDE-F1AC050ADA82}" dt="2026-01-25T15:58:13.565" v="700" actId="790"/>
          <ac:spMkLst>
            <pc:docMk/>
            <pc:sldMk cId="42204965" sldId="270"/>
            <ac:spMk id="7" creationId="{00000000-0000-0000-0000-000000000000}"/>
          </ac:spMkLst>
        </pc:spChg>
        <pc:spChg chg="mod">
          <ac:chgData name="Yash Jadhav" userId="535c3d6d-72b8-4f77-8155-55f939173cf2" providerId="ADAL" clId="{F33F88E0-3380-47C4-AFDE-F1AC050ADA82}" dt="2026-01-25T15:58:13.567" v="701" actId="790"/>
          <ac:spMkLst>
            <pc:docMk/>
            <pc:sldMk cId="42204965" sldId="270"/>
            <ac:spMk id="8" creationId="{00000000-0000-0000-0000-000000000000}"/>
          </ac:spMkLst>
        </pc:spChg>
        <pc:spChg chg="mod">
          <ac:chgData name="Yash Jadhav" userId="535c3d6d-72b8-4f77-8155-55f939173cf2" providerId="ADAL" clId="{F33F88E0-3380-47C4-AFDE-F1AC050ADA82}" dt="2026-01-25T15:58:13.569" v="702" actId="790"/>
          <ac:spMkLst>
            <pc:docMk/>
            <pc:sldMk cId="42204965" sldId="270"/>
            <ac:spMk id="9" creationId="{00000000-0000-0000-0000-000000000000}"/>
          </ac:spMkLst>
        </pc:spChg>
        <pc:spChg chg="mod">
          <ac:chgData name="Yash Jadhav" userId="535c3d6d-72b8-4f77-8155-55f939173cf2" providerId="ADAL" clId="{F33F88E0-3380-47C4-AFDE-F1AC050ADA82}" dt="2026-01-25T15:58:13.571" v="703" actId="790"/>
          <ac:spMkLst>
            <pc:docMk/>
            <pc:sldMk cId="42204965" sldId="270"/>
            <ac:spMk id="10" creationId="{00000000-0000-0000-0000-000000000000}"/>
          </ac:spMkLst>
        </pc:spChg>
        <pc:spChg chg="mod">
          <ac:chgData name="Yash Jadhav" userId="535c3d6d-72b8-4f77-8155-55f939173cf2" providerId="ADAL" clId="{F33F88E0-3380-47C4-AFDE-F1AC050ADA82}" dt="2026-01-25T15:58:13.572" v="704" actId="790"/>
          <ac:spMkLst>
            <pc:docMk/>
            <pc:sldMk cId="42204965" sldId="270"/>
            <ac:spMk id="11" creationId="{00000000-0000-0000-0000-000000000000}"/>
          </ac:spMkLst>
        </pc:spChg>
        <pc:spChg chg="mod">
          <ac:chgData name="Yash Jadhav" userId="535c3d6d-72b8-4f77-8155-55f939173cf2" providerId="ADAL" clId="{F33F88E0-3380-47C4-AFDE-F1AC050ADA82}" dt="2026-01-25T15:58:13.574" v="705" actId="790"/>
          <ac:spMkLst>
            <pc:docMk/>
            <pc:sldMk cId="42204965" sldId="270"/>
            <ac:spMk id="12" creationId="{00000000-0000-0000-0000-000000000000}"/>
          </ac:spMkLst>
        </pc:spChg>
        <pc:spChg chg="mod">
          <ac:chgData name="Yash Jadhav" userId="535c3d6d-72b8-4f77-8155-55f939173cf2" providerId="ADAL" clId="{F33F88E0-3380-47C4-AFDE-F1AC050ADA82}" dt="2026-01-25T15:58:13.576" v="706" actId="790"/>
          <ac:spMkLst>
            <pc:docMk/>
            <pc:sldMk cId="42204965" sldId="270"/>
            <ac:spMk id="13" creationId="{00000000-0000-0000-0000-000000000000}"/>
          </ac:spMkLst>
        </pc:spChg>
        <pc:spChg chg="mod">
          <ac:chgData name="Yash Jadhav" userId="535c3d6d-72b8-4f77-8155-55f939173cf2" providerId="ADAL" clId="{F33F88E0-3380-47C4-AFDE-F1AC050ADA82}" dt="2026-01-25T15:58:13.578" v="707" actId="790"/>
          <ac:spMkLst>
            <pc:docMk/>
            <pc:sldMk cId="42204965" sldId="270"/>
            <ac:spMk id="14" creationId="{00000000-0000-0000-0000-000000000000}"/>
          </ac:spMkLst>
        </pc:spChg>
        <pc:spChg chg="mod">
          <ac:chgData name="Yash Jadhav" userId="535c3d6d-72b8-4f77-8155-55f939173cf2" providerId="ADAL" clId="{F33F88E0-3380-47C4-AFDE-F1AC050ADA82}" dt="2026-01-25T15:58:13.580" v="708" actId="790"/>
          <ac:spMkLst>
            <pc:docMk/>
            <pc:sldMk cId="42204965" sldId="270"/>
            <ac:spMk id="15" creationId="{00000000-0000-0000-0000-000000000000}"/>
          </ac:spMkLst>
        </pc:spChg>
        <pc:spChg chg="mod">
          <ac:chgData name="Yash Jadhav" userId="535c3d6d-72b8-4f77-8155-55f939173cf2" providerId="ADAL" clId="{F33F88E0-3380-47C4-AFDE-F1AC050ADA82}" dt="2026-01-25T15:58:13.582" v="709" actId="790"/>
          <ac:spMkLst>
            <pc:docMk/>
            <pc:sldMk cId="42204965" sldId="270"/>
            <ac:spMk id="16" creationId="{00000000-0000-0000-0000-000000000000}"/>
          </ac:spMkLst>
        </pc:spChg>
        <pc:spChg chg="mod">
          <ac:chgData name="Yash Jadhav" userId="535c3d6d-72b8-4f77-8155-55f939173cf2" providerId="ADAL" clId="{F33F88E0-3380-47C4-AFDE-F1AC050ADA82}" dt="2026-01-25T15:58:13.584" v="710" actId="790"/>
          <ac:spMkLst>
            <pc:docMk/>
            <pc:sldMk cId="42204965" sldId="270"/>
            <ac:spMk id="17" creationId="{00000000-0000-0000-0000-000000000000}"/>
          </ac:spMkLst>
        </pc:spChg>
        <pc:spChg chg="mod">
          <ac:chgData name="Yash Jadhav" userId="535c3d6d-72b8-4f77-8155-55f939173cf2" providerId="ADAL" clId="{F33F88E0-3380-47C4-AFDE-F1AC050ADA82}" dt="2026-01-25T15:58:13.585" v="711" actId="790"/>
          <ac:spMkLst>
            <pc:docMk/>
            <pc:sldMk cId="42204965" sldId="270"/>
            <ac:spMk id="18" creationId="{00000000-0000-0000-0000-000000000000}"/>
          </ac:spMkLst>
        </pc:spChg>
        <pc:spChg chg="mod">
          <ac:chgData name="Yash Jadhav" userId="535c3d6d-72b8-4f77-8155-55f939173cf2" providerId="ADAL" clId="{F33F88E0-3380-47C4-AFDE-F1AC050ADA82}" dt="2026-01-25T15:58:13.587" v="712" actId="790"/>
          <ac:spMkLst>
            <pc:docMk/>
            <pc:sldMk cId="42204965" sldId="270"/>
            <ac:spMk id="19" creationId="{00000000-0000-0000-0000-000000000000}"/>
          </ac:spMkLst>
        </pc:spChg>
        <pc:spChg chg="mod">
          <ac:chgData name="Yash Jadhav" userId="535c3d6d-72b8-4f77-8155-55f939173cf2" providerId="ADAL" clId="{F33F88E0-3380-47C4-AFDE-F1AC050ADA82}" dt="2026-01-25T15:58:13.588" v="713" actId="790"/>
          <ac:spMkLst>
            <pc:docMk/>
            <pc:sldMk cId="42204965" sldId="270"/>
            <ac:spMk id="20" creationId="{00000000-0000-0000-0000-000000000000}"/>
          </ac:spMkLst>
        </pc:spChg>
        <pc:spChg chg="mod">
          <ac:chgData name="Yash Jadhav" userId="535c3d6d-72b8-4f77-8155-55f939173cf2" providerId="ADAL" clId="{F33F88E0-3380-47C4-AFDE-F1AC050ADA82}" dt="2026-01-25T15:58:13.590" v="714" actId="790"/>
          <ac:spMkLst>
            <pc:docMk/>
            <pc:sldMk cId="42204965" sldId="270"/>
            <ac:spMk id="21" creationId="{00000000-0000-0000-0000-000000000000}"/>
          </ac:spMkLst>
        </pc:spChg>
        <pc:spChg chg="mod">
          <ac:chgData name="Yash Jadhav" userId="535c3d6d-72b8-4f77-8155-55f939173cf2" providerId="ADAL" clId="{F33F88E0-3380-47C4-AFDE-F1AC050ADA82}" dt="2026-01-25T15:58:13.591" v="715" actId="790"/>
          <ac:spMkLst>
            <pc:docMk/>
            <pc:sldMk cId="42204965" sldId="270"/>
            <ac:spMk id="22" creationId="{00000000-0000-0000-0000-000000000000}"/>
          </ac:spMkLst>
        </pc:spChg>
        <pc:spChg chg="mod">
          <ac:chgData name="Yash Jadhav" userId="535c3d6d-72b8-4f77-8155-55f939173cf2" providerId="ADAL" clId="{F33F88E0-3380-47C4-AFDE-F1AC050ADA82}" dt="2026-01-25T15:58:13.594" v="716" actId="790"/>
          <ac:spMkLst>
            <pc:docMk/>
            <pc:sldMk cId="42204965" sldId="270"/>
            <ac:spMk id="23" creationId="{00000000-0000-0000-0000-000000000000}"/>
          </ac:spMkLst>
        </pc:spChg>
        <pc:spChg chg="mod">
          <ac:chgData name="Yash Jadhav" userId="535c3d6d-72b8-4f77-8155-55f939173cf2" providerId="ADAL" clId="{F33F88E0-3380-47C4-AFDE-F1AC050ADA82}" dt="2026-01-25T15:58:13.596" v="717" actId="790"/>
          <ac:spMkLst>
            <pc:docMk/>
            <pc:sldMk cId="42204965" sldId="270"/>
            <ac:spMk id="24" creationId="{00000000-0000-0000-0000-000000000000}"/>
          </ac:spMkLst>
        </pc:spChg>
        <pc:spChg chg="mod">
          <ac:chgData name="Yash Jadhav" userId="535c3d6d-72b8-4f77-8155-55f939173cf2" providerId="ADAL" clId="{F33F88E0-3380-47C4-AFDE-F1AC050ADA82}" dt="2026-01-25T15:58:13.598" v="718" actId="790"/>
          <ac:spMkLst>
            <pc:docMk/>
            <pc:sldMk cId="42204965" sldId="270"/>
            <ac:spMk id="25" creationId="{00000000-0000-0000-0000-000000000000}"/>
          </ac:spMkLst>
        </pc:spChg>
        <pc:spChg chg="mod">
          <ac:chgData name="Yash Jadhav" userId="535c3d6d-72b8-4f77-8155-55f939173cf2" providerId="ADAL" clId="{F33F88E0-3380-47C4-AFDE-F1AC050ADA82}" dt="2026-01-25T15:58:13.600" v="719" actId="790"/>
          <ac:spMkLst>
            <pc:docMk/>
            <pc:sldMk cId="42204965" sldId="270"/>
            <ac:spMk id="26" creationId="{00000000-0000-0000-0000-000000000000}"/>
          </ac:spMkLst>
        </pc:spChg>
        <pc:spChg chg="mod">
          <ac:chgData name="Yash Jadhav" userId="535c3d6d-72b8-4f77-8155-55f939173cf2" providerId="ADAL" clId="{F33F88E0-3380-47C4-AFDE-F1AC050ADA82}" dt="2026-01-25T15:58:13.602" v="720" actId="790"/>
          <ac:spMkLst>
            <pc:docMk/>
            <pc:sldMk cId="42204965" sldId="270"/>
            <ac:spMk id="27" creationId="{00000000-0000-0000-0000-000000000000}"/>
          </ac:spMkLst>
        </pc:spChg>
        <pc:spChg chg="mod">
          <ac:chgData name="Yash Jadhav" userId="535c3d6d-72b8-4f77-8155-55f939173cf2" providerId="ADAL" clId="{F33F88E0-3380-47C4-AFDE-F1AC050ADA82}" dt="2026-01-25T15:58:13.604" v="721" actId="790"/>
          <ac:spMkLst>
            <pc:docMk/>
            <pc:sldMk cId="42204965" sldId="270"/>
            <ac:spMk id="28" creationId="{00000000-0000-0000-0000-000000000000}"/>
          </ac:spMkLst>
        </pc:spChg>
        <pc:spChg chg="mod">
          <ac:chgData name="Yash Jadhav" userId="535c3d6d-72b8-4f77-8155-55f939173cf2" providerId="ADAL" clId="{F33F88E0-3380-47C4-AFDE-F1AC050ADA82}" dt="2026-01-25T15:58:13.606" v="722" actId="790"/>
          <ac:spMkLst>
            <pc:docMk/>
            <pc:sldMk cId="42204965" sldId="270"/>
            <ac:spMk id="29" creationId="{00000000-0000-0000-0000-000000000000}"/>
          </ac:spMkLst>
        </pc:spChg>
        <pc:spChg chg="add del mod">
          <ac:chgData name="Yash Jadhav" userId="535c3d6d-72b8-4f77-8155-55f939173cf2" providerId="ADAL" clId="{F33F88E0-3380-47C4-AFDE-F1AC050ADA82}" dt="2026-01-25T16:06:14.662" v="8413" actId="6264"/>
          <ac:spMkLst>
            <pc:docMk/>
            <pc:sldMk cId="42204965" sldId="270"/>
            <ac:spMk id="30" creationId="{C197DCE1-1AB3-412C-884D-7FF97AADFE15}"/>
          </ac:spMkLst>
        </pc:spChg>
        <pc:spChg chg="mod">
          <ac:chgData name="Yash Jadhav" userId="535c3d6d-72b8-4f77-8155-55f939173cf2" providerId="ADAL" clId="{F33F88E0-3380-47C4-AFDE-F1AC050ADA82}" dt="2026-01-25T15:58:13.608" v="723" actId="790"/>
          <ac:spMkLst>
            <pc:docMk/>
            <pc:sldMk cId="42204965" sldId="270"/>
            <ac:spMk id="34" creationId="{91F93F9C-00DC-4A0D-A90F-263AAE4DD2AF}"/>
          </ac:spMkLst>
        </pc:spChg>
        <pc:spChg chg="mod">
          <ac:chgData name="Yash Jadhav" userId="535c3d6d-72b8-4f77-8155-55f939173cf2" providerId="ADAL" clId="{F33F88E0-3380-47C4-AFDE-F1AC050ADA82}" dt="2026-01-25T15:58:13.614" v="724" actId="790"/>
          <ac:spMkLst>
            <pc:docMk/>
            <pc:sldMk cId="42204965" sldId="270"/>
            <ac:spMk id="35" creationId="{ADDE93B3-1016-4703-B79D-DBF7EB0494C0}"/>
          </ac:spMkLst>
        </pc:spChg>
        <pc:spChg chg="mod">
          <ac:chgData name="Yash Jadhav" userId="535c3d6d-72b8-4f77-8155-55f939173cf2" providerId="ADAL" clId="{F33F88E0-3380-47C4-AFDE-F1AC050ADA82}" dt="2026-01-25T15:58:13.619" v="725" actId="790"/>
          <ac:spMkLst>
            <pc:docMk/>
            <pc:sldMk cId="42204965" sldId="270"/>
            <ac:spMk id="36" creationId="{C3F9FFFA-F79C-48FC-BF44-92EDEE7B3942}"/>
          </ac:spMkLst>
        </pc:spChg>
        <pc:spChg chg="mod">
          <ac:chgData name="Yash Jadhav" userId="535c3d6d-72b8-4f77-8155-55f939173cf2" providerId="ADAL" clId="{F33F88E0-3380-47C4-AFDE-F1AC050ADA82}" dt="2026-01-25T15:58:13.623" v="726" actId="790"/>
          <ac:spMkLst>
            <pc:docMk/>
            <pc:sldMk cId="42204965" sldId="270"/>
            <ac:spMk id="37" creationId="{0DDE2770-017E-47DA-8949-7171C6B8C5E6}"/>
          </ac:spMkLst>
        </pc:spChg>
        <pc:spChg chg="mod">
          <ac:chgData name="Yash Jadhav" userId="535c3d6d-72b8-4f77-8155-55f939173cf2" providerId="ADAL" clId="{F33F88E0-3380-47C4-AFDE-F1AC050ADA82}" dt="2026-01-25T15:58:13.628" v="727" actId="790"/>
          <ac:spMkLst>
            <pc:docMk/>
            <pc:sldMk cId="42204965" sldId="270"/>
            <ac:spMk id="38" creationId="{A7398639-1A07-4B1B-8FC9-71D7FF74775B}"/>
          </ac:spMkLst>
        </pc:spChg>
        <pc:spChg chg="mod">
          <ac:chgData name="Yash Jadhav" userId="535c3d6d-72b8-4f77-8155-55f939173cf2" providerId="ADAL" clId="{F33F88E0-3380-47C4-AFDE-F1AC050ADA82}" dt="2026-01-25T15:58:13.630" v="728" actId="790"/>
          <ac:spMkLst>
            <pc:docMk/>
            <pc:sldMk cId="42204965" sldId="270"/>
            <ac:spMk id="39" creationId="{EB9EC8BD-D18E-4D3C-AAB8-94BC0B2F59EE}"/>
          </ac:spMkLst>
        </pc:spChg>
        <pc:spChg chg="mod">
          <ac:chgData name="Yash Jadhav" userId="535c3d6d-72b8-4f77-8155-55f939173cf2" providerId="ADAL" clId="{F33F88E0-3380-47C4-AFDE-F1AC050ADA82}" dt="2026-01-25T15:58:13.632" v="729" actId="790"/>
          <ac:spMkLst>
            <pc:docMk/>
            <pc:sldMk cId="42204965" sldId="270"/>
            <ac:spMk id="40" creationId="{23507A9B-B3D1-43A1-8D9C-1DA2AFE4E6FD}"/>
          </ac:spMkLst>
        </pc:spChg>
        <pc:spChg chg="mod">
          <ac:chgData name="Yash Jadhav" userId="535c3d6d-72b8-4f77-8155-55f939173cf2" providerId="ADAL" clId="{F33F88E0-3380-47C4-AFDE-F1AC050ADA82}" dt="2026-01-25T15:58:13.634" v="730" actId="790"/>
          <ac:spMkLst>
            <pc:docMk/>
            <pc:sldMk cId="42204965" sldId="270"/>
            <ac:spMk id="41" creationId="{59E6B188-C228-44F0-A2D6-BF8E2D2A06F3}"/>
          </ac:spMkLst>
        </pc:spChg>
        <pc:spChg chg="mod">
          <ac:chgData name="Yash Jadhav" userId="535c3d6d-72b8-4f77-8155-55f939173cf2" providerId="ADAL" clId="{F33F88E0-3380-47C4-AFDE-F1AC050ADA82}" dt="2026-01-25T15:58:13.635" v="731" actId="790"/>
          <ac:spMkLst>
            <pc:docMk/>
            <pc:sldMk cId="42204965" sldId="270"/>
            <ac:spMk id="42" creationId="{090120B2-AEE7-410D-B47D-D6DC37B68C90}"/>
          </ac:spMkLst>
        </pc:spChg>
        <pc:spChg chg="mod">
          <ac:chgData name="Yash Jadhav" userId="535c3d6d-72b8-4f77-8155-55f939173cf2" providerId="ADAL" clId="{F33F88E0-3380-47C4-AFDE-F1AC050ADA82}" dt="2026-01-25T15:58:13.637" v="732" actId="790"/>
          <ac:spMkLst>
            <pc:docMk/>
            <pc:sldMk cId="42204965" sldId="270"/>
            <ac:spMk id="43" creationId="{A70AD06C-C2A5-482C-B55E-45EB40FADD8A}"/>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409212639" sldId="271"/>
        </pc:sldMkLst>
        <pc:spChg chg="mod ord">
          <ac:chgData name="Yash Jadhav" userId="535c3d6d-72b8-4f77-8155-55f939173cf2" providerId="ADAL" clId="{F33F88E0-3380-47C4-AFDE-F1AC050ADA82}" dt="2026-01-25T16:06:14.662" v="8413" actId="6264"/>
          <ac:spMkLst>
            <pc:docMk/>
            <pc:sldMk cId="2409212639" sldId="271"/>
            <ac:spMk id="2" creationId="{00000000-0000-0000-0000-000000000000}"/>
          </ac:spMkLst>
        </pc:spChg>
        <pc:spChg chg="mod">
          <ac:chgData name="Yash Jadhav" userId="535c3d6d-72b8-4f77-8155-55f939173cf2" providerId="ADAL" clId="{F33F88E0-3380-47C4-AFDE-F1AC050ADA82}" dt="2026-01-25T15:58:15.464" v="737" actId="790"/>
          <ac:spMkLst>
            <pc:docMk/>
            <pc:sldMk cId="2409212639" sldId="271"/>
            <ac:spMk id="5" creationId="{5E692067-2AEE-8BF4-6020-E15B4291D8FA}"/>
          </ac:spMkLst>
        </pc:spChg>
        <pc:spChg chg="mod">
          <ac:chgData name="Yash Jadhav" userId="535c3d6d-72b8-4f77-8155-55f939173cf2" providerId="ADAL" clId="{F33F88E0-3380-47C4-AFDE-F1AC050ADA82}" dt="2026-01-25T15:58:15.469" v="738" actId="790"/>
          <ac:spMkLst>
            <pc:docMk/>
            <pc:sldMk cId="2409212639" sldId="271"/>
            <ac:spMk id="6" creationId="{6AEBB697-FE94-5760-1A99-301AB3D77A6A}"/>
          </ac:spMkLst>
        </pc:spChg>
        <pc:spChg chg="mod">
          <ac:chgData name="Yash Jadhav" userId="535c3d6d-72b8-4f77-8155-55f939173cf2" providerId="ADAL" clId="{F33F88E0-3380-47C4-AFDE-F1AC050ADA82}" dt="2026-01-25T15:58:15.473" v="739" actId="790"/>
          <ac:spMkLst>
            <pc:docMk/>
            <pc:sldMk cId="2409212639" sldId="271"/>
            <ac:spMk id="7" creationId="{9C5C1113-C772-4ACB-65A2-73CB0B43CDA8}"/>
          </ac:spMkLst>
        </pc:spChg>
        <pc:spChg chg="mod">
          <ac:chgData name="Yash Jadhav" userId="535c3d6d-72b8-4f77-8155-55f939173cf2" providerId="ADAL" clId="{F33F88E0-3380-47C4-AFDE-F1AC050ADA82}" dt="2026-01-25T15:58:15.478" v="740" actId="790"/>
          <ac:spMkLst>
            <pc:docMk/>
            <pc:sldMk cId="2409212639" sldId="271"/>
            <ac:spMk id="8" creationId="{F8FCDA07-3138-5C17-4131-621661418A81}"/>
          </ac:spMkLst>
        </pc:spChg>
        <pc:spChg chg="mod">
          <ac:chgData name="Yash Jadhav" userId="535c3d6d-72b8-4f77-8155-55f939173cf2" providerId="ADAL" clId="{F33F88E0-3380-47C4-AFDE-F1AC050ADA82}" dt="2026-01-25T15:58:15.483" v="741" actId="790"/>
          <ac:spMkLst>
            <pc:docMk/>
            <pc:sldMk cId="2409212639" sldId="271"/>
            <ac:spMk id="9" creationId="{E0D7C9EB-907F-9E37-6C84-DD7CED05D0F9}"/>
          </ac:spMkLst>
        </pc:spChg>
        <pc:spChg chg="add del mod">
          <ac:chgData name="Yash Jadhav" userId="535c3d6d-72b8-4f77-8155-55f939173cf2" providerId="ADAL" clId="{F33F88E0-3380-47C4-AFDE-F1AC050ADA82}" dt="2026-01-25T16:06:14.662" v="8413" actId="6264"/>
          <ac:spMkLst>
            <pc:docMk/>
            <pc:sldMk cId="2409212639" sldId="271"/>
            <ac:spMk id="10" creationId="{7FD557C5-622B-3C99-40B5-012F55DF8D00}"/>
          </ac:spMkLst>
        </pc:spChg>
        <pc:spChg chg="mod">
          <ac:chgData name="Yash Jadhav" userId="535c3d6d-72b8-4f77-8155-55f939173cf2" providerId="ADAL" clId="{F33F88E0-3380-47C4-AFDE-F1AC050ADA82}" dt="2026-01-25T15:58:15.899" v="932" actId="790"/>
          <ac:spMkLst>
            <pc:docMk/>
            <pc:sldMk cId="2409212639" sldId="271"/>
            <ac:spMk id="124" creationId="{E9697B68-1B6C-4A29-844E-8033E1538037}"/>
          </ac:spMkLst>
        </pc:spChg>
        <pc:spChg chg="mod">
          <ac:chgData name="Yash Jadhav" userId="535c3d6d-72b8-4f77-8155-55f939173cf2" providerId="ADAL" clId="{F33F88E0-3380-47C4-AFDE-F1AC050ADA82}" dt="2026-01-25T15:58:15.901" v="933" actId="790"/>
          <ac:spMkLst>
            <pc:docMk/>
            <pc:sldMk cId="2409212639" sldId="271"/>
            <ac:spMk id="125" creationId="{ACD19883-F042-4108-AF3A-F666718F845A}"/>
          </ac:spMkLst>
        </pc:spChg>
        <pc:spChg chg="mod">
          <ac:chgData name="Yash Jadhav" userId="535c3d6d-72b8-4f77-8155-55f939173cf2" providerId="ADAL" clId="{F33F88E0-3380-47C4-AFDE-F1AC050ADA82}" dt="2026-01-25T15:58:15.903" v="934" actId="790"/>
          <ac:spMkLst>
            <pc:docMk/>
            <pc:sldMk cId="2409212639" sldId="271"/>
            <ac:spMk id="126" creationId="{A69BC295-53F2-44ED-BAAB-8D419B05E569}"/>
          </ac:spMkLst>
        </pc:spChg>
        <pc:spChg chg="mod">
          <ac:chgData name="Yash Jadhav" userId="535c3d6d-72b8-4f77-8155-55f939173cf2" providerId="ADAL" clId="{F33F88E0-3380-47C4-AFDE-F1AC050ADA82}" dt="2026-01-25T15:58:15.893" v="929" actId="790"/>
          <ac:spMkLst>
            <pc:docMk/>
            <pc:sldMk cId="2409212639" sldId="271"/>
            <ac:spMk id="127" creationId="{C7A182E0-C892-41C7-A280-E3B2F72687DA}"/>
          </ac:spMkLst>
        </pc:spChg>
        <pc:spChg chg="mod">
          <ac:chgData name="Yash Jadhav" userId="535c3d6d-72b8-4f77-8155-55f939173cf2" providerId="ADAL" clId="{F33F88E0-3380-47C4-AFDE-F1AC050ADA82}" dt="2026-01-25T15:58:15.896" v="930" actId="790"/>
          <ac:spMkLst>
            <pc:docMk/>
            <pc:sldMk cId="2409212639" sldId="271"/>
            <ac:spMk id="128" creationId="{7C351B7F-C2B1-428D-B095-3AC9976B8269}"/>
          </ac:spMkLst>
        </pc:spChg>
        <pc:spChg chg="mod">
          <ac:chgData name="Yash Jadhav" userId="535c3d6d-72b8-4f77-8155-55f939173cf2" providerId="ADAL" clId="{F33F88E0-3380-47C4-AFDE-F1AC050ADA82}" dt="2026-01-25T15:58:15.897" v="931" actId="790"/>
          <ac:spMkLst>
            <pc:docMk/>
            <pc:sldMk cId="2409212639" sldId="271"/>
            <ac:spMk id="129" creationId="{EFA4E791-4EA4-4BA8-9E0C-A2588BBFC92B}"/>
          </ac:spMkLst>
        </pc:spChg>
        <pc:spChg chg="mod">
          <ac:chgData name="Yash Jadhav" userId="535c3d6d-72b8-4f77-8155-55f939173cf2" providerId="ADAL" clId="{F33F88E0-3380-47C4-AFDE-F1AC050ADA82}" dt="2026-01-25T15:58:15.887" v="926" actId="790"/>
          <ac:spMkLst>
            <pc:docMk/>
            <pc:sldMk cId="2409212639" sldId="271"/>
            <ac:spMk id="130" creationId="{E40487AD-B22B-4560-88C4-B623FEF35C8F}"/>
          </ac:spMkLst>
        </pc:spChg>
        <pc:spChg chg="mod">
          <ac:chgData name="Yash Jadhav" userId="535c3d6d-72b8-4f77-8155-55f939173cf2" providerId="ADAL" clId="{F33F88E0-3380-47C4-AFDE-F1AC050ADA82}" dt="2026-01-25T15:58:15.888" v="927" actId="790"/>
          <ac:spMkLst>
            <pc:docMk/>
            <pc:sldMk cId="2409212639" sldId="271"/>
            <ac:spMk id="131" creationId="{1CAEB3DB-4910-402C-B19C-C02E8C9AD7C7}"/>
          </ac:spMkLst>
        </pc:spChg>
        <pc:spChg chg="mod">
          <ac:chgData name="Yash Jadhav" userId="535c3d6d-72b8-4f77-8155-55f939173cf2" providerId="ADAL" clId="{F33F88E0-3380-47C4-AFDE-F1AC050ADA82}" dt="2026-01-25T15:58:15.891" v="928" actId="790"/>
          <ac:spMkLst>
            <pc:docMk/>
            <pc:sldMk cId="2409212639" sldId="271"/>
            <ac:spMk id="132" creationId="{BC35BB58-B5F4-4319-A60A-9701161D29DD}"/>
          </ac:spMkLst>
        </pc:spChg>
        <pc:spChg chg="mod">
          <ac:chgData name="Yash Jadhav" userId="535c3d6d-72b8-4f77-8155-55f939173cf2" providerId="ADAL" clId="{F33F88E0-3380-47C4-AFDE-F1AC050ADA82}" dt="2026-01-25T15:58:15.881" v="923" actId="790"/>
          <ac:spMkLst>
            <pc:docMk/>
            <pc:sldMk cId="2409212639" sldId="271"/>
            <ac:spMk id="133" creationId="{F9079D2F-069D-4B76-BA76-0B9EC0F46781}"/>
          </ac:spMkLst>
        </pc:spChg>
        <pc:spChg chg="mod">
          <ac:chgData name="Yash Jadhav" userId="535c3d6d-72b8-4f77-8155-55f939173cf2" providerId="ADAL" clId="{F33F88E0-3380-47C4-AFDE-F1AC050ADA82}" dt="2026-01-25T15:58:15.884" v="924" actId="790"/>
          <ac:spMkLst>
            <pc:docMk/>
            <pc:sldMk cId="2409212639" sldId="271"/>
            <ac:spMk id="134" creationId="{E86001D5-2649-4B5A-97B8-1B08D8F57993}"/>
          </ac:spMkLst>
        </pc:spChg>
        <pc:spChg chg="mod">
          <ac:chgData name="Yash Jadhav" userId="535c3d6d-72b8-4f77-8155-55f939173cf2" providerId="ADAL" clId="{F33F88E0-3380-47C4-AFDE-F1AC050ADA82}" dt="2026-01-25T15:58:15.885" v="925" actId="790"/>
          <ac:spMkLst>
            <pc:docMk/>
            <pc:sldMk cId="2409212639" sldId="271"/>
            <ac:spMk id="135" creationId="{AF5F249A-FE2E-4C34-A2F9-E668B74A5604}"/>
          </ac:spMkLst>
        </pc:spChg>
        <pc:spChg chg="mod">
          <ac:chgData name="Yash Jadhav" userId="535c3d6d-72b8-4f77-8155-55f939173cf2" providerId="ADAL" clId="{F33F88E0-3380-47C4-AFDE-F1AC050ADA82}" dt="2026-01-25T15:58:15.874" v="920" actId="790"/>
          <ac:spMkLst>
            <pc:docMk/>
            <pc:sldMk cId="2409212639" sldId="271"/>
            <ac:spMk id="140" creationId="{2D1D0035-4238-4282-987F-5817E9402D8C}"/>
          </ac:spMkLst>
        </pc:spChg>
        <pc:spChg chg="mod">
          <ac:chgData name="Yash Jadhav" userId="535c3d6d-72b8-4f77-8155-55f939173cf2" providerId="ADAL" clId="{F33F88E0-3380-47C4-AFDE-F1AC050ADA82}" dt="2026-01-25T15:58:15.876" v="921" actId="790"/>
          <ac:spMkLst>
            <pc:docMk/>
            <pc:sldMk cId="2409212639" sldId="271"/>
            <ac:spMk id="141" creationId="{DAD22AA2-E2B1-43E8-AC4C-1E53D7658D73}"/>
          </ac:spMkLst>
        </pc:spChg>
        <pc:spChg chg="mod">
          <ac:chgData name="Yash Jadhav" userId="535c3d6d-72b8-4f77-8155-55f939173cf2" providerId="ADAL" clId="{F33F88E0-3380-47C4-AFDE-F1AC050ADA82}" dt="2026-01-25T15:58:15.879" v="922" actId="790"/>
          <ac:spMkLst>
            <pc:docMk/>
            <pc:sldMk cId="2409212639" sldId="271"/>
            <ac:spMk id="142" creationId="{AAAC1611-2DA8-4F7A-86C4-FFC32C200A73}"/>
          </ac:spMkLst>
        </pc:spChg>
        <pc:spChg chg="mod">
          <ac:chgData name="Yash Jadhav" userId="535c3d6d-72b8-4f77-8155-55f939173cf2" providerId="ADAL" clId="{F33F88E0-3380-47C4-AFDE-F1AC050ADA82}" dt="2026-01-25T15:58:15.866" v="917" actId="790"/>
          <ac:spMkLst>
            <pc:docMk/>
            <pc:sldMk cId="2409212639" sldId="271"/>
            <ac:spMk id="143" creationId="{F96DAA17-19C5-4228-918D-1132DA0FEBC1}"/>
          </ac:spMkLst>
        </pc:spChg>
        <pc:spChg chg="mod">
          <ac:chgData name="Yash Jadhav" userId="535c3d6d-72b8-4f77-8155-55f939173cf2" providerId="ADAL" clId="{F33F88E0-3380-47C4-AFDE-F1AC050ADA82}" dt="2026-01-25T15:58:15.868" v="918" actId="790"/>
          <ac:spMkLst>
            <pc:docMk/>
            <pc:sldMk cId="2409212639" sldId="271"/>
            <ac:spMk id="144" creationId="{82C31A33-6F4B-4700-9C12-30AE37C0443A}"/>
          </ac:spMkLst>
        </pc:spChg>
        <pc:spChg chg="mod">
          <ac:chgData name="Yash Jadhav" userId="535c3d6d-72b8-4f77-8155-55f939173cf2" providerId="ADAL" clId="{F33F88E0-3380-47C4-AFDE-F1AC050ADA82}" dt="2026-01-25T15:58:15.871" v="919" actId="790"/>
          <ac:spMkLst>
            <pc:docMk/>
            <pc:sldMk cId="2409212639" sldId="271"/>
            <ac:spMk id="145" creationId="{914774E0-F3DD-4F82-A666-43F786335319}"/>
          </ac:spMkLst>
        </pc:spChg>
        <pc:spChg chg="mod">
          <ac:chgData name="Yash Jadhav" userId="535c3d6d-72b8-4f77-8155-55f939173cf2" providerId="ADAL" clId="{F33F88E0-3380-47C4-AFDE-F1AC050ADA82}" dt="2026-01-25T15:58:15.861" v="914" actId="790"/>
          <ac:spMkLst>
            <pc:docMk/>
            <pc:sldMk cId="2409212639" sldId="271"/>
            <ac:spMk id="146" creationId="{0B24B35C-28CE-4A70-9AB2-3C692C197EAC}"/>
          </ac:spMkLst>
        </pc:spChg>
        <pc:spChg chg="mod">
          <ac:chgData name="Yash Jadhav" userId="535c3d6d-72b8-4f77-8155-55f939173cf2" providerId="ADAL" clId="{F33F88E0-3380-47C4-AFDE-F1AC050ADA82}" dt="2026-01-25T15:58:15.862" v="915" actId="790"/>
          <ac:spMkLst>
            <pc:docMk/>
            <pc:sldMk cId="2409212639" sldId="271"/>
            <ac:spMk id="147" creationId="{C8487344-3F28-4F19-A39B-CB7127B70114}"/>
          </ac:spMkLst>
        </pc:spChg>
        <pc:spChg chg="mod">
          <ac:chgData name="Yash Jadhav" userId="535c3d6d-72b8-4f77-8155-55f939173cf2" providerId="ADAL" clId="{F33F88E0-3380-47C4-AFDE-F1AC050ADA82}" dt="2026-01-25T15:58:15.864" v="916" actId="790"/>
          <ac:spMkLst>
            <pc:docMk/>
            <pc:sldMk cId="2409212639" sldId="271"/>
            <ac:spMk id="148" creationId="{C7E64758-44BA-42E7-AFF2-D155B00E0982}"/>
          </ac:spMkLst>
        </pc:spChg>
        <pc:spChg chg="mod">
          <ac:chgData name="Yash Jadhav" userId="535c3d6d-72b8-4f77-8155-55f939173cf2" providerId="ADAL" clId="{F33F88E0-3380-47C4-AFDE-F1AC050ADA82}" dt="2026-01-25T15:58:15.854" v="911" actId="790"/>
          <ac:spMkLst>
            <pc:docMk/>
            <pc:sldMk cId="2409212639" sldId="271"/>
            <ac:spMk id="149" creationId="{E0AB57CC-31AC-4C24-8BFF-F7CCF84080A4}"/>
          </ac:spMkLst>
        </pc:spChg>
        <pc:spChg chg="mod">
          <ac:chgData name="Yash Jadhav" userId="535c3d6d-72b8-4f77-8155-55f939173cf2" providerId="ADAL" clId="{F33F88E0-3380-47C4-AFDE-F1AC050ADA82}" dt="2026-01-25T15:58:15.856" v="912" actId="790"/>
          <ac:spMkLst>
            <pc:docMk/>
            <pc:sldMk cId="2409212639" sldId="271"/>
            <ac:spMk id="150" creationId="{3B7A3FB2-4886-4B57-BD37-E54074722621}"/>
          </ac:spMkLst>
        </pc:spChg>
        <pc:spChg chg="mod">
          <ac:chgData name="Yash Jadhav" userId="535c3d6d-72b8-4f77-8155-55f939173cf2" providerId="ADAL" clId="{F33F88E0-3380-47C4-AFDE-F1AC050ADA82}" dt="2026-01-25T15:58:15.859" v="913" actId="790"/>
          <ac:spMkLst>
            <pc:docMk/>
            <pc:sldMk cId="2409212639" sldId="271"/>
            <ac:spMk id="151" creationId="{0BF41279-DF21-4290-A58B-9B03A79EF17C}"/>
          </ac:spMkLst>
        </pc:spChg>
        <pc:spChg chg="mod">
          <ac:chgData name="Yash Jadhav" userId="535c3d6d-72b8-4f77-8155-55f939173cf2" providerId="ADAL" clId="{F33F88E0-3380-47C4-AFDE-F1AC050ADA82}" dt="2026-01-25T15:58:15.847" v="908" actId="790"/>
          <ac:spMkLst>
            <pc:docMk/>
            <pc:sldMk cId="2409212639" sldId="271"/>
            <ac:spMk id="156" creationId="{E21C6070-3393-451D-BF5B-A86EE896E859}"/>
          </ac:spMkLst>
        </pc:spChg>
        <pc:spChg chg="mod">
          <ac:chgData name="Yash Jadhav" userId="535c3d6d-72b8-4f77-8155-55f939173cf2" providerId="ADAL" clId="{F33F88E0-3380-47C4-AFDE-F1AC050ADA82}" dt="2026-01-25T15:58:15.849" v="909" actId="790"/>
          <ac:spMkLst>
            <pc:docMk/>
            <pc:sldMk cId="2409212639" sldId="271"/>
            <ac:spMk id="157" creationId="{5166CB52-71D6-432C-9526-7FD82B76C3D7}"/>
          </ac:spMkLst>
        </pc:spChg>
        <pc:spChg chg="mod">
          <ac:chgData name="Yash Jadhav" userId="535c3d6d-72b8-4f77-8155-55f939173cf2" providerId="ADAL" clId="{F33F88E0-3380-47C4-AFDE-F1AC050ADA82}" dt="2026-01-25T15:58:15.852" v="910" actId="790"/>
          <ac:spMkLst>
            <pc:docMk/>
            <pc:sldMk cId="2409212639" sldId="271"/>
            <ac:spMk id="158" creationId="{9900C7DD-50B7-4C38-9E7C-3FD587321C1B}"/>
          </ac:spMkLst>
        </pc:spChg>
        <pc:spChg chg="mod">
          <ac:chgData name="Yash Jadhav" userId="535c3d6d-72b8-4f77-8155-55f939173cf2" providerId="ADAL" clId="{F33F88E0-3380-47C4-AFDE-F1AC050ADA82}" dt="2026-01-25T15:58:15.836" v="905" actId="790"/>
          <ac:spMkLst>
            <pc:docMk/>
            <pc:sldMk cId="2409212639" sldId="271"/>
            <ac:spMk id="159" creationId="{EA1A3CF6-5124-4E81-BEF2-EFB26959C6A9}"/>
          </ac:spMkLst>
        </pc:spChg>
        <pc:spChg chg="mod">
          <ac:chgData name="Yash Jadhav" userId="535c3d6d-72b8-4f77-8155-55f939173cf2" providerId="ADAL" clId="{F33F88E0-3380-47C4-AFDE-F1AC050ADA82}" dt="2026-01-25T15:58:15.840" v="906" actId="790"/>
          <ac:spMkLst>
            <pc:docMk/>
            <pc:sldMk cId="2409212639" sldId="271"/>
            <ac:spMk id="160" creationId="{10217775-12FA-4281-A096-0479FC013F94}"/>
          </ac:spMkLst>
        </pc:spChg>
        <pc:spChg chg="mod">
          <ac:chgData name="Yash Jadhav" userId="535c3d6d-72b8-4f77-8155-55f939173cf2" providerId="ADAL" clId="{F33F88E0-3380-47C4-AFDE-F1AC050ADA82}" dt="2026-01-25T15:58:15.843" v="907" actId="790"/>
          <ac:spMkLst>
            <pc:docMk/>
            <pc:sldMk cId="2409212639" sldId="271"/>
            <ac:spMk id="161" creationId="{CD8D3468-B0C6-4A90-97D5-44A5EC83ECCC}"/>
          </ac:spMkLst>
        </pc:spChg>
        <pc:spChg chg="mod">
          <ac:chgData name="Yash Jadhav" userId="535c3d6d-72b8-4f77-8155-55f939173cf2" providerId="ADAL" clId="{F33F88E0-3380-47C4-AFDE-F1AC050ADA82}" dt="2026-01-25T15:58:15.830" v="902" actId="790"/>
          <ac:spMkLst>
            <pc:docMk/>
            <pc:sldMk cId="2409212639" sldId="271"/>
            <ac:spMk id="162" creationId="{F96F014B-B330-438E-8475-9EC2D4C1DF23}"/>
          </ac:spMkLst>
        </pc:spChg>
        <pc:spChg chg="mod">
          <ac:chgData name="Yash Jadhav" userId="535c3d6d-72b8-4f77-8155-55f939173cf2" providerId="ADAL" clId="{F33F88E0-3380-47C4-AFDE-F1AC050ADA82}" dt="2026-01-25T15:58:15.832" v="903" actId="790"/>
          <ac:spMkLst>
            <pc:docMk/>
            <pc:sldMk cId="2409212639" sldId="271"/>
            <ac:spMk id="163" creationId="{2AB32A72-352D-461B-BE10-CFEBE9601796}"/>
          </ac:spMkLst>
        </pc:spChg>
        <pc:spChg chg="mod">
          <ac:chgData name="Yash Jadhav" userId="535c3d6d-72b8-4f77-8155-55f939173cf2" providerId="ADAL" clId="{F33F88E0-3380-47C4-AFDE-F1AC050ADA82}" dt="2026-01-25T15:58:15.834" v="904" actId="790"/>
          <ac:spMkLst>
            <pc:docMk/>
            <pc:sldMk cId="2409212639" sldId="271"/>
            <ac:spMk id="164" creationId="{3461BEDB-E8D7-4E30-89B5-6A0D0E23E69F}"/>
          </ac:spMkLst>
        </pc:spChg>
        <pc:spChg chg="mod">
          <ac:chgData name="Yash Jadhav" userId="535c3d6d-72b8-4f77-8155-55f939173cf2" providerId="ADAL" clId="{F33F88E0-3380-47C4-AFDE-F1AC050ADA82}" dt="2026-01-25T15:58:15.825" v="899" actId="790"/>
          <ac:spMkLst>
            <pc:docMk/>
            <pc:sldMk cId="2409212639" sldId="271"/>
            <ac:spMk id="165" creationId="{5A440F3D-A2BF-4293-9819-D93D0383C75E}"/>
          </ac:spMkLst>
        </pc:spChg>
        <pc:spChg chg="mod">
          <ac:chgData name="Yash Jadhav" userId="535c3d6d-72b8-4f77-8155-55f939173cf2" providerId="ADAL" clId="{F33F88E0-3380-47C4-AFDE-F1AC050ADA82}" dt="2026-01-25T15:58:15.828" v="900" actId="790"/>
          <ac:spMkLst>
            <pc:docMk/>
            <pc:sldMk cId="2409212639" sldId="271"/>
            <ac:spMk id="166" creationId="{B9A4D3A0-6011-42AD-ABDB-23324A8C5CEE}"/>
          </ac:spMkLst>
        </pc:spChg>
        <pc:spChg chg="mod">
          <ac:chgData name="Yash Jadhav" userId="535c3d6d-72b8-4f77-8155-55f939173cf2" providerId="ADAL" clId="{F33F88E0-3380-47C4-AFDE-F1AC050ADA82}" dt="2026-01-25T15:58:15.829" v="901" actId="790"/>
          <ac:spMkLst>
            <pc:docMk/>
            <pc:sldMk cId="2409212639" sldId="271"/>
            <ac:spMk id="167" creationId="{46EEFF94-2CCF-46B8-90E0-80AFBD0D7599}"/>
          </ac:spMkLst>
        </pc:spChg>
        <pc:spChg chg="mod">
          <ac:chgData name="Yash Jadhav" userId="535c3d6d-72b8-4f77-8155-55f939173cf2" providerId="ADAL" clId="{F33F88E0-3380-47C4-AFDE-F1AC050ADA82}" dt="2026-01-25T15:58:15.820" v="896" actId="790"/>
          <ac:spMkLst>
            <pc:docMk/>
            <pc:sldMk cId="2409212639" sldId="271"/>
            <ac:spMk id="172" creationId="{2472B63E-7CD6-4A04-B35A-1BE326CD9832}"/>
          </ac:spMkLst>
        </pc:spChg>
        <pc:spChg chg="mod">
          <ac:chgData name="Yash Jadhav" userId="535c3d6d-72b8-4f77-8155-55f939173cf2" providerId="ADAL" clId="{F33F88E0-3380-47C4-AFDE-F1AC050ADA82}" dt="2026-01-25T15:58:15.822" v="897" actId="790"/>
          <ac:spMkLst>
            <pc:docMk/>
            <pc:sldMk cId="2409212639" sldId="271"/>
            <ac:spMk id="173" creationId="{F1903FAC-CFFE-453A-A220-AF2BDEFAFE4B}"/>
          </ac:spMkLst>
        </pc:spChg>
        <pc:spChg chg="mod">
          <ac:chgData name="Yash Jadhav" userId="535c3d6d-72b8-4f77-8155-55f939173cf2" providerId="ADAL" clId="{F33F88E0-3380-47C4-AFDE-F1AC050ADA82}" dt="2026-01-25T15:58:15.824" v="898" actId="790"/>
          <ac:spMkLst>
            <pc:docMk/>
            <pc:sldMk cId="2409212639" sldId="271"/>
            <ac:spMk id="174" creationId="{7A56528D-EA0A-4EA4-81A2-EDC057547DEF}"/>
          </ac:spMkLst>
        </pc:spChg>
        <pc:spChg chg="mod">
          <ac:chgData name="Yash Jadhav" userId="535c3d6d-72b8-4f77-8155-55f939173cf2" providerId="ADAL" clId="{F33F88E0-3380-47C4-AFDE-F1AC050ADA82}" dt="2026-01-25T15:58:15.815" v="893" actId="790"/>
          <ac:spMkLst>
            <pc:docMk/>
            <pc:sldMk cId="2409212639" sldId="271"/>
            <ac:spMk id="175" creationId="{2754A970-6C58-467A-8393-5F5F248DDC96}"/>
          </ac:spMkLst>
        </pc:spChg>
        <pc:spChg chg="mod">
          <ac:chgData name="Yash Jadhav" userId="535c3d6d-72b8-4f77-8155-55f939173cf2" providerId="ADAL" clId="{F33F88E0-3380-47C4-AFDE-F1AC050ADA82}" dt="2026-01-25T15:58:15.817" v="894" actId="790"/>
          <ac:spMkLst>
            <pc:docMk/>
            <pc:sldMk cId="2409212639" sldId="271"/>
            <ac:spMk id="176" creationId="{ED58F568-E929-4242-BE37-3BBD4098A842}"/>
          </ac:spMkLst>
        </pc:spChg>
        <pc:spChg chg="mod">
          <ac:chgData name="Yash Jadhav" userId="535c3d6d-72b8-4f77-8155-55f939173cf2" providerId="ADAL" clId="{F33F88E0-3380-47C4-AFDE-F1AC050ADA82}" dt="2026-01-25T15:58:15.818" v="895" actId="790"/>
          <ac:spMkLst>
            <pc:docMk/>
            <pc:sldMk cId="2409212639" sldId="271"/>
            <ac:spMk id="177" creationId="{78A28C20-F6BF-40CA-AF11-EB2A6825F05B}"/>
          </ac:spMkLst>
        </pc:spChg>
        <pc:spChg chg="mod">
          <ac:chgData name="Yash Jadhav" userId="535c3d6d-72b8-4f77-8155-55f939173cf2" providerId="ADAL" clId="{F33F88E0-3380-47C4-AFDE-F1AC050ADA82}" dt="2026-01-25T15:58:15.810" v="890" actId="790"/>
          <ac:spMkLst>
            <pc:docMk/>
            <pc:sldMk cId="2409212639" sldId="271"/>
            <ac:spMk id="178" creationId="{57975F83-A0E7-47A3-BE1B-C219D208A492}"/>
          </ac:spMkLst>
        </pc:spChg>
        <pc:spChg chg="mod">
          <ac:chgData name="Yash Jadhav" userId="535c3d6d-72b8-4f77-8155-55f939173cf2" providerId="ADAL" clId="{F33F88E0-3380-47C4-AFDE-F1AC050ADA82}" dt="2026-01-25T15:58:15.811" v="891" actId="790"/>
          <ac:spMkLst>
            <pc:docMk/>
            <pc:sldMk cId="2409212639" sldId="271"/>
            <ac:spMk id="179" creationId="{7DCF4E5A-DC4D-45E5-86EC-2E621DE631FF}"/>
          </ac:spMkLst>
        </pc:spChg>
        <pc:spChg chg="mod">
          <ac:chgData name="Yash Jadhav" userId="535c3d6d-72b8-4f77-8155-55f939173cf2" providerId="ADAL" clId="{F33F88E0-3380-47C4-AFDE-F1AC050ADA82}" dt="2026-01-25T15:58:15.813" v="892" actId="790"/>
          <ac:spMkLst>
            <pc:docMk/>
            <pc:sldMk cId="2409212639" sldId="271"/>
            <ac:spMk id="180" creationId="{5D03BBC1-DD06-4AE7-8E73-0115937AB579}"/>
          </ac:spMkLst>
        </pc:spChg>
        <pc:spChg chg="mod">
          <ac:chgData name="Yash Jadhav" userId="535c3d6d-72b8-4f77-8155-55f939173cf2" providerId="ADAL" clId="{F33F88E0-3380-47C4-AFDE-F1AC050ADA82}" dt="2026-01-25T15:58:15.803" v="887" actId="790"/>
          <ac:spMkLst>
            <pc:docMk/>
            <pc:sldMk cId="2409212639" sldId="271"/>
            <ac:spMk id="181" creationId="{624C765B-06D2-454D-A541-AED1E26FD418}"/>
          </ac:spMkLst>
        </pc:spChg>
        <pc:spChg chg="mod">
          <ac:chgData name="Yash Jadhav" userId="535c3d6d-72b8-4f77-8155-55f939173cf2" providerId="ADAL" clId="{F33F88E0-3380-47C4-AFDE-F1AC050ADA82}" dt="2026-01-25T15:58:15.806" v="888" actId="790"/>
          <ac:spMkLst>
            <pc:docMk/>
            <pc:sldMk cId="2409212639" sldId="271"/>
            <ac:spMk id="182" creationId="{6032D163-2E41-4235-8668-5037E3FDEA26}"/>
          </ac:spMkLst>
        </pc:spChg>
        <pc:spChg chg="mod">
          <ac:chgData name="Yash Jadhav" userId="535c3d6d-72b8-4f77-8155-55f939173cf2" providerId="ADAL" clId="{F33F88E0-3380-47C4-AFDE-F1AC050ADA82}" dt="2026-01-25T15:58:15.808" v="889" actId="790"/>
          <ac:spMkLst>
            <pc:docMk/>
            <pc:sldMk cId="2409212639" sldId="271"/>
            <ac:spMk id="183" creationId="{08685394-600F-443F-9C0B-6F9A65FA7781}"/>
          </ac:spMkLst>
        </pc:spChg>
        <pc:spChg chg="mod">
          <ac:chgData name="Yash Jadhav" userId="535c3d6d-72b8-4f77-8155-55f939173cf2" providerId="ADAL" clId="{F33F88E0-3380-47C4-AFDE-F1AC050ADA82}" dt="2026-01-25T15:58:15.794" v="883" actId="790"/>
          <ac:spMkLst>
            <pc:docMk/>
            <pc:sldMk cId="2409212639" sldId="271"/>
            <ac:spMk id="188" creationId="{39C2506C-5B8B-4862-B2F2-9BE5C553A5FD}"/>
          </ac:spMkLst>
        </pc:spChg>
        <pc:spChg chg="mod">
          <ac:chgData name="Yash Jadhav" userId="535c3d6d-72b8-4f77-8155-55f939173cf2" providerId="ADAL" clId="{F33F88E0-3380-47C4-AFDE-F1AC050ADA82}" dt="2026-01-25T15:58:15.796" v="884" actId="790"/>
          <ac:spMkLst>
            <pc:docMk/>
            <pc:sldMk cId="2409212639" sldId="271"/>
            <ac:spMk id="189" creationId="{82277490-1137-49C4-984C-CD8062137E6C}"/>
          </ac:spMkLst>
        </pc:spChg>
        <pc:spChg chg="mod">
          <ac:chgData name="Yash Jadhav" userId="535c3d6d-72b8-4f77-8155-55f939173cf2" providerId="ADAL" clId="{F33F88E0-3380-47C4-AFDE-F1AC050ADA82}" dt="2026-01-25T15:58:15.799" v="885" actId="790"/>
          <ac:spMkLst>
            <pc:docMk/>
            <pc:sldMk cId="2409212639" sldId="271"/>
            <ac:spMk id="190" creationId="{20F4FB63-EAC7-46FA-B044-864A0894A839}"/>
          </ac:spMkLst>
        </pc:spChg>
        <pc:spChg chg="mod">
          <ac:chgData name="Yash Jadhav" userId="535c3d6d-72b8-4f77-8155-55f939173cf2" providerId="ADAL" clId="{F33F88E0-3380-47C4-AFDE-F1AC050ADA82}" dt="2026-01-25T15:58:15.786" v="880" actId="790"/>
          <ac:spMkLst>
            <pc:docMk/>
            <pc:sldMk cId="2409212639" sldId="271"/>
            <ac:spMk id="191" creationId="{5117D2B5-D6B8-463A-9D9C-0D9349C72105}"/>
          </ac:spMkLst>
        </pc:spChg>
        <pc:spChg chg="mod">
          <ac:chgData name="Yash Jadhav" userId="535c3d6d-72b8-4f77-8155-55f939173cf2" providerId="ADAL" clId="{F33F88E0-3380-47C4-AFDE-F1AC050ADA82}" dt="2026-01-25T15:58:15.788" v="881" actId="790"/>
          <ac:spMkLst>
            <pc:docMk/>
            <pc:sldMk cId="2409212639" sldId="271"/>
            <ac:spMk id="192" creationId="{85A31D3F-CEAC-4EBF-8528-B6215449DF17}"/>
          </ac:spMkLst>
        </pc:spChg>
        <pc:spChg chg="mod">
          <ac:chgData name="Yash Jadhav" userId="535c3d6d-72b8-4f77-8155-55f939173cf2" providerId="ADAL" clId="{F33F88E0-3380-47C4-AFDE-F1AC050ADA82}" dt="2026-01-25T15:58:15.791" v="882" actId="790"/>
          <ac:spMkLst>
            <pc:docMk/>
            <pc:sldMk cId="2409212639" sldId="271"/>
            <ac:spMk id="193" creationId="{0F270F76-63BA-467A-A86F-95CE6B82A40A}"/>
          </ac:spMkLst>
        </pc:spChg>
        <pc:spChg chg="mod">
          <ac:chgData name="Yash Jadhav" userId="535c3d6d-72b8-4f77-8155-55f939173cf2" providerId="ADAL" clId="{F33F88E0-3380-47C4-AFDE-F1AC050ADA82}" dt="2026-01-25T15:58:15.780" v="877" actId="790"/>
          <ac:spMkLst>
            <pc:docMk/>
            <pc:sldMk cId="2409212639" sldId="271"/>
            <ac:spMk id="194" creationId="{F6E197FA-3629-4227-9ECF-CCD3AE6504AA}"/>
          </ac:spMkLst>
        </pc:spChg>
        <pc:spChg chg="mod">
          <ac:chgData name="Yash Jadhav" userId="535c3d6d-72b8-4f77-8155-55f939173cf2" providerId="ADAL" clId="{F33F88E0-3380-47C4-AFDE-F1AC050ADA82}" dt="2026-01-25T15:58:15.782" v="878" actId="790"/>
          <ac:spMkLst>
            <pc:docMk/>
            <pc:sldMk cId="2409212639" sldId="271"/>
            <ac:spMk id="195" creationId="{FF182C61-3C35-41F8-8F2E-E9B51AC2703B}"/>
          </ac:spMkLst>
        </pc:spChg>
        <pc:spChg chg="mod">
          <ac:chgData name="Yash Jadhav" userId="535c3d6d-72b8-4f77-8155-55f939173cf2" providerId="ADAL" clId="{F33F88E0-3380-47C4-AFDE-F1AC050ADA82}" dt="2026-01-25T15:58:15.785" v="879" actId="790"/>
          <ac:spMkLst>
            <pc:docMk/>
            <pc:sldMk cId="2409212639" sldId="271"/>
            <ac:spMk id="196" creationId="{1C142844-51CF-4756-B6CE-7E2919207795}"/>
          </ac:spMkLst>
        </pc:spChg>
        <pc:spChg chg="mod">
          <ac:chgData name="Yash Jadhav" userId="535c3d6d-72b8-4f77-8155-55f939173cf2" providerId="ADAL" clId="{F33F88E0-3380-47C4-AFDE-F1AC050ADA82}" dt="2026-01-25T15:58:15.775" v="874" actId="790"/>
          <ac:spMkLst>
            <pc:docMk/>
            <pc:sldMk cId="2409212639" sldId="271"/>
            <ac:spMk id="197" creationId="{B5369957-D138-41D5-984C-C8629D20122A}"/>
          </ac:spMkLst>
        </pc:spChg>
        <pc:spChg chg="mod">
          <ac:chgData name="Yash Jadhav" userId="535c3d6d-72b8-4f77-8155-55f939173cf2" providerId="ADAL" clId="{F33F88E0-3380-47C4-AFDE-F1AC050ADA82}" dt="2026-01-25T15:58:15.777" v="875" actId="790"/>
          <ac:spMkLst>
            <pc:docMk/>
            <pc:sldMk cId="2409212639" sldId="271"/>
            <ac:spMk id="198" creationId="{EF78620F-23E7-43D9-8ED9-59F130DA27C5}"/>
          </ac:spMkLst>
        </pc:spChg>
        <pc:spChg chg="mod">
          <ac:chgData name="Yash Jadhav" userId="535c3d6d-72b8-4f77-8155-55f939173cf2" providerId="ADAL" clId="{F33F88E0-3380-47C4-AFDE-F1AC050ADA82}" dt="2026-01-25T15:58:15.779" v="876" actId="790"/>
          <ac:spMkLst>
            <pc:docMk/>
            <pc:sldMk cId="2409212639" sldId="271"/>
            <ac:spMk id="199" creationId="{8C27BC51-0CA2-4AC3-800E-63D0CC68B929}"/>
          </ac:spMkLst>
        </pc:spChg>
        <pc:spChg chg="mod">
          <ac:chgData name="Yash Jadhav" userId="535c3d6d-72b8-4f77-8155-55f939173cf2" providerId="ADAL" clId="{F33F88E0-3380-47C4-AFDE-F1AC050ADA82}" dt="2026-01-25T15:58:15.769" v="871" actId="790"/>
          <ac:spMkLst>
            <pc:docMk/>
            <pc:sldMk cId="2409212639" sldId="271"/>
            <ac:spMk id="204" creationId="{4EE19187-C762-4CC9-857E-0F8524B1A2FA}"/>
          </ac:spMkLst>
        </pc:spChg>
        <pc:spChg chg="mod">
          <ac:chgData name="Yash Jadhav" userId="535c3d6d-72b8-4f77-8155-55f939173cf2" providerId="ADAL" clId="{F33F88E0-3380-47C4-AFDE-F1AC050ADA82}" dt="2026-01-25T15:58:15.771" v="872" actId="790"/>
          <ac:spMkLst>
            <pc:docMk/>
            <pc:sldMk cId="2409212639" sldId="271"/>
            <ac:spMk id="205" creationId="{B31E6A1C-5841-4FAA-8999-B9FDAA38E5FA}"/>
          </ac:spMkLst>
        </pc:spChg>
        <pc:spChg chg="mod">
          <ac:chgData name="Yash Jadhav" userId="535c3d6d-72b8-4f77-8155-55f939173cf2" providerId="ADAL" clId="{F33F88E0-3380-47C4-AFDE-F1AC050ADA82}" dt="2026-01-25T15:58:15.772" v="873" actId="790"/>
          <ac:spMkLst>
            <pc:docMk/>
            <pc:sldMk cId="2409212639" sldId="271"/>
            <ac:spMk id="206" creationId="{91E3B488-7ACC-4C39-BD9F-AA0EBB19D1C8}"/>
          </ac:spMkLst>
        </pc:spChg>
        <pc:spChg chg="mod">
          <ac:chgData name="Yash Jadhav" userId="535c3d6d-72b8-4f77-8155-55f939173cf2" providerId="ADAL" clId="{F33F88E0-3380-47C4-AFDE-F1AC050ADA82}" dt="2026-01-25T15:58:15.763" v="868" actId="790"/>
          <ac:spMkLst>
            <pc:docMk/>
            <pc:sldMk cId="2409212639" sldId="271"/>
            <ac:spMk id="207" creationId="{51EAE04C-6152-4FEF-A258-975040847A53}"/>
          </ac:spMkLst>
        </pc:spChg>
        <pc:spChg chg="mod">
          <ac:chgData name="Yash Jadhav" userId="535c3d6d-72b8-4f77-8155-55f939173cf2" providerId="ADAL" clId="{F33F88E0-3380-47C4-AFDE-F1AC050ADA82}" dt="2026-01-25T15:58:15.765" v="869" actId="790"/>
          <ac:spMkLst>
            <pc:docMk/>
            <pc:sldMk cId="2409212639" sldId="271"/>
            <ac:spMk id="208" creationId="{406B0244-FE68-4276-902F-CB5F1534D464}"/>
          </ac:spMkLst>
        </pc:spChg>
        <pc:spChg chg="mod">
          <ac:chgData name="Yash Jadhav" userId="535c3d6d-72b8-4f77-8155-55f939173cf2" providerId="ADAL" clId="{F33F88E0-3380-47C4-AFDE-F1AC050ADA82}" dt="2026-01-25T15:58:15.767" v="870" actId="790"/>
          <ac:spMkLst>
            <pc:docMk/>
            <pc:sldMk cId="2409212639" sldId="271"/>
            <ac:spMk id="209" creationId="{358A150E-2FDF-425A-A63A-5662CA842FFF}"/>
          </ac:spMkLst>
        </pc:spChg>
        <pc:spChg chg="mod">
          <ac:chgData name="Yash Jadhav" userId="535c3d6d-72b8-4f77-8155-55f939173cf2" providerId="ADAL" clId="{F33F88E0-3380-47C4-AFDE-F1AC050ADA82}" dt="2026-01-25T15:58:15.757" v="865" actId="790"/>
          <ac:spMkLst>
            <pc:docMk/>
            <pc:sldMk cId="2409212639" sldId="271"/>
            <ac:spMk id="210" creationId="{E1BA239A-96A2-499F-A6A0-3581C32A21F7}"/>
          </ac:spMkLst>
        </pc:spChg>
        <pc:spChg chg="mod">
          <ac:chgData name="Yash Jadhav" userId="535c3d6d-72b8-4f77-8155-55f939173cf2" providerId="ADAL" clId="{F33F88E0-3380-47C4-AFDE-F1AC050ADA82}" dt="2026-01-25T15:58:15.759" v="866" actId="790"/>
          <ac:spMkLst>
            <pc:docMk/>
            <pc:sldMk cId="2409212639" sldId="271"/>
            <ac:spMk id="211" creationId="{49B01853-DA44-4421-84EE-EF139CD4FDC3}"/>
          </ac:spMkLst>
        </pc:spChg>
        <pc:spChg chg="mod">
          <ac:chgData name="Yash Jadhav" userId="535c3d6d-72b8-4f77-8155-55f939173cf2" providerId="ADAL" clId="{F33F88E0-3380-47C4-AFDE-F1AC050ADA82}" dt="2026-01-25T15:58:15.762" v="867" actId="790"/>
          <ac:spMkLst>
            <pc:docMk/>
            <pc:sldMk cId="2409212639" sldId="271"/>
            <ac:spMk id="212" creationId="{F52ACCB9-3535-4BE8-9CA7-1D1EF1A7D9BE}"/>
          </ac:spMkLst>
        </pc:spChg>
        <pc:spChg chg="mod">
          <ac:chgData name="Yash Jadhav" userId="535c3d6d-72b8-4f77-8155-55f939173cf2" providerId="ADAL" clId="{F33F88E0-3380-47C4-AFDE-F1AC050ADA82}" dt="2026-01-25T15:58:15.751" v="862" actId="790"/>
          <ac:spMkLst>
            <pc:docMk/>
            <pc:sldMk cId="2409212639" sldId="271"/>
            <ac:spMk id="213" creationId="{34B38FDD-C28F-4F36-8570-AD92CFB510C7}"/>
          </ac:spMkLst>
        </pc:spChg>
        <pc:spChg chg="mod">
          <ac:chgData name="Yash Jadhav" userId="535c3d6d-72b8-4f77-8155-55f939173cf2" providerId="ADAL" clId="{F33F88E0-3380-47C4-AFDE-F1AC050ADA82}" dt="2026-01-25T15:58:15.753" v="863" actId="790"/>
          <ac:spMkLst>
            <pc:docMk/>
            <pc:sldMk cId="2409212639" sldId="271"/>
            <ac:spMk id="214" creationId="{275F558E-22EC-4754-8446-935C999C6E03}"/>
          </ac:spMkLst>
        </pc:spChg>
        <pc:spChg chg="mod">
          <ac:chgData name="Yash Jadhav" userId="535c3d6d-72b8-4f77-8155-55f939173cf2" providerId="ADAL" clId="{F33F88E0-3380-47C4-AFDE-F1AC050ADA82}" dt="2026-01-25T15:58:15.755" v="864" actId="790"/>
          <ac:spMkLst>
            <pc:docMk/>
            <pc:sldMk cId="2409212639" sldId="271"/>
            <ac:spMk id="215" creationId="{AD963A1F-8096-4185-86FE-36B25F88B308}"/>
          </ac:spMkLst>
        </pc:spChg>
        <pc:spChg chg="mod">
          <ac:chgData name="Yash Jadhav" userId="535c3d6d-72b8-4f77-8155-55f939173cf2" providerId="ADAL" clId="{F33F88E0-3380-47C4-AFDE-F1AC050ADA82}" dt="2026-01-25T15:58:15.746" v="859" actId="790"/>
          <ac:spMkLst>
            <pc:docMk/>
            <pc:sldMk cId="2409212639" sldId="271"/>
            <ac:spMk id="220" creationId="{38438871-769A-4CD5-A898-D3E8EAD01E76}"/>
          </ac:spMkLst>
        </pc:spChg>
        <pc:spChg chg="mod">
          <ac:chgData name="Yash Jadhav" userId="535c3d6d-72b8-4f77-8155-55f939173cf2" providerId="ADAL" clId="{F33F88E0-3380-47C4-AFDE-F1AC050ADA82}" dt="2026-01-25T15:58:15.748" v="860" actId="790"/>
          <ac:spMkLst>
            <pc:docMk/>
            <pc:sldMk cId="2409212639" sldId="271"/>
            <ac:spMk id="221" creationId="{F64770F0-2E35-425B-BA27-B40D6F342220}"/>
          </ac:spMkLst>
        </pc:spChg>
        <pc:spChg chg="mod">
          <ac:chgData name="Yash Jadhav" userId="535c3d6d-72b8-4f77-8155-55f939173cf2" providerId="ADAL" clId="{F33F88E0-3380-47C4-AFDE-F1AC050ADA82}" dt="2026-01-25T15:58:15.750" v="861" actId="790"/>
          <ac:spMkLst>
            <pc:docMk/>
            <pc:sldMk cId="2409212639" sldId="271"/>
            <ac:spMk id="222" creationId="{34B47C34-63D9-4AD6-996F-A76BF3B7B5EC}"/>
          </ac:spMkLst>
        </pc:spChg>
        <pc:spChg chg="mod">
          <ac:chgData name="Yash Jadhav" userId="535c3d6d-72b8-4f77-8155-55f939173cf2" providerId="ADAL" clId="{F33F88E0-3380-47C4-AFDE-F1AC050ADA82}" dt="2026-01-25T15:58:15.737" v="856" actId="790"/>
          <ac:spMkLst>
            <pc:docMk/>
            <pc:sldMk cId="2409212639" sldId="271"/>
            <ac:spMk id="223" creationId="{93CDAA83-5B7B-408C-9110-5B9C054EED0B}"/>
          </ac:spMkLst>
        </pc:spChg>
        <pc:spChg chg="mod">
          <ac:chgData name="Yash Jadhav" userId="535c3d6d-72b8-4f77-8155-55f939173cf2" providerId="ADAL" clId="{F33F88E0-3380-47C4-AFDE-F1AC050ADA82}" dt="2026-01-25T15:58:15.740" v="857" actId="790"/>
          <ac:spMkLst>
            <pc:docMk/>
            <pc:sldMk cId="2409212639" sldId="271"/>
            <ac:spMk id="224" creationId="{A4943B67-CF39-474C-B82A-EEFC1D2424D0}"/>
          </ac:spMkLst>
        </pc:spChg>
        <pc:spChg chg="mod">
          <ac:chgData name="Yash Jadhav" userId="535c3d6d-72b8-4f77-8155-55f939173cf2" providerId="ADAL" clId="{F33F88E0-3380-47C4-AFDE-F1AC050ADA82}" dt="2026-01-25T15:58:15.743" v="858" actId="790"/>
          <ac:spMkLst>
            <pc:docMk/>
            <pc:sldMk cId="2409212639" sldId="271"/>
            <ac:spMk id="225" creationId="{BFCFA9FB-66D7-408A-83E8-6C657F47D906}"/>
          </ac:spMkLst>
        </pc:spChg>
        <pc:spChg chg="mod">
          <ac:chgData name="Yash Jadhav" userId="535c3d6d-72b8-4f77-8155-55f939173cf2" providerId="ADAL" clId="{F33F88E0-3380-47C4-AFDE-F1AC050ADA82}" dt="2026-01-25T15:58:15.728" v="853" actId="790"/>
          <ac:spMkLst>
            <pc:docMk/>
            <pc:sldMk cId="2409212639" sldId="271"/>
            <ac:spMk id="226" creationId="{769D1484-9FD5-4F46-B8AE-FB205271EB34}"/>
          </ac:spMkLst>
        </pc:spChg>
        <pc:spChg chg="mod">
          <ac:chgData name="Yash Jadhav" userId="535c3d6d-72b8-4f77-8155-55f939173cf2" providerId="ADAL" clId="{F33F88E0-3380-47C4-AFDE-F1AC050ADA82}" dt="2026-01-25T15:58:15.731" v="854" actId="790"/>
          <ac:spMkLst>
            <pc:docMk/>
            <pc:sldMk cId="2409212639" sldId="271"/>
            <ac:spMk id="227" creationId="{14989FF8-79E8-45E7-92E6-C1F0019DA41B}"/>
          </ac:spMkLst>
        </pc:spChg>
        <pc:spChg chg="mod">
          <ac:chgData name="Yash Jadhav" userId="535c3d6d-72b8-4f77-8155-55f939173cf2" providerId="ADAL" clId="{F33F88E0-3380-47C4-AFDE-F1AC050ADA82}" dt="2026-01-25T15:58:15.735" v="855" actId="790"/>
          <ac:spMkLst>
            <pc:docMk/>
            <pc:sldMk cId="2409212639" sldId="271"/>
            <ac:spMk id="228" creationId="{172CA4B5-B172-4DA4-BFD4-B89F9B9B1045}"/>
          </ac:spMkLst>
        </pc:spChg>
        <pc:spChg chg="mod">
          <ac:chgData name="Yash Jadhav" userId="535c3d6d-72b8-4f77-8155-55f939173cf2" providerId="ADAL" clId="{F33F88E0-3380-47C4-AFDE-F1AC050ADA82}" dt="2026-01-25T15:58:15.721" v="850" actId="790"/>
          <ac:spMkLst>
            <pc:docMk/>
            <pc:sldMk cId="2409212639" sldId="271"/>
            <ac:spMk id="229" creationId="{319FD20A-CAB9-4B38-B854-C2DAD45DE499}"/>
          </ac:spMkLst>
        </pc:spChg>
        <pc:spChg chg="mod">
          <ac:chgData name="Yash Jadhav" userId="535c3d6d-72b8-4f77-8155-55f939173cf2" providerId="ADAL" clId="{F33F88E0-3380-47C4-AFDE-F1AC050ADA82}" dt="2026-01-25T15:58:15.723" v="851" actId="790"/>
          <ac:spMkLst>
            <pc:docMk/>
            <pc:sldMk cId="2409212639" sldId="271"/>
            <ac:spMk id="230" creationId="{E6960F93-244A-4877-9856-D87AAF26D154}"/>
          </ac:spMkLst>
        </pc:spChg>
        <pc:spChg chg="mod">
          <ac:chgData name="Yash Jadhav" userId="535c3d6d-72b8-4f77-8155-55f939173cf2" providerId="ADAL" clId="{F33F88E0-3380-47C4-AFDE-F1AC050ADA82}" dt="2026-01-25T15:58:15.726" v="852" actId="790"/>
          <ac:spMkLst>
            <pc:docMk/>
            <pc:sldMk cId="2409212639" sldId="271"/>
            <ac:spMk id="231" creationId="{10C88CDF-7924-4575-BE82-744E457119A3}"/>
          </ac:spMkLst>
        </pc:spChg>
        <pc:spChg chg="mod">
          <ac:chgData name="Yash Jadhav" userId="535c3d6d-72b8-4f77-8155-55f939173cf2" providerId="ADAL" clId="{F33F88E0-3380-47C4-AFDE-F1AC050ADA82}" dt="2026-01-25T15:58:15.714" v="847" actId="790"/>
          <ac:spMkLst>
            <pc:docMk/>
            <pc:sldMk cId="2409212639" sldId="271"/>
            <ac:spMk id="236" creationId="{765832B9-4BB6-42A5-9763-B97F8A088551}"/>
          </ac:spMkLst>
        </pc:spChg>
        <pc:spChg chg="mod">
          <ac:chgData name="Yash Jadhav" userId="535c3d6d-72b8-4f77-8155-55f939173cf2" providerId="ADAL" clId="{F33F88E0-3380-47C4-AFDE-F1AC050ADA82}" dt="2026-01-25T15:58:15.716" v="848" actId="790"/>
          <ac:spMkLst>
            <pc:docMk/>
            <pc:sldMk cId="2409212639" sldId="271"/>
            <ac:spMk id="237" creationId="{8F231F9F-FA9A-4970-BED7-DA572532D517}"/>
          </ac:spMkLst>
        </pc:spChg>
        <pc:spChg chg="mod">
          <ac:chgData name="Yash Jadhav" userId="535c3d6d-72b8-4f77-8155-55f939173cf2" providerId="ADAL" clId="{F33F88E0-3380-47C4-AFDE-F1AC050ADA82}" dt="2026-01-25T15:58:15.719" v="849" actId="790"/>
          <ac:spMkLst>
            <pc:docMk/>
            <pc:sldMk cId="2409212639" sldId="271"/>
            <ac:spMk id="238" creationId="{7F953BC2-236D-41AE-960A-E85CCC61DB18}"/>
          </ac:spMkLst>
        </pc:spChg>
        <pc:spChg chg="mod">
          <ac:chgData name="Yash Jadhav" userId="535c3d6d-72b8-4f77-8155-55f939173cf2" providerId="ADAL" clId="{F33F88E0-3380-47C4-AFDE-F1AC050ADA82}" dt="2026-01-25T15:58:15.707" v="844" actId="790"/>
          <ac:spMkLst>
            <pc:docMk/>
            <pc:sldMk cId="2409212639" sldId="271"/>
            <ac:spMk id="239" creationId="{287DE277-BCC0-4358-8D81-456471FE6387}"/>
          </ac:spMkLst>
        </pc:spChg>
        <pc:spChg chg="mod">
          <ac:chgData name="Yash Jadhav" userId="535c3d6d-72b8-4f77-8155-55f939173cf2" providerId="ADAL" clId="{F33F88E0-3380-47C4-AFDE-F1AC050ADA82}" dt="2026-01-25T15:58:15.710" v="845" actId="790"/>
          <ac:spMkLst>
            <pc:docMk/>
            <pc:sldMk cId="2409212639" sldId="271"/>
            <ac:spMk id="240" creationId="{5CAF0A86-9137-40D8-9522-E4FB55D3D930}"/>
          </ac:spMkLst>
        </pc:spChg>
        <pc:spChg chg="mod">
          <ac:chgData name="Yash Jadhav" userId="535c3d6d-72b8-4f77-8155-55f939173cf2" providerId="ADAL" clId="{F33F88E0-3380-47C4-AFDE-F1AC050ADA82}" dt="2026-01-25T15:58:15.712" v="846" actId="790"/>
          <ac:spMkLst>
            <pc:docMk/>
            <pc:sldMk cId="2409212639" sldId="271"/>
            <ac:spMk id="241" creationId="{19EA0DA2-26A5-4968-885D-98ADF10DA8B5}"/>
          </ac:spMkLst>
        </pc:spChg>
        <pc:spChg chg="mod">
          <ac:chgData name="Yash Jadhav" userId="535c3d6d-72b8-4f77-8155-55f939173cf2" providerId="ADAL" clId="{F33F88E0-3380-47C4-AFDE-F1AC050ADA82}" dt="2026-01-25T15:58:15.702" v="841" actId="790"/>
          <ac:spMkLst>
            <pc:docMk/>
            <pc:sldMk cId="2409212639" sldId="271"/>
            <ac:spMk id="242" creationId="{18B50506-B4C7-4016-A8D9-57C74FDDE4E5}"/>
          </ac:spMkLst>
        </pc:spChg>
        <pc:spChg chg="mod">
          <ac:chgData name="Yash Jadhav" userId="535c3d6d-72b8-4f77-8155-55f939173cf2" providerId="ADAL" clId="{F33F88E0-3380-47C4-AFDE-F1AC050ADA82}" dt="2026-01-25T15:58:15.704" v="842" actId="790"/>
          <ac:spMkLst>
            <pc:docMk/>
            <pc:sldMk cId="2409212639" sldId="271"/>
            <ac:spMk id="243" creationId="{DA00A9BD-C423-45EA-A71D-F692359381A7}"/>
          </ac:spMkLst>
        </pc:spChg>
        <pc:spChg chg="mod">
          <ac:chgData name="Yash Jadhav" userId="535c3d6d-72b8-4f77-8155-55f939173cf2" providerId="ADAL" clId="{F33F88E0-3380-47C4-AFDE-F1AC050ADA82}" dt="2026-01-25T15:58:15.705" v="843" actId="790"/>
          <ac:spMkLst>
            <pc:docMk/>
            <pc:sldMk cId="2409212639" sldId="271"/>
            <ac:spMk id="244" creationId="{E9A6F806-90B6-4526-8DE6-13639FAA86C6}"/>
          </ac:spMkLst>
        </pc:spChg>
        <pc:spChg chg="mod">
          <ac:chgData name="Yash Jadhav" userId="535c3d6d-72b8-4f77-8155-55f939173cf2" providerId="ADAL" clId="{F33F88E0-3380-47C4-AFDE-F1AC050ADA82}" dt="2026-01-25T15:58:15.695" v="838" actId="790"/>
          <ac:spMkLst>
            <pc:docMk/>
            <pc:sldMk cId="2409212639" sldId="271"/>
            <ac:spMk id="245" creationId="{20B1B4BF-769F-42A2-92AA-C411CCF643ED}"/>
          </ac:spMkLst>
        </pc:spChg>
        <pc:spChg chg="mod">
          <ac:chgData name="Yash Jadhav" userId="535c3d6d-72b8-4f77-8155-55f939173cf2" providerId="ADAL" clId="{F33F88E0-3380-47C4-AFDE-F1AC050ADA82}" dt="2026-01-25T15:58:15.698" v="839" actId="790"/>
          <ac:spMkLst>
            <pc:docMk/>
            <pc:sldMk cId="2409212639" sldId="271"/>
            <ac:spMk id="246" creationId="{3ED02E2F-2B01-4DA7-AB95-255FE05F5DA8}"/>
          </ac:spMkLst>
        </pc:spChg>
        <pc:spChg chg="mod">
          <ac:chgData name="Yash Jadhav" userId="535c3d6d-72b8-4f77-8155-55f939173cf2" providerId="ADAL" clId="{F33F88E0-3380-47C4-AFDE-F1AC050ADA82}" dt="2026-01-25T15:58:15.699" v="840" actId="790"/>
          <ac:spMkLst>
            <pc:docMk/>
            <pc:sldMk cId="2409212639" sldId="271"/>
            <ac:spMk id="247" creationId="{A5319AFE-282A-42DA-B095-3300C54A0F84}"/>
          </ac:spMkLst>
        </pc:spChg>
        <pc:spChg chg="mod">
          <ac:chgData name="Yash Jadhav" userId="535c3d6d-72b8-4f77-8155-55f939173cf2" providerId="ADAL" clId="{F33F88E0-3380-47C4-AFDE-F1AC050ADA82}" dt="2026-01-25T15:58:15.689" v="835" actId="790"/>
          <ac:spMkLst>
            <pc:docMk/>
            <pc:sldMk cId="2409212639" sldId="271"/>
            <ac:spMk id="252" creationId="{AF7AF764-4EDB-4EBB-AC47-FB55FAEC6BAF}"/>
          </ac:spMkLst>
        </pc:spChg>
        <pc:spChg chg="mod">
          <ac:chgData name="Yash Jadhav" userId="535c3d6d-72b8-4f77-8155-55f939173cf2" providerId="ADAL" clId="{F33F88E0-3380-47C4-AFDE-F1AC050ADA82}" dt="2026-01-25T15:58:15.691" v="836" actId="790"/>
          <ac:spMkLst>
            <pc:docMk/>
            <pc:sldMk cId="2409212639" sldId="271"/>
            <ac:spMk id="253" creationId="{F1AEA608-AAA8-4235-B33B-13B982D08D2B}"/>
          </ac:spMkLst>
        </pc:spChg>
        <pc:spChg chg="mod">
          <ac:chgData name="Yash Jadhav" userId="535c3d6d-72b8-4f77-8155-55f939173cf2" providerId="ADAL" clId="{F33F88E0-3380-47C4-AFDE-F1AC050ADA82}" dt="2026-01-25T15:58:15.692" v="837" actId="790"/>
          <ac:spMkLst>
            <pc:docMk/>
            <pc:sldMk cId="2409212639" sldId="271"/>
            <ac:spMk id="254" creationId="{9724023E-6972-4B2F-B783-583038EDF56B}"/>
          </ac:spMkLst>
        </pc:spChg>
        <pc:spChg chg="mod">
          <ac:chgData name="Yash Jadhav" userId="535c3d6d-72b8-4f77-8155-55f939173cf2" providerId="ADAL" clId="{F33F88E0-3380-47C4-AFDE-F1AC050ADA82}" dt="2026-01-25T15:58:15.685" v="832" actId="790"/>
          <ac:spMkLst>
            <pc:docMk/>
            <pc:sldMk cId="2409212639" sldId="271"/>
            <ac:spMk id="255" creationId="{1C2D3177-9A37-4240-95EF-2B03F81E345C}"/>
          </ac:spMkLst>
        </pc:spChg>
        <pc:spChg chg="mod">
          <ac:chgData name="Yash Jadhav" userId="535c3d6d-72b8-4f77-8155-55f939173cf2" providerId="ADAL" clId="{F33F88E0-3380-47C4-AFDE-F1AC050ADA82}" dt="2026-01-25T15:58:15.686" v="833" actId="790"/>
          <ac:spMkLst>
            <pc:docMk/>
            <pc:sldMk cId="2409212639" sldId="271"/>
            <ac:spMk id="256" creationId="{3FB9E57A-C1A1-4F34-9E92-D3816F1395DF}"/>
          </ac:spMkLst>
        </pc:spChg>
        <pc:spChg chg="mod">
          <ac:chgData name="Yash Jadhav" userId="535c3d6d-72b8-4f77-8155-55f939173cf2" providerId="ADAL" clId="{F33F88E0-3380-47C4-AFDE-F1AC050ADA82}" dt="2026-01-25T15:58:15.688" v="834" actId="790"/>
          <ac:spMkLst>
            <pc:docMk/>
            <pc:sldMk cId="2409212639" sldId="271"/>
            <ac:spMk id="257" creationId="{D6566B34-ABA1-42FD-8B66-4427DF686D2A}"/>
          </ac:spMkLst>
        </pc:spChg>
        <pc:spChg chg="mod">
          <ac:chgData name="Yash Jadhav" userId="535c3d6d-72b8-4f77-8155-55f939173cf2" providerId="ADAL" clId="{F33F88E0-3380-47C4-AFDE-F1AC050ADA82}" dt="2026-01-25T15:58:15.679" v="829" actId="790"/>
          <ac:spMkLst>
            <pc:docMk/>
            <pc:sldMk cId="2409212639" sldId="271"/>
            <ac:spMk id="258" creationId="{9C68F7DD-F38C-49B3-BAD0-F3C4CFF46D13}"/>
          </ac:spMkLst>
        </pc:spChg>
        <pc:spChg chg="mod">
          <ac:chgData name="Yash Jadhav" userId="535c3d6d-72b8-4f77-8155-55f939173cf2" providerId="ADAL" clId="{F33F88E0-3380-47C4-AFDE-F1AC050ADA82}" dt="2026-01-25T15:58:15.681" v="830" actId="790"/>
          <ac:spMkLst>
            <pc:docMk/>
            <pc:sldMk cId="2409212639" sldId="271"/>
            <ac:spMk id="259" creationId="{5B9A6B13-7D87-4ED8-95CE-5CD2C22744AA}"/>
          </ac:spMkLst>
        </pc:spChg>
        <pc:spChg chg="mod">
          <ac:chgData name="Yash Jadhav" userId="535c3d6d-72b8-4f77-8155-55f939173cf2" providerId="ADAL" clId="{F33F88E0-3380-47C4-AFDE-F1AC050ADA82}" dt="2026-01-25T15:58:15.682" v="831" actId="790"/>
          <ac:spMkLst>
            <pc:docMk/>
            <pc:sldMk cId="2409212639" sldId="271"/>
            <ac:spMk id="260" creationId="{9A00B189-78E2-49AC-8B73-8A9D673C1E31}"/>
          </ac:spMkLst>
        </pc:spChg>
        <pc:spChg chg="mod">
          <ac:chgData name="Yash Jadhav" userId="535c3d6d-72b8-4f77-8155-55f939173cf2" providerId="ADAL" clId="{F33F88E0-3380-47C4-AFDE-F1AC050ADA82}" dt="2026-01-25T15:58:15.674" v="826" actId="790"/>
          <ac:spMkLst>
            <pc:docMk/>
            <pc:sldMk cId="2409212639" sldId="271"/>
            <ac:spMk id="261" creationId="{7E933B6A-86B8-4359-B4F9-D837831C07DB}"/>
          </ac:spMkLst>
        </pc:spChg>
        <pc:spChg chg="mod">
          <ac:chgData name="Yash Jadhav" userId="535c3d6d-72b8-4f77-8155-55f939173cf2" providerId="ADAL" clId="{F33F88E0-3380-47C4-AFDE-F1AC050ADA82}" dt="2026-01-25T15:58:15.676" v="827" actId="790"/>
          <ac:spMkLst>
            <pc:docMk/>
            <pc:sldMk cId="2409212639" sldId="271"/>
            <ac:spMk id="262" creationId="{DF3EC4D1-6413-46D6-B77F-DD9F27E0DC9F}"/>
          </ac:spMkLst>
        </pc:spChg>
        <pc:spChg chg="mod">
          <ac:chgData name="Yash Jadhav" userId="535c3d6d-72b8-4f77-8155-55f939173cf2" providerId="ADAL" clId="{F33F88E0-3380-47C4-AFDE-F1AC050ADA82}" dt="2026-01-25T15:58:15.678" v="828" actId="790"/>
          <ac:spMkLst>
            <pc:docMk/>
            <pc:sldMk cId="2409212639" sldId="271"/>
            <ac:spMk id="263" creationId="{0269D4DE-A040-4DC3-9D2F-6A4C5F01548E}"/>
          </ac:spMkLst>
        </pc:spChg>
        <pc:spChg chg="mod">
          <ac:chgData name="Yash Jadhav" userId="535c3d6d-72b8-4f77-8155-55f939173cf2" providerId="ADAL" clId="{F33F88E0-3380-47C4-AFDE-F1AC050ADA82}" dt="2026-01-25T15:58:15.669" v="823" actId="790"/>
          <ac:spMkLst>
            <pc:docMk/>
            <pc:sldMk cId="2409212639" sldId="271"/>
            <ac:spMk id="268" creationId="{CDCBD5D6-5DAD-4D45-802E-55E170686BF1}"/>
          </ac:spMkLst>
        </pc:spChg>
        <pc:spChg chg="mod">
          <ac:chgData name="Yash Jadhav" userId="535c3d6d-72b8-4f77-8155-55f939173cf2" providerId="ADAL" clId="{F33F88E0-3380-47C4-AFDE-F1AC050ADA82}" dt="2026-01-25T15:58:15.671" v="824" actId="790"/>
          <ac:spMkLst>
            <pc:docMk/>
            <pc:sldMk cId="2409212639" sldId="271"/>
            <ac:spMk id="269" creationId="{633DAEF3-EE41-48CA-9B5B-18EBA807F16A}"/>
          </ac:spMkLst>
        </pc:spChg>
        <pc:spChg chg="mod">
          <ac:chgData name="Yash Jadhav" userId="535c3d6d-72b8-4f77-8155-55f939173cf2" providerId="ADAL" clId="{F33F88E0-3380-47C4-AFDE-F1AC050ADA82}" dt="2026-01-25T15:58:15.672" v="825" actId="790"/>
          <ac:spMkLst>
            <pc:docMk/>
            <pc:sldMk cId="2409212639" sldId="271"/>
            <ac:spMk id="270" creationId="{D85A5DF3-1554-4B30-877A-291600634045}"/>
          </ac:spMkLst>
        </pc:spChg>
        <pc:spChg chg="mod">
          <ac:chgData name="Yash Jadhav" userId="535c3d6d-72b8-4f77-8155-55f939173cf2" providerId="ADAL" clId="{F33F88E0-3380-47C4-AFDE-F1AC050ADA82}" dt="2026-01-25T15:58:15.663" v="820" actId="790"/>
          <ac:spMkLst>
            <pc:docMk/>
            <pc:sldMk cId="2409212639" sldId="271"/>
            <ac:spMk id="271" creationId="{17BEAFD3-ED83-4964-AA52-C93C78FDE3F0}"/>
          </ac:spMkLst>
        </pc:spChg>
        <pc:spChg chg="mod">
          <ac:chgData name="Yash Jadhav" userId="535c3d6d-72b8-4f77-8155-55f939173cf2" providerId="ADAL" clId="{F33F88E0-3380-47C4-AFDE-F1AC050ADA82}" dt="2026-01-25T15:58:15.665" v="821" actId="790"/>
          <ac:spMkLst>
            <pc:docMk/>
            <pc:sldMk cId="2409212639" sldId="271"/>
            <ac:spMk id="272" creationId="{4E649D44-A122-466C-8963-4FF8BD622801}"/>
          </ac:spMkLst>
        </pc:spChg>
        <pc:spChg chg="mod">
          <ac:chgData name="Yash Jadhav" userId="535c3d6d-72b8-4f77-8155-55f939173cf2" providerId="ADAL" clId="{F33F88E0-3380-47C4-AFDE-F1AC050ADA82}" dt="2026-01-25T15:58:15.667" v="822" actId="790"/>
          <ac:spMkLst>
            <pc:docMk/>
            <pc:sldMk cId="2409212639" sldId="271"/>
            <ac:spMk id="273" creationId="{B41786FA-46AE-47AA-B3E1-FB6A1CC0EEBE}"/>
          </ac:spMkLst>
        </pc:spChg>
        <pc:spChg chg="mod">
          <ac:chgData name="Yash Jadhav" userId="535c3d6d-72b8-4f77-8155-55f939173cf2" providerId="ADAL" clId="{F33F88E0-3380-47C4-AFDE-F1AC050ADA82}" dt="2026-01-25T15:58:15.657" v="817" actId="790"/>
          <ac:spMkLst>
            <pc:docMk/>
            <pc:sldMk cId="2409212639" sldId="271"/>
            <ac:spMk id="274" creationId="{48DB4B67-C6E5-4976-81E2-6A2CB73463C2}"/>
          </ac:spMkLst>
        </pc:spChg>
        <pc:spChg chg="mod">
          <ac:chgData name="Yash Jadhav" userId="535c3d6d-72b8-4f77-8155-55f939173cf2" providerId="ADAL" clId="{F33F88E0-3380-47C4-AFDE-F1AC050ADA82}" dt="2026-01-25T15:58:15.659" v="818" actId="790"/>
          <ac:spMkLst>
            <pc:docMk/>
            <pc:sldMk cId="2409212639" sldId="271"/>
            <ac:spMk id="275" creationId="{5A164BC7-7953-421D-A9B6-7ECDB6E20991}"/>
          </ac:spMkLst>
        </pc:spChg>
        <pc:spChg chg="mod">
          <ac:chgData name="Yash Jadhav" userId="535c3d6d-72b8-4f77-8155-55f939173cf2" providerId="ADAL" clId="{F33F88E0-3380-47C4-AFDE-F1AC050ADA82}" dt="2026-01-25T15:58:15.661" v="819" actId="790"/>
          <ac:spMkLst>
            <pc:docMk/>
            <pc:sldMk cId="2409212639" sldId="271"/>
            <ac:spMk id="276" creationId="{FD895151-138D-45A4-A6E5-E6A4FA96842C}"/>
          </ac:spMkLst>
        </pc:spChg>
        <pc:spChg chg="mod">
          <ac:chgData name="Yash Jadhav" userId="535c3d6d-72b8-4f77-8155-55f939173cf2" providerId="ADAL" clId="{F33F88E0-3380-47C4-AFDE-F1AC050ADA82}" dt="2026-01-25T15:58:15.649" v="814" actId="790"/>
          <ac:spMkLst>
            <pc:docMk/>
            <pc:sldMk cId="2409212639" sldId="271"/>
            <ac:spMk id="277" creationId="{E957AF89-7ECB-4ED5-A163-6E19EE7355A4}"/>
          </ac:spMkLst>
        </pc:spChg>
        <pc:spChg chg="mod">
          <ac:chgData name="Yash Jadhav" userId="535c3d6d-72b8-4f77-8155-55f939173cf2" providerId="ADAL" clId="{F33F88E0-3380-47C4-AFDE-F1AC050ADA82}" dt="2026-01-25T15:58:15.652" v="815" actId="790"/>
          <ac:spMkLst>
            <pc:docMk/>
            <pc:sldMk cId="2409212639" sldId="271"/>
            <ac:spMk id="278" creationId="{A7FA65C3-2C91-41B9-B2A0-A1FB69B14C79}"/>
          </ac:spMkLst>
        </pc:spChg>
        <pc:spChg chg="mod">
          <ac:chgData name="Yash Jadhav" userId="535c3d6d-72b8-4f77-8155-55f939173cf2" providerId="ADAL" clId="{F33F88E0-3380-47C4-AFDE-F1AC050ADA82}" dt="2026-01-25T15:58:15.654" v="816" actId="790"/>
          <ac:spMkLst>
            <pc:docMk/>
            <pc:sldMk cId="2409212639" sldId="271"/>
            <ac:spMk id="279" creationId="{0D80B375-591F-4243-BCFA-14321ABEDE9B}"/>
          </ac:spMkLst>
        </pc:spChg>
        <pc:spChg chg="mod">
          <ac:chgData name="Yash Jadhav" userId="535c3d6d-72b8-4f77-8155-55f939173cf2" providerId="ADAL" clId="{F33F88E0-3380-47C4-AFDE-F1AC050ADA82}" dt="2026-01-25T15:58:15.642" v="811" actId="790"/>
          <ac:spMkLst>
            <pc:docMk/>
            <pc:sldMk cId="2409212639" sldId="271"/>
            <ac:spMk id="284" creationId="{2062F6F8-606D-44AC-BF2E-C1C4361C7094}"/>
          </ac:spMkLst>
        </pc:spChg>
        <pc:spChg chg="mod">
          <ac:chgData name="Yash Jadhav" userId="535c3d6d-72b8-4f77-8155-55f939173cf2" providerId="ADAL" clId="{F33F88E0-3380-47C4-AFDE-F1AC050ADA82}" dt="2026-01-25T15:58:15.644" v="812" actId="790"/>
          <ac:spMkLst>
            <pc:docMk/>
            <pc:sldMk cId="2409212639" sldId="271"/>
            <ac:spMk id="285" creationId="{7D89AFC2-EB32-4256-847E-6FE3238CFBF3}"/>
          </ac:spMkLst>
        </pc:spChg>
        <pc:spChg chg="mod">
          <ac:chgData name="Yash Jadhav" userId="535c3d6d-72b8-4f77-8155-55f939173cf2" providerId="ADAL" clId="{F33F88E0-3380-47C4-AFDE-F1AC050ADA82}" dt="2026-01-25T15:58:15.646" v="813" actId="790"/>
          <ac:spMkLst>
            <pc:docMk/>
            <pc:sldMk cId="2409212639" sldId="271"/>
            <ac:spMk id="286" creationId="{EB6D1C45-2BFA-4C9E-B821-61798C097B6B}"/>
          </ac:spMkLst>
        </pc:spChg>
        <pc:spChg chg="mod">
          <ac:chgData name="Yash Jadhav" userId="535c3d6d-72b8-4f77-8155-55f939173cf2" providerId="ADAL" clId="{F33F88E0-3380-47C4-AFDE-F1AC050ADA82}" dt="2026-01-25T15:58:15.635" v="808" actId="790"/>
          <ac:spMkLst>
            <pc:docMk/>
            <pc:sldMk cId="2409212639" sldId="271"/>
            <ac:spMk id="287" creationId="{B304889C-5D8A-4E0F-9F10-68B064EB3168}"/>
          </ac:spMkLst>
        </pc:spChg>
        <pc:spChg chg="mod">
          <ac:chgData name="Yash Jadhav" userId="535c3d6d-72b8-4f77-8155-55f939173cf2" providerId="ADAL" clId="{F33F88E0-3380-47C4-AFDE-F1AC050ADA82}" dt="2026-01-25T15:58:15.637" v="809" actId="790"/>
          <ac:spMkLst>
            <pc:docMk/>
            <pc:sldMk cId="2409212639" sldId="271"/>
            <ac:spMk id="288" creationId="{FAB57B6A-3232-4CE0-9F22-DE9D02CC5CA6}"/>
          </ac:spMkLst>
        </pc:spChg>
        <pc:spChg chg="mod">
          <ac:chgData name="Yash Jadhav" userId="535c3d6d-72b8-4f77-8155-55f939173cf2" providerId="ADAL" clId="{F33F88E0-3380-47C4-AFDE-F1AC050ADA82}" dt="2026-01-25T15:58:15.639" v="810" actId="790"/>
          <ac:spMkLst>
            <pc:docMk/>
            <pc:sldMk cId="2409212639" sldId="271"/>
            <ac:spMk id="289" creationId="{B0E0388F-196C-42E0-929F-3304EB81E8C3}"/>
          </ac:spMkLst>
        </pc:spChg>
        <pc:spChg chg="mod">
          <ac:chgData name="Yash Jadhav" userId="535c3d6d-72b8-4f77-8155-55f939173cf2" providerId="ADAL" clId="{F33F88E0-3380-47C4-AFDE-F1AC050ADA82}" dt="2026-01-25T15:58:15.629" v="805" actId="790"/>
          <ac:spMkLst>
            <pc:docMk/>
            <pc:sldMk cId="2409212639" sldId="271"/>
            <ac:spMk id="290" creationId="{99410BFE-5948-4EE1-88B1-D82B922C7B76}"/>
          </ac:spMkLst>
        </pc:spChg>
        <pc:spChg chg="mod">
          <ac:chgData name="Yash Jadhav" userId="535c3d6d-72b8-4f77-8155-55f939173cf2" providerId="ADAL" clId="{F33F88E0-3380-47C4-AFDE-F1AC050ADA82}" dt="2026-01-25T15:58:15.631" v="806" actId="790"/>
          <ac:spMkLst>
            <pc:docMk/>
            <pc:sldMk cId="2409212639" sldId="271"/>
            <ac:spMk id="291" creationId="{7DBBE7D7-8A56-45D6-98A5-43D6A5031073}"/>
          </ac:spMkLst>
        </pc:spChg>
        <pc:spChg chg="mod">
          <ac:chgData name="Yash Jadhav" userId="535c3d6d-72b8-4f77-8155-55f939173cf2" providerId="ADAL" clId="{F33F88E0-3380-47C4-AFDE-F1AC050ADA82}" dt="2026-01-25T15:58:15.633" v="807" actId="790"/>
          <ac:spMkLst>
            <pc:docMk/>
            <pc:sldMk cId="2409212639" sldId="271"/>
            <ac:spMk id="292" creationId="{FEC7B31A-8217-4E67-B3CC-F9B855F90F14}"/>
          </ac:spMkLst>
        </pc:spChg>
        <pc:spChg chg="mod">
          <ac:chgData name="Yash Jadhav" userId="535c3d6d-72b8-4f77-8155-55f939173cf2" providerId="ADAL" clId="{F33F88E0-3380-47C4-AFDE-F1AC050ADA82}" dt="2026-01-25T15:58:15.622" v="802" actId="790"/>
          <ac:spMkLst>
            <pc:docMk/>
            <pc:sldMk cId="2409212639" sldId="271"/>
            <ac:spMk id="293" creationId="{D59B1A89-B313-43CD-996B-15B5A70CF4A9}"/>
          </ac:spMkLst>
        </pc:spChg>
        <pc:spChg chg="mod">
          <ac:chgData name="Yash Jadhav" userId="535c3d6d-72b8-4f77-8155-55f939173cf2" providerId="ADAL" clId="{F33F88E0-3380-47C4-AFDE-F1AC050ADA82}" dt="2026-01-25T15:58:15.625" v="803" actId="790"/>
          <ac:spMkLst>
            <pc:docMk/>
            <pc:sldMk cId="2409212639" sldId="271"/>
            <ac:spMk id="294" creationId="{91D1EAFB-1311-42FC-B5C8-FCF0D2B216D0}"/>
          </ac:spMkLst>
        </pc:spChg>
        <pc:spChg chg="mod">
          <ac:chgData name="Yash Jadhav" userId="535c3d6d-72b8-4f77-8155-55f939173cf2" providerId="ADAL" clId="{F33F88E0-3380-47C4-AFDE-F1AC050ADA82}" dt="2026-01-25T15:58:15.627" v="804" actId="790"/>
          <ac:spMkLst>
            <pc:docMk/>
            <pc:sldMk cId="2409212639" sldId="271"/>
            <ac:spMk id="295" creationId="{ABB0430C-152B-4B78-8959-13A51EB942A5}"/>
          </ac:spMkLst>
        </pc:spChg>
        <pc:spChg chg="mod">
          <ac:chgData name="Yash Jadhav" userId="535c3d6d-72b8-4f77-8155-55f939173cf2" providerId="ADAL" clId="{F33F88E0-3380-47C4-AFDE-F1AC050ADA82}" dt="2026-01-25T15:58:15.615" v="799" actId="790"/>
          <ac:spMkLst>
            <pc:docMk/>
            <pc:sldMk cId="2409212639" sldId="271"/>
            <ac:spMk id="300" creationId="{E7995E37-6311-4024-8575-FD488D5AF39E}"/>
          </ac:spMkLst>
        </pc:spChg>
        <pc:spChg chg="mod">
          <ac:chgData name="Yash Jadhav" userId="535c3d6d-72b8-4f77-8155-55f939173cf2" providerId="ADAL" clId="{F33F88E0-3380-47C4-AFDE-F1AC050ADA82}" dt="2026-01-25T15:58:15.618" v="800" actId="790"/>
          <ac:spMkLst>
            <pc:docMk/>
            <pc:sldMk cId="2409212639" sldId="271"/>
            <ac:spMk id="301" creationId="{04AD7D4E-7405-4F35-B40C-982DEF233311}"/>
          </ac:spMkLst>
        </pc:spChg>
        <pc:spChg chg="mod">
          <ac:chgData name="Yash Jadhav" userId="535c3d6d-72b8-4f77-8155-55f939173cf2" providerId="ADAL" clId="{F33F88E0-3380-47C4-AFDE-F1AC050ADA82}" dt="2026-01-25T15:58:15.620" v="801" actId="790"/>
          <ac:spMkLst>
            <pc:docMk/>
            <pc:sldMk cId="2409212639" sldId="271"/>
            <ac:spMk id="302" creationId="{3183B57B-94F8-4ABD-A65F-03A26D0AB75F}"/>
          </ac:spMkLst>
        </pc:spChg>
        <pc:spChg chg="mod">
          <ac:chgData name="Yash Jadhav" userId="535c3d6d-72b8-4f77-8155-55f939173cf2" providerId="ADAL" clId="{F33F88E0-3380-47C4-AFDE-F1AC050ADA82}" dt="2026-01-25T15:58:15.609" v="796" actId="790"/>
          <ac:spMkLst>
            <pc:docMk/>
            <pc:sldMk cId="2409212639" sldId="271"/>
            <ac:spMk id="303" creationId="{162EF658-4CAB-488B-A410-E3E45B093533}"/>
          </ac:spMkLst>
        </pc:spChg>
        <pc:spChg chg="mod">
          <ac:chgData name="Yash Jadhav" userId="535c3d6d-72b8-4f77-8155-55f939173cf2" providerId="ADAL" clId="{F33F88E0-3380-47C4-AFDE-F1AC050ADA82}" dt="2026-01-25T15:58:15.611" v="797" actId="790"/>
          <ac:spMkLst>
            <pc:docMk/>
            <pc:sldMk cId="2409212639" sldId="271"/>
            <ac:spMk id="304" creationId="{8611D923-3D8B-4438-86D9-0996E3A26004}"/>
          </ac:spMkLst>
        </pc:spChg>
        <pc:spChg chg="mod">
          <ac:chgData name="Yash Jadhav" userId="535c3d6d-72b8-4f77-8155-55f939173cf2" providerId="ADAL" clId="{F33F88E0-3380-47C4-AFDE-F1AC050ADA82}" dt="2026-01-25T15:58:15.613" v="798" actId="790"/>
          <ac:spMkLst>
            <pc:docMk/>
            <pc:sldMk cId="2409212639" sldId="271"/>
            <ac:spMk id="305" creationId="{088A1383-9649-4BCF-B870-03DEB7D42351}"/>
          </ac:spMkLst>
        </pc:spChg>
        <pc:spChg chg="mod">
          <ac:chgData name="Yash Jadhav" userId="535c3d6d-72b8-4f77-8155-55f939173cf2" providerId="ADAL" clId="{F33F88E0-3380-47C4-AFDE-F1AC050ADA82}" dt="2026-01-25T15:58:15.604" v="793" actId="790"/>
          <ac:spMkLst>
            <pc:docMk/>
            <pc:sldMk cId="2409212639" sldId="271"/>
            <ac:spMk id="306" creationId="{207948ED-CC19-4A59-9F32-04D228E66A41}"/>
          </ac:spMkLst>
        </pc:spChg>
        <pc:spChg chg="mod">
          <ac:chgData name="Yash Jadhav" userId="535c3d6d-72b8-4f77-8155-55f939173cf2" providerId="ADAL" clId="{F33F88E0-3380-47C4-AFDE-F1AC050ADA82}" dt="2026-01-25T15:58:15.605" v="794" actId="790"/>
          <ac:spMkLst>
            <pc:docMk/>
            <pc:sldMk cId="2409212639" sldId="271"/>
            <ac:spMk id="307" creationId="{4F3967BE-4917-44D9-B4E9-85C3ED5AD68F}"/>
          </ac:spMkLst>
        </pc:spChg>
        <pc:spChg chg="mod">
          <ac:chgData name="Yash Jadhav" userId="535c3d6d-72b8-4f77-8155-55f939173cf2" providerId="ADAL" clId="{F33F88E0-3380-47C4-AFDE-F1AC050ADA82}" dt="2026-01-25T15:58:15.608" v="795" actId="790"/>
          <ac:spMkLst>
            <pc:docMk/>
            <pc:sldMk cId="2409212639" sldId="271"/>
            <ac:spMk id="308" creationId="{3AFB40D0-029E-4E4D-BF93-6E3B55AF8460}"/>
          </ac:spMkLst>
        </pc:spChg>
        <pc:spChg chg="mod">
          <ac:chgData name="Yash Jadhav" userId="535c3d6d-72b8-4f77-8155-55f939173cf2" providerId="ADAL" clId="{F33F88E0-3380-47C4-AFDE-F1AC050ADA82}" dt="2026-01-25T15:58:15.597" v="790" actId="790"/>
          <ac:spMkLst>
            <pc:docMk/>
            <pc:sldMk cId="2409212639" sldId="271"/>
            <ac:spMk id="309" creationId="{07D5D49A-7AB8-46E3-91EB-8C139DD0F8F1}"/>
          </ac:spMkLst>
        </pc:spChg>
        <pc:spChg chg="mod">
          <ac:chgData name="Yash Jadhav" userId="535c3d6d-72b8-4f77-8155-55f939173cf2" providerId="ADAL" clId="{F33F88E0-3380-47C4-AFDE-F1AC050ADA82}" dt="2026-01-25T15:58:15.599" v="791" actId="790"/>
          <ac:spMkLst>
            <pc:docMk/>
            <pc:sldMk cId="2409212639" sldId="271"/>
            <ac:spMk id="310" creationId="{236FCDD9-0BAD-4DCB-88A5-3C8F339E9CC6}"/>
          </ac:spMkLst>
        </pc:spChg>
        <pc:spChg chg="mod">
          <ac:chgData name="Yash Jadhav" userId="535c3d6d-72b8-4f77-8155-55f939173cf2" providerId="ADAL" clId="{F33F88E0-3380-47C4-AFDE-F1AC050ADA82}" dt="2026-01-25T15:58:15.601" v="792" actId="790"/>
          <ac:spMkLst>
            <pc:docMk/>
            <pc:sldMk cId="2409212639" sldId="271"/>
            <ac:spMk id="311" creationId="{8C034028-3279-4754-87B2-0DEA437CDC39}"/>
          </ac:spMkLst>
        </pc:spChg>
        <pc:spChg chg="mod">
          <ac:chgData name="Yash Jadhav" userId="535c3d6d-72b8-4f77-8155-55f939173cf2" providerId="ADAL" clId="{F33F88E0-3380-47C4-AFDE-F1AC050ADA82}" dt="2026-01-25T15:58:15.589" v="787" actId="790"/>
          <ac:spMkLst>
            <pc:docMk/>
            <pc:sldMk cId="2409212639" sldId="271"/>
            <ac:spMk id="316" creationId="{14C3F00F-D1C6-487A-8C2D-002681C73A61}"/>
          </ac:spMkLst>
        </pc:spChg>
        <pc:spChg chg="mod">
          <ac:chgData name="Yash Jadhav" userId="535c3d6d-72b8-4f77-8155-55f939173cf2" providerId="ADAL" clId="{F33F88E0-3380-47C4-AFDE-F1AC050ADA82}" dt="2026-01-25T15:58:15.592" v="788" actId="790"/>
          <ac:spMkLst>
            <pc:docMk/>
            <pc:sldMk cId="2409212639" sldId="271"/>
            <ac:spMk id="317" creationId="{A7607290-93B0-4E5E-9489-573BBA5D2E6C}"/>
          </ac:spMkLst>
        </pc:spChg>
        <pc:spChg chg="mod">
          <ac:chgData name="Yash Jadhav" userId="535c3d6d-72b8-4f77-8155-55f939173cf2" providerId="ADAL" clId="{F33F88E0-3380-47C4-AFDE-F1AC050ADA82}" dt="2026-01-25T15:58:15.595" v="789" actId="790"/>
          <ac:spMkLst>
            <pc:docMk/>
            <pc:sldMk cId="2409212639" sldId="271"/>
            <ac:spMk id="318" creationId="{E0DC6F34-0DDE-4071-9D74-0275E67241BC}"/>
          </ac:spMkLst>
        </pc:spChg>
        <pc:spChg chg="mod">
          <ac:chgData name="Yash Jadhav" userId="535c3d6d-72b8-4f77-8155-55f939173cf2" providerId="ADAL" clId="{F33F88E0-3380-47C4-AFDE-F1AC050ADA82}" dt="2026-01-25T15:58:15.583" v="784" actId="790"/>
          <ac:spMkLst>
            <pc:docMk/>
            <pc:sldMk cId="2409212639" sldId="271"/>
            <ac:spMk id="319" creationId="{49808305-F29E-46C4-AB7A-231C68833B88}"/>
          </ac:spMkLst>
        </pc:spChg>
        <pc:spChg chg="mod">
          <ac:chgData name="Yash Jadhav" userId="535c3d6d-72b8-4f77-8155-55f939173cf2" providerId="ADAL" clId="{F33F88E0-3380-47C4-AFDE-F1AC050ADA82}" dt="2026-01-25T15:58:15.585" v="785" actId="790"/>
          <ac:spMkLst>
            <pc:docMk/>
            <pc:sldMk cId="2409212639" sldId="271"/>
            <ac:spMk id="320" creationId="{3645702E-BAED-4B3D-B177-E66EB431C617}"/>
          </ac:spMkLst>
        </pc:spChg>
        <pc:spChg chg="mod">
          <ac:chgData name="Yash Jadhav" userId="535c3d6d-72b8-4f77-8155-55f939173cf2" providerId="ADAL" clId="{F33F88E0-3380-47C4-AFDE-F1AC050ADA82}" dt="2026-01-25T15:58:15.587" v="786" actId="790"/>
          <ac:spMkLst>
            <pc:docMk/>
            <pc:sldMk cId="2409212639" sldId="271"/>
            <ac:spMk id="321" creationId="{377BA51D-605E-4AA1-BF83-A4714F055358}"/>
          </ac:spMkLst>
        </pc:spChg>
        <pc:spChg chg="mod">
          <ac:chgData name="Yash Jadhav" userId="535c3d6d-72b8-4f77-8155-55f939173cf2" providerId="ADAL" clId="{F33F88E0-3380-47C4-AFDE-F1AC050ADA82}" dt="2026-01-25T15:58:15.576" v="781" actId="790"/>
          <ac:spMkLst>
            <pc:docMk/>
            <pc:sldMk cId="2409212639" sldId="271"/>
            <ac:spMk id="322" creationId="{C6CF10C2-C593-4A94-9100-DE77998F7AF8}"/>
          </ac:spMkLst>
        </pc:spChg>
        <pc:spChg chg="mod">
          <ac:chgData name="Yash Jadhav" userId="535c3d6d-72b8-4f77-8155-55f939173cf2" providerId="ADAL" clId="{F33F88E0-3380-47C4-AFDE-F1AC050ADA82}" dt="2026-01-25T15:58:15.579" v="782" actId="790"/>
          <ac:spMkLst>
            <pc:docMk/>
            <pc:sldMk cId="2409212639" sldId="271"/>
            <ac:spMk id="323" creationId="{2E207EF4-023C-420B-9106-85BAF683F6B7}"/>
          </ac:spMkLst>
        </pc:spChg>
        <pc:spChg chg="mod">
          <ac:chgData name="Yash Jadhav" userId="535c3d6d-72b8-4f77-8155-55f939173cf2" providerId="ADAL" clId="{F33F88E0-3380-47C4-AFDE-F1AC050ADA82}" dt="2026-01-25T15:58:15.581" v="783" actId="790"/>
          <ac:spMkLst>
            <pc:docMk/>
            <pc:sldMk cId="2409212639" sldId="271"/>
            <ac:spMk id="324" creationId="{8F4B5FAC-7C01-44F4-934B-A65076B735C4}"/>
          </ac:spMkLst>
        </pc:spChg>
        <pc:spChg chg="mod">
          <ac:chgData name="Yash Jadhav" userId="535c3d6d-72b8-4f77-8155-55f939173cf2" providerId="ADAL" clId="{F33F88E0-3380-47C4-AFDE-F1AC050ADA82}" dt="2026-01-25T15:58:15.568" v="778" actId="790"/>
          <ac:spMkLst>
            <pc:docMk/>
            <pc:sldMk cId="2409212639" sldId="271"/>
            <ac:spMk id="325" creationId="{7F8AC8C0-081E-4466-A862-2769238DF322}"/>
          </ac:spMkLst>
        </pc:spChg>
        <pc:spChg chg="mod">
          <ac:chgData name="Yash Jadhav" userId="535c3d6d-72b8-4f77-8155-55f939173cf2" providerId="ADAL" clId="{F33F88E0-3380-47C4-AFDE-F1AC050ADA82}" dt="2026-01-25T15:58:15.570" v="779" actId="790"/>
          <ac:spMkLst>
            <pc:docMk/>
            <pc:sldMk cId="2409212639" sldId="271"/>
            <ac:spMk id="326" creationId="{1F127A01-912D-44A2-99E5-5D7F61AA600F}"/>
          </ac:spMkLst>
        </pc:spChg>
        <pc:spChg chg="mod">
          <ac:chgData name="Yash Jadhav" userId="535c3d6d-72b8-4f77-8155-55f939173cf2" providerId="ADAL" clId="{F33F88E0-3380-47C4-AFDE-F1AC050ADA82}" dt="2026-01-25T15:58:15.573" v="780" actId="790"/>
          <ac:spMkLst>
            <pc:docMk/>
            <pc:sldMk cId="2409212639" sldId="271"/>
            <ac:spMk id="327" creationId="{6D6DC4A3-091F-47E6-BECE-29CC8D1551FD}"/>
          </ac:spMkLst>
        </pc:spChg>
        <pc:spChg chg="mod">
          <ac:chgData name="Yash Jadhav" userId="535c3d6d-72b8-4f77-8155-55f939173cf2" providerId="ADAL" clId="{F33F88E0-3380-47C4-AFDE-F1AC050ADA82}" dt="2026-01-25T15:58:15.560" v="775" actId="790"/>
          <ac:spMkLst>
            <pc:docMk/>
            <pc:sldMk cId="2409212639" sldId="271"/>
            <ac:spMk id="332" creationId="{2184DD79-7F77-40F0-8CEE-BF4255F73F97}"/>
          </ac:spMkLst>
        </pc:spChg>
        <pc:spChg chg="mod">
          <ac:chgData name="Yash Jadhav" userId="535c3d6d-72b8-4f77-8155-55f939173cf2" providerId="ADAL" clId="{F33F88E0-3380-47C4-AFDE-F1AC050ADA82}" dt="2026-01-25T15:58:15.563" v="776" actId="790"/>
          <ac:spMkLst>
            <pc:docMk/>
            <pc:sldMk cId="2409212639" sldId="271"/>
            <ac:spMk id="333" creationId="{9364FF2A-6AF3-437D-BD4A-3DC43E3E7204}"/>
          </ac:spMkLst>
        </pc:spChg>
        <pc:spChg chg="mod">
          <ac:chgData name="Yash Jadhav" userId="535c3d6d-72b8-4f77-8155-55f939173cf2" providerId="ADAL" clId="{F33F88E0-3380-47C4-AFDE-F1AC050ADA82}" dt="2026-01-25T15:58:15.566" v="777" actId="790"/>
          <ac:spMkLst>
            <pc:docMk/>
            <pc:sldMk cId="2409212639" sldId="271"/>
            <ac:spMk id="334" creationId="{6538651D-A495-48AA-A62D-8EECC44F499A}"/>
          </ac:spMkLst>
        </pc:spChg>
        <pc:spChg chg="mod">
          <ac:chgData name="Yash Jadhav" userId="535c3d6d-72b8-4f77-8155-55f939173cf2" providerId="ADAL" clId="{F33F88E0-3380-47C4-AFDE-F1AC050ADA82}" dt="2026-01-25T15:58:15.551" v="772" actId="790"/>
          <ac:spMkLst>
            <pc:docMk/>
            <pc:sldMk cId="2409212639" sldId="271"/>
            <ac:spMk id="335" creationId="{E7EEBC9B-84D6-4AA1-ABE7-DFFD809B38A6}"/>
          </ac:spMkLst>
        </pc:spChg>
        <pc:spChg chg="mod">
          <ac:chgData name="Yash Jadhav" userId="535c3d6d-72b8-4f77-8155-55f939173cf2" providerId="ADAL" clId="{F33F88E0-3380-47C4-AFDE-F1AC050ADA82}" dt="2026-01-25T15:58:15.555" v="773" actId="790"/>
          <ac:spMkLst>
            <pc:docMk/>
            <pc:sldMk cId="2409212639" sldId="271"/>
            <ac:spMk id="336" creationId="{D73E94F9-E733-47B1-8F6E-E717C64CB027}"/>
          </ac:spMkLst>
        </pc:spChg>
        <pc:spChg chg="mod">
          <ac:chgData name="Yash Jadhav" userId="535c3d6d-72b8-4f77-8155-55f939173cf2" providerId="ADAL" clId="{F33F88E0-3380-47C4-AFDE-F1AC050ADA82}" dt="2026-01-25T15:58:15.558" v="774" actId="790"/>
          <ac:spMkLst>
            <pc:docMk/>
            <pc:sldMk cId="2409212639" sldId="271"/>
            <ac:spMk id="337" creationId="{8237A655-A860-4BC6-9EE7-AA224D606AD6}"/>
          </ac:spMkLst>
        </pc:spChg>
        <pc:spChg chg="mod">
          <ac:chgData name="Yash Jadhav" userId="535c3d6d-72b8-4f77-8155-55f939173cf2" providerId="ADAL" clId="{F33F88E0-3380-47C4-AFDE-F1AC050ADA82}" dt="2026-01-25T15:58:15.542" v="769" actId="790"/>
          <ac:spMkLst>
            <pc:docMk/>
            <pc:sldMk cId="2409212639" sldId="271"/>
            <ac:spMk id="338" creationId="{932DB050-1B8C-435A-9D52-34AE5537B39D}"/>
          </ac:spMkLst>
        </pc:spChg>
        <pc:spChg chg="mod">
          <ac:chgData name="Yash Jadhav" userId="535c3d6d-72b8-4f77-8155-55f939173cf2" providerId="ADAL" clId="{F33F88E0-3380-47C4-AFDE-F1AC050ADA82}" dt="2026-01-25T15:58:15.544" v="770" actId="790"/>
          <ac:spMkLst>
            <pc:docMk/>
            <pc:sldMk cId="2409212639" sldId="271"/>
            <ac:spMk id="339" creationId="{26BE6C6D-9EF8-4532-A99E-5339ECD28ABE}"/>
          </ac:spMkLst>
        </pc:spChg>
        <pc:spChg chg="mod">
          <ac:chgData name="Yash Jadhav" userId="535c3d6d-72b8-4f77-8155-55f939173cf2" providerId="ADAL" clId="{F33F88E0-3380-47C4-AFDE-F1AC050ADA82}" dt="2026-01-25T15:58:15.548" v="771" actId="790"/>
          <ac:spMkLst>
            <pc:docMk/>
            <pc:sldMk cId="2409212639" sldId="271"/>
            <ac:spMk id="340" creationId="{02B5692B-176A-4152-9906-6F5603E7E52A}"/>
          </ac:spMkLst>
        </pc:spChg>
        <pc:spChg chg="mod">
          <ac:chgData name="Yash Jadhav" userId="535c3d6d-72b8-4f77-8155-55f939173cf2" providerId="ADAL" clId="{F33F88E0-3380-47C4-AFDE-F1AC050ADA82}" dt="2026-01-25T15:58:15.536" v="766" actId="790"/>
          <ac:spMkLst>
            <pc:docMk/>
            <pc:sldMk cId="2409212639" sldId="271"/>
            <ac:spMk id="341" creationId="{B8BA3693-7B9B-43C2-BBA8-4EB9021E4FF5}"/>
          </ac:spMkLst>
        </pc:spChg>
        <pc:spChg chg="mod">
          <ac:chgData name="Yash Jadhav" userId="535c3d6d-72b8-4f77-8155-55f939173cf2" providerId="ADAL" clId="{F33F88E0-3380-47C4-AFDE-F1AC050ADA82}" dt="2026-01-25T15:58:15.538" v="767" actId="790"/>
          <ac:spMkLst>
            <pc:docMk/>
            <pc:sldMk cId="2409212639" sldId="271"/>
            <ac:spMk id="342" creationId="{12459F7F-AE3C-4CE6-9773-A914BA9F2A42}"/>
          </ac:spMkLst>
        </pc:spChg>
        <pc:spChg chg="mod">
          <ac:chgData name="Yash Jadhav" userId="535c3d6d-72b8-4f77-8155-55f939173cf2" providerId="ADAL" clId="{F33F88E0-3380-47C4-AFDE-F1AC050ADA82}" dt="2026-01-25T15:58:15.539" v="768" actId="790"/>
          <ac:spMkLst>
            <pc:docMk/>
            <pc:sldMk cId="2409212639" sldId="271"/>
            <ac:spMk id="343" creationId="{7470A25B-C55C-4628-B65F-D2A4DBCE45D2}"/>
          </ac:spMkLst>
        </pc:spChg>
        <pc:spChg chg="mod">
          <ac:chgData name="Yash Jadhav" userId="535c3d6d-72b8-4f77-8155-55f939173cf2" providerId="ADAL" clId="{F33F88E0-3380-47C4-AFDE-F1AC050ADA82}" dt="2026-01-25T15:58:15.529" v="763" actId="790"/>
          <ac:spMkLst>
            <pc:docMk/>
            <pc:sldMk cId="2409212639" sldId="271"/>
            <ac:spMk id="348" creationId="{8A77BE44-1ED1-4F9B-BB23-D30EAB9947D3}"/>
          </ac:spMkLst>
        </pc:spChg>
        <pc:spChg chg="mod">
          <ac:chgData name="Yash Jadhav" userId="535c3d6d-72b8-4f77-8155-55f939173cf2" providerId="ADAL" clId="{F33F88E0-3380-47C4-AFDE-F1AC050ADA82}" dt="2026-01-25T15:58:15.532" v="764" actId="790"/>
          <ac:spMkLst>
            <pc:docMk/>
            <pc:sldMk cId="2409212639" sldId="271"/>
            <ac:spMk id="349" creationId="{6E60E4D1-DD49-4951-9B52-4DB9FDF80EC2}"/>
          </ac:spMkLst>
        </pc:spChg>
        <pc:spChg chg="mod">
          <ac:chgData name="Yash Jadhav" userId="535c3d6d-72b8-4f77-8155-55f939173cf2" providerId="ADAL" clId="{F33F88E0-3380-47C4-AFDE-F1AC050ADA82}" dt="2026-01-25T15:58:15.534" v="765" actId="790"/>
          <ac:spMkLst>
            <pc:docMk/>
            <pc:sldMk cId="2409212639" sldId="271"/>
            <ac:spMk id="350" creationId="{E84E6B08-3DAF-4338-AE82-234B1311D494}"/>
          </ac:spMkLst>
        </pc:spChg>
        <pc:spChg chg="mod">
          <ac:chgData name="Yash Jadhav" userId="535c3d6d-72b8-4f77-8155-55f939173cf2" providerId="ADAL" clId="{F33F88E0-3380-47C4-AFDE-F1AC050ADA82}" dt="2026-01-25T15:58:15.522" v="760" actId="790"/>
          <ac:spMkLst>
            <pc:docMk/>
            <pc:sldMk cId="2409212639" sldId="271"/>
            <ac:spMk id="351" creationId="{E922ED01-88A3-41EA-A067-94DF7E4EAC83}"/>
          </ac:spMkLst>
        </pc:spChg>
        <pc:spChg chg="mod">
          <ac:chgData name="Yash Jadhav" userId="535c3d6d-72b8-4f77-8155-55f939173cf2" providerId="ADAL" clId="{F33F88E0-3380-47C4-AFDE-F1AC050ADA82}" dt="2026-01-25T15:58:15.524" v="761" actId="790"/>
          <ac:spMkLst>
            <pc:docMk/>
            <pc:sldMk cId="2409212639" sldId="271"/>
            <ac:spMk id="352" creationId="{6154C451-C3B7-420F-9D51-E25A25B028A9}"/>
          </ac:spMkLst>
        </pc:spChg>
        <pc:spChg chg="mod">
          <ac:chgData name="Yash Jadhav" userId="535c3d6d-72b8-4f77-8155-55f939173cf2" providerId="ADAL" clId="{F33F88E0-3380-47C4-AFDE-F1AC050ADA82}" dt="2026-01-25T15:58:15.526" v="762" actId="790"/>
          <ac:spMkLst>
            <pc:docMk/>
            <pc:sldMk cId="2409212639" sldId="271"/>
            <ac:spMk id="353" creationId="{4C07D482-E6DF-40D6-A6AC-0AE42BBBB7E6}"/>
          </ac:spMkLst>
        </pc:spChg>
        <pc:spChg chg="mod">
          <ac:chgData name="Yash Jadhav" userId="535c3d6d-72b8-4f77-8155-55f939173cf2" providerId="ADAL" clId="{F33F88E0-3380-47C4-AFDE-F1AC050ADA82}" dt="2026-01-25T15:58:15.516" v="757" actId="790"/>
          <ac:spMkLst>
            <pc:docMk/>
            <pc:sldMk cId="2409212639" sldId="271"/>
            <ac:spMk id="354" creationId="{5D0DD0E7-FDD4-43E4-8AD4-9F6C99570104}"/>
          </ac:spMkLst>
        </pc:spChg>
        <pc:spChg chg="mod">
          <ac:chgData name="Yash Jadhav" userId="535c3d6d-72b8-4f77-8155-55f939173cf2" providerId="ADAL" clId="{F33F88E0-3380-47C4-AFDE-F1AC050ADA82}" dt="2026-01-25T15:58:15.518" v="758" actId="790"/>
          <ac:spMkLst>
            <pc:docMk/>
            <pc:sldMk cId="2409212639" sldId="271"/>
            <ac:spMk id="355" creationId="{D3051C2E-A199-459D-9AA2-0F27ED562AAB}"/>
          </ac:spMkLst>
        </pc:spChg>
        <pc:spChg chg="mod">
          <ac:chgData name="Yash Jadhav" userId="535c3d6d-72b8-4f77-8155-55f939173cf2" providerId="ADAL" clId="{F33F88E0-3380-47C4-AFDE-F1AC050ADA82}" dt="2026-01-25T15:58:15.520" v="759" actId="790"/>
          <ac:spMkLst>
            <pc:docMk/>
            <pc:sldMk cId="2409212639" sldId="271"/>
            <ac:spMk id="356" creationId="{58B57F66-A9D5-4D0A-AC87-B0BE8160A4F2}"/>
          </ac:spMkLst>
        </pc:spChg>
        <pc:spChg chg="mod">
          <ac:chgData name="Yash Jadhav" userId="535c3d6d-72b8-4f77-8155-55f939173cf2" providerId="ADAL" clId="{F33F88E0-3380-47C4-AFDE-F1AC050ADA82}" dt="2026-01-25T15:58:15.508" v="754" actId="790"/>
          <ac:spMkLst>
            <pc:docMk/>
            <pc:sldMk cId="2409212639" sldId="271"/>
            <ac:spMk id="357" creationId="{1F6B6A9A-1DDE-4DA9-B96D-6B5414F50A4D}"/>
          </ac:spMkLst>
        </pc:spChg>
        <pc:spChg chg="mod">
          <ac:chgData name="Yash Jadhav" userId="535c3d6d-72b8-4f77-8155-55f939173cf2" providerId="ADAL" clId="{F33F88E0-3380-47C4-AFDE-F1AC050ADA82}" dt="2026-01-25T15:58:15.511" v="755" actId="790"/>
          <ac:spMkLst>
            <pc:docMk/>
            <pc:sldMk cId="2409212639" sldId="271"/>
            <ac:spMk id="358" creationId="{EC0ADF90-39FA-4AA2-AEC7-DE6C4A94B260}"/>
          </ac:spMkLst>
        </pc:spChg>
        <pc:spChg chg="mod">
          <ac:chgData name="Yash Jadhav" userId="535c3d6d-72b8-4f77-8155-55f939173cf2" providerId="ADAL" clId="{F33F88E0-3380-47C4-AFDE-F1AC050ADA82}" dt="2026-01-25T15:58:15.513" v="756" actId="790"/>
          <ac:spMkLst>
            <pc:docMk/>
            <pc:sldMk cId="2409212639" sldId="271"/>
            <ac:spMk id="359" creationId="{F7BE19E2-9A7C-4040-9B85-9C7246FBF4DD}"/>
          </ac:spMkLst>
        </pc:spChg>
        <pc:spChg chg="mod">
          <ac:chgData name="Yash Jadhav" userId="535c3d6d-72b8-4f77-8155-55f939173cf2" providerId="ADAL" clId="{F33F88E0-3380-47C4-AFDE-F1AC050ADA82}" dt="2026-01-25T15:58:15.503" v="751" actId="790"/>
          <ac:spMkLst>
            <pc:docMk/>
            <pc:sldMk cId="2409212639" sldId="271"/>
            <ac:spMk id="364" creationId="{5A8BCC4B-713B-44B3-BABE-03C9D0D3D9CE}"/>
          </ac:spMkLst>
        </pc:spChg>
        <pc:spChg chg="mod">
          <ac:chgData name="Yash Jadhav" userId="535c3d6d-72b8-4f77-8155-55f939173cf2" providerId="ADAL" clId="{F33F88E0-3380-47C4-AFDE-F1AC050ADA82}" dt="2026-01-25T15:58:15.505" v="752" actId="790"/>
          <ac:spMkLst>
            <pc:docMk/>
            <pc:sldMk cId="2409212639" sldId="271"/>
            <ac:spMk id="365" creationId="{EEEF995A-E634-4BB0-8A40-97E3BB79C976}"/>
          </ac:spMkLst>
        </pc:spChg>
        <pc:spChg chg="mod">
          <ac:chgData name="Yash Jadhav" userId="535c3d6d-72b8-4f77-8155-55f939173cf2" providerId="ADAL" clId="{F33F88E0-3380-47C4-AFDE-F1AC050ADA82}" dt="2026-01-25T15:58:15.506" v="753" actId="790"/>
          <ac:spMkLst>
            <pc:docMk/>
            <pc:sldMk cId="2409212639" sldId="271"/>
            <ac:spMk id="366" creationId="{0AEE45D4-CC6E-4C0A-B3F2-7D838BCC8191}"/>
          </ac:spMkLst>
        </pc:spChg>
        <pc:spChg chg="mod">
          <ac:chgData name="Yash Jadhav" userId="535c3d6d-72b8-4f77-8155-55f939173cf2" providerId="ADAL" clId="{F33F88E0-3380-47C4-AFDE-F1AC050ADA82}" dt="2026-01-25T15:58:15.497" v="748" actId="790"/>
          <ac:spMkLst>
            <pc:docMk/>
            <pc:sldMk cId="2409212639" sldId="271"/>
            <ac:spMk id="367" creationId="{02CF8B6E-73F9-4DF4-87DD-7EABDE9452EF}"/>
          </ac:spMkLst>
        </pc:spChg>
        <pc:spChg chg="mod">
          <ac:chgData name="Yash Jadhav" userId="535c3d6d-72b8-4f77-8155-55f939173cf2" providerId="ADAL" clId="{F33F88E0-3380-47C4-AFDE-F1AC050ADA82}" dt="2026-01-25T15:58:15.499" v="749" actId="790"/>
          <ac:spMkLst>
            <pc:docMk/>
            <pc:sldMk cId="2409212639" sldId="271"/>
            <ac:spMk id="368" creationId="{DA73742F-7CC7-42DC-AC98-CBDD3745CE5C}"/>
          </ac:spMkLst>
        </pc:spChg>
        <pc:spChg chg="mod">
          <ac:chgData name="Yash Jadhav" userId="535c3d6d-72b8-4f77-8155-55f939173cf2" providerId="ADAL" clId="{F33F88E0-3380-47C4-AFDE-F1AC050ADA82}" dt="2026-01-25T15:58:15.501" v="750" actId="790"/>
          <ac:spMkLst>
            <pc:docMk/>
            <pc:sldMk cId="2409212639" sldId="271"/>
            <ac:spMk id="369" creationId="{7CC71533-7E9F-4CDF-B0AF-9E2EF1ADE9D9}"/>
          </ac:spMkLst>
        </pc:spChg>
        <pc:spChg chg="mod">
          <ac:chgData name="Yash Jadhav" userId="535c3d6d-72b8-4f77-8155-55f939173cf2" providerId="ADAL" clId="{F33F88E0-3380-47C4-AFDE-F1AC050ADA82}" dt="2026-01-25T15:58:15.491" v="745" actId="790"/>
          <ac:spMkLst>
            <pc:docMk/>
            <pc:sldMk cId="2409212639" sldId="271"/>
            <ac:spMk id="370" creationId="{F4A7236C-CBA9-4F45-A6C1-12AD1A766D7B}"/>
          </ac:spMkLst>
        </pc:spChg>
        <pc:spChg chg="mod">
          <ac:chgData name="Yash Jadhav" userId="535c3d6d-72b8-4f77-8155-55f939173cf2" providerId="ADAL" clId="{F33F88E0-3380-47C4-AFDE-F1AC050ADA82}" dt="2026-01-25T15:58:15.493" v="746" actId="790"/>
          <ac:spMkLst>
            <pc:docMk/>
            <pc:sldMk cId="2409212639" sldId="271"/>
            <ac:spMk id="371" creationId="{9F2F754C-30B3-4328-8060-749E35A556DE}"/>
          </ac:spMkLst>
        </pc:spChg>
        <pc:spChg chg="mod">
          <ac:chgData name="Yash Jadhav" userId="535c3d6d-72b8-4f77-8155-55f939173cf2" providerId="ADAL" clId="{F33F88E0-3380-47C4-AFDE-F1AC050ADA82}" dt="2026-01-25T15:58:15.495" v="747" actId="790"/>
          <ac:spMkLst>
            <pc:docMk/>
            <pc:sldMk cId="2409212639" sldId="271"/>
            <ac:spMk id="372" creationId="{5A8CD23E-3073-4A1B-BB6C-12144362F7A3}"/>
          </ac:spMkLst>
        </pc:spChg>
        <pc:spChg chg="mod">
          <ac:chgData name="Yash Jadhav" userId="535c3d6d-72b8-4f77-8155-55f939173cf2" providerId="ADAL" clId="{F33F88E0-3380-47C4-AFDE-F1AC050ADA82}" dt="2026-01-25T15:58:15.486" v="742" actId="790"/>
          <ac:spMkLst>
            <pc:docMk/>
            <pc:sldMk cId="2409212639" sldId="271"/>
            <ac:spMk id="373" creationId="{AB7913F9-9E19-44A6-9BAF-68DCA64350DA}"/>
          </ac:spMkLst>
        </pc:spChg>
        <pc:spChg chg="mod">
          <ac:chgData name="Yash Jadhav" userId="535c3d6d-72b8-4f77-8155-55f939173cf2" providerId="ADAL" clId="{F33F88E0-3380-47C4-AFDE-F1AC050ADA82}" dt="2026-01-25T15:58:15.488" v="743" actId="790"/>
          <ac:spMkLst>
            <pc:docMk/>
            <pc:sldMk cId="2409212639" sldId="271"/>
            <ac:spMk id="374" creationId="{C95BD7F1-557C-407A-8EBE-F4418B52532F}"/>
          </ac:spMkLst>
        </pc:spChg>
        <pc:spChg chg="mod">
          <ac:chgData name="Yash Jadhav" userId="535c3d6d-72b8-4f77-8155-55f939173cf2" providerId="ADAL" clId="{F33F88E0-3380-47C4-AFDE-F1AC050ADA82}" dt="2026-01-25T15:58:15.490" v="744" actId="790"/>
          <ac:spMkLst>
            <pc:docMk/>
            <pc:sldMk cId="2409212639" sldId="271"/>
            <ac:spMk id="375" creationId="{6DE394B9-1CC4-4D4C-9375-0D35E02214E1}"/>
          </ac:spMkLst>
        </pc:spChg>
        <pc:spChg chg="mod">
          <ac:chgData name="Yash Jadhav" userId="535c3d6d-72b8-4f77-8155-55f939173cf2" providerId="ADAL" clId="{F33F88E0-3380-47C4-AFDE-F1AC050ADA82}" dt="2026-01-25T15:58:15.904" v="935" actId="790"/>
          <ac:spMkLst>
            <pc:docMk/>
            <pc:sldMk cId="2409212639" sldId="271"/>
            <ac:spMk id="391" creationId="{8922A6C8-56DC-4BBA-92B8-518C58202721}"/>
          </ac:spMkLst>
        </pc:spChg>
        <pc:spChg chg="mod">
          <ac:chgData name="Yash Jadhav" userId="535c3d6d-72b8-4f77-8155-55f939173cf2" providerId="ADAL" clId="{F33F88E0-3380-47C4-AFDE-F1AC050ADA82}" dt="2026-01-25T15:58:15.906" v="936" actId="790"/>
          <ac:spMkLst>
            <pc:docMk/>
            <pc:sldMk cId="2409212639" sldId="271"/>
            <ac:spMk id="392" creationId="{22412692-D8E1-42F0-B4C2-F37BB2F0D591}"/>
          </ac:spMkLst>
        </pc:spChg>
        <pc:spChg chg="mod">
          <ac:chgData name="Yash Jadhav" userId="535c3d6d-72b8-4f77-8155-55f939173cf2" providerId="ADAL" clId="{F33F88E0-3380-47C4-AFDE-F1AC050ADA82}" dt="2026-01-25T15:58:15.907" v="937" actId="790"/>
          <ac:spMkLst>
            <pc:docMk/>
            <pc:sldMk cId="2409212639" sldId="271"/>
            <ac:spMk id="393" creationId="{AAA07FE4-540F-43D5-9499-1541F095F09F}"/>
          </ac:spMkLst>
        </pc:spChg>
        <pc:spChg chg="mod">
          <ac:chgData name="Yash Jadhav" userId="535c3d6d-72b8-4f77-8155-55f939173cf2" providerId="ADAL" clId="{F33F88E0-3380-47C4-AFDE-F1AC050ADA82}" dt="2026-01-25T15:58:15.909" v="938" actId="790"/>
          <ac:spMkLst>
            <pc:docMk/>
            <pc:sldMk cId="2409212639" sldId="271"/>
            <ac:spMk id="394" creationId="{875B7461-68D9-457B-BFFB-1DCF3E61914B}"/>
          </ac:spMkLst>
        </pc:spChg>
        <pc:spChg chg="mod">
          <ac:chgData name="Yash Jadhav" userId="535c3d6d-72b8-4f77-8155-55f939173cf2" providerId="ADAL" clId="{F33F88E0-3380-47C4-AFDE-F1AC050ADA82}" dt="2026-01-25T15:58:15.911" v="939" actId="790"/>
          <ac:spMkLst>
            <pc:docMk/>
            <pc:sldMk cId="2409212639" sldId="271"/>
            <ac:spMk id="395" creationId="{2884CB83-D2EF-4662-916E-0833AF28411C}"/>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99132159" sldId="272"/>
        </pc:sldMkLst>
        <pc:spChg chg="mod ord">
          <ac:chgData name="Yash Jadhav" userId="535c3d6d-72b8-4f77-8155-55f939173cf2" providerId="ADAL" clId="{F33F88E0-3380-47C4-AFDE-F1AC050ADA82}" dt="2026-01-25T16:06:14.662" v="8413" actId="6264"/>
          <ac:spMkLst>
            <pc:docMk/>
            <pc:sldMk cId="99132159" sldId="27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9132159" sldId="272"/>
            <ac:spMk id="3" creationId="{9B8C452F-7C3D-8F25-01F9-78BB28B74D67}"/>
          </ac:spMkLst>
        </pc:spChg>
        <pc:spChg chg="mod">
          <ac:chgData name="Yash Jadhav" userId="535c3d6d-72b8-4f77-8155-55f939173cf2" providerId="ADAL" clId="{F33F88E0-3380-47C4-AFDE-F1AC050ADA82}" dt="2026-01-25T15:58:17.217" v="944" actId="790"/>
          <ac:spMkLst>
            <pc:docMk/>
            <pc:sldMk cId="99132159" sldId="272"/>
            <ac:spMk id="8" creationId="{5DEAD360-B957-5CA3-0E0C-FB714667FCA9}"/>
          </ac:spMkLst>
        </pc:spChg>
        <pc:spChg chg="mod">
          <ac:chgData name="Yash Jadhav" userId="535c3d6d-72b8-4f77-8155-55f939173cf2" providerId="ADAL" clId="{F33F88E0-3380-47C4-AFDE-F1AC050ADA82}" dt="2026-01-25T15:58:17.222" v="945" actId="790"/>
          <ac:spMkLst>
            <pc:docMk/>
            <pc:sldMk cId="99132159" sldId="272"/>
            <ac:spMk id="9" creationId="{5F7A60B1-E94C-3BE7-0208-E001635770BD}"/>
          </ac:spMkLst>
        </pc:spChg>
        <pc:spChg chg="mod">
          <ac:chgData name="Yash Jadhav" userId="535c3d6d-72b8-4f77-8155-55f939173cf2" providerId="ADAL" clId="{F33F88E0-3380-47C4-AFDE-F1AC050ADA82}" dt="2026-01-25T15:58:17.226" v="946" actId="790"/>
          <ac:spMkLst>
            <pc:docMk/>
            <pc:sldMk cId="99132159" sldId="272"/>
            <ac:spMk id="10" creationId="{360A7AB6-936A-F777-515E-3CA4C22D9EF4}"/>
          </ac:spMkLst>
        </pc:spChg>
        <pc:spChg chg="mod">
          <ac:chgData name="Yash Jadhav" userId="535c3d6d-72b8-4f77-8155-55f939173cf2" providerId="ADAL" clId="{F33F88E0-3380-47C4-AFDE-F1AC050ADA82}" dt="2026-01-25T15:58:17.231" v="947" actId="790"/>
          <ac:spMkLst>
            <pc:docMk/>
            <pc:sldMk cId="99132159" sldId="272"/>
            <ac:spMk id="11" creationId="{DD0DAD37-7A0A-F29D-F362-B5378F1B5C70}"/>
          </ac:spMkLst>
        </pc:spChg>
        <pc:spChg chg="mod">
          <ac:chgData name="Yash Jadhav" userId="535c3d6d-72b8-4f77-8155-55f939173cf2" providerId="ADAL" clId="{F33F88E0-3380-47C4-AFDE-F1AC050ADA82}" dt="2026-01-25T15:58:17.236" v="948" actId="790"/>
          <ac:spMkLst>
            <pc:docMk/>
            <pc:sldMk cId="99132159" sldId="272"/>
            <ac:spMk id="12" creationId="{3EEF056E-9363-676B-B43F-76C79D9F79FF}"/>
          </ac:spMkLst>
        </pc:spChg>
        <pc:spChg chg="mod">
          <ac:chgData name="Yash Jadhav" userId="535c3d6d-72b8-4f77-8155-55f939173cf2" providerId="ADAL" clId="{F33F88E0-3380-47C4-AFDE-F1AC050ADA82}" dt="2026-01-25T15:58:17.883" v="1139" actId="790"/>
          <ac:spMkLst>
            <pc:docMk/>
            <pc:sldMk cId="99132159" sldId="272"/>
            <ac:spMk id="124" creationId="{E9697B68-1B6C-4A29-844E-8033E1538037}"/>
          </ac:spMkLst>
        </pc:spChg>
        <pc:spChg chg="mod">
          <ac:chgData name="Yash Jadhav" userId="535c3d6d-72b8-4f77-8155-55f939173cf2" providerId="ADAL" clId="{F33F88E0-3380-47C4-AFDE-F1AC050ADA82}" dt="2026-01-25T15:58:17.885" v="1140" actId="790"/>
          <ac:spMkLst>
            <pc:docMk/>
            <pc:sldMk cId="99132159" sldId="272"/>
            <ac:spMk id="125" creationId="{ACD19883-F042-4108-AF3A-F666718F845A}"/>
          </ac:spMkLst>
        </pc:spChg>
        <pc:spChg chg="mod">
          <ac:chgData name="Yash Jadhav" userId="535c3d6d-72b8-4f77-8155-55f939173cf2" providerId="ADAL" clId="{F33F88E0-3380-47C4-AFDE-F1AC050ADA82}" dt="2026-01-25T15:58:17.889" v="1141" actId="790"/>
          <ac:spMkLst>
            <pc:docMk/>
            <pc:sldMk cId="99132159" sldId="272"/>
            <ac:spMk id="126" creationId="{A69BC295-53F2-44ED-BAAB-8D419B05E569}"/>
          </ac:spMkLst>
        </pc:spChg>
        <pc:spChg chg="mod">
          <ac:chgData name="Yash Jadhav" userId="535c3d6d-72b8-4f77-8155-55f939173cf2" providerId="ADAL" clId="{F33F88E0-3380-47C4-AFDE-F1AC050ADA82}" dt="2026-01-25T15:58:17.871" v="1136" actId="790"/>
          <ac:spMkLst>
            <pc:docMk/>
            <pc:sldMk cId="99132159" sldId="272"/>
            <ac:spMk id="127" creationId="{C7A182E0-C892-41C7-A280-E3B2F72687DA}"/>
          </ac:spMkLst>
        </pc:spChg>
        <pc:spChg chg="mod">
          <ac:chgData name="Yash Jadhav" userId="535c3d6d-72b8-4f77-8155-55f939173cf2" providerId="ADAL" clId="{F33F88E0-3380-47C4-AFDE-F1AC050ADA82}" dt="2026-01-25T15:58:17.876" v="1137" actId="790"/>
          <ac:spMkLst>
            <pc:docMk/>
            <pc:sldMk cId="99132159" sldId="272"/>
            <ac:spMk id="128" creationId="{7C351B7F-C2B1-428D-B095-3AC9976B8269}"/>
          </ac:spMkLst>
        </pc:spChg>
        <pc:spChg chg="mod">
          <ac:chgData name="Yash Jadhav" userId="535c3d6d-72b8-4f77-8155-55f939173cf2" providerId="ADAL" clId="{F33F88E0-3380-47C4-AFDE-F1AC050ADA82}" dt="2026-01-25T15:58:17.878" v="1138" actId="790"/>
          <ac:spMkLst>
            <pc:docMk/>
            <pc:sldMk cId="99132159" sldId="272"/>
            <ac:spMk id="129" creationId="{EFA4E791-4EA4-4BA8-9E0C-A2588BBFC92B}"/>
          </ac:spMkLst>
        </pc:spChg>
        <pc:spChg chg="mod">
          <ac:chgData name="Yash Jadhav" userId="535c3d6d-72b8-4f77-8155-55f939173cf2" providerId="ADAL" clId="{F33F88E0-3380-47C4-AFDE-F1AC050ADA82}" dt="2026-01-25T15:58:17.863" v="1133" actId="790"/>
          <ac:spMkLst>
            <pc:docMk/>
            <pc:sldMk cId="99132159" sldId="272"/>
            <ac:spMk id="130" creationId="{E40487AD-B22B-4560-88C4-B623FEF35C8F}"/>
          </ac:spMkLst>
        </pc:spChg>
        <pc:spChg chg="mod">
          <ac:chgData name="Yash Jadhav" userId="535c3d6d-72b8-4f77-8155-55f939173cf2" providerId="ADAL" clId="{F33F88E0-3380-47C4-AFDE-F1AC050ADA82}" dt="2026-01-25T15:58:17.866" v="1134" actId="790"/>
          <ac:spMkLst>
            <pc:docMk/>
            <pc:sldMk cId="99132159" sldId="272"/>
            <ac:spMk id="131" creationId="{1CAEB3DB-4910-402C-B19C-C02E8C9AD7C7}"/>
          </ac:spMkLst>
        </pc:spChg>
        <pc:spChg chg="mod">
          <ac:chgData name="Yash Jadhav" userId="535c3d6d-72b8-4f77-8155-55f939173cf2" providerId="ADAL" clId="{F33F88E0-3380-47C4-AFDE-F1AC050ADA82}" dt="2026-01-25T15:58:17.869" v="1135" actId="790"/>
          <ac:spMkLst>
            <pc:docMk/>
            <pc:sldMk cId="99132159" sldId="272"/>
            <ac:spMk id="132" creationId="{BC35BB58-B5F4-4319-A60A-9701161D29DD}"/>
          </ac:spMkLst>
        </pc:spChg>
        <pc:spChg chg="mod">
          <ac:chgData name="Yash Jadhav" userId="535c3d6d-72b8-4f77-8155-55f939173cf2" providerId="ADAL" clId="{F33F88E0-3380-47C4-AFDE-F1AC050ADA82}" dt="2026-01-25T15:58:17.854" v="1130" actId="790"/>
          <ac:spMkLst>
            <pc:docMk/>
            <pc:sldMk cId="99132159" sldId="272"/>
            <ac:spMk id="133" creationId="{F9079D2F-069D-4B76-BA76-0B9EC0F46781}"/>
          </ac:spMkLst>
        </pc:spChg>
        <pc:spChg chg="mod">
          <ac:chgData name="Yash Jadhav" userId="535c3d6d-72b8-4f77-8155-55f939173cf2" providerId="ADAL" clId="{F33F88E0-3380-47C4-AFDE-F1AC050ADA82}" dt="2026-01-25T15:58:17.857" v="1131" actId="790"/>
          <ac:spMkLst>
            <pc:docMk/>
            <pc:sldMk cId="99132159" sldId="272"/>
            <ac:spMk id="134" creationId="{E86001D5-2649-4B5A-97B8-1B08D8F57993}"/>
          </ac:spMkLst>
        </pc:spChg>
        <pc:spChg chg="mod">
          <ac:chgData name="Yash Jadhav" userId="535c3d6d-72b8-4f77-8155-55f939173cf2" providerId="ADAL" clId="{F33F88E0-3380-47C4-AFDE-F1AC050ADA82}" dt="2026-01-25T15:58:17.860" v="1132" actId="790"/>
          <ac:spMkLst>
            <pc:docMk/>
            <pc:sldMk cId="99132159" sldId="272"/>
            <ac:spMk id="135" creationId="{AF5F249A-FE2E-4C34-A2F9-E668B74A5604}"/>
          </ac:spMkLst>
        </pc:spChg>
        <pc:spChg chg="mod">
          <ac:chgData name="Yash Jadhav" userId="535c3d6d-72b8-4f77-8155-55f939173cf2" providerId="ADAL" clId="{F33F88E0-3380-47C4-AFDE-F1AC050ADA82}" dt="2026-01-25T15:58:17.846" v="1127" actId="790"/>
          <ac:spMkLst>
            <pc:docMk/>
            <pc:sldMk cId="99132159" sldId="272"/>
            <ac:spMk id="140" creationId="{2D1D0035-4238-4282-987F-5817E9402D8C}"/>
          </ac:spMkLst>
        </pc:spChg>
        <pc:spChg chg="mod">
          <ac:chgData name="Yash Jadhav" userId="535c3d6d-72b8-4f77-8155-55f939173cf2" providerId="ADAL" clId="{F33F88E0-3380-47C4-AFDE-F1AC050ADA82}" dt="2026-01-25T15:58:17.849" v="1128" actId="790"/>
          <ac:spMkLst>
            <pc:docMk/>
            <pc:sldMk cId="99132159" sldId="272"/>
            <ac:spMk id="141" creationId="{DAD22AA2-E2B1-43E8-AC4C-1E53D7658D73}"/>
          </ac:spMkLst>
        </pc:spChg>
        <pc:spChg chg="mod">
          <ac:chgData name="Yash Jadhav" userId="535c3d6d-72b8-4f77-8155-55f939173cf2" providerId="ADAL" clId="{F33F88E0-3380-47C4-AFDE-F1AC050ADA82}" dt="2026-01-25T15:58:17.851" v="1129" actId="790"/>
          <ac:spMkLst>
            <pc:docMk/>
            <pc:sldMk cId="99132159" sldId="272"/>
            <ac:spMk id="142" creationId="{AAAC1611-2DA8-4F7A-86C4-FFC32C200A73}"/>
          </ac:spMkLst>
        </pc:spChg>
        <pc:spChg chg="mod">
          <ac:chgData name="Yash Jadhav" userId="535c3d6d-72b8-4f77-8155-55f939173cf2" providerId="ADAL" clId="{F33F88E0-3380-47C4-AFDE-F1AC050ADA82}" dt="2026-01-25T15:58:17.837" v="1124" actId="790"/>
          <ac:spMkLst>
            <pc:docMk/>
            <pc:sldMk cId="99132159" sldId="272"/>
            <ac:spMk id="143" creationId="{F96DAA17-19C5-4228-918D-1132DA0FEBC1}"/>
          </ac:spMkLst>
        </pc:spChg>
        <pc:spChg chg="mod">
          <ac:chgData name="Yash Jadhav" userId="535c3d6d-72b8-4f77-8155-55f939173cf2" providerId="ADAL" clId="{F33F88E0-3380-47C4-AFDE-F1AC050ADA82}" dt="2026-01-25T15:58:17.840" v="1125" actId="790"/>
          <ac:spMkLst>
            <pc:docMk/>
            <pc:sldMk cId="99132159" sldId="272"/>
            <ac:spMk id="144" creationId="{82C31A33-6F4B-4700-9C12-30AE37C0443A}"/>
          </ac:spMkLst>
        </pc:spChg>
        <pc:spChg chg="mod">
          <ac:chgData name="Yash Jadhav" userId="535c3d6d-72b8-4f77-8155-55f939173cf2" providerId="ADAL" clId="{F33F88E0-3380-47C4-AFDE-F1AC050ADA82}" dt="2026-01-25T15:58:17.843" v="1126" actId="790"/>
          <ac:spMkLst>
            <pc:docMk/>
            <pc:sldMk cId="99132159" sldId="272"/>
            <ac:spMk id="145" creationId="{914774E0-F3DD-4F82-A666-43F786335319}"/>
          </ac:spMkLst>
        </pc:spChg>
        <pc:spChg chg="mod">
          <ac:chgData name="Yash Jadhav" userId="535c3d6d-72b8-4f77-8155-55f939173cf2" providerId="ADAL" clId="{F33F88E0-3380-47C4-AFDE-F1AC050ADA82}" dt="2026-01-25T15:58:17.826" v="1121" actId="790"/>
          <ac:spMkLst>
            <pc:docMk/>
            <pc:sldMk cId="99132159" sldId="272"/>
            <ac:spMk id="146" creationId="{0B24B35C-28CE-4A70-9AB2-3C692C197EAC}"/>
          </ac:spMkLst>
        </pc:spChg>
        <pc:spChg chg="mod">
          <ac:chgData name="Yash Jadhav" userId="535c3d6d-72b8-4f77-8155-55f939173cf2" providerId="ADAL" clId="{F33F88E0-3380-47C4-AFDE-F1AC050ADA82}" dt="2026-01-25T15:58:17.831" v="1122" actId="790"/>
          <ac:spMkLst>
            <pc:docMk/>
            <pc:sldMk cId="99132159" sldId="272"/>
            <ac:spMk id="147" creationId="{C8487344-3F28-4F19-A39B-CB7127B70114}"/>
          </ac:spMkLst>
        </pc:spChg>
        <pc:spChg chg="mod">
          <ac:chgData name="Yash Jadhav" userId="535c3d6d-72b8-4f77-8155-55f939173cf2" providerId="ADAL" clId="{F33F88E0-3380-47C4-AFDE-F1AC050ADA82}" dt="2026-01-25T15:58:17.834" v="1123" actId="790"/>
          <ac:spMkLst>
            <pc:docMk/>
            <pc:sldMk cId="99132159" sldId="272"/>
            <ac:spMk id="148" creationId="{C7E64758-44BA-42E7-AFF2-D155B00E0982}"/>
          </ac:spMkLst>
        </pc:spChg>
        <pc:spChg chg="mod">
          <ac:chgData name="Yash Jadhav" userId="535c3d6d-72b8-4f77-8155-55f939173cf2" providerId="ADAL" clId="{F33F88E0-3380-47C4-AFDE-F1AC050ADA82}" dt="2026-01-25T15:58:17.818" v="1118" actId="790"/>
          <ac:spMkLst>
            <pc:docMk/>
            <pc:sldMk cId="99132159" sldId="272"/>
            <ac:spMk id="149" creationId="{E0AB57CC-31AC-4C24-8BFF-F7CCF84080A4}"/>
          </ac:spMkLst>
        </pc:spChg>
        <pc:spChg chg="mod">
          <ac:chgData name="Yash Jadhav" userId="535c3d6d-72b8-4f77-8155-55f939173cf2" providerId="ADAL" clId="{F33F88E0-3380-47C4-AFDE-F1AC050ADA82}" dt="2026-01-25T15:58:17.820" v="1119" actId="790"/>
          <ac:spMkLst>
            <pc:docMk/>
            <pc:sldMk cId="99132159" sldId="272"/>
            <ac:spMk id="150" creationId="{3B7A3FB2-4886-4B57-BD37-E54074722621}"/>
          </ac:spMkLst>
        </pc:spChg>
        <pc:spChg chg="mod">
          <ac:chgData name="Yash Jadhav" userId="535c3d6d-72b8-4f77-8155-55f939173cf2" providerId="ADAL" clId="{F33F88E0-3380-47C4-AFDE-F1AC050ADA82}" dt="2026-01-25T15:58:17.823" v="1120" actId="790"/>
          <ac:spMkLst>
            <pc:docMk/>
            <pc:sldMk cId="99132159" sldId="272"/>
            <ac:spMk id="151" creationId="{0BF41279-DF21-4290-A58B-9B03A79EF17C}"/>
          </ac:spMkLst>
        </pc:spChg>
        <pc:spChg chg="mod">
          <ac:chgData name="Yash Jadhav" userId="535c3d6d-72b8-4f77-8155-55f939173cf2" providerId="ADAL" clId="{F33F88E0-3380-47C4-AFDE-F1AC050ADA82}" dt="2026-01-25T15:58:17.809" v="1115" actId="790"/>
          <ac:spMkLst>
            <pc:docMk/>
            <pc:sldMk cId="99132159" sldId="272"/>
            <ac:spMk id="156" creationId="{E21C6070-3393-451D-BF5B-A86EE896E859}"/>
          </ac:spMkLst>
        </pc:spChg>
        <pc:spChg chg="mod">
          <ac:chgData name="Yash Jadhav" userId="535c3d6d-72b8-4f77-8155-55f939173cf2" providerId="ADAL" clId="{F33F88E0-3380-47C4-AFDE-F1AC050ADA82}" dt="2026-01-25T15:58:17.812" v="1116" actId="790"/>
          <ac:spMkLst>
            <pc:docMk/>
            <pc:sldMk cId="99132159" sldId="272"/>
            <ac:spMk id="157" creationId="{5166CB52-71D6-432C-9526-7FD82B76C3D7}"/>
          </ac:spMkLst>
        </pc:spChg>
        <pc:spChg chg="mod">
          <ac:chgData name="Yash Jadhav" userId="535c3d6d-72b8-4f77-8155-55f939173cf2" providerId="ADAL" clId="{F33F88E0-3380-47C4-AFDE-F1AC050ADA82}" dt="2026-01-25T15:58:17.815" v="1117" actId="790"/>
          <ac:spMkLst>
            <pc:docMk/>
            <pc:sldMk cId="99132159" sldId="272"/>
            <ac:spMk id="158" creationId="{9900C7DD-50B7-4C38-9E7C-3FD587321C1B}"/>
          </ac:spMkLst>
        </pc:spChg>
        <pc:spChg chg="mod">
          <ac:chgData name="Yash Jadhav" userId="535c3d6d-72b8-4f77-8155-55f939173cf2" providerId="ADAL" clId="{F33F88E0-3380-47C4-AFDE-F1AC050ADA82}" dt="2026-01-25T15:58:17.801" v="1112" actId="790"/>
          <ac:spMkLst>
            <pc:docMk/>
            <pc:sldMk cId="99132159" sldId="272"/>
            <ac:spMk id="159" creationId="{EA1A3CF6-5124-4E81-BEF2-EFB26959C6A9}"/>
          </ac:spMkLst>
        </pc:spChg>
        <pc:spChg chg="mod">
          <ac:chgData name="Yash Jadhav" userId="535c3d6d-72b8-4f77-8155-55f939173cf2" providerId="ADAL" clId="{F33F88E0-3380-47C4-AFDE-F1AC050ADA82}" dt="2026-01-25T15:58:17.803" v="1113" actId="790"/>
          <ac:spMkLst>
            <pc:docMk/>
            <pc:sldMk cId="99132159" sldId="272"/>
            <ac:spMk id="160" creationId="{10217775-12FA-4281-A096-0479FC013F94}"/>
          </ac:spMkLst>
        </pc:spChg>
        <pc:spChg chg="mod">
          <ac:chgData name="Yash Jadhav" userId="535c3d6d-72b8-4f77-8155-55f939173cf2" providerId="ADAL" clId="{F33F88E0-3380-47C4-AFDE-F1AC050ADA82}" dt="2026-01-25T15:58:17.807" v="1114" actId="790"/>
          <ac:spMkLst>
            <pc:docMk/>
            <pc:sldMk cId="99132159" sldId="272"/>
            <ac:spMk id="161" creationId="{CD8D3468-B0C6-4A90-97D5-44A5EC83ECCC}"/>
          </ac:spMkLst>
        </pc:spChg>
        <pc:spChg chg="mod">
          <ac:chgData name="Yash Jadhav" userId="535c3d6d-72b8-4f77-8155-55f939173cf2" providerId="ADAL" clId="{F33F88E0-3380-47C4-AFDE-F1AC050ADA82}" dt="2026-01-25T15:58:17.790" v="1109" actId="790"/>
          <ac:spMkLst>
            <pc:docMk/>
            <pc:sldMk cId="99132159" sldId="272"/>
            <ac:spMk id="162" creationId="{F96F014B-B330-438E-8475-9EC2D4C1DF23}"/>
          </ac:spMkLst>
        </pc:spChg>
        <pc:spChg chg="mod">
          <ac:chgData name="Yash Jadhav" userId="535c3d6d-72b8-4f77-8155-55f939173cf2" providerId="ADAL" clId="{F33F88E0-3380-47C4-AFDE-F1AC050ADA82}" dt="2026-01-25T15:58:17.794" v="1110" actId="790"/>
          <ac:spMkLst>
            <pc:docMk/>
            <pc:sldMk cId="99132159" sldId="272"/>
            <ac:spMk id="163" creationId="{2AB32A72-352D-461B-BE10-CFEBE9601796}"/>
          </ac:spMkLst>
        </pc:spChg>
        <pc:spChg chg="mod">
          <ac:chgData name="Yash Jadhav" userId="535c3d6d-72b8-4f77-8155-55f939173cf2" providerId="ADAL" clId="{F33F88E0-3380-47C4-AFDE-F1AC050ADA82}" dt="2026-01-25T15:58:17.797" v="1111" actId="790"/>
          <ac:spMkLst>
            <pc:docMk/>
            <pc:sldMk cId="99132159" sldId="272"/>
            <ac:spMk id="164" creationId="{3461BEDB-E8D7-4E30-89B5-6A0D0E23E69F}"/>
          </ac:spMkLst>
        </pc:spChg>
        <pc:spChg chg="mod">
          <ac:chgData name="Yash Jadhav" userId="535c3d6d-72b8-4f77-8155-55f939173cf2" providerId="ADAL" clId="{F33F88E0-3380-47C4-AFDE-F1AC050ADA82}" dt="2026-01-25T15:58:17.780" v="1106" actId="790"/>
          <ac:spMkLst>
            <pc:docMk/>
            <pc:sldMk cId="99132159" sldId="272"/>
            <ac:spMk id="165" creationId="{5A440F3D-A2BF-4293-9819-D93D0383C75E}"/>
          </ac:spMkLst>
        </pc:spChg>
        <pc:spChg chg="mod">
          <ac:chgData name="Yash Jadhav" userId="535c3d6d-72b8-4f77-8155-55f939173cf2" providerId="ADAL" clId="{F33F88E0-3380-47C4-AFDE-F1AC050ADA82}" dt="2026-01-25T15:58:17.783" v="1107" actId="790"/>
          <ac:spMkLst>
            <pc:docMk/>
            <pc:sldMk cId="99132159" sldId="272"/>
            <ac:spMk id="166" creationId="{B9A4D3A0-6011-42AD-ABDB-23324A8C5CEE}"/>
          </ac:spMkLst>
        </pc:spChg>
        <pc:spChg chg="mod">
          <ac:chgData name="Yash Jadhav" userId="535c3d6d-72b8-4f77-8155-55f939173cf2" providerId="ADAL" clId="{F33F88E0-3380-47C4-AFDE-F1AC050ADA82}" dt="2026-01-25T15:58:17.787" v="1108" actId="790"/>
          <ac:spMkLst>
            <pc:docMk/>
            <pc:sldMk cId="99132159" sldId="272"/>
            <ac:spMk id="167" creationId="{46EEFF94-2CCF-46B8-90E0-80AFBD0D7599}"/>
          </ac:spMkLst>
        </pc:spChg>
        <pc:spChg chg="mod">
          <ac:chgData name="Yash Jadhav" userId="535c3d6d-72b8-4f77-8155-55f939173cf2" providerId="ADAL" clId="{F33F88E0-3380-47C4-AFDE-F1AC050ADA82}" dt="2026-01-25T15:58:17.771" v="1103" actId="790"/>
          <ac:spMkLst>
            <pc:docMk/>
            <pc:sldMk cId="99132159" sldId="272"/>
            <ac:spMk id="172" creationId="{2472B63E-7CD6-4A04-B35A-1BE326CD9832}"/>
          </ac:spMkLst>
        </pc:spChg>
        <pc:spChg chg="mod">
          <ac:chgData name="Yash Jadhav" userId="535c3d6d-72b8-4f77-8155-55f939173cf2" providerId="ADAL" clId="{F33F88E0-3380-47C4-AFDE-F1AC050ADA82}" dt="2026-01-25T15:58:17.774" v="1104" actId="790"/>
          <ac:spMkLst>
            <pc:docMk/>
            <pc:sldMk cId="99132159" sldId="272"/>
            <ac:spMk id="173" creationId="{F1903FAC-CFFE-453A-A220-AF2BDEFAFE4B}"/>
          </ac:spMkLst>
        </pc:spChg>
        <pc:spChg chg="mod">
          <ac:chgData name="Yash Jadhav" userId="535c3d6d-72b8-4f77-8155-55f939173cf2" providerId="ADAL" clId="{F33F88E0-3380-47C4-AFDE-F1AC050ADA82}" dt="2026-01-25T15:58:17.776" v="1105" actId="790"/>
          <ac:spMkLst>
            <pc:docMk/>
            <pc:sldMk cId="99132159" sldId="272"/>
            <ac:spMk id="174" creationId="{7A56528D-EA0A-4EA4-81A2-EDC057547DEF}"/>
          </ac:spMkLst>
        </pc:spChg>
        <pc:spChg chg="mod">
          <ac:chgData name="Yash Jadhav" userId="535c3d6d-72b8-4f77-8155-55f939173cf2" providerId="ADAL" clId="{F33F88E0-3380-47C4-AFDE-F1AC050ADA82}" dt="2026-01-25T15:58:17.762" v="1100" actId="790"/>
          <ac:spMkLst>
            <pc:docMk/>
            <pc:sldMk cId="99132159" sldId="272"/>
            <ac:spMk id="175" creationId="{2754A970-6C58-467A-8393-5F5F248DDC96}"/>
          </ac:spMkLst>
        </pc:spChg>
        <pc:spChg chg="mod">
          <ac:chgData name="Yash Jadhav" userId="535c3d6d-72b8-4f77-8155-55f939173cf2" providerId="ADAL" clId="{F33F88E0-3380-47C4-AFDE-F1AC050ADA82}" dt="2026-01-25T15:58:17.765" v="1101" actId="790"/>
          <ac:spMkLst>
            <pc:docMk/>
            <pc:sldMk cId="99132159" sldId="272"/>
            <ac:spMk id="176" creationId="{ED58F568-E929-4242-BE37-3BBD4098A842}"/>
          </ac:spMkLst>
        </pc:spChg>
        <pc:spChg chg="mod">
          <ac:chgData name="Yash Jadhav" userId="535c3d6d-72b8-4f77-8155-55f939173cf2" providerId="ADAL" clId="{F33F88E0-3380-47C4-AFDE-F1AC050ADA82}" dt="2026-01-25T15:58:17.768" v="1102" actId="790"/>
          <ac:spMkLst>
            <pc:docMk/>
            <pc:sldMk cId="99132159" sldId="272"/>
            <ac:spMk id="177" creationId="{78A28C20-F6BF-40CA-AF11-EB2A6825F05B}"/>
          </ac:spMkLst>
        </pc:spChg>
        <pc:spChg chg="mod">
          <ac:chgData name="Yash Jadhav" userId="535c3d6d-72b8-4f77-8155-55f939173cf2" providerId="ADAL" clId="{F33F88E0-3380-47C4-AFDE-F1AC050ADA82}" dt="2026-01-25T15:58:17.753" v="1097" actId="790"/>
          <ac:spMkLst>
            <pc:docMk/>
            <pc:sldMk cId="99132159" sldId="272"/>
            <ac:spMk id="178" creationId="{57975F83-A0E7-47A3-BE1B-C219D208A492}"/>
          </ac:spMkLst>
        </pc:spChg>
        <pc:spChg chg="mod">
          <ac:chgData name="Yash Jadhav" userId="535c3d6d-72b8-4f77-8155-55f939173cf2" providerId="ADAL" clId="{F33F88E0-3380-47C4-AFDE-F1AC050ADA82}" dt="2026-01-25T15:58:17.756" v="1098" actId="790"/>
          <ac:spMkLst>
            <pc:docMk/>
            <pc:sldMk cId="99132159" sldId="272"/>
            <ac:spMk id="179" creationId="{7DCF4E5A-DC4D-45E5-86EC-2E621DE631FF}"/>
          </ac:spMkLst>
        </pc:spChg>
        <pc:spChg chg="mod">
          <ac:chgData name="Yash Jadhav" userId="535c3d6d-72b8-4f77-8155-55f939173cf2" providerId="ADAL" clId="{F33F88E0-3380-47C4-AFDE-F1AC050ADA82}" dt="2026-01-25T15:58:17.759" v="1099" actId="790"/>
          <ac:spMkLst>
            <pc:docMk/>
            <pc:sldMk cId="99132159" sldId="272"/>
            <ac:spMk id="180" creationId="{5D03BBC1-DD06-4AE7-8E73-0115937AB579}"/>
          </ac:spMkLst>
        </pc:spChg>
        <pc:spChg chg="mod">
          <ac:chgData name="Yash Jadhav" userId="535c3d6d-72b8-4f77-8155-55f939173cf2" providerId="ADAL" clId="{F33F88E0-3380-47C4-AFDE-F1AC050ADA82}" dt="2026-01-25T15:58:17.743" v="1094" actId="790"/>
          <ac:spMkLst>
            <pc:docMk/>
            <pc:sldMk cId="99132159" sldId="272"/>
            <ac:spMk id="181" creationId="{624C765B-06D2-454D-A541-AED1E26FD418}"/>
          </ac:spMkLst>
        </pc:spChg>
        <pc:spChg chg="mod">
          <ac:chgData name="Yash Jadhav" userId="535c3d6d-72b8-4f77-8155-55f939173cf2" providerId="ADAL" clId="{F33F88E0-3380-47C4-AFDE-F1AC050ADA82}" dt="2026-01-25T15:58:17.747" v="1095" actId="790"/>
          <ac:spMkLst>
            <pc:docMk/>
            <pc:sldMk cId="99132159" sldId="272"/>
            <ac:spMk id="182" creationId="{6032D163-2E41-4235-8668-5037E3FDEA26}"/>
          </ac:spMkLst>
        </pc:spChg>
        <pc:spChg chg="mod">
          <ac:chgData name="Yash Jadhav" userId="535c3d6d-72b8-4f77-8155-55f939173cf2" providerId="ADAL" clId="{F33F88E0-3380-47C4-AFDE-F1AC050ADA82}" dt="2026-01-25T15:58:17.750" v="1096" actId="790"/>
          <ac:spMkLst>
            <pc:docMk/>
            <pc:sldMk cId="99132159" sldId="272"/>
            <ac:spMk id="183" creationId="{08685394-600F-443F-9C0B-6F9A65FA7781}"/>
          </ac:spMkLst>
        </pc:spChg>
        <pc:spChg chg="mod">
          <ac:chgData name="Yash Jadhav" userId="535c3d6d-72b8-4f77-8155-55f939173cf2" providerId="ADAL" clId="{F33F88E0-3380-47C4-AFDE-F1AC050ADA82}" dt="2026-01-25T15:58:17.731" v="1091" actId="790"/>
          <ac:spMkLst>
            <pc:docMk/>
            <pc:sldMk cId="99132159" sldId="272"/>
            <ac:spMk id="188" creationId="{39C2506C-5B8B-4862-B2F2-9BE5C553A5FD}"/>
          </ac:spMkLst>
        </pc:spChg>
        <pc:spChg chg="mod">
          <ac:chgData name="Yash Jadhav" userId="535c3d6d-72b8-4f77-8155-55f939173cf2" providerId="ADAL" clId="{F33F88E0-3380-47C4-AFDE-F1AC050ADA82}" dt="2026-01-25T15:58:17.735" v="1092" actId="790"/>
          <ac:spMkLst>
            <pc:docMk/>
            <pc:sldMk cId="99132159" sldId="272"/>
            <ac:spMk id="189" creationId="{82277490-1137-49C4-984C-CD8062137E6C}"/>
          </ac:spMkLst>
        </pc:spChg>
        <pc:spChg chg="mod">
          <ac:chgData name="Yash Jadhav" userId="535c3d6d-72b8-4f77-8155-55f939173cf2" providerId="ADAL" clId="{F33F88E0-3380-47C4-AFDE-F1AC050ADA82}" dt="2026-01-25T15:58:17.739" v="1093" actId="790"/>
          <ac:spMkLst>
            <pc:docMk/>
            <pc:sldMk cId="99132159" sldId="272"/>
            <ac:spMk id="190" creationId="{20F4FB63-EAC7-46FA-B044-864A0894A839}"/>
          </ac:spMkLst>
        </pc:spChg>
        <pc:spChg chg="mod">
          <ac:chgData name="Yash Jadhav" userId="535c3d6d-72b8-4f77-8155-55f939173cf2" providerId="ADAL" clId="{F33F88E0-3380-47C4-AFDE-F1AC050ADA82}" dt="2026-01-25T15:58:17.722" v="1088" actId="790"/>
          <ac:spMkLst>
            <pc:docMk/>
            <pc:sldMk cId="99132159" sldId="272"/>
            <ac:spMk id="191" creationId="{5117D2B5-D6B8-463A-9D9C-0D9349C72105}"/>
          </ac:spMkLst>
        </pc:spChg>
        <pc:spChg chg="mod">
          <ac:chgData name="Yash Jadhav" userId="535c3d6d-72b8-4f77-8155-55f939173cf2" providerId="ADAL" clId="{F33F88E0-3380-47C4-AFDE-F1AC050ADA82}" dt="2026-01-25T15:58:17.725" v="1089" actId="790"/>
          <ac:spMkLst>
            <pc:docMk/>
            <pc:sldMk cId="99132159" sldId="272"/>
            <ac:spMk id="192" creationId="{85A31D3F-CEAC-4EBF-8528-B6215449DF17}"/>
          </ac:spMkLst>
        </pc:spChg>
        <pc:spChg chg="mod">
          <ac:chgData name="Yash Jadhav" userId="535c3d6d-72b8-4f77-8155-55f939173cf2" providerId="ADAL" clId="{F33F88E0-3380-47C4-AFDE-F1AC050ADA82}" dt="2026-01-25T15:58:17.728" v="1090" actId="790"/>
          <ac:spMkLst>
            <pc:docMk/>
            <pc:sldMk cId="99132159" sldId="272"/>
            <ac:spMk id="193" creationId="{0F270F76-63BA-467A-A86F-95CE6B82A40A}"/>
          </ac:spMkLst>
        </pc:spChg>
        <pc:spChg chg="mod">
          <ac:chgData name="Yash Jadhav" userId="535c3d6d-72b8-4f77-8155-55f939173cf2" providerId="ADAL" clId="{F33F88E0-3380-47C4-AFDE-F1AC050ADA82}" dt="2026-01-25T15:58:17.710" v="1085" actId="790"/>
          <ac:spMkLst>
            <pc:docMk/>
            <pc:sldMk cId="99132159" sldId="272"/>
            <ac:spMk id="194" creationId="{F6E197FA-3629-4227-9ECF-CCD3AE6504AA}"/>
          </ac:spMkLst>
        </pc:spChg>
        <pc:spChg chg="mod">
          <ac:chgData name="Yash Jadhav" userId="535c3d6d-72b8-4f77-8155-55f939173cf2" providerId="ADAL" clId="{F33F88E0-3380-47C4-AFDE-F1AC050ADA82}" dt="2026-01-25T15:58:17.714" v="1086" actId="790"/>
          <ac:spMkLst>
            <pc:docMk/>
            <pc:sldMk cId="99132159" sldId="272"/>
            <ac:spMk id="195" creationId="{FF182C61-3C35-41F8-8F2E-E9B51AC2703B}"/>
          </ac:spMkLst>
        </pc:spChg>
        <pc:spChg chg="mod">
          <ac:chgData name="Yash Jadhav" userId="535c3d6d-72b8-4f77-8155-55f939173cf2" providerId="ADAL" clId="{F33F88E0-3380-47C4-AFDE-F1AC050ADA82}" dt="2026-01-25T15:58:17.718" v="1087" actId="790"/>
          <ac:spMkLst>
            <pc:docMk/>
            <pc:sldMk cId="99132159" sldId="272"/>
            <ac:spMk id="196" creationId="{1C142844-51CF-4756-B6CE-7E2919207795}"/>
          </ac:spMkLst>
        </pc:spChg>
        <pc:spChg chg="mod">
          <ac:chgData name="Yash Jadhav" userId="535c3d6d-72b8-4f77-8155-55f939173cf2" providerId="ADAL" clId="{F33F88E0-3380-47C4-AFDE-F1AC050ADA82}" dt="2026-01-25T15:58:17.698" v="1082" actId="790"/>
          <ac:spMkLst>
            <pc:docMk/>
            <pc:sldMk cId="99132159" sldId="272"/>
            <ac:spMk id="197" creationId="{B5369957-D138-41D5-984C-C8629D20122A}"/>
          </ac:spMkLst>
        </pc:spChg>
        <pc:spChg chg="mod">
          <ac:chgData name="Yash Jadhav" userId="535c3d6d-72b8-4f77-8155-55f939173cf2" providerId="ADAL" clId="{F33F88E0-3380-47C4-AFDE-F1AC050ADA82}" dt="2026-01-25T15:58:17.701" v="1083" actId="790"/>
          <ac:spMkLst>
            <pc:docMk/>
            <pc:sldMk cId="99132159" sldId="272"/>
            <ac:spMk id="198" creationId="{EF78620F-23E7-43D9-8ED9-59F130DA27C5}"/>
          </ac:spMkLst>
        </pc:spChg>
        <pc:spChg chg="mod">
          <ac:chgData name="Yash Jadhav" userId="535c3d6d-72b8-4f77-8155-55f939173cf2" providerId="ADAL" clId="{F33F88E0-3380-47C4-AFDE-F1AC050ADA82}" dt="2026-01-25T15:58:17.706" v="1084" actId="790"/>
          <ac:spMkLst>
            <pc:docMk/>
            <pc:sldMk cId="99132159" sldId="272"/>
            <ac:spMk id="199" creationId="{8C27BC51-0CA2-4AC3-800E-63D0CC68B929}"/>
          </ac:spMkLst>
        </pc:spChg>
        <pc:spChg chg="mod">
          <ac:chgData name="Yash Jadhav" userId="535c3d6d-72b8-4f77-8155-55f939173cf2" providerId="ADAL" clId="{F33F88E0-3380-47C4-AFDE-F1AC050ADA82}" dt="2026-01-25T15:58:17.686" v="1079" actId="790"/>
          <ac:spMkLst>
            <pc:docMk/>
            <pc:sldMk cId="99132159" sldId="272"/>
            <ac:spMk id="204" creationId="{4EE19187-C762-4CC9-857E-0F8524B1A2FA}"/>
          </ac:spMkLst>
        </pc:spChg>
        <pc:spChg chg="mod">
          <ac:chgData name="Yash Jadhav" userId="535c3d6d-72b8-4f77-8155-55f939173cf2" providerId="ADAL" clId="{F33F88E0-3380-47C4-AFDE-F1AC050ADA82}" dt="2026-01-25T15:58:17.690" v="1080" actId="790"/>
          <ac:spMkLst>
            <pc:docMk/>
            <pc:sldMk cId="99132159" sldId="272"/>
            <ac:spMk id="205" creationId="{B31E6A1C-5841-4FAA-8999-B9FDAA38E5FA}"/>
          </ac:spMkLst>
        </pc:spChg>
        <pc:spChg chg="mod">
          <ac:chgData name="Yash Jadhav" userId="535c3d6d-72b8-4f77-8155-55f939173cf2" providerId="ADAL" clId="{F33F88E0-3380-47C4-AFDE-F1AC050ADA82}" dt="2026-01-25T15:58:17.694" v="1081" actId="790"/>
          <ac:spMkLst>
            <pc:docMk/>
            <pc:sldMk cId="99132159" sldId="272"/>
            <ac:spMk id="206" creationId="{91E3B488-7ACC-4C39-BD9F-AA0EBB19D1C8}"/>
          </ac:spMkLst>
        </pc:spChg>
        <pc:spChg chg="mod">
          <ac:chgData name="Yash Jadhav" userId="535c3d6d-72b8-4f77-8155-55f939173cf2" providerId="ADAL" clId="{F33F88E0-3380-47C4-AFDE-F1AC050ADA82}" dt="2026-01-25T15:58:17.672" v="1076" actId="790"/>
          <ac:spMkLst>
            <pc:docMk/>
            <pc:sldMk cId="99132159" sldId="272"/>
            <ac:spMk id="207" creationId="{51EAE04C-6152-4FEF-A258-975040847A53}"/>
          </ac:spMkLst>
        </pc:spChg>
        <pc:spChg chg="mod">
          <ac:chgData name="Yash Jadhav" userId="535c3d6d-72b8-4f77-8155-55f939173cf2" providerId="ADAL" clId="{F33F88E0-3380-47C4-AFDE-F1AC050ADA82}" dt="2026-01-25T15:58:17.677" v="1077" actId="790"/>
          <ac:spMkLst>
            <pc:docMk/>
            <pc:sldMk cId="99132159" sldId="272"/>
            <ac:spMk id="208" creationId="{406B0244-FE68-4276-902F-CB5F1534D464}"/>
          </ac:spMkLst>
        </pc:spChg>
        <pc:spChg chg="mod">
          <ac:chgData name="Yash Jadhav" userId="535c3d6d-72b8-4f77-8155-55f939173cf2" providerId="ADAL" clId="{F33F88E0-3380-47C4-AFDE-F1AC050ADA82}" dt="2026-01-25T15:58:17.680" v="1078" actId="790"/>
          <ac:spMkLst>
            <pc:docMk/>
            <pc:sldMk cId="99132159" sldId="272"/>
            <ac:spMk id="209" creationId="{358A150E-2FDF-425A-A63A-5662CA842FFF}"/>
          </ac:spMkLst>
        </pc:spChg>
        <pc:spChg chg="mod">
          <ac:chgData name="Yash Jadhav" userId="535c3d6d-72b8-4f77-8155-55f939173cf2" providerId="ADAL" clId="{F33F88E0-3380-47C4-AFDE-F1AC050ADA82}" dt="2026-01-25T15:58:17.663" v="1073" actId="790"/>
          <ac:spMkLst>
            <pc:docMk/>
            <pc:sldMk cId="99132159" sldId="272"/>
            <ac:spMk id="210" creationId="{E1BA239A-96A2-499F-A6A0-3581C32A21F7}"/>
          </ac:spMkLst>
        </pc:spChg>
        <pc:spChg chg="mod">
          <ac:chgData name="Yash Jadhav" userId="535c3d6d-72b8-4f77-8155-55f939173cf2" providerId="ADAL" clId="{F33F88E0-3380-47C4-AFDE-F1AC050ADA82}" dt="2026-01-25T15:58:17.666" v="1074" actId="790"/>
          <ac:spMkLst>
            <pc:docMk/>
            <pc:sldMk cId="99132159" sldId="272"/>
            <ac:spMk id="211" creationId="{49B01853-DA44-4421-84EE-EF139CD4FDC3}"/>
          </ac:spMkLst>
        </pc:spChg>
        <pc:spChg chg="mod">
          <ac:chgData name="Yash Jadhav" userId="535c3d6d-72b8-4f77-8155-55f939173cf2" providerId="ADAL" clId="{F33F88E0-3380-47C4-AFDE-F1AC050ADA82}" dt="2026-01-25T15:58:17.669" v="1075" actId="790"/>
          <ac:spMkLst>
            <pc:docMk/>
            <pc:sldMk cId="99132159" sldId="272"/>
            <ac:spMk id="212" creationId="{F52ACCB9-3535-4BE8-9CA7-1D1EF1A7D9BE}"/>
          </ac:spMkLst>
        </pc:spChg>
        <pc:spChg chg="mod">
          <ac:chgData name="Yash Jadhav" userId="535c3d6d-72b8-4f77-8155-55f939173cf2" providerId="ADAL" clId="{F33F88E0-3380-47C4-AFDE-F1AC050ADA82}" dt="2026-01-25T15:58:17.652" v="1070" actId="790"/>
          <ac:spMkLst>
            <pc:docMk/>
            <pc:sldMk cId="99132159" sldId="272"/>
            <ac:spMk id="213" creationId="{34B38FDD-C28F-4F36-8570-AD92CFB510C7}"/>
          </ac:spMkLst>
        </pc:spChg>
        <pc:spChg chg="mod">
          <ac:chgData name="Yash Jadhav" userId="535c3d6d-72b8-4f77-8155-55f939173cf2" providerId="ADAL" clId="{F33F88E0-3380-47C4-AFDE-F1AC050ADA82}" dt="2026-01-25T15:58:17.656" v="1071" actId="790"/>
          <ac:spMkLst>
            <pc:docMk/>
            <pc:sldMk cId="99132159" sldId="272"/>
            <ac:spMk id="214" creationId="{275F558E-22EC-4754-8446-935C999C6E03}"/>
          </ac:spMkLst>
        </pc:spChg>
        <pc:spChg chg="mod">
          <ac:chgData name="Yash Jadhav" userId="535c3d6d-72b8-4f77-8155-55f939173cf2" providerId="ADAL" clId="{F33F88E0-3380-47C4-AFDE-F1AC050ADA82}" dt="2026-01-25T15:58:17.660" v="1072" actId="790"/>
          <ac:spMkLst>
            <pc:docMk/>
            <pc:sldMk cId="99132159" sldId="272"/>
            <ac:spMk id="215" creationId="{AD963A1F-8096-4185-86FE-36B25F88B308}"/>
          </ac:spMkLst>
        </pc:spChg>
        <pc:spChg chg="mod">
          <ac:chgData name="Yash Jadhav" userId="535c3d6d-72b8-4f77-8155-55f939173cf2" providerId="ADAL" clId="{F33F88E0-3380-47C4-AFDE-F1AC050ADA82}" dt="2026-01-25T15:58:17.640" v="1067" actId="790"/>
          <ac:spMkLst>
            <pc:docMk/>
            <pc:sldMk cId="99132159" sldId="272"/>
            <ac:spMk id="220" creationId="{38438871-769A-4CD5-A898-D3E8EAD01E76}"/>
          </ac:spMkLst>
        </pc:spChg>
        <pc:spChg chg="mod">
          <ac:chgData name="Yash Jadhav" userId="535c3d6d-72b8-4f77-8155-55f939173cf2" providerId="ADAL" clId="{F33F88E0-3380-47C4-AFDE-F1AC050ADA82}" dt="2026-01-25T15:58:17.643" v="1068" actId="790"/>
          <ac:spMkLst>
            <pc:docMk/>
            <pc:sldMk cId="99132159" sldId="272"/>
            <ac:spMk id="221" creationId="{F64770F0-2E35-425B-BA27-B40D6F342220}"/>
          </ac:spMkLst>
        </pc:spChg>
        <pc:spChg chg="mod">
          <ac:chgData name="Yash Jadhav" userId="535c3d6d-72b8-4f77-8155-55f939173cf2" providerId="ADAL" clId="{F33F88E0-3380-47C4-AFDE-F1AC050ADA82}" dt="2026-01-25T15:58:17.646" v="1069" actId="790"/>
          <ac:spMkLst>
            <pc:docMk/>
            <pc:sldMk cId="99132159" sldId="272"/>
            <ac:spMk id="222" creationId="{34B47C34-63D9-4AD6-996F-A76BF3B7B5EC}"/>
          </ac:spMkLst>
        </pc:spChg>
        <pc:spChg chg="mod">
          <ac:chgData name="Yash Jadhav" userId="535c3d6d-72b8-4f77-8155-55f939173cf2" providerId="ADAL" clId="{F33F88E0-3380-47C4-AFDE-F1AC050ADA82}" dt="2026-01-25T15:58:17.628" v="1064" actId="790"/>
          <ac:spMkLst>
            <pc:docMk/>
            <pc:sldMk cId="99132159" sldId="272"/>
            <ac:spMk id="223" creationId="{93CDAA83-5B7B-408C-9110-5B9C054EED0B}"/>
          </ac:spMkLst>
        </pc:spChg>
        <pc:spChg chg="mod">
          <ac:chgData name="Yash Jadhav" userId="535c3d6d-72b8-4f77-8155-55f939173cf2" providerId="ADAL" clId="{F33F88E0-3380-47C4-AFDE-F1AC050ADA82}" dt="2026-01-25T15:58:17.631" v="1065" actId="790"/>
          <ac:spMkLst>
            <pc:docMk/>
            <pc:sldMk cId="99132159" sldId="272"/>
            <ac:spMk id="224" creationId="{A4943B67-CF39-474C-B82A-EEFC1D2424D0}"/>
          </ac:spMkLst>
        </pc:spChg>
        <pc:spChg chg="mod">
          <ac:chgData name="Yash Jadhav" userId="535c3d6d-72b8-4f77-8155-55f939173cf2" providerId="ADAL" clId="{F33F88E0-3380-47C4-AFDE-F1AC050ADA82}" dt="2026-01-25T15:58:17.637" v="1066" actId="790"/>
          <ac:spMkLst>
            <pc:docMk/>
            <pc:sldMk cId="99132159" sldId="272"/>
            <ac:spMk id="225" creationId="{BFCFA9FB-66D7-408A-83E8-6C657F47D906}"/>
          </ac:spMkLst>
        </pc:spChg>
        <pc:spChg chg="mod">
          <ac:chgData name="Yash Jadhav" userId="535c3d6d-72b8-4f77-8155-55f939173cf2" providerId="ADAL" clId="{F33F88E0-3380-47C4-AFDE-F1AC050ADA82}" dt="2026-01-25T15:58:17.619" v="1061" actId="790"/>
          <ac:spMkLst>
            <pc:docMk/>
            <pc:sldMk cId="99132159" sldId="272"/>
            <ac:spMk id="226" creationId="{769D1484-9FD5-4F46-B8AE-FB205271EB34}"/>
          </ac:spMkLst>
        </pc:spChg>
        <pc:spChg chg="mod">
          <ac:chgData name="Yash Jadhav" userId="535c3d6d-72b8-4f77-8155-55f939173cf2" providerId="ADAL" clId="{F33F88E0-3380-47C4-AFDE-F1AC050ADA82}" dt="2026-01-25T15:58:17.622" v="1062" actId="790"/>
          <ac:spMkLst>
            <pc:docMk/>
            <pc:sldMk cId="99132159" sldId="272"/>
            <ac:spMk id="227" creationId="{14989FF8-79E8-45E7-92E6-C1F0019DA41B}"/>
          </ac:spMkLst>
        </pc:spChg>
        <pc:spChg chg="mod">
          <ac:chgData name="Yash Jadhav" userId="535c3d6d-72b8-4f77-8155-55f939173cf2" providerId="ADAL" clId="{F33F88E0-3380-47C4-AFDE-F1AC050ADA82}" dt="2026-01-25T15:58:17.626" v="1063" actId="790"/>
          <ac:spMkLst>
            <pc:docMk/>
            <pc:sldMk cId="99132159" sldId="272"/>
            <ac:spMk id="228" creationId="{172CA4B5-B172-4DA4-BFD4-B89F9B9B1045}"/>
          </ac:spMkLst>
        </pc:spChg>
        <pc:spChg chg="mod">
          <ac:chgData name="Yash Jadhav" userId="535c3d6d-72b8-4f77-8155-55f939173cf2" providerId="ADAL" clId="{F33F88E0-3380-47C4-AFDE-F1AC050ADA82}" dt="2026-01-25T15:58:17.606" v="1058" actId="790"/>
          <ac:spMkLst>
            <pc:docMk/>
            <pc:sldMk cId="99132159" sldId="272"/>
            <ac:spMk id="229" creationId="{319FD20A-CAB9-4B38-B854-C2DAD45DE499}"/>
          </ac:spMkLst>
        </pc:spChg>
        <pc:spChg chg="mod">
          <ac:chgData name="Yash Jadhav" userId="535c3d6d-72b8-4f77-8155-55f939173cf2" providerId="ADAL" clId="{F33F88E0-3380-47C4-AFDE-F1AC050ADA82}" dt="2026-01-25T15:58:17.611" v="1059" actId="790"/>
          <ac:spMkLst>
            <pc:docMk/>
            <pc:sldMk cId="99132159" sldId="272"/>
            <ac:spMk id="230" creationId="{E6960F93-244A-4877-9856-D87AAF26D154}"/>
          </ac:spMkLst>
        </pc:spChg>
        <pc:spChg chg="mod">
          <ac:chgData name="Yash Jadhav" userId="535c3d6d-72b8-4f77-8155-55f939173cf2" providerId="ADAL" clId="{F33F88E0-3380-47C4-AFDE-F1AC050ADA82}" dt="2026-01-25T15:58:17.615" v="1060" actId="790"/>
          <ac:spMkLst>
            <pc:docMk/>
            <pc:sldMk cId="99132159" sldId="272"/>
            <ac:spMk id="231" creationId="{10C88CDF-7924-4575-BE82-744E457119A3}"/>
          </ac:spMkLst>
        </pc:spChg>
        <pc:spChg chg="mod">
          <ac:chgData name="Yash Jadhav" userId="535c3d6d-72b8-4f77-8155-55f939173cf2" providerId="ADAL" clId="{F33F88E0-3380-47C4-AFDE-F1AC050ADA82}" dt="2026-01-25T15:58:17.597" v="1055" actId="790"/>
          <ac:spMkLst>
            <pc:docMk/>
            <pc:sldMk cId="99132159" sldId="272"/>
            <ac:spMk id="236" creationId="{765832B9-4BB6-42A5-9763-B97F8A088551}"/>
          </ac:spMkLst>
        </pc:spChg>
        <pc:spChg chg="mod">
          <ac:chgData name="Yash Jadhav" userId="535c3d6d-72b8-4f77-8155-55f939173cf2" providerId="ADAL" clId="{F33F88E0-3380-47C4-AFDE-F1AC050ADA82}" dt="2026-01-25T15:58:17.600" v="1056" actId="790"/>
          <ac:spMkLst>
            <pc:docMk/>
            <pc:sldMk cId="99132159" sldId="272"/>
            <ac:spMk id="237" creationId="{8F231F9F-FA9A-4970-BED7-DA572532D517}"/>
          </ac:spMkLst>
        </pc:spChg>
        <pc:spChg chg="mod">
          <ac:chgData name="Yash Jadhav" userId="535c3d6d-72b8-4f77-8155-55f939173cf2" providerId="ADAL" clId="{F33F88E0-3380-47C4-AFDE-F1AC050ADA82}" dt="2026-01-25T15:58:17.603" v="1057" actId="790"/>
          <ac:spMkLst>
            <pc:docMk/>
            <pc:sldMk cId="99132159" sldId="272"/>
            <ac:spMk id="238" creationId="{7F953BC2-236D-41AE-960A-E85CCC61DB18}"/>
          </ac:spMkLst>
        </pc:spChg>
        <pc:spChg chg="mod">
          <ac:chgData name="Yash Jadhav" userId="535c3d6d-72b8-4f77-8155-55f939173cf2" providerId="ADAL" clId="{F33F88E0-3380-47C4-AFDE-F1AC050ADA82}" dt="2026-01-25T15:58:17.587" v="1052" actId="790"/>
          <ac:spMkLst>
            <pc:docMk/>
            <pc:sldMk cId="99132159" sldId="272"/>
            <ac:spMk id="239" creationId="{287DE277-BCC0-4358-8D81-456471FE6387}"/>
          </ac:spMkLst>
        </pc:spChg>
        <pc:spChg chg="mod">
          <ac:chgData name="Yash Jadhav" userId="535c3d6d-72b8-4f77-8155-55f939173cf2" providerId="ADAL" clId="{F33F88E0-3380-47C4-AFDE-F1AC050ADA82}" dt="2026-01-25T15:58:17.591" v="1053" actId="790"/>
          <ac:spMkLst>
            <pc:docMk/>
            <pc:sldMk cId="99132159" sldId="272"/>
            <ac:spMk id="240" creationId="{5CAF0A86-9137-40D8-9522-E4FB55D3D930}"/>
          </ac:spMkLst>
        </pc:spChg>
        <pc:spChg chg="mod">
          <ac:chgData name="Yash Jadhav" userId="535c3d6d-72b8-4f77-8155-55f939173cf2" providerId="ADAL" clId="{F33F88E0-3380-47C4-AFDE-F1AC050ADA82}" dt="2026-01-25T15:58:17.594" v="1054" actId="790"/>
          <ac:spMkLst>
            <pc:docMk/>
            <pc:sldMk cId="99132159" sldId="272"/>
            <ac:spMk id="241" creationId="{19EA0DA2-26A5-4968-885D-98ADF10DA8B5}"/>
          </ac:spMkLst>
        </pc:spChg>
        <pc:spChg chg="mod">
          <ac:chgData name="Yash Jadhav" userId="535c3d6d-72b8-4f77-8155-55f939173cf2" providerId="ADAL" clId="{F33F88E0-3380-47C4-AFDE-F1AC050ADA82}" dt="2026-01-25T15:58:17.576" v="1049" actId="790"/>
          <ac:spMkLst>
            <pc:docMk/>
            <pc:sldMk cId="99132159" sldId="272"/>
            <ac:spMk id="242" creationId="{18B50506-B4C7-4016-A8D9-57C74FDDE4E5}"/>
          </ac:spMkLst>
        </pc:spChg>
        <pc:spChg chg="mod">
          <ac:chgData name="Yash Jadhav" userId="535c3d6d-72b8-4f77-8155-55f939173cf2" providerId="ADAL" clId="{F33F88E0-3380-47C4-AFDE-F1AC050ADA82}" dt="2026-01-25T15:58:17.580" v="1050" actId="790"/>
          <ac:spMkLst>
            <pc:docMk/>
            <pc:sldMk cId="99132159" sldId="272"/>
            <ac:spMk id="243" creationId="{DA00A9BD-C423-45EA-A71D-F692359381A7}"/>
          </ac:spMkLst>
        </pc:spChg>
        <pc:spChg chg="mod">
          <ac:chgData name="Yash Jadhav" userId="535c3d6d-72b8-4f77-8155-55f939173cf2" providerId="ADAL" clId="{F33F88E0-3380-47C4-AFDE-F1AC050ADA82}" dt="2026-01-25T15:58:17.583" v="1051" actId="790"/>
          <ac:spMkLst>
            <pc:docMk/>
            <pc:sldMk cId="99132159" sldId="272"/>
            <ac:spMk id="244" creationId="{E9A6F806-90B6-4526-8DE6-13639FAA86C6}"/>
          </ac:spMkLst>
        </pc:spChg>
        <pc:spChg chg="mod">
          <ac:chgData name="Yash Jadhav" userId="535c3d6d-72b8-4f77-8155-55f939173cf2" providerId="ADAL" clId="{F33F88E0-3380-47C4-AFDE-F1AC050ADA82}" dt="2026-01-25T15:58:17.566" v="1046" actId="790"/>
          <ac:spMkLst>
            <pc:docMk/>
            <pc:sldMk cId="99132159" sldId="272"/>
            <ac:spMk id="245" creationId="{20B1B4BF-769F-42A2-92AA-C411CCF643ED}"/>
          </ac:spMkLst>
        </pc:spChg>
        <pc:spChg chg="mod">
          <ac:chgData name="Yash Jadhav" userId="535c3d6d-72b8-4f77-8155-55f939173cf2" providerId="ADAL" clId="{F33F88E0-3380-47C4-AFDE-F1AC050ADA82}" dt="2026-01-25T15:58:17.569" v="1047" actId="790"/>
          <ac:spMkLst>
            <pc:docMk/>
            <pc:sldMk cId="99132159" sldId="272"/>
            <ac:spMk id="246" creationId="{3ED02E2F-2B01-4DA7-AB95-255FE05F5DA8}"/>
          </ac:spMkLst>
        </pc:spChg>
        <pc:spChg chg="mod">
          <ac:chgData name="Yash Jadhav" userId="535c3d6d-72b8-4f77-8155-55f939173cf2" providerId="ADAL" clId="{F33F88E0-3380-47C4-AFDE-F1AC050ADA82}" dt="2026-01-25T15:58:17.572" v="1048" actId="790"/>
          <ac:spMkLst>
            <pc:docMk/>
            <pc:sldMk cId="99132159" sldId="272"/>
            <ac:spMk id="247" creationId="{A5319AFE-282A-42DA-B095-3300C54A0F84}"/>
          </ac:spMkLst>
        </pc:spChg>
        <pc:spChg chg="mod">
          <ac:chgData name="Yash Jadhav" userId="535c3d6d-72b8-4f77-8155-55f939173cf2" providerId="ADAL" clId="{F33F88E0-3380-47C4-AFDE-F1AC050ADA82}" dt="2026-01-25T15:58:17.556" v="1043" actId="790"/>
          <ac:spMkLst>
            <pc:docMk/>
            <pc:sldMk cId="99132159" sldId="272"/>
            <ac:spMk id="252" creationId="{AF7AF764-4EDB-4EBB-AC47-FB55FAEC6BAF}"/>
          </ac:spMkLst>
        </pc:spChg>
        <pc:spChg chg="mod">
          <ac:chgData name="Yash Jadhav" userId="535c3d6d-72b8-4f77-8155-55f939173cf2" providerId="ADAL" clId="{F33F88E0-3380-47C4-AFDE-F1AC050ADA82}" dt="2026-01-25T15:58:17.560" v="1044" actId="790"/>
          <ac:spMkLst>
            <pc:docMk/>
            <pc:sldMk cId="99132159" sldId="272"/>
            <ac:spMk id="253" creationId="{F1AEA608-AAA8-4235-B33B-13B982D08D2B}"/>
          </ac:spMkLst>
        </pc:spChg>
        <pc:spChg chg="mod">
          <ac:chgData name="Yash Jadhav" userId="535c3d6d-72b8-4f77-8155-55f939173cf2" providerId="ADAL" clId="{F33F88E0-3380-47C4-AFDE-F1AC050ADA82}" dt="2026-01-25T15:58:17.563" v="1045" actId="790"/>
          <ac:spMkLst>
            <pc:docMk/>
            <pc:sldMk cId="99132159" sldId="272"/>
            <ac:spMk id="254" creationId="{9724023E-6972-4B2F-B783-583038EDF56B}"/>
          </ac:spMkLst>
        </pc:spChg>
        <pc:spChg chg="mod">
          <ac:chgData name="Yash Jadhav" userId="535c3d6d-72b8-4f77-8155-55f939173cf2" providerId="ADAL" clId="{F33F88E0-3380-47C4-AFDE-F1AC050ADA82}" dt="2026-01-25T15:58:17.546" v="1040" actId="790"/>
          <ac:spMkLst>
            <pc:docMk/>
            <pc:sldMk cId="99132159" sldId="272"/>
            <ac:spMk id="255" creationId="{1C2D3177-9A37-4240-95EF-2B03F81E345C}"/>
          </ac:spMkLst>
        </pc:spChg>
        <pc:spChg chg="mod">
          <ac:chgData name="Yash Jadhav" userId="535c3d6d-72b8-4f77-8155-55f939173cf2" providerId="ADAL" clId="{F33F88E0-3380-47C4-AFDE-F1AC050ADA82}" dt="2026-01-25T15:58:17.549" v="1041" actId="790"/>
          <ac:spMkLst>
            <pc:docMk/>
            <pc:sldMk cId="99132159" sldId="272"/>
            <ac:spMk id="256" creationId="{3FB9E57A-C1A1-4F34-9E92-D3816F1395DF}"/>
          </ac:spMkLst>
        </pc:spChg>
        <pc:spChg chg="mod">
          <ac:chgData name="Yash Jadhav" userId="535c3d6d-72b8-4f77-8155-55f939173cf2" providerId="ADAL" clId="{F33F88E0-3380-47C4-AFDE-F1AC050ADA82}" dt="2026-01-25T15:58:17.553" v="1042" actId="790"/>
          <ac:spMkLst>
            <pc:docMk/>
            <pc:sldMk cId="99132159" sldId="272"/>
            <ac:spMk id="257" creationId="{D6566B34-ABA1-42FD-8B66-4427DF686D2A}"/>
          </ac:spMkLst>
        </pc:spChg>
        <pc:spChg chg="mod">
          <ac:chgData name="Yash Jadhav" userId="535c3d6d-72b8-4f77-8155-55f939173cf2" providerId="ADAL" clId="{F33F88E0-3380-47C4-AFDE-F1AC050ADA82}" dt="2026-01-25T15:58:17.536" v="1037" actId="790"/>
          <ac:spMkLst>
            <pc:docMk/>
            <pc:sldMk cId="99132159" sldId="272"/>
            <ac:spMk id="258" creationId="{9C68F7DD-F38C-49B3-BAD0-F3C4CFF46D13}"/>
          </ac:spMkLst>
        </pc:spChg>
        <pc:spChg chg="mod">
          <ac:chgData name="Yash Jadhav" userId="535c3d6d-72b8-4f77-8155-55f939173cf2" providerId="ADAL" clId="{F33F88E0-3380-47C4-AFDE-F1AC050ADA82}" dt="2026-01-25T15:58:17.539" v="1038" actId="790"/>
          <ac:spMkLst>
            <pc:docMk/>
            <pc:sldMk cId="99132159" sldId="272"/>
            <ac:spMk id="259" creationId="{5B9A6B13-7D87-4ED8-95CE-5CD2C22744AA}"/>
          </ac:spMkLst>
        </pc:spChg>
        <pc:spChg chg="mod">
          <ac:chgData name="Yash Jadhav" userId="535c3d6d-72b8-4f77-8155-55f939173cf2" providerId="ADAL" clId="{F33F88E0-3380-47C4-AFDE-F1AC050ADA82}" dt="2026-01-25T15:58:17.543" v="1039" actId="790"/>
          <ac:spMkLst>
            <pc:docMk/>
            <pc:sldMk cId="99132159" sldId="272"/>
            <ac:spMk id="260" creationId="{9A00B189-78E2-49AC-8B73-8A9D673C1E31}"/>
          </ac:spMkLst>
        </pc:spChg>
        <pc:spChg chg="mod">
          <ac:chgData name="Yash Jadhav" userId="535c3d6d-72b8-4f77-8155-55f939173cf2" providerId="ADAL" clId="{F33F88E0-3380-47C4-AFDE-F1AC050ADA82}" dt="2026-01-25T15:58:17.523" v="1034" actId="790"/>
          <ac:spMkLst>
            <pc:docMk/>
            <pc:sldMk cId="99132159" sldId="272"/>
            <ac:spMk id="261" creationId="{7E933B6A-86B8-4359-B4F9-D837831C07DB}"/>
          </ac:spMkLst>
        </pc:spChg>
        <pc:spChg chg="mod">
          <ac:chgData name="Yash Jadhav" userId="535c3d6d-72b8-4f77-8155-55f939173cf2" providerId="ADAL" clId="{F33F88E0-3380-47C4-AFDE-F1AC050ADA82}" dt="2026-01-25T15:58:17.528" v="1035" actId="790"/>
          <ac:spMkLst>
            <pc:docMk/>
            <pc:sldMk cId="99132159" sldId="272"/>
            <ac:spMk id="262" creationId="{DF3EC4D1-6413-46D6-B77F-DD9F27E0DC9F}"/>
          </ac:spMkLst>
        </pc:spChg>
        <pc:spChg chg="mod">
          <ac:chgData name="Yash Jadhav" userId="535c3d6d-72b8-4f77-8155-55f939173cf2" providerId="ADAL" clId="{F33F88E0-3380-47C4-AFDE-F1AC050ADA82}" dt="2026-01-25T15:58:17.532" v="1036" actId="790"/>
          <ac:spMkLst>
            <pc:docMk/>
            <pc:sldMk cId="99132159" sldId="272"/>
            <ac:spMk id="263" creationId="{0269D4DE-A040-4DC3-9D2F-6A4C5F01548E}"/>
          </ac:spMkLst>
        </pc:spChg>
        <pc:spChg chg="mod">
          <ac:chgData name="Yash Jadhav" userId="535c3d6d-72b8-4f77-8155-55f939173cf2" providerId="ADAL" clId="{F33F88E0-3380-47C4-AFDE-F1AC050ADA82}" dt="2026-01-25T15:58:17.515" v="1031" actId="790"/>
          <ac:spMkLst>
            <pc:docMk/>
            <pc:sldMk cId="99132159" sldId="272"/>
            <ac:spMk id="268" creationId="{CDCBD5D6-5DAD-4D45-802E-55E170686BF1}"/>
          </ac:spMkLst>
        </pc:spChg>
        <pc:spChg chg="mod">
          <ac:chgData name="Yash Jadhav" userId="535c3d6d-72b8-4f77-8155-55f939173cf2" providerId="ADAL" clId="{F33F88E0-3380-47C4-AFDE-F1AC050ADA82}" dt="2026-01-25T15:58:17.517" v="1032" actId="790"/>
          <ac:spMkLst>
            <pc:docMk/>
            <pc:sldMk cId="99132159" sldId="272"/>
            <ac:spMk id="269" creationId="{633DAEF3-EE41-48CA-9B5B-18EBA807F16A}"/>
          </ac:spMkLst>
        </pc:spChg>
        <pc:spChg chg="mod">
          <ac:chgData name="Yash Jadhav" userId="535c3d6d-72b8-4f77-8155-55f939173cf2" providerId="ADAL" clId="{F33F88E0-3380-47C4-AFDE-F1AC050ADA82}" dt="2026-01-25T15:58:17.520" v="1033" actId="790"/>
          <ac:spMkLst>
            <pc:docMk/>
            <pc:sldMk cId="99132159" sldId="272"/>
            <ac:spMk id="270" creationId="{D85A5DF3-1554-4B30-877A-291600634045}"/>
          </ac:spMkLst>
        </pc:spChg>
        <pc:spChg chg="mod">
          <ac:chgData name="Yash Jadhav" userId="535c3d6d-72b8-4f77-8155-55f939173cf2" providerId="ADAL" clId="{F33F88E0-3380-47C4-AFDE-F1AC050ADA82}" dt="2026-01-25T15:58:17.504" v="1028" actId="790"/>
          <ac:spMkLst>
            <pc:docMk/>
            <pc:sldMk cId="99132159" sldId="272"/>
            <ac:spMk id="271" creationId="{17BEAFD3-ED83-4964-AA52-C93C78FDE3F0}"/>
          </ac:spMkLst>
        </pc:spChg>
        <pc:spChg chg="mod">
          <ac:chgData name="Yash Jadhav" userId="535c3d6d-72b8-4f77-8155-55f939173cf2" providerId="ADAL" clId="{F33F88E0-3380-47C4-AFDE-F1AC050ADA82}" dt="2026-01-25T15:58:17.507" v="1029" actId="790"/>
          <ac:spMkLst>
            <pc:docMk/>
            <pc:sldMk cId="99132159" sldId="272"/>
            <ac:spMk id="272" creationId="{4E649D44-A122-466C-8963-4FF8BD622801}"/>
          </ac:spMkLst>
        </pc:spChg>
        <pc:spChg chg="mod">
          <ac:chgData name="Yash Jadhav" userId="535c3d6d-72b8-4f77-8155-55f939173cf2" providerId="ADAL" clId="{F33F88E0-3380-47C4-AFDE-F1AC050ADA82}" dt="2026-01-25T15:58:17.511" v="1030" actId="790"/>
          <ac:spMkLst>
            <pc:docMk/>
            <pc:sldMk cId="99132159" sldId="272"/>
            <ac:spMk id="273" creationId="{B41786FA-46AE-47AA-B3E1-FB6A1CC0EEBE}"/>
          </ac:spMkLst>
        </pc:spChg>
        <pc:spChg chg="mod">
          <ac:chgData name="Yash Jadhav" userId="535c3d6d-72b8-4f77-8155-55f939173cf2" providerId="ADAL" clId="{F33F88E0-3380-47C4-AFDE-F1AC050ADA82}" dt="2026-01-25T15:58:17.495" v="1025" actId="790"/>
          <ac:spMkLst>
            <pc:docMk/>
            <pc:sldMk cId="99132159" sldId="272"/>
            <ac:spMk id="274" creationId="{48DB4B67-C6E5-4976-81E2-6A2CB73463C2}"/>
          </ac:spMkLst>
        </pc:spChg>
        <pc:spChg chg="mod">
          <ac:chgData name="Yash Jadhav" userId="535c3d6d-72b8-4f77-8155-55f939173cf2" providerId="ADAL" clId="{F33F88E0-3380-47C4-AFDE-F1AC050ADA82}" dt="2026-01-25T15:58:17.498" v="1026" actId="790"/>
          <ac:spMkLst>
            <pc:docMk/>
            <pc:sldMk cId="99132159" sldId="272"/>
            <ac:spMk id="275" creationId="{5A164BC7-7953-421D-A9B6-7ECDB6E20991}"/>
          </ac:spMkLst>
        </pc:spChg>
        <pc:spChg chg="mod">
          <ac:chgData name="Yash Jadhav" userId="535c3d6d-72b8-4f77-8155-55f939173cf2" providerId="ADAL" clId="{F33F88E0-3380-47C4-AFDE-F1AC050ADA82}" dt="2026-01-25T15:58:17.501" v="1027" actId="790"/>
          <ac:spMkLst>
            <pc:docMk/>
            <pc:sldMk cId="99132159" sldId="272"/>
            <ac:spMk id="276" creationId="{FD895151-138D-45A4-A6E5-E6A4FA96842C}"/>
          </ac:spMkLst>
        </pc:spChg>
        <pc:spChg chg="mod">
          <ac:chgData name="Yash Jadhav" userId="535c3d6d-72b8-4f77-8155-55f939173cf2" providerId="ADAL" clId="{F33F88E0-3380-47C4-AFDE-F1AC050ADA82}" dt="2026-01-25T15:58:17.485" v="1022" actId="790"/>
          <ac:spMkLst>
            <pc:docMk/>
            <pc:sldMk cId="99132159" sldId="272"/>
            <ac:spMk id="277" creationId="{E957AF89-7ECB-4ED5-A163-6E19EE7355A4}"/>
          </ac:spMkLst>
        </pc:spChg>
        <pc:spChg chg="mod">
          <ac:chgData name="Yash Jadhav" userId="535c3d6d-72b8-4f77-8155-55f939173cf2" providerId="ADAL" clId="{F33F88E0-3380-47C4-AFDE-F1AC050ADA82}" dt="2026-01-25T15:58:17.487" v="1023" actId="790"/>
          <ac:spMkLst>
            <pc:docMk/>
            <pc:sldMk cId="99132159" sldId="272"/>
            <ac:spMk id="278" creationId="{A7FA65C3-2C91-41B9-B2A0-A1FB69B14C79}"/>
          </ac:spMkLst>
        </pc:spChg>
        <pc:spChg chg="mod">
          <ac:chgData name="Yash Jadhav" userId="535c3d6d-72b8-4f77-8155-55f939173cf2" providerId="ADAL" clId="{F33F88E0-3380-47C4-AFDE-F1AC050ADA82}" dt="2026-01-25T15:58:17.490" v="1024" actId="790"/>
          <ac:spMkLst>
            <pc:docMk/>
            <pc:sldMk cId="99132159" sldId="272"/>
            <ac:spMk id="279" creationId="{0D80B375-591F-4243-BCFA-14321ABEDE9B}"/>
          </ac:spMkLst>
        </pc:spChg>
        <pc:spChg chg="mod">
          <ac:chgData name="Yash Jadhav" userId="535c3d6d-72b8-4f77-8155-55f939173cf2" providerId="ADAL" clId="{F33F88E0-3380-47C4-AFDE-F1AC050ADA82}" dt="2026-01-25T15:58:17.475" v="1019" actId="790"/>
          <ac:spMkLst>
            <pc:docMk/>
            <pc:sldMk cId="99132159" sldId="272"/>
            <ac:spMk id="284" creationId="{2062F6F8-606D-44AC-BF2E-C1C4361C7094}"/>
          </ac:spMkLst>
        </pc:spChg>
        <pc:spChg chg="mod">
          <ac:chgData name="Yash Jadhav" userId="535c3d6d-72b8-4f77-8155-55f939173cf2" providerId="ADAL" clId="{F33F88E0-3380-47C4-AFDE-F1AC050ADA82}" dt="2026-01-25T15:58:17.478" v="1020" actId="790"/>
          <ac:spMkLst>
            <pc:docMk/>
            <pc:sldMk cId="99132159" sldId="272"/>
            <ac:spMk id="285" creationId="{7D89AFC2-EB32-4256-847E-6FE3238CFBF3}"/>
          </ac:spMkLst>
        </pc:spChg>
        <pc:spChg chg="mod">
          <ac:chgData name="Yash Jadhav" userId="535c3d6d-72b8-4f77-8155-55f939173cf2" providerId="ADAL" clId="{F33F88E0-3380-47C4-AFDE-F1AC050ADA82}" dt="2026-01-25T15:58:17.482" v="1021" actId="790"/>
          <ac:spMkLst>
            <pc:docMk/>
            <pc:sldMk cId="99132159" sldId="272"/>
            <ac:spMk id="286" creationId="{EB6D1C45-2BFA-4C9E-B821-61798C097B6B}"/>
          </ac:spMkLst>
        </pc:spChg>
        <pc:spChg chg="mod">
          <ac:chgData name="Yash Jadhav" userId="535c3d6d-72b8-4f77-8155-55f939173cf2" providerId="ADAL" clId="{F33F88E0-3380-47C4-AFDE-F1AC050ADA82}" dt="2026-01-25T15:58:17.466" v="1016" actId="790"/>
          <ac:spMkLst>
            <pc:docMk/>
            <pc:sldMk cId="99132159" sldId="272"/>
            <ac:spMk id="287" creationId="{B304889C-5D8A-4E0F-9F10-68B064EB3168}"/>
          </ac:spMkLst>
        </pc:spChg>
        <pc:spChg chg="mod">
          <ac:chgData name="Yash Jadhav" userId="535c3d6d-72b8-4f77-8155-55f939173cf2" providerId="ADAL" clId="{F33F88E0-3380-47C4-AFDE-F1AC050ADA82}" dt="2026-01-25T15:58:17.469" v="1017" actId="790"/>
          <ac:spMkLst>
            <pc:docMk/>
            <pc:sldMk cId="99132159" sldId="272"/>
            <ac:spMk id="288" creationId="{FAB57B6A-3232-4CE0-9F22-DE9D02CC5CA6}"/>
          </ac:spMkLst>
        </pc:spChg>
        <pc:spChg chg="mod">
          <ac:chgData name="Yash Jadhav" userId="535c3d6d-72b8-4f77-8155-55f939173cf2" providerId="ADAL" clId="{F33F88E0-3380-47C4-AFDE-F1AC050ADA82}" dt="2026-01-25T15:58:17.472" v="1018" actId="790"/>
          <ac:spMkLst>
            <pc:docMk/>
            <pc:sldMk cId="99132159" sldId="272"/>
            <ac:spMk id="289" creationId="{B0E0388F-196C-42E0-929F-3304EB81E8C3}"/>
          </ac:spMkLst>
        </pc:spChg>
        <pc:spChg chg="mod">
          <ac:chgData name="Yash Jadhav" userId="535c3d6d-72b8-4f77-8155-55f939173cf2" providerId="ADAL" clId="{F33F88E0-3380-47C4-AFDE-F1AC050ADA82}" dt="2026-01-25T15:58:17.457" v="1013" actId="790"/>
          <ac:spMkLst>
            <pc:docMk/>
            <pc:sldMk cId="99132159" sldId="272"/>
            <ac:spMk id="290" creationId="{99410BFE-5948-4EE1-88B1-D82B922C7B76}"/>
          </ac:spMkLst>
        </pc:spChg>
        <pc:spChg chg="mod">
          <ac:chgData name="Yash Jadhav" userId="535c3d6d-72b8-4f77-8155-55f939173cf2" providerId="ADAL" clId="{F33F88E0-3380-47C4-AFDE-F1AC050ADA82}" dt="2026-01-25T15:58:17.460" v="1014" actId="790"/>
          <ac:spMkLst>
            <pc:docMk/>
            <pc:sldMk cId="99132159" sldId="272"/>
            <ac:spMk id="291" creationId="{7DBBE7D7-8A56-45D6-98A5-43D6A5031073}"/>
          </ac:spMkLst>
        </pc:spChg>
        <pc:spChg chg="mod">
          <ac:chgData name="Yash Jadhav" userId="535c3d6d-72b8-4f77-8155-55f939173cf2" providerId="ADAL" clId="{F33F88E0-3380-47C4-AFDE-F1AC050ADA82}" dt="2026-01-25T15:58:17.463" v="1015" actId="790"/>
          <ac:spMkLst>
            <pc:docMk/>
            <pc:sldMk cId="99132159" sldId="272"/>
            <ac:spMk id="292" creationId="{FEC7B31A-8217-4E67-B3CC-F9B855F90F14}"/>
          </ac:spMkLst>
        </pc:spChg>
        <pc:spChg chg="mod">
          <ac:chgData name="Yash Jadhav" userId="535c3d6d-72b8-4f77-8155-55f939173cf2" providerId="ADAL" clId="{F33F88E0-3380-47C4-AFDE-F1AC050ADA82}" dt="2026-01-25T15:58:17.446" v="1010" actId="790"/>
          <ac:spMkLst>
            <pc:docMk/>
            <pc:sldMk cId="99132159" sldId="272"/>
            <ac:spMk id="293" creationId="{D59B1A89-B313-43CD-996B-15B5A70CF4A9}"/>
          </ac:spMkLst>
        </pc:spChg>
        <pc:spChg chg="mod">
          <ac:chgData name="Yash Jadhav" userId="535c3d6d-72b8-4f77-8155-55f939173cf2" providerId="ADAL" clId="{F33F88E0-3380-47C4-AFDE-F1AC050ADA82}" dt="2026-01-25T15:58:17.450" v="1011" actId="790"/>
          <ac:spMkLst>
            <pc:docMk/>
            <pc:sldMk cId="99132159" sldId="272"/>
            <ac:spMk id="294" creationId="{91D1EAFB-1311-42FC-B5C8-FCF0D2B216D0}"/>
          </ac:spMkLst>
        </pc:spChg>
        <pc:spChg chg="mod">
          <ac:chgData name="Yash Jadhav" userId="535c3d6d-72b8-4f77-8155-55f939173cf2" providerId="ADAL" clId="{F33F88E0-3380-47C4-AFDE-F1AC050ADA82}" dt="2026-01-25T15:58:17.454" v="1012" actId="790"/>
          <ac:spMkLst>
            <pc:docMk/>
            <pc:sldMk cId="99132159" sldId="272"/>
            <ac:spMk id="295" creationId="{ABB0430C-152B-4B78-8959-13A51EB942A5}"/>
          </ac:spMkLst>
        </pc:spChg>
        <pc:spChg chg="mod">
          <ac:chgData name="Yash Jadhav" userId="535c3d6d-72b8-4f77-8155-55f939173cf2" providerId="ADAL" clId="{F33F88E0-3380-47C4-AFDE-F1AC050ADA82}" dt="2026-01-25T15:58:17.437" v="1007" actId="790"/>
          <ac:spMkLst>
            <pc:docMk/>
            <pc:sldMk cId="99132159" sldId="272"/>
            <ac:spMk id="300" creationId="{E7995E37-6311-4024-8575-FD488D5AF39E}"/>
          </ac:spMkLst>
        </pc:spChg>
        <pc:spChg chg="mod">
          <ac:chgData name="Yash Jadhav" userId="535c3d6d-72b8-4f77-8155-55f939173cf2" providerId="ADAL" clId="{F33F88E0-3380-47C4-AFDE-F1AC050ADA82}" dt="2026-01-25T15:58:17.440" v="1008" actId="790"/>
          <ac:spMkLst>
            <pc:docMk/>
            <pc:sldMk cId="99132159" sldId="272"/>
            <ac:spMk id="301" creationId="{04AD7D4E-7405-4F35-B40C-982DEF233311}"/>
          </ac:spMkLst>
        </pc:spChg>
        <pc:spChg chg="mod">
          <ac:chgData name="Yash Jadhav" userId="535c3d6d-72b8-4f77-8155-55f939173cf2" providerId="ADAL" clId="{F33F88E0-3380-47C4-AFDE-F1AC050ADA82}" dt="2026-01-25T15:58:17.444" v="1009" actId="790"/>
          <ac:spMkLst>
            <pc:docMk/>
            <pc:sldMk cId="99132159" sldId="272"/>
            <ac:spMk id="302" creationId="{3183B57B-94F8-4ABD-A65F-03A26D0AB75F}"/>
          </ac:spMkLst>
        </pc:spChg>
        <pc:spChg chg="mod">
          <ac:chgData name="Yash Jadhav" userId="535c3d6d-72b8-4f77-8155-55f939173cf2" providerId="ADAL" clId="{F33F88E0-3380-47C4-AFDE-F1AC050ADA82}" dt="2026-01-25T15:58:17.427" v="1004" actId="790"/>
          <ac:spMkLst>
            <pc:docMk/>
            <pc:sldMk cId="99132159" sldId="272"/>
            <ac:spMk id="303" creationId="{162EF658-4CAB-488B-A410-E3E45B093533}"/>
          </ac:spMkLst>
        </pc:spChg>
        <pc:spChg chg="mod">
          <ac:chgData name="Yash Jadhav" userId="535c3d6d-72b8-4f77-8155-55f939173cf2" providerId="ADAL" clId="{F33F88E0-3380-47C4-AFDE-F1AC050ADA82}" dt="2026-01-25T15:58:17.430" v="1005" actId="790"/>
          <ac:spMkLst>
            <pc:docMk/>
            <pc:sldMk cId="99132159" sldId="272"/>
            <ac:spMk id="304" creationId="{8611D923-3D8B-4438-86D9-0996E3A26004}"/>
          </ac:spMkLst>
        </pc:spChg>
        <pc:spChg chg="mod">
          <ac:chgData name="Yash Jadhav" userId="535c3d6d-72b8-4f77-8155-55f939173cf2" providerId="ADAL" clId="{F33F88E0-3380-47C4-AFDE-F1AC050ADA82}" dt="2026-01-25T15:58:17.433" v="1006" actId="790"/>
          <ac:spMkLst>
            <pc:docMk/>
            <pc:sldMk cId="99132159" sldId="272"/>
            <ac:spMk id="305" creationId="{088A1383-9649-4BCF-B870-03DEB7D42351}"/>
          </ac:spMkLst>
        </pc:spChg>
        <pc:spChg chg="mod">
          <ac:chgData name="Yash Jadhav" userId="535c3d6d-72b8-4f77-8155-55f939173cf2" providerId="ADAL" clId="{F33F88E0-3380-47C4-AFDE-F1AC050ADA82}" dt="2026-01-25T15:58:17.417" v="1001" actId="790"/>
          <ac:spMkLst>
            <pc:docMk/>
            <pc:sldMk cId="99132159" sldId="272"/>
            <ac:spMk id="306" creationId="{207948ED-CC19-4A59-9F32-04D228E66A41}"/>
          </ac:spMkLst>
        </pc:spChg>
        <pc:spChg chg="mod">
          <ac:chgData name="Yash Jadhav" userId="535c3d6d-72b8-4f77-8155-55f939173cf2" providerId="ADAL" clId="{F33F88E0-3380-47C4-AFDE-F1AC050ADA82}" dt="2026-01-25T15:58:17.419" v="1002" actId="790"/>
          <ac:spMkLst>
            <pc:docMk/>
            <pc:sldMk cId="99132159" sldId="272"/>
            <ac:spMk id="307" creationId="{4F3967BE-4917-44D9-B4E9-85C3ED5AD68F}"/>
          </ac:spMkLst>
        </pc:spChg>
        <pc:spChg chg="mod">
          <ac:chgData name="Yash Jadhav" userId="535c3d6d-72b8-4f77-8155-55f939173cf2" providerId="ADAL" clId="{F33F88E0-3380-47C4-AFDE-F1AC050ADA82}" dt="2026-01-25T15:58:17.423" v="1003" actId="790"/>
          <ac:spMkLst>
            <pc:docMk/>
            <pc:sldMk cId="99132159" sldId="272"/>
            <ac:spMk id="308" creationId="{3AFB40D0-029E-4E4D-BF93-6E3B55AF8460}"/>
          </ac:spMkLst>
        </pc:spChg>
        <pc:spChg chg="mod">
          <ac:chgData name="Yash Jadhav" userId="535c3d6d-72b8-4f77-8155-55f939173cf2" providerId="ADAL" clId="{F33F88E0-3380-47C4-AFDE-F1AC050ADA82}" dt="2026-01-25T15:58:17.405" v="998" actId="790"/>
          <ac:spMkLst>
            <pc:docMk/>
            <pc:sldMk cId="99132159" sldId="272"/>
            <ac:spMk id="309" creationId="{07D5D49A-7AB8-46E3-91EB-8C139DD0F8F1}"/>
          </ac:spMkLst>
        </pc:spChg>
        <pc:spChg chg="mod">
          <ac:chgData name="Yash Jadhav" userId="535c3d6d-72b8-4f77-8155-55f939173cf2" providerId="ADAL" clId="{F33F88E0-3380-47C4-AFDE-F1AC050ADA82}" dt="2026-01-25T15:58:17.408" v="999" actId="790"/>
          <ac:spMkLst>
            <pc:docMk/>
            <pc:sldMk cId="99132159" sldId="272"/>
            <ac:spMk id="310" creationId="{236FCDD9-0BAD-4DCB-88A5-3C8F339E9CC6}"/>
          </ac:spMkLst>
        </pc:spChg>
        <pc:spChg chg="mod">
          <ac:chgData name="Yash Jadhav" userId="535c3d6d-72b8-4f77-8155-55f939173cf2" providerId="ADAL" clId="{F33F88E0-3380-47C4-AFDE-F1AC050ADA82}" dt="2026-01-25T15:58:17.412" v="1000" actId="790"/>
          <ac:spMkLst>
            <pc:docMk/>
            <pc:sldMk cId="99132159" sldId="272"/>
            <ac:spMk id="311" creationId="{8C034028-3279-4754-87B2-0DEA437CDC39}"/>
          </ac:spMkLst>
        </pc:spChg>
        <pc:spChg chg="mod">
          <ac:chgData name="Yash Jadhav" userId="535c3d6d-72b8-4f77-8155-55f939173cf2" providerId="ADAL" clId="{F33F88E0-3380-47C4-AFDE-F1AC050ADA82}" dt="2026-01-25T15:58:17.396" v="995" actId="790"/>
          <ac:spMkLst>
            <pc:docMk/>
            <pc:sldMk cId="99132159" sldId="272"/>
            <ac:spMk id="316" creationId="{14C3F00F-D1C6-487A-8C2D-002681C73A61}"/>
          </ac:spMkLst>
        </pc:spChg>
        <pc:spChg chg="mod">
          <ac:chgData name="Yash Jadhav" userId="535c3d6d-72b8-4f77-8155-55f939173cf2" providerId="ADAL" clId="{F33F88E0-3380-47C4-AFDE-F1AC050ADA82}" dt="2026-01-25T15:58:17.399" v="996" actId="790"/>
          <ac:spMkLst>
            <pc:docMk/>
            <pc:sldMk cId="99132159" sldId="272"/>
            <ac:spMk id="317" creationId="{A7607290-93B0-4E5E-9489-573BBA5D2E6C}"/>
          </ac:spMkLst>
        </pc:spChg>
        <pc:spChg chg="mod">
          <ac:chgData name="Yash Jadhav" userId="535c3d6d-72b8-4f77-8155-55f939173cf2" providerId="ADAL" clId="{F33F88E0-3380-47C4-AFDE-F1AC050ADA82}" dt="2026-01-25T15:58:17.402" v="997" actId="790"/>
          <ac:spMkLst>
            <pc:docMk/>
            <pc:sldMk cId="99132159" sldId="272"/>
            <ac:spMk id="318" creationId="{E0DC6F34-0DDE-4071-9D74-0275E67241BC}"/>
          </ac:spMkLst>
        </pc:spChg>
        <pc:spChg chg="mod">
          <ac:chgData name="Yash Jadhav" userId="535c3d6d-72b8-4f77-8155-55f939173cf2" providerId="ADAL" clId="{F33F88E0-3380-47C4-AFDE-F1AC050ADA82}" dt="2026-01-25T15:58:17.386" v="992" actId="790"/>
          <ac:spMkLst>
            <pc:docMk/>
            <pc:sldMk cId="99132159" sldId="272"/>
            <ac:spMk id="319" creationId="{49808305-F29E-46C4-AB7A-231C68833B88}"/>
          </ac:spMkLst>
        </pc:spChg>
        <pc:spChg chg="mod">
          <ac:chgData name="Yash Jadhav" userId="535c3d6d-72b8-4f77-8155-55f939173cf2" providerId="ADAL" clId="{F33F88E0-3380-47C4-AFDE-F1AC050ADA82}" dt="2026-01-25T15:58:17.388" v="993" actId="790"/>
          <ac:spMkLst>
            <pc:docMk/>
            <pc:sldMk cId="99132159" sldId="272"/>
            <ac:spMk id="320" creationId="{3645702E-BAED-4B3D-B177-E66EB431C617}"/>
          </ac:spMkLst>
        </pc:spChg>
        <pc:spChg chg="mod">
          <ac:chgData name="Yash Jadhav" userId="535c3d6d-72b8-4f77-8155-55f939173cf2" providerId="ADAL" clId="{F33F88E0-3380-47C4-AFDE-F1AC050ADA82}" dt="2026-01-25T15:58:17.391" v="994" actId="790"/>
          <ac:spMkLst>
            <pc:docMk/>
            <pc:sldMk cId="99132159" sldId="272"/>
            <ac:spMk id="321" creationId="{377BA51D-605E-4AA1-BF83-A4714F055358}"/>
          </ac:spMkLst>
        </pc:spChg>
        <pc:spChg chg="mod">
          <ac:chgData name="Yash Jadhav" userId="535c3d6d-72b8-4f77-8155-55f939173cf2" providerId="ADAL" clId="{F33F88E0-3380-47C4-AFDE-F1AC050ADA82}" dt="2026-01-25T15:58:17.377" v="989" actId="790"/>
          <ac:spMkLst>
            <pc:docMk/>
            <pc:sldMk cId="99132159" sldId="272"/>
            <ac:spMk id="322" creationId="{C6CF10C2-C593-4A94-9100-DE77998F7AF8}"/>
          </ac:spMkLst>
        </pc:spChg>
        <pc:spChg chg="mod">
          <ac:chgData name="Yash Jadhav" userId="535c3d6d-72b8-4f77-8155-55f939173cf2" providerId="ADAL" clId="{F33F88E0-3380-47C4-AFDE-F1AC050ADA82}" dt="2026-01-25T15:58:17.380" v="990" actId="790"/>
          <ac:spMkLst>
            <pc:docMk/>
            <pc:sldMk cId="99132159" sldId="272"/>
            <ac:spMk id="323" creationId="{2E207EF4-023C-420B-9106-85BAF683F6B7}"/>
          </ac:spMkLst>
        </pc:spChg>
        <pc:spChg chg="mod">
          <ac:chgData name="Yash Jadhav" userId="535c3d6d-72b8-4f77-8155-55f939173cf2" providerId="ADAL" clId="{F33F88E0-3380-47C4-AFDE-F1AC050ADA82}" dt="2026-01-25T15:58:17.383" v="991" actId="790"/>
          <ac:spMkLst>
            <pc:docMk/>
            <pc:sldMk cId="99132159" sldId="272"/>
            <ac:spMk id="324" creationId="{8F4B5FAC-7C01-44F4-934B-A65076B735C4}"/>
          </ac:spMkLst>
        </pc:spChg>
        <pc:spChg chg="mod">
          <ac:chgData name="Yash Jadhav" userId="535c3d6d-72b8-4f77-8155-55f939173cf2" providerId="ADAL" clId="{F33F88E0-3380-47C4-AFDE-F1AC050ADA82}" dt="2026-01-25T15:58:17.367" v="986" actId="790"/>
          <ac:spMkLst>
            <pc:docMk/>
            <pc:sldMk cId="99132159" sldId="272"/>
            <ac:spMk id="325" creationId="{7F8AC8C0-081E-4466-A862-2769238DF322}"/>
          </ac:spMkLst>
        </pc:spChg>
        <pc:spChg chg="mod">
          <ac:chgData name="Yash Jadhav" userId="535c3d6d-72b8-4f77-8155-55f939173cf2" providerId="ADAL" clId="{F33F88E0-3380-47C4-AFDE-F1AC050ADA82}" dt="2026-01-25T15:58:17.371" v="987" actId="790"/>
          <ac:spMkLst>
            <pc:docMk/>
            <pc:sldMk cId="99132159" sldId="272"/>
            <ac:spMk id="326" creationId="{1F127A01-912D-44A2-99E5-5D7F61AA600F}"/>
          </ac:spMkLst>
        </pc:spChg>
        <pc:spChg chg="mod">
          <ac:chgData name="Yash Jadhav" userId="535c3d6d-72b8-4f77-8155-55f939173cf2" providerId="ADAL" clId="{F33F88E0-3380-47C4-AFDE-F1AC050ADA82}" dt="2026-01-25T15:58:17.374" v="988" actId="790"/>
          <ac:spMkLst>
            <pc:docMk/>
            <pc:sldMk cId="99132159" sldId="272"/>
            <ac:spMk id="327" creationId="{6D6DC4A3-091F-47E6-BECE-29CC8D1551FD}"/>
          </ac:spMkLst>
        </pc:spChg>
        <pc:spChg chg="mod">
          <ac:chgData name="Yash Jadhav" userId="535c3d6d-72b8-4f77-8155-55f939173cf2" providerId="ADAL" clId="{F33F88E0-3380-47C4-AFDE-F1AC050ADA82}" dt="2026-01-25T15:58:17.358" v="983" actId="790"/>
          <ac:spMkLst>
            <pc:docMk/>
            <pc:sldMk cId="99132159" sldId="272"/>
            <ac:spMk id="332" creationId="{2184DD79-7F77-40F0-8CEE-BF4255F73F97}"/>
          </ac:spMkLst>
        </pc:spChg>
        <pc:spChg chg="mod">
          <ac:chgData name="Yash Jadhav" userId="535c3d6d-72b8-4f77-8155-55f939173cf2" providerId="ADAL" clId="{F33F88E0-3380-47C4-AFDE-F1AC050ADA82}" dt="2026-01-25T15:58:17.361" v="984" actId="790"/>
          <ac:spMkLst>
            <pc:docMk/>
            <pc:sldMk cId="99132159" sldId="272"/>
            <ac:spMk id="333" creationId="{9364FF2A-6AF3-437D-BD4A-3DC43E3E7204}"/>
          </ac:spMkLst>
        </pc:spChg>
        <pc:spChg chg="mod">
          <ac:chgData name="Yash Jadhav" userId="535c3d6d-72b8-4f77-8155-55f939173cf2" providerId="ADAL" clId="{F33F88E0-3380-47C4-AFDE-F1AC050ADA82}" dt="2026-01-25T15:58:17.365" v="985" actId="790"/>
          <ac:spMkLst>
            <pc:docMk/>
            <pc:sldMk cId="99132159" sldId="272"/>
            <ac:spMk id="334" creationId="{6538651D-A495-48AA-A62D-8EECC44F499A}"/>
          </ac:spMkLst>
        </pc:spChg>
        <pc:spChg chg="mod">
          <ac:chgData name="Yash Jadhav" userId="535c3d6d-72b8-4f77-8155-55f939173cf2" providerId="ADAL" clId="{F33F88E0-3380-47C4-AFDE-F1AC050ADA82}" dt="2026-01-25T15:58:17.348" v="980" actId="790"/>
          <ac:spMkLst>
            <pc:docMk/>
            <pc:sldMk cId="99132159" sldId="272"/>
            <ac:spMk id="335" creationId="{E7EEBC9B-84D6-4AA1-ABE7-DFFD809B38A6}"/>
          </ac:spMkLst>
        </pc:spChg>
        <pc:spChg chg="mod">
          <ac:chgData name="Yash Jadhav" userId="535c3d6d-72b8-4f77-8155-55f939173cf2" providerId="ADAL" clId="{F33F88E0-3380-47C4-AFDE-F1AC050ADA82}" dt="2026-01-25T15:58:17.352" v="981" actId="790"/>
          <ac:spMkLst>
            <pc:docMk/>
            <pc:sldMk cId="99132159" sldId="272"/>
            <ac:spMk id="336" creationId="{D73E94F9-E733-47B1-8F6E-E717C64CB027}"/>
          </ac:spMkLst>
        </pc:spChg>
        <pc:spChg chg="mod">
          <ac:chgData name="Yash Jadhav" userId="535c3d6d-72b8-4f77-8155-55f939173cf2" providerId="ADAL" clId="{F33F88E0-3380-47C4-AFDE-F1AC050ADA82}" dt="2026-01-25T15:58:17.355" v="982" actId="790"/>
          <ac:spMkLst>
            <pc:docMk/>
            <pc:sldMk cId="99132159" sldId="272"/>
            <ac:spMk id="337" creationId="{8237A655-A860-4BC6-9EE7-AA224D606AD6}"/>
          </ac:spMkLst>
        </pc:spChg>
        <pc:spChg chg="mod">
          <ac:chgData name="Yash Jadhav" userId="535c3d6d-72b8-4f77-8155-55f939173cf2" providerId="ADAL" clId="{F33F88E0-3380-47C4-AFDE-F1AC050ADA82}" dt="2026-01-25T15:58:17.337" v="977" actId="790"/>
          <ac:spMkLst>
            <pc:docMk/>
            <pc:sldMk cId="99132159" sldId="272"/>
            <ac:spMk id="338" creationId="{932DB050-1B8C-435A-9D52-34AE5537B39D}"/>
          </ac:spMkLst>
        </pc:spChg>
        <pc:spChg chg="mod">
          <ac:chgData name="Yash Jadhav" userId="535c3d6d-72b8-4f77-8155-55f939173cf2" providerId="ADAL" clId="{F33F88E0-3380-47C4-AFDE-F1AC050ADA82}" dt="2026-01-25T15:58:17.340" v="978" actId="790"/>
          <ac:spMkLst>
            <pc:docMk/>
            <pc:sldMk cId="99132159" sldId="272"/>
            <ac:spMk id="339" creationId="{26BE6C6D-9EF8-4532-A99E-5339ECD28ABE}"/>
          </ac:spMkLst>
        </pc:spChg>
        <pc:spChg chg="mod">
          <ac:chgData name="Yash Jadhav" userId="535c3d6d-72b8-4f77-8155-55f939173cf2" providerId="ADAL" clId="{F33F88E0-3380-47C4-AFDE-F1AC050ADA82}" dt="2026-01-25T15:58:17.344" v="979" actId="790"/>
          <ac:spMkLst>
            <pc:docMk/>
            <pc:sldMk cId="99132159" sldId="272"/>
            <ac:spMk id="340" creationId="{02B5692B-176A-4152-9906-6F5603E7E52A}"/>
          </ac:spMkLst>
        </pc:spChg>
        <pc:spChg chg="mod">
          <ac:chgData name="Yash Jadhav" userId="535c3d6d-72b8-4f77-8155-55f939173cf2" providerId="ADAL" clId="{F33F88E0-3380-47C4-AFDE-F1AC050ADA82}" dt="2026-01-25T15:58:17.328" v="974" actId="790"/>
          <ac:spMkLst>
            <pc:docMk/>
            <pc:sldMk cId="99132159" sldId="272"/>
            <ac:spMk id="341" creationId="{B8BA3693-7B9B-43C2-BBA8-4EB9021E4FF5}"/>
          </ac:spMkLst>
        </pc:spChg>
        <pc:spChg chg="mod">
          <ac:chgData name="Yash Jadhav" userId="535c3d6d-72b8-4f77-8155-55f939173cf2" providerId="ADAL" clId="{F33F88E0-3380-47C4-AFDE-F1AC050ADA82}" dt="2026-01-25T15:58:17.331" v="975" actId="790"/>
          <ac:spMkLst>
            <pc:docMk/>
            <pc:sldMk cId="99132159" sldId="272"/>
            <ac:spMk id="342" creationId="{12459F7F-AE3C-4CE6-9773-A914BA9F2A42}"/>
          </ac:spMkLst>
        </pc:spChg>
        <pc:spChg chg="mod">
          <ac:chgData name="Yash Jadhav" userId="535c3d6d-72b8-4f77-8155-55f939173cf2" providerId="ADAL" clId="{F33F88E0-3380-47C4-AFDE-F1AC050ADA82}" dt="2026-01-25T15:58:17.334" v="976" actId="790"/>
          <ac:spMkLst>
            <pc:docMk/>
            <pc:sldMk cId="99132159" sldId="272"/>
            <ac:spMk id="343" creationId="{7470A25B-C55C-4628-B65F-D2A4DBCE45D2}"/>
          </ac:spMkLst>
        </pc:spChg>
        <pc:spChg chg="mod">
          <ac:chgData name="Yash Jadhav" userId="535c3d6d-72b8-4f77-8155-55f939173cf2" providerId="ADAL" clId="{F33F88E0-3380-47C4-AFDE-F1AC050ADA82}" dt="2026-01-25T15:58:17.316" v="971" actId="790"/>
          <ac:spMkLst>
            <pc:docMk/>
            <pc:sldMk cId="99132159" sldId="272"/>
            <ac:spMk id="348" creationId="{8A77BE44-1ED1-4F9B-BB23-D30EAB9947D3}"/>
          </ac:spMkLst>
        </pc:spChg>
        <pc:spChg chg="mod">
          <ac:chgData name="Yash Jadhav" userId="535c3d6d-72b8-4f77-8155-55f939173cf2" providerId="ADAL" clId="{F33F88E0-3380-47C4-AFDE-F1AC050ADA82}" dt="2026-01-25T15:58:17.319" v="972" actId="790"/>
          <ac:spMkLst>
            <pc:docMk/>
            <pc:sldMk cId="99132159" sldId="272"/>
            <ac:spMk id="349" creationId="{6E60E4D1-DD49-4951-9B52-4DB9FDF80EC2}"/>
          </ac:spMkLst>
        </pc:spChg>
        <pc:spChg chg="mod">
          <ac:chgData name="Yash Jadhav" userId="535c3d6d-72b8-4f77-8155-55f939173cf2" providerId="ADAL" clId="{F33F88E0-3380-47C4-AFDE-F1AC050ADA82}" dt="2026-01-25T15:58:17.322" v="973" actId="790"/>
          <ac:spMkLst>
            <pc:docMk/>
            <pc:sldMk cId="99132159" sldId="272"/>
            <ac:spMk id="350" creationId="{E84E6B08-3DAF-4338-AE82-234B1311D494}"/>
          </ac:spMkLst>
        </pc:spChg>
        <pc:spChg chg="mod">
          <ac:chgData name="Yash Jadhav" userId="535c3d6d-72b8-4f77-8155-55f939173cf2" providerId="ADAL" clId="{F33F88E0-3380-47C4-AFDE-F1AC050ADA82}" dt="2026-01-25T15:58:17.304" v="968" actId="790"/>
          <ac:spMkLst>
            <pc:docMk/>
            <pc:sldMk cId="99132159" sldId="272"/>
            <ac:spMk id="351" creationId="{E922ED01-88A3-41EA-A067-94DF7E4EAC83}"/>
          </ac:spMkLst>
        </pc:spChg>
        <pc:spChg chg="mod">
          <ac:chgData name="Yash Jadhav" userId="535c3d6d-72b8-4f77-8155-55f939173cf2" providerId="ADAL" clId="{F33F88E0-3380-47C4-AFDE-F1AC050ADA82}" dt="2026-01-25T15:58:17.309" v="969" actId="790"/>
          <ac:spMkLst>
            <pc:docMk/>
            <pc:sldMk cId="99132159" sldId="272"/>
            <ac:spMk id="352" creationId="{6154C451-C3B7-420F-9D51-E25A25B028A9}"/>
          </ac:spMkLst>
        </pc:spChg>
        <pc:spChg chg="mod">
          <ac:chgData name="Yash Jadhav" userId="535c3d6d-72b8-4f77-8155-55f939173cf2" providerId="ADAL" clId="{F33F88E0-3380-47C4-AFDE-F1AC050ADA82}" dt="2026-01-25T15:58:17.313" v="970" actId="790"/>
          <ac:spMkLst>
            <pc:docMk/>
            <pc:sldMk cId="99132159" sldId="272"/>
            <ac:spMk id="353" creationId="{4C07D482-E6DF-40D6-A6AC-0AE42BBBB7E6}"/>
          </ac:spMkLst>
        </pc:spChg>
        <pc:spChg chg="mod">
          <ac:chgData name="Yash Jadhav" userId="535c3d6d-72b8-4f77-8155-55f939173cf2" providerId="ADAL" clId="{F33F88E0-3380-47C4-AFDE-F1AC050ADA82}" dt="2026-01-25T15:58:17.294" v="965" actId="790"/>
          <ac:spMkLst>
            <pc:docMk/>
            <pc:sldMk cId="99132159" sldId="272"/>
            <ac:spMk id="354" creationId="{5D0DD0E7-FDD4-43E4-8AD4-9F6C99570104}"/>
          </ac:spMkLst>
        </pc:spChg>
        <pc:spChg chg="mod">
          <ac:chgData name="Yash Jadhav" userId="535c3d6d-72b8-4f77-8155-55f939173cf2" providerId="ADAL" clId="{F33F88E0-3380-47C4-AFDE-F1AC050ADA82}" dt="2026-01-25T15:58:17.298" v="966" actId="790"/>
          <ac:spMkLst>
            <pc:docMk/>
            <pc:sldMk cId="99132159" sldId="272"/>
            <ac:spMk id="355" creationId="{D3051C2E-A199-459D-9AA2-0F27ED562AAB}"/>
          </ac:spMkLst>
        </pc:spChg>
        <pc:spChg chg="mod">
          <ac:chgData name="Yash Jadhav" userId="535c3d6d-72b8-4f77-8155-55f939173cf2" providerId="ADAL" clId="{F33F88E0-3380-47C4-AFDE-F1AC050ADA82}" dt="2026-01-25T15:58:17.301" v="967" actId="790"/>
          <ac:spMkLst>
            <pc:docMk/>
            <pc:sldMk cId="99132159" sldId="272"/>
            <ac:spMk id="356" creationId="{58B57F66-A9D5-4D0A-AC87-B0BE8160A4F2}"/>
          </ac:spMkLst>
        </pc:spChg>
        <pc:spChg chg="mod">
          <ac:chgData name="Yash Jadhav" userId="535c3d6d-72b8-4f77-8155-55f939173cf2" providerId="ADAL" clId="{F33F88E0-3380-47C4-AFDE-F1AC050ADA82}" dt="2026-01-25T15:58:17.285" v="962" actId="790"/>
          <ac:spMkLst>
            <pc:docMk/>
            <pc:sldMk cId="99132159" sldId="272"/>
            <ac:spMk id="357" creationId="{1F6B6A9A-1DDE-4DA9-B96D-6B5414F50A4D}"/>
          </ac:spMkLst>
        </pc:spChg>
        <pc:spChg chg="mod">
          <ac:chgData name="Yash Jadhav" userId="535c3d6d-72b8-4f77-8155-55f939173cf2" providerId="ADAL" clId="{F33F88E0-3380-47C4-AFDE-F1AC050ADA82}" dt="2026-01-25T15:58:17.287" v="963" actId="790"/>
          <ac:spMkLst>
            <pc:docMk/>
            <pc:sldMk cId="99132159" sldId="272"/>
            <ac:spMk id="358" creationId="{EC0ADF90-39FA-4AA2-AEC7-DE6C4A94B260}"/>
          </ac:spMkLst>
        </pc:spChg>
        <pc:spChg chg="mod">
          <ac:chgData name="Yash Jadhav" userId="535c3d6d-72b8-4f77-8155-55f939173cf2" providerId="ADAL" clId="{F33F88E0-3380-47C4-AFDE-F1AC050ADA82}" dt="2026-01-25T15:58:17.290" v="964" actId="790"/>
          <ac:spMkLst>
            <pc:docMk/>
            <pc:sldMk cId="99132159" sldId="272"/>
            <ac:spMk id="359" creationId="{F7BE19E2-9A7C-4040-9B85-9C7246FBF4DD}"/>
          </ac:spMkLst>
        </pc:spChg>
        <pc:spChg chg="mod">
          <ac:chgData name="Yash Jadhav" userId="535c3d6d-72b8-4f77-8155-55f939173cf2" providerId="ADAL" clId="{F33F88E0-3380-47C4-AFDE-F1AC050ADA82}" dt="2026-01-25T15:58:17.276" v="959" actId="790"/>
          <ac:spMkLst>
            <pc:docMk/>
            <pc:sldMk cId="99132159" sldId="272"/>
            <ac:spMk id="364" creationId="{5A8BCC4B-713B-44B3-BABE-03C9D0D3D9CE}"/>
          </ac:spMkLst>
        </pc:spChg>
        <pc:spChg chg="mod">
          <ac:chgData name="Yash Jadhav" userId="535c3d6d-72b8-4f77-8155-55f939173cf2" providerId="ADAL" clId="{F33F88E0-3380-47C4-AFDE-F1AC050ADA82}" dt="2026-01-25T15:58:17.279" v="960" actId="790"/>
          <ac:spMkLst>
            <pc:docMk/>
            <pc:sldMk cId="99132159" sldId="272"/>
            <ac:spMk id="365" creationId="{EEEF995A-E634-4BB0-8A40-97E3BB79C976}"/>
          </ac:spMkLst>
        </pc:spChg>
        <pc:spChg chg="mod">
          <ac:chgData name="Yash Jadhav" userId="535c3d6d-72b8-4f77-8155-55f939173cf2" providerId="ADAL" clId="{F33F88E0-3380-47C4-AFDE-F1AC050ADA82}" dt="2026-01-25T15:58:17.282" v="961" actId="790"/>
          <ac:spMkLst>
            <pc:docMk/>
            <pc:sldMk cId="99132159" sldId="272"/>
            <ac:spMk id="366" creationId="{0AEE45D4-CC6E-4C0A-B3F2-7D838BCC8191}"/>
          </ac:spMkLst>
        </pc:spChg>
        <pc:spChg chg="mod">
          <ac:chgData name="Yash Jadhav" userId="535c3d6d-72b8-4f77-8155-55f939173cf2" providerId="ADAL" clId="{F33F88E0-3380-47C4-AFDE-F1AC050ADA82}" dt="2026-01-25T15:58:17.266" v="956" actId="790"/>
          <ac:spMkLst>
            <pc:docMk/>
            <pc:sldMk cId="99132159" sldId="272"/>
            <ac:spMk id="367" creationId="{02CF8B6E-73F9-4DF4-87DD-7EABDE9452EF}"/>
          </ac:spMkLst>
        </pc:spChg>
        <pc:spChg chg="mod">
          <ac:chgData name="Yash Jadhav" userId="535c3d6d-72b8-4f77-8155-55f939173cf2" providerId="ADAL" clId="{F33F88E0-3380-47C4-AFDE-F1AC050ADA82}" dt="2026-01-25T15:58:17.269" v="957" actId="790"/>
          <ac:spMkLst>
            <pc:docMk/>
            <pc:sldMk cId="99132159" sldId="272"/>
            <ac:spMk id="368" creationId="{DA73742F-7CC7-42DC-AC98-CBDD3745CE5C}"/>
          </ac:spMkLst>
        </pc:spChg>
        <pc:spChg chg="mod">
          <ac:chgData name="Yash Jadhav" userId="535c3d6d-72b8-4f77-8155-55f939173cf2" providerId="ADAL" clId="{F33F88E0-3380-47C4-AFDE-F1AC050ADA82}" dt="2026-01-25T15:58:17.272" v="958" actId="790"/>
          <ac:spMkLst>
            <pc:docMk/>
            <pc:sldMk cId="99132159" sldId="272"/>
            <ac:spMk id="369" creationId="{7CC71533-7E9F-4CDF-B0AF-9E2EF1ADE9D9}"/>
          </ac:spMkLst>
        </pc:spChg>
        <pc:spChg chg="mod">
          <ac:chgData name="Yash Jadhav" userId="535c3d6d-72b8-4f77-8155-55f939173cf2" providerId="ADAL" clId="{F33F88E0-3380-47C4-AFDE-F1AC050ADA82}" dt="2026-01-25T15:58:17.255" v="953" actId="790"/>
          <ac:spMkLst>
            <pc:docMk/>
            <pc:sldMk cId="99132159" sldId="272"/>
            <ac:spMk id="370" creationId="{F4A7236C-CBA9-4F45-A6C1-12AD1A766D7B}"/>
          </ac:spMkLst>
        </pc:spChg>
        <pc:spChg chg="mod">
          <ac:chgData name="Yash Jadhav" userId="535c3d6d-72b8-4f77-8155-55f939173cf2" providerId="ADAL" clId="{F33F88E0-3380-47C4-AFDE-F1AC050ADA82}" dt="2026-01-25T15:58:17.259" v="954" actId="790"/>
          <ac:spMkLst>
            <pc:docMk/>
            <pc:sldMk cId="99132159" sldId="272"/>
            <ac:spMk id="371" creationId="{9F2F754C-30B3-4328-8060-749E35A556DE}"/>
          </ac:spMkLst>
        </pc:spChg>
        <pc:spChg chg="mod">
          <ac:chgData name="Yash Jadhav" userId="535c3d6d-72b8-4f77-8155-55f939173cf2" providerId="ADAL" clId="{F33F88E0-3380-47C4-AFDE-F1AC050ADA82}" dt="2026-01-25T15:58:17.263" v="955" actId="790"/>
          <ac:spMkLst>
            <pc:docMk/>
            <pc:sldMk cId="99132159" sldId="272"/>
            <ac:spMk id="372" creationId="{5A8CD23E-3073-4A1B-BB6C-12144362F7A3}"/>
          </ac:spMkLst>
        </pc:spChg>
        <pc:spChg chg="mod">
          <ac:chgData name="Yash Jadhav" userId="535c3d6d-72b8-4f77-8155-55f939173cf2" providerId="ADAL" clId="{F33F88E0-3380-47C4-AFDE-F1AC050ADA82}" dt="2026-01-25T15:58:17.242" v="950" actId="790"/>
          <ac:spMkLst>
            <pc:docMk/>
            <pc:sldMk cId="99132159" sldId="272"/>
            <ac:spMk id="373" creationId="{AB7913F9-9E19-44A6-9BAF-68DCA64350DA}"/>
          </ac:spMkLst>
        </pc:spChg>
        <pc:spChg chg="mod">
          <ac:chgData name="Yash Jadhav" userId="535c3d6d-72b8-4f77-8155-55f939173cf2" providerId="ADAL" clId="{F33F88E0-3380-47C4-AFDE-F1AC050ADA82}" dt="2026-01-25T15:58:17.246" v="951" actId="790"/>
          <ac:spMkLst>
            <pc:docMk/>
            <pc:sldMk cId="99132159" sldId="272"/>
            <ac:spMk id="374" creationId="{C95BD7F1-557C-407A-8EBE-F4418B52532F}"/>
          </ac:spMkLst>
        </pc:spChg>
        <pc:spChg chg="mod">
          <ac:chgData name="Yash Jadhav" userId="535c3d6d-72b8-4f77-8155-55f939173cf2" providerId="ADAL" clId="{F33F88E0-3380-47C4-AFDE-F1AC050ADA82}" dt="2026-01-25T15:58:17.252" v="952" actId="790"/>
          <ac:spMkLst>
            <pc:docMk/>
            <pc:sldMk cId="99132159" sldId="272"/>
            <ac:spMk id="375" creationId="{6DE394B9-1CC4-4D4C-9375-0D35E02214E1}"/>
          </ac:spMkLst>
        </pc:spChg>
        <pc:spChg chg="mod">
          <ac:chgData name="Yash Jadhav" userId="535c3d6d-72b8-4f77-8155-55f939173cf2" providerId="ADAL" clId="{F33F88E0-3380-47C4-AFDE-F1AC050ADA82}" dt="2026-01-25T15:58:17.891" v="1142" actId="790"/>
          <ac:spMkLst>
            <pc:docMk/>
            <pc:sldMk cId="99132159" sldId="272"/>
            <ac:spMk id="391" creationId="{6F701B47-60DD-44BC-A380-0DFE27F7D7D4}"/>
          </ac:spMkLst>
        </pc:spChg>
        <pc:spChg chg="mod">
          <ac:chgData name="Yash Jadhav" userId="535c3d6d-72b8-4f77-8155-55f939173cf2" providerId="ADAL" clId="{F33F88E0-3380-47C4-AFDE-F1AC050ADA82}" dt="2026-01-25T15:58:17.896" v="1143" actId="790"/>
          <ac:spMkLst>
            <pc:docMk/>
            <pc:sldMk cId="99132159" sldId="272"/>
            <ac:spMk id="392" creationId="{837A8705-E808-47F9-857A-F1CD6D754643}"/>
          </ac:spMkLst>
        </pc:spChg>
        <pc:spChg chg="mod">
          <ac:chgData name="Yash Jadhav" userId="535c3d6d-72b8-4f77-8155-55f939173cf2" providerId="ADAL" clId="{F33F88E0-3380-47C4-AFDE-F1AC050ADA82}" dt="2026-01-25T15:58:17.899" v="1144" actId="790"/>
          <ac:spMkLst>
            <pc:docMk/>
            <pc:sldMk cId="99132159" sldId="272"/>
            <ac:spMk id="393" creationId="{9CC9AFD1-C763-479C-A117-10CE7164E69D}"/>
          </ac:spMkLst>
        </pc:spChg>
        <pc:spChg chg="mod">
          <ac:chgData name="Yash Jadhav" userId="535c3d6d-72b8-4f77-8155-55f939173cf2" providerId="ADAL" clId="{F33F88E0-3380-47C4-AFDE-F1AC050ADA82}" dt="2026-01-25T15:58:17.900" v="1145" actId="790"/>
          <ac:spMkLst>
            <pc:docMk/>
            <pc:sldMk cId="99132159" sldId="272"/>
            <ac:spMk id="394" creationId="{B413FF5B-2C66-4805-877B-999E6320C7C2}"/>
          </ac:spMkLst>
        </pc:spChg>
        <pc:spChg chg="mod">
          <ac:chgData name="Yash Jadhav" userId="535c3d6d-72b8-4f77-8155-55f939173cf2" providerId="ADAL" clId="{F33F88E0-3380-47C4-AFDE-F1AC050ADA82}" dt="2026-01-25T15:58:17.902" v="1146" actId="790"/>
          <ac:spMkLst>
            <pc:docMk/>
            <pc:sldMk cId="99132159" sldId="272"/>
            <ac:spMk id="395" creationId="{D682A6EA-5FA6-42C2-86F2-F136F0B6A708}"/>
          </ac:spMkLst>
        </pc:spChg>
      </pc:sldChg>
      <pc:sldChg chg="modSp add del mod modNotes">
        <pc:chgData name="Yash Jadhav" userId="535c3d6d-72b8-4f77-8155-55f939173cf2" providerId="ADAL" clId="{F33F88E0-3380-47C4-AFDE-F1AC050ADA82}" dt="2026-01-25T15:58:29.300" v="1413" actId="47"/>
        <pc:sldMkLst>
          <pc:docMk/>
          <pc:sldMk cId="1587130274" sldId="273"/>
        </pc:sldMkLst>
        <pc:spChg chg="mod">
          <ac:chgData name="Yash Jadhav" userId="535c3d6d-72b8-4f77-8155-55f939173cf2" providerId="ADAL" clId="{F33F88E0-3380-47C4-AFDE-F1AC050ADA82}" dt="2026-01-25T15:58:19.587" v="1156" actId="790"/>
          <ac:spMkLst>
            <pc:docMk/>
            <pc:sldMk cId="1587130274" sldId="273"/>
            <ac:spMk id="2" creationId="{00000000-0000-0000-0000-000000000000}"/>
          </ac:spMkLst>
        </pc:spChg>
        <pc:spChg chg="mod">
          <ac:chgData name="Yash Jadhav" userId="535c3d6d-72b8-4f77-8155-55f939173cf2" providerId="ADAL" clId="{F33F88E0-3380-47C4-AFDE-F1AC050ADA82}" dt="2026-01-25T15:58:19.566" v="1151" actId="790"/>
          <ac:spMkLst>
            <pc:docMk/>
            <pc:sldMk cId="1587130274" sldId="273"/>
            <ac:spMk id="8" creationId="{5DEAD360-B957-5CA3-0E0C-FB714667FCA9}"/>
          </ac:spMkLst>
        </pc:spChg>
        <pc:spChg chg="mod">
          <ac:chgData name="Yash Jadhav" userId="535c3d6d-72b8-4f77-8155-55f939173cf2" providerId="ADAL" clId="{F33F88E0-3380-47C4-AFDE-F1AC050ADA82}" dt="2026-01-25T15:58:19.571" v="1152" actId="790"/>
          <ac:spMkLst>
            <pc:docMk/>
            <pc:sldMk cId="1587130274" sldId="273"/>
            <ac:spMk id="9" creationId="{5F7A60B1-E94C-3BE7-0208-E001635770BD}"/>
          </ac:spMkLst>
        </pc:spChg>
        <pc:spChg chg="mod">
          <ac:chgData name="Yash Jadhav" userId="535c3d6d-72b8-4f77-8155-55f939173cf2" providerId="ADAL" clId="{F33F88E0-3380-47C4-AFDE-F1AC050ADA82}" dt="2026-01-25T15:58:19.576" v="1153" actId="790"/>
          <ac:spMkLst>
            <pc:docMk/>
            <pc:sldMk cId="1587130274" sldId="273"/>
            <ac:spMk id="10" creationId="{360A7AB6-936A-F777-515E-3CA4C22D9EF4}"/>
          </ac:spMkLst>
        </pc:spChg>
        <pc:spChg chg="mod">
          <ac:chgData name="Yash Jadhav" userId="535c3d6d-72b8-4f77-8155-55f939173cf2" providerId="ADAL" clId="{F33F88E0-3380-47C4-AFDE-F1AC050ADA82}" dt="2026-01-25T15:58:19.581" v="1154" actId="790"/>
          <ac:spMkLst>
            <pc:docMk/>
            <pc:sldMk cId="1587130274" sldId="273"/>
            <ac:spMk id="11" creationId="{DD0DAD37-7A0A-F29D-F362-B5378F1B5C70}"/>
          </ac:spMkLst>
        </pc:spChg>
        <pc:spChg chg="mod">
          <ac:chgData name="Yash Jadhav" userId="535c3d6d-72b8-4f77-8155-55f939173cf2" providerId="ADAL" clId="{F33F88E0-3380-47C4-AFDE-F1AC050ADA82}" dt="2026-01-25T15:58:19.586" v="1155" actId="790"/>
          <ac:spMkLst>
            <pc:docMk/>
            <pc:sldMk cId="1587130274" sldId="273"/>
            <ac:spMk id="12" creationId="{3EEF056E-9363-676B-B43F-76C79D9F79FF}"/>
          </ac:spMkLst>
        </pc:spChg>
        <pc:spChg chg="mod">
          <ac:chgData name="Yash Jadhav" userId="535c3d6d-72b8-4f77-8155-55f939173cf2" providerId="ADAL" clId="{F33F88E0-3380-47C4-AFDE-F1AC050ADA82}" dt="2026-01-25T15:58:20.225" v="1346" actId="790"/>
          <ac:spMkLst>
            <pc:docMk/>
            <pc:sldMk cId="1587130274" sldId="273"/>
            <ac:spMk id="124" creationId="{E9697B68-1B6C-4A29-844E-8033E1538037}"/>
          </ac:spMkLst>
        </pc:spChg>
        <pc:spChg chg="mod">
          <ac:chgData name="Yash Jadhav" userId="535c3d6d-72b8-4f77-8155-55f939173cf2" providerId="ADAL" clId="{F33F88E0-3380-47C4-AFDE-F1AC050ADA82}" dt="2026-01-25T15:58:20.228" v="1347" actId="790"/>
          <ac:spMkLst>
            <pc:docMk/>
            <pc:sldMk cId="1587130274" sldId="273"/>
            <ac:spMk id="125" creationId="{ACD19883-F042-4108-AF3A-F666718F845A}"/>
          </ac:spMkLst>
        </pc:spChg>
        <pc:spChg chg="mod">
          <ac:chgData name="Yash Jadhav" userId="535c3d6d-72b8-4f77-8155-55f939173cf2" providerId="ADAL" clId="{F33F88E0-3380-47C4-AFDE-F1AC050ADA82}" dt="2026-01-25T15:58:20.231" v="1348" actId="790"/>
          <ac:spMkLst>
            <pc:docMk/>
            <pc:sldMk cId="1587130274" sldId="273"/>
            <ac:spMk id="126" creationId="{A69BC295-53F2-44ED-BAAB-8D419B05E569}"/>
          </ac:spMkLst>
        </pc:spChg>
        <pc:spChg chg="mod">
          <ac:chgData name="Yash Jadhav" userId="535c3d6d-72b8-4f77-8155-55f939173cf2" providerId="ADAL" clId="{F33F88E0-3380-47C4-AFDE-F1AC050ADA82}" dt="2026-01-25T15:58:20.215" v="1343" actId="790"/>
          <ac:spMkLst>
            <pc:docMk/>
            <pc:sldMk cId="1587130274" sldId="273"/>
            <ac:spMk id="127" creationId="{C7A182E0-C892-41C7-A280-E3B2F72687DA}"/>
          </ac:spMkLst>
        </pc:spChg>
        <pc:spChg chg="mod">
          <ac:chgData name="Yash Jadhav" userId="535c3d6d-72b8-4f77-8155-55f939173cf2" providerId="ADAL" clId="{F33F88E0-3380-47C4-AFDE-F1AC050ADA82}" dt="2026-01-25T15:58:20.218" v="1344" actId="790"/>
          <ac:spMkLst>
            <pc:docMk/>
            <pc:sldMk cId="1587130274" sldId="273"/>
            <ac:spMk id="128" creationId="{7C351B7F-C2B1-428D-B095-3AC9976B8269}"/>
          </ac:spMkLst>
        </pc:spChg>
        <pc:spChg chg="mod">
          <ac:chgData name="Yash Jadhav" userId="535c3d6d-72b8-4f77-8155-55f939173cf2" providerId="ADAL" clId="{F33F88E0-3380-47C4-AFDE-F1AC050ADA82}" dt="2026-01-25T15:58:20.221" v="1345" actId="790"/>
          <ac:spMkLst>
            <pc:docMk/>
            <pc:sldMk cId="1587130274" sldId="273"/>
            <ac:spMk id="129" creationId="{EFA4E791-4EA4-4BA8-9E0C-A2588BBFC92B}"/>
          </ac:spMkLst>
        </pc:spChg>
        <pc:spChg chg="mod">
          <ac:chgData name="Yash Jadhav" userId="535c3d6d-72b8-4f77-8155-55f939173cf2" providerId="ADAL" clId="{F33F88E0-3380-47C4-AFDE-F1AC050ADA82}" dt="2026-01-25T15:58:20.205" v="1340" actId="790"/>
          <ac:spMkLst>
            <pc:docMk/>
            <pc:sldMk cId="1587130274" sldId="273"/>
            <ac:spMk id="130" creationId="{E40487AD-B22B-4560-88C4-B623FEF35C8F}"/>
          </ac:spMkLst>
        </pc:spChg>
        <pc:spChg chg="mod">
          <ac:chgData name="Yash Jadhav" userId="535c3d6d-72b8-4f77-8155-55f939173cf2" providerId="ADAL" clId="{F33F88E0-3380-47C4-AFDE-F1AC050ADA82}" dt="2026-01-25T15:58:20.208" v="1341" actId="790"/>
          <ac:spMkLst>
            <pc:docMk/>
            <pc:sldMk cId="1587130274" sldId="273"/>
            <ac:spMk id="131" creationId="{1CAEB3DB-4910-402C-B19C-C02E8C9AD7C7}"/>
          </ac:spMkLst>
        </pc:spChg>
        <pc:spChg chg="mod">
          <ac:chgData name="Yash Jadhav" userId="535c3d6d-72b8-4f77-8155-55f939173cf2" providerId="ADAL" clId="{F33F88E0-3380-47C4-AFDE-F1AC050ADA82}" dt="2026-01-25T15:58:20.212" v="1342" actId="790"/>
          <ac:spMkLst>
            <pc:docMk/>
            <pc:sldMk cId="1587130274" sldId="273"/>
            <ac:spMk id="132" creationId="{BC35BB58-B5F4-4319-A60A-9701161D29DD}"/>
          </ac:spMkLst>
        </pc:spChg>
        <pc:spChg chg="mod">
          <ac:chgData name="Yash Jadhav" userId="535c3d6d-72b8-4f77-8155-55f939173cf2" providerId="ADAL" clId="{F33F88E0-3380-47C4-AFDE-F1AC050ADA82}" dt="2026-01-25T15:58:20.194" v="1337" actId="790"/>
          <ac:spMkLst>
            <pc:docMk/>
            <pc:sldMk cId="1587130274" sldId="273"/>
            <ac:spMk id="133" creationId="{F9079D2F-069D-4B76-BA76-0B9EC0F46781}"/>
          </ac:spMkLst>
        </pc:spChg>
        <pc:spChg chg="mod">
          <ac:chgData name="Yash Jadhav" userId="535c3d6d-72b8-4f77-8155-55f939173cf2" providerId="ADAL" clId="{F33F88E0-3380-47C4-AFDE-F1AC050ADA82}" dt="2026-01-25T15:58:20.198" v="1338" actId="790"/>
          <ac:spMkLst>
            <pc:docMk/>
            <pc:sldMk cId="1587130274" sldId="273"/>
            <ac:spMk id="134" creationId="{E86001D5-2649-4B5A-97B8-1B08D8F57993}"/>
          </ac:spMkLst>
        </pc:spChg>
        <pc:spChg chg="mod">
          <ac:chgData name="Yash Jadhav" userId="535c3d6d-72b8-4f77-8155-55f939173cf2" providerId="ADAL" clId="{F33F88E0-3380-47C4-AFDE-F1AC050ADA82}" dt="2026-01-25T15:58:20.201" v="1339" actId="790"/>
          <ac:spMkLst>
            <pc:docMk/>
            <pc:sldMk cId="1587130274" sldId="273"/>
            <ac:spMk id="135" creationId="{AF5F249A-FE2E-4C34-A2F9-E668B74A5604}"/>
          </ac:spMkLst>
        </pc:spChg>
        <pc:spChg chg="mod">
          <ac:chgData name="Yash Jadhav" userId="535c3d6d-72b8-4f77-8155-55f939173cf2" providerId="ADAL" clId="{F33F88E0-3380-47C4-AFDE-F1AC050ADA82}" dt="2026-01-25T15:58:20.186" v="1334" actId="790"/>
          <ac:spMkLst>
            <pc:docMk/>
            <pc:sldMk cId="1587130274" sldId="273"/>
            <ac:spMk id="140" creationId="{2D1D0035-4238-4282-987F-5817E9402D8C}"/>
          </ac:spMkLst>
        </pc:spChg>
        <pc:spChg chg="mod">
          <ac:chgData name="Yash Jadhav" userId="535c3d6d-72b8-4f77-8155-55f939173cf2" providerId="ADAL" clId="{F33F88E0-3380-47C4-AFDE-F1AC050ADA82}" dt="2026-01-25T15:58:20.189" v="1335" actId="790"/>
          <ac:spMkLst>
            <pc:docMk/>
            <pc:sldMk cId="1587130274" sldId="273"/>
            <ac:spMk id="141" creationId="{DAD22AA2-E2B1-43E8-AC4C-1E53D7658D73}"/>
          </ac:spMkLst>
        </pc:spChg>
        <pc:spChg chg="mod">
          <ac:chgData name="Yash Jadhav" userId="535c3d6d-72b8-4f77-8155-55f939173cf2" providerId="ADAL" clId="{F33F88E0-3380-47C4-AFDE-F1AC050ADA82}" dt="2026-01-25T15:58:20.191" v="1336" actId="790"/>
          <ac:spMkLst>
            <pc:docMk/>
            <pc:sldMk cId="1587130274" sldId="273"/>
            <ac:spMk id="142" creationId="{AAAC1611-2DA8-4F7A-86C4-FFC32C200A73}"/>
          </ac:spMkLst>
        </pc:spChg>
        <pc:spChg chg="mod">
          <ac:chgData name="Yash Jadhav" userId="535c3d6d-72b8-4f77-8155-55f939173cf2" providerId="ADAL" clId="{F33F88E0-3380-47C4-AFDE-F1AC050ADA82}" dt="2026-01-25T15:58:20.175" v="1331" actId="790"/>
          <ac:spMkLst>
            <pc:docMk/>
            <pc:sldMk cId="1587130274" sldId="273"/>
            <ac:spMk id="143" creationId="{F96DAA17-19C5-4228-918D-1132DA0FEBC1}"/>
          </ac:spMkLst>
        </pc:spChg>
        <pc:spChg chg="mod">
          <ac:chgData name="Yash Jadhav" userId="535c3d6d-72b8-4f77-8155-55f939173cf2" providerId="ADAL" clId="{F33F88E0-3380-47C4-AFDE-F1AC050ADA82}" dt="2026-01-25T15:58:20.179" v="1332" actId="790"/>
          <ac:spMkLst>
            <pc:docMk/>
            <pc:sldMk cId="1587130274" sldId="273"/>
            <ac:spMk id="144" creationId="{82C31A33-6F4B-4700-9C12-30AE37C0443A}"/>
          </ac:spMkLst>
        </pc:spChg>
        <pc:spChg chg="mod">
          <ac:chgData name="Yash Jadhav" userId="535c3d6d-72b8-4f77-8155-55f939173cf2" providerId="ADAL" clId="{F33F88E0-3380-47C4-AFDE-F1AC050ADA82}" dt="2026-01-25T15:58:20.183" v="1333" actId="790"/>
          <ac:spMkLst>
            <pc:docMk/>
            <pc:sldMk cId="1587130274" sldId="273"/>
            <ac:spMk id="145" creationId="{914774E0-F3DD-4F82-A666-43F786335319}"/>
          </ac:spMkLst>
        </pc:spChg>
        <pc:spChg chg="mod">
          <ac:chgData name="Yash Jadhav" userId="535c3d6d-72b8-4f77-8155-55f939173cf2" providerId="ADAL" clId="{F33F88E0-3380-47C4-AFDE-F1AC050ADA82}" dt="2026-01-25T15:58:20.166" v="1328" actId="790"/>
          <ac:spMkLst>
            <pc:docMk/>
            <pc:sldMk cId="1587130274" sldId="273"/>
            <ac:spMk id="146" creationId="{0B24B35C-28CE-4A70-9AB2-3C692C197EAC}"/>
          </ac:spMkLst>
        </pc:spChg>
        <pc:spChg chg="mod">
          <ac:chgData name="Yash Jadhav" userId="535c3d6d-72b8-4f77-8155-55f939173cf2" providerId="ADAL" clId="{F33F88E0-3380-47C4-AFDE-F1AC050ADA82}" dt="2026-01-25T15:58:20.169" v="1329" actId="790"/>
          <ac:spMkLst>
            <pc:docMk/>
            <pc:sldMk cId="1587130274" sldId="273"/>
            <ac:spMk id="147" creationId="{C8487344-3F28-4F19-A39B-CB7127B70114}"/>
          </ac:spMkLst>
        </pc:spChg>
        <pc:spChg chg="mod">
          <ac:chgData name="Yash Jadhav" userId="535c3d6d-72b8-4f77-8155-55f939173cf2" providerId="ADAL" clId="{F33F88E0-3380-47C4-AFDE-F1AC050ADA82}" dt="2026-01-25T15:58:20.173" v="1330" actId="790"/>
          <ac:spMkLst>
            <pc:docMk/>
            <pc:sldMk cId="1587130274" sldId="273"/>
            <ac:spMk id="148" creationId="{C7E64758-44BA-42E7-AFF2-D155B00E0982}"/>
          </ac:spMkLst>
        </pc:spChg>
        <pc:spChg chg="mod">
          <ac:chgData name="Yash Jadhav" userId="535c3d6d-72b8-4f77-8155-55f939173cf2" providerId="ADAL" clId="{F33F88E0-3380-47C4-AFDE-F1AC050ADA82}" dt="2026-01-25T15:58:20.156" v="1325" actId="790"/>
          <ac:spMkLst>
            <pc:docMk/>
            <pc:sldMk cId="1587130274" sldId="273"/>
            <ac:spMk id="149" creationId="{E0AB57CC-31AC-4C24-8BFF-F7CCF84080A4}"/>
          </ac:spMkLst>
        </pc:spChg>
        <pc:spChg chg="mod">
          <ac:chgData name="Yash Jadhav" userId="535c3d6d-72b8-4f77-8155-55f939173cf2" providerId="ADAL" clId="{F33F88E0-3380-47C4-AFDE-F1AC050ADA82}" dt="2026-01-25T15:58:20.158" v="1326" actId="790"/>
          <ac:spMkLst>
            <pc:docMk/>
            <pc:sldMk cId="1587130274" sldId="273"/>
            <ac:spMk id="150" creationId="{3B7A3FB2-4886-4B57-BD37-E54074722621}"/>
          </ac:spMkLst>
        </pc:spChg>
        <pc:spChg chg="mod">
          <ac:chgData name="Yash Jadhav" userId="535c3d6d-72b8-4f77-8155-55f939173cf2" providerId="ADAL" clId="{F33F88E0-3380-47C4-AFDE-F1AC050ADA82}" dt="2026-01-25T15:58:20.162" v="1327" actId="790"/>
          <ac:spMkLst>
            <pc:docMk/>
            <pc:sldMk cId="1587130274" sldId="273"/>
            <ac:spMk id="151" creationId="{0BF41279-DF21-4290-A58B-9B03A79EF17C}"/>
          </ac:spMkLst>
        </pc:spChg>
        <pc:spChg chg="mod">
          <ac:chgData name="Yash Jadhav" userId="535c3d6d-72b8-4f77-8155-55f939173cf2" providerId="ADAL" clId="{F33F88E0-3380-47C4-AFDE-F1AC050ADA82}" dt="2026-01-25T15:58:20.147" v="1322" actId="790"/>
          <ac:spMkLst>
            <pc:docMk/>
            <pc:sldMk cId="1587130274" sldId="273"/>
            <ac:spMk id="156" creationId="{E21C6070-3393-451D-BF5B-A86EE896E859}"/>
          </ac:spMkLst>
        </pc:spChg>
        <pc:spChg chg="mod">
          <ac:chgData name="Yash Jadhav" userId="535c3d6d-72b8-4f77-8155-55f939173cf2" providerId="ADAL" clId="{F33F88E0-3380-47C4-AFDE-F1AC050ADA82}" dt="2026-01-25T15:58:20.150" v="1323" actId="790"/>
          <ac:spMkLst>
            <pc:docMk/>
            <pc:sldMk cId="1587130274" sldId="273"/>
            <ac:spMk id="157" creationId="{5166CB52-71D6-432C-9526-7FD82B76C3D7}"/>
          </ac:spMkLst>
        </pc:spChg>
        <pc:spChg chg="mod">
          <ac:chgData name="Yash Jadhav" userId="535c3d6d-72b8-4f77-8155-55f939173cf2" providerId="ADAL" clId="{F33F88E0-3380-47C4-AFDE-F1AC050ADA82}" dt="2026-01-25T15:58:20.153" v="1324" actId="790"/>
          <ac:spMkLst>
            <pc:docMk/>
            <pc:sldMk cId="1587130274" sldId="273"/>
            <ac:spMk id="158" creationId="{9900C7DD-50B7-4C38-9E7C-3FD587321C1B}"/>
          </ac:spMkLst>
        </pc:spChg>
        <pc:spChg chg="mod">
          <ac:chgData name="Yash Jadhav" userId="535c3d6d-72b8-4f77-8155-55f939173cf2" providerId="ADAL" clId="{F33F88E0-3380-47C4-AFDE-F1AC050ADA82}" dt="2026-01-25T15:58:20.138" v="1319" actId="790"/>
          <ac:spMkLst>
            <pc:docMk/>
            <pc:sldMk cId="1587130274" sldId="273"/>
            <ac:spMk id="159" creationId="{EA1A3CF6-5124-4E81-BEF2-EFB26959C6A9}"/>
          </ac:spMkLst>
        </pc:spChg>
        <pc:spChg chg="mod">
          <ac:chgData name="Yash Jadhav" userId="535c3d6d-72b8-4f77-8155-55f939173cf2" providerId="ADAL" clId="{F33F88E0-3380-47C4-AFDE-F1AC050ADA82}" dt="2026-01-25T15:58:20.141" v="1320" actId="790"/>
          <ac:spMkLst>
            <pc:docMk/>
            <pc:sldMk cId="1587130274" sldId="273"/>
            <ac:spMk id="160" creationId="{10217775-12FA-4281-A096-0479FC013F94}"/>
          </ac:spMkLst>
        </pc:spChg>
        <pc:spChg chg="mod">
          <ac:chgData name="Yash Jadhav" userId="535c3d6d-72b8-4f77-8155-55f939173cf2" providerId="ADAL" clId="{F33F88E0-3380-47C4-AFDE-F1AC050ADA82}" dt="2026-01-25T15:58:20.144" v="1321" actId="790"/>
          <ac:spMkLst>
            <pc:docMk/>
            <pc:sldMk cId="1587130274" sldId="273"/>
            <ac:spMk id="161" creationId="{CD8D3468-B0C6-4A90-97D5-44A5EC83ECCC}"/>
          </ac:spMkLst>
        </pc:spChg>
        <pc:spChg chg="mod">
          <ac:chgData name="Yash Jadhav" userId="535c3d6d-72b8-4f77-8155-55f939173cf2" providerId="ADAL" clId="{F33F88E0-3380-47C4-AFDE-F1AC050ADA82}" dt="2026-01-25T15:58:20.130" v="1316" actId="790"/>
          <ac:spMkLst>
            <pc:docMk/>
            <pc:sldMk cId="1587130274" sldId="273"/>
            <ac:spMk id="162" creationId="{F96F014B-B330-438E-8475-9EC2D4C1DF23}"/>
          </ac:spMkLst>
        </pc:spChg>
        <pc:spChg chg="mod">
          <ac:chgData name="Yash Jadhav" userId="535c3d6d-72b8-4f77-8155-55f939173cf2" providerId="ADAL" clId="{F33F88E0-3380-47C4-AFDE-F1AC050ADA82}" dt="2026-01-25T15:58:20.133" v="1317" actId="790"/>
          <ac:spMkLst>
            <pc:docMk/>
            <pc:sldMk cId="1587130274" sldId="273"/>
            <ac:spMk id="163" creationId="{2AB32A72-352D-461B-BE10-CFEBE9601796}"/>
          </ac:spMkLst>
        </pc:spChg>
        <pc:spChg chg="mod">
          <ac:chgData name="Yash Jadhav" userId="535c3d6d-72b8-4f77-8155-55f939173cf2" providerId="ADAL" clId="{F33F88E0-3380-47C4-AFDE-F1AC050ADA82}" dt="2026-01-25T15:58:20.136" v="1318" actId="790"/>
          <ac:spMkLst>
            <pc:docMk/>
            <pc:sldMk cId="1587130274" sldId="273"/>
            <ac:spMk id="164" creationId="{3461BEDB-E8D7-4E30-89B5-6A0D0E23E69F}"/>
          </ac:spMkLst>
        </pc:spChg>
        <pc:spChg chg="mod">
          <ac:chgData name="Yash Jadhav" userId="535c3d6d-72b8-4f77-8155-55f939173cf2" providerId="ADAL" clId="{F33F88E0-3380-47C4-AFDE-F1AC050ADA82}" dt="2026-01-25T15:58:20.121" v="1313" actId="790"/>
          <ac:spMkLst>
            <pc:docMk/>
            <pc:sldMk cId="1587130274" sldId="273"/>
            <ac:spMk id="165" creationId="{5A440F3D-A2BF-4293-9819-D93D0383C75E}"/>
          </ac:spMkLst>
        </pc:spChg>
        <pc:spChg chg="mod">
          <ac:chgData name="Yash Jadhav" userId="535c3d6d-72b8-4f77-8155-55f939173cf2" providerId="ADAL" clId="{F33F88E0-3380-47C4-AFDE-F1AC050ADA82}" dt="2026-01-25T15:58:20.124" v="1314" actId="790"/>
          <ac:spMkLst>
            <pc:docMk/>
            <pc:sldMk cId="1587130274" sldId="273"/>
            <ac:spMk id="166" creationId="{B9A4D3A0-6011-42AD-ABDB-23324A8C5CEE}"/>
          </ac:spMkLst>
        </pc:spChg>
        <pc:spChg chg="mod">
          <ac:chgData name="Yash Jadhav" userId="535c3d6d-72b8-4f77-8155-55f939173cf2" providerId="ADAL" clId="{F33F88E0-3380-47C4-AFDE-F1AC050ADA82}" dt="2026-01-25T15:58:20.127" v="1315" actId="790"/>
          <ac:spMkLst>
            <pc:docMk/>
            <pc:sldMk cId="1587130274" sldId="273"/>
            <ac:spMk id="167" creationId="{46EEFF94-2CCF-46B8-90E0-80AFBD0D7599}"/>
          </ac:spMkLst>
        </pc:spChg>
        <pc:spChg chg="mod">
          <ac:chgData name="Yash Jadhav" userId="535c3d6d-72b8-4f77-8155-55f939173cf2" providerId="ADAL" clId="{F33F88E0-3380-47C4-AFDE-F1AC050ADA82}" dt="2026-01-25T15:58:20.112" v="1310" actId="790"/>
          <ac:spMkLst>
            <pc:docMk/>
            <pc:sldMk cId="1587130274" sldId="273"/>
            <ac:spMk id="172" creationId="{2472B63E-7CD6-4A04-B35A-1BE326CD9832}"/>
          </ac:spMkLst>
        </pc:spChg>
        <pc:spChg chg="mod">
          <ac:chgData name="Yash Jadhav" userId="535c3d6d-72b8-4f77-8155-55f939173cf2" providerId="ADAL" clId="{F33F88E0-3380-47C4-AFDE-F1AC050ADA82}" dt="2026-01-25T15:58:20.115" v="1311" actId="790"/>
          <ac:spMkLst>
            <pc:docMk/>
            <pc:sldMk cId="1587130274" sldId="273"/>
            <ac:spMk id="173" creationId="{F1903FAC-CFFE-453A-A220-AF2BDEFAFE4B}"/>
          </ac:spMkLst>
        </pc:spChg>
        <pc:spChg chg="mod">
          <ac:chgData name="Yash Jadhav" userId="535c3d6d-72b8-4f77-8155-55f939173cf2" providerId="ADAL" clId="{F33F88E0-3380-47C4-AFDE-F1AC050ADA82}" dt="2026-01-25T15:58:20.119" v="1312" actId="790"/>
          <ac:spMkLst>
            <pc:docMk/>
            <pc:sldMk cId="1587130274" sldId="273"/>
            <ac:spMk id="174" creationId="{7A56528D-EA0A-4EA4-81A2-EDC057547DEF}"/>
          </ac:spMkLst>
        </pc:spChg>
        <pc:spChg chg="mod">
          <ac:chgData name="Yash Jadhav" userId="535c3d6d-72b8-4f77-8155-55f939173cf2" providerId="ADAL" clId="{F33F88E0-3380-47C4-AFDE-F1AC050ADA82}" dt="2026-01-25T15:58:20.100" v="1307" actId="790"/>
          <ac:spMkLst>
            <pc:docMk/>
            <pc:sldMk cId="1587130274" sldId="273"/>
            <ac:spMk id="175" creationId="{2754A970-6C58-467A-8393-5F5F248DDC96}"/>
          </ac:spMkLst>
        </pc:spChg>
        <pc:spChg chg="mod">
          <ac:chgData name="Yash Jadhav" userId="535c3d6d-72b8-4f77-8155-55f939173cf2" providerId="ADAL" clId="{F33F88E0-3380-47C4-AFDE-F1AC050ADA82}" dt="2026-01-25T15:58:20.104" v="1308" actId="790"/>
          <ac:spMkLst>
            <pc:docMk/>
            <pc:sldMk cId="1587130274" sldId="273"/>
            <ac:spMk id="176" creationId="{ED58F568-E929-4242-BE37-3BBD4098A842}"/>
          </ac:spMkLst>
        </pc:spChg>
        <pc:spChg chg="mod">
          <ac:chgData name="Yash Jadhav" userId="535c3d6d-72b8-4f77-8155-55f939173cf2" providerId="ADAL" clId="{F33F88E0-3380-47C4-AFDE-F1AC050ADA82}" dt="2026-01-25T15:58:20.108" v="1309" actId="790"/>
          <ac:spMkLst>
            <pc:docMk/>
            <pc:sldMk cId="1587130274" sldId="273"/>
            <ac:spMk id="177" creationId="{78A28C20-F6BF-40CA-AF11-EB2A6825F05B}"/>
          </ac:spMkLst>
        </pc:spChg>
        <pc:spChg chg="mod">
          <ac:chgData name="Yash Jadhav" userId="535c3d6d-72b8-4f77-8155-55f939173cf2" providerId="ADAL" clId="{F33F88E0-3380-47C4-AFDE-F1AC050ADA82}" dt="2026-01-25T15:58:20.091" v="1304" actId="790"/>
          <ac:spMkLst>
            <pc:docMk/>
            <pc:sldMk cId="1587130274" sldId="273"/>
            <ac:spMk id="178" creationId="{57975F83-A0E7-47A3-BE1B-C219D208A492}"/>
          </ac:spMkLst>
        </pc:spChg>
        <pc:spChg chg="mod">
          <ac:chgData name="Yash Jadhav" userId="535c3d6d-72b8-4f77-8155-55f939173cf2" providerId="ADAL" clId="{F33F88E0-3380-47C4-AFDE-F1AC050ADA82}" dt="2026-01-25T15:58:20.094" v="1305" actId="790"/>
          <ac:spMkLst>
            <pc:docMk/>
            <pc:sldMk cId="1587130274" sldId="273"/>
            <ac:spMk id="179" creationId="{7DCF4E5A-DC4D-45E5-86EC-2E621DE631FF}"/>
          </ac:spMkLst>
        </pc:spChg>
        <pc:spChg chg="mod">
          <ac:chgData name="Yash Jadhav" userId="535c3d6d-72b8-4f77-8155-55f939173cf2" providerId="ADAL" clId="{F33F88E0-3380-47C4-AFDE-F1AC050ADA82}" dt="2026-01-25T15:58:20.097" v="1306" actId="790"/>
          <ac:spMkLst>
            <pc:docMk/>
            <pc:sldMk cId="1587130274" sldId="273"/>
            <ac:spMk id="180" creationId="{5D03BBC1-DD06-4AE7-8E73-0115937AB579}"/>
          </ac:spMkLst>
        </pc:spChg>
        <pc:spChg chg="mod">
          <ac:chgData name="Yash Jadhav" userId="535c3d6d-72b8-4f77-8155-55f939173cf2" providerId="ADAL" clId="{F33F88E0-3380-47C4-AFDE-F1AC050ADA82}" dt="2026-01-25T15:58:20.079" v="1301" actId="790"/>
          <ac:spMkLst>
            <pc:docMk/>
            <pc:sldMk cId="1587130274" sldId="273"/>
            <ac:spMk id="181" creationId="{624C765B-06D2-454D-A541-AED1E26FD418}"/>
          </ac:spMkLst>
        </pc:spChg>
        <pc:spChg chg="mod">
          <ac:chgData name="Yash Jadhav" userId="535c3d6d-72b8-4f77-8155-55f939173cf2" providerId="ADAL" clId="{F33F88E0-3380-47C4-AFDE-F1AC050ADA82}" dt="2026-01-25T15:58:20.083" v="1302" actId="790"/>
          <ac:spMkLst>
            <pc:docMk/>
            <pc:sldMk cId="1587130274" sldId="273"/>
            <ac:spMk id="182" creationId="{6032D163-2E41-4235-8668-5037E3FDEA26}"/>
          </ac:spMkLst>
        </pc:spChg>
        <pc:spChg chg="mod">
          <ac:chgData name="Yash Jadhav" userId="535c3d6d-72b8-4f77-8155-55f939173cf2" providerId="ADAL" clId="{F33F88E0-3380-47C4-AFDE-F1AC050ADA82}" dt="2026-01-25T15:58:20.088" v="1303" actId="790"/>
          <ac:spMkLst>
            <pc:docMk/>
            <pc:sldMk cId="1587130274" sldId="273"/>
            <ac:spMk id="183" creationId="{08685394-600F-443F-9C0B-6F9A65FA7781}"/>
          </ac:spMkLst>
        </pc:spChg>
        <pc:spChg chg="mod">
          <ac:chgData name="Yash Jadhav" userId="535c3d6d-72b8-4f77-8155-55f939173cf2" providerId="ADAL" clId="{F33F88E0-3380-47C4-AFDE-F1AC050ADA82}" dt="2026-01-25T15:58:20.066" v="1298" actId="790"/>
          <ac:spMkLst>
            <pc:docMk/>
            <pc:sldMk cId="1587130274" sldId="273"/>
            <ac:spMk id="188" creationId="{39C2506C-5B8B-4862-B2F2-9BE5C553A5FD}"/>
          </ac:spMkLst>
        </pc:spChg>
        <pc:spChg chg="mod">
          <ac:chgData name="Yash Jadhav" userId="535c3d6d-72b8-4f77-8155-55f939173cf2" providerId="ADAL" clId="{F33F88E0-3380-47C4-AFDE-F1AC050ADA82}" dt="2026-01-25T15:58:20.069" v="1299" actId="790"/>
          <ac:spMkLst>
            <pc:docMk/>
            <pc:sldMk cId="1587130274" sldId="273"/>
            <ac:spMk id="189" creationId="{82277490-1137-49C4-984C-CD8062137E6C}"/>
          </ac:spMkLst>
        </pc:spChg>
        <pc:spChg chg="mod">
          <ac:chgData name="Yash Jadhav" userId="535c3d6d-72b8-4f77-8155-55f939173cf2" providerId="ADAL" clId="{F33F88E0-3380-47C4-AFDE-F1AC050ADA82}" dt="2026-01-25T15:58:20.074" v="1300" actId="790"/>
          <ac:spMkLst>
            <pc:docMk/>
            <pc:sldMk cId="1587130274" sldId="273"/>
            <ac:spMk id="190" creationId="{20F4FB63-EAC7-46FA-B044-864A0894A839}"/>
          </ac:spMkLst>
        </pc:spChg>
        <pc:spChg chg="mod">
          <ac:chgData name="Yash Jadhav" userId="535c3d6d-72b8-4f77-8155-55f939173cf2" providerId="ADAL" clId="{F33F88E0-3380-47C4-AFDE-F1AC050ADA82}" dt="2026-01-25T15:58:20.055" v="1295" actId="790"/>
          <ac:spMkLst>
            <pc:docMk/>
            <pc:sldMk cId="1587130274" sldId="273"/>
            <ac:spMk id="191" creationId="{5117D2B5-D6B8-463A-9D9C-0D9349C72105}"/>
          </ac:spMkLst>
        </pc:spChg>
        <pc:spChg chg="mod">
          <ac:chgData name="Yash Jadhav" userId="535c3d6d-72b8-4f77-8155-55f939173cf2" providerId="ADAL" clId="{F33F88E0-3380-47C4-AFDE-F1AC050ADA82}" dt="2026-01-25T15:58:20.059" v="1296" actId="790"/>
          <ac:spMkLst>
            <pc:docMk/>
            <pc:sldMk cId="1587130274" sldId="273"/>
            <ac:spMk id="192" creationId="{85A31D3F-CEAC-4EBF-8528-B6215449DF17}"/>
          </ac:spMkLst>
        </pc:spChg>
        <pc:spChg chg="mod">
          <ac:chgData name="Yash Jadhav" userId="535c3d6d-72b8-4f77-8155-55f939173cf2" providerId="ADAL" clId="{F33F88E0-3380-47C4-AFDE-F1AC050ADA82}" dt="2026-01-25T15:58:20.063" v="1297" actId="790"/>
          <ac:spMkLst>
            <pc:docMk/>
            <pc:sldMk cId="1587130274" sldId="273"/>
            <ac:spMk id="193" creationId="{0F270F76-63BA-467A-A86F-95CE6B82A40A}"/>
          </ac:spMkLst>
        </pc:spChg>
        <pc:spChg chg="mod">
          <ac:chgData name="Yash Jadhav" userId="535c3d6d-72b8-4f77-8155-55f939173cf2" providerId="ADAL" clId="{F33F88E0-3380-47C4-AFDE-F1AC050ADA82}" dt="2026-01-25T15:58:20.043" v="1292" actId="790"/>
          <ac:spMkLst>
            <pc:docMk/>
            <pc:sldMk cId="1587130274" sldId="273"/>
            <ac:spMk id="194" creationId="{F6E197FA-3629-4227-9ECF-CCD3AE6504AA}"/>
          </ac:spMkLst>
        </pc:spChg>
        <pc:spChg chg="mod">
          <ac:chgData name="Yash Jadhav" userId="535c3d6d-72b8-4f77-8155-55f939173cf2" providerId="ADAL" clId="{F33F88E0-3380-47C4-AFDE-F1AC050ADA82}" dt="2026-01-25T15:58:20.048" v="1293" actId="790"/>
          <ac:spMkLst>
            <pc:docMk/>
            <pc:sldMk cId="1587130274" sldId="273"/>
            <ac:spMk id="195" creationId="{FF182C61-3C35-41F8-8F2E-E9B51AC2703B}"/>
          </ac:spMkLst>
        </pc:spChg>
        <pc:spChg chg="mod">
          <ac:chgData name="Yash Jadhav" userId="535c3d6d-72b8-4f77-8155-55f939173cf2" providerId="ADAL" clId="{F33F88E0-3380-47C4-AFDE-F1AC050ADA82}" dt="2026-01-25T15:58:20.051" v="1294" actId="790"/>
          <ac:spMkLst>
            <pc:docMk/>
            <pc:sldMk cId="1587130274" sldId="273"/>
            <ac:spMk id="196" creationId="{1C142844-51CF-4756-B6CE-7E2919207795}"/>
          </ac:spMkLst>
        </pc:spChg>
        <pc:spChg chg="mod">
          <ac:chgData name="Yash Jadhav" userId="535c3d6d-72b8-4f77-8155-55f939173cf2" providerId="ADAL" clId="{F33F88E0-3380-47C4-AFDE-F1AC050ADA82}" dt="2026-01-25T15:58:20.032" v="1289" actId="790"/>
          <ac:spMkLst>
            <pc:docMk/>
            <pc:sldMk cId="1587130274" sldId="273"/>
            <ac:spMk id="197" creationId="{B5369957-D138-41D5-984C-C8629D20122A}"/>
          </ac:spMkLst>
        </pc:spChg>
        <pc:spChg chg="mod">
          <ac:chgData name="Yash Jadhav" userId="535c3d6d-72b8-4f77-8155-55f939173cf2" providerId="ADAL" clId="{F33F88E0-3380-47C4-AFDE-F1AC050ADA82}" dt="2026-01-25T15:58:20.035" v="1290" actId="790"/>
          <ac:spMkLst>
            <pc:docMk/>
            <pc:sldMk cId="1587130274" sldId="273"/>
            <ac:spMk id="198" creationId="{EF78620F-23E7-43D9-8ED9-59F130DA27C5}"/>
          </ac:spMkLst>
        </pc:spChg>
        <pc:spChg chg="mod">
          <ac:chgData name="Yash Jadhav" userId="535c3d6d-72b8-4f77-8155-55f939173cf2" providerId="ADAL" clId="{F33F88E0-3380-47C4-AFDE-F1AC050ADA82}" dt="2026-01-25T15:58:20.038" v="1291" actId="790"/>
          <ac:spMkLst>
            <pc:docMk/>
            <pc:sldMk cId="1587130274" sldId="273"/>
            <ac:spMk id="199" creationId="{8C27BC51-0CA2-4AC3-800E-63D0CC68B929}"/>
          </ac:spMkLst>
        </pc:spChg>
        <pc:spChg chg="mod">
          <ac:chgData name="Yash Jadhav" userId="535c3d6d-72b8-4f77-8155-55f939173cf2" providerId="ADAL" clId="{F33F88E0-3380-47C4-AFDE-F1AC050ADA82}" dt="2026-01-25T15:58:20.022" v="1286" actId="790"/>
          <ac:spMkLst>
            <pc:docMk/>
            <pc:sldMk cId="1587130274" sldId="273"/>
            <ac:spMk id="204" creationId="{4EE19187-C762-4CC9-857E-0F8524B1A2FA}"/>
          </ac:spMkLst>
        </pc:spChg>
        <pc:spChg chg="mod">
          <ac:chgData name="Yash Jadhav" userId="535c3d6d-72b8-4f77-8155-55f939173cf2" providerId="ADAL" clId="{F33F88E0-3380-47C4-AFDE-F1AC050ADA82}" dt="2026-01-25T15:58:20.025" v="1287" actId="790"/>
          <ac:spMkLst>
            <pc:docMk/>
            <pc:sldMk cId="1587130274" sldId="273"/>
            <ac:spMk id="205" creationId="{B31E6A1C-5841-4FAA-8999-B9FDAA38E5FA}"/>
          </ac:spMkLst>
        </pc:spChg>
        <pc:spChg chg="mod">
          <ac:chgData name="Yash Jadhav" userId="535c3d6d-72b8-4f77-8155-55f939173cf2" providerId="ADAL" clId="{F33F88E0-3380-47C4-AFDE-F1AC050ADA82}" dt="2026-01-25T15:58:20.028" v="1288" actId="790"/>
          <ac:spMkLst>
            <pc:docMk/>
            <pc:sldMk cId="1587130274" sldId="273"/>
            <ac:spMk id="206" creationId="{91E3B488-7ACC-4C39-BD9F-AA0EBB19D1C8}"/>
          </ac:spMkLst>
        </pc:spChg>
        <pc:spChg chg="mod">
          <ac:chgData name="Yash Jadhav" userId="535c3d6d-72b8-4f77-8155-55f939173cf2" providerId="ADAL" clId="{F33F88E0-3380-47C4-AFDE-F1AC050ADA82}" dt="2026-01-25T15:58:20.013" v="1283" actId="790"/>
          <ac:spMkLst>
            <pc:docMk/>
            <pc:sldMk cId="1587130274" sldId="273"/>
            <ac:spMk id="207" creationId="{51EAE04C-6152-4FEF-A258-975040847A53}"/>
          </ac:spMkLst>
        </pc:spChg>
        <pc:spChg chg="mod">
          <ac:chgData name="Yash Jadhav" userId="535c3d6d-72b8-4f77-8155-55f939173cf2" providerId="ADAL" clId="{F33F88E0-3380-47C4-AFDE-F1AC050ADA82}" dt="2026-01-25T15:58:20.016" v="1284" actId="790"/>
          <ac:spMkLst>
            <pc:docMk/>
            <pc:sldMk cId="1587130274" sldId="273"/>
            <ac:spMk id="208" creationId="{406B0244-FE68-4276-902F-CB5F1534D464}"/>
          </ac:spMkLst>
        </pc:spChg>
        <pc:spChg chg="mod">
          <ac:chgData name="Yash Jadhav" userId="535c3d6d-72b8-4f77-8155-55f939173cf2" providerId="ADAL" clId="{F33F88E0-3380-47C4-AFDE-F1AC050ADA82}" dt="2026-01-25T15:58:20.019" v="1285" actId="790"/>
          <ac:spMkLst>
            <pc:docMk/>
            <pc:sldMk cId="1587130274" sldId="273"/>
            <ac:spMk id="209" creationId="{358A150E-2FDF-425A-A63A-5662CA842FFF}"/>
          </ac:spMkLst>
        </pc:spChg>
        <pc:spChg chg="mod">
          <ac:chgData name="Yash Jadhav" userId="535c3d6d-72b8-4f77-8155-55f939173cf2" providerId="ADAL" clId="{F33F88E0-3380-47C4-AFDE-F1AC050ADA82}" dt="2026-01-25T15:58:20.002" v="1280" actId="790"/>
          <ac:spMkLst>
            <pc:docMk/>
            <pc:sldMk cId="1587130274" sldId="273"/>
            <ac:spMk id="210" creationId="{E1BA239A-96A2-499F-A6A0-3581C32A21F7}"/>
          </ac:spMkLst>
        </pc:spChg>
        <pc:spChg chg="mod">
          <ac:chgData name="Yash Jadhav" userId="535c3d6d-72b8-4f77-8155-55f939173cf2" providerId="ADAL" clId="{F33F88E0-3380-47C4-AFDE-F1AC050ADA82}" dt="2026-01-25T15:58:20.005" v="1281" actId="790"/>
          <ac:spMkLst>
            <pc:docMk/>
            <pc:sldMk cId="1587130274" sldId="273"/>
            <ac:spMk id="211" creationId="{49B01853-DA44-4421-84EE-EF139CD4FDC3}"/>
          </ac:spMkLst>
        </pc:spChg>
        <pc:spChg chg="mod">
          <ac:chgData name="Yash Jadhav" userId="535c3d6d-72b8-4f77-8155-55f939173cf2" providerId="ADAL" clId="{F33F88E0-3380-47C4-AFDE-F1AC050ADA82}" dt="2026-01-25T15:58:20.009" v="1282" actId="790"/>
          <ac:spMkLst>
            <pc:docMk/>
            <pc:sldMk cId="1587130274" sldId="273"/>
            <ac:spMk id="212" creationId="{F52ACCB9-3535-4BE8-9CA7-1D1EF1A7D9BE}"/>
          </ac:spMkLst>
        </pc:spChg>
        <pc:spChg chg="mod">
          <ac:chgData name="Yash Jadhav" userId="535c3d6d-72b8-4f77-8155-55f939173cf2" providerId="ADAL" clId="{F33F88E0-3380-47C4-AFDE-F1AC050ADA82}" dt="2026-01-25T15:58:19.989" v="1277" actId="790"/>
          <ac:spMkLst>
            <pc:docMk/>
            <pc:sldMk cId="1587130274" sldId="273"/>
            <ac:spMk id="213" creationId="{34B38FDD-C28F-4F36-8570-AD92CFB510C7}"/>
          </ac:spMkLst>
        </pc:spChg>
        <pc:spChg chg="mod">
          <ac:chgData name="Yash Jadhav" userId="535c3d6d-72b8-4f77-8155-55f939173cf2" providerId="ADAL" clId="{F33F88E0-3380-47C4-AFDE-F1AC050ADA82}" dt="2026-01-25T15:58:19.993" v="1278" actId="790"/>
          <ac:spMkLst>
            <pc:docMk/>
            <pc:sldMk cId="1587130274" sldId="273"/>
            <ac:spMk id="214" creationId="{275F558E-22EC-4754-8446-935C999C6E03}"/>
          </ac:spMkLst>
        </pc:spChg>
        <pc:spChg chg="mod">
          <ac:chgData name="Yash Jadhav" userId="535c3d6d-72b8-4f77-8155-55f939173cf2" providerId="ADAL" clId="{F33F88E0-3380-47C4-AFDE-F1AC050ADA82}" dt="2026-01-25T15:58:19.998" v="1279" actId="790"/>
          <ac:spMkLst>
            <pc:docMk/>
            <pc:sldMk cId="1587130274" sldId="273"/>
            <ac:spMk id="215" creationId="{AD963A1F-8096-4185-86FE-36B25F88B308}"/>
          </ac:spMkLst>
        </pc:spChg>
        <pc:spChg chg="mod">
          <ac:chgData name="Yash Jadhav" userId="535c3d6d-72b8-4f77-8155-55f939173cf2" providerId="ADAL" clId="{F33F88E0-3380-47C4-AFDE-F1AC050ADA82}" dt="2026-01-25T15:58:19.978" v="1274" actId="790"/>
          <ac:spMkLst>
            <pc:docMk/>
            <pc:sldMk cId="1587130274" sldId="273"/>
            <ac:spMk id="220" creationId="{38438871-769A-4CD5-A898-D3E8EAD01E76}"/>
          </ac:spMkLst>
        </pc:spChg>
        <pc:spChg chg="mod">
          <ac:chgData name="Yash Jadhav" userId="535c3d6d-72b8-4f77-8155-55f939173cf2" providerId="ADAL" clId="{F33F88E0-3380-47C4-AFDE-F1AC050ADA82}" dt="2026-01-25T15:58:19.983" v="1275" actId="790"/>
          <ac:spMkLst>
            <pc:docMk/>
            <pc:sldMk cId="1587130274" sldId="273"/>
            <ac:spMk id="221" creationId="{F64770F0-2E35-425B-BA27-B40D6F342220}"/>
          </ac:spMkLst>
        </pc:spChg>
        <pc:spChg chg="mod">
          <ac:chgData name="Yash Jadhav" userId="535c3d6d-72b8-4f77-8155-55f939173cf2" providerId="ADAL" clId="{F33F88E0-3380-47C4-AFDE-F1AC050ADA82}" dt="2026-01-25T15:58:19.986" v="1276" actId="790"/>
          <ac:spMkLst>
            <pc:docMk/>
            <pc:sldMk cId="1587130274" sldId="273"/>
            <ac:spMk id="222" creationId="{34B47C34-63D9-4AD6-996F-A76BF3B7B5EC}"/>
          </ac:spMkLst>
        </pc:spChg>
        <pc:spChg chg="mod">
          <ac:chgData name="Yash Jadhav" userId="535c3d6d-72b8-4f77-8155-55f939173cf2" providerId="ADAL" clId="{F33F88E0-3380-47C4-AFDE-F1AC050ADA82}" dt="2026-01-25T15:58:19.967" v="1271" actId="790"/>
          <ac:spMkLst>
            <pc:docMk/>
            <pc:sldMk cId="1587130274" sldId="273"/>
            <ac:spMk id="223" creationId="{93CDAA83-5B7B-408C-9110-5B9C054EED0B}"/>
          </ac:spMkLst>
        </pc:spChg>
        <pc:spChg chg="mod">
          <ac:chgData name="Yash Jadhav" userId="535c3d6d-72b8-4f77-8155-55f939173cf2" providerId="ADAL" clId="{F33F88E0-3380-47C4-AFDE-F1AC050ADA82}" dt="2026-01-25T15:58:19.970" v="1272" actId="790"/>
          <ac:spMkLst>
            <pc:docMk/>
            <pc:sldMk cId="1587130274" sldId="273"/>
            <ac:spMk id="224" creationId="{A4943B67-CF39-474C-B82A-EEFC1D2424D0}"/>
          </ac:spMkLst>
        </pc:spChg>
        <pc:spChg chg="mod">
          <ac:chgData name="Yash Jadhav" userId="535c3d6d-72b8-4f77-8155-55f939173cf2" providerId="ADAL" clId="{F33F88E0-3380-47C4-AFDE-F1AC050ADA82}" dt="2026-01-25T15:58:19.974" v="1273" actId="790"/>
          <ac:spMkLst>
            <pc:docMk/>
            <pc:sldMk cId="1587130274" sldId="273"/>
            <ac:spMk id="225" creationId="{BFCFA9FB-66D7-408A-83E8-6C657F47D906}"/>
          </ac:spMkLst>
        </pc:spChg>
        <pc:spChg chg="mod">
          <ac:chgData name="Yash Jadhav" userId="535c3d6d-72b8-4f77-8155-55f939173cf2" providerId="ADAL" clId="{F33F88E0-3380-47C4-AFDE-F1AC050ADA82}" dt="2026-01-25T15:58:19.956" v="1268" actId="790"/>
          <ac:spMkLst>
            <pc:docMk/>
            <pc:sldMk cId="1587130274" sldId="273"/>
            <ac:spMk id="226" creationId="{769D1484-9FD5-4F46-B8AE-FB205271EB34}"/>
          </ac:spMkLst>
        </pc:spChg>
        <pc:spChg chg="mod">
          <ac:chgData name="Yash Jadhav" userId="535c3d6d-72b8-4f77-8155-55f939173cf2" providerId="ADAL" clId="{F33F88E0-3380-47C4-AFDE-F1AC050ADA82}" dt="2026-01-25T15:58:19.959" v="1269" actId="790"/>
          <ac:spMkLst>
            <pc:docMk/>
            <pc:sldMk cId="1587130274" sldId="273"/>
            <ac:spMk id="227" creationId="{14989FF8-79E8-45E7-92E6-C1F0019DA41B}"/>
          </ac:spMkLst>
        </pc:spChg>
        <pc:spChg chg="mod">
          <ac:chgData name="Yash Jadhav" userId="535c3d6d-72b8-4f77-8155-55f939173cf2" providerId="ADAL" clId="{F33F88E0-3380-47C4-AFDE-F1AC050ADA82}" dt="2026-01-25T15:58:19.963" v="1270" actId="790"/>
          <ac:spMkLst>
            <pc:docMk/>
            <pc:sldMk cId="1587130274" sldId="273"/>
            <ac:spMk id="228" creationId="{172CA4B5-B172-4DA4-BFD4-B89F9B9B1045}"/>
          </ac:spMkLst>
        </pc:spChg>
        <pc:spChg chg="mod">
          <ac:chgData name="Yash Jadhav" userId="535c3d6d-72b8-4f77-8155-55f939173cf2" providerId="ADAL" clId="{F33F88E0-3380-47C4-AFDE-F1AC050ADA82}" dt="2026-01-25T15:58:19.944" v="1265" actId="790"/>
          <ac:spMkLst>
            <pc:docMk/>
            <pc:sldMk cId="1587130274" sldId="273"/>
            <ac:spMk id="229" creationId="{319FD20A-CAB9-4B38-B854-C2DAD45DE499}"/>
          </ac:spMkLst>
        </pc:spChg>
        <pc:spChg chg="mod">
          <ac:chgData name="Yash Jadhav" userId="535c3d6d-72b8-4f77-8155-55f939173cf2" providerId="ADAL" clId="{F33F88E0-3380-47C4-AFDE-F1AC050ADA82}" dt="2026-01-25T15:58:19.947" v="1266" actId="790"/>
          <ac:spMkLst>
            <pc:docMk/>
            <pc:sldMk cId="1587130274" sldId="273"/>
            <ac:spMk id="230" creationId="{E6960F93-244A-4877-9856-D87AAF26D154}"/>
          </ac:spMkLst>
        </pc:spChg>
        <pc:spChg chg="mod">
          <ac:chgData name="Yash Jadhav" userId="535c3d6d-72b8-4f77-8155-55f939173cf2" providerId="ADAL" clId="{F33F88E0-3380-47C4-AFDE-F1AC050ADA82}" dt="2026-01-25T15:58:19.952" v="1267" actId="790"/>
          <ac:spMkLst>
            <pc:docMk/>
            <pc:sldMk cId="1587130274" sldId="273"/>
            <ac:spMk id="231" creationId="{10C88CDF-7924-4575-BE82-744E457119A3}"/>
          </ac:spMkLst>
        </pc:spChg>
        <pc:spChg chg="mod">
          <ac:chgData name="Yash Jadhav" userId="535c3d6d-72b8-4f77-8155-55f939173cf2" providerId="ADAL" clId="{F33F88E0-3380-47C4-AFDE-F1AC050ADA82}" dt="2026-01-25T15:58:19.934" v="1262" actId="790"/>
          <ac:spMkLst>
            <pc:docMk/>
            <pc:sldMk cId="1587130274" sldId="273"/>
            <ac:spMk id="236" creationId="{765832B9-4BB6-42A5-9763-B97F8A088551}"/>
          </ac:spMkLst>
        </pc:spChg>
        <pc:spChg chg="mod">
          <ac:chgData name="Yash Jadhav" userId="535c3d6d-72b8-4f77-8155-55f939173cf2" providerId="ADAL" clId="{F33F88E0-3380-47C4-AFDE-F1AC050ADA82}" dt="2026-01-25T15:58:19.938" v="1263" actId="790"/>
          <ac:spMkLst>
            <pc:docMk/>
            <pc:sldMk cId="1587130274" sldId="273"/>
            <ac:spMk id="237" creationId="{8F231F9F-FA9A-4970-BED7-DA572532D517}"/>
          </ac:spMkLst>
        </pc:spChg>
        <pc:spChg chg="mod">
          <ac:chgData name="Yash Jadhav" userId="535c3d6d-72b8-4f77-8155-55f939173cf2" providerId="ADAL" clId="{F33F88E0-3380-47C4-AFDE-F1AC050ADA82}" dt="2026-01-25T15:58:19.941" v="1264" actId="790"/>
          <ac:spMkLst>
            <pc:docMk/>
            <pc:sldMk cId="1587130274" sldId="273"/>
            <ac:spMk id="238" creationId="{7F953BC2-236D-41AE-960A-E85CCC61DB18}"/>
          </ac:spMkLst>
        </pc:spChg>
        <pc:spChg chg="mod">
          <ac:chgData name="Yash Jadhav" userId="535c3d6d-72b8-4f77-8155-55f939173cf2" providerId="ADAL" clId="{F33F88E0-3380-47C4-AFDE-F1AC050ADA82}" dt="2026-01-25T15:58:19.925" v="1259" actId="790"/>
          <ac:spMkLst>
            <pc:docMk/>
            <pc:sldMk cId="1587130274" sldId="273"/>
            <ac:spMk id="239" creationId="{287DE277-BCC0-4358-8D81-456471FE6387}"/>
          </ac:spMkLst>
        </pc:spChg>
        <pc:spChg chg="mod">
          <ac:chgData name="Yash Jadhav" userId="535c3d6d-72b8-4f77-8155-55f939173cf2" providerId="ADAL" clId="{F33F88E0-3380-47C4-AFDE-F1AC050ADA82}" dt="2026-01-25T15:58:19.927" v="1260" actId="790"/>
          <ac:spMkLst>
            <pc:docMk/>
            <pc:sldMk cId="1587130274" sldId="273"/>
            <ac:spMk id="240" creationId="{5CAF0A86-9137-40D8-9522-E4FB55D3D930}"/>
          </ac:spMkLst>
        </pc:spChg>
        <pc:spChg chg="mod">
          <ac:chgData name="Yash Jadhav" userId="535c3d6d-72b8-4f77-8155-55f939173cf2" providerId="ADAL" clId="{F33F88E0-3380-47C4-AFDE-F1AC050ADA82}" dt="2026-01-25T15:58:19.931" v="1261" actId="790"/>
          <ac:spMkLst>
            <pc:docMk/>
            <pc:sldMk cId="1587130274" sldId="273"/>
            <ac:spMk id="241" creationId="{19EA0DA2-26A5-4968-885D-98ADF10DA8B5}"/>
          </ac:spMkLst>
        </pc:spChg>
        <pc:spChg chg="mod">
          <ac:chgData name="Yash Jadhav" userId="535c3d6d-72b8-4f77-8155-55f939173cf2" providerId="ADAL" clId="{F33F88E0-3380-47C4-AFDE-F1AC050ADA82}" dt="2026-01-25T15:58:19.911" v="1256" actId="790"/>
          <ac:spMkLst>
            <pc:docMk/>
            <pc:sldMk cId="1587130274" sldId="273"/>
            <ac:spMk id="242" creationId="{18B50506-B4C7-4016-A8D9-57C74FDDE4E5}"/>
          </ac:spMkLst>
        </pc:spChg>
        <pc:spChg chg="mod">
          <ac:chgData name="Yash Jadhav" userId="535c3d6d-72b8-4f77-8155-55f939173cf2" providerId="ADAL" clId="{F33F88E0-3380-47C4-AFDE-F1AC050ADA82}" dt="2026-01-25T15:58:19.915" v="1257" actId="790"/>
          <ac:spMkLst>
            <pc:docMk/>
            <pc:sldMk cId="1587130274" sldId="273"/>
            <ac:spMk id="243" creationId="{DA00A9BD-C423-45EA-A71D-F692359381A7}"/>
          </ac:spMkLst>
        </pc:spChg>
        <pc:spChg chg="mod">
          <ac:chgData name="Yash Jadhav" userId="535c3d6d-72b8-4f77-8155-55f939173cf2" providerId="ADAL" clId="{F33F88E0-3380-47C4-AFDE-F1AC050ADA82}" dt="2026-01-25T15:58:19.921" v="1258" actId="790"/>
          <ac:spMkLst>
            <pc:docMk/>
            <pc:sldMk cId="1587130274" sldId="273"/>
            <ac:spMk id="244" creationId="{E9A6F806-90B6-4526-8DE6-13639FAA86C6}"/>
          </ac:spMkLst>
        </pc:spChg>
        <pc:spChg chg="mod">
          <ac:chgData name="Yash Jadhav" userId="535c3d6d-72b8-4f77-8155-55f939173cf2" providerId="ADAL" clId="{F33F88E0-3380-47C4-AFDE-F1AC050ADA82}" dt="2026-01-25T15:58:19.899" v="1253" actId="790"/>
          <ac:spMkLst>
            <pc:docMk/>
            <pc:sldMk cId="1587130274" sldId="273"/>
            <ac:spMk id="245" creationId="{20B1B4BF-769F-42A2-92AA-C411CCF643ED}"/>
          </ac:spMkLst>
        </pc:spChg>
        <pc:spChg chg="mod">
          <ac:chgData name="Yash Jadhav" userId="535c3d6d-72b8-4f77-8155-55f939173cf2" providerId="ADAL" clId="{F33F88E0-3380-47C4-AFDE-F1AC050ADA82}" dt="2026-01-25T15:58:19.903" v="1254" actId="790"/>
          <ac:spMkLst>
            <pc:docMk/>
            <pc:sldMk cId="1587130274" sldId="273"/>
            <ac:spMk id="246" creationId="{3ED02E2F-2B01-4DA7-AB95-255FE05F5DA8}"/>
          </ac:spMkLst>
        </pc:spChg>
        <pc:spChg chg="mod">
          <ac:chgData name="Yash Jadhav" userId="535c3d6d-72b8-4f77-8155-55f939173cf2" providerId="ADAL" clId="{F33F88E0-3380-47C4-AFDE-F1AC050ADA82}" dt="2026-01-25T15:58:19.907" v="1255" actId="790"/>
          <ac:spMkLst>
            <pc:docMk/>
            <pc:sldMk cId="1587130274" sldId="273"/>
            <ac:spMk id="247" creationId="{A5319AFE-282A-42DA-B095-3300C54A0F84}"/>
          </ac:spMkLst>
        </pc:spChg>
        <pc:spChg chg="mod">
          <ac:chgData name="Yash Jadhav" userId="535c3d6d-72b8-4f77-8155-55f939173cf2" providerId="ADAL" clId="{F33F88E0-3380-47C4-AFDE-F1AC050ADA82}" dt="2026-01-25T15:58:19.889" v="1250" actId="790"/>
          <ac:spMkLst>
            <pc:docMk/>
            <pc:sldMk cId="1587130274" sldId="273"/>
            <ac:spMk id="252" creationId="{AF7AF764-4EDB-4EBB-AC47-FB55FAEC6BAF}"/>
          </ac:spMkLst>
        </pc:spChg>
        <pc:spChg chg="mod">
          <ac:chgData name="Yash Jadhav" userId="535c3d6d-72b8-4f77-8155-55f939173cf2" providerId="ADAL" clId="{F33F88E0-3380-47C4-AFDE-F1AC050ADA82}" dt="2026-01-25T15:58:19.892" v="1251" actId="790"/>
          <ac:spMkLst>
            <pc:docMk/>
            <pc:sldMk cId="1587130274" sldId="273"/>
            <ac:spMk id="253" creationId="{F1AEA608-AAA8-4235-B33B-13B982D08D2B}"/>
          </ac:spMkLst>
        </pc:spChg>
        <pc:spChg chg="mod">
          <ac:chgData name="Yash Jadhav" userId="535c3d6d-72b8-4f77-8155-55f939173cf2" providerId="ADAL" clId="{F33F88E0-3380-47C4-AFDE-F1AC050ADA82}" dt="2026-01-25T15:58:19.896" v="1252" actId="790"/>
          <ac:spMkLst>
            <pc:docMk/>
            <pc:sldMk cId="1587130274" sldId="273"/>
            <ac:spMk id="254" creationId="{9724023E-6972-4B2F-B783-583038EDF56B}"/>
          </ac:spMkLst>
        </pc:spChg>
        <pc:spChg chg="mod">
          <ac:chgData name="Yash Jadhav" userId="535c3d6d-72b8-4f77-8155-55f939173cf2" providerId="ADAL" clId="{F33F88E0-3380-47C4-AFDE-F1AC050ADA82}" dt="2026-01-25T15:58:19.880" v="1247" actId="790"/>
          <ac:spMkLst>
            <pc:docMk/>
            <pc:sldMk cId="1587130274" sldId="273"/>
            <ac:spMk id="255" creationId="{1C2D3177-9A37-4240-95EF-2B03F81E345C}"/>
          </ac:spMkLst>
        </pc:spChg>
        <pc:spChg chg="mod">
          <ac:chgData name="Yash Jadhav" userId="535c3d6d-72b8-4f77-8155-55f939173cf2" providerId="ADAL" clId="{F33F88E0-3380-47C4-AFDE-F1AC050ADA82}" dt="2026-01-25T15:58:19.883" v="1248" actId="790"/>
          <ac:spMkLst>
            <pc:docMk/>
            <pc:sldMk cId="1587130274" sldId="273"/>
            <ac:spMk id="256" creationId="{3FB9E57A-C1A1-4F34-9E92-D3816F1395DF}"/>
          </ac:spMkLst>
        </pc:spChg>
        <pc:spChg chg="mod">
          <ac:chgData name="Yash Jadhav" userId="535c3d6d-72b8-4f77-8155-55f939173cf2" providerId="ADAL" clId="{F33F88E0-3380-47C4-AFDE-F1AC050ADA82}" dt="2026-01-25T15:58:19.886" v="1249" actId="790"/>
          <ac:spMkLst>
            <pc:docMk/>
            <pc:sldMk cId="1587130274" sldId="273"/>
            <ac:spMk id="257" creationId="{D6566B34-ABA1-42FD-8B66-4427DF686D2A}"/>
          </ac:spMkLst>
        </pc:spChg>
        <pc:spChg chg="mod">
          <ac:chgData name="Yash Jadhav" userId="535c3d6d-72b8-4f77-8155-55f939173cf2" providerId="ADAL" clId="{F33F88E0-3380-47C4-AFDE-F1AC050ADA82}" dt="2026-01-25T15:58:19.871" v="1244" actId="790"/>
          <ac:spMkLst>
            <pc:docMk/>
            <pc:sldMk cId="1587130274" sldId="273"/>
            <ac:spMk id="258" creationId="{9C68F7DD-F38C-49B3-BAD0-F3C4CFF46D13}"/>
          </ac:spMkLst>
        </pc:spChg>
        <pc:spChg chg="mod">
          <ac:chgData name="Yash Jadhav" userId="535c3d6d-72b8-4f77-8155-55f939173cf2" providerId="ADAL" clId="{F33F88E0-3380-47C4-AFDE-F1AC050ADA82}" dt="2026-01-25T15:58:19.874" v="1245" actId="790"/>
          <ac:spMkLst>
            <pc:docMk/>
            <pc:sldMk cId="1587130274" sldId="273"/>
            <ac:spMk id="259" creationId="{5B9A6B13-7D87-4ED8-95CE-5CD2C22744AA}"/>
          </ac:spMkLst>
        </pc:spChg>
        <pc:spChg chg="mod">
          <ac:chgData name="Yash Jadhav" userId="535c3d6d-72b8-4f77-8155-55f939173cf2" providerId="ADAL" clId="{F33F88E0-3380-47C4-AFDE-F1AC050ADA82}" dt="2026-01-25T15:58:19.877" v="1246" actId="790"/>
          <ac:spMkLst>
            <pc:docMk/>
            <pc:sldMk cId="1587130274" sldId="273"/>
            <ac:spMk id="260" creationId="{9A00B189-78E2-49AC-8B73-8A9D673C1E31}"/>
          </ac:spMkLst>
        </pc:spChg>
        <pc:spChg chg="mod">
          <ac:chgData name="Yash Jadhav" userId="535c3d6d-72b8-4f77-8155-55f939173cf2" providerId="ADAL" clId="{F33F88E0-3380-47C4-AFDE-F1AC050ADA82}" dt="2026-01-25T15:58:19.862" v="1241" actId="790"/>
          <ac:spMkLst>
            <pc:docMk/>
            <pc:sldMk cId="1587130274" sldId="273"/>
            <ac:spMk id="261" creationId="{7E933B6A-86B8-4359-B4F9-D837831C07DB}"/>
          </ac:spMkLst>
        </pc:spChg>
        <pc:spChg chg="mod">
          <ac:chgData name="Yash Jadhav" userId="535c3d6d-72b8-4f77-8155-55f939173cf2" providerId="ADAL" clId="{F33F88E0-3380-47C4-AFDE-F1AC050ADA82}" dt="2026-01-25T15:58:19.865" v="1242" actId="790"/>
          <ac:spMkLst>
            <pc:docMk/>
            <pc:sldMk cId="1587130274" sldId="273"/>
            <ac:spMk id="262" creationId="{DF3EC4D1-6413-46D6-B77F-DD9F27E0DC9F}"/>
          </ac:spMkLst>
        </pc:spChg>
        <pc:spChg chg="mod">
          <ac:chgData name="Yash Jadhav" userId="535c3d6d-72b8-4f77-8155-55f939173cf2" providerId="ADAL" clId="{F33F88E0-3380-47C4-AFDE-F1AC050ADA82}" dt="2026-01-25T15:58:19.868" v="1243" actId="790"/>
          <ac:spMkLst>
            <pc:docMk/>
            <pc:sldMk cId="1587130274" sldId="273"/>
            <ac:spMk id="263" creationId="{0269D4DE-A040-4DC3-9D2F-6A4C5F01548E}"/>
          </ac:spMkLst>
        </pc:spChg>
        <pc:spChg chg="mod">
          <ac:chgData name="Yash Jadhav" userId="535c3d6d-72b8-4f77-8155-55f939173cf2" providerId="ADAL" clId="{F33F88E0-3380-47C4-AFDE-F1AC050ADA82}" dt="2026-01-25T15:58:19.852" v="1238" actId="790"/>
          <ac:spMkLst>
            <pc:docMk/>
            <pc:sldMk cId="1587130274" sldId="273"/>
            <ac:spMk id="268" creationId="{CDCBD5D6-5DAD-4D45-802E-55E170686BF1}"/>
          </ac:spMkLst>
        </pc:spChg>
        <pc:spChg chg="mod">
          <ac:chgData name="Yash Jadhav" userId="535c3d6d-72b8-4f77-8155-55f939173cf2" providerId="ADAL" clId="{F33F88E0-3380-47C4-AFDE-F1AC050ADA82}" dt="2026-01-25T15:58:19.855" v="1239" actId="790"/>
          <ac:spMkLst>
            <pc:docMk/>
            <pc:sldMk cId="1587130274" sldId="273"/>
            <ac:spMk id="269" creationId="{633DAEF3-EE41-48CA-9B5B-18EBA807F16A}"/>
          </ac:spMkLst>
        </pc:spChg>
        <pc:spChg chg="mod">
          <ac:chgData name="Yash Jadhav" userId="535c3d6d-72b8-4f77-8155-55f939173cf2" providerId="ADAL" clId="{F33F88E0-3380-47C4-AFDE-F1AC050ADA82}" dt="2026-01-25T15:58:19.859" v="1240" actId="790"/>
          <ac:spMkLst>
            <pc:docMk/>
            <pc:sldMk cId="1587130274" sldId="273"/>
            <ac:spMk id="270" creationId="{D85A5DF3-1554-4B30-877A-291600634045}"/>
          </ac:spMkLst>
        </pc:spChg>
        <pc:spChg chg="mod">
          <ac:chgData name="Yash Jadhav" userId="535c3d6d-72b8-4f77-8155-55f939173cf2" providerId="ADAL" clId="{F33F88E0-3380-47C4-AFDE-F1AC050ADA82}" dt="2026-01-25T15:58:19.842" v="1235" actId="790"/>
          <ac:spMkLst>
            <pc:docMk/>
            <pc:sldMk cId="1587130274" sldId="273"/>
            <ac:spMk id="271" creationId="{17BEAFD3-ED83-4964-AA52-C93C78FDE3F0}"/>
          </ac:spMkLst>
        </pc:spChg>
        <pc:spChg chg="mod">
          <ac:chgData name="Yash Jadhav" userId="535c3d6d-72b8-4f77-8155-55f939173cf2" providerId="ADAL" clId="{F33F88E0-3380-47C4-AFDE-F1AC050ADA82}" dt="2026-01-25T15:58:19.845" v="1236" actId="790"/>
          <ac:spMkLst>
            <pc:docMk/>
            <pc:sldMk cId="1587130274" sldId="273"/>
            <ac:spMk id="272" creationId="{4E649D44-A122-466C-8963-4FF8BD622801}"/>
          </ac:spMkLst>
        </pc:spChg>
        <pc:spChg chg="mod">
          <ac:chgData name="Yash Jadhav" userId="535c3d6d-72b8-4f77-8155-55f939173cf2" providerId="ADAL" clId="{F33F88E0-3380-47C4-AFDE-F1AC050ADA82}" dt="2026-01-25T15:58:19.849" v="1237" actId="790"/>
          <ac:spMkLst>
            <pc:docMk/>
            <pc:sldMk cId="1587130274" sldId="273"/>
            <ac:spMk id="273" creationId="{B41786FA-46AE-47AA-B3E1-FB6A1CC0EEBE}"/>
          </ac:spMkLst>
        </pc:spChg>
        <pc:spChg chg="mod">
          <ac:chgData name="Yash Jadhav" userId="535c3d6d-72b8-4f77-8155-55f939173cf2" providerId="ADAL" clId="{F33F88E0-3380-47C4-AFDE-F1AC050ADA82}" dt="2026-01-25T15:58:19.833" v="1232" actId="790"/>
          <ac:spMkLst>
            <pc:docMk/>
            <pc:sldMk cId="1587130274" sldId="273"/>
            <ac:spMk id="274" creationId="{48DB4B67-C6E5-4976-81E2-6A2CB73463C2}"/>
          </ac:spMkLst>
        </pc:spChg>
        <pc:spChg chg="mod">
          <ac:chgData name="Yash Jadhav" userId="535c3d6d-72b8-4f77-8155-55f939173cf2" providerId="ADAL" clId="{F33F88E0-3380-47C4-AFDE-F1AC050ADA82}" dt="2026-01-25T15:58:19.836" v="1233" actId="790"/>
          <ac:spMkLst>
            <pc:docMk/>
            <pc:sldMk cId="1587130274" sldId="273"/>
            <ac:spMk id="275" creationId="{5A164BC7-7953-421D-A9B6-7ECDB6E20991}"/>
          </ac:spMkLst>
        </pc:spChg>
        <pc:spChg chg="mod">
          <ac:chgData name="Yash Jadhav" userId="535c3d6d-72b8-4f77-8155-55f939173cf2" providerId="ADAL" clId="{F33F88E0-3380-47C4-AFDE-F1AC050ADA82}" dt="2026-01-25T15:58:19.839" v="1234" actId="790"/>
          <ac:spMkLst>
            <pc:docMk/>
            <pc:sldMk cId="1587130274" sldId="273"/>
            <ac:spMk id="276" creationId="{FD895151-138D-45A4-A6E5-E6A4FA96842C}"/>
          </ac:spMkLst>
        </pc:spChg>
        <pc:spChg chg="mod">
          <ac:chgData name="Yash Jadhav" userId="535c3d6d-72b8-4f77-8155-55f939173cf2" providerId="ADAL" clId="{F33F88E0-3380-47C4-AFDE-F1AC050ADA82}" dt="2026-01-25T15:58:19.821" v="1229" actId="790"/>
          <ac:spMkLst>
            <pc:docMk/>
            <pc:sldMk cId="1587130274" sldId="273"/>
            <ac:spMk id="277" creationId="{E957AF89-7ECB-4ED5-A163-6E19EE7355A4}"/>
          </ac:spMkLst>
        </pc:spChg>
        <pc:spChg chg="mod">
          <ac:chgData name="Yash Jadhav" userId="535c3d6d-72b8-4f77-8155-55f939173cf2" providerId="ADAL" clId="{F33F88E0-3380-47C4-AFDE-F1AC050ADA82}" dt="2026-01-25T15:58:19.826" v="1230" actId="790"/>
          <ac:spMkLst>
            <pc:docMk/>
            <pc:sldMk cId="1587130274" sldId="273"/>
            <ac:spMk id="278" creationId="{A7FA65C3-2C91-41B9-B2A0-A1FB69B14C79}"/>
          </ac:spMkLst>
        </pc:spChg>
        <pc:spChg chg="mod">
          <ac:chgData name="Yash Jadhav" userId="535c3d6d-72b8-4f77-8155-55f939173cf2" providerId="ADAL" clId="{F33F88E0-3380-47C4-AFDE-F1AC050ADA82}" dt="2026-01-25T15:58:19.830" v="1231" actId="790"/>
          <ac:spMkLst>
            <pc:docMk/>
            <pc:sldMk cId="1587130274" sldId="273"/>
            <ac:spMk id="279" creationId="{0D80B375-591F-4243-BCFA-14321ABEDE9B}"/>
          </ac:spMkLst>
        </pc:spChg>
        <pc:spChg chg="mod">
          <ac:chgData name="Yash Jadhav" userId="535c3d6d-72b8-4f77-8155-55f939173cf2" providerId="ADAL" clId="{F33F88E0-3380-47C4-AFDE-F1AC050ADA82}" dt="2026-01-25T15:58:19.812" v="1226" actId="790"/>
          <ac:spMkLst>
            <pc:docMk/>
            <pc:sldMk cId="1587130274" sldId="273"/>
            <ac:spMk id="284" creationId="{2062F6F8-606D-44AC-BF2E-C1C4361C7094}"/>
          </ac:spMkLst>
        </pc:spChg>
        <pc:spChg chg="mod">
          <ac:chgData name="Yash Jadhav" userId="535c3d6d-72b8-4f77-8155-55f939173cf2" providerId="ADAL" clId="{F33F88E0-3380-47C4-AFDE-F1AC050ADA82}" dt="2026-01-25T15:58:19.816" v="1227" actId="790"/>
          <ac:spMkLst>
            <pc:docMk/>
            <pc:sldMk cId="1587130274" sldId="273"/>
            <ac:spMk id="285" creationId="{7D89AFC2-EB32-4256-847E-6FE3238CFBF3}"/>
          </ac:spMkLst>
        </pc:spChg>
        <pc:spChg chg="mod">
          <ac:chgData name="Yash Jadhav" userId="535c3d6d-72b8-4f77-8155-55f939173cf2" providerId="ADAL" clId="{F33F88E0-3380-47C4-AFDE-F1AC050ADA82}" dt="2026-01-25T15:58:19.819" v="1228" actId="790"/>
          <ac:spMkLst>
            <pc:docMk/>
            <pc:sldMk cId="1587130274" sldId="273"/>
            <ac:spMk id="286" creationId="{EB6D1C45-2BFA-4C9E-B821-61798C097B6B}"/>
          </ac:spMkLst>
        </pc:spChg>
        <pc:spChg chg="mod">
          <ac:chgData name="Yash Jadhav" userId="535c3d6d-72b8-4f77-8155-55f939173cf2" providerId="ADAL" clId="{F33F88E0-3380-47C4-AFDE-F1AC050ADA82}" dt="2026-01-25T15:58:19.802" v="1223" actId="790"/>
          <ac:spMkLst>
            <pc:docMk/>
            <pc:sldMk cId="1587130274" sldId="273"/>
            <ac:spMk id="287" creationId="{B304889C-5D8A-4E0F-9F10-68B064EB3168}"/>
          </ac:spMkLst>
        </pc:spChg>
        <pc:spChg chg="mod">
          <ac:chgData name="Yash Jadhav" userId="535c3d6d-72b8-4f77-8155-55f939173cf2" providerId="ADAL" clId="{F33F88E0-3380-47C4-AFDE-F1AC050ADA82}" dt="2026-01-25T15:58:19.805" v="1224" actId="790"/>
          <ac:spMkLst>
            <pc:docMk/>
            <pc:sldMk cId="1587130274" sldId="273"/>
            <ac:spMk id="288" creationId="{FAB57B6A-3232-4CE0-9F22-DE9D02CC5CA6}"/>
          </ac:spMkLst>
        </pc:spChg>
        <pc:spChg chg="mod">
          <ac:chgData name="Yash Jadhav" userId="535c3d6d-72b8-4f77-8155-55f939173cf2" providerId="ADAL" clId="{F33F88E0-3380-47C4-AFDE-F1AC050ADA82}" dt="2026-01-25T15:58:19.809" v="1225" actId="790"/>
          <ac:spMkLst>
            <pc:docMk/>
            <pc:sldMk cId="1587130274" sldId="273"/>
            <ac:spMk id="289" creationId="{B0E0388F-196C-42E0-929F-3304EB81E8C3}"/>
          </ac:spMkLst>
        </pc:spChg>
        <pc:spChg chg="mod">
          <ac:chgData name="Yash Jadhav" userId="535c3d6d-72b8-4f77-8155-55f939173cf2" providerId="ADAL" clId="{F33F88E0-3380-47C4-AFDE-F1AC050ADA82}" dt="2026-01-25T15:58:19.792" v="1220" actId="790"/>
          <ac:spMkLst>
            <pc:docMk/>
            <pc:sldMk cId="1587130274" sldId="273"/>
            <ac:spMk id="290" creationId="{99410BFE-5948-4EE1-88B1-D82B922C7B76}"/>
          </ac:spMkLst>
        </pc:spChg>
        <pc:spChg chg="mod">
          <ac:chgData name="Yash Jadhav" userId="535c3d6d-72b8-4f77-8155-55f939173cf2" providerId="ADAL" clId="{F33F88E0-3380-47C4-AFDE-F1AC050ADA82}" dt="2026-01-25T15:58:19.796" v="1221" actId="790"/>
          <ac:spMkLst>
            <pc:docMk/>
            <pc:sldMk cId="1587130274" sldId="273"/>
            <ac:spMk id="291" creationId="{7DBBE7D7-8A56-45D6-98A5-43D6A5031073}"/>
          </ac:spMkLst>
        </pc:spChg>
        <pc:spChg chg="mod">
          <ac:chgData name="Yash Jadhav" userId="535c3d6d-72b8-4f77-8155-55f939173cf2" providerId="ADAL" clId="{F33F88E0-3380-47C4-AFDE-F1AC050ADA82}" dt="2026-01-25T15:58:19.799" v="1222" actId="790"/>
          <ac:spMkLst>
            <pc:docMk/>
            <pc:sldMk cId="1587130274" sldId="273"/>
            <ac:spMk id="292" creationId="{FEC7B31A-8217-4E67-B3CC-F9B855F90F14}"/>
          </ac:spMkLst>
        </pc:spChg>
        <pc:spChg chg="mod">
          <ac:chgData name="Yash Jadhav" userId="535c3d6d-72b8-4f77-8155-55f939173cf2" providerId="ADAL" clId="{F33F88E0-3380-47C4-AFDE-F1AC050ADA82}" dt="2026-01-25T15:58:19.784" v="1217" actId="790"/>
          <ac:spMkLst>
            <pc:docMk/>
            <pc:sldMk cId="1587130274" sldId="273"/>
            <ac:spMk id="293" creationId="{D59B1A89-B313-43CD-996B-15B5A70CF4A9}"/>
          </ac:spMkLst>
        </pc:spChg>
        <pc:spChg chg="mod">
          <ac:chgData name="Yash Jadhav" userId="535c3d6d-72b8-4f77-8155-55f939173cf2" providerId="ADAL" clId="{F33F88E0-3380-47C4-AFDE-F1AC050ADA82}" dt="2026-01-25T15:58:19.786" v="1218" actId="790"/>
          <ac:spMkLst>
            <pc:docMk/>
            <pc:sldMk cId="1587130274" sldId="273"/>
            <ac:spMk id="294" creationId="{91D1EAFB-1311-42FC-B5C8-FCF0D2B216D0}"/>
          </ac:spMkLst>
        </pc:spChg>
        <pc:spChg chg="mod">
          <ac:chgData name="Yash Jadhav" userId="535c3d6d-72b8-4f77-8155-55f939173cf2" providerId="ADAL" clId="{F33F88E0-3380-47C4-AFDE-F1AC050ADA82}" dt="2026-01-25T15:58:19.789" v="1219" actId="790"/>
          <ac:spMkLst>
            <pc:docMk/>
            <pc:sldMk cId="1587130274" sldId="273"/>
            <ac:spMk id="295" creationId="{ABB0430C-152B-4B78-8959-13A51EB942A5}"/>
          </ac:spMkLst>
        </pc:spChg>
        <pc:spChg chg="mod">
          <ac:chgData name="Yash Jadhav" userId="535c3d6d-72b8-4f77-8155-55f939173cf2" providerId="ADAL" clId="{F33F88E0-3380-47C4-AFDE-F1AC050ADA82}" dt="2026-01-25T15:58:19.774" v="1214" actId="790"/>
          <ac:spMkLst>
            <pc:docMk/>
            <pc:sldMk cId="1587130274" sldId="273"/>
            <ac:spMk id="300" creationId="{E7995E37-6311-4024-8575-FD488D5AF39E}"/>
          </ac:spMkLst>
        </pc:spChg>
        <pc:spChg chg="mod">
          <ac:chgData name="Yash Jadhav" userId="535c3d6d-72b8-4f77-8155-55f939173cf2" providerId="ADAL" clId="{F33F88E0-3380-47C4-AFDE-F1AC050ADA82}" dt="2026-01-25T15:58:19.777" v="1215" actId="790"/>
          <ac:spMkLst>
            <pc:docMk/>
            <pc:sldMk cId="1587130274" sldId="273"/>
            <ac:spMk id="301" creationId="{04AD7D4E-7405-4F35-B40C-982DEF233311}"/>
          </ac:spMkLst>
        </pc:spChg>
        <pc:spChg chg="mod">
          <ac:chgData name="Yash Jadhav" userId="535c3d6d-72b8-4f77-8155-55f939173cf2" providerId="ADAL" clId="{F33F88E0-3380-47C4-AFDE-F1AC050ADA82}" dt="2026-01-25T15:58:19.781" v="1216" actId="790"/>
          <ac:spMkLst>
            <pc:docMk/>
            <pc:sldMk cId="1587130274" sldId="273"/>
            <ac:spMk id="302" creationId="{3183B57B-94F8-4ABD-A65F-03A26D0AB75F}"/>
          </ac:spMkLst>
        </pc:spChg>
        <pc:spChg chg="mod">
          <ac:chgData name="Yash Jadhav" userId="535c3d6d-72b8-4f77-8155-55f939173cf2" providerId="ADAL" clId="{F33F88E0-3380-47C4-AFDE-F1AC050ADA82}" dt="2026-01-25T15:58:19.766" v="1211" actId="790"/>
          <ac:spMkLst>
            <pc:docMk/>
            <pc:sldMk cId="1587130274" sldId="273"/>
            <ac:spMk id="303" creationId="{162EF658-4CAB-488B-A410-E3E45B093533}"/>
          </ac:spMkLst>
        </pc:spChg>
        <pc:spChg chg="mod">
          <ac:chgData name="Yash Jadhav" userId="535c3d6d-72b8-4f77-8155-55f939173cf2" providerId="ADAL" clId="{F33F88E0-3380-47C4-AFDE-F1AC050ADA82}" dt="2026-01-25T15:58:19.769" v="1212" actId="790"/>
          <ac:spMkLst>
            <pc:docMk/>
            <pc:sldMk cId="1587130274" sldId="273"/>
            <ac:spMk id="304" creationId="{8611D923-3D8B-4438-86D9-0996E3A26004}"/>
          </ac:spMkLst>
        </pc:spChg>
        <pc:spChg chg="mod">
          <ac:chgData name="Yash Jadhav" userId="535c3d6d-72b8-4f77-8155-55f939173cf2" providerId="ADAL" clId="{F33F88E0-3380-47C4-AFDE-F1AC050ADA82}" dt="2026-01-25T15:58:19.772" v="1213" actId="790"/>
          <ac:spMkLst>
            <pc:docMk/>
            <pc:sldMk cId="1587130274" sldId="273"/>
            <ac:spMk id="305" creationId="{088A1383-9649-4BCF-B870-03DEB7D42351}"/>
          </ac:spMkLst>
        </pc:spChg>
        <pc:spChg chg="mod">
          <ac:chgData name="Yash Jadhav" userId="535c3d6d-72b8-4f77-8155-55f939173cf2" providerId="ADAL" clId="{F33F88E0-3380-47C4-AFDE-F1AC050ADA82}" dt="2026-01-25T15:58:19.756" v="1208" actId="790"/>
          <ac:spMkLst>
            <pc:docMk/>
            <pc:sldMk cId="1587130274" sldId="273"/>
            <ac:spMk id="306" creationId="{207948ED-CC19-4A59-9F32-04D228E66A41}"/>
          </ac:spMkLst>
        </pc:spChg>
        <pc:spChg chg="mod">
          <ac:chgData name="Yash Jadhav" userId="535c3d6d-72b8-4f77-8155-55f939173cf2" providerId="ADAL" clId="{F33F88E0-3380-47C4-AFDE-F1AC050ADA82}" dt="2026-01-25T15:58:19.760" v="1209" actId="790"/>
          <ac:spMkLst>
            <pc:docMk/>
            <pc:sldMk cId="1587130274" sldId="273"/>
            <ac:spMk id="307" creationId="{4F3967BE-4917-44D9-B4E9-85C3ED5AD68F}"/>
          </ac:spMkLst>
        </pc:spChg>
        <pc:spChg chg="mod">
          <ac:chgData name="Yash Jadhav" userId="535c3d6d-72b8-4f77-8155-55f939173cf2" providerId="ADAL" clId="{F33F88E0-3380-47C4-AFDE-F1AC050ADA82}" dt="2026-01-25T15:58:19.762" v="1210" actId="790"/>
          <ac:spMkLst>
            <pc:docMk/>
            <pc:sldMk cId="1587130274" sldId="273"/>
            <ac:spMk id="308" creationId="{3AFB40D0-029E-4E4D-BF93-6E3B55AF8460}"/>
          </ac:spMkLst>
        </pc:spChg>
        <pc:spChg chg="mod">
          <ac:chgData name="Yash Jadhav" userId="535c3d6d-72b8-4f77-8155-55f939173cf2" providerId="ADAL" clId="{F33F88E0-3380-47C4-AFDE-F1AC050ADA82}" dt="2026-01-25T15:58:19.747" v="1205" actId="790"/>
          <ac:spMkLst>
            <pc:docMk/>
            <pc:sldMk cId="1587130274" sldId="273"/>
            <ac:spMk id="309" creationId="{07D5D49A-7AB8-46E3-91EB-8C139DD0F8F1}"/>
          </ac:spMkLst>
        </pc:spChg>
        <pc:spChg chg="mod">
          <ac:chgData name="Yash Jadhav" userId="535c3d6d-72b8-4f77-8155-55f939173cf2" providerId="ADAL" clId="{F33F88E0-3380-47C4-AFDE-F1AC050ADA82}" dt="2026-01-25T15:58:19.749" v="1206" actId="790"/>
          <ac:spMkLst>
            <pc:docMk/>
            <pc:sldMk cId="1587130274" sldId="273"/>
            <ac:spMk id="310" creationId="{236FCDD9-0BAD-4DCB-88A5-3C8F339E9CC6}"/>
          </ac:spMkLst>
        </pc:spChg>
        <pc:spChg chg="mod">
          <ac:chgData name="Yash Jadhav" userId="535c3d6d-72b8-4f77-8155-55f939173cf2" providerId="ADAL" clId="{F33F88E0-3380-47C4-AFDE-F1AC050ADA82}" dt="2026-01-25T15:58:19.752" v="1207" actId="790"/>
          <ac:spMkLst>
            <pc:docMk/>
            <pc:sldMk cId="1587130274" sldId="273"/>
            <ac:spMk id="311" creationId="{8C034028-3279-4754-87B2-0DEA437CDC39}"/>
          </ac:spMkLst>
        </pc:spChg>
        <pc:spChg chg="mod">
          <ac:chgData name="Yash Jadhav" userId="535c3d6d-72b8-4f77-8155-55f939173cf2" providerId="ADAL" clId="{F33F88E0-3380-47C4-AFDE-F1AC050ADA82}" dt="2026-01-25T15:58:19.738" v="1202" actId="790"/>
          <ac:spMkLst>
            <pc:docMk/>
            <pc:sldMk cId="1587130274" sldId="273"/>
            <ac:spMk id="316" creationId="{14C3F00F-D1C6-487A-8C2D-002681C73A61}"/>
          </ac:spMkLst>
        </pc:spChg>
        <pc:spChg chg="mod">
          <ac:chgData name="Yash Jadhav" userId="535c3d6d-72b8-4f77-8155-55f939173cf2" providerId="ADAL" clId="{F33F88E0-3380-47C4-AFDE-F1AC050ADA82}" dt="2026-01-25T15:58:19.741" v="1203" actId="790"/>
          <ac:spMkLst>
            <pc:docMk/>
            <pc:sldMk cId="1587130274" sldId="273"/>
            <ac:spMk id="317" creationId="{A7607290-93B0-4E5E-9489-573BBA5D2E6C}"/>
          </ac:spMkLst>
        </pc:spChg>
        <pc:spChg chg="mod">
          <ac:chgData name="Yash Jadhav" userId="535c3d6d-72b8-4f77-8155-55f939173cf2" providerId="ADAL" clId="{F33F88E0-3380-47C4-AFDE-F1AC050ADA82}" dt="2026-01-25T15:58:19.744" v="1204" actId="790"/>
          <ac:spMkLst>
            <pc:docMk/>
            <pc:sldMk cId="1587130274" sldId="273"/>
            <ac:spMk id="318" creationId="{E0DC6F34-0DDE-4071-9D74-0275E67241BC}"/>
          </ac:spMkLst>
        </pc:spChg>
        <pc:spChg chg="mod">
          <ac:chgData name="Yash Jadhav" userId="535c3d6d-72b8-4f77-8155-55f939173cf2" providerId="ADAL" clId="{F33F88E0-3380-47C4-AFDE-F1AC050ADA82}" dt="2026-01-25T15:58:19.729" v="1199" actId="790"/>
          <ac:spMkLst>
            <pc:docMk/>
            <pc:sldMk cId="1587130274" sldId="273"/>
            <ac:spMk id="319" creationId="{49808305-F29E-46C4-AB7A-231C68833B88}"/>
          </ac:spMkLst>
        </pc:spChg>
        <pc:spChg chg="mod">
          <ac:chgData name="Yash Jadhav" userId="535c3d6d-72b8-4f77-8155-55f939173cf2" providerId="ADAL" clId="{F33F88E0-3380-47C4-AFDE-F1AC050ADA82}" dt="2026-01-25T15:58:19.732" v="1200" actId="790"/>
          <ac:spMkLst>
            <pc:docMk/>
            <pc:sldMk cId="1587130274" sldId="273"/>
            <ac:spMk id="320" creationId="{3645702E-BAED-4B3D-B177-E66EB431C617}"/>
          </ac:spMkLst>
        </pc:spChg>
        <pc:spChg chg="mod">
          <ac:chgData name="Yash Jadhav" userId="535c3d6d-72b8-4f77-8155-55f939173cf2" providerId="ADAL" clId="{F33F88E0-3380-47C4-AFDE-F1AC050ADA82}" dt="2026-01-25T15:58:19.736" v="1201" actId="790"/>
          <ac:spMkLst>
            <pc:docMk/>
            <pc:sldMk cId="1587130274" sldId="273"/>
            <ac:spMk id="321" creationId="{377BA51D-605E-4AA1-BF83-A4714F055358}"/>
          </ac:spMkLst>
        </pc:spChg>
        <pc:spChg chg="mod">
          <ac:chgData name="Yash Jadhav" userId="535c3d6d-72b8-4f77-8155-55f939173cf2" providerId="ADAL" clId="{F33F88E0-3380-47C4-AFDE-F1AC050ADA82}" dt="2026-01-25T15:58:19.720" v="1196" actId="790"/>
          <ac:spMkLst>
            <pc:docMk/>
            <pc:sldMk cId="1587130274" sldId="273"/>
            <ac:spMk id="322" creationId="{C6CF10C2-C593-4A94-9100-DE77998F7AF8}"/>
          </ac:spMkLst>
        </pc:spChg>
        <pc:spChg chg="mod">
          <ac:chgData name="Yash Jadhav" userId="535c3d6d-72b8-4f77-8155-55f939173cf2" providerId="ADAL" clId="{F33F88E0-3380-47C4-AFDE-F1AC050ADA82}" dt="2026-01-25T15:58:19.724" v="1197" actId="790"/>
          <ac:spMkLst>
            <pc:docMk/>
            <pc:sldMk cId="1587130274" sldId="273"/>
            <ac:spMk id="323" creationId="{2E207EF4-023C-420B-9106-85BAF683F6B7}"/>
          </ac:spMkLst>
        </pc:spChg>
        <pc:spChg chg="mod">
          <ac:chgData name="Yash Jadhav" userId="535c3d6d-72b8-4f77-8155-55f939173cf2" providerId="ADAL" clId="{F33F88E0-3380-47C4-AFDE-F1AC050ADA82}" dt="2026-01-25T15:58:19.726" v="1198" actId="790"/>
          <ac:spMkLst>
            <pc:docMk/>
            <pc:sldMk cId="1587130274" sldId="273"/>
            <ac:spMk id="324" creationId="{8F4B5FAC-7C01-44F4-934B-A65076B735C4}"/>
          </ac:spMkLst>
        </pc:spChg>
        <pc:spChg chg="mod">
          <ac:chgData name="Yash Jadhav" userId="535c3d6d-72b8-4f77-8155-55f939173cf2" providerId="ADAL" clId="{F33F88E0-3380-47C4-AFDE-F1AC050ADA82}" dt="2026-01-25T15:58:19.711" v="1193" actId="790"/>
          <ac:spMkLst>
            <pc:docMk/>
            <pc:sldMk cId="1587130274" sldId="273"/>
            <ac:spMk id="325" creationId="{7F8AC8C0-081E-4466-A862-2769238DF322}"/>
          </ac:spMkLst>
        </pc:spChg>
        <pc:spChg chg="mod">
          <ac:chgData name="Yash Jadhav" userId="535c3d6d-72b8-4f77-8155-55f939173cf2" providerId="ADAL" clId="{F33F88E0-3380-47C4-AFDE-F1AC050ADA82}" dt="2026-01-25T15:58:19.714" v="1194" actId="790"/>
          <ac:spMkLst>
            <pc:docMk/>
            <pc:sldMk cId="1587130274" sldId="273"/>
            <ac:spMk id="326" creationId="{1F127A01-912D-44A2-99E5-5D7F61AA600F}"/>
          </ac:spMkLst>
        </pc:spChg>
        <pc:spChg chg="mod">
          <ac:chgData name="Yash Jadhav" userId="535c3d6d-72b8-4f77-8155-55f939173cf2" providerId="ADAL" clId="{F33F88E0-3380-47C4-AFDE-F1AC050ADA82}" dt="2026-01-25T15:58:19.717" v="1195" actId="790"/>
          <ac:spMkLst>
            <pc:docMk/>
            <pc:sldMk cId="1587130274" sldId="273"/>
            <ac:spMk id="327" creationId="{6D6DC4A3-091F-47E6-BECE-29CC8D1551FD}"/>
          </ac:spMkLst>
        </pc:spChg>
        <pc:spChg chg="mod">
          <ac:chgData name="Yash Jadhav" userId="535c3d6d-72b8-4f77-8155-55f939173cf2" providerId="ADAL" clId="{F33F88E0-3380-47C4-AFDE-F1AC050ADA82}" dt="2026-01-25T15:58:19.702" v="1190" actId="790"/>
          <ac:spMkLst>
            <pc:docMk/>
            <pc:sldMk cId="1587130274" sldId="273"/>
            <ac:spMk id="332" creationId="{2184DD79-7F77-40F0-8CEE-BF4255F73F97}"/>
          </ac:spMkLst>
        </pc:spChg>
        <pc:spChg chg="mod">
          <ac:chgData name="Yash Jadhav" userId="535c3d6d-72b8-4f77-8155-55f939173cf2" providerId="ADAL" clId="{F33F88E0-3380-47C4-AFDE-F1AC050ADA82}" dt="2026-01-25T15:58:19.705" v="1191" actId="790"/>
          <ac:spMkLst>
            <pc:docMk/>
            <pc:sldMk cId="1587130274" sldId="273"/>
            <ac:spMk id="333" creationId="{9364FF2A-6AF3-437D-BD4A-3DC43E3E7204}"/>
          </ac:spMkLst>
        </pc:spChg>
        <pc:spChg chg="mod">
          <ac:chgData name="Yash Jadhav" userId="535c3d6d-72b8-4f77-8155-55f939173cf2" providerId="ADAL" clId="{F33F88E0-3380-47C4-AFDE-F1AC050ADA82}" dt="2026-01-25T15:58:19.708" v="1192" actId="790"/>
          <ac:spMkLst>
            <pc:docMk/>
            <pc:sldMk cId="1587130274" sldId="273"/>
            <ac:spMk id="334" creationId="{6538651D-A495-48AA-A62D-8EECC44F499A}"/>
          </ac:spMkLst>
        </pc:spChg>
        <pc:spChg chg="mod">
          <ac:chgData name="Yash Jadhav" userId="535c3d6d-72b8-4f77-8155-55f939173cf2" providerId="ADAL" clId="{F33F88E0-3380-47C4-AFDE-F1AC050ADA82}" dt="2026-01-25T15:58:19.692" v="1187" actId="790"/>
          <ac:spMkLst>
            <pc:docMk/>
            <pc:sldMk cId="1587130274" sldId="273"/>
            <ac:spMk id="335" creationId="{E7EEBC9B-84D6-4AA1-ABE7-DFFD809B38A6}"/>
          </ac:spMkLst>
        </pc:spChg>
        <pc:spChg chg="mod">
          <ac:chgData name="Yash Jadhav" userId="535c3d6d-72b8-4f77-8155-55f939173cf2" providerId="ADAL" clId="{F33F88E0-3380-47C4-AFDE-F1AC050ADA82}" dt="2026-01-25T15:58:19.696" v="1188" actId="790"/>
          <ac:spMkLst>
            <pc:docMk/>
            <pc:sldMk cId="1587130274" sldId="273"/>
            <ac:spMk id="336" creationId="{D73E94F9-E733-47B1-8F6E-E717C64CB027}"/>
          </ac:spMkLst>
        </pc:spChg>
        <pc:spChg chg="mod">
          <ac:chgData name="Yash Jadhav" userId="535c3d6d-72b8-4f77-8155-55f939173cf2" providerId="ADAL" clId="{F33F88E0-3380-47C4-AFDE-F1AC050ADA82}" dt="2026-01-25T15:58:19.700" v="1189" actId="790"/>
          <ac:spMkLst>
            <pc:docMk/>
            <pc:sldMk cId="1587130274" sldId="273"/>
            <ac:spMk id="337" creationId="{8237A655-A860-4BC6-9EE7-AA224D606AD6}"/>
          </ac:spMkLst>
        </pc:spChg>
        <pc:spChg chg="mod">
          <ac:chgData name="Yash Jadhav" userId="535c3d6d-72b8-4f77-8155-55f939173cf2" providerId="ADAL" clId="{F33F88E0-3380-47C4-AFDE-F1AC050ADA82}" dt="2026-01-25T15:58:19.681" v="1184" actId="790"/>
          <ac:spMkLst>
            <pc:docMk/>
            <pc:sldMk cId="1587130274" sldId="273"/>
            <ac:spMk id="338" creationId="{932DB050-1B8C-435A-9D52-34AE5537B39D}"/>
          </ac:spMkLst>
        </pc:spChg>
        <pc:spChg chg="mod">
          <ac:chgData name="Yash Jadhav" userId="535c3d6d-72b8-4f77-8155-55f939173cf2" providerId="ADAL" clId="{F33F88E0-3380-47C4-AFDE-F1AC050ADA82}" dt="2026-01-25T15:58:19.685" v="1185" actId="790"/>
          <ac:spMkLst>
            <pc:docMk/>
            <pc:sldMk cId="1587130274" sldId="273"/>
            <ac:spMk id="339" creationId="{26BE6C6D-9EF8-4532-A99E-5339ECD28ABE}"/>
          </ac:spMkLst>
        </pc:spChg>
        <pc:spChg chg="mod">
          <ac:chgData name="Yash Jadhav" userId="535c3d6d-72b8-4f77-8155-55f939173cf2" providerId="ADAL" clId="{F33F88E0-3380-47C4-AFDE-F1AC050ADA82}" dt="2026-01-25T15:58:19.689" v="1186" actId="790"/>
          <ac:spMkLst>
            <pc:docMk/>
            <pc:sldMk cId="1587130274" sldId="273"/>
            <ac:spMk id="340" creationId="{02B5692B-176A-4152-9906-6F5603E7E52A}"/>
          </ac:spMkLst>
        </pc:spChg>
        <pc:spChg chg="mod">
          <ac:chgData name="Yash Jadhav" userId="535c3d6d-72b8-4f77-8155-55f939173cf2" providerId="ADAL" clId="{F33F88E0-3380-47C4-AFDE-F1AC050ADA82}" dt="2026-01-25T15:58:19.671" v="1181" actId="790"/>
          <ac:spMkLst>
            <pc:docMk/>
            <pc:sldMk cId="1587130274" sldId="273"/>
            <ac:spMk id="341" creationId="{B8BA3693-7B9B-43C2-BBA8-4EB9021E4FF5}"/>
          </ac:spMkLst>
        </pc:spChg>
        <pc:spChg chg="mod">
          <ac:chgData name="Yash Jadhav" userId="535c3d6d-72b8-4f77-8155-55f939173cf2" providerId="ADAL" clId="{F33F88E0-3380-47C4-AFDE-F1AC050ADA82}" dt="2026-01-25T15:58:19.675" v="1182" actId="790"/>
          <ac:spMkLst>
            <pc:docMk/>
            <pc:sldMk cId="1587130274" sldId="273"/>
            <ac:spMk id="342" creationId="{12459F7F-AE3C-4CE6-9773-A914BA9F2A42}"/>
          </ac:spMkLst>
        </pc:spChg>
        <pc:spChg chg="mod">
          <ac:chgData name="Yash Jadhav" userId="535c3d6d-72b8-4f77-8155-55f939173cf2" providerId="ADAL" clId="{F33F88E0-3380-47C4-AFDE-F1AC050ADA82}" dt="2026-01-25T15:58:19.678" v="1183" actId="790"/>
          <ac:spMkLst>
            <pc:docMk/>
            <pc:sldMk cId="1587130274" sldId="273"/>
            <ac:spMk id="343" creationId="{7470A25B-C55C-4628-B65F-D2A4DBCE45D2}"/>
          </ac:spMkLst>
        </pc:spChg>
        <pc:spChg chg="mod">
          <ac:chgData name="Yash Jadhav" userId="535c3d6d-72b8-4f77-8155-55f939173cf2" providerId="ADAL" clId="{F33F88E0-3380-47C4-AFDE-F1AC050ADA82}" dt="2026-01-25T15:58:19.661" v="1178" actId="790"/>
          <ac:spMkLst>
            <pc:docMk/>
            <pc:sldMk cId="1587130274" sldId="273"/>
            <ac:spMk id="348" creationId="{8A77BE44-1ED1-4F9B-BB23-D30EAB9947D3}"/>
          </ac:spMkLst>
        </pc:spChg>
        <pc:spChg chg="mod">
          <ac:chgData name="Yash Jadhav" userId="535c3d6d-72b8-4f77-8155-55f939173cf2" providerId="ADAL" clId="{F33F88E0-3380-47C4-AFDE-F1AC050ADA82}" dt="2026-01-25T15:58:19.664" v="1179" actId="790"/>
          <ac:spMkLst>
            <pc:docMk/>
            <pc:sldMk cId="1587130274" sldId="273"/>
            <ac:spMk id="349" creationId="{6E60E4D1-DD49-4951-9B52-4DB9FDF80EC2}"/>
          </ac:spMkLst>
        </pc:spChg>
        <pc:spChg chg="mod">
          <ac:chgData name="Yash Jadhav" userId="535c3d6d-72b8-4f77-8155-55f939173cf2" providerId="ADAL" clId="{F33F88E0-3380-47C4-AFDE-F1AC050ADA82}" dt="2026-01-25T15:58:19.668" v="1180" actId="790"/>
          <ac:spMkLst>
            <pc:docMk/>
            <pc:sldMk cId="1587130274" sldId="273"/>
            <ac:spMk id="350" creationId="{E84E6B08-3DAF-4338-AE82-234B1311D494}"/>
          </ac:spMkLst>
        </pc:spChg>
        <pc:spChg chg="mod">
          <ac:chgData name="Yash Jadhav" userId="535c3d6d-72b8-4f77-8155-55f939173cf2" providerId="ADAL" clId="{F33F88E0-3380-47C4-AFDE-F1AC050ADA82}" dt="2026-01-25T15:58:19.651" v="1175" actId="790"/>
          <ac:spMkLst>
            <pc:docMk/>
            <pc:sldMk cId="1587130274" sldId="273"/>
            <ac:spMk id="351" creationId="{E922ED01-88A3-41EA-A067-94DF7E4EAC83}"/>
          </ac:spMkLst>
        </pc:spChg>
        <pc:spChg chg="mod">
          <ac:chgData name="Yash Jadhav" userId="535c3d6d-72b8-4f77-8155-55f939173cf2" providerId="ADAL" clId="{F33F88E0-3380-47C4-AFDE-F1AC050ADA82}" dt="2026-01-25T15:58:19.654" v="1176" actId="790"/>
          <ac:spMkLst>
            <pc:docMk/>
            <pc:sldMk cId="1587130274" sldId="273"/>
            <ac:spMk id="352" creationId="{6154C451-C3B7-420F-9D51-E25A25B028A9}"/>
          </ac:spMkLst>
        </pc:spChg>
        <pc:spChg chg="mod">
          <ac:chgData name="Yash Jadhav" userId="535c3d6d-72b8-4f77-8155-55f939173cf2" providerId="ADAL" clId="{F33F88E0-3380-47C4-AFDE-F1AC050ADA82}" dt="2026-01-25T15:58:19.658" v="1177" actId="790"/>
          <ac:spMkLst>
            <pc:docMk/>
            <pc:sldMk cId="1587130274" sldId="273"/>
            <ac:spMk id="353" creationId="{4C07D482-E6DF-40D6-A6AC-0AE42BBBB7E6}"/>
          </ac:spMkLst>
        </pc:spChg>
        <pc:spChg chg="mod">
          <ac:chgData name="Yash Jadhav" userId="535c3d6d-72b8-4f77-8155-55f939173cf2" providerId="ADAL" clId="{F33F88E0-3380-47C4-AFDE-F1AC050ADA82}" dt="2026-01-25T15:58:19.641" v="1172" actId="790"/>
          <ac:spMkLst>
            <pc:docMk/>
            <pc:sldMk cId="1587130274" sldId="273"/>
            <ac:spMk id="354" creationId="{5D0DD0E7-FDD4-43E4-8AD4-9F6C99570104}"/>
          </ac:spMkLst>
        </pc:spChg>
        <pc:spChg chg="mod">
          <ac:chgData name="Yash Jadhav" userId="535c3d6d-72b8-4f77-8155-55f939173cf2" providerId="ADAL" clId="{F33F88E0-3380-47C4-AFDE-F1AC050ADA82}" dt="2026-01-25T15:58:19.644" v="1173" actId="790"/>
          <ac:spMkLst>
            <pc:docMk/>
            <pc:sldMk cId="1587130274" sldId="273"/>
            <ac:spMk id="355" creationId="{D3051C2E-A199-459D-9AA2-0F27ED562AAB}"/>
          </ac:spMkLst>
        </pc:spChg>
        <pc:spChg chg="mod">
          <ac:chgData name="Yash Jadhav" userId="535c3d6d-72b8-4f77-8155-55f939173cf2" providerId="ADAL" clId="{F33F88E0-3380-47C4-AFDE-F1AC050ADA82}" dt="2026-01-25T15:58:19.646" v="1174" actId="790"/>
          <ac:spMkLst>
            <pc:docMk/>
            <pc:sldMk cId="1587130274" sldId="273"/>
            <ac:spMk id="356" creationId="{58B57F66-A9D5-4D0A-AC87-B0BE8160A4F2}"/>
          </ac:spMkLst>
        </pc:spChg>
        <pc:spChg chg="mod">
          <ac:chgData name="Yash Jadhav" userId="535c3d6d-72b8-4f77-8155-55f939173cf2" providerId="ADAL" clId="{F33F88E0-3380-47C4-AFDE-F1AC050ADA82}" dt="2026-01-25T15:58:19.631" v="1169" actId="790"/>
          <ac:spMkLst>
            <pc:docMk/>
            <pc:sldMk cId="1587130274" sldId="273"/>
            <ac:spMk id="357" creationId="{1F6B6A9A-1DDE-4DA9-B96D-6B5414F50A4D}"/>
          </ac:spMkLst>
        </pc:spChg>
        <pc:spChg chg="mod">
          <ac:chgData name="Yash Jadhav" userId="535c3d6d-72b8-4f77-8155-55f939173cf2" providerId="ADAL" clId="{F33F88E0-3380-47C4-AFDE-F1AC050ADA82}" dt="2026-01-25T15:58:19.634" v="1170" actId="790"/>
          <ac:spMkLst>
            <pc:docMk/>
            <pc:sldMk cId="1587130274" sldId="273"/>
            <ac:spMk id="358" creationId="{EC0ADF90-39FA-4AA2-AEC7-DE6C4A94B260}"/>
          </ac:spMkLst>
        </pc:spChg>
        <pc:spChg chg="mod">
          <ac:chgData name="Yash Jadhav" userId="535c3d6d-72b8-4f77-8155-55f939173cf2" providerId="ADAL" clId="{F33F88E0-3380-47C4-AFDE-F1AC050ADA82}" dt="2026-01-25T15:58:19.638" v="1171" actId="790"/>
          <ac:spMkLst>
            <pc:docMk/>
            <pc:sldMk cId="1587130274" sldId="273"/>
            <ac:spMk id="359" creationId="{F7BE19E2-9A7C-4040-9B85-9C7246FBF4DD}"/>
          </ac:spMkLst>
        </pc:spChg>
        <pc:spChg chg="mod">
          <ac:chgData name="Yash Jadhav" userId="535c3d6d-72b8-4f77-8155-55f939173cf2" providerId="ADAL" clId="{F33F88E0-3380-47C4-AFDE-F1AC050ADA82}" dt="2026-01-25T15:58:19.621" v="1166" actId="790"/>
          <ac:spMkLst>
            <pc:docMk/>
            <pc:sldMk cId="1587130274" sldId="273"/>
            <ac:spMk id="364" creationId="{5A8BCC4B-713B-44B3-BABE-03C9D0D3D9CE}"/>
          </ac:spMkLst>
        </pc:spChg>
        <pc:spChg chg="mod">
          <ac:chgData name="Yash Jadhav" userId="535c3d6d-72b8-4f77-8155-55f939173cf2" providerId="ADAL" clId="{F33F88E0-3380-47C4-AFDE-F1AC050ADA82}" dt="2026-01-25T15:58:19.625" v="1167" actId="790"/>
          <ac:spMkLst>
            <pc:docMk/>
            <pc:sldMk cId="1587130274" sldId="273"/>
            <ac:spMk id="365" creationId="{EEEF995A-E634-4BB0-8A40-97E3BB79C976}"/>
          </ac:spMkLst>
        </pc:spChg>
        <pc:spChg chg="mod">
          <ac:chgData name="Yash Jadhav" userId="535c3d6d-72b8-4f77-8155-55f939173cf2" providerId="ADAL" clId="{F33F88E0-3380-47C4-AFDE-F1AC050ADA82}" dt="2026-01-25T15:58:19.628" v="1168" actId="790"/>
          <ac:spMkLst>
            <pc:docMk/>
            <pc:sldMk cId="1587130274" sldId="273"/>
            <ac:spMk id="366" creationId="{0AEE45D4-CC6E-4C0A-B3F2-7D838BCC8191}"/>
          </ac:spMkLst>
        </pc:spChg>
        <pc:spChg chg="mod">
          <ac:chgData name="Yash Jadhav" userId="535c3d6d-72b8-4f77-8155-55f939173cf2" providerId="ADAL" clId="{F33F88E0-3380-47C4-AFDE-F1AC050ADA82}" dt="2026-01-25T15:58:19.610" v="1163" actId="790"/>
          <ac:spMkLst>
            <pc:docMk/>
            <pc:sldMk cId="1587130274" sldId="273"/>
            <ac:spMk id="367" creationId="{02CF8B6E-73F9-4DF4-87DD-7EABDE9452EF}"/>
          </ac:spMkLst>
        </pc:spChg>
        <pc:spChg chg="mod">
          <ac:chgData name="Yash Jadhav" userId="535c3d6d-72b8-4f77-8155-55f939173cf2" providerId="ADAL" clId="{F33F88E0-3380-47C4-AFDE-F1AC050ADA82}" dt="2026-01-25T15:58:19.614" v="1164" actId="790"/>
          <ac:spMkLst>
            <pc:docMk/>
            <pc:sldMk cId="1587130274" sldId="273"/>
            <ac:spMk id="368" creationId="{DA73742F-7CC7-42DC-AC98-CBDD3745CE5C}"/>
          </ac:spMkLst>
        </pc:spChg>
        <pc:spChg chg="mod">
          <ac:chgData name="Yash Jadhav" userId="535c3d6d-72b8-4f77-8155-55f939173cf2" providerId="ADAL" clId="{F33F88E0-3380-47C4-AFDE-F1AC050ADA82}" dt="2026-01-25T15:58:19.618" v="1165" actId="790"/>
          <ac:spMkLst>
            <pc:docMk/>
            <pc:sldMk cId="1587130274" sldId="273"/>
            <ac:spMk id="369" creationId="{7CC71533-7E9F-4CDF-B0AF-9E2EF1ADE9D9}"/>
          </ac:spMkLst>
        </pc:spChg>
        <pc:spChg chg="mod">
          <ac:chgData name="Yash Jadhav" userId="535c3d6d-72b8-4f77-8155-55f939173cf2" providerId="ADAL" clId="{F33F88E0-3380-47C4-AFDE-F1AC050ADA82}" dt="2026-01-25T15:58:19.600" v="1160" actId="790"/>
          <ac:spMkLst>
            <pc:docMk/>
            <pc:sldMk cId="1587130274" sldId="273"/>
            <ac:spMk id="370" creationId="{F4A7236C-CBA9-4F45-A6C1-12AD1A766D7B}"/>
          </ac:spMkLst>
        </pc:spChg>
        <pc:spChg chg="mod">
          <ac:chgData name="Yash Jadhav" userId="535c3d6d-72b8-4f77-8155-55f939173cf2" providerId="ADAL" clId="{F33F88E0-3380-47C4-AFDE-F1AC050ADA82}" dt="2026-01-25T15:58:19.603" v="1161" actId="790"/>
          <ac:spMkLst>
            <pc:docMk/>
            <pc:sldMk cId="1587130274" sldId="273"/>
            <ac:spMk id="371" creationId="{9F2F754C-30B3-4328-8060-749E35A556DE}"/>
          </ac:spMkLst>
        </pc:spChg>
        <pc:spChg chg="mod">
          <ac:chgData name="Yash Jadhav" userId="535c3d6d-72b8-4f77-8155-55f939173cf2" providerId="ADAL" clId="{F33F88E0-3380-47C4-AFDE-F1AC050ADA82}" dt="2026-01-25T15:58:19.606" v="1162" actId="790"/>
          <ac:spMkLst>
            <pc:docMk/>
            <pc:sldMk cId="1587130274" sldId="273"/>
            <ac:spMk id="372" creationId="{5A8CD23E-3073-4A1B-BB6C-12144362F7A3}"/>
          </ac:spMkLst>
        </pc:spChg>
        <pc:spChg chg="mod">
          <ac:chgData name="Yash Jadhav" userId="535c3d6d-72b8-4f77-8155-55f939173cf2" providerId="ADAL" clId="{F33F88E0-3380-47C4-AFDE-F1AC050ADA82}" dt="2026-01-25T15:58:19.591" v="1157" actId="790"/>
          <ac:spMkLst>
            <pc:docMk/>
            <pc:sldMk cId="1587130274" sldId="273"/>
            <ac:spMk id="373" creationId="{AB7913F9-9E19-44A6-9BAF-68DCA64350DA}"/>
          </ac:spMkLst>
        </pc:spChg>
        <pc:spChg chg="mod">
          <ac:chgData name="Yash Jadhav" userId="535c3d6d-72b8-4f77-8155-55f939173cf2" providerId="ADAL" clId="{F33F88E0-3380-47C4-AFDE-F1AC050ADA82}" dt="2026-01-25T15:58:19.594" v="1158" actId="790"/>
          <ac:spMkLst>
            <pc:docMk/>
            <pc:sldMk cId="1587130274" sldId="273"/>
            <ac:spMk id="374" creationId="{C95BD7F1-557C-407A-8EBE-F4418B52532F}"/>
          </ac:spMkLst>
        </pc:spChg>
        <pc:spChg chg="mod">
          <ac:chgData name="Yash Jadhav" userId="535c3d6d-72b8-4f77-8155-55f939173cf2" providerId="ADAL" clId="{F33F88E0-3380-47C4-AFDE-F1AC050ADA82}" dt="2026-01-25T15:58:19.597" v="1159" actId="790"/>
          <ac:spMkLst>
            <pc:docMk/>
            <pc:sldMk cId="1587130274" sldId="273"/>
            <ac:spMk id="375" creationId="{6DE394B9-1CC4-4D4C-9375-0D35E02214E1}"/>
          </ac:spMkLst>
        </pc:spChg>
        <pc:spChg chg="mod">
          <ac:chgData name="Yash Jadhav" userId="535c3d6d-72b8-4f77-8155-55f939173cf2" providerId="ADAL" clId="{F33F88E0-3380-47C4-AFDE-F1AC050ADA82}" dt="2026-01-25T15:58:20.234" v="1349" actId="790"/>
          <ac:spMkLst>
            <pc:docMk/>
            <pc:sldMk cId="1587130274" sldId="273"/>
            <ac:spMk id="391" creationId="{6F701B47-60DD-44BC-A380-0DFE27F7D7D4}"/>
          </ac:spMkLst>
        </pc:spChg>
        <pc:spChg chg="mod">
          <ac:chgData name="Yash Jadhav" userId="535c3d6d-72b8-4f77-8155-55f939173cf2" providerId="ADAL" clId="{F33F88E0-3380-47C4-AFDE-F1AC050ADA82}" dt="2026-01-25T15:58:20.235" v="1350" actId="790"/>
          <ac:spMkLst>
            <pc:docMk/>
            <pc:sldMk cId="1587130274" sldId="273"/>
            <ac:spMk id="392" creationId="{837A8705-E808-47F9-857A-F1CD6D754643}"/>
          </ac:spMkLst>
        </pc:spChg>
        <pc:spChg chg="mod">
          <ac:chgData name="Yash Jadhav" userId="535c3d6d-72b8-4f77-8155-55f939173cf2" providerId="ADAL" clId="{F33F88E0-3380-47C4-AFDE-F1AC050ADA82}" dt="2026-01-25T15:58:20.237" v="1351" actId="790"/>
          <ac:spMkLst>
            <pc:docMk/>
            <pc:sldMk cId="1587130274" sldId="273"/>
            <ac:spMk id="393" creationId="{9CC9AFD1-C763-479C-A117-10CE7164E69D}"/>
          </ac:spMkLst>
        </pc:spChg>
        <pc:spChg chg="mod">
          <ac:chgData name="Yash Jadhav" userId="535c3d6d-72b8-4f77-8155-55f939173cf2" providerId="ADAL" clId="{F33F88E0-3380-47C4-AFDE-F1AC050ADA82}" dt="2026-01-25T15:58:20.239" v="1352" actId="790"/>
          <ac:spMkLst>
            <pc:docMk/>
            <pc:sldMk cId="1587130274" sldId="273"/>
            <ac:spMk id="394" creationId="{B413FF5B-2C66-4805-877B-999E6320C7C2}"/>
          </ac:spMkLst>
        </pc:spChg>
        <pc:spChg chg="mod">
          <ac:chgData name="Yash Jadhav" userId="535c3d6d-72b8-4f77-8155-55f939173cf2" providerId="ADAL" clId="{F33F88E0-3380-47C4-AFDE-F1AC050ADA82}" dt="2026-01-25T15:58:20.241" v="1353" actId="790"/>
          <ac:spMkLst>
            <pc:docMk/>
            <pc:sldMk cId="1587130274" sldId="273"/>
            <ac:spMk id="395" creationId="{D682A6EA-5FA6-42C2-86F2-F136F0B6A70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40867957" sldId="273"/>
        </pc:sldMkLst>
        <pc:spChg chg="mod ord">
          <ac:chgData name="Yash Jadhav" userId="535c3d6d-72b8-4f77-8155-55f939173cf2" providerId="ADAL" clId="{F33F88E0-3380-47C4-AFDE-F1AC050ADA82}" dt="2026-01-25T16:06:14.662" v="8413" actId="6264"/>
          <ac:spMkLst>
            <pc:docMk/>
            <pc:sldMk cId="2240867957" sldId="273"/>
            <ac:spMk id="2" creationId="{18460167-6160-5F75-51CA-5620B9605A59}"/>
          </ac:spMkLst>
        </pc:spChg>
        <pc:spChg chg="mod">
          <ac:chgData name="Yash Jadhav" userId="535c3d6d-72b8-4f77-8155-55f939173cf2" providerId="ADAL" clId="{F33F88E0-3380-47C4-AFDE-F1AC050ADA82}" dt="2026-01-25T15:58:33.337" v="1458" actId="790"/>
          <ac:spMkLst>
            <pc:docMk/>
            <pc:sldMk cId="2240867957" sldId="273"/>
            <ac:spMk id="19" creationId="{B44B7896-B254-3F52-2D3A-816E70D5FD16}"/>
          </ac:spMkLst>
        </pc:spChg>
        <pc:spChg chg="mod">
          <ac:chgData name="Yash Jadhav" userId="535c3d6d-72b8-4f77-8155-55f939173cf2" providerId="ADAL" clId="{F33F88E0-3380-47C4-AFDE-F1AC050ADA82}" dt="2026-01-25T15:58:33.340" v="1459" actId="790"/>
          <ac:spMkLst>
            <pc:docMk/>
            <pc:sldMk cId="2240867957" sldId="273"/>
            <ac:spMk id="20" creationId="{9C45F50E-9068-E502-CD9E-4069C81BBF20}"/>
          </ac:spMkLst>
        </pc:spChg>
        <pc:spChg chg="mod">
          <ac:chgData name="Yash Jadhav" userId="535c3d6d-72b8-4f77-8155-55f939173cf2" providerId="ADAL" clId="{F33F88E0-3380-47C4-AFDE-F1AC050ADA82}" dt="2026-01-25T15:58:33.343" v="1460" actId="790"/>
          <ac:spMkLst>
            <pc:docMk/>
            <pc:sldMk cId="2240867957" sldId="273"/>
            <ac:spMk id="21" creationId="{CD9B1878-9EF7-B876-DA03-FC131AB9F4D5}"/>
          </ac:spMkLst>
        </pc:spChg>
        <pc:spChg chg="mod">
          <ac:chgData name="Yash Jadhav" userId="535c3d6d-72b8-4f77-8155-55f939173cf2" providerId="ADAL" clId="{F33F88E0-3380-47C4-AFDE-F1AC050ADA82}" dt="2026-01-25T15:58:33.328" v="1455" actId="790"/>
          <ac:spMkLst>
            <pc:docMk/>
            <pc:sldMk cId="2240867957" sldId="273"/>
            <ac:spMk id="22" creationId="{7ACEA95C-05DF-3625-1903-54BE629636B4}"/>
          </ac:spMkLst>
        </pc:spChg>
        <pc:spChg chg="mod">
          <ac:chgData name="Yash Jadhav" userId="535c3d6d-72b8-4f77-8155-55f939173cf2" providerId="ADAL" clId="{F33F88E0-3380-47C4-AFDE-F1AC050ADA82}" dt="2026-01-25T15:58:33.332" v="1456" actId="790"/>
          <ac:spMkLst>
            <pc:docMk/>
            <pc:sldMk cId="2240867957" sldId="273"/>
            <ac:spMk id="23" creationId="{61FF5DF3-04A4-D7DF-3E5D-8CB7769A3D84}"/>
          </ac:spMkLst>
        </pc:spChg>
        <pc:spChg chg="mod">
          <ac:chgData name="Yash Jadhav" userId="535c3d6d-72b8-4f77-8155-55f939173cf2" providerId="ADAL" clId="{F33F88E0-3380-47C4-AFDE-F1AC050ADA82}" dt="2026-01-25T15:58:33.335" v="1457" actId="790"/>
          <ac:spMkLst>
            <pc:docMk/>
            <pc:sldMk cId="2240867957" sldId="273"/>
            <ac:spMk id="24" creationId="{189B7034-B82B-EBF8-2C7C-29593A2E8852}"/>
          </ac:spMkLst>
        </pc:spChg>
        <pc:spChg chg="mod">
          <ac:chgData name="Yash Jadhav" userId="535c3d6d-72b8-4f77-8155-55f939173cf2" providerId="ADAL" clId="{F33F88E0-3380-47C4-AFDE-F1AC050ADA82}" dt="2026-01-25T15:58:33.320" v="1452" actId="790"/>
          <ac:spMkLst>
            <pc:docMk/>
            <pc:sldMk cId="2240867957" sldId="273"/>
            <ac:spMk id="25" creationId="{2F4C723B-630D-04D6-BF5D-63FD747AEE17}"/>
          </ac:spMkLst>
        </pc:spChg>
        <pc:spChg chg="mod">
          <ac:chgData name="Yash Jadhav" userId="535c3d6d-72b8-4f77-8155-55f939173cf2" providerId="ADAL" clId="{F33F88E0-3380-47C4-AFDE-F1AC050ADA82}" dt="2026-01-25T15:58:33.323" v="1453" actId="790"/>
          <ac:spMkLst>
            <pc:docMk/>
            <pc:sldMk cId="2240867957" sldId="273"/>
            <ac:spMk id="26" creationId="{CF925FDF-C52A-8E87-95D3-E51E03BC3A35}"/>
          </ac:spMkLst>
        </pc:spChg>
        <pc:spChg chg="mod">
          <ac:chgData name="Yash Jadhav" userId="535c3d6d-72b8-4f77-8155-55f939173cf2" providerId="ADAL" clId="{F33F88E0-3380-47C4-AFDE-F1AC050ADA82}" dt="2026-01-25T15:58:33.325" v="1454" actId="790"/>
          <ac:spMkLst>
            <pc:docMk/>
            <pc:sldMk cId="2240867957" sldId="273"/>
            <ac:spMk id="27" creationId="{8EF53D24-DC17-F10E-95EB-B30F5BCD1DC9}"/>
          </ac:spMkLst>
        </pc:spChg>
        <pc:spChg chg="mod">
          <ac:chgData name="Yash Jadhav" userId="535c3d6d-72b8-4f77-8155-55f939173cf2" providerId="ADAL" clId="{F33F88E0-3380-47C4-AFDE-F1AC050ADA82}" dt="2026-01-25T15:58:33.313" v="1449" actId="790"/>
          <ac:spMkLst>
            <pc:docMk/>
            <pc:sldMk cId="2240867957" sldId="273"/>
            <ac:spMk id="28" creationId="{C5B4DB76-438A-1B61-3BA9-85C507D4BA73}"/>
          </ac:spMkLst>
        </pc:spChg>
        <pc:spChg chg="mod">
          <ac:chgData name="Yash Jadhav" userId="535c3d6d-72b8-4f77-8155-55f939173cf2" providerId="ADAL" clId="{F33F88E0-3380-47C4-AFDE-F1AC050ADA82}" dt="2026-01-25T15:58:33.315" v="1450" actId="790"/>
          <ac:spMkLst>
            <pc:docMk/>
            <pc:sldMk cId="2240867957" sldId="273"/>
            <ac:spMk id="29" creationId="{70FC14FA-8479-89DF-C1AD-D9F71A3B71D8}"/>
          </ac:spMkLst>
        </pc:spChg>
        <pc:spChg chg="mod">
          <ac:chgData name="Yash Jadhav" userId="535c3d6d-72b8-4f77-8155-55f939173cf2" providerId="ADAL" clId="{F33F88E0-3380-47C4-AFDE-F1AC050ADA82}" dt="2026-01-25T15:58:33.317" v="1451" actId="790"/>
          <ac:spMkLst>
            <pc:docMk/>
            <pc:sldMk cId="2240867957" sldId="273"/>
            <ac:spMk id="30" creationId="{52C8B8E9-EAB3-FB77-A127-B5E2E629F64D}"/>
          </ac:spMkLst>
        </pc:spChg>
        <pc:spChg chg="mod">
          <ac:chgData name="Yash Jadhav" userId="535c3d6d-72b8-4f77-8155-55f939173cf2" providerId="ADAL" clId="{F33F88E0-3380-47C4-AFDE-F1AC050ADA82}" dt="2026-01-25T15:58:33.307" v="1446" actId="790"/>
          <ac:spMkLst>
            <pc:docMk/>
            <pc:sldMk cId="2240867957" sldId="273"/>
            <ac:spMk id="31" creationId="{8D1FFF80-A02F-AC62-5C5D-E708EFAFB4EB}"/>
          </ac:spMkLst>
        </pc:spChg>
        <pc:spChg chg="mod">
          <ac:chgData name="Yash Jadhav" userId="535c3d6d-72b8-4f77-8155-55f939173cf2" providerId="ADAL" clId="{F33F88E0-3380-47C4-AFDE-F1AC050ADA82}" dt="2026-01-25T15:58:33.308" v="1447" actId="790"/>
          <ac:spMkLst>
            <pc:docMk/>
            <pc:sldMk cId="2240867957" sldId="273"/>
            <ac:spMk id="32" creationId="{FFDA8537-E9BB-701B-504F-97AEAFD4C63C}"/>
          </ac:spMkLst>
        </pc:spChg>
        <pc:spChg chg="mod">
          <ac:chgData name="Yash Jadhav" userId="535c3d6d-72b8-4f77-8155-55f939173cf2" providerId="ADAL" clId="{F33F88E0-3380-47C4-AFDE-F1AC050ADA82}" dt="2026-01-25T15:58:33.311" v="1448" actId="790"/>
          <ac:spMkLst>
            <pc:docMk/>
            <pc:sldMk cId="2240867957" sldId="273"/>
            <ac:spMk id="33" creationId="{A7FDCA0A-B281-ABBB-ED16-7BE54EBD64A2}"/>
          </ac:spMkLst>
        </pc:spChg>
        <pc:spChg chg="mod">
          <ac:chgData name="Yash Jadhav" userId="535c3d6d-72b8-4f77-8155-55f939173cf2" providerId="ADAL" clId="{F33F88E0-3380-47C4-AFDE-F1AC050ADA82}" dt="2026-01-25T15:58:33.301" v="1443" actId="790"/>
          <ac:spMkLst>
            <pc:docMk/>
            <pc:sldMk cId="2240867957" sldId="273"/>
            <ac:spMk id="34" creationId="{82BCB6F5-DD9B-B585-785F-49047381769C}"/>
          </ac:spMkLst>
        </pc:spChg>
        <pc:spChg chg="mod">
          <ac:chgData name="Yash Jadhav" userId="535c3d6d-72b8-4f77-8155-55f939173cf2" providerId="ADAL" clId="{F33F88E0-3380-47C4-AFDE-F1AC050ADA82}" dt="2026-01-25T15:58:33.304" v="1444" actId="790"/>
          <ac:spMkLst>
            <pc:docMk/>
            <pc:sldMk cId="2240867957" sldId="273"/>
            <ac:spMk id="35" creationId="{CDA5AFB5-9698-E6B4-529D-28FB85D7C3F6}"/>
          </ac:spMkLst>
        </pc:spChg>
        <pc:spChg chg="mod">
          <ac:chgData name="Yash Jadhav" userId="535c3d6d-72b8-4f77-8155-55f939173cf2" providerId="ADAL" clId="{F33F88E0-3380-47C4-AFDE-F1AC050ADA82}" dt="2026-01-25T15:58:33.305" v="1445" actId="790"/>
          <ac:spMkLst>
            <pc:docMk/>
            <pc:sldMk cId="2240867957" sldId="273"/>
            <ac:spMk id="36" creationId="{905C4654-1FC4-B152-F951-56D9741FEA32}"/>
          </ac:spMkLst>
        </pc:spChg>
        <pc:spChg chg="mod">
          <ac:chgData name="Yash Jadhav" userId="535c3d6d-72b8-4f77-8155-55f939173cf2" providerId="ADAL" clId="{F33F88E0-3380-47C4-AFDE-F1AC050ADA82}" dt="2026-01-25T15:58:33.295" v="1440" actId="790"/>
          <ac:spMkLst>
            <pc:docMk/>
            <pc:sldMk cId="2240867957" sldId="273"/>
            <ac:spMk id="37" creationId="{F6F63BAB-95AB-42C4-28FF-559FE034DB8D}"/>
          </ac:spMkLst>
        </pc:spChg>
        <pc:spChg chg="mod">
          <ac:chgData name="Yash Jadhav" userId="535c3d6d-72b8-4f77-8155-55f939173cf2" providerId="ADAL" clId="{F33F88E0-3380-47C4-AFDE-F1AC050ADA82}" dt="2026-01-25T15:58:33.297" v="1441" actId="790"/>
          <ac:spMkLst>
            <pc:docMk/>
            <pc:sldMk cId="2240867957" sldId="273"/>
            <ac:spMk id="38" creationId="{457F0C72-4D71-7A10-0078-DAF4A421E012}"/>
          </ac:spMkLst>
        </pc:spChg>
        <pc:spChg chg="mod">
          <ac:chgData name="Yash Jadhav" userId="535c3d6d-72b8-4f77-8155-55f939173cf2" providerId="ADAL" clId="{F33F88E0-3380-47C4-AFDE-F1AC050ADA82}" dt="2026-01-25T15:58:33.299" v="1442" actId="790"/>
          <ac:spMkLst>
            <pc:docMk/>
            <pc:sldMk cId="2240867957" sldId="273"/>
            <ac:spMk id="39" creationId="{C1396D9B-1144-638F-7AF4-3819BD5A6008}"/>
          </ac:spMkLst>
        </pc:spChg>
        <pc:spChg chg="mod">
          <ac:chgData name="Yash Jadhav" userId="535c3d6d-72b8-4f77-8155-55f939173cf2" providerId="ADAL" clId="{F33F88E0-3380-47C4-AFDE-F1AC050ADA82}" dt="2026-01-25T15:58:33.290" v="1437" actId="790"/>
          <ac:spMkLst>
            <pc:docMk/>
            <pc:sldMk cId="2240867957" sldId="273"/>
            <ac:spMk id="40" creationId="{4CB3BA04-9F37-6EE9-BC5B-E022C6A03FFB}"/>
          </ac:spMkLst>
        </pc:spChg>
        <pc:spChg chg="mod">
          <ac:chgData name="Yash Jadhav" userId="535c3d6d-72b8-4f77-8155-55f939173cf2" providerId="ADAL" clId="{F33F88E0-3380-47C4-AFDE-F1AC050ADA82}" dt="2026-01-25T15:58:33.292" v="1438" actId="790"/>
          <ac:spMkLst>
            <pc:docMk/>
            <pc:sldMk cId="2240867957" sldId="273"/>
            <ac:spMk id="41" creationId="{07FDD06D-2C4A-F97A-55CD-8540C7941B17}"/>
          </ac:spMkLst>
        </pc:spChg>
        <pc:spChg chg="mod">
          <ac:chgData name="Yash Jadhav" userId="535c3d6d-72b8-4f77-8155-55f939173cf2" providerId="ADAL" clId="{F33F88E0-3380-47C4-AFDE-F1AC050ADA82}" dt="2026-01-25T15:58:33.294" v="1439" actId="790"/>
          <ac:spMkLst>
            <pc:docMk/>
            <pc:sldMk cId="2240867957" sldId="273"/>
            <ac:spMk id="42" creationId="{72EACBEB-B3E5-FB7B-BECC-B5FAB7695C6A}"/>
          </ac:spMkLst>
        </pc:spChg>
        <pc:spChg chg="mod">
          <ac:chgData name="Yash Jadhav" userId="535c3d6d-72b8-4f77-8155-55f939173cf2" providerId="ADAL" clId="{F33F88E0-3380-47C4-AFDE-F1AC050ADA82}" dt="2026-01-25T15:58:33.284" v="1434" actId="790"/>
          <ac:spMkLst>
            <pc:docMk/>
            <pc:sldMk cId="2240867957" sldId="273"/>
            <ac:spMk id="43" creationId="{7FE46481-661C-7619-6022-5BC5EE9A3D8C}"/>
          </ac:spMkLst>
        </pc:spChg>
        <pc:spChg chg="mod">
          <ac:chgData name="Yash Jadhav" userId="535c3d6d-72b8-4f77-8155-55f939173cf2" providerId="ADAL" clId="{F33F88E0-3380-47C4-AFDE-F1AC050ADA82}" dt="2026-01-25T15:58:33.286" v="1435" actId="790"/>
          <ac:spMkLst>
            <pc:docMk/>
            <pc:sldMk cId="2240867957" sldId="273"/>
            <ac:spMk id="44" creationId="{6AFF3D38-8A1E-1707-FEAA-E5F940EF1D2F}"/>
          </ac:spMkLst>
        </pc:spChg>
        <pc:spChg chg="mod">
          <ac:chgData name="Yash Jadhav" userId="535c3d6d-72b8-4f77-8155-55f939173cf2" providerId="ADAL" clId="{F33F88E0-3380-47C4-AFDE-F1AC050ADA82}" dt="2026-01-25T15:58:33.288" v="1436" actId="790"/>
          <ac:spMkLst>
            <pc:docMk/>
            <pc:sldMk cId="2240867957" sldId="273"/>
            <ac:spMk id="45" creationId="{6F86F56A-E1FB-5708-9C90-3AC2B0D5239C}"/>
          </ac:spMkLst>
        </pc:spChg>
        <pc:spChg chg="mod">
          <ac:chgData name="Yash Jadhav" userId="535c3d6d-72b8-4f77-8155-55f939173cf2" providerId="ADAL" clId="{F33F88E0-3380-47C4-AFDE-F1AC050ADA82}" dt="2026-01-25T15:58:33.278" v="1431" actId="790"/>
          <ac:spMkLst>
            <pc:docMk/>
            <pc:sldMk cId="2240867957" sldId="273"/>
            <ac:spMk id="46" creationId="{095FE33A-A453-8CC5-C88E-182849859DF2}"/>
          </ac:spMkLst>
        </pc:spChg>
        <pc:spChg chg="mod">
          <ac:chgData name="Yash Jadhav" userId="535c3d6d-72b8-4f77-8155-55f939173cf2" providerId="ADAL" clId="{F33F88E0-3380-47C4-AFDE-F1AC050ADA82}" dt="2026-01-25T15:58:33.280" v="1432" actId="790"/>
          <ac:spMkLst>
            <pc:docMk/>
            <pc:sldMk cId="2240867957" sldId="273"/>
            <ac:spMk id="47" creationId="{552A9AF1-5297-C49E-CC28-722515088D11}"/>
          </ac:spMkLst>
        </pc:spChg>
        <pc:spChg chg="mod">
          <ac:chgData name="Yash Jadhav" userId="535c3d6d-72b8-4f77-8155-55f939173cf2" providerId="ADAL" clId="{F33F88E0-3380-47C4-AFDE-F1AC050ADA82}" dt="2026-01-25T15:58:33.283" v="1433" actId="790"/>
          <ac:spMkLst>
            <pc:docMk/>
            <pc:sldMk cId="2240867957" sldId="273"/>
            <ac:spMk id="48" creationId="{79285AA2-1AFC-2465-B51C-504451258697}"/>
          </ac:spMkLst>
        </pc:spChg>
        <pc:spChg chg="mod">
          <ac:chgData name="Yash Jadhav" userId="535c3d6d-72b8-4f77-8155-55f939173cf2" providerId="ADAL" clId="{F33F88E0-3380-47C4-AFDE-F1AC050ADA82}" dt="2026-01-25T15:58:33.270" v="1428" actId="790"/>
          <ac:spMkLst>
            <pc:docMk/>
            <pc:sldMk cId="2240867957" sldId="273"/>
            <ac:spMk id="49" creationId="{82433097-FADC-E739-01CF-CEC0FFB45F17}"/>
          </ac:spMkLst>
        </pc:spChg>
        <pc:spChg chg="mod">
          <ac:chgData name="Yash Jadhav" userId="535c3d6d-72b8-4f77-8155-55f939173cf2" providerId="ADAL" clId="{F33F88E0-3380-47C4-AFDE-F1AC050ADA82}" dt="2026-01-25T15:58:33.272" v="1429" actId="790"/>
          <ac:spMkLst>
            <pc:docMk/>
            <pc:sldMk cId="2240867957" sldId="273"/>
            <ac:spMk id="50" creationId="{7811A910-1E87-1FCB-28D3-4E4872C1D069}"/>
          </ac:spMkLst>
        </pc:spChg>
        <pc:spChg chg="mod">
          <ac:chgData name="Yash Jadhav" userId="535c3d6d-72b8-4f77-8155-55f939173cf2" providerId="ADAL" clId="{F33F88E0-3380-47C4-AFDE-F1AC050ADA82}" dt="2026-01-25T15:58:33.276" v="1430" actId="790"/>
          <ac:spMkLst>
            <pc:docMk/>
            <pc:sldMk cId="2240867957" sldId="273"/>
            <ac:spMk id="51" creationId="{C9230D06-3731-BD61-E240-D59371730209}"/>
          </ac:spMkLst>
        </pc:spChg>
        <pc:spChg chg="mod">
          <ac:chgData name="Yash Jadhav" userId="535c3d6d-72b8-4f77-8155-55f939173cf2" providerId="ADAL" clId="{F33F88E0-3380-47C4-AFDE-F1AC050ADA82}" dt="2026-01-25T15:58:33.264" v="1425" actId="790"/>
          <ac:spMkLst>
            <pc:docMk/>
            <pc:sldMk cId="2240867957" sldId="273"/>
            <ac:spMk id="52" creationId="{05274E2D-D1A4-D06E-911A-51714BA4B230}"/>
          </ac:spMkLst>
        </pc:spChg>
        <pc:spChg chg="mod">
          <ac:chgData name="Yash Jadhav" userId="535c3d6d-72b8-4f77-8155-55f939173cf2" providerId="ADAL" clId="{F33F88E0-3380-47C4-AFDE-F1AC050ADA82}" dt="2026-01-25T15:58:33.265" v="1426" actId="790"/>
          <ac:spMkLst>
            <pc:docMk/>
            <pc:sldMk cId="2240867957" sldId="273"/>
            <ac:spMk id="53" creationId="{65486A80-DC1B-B786-41E8-849CDD031BA0}"/>
          </ac:spMkLst>
        </pc:spChg>
        <pc:spChg chg="mod">
          <ac:chgData name="Yash Jadhav" userId="535c3d6d-72b8-4f77-8155-55f939173cf2" providerId="ADAL" clId="{F33F88E0-3380-47C4-AFDE-F1AC050ADA82}" dt="2026-01-25T15:58:33.267" v="1427" actId="790"/>
          <ac:spMkLst>
            <pc:docMk/>
            <pc:sldMk cId="2240867957" sldId="273"/>
            <ac:spMk id="54" creationId="{871F41B3-CAFC-3A6F-D484-5F7CBB857516}"/>
          </ac:spMkLst>
        </pc:spChg>
        <pc:spChg chg="mod">
          <ac:chgData name="Yash Jadhav" userId="535c3d6d-72b8-4f77-8155-55f939173cf2" providerId="ADAL" clId="{F33F88E0-3380-47C4-AFDE-F1AC050ADA82}" dt="2026-01-25T15:58:33.257" v="1422" actId="790"/>
          <ac:spMkLst>
            <pc:docMk/>
            <pc:sldMk cId="2240867957" sldId="273"/>
            <ac:spMk id="55" creationId="{81AE9969-F7BA-7341-CF67-1F7E19A07F0F}"/>
          </ac:spMkLst>
        </pc:spChg>
        <pc:spChg chg="mod">
          <ac:chgData name="Yash Jadhav" userId="535c3d6d-72b8-4f77-8155-55f939173cf2" providerId="ADAL" clId="{F33F88E0-3380-47C4-AFDE-F1AC050ADA82}" dt="2026-01-25T15:58:33.259" v="1423" actId="790"/>
          <ac:spMkLst>
            <pc:docMk/>
            <pc:sldMk cId="2240867957" sldId="273"/>
            <ac:spMk id="56" creationId="{1FDFF20C-9C21-2691-0502-F9E2822366DC}"/>
          </ac:spMkLst>
        </pc:spChg>
        <pc:spChg chg="mod">
          <ac:chgData name="Yash Jadhav" userId="535c3d6d-72b8-4f77-8155-55f939173cf2" providerId="ADAL" clId="{F33F88E0-3380-47C4-AFDE-F1AC050ADA82}" dt="2026-01-25T15:58:33.262" v="1424" actId="790"/>
          <ac:spMkLst>
            <pc:docMk/>
            <pc:sldMk cId="2240867957" sldId="273"/>
            <ac:spMk id="57" creationId="{FF912F77-4331-895A-312C-877672F166FE}"/>
          </ac:spMkLst>
        </pc:spChg>
        <pc:spChg chg="mod">
          <ac:chgData name="Yash Jadhav" userId="535c3d6d-72b8-4f77-8155-55f939173cf2" providerId="ADAL" clId="{F33F88E0-3380-47C4-AFDE-F1AC050ADA82}" dt="2026-01-25T15:58:33.250" v="1419" actId="790"/>
          <ac:spMkLst>
            <pc:docMk/>
            <pc:sldMk cId="2240867957" sldId="273"/>
            <ac:spMk id="58" creationId="{FCAF7FEC-5E2B-658F-B0DA-7142CA21BF70}"/>
          </ac:spMkLst>
        </pc:spChg>
        <pc:spChg chg="mod">
          <ac:chgData name="Yash Jadhav" userId="535c3d6d-72b8-4f77-8155-55f939173cf2" providerId="ADAL" clId="{F33F88E0-3380-47C4-AFDE-F1AC050ADA82}" dt="2026-01-25T15:58:33.252" v="1420" actId="790"/>
          <ac:spMkLst>
            <pc:docMk/>
            <pc:sldMk cId="2240867957" sldId="273"/>
            <ac:spMk id="59" creationId="{FF493648-E6C4-C22D-45C3-E77FEF1AB499}"/>
          </ac:spMkLst>
        </pc:spChg>
        <pc:spChg chg="mod">
          <ac:chgData name="Yash Jadhav" userId="535c3d6d-72b8-4f77-8155-55f939173cf2" providerId="ADAL" clId="{F33F88E0-3380-47C4-AFDE-F1AC050ADA82}" dt="2026-01-25T15:58:33.254" v="1421" actId="790"/>
          <ac:spMkLst>
            <pc:docMk/>
            <pc:sldMk cId="2240867957" sldId="273"/>
            <ac:spMk id="60" creationId="{A6DED84C-4622-47C3-8746-7E965A254B66}"/>
          </ac:spMkLst>
        </pc:spChg>
        <pc:spChg chg="mod">
          <ac:chgData name="Yash Jadhav" userId="535c3d6d-72b8-4f77-8155-55f939173cf2" providerId="ADAL" clId="{F33F88E0-3380-47C4-AFDE-F1AC050ADA82}" dt="2026-01-25T15:58:33.241" v="1416" actId="790"/>
          <ac:spMkLst>
            <pc:docMk/>
            <pc:sldMk cId="2240867957" sldId="273"/>
            <ac:spMk id="61" creationId="{23733130-6648-FA39-CAFA-43327ED8E3D6}"/>
          </ac:spMkLst>
        </pc:spChg>
        <pc:spChg chg="mod">
          <ac:chgData name="Yash Jadhav" userId="535c3d6d-72b8-4f77-8155-55f939173cf2" providerId="ADAL" clId="{F33F88E0-3380-47C4-AFDE-F1AC050ADA82}" dt="2026-01-25T15:58:33.244" v="1417" actId="790"/>
          <ac:spMkLst>
            <pc:docMk/>
            <pc:sldMk cId="2240867957" sldId="273"/>
            <ac:spMk id="62" creationId="{A4508AAD-AC96-9E63-EC74-6B55B4A3DA01}"/>
          </ac:spMkLst>
        </pc:spChg>
        <pc:spChg chg="mod">
          <ac:chgData name="Yash Jadhav" userId="535c3d6d-72b8-4f77-8155-55f939173cf2" providerId="ADAL" clId="{F33F88E0-3380-47C4-AFDE-F1AC050ADA82}" dt="2026-01-25T15:58:33.247" v="1418" actId="790"/>
          <ac:spMkLst>
            <pc:docMk/>
            <pc:sldMk cId="2240867957" sldId="273"/>
            <ac:spMk id="63" creationId="{D3CAC14E-11C3-D225-137A-39EE9F996DA7}"/>
          </ac:spMkLst>
        </pc:spChg>
        <pc:spChg chg="mod">
          <ac:chgData name="Yash Jadhav" userId="535c3d6d-72b8-4f77-8155-55f939173cf2" providerId="ADAL" clId="{F33F88E0-3380-47C4-AFDE-F1AC050ADA82}" dt="2026-01-25T15:58:33.347" v="1461" actId="790"/>
          <ac:spMkLst>
            <pc:docMk/>
            <pc:sldMk cId="2240867957" sldId="273"/>
            <ac:spMk id="65" creationId="{8FB5FDC8-54A2-1F87-AB2A-CE718C81C11B}"/>
          </ac:spMkLst>
        </pc:spChg>
        <pc:spChg chg="mod">
          <ac:chgData name="Yash Jadhav" userId="535c3d6d-72b8-4f77-8155-55f939173cf2" providerId="ADAL" clId="{F33F88E0-3380-47C4-AFDE-F1AC050ADA82}" dt="2026-01-25T15:58:33.350" v="1462" actId="790"/>
          <ac:spMkLst>
            <pc:docMk/>
            <pc:sldMk cId="2240867957" sldId="273"/>
            <ac:spMk id="66" creationId="{45515039-4B43-03E2-17AD-CD8BCEC0A997}"/>
          </ac:spMkLst>
        </pc:spChg>
        <pc:spChg chg="mod">
          <ac:chgData name="Yash Jadhav" userId="535c3d6d-72b8-4f77-8155-55f939173cf2" providerId="ADAL" clId="{F33F88E0-3380-47C4-AFDE-F1AC050ADA82}" dt="2026-01-25T15:58:33.353" v="1463" actId="790"/>
          <ac:spMkLst>
            <pc:docMk/>
            <pc:sldMk cId="2240867957" sldId="273"/>
            <ac:spMk id="68" creationId="{2CF3ADC9-44F8-7CBD-B27A-A517C255AA43}"/>
          </ac:spMkLst>
        </pc:spChg>
        <pc:spChg chg="mod">
          <ac:chgData name="Yash Jadhav" userId="535c3d6d-72b8-4f77-8155-55f939173cf2" providerId="ADAL" clId="{F33F88E0-3380-47C4-AFDE-F1AC050ADA82}" dt="2026-01-25T15:58:33.355" v="1464" actId="790"/>
          <ac:spMkLst>
            <pc:docMk/>
            <pc:sldMk cId="2240867957" sldId="273"/>
            <ac:spMk id="69" creationId="{D4A60612-C18A-2AB5-E169-A94D0BD413AF}"/>
          </ac:spMkLst>
        </pc:spChg>
        <pc:spChg chg="mod">
          <ac:chgData name="Yash Jadhav" userId="535c3d6d-72b8-4f77-8155-55f939173cf2" providerId="ADAL" clId="{F33F88E0-3380-47C4-AFDE-F1AC050ADA82}" dt="2026-01-25T15:58:33.359" v="1465" actId="790"/>
          <ac:spMkLst>
            <pc:docMk/>
            <pc:sldMk cId="2240867957" sldId="273"/>
            <ac:spMk id="71" creationId="{4054921A-DC4B-BE97-1661-D44657C57ED2}"/>
          </ac:spMkLst>
        </pc:spChg>
        <pc:spChg chg="mod">
          <ac:chgData name="Yash Jadhav" userId="535c3d6d-72b8-4f77-8155-55f939173cf2" providerId="ADAL" clId="{F33F88E0-3380-47C4-AFDE-F1AC050ADA82}" dt="2026-01-25T15:58:33.363" v="1466" actId="790"/>
          <ac:spMkLst>
            <pc:docMk/>
            <pc:sldMk cId="2240867957" sldId="273"/>
            <ac:spMk id="72" creationId="{6E502015-BB50-F4D0-DA71-CE797B4F7975}"/>
          </ac:spMkLst>
        </pc:spChg>
        <pc:spChg chg="mod">
          <ac:chgData name="Yash Jadhav" userId="535c3d6d-72b8-4f77-8155-55f939173cf2" providerId="ADAL" clId="{F33F88E0-3380-47C4-AFDE-F1AC050ADA82}" dt="2026-01-25T15:58:33.366" v="1467" actId="790"/>
          <ac:spMkLst>
            <pc:docMk/>
            <pc:sldMk cId="2240867957" sldId="273"/>
            <ac:spMk id="74" creationId="{CF8FABB0-CA78-E50C-8171-CA42D30BC99C}"/>
          </ac:spMkLst>
        </pc:spChg>
        <pc:spChg chg="mod">
          <ac:chgData name="Yash Jadhav" userId="535c3d6d-72b8-4f77-8155-55f939173cf2" providerId="ADAL" clId="{F33F88E0-3380-47C4-AFDE-F1AC050ADA82}" dt="2026-01-25T15:58:33.368" v="1468" actId="790"/>
          <ac:spMkLst>
            <pc:docMk/>
            <pc:sldMk cId="2240867957" sldId="273"/>
            <ac:spMk id="75" creationId="{6376E79F-E24A-162C-D3CE-B42A97DA47DE}"/>
          </ac:spMkLst>
        </pc:spChg>
        <pc:spChg chg="mod">
          <ac:chgData name="Yash Jadhav" userId="535c3d6d-72b8-4f77-8155-55f939173cf2" providerId="ADAL" clId="{F33F88E0-3380-47C4-AFDE-F1AC050ADA82}" dt="2026-01-25T15:58:33.372" v="1469" actId="790"/>
          <ac:spMkLst>
            <pc:docMk/>
            <pc:sldMk cId="2240867957" sldId="273"/>
            <ac:spMk id="77" creationId="{BEE41B40-4F12-D9F7-DD75-8E71A7764BD2}"/>
          </ac:spMkLst>
        </pc:spChg>
        <pc:spChg chg="mod">
          <ac:chgData name="Yash Jadhav" userId="535c3d6d-72b8-4f77-8155-55f939173cf2" providerId="ADAL" clId="{F33F88E0-3380-47C4-AFDE-F1AC050ADA82}" dt="2026-01-25T15:58:33.375" v="1470" actId="790"/>
          <ac:spMkLst>
            <pc:docMk/>
            <pc:sldMk cId="2240867957" sldId="273"/>
            <ac:spMk id="78" creationId="{F016C50F-6633-C148-591A-7B173CA0A982}"/>
          </ac:spMkLst>
        </pc:spChg>
        <pc:spChg chg="mod">
          <ac:chgData name="Yash Jadhav" userId="535c3d6d-72b8-4f77-8155-55f939173cf2" providerId="ADAL" clId="{F33F88E0-3380-47C4-AFDE-F1AC050ADA82}" dt="2026-01-25T15:58:33.379" v="1471" actId="790"/>
          <ac:spMkLst>
            <pc:docMk/>
            <pc:sldMk cId="2240867957" sldId="273"/>
            <ac:spMk id="80" creationId="{7AEC5EEC-BB4B-3021-362A-6C7F718DCDA9}"/>
          </ac:spMkLst>
        </pc:spChg>
        <pc:spChg chg="mod">
          <ac:chgData name="Yash Jadhav" userId="535c3d6d-72b8-4f77-8155-55f939173cf2" providerId="ADAL" clId="{F33F88E0-3380-47C4-AFDE-F1AC050ADA82}" dt="2026-01-25T15:58:33.383" v="1472" actId="790"/>
          <ac:spMkLst>
            <pc:docMk/>
            <pc:sldMk cId="2240867957" sldId="273"/>
            <ac:spMk id="81" creationId="{76219572-8648-02D5-E755-575C8341D10D}"/>
          </ac:spMkLst>
        </pc:spChg>
        <pc:spChg chg="add del mod">
          <ac:chgData name="Yash Jadhav" userId="535c3d6d-72b8-4f77-8155-55f939173cf2" providerId="ADAL" clId="{F33F88E0-3380-47C4-AFDE-F1AC050ADA82}" dt="2026-01-25T16:06:14.662" v="8413" actId="6264"/>
          <ac:spMkLst>
            <pc:docMk/>
            <pc:sldMk cId="2240867957" sldId="273"/>
            <ac:spMk id="82" creationId="{0A4A4EB0-3588-D8A4-1DC6-EDA32FE2FAD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21935780" sldId="274"/>
        </pc:sldMkLst>
        <pc:spChg chg="mod ord">
          <ac:chgData name="Yash Jadhav" userId="535c3d6d-72b8-4f77-8155-55f939173cf2" providerId="ADAL" clId="{F33F88E0-3380-47C4-AFDE-F1AC050ADA82}" dt="2026-01-25T16:06:14.662" v="8413" actId="6264"/>
          <ac:spMkLst>
            <pc:docMk/>
            <pc:sldMk cId="1321935780" sldId="27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321935780" sldId="274"/>
            <ac:spMk id="3" creationId="{1D26149E-EC33-8CF2-4D50-D1B8F3CDB07C}"/>
          </ac:spMkLst>
        </pc:spChg>
        <pc:spChg chg="mod">
          <ac:chgData name="Yash Jadhav" userId="535c3d6d-72b8-4f77-8155-55f939173cf2" providerId="ADAL" clId="{F33F88E0-3380-47C4-AFDE-F1AC050ADA82}" dt="2026-01-25T15:58:35.165" v="1478" actId="790"/>
          <ac:spMkLst>
            <pc:docMk/>
            <pc:sldMk cId="1321935780" sldId="274"/>
            <ac:spMk id="5" creationId="{00000000-0000-0000-0000-000000000000}"/>
          </ac:spMkLst>
        </pc:spChg>
        <pc:spChg chg="mod">
          <ac:chgData name="Yash Jadhav" userId="535c3d6d-72b8-4f77-8155-55f939173cf2" providerId="ADAL" clId="{F33F88E0-3380-47C4-AFDE-F1AC050ADA82}" dt="2026-01-25T15:58:35.167" v="1479" actId="790"/>
          <ac:spMkLst>
            <pc:docMk/>
            <pc:sldMk cId="1321935780" sldId="274"/>
            <ac:spMk id="7" creationId="{00000000-0000-0000-0000-000000000000}"/>
          </ac:spMkLst>
        </pc:spChg>
        <pc:spChg chg="mod">
          <ac:chgData name="Yash Jadhav" userId="535c3d6d-72b8-4f77-8155-55f939173cf2" providerId="ADAL" clId="{F33F88E0-3380-47C4-AFDE-F1AC050ADA82}" dt="2026-01-25T15:58:35.168" v="1480" actId="790"/>
          <ac:spMkLst>
            <pc:docMk/>
            <pc:sldMk cId="1321935780" sldId="274"/>
            <ac:spMk id="8" creationId="{00000000-0000-0000-0000-000000000000}"/>
          </ac:spMkLst>
        </pc:spChg>
        <pc:spChg chg="mod">
          <ac:chgData name="Yash Jadhav" userId="535c3d6d-72b8-4f77-8155-55f939173cf2" providerId="ADAL" clId="{F33F88E0-3380-47C4-AFDE-F1AC050ADA82}" dt="2026-01-25T15:58:35.170" v="1481" actId="790"/>
          <ac:spMkLst>
            <pc:docMk/>
            <pc:sldMk cId="1321935780" sldId="274"/>
            <ac:spMk id="9" creationId="{00000000-0000-0000-0000-000000000000}"/>
          </ac:spMkLst>
        </pc:spChg>
        <pc:spChg chg="mod">
          <ac:chgData name="Yash Jadhav" userId="535c3d6d-72b8-4f77-8155-55f939173cf2" providerId="ADAL" clId="{F33F88E0-3380-47C4-AFDE-F1AC050ADA82}" dt="2026-01-25T15:58:35.178" v="1482" actId="790"/>
          <ac:spMkLst>
            <pc:docMk/>
            <pc:sldMk cId="1321935780" sldId="274"/>
            <ac:spMk id="10" creationId="{00000000-0000-0000-0000-000000000000}"/>
          </ac:spMkLst>
        </pc:spChg>
        <pc:spChg chg="mod">
          <ac:chgData name="Yash Jadhav" userId="535c3d6d-72b8-4f77-8155-55f939173cf2" providerId="ADAL" clId="{F33F88E0-3380-47C4-AFDE-F1AC050ADA82}" dt="2026-01-25T15:58:35.180" v="1483" actId="790"/>
          <ac:spMkLst>
            <pc:docMk/>
            <pc:sldMk cId="1321935780" sldId="274"/>
            <ac:spMk id="11" creationId="{00000000-0000-0000-0000-000000000000}"/>
          </ac:spMkLst>
        </pc:spChg>
        <pc:spChg chg="mod">
          <ac:chgData name="Yash Jadhav" userId="535c3d6d-72b8-4f77-8155-55f939173cf2" providerId="ADAL" clId="{F33F88E0-3380-47C4-AFDE-F1AC050ADA82}" dt="2026-01-25T15:58:35.182" v="1484" actId="790"/>
          <ac:spMkLst>
            <pc:docMk/>
            <pc:sldMk cId="1321935780" sldId="274"/>
            <ac:spMk id="12" creationId="{00000000-0000-0000-0000-000000000000}"/>
          </ac:spMkLst>
        </pc:spChg>
        <pc:spChg chg="mod">
          <ac:chgData name="Yash Jadhav" userId="535c3d6d-72b8-4f77-8155-55f939173cf2" providerId="ADAL" clId="{F33F88E0-3380-47C4-AFDE-F1AC050ADA82}" dt="2026-01-25T15:58:35.183" v="1485" actId="790"/>
          <ac:spMkLst>
            <pc:docMk/>
            <pc:sldMk cId="1321935780" sldId="274"/>
            <ac:spMk id="13" creationId="{00000000-0000-0000-0000-000000000000}"/>
          </ac:spMkLst>
        </pc:spChg>
        <pc:spChg chg="mod">
          <ac:chgData name="Yash Jadhav" userId="535c3d6d-72b8-4f77-8155-55f939173cf2" providerId="ADAL" clId="{F33F88E0-3380-47C4-AFDE-F1AC050ADA82}" dt="2026-01-25T15:58:35.184" v="1486" actId="790"/>
          <ac:spMkLst>
            <pc:docMk/>
            <pc:sldMk cId="1321935780" sldId="274"/>
            <ac:spMk id="14" creationId="{00000000-0000-0000-0000-000000000000}"/>
          </ac:spMkLst>
        </pc:spChg>
        <pc:spChg chg="mod">
          <ac:chgData name="Yash Jadhav" userId="535c3d6d-72b8-4f77-8155-55f939173cf2" providerId="ADAL" clId="{F33F88E0-3380-47C4-AFDE-F1AC050ADA82}" dt="2026-01-25T15:58:35.187" v="1487" actId="790"/>
          <ac:spMkLst>
            <pc:docMk/>
            <pc:sldMk cId="1321935780" sldId="274"/>
            <ac:spMk id="15" creationId="{00000000-0000-0000-0000-000000000000}"/>
          </ac:spMkLst>
        </pc:spChg>
        <pc:spChg chg="mod">
          <ac:chgData name="Yash Jadhav" userId="535c3d6d-72b8-4f77-8155-55f939173cf2" providerId="ADAL" clId="{F33F88E0-3380-47C4-AFDE-F1AC050ADA82}" dt="2026-01-25T15:58:35.188" v="1488" actId="790"/>
          <ac:spMkLst>
            <pc:docMk/>
            <pc:sldMk cId="1321935780" sldId="274"/>
            <ac:spMk id="16" creationId="{00000000-0000-0000-0000-000000000000}"/>
          </ac:spMkLst>
        </pc:spChg>
        <pc:spChg chg="mod">
          <ac:chgData name="Yash Jadhav" userId="535c3d6d-72b8-4f77-8155-55f939173cf2" providerId="ADAL" clId="{F33F88E0-3380-47C4-AFDE-F1AC050ADA82}" dt="2026-01-25T15:58:35.189" v="1489" actId="790"/>
          <ac:spMkLst>
            <pc:docMk/>
            <pc:sldMk cId="1321935780" sldId="274"/>
            <ac:spMk id="17" creationId="{00000000-0000-0000-0000-000000000000}"/>
          </ac:spMkLst>
        </pc:spChg>
        <pc:spChg chg="mod">
          <ac:chgData name="Yash Jadhav" userId="535c3d6d-72b8-4f77-8155-55f939173cf2" providerId="ADAL" clId="{F33F88E0-3380-47C4-AFDE-F1AC050ADA82}" dt="2026-01-25T15:58:35.191" v="1490" actId="790"/>
          <ac:spMkLst>
            <pc:docMk/>
            <pc:sldMk cId="1321935780" sldId="274"/>
            <ac:spMk id="18" creationId="{00000000-0000-0000-0000-000000000000}"/>
          </ac:spMkLst>
        </pc:spChg>
        <pc:spChg chg="mod">
          <ac:chgData name="Yash Jadhav" userId="535c3d6d-72b8-4f77-8155-55f939173cf2" providerId="ADAL" clId="{F33F88E0-3380-47C4-AFDE-F1AC050ADA82}" dt="2026-01-25T15:58:35.194" v="1491" actId="790"/>
          <ac:spMkLst>
            <pc:docMk/>
            <pc:sldMk cId="1321935780" sldId="274"/>
            <ac:spMk id="19" creationId="{E3E421DD-7F73-48C5-BDA3-451A3E2EF995}"/>
          </ac:spMkLst>
        </pc:spChg>
        <pc:spChg chg="mod">
          <ac:chgData name="Yash Jadhav" userId="535c3d6d-72b8-4f77-8155-55f939173cf2" providerId="ADAL" clId="{F33F88E0-3380-47C4-AFDE-F1AC050ADA82}" dt="2026-01-25T15:58:35.196" v="1492" actId="790"/>
          <ac:spMkLst>
            <pc:docMk/>
            <pc:sldMk cId="1321935780" sldId="274"/>
            <ac:spMk id="20" creationId="{E3E421DD-7F73-48C5-BDA3-451A3E2EF995}"/>
          </ac:spMkLst>
        </pc:spChg>
        <pc:spChg chg="mod">
          <ac:chgData name="Yash Jadhav" userId="535c3d6d-72b8-4f77-8155-55f939173cf2" providerId="ADAL" clId="{F33F88E0-3380-47C4-AFDE-F1AC050ADA82}" dt="2026-01-25T15:58:35.199" v="1493" actId="790"/>
          <ac:spMkLst>
            <pc:docMk/>
            <pc:sldMk cId="1321935780" sldId="274"/>
            <ac:spMk id="21" creationId="{E3E421DD-7F73-48C5-BDA3-451A3E2EF995}"/>
          </ac:spMkLst>
        </pc:spChg>
        <pc:spChg chg="mod">
          <ac:chgData name="Yash Jadhav" userId="535c3d6d-72b8-4f77-8155-55f939173cf2" providerId="ADAL" clId="{F33F88E0-3380-47C4-AFDE-F1AC050ADA82}" dt="2026-01-25T15:58:35.201" v="1494" actId="790"/>
          <ac:spMkLst>
            <pc:docMk/>
            <pc:sldMk cId="1321935780" sldId="274"/>
            <ac:spMk id="22"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9041458" sldId="275"/>
        </pc:sldMkLst>
        <pc:spChg chg="mod ord">
          <ac:chgData name="Yash Jadhav" userId="535c3d6d-72b8-4f77-8155-55f939173cf2" providerId="ADAL" clId="{F33F88E0-3380-47C4-AFDE-F1AC050ADA82}" dt="2026-01-25T16:06:14.662" v="8413" actId="6264"/>
          <ac:spMkLst>
            <pc:docMk/>
            <pc:sldMk cId="2309041458" sldId="275"/>
            <ac:spMk id="2" creationId="{9A75AFAA-9349-486A-8FBD-65D6FABE3FDE}"/>
          </ac:spMkLst>
        </pc:spChg>
        <pc:spChg chg="add del mod">
          <ac:chgData name="Yash Jadhav" userId="535c3d6d-72b8-4f77-8155-55f939173cf2" providerId="ADAL" clId="{F33F88E0-3380-47C4-AFDE-F1AC050ADA82}" dt="2026-01-25T16:06:14.662" v="8413" actId="6264"/>
          <ac:spMkLst>
            <pc:docMk/>
            <pc:sldMk cId="2309041458" sldId="275"/>
            <ac:spMk id="4" creationId="{20BEC79F-D54D-E41A-FE36-E3B07F065D65}"/>
          </ac:spMkLst>
        </pc:spChg>
        <pc:spChg chg="mod">
          <ac:chgData name="Yash Jadhav" userId="535c3d6d-72b8-4f77-8155-55f939173cf2" providerId="ADAL" clId="{F33F88E0-3380-47C4-AFDE-F1AC050ADA82}" dt="2026-01-25T15:58:37.652" v="1500" actId="790"/>
          <ac:spMkLst>
            <pc:docMk/>
            <pc:sldMk cId="2309041458" sldId="275"/>
            <ac:spMk id="5" creationId="{201F70B8-1B59-4666-9829-AC62752A978D}"/>
          </ac:spMkLst>
        </pc:spChg>
        <pc:spChg chg="mod">
          <ac:chgData name="Yash Jadhav" userId="535c3d6d-72b8-4f77-8155-55f939173cf2" providerId="ADAL" clId="{F33F88E0-3380-47C4-AFDE-F1AC050ADA82}" dt="2026-01-25T15:58:37.654" v="1501" actId="790"/>
          <ac:spMkLst>
            <pc:docMk/>
            <pc:sldMk cId="2309041458" sldId="275"/>
            <ac:spMk id="6" creationId="{04CB0968-8E88-45DB-8C57-0D83662E76EC}"/>
          </ac:spMkLst>
        </pc:spChg>
        <pc:spChg chg="mod">
          <ac:chgData name="Yash Jadhav" userId="535c3d6d-72b8-4f77-8155-55f939173cf2" providerId="ADAL" clId="{F33F88E0-3380-47C4-AFDE-F1AC050ADA82}" dt="2026-01-25T15:58:37.656" v="1502" actId="790"/>
          <ac:spMkLst>
            <pc:docMk/>
            <pc:sldMk cId="2309041458" sldId="275"/>
            <ac:spMk id="7" creationId="{7CF1E69D-4BE4-4FDC-95F5-0DC99A211953}"/>
          </ac:spMkLst>
        </pc:spChg>
        <pc:spChg chg="mod">
          <ac:chgData name="Yash Jadhav" userId="535c3d6d-72b8-4f77-8155-55f939173cf2" providerId="ADAL" clId="{F33F88E0-3380-47C4-AFDE-F1AC050ADA82}" dt="2026-01-25T15:58:37.658" v="1503" actId="790"/>
          <ac:spMkLst>
            <pc:docMk/>
            <pc:sldMk cId="2309041458" sldId="275"/>
            <ac:spMk id="8" creationId="{76A72BED-5386-470F-B7F1-45063A16D3C1}"/>
          </ac:spMkLst>
        </pc:spChg>
        <pc:spChg chg="mod">
          <ac:chgData name="Yash Jadhav" userId="535c3d6d-72b8-4f77-8155-55f939173cf2" providerId="ADAL" clId="{F33F88E0-3380-47C4-AFDE-F1AC050ADA82}" dt="2026-01-25T15:58:37.659" v="1504" actId="790"/>
          <ac:spMkLst>
            <pc:docMk/>
            <pc:sldMk cId="2309041458" sldId="275"/>
            <ac:spMk id="9" creationId="{B61FC842-1E46-4BAD-AC5C-F498E84B4717}"/>
          </ac:spMkLst>
        </pc:spChg>
        <pc:spChg chg="mod">
          <ac:chgData name="Yash Jadhav" userId="535c3d6d-72b8-4f77-8155-55f939173cf2" providerId="ADAL" clId="{F33F88E0-3380-47C4-AFDE-F1AC050ADA82}" dt="2026-01-25T15:58:37.661" v="1505" actId="790"/>
          <ac:spMkLst>
            <pc:docMk/>
            <pc:sldMk cId="2309041458" sldId="275"/>
            <ac:spMk id="10" creationId="{11142297-D47F-44E3-BCD3-4432C672D55C}"/>
          </ac:spMkLst>
        </pc:spChg>
        <pc:spChg chg="mod">
          <ac:chgData name="Yash Jadhav" userId="535c3d6d-72b8-4f77-8155-55f939173cf2" providerId="ADAL" clId="{F33F88E0-3380-47C4-AFDE-F1AC050ADA82}" dt="2026-01-25T15:58:37.669" v="1509" actId="790"/>
          <ac:spMkLst>
            <pc:docMk/>
            <pc:sldMk cId="2309041458" sldId="275"/>
            <ac:spMk id="14" creationId="{DDABA1E1-2E1E-4086-8407-71A30392D456}"/>
          </ac:spMkLst>
        </pc:spChg>
        <pc:spChg chg="mod">
          <ac:chgData name="Yash Jadhav" userId="535c3d6d-72b8-4f77-8155-55f939173cf2" providerId="ADAL" clId="{F33F88E0-3380-47C4-AFDE-F1AC050ADA82}" dt="2026-01-25T15:58:37.670" v="1510" actId="790"/>
          <ac:spMkLst>
            <pc:docMk/>
            <pc:sldMk cId="2309041458" sldId="275"/>
            <ac:spMk id="15" creationId="{ADDD13F0-A96D-43D3-8819-7EB4371EB48F}"/>
          </ac:spMkLst>
        </pc:spChg>
        <pc:spChg chg="mod">
          <ac:chgData name="Yash Jadhav" userId="535c3d6d-72b8-4f77-8155-55f939173cf2" providerId="ADAL" clId="{F33F88E0-3380-47C4-AFDE-F1AC050ADA82}" dt="2026-01-25T15:58:37.672" v="1511" actId="790"/>
          <ac:spMkLst>
            <pc:docMk/>
            <pc:sldMk cId="2309041458" sldId="275"/>
            <ac:spMk id="16" creationId="{86A96E5E-B75E-44AF-83F8-047E96C63319}"/>
          </ac:spMkLst>
        </pc:spChg>
        <pc:spChg chg="mod">
          <ac:chgData name="Yash Jadhav" userId="535c3d6d-72b8-4f77-8155-55f939173cf2" providerId="ADAL" clId="{F33F88E0-3380-47C4-AFDE-F1AC050ADA82}" dt="2026-01-25T15:58:37.663" v="1506" actId="790"/>
          <ac:spMkLst>
            <pc:docMk/>
            <pc:sldMk cId="2309041458" sldId="275"/>
            <ac:spMk id="17" creationId="{4D6FE6C7-AA97-40D7-9BD8-FFC096A7EE78}"/>
          </ac:spMkLst>
        </pc:spChg>
        <pc:spChg chg="mod">
          <ac:chgData name="Yash Jadhav" userId="535c3d6d-72b8-4f77-8155-55f939173cf2" providerId="ADAL" clId="{F33F88E0-3380-47C4-AFDE-F1AC050ADA82}" dt="2026-01-25T15:58:37.666" v="1507" actId="790"/>
          <ac:spMkLst>
            <pc:docMk/>
            <pc:sldMk cId="2309041458" sldId="275"/>
            <ac:spMk id="18" creationId="{80507155-3255-4E8A-8C2A-BF6B5969E91F}"/>
          </ac:spMkLst>
        </pc:spChg>
        <pc:spChg chg="mod">
          <ac:chgData name="Yash Jadhav" userId="535c3d6d-72b8-4f77-8155-55f939173cf2" providerId="ADAL" clId="{F33F88E0-3380-47C4-AFDE-F1AC050ADA82}" dt="2026-01-25T15:58:37.667" v="1508" actId="790"/>
          <ac:spMkLst>
            <pc:docMk/>
            <pc:sldMk cId="2309041458" sldId="275"/>
            <ac:spMk id="19" creationId="{5D05B724-920D-4AB8-9CF2-4E0658EF5685}"/>
          </ac:spMkLst>
        </pc:spChg>
        <pc:spChg chg="mod">
          <ac:chgData name="Yash Jadhav" userId="535c3d6d-72b8-4f77-8155-55f939173cf2" providerId="ADAL" clId="{F33F88E0-3380-47C4-AFDE-F1AC050ADA82}" dt="2026-01-25T15:58:37.679" v="1515" actId="790"/>
          <ac:spMkLst>
            <pc:docMk/>
            <pc:sldMk cId="2309041458" sldId="275"/>
            <ac:spMk id="22" creationId="{F9EBC056-D66E-4664-BC5B-1AE33E24B321}"/>
          </ac:spMkLst>
        </pc:spChg>
        <pc:spChg chg="mod">
          <ac:chgData name="Yash Jadhav" userId="535c3d6d-72b8-4f77-8155-55f939173cf2" providerId="ADAL" clId="{F33F88E0-3380-47C4-AFDE-F1AC050ADA82}" dt="2026-01-25T15:58:37.681" v="1516" actId="790"/>
          <ac:spMkLst>
            <pc:docMk/>
            <pc:sldMk cId="2309041458" sldId="275"/>
            <ac:spMk id="23" creationId="{4006E995-DFAE-4961-ACD0-AADF79CA7D53}"/>
          </ac:spMkLst>
        </pc:spChg>
        <pc:spChg chg="mod">
          <ac:chgData name="Yash Jadhav" userId="535c3d6d-72b8-4f77-8155-55f939173cf2" providerId="ADAL" clId="{F33F88E0-3380-47C4-AFDE-F1AC050ADA82}" dt="2026-01-25T15:58:37.683" v="1517" actId="790"/>
          <ac:spMkLst>
            <pc:docMk/>
            <pc:sldMk cId="2309041458" sldId="275"/>
            <ac:spMk id="24" creationId="{88595BF4-9AEA-472C-B739-729C71BBD9E3}"/>
          </ac:spMkLst>
        </pc:spChg>
        <pc:spChg chg="mod">
          <ac:chgData name="Yash Jadhav" userId="535c3d6d-72b8-4f77-8155-55f939173cf2" providerId="ADAL" clId="{F33F88E0-3380-47C4-AFDE-F1AC050ADA82}" dt="2026-01-25T15:58:37.673" v="1512" actId="790"/>
          <ac:spMkLst>
            <pc:docMk/>
            <pc:sldMk cId="2309041458" sldId="275"/>
            <ac:spMk id="25" creationId="{0CE9DD54-8E6B-4D04-95A7-2ED4A03F9931}"/>
          </ac:spMkLst>
        </pc:spChg>
        <pc:spChg chg="mod">
          <ac:chgData name="Yash Jadhav" userId="535c3d6d-72b8-4f77-8155-55f939173cf2" providerId="ADAL" clId="{F33F88E0-3380-47C4-AFDE-F1AC050ADA82}" dt="2026-01-25T15:58:37.675" v="1513" actId="790"/>
          <ac:spMkLst>
            <pc:docMk/>
            <pc:sldMk cId="2309041458" sldId="275"/>
            <ac:spMk id="26" creationId="{0AED2C9B-EDE9-4384-BBEE-9CEA880A4981}"/>
          </ac:spMkLst>
        </pc:spChg>
        <pc:spChg chg="mod">
          <ac:chgData name="Yash Jadhav" userId="535c3d6d-72b8-4f77-8155-55f939173cf2" providerId="ADAL" clId="{F33F88E0-3380-47C4-AFDE-F1AC050ADA82}" dt="2026-01-25T15:58:37.676" v="1514" actId="790"/>
          <ac:spMkLst>
            <pc:docMk/>
            <pc:sldMk cId="2309041458" sldId="275"/>
            <ac:spMk id="27" creationId="{76EF0AE5-ABFF-4073-9F4D-E60D8D5D7F98}"/>
          </ac:spMkLst>
        </pc:spChg>
        <pc:spChg chg="mod">
          <ac:chgData name="Yash Jadhav" userId="535c3d6d-72b8-4f77-8155-55f939173cf2" providerId="ADAL" clId="{F33F88E0-3380-47C4-AFDE-F1AC050ADA82}" dt="2026-01-25T15:58:37.688" v="1521" actId="790"/>
          <ac:spMkLst>
            <pc:docMk/>
            <pc:sldMk cId="2309041458" sldId="275"/>
            <ac:spMk id="30" creationId="{CF08E31A-1385-4758-B35B-D90DFA6B4825}"/>
          </ac:spMkLst>
        </pc:spChg>
        <pc:spChg chg="mod">
          <ac:chgData name="Yash Jadhav" userId="535c3d6d-72b8-4f77-8155-55f939173cf2" providerId="ADAL" clId="{F33F88E0-3380-47C4-AFDE-F1AC050ADA82}" dt="2026-01-25T15:58:37.690" v="1522" actId="790"/>
          <ac:spMkLst>
            <pc:docMk/>
            <pc:sldMk cId="2309041458" sldId="275"/>
            <ac:spMk id="31" creationId="{21AE3CC2-FC4F-40E7-A4F1-66F820194627}"/>
          </ac:spMkLst>
        </pc:spChg>
        <pc:spChg chg="mod">
          <ac:chgData name="Yash Jadhav" userId="535c3d6d-72b8-4f77-8155-55f939173cf2" providerId="ADAL" clId="{F33F88E0-3380-47C4-AFDE-F1AC050ADA82}" dt="2026-01-25T15:58:37.692" v="1523" actId="790"/>
          <ac:spMkLst>
            <pc:docMk/>
            <pc:sldMk cId="2309041458" sldId="275"/>
            <ac:spMk id="32" creationId="{2E1D18B0-5651-4825-81F8-789AAD798E85}"/>
          </ac:spMkLst>
        </pc:spChg>
        <pc:spChg chg="mod">
          <ac:chgData name="Yash Jadhav" userId="535c3d6d-72b8-4f77-8155-55f939173cf2" providerId="ADAL" clId="{F33F88E0-3380-47C4-AFDE-F1AC050ADA82}" dt="2026-01-25T15:58:37.684" v="1518" actId="790"/>
          <ac:spMkLst>
            <pc:docMk/>
            <pc:sldMk cId="2309041458" sldId="275"/>
            <ac:spMk id="33" creationId="{9D4B441D-BBE8-4CD6-879A-F2A1E0C78EFC}"/>
          </ac:spMkLst>
        </pc:spChg>
        <pc:spChg chg="mod">
          <ac:chgData name="Yash Jadhav" userId="535c3d6d-72b8-4f77-8155-55f939173cf2" providerId="ADAL" clId="{F33F88E0-3380-47C4-AFDE-F1AC050ADA82}" dt="2026-01-25T15:58:37.686" v="1519" actId="790"/>
          <ac:spMkLst>
            <pc:docMk/>
            <pc:sldMk cId="2309041458" sldId="275"/>
            <ac:spMk id="34" creationId="{41D55E6F-C652-4321-AA81-3AE936F69CFA}"/>
          </ac:spMkLst>
        </pc:spChg>
        <pc:spChg chg="mod">
          <ac:chgData name="Yash Jadhav" userId="535c3d6d-72b8-4f77-8155-55f939173cf2" providerId="ADAL" clId="{F33F88E0-3380-47C4-AFDE-F1AC050ADA82}" dt="2026-01-25T15:58:37.687" v="1520" actId="790"/>
          <ac:spMkLst>
            <pc:docMk/>
            <pc:sldMk cId="2309041458" sldId="275"/>
            <ac:spMk id="35" creationId="{5234F991-9722-4F5E-8FFC-814C0EB095D1}"/>
          </ac:spMkLst>
        </pc:spChg>
        <pc:spChg chg="mod">
          <ac:chgData name="Yash Jadhav" userId="535c3d6d-72b8-4f77-8155-55f939173cf2" providerId="ADAL" clId="{F33F88E0-3380-47C4-AFDE-F1AC050ADA82}" dt="2026-01-25T15:58:37.694" v="1524" actId="790"/>
          <ac:spMkLst>
            <pc:docMk/>
            <pc:sldMk cId="2309041458" sldId="275"/>
            <ac:spMk id="36" creationId="{60F931EA-151C-4411-9EE4-31AE910FE70C}"/>
          </ac:spMkLst>
        </pc:spChg>
        <pc:spChg chg="mod">
          <ac:chgData name="Yash Jadhav" userId="535c3d6d-72b8-4f77-8155-55f939173cf2" providerId="ADAL" clId="{F33F88E0-3380-47C4-AFDE-F1AC050ADA82}" dt="2026-01-25T15:58:37.696" v="1525" actId="790"/>
          <ac:spMkLst>
            <pc:docMk/>
            <pc:sldMk cId="2309041458" sldId="275"/>
            <ac:spMk id="37" creationId="{116E826C-ACE4-493A-98FE-789118BA9932}"/>
          </ac:spMkLst>
        </pc:spChg>
        <pc:spChg chg="mod">
          <ac:chgData name="Yash Jadhav" userId="535c3d6d-72b8-4f77-8155-55f939173cf2" providerId="ADAL" clId="{F33F88E0-3380-47C4-AFDE-F1AC050ADA82}" dt="2026-01-25T15:58:37.698" v="1526" actId="790"/>
          <ac:spMkLst>
            <pc:docMk/>
            <pc:sldMk cId="2309041458" sldId="275"/>
            <ac:spMk id="38" creationId="{38A5BE99-B7A9-4BA5-B0F2-D27446777E6C}"/>
          </ac:spMkLst>
        </pc:spChg>
        <pc:spChg chg="mod">
          <ac:chgData name="Yash Jadhav" userId="535c3d6d-72b8-4f77-8155-55f939173cf2" providerId="ADAL" clId="{F33F88E0-3380-47C4-AFDE-F1AC050ADA82}" dt="2026-01-25T15:58:37.700" v="1527" actId="790"/>
          <ac:spMkLst>
            <pc:docMk/>
            <pc:sldMk cId="2309041458" sldId="275"/>
            <ac:spMk id="39" creationId="{B84F6C01-7737-43E5-88A3-D66F1D3CC69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1720519" sldId="276"/>
        </pc:sldMkLst>
        <pc:spChg chg="mod ord">
          <ac:chgData name="Yash Jadhav" userId="535c3d6d-72b8-4f77-8155-55f939173cf2" providerId="ADAL" clId="{F33F88E0-3380-47C4-AFDE-F1AC050ADA82}" dt="2026-01-25T16:06:14.662" v="8413" actId="6264"/>
          <ac:spMkLst>
            <pc:docMk/>
            <pc:sldMk cId="4211720519" sldId="276"/>
            <ac:spMk id="2" creationId="{00000000-0000-0000-0000-000000000000}"/>
          </ac:spMkLst>
        </pc:spChg>
        <pc:spChg chg="mod">
          <ac:chgData name="Yash Jadhav" userId="535c3d6d-72b8-4f77-8155-55f939173cf2" providerId="ADAL" clId="{F33F88E0-3380-47C4-AFDE-F1AC050ADA82}" dt="2026-01-25T15:58:39.503" v="1542" actId="790"/>
          <ac:spMkLst>
            <pc:docMk/>
            <pc:sldMk cId="4211720519" sldId="276"/>
            <ac:spMk id="5" creationId="{6BB45F05-1535-E6B9-5A08-E711C5C07B24}"/>
          </ac:spMkLst>
        </pc:spChg>
        <pc:spChg chg="mod">
          <ac:chgData name="Yash Jadhav" userId="535c3d6d-72b8-4f77-8155-55f939173cf2" providerId="ADAL" clId="{F33F88E0-3380-47C4-AFDE-F1AC050ADA82}" dt="2026-01-25T15:58:39.495" v="1539" actId="790"/>
          <ac:spMkLst>
            <pc:docMk/>
            <pc:sldMk cId="4211720519" sldId="276"/>
            <ac:spMk id="6" creationId="{0BA8CEC9-EACE-3630-DDB2-8035132DA336}"/>
          </ac:spMkLst>
        </pc:spChg>
        <pc:spChg chg="mod">
          <ac:chgData name="Yash Jadhav" userId="535c3d6d-72b8-4f77-8155-55f939173cf2" providerId="ADAL" clId="{F33F88E0-3380-47C4-AFDE-F1AC050ADA82}" dt="2026-01-25T15:58:39.498" v="1540" actId="790"/>
          <ac:spMkLst>
            <pc:docMk/>
            <pc:sldMk cId="4211720519" sldId="276"/>
            <ac:spMk id="7" creationId="{1F21A1CF-0A24-60EB-033A-779D04FF54EF}"/>
          </ac:spMkLst>
        </pc:spChg>
        <pc:spChg chg="mod">
          <ac:chgData name="Yash Jadhav" userId="535c3d6d-72b8-4f77-8155-55f939173cf2" providerId="ADAL" clId="{F33F88E0-3380-47C4-AFDE-F1AC050ADA82}" dt="2026-01-25T15:58:39.501" v="1541" actId="790"/>
          <ac:spMkLst>
            <pc:docMk/>
            <pc:sldMk cId="4211720519" sldId="276"/>
            <ac:spMk id="8" creationId="{B44AED51-665A-1A26-3A80-ACCF06C6D4F8}"/>
          </ac:spMkLst>
        </pc:spChg>
        <pc:spChg chg="mod">
          <ac:chgData name="Yash Jadhav" userId="535c3d6d-72b8-4f77-8155-55f939173cf2" providerId="ADAL" clId="{F33F88E0-3380-47C4-AFDE-F1AC050ADA82}" dt="2026-01-25T15:58:39.469" v="1534" actId="790"/>
          <ac:spMkLst>
            <pc:docMk/>
            <pc:sldMk cId="4211720519" sldId="276"/>
            <ac:spMk id="9" creationId="{00000000-0000-0000-0000-000000000000}"/>
          </ac:spMkLst>
        </pc:spChg>
        <pc:spChg chg="mod">
          <ac:chgData name="Yash Jadhav" userId="535c3d6d-72b8-4f77-8155-55f939173cf2" providerId="ADAL" clId="{F33F88E0-3380-47C4-AFDE-F1AC050ADA82}" dt="2026-01-25T15:58:39.512" v="1546" actId="790"/>
          <ac:spMkLst>
            <pc:docMk/>
            <pc:sldMk cId="4211720519" sldId="276"/>
            <ac:spMk id="12" creationId="{7DB22AF3-447F-99B1-0A28-17742255D060}"/>
          </ac:spMkLst>
        </pc:spChg>
        <pc:spChg chg="mod">
          <ac:chgData name="Yash Jadhav" userId="535c3d6d-72b8-4f77-8155-55f939173cf2" providerId="ADAL" clId="{F33F88E0-3380-47C4-AFDE-F1AC050ADA82}" dt="2026-01-25T15:58:39.505" v="1543" actId="790"/>
          <ac:spMkLst>
            <pc:docMk/>
            <pc:sldMk cId="4211720519" sldId="276"/>
            <ac:spMk id="13" creationId="{25E366A1-7A72-E79F-791C-A2694EF9C28A}"/>
          </ac:spMkLst>
        </pc:spChg>
        <pc:spChg chg="mod">
          <ac:chgData name="Yash Jadhav" userId="535c3d6d-72b8-4f77-8155-55f939173cf2" providerId="ADAL" clId="{F33F88E0-3380-47C4-AFDE-F1AC050ADA82}" dt="2026-01-25T15:58:39.507" v="1544" actId="790"/>
          <ac:spMkLst>
            <pc:docMk/>
            <pc:sldMk cId="4211720519" sldId="276"/>
            <ac:spMk id="14" creationId="{2FC4E592-30AC-026D-A61A-992808531F9E}"/>
          </ac:spMkLst>
        </pc:spChg>
        <pc:spChg chg="mod">
          <ac:chgData name="Yash Jadhav" userId="535c3d6d-72b8-4f77-8155-55f939173cf2" providerId="ADAL" clId="{F33F88E0-3380-47C4-AFDE-F1AC050ADA82}" dt="2026-01-25T15:58:39.510" v="1545" actId="790"/>
          <ac:spMkLst>
            <pc:docMk/>
            <pc:sldMk cId="4211720519" sldId="276"/>
            <ac:spMk id="15" creationId="{5D57E251-6352-9167-8D5A-EBC1FFAC9AAF}"/>
          </ac:spMkLst>
        </pc:spChg>
        <pc:spChg chg="mod">
          <ac:chgData name="Yash Jadhav" userId="535c3d6d-72b8-4f77-8155-55f939173cf2" providerId="ADAL" clId="{F33F88E0-3380-47C4-AFDE-F1AC050ADA82}" dt="2026-01-25T15:58:39.533" v="1550" actId="790"/>
          <ac:spMkLst>
            <pc:docMk/>
            <pc:sldMk cId="4211720519" sldId="276"/>
            <ac:spMk id="18" creationId="{16302016-F7D1-C51A-CF9E-3358020D1103}"/>
          </ac:spMkLst>
        </pc:spChg>
        <pc:spChg chg="mod">
          <ac:chgData name="Yash Jadhav" userId="535c3d6d-72b8-4f77-8155-55f939173cf2" providerId="ADAL" clId="{F33F88E0-3380-47C4-AFDE-F1AC050ADA82}" dt="2026-01-25T15:58:39.515" v="1547" actId="790"/>
          <ac:spMkLst>
            <pc:docMk/>
            <pc:sldMk cId="4211720519" sldId="276"/>
            <ac:spMk id="19" creationId="{5EF0DCA9-B78E-513D-3967-D09E335B8BB2}"/>
          </ac:spMkLst>
        </pc:spChg>
        <pc:spChg chg="mod">
          <ac:chgData name="Yash Jadhav" userId="535c3d6d-72b8-4f77-8155-55f939173cf2" providerId="ADAL" clId="{F33F88E0-3380-47C4-AFDE-F1AC050ADA82}" dt="2026-01-25T15:58:39.516" v="1548" actId="790"/>
          <ac:spMkLst>
            <pc:docMk/>
            <pc:sldMk cId="4211720519" sldId="276"/>
            <ac:spMk id="20" creationId="{88324C48-523C-6C07-DC81-6E18F548C33D}"/>
          </ac:spMkLst>
        </pc:spChg>
        <pc:spChg chg="mod">
          <ac:chgData name="Yash Jadhav" userId="535c3d6d-72b8-4f77-8155-55f939173cf2" providerId="ADAL" clId="{F33F88E0-3380-47C4-AFDE-F1AC050ADA82}" dt="2026-01-25T15:58:39.519" v="1549" actId="790"/>
          <ac:spMkLst>
            <pc:docMk/>
            <pc:sldMk cId="4211720519" sldId="276"/>
            <ac:spMk id="21" creationId="{B0BD0A5E-9F16-FC36-0F58-D5714AC3B931}"/>
          </ac:spMkLst>
        </pc:spChg>
        <pc:spChg chg="add del mod">
          <ac:chgData name="Yash Jadhav" userId="535c3d6d-72b8-4f77-8155-55f939173cf2" providerId="ADAL" clId="{F33F88E0-3380-47C4-AFDE-F1AC050ADA82}" dt="2026-01-25T16:06:14.662" v="8413" actId="6264"/>
          <ac:spMkLst>
            <pc:docMk/>
            <pc:sldMk cId="4211720519" sldId="276"/>
            <ac:spMk id="22" creationId="{B57BA0A9-2C40-698C-EF2C-C33139A84B4E}"/>
          </ac:spMkLst>
        </pc:spChg>
        <pc:spChg chg="mod">
          <ac:chgData name="Yash Jadhav" userId="535c3d6d-72b8-4f77-8155-55f939173cf2" providerId="ADAL" clId="{F33F88E0-3380-47C4-AFDE-F1AC050ADA82}" dt="2026-01-25T15:58:39.475" v="1535" actId="790"/>
          <ac:spMkLst>
            <pc:docMk/>
            <pc:sldMk cId="4211720519" sldId="276"/>
            <ac:spMk id="26" creationId="{00000000-0000-0000-0000-000000000000}"/>
          </ac:spMkLst>
        </pc:spChg>
        <pc:spChg chg="mod">
          <ac:chgData name="Yash Jadhav" userId="535c3d6d-72b8-4f77-8155-55f939173cf2" providerId="ADAL" clId="{F33F88E0-3380-47C4-AFDE-F1AC050ADA82}" dt="2026-01-25T15:58:39.483" v="1536" actId="790"/>
          <ac:spMkLst>
            <pc:docMk/>
            <pc:sldMk cId="4211720519" sldId="276"/>
            <ac:spMk id="27" creationId="{00000000-0000-0000-0000-000000000000}"/>
          </ac:spMkLst>
        </pc:spChg>
        <pc:spChg chg="mod">
          <ac:chgData name="Yash Jadhav" userId="535c3d6d-72b8-4f77-8155-55f939173cf2" providerId="ADAL" clId="{F33F88E0-3380-47C4-AFDE-F1AC050ADA82}" dt="2026-01-25T15:58:39.488" v="1537" actId="790"/>
          <ac:spMkLst>
            <pc:docMk/>
            <pc:sldMk cId="4211720519" sldId="276"/>
            <ac:spMk id="28" creationId="{00000000-0000-0000-0000-000000000000}"/>
          </ac:spMkLst>
        </pc:spChg>
        <pc:spChg chg="mod">
          <ac:chgData name="Yash Jadhav" userId="535c3d6d-72b8-4f77-8155-55f939173cf2" providerId="ADAL" clId="{F33F88E0-3380-47C4-AFDE-F1AC050ADA82}" dt="2026-01-25T15:58:39.464" v="1532" actId="790"/>
          <ac:spMkLst>
            <pc:docMk/>
            <pc:sldMk cId="4211720519" sldId="276"/>
            <ac:spMk id="29" creationId="{00000000-0000-0000-0000-000000000000}"/>
          </ac:spMkLst>
        </pc:spChg>
        <pc:spChg chg="mod">
          <ac:chgData name="Yash Jadhav" userId="535c3d6d-72b8-4f77-8155-55f939173cf2" providerId="ADAL" clId="{F33F88E0-3380-47C4-AFDE-F1AC050ADA82}" dt="2026-01-25T15:58:39.493" v="1538" actId="790"/>
          <ac:spMkLst>
            <pc:docMk/>
            <pc:sldMk cId="4211720519" sldId="276"/>
            <ac:spMk id="34" creationId="{00000000-0000-0000-0000-000000000000}"/>
          </ac:spMkLst>
        </pc:spChg>
      </pc:sldChg>
      <pc:sldChg chg="addSp delSp modSp add mod setBg modClrScheme chgLayout modNotes">
        <pc:chgData name="Yash Jadhav" userId="535c3d6d-72b8-4f77-8155-55f939173cf2" providerId="ADAL" clId="{F33F88E0-3380-47C4-AFDE-F1AC050ADA82}" dt="2026-01-25T16:06:14.662" v="8413" actId="6264"/>
        <pc:sldMkLst>
          <pc:docMk/>
          <pc:sldMk cId="164010746" sldId="277"/>
        </pc:sldMkLst>
        <pc:spChg chg="add del mod">
          <ac:chgData name="Yash Jadhav" userId="535c3d6d-72b8-4f77-8155-55f939173cf2" providerId="ADAL" clId="{F33F88E0-3380-47C4-AFDE-F1AC050ADA82}" dt="2026-01-25T16:06:14.662" v="8413" actId="6264"/>
          <ac:spMkLst>
            <pc:docMk/>
            <pc:sldMk cId="164010746" sldId="277"/>
            <ac:spMk id="2" creationId="{B11369E9-2499-78C9-EC51-71CB9746D8C9}"/>
          </ac:spMkLst>
        </pc:spChg>
        <pc:spChg chg="mod ord">
          <ac:chgData name="Yash Jadhav" userId="535c3d6d-72b8-4f77-8155-55f939173cf2" providerId="ADAL" clId="{F33F88E0-3380-47C4-AFDE-F1AC050ADA82}" dt="2026-01-25T16:06:14.662" v="8413" actId="6264"/>
          <ac:spMkLst>
            <pc:docMk/>
            <pc:sldMk cId="164010746" sldId="277"/>
            <ac:spMk id="3" creationId="{00000000-0000-0000-0000-000000000000}"/>
          </ac:spMkLst>
        </pc:spChg>
        <pc:spChg chg="mod">
          <ac:chgData name="Yash Jadhav" userId="535c3d6d-72b8-4f77-8155-55f939173cf2" providerId="ADAL" clId="{F33F88E0-3380-47C4-AFDE-F1AC050ADA82}" dt="2026-01-25T15:58:41.075" v="1556" actId="790"/>
          <ac:spMkLst>
            <pc:docMk/>
            <pc:sldMk cId="164010746" sldId="277"/>
            <ac:spMk id="6" creationId="{00000000-0000-0000-0000-000000000000}"/>
          </ac:spMkLst>
        </pc:spChg>
        <pc:spChg chg="mod">
          <ac:chgData name="Yash Jadhav" userId="535c3d6d-72b8-4f77-8155-55f939173cf2" providerId="ADAL" clId="{F33F88E0-3380-47C4-AFDE-F1AC050ADA82}" dt="2026-01-25T15:58:41.079" v="1557" actId="790"/>
          <ac:spMkLst>
            <pc:docMk/>
            <pc:sldMk cId="164010746" sldId="277"/>
            <ac:spMk id="7" creationId="{00000000-0000-0000-0000-000000000000}"/>
          </ac:spMkLst>
        </pc:spChg>
        <pc:spChg chg="mod">
          <ac:chgData name="Yash Jadhav" userId="535c3d6d-72b8-4f77-8155-55f939173cf2" providerId="ADAL" clId="{F33F88E0-3380-47C4-AFDE-F1AC050ADA82}" dt="2026-01-25T15:58:41.081" v="1558" actId="790"/>
          <ac:spMkLst>
            <pc:docMk/>
            <pc:sldMk cId="164010746" sldId="277"/>
            <ac:spMk id="8" creationId="{00000000-0000-0000-0000-000000000000}"/>
          </ac:spMkLst>
        </pc:spChg>
        <pc:spChg chg="mod">
          <ac:chgData name="Yash Jadhav" userId="535c3d6d-72b8-4f77-8155-55f939173cf2" providerId="ADAL" clId="{F33F88E0-3380-47C4-AFDE-F1AC050ADA82}" dt="2026-01-25T15:58:41.083" v="1559" actId="790"/>
          <ac:spMkLst>
            <pc:docMk/>
            <pc:sldMk cId="164010746" sldId="277"/>
            <ac:spMk id="9" creationId="{00000000-0000-0000-0000-000000000000}"/>
          </ac:spMkLst>
        </pc:spChg>
        <pc:spChg chg="mod">
          <ac:chgData name="Yash Jadhav" userId="535c3d6d-72b8-4f77-8155-55f939173cf2" providerId="ADAL" clId="{F33F88E0-3380-47C4-AFDE-F1AC050ADA82}" dt="2026-01-25T15:58:41.100" v="1560" actId="790"/>
          <ac:spMkLst>
            <pc:docMk/>
            <pc:sldMk cId="164010746" sldId="277"/>
            <ac:spMk id="10" creationId="{00000000-0000-0000-0000-000000000000}"/>
          </ac:spMkLst>
        </pc:spChg>
        <pc:spChg chg="mod">
          <ac:chgData name="Yash Jadhav" userId="535c3d6d-72b8-4f77-8155-55f939173cf2" providerId="ADAL" clId="{F33F88E0-3380-47C4-AFDE-F1AC050ADA82}" dt="2026-01-25T15:58:41.102" v="1561" actId="790"/>
          <ac:spMkLst>
            <pc:docMk/>
            <pc:sldMk cId="164010746" sldId="277"/>
            <ac:spMk id="11" creationId="{00000000-0000-0000-0000-000000000000}"/>
          </ac:spMkLst>
        </pc:spChg>
        <pc:spChg chg="mod">
          <ac:chgData name="Yash Jadhav" userId="535c3d6d-72b8-4f77-8155-55f939173cf2" providerId="ADAL" clId="{F33F88E0-3380-47C4-AFDE-F1AC050ADA82}" dt="2026-01-25T15:58:41.105" v="1562" actId="790"/>
          <ac:spMkLst>
            <pc:docMk/>
            <pc:sldMk cId="164010746" sldId="277"/>
            <ac:spMk id="12" creationId="{00000000-0000-0000-0000-000000000000}"/>
          </ac:spMkLst>
        </pc:spChg>
        <pc:spChg chg="mod">
          <ac:chgData name="Yash Jadhav" userId="535c3d6d-72b8-4f77-8155-55f939173cf2" providerId="ADAL" clId="{F33F88E0-3380-47C4-AFDE-F1AC050ADA82}" dt="2026-01-25T15:58:41.107" v="1563" actId="790"/>
          <ac:spMkLst>
            <pc:docMk/>
            <pc:sldMk cId="164010746" sldId="277"/>
            <ac:spMk id="13" creationId="{00000000-0000-0000-0000-000000000000}"/>
          </ac:spMkLst>
        </pc:spChg>
        <pc:spChg chg="mod">
          <ac:chgData name="Yash Jadhav" userId="535c3d6d-72b8-4f77-8155-55f939173cf2" providerId="ADAL" clId="{F33F88E0-3380-47C4-AFDE-F1AC050ADA82}" dt="2026-01-25T15:58:41.109" v="1564" actId="790"/>
          <ac:spMkLst>
            <pc:docMk/>
            <pc:sldMk cId="164010746" sldId="277"/>
            <ac:spMk id="14" creationId="{00000000-0000-0000-0000-000000000000}"/>
          </ac:spMkLst>
        </pc:spChg>
        <pc:spChg chg="mod">
          <ac:chgData name="Yash Jadhav" userId="535c3d6d-72b8-4f77-8155-55f939173cf2" providerId="ADAL" clId="{F33F88E0-3380-47C4-AFDE-F1AC050ADA82}" dt="2026-01-25T15:58:41.110" v="1565" actId="790"/>
          <ac:spMkLst>
            <pc:docMk/>
            <pc:sldMk cId="164010746" sldId="277"/>
            <ac:spMk id="15" creationId="{00000000-0000-0000-0000-000000000000}"/>
          </ac:spMkLst>
        </pc:spChg>
        <pc:spChg chg="mod">
          <ac:chgData name="Yash Jadhav" userId="535c3d6d-72b8-4f77-8155-55f939173cf2" providerId="ADAL" clId="{F33F88E0-3380-47C4-AFDE-F1AC050ADA82}" dt="2026-01-25T15:58:41.112" v="1566" actId="790"/>
          <ac:spMkLst>
            <pc:docMk/>
            <pc:sldMk cId="164010746" sldId="277"/>
            <ac:spMk id="16" creationId="{00000000-0000-0000-0000-000000000000}"/>
          </ac:spMkLst>
        </pc:spChg>
        <pc:spChg chg="mod">
          <ac:chgData name="Yash Jadhav" userId="535c3d6d-72b8-4f77-8155-55f939173cf2" providerId="ADAL" clId="{F33F88E0-3380-47C4-AFDE-F1AC050ADA82}" dt="2026-01-25T15:58:41.113" v="1567" actId="790"/>
          <ac:spMkLst>
            <pc:docMk/>
            <pc:sldMk cId="164010746" sldId="277"/>
            <ac:spMk id="17" creationId="{00000000-0000-0000-0000-000000000000}"/>
          </ac:spMkLst>
        </pc:spChg>
        <pc:spChg chg="mod">
          <ac:chgData name="Yash Jadhav" userId="535c3d6d-72b8-4f77-8155-55f939173cf2" providerId="ADAL" clId="{F33F88E0-3380-47C4-AFDE-F1AC050ADA82}" dt="2026-01-25T15:58:41.116" v="1568" actId="790"/>
          <ac:spMkLst>
            <pc:docMk/>
            <pc:sldMk cId="164010746" sldId="277"/>
            <ac:spMk id="18" creationId="{00000000-0000-0000-0000-000000000000}"/>
          </ac:spMkLst>
        </pc:spChg>
        <pc:spChg chg="mod">
          <ac:chgData name="Yash Jadhav" userId="535c3d6d-72b8-4f77-8155-55f939173cf2" providerId="ADAL" clId="{F33F88E0-3380-47C4-AFDE-F1AC050ADA82}" dt="2026-01-25T15:58:41.118" v="1569" actId="790"/>
          <ac:spMkLst>
            <pc:docMk/>
            <pc:sldMk cId="164010746" sldId="277"/>
            <ac:spMk id="19" creationId="{00000000-0000-0000-0000-000000000000}"/>
          </ac:spMkLst>
        </pc:spChg>
        <pc:spChg chg="mod">
          <ac:chgData name="Yash Jadhav" userId="535c3d6d-72b8-4f77-8155-55f939173cf2" providerId="ADAL" clId="{F33F88E0-3380-47C4-AFDE-F1AC050ADA82}" dt="2026-01-25T15:58:41.119" v="1570" actId="790"/>
          <ac:spMkLst>
            <pc:docMk/>
            <pc:sldMk cId="164010746" sldId="277"/>
            <ac:spMk id="20" creationId="{00000000-0000-0000-0000-000000000000}"/>
          </ac:spMkLst>
        </pc:spChg>
        <pc:spChg chg="mod">
          <ac:chgData name="Yash Jadhav" userId="535c3d6d-72b8-4f77-8155-55f939173cf2" providerId="ADAL" clId="{F33F88E0-3380-47C4-AFDE-F1AC050ADA82}" dt="2026-01-25T15:58:41.121" v="1571" actId="790"/>
          <ac:spMkLst>
            <pc:docMk/>
            <pc:sldMk cId="164010746" sldId="277"/>
            <ac:spMk id="21" creationId="{00000000-0000-0000-0000-000000000000}"/>
          </ac:spMkLst>
        </pc:spChg>
        <pc:spChg chg="mod">
          <ac:chgData name="Yash Jadhav" userId="535c3d6d-72b8-4f77-8155-55f939173cf2" providerId="ADAL" clId="{F33F88E0-3380-47C4-AFDE-F1AC050ADA82}" dt="2026-01-25T15:58:41.123" v="1572" actId="790"/>
          <ac:spMkLst>
            <pc:docMk/>
            <pc:sldMk cId="164010746" sldId="277"/>
            <ac:spMk id="22" creationId="{00000000-0000-0000-0000-000000000000}"/>
          </ac:spMkLst>
        </pc:spChg>
        <pc:spChg chg="mod">
          <ac:chgData name="Yash Jadhav" userId="535c3d6d-72b8-4f77-8155-55f939173cf2" providerId="ADAL" clId="{F33F88E0-3380-47C4-AFDE-F1AC050ADA82}" dt="2026-01-25T15:58:41.125" v="1573" actId="790"/>
          <ac:spMkLst>
            <pc:docMk/>
            <pc:sldMk cId="164010746" sldId="277"/>
            <ac:spMk id="23" creationId="{00000000-0000-0000-0000-000000000000}"/>
          </ac:spMkLst>
        </pc:spChg>
        <pc:spChg chg="mod">
          <ac:chgData name="Yash Jadhav" userId="535c3d6d-72b8-4f77-8155-55f939173cf2" providerId="ADAL" clId="{F33F88E0-3380-47C4-AFDE-F1AC050ADA82}" dt="2026-01-25T15:58:41.127" v="1574" actId="790"/>
          <ac:spMkLst>
            <pc:docMk/>
            <pc:sldMk cId="164010746" sldId="277"/>
            <ac:spMk id="24" creationId="{00000000-0000-0000-0000-000000000000}"/>
          </ac:spMkLst>
        </pc:spChg>
        <pc:spChg chg="mod">
          <ac:chgData name="Yash Jadhav" userId="535c3d6d-72b8-4f77-8155-55f939173cf2" providerId="ADAL" clId="{F33F88E0-3380-47C4-AFDE-F1AC050ADA82}" dt="2026-01-25T15:58:41.129" v="1575" actId="790"/>
          <ac:spMkLst>
            <pc:docMk/>
            <pc:sldMk cId="164010746" sldId="277"/>
            <ac:spMk id="25" creationId="{00000000-0000-0000-0000-000000000000}"/>
          </ac:spMkLst>
        </pc:spChg>
        <pc:spChg chg="mod">
          <ac:chgData name="Yash Jadhav" userId="535c3d6d-72b8-4f77-8155-55f939173cf2" providerId="ADAL" clId="{F33F88E0-3380-47C4-AFDE-F1AC050ADA82}" dt="2026-01-25T15:58:41.131" v="1576" actId="790"/>
          <ac:spMkLst>
            <pc:docMk/>
            <pc:sldMk cId="164010746" sldId="277"/>
            <ac:spMk id="26" creationId="{00000000-0000-0000-0000-000000000000}"/>
          </ac:spMkLst>
        </pc:spChg>
        <pc:spChg chg="mod">
          <ac:chgData name="Yash Jadhav" userId="535c3d6d-72b8-4f77-8155-55f939173cf2" providerId="ADAL" clId="{F33F88E0-3380-47C4-AFDE-F1AC050ADA82}" dt="2026-01-25T15:58:41.132" v="1577" actId="790"/>
          <ac:spMkLst>
            <pc:docMk/>
            <pc:sldMk cId="164010746" sldId="277"/>
            <ac:spMk id="27" creationId="{00000000-0000-0000-0000-000000000000}"/>
          </ac:spMkLst>
        </pc:spChg>
        <pc:spChg chg="mod">
          <ac:chgData name="Yash Jadhav" userId="535c3d6d-72b8-4f77-8155-55f939173cf2" providerId="ADAL" clId="{F33F88E0-3380-47C4-AFDE-F1AC050ADA82}" dt="2026-01-25T15:58:41.134" v="1578" actId="790"/>
          <ac:spMkLst>
            <pc:docMk/>
            <pc:sldMk cId="164010746" sldId="277"/>
            <ac:spMk id="28" creationId="{00000000-0000-0000-0000-000000000000}"/>
          </ac:spMkLst>
        </pc:spChg>
        <pc:spChg chg="mod">
          <ac:chgData name="Yash Jadhav" userId="535c3d6d-72b8-4f77-8155-55f939173cf2" providerId="ADAL" clId="{F33F88E0-3380-47C4-AFDE-F1AC050ADA82}" dt="2026-01-25T15:58:41.136" v="1579" actId="790"/>
          <ac:spMkLst>
            <pc:docMk/>
            <pc:sldMk cId="164010746" sldId="277"/>
            <ac:spMk id="29" creationId="{00000000-0000-0000-0000-000000000000}"/>
          </ac:spMkLst>
        </pc:spChg>
        <pc:spChg chg="mod">
          <ac:chgData name="Yash Jadhav" userId="535c3d6d-72b8-4f77-8155-55f939173cf2" providerId="ADAL" clId="{F33F88E0-3380-47C4-AFDE-F1AC050ADA82}" dt="2026-01-25T15:58:41.137" v="1580" actId="790"/>
          <ac:spMkLst>
            <pc:docMk/>
            <pc:sldMk cId="164010746" sldId="277"/>
            <ac:spMk id="30" creationId="{00000000-0000-0000-0000-000000000000}"/>
          </ac:spMkLst>
        </pc:spChg>
        <pc:spChg chg="mod">
          <ac:chgData name="Yash Jadhav" userId="535c3d6d-72b8-4f77-8155-55f939173cf2" providerId="ADAL" clId="{F33F88E0-3380-47C4-AFDE-F1AC050ADA82}" dt="2026-01-25T15:58:41.139" v="1581" actId="790"/>
          <ac:spMkLst>
            <pc:docMk/>
            <pc:sldMk cId="164010746" sldId="277"/>
            <ac:spMk id="31" creationId="{00000000-0000-0000-0000-000000000000}"/>
          </ac:spMkLst>
        </pc:spChg>
        <pc:spChg chg="mod">
          <ac:chgData name="Yash Jadhav" userId="535c3d6d-72b8-4f77-8155-55f939173cf2" providerId="ADAL" clId="{F33F88E0-3380-47C4-AFDE-F1AC050ADA82}" dt="2026-01-25T15:58:41.140" v="1582" actId="790"/>
          <ac:spMkLst>
            <pc:docMk/>
            <pc:sldMk cId="164010746" sldId="277"/>
            <ac:spMk id="32" creationId="{00000000-0000-0000-0000-000000000000}"/>
          </ac:spMkLst>
        </pc:spChg>
        <pc:spChg chg="mod">
          <ac:chgData name="Yash Jadhav" userId="535c3d6d-72b8-4f77-8155-55f939173cf2" providerId="ADAL" clId="{F33F88E0-3380-47C4-AFDE-F1AC050ADA82}" dt="2026-01-25T15:58:41.144" v="1583" actId="790"/>
          <ac:spMkLst>
            <pc:docMk/>
            <pc:sldMk cId="164010746" sldId="277"/>
            <ac:spMk id="33" creationId="{00000000-0000-0000-0000-000000000000}"/>
          </ac:spMkLst>
        </pc:spChg>
        <pc:spChg chg="mod">
          <ac:chgData name="Yash Jadhav" userId="535c3d6d-72b8-4f77-8155-55f939173cf2" providerId="ADAL" clId="{F33F88E0-3380-47C4-AFDE-F1AC050ADA82}" dt="2026-01-25T15:58:41.145" v="1584" actId="790"/>
          <ac:spMkLst>
            <pc:docMk/>
            <pc:sldMk cId="164010746" sldId="277"/>
            <ac:spMk id="34" creationId="{00000000-0000-0000-0000-000000000000}"/>
          </ac:spMkLst>
        </pc:spChg>
        <pc:spChg chg="mod">
          <ac:chgData name="Yash Jadhav" userId="535c3d6d-72b8-4f77-8155-55f939173cf2" providerId="ADAL" clId="{F33F88E0-3380-47C4-AFDE-F1AC050ADA82}" dt="2026-01-25T15:58:41.147" v="1585" actId="790"/>
          <ac:spMkLst>
            <pc:docMk/>
            <pc:sldMk cId="164010746" sldId="277"/>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521587" sldId="278"/>
        </pc:sldMkLst>
        <pc:spChg chg="mod ord">
          <ac:chgData name="Yash Jadhav" userId="535c3d6d-72b8-4f77-8155-55f939173cf2" providerId="ADAL" clId="{F33F88E0-3380-47C4-AFDE-F1AC050ADA82}" dt="2026-01-25T16:06:14.662" v="8413" actId="6264"/>
          <ac:spMkLst>
            <pc:docMk/>
            <pc:sldMk cId="3982521587" sldId="278"/>
            <ac:spMk id="2" creationId="{E074E898-A100-D808-16A5-427789610055}"/>
          </ac:spMkLst>
        </pc:spChg>
        <pc:spChg chg="mod">
          <ac:chgData name="Yash Jadhav" userId="535c3d6d-72b8-4f77-8155-55f939173cf2" providerId="ADAL" clId="{F33F88E0-3380-47C4-AFDE-F1AC050ADA82}" dt="2026-01-25T15:58:42.753" v="1591" actId="790"/>
          <ac:spMkLst>
            <pc:docMk/>
            <pc:sldMk cId="3982521587" sldId="278"/>
            <ac:spMk id="4" creationId="{B10B24B7-CEFD-C531-91A2-E06AD5033E35}"/>
          </ac:spMkLst>
        </pc:spChg>
        <pc:spChg chg="mod">
          <ac:chgData name="Yash Jadhav" userId="535c3d6d-72b8-4f77-8155-55f939173cf2" providerId="ADAL" clId="{F33F88E0-3380-47C4-AFDE-F1AC050ADA82}" dt="2026-01-25T15:58:42.755" v="1592" actId="790"/>
          <ac:spMkLst>
            <pc:docMk/>
            <pc:sldMk cId="3982521587" sldId="278"/>
            <ac:spMk id="5" creationId="{6E261428-A831-F3CE-C9A8-256692CE7884}"/>
          </ac:spMkLst>
        </pc:spChg>
        <pc:spChg chg="mod">
          <ac:chgData name="Yash Jadhav" userId="535c3d6d-72b8-4f77-8155-55f939173cf2" providerId="ADAL" clId="{F33F88E0-3380-47C4-AFDE-F1AC050ADA82}" dt="2026-01-25T15:58:42.758" v="1593" actId="790"/>
          <ac:spMkLst>
            <pc:docMk/>
            <pc:sldMk cId="3982521587" sldId="278"/>
            <ac:spMk id="6" creationId="{6C0ACE69-87C9-1B30-AD5C-80F310219401}"/>
          </ac:spMkLst>
        </pc:spChg>
        <pc:spChg chg="mod">
          <ac:chgData name="Yash Jadhav" userId="535c3d6d-72b8-4f77-8155-55f939173cf2" providerId="ADAL" clId="{F33F88E0-3380-47C4-AFDE-F1AC050ADA82}" dt="2026-01-25T15:58:42.761" v="1594" actId="790"/>
          <ac:spMkLst>
            <pc:docMk/>
            <pc:sldMk cId="3982521587" sldId="278"/>
            <ac:spMk id="7" creationId="{788B7A43-E6D6-9326-6BD2-ADC41A49C897}"/>
          </ac:spMkLst>
        </pc:spChg>
        <pc:spChg chg="mod">
          <ac:chgData name="Yash Jadhav" userId="535c3d6d-72b8-4f77-8155-55f939173cf2" providerId="ADAL" clId="{F33F88E0-3380-47C4-AFDE-F1AC050ADA82}" dt="2026-01-25T15:58:42.765" v="1595" actId="790"/>
          <ac:spMkLst>
            <pc:docMk/>
            <pc:sldMk cId="3982521587" sldId="278"/>
            <ac:spMk id="8" creationId="{41A7A6E3-3984-9791-0320-70925D104037}"/>
          </ac:spMkLst>
        </pc:spChg>
        <pc:spChg chg="mod">
          <ac:chgData name="Yash Jadhav" userId="535c3d6d-72b8-4f77-8155-55f939173cf2" providerId="ADAL" clId="{F33F88E0-3380-47C4-AFDE-F1AC050ADA82}" dt="2026-01-25T15:58:42.768" v="1596" actId="790"/>
          <ac:spMkLst>
            <pc:docMk/>
            <pc:sldMk cId="3982521587" sldId="278"/>
            <ac:spMk id="9" creationId="{CBF217E5-4680-028B-D493-6ECF7422D2DA}"/>
          </ac:spMkLst>
        </pc:spChg>
        <pc:spChg chg="mod">
          <ac:chgData name="Yash Jadhav" userId="535c3d6d-72b8-4f77-8155-55f939173cf2" providerId="ADAL" clId="{F33F88E0-3380-47C4-AFDE-F1AC050ADA82}" dt="2026-01-25T15:58:42.771" v="1597" actId="790"/>
          <ac:spMkLst>
            <pc:docMk/>
            <pc:sldMk cId="3982521587" sldId="278"/>
            <ac:spMk id="10" creationId="{61EBC986-46E3-1B77-18ED-84745D394734}"/>
          </ac:spMkLst>
        </pc:spChg>
        <pc:spChg chg="mod">
          <ac:chgData name="Yash Jadhav" userId="535c3d6d-72b8-4f77-8155-55f939173cf2" providerId="ADAL" clId="{F33F88E0-3380-47C4-AFDE-F1AC050ADA82}" dt="2026-01-25T15:58:42.773" v="1598" actId="790"/>
          <ac:spMkLst>
            <pc:docMk/>
            <pc:sldMk cId="3982521587" sldId="278"/>
            <ac:spMk id="15" creationId="{7E4EB6CD-20D0-CDE6-F67C-E2B3E2523D8E}"/>
          </ac:spMkLst>
        </pc:spChg>
        <pc:spChg chg="mod">
          <ac:chgData name="Yash Jadhav" userId="535c3d6d-72b8-4f77-8155-55f939173cf2" providerId="ADAL" clId="{F33F88E0-3380-47C4-AFDE-F1AC050ADA82}" dt="2026-01-25T15:58:42.776" v="1599" actId="790"/>
          <ac:spMkLst>
            <pc:docMk/>
            <pc:sldMk cId="3982521587" sldId="278"/>
            <ac:spMk id="16" creationId="{778CDF0C-1514-AB8D-D346-8E31BF371DBB}"/>
          </ac:spMkLst>
        </pc:spChg>
        <pc:spChg chg="mod">
          <ac:chgData name="Yash Jadhav" userId="535c3d6d-72b8-4f77-8155-55f939173cf2" providerId="ADAL" clId="{F33F88E0-3380-47C4-AFDE-F1AC050ADA82}" dt="2026-01-25T15:58:42.778" v="1600" actId="790"/>
          <ac:spMkLst>
            <pc:docMk/>
            <pc:sldMk cId="3982521587" sldId="278"/>
            <ac:spMk id="17" creationId="{999F5CF5-8E73-8E79-4C87-F8C747D2D52B}"/>
          </ac:spMkLst>
        </pc:spChg>
        <pc:spChg chg="mod">
          <ac:chgData name="Yash Jadhav" userId="535c3d6d-72b8-4f77-8155-55f939173cf2" providerId="ADAL" clId="{F33F88E0-3380-47C4-AFDE-F1AC050ADA82}" dt="2026-01-25T15:58:42.784" v="1603" actId="790"/>
          <ac:spMkLst>
            <pc:docMk/>
            <pc:sldMk cId="3982521587" sldId="278"/>
            <ac:spMk id="19" creationId="{7978482D-68C0-5B3C-8D8F-1C750E6E3C7D}"/>
          </ac:spMkLst>
        </pc:spChg>
        <pc:spChg chg="mod">
          <ac:chgData name="Yash Jadhav" userId="535c3d6d-72b8-4f77-8155-55f939173cf2" providerId="ADAL" clId="{F33F88E0-3380-47C4-AFDE-F1AC050ADA82}" dt="2026-01-25T15:58:42.786" v="1604" actId="790"/>
          <ac:spMkLst>
            <pc:docMk/>
            <pc:sldMk cId="3982521587" sldId="278"/>
            <ac:spMk id="20" creationId="{DBF4EDF3-EDBA-F35A-E393-4C7642124FB1}"/>
          </ac:spMkLst>
        </pc:spChg>
        <pc:spChg chg="mod">
          <ac:chgData name="Yash Jadhav" userId="535c3d6d-72b8-4f77-8155-55f939173cf2" providerId="ADAL" clId="{F33F88E0-3380-47C4-AFDE-F1AC050ADA82}" dt="2026-01-25T15:58:42.789" v="1605" actId="790"/>
          <ac:spMkLst>
            <pc:docMk/>
            <pc:sldMk cId="3982521587" sldId="278"/>
            <ac:spMk id="21" creationId="{9B5D5B8E-0068-936B-9C3F-5AD13DE5F155}"/>
          </ac:spMkLst>
        </pc:spChg>
        <pc:spChg chg="mod">
          <ac:chgData name="Yash Jadhav" userId="535c3d6d-72b8-4f77-8155-55f939173cf2" providerId="ADAL" clId="{F33F88E0-3380-47C4-AFDE-F1AC050ADA82}" dt="2026-01-25T15:58:42.792" v="1606" actId="790"/>
          <ac:spMkLst>
            <pc:docMk/>
            <pc:sldMk cId="3982521587" sldId="278"/>
            <ac:spMk id="23" creationId="{E60819C8-61A4-1820-B302-CF8CE0E8F29A}"/>
          </ac:spMkLst>
        </pc:spChg>
        <pc:spChg chg="mod">
          <ac:chgData name="Yash Jadhav" userId="535c3d6d-72b8-4f77-8155-55f939173cf2" providerId="ADAL" clId="{F33F88E0-3380-47C4-AFDE-F1AC050ADA82}" dt="2026-01-25T15:58:42.795" v="1607" actId="790"/>
          <ac:spMkLst>
            <pc:docMk/>
            <pc:sldMk cId="3982521587" sldId="278"/>
            <ac:spMk id="24" creationId="{423C75A6-E0C0-083E-2412-E779F53666A0}"/>
          </ac:spMkLst>
        </pc:spChg>
        <pc:spChg chg="mod">
          <ac:chgData name="Yash Jadhav" userId="535c3d6d-72b8-4f77-8155-55f939173cf2" providerId="ADAL" clId="{F33F88E0-3380-47C4-AFDE-F1AC050ADA82}" dt="2026-01-25T15:58:42.797" v="1608" actId="790"/>
          <ac:spMkLst>
            <pc:docMk/>
            <pc:sldMk cId="3982521587" sldId="278"/>
            <ac:spMk id="25" creationId="{28080283-155A-CC5D-E844-C961E77DDC41}"/>
          </ac:spMkLst>
        </pc:spChg>
        <pc:spChg chg="mod">
          <ac:chgData name="Yash Jadhav" userId="535c3d6d-72b8-4f77-8155-55f939173cf2" providerId="ADAL" clId="{F33F88E0-3380-47C4-AFDE-F1AC050ADA82}" dt="2026-01-25T15:58:42.799" v="1609" actId="790"/>
          <ac:spMkLst>
            <pc:docMk/>
            <pc:sldMk cId="3982521587" sldId="278"/>
            <ac:spMk id="26" creationId="{B25334FE-5CC0-B61C-7EBB-5FA63C5AFBE7}"/>
          </ac:spMkLst>
        </pc:spChg>
        <pc:spChg chg="mod">
          <ac:chgData name="Yash Jadhav" userId="535c3d6d-72b8-4f77-8155-55f939173cf2" providerId="ADAL" clId="{F33F88E0-3380-47C4-AFDE-F1AC050ADA82}" dt="2026-01-25T15:58:42.807" v="1612" actId="790"/>
          <ac:spMkLst>
            <pc:docMk/>
            <pc:sldMk cId="3982521587" sldId="278"/>
            <ac:spMk id="38" creationId="{C5EA09D7-C71D-398A-181A-1FA671017097}"/>
          </ac:spMkLst>
        </pc:spChg>
        <pc:spChg chg="mod">
          <ac:chgData name="Yash Jadhav" userId="535c3d6d-72b8-4f77-8155-55f939173cf2" providerId="ADAL" clId="{F33F88E0-3380-47C4-AFDE-F1AC050ADA82}" dt="2026-01-25T15:58:42.810" v="1613" actId="790"/>
          <ac:spMkLst>
            <pc:docMk/>
            <pc:sldMk cId="3982521587" sldId="278"/>
            <ac:spMk id="39" creationId="{DE7D7FEC-7AD8-E902-325E-A33C75104834}"/>
          </ac:spMkLst>
        </pc:spChg>
        <pc:spChg chg="mod">
          <ac:chgData name="Yash Jadhav" userId="535c3d6d-72b8-4f77-8155-55f939173cf2" providerId="ADAL" clId="{F33F88E0-3380-47C4-AFDE-F1AC050ADA82}" dt="2026-01-25T15:58:42.803" v="1610" actId="790"/>
          <ac:spMkLst>
            <pc:docMk/>
            <pc:sldMk cId="3982521587" sldId="278"/>
            <ac:spMk id="40" creationId="{185E0C57-96DA-5204-6D94-24DB6B7E7DA2}"/>
          </ac:spMkLst>
        </pc:spChg>
        <pc:spChg chg="mod">
          <ac:chgData name="Yash Jadhav" userId="535c3d6d-72b8-4f77-8155-55f939173cf2" providerId="ADAL" clId="{F33F88E0-3380-47C4-AFDE-F1AC050ADA82}" dt="2026-01-25T15:58:42.805" v="1611" actId="790"/>
          <ac:spMkLst>
            <pc:docMk/>
            <pc:sldMk cId="3982521587" sldId="278"/>
            <ac:spMk id="41" creationId="{C78936C0-B853-63A8-8389-21084B864DB0}"/>
          </ac:spMkLst>
        </pc:spChg>
        <pc:spChg chg="mod">
          <ac:chgData name="Yash Jadhav" userId="535c3d6d-72b8-4f77-8155-55f939173cf2" providerId="ADAL" clId="{F33F88E0-3380-47C4-AFDE-F1AC050ADA82}" dt="2026-01-25T15:58:42.780" v="1601" actId="790"/>
          <ac:spMkLst>
            <pc:docMk/>
            <pc:sldMk cId="3982521587" sldId="278"/>
            <ac:spMk id="42" creationId="{B6009211-F123-8E00-627A-CDFD663FDF63}"/>
          </ac:spMkLst>
        </pc:spChg>
        <pc:spChg chg="mod">
          <ac:chgData name="Yash Jadhav" userId="535c3d6d-72b8-4f77-8155-55f939173cf2" providerId="ADAL" clId="{F33F88E0-3380-47C4-AFDE-F1AC050ADA82}" dt="2026-01-25T15:58:42.781" v="1602" actId="790"/>
          <ac:spMkLst>
            <pc:docMk/>
            <pc:sldMk cId="3982521587" sldId="278"/>
            <ac:spMk id="43" creationId="{AAD7D0E3-38E4-A711-DB94-A0FE78FC39E4}"/>
          </ac:spMkLst>
        </pc:spChg>
        <pc:spChg chg="mod">
          <ac:chgData name="Yash Jadhav" userId="535c3d6d-72b8-4f77-8155-55f939173cf2" providerId="ADAL" clId="{F33F88E0-3380-47C4-AFDE-F1AC050ADA82}" dt="2026-01-25T15:58:42.812" v="1614" actId="790"/>
          <ac:spMkLst>
            <pc:docMk/>
            <pc:sldMk cId="3982521587" sldId="278"/>
            <ac:spMk id="44" creationId="{D29733CF-5A81-A02F-4F53-5E63F4D1D272}"/>
          </ac:spMkLst>
        </pc:spChg>
        <pc:spChg chg="mod">
          <ac:chgData name="Yash Jadhav" userId="535c3d6d-72b8-4f77-8155-55f939173cf2" providerId="ADAL" clId="{F33F88E0-3380-47C4-AFDE-F1AC050ADA82}" dt="2026-01-25T15:58:42.814" v="1615" actId="790"/>
          <ac:spMkLst>
            <pc:docMk/>
            <pc:sldMk cId="3982521587" sldId="278"/>
            <ac:spMk id="45" creationId="{6890C8B6-33F9-0F64-01EB-9E0AF4DABD6B}"/>
          </ac:spMkLst>
        </pc:spChg>
        <pc:spChg chg="mod">
          <ac:chgData name="Yash Jadhav" userId="535c3d6d-72b8-4f77-8155-55f939173cf2" providerId="ADAL" clId="{F33F88E0-3380-47C4-AFDE-F1AC050ADA82}" dt="2026-01-25T15:58:42.818" v="1616" actId="790"/>
          <ac:spMkLst>
            <pc:docMk/>
            <pc:sldMk cId="3982521587" sldId="278"/>
            <ac:spMk id="47" creationId="{BE0C3F01-AB48-44A4-429F-9D0BD98404EB}"/>
          </ac:spMkLst>
        </pc:spChg>
        <pc:spChg chg="mod">
          <ac:chgData name="Yash Jadhav" userId="535c3d6d-72b8-4f77-8155-55f939173cf2" providerId="ADAL" clId="{F33F88E0-3380-47C4-AFDE-F1AC050ADA82}" dt="2026-01-25T15:58:42.819" v="1617" actId="790"/>
          <ac:spMkLst>
            <pc:docMk/>
            <pc:sldMk cId="3982521587" sldId="278"/>
            <ac:spMk id="48" creationId="{896D978D-6EB5-E732-DFD4-A49EA8A837E4}"/>
          </ac:spMkLst>
        </pc:spChg>
        <pc:spChg chg="mod">
          <ac:chgData name="Yash Jadhav" userId="535c3d6d-72b8-4f77-8155-55f939173cf2" providerId="ADAL" clId="{F33F88E0-3380-47C4-AFDE-F1AC050ADA82}" dt="2026-01-25T15:58:42.821" v="1618" actId="790"/>
          <ac:spMkLst>
            <pc:docMk/>
            <pc:sldMk cId="3982521587" sldId="278"/>
            <ac:spMk id="49" creationId="{40D15CCD-272C-01E7-AAF9-2CC09E58D5B7}"/>
          </ac:spMkLst>
        </pc:spChg>
        <pc:spChg chg="add del mod">
          <ac:chgData name="Yash Jadhav" userId="535c3d6d-72b8-4f77-8155-55f939173cf2" providerId="ADAL" clId="{F33F88E0-3380-47C4-AFDE-F1AC050ADA82}" dt="2026-01-25T16:06:14.662" v="8413" actId="6264"/>
          <ac:spMkLst>
            <pc:docMk/>
            <pc:sldMk cId="3982521587" sldId="278"/>
            <ac:spMk id="50" creationId="{9736275F-E1E0-8C63-EED8-E64B57BCF9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07101" sldId="279"/>
        </pc:sldMkLst>
        <pc:spChg chg="mod ord">
          <ac:chgData name="Yash Jadhav" userId="535c3d6d-72b8-4f77-8155-55f939173cf2" providerId="ADAL" clId="{F33F88E0-3380-47C4-AFDE-F1AC050ADA82}" dt="2026-01-25T16:06:14.662" v="8413" actId="6264"/>
          <ac:spMkLst>
            <pc:docMk/>
            <pc:sldMk cId="164107101" sldId="27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64107101" sldId="279"/>
            <ac:spMk id="3" creationId="{0C33BAC9-3B44-2350-87A3-B9ED880736ED}"/>
          </ac:spMkLst>
        </pc:spChg>
        <pc:spChg chg="mod">
          <ac:chgData name="Yash Jadhav" userId="535c3d6d-72b8-4f77-8155-55f939173cf2" providerId="ADAL" clId="{F33F88E0-3380-47C4-AFDE-F1AC050ADA82}" dt="2026-01-25T15:58:44.400" v="1625" actId="790"/>
          <ac:spMkLst>
            <pc:docMk/>
            <pc:sldMk cId="164107101" sldId="279"/>
            <ac:spMk id="4" creationId="{00000000-0000-0000-0000-000000000000}"/>
          </ac:spMkLst>
        </pc:spChg>
        <pc:spChg chg="mod">
          <ac:chgData name="Yash Jadhav" userId="535c3d6d-72b8-4f77-8155-55f939173cf2" providerId="ADAL" clId="{F33F88E0-3380-47C4-AFDE-F1AC050ADA82}" dt="2026-01-25T15:58:44.404" v="1626" actId="790"/>
          <ac:spMkLst>
            <pc:docMk/>
            <pc:sldMk cId="164107101" sldId="279"/>
            <ac:spMk id="16" creationId="{00000000-0000-0000-0000-000000000000}"/>
          </ac:spMkLst>
        </pc:spChg>
        <pc:spChg chg="mod">
          <ac:chgData name="Yash Jadhav" userId="535c3d6d-72b8-4f77-8155-55f939173cf2" providerId="ADAL" clId="{F33F88E0-3380-47C4-AFDE-F1AC050ADA82}" dt="2026-01-25T15:58:44.395" v="1624" actId="790"/>
          <ac:spMkLst>
            <pc:docMk/>
            <pc:sldMk cId="164107101" sldId="279"/>
            <ac:spMk id="17" creationId="{00000000-0000-0000-0000-000000000000}"/>
          </ac:spMkLst>
        </pc:spChg>
        <pc:spChg chg="mod">
          <ac:chgData name="Yash Jadhav" userId="535c3d6d-72b8-4f77-8155-55f939173cf2" providerId="ADAL" clId="{F33F88E0-3380-47C4-AFDE-F1AC050ADA82}" dt="2026-01-25T15:58:44.413" v="1627" actId="790"/>
          <ac:spMkLst>
            <pc:docMk/>
            <pc:sldMk cId="164107101" sldId="279"/>
            <ac:spMk id="30" creationId="{00000000-0000-0000-0000-000000000000}"/>
          </ac:spMkLst>
        </pc:spChg>
        <pc:spChg chg="mod">
          <ac:chgData name="Yash Jadhav" userId="535c3d6d-72b8-4f77-8155-55f939173cf2" providerId="ADAL" clId="{F33F88E0-3380-47C4-AFDE-F1AC050ADA82}" dt="2026-01-25T15:58:44.420" v="1628" actId="790"/>
          <ac:spMkLst>
            <pc:docMk/>
            <pc:sldMk cId="164107101" sldId="279"/>
            <ac:spMk id="31" creationId="{00000000-0000-0000-0000-000000000000}"/>
          </ac:spMkLst>
        </pc:spChg>
        <pc:spChg chg="mod">
          <ac:chgData name="Yash Jadhav" userId="535c3d6d-72b8-4f77-8155-55f939173cf2" providerId="ADAL" clId="{F33F88E0-3380-47C4-AFDE-F1AC050ADA82}" dt="2026-01-25T15:58:44.427" v="1629" actId="790"/>
          <ac:spMkLst>
            <pc:docMk/>
            <pc:sldMk cId="164107101" sldId="279"/>
            <ac:spMk id="32" creationId="{00000000-0000-0000-0000-000000000000}"/>
          </ac:spMkLst>
        </pc:spChg>
        <pc:spChg chg="mod">
          <ac:chgData name="Yash Jadhav" userId="535c3d6d-72b8-4f77-8155-55f939173cf2" providerId="ADAL" clId="{F33F88E0-3380-47C4-AFDE-F1AC050ADA82}" dt="2026-01-25T15:58:44.434" v="1630" actId="790"/>
          <ac:spMkLst>
            <pc:docMk/>
            <pc:sldMk cId="164107101" sldId="279"/>
            <ac:spMk id="33" creationId="{00000000-0000-0000-0000-000000000000}"/>
          </ac:spMkLst>
        </pc:spChg>
        <pc:spChg chg="mod">
          <ac:chgData name="Yash Jadhav" userId="535c3d6d-72b8-4f77-8155-55f939173cf2" providerId="ADAL" clId="{F33F88E0-3380-47C4-AFDE-F1AC050ADA82}" dt="2026-01-25T15:58:44.442" v="1631" actId="790"/>
          <ac:spMkLst>
            <pc:docMk/>
            <pc:sldMk cId="164107101" sldId="279"/>
            <ac:spMk id="34" creationId="{00000000-0000-0000-0000-000000000000}"/>
          </ac:spMkLst>
        </pc:spChg>
        <pc:spChg chg="mod">
          <ac:chgData name="Yash Jadhav" userId="535c3d6d-72b8-4f77-8155-55f939173cf2" providerId="ADAL" clId="{F33F88E0-3380-47C4-AFDE-F1AC050ADA82}" dt="2026-01-25T15:58:44.450" v="1632" actId="790"/>
          <ac:spMkLst>
            <pc:docMk/>
            <pc:sldMk cId="164107101" sldId="279"/>
            <ac:spMk id="35" creationId="{00000000-0000-0000-0000-000000000000}"/>
          </ac:spMkLst>
        </pc:spChg>
        <pc:spChg chg="mod">
          <ac:chgData name="Yash Jadhav" userId="535c3d6d-72b8-4f77-8155-55f939173cf2" providerId="ADAL" clId="{F33F88E0-3380-47C4-AFDE-F1AC050ADA82}" dt="2026-01-25T15:58:44.463" v="1633" actId="790"/>
          <ac:spMkLst>
            <pc:docMk/>
            <pc:sldMk cId="164107101" sldId="279"/>
            <ac:spMk id="36" creationId="{00000000-0000-0000-0000-000000000000}"/>
          </ac:spMkLst>
        </pc:spChg>
        <pc:spChg chg="mod">
          <ac:chgData name="Yash Jadhav" userId="535c3d6d-72b8-4f77-8155-55f939173cf2" providerId="ADAL" clId="{F33F88E0-3380-47C4-AFDE-F1AC050ADA82}" dt="2026-01-25T15:58:44.467" v="1634" actId="790"/>
          <ac:spMkLst>
            <pc:docMk/>
            <pc:sldMk cId="164107101" sldId="279"/>
            <ac:spMk id="38" creationId="{00000000-0000-0000-0000-000000000000}"/>
          </ac:spMkLst>
        </pc:spChg>
        <pc:spChg chg="mod">
          <ac:chgData name="Yash Jadhav" userId="535c3d6d-72b8-4f77-8155-55f939173cf2" providerId="ADAL" clId="{F33F88E0-3380-47C4-AFDE-F1AC050ADA82}" dt="2026-01-25T15:58:44.470" v="1635" actId="790"/>
          <ac:spMkLst>
            <pc:docMk/>
            <pc:sldMk cId="164107101" sldId="279"/>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69625094" sldId="280"/>
        </pc:sldMkLst>
        <pc:spChg chg="mod ord">
          <ac:chgData name="Yash Jadhav" userId="535c3d6d-72b8-4f77-8155-55f939173cf2" providerId="ADAL" clId="{F33F88E0-3380-47C4-AFDE-F1AC050ADA82}" dt="2026-01-25T16:06:14.662" v="8413" actId="6264"/>
          <ac:spMkLst>
            <pc:docMk/>
            <pc:sldMk cId="1169625094" sldId="280"/>
            <ac:spMk id="2" creationId="{B1ACD525-C811-16FB-6CD3-7A02EB797A89}"/>
          </ac:spMkLst>
        </pc:spChg>
        <pc:spChg chg="add del mod">
          <ac:chgData name="Yash Jadhav" userId="535c3d6d-72b8-4f77-8155-55f939173cf2" providerId="ADAL" clId="{F33F88E0-3380-47C4-AFDE-F1AC050ADA82}" dt="2026-01-25T16:06:14.662" v="8413" actId="6264"/>
          <ac:spMkLst>
            <pc:docMk/>
            <pc:sldMk cId="1169625094" sldId="280"/>
            <ac:spMk id="3" creationId="{286B6D3E-DA1E-3B7F-49CF-5CF8EF98AD35}"/>
          </ac:spMkLst>
        </pc:spChg>
        <pc:spChg chg="mod">
          <ac:chgData name="Yash Jadhav" userId="535c3d6d-72b8-4f77-8155-55f939173cf2" providerId="ADAL" clId="{F33F88E0-3380-47C4-AFDE-F1AC050ADA82}" dt="2026-01-25T15:58:45.886" v="1641" actId="790"/>
          <ac:spMkLst>
            <pc:docMk/>
            <pc:sldMk cId="1169625094" sldId="280"/>
            <ac:spMk id="8" creationId="{6441E460-779B-EDD2-A68E-D40A44C3A8D5}"/>
          </ac:spMkLst>
        </pc:spChg>
        <pc:spChg chg="mod">
          <ac:chgData name="Yash Jadhav" userId="535c3d6d-72b8-4f77-8155-55f939173cf2" providerId="ADAL" clId="{F33F88E0-3380-47C4-AFDE-F1AC050ADA82}" dt="2026-01-25T15:58:45.889" v="1642" actId="790"/>
          <ac:spMkLst>
            <pc:docMk/>
            <pc:sldMk cId="1169625094" sldId="280"/>
            <ac:spMk id="9" creationId="{0B5C680C-3ECA-C8CC-545E-82DF701E2C07}"/>
          </ac:spMkLst>
        </pc:spChg>
        <pc:spChg chg="mod">
          <ac:chgData name="Yash Jadhav" userId="535c3d6d-72b8-4f77-8155-55f939173cf2" providerId="ADAL" clId="{F33F88E0-3380-47C4-AFDE-F1AC050ADA82}" dt="2026-01-25T15:58:45.891" v="1643" actId="790"/>
          <ac:spMkLst>
            <pc:docMk/>
            <pc:sldMk cId="1169625094" sldId="280"/>
            <ac:spMk id="11" creationId="{F5A07588-C92F-8F07-0265-4AD8B73915F1}"/>
          </ac:spMkLst>
        </pc:spChg>
        <pc:spChg chg="mod">
          <ac:chgData name="Yash Jadhav" userId="535c3d6d-72b8-4f77-8155-55f939173cf2" providerId="ADAL" clId="{F33F88E0-3380-47C4-AFDE-F1AC050ADA82}" dt="2026-01-25T15:58:45.892" v="1644" actId="790"/>
          <ac:spMkLst>
            <pc:docMk/>
            <pc:sldMk cId="1169625094" sldId="280"/>
            <ac:spMk id="12" creationId="{53F8DE42-60B4-76EA-045C-E1A80E41A609}"/>
          </ac:spMkLst>
        </pc:spChg>
        <pc:spChg chg="mod">
          <ac:chgData name="Yash Jadhav" userId="535c3d6d-72b8-4f77-8155-55f939173cf2" providerId="ADAL" clId="{F33F88E0-3380-47C4-AFDE-F1AC050ADA82}" dt="2026-01-25T15:58:45.912" v="1653" actId="790"/>
          <ac:spMkLst>
            <pc:docMk/>
            <pc:sldMk cId="1169625094" sldId="280"/>
            <ac:spMk id="15" creationId="{B573111F-F64A-19F7-9ACB-318B722F6098}"/>
          </ac:spMkLst>
        </pc:spChg>
        <pc:spChg chg="mod">
          <ac:chgData name="Yash Jadhav" userId="535c3d6d-72b8-4f77-8155-55f939173cf2" providerId="ADAL" clId="{F33F88E0-3380-47C4-AFDE-F1AC050ADA82}" dt="2026-01-25T15:58:45.914" v="1654" actId="790"/>
          <ac:spMkLst>
            <pc:docMk/>
            <pc:sldMk cId="1169625094" sldId="280"/>
            <ac:spMk id="16" creationId="{DB324A4C-19A0-ED74-4F03-CB6CD3DC6DCA}"/>
          </ac:spMkLst>
        </pc:spChg>
        <pc:spChg chg="mod">
          <ac:chgData name="Yash Jadhav" userId="535c3d6d-72b8-4f77-8155-55f939173cf2" providerId="ADAL" clId="{F33F88E0-3380-47C4-AFDE-F1AC050ADA82}" dt="2026-01-25T15:58:45.915" v="1655" actId="790"/>
          <ac:spMkLst>
            <pc:docMk/>
            <pc:sldMk cId="1169625094" sldId="280"/>
            <ac:spMk id="17" creationId="{CCD9E2BC-8C9E-D6CC-5A9C-B8AACC40F9B3}"/>
          </ac:spMkLst>
        </pc:spChg>
        <pc:spChg chg="mod">
          <ac:chgData name="Yash Jadhav" userId="535c3d6d-72b8-4f77-8155-55f939173cf2" providerId="ADAL" clId="{F33F88E0-3380-47C4-AFDE-F1AC050ADA82}" dt="2026-01-25T15:58:45.917" v="1656" actId="790"/>
          <ac:spMkLst>
            <pc:docMk/>
            <pc:sldMk cId="1169625094" sldId="280"/>
            <ac:spMk id="18" creationId="{AE968DBB-871B-4BE2-4EDB-A1A180160C10}"/>
          </ac:spMkLst>
        </pc:spChg>
        <pc:spChg chg="mod">
          <ac:chgData name="Yash Jadhav" userId="535c3d6d-72b8-4f77-8155-55f939173cf2" providerId="ADAL" clId="{F33F88E0-3380-47C4-AFDE-F1AC050ADA82}" dt="2026-01-25T15:58:45.918" v="1657" actId="790"/>
          <ac:spMkLst>
            <pc:docMk/>
            <pc:sldMk cId="1169625094" sldId="280"/>
            <ac:spMk id="19" creationId="{A8C1BF17-ED74-4CBE-CC67-37B53BAABA70}"/>
          </ac:spMkLst>
        </pc:spChg>
        <pc:spChg chg="mod">
          <ac:chgData name="Yash Jadhav" userId="535c3d6d-72b8-4f77-8155-55f939173cf2" providerId="ADAL" clId="{F33F88E0-3380-47C4-AFDE-F1AC050ADA82}" dt="2026-01-25T15:58:45.920" v="1658" actId="790"/>
          <ac:spMkLst>
            <pc:docMk/>
            <pc:sldMk cId="1169625094" sldId="280"/>
            <ac:spMk id="20" creationId="{8D5CD3A5-32A5-3C07-5F1A-44EF7A0EF526}"/>
          </ac:spMkLst>
        </pc:spChg>
        <pc:spChg chg="mod">
          <ac:chgData name="Yash Jadhav" userId="535c3d6d-72b8-4f77-8155-55f939173cf2" providerId="ADAL" clId="{F33F88E0-3380-47C4-AFDE-F1AC050ADA82}" dt="2026-01-25T15:58:45.922" v="1659" actId="790"/>
          <ac:spMkLst>
            <pc:docMk/>
            <pc:sldMk cId="1169625094" sldId="280"/>
            <ac:spMk id="22" creationId="{A44B3488-09E0-AAB5-A3E1-A2DD218DE1B7}"/>
          </ac:spMkLst>
        </pc:spChg>
        <pc:spChg chg="mod">
          <ac:chgData name="Yash Jadhav" userId="535c3d6d-72b8-4f77-8155-55f939173cf2" providerId="ADAL" clId="{F33F88E0-3380-47C4-AFDE-F1AC050ADA82}" dt="2026-01-25T15:58:45.923" v="1660" actId="790"/>
          <ac:spMkLst>
            <pc:docMk/>
            <pc:sldMk cId="1169625094" sldId="280"/>
            <ac:spMk id="23" creationId="{073D8528-4FBD-737C-F300-46FE01097BA9}"/>
          </ac:spMkLst>
        </pc:spChg>
        <pc:spChg chg="mod">
          <ac:chgData name="Yash Jadhav" userId="535c3d6d-72b8-4f77-8155-55f939173cf2" providerId="ADAL" clId="{F33F88E0-3380-47C4-AFDE-F1AC050ADA82}" dt="2026-01-25T15:58:45.904" v="1649" actId="790"/>
          <ac:spMkLst>
            <pc:docMk/>
            <pc:sldMk cId="1169625094" sldId="280"/>
            <ac:spMk id="24" creationId="{C7726354-C1BA-0FDE-83CE-29C0F4CE263A}"/>
          </ac:spMkLst>
        </pc:spChg>
        <pc:spChg chg="mod">
          <ac:chgData name="Yash Jadhav" userId="535c3d6d-72b8-4f77-8155-55f939173cf2" providerId="ADAL" clId="{F33F88E0-3380-47C4-AFDE-F1AC050ADA82}" dt="2026-01-25T15:58:45.906" v="1650" actId="790"/>
          <ac:spMkLst>
            <pc:docMk/>
            <pc:sldMk cId="1169625094" sldId="280"/>
            <ac:spMk id="25" creationId="{B9C690BB-32F9-EAF7-3821-5415BB35B349}"/>
          </ac:spMkLst>
        </pc:spChg>
        <pc:spChg chg="mod">
          <ac:chgData name="Yash Jadhav" userId="535c3d6d-72b8-4f77-8155-55f939173cf2" providerId="ADAL" clId="{F33F88E0-3380-47C4-AFDE-F1AC050ADA82}" dt="2026-01-25T15:58:45.908" v="1651" actId="790"/>
          <ac:spMkLst>
            <pc:docMk/>
            <pc:sldMk cId="1169625094" sldId="280"/>
            <ac:spMk id="26" creationId="{11FC4FB1-47BF-58DB-3888-5C70EA36C2BB}"/>
          </ac:spMkLst>
        </pc:spChg>
        <pc:spChg chg="mod">
          <ac:chgData name="Yash Jadhav" userId="535c3d6d-72b8-4f77-8155-55f939173cf2" providerId="ADAL" clId="{F33F88E0-3380-47C4-AFDE-F1AC050ADA82}" dt="2026-01-25T15:58:45.910" v="1652" actId="790"/>
          <ac:spMkLst>
            <pc:docMk/>
            <pc:sldMk cId="1169625094" sldId="280"/>
            <ac:spMk id="27" creationId="{44DBAA05-70D4-816E-10F2-1CB16F18F92E}"/>
          </ac:spMkLst>
        </pc:spChg>
        <pc:spChg chg="mod">
          <ac:chgData name="Yash Jadhav" userId="535c3d6d-72b8-4f77-8155-55f939173cf2" providerId="ADAL" clId="{F33F88E0-3380-47C4-AFDE-F1AC050ADA82}" dt="2026-01-25T15:58:45.894" v="1645" actId="790"/>
          <ac:spMkLst>
            <pc:docMk/>
            <pc:sldMk cId="1169625094" sldId="280"/>
            <ac:spMk id="28" creationId="{28A9304D-F385-31DF-FB1B-6B5496A1D92D}"/>
          </ac:spMkLst>
        </pc:spChg>
        <pc:spChg chg="mod">
          <ac:chgData name="Yash Jadhav" userId="535c3d6d-72b8-4f77-8155-55f939173cf2" providerId="ADAL" clId="{F33F88E0-3380-47C4-AFDE-F1AC050ADA82}" dt="2026-01-25T15:58:45.896" v="1646" actId="790"/>
          <ac:spMkLst>
            <pc:docMk/>
            <pc:sldMk cId="1169625094" sldId="280"/>
            <ac:spMk id="29" creationId="{4CD97A23-CD2B-1C0C-7B88-0BFE2436874B}"/>
          </ac:spMkLst>
        </pc:spChg>
        <pc:spChg chg="mod">
          <ac:chgData name="Yash Jadhav" userId="535c3d6d-72b8-4f77-8155-55f939173cf2" providerId="ADAL" clId="{F33F88E0-3380-47C4-AFDE-F1AC050ADA82}" dt="2026-01-25T15:58:45.899" v="1647" actId="790"/>
          <ac:spMkLst>
            <pc:docMk/>
            <pc:sldMk cId="1169625094" sldId="280"/>
            <ac:spMk id="30" creationId="{B3416E7C-808E-2E45-0168-653410FCB378}"/>
          </ac:spMkLst>
        </pc:spChg>
        <pc:spChg chg="mod">
          <ac:chgData name="Yash Jadhav" userId="535c3d6d-72b8-4f77-8155-55f939173cf2" providerId="ADAL" clId="{F33F88E0-3380-47C4-AFDE-F1AC050ADA82}" dt="2026-01-25T15:58:45.901" v="1648" actId="790"/>
          <ac:spMkLst>
            <pc:docMk/>
            <pc:sldMk cId="1169625094" sldId="280"/>
            <ac:spMk id="31" creationId="{5480574B-DFD3-8479-7292-8C5E3008FECB}"/>
          </ac:spMkLst>
        </pc:spChg>
        <pc:spChg chg="mod">
          <ac:chgData name="Yash Jadhav" userId="535c3d6d-72b8-4f77-8155-55f939173cf2" providerId="ADAL" clId="{F33F88E0-3380-47C4-AFDE-F1AC050ADA82}" dt="2026-01-25T15:58:45.925" v="1661" actId="790"/>
          <ac:spMkLst>
            <pc:docMk/>
            <pc:sldMk cId="1169625094" sldId="280"/>
            <ac:spMk id="32" creationId="{75D84373-4964-70E9-9ED9-91C228ED6FEC}"/>
          </ac:spMkLst>
        </pc:spChg>
        <pc:spChg chg="mod">
          <ac:chgData name="Yash Jadhav" userId="535c3d6d-72b8-4f77-8155-55f939173cf2" providerId="ADAL" clId="{F33F88E0-3380-47C4-AFDE-F1AC050ADA82}" dt="2026-01-25T15:58:45.928" v="1662" actId="790"/>
          <ac:spMkLst>
            <pc:docMk/>
            <pc:sldMk cId="1169625094" sldId="280"/>
            <ac:spMk id="33" creationId="{9D459859-9C4A-1A64-E036-5F64236A378F}"/>
          </ac:spMkLst>
        </pc:spChg>
        <pc:spChg chg="mod">
          <ac:chgData name="Yash Jadhav" userId="535c3d6d-72b8-4f77-8155-55f939173cf2" providerId="ADAL" clId="{F33F88E0-3380-47C4-AFDE-F1AC050ADA82}" dt="2026-01-25T15:58:45.931" v="1663" actId="790"/>
          <ac:spMkLst>
            <pc:docMk/>
            <pc:sldMk cId="1169625094" sldId="280"/>
            <ac:spMk id="34" creationId="{50E6EFE2-152A-B418-B365-F48E684F15E3}"/>
          </ac:spMkLst>
        </pc:spChg>
        <pc:spChg chg="mod">
          <ac:chgData name="Yash Jadhav" userId="535c3d6d-72b8-4f77-8155-55f939173cf2" providerId="ADAL" clId="{F33F88E0-3380-47C4-AFDE-F1AC050ADA82}" dt="2026-01-25T15:58:45.934" v="1664" actId="790"/>
          <ac:spMkLst>
            <pc:docMk/>
            <pc:sldMk cId="1169625094" sldId="280"/>
            <ac:spMk id="35" creationId="{0A2C8A1E-9132-07DA-85E0-284B38F8274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5666728" sldId="281"/>
        </pc:sldMkLst>
        <pc:spChg chg="mod ord">
          <ac:chgData name="Yash Jadhav" userId="535c3d6d-72b8-4f77-8155-55f939173cf2" providerId="ADAL" clId="{F33F88E0-3380-47C4-AFDE-F1AC050ADA82}" dt="2026-01-25T16:06:14.662" v="8413" actId="6264"/>
          <ac:spMkLst>
            <pc:docMk/>
            <pc:sldMk cId="4125666728" sldId="281"/>
            <ac:spMk id="2" creationId="{1367DE0E-A671-0131-DFFF-72D361887680}"/>
          </ac:spMkLst>
        </pc:spChg>
        <pc:spChg chg="mod">
          <ac:chgData name="Yash Jadhav" userId="535c3d6d-72b8-4f77-8155-55f939173cf2" providerId="ADAL" clId="{F33F88E0-3380-47C4-AFDE-F1AC050ADA82}" dt="2026-01-25T15:58:47.345" v="1675" actId="790"/>
          <ac:spMkLst>
            <pc:docMk/>
            <pc:sldMk cId="4125666728" sldId="281"/>
            <ac:spMk id="6" creationId="{FDCBA7CD-AF9F-273B-8310-59FB56ECFBF4}"/>
          </ac:spMkLst>
        </pc:spChg>
        <pc:spChg chg="mod">
          <ac:chgData name="Yash Jadhav" userId="535c3d6d-72b8-4f77-8155-55f939173cf2" providerId="ADAL" clId="{F33F88E0-3380-47C4-AFDE-F1AC050ADA82}" dt="2026-01-25T15:58:47.346" v="1676" actId="790"/>
          <ac:spMkLst>
            <pc:docMk/>
            <pc:sldMk cId="4125666728" sldId="281"/>
            <ac:spMk id="7" creationId="{65E3E4D4-9834-8328-9306-FB72150ACA40}"/>
          </ac:spMkLst>
        </pc:spChg>
        <pc:spChg chg="mod">
          <ac:chgData name="Yash Jadhav" userId="535c3d6d-72b8-4f77-8155-55f939173cf2" providerId="ADAL" clId="{F33F88E0-3380-47C4-AFDE-F1AC050ADA82}" dt="2026-01-25T15:58:47.333" v="1670" actId="790"/>
          <ac:spMkLst>
            <pc:docMk/>
            <pc:sldMk cId="4125666728" sldId="281"/>
            <ac:spMk id="8" creationId="{41C1C5BD-DB46-DA68-EDCA-CC9FE089F0A3}"/>
          </ac:spMkLst>
        </pc:spChg>
        <pc:spChg chg="mod">
          <ac:chgData name="Yash Jadhav" userId="535c3d6d-72b8-4f77-8155-55f939173cf2" providerId="ADAL" clId="{F33F88E0-3380-47C4-AFDE-F1AC050ADA82}" dt="2026-01-25T15:58:47.335" v="1671" actId="790"/>
          <ac:spMkLst>
            <pc:docMk/>
            <pc:sldMk cId="4125666728" sldId="281"/>
            <ac:spMk id="9" creationId="{6D21BA07-CA71-D3D5-DB1D-95A0C02FF16B}"/>
          </ac:spMkLst>
        </pc:spChg>
        <pc:spChg chg="mod">
          <ac:chgData name="Yash Jadhav" userId="535c3d6d-72b8-4f77-8155-55f939173cf2" providerId="ADAL" clId="{F33F88E0-3380-47C4-AFDE-F1AC050ADA82}" dt="2026-01-25T15:58:47.337" v="1672" actId="790"/>
          <ac:spMkLst>
            <pc:docMk/>
            <pc:sldMk cId="4125666728" sldId="281"/>
            <ac:spMk id="11" creationId="{52785F8B-FA69-00C0-1176-CF30FC6A6506}"/>
          </ac:spMkLst>
        </pc:spChg>
        <pc:spChg chg="mod">
          <ac:chgData name="Yash Jadhav" userId="535c3d6d-72b8-4f77-8155-55f939173cf2" providerId="ADAL" clId="{F33F88E0-3380-47C4-AFDE-F1AC050ADA82}" dt="2026-01-25T15:58:47.339" v="1673" actId="790"/>
          <ac:spMkLst>
            <pc:docMk/>
            <pc:sldMk cId="4125666728" sldId="281"/>
            <ac:spMk id="12" creationId="{1CB35FD0-6AC9-BE88-7117-B2594F611CD2}"/>
          </ac:spMkLst>
        </pc:spChg>
        <pc:spChg chg="mod">
          <ac:chgData name="Yash Jadhav" userId="535c3d6d-72b8-4f77-8155-55f939173cf2" providerId="ADAL" clId="{F33F88E0-3380-47C4-AFDE-F1AC050ADA82}" dt="2026-01-25T15:58:47.342" v="1674" actId="790"/>
          <ac:spMkLst>
            <pc:docMk/>
            <pc:sldMk cId="4125666728" sldId="281"/>
            <ac:spMk id="13" creationId="{15D61D26-E818-A956-11E1-4FD5480E5897}"/>
          </ac:spMkLst>
        </pc:spChg>
        <pc:spChg chg="mod">
          <ac:chgData name="Yash Jadhav" userId="535c3d6d-72b8-4f77-8155-55f939173cf2" providerId="ADAL" clId="{F33F88E0-3380-47C4-AFDE-F1AC050ADA82}" dt="2026-01-25T15:58:47.361" v="1682" actId="790"/>
          <ac:spMkLst>
            <pc:docMk/>
            <pc:sldMk cId="4125666728" sldId="281"/>
            <ac:spMk id="26" creationId="{A72EFB54-A614-EC78-9DD9-334BD4D72307}"/>
          </ac:spMkLst>
        </pc:spChg>
        <pc:spChg chg="mod">
          <ac:chgData name="Yash Jadhav" userId="535c3d6d-72b8-4f77-8155-55f939173cf2" providerId="ADAL" clId="{F33F88E0-3380-47C4-AFDE-F1AC050ADA82}" dt="2026-01-25T15:58:47.363" v="1683" actId="790"/>
          <ac:spMkLst>
            <pc:docMk/>
            <pc:sldMk cId="4125666728" sldId="281"/>
            <ac:spMk id="27" creationId="{25656B32-7E5A-6677-AD93-27A2AF1ECA08}"/>
          </ac:spMkLst>
        </pc:spChg>
        <pc:spChg chg="mod">
          <ac:chgData name="Yash Jadhav" userId="535c3d6d-72b8-4f77-8155-55f939173cf2" providerId="ADAL" clId="{F33F88E0-3380-47C4-AFDE-F1AC050ADA82}" dt="2026-01-25T15:58:47.349" v="1677" actId="790"/>
          <ac:spMkLst>
            <pc:docMk/>
            <pc:sldMk cId="4125666728" sldId="281"/>
            <ac:spMk id="28" creationId="{436D8C94-CDF9-6BC8-6DFF-C809DEB5DC76}"/>
          </ac:spMkLst>
        </pc:spChg>
        <pc:spChg chg="mod">
          <ac:chgData name="Yash Jadhav" userId="535c3d6d-72b8-4f77-8155-55f939173cf2" providerId="ADAL" clId="{F33F88E0-3380-47C4-AFDE-F1AC050ADA82}" dt="2026-01-25T15:58:47.353" v="1678" actId="790"/>
          <ac:spMkLst>
            <pc:docMk/>
            <pc:sldMk cId="4125666728" sldId="281"/>
            <ac:spMk id="29" creationId="{53442683-DB61-907C-BCEA-89451D2AE587}"/>
          </ac:spMkLst>
        </pc:spChg>
        <pc:spChg chg="mod">
          <ac:chgData name="Yash Jadhav" userId="535c3d6d-72b8-4f77-8155-55f939173cf2" providerId="ADAL" clId="{F33F88E0-3380-47C4-AFDE-F1AC050ADA82}" dt="2026-01-25T15:58:47.356" v="1679" actId="790"/>
          <ac:spMkLst>
            <pc:docMk/>
            <pc:sldMk cId="4125666728" sldId="281"/>
            <ac:spMk id="31" creationId="{7D781371-6769-E090-20A2-1ABEF9BF3872}"/>
          </ac:spMkLst>
        </pc:spChg>
        <pc:spChg chg="mod">
          <ac:chgData name="Yash Jadhav" userId="535c3d6d-72b8-4f77-8155-55f939173cf2" providerId="ADAL" clId="{F33F88E0-3380-47C4-AFDE-F1AC050ADA82}" dt="2026-01-25T15:58:47.358" v="1680" actId="790"/>
          <ac:spMkLst>
            <pc:docMk/>
            <pc:sldMk cId="4125666728" sldId="281"/>
            <ac:spMk id="32" creationId="{94C31FEA-A381-CBB5-DB45-8660CA1AD119}"/>
          </ac:spMkLst>
        </pc:spChg>
        <pc:spChg chg="mod">
          <ac:chgData name="Yash Jadhav" userId="535c3d6d-72b8-4f77-8155-55f939173cf2" providerId="ADAL" clId="{F33F88E0-3380-47C4-AFDE-F1AC050ADA82}" dt="2026-01-25T15:58:47.360" v="1681" actId="790"/>
          <ac:spMkLst>
            <pc:docMk/>
            <pc:sldMk cId="4125666728" sldId="281"/>
            <ac:spMk id="33" creationId="{224F43E9-B648-4D2F-39BA-5A0662E10605}"/>
          </ac:spMkLst>
        </pc:spChg>
        <pc:spChg chg="mod">
          <ac:chgData name="Yash Jadhav" userId="535c3d6d-72b8-4f77-8155-55f939173cf2" providerId="ADAL" clId="{F33F88E0-3380-47C4-AFDE-F1AC050ADA82}" dt="2026-01-25T15:58:47.374" v="1689" actId="790"/>
          <ac:spMkLst>
            <pc:docMk/>
            <pc:sldMk cId="4125666728" sldId="281"/>
            <ac:spMk id="46" creationId="{CF59522E-D8DC-3AAA-DECD-25FD6CFECC8C}"/>
          </ac:spMkLst>
        </pc:spChg>
        <pc:spChg chg="mod">
          <ac:chgData name="Yash Jadhav" userId="535c3d6d-72b8-4f77-8155-55f939173cf2" providerId="ADAL" clId="{F33F88E0-3380-47C4-AFDE-F1AC050ADA82}" dt="2026-01-25T15:58:47.377" v="1690" actId="790"/>
          <ac:spMkLst>
            <pc:docMk/>
            <pc:sldMk cId="4125666728" sldId="281"/>
            <ac:spMk id="47" creationId="{7FA4AE61-10C9-60C8-98BD-15C063F8462C}"/>
          </ac:spMkLst>
        </pc:spChg>
        <pc:spChg chg="mod">
          <ac:chgData name="Yash Jadhav" userId="535c3d6d-72b8-4f77-8155-55f939173cf2" providerId="ADAL" clId="{F33F88E0-3380-47C4-AFDE-F1AC050ADA82}" dt="2026-01-25T15:58:47.365" v="1684" actId="790"/>
          <ac:spMkLst>
            <pc:docMk/>
            <pc:sldMk cId="4125666728" sldId="281"/>
            <ac:spMk id="48" creationId="{4B34F47A-777D-A1EE-726D-624C103D8FE7}"/>
          </ac:spMkLst>
        </pc:spChg>
        <pc:spChg chg="mod">
          <ac:chgData name="Yash Jadhav" userId="535c3d6d-72b8-4f77-8155-55f939173cf2" providerId="ADAL" clId="{F33F88E0-3380-47C4-AFDE-F1AC050ADA82}" dt="2026-01-25T15:58:47.367" v="1685" actId="790"/>
          <ac:spMkLst>
            <pc:docMk/>
            <pc:sldMk cId="4125666728" sldId="281"/>
            <ac:spMk id="49" creationId="{A408A605-A5E4-F691-F2C9-C082A54CE26E}"/>
          </ac:spMkLst>
        </pc:spChg>
        <pc:spChg chg="mod">
          <ac:chgData name="Yash Jadhav" userId="535c3d6d-72b8-4f77-8155-55f939173cf2" providerId="ADAL" clId="{F33F88E0-3380-47C4-AFDE-F1AC050ADA82}" dt="2026-01-25T15:58:47.369" v="1686" actId="790"/>
          <ac:spMkLst>
            <pc:docMk/>
            <pc:sldMk cId="4125666728" sldId="281"/>
            <ac:spMk id="51" creationId="{15D3D81C-DD06-0C9F-EE17-73681507A722}"/>
          </ac:spMkLst>
        </pc:spChg>
        <pc:spChg chg="mod">
          <ac:chgData name="Yash Jadhav" userId="535c3d6d-72b8-4f77-8155-55f939173cf2" providerId="ADAL" clId="{F33F88E0-3380-47C4-AFDE-F1AC050ADA82}" dt="2026-01-25T15:58:47.371" v="1687" actId="790"/>
          <ac:spMkLst>
            <pc:docMk/>
            <pc:sldMk cId="4125666728" sldId="281"/>
            <ac:spMk id="52" creationId="{17589B79-5B84-0F9A-602D-006AE7F877F7}"/>
          </ac:spMkLst>
        </pc:spChg>
        <pc:spChg chg="mod">
          <ac:chgData name="Yash Jadhav" userId="535c3d6d-72b8-4f77-8155-55f939173cf2" providerId="ADAL" clId="{F33F88E0-3380-47C4-AFDE-F1AC050ADA82}" dt="2026-01-25T15:58:47.372" v="1688" actId="790"/>
          <ac:spMkLst>
            <pc:docMk/>
            <pc:sldMk cId="4125666728" sldId="281"/>
            <ac:spMk id="53" creationId="{DCFED565-1793-42A8-925D-A6B34C33E10F}"/>
          </ac:spMkLst>
        </pc:spChg>
        <pc:spChg chg="mod">
          <ac:chgData name="Yash Jadhav" userId="535c3d6d-72b8-4f77-8155-55f939173cf2" providerId="ADAL" clId="{F33F88E0-3380-47C4-AFDE-F1AC050ADA82}" dt="2026-01-25T15:58:47.388" v="1696" actId="790"/>
          <ac:spMkLst>
            <pc:docMk/>
            <pc:sldMk cId="4125666728" sldId="281"/>
            <ac:spMk id="66" creationId="{A8D99452-4BC0-CF02-1CCF-9A53AF8CFA0D}"/>
          </ac:spMkLst>
        </pc:spChg>
        <pc:spChg chg="mod">
          <ac:chgData name="Yash Jadhav" userId="535c3d6d-72b8-4f77-8155-55f939173cf2" providerId="ADAL" clId="{F33F88E0-3380-47C4-AFDE-F1AC050ADA82}" dt="2026-01-25T15:58:47.389" v="1697" actId="790"/>
          <ac:spMkLst>
            <pc:docMk/>
            <pc:sldMk cId="4125666728" sldId="281"/>
            <ac:spMk id="67" creationId="{383F35F0-1F10-27D0-9B54-8C92080A0A1C}"/>
          </ac:spMkLst>
        </pc:spChg>
        <pc:spChg chg="mod">
          <ac:chgData name="Yash Jadhav" userId="535c3d6d-72b8-4f77-8155-55f939173cf2" providerId="ADAL" clId="{F33F88E0-3380-47C4-AFDE-F1AC050ADA82}" dt="2026-01-25T15:58:47.379" v="1691" actId="790"/>
          <ac:spMkLst>
            <pc:docMk/>
            <pc:sldMk cId="4125666728" sldId="281"/>
            <ac:spMk id="68" creationId="{51838A74-E3F2-8750-25A3-0F9DBE9F0F86}"/>
          </ac:spMkLst>
        </pc:spChg>
        <pc:spChg chg="mod">
          <ac:chgData name="Yash Jadhav" userId="535c3d6d-72b8-4f77-8155-55f939173cf2" providerId="ADAL" clId="{F33F88E0-3380-47C4-AFDE-F1AC050ADA82}" dt="2026-01-25T15:58:47.381" v="1692" actId="790"/>
          <ac:spMkLst>
            <pc:docMk/>
            <pc:sldMk cId="4125666728" sldId="281"/>
            <ac:spMk id="69" creationId="{A9FF1C19-D654-3037-1307-6BF297FB9E53}"/>
          </ac:spMkLst>
        </pc:spChg>
        <pc:spChg chg="mod">
          <ac:chgData name="Yash Jadhav" userId="535c3d6d-72b8-4f77-8155-55f939173cf2" providerId="ADAL" clId="{F33F88E0-3380-47C4-AFDE-F1AC050ADA82}" dt="2026-01-25T15:58:47.383" v="1693" actId="790"/>
          <ac:spMkLst>
            <pc:docMk/>
            <pc:sldMk cId="4125666728" sldId="281"/>
            <ac:spMk id="71" creationId="{D03AEB42-252E-73EB-092D-5ACE2971228A}"/>
          </ac:spMkLst>
        </pc:spChg>
        <pc:spChg chg="mod">
          <ac:chgData name="Yash Jadhav" userId="535c3d6d-72b8-4f77-8155-55f939173cf2" providerId="ADAL" clId="{F33F88E0-3380-47C4-AFDE-F1AC050ADA82}" dt="2026-01-25T15:58:47.384" v="1694" actId="790"/>
          <ac:spMkLst>
            <pc:docMk/>
            <pc:sldMk cId="4125666728" sldId="281"/>
            <ac:spMk id="72" creationId="{B001F64D-5BD6-7954-09E7-48F683EE12EE}"/>
          </ac:spMkLst>
        </pc:spChg>
        <pc:spChg chg="mod">
          <ac:chgData name="Yash Jadhav" userId="535c3d6d-72b8-4f77-8155-55f939173cf2" providerId="ADAL" clId="{F33F88E0-3380-47C4-AFDE-F1AC050ADA82}" dt="2026-01-25T15:58:47.387" v="1695" actId="790"/>
          <ac:spMkLst>
            <pc:docMk/>
            <pc:sldMk cId="4125666728" sldId="281"/>
            <ac:spMk id="73" creationId="{3D83F7C7-46A0-6DCF-B958-5E66CBA88A45}"/>
          </ac:spMkLst>
        </pc:spChg>
        <pc:spChg chg="mod">
          <ac:chgData name="Yash Jadhav" userId="535c3d6d-72b8-4f77-8155-55f939173cf2" providerId="ADAL" clId="{F33F88E0-3380-47C4-AFDE-F1AC050ADA82}" dt="2026-01-25T15:58:47.393" v="1698" actId="790"/>
          <ac:spMkLst>
            <pc:docMk/>
            <pc:sldMk cId="4125666728" sldId="281"/>
            <ac:spMk id="83" creationId="{92998A5A-2244-524D-5D4E-0F7AB671E31D}"/>
          </ac:spMkLst>
        </pc:spChg>
        <pc:spChg chg="mod">
          <ac:chgData name="Yash Jadhav" userId="535c3d6d-72b8-4f77-8155-55f939173cf2" providerId="ADAL" clId="{F33F88E0-3380-47C4-AFDE-F1AC050ADA82}" dt="2026-01-25T15:58:47.396" v="1699" actId="790"/>
          <ac:spMkLst>
            <pc:docMk/>
            <pc:sldMk cId="4125666728" sldId="281"/>
            <ac:spMk id="84" creationId="{BC87474D-0C64-66FA-A85D-77D688457ED0}"/>
          </ac:spMkLst>
        </pc:spChg>
        <pc:spChg chg="mod">
          <ac:chgData name="Yash Jadhav" userId="535c3d6d-72b8-4f77-8155-55f939173cf2" providerId="ADAL" clId="{F33F88E0-3380-47C4-AFDE-F1AC050ADA82}" dt="2026-01-25T15:58:47.399" v="1700" actId="790"/>
          <ac:spMkLst>
            <pc:docMk/>
            <pc:sldMk cId="4125666728" sldId="281"/>
            <ac:spMk id="85" creationId="{DEB240D2-79E8-4DD1-D106-F29774606489}"/>
          </ac:spMkLst>
        </pc:spChg>
        <pc:spChg chg="mod">
          <ac:chgData name="Yash Jadhav" userId="535c3d6d-72b8-4f77-8155-55f939173cf2" providerId="ADAL" clId="{F33F88E0-3380-47C4-AFDE-F1AC050ADA82}" dt="2026-01-25T15:58:47.404" v="1701" actId="790"/>
          <ac:spMkLst>
            <pc:docMk/>
            <pc:sldMk cId="4125666728" sldId="281"/>
            <ac:spMk id="86" creationId="{37313D6A-D646-9827-B0A9-F54FA885A2BB}"/>
          </ac:spMkLst>
        </pc:spChg>
        <pc:spChg chg="mod">
          <ac:chgData name="Yash Jadhav" userId="535c3d6d-72b8-4f77-8155-55f939173cf2" providerId="ADAL" clId="{F33F88E0-3380-47C4-AFDE-F1AC050ADA82}" dt="2026-01-25T15:58:47.406" v="1702" actId="790"/>
          <ac:spMkLst>
            <pc:docMk/>
            <pc:sldMk cId="4125666728" sldId="281"/>
            <ac:spMk id="87" creationId="{A4FCD64E-A790-622D-B71D-E2202F43529C}"/>
          </ac:spMkLst>
        </pc:spChg>
        <pc:spChg chg="mod">
          <ac:chgData name="Yash Jadhav" userId="535c3d6d-72b8-4f77-8155-55f939173cf2" providerId="ADAL" clId="{F33F88E0-3380-47C4-AFDE-F1AC050ADA82}" dt="2026-01-25T15:58:47.408" v="1703" actId="790"/>
          <ac:spMkLst>
            <pc:docMk/>
            <pc:sldMk cId="4125666728" sldId="281"/>
            <ac:spMk id="88" creationId="{B4BC438A-3429-4B8C-C965-35CAD0AA0616}"/>
          </ac:spMkLst>
        </pc:spChg>
        <pc:spChg chg="mod">
          <ac:chgData name="Yash Jadhav" userId="535c3d6d-72b8-4f77-8155-55f939173cf2" providerId="ADAL" clId="{F33F88E0-3380-47C4-AFDE-F1AC050ADA82}" dt="2026-01-25T15:58:47.409" v="1704" actId="790"/>
          <ac:spMkLst>
            <pc:docMk/>
            <pc:sldMk cId="4125666728" sldId="281"/>
            <ac:spMk id="89" creationId="{95C40D03-4C25-AE96-EFAA-2D625CFE7532}"/>
          </ac:spMkLst>
        </pc:spChg>
        <pc:spChg chg="mod">
          <ac:chgData name="Yash Jadhav" userId="535c3d6d-72b8-4f77-8155-55f939173cf2" providerId="ADAL" clId="{F33F88E0-3380-47C4-AFDE-F1AC050ADA82}" dt="2026-01-25T15:58:47.412" v="1705" actId="790"/>
          <ac:spMkLst>
            <pc:docMk/>
            <pc:sldMk cId="4125666728" sldId="281"/>
            <ac:spMk id="90" creationId="{4EF9AF79-5AAB-60F0-F3B4-0028E9D33EA7}"/>
          </ac:spMkLst>
        </pc:spChg>
        <pc:spChg chg="add del mod">
          <ac:chgData name="Yash Jadhav" userId="535c3d6d-72b8-4f77-8155-55f939173cf2" providerId="ADAL" clId="{F33F88E0-3380-47C4-AFDE-F1AC050ADA82}" dt="2026-01-25T16:06:14.662" v="8413" actId="6264"/>
          <ac:spMkLst>
            <pc:docMk/>
            <pc:sldMk cId="4125666728" sldId="281"/>
            <ac:spMk id="91" creationId="{7D1DD3C0-9943-4F8F-6A39-66366A12C4A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3582536" sldId="282"/>
        </pc:sldMkLst>
        <pc:spChg chg="mod ord">
          <ac:chgData name="Yash Jadhav" userId="535c3d6d-72b8-4f77-8155-55f939173cf2" providerId="ADAL" clId="{F33F88E0-3380-47C4-AFDE-F1AC050ADA82}" dt="2026-01-25T16:06:14.662" v="8413" actId="6264"/>
          <ac:spMkLst>
            <pc:docMk/>
            <pc:sldMk cId="2723582536" sldId="28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23582536" sldId="282"/>
            <ac:spMk id="3" creationId="{869701C7-0A96-AFAC-1A52-73BD957C604A}"/>
          </ac:spMkLst>
        </pc:spChg>
        <pc:spChg chg="mod">
          <ac:chgData name="Yash Jadhav" userId="535c3d6d-72b8-4f77-8155-55f939173cf2" providerId="ADAL" clId="{F33F88E0-3380-47C4-AFDE-F1AC050ADA82}" dt="2026-01-25T15:58:49.102" v="1714" actId="790"/>
          <ac:spMkLst>
            <pc:docMk/>
            <pc:sldMk cId="2723582536" sldId="282"/>
            <ac:spMk id="12" creationId="{00000000-0000-0000-0000-000000000000}"/>
          </ac:spMkLst>
        </pc:spChg>
        <pc:spChg chg="mod">
          <ac:chgData name="Yash Jadhav" userId="535c3d6d-72b8-4f77-8155-55f939173cf2" providerId="ADAL" clId="{F33F88E0-3380-47C4-AFDE-F1AC050ADA82}" dt="2026-01-25T15:58:49.104" v="1715" actId="790"/>
          <ac:spMkLst>
            <pc:docMk/>
            <pc:sldMk cId="2723582536" sldId="282"/>
            <ac:spMk id="13" creationId="{00000000-0000-0000-0000-000000000000}"/>
          </ac:spMkLst>
        </pc:spChg>
        <pc:spChg chg="mod">
          <ac:chgData name="Yash Jadhav" userId="535c3d6d-72b8-4f77-8155-55f939173cf2" providerId="ADAL" clId="{F33F88E0-3380-47C4-AFDE-F1AC050ADA82}" dt="2026-01-25T15:58:49.091" v="1711" actId="790"/>
          <ac:spMkLst>
            <pc:docMk/>
            <pc:sldMk cId="2723582536" sldId="282"/>
            <ac:spMk id="14" creationId="{00000000-0000-0000-0000-000000000000}"/>
          </ac:spMkLst>
        </pc:spChg>
        <pc:spChg chg="mod">
          <ac:chgData name="Yash Jadhav" userId="535c3d6d-72b8-4f77-8155-55f939173cf2" providerId="ADAL" clId="{F33F88E0-3380-47C4-AFDE-F1AC050ADA82}" dt="2026-01-25T15:58:49.094" v="1712" actId="790"/>
          <ac:spMkLst>
            <pc:docMk/>
            <pc:sldMk cId="2723582536" sldId="282"/>
            <ac:spMk id="16" creationId="{00000000-0000-0000-0000-000000000000}"/>
          </ac:spMkLst>
        </pc:spChg>
        <pc:spChg chg="mod">
          <ac:chgData name="Yash Jadhav" userId="535c3d6d-72b8-4f77-8155-55f939173cf2" providerId="ADAL" clId="{F33F88E0-3380-47C4-AFDE-F1AC050ADA82}" dt="2026-01-25T15:58:49.100" v="1713" actId="790"/>
          <ac:spMkLst>
            <pc:docMk/>
            <pc:sldMk cId="2723582536" sldId="282"/>
            <ac:spMk id="17" creationId="{00000000-0000-0000-0000-000000000000}"/>
          </ac:spMkLst>
        </pc:spChg>
        <pc:spChg chg="mod">
          <ac:chgData name="Yash Jadhav" userId="535c3d6d-72b8-4f77-8155-55f939173cf2" providerId="ADAL" clId="{F33F88E0-3380-47C4-AFDE-F1AC050ADA82}" dt="2026-01-25T15:58:49.111" v="1717" actId="790"/>
          <ac:spMkLst>
            <pc:docMk/>
            <pc:sldMk cId="2723582536" sldId="282"/>
            <ac:spMk id="18" creationId="{00000000-0000-0000-0000-000000000000}"/>
          </ac:spMkLst>
        </pc:spChg>
        <pc:spChg chg="mod">
          <ac:chgData name="Yash Jadhav" userId="535c3d6d-72b8-4f77-8155-55f939173cf2" providerId="ADAL" clId="{F33F88E0-3380-47C4-AFDE-F1AC050ADA82}" dt="2026-01-25T15:58:49.107" v="1716" actId="790"/>
          <ac:spMkLst>
            <pc:docMk/>
            <pc:sldMk cId="2723582536" sldId="282"/>
            <ac:spMk id="19" creationId="{00000000-0000-0000-0000-000000000000}"/>
          </ac:spMkLst>
        </pc:spChg>
        <pc:spChg chg="mod">
          <ac:chgData name="Yash Jadhav" userId="535c3d6d-72b8-4f77-8155-55f939173cf2" providerId="ADAL" clId="{F33F88E0-3380-47C4-AFDE-F1AC050ADA82}" dt="2026-01-25T15:58:49.115" v="1718" actId="790"/>
          <ac:spMkLst>
            <pc:docMk/>
            <pc:sldMk cId="2723582536" sldId="282"/>
            <ac:spMk id="20" creationId="{06B875D0-30FE-4E75-A3A5-74E34733DCB0}"/>
          </ac:spMkLst>
        </pc:spChg>
        <pc:spChg chg="mod">
          <ac:chgData name="Yash Jadhav" userId="535c3d6d-72b8-4f77-8155-55f939173cf2" providerId="ADAL" clId="{F33F88E0-3380-47C4-AFDE-F1AC050ADA82}" dt="2026-01-25T15:58:49.118" v="1719" actId="790"/>
          <ac:spMkLst>
            <pc:docMk/>
            <pc:sldMk cId="2723582536" sldId="282"/>
            <ac:spMk id="21" creationId="{1F45CC99-378E-463C-8B31-8B5D0C049FF4}"/>
          </ac:spMkLst>
        </pc:spChg>
        <pc:spChg chg="mod">
          <ac:chgData name="Yash Jadhav" userId="535c3d6d-72b8-4f77-8155-55f939173cf2" providerId="ADAL" clId="{F33F88E0-3380-47C4-AFDE-F1AC050ADA82}" dt="2026-01-25T15:58:49.120" v="1720" actId="790"/>
          <ac:spMkLst>
            <pc:docMk/>
            <pc:sldMk cId="2723582536" sldId="282"/>
            <ac:spMk id="22" creationId="{3592AA25-1272-41E2-B3A9-840BC237CFB6}"/>
          </ac:spMkLst>
        </pc:spChg>
        <pc:spChg chg="mod">
          <ac:chgData name="Yash Jadhav" userId="535c3d6d-72b8-4f77-8155-55f939173cf2" providerId="ADAL" clId="{F33F88E0-3380-47C4-AFDE-F1AC050ADA82}" dt="2026-01-25T15:58:49.122" v="1721" actId="790"/>
          <ac:spMkLst>
            <pc:docMk/>
            <pc:sldMk cId="2723582536" sldId="282"/>
            <ac:spMk id="23" creationId="{C7C9F25A-1611-4090-A365-DEB0CE3991DB}"/>
          </ac:spMkLst>
        </pc:spChg>
        <pc:spChg chg="mod">
          <ac:chgData name="Yash Jadhav" userId="535c3d6d-72b8-4f77-8155-55f939173cf2" providerId="ADAL" clId="{F33F88E0-3380-47C4-AFDE-F1AC050ADA82}" dt="2026-01-25T15:58:49.129" v="1722" actId="790"/>
          <ac:spMkLst>
            <pc:docMk/>
            <pc:sldMk cId="2723582536" sldId="282"/>
            <ac:spMk id="24" creationId="{075F7735-CE70-4CD6-8042-037FAB48342C}"/>
          </ac:spMkLst>
        </pc:spChg>
        <pc:spChg chg="mod">
          <ac:chgData name="Yash Jadhav" userId="535c3d6d-72b8-4f77-8155-55f939173cf2" providerId="ADAL" clId="{F33F88E0-3380-47C4-AFDE-F1AC050ADA82}" dt="2026-01-25T15:58:49.134" v="1723" actId="790"/>
          <ac:spMkLst>
            <pc:docMk/>
            <pc:sldMk cId="2723582536" sldId="282"/>
            <ac:spMk id="25" creationId="{3885E7BA-9E5E-404F-AED1-AE65710DFD3D}"/>
          </ac:spMkLst>
        </pc:spChg>
        <pc:spChg chg="mod">
          <ac:chgData name="Yash Jadhav" userId="535c3d6d-72b8-4f77-8155-55f939173cf2" providerId="ADAL" clId="{F33F88E0-3380-47C4-AFDE-F1AC050ADA82}" dt="2026-01-25T15:58:49.138" v="1724" actId="790"/>
          <ac:spMkLst>
            <pc:docMk/>
            <pc:sldMk cId="2723582536" sldId="282"/>
            <ac:spMk id="26" creationId="{D8ECD937-1C37-4545-9D68-720D6805E052}"/>
          </ac:spMkLst>
        </pc:spChg>
        <pc:spChg chg="mod">
          <ac:chgData name="Yash Jadhav" userId="535c3d6d-72b8-4f77-8155-55f939173cf2" providerId="ADAL" clId="{F33F88E0-3380-47C4-AFDE-F1AC050ADA82}" dt="2026-01-25T15:58:49.143" v="1725" actId="790"/>
          <ac:spMkLst>
            <pc:docMk/>
            <pc:sldMk cId="2723582536" sldId="282"/>
            <ac:spMk id="28" creationId="{F3A956A2-7E86-431E-9912-9DA43D773996}"/>
          </ac:spMkLst>
        </pc:spChg>
        <pc:spChg chg="mod">
          <ac:chgData name="Yash Jadhav" userId="535c3d6d-72b8-4f77-8155-55f939173cf2" providerId="ADAL" clId="{F33F88E0-3380-47C4-AFDE-F1AC050ADA82}" dt="2026-01-25T15:58:49.146" v="1726" actId="790"/>
          <ac:spMkLst>
            <pc:docMk/>
            <pc:sldMk cId="2723582536" sldId="282"/>
            <ac:spMk id="29" creationId="{12DBBD86-49F9-4A02-9EAF-507454F1C1B7}"/>
          </ac:spMkLst>
        </pc:spChg>
        <pc:spChg chg="mod">
          <ac:chgData name="Yash Jadhav" userId="535c3d6d-72b8-4f77-8155-55f939173cf2" providerId="ADAL" clId="{F33F88E0-3380-47C4-AFDE-F1AC050ADA82}" dt="2026-01-25T15:58:49.148" v="1727" actId="790"/>
          <ac:spMkLst>
            <pc:docMk/>
            <pc:sldMk cId="2723582536" sldId="282"/>
            <ac:spMk id="30" creationId="{72316779-A6F0-43B3-B615-B42BCAB61193}"/>
          </ac:spMkLst>
        </pc:spChg>
        <pc:spChg chg="mod">
          <ac:chgData name="Yash Jadhav" userId="535c3d6d-72b8-4f77-8155-55f939173cf2" providerId="ADAL" clId="{F33F88E0-3380-47C4-AFDE-F1AC050ADA82}" dt="2026-01-25T15:58:49.151" v="1728" actId="790"/>
          <ac:spMkLst>
            <pc:docMk/>
            <pc:sldMk cId="2723582536" sldId="282"/>
            <ac:spMk id="31" creationId="{C0A3A9D6-6734-4FF7-8952-675E0A28F388}"/>
          </ac:spMkLst>
        </pc:spChg>
        <pc:spChg chg="mod">
          <ac:chgData name="Yash Jadhav" userId="535c3d6d-72b8-4f77-8155-55f939173cf2" providerId="ADAL" clId="{F33F88E0-3380-47C4-AFDE-F1AC050ADA82}" dt="2026-01-25T15:58:49.153" v="1729" actId="790"/>
          <ac:spMkLst>
            <pc:docMk/>
            <pc:sldMk cId="2723582536" sldId="282"/>
            <ac:spMk id="32" creationId="{7D807D2A-AA17-41F7-920E-F62DB2313BA4}"/>
          </ac:spMkLst>
        </pc:spChg>
        <pc:spChg chg="mod">
          <ac:chgData name="Yash Jadhav" userId="535c3d6d-72b8-4f77-8155-55f939173cf2" providerId="ADAL" clId="{F33F88E0-3380-47C4-AFDE-F1AC050ADA82}" dt="2026-01-25T15:58:49.155" v="1730" actId="790"/>
          <ac:spMkLst>
            <pc:docMk/>
            <pc:sldMk cId="2723582536" sldId="282"/>
            <ac:spMk id="33" creationId="{E398ACC2-24EF-4728-9990-876C072ECF31}"/>
          </ac:spMkLst>
        </pc:spChg>
        <pc:spChg chg="mod">
          <ac:chgData name="Yash Jadhav" userId="535c3d6d-72b8-4f77-8155-55f939173cf2" providerId="ADAL" clId="{F33F88E0-3380-47C4-AFDE-F1AC050ADA82}" dt="2026-01-25T15:58:49.161" v="1731" actId="790"/>
          <ac:spMkLst>
            <pc:docMk/>
            <pc:sldMk cId="2723582536" sldId="282"/>
            <ac:spMk id="34" creationId="{BA9C2278-99B3-4D07-90B6-9C0D4BE41A13}"/>
          </ac:spMkLst>
        </pc:spChg>
        <pc:spChg chg="mod">
          <ac:chgData name="Yash Jadhav" userId="535c3d6d-72b8-4f77-8155-55f939173cf2" providerId="ADAL" clId="{F33F88E0-3380-47C4-AFDE-F1AC050ADA82}" dt="2026-01-25T15:58:49.163" v="1732" actId="790"/>
          <ac:spMkLst>
            <pc:docMk/>
            <pc:sldMk cId="2723582536" sldId="282"/>
            <ac:spMk id="35" creationId="{F14E420D-B964-401B-8DDA-32015B3B80CC}"/>
          </ac:spMkLst>
        </pc:spChg>
        <pc:spChg chg="mod">
          <ac:chgData name="Yash Jadhav" userId="535c3d6d-72b8-4f77-8155-55f939173cf2" providerId="ADAL" clId="{F33F88E0-3380-47C4-AFDE-F1AC050ADA82}" dt="2026-01-25T15:58:49.165" v="1733" actId="790"/>
          <ac:spMkLst>
            <pc:docMk/>
            <pc:sldMk cId="2723582536" sldId="282"/>
            <ac:spMk id="36" creationId="{68ADA3C9-11F9-46A7-B83B-D603B6D5F57F}"/>
          </ac:spMkLst>
        </pc:spChg>
        <pc:spChg chg="mod">
          <ac:chgData name="Yash Jadhav" userId="535c3d6d-72b8-4f77-8155-55f939173cf2" providerId="ADAL" clId="{F33F88E0-3380-47C4-AFDE-F1AC050ADA82}" dt="2026-01-25T15:58:49.167" v="1734" actId="790"/>
          <ac:spMkLst>
            <pc:docMk/>
            <pc:sldMk cId="2723582536" sldId="282"/>
            <ac:spMk id="37" creationId="{2C1C4107-B4F9-4E85-84AD-C396DBBEEF00}"/>
          </ac:spMkLst>
        </pc:spChg>
        <pc:spChg chg="mod">
          <ac:chgData name="Yash Jadhav" userId="535c3d6d-72b8-4f77-8155-55f939173cf2" providerId="ADAL" clId="{F33F88E0-3380-47C4-AFDE-F1AC050ADA82}" dt="2026-01-25T15:58:49.168" v="1735" actId="790"/>
          <ac:spMkLst>
            <pc:docMk/>
            <pc:sldMk cId="2723582536" sldId="282"/>
            <ac:spMk id="39" creationId="{A290EAA2-5439-4883-9026-C51983D6B421}"/>
          </ac:spMkLst>
        </pc:spChg>
        <pc:spChg chg="mod">
          <ac:chgData name="Yash Jadhav" userId="535c3d6d-72b8-4f77-8155-55f939173cf2" providerId="ADAL" clId="{F33F88E0-3380-47C4-AFDE-F1AC050ADA82}" dt="2026-01-25T15:58:49.170" v="1736" actId="790"/>
          <ac:spMkLst>
            <pc:docMk/>
            <pc:sldMk cId="2723582536" sldId="282"/>
            <ac:spMk id="40" creationId="{ED003D4E-50D5-406C-802C-CE079D7E0881}"/>
          </ac:spMkLst>
        </pc:spChg>
        <pc:spChg chg="mod">
          <ac:chgData name="Yash Jadhav" userId="535c3d6d-72b8-4f77-8155-55f939173cf2" providerId="ADAL" clId="{F33F88E0-3380-47C4-AFDE-F1AC050ADA82}" dt="2026-01-25T15:58:49.173" v="1737" actId="790"/>
          <ac:spMkLst>
            <pc:docMk/>
            <pc:sldMk cId="2723582536" sldId="282"/>
            <ac:spMk id="41" creationId="{08E6AB8D-CB70-4060-A05A-976CE970D978}"/>
          </ac:spMkLst>
        </pc:spChg>
        <pc:spChg chg="mod">
          <ac:chgData name="Yash Jadhav" userId="535c3d6d-72b8-4f77-8155-55f939173cf2" providerId="ADAL" clId="{F33F88E0-3380-47C4-AFDE-F1AC050ADA82}" dt="2026-01-25T15:58:49.174" v="1738" actId="790"/>
          <ac:spMkLst>
            <pc:docMk/>
            <pc:sldMk cId="2723582536" sldId="282"/>
            <ac:spMk id="42" creationId="{5CF4335D-A7EC-48F0-BFEF-C2A76A592236}"/>
          </ac:spMkLst>
        </pc:spChg>
        <pc:spChg chg="mod">
          <ac:chgData name="Yash Jadhav" userId="535c3d6d-72b8-4f77-8155-55f939173cf2" providerId="ADAL" clId="{F33F88E0-3380-47C4-AFDE-F1AC050ADA82}" dt="2026-01-25T15:58:49.176" v="1739" actId="790"/>
          <ac:spMkLst>
            <pc:docMk/>
            <pc:sldMk cId="2723582536" sldId="282"/>
            <ac:spMk id="43" creationId="{F7F38821-DADF-497E-8650-95D1D8ECE7C7}"/>
          </ac:spMkLst>
        </pc:spChg>
        <pc:spChg chg="mod">
          <ac:chgData name="Yash Jadhav" userId="535c3d6d-72b8-4f77-8155-55f939173cf2" providerId="ADAL" clId="{F33F88E0-3380-47C4-AFDE-F1AC050ADA82}" dt="2026-01-25T15:58:49.178" v="1740" actId="790"/>
          <ac:spMkLst>
            <pc:docMk/>
            <pc:sldMk cId="2723582536" sldId="282"/>
            <ac:spMk id="44" creationId="{862191C2-D380-45B2-8535-37ABE8F039A9}"/>
          </ac:spMkLst>
        </pc:spChg>
        <pc:spChg chg="mod">
          <ac:chgData name="Yash Jadhav" userId="535c3d6d-72b8-4f77-8155-55f939173cf2" providerId="ADAL" clId="{F33F88E0-3380-47C4-AFDE-F1AC050ADA82}" dt="2026-01-25T15:58:49.179" v="1741" actId="790"/>
          <ac:spMkLst>
            <pc:docMk/>
            <pc:sldMk cId="2723582536" sldId="282"/>
            <ac:spMk id="45" creationId="{8D1FA81E-7954-4905-BD12-99BFD6025174}"/>
          </ac:spMkLst>
        </pc:spChg>
        <pc:spChg chg="mod">
          <ac:chgData name="Yash Jadhav" userId="535c3d6d-72b8-4f77-8155-55f939173cf2" providerId="ADAL" clId="{F33F88E0-3380-47C4-AFDE-F1AC050ADA82}" dt="2026-01-25T15:58:49.181" v="1742" actId="790"/>
          <ac:spMkLst>
            <pc:docMk/>
            <pc:sldMk cId="2723582536" sldId="282"/>
            <ac:spMk id="46" creationId="{23EA3459-8F00-4624-9F23-76FBEB3B97C2}"/>
          </ac:spMkLst>
        </pc:spChg>
        <pc:spChg chg="mod">
          <ac:chgData name="Yash Jadhav" userId="535c3d6d-72b8-4f77-8155-55f939173cf2" providerId="ADAL" clId="{F33F88E0-3380-47C4-AFDE-F1AC050ADA82}" dt="2026-01-25T15:58:49.182" v="1743" actId="790"/>
          <ac:spMkLst>
            <pc:docMk/>
            <pc:sldMk cId="2723582536" sldId="282"/>
            <ac:spMk id="47" creationId="{FE01361D-B732-41D0-B3CC-6FB7ADA57E7D}"/>
          </ac:spMkLst>
        </pc:spChg>
        <pc:spChg chg="mod">
          <ac:chgData name="Yash Jadhav" userId="535c3d6d-72b8-4f77-8155-55f939173cf2" providerId="ADAL" clId="{F33F88E0-3380-47C4-AFDE-F1AC050ADA82}" dt="2026-01-25T15:58:49.183" v="1744" actId="790"/>
          <ac:spMkLst>
            <pc:docMk/>
            <pc:sldMk cId="2723582536" sldId="282"/>
            <ac:spMk id="56" creationId="{B7993BE4-32DB-48FB-880D-36240F156F30}"/>
          </ac:spMkLst>
        </pc:spChg>
        <pc:spChg chg="mod">
          <ac:chgData name="Yash Jadhav" userId="535c3d6d-72b8-4f77-8155-55f939173cf2" providerId="ADAL" clId="{F33F88E0-3380-47C4-AFDE-F1AC050ADA82}" dt="2026-01-25T15:58:49.188" v="1745" actId="790"/>
          <ac:spMkLst>
            <pc:docMk/>
            <pc:sldMk cId="2723582536" sldId="282"/>
            <ac:spMk id="57" creationId="{77F76FFA-1154-4939-B98F-E497FFA35D85}"/>
          </ac:spMkLst>
        </pc:spChg>
        <pc:spChg chg="mod">
          <ac:chgData name="Yash Jadhav" userId="535c3d6d-72b8-4f77-8155-55f939173cf2" providerId="ADAL" clId="{F33F88E0-3380-47C4-AFDE-F1AC050ADA82}" dt="2026-01-25T15:58:49.190" v="1746" actId="790"/>
          <ac:spMkLst>
            <pc:docMk/>
            <pc:sldMk cId="2723582536" sldId="282"/>
            <ac:spMk id="58" creationId="{7CFF5086-FCE0-423F-961F-D4C566D56823}"/>
          </ac:spMkLst>
        </pc:spChg>
        <pc:spChg chg="mod">
          <ac:chgData name="Yash Jadhav" userId="535c3d6d-72b8-4f77-8155-55f939173cf2" providerId="ADAL" clId="{F33F88E0-3380-47C4-AFDE-F1AC050ADA82}" dt="2026-01-25T15:58:49.193" v="1747" actId="790"/>
          <ac:spMkLst>
            <pc:docMk/>
            <pc:sldMk cId="2723582536" sldId="282"/>
            <ac:spMk id="59" creationId="{FAC7B0A2-3F49-409A-8BD3-6E73E2BD3952}"/>
          </ac:spMkLst>
        </pc:spChg>
        <pc:spChg chg="mod">
          <ac:chgData name="Yash Jadhav" userId="535c3d6d-72b8-4f77-8155-55f939173cf2" providerId="ADAL" clId="{F33F88E0-3380-47C4-AFDE-F1AC050ADA82}" dt="2026-01-25T15:58:49.194" v="1748" actId="790"/>
          <ac:spMkLst>
            <pc:docMk/>
            <pc:sldMk cId="2723582536" sldId="282"/>
            <ac:spMk id="60" creationId="{8349EBCD-B717-43ED-98F4-16D83D5E1D9A}"/>
          </ac:spMkLst>
        </pc:spChg>
        <pc:spChg chg="mod">
          <ac:chgData name="Yash Jadhav" userId="535c3d6d-72b8-4f77-8155-55f939173cf2" providerId="ADAL" clId="{F33F88E0-3380-47C4-AFDE-F1AC050ADA82}" dt="2026-01-25T15:58:49.197" v="1749" actId="790"/>
          <ac:spMkLst>
            <pc:docMk/>
            <pc:sldMk cId="2723582536" sldId="282"/>
            <ac:spMk id="73" creationId="{B4A83F12-716D-4B4F-B9F7-CC18664F802D}"/>
          </ac:spMkLst>
        </pc:spChg>
        <pc:spChg chg="mod">
          <ac:chgData name="Yash Jadhav" userId="535c3d6d-72b8-4f77-8155-55f939173cf2" providerId="ADAL" clId="{F33F88E0-3380-47C4-AFDE-F1AC050ADA82}" dt="2026-01-25T15:58:49.199" v="1750" actId="790"/>
          <ac:spMkLst>
            <pc:docMk/>
            <pc:sldMk cId="2723582536" sldId="282"/>
            <ac:spMk id="74" creationId="{5CB6F200-D702-4764-A3B6-E6B14BCEB060}"/>
          </ac:spMkLst>
        </pc:spChg>
        <pc:spChg chg="mod">
          <ac:chgData name="Yash Jadhav" userId="535c3d6d-72b8-4f77-8155-55f939173cf2" providerId="ADAL" clId="{F33F88E0-3380-47C4-AFDE-F1AC050ADA82}" dt="2026-01-25T15:58:49.201" v="1751" actId="790"/>
          <ac:spMkLst>
            <pc:docMk/>
            <pc:sldMk cId="2723582536" sldId="282"/>
            <ac:spMk id="75" creationId="{91AEA395-B4B4-43CC-AC25-0807F4B29551}"/>
          </ac:spMkLst>
        </pc:spChg>
        <pc:spChg chg="mod">
          <ac:chgData name="Yash Jadhav" userId="535c3d6d-72b8-4f77-8155-55f939173cf2" providerId="ADAL" clId="{F33F88E0-3380-47C4-AFDE-F1AC050ADA82}" dt="2026-01-25T15:58:49.203" v="1752" actId="790"/>
          <ac:spMkLst>
            <pc:docMk/>
            <pc:sldMk cId="2723582536" sldId="282"/>
            <ac:spMk id="76" creationId="{7BA4BFB1-2FDD-4C4C-91D1-344AD7428EEA}"/>
          </ac:spMkLst>
        </pc:spChg>
        <pc:spChg chg="mod">
          <ac:chgData name="Yash Jadhav" userId="535c3d6d-72b8-4f77-8155-55f939173cf2" providerId="ADAL" clId="{F33F88E0-3380-47C4-AFDE-F1AC050ADA82}" dt="2026-01-25T15:58:49.204" v="1753" actId="790"/>
          <ac:spMkLst>
            <pc:docMk/>
            <pc:sldMk cId="2723582536" sldId="282"/>
            <ac:spMk id="77" creationId="{48B50BBD-09ED-4965-A881-9DF09A65C681}"/>
          </ac:spMkLst>
        </pc:spChg>
        <pc:spChg chg="mod">
          <ac:chgData name="Yash Jadhav" userId="535c3d6d-72b8-4f77-8155-55f939173cf2" providerId="ADAL" clId="{F33F88E0-3380-47C4-AFDE-F1AC050ADA82}" dt="2026-01-25T15:58:49.206" v="1754" actId="790"/>
          <ac:spMkLst>
            <pc:docMk/>
            <pc:sldMk cId="2723582536" sldId="282"/>
            <ac:spMk id="78" creationId="{B9980978-D3B4-49A8-ABF1-AF425C8D0130}"/>
          </ac:spMkLst>
        </pc:spChg>
        <pc:spChg chg="mod">
          <ac:chgData name="Yash Jadhav" userId="535c3d6d-72b8-4f77-8155-55f939173cf2" providerId="ADAL" clId="{F33F88E0-3380-47C4-AFDE-F1AC050ADA82}" dt="2026-01-25T15:58:49.210" v="1755" actId="790"/>
          <ac:spMkLst>
            <pc:docMk/>
            <pc:sldMk cId="2723582536" sldId="282"/>
            <ac:spMk id="79" creationId="{00B997C4-6C93-4A9E-86F7-B9D9BDFDEB3A}"/>
          </ac:spMkLst>
        </pc:spChg>
        <pc:spChg chg="mod">
          <ac:chgData name="Yash Jadhav" userId="535c3d6d-72b8-4f77-8155-55f939173cf2" providerId="ADAL" clId="{F33F88E0-3380-47C4-AFDE-F1AC050ADA82}" dt="2026-01-25T15:58:49.211" v="1756" actId="790"/>
          <ac:spMkLst>
            <pc:docMk/>
            <pc:sldMk cId="2723582536" sldId="282"/>
            <ac:spMk id="80" creationId="{C287BBC6-439E-4FF4-9DAD-F05FE4F1653D}"/>
          </ac:spMkLst>
        </pc:spChg>
        <pc:spChg chg="mod">
          <ac:chgData name="Yash Jadhav" userId="535c3d6d-72b8-4f77-8155-55f939173cf2" providerId="ADAL" clId="{F33F88E0-3380-47C4-AFDE-F1AC050ADA82}" dt="2026-01-25T15:58:49.213" v="1757" actId="790"/>
          <ac:spMkLst>
            <pc:docMk/>
            <pc:sldMk cId="2723582536" sldId="282"/>
            <ac:spMk id="81" creationId="{B3579486-A319-434A-A5BF-11B4087D0494}"/>
          </ac:spMkLst>
        </pc:spChg>
        <pc:spChg chg="mod">
          <ac:chgData name="Yash Jadhav" userId="535c3d6d-72b8-4f77-8155-55f939173cf2" providerId="ADAL" clId="{F33F88E0-3380-47C4-AFDE-F1AC050ADA82}" dt="2026-01-25T15:58:49.215" v="1758" actId="790"/>
          <ac:spMkLst>
            <pc:docMk/>
            <pc:sldMk cId="2723582536" sldId="282"/>
            <ac:spMk id="82" creationId="{580F87EC-3EC6-4455-863F-8B55E57470CA}"/>
          </ac:spMkLst>
        </pc:spChg>
        <pc:spChg chg="mod">
          <ac:chgData name="Yash Jadhav" userId="535c3d6d-72b8-4f77-8155-55f939173cf2" providerId="ADAL" clId="{F33F88E0-3380-47C4-AFDE-F1AC050ADA82}" dt="2026-01-25T15:58:49.216" v="1759" actId="790"/>
          <ac:spMkLst>
            <pc:docMk/>
            <pc:sldMk cId="2723582536" sldId="282"/>
            <ac:spMk id="83" creationId="{E67DCD41-41E2-495D-BBEF-ACF70A0AECBC}"/>
          </ac:spMkLst>
        </pc:spChg>
        <pc:spChg chg="mod">
          <ac:chgData name="Yash Jadhav" userId="535c3d6d-72b8-4f77-8155-55f939173cf2" providerId="ADAL" clId="{F33F88E0-3380-47C4-AFDE-F1AC050ADA82}" dt="2026-01-25T15:58:49.218" v="1760" actId="790"/>
          <ac:spMkLst>
            <pc:docMk/>
            <pc:sldMk cId="2723582536" sldId="282"/>
            <ac:spMk id="84" creationId="{142657A6-9B55-4D5E-B521-5DC69D66905C}"/>
          </ac:spMkLst>
        </pc:spChg>
        <pc:spChg chg="mod">
          <ac:chgData name="Yash Jadhav" userId="535c3d6d-72b8-4f77-8155-55f939173cf2" providerId="ADAL" clId="{F33F88E0-3380-47C4-AFDE-F1AC050ADA82}" dt="2026-01-25T15:58:49.220" v="1761" actId="790"/>
          <ac:spMkLst>
            <pc:docMk/>
            <pc:sldMk cId="2723582536" sldId="282"/>
            <ac:spMk id="85" creationId="{37058961-31E8-4F74-BF2B-B060C21EB523}"/>
          </ac:spMkLst>
        </pc:spChg>
        <pc:spChg chg="mod">
          <ac:chgData name="Yash Jadhav" userId="535c3d6d-72b8-4f77-8155-55f939173cf2" providerId="ADAL" clId="{F33F88E0-3380-47C4-AFDE-F1AC050ADA82}" dt="2026-01-25T15:58:49.222" v="1762" actId="790"/>
          <ac:spMkLst>
            <pc:docMk/>
            <pc:sldMk cId="2723582536" sldId="282"/>
            <ac:spMk id="86" creationId="{19332C45-6313-499F-8CA7-AB37FB384369}"/>
          </ac:spMkLst>
        </pc:spChg>
        <pc:spChg chg="mod">
          <ac:chgData name="Yash Jadhav" userId="535c3d6d-72b8-4f77-8155-55f939173cf2" providerId="ADAL" clId="{F33F88E0-3380-47C4-AFDE-F1AC050ADA82}" dt="2026-01-25T15:58:49.225" v="1763" actId="790"/>
          <ac:spMkLst>
            <pc:docMk/>
            <pc:sldMk cId="2723582536" sldId="282"/>
            <ac:spMk id="87" creationId="{CD091A83-D7CB-4DE3-B2E8-561C021D7E71}"/>
          </ac:spMkLst>
        </pc:spChg>
        <pc:spChg chg="mod">
          <ac:chgData name="Yash Jadhav" userId="535c3d6d-72b8-4f77-8155-55f939173cf2" providerId="ADAL" clId="{F33F88E0-3380-47C4-AFDE-F1AC050ADA82}" dt="2026-01-25T15:58:49.227" v="1764" actId="790"/>
          <ac:spMkLst>
            <pc:docMk/>
            <pc:sldMk cId="2723582536" sldId="282"/>
            <ac:spMk id="88" creationId="{BEB636B1-8314-46F8-8BDB-EBEE851A71AD}"/>
          </ac:spMkLst>
        </pc:spChg>
        <pc:spChg chg="mod">
          <ac:chgData name="Yash Jadhav" userId="535c3d6d-72b8-4f77-8155-55f939173cf2" providerId="ADAL" clId="{F33F88E0-3380-47C4-AFDE-F1AC050ADA82}" dt="2026-01-25T15:58:49.230" v="1765" actId="790"/>
          <ac:spMkLst>
            <pc:docMk/>
            <pc:sldMk cId="2723582536" sldId="282"/>
            <ac:spMk id="89" creationId="{627E98DE-69BB-46E7-A43F-85CCF6DFE044}"/>
          </ac:spMkLst>
        </pc:spChg>
        <pc:spChg chg="mod">
          <ac:chgData name="Yash Jadhav" userId="535c3d6d-72b8-4f77-8155-55f939173cf2" providerId="ADAL" clId="{F33F88E0-3380-47C4-AFDE-F1AC050ADA82}" dt="2026-01-25T15:58:49.236" v="1766" actId="790"/>
          <ac:spMkLst>
            <pc:docMk/>
            <pc:sldMk cId="2723582536" sldId="282"/>
            <ac:spMk id="90" creationId="{71B7A8E8-1A4F-4E5C-BFE0-30ABE955F31A}"/>
          </ac:spMkLst>
        </pc:spChg>
        <pc:spChg chg="mod">
          <ac:chgData name="Yash Jadhav" userId="535c3d6d-72b8-4f77-8155-55f939173cf2" providerId="ADAL" clId="{F33F88E0-3380-47C4-AFDE-F1AC050ADA82}" dt="2026-01-25T15:58:49.237" v="1767" actId="790"/>
          <ac:spMkLst>
            <pc:docMk/>
            <pc:sldMk cId="2723582536" sldId="282"/>
            <ac:spMk id="91" creationId="{DC35724A-CD7F-458B-BAEB-A08B5C2D5402}"/>
          </ac:spMkLst>
        </pc:spChg>
        <pc:spChg chg="mod">
          <ac:chgData name="Yash Jadhav" userId="535c3d6d-72b8-4f77-8155-55f939173cf2" providerId="ADAL" clId="{F33F88E0-3380-47C4-AFDE-F1AC050ADA82}" dt="2026-01-25T15:58:49.239" v="1768" actId="790"/>
          <ac:spMkLst>
            <pc:docMk/>
            <pc:sldMk cId="2723582536" sldId="282"/>
            <ac:spMk id="92" creationId="{8C0ABC27-1D65-478F-909E-1558A647682C}"/>
          </ac:spMkLst>
        </pc:spChg>
        <pc:spChg chg="mod">
          <ac:chgData name="Yash Jadhav" userId="535c3d6d-72b8-4f77-8155-55f939173cf2" providerId="ADAL" clId="{F33F88E0-3380-47C4-AFDE-F1AC050ADA82}" dt="2026-01-25T15:58:49.240" v="1769" actId="790"/>
          <ac:spMkLst>
            <pc:docMk/>
            <pc:sldMk cId="2723582536" sldId="282"/>
            <ac:spMk id="93" creationId="{98A0D8CD-6B9B-4C27-A22F-32D1038BD2F7}"/>
          </ac:spMkLst>
        </pc:spChg>
        <pc:spChg chg="mod">
          <ac:chgData name="Yash Jadhav" userId="535c3d6d-72b8-4f77-8155-55f939173cf2" providerId="ADAL" clId="{F33F88E0-3380-47C4-AFDE-F1AC050ADA82}" dt="2026-01-25T15:58:49.242" v="1770" actId="790"/>
          <ac:spMkLst>
            <pc:docMk/>
            <pc:sldMk cId="2723582536" sldId="282"/>
            <ac:spMk id="94" creationId="{1E5586DD-6AFE-4E56-BE5E-C4484843059C}"/>
          </ac:spMkLst>
        </pc:spChg>
        <pc:spChg chg="mod">
          <ac:chgData name="Yash Jadhav" userId="535c3d6d-72b8-4f77-8155-55f939173cf2" providerId="ADAL" clId="{F33F88E0-3380-47C4-AFDE-F1AC050ADA82}" dt="2026-01-25T15:58:49.243" v="1771" actId="790"/>
          <ac:spMkLst>
            <pc:docMk/>
            <pc:sldMk cId="2723582536" sldId="282"/>
            <ac:spMk id="95" creationId="{E2A2FB27-A59C-4FFA-8F95-461220AAD5F1}"/>
          </ac:spMkLst>
        </pc:spChg>
        <pc:spChg chg="mod">
          <ac:chgData name="Yash Jadhav" userId="535c3d6d-72b8-4f77-8155-55f939173cf2" providerId="ADAL" clId="{F33F88E0-3380-47C4-AFDE-F1AC050ADA82}" dt="2026-01-25T15:58:49.245" v="1772" actId="790"/>
          <ac:spMkLst>
            <pc:docMk/>
            <pc:sldMk cId="2723582536" sldId="282"/>
            <ac:spMk id="96" creationId="{5A4102B8-A3C0-40DA-A3CE-F94F056A1D72}"/>
          </ac:spMkLst>
        </pc:spChg>
        <pc:spChg chg="mod">
          <ac:chgData name="Yash Jadhav" userId="535c3d6d-72b8-4f77-8155-55f939173cf2" providerId="ADAL" clId="{F33F88E0-3380-47C4-AFDE-F1AC050ADA82}" dt="2026-01-25T15:58:49.247" v="1773" actId="790"/>
          <ac:spMkLst>
            <pc:docMk/>
            <pc:sldMk cId="2723582536" sldId="282"/>
            <ac:spMk id="97" creationId="{488F7C73-F9A7-4683-A601-C6FB926FDD6A}"/>
          </ac:spMkLst>
        </pc:spChg>
        <pc:spChg chg="mod">
          <ac:chgData name="Yash Jadhav" userId="535c3d6d-72b8-4f77-8155-55f939173cf2" providerId="ADAL" clId="{F33F88E0-3380-47C4-AFDE-F1AC050ADA82}" dt="2026-01-25T15:58:49.249" v="1774" actId="790"/>
          <ac:spMkLst>
            <pc:docMk/>
            <pc:sldMk cId="2723582536" sldId="282"/>
            <ac:spMk id="98" creationId="{C69E28F7-5234-4C1C-A75C-BFD493BD0B3B}"/>
          </ac:spMkLst>
        </pc:spChg>
        <pc:spChg chg="mod">
          <ac:chgData name="Yash Jadhav" userId="535c3d6d-72b8-4f77-8155-55f939173cf2" providerId="ADAL" clId="{F33F88E0-3380-47C4-AFDE-F1AC050ADA82}" dt="2026-01-25T15:58:49.252" v="1775" actId="790"/>
          <ac:spMkLst>
            <pc:docMk/>
            <pc:sldMk cId="2723582536" sldId="282"/>
            <ac:spMk id="99" creationId="{8880BE53-CA76-41CC-A814-7B67B074C1D7}"/>
          </ac:spMkLst>
        </pc:spChg>
        <pc:spChg chg="mod">
          <ac:chgData name="Yash Jadhav" userId="535c3d6d-72b8-4f77-8155-55f939173cf2" providerId="ADAL" clId="{F33F88E0-3380-47C4-AFDE-F1AC050ADA82}" dt="2026-01-25T15:58:49.253" v="1776" actId="790"/>
          <ac:spMkLst>
            <pc:docMk/>
            <pc:sldMk cId="2723582536" sldId="282"/>
            <ac:spMk id="100" creationId="{908055FD-84C7-4514-961D-67D34A0BEF58}"/>
          </ac:spMkLst>
        </pc:spChg>
        <pc:spChg chg="mod">
          <ac:chgData name="Yash Jadhav" userId="535c3d6d-72b8-4f77-8155-55f939173cf2" providerId="ADAL" clId="{F33F88E0-3380-47C4-AFDE-F1AC050ADA82}" dt="2026-01-25T15:58:49.255" v="1777" actId="790"/>
          <ac:spMkLst>
            <pc:docMk/>
            <pc:sldMk cId="2723582536" sldId="282"/>
            <ac:spMk id="101" creationId="{3AB87356-8522-47AC-BE5C-067F1A8D5DBF}"/>
          </ac:spMkLst>
        </pc:spChg>
        <pc:spChg chg="mod">
          <ac:chgData name="Yash Jadhav" userId="535c3d6d-72b8-4f77-8155-55f939173cf2" providerId="ADAL" clId="{F33F88E0-3380-47C4-AFDE-F1AC050ADA82}" dt="2026-01-25T15:58:49.292" v="1778" actId="790"/>
          <ac:spMkLst>
            <pc:docMk/>
            <pc:sldMk cId="2723582536" sldId="282"/>
            <ac:spMk id="104" creationId="{23552CB7-0AFA-FFF2-207A-2F32E8B335C7}"/>
          </ac:spMkLst>
        </pc:spChg>
        <pc:spChg chg="mod">
          <ac:chgData name="Yash Jadhav" userId="535c3d6d-72b8-4f77-8155-55f939173cf2" providerId="ADAL" clId="{F33F88E0-3380-47C4-AFDE-F1AC050ADA82}" dt="2026-01-25T15:58:49.294" v="1779" actId="790"/>
          <ac:spMkLst>
            <pc:docMk/>
            <pc:sldMk cId="2723582536" sldId="282"/>
            <ac:spMk id="105" creationId="{FF20E486-9406-E68C-3217-A700110A2C03}"/>
          </ac:spMkLst>
        </pc:spChg>
        <pc:spChg chg="mod">
          <ac:chgData name="Yash Jadhav" userId="535c3d6d-72b8-4f77-8155-55f939173cf2" providerId="ADAL" clId="{F33F88E0-3380-47C4-AFDE-F1AC050ADA82}" dt="2026-01-25T15:58:49.296" v="1780" actId="790"/>
          <ac:spMkLst>
            <pc:docMk/>
            <pc:sldMk cId="2723582536" sldId="282"/>
            <ac:spMk id="106" creationId="{0544855E-0AA4-41D8-3D87-18A8052D3241}"/>
          </ac:spMkLst>
        </pc:spChg>
        <pc:spChg chg="mod">
          <ac:chgData name="Yash Jadhav" userId="535c3d6d-72b8-4f77-8155-55f939173cf2" providerId="ADAL" clId="{F33F88E0-3380-47C4-AFDE-F1AC050ADA82}" dt="2026-01-25T15:58:49.297" v="1781" actId="790"/>
          <ac:spMkLst>
            <pc:docMk/>
            <pc:sldMk cId="2723582536" sldId="282"/>
            <ac:spMk id="108" creationId="{DC0C12D3-201D-76DD-8D9B-C1236FE70A2B}"/>
          </ac:spMkLst>
        </pc:spChg>
        <pc:spChg chg="mod">
          <ac:chgData name="Yash Jadhav" userId="535c3d6d-72b8-4f77-8155-55f939173cf2" providerId="ADAL" clId="{F33F88E0-3380-47C4-AFDE-F1AC050ADA82}" dt="2026-01-25T15:58:49.299" v="1782" actId="790"/>
          <ac:spMkLst>
            <pc:docMk/>
            <pc:sldMk cId="2723582536" sldId="282"/>
            <ac:spMk id="109" creationId="{D1DA2EA5-9F9C-2DE1-E49D-E2F7C4AAC0A8}"/>
          </ac:spMkLst>
        </pc:spChg>
        <pc:spChg chg="mod">
          <ac:chgData name="Yash Jadhav" userId="535c3d6d-72b8-4f77-8155-55f939173cf2" providerId="ADAL" clId="{F33F88E0-3380-47C4-AFDE-F1AC050ADA82}" dt="2026-01-25T15:58:49.300" v="1783" actId="790"/>
          <ac:spMkLst>
            <pc:docMk/>
            <pc:sldMk cId="2723582536" sldId="282"/>
            <ac:spMk id="110" creationId="{3846D1AE-46F0-57A9-1126-F98DD679E1B4}"/>
          </ac:spMkLst>
        </pc:spChg>
        <pc:spChg chg="mod">
          <ac:chgData name="Yash Jadhav" userId="535c3d6d-72b8-4f77-8155-55f939173cf2" providerId="ADAL" clId="{F33F88E0-3380-47C4-AFDE-F1AC050ADA82}" dt="2026-01-25T15:58:49.302" v="1784" actId="790"/>
          <ac:spMkLst>
            <pc:docMk/>
            <pc:sldMk cId="2723582536" sldId="282"/>
            <ac:spMk id="111" creationId="{3A9098D8-FD45-8EE2-B56B-274B44F1480B}"/>
          </ac:spMkLst>
        </pc:spChg>
        <pc:spChg chg="mod">
          <ac:chgData name="Yash Jadhav" userId="535c3d6d-72b8-4f77-8155-55f939173cf2" providerId="ADAL" clId="{F33F88E0-3380-47C4-AFDE-F1AC050ADA82}" dt="2026-01-25T15:58:49.314" v="1785"/>
          <ac:spMkLst>
            <pc:docMk/>
            <pc:sldMk cId="2723582536" sldId="282"/>
            <ac:spMk id="113" creationId="{610147E1-DF0B-700E-2EF6-B33DBC7FC974}"/>
          </ac:spMkLst>
        </pc:spChg>
        <pc:spChg chg="mod">
          <ac:chgData name="Yash Jadhav" userId="535c3d6d-72b8-4f77-8155-55f939173cf2" providerId="ADAL" clId="{F33F88E0-3380-47C4-AFDE-F1AC050ADA82}" dt="2026-01-25T15:58:49.316" v="1786"/>
          <ac:spMkLst>
            <pc:docMk/>
            <pc:sldMk cId="2723582536" sldId="282"/>
            <ac:spMk id="114" creationId="{5F0A6A9C-75C1-C8B6-9A0A-72D563BA422C}"/>
          </ac:spMkLst>
        </pc:spChg>
        <pc:spChg chg="mod">
          <ac:chgData name="Yash Jadhav" userId="535c3d6d-72b8-4f77-8155-55f939173cf2" providerId="ADAL" clId="{F33F88E0-3380-47C4-AFDE-F1AC050ADA82}" dt="2026-01-25T15:58:49.317" v="1787"/>
          <ac:spMkLst>
            <pc:docMk/>
            <pc:sldMk cId="2723582536" sldId="282"/>
            <ac:spMk id="115" creationId="{B2284C49-487A-4C53-862F-5CFD4B7350E5}"/>
          </ac:spMkLst>
        </pc:spChg>
        <pc:spChg chg="mod">
          <ac:chgData name="Yash Jadhav" userId="535c3d6d-72b8-4f77-8155-55f939173cf2" providerId="ADAL" clId="{F33F88E0-3380-47C4-AFDE-F1AC050ADA82}" dt="2026-01-25T15:58:49.318" v="1788"/>
          <ac:spMkLst>
            <pc:docMk/>
            <pc:sldMk cId="2723582536" sldId="282"/>
            <ac:spMk id="116" creationId="{86B318B0-4A8D-CE48-76D0-EE4D4AD85715}"/>
          </ac:spMkLst>
        </pc:spChg>
        <pc:spChg chg="mod">
          <ac:chgData name="Yash Jadhav" userId="535c3d6d-72b8-4f77-8155-55f939173cf2" providerId="ADAL" clId="{F33F88E0-3380-47C4-AFDE-F1AC050ADA82}" dt="2026-01-25T15:58:49.319" v="1789"/>
          <ac:spMkLst>
            <pc:docMk/>
            <pc:sldMk cId="2723582536" sldId="282"/>
            <ac:spMk id="117" creationId="{854131F3-DEBA-79D9-98A9-AAC688F49B2A}"/>
          </ac:spMkLst>
        </pc:spChg>
        <pc:spChg chg="mod">
          <ac:chgData name="Yash Jadhav" userId="535c3d6d-72b8-4f77-8155-55f939173cf2" providerId="ADAL" clId="{F33F88E0-3380-47C4-AFDE-F1AC050ADA82}" dt="2026-01-25T15:58:49.320" v="1790"/>
          <ac:spMkLst>
            <pc:docMk/>
            <pc:sldMk cId="2723582536" sldId="282"/>
            <ac:spMk id="118" creationId="{0B7007DD-CCAC-8CD0-3809-53000B2B26F2}"/>
          </ac:spMkLst>
        </pc:spChg>
        <pc:spChg chg="mod">
          <ac:chgData name="Yash Jadhav" userId="535c3d6d-72b8-4f77-8155-55f939173cf2" providerId="ADAL" clId="{F33F88E0-3380-47C4-AFDE-F1AC050ADA82}" dt="2026-01-25T15:58:49.321" v="1791"/>
          <ac:spMkLst>
            <pc:docMk/>
            <pc:sldMk cId="2723582536" sldId="282"/>
            <ac:spMk id="119" creationId="{D7411F88-6CD0-95C0-81FC-9BC0D51EA97F}"/>
          </ac:spMkLst>
        </pc:spChg>
        <pc:spChg chg="mod">
          <ac:chgData name="Yash Jadhav" userId="535c3d6d-72b8-4f77-8155-55f939173cf2" providerId="ADAL" clId="{F33F88E0-3380-47C4-AFDE-F1AC050ADA82}" dt="2026-01-25T15:58:49.322" v="1792"/>
          <ac:spMkLst>
            <pc:docMk/>
            <pc:sldMk cId="2723582536" sldId="282"/>
            <ac:spMk id="120" creationId="{97C6460D-B7D7-25F7-DD81-F4D629A4FC6A}"/>
          </ac:spMkLst>
        </pc:spChg>
        <pc:spChg chg="mod">
          <ac:chgData name="Yash Jadhav" userId="535c3d6d-72b8-4f77-8155-55f939173cf2" providerId="ADAL" clId="{F33F88E0-3380-47C4-AFDE-F1AC050ADA82}" dt="2026-01-25T15:58:49.323" v="1793"/>
          <ac:spMkLst>
            <pc:docMk/>
            <pc:sldMk cId="2723582536" sldId="282"/>
            <ac:spMk id="121" creationId="{EE941B55-D4E8-9D3E-A870-A43C94B04254}"/>
          </ac:spMkLst>
        </pc:spChg>
        <pc:spChg chg="mod">
          <ac:chgData name="Yash Jadhav" userId="535c3d6d-72b8-4f77-8155-55f939173cf2" providerId="ADAL" clId="{F33F88E0-3380-47C4-AFDE-F1AC050ADA82}" dt="2026-01-25T15:58:49.324" v="1794"/>
          <ac:spMkLst>
            <pc:docMk/>
            <pc:sldMk cId="2723582536" sldId="282"/>
            <ac:spMk id="122" creationId="{E3AFB1FC-0C55-F4AE-E37B-509D1AFCB175}"/>
          </ac:spMkLst>
        </pc:spChg>
        <pc:spChg chg="mod">
          <ac:chgData name="Yash Jadhav" userId="535c3d6d-72b8-4f77-8155-55f939173cf2" providerId="ADAL" clId="{F33F88E0-3380-47C4-AFDE-F1AC050ADA82}" dt="2026-01-25T15:58:49.325" v="1795"/>
          <ac:spMkLst>
            <pc:docMk/>
            <pc:sldMk cId="2723582536" sldId="282"/>
            <ac:spMk id="123" creationId="{30ECD723-F4E8-8956-7071-D29F35493163}"/>
          </ac:spMkLst>
        </pc:spChg>
        <pc:spChg chg="mod">
          <ac:chgData name="Yash Jadhav" userId="535c3d6d-72b8-4f77-8155-55f939173cf2" providerId="ADAL" clId="{F33F88E0-3380-47C4-AFDE-F1AC050ADA82}" dt="2026-01-25T15:58:49.326" v="1796"/>
          <ac:spMkLst>
            <pc:docMk/>
            <pc:sldMk cId="2723582536" sldId="282"/>
            <ac:spMk id="124" creationId="{4AA762D6-0797-F252-D268-D70D0A73E393}"/>
          </ac:spMkLst>
        </pc:spChg>
        <pc:spChg chg="mod">
          <ac:chgData name="Yash Jadhav" userId="535c3d6d-72b8-4f77-8155-55f939173cf2" providerId="ADAL" clId="{F33F88E0-3380-47C4-AFDE-F1AC050ADA82}" dt="2026-01-25T15:58:49.326" v="1797"/>
          <ac:spMkLst>
            <pc:docMk/>
            <pc:sldMk cId="2723582536" sldId="282"/>
            <ac:spMk id="125" creationId="{D29B1DDD-788E-9770-6409-654DC66FB85C}"/>
          </ac:spMkLst>
        </pc:spChg>
        <pc:spChg chg="mod">
          <ac:chgData name="Yash Jadhav" userId="535c3d6d-72b8-4f77-8155-55f939173cf2" providerId="ADAL" clId="{F33F88E0-3380-47C4-AFDE-F1AC050ADA82}" dt="2026-01-25T15:58:49.328" v="1798"/>
          <ac:spMkLst>
            <pc:docMk/>
            <pc:sldMk cId="2723582536" sldId="282"/>
            <ac:spMk id="126" creationId="{C0221443-DF3A-15E3-2872-4B69357489DB}"/>
          </ac:spMkLst>
        </pc:spChg>
        <pc:spChg chg="mod">
          <ac:chgData name="Yash Jadhav" userId="535c3d6d-72b8-4f77-8155-55f939173cf2" providerId="ADAL" clId="{F33F88E0-3380-47C4-AFDE-F1AC050ADA82}" dt="2026-01-25T15:58:49.329" v="1799"/>
          <ac:spMkLst>
            <pc:docMk/>
            <pc:sldMk cId="2723582536" sldId="282"/>
            <ac:spMk id="127" creationId="{35A584D7-2A9A-4A6B-4648-C99221B56C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9167023" sldId="283"/>
        </pc:sldMkLst>
        <pc:spChg chg="mod ord">
          <ac:chgData name="Yash Jadhav" userId="535c3d6d-72b8-4f77-8155-55f939173cf2" providerId="ADAL" clId="{F33F88E0-3380-47C4-AFDE-F1AC050ADA82}" dt="2026-01-25T16:06:14.662" v="8413" actId="6264"/>
          <ac:spMkLst>
            <pc:docMk/>
            <pc:sldMk cId="1449167023" sldId="283"/>
            <ac:spMk id="2" creationId="{0ABDFFC7-EB92-3AA0-94B9-CF09E77D696E}"/>
          </ac:spMkLst>
        </pc:spChg>
        <pc:spChg chg="mod">
          <ac:chgData name="Yash Jadhav" userId="535c3d6d-72b8-4f77-8155-55f939173cf2" providerId="ADAL" clId="{F33F88E0-3380-47C4-AFDE-F1AC050ADA82}" dt="2026-01-25T15:58:53.642" v="1805" actId="790"/>
          <ac:spMkLst>
            <pc:docMk/>
            <pc:sldMk cId="1449167023" sldId="283"/>
            <ac:spMk id="3" creationId="{98539A00-2DD4-619B-B9CC-AF330F1677F5}"/>
          </ac:spMkLst>
        </pc:spChg>
        <pc:spChg chg="mod">
          <ac:chgData name="Yash Jadhav" userId="535c3d6d-72b8-4f77-8155-55f939173cf2" providerId="ADAL" clId="{F33F88E0-3380-47C4-AFDE-F1AC050ADA82}" dt="2026-01-25T15:58:53.644" v="1806" actId="790"/>
          <ac:spMkLst>
            <pc:docMk/>
            <pc:sldMk cId="1449167023" sldId="283"/>
            <ac:spMk id="5" creationId="{BF954DBB-BAF4-5B17-5254-DB4766C305E6}"/>
          </ac:spMkLst>
        </pc:spChg>
        <pc:spChg chg="mod">
          <ac:chgData name="Yash Jadhav" userId="535c3d6d-72b8-4f77-8155-55f939173cf2" providerId="ADAL" clId="{F33F88E0-3380-47C4-AFDE-F1AC050ADA82}" dt="2026-01-25T15:58:53.652" v="1807" actId="790"/>
          <ac:spMkLst>
            <pc:docMk/>
            <pc:sldMk cId="1449167023" sldId="283"/>
            <ac:spMk id="6" creationId="{9B8AD105-3411-9417-BA32-0CF30DC55019}"/>
          </ac:spMkLst>
        </pc:spChg>
        <pc:spChg chg="mod">
          <ac:chgData name="Yash Jadhav" userId="535c3d6d-72b8-4f77-8155-55f939173cf2" providerId="ADAL" clId="{F33F88E0-3380-47C4-AFDE-F1AC050ADA82}" dt="2026-01-25T15:58:53.654" v="1808" actId="790"/>
          <ac:spMkLst>
            <pc:docMk/>
            <pc:sldMk cId="1449167023" sldId="283"/>
            <ac:spMk id="7" creationId="{5176858C-440C-7C7A-B16B-645173101304}"/>
          </ac:spMkLst>
        </pc:spChg>
        <pc:spChg chg="mod">
          <ac:chgData name="Yash Jadhav" userId="535c3d6d-72b8-4f77-8155-55f939173cf2" providerId="ADAL" clId="{F33F88E0-3380-47C4-AFDE-F1AC050ADA82}" dt="2026-01-25T15:58:53.656" v="1809" actId="790"/>
          <ac:spMkLst>
            <pc:docMk/>
            <pc:sldMk cId="1449167023" sldId="283"/>
            <ac:spMk id="8" creationId="{18B35014-780E-7CBF-3070-EC03EC8D5C73}"/>
          </ac:spMkLst>
        </pc:spChg>
        <pc:spChg chg="mod">
          <ac:chgData name="Yash Jadhav" userId="535c3d6d-72b8-4f77-8155-55f939173cf2" providerId="ADAL" clId="{F33F88E0-3380-47C4-AFDE-F1AC050ADA82}" dt="2026-01-25T15:58:53.660" v="1810" actId="790"/>
          <ac:spMkLst>
            <pc:docMk/>
            <pc:sldMk cId="1449167023" sldId="283"/>
            <ac:spMk id="9" creationId="{A97B5436-EBC3-6F87-F0C1-923222816FF1}"/>
          </ac:spMkLst>
        </pc:spChg>
        <pc:spChg chg="mod">
          <ac:chgData name="Yash Jadhav" userId="535c3d6d-72b8-4f77-8155-55f939173cf2" providerId="ADAL" clId="{F33F88E0-3380-47C4-AFDE-F1AC050ADA82}" dt="2026-01-25T15:58:53.662" v="1811" actId="790"/>
          <ac:spMkLst>
            <pc:docMk/>
            <pc:sldMk cId="1449167023" sldId="283"/>
            <ac:spMk id="10" creationId="{D4980F51-F795-C1BC-C5CF-31E3930C2046}"/>
          </ac:spMkLst>
        </pc:spChg>
        <pc:spChg chg="mod">
          <ac:chgData name="Yash Jadhav" userId="535c3d6d-72b8-4f77-8155-55f939173cf2" providerId="ADAL" clId="{F33F88E0-3380-47C4-AFDE-F1AC050ADA82}" dt="2026-01-25T15:58:53.664" v="1812" actId="790"/>
          <ac:spMkLst>
            <pc:docMk/>
            <pc:sldMk cId="1449167023" sldId="283"/>
            <ac:spMk id="11" creationId="{DB1B5E01-261E-DA4C-1C10-834C8566F1E3}"/>
          </ac:spMkLst>
        </pc:spChg>
        <pc:spChg chg="mod">
          <ac:chgData name="Yash Jadhav" userId="535c3d6d-72b8-4f77-8155-55f939173cf2" providerId="ADAL" clId="{F33F88E0-3380-47C4-AFDE-F1AC050ADA82}" dt="2026-01-25T15:58:53.666" v="1813" actId="790"/>
          <ac:spMkLst>
            <pc:docMk/>
            <pc:sldMk cId="1449167023" sldId="283"/>
            <ac:spMk id="12" creationId="{9FF766D3-3367-347D-1CC3-39ACC5ABDA9C}"/>
          </ac:spMkLst>
        </pc:spChg>
        <pc:spChg chg="mod">
          <ac:chgData name="Yash Jadhav" userId="535c3d6d-72b8-4f77-8155-55f939173cf2" providerId="ADAL" clId="{F33F88E0-3380-47C4-AFDE-F1AC050ADA82}" dt="2026-01-25T15:58:53.667" v="1814" actId="790"/>
          <ac:spMkLst>
            <pc:docMk/>
            <pc:sldMk cId="1449167023" sldId="283"/>
            <ac:spMk id="13" creationId="{896C30DD-E24C-6FF2-DB4F-AF8C3F3737F5}"/>
          </ac:spMkLst>
        </pc:spChg>
        <pc:spChg chg="mod">
          <ac:chgData name="Yash Jadhav" userId="535c3d6d-72b8-4f77-8155-55f939173cf2" providerId="ADAL" clId="{F33F88E0-3380-47C4-AFDE-F1AC050ADA82}" dt="2026-01-25T15:58:53.669" v="1815" actId="790"/>
          <ac:spMkLst>
            <pc:docMk/>
            <pc:sldMk cId="1449167023" sldId="283"/>
            <ac:spMk id="14" creationId="{64F84488-3FB7-E609-DCF0-66AA3DAE7865}"/>
          </ac:spMkLst>
        </pc:spChg>
        <pc:spChg chg="mod">
          <ac:chgData name="Yash Jadhav" userId="535c3d6d-72b8-4f77-8155-55f939173cf2" providerId="ADAL" clId="{F33F88E0-3380-47C4-AFDE-F1AC050ADA82}" dt="2026-01-25T15:58:53.670" v="1816" actId="790"/>
          <ac:spMkLst>
            <pc:docMk/>
            <pc:sldMk cId="1449167023" sldId="283"/>
            <ac:spMk id="15" creationId="{F942AAEE-ADB0-28A1-D31B-95DB6D63BEEC}"/>
          </ac:spMkLst>
        </pc:spChg>
        <pc:spChg chg="mod">
          <ac:chgData name="Yash Jadhav" userId="535c3d6d-72b8-4f77-8155-55f939173cf2" providerId="ADAL" clId="{F33F88E0-3380-47C4-AFDE-F1AC050ADA82}" dt="2026-01-25T15:58:53.671" v="1817" actId="790"/>
          <ac:spMkLst>
            <pc:docMk/>
            <pc:sldMk cId="1449167023" sldId="283"/>
            <ac:spMk id="16" creationId="{77DA97A0-A72D-0906-BD00-E26781220384}"/>
          </ac:spMkLst>
        </pc:spChg>
        <pc:spChg chg="mod">
          <ac:chgData name="Yash Jadhav" userId="535c3d6d-72b8-4f77-8155-55f939173cf2" providerId="ADAL" clId="{F33F88E0-3380-47C4-AFDE-F1AC050ADA82}" dt="2026-01-25T15:58:53.676" v="1818" actId="790"/>
          <ac:spMkLst>
            <pc:docMk/>
            <pc:sldMk cId="1449167023" sldId="283"/>
            <ac:spMk id="17" creationId="{DFC10C30-068A-92FF-D4B3-068BEE09BEC1}"/>
          </ac:spMkLst>
        </pc:spChg>
        <pc:spChg chg="mod">
          <ac:chgData name="Yash Jadhav" userId="535c3d6d-72b8-4f77-8155-55f939173cf2" providerId="ADAL" clId="{F33F88E0-3380-47C4-AFDE-F1AC050ADA82}" dt="2026-01-25T15:58:53.677" v="1819" actId="790"/>
          <ac:spMkLst>
            <pc:docMk/>
            <pc:sldMk cId="1449167023" sldId="283"/>
            <ac:spMk id="18" creationId="{43791BA9-2972-22F2-FD61-7E512E65DF7F}"/>
          </ac:spMkLst>
        </pc:spChg>
        <pc:spChg chg="mod">
          <ac:chgData name="Yash Jadhav" userId="535c3d6d-72b8-4f77-8155-55f939173cf2" providerId="ADAL" clId="{F33F88E0-3380-47C4-AFDE-F1AC050ADA82}" dt="2026-01-25T15:58:53.684" v="1823" actId="790"/>
          <ac:spMkLst>
            <pc:docMk/>
            <pc:sldMk cId="1449167023" sldId="283"/>
            <ac:spMk id="20" creationId="{604B5884-2B4B-0F00-CA60-FD1F5691C770}"/>
          </ac:spMkLst>
        </pc:spChg>
        <pc:spChg chg="mod">
          <ac:chgData name="Yash Jadhav" userId="535c3d6d-72b8-4f77-8155-55f939173cf2" providerId="ADAL" clId="{F33F88E0-3380-47C4-AFDE-F1AC050ADA82}" dt="2026-01-25T15:58:53.687" v="1824" actId="790"/>
          <ac:spMkLst>
            <pc:docMk/>
            <pc:sldMk cId="1449167023" sldId="283"/>
            <ac:spMk id="21" creationId="{D148B34B-2680-91DF-5886-FA2310D67F27}"/>
          </ac:spMkLst>
        </pc:spChg>
        <pc:spChg chg="mod">
          <ac:chgData name="Yash Jadhav" userId="535c3d6d-72b8-4f77-8155-55f939173cf2" providerId="ADAL" clId="{F33F88E0-3380-47C4-AFDE-F1AC050ADA82}" dt="2026-01-25T15:58:53.688" v="1825" actId="790"/>
          <ac:spMkLst>
            <pc:docMk/>
            <pc:sldMk cId="1449167023" sldId="283"/>
            <ac:spMk id="22" creationId="{00EDF88E-522F-D5DC-E127-8CADDDC33AC1}"/>
          </ac:spMkLst>
        </pc:spChg>
        <pc:spChg chg="mod">
          <ac:chgData name="Yash Jadhav" userId="535c3d6d-72b8-4f77-8155-55f939173cf2" providerId="ADAL" clId="{F33F88E0-3380-47C4-AFDE-F1AC050ADA82}" dt="2026-01-25T15:58:53.691" v="1826" actId="790"/>
          <ac:spMkLst>
            <pc:docMk/>
            <pc:sldMk cId="1449167023" sldId="283"/>
            <ac:spMk id="23" creationId="{B458BC19-B092-1872-A1C1-5EDF9AE7B0D9}"/>
          </ac:spMkLst>
        </pc:spChg>
        <pc:spChg chg="mod">
          <ac:chgData name="Yash Jadhav" userId="535c3d6d-72b8-4f77-8155-55f939173cf2" providerId="ADAL" clId="{F33F88E0-3380-47C4-AFDE-F1AC050ADA82}" dt="2026-01-25T15:58:53.680" v="1820" actId="790"/>
          <ac:spMkLst>
            <pc:docMk/>
            <pc:sldMk cId="1449167023" sldId="283"/>
            <ac:spMk id="24" creationId="{34E161DE-9F2E-B16B-D114-F63952F51F29}"/>
          </ac:spMkLst>
        </pc:spChg>
        <pc:spChg chg="mod">
          <ac:chgData name="Yash Jadhav" userId="535c3d6d-72b8-4f77-8155-55f939173cf2" providerId="ADAL" clId="{F33F88E0-3380-47C4-AFDE-F1AC050ADA82}" dt="2026-01-25T15:58:53.681" v="1821" actId="790"/>
          <ac:spMkLst>
            <pc:docMk/>
            <pc:sldMk cId="1449167023" sldId="283"/>
            <ac:spMk id="25" creationId="{84215CE6-51E2-BA5E-EBF7-F3D0F10E024A}"/>
          </ac:spMkLst>
        </pc:spChg>
        <pc:spChg chg="mod">
          <ac:chgData name="Yash Jadhav" userId="535c3d6d-72b8-4f77-8155-55f939173cf2" providerId="ADAL" clId="{F33F88E0-3380-47C4-AFDE-F1AC050ADA82}" dt="2026-01-25T15:58:53.683" v="1822" actId="790"/>
          <ac:spMkLst>
            <pc:docMk/>
            <pc:sldMk cId="1449167023" sldId="283"/>
            <ac:spMk id="26" creationId="{F61B3AD0-EA4C-EF85-77BB-F3A15D6FED3E}"/>
          </ac:spMkLst>
        </pc:spChg>
        <pc:spChg chg="mod">
          <ac:chgData name="Yash Jadhav" userId="535c3d6d-72b8-4f77-8155-55f939173cf2" providerId="ADAL" clId="{F33F88E0-3380-47C4-AFDE-F1AC050ADA82}" dt="2026-01-25T15:58:53.698" v="1827" actId="790"/>
          <ac:spMkLst>
            <pc:docMk/>
            <pc:sldMk cId="1449167023" sldId="283"/>
            <ac:spMk id="28" creationId="{AD8DE85F-B5F9-38C0-0642-BCA563DC5463}"/>
          </ac:spMkLst>
        </pc:spChg>
        <pc:spChg chg="mod">
          <ac:chgData name="Yash Jadhav" userId="535c3d6d-72b8-4f77-8155-55f939173cf2" providerId="ADAL" clId="{F33F88E0-3380-47C4-AFDE-F1AC050ADA82}" dt="2026-01-25T15:58:53.699" v="1828" actId="790"/>
          <ac:spMkLst>
            <pc:docMk/>
            <pc:sldMk cId="1449167023" sldId="283"/>
            <ac:spMk id="29" creationId="{6C563E63-1245-764A-ED75-D81D984D1245}"/>
          </ac:spMkLst>
        </pc:spChg>
        <pc:spChg chg="mod">
          <ac:chgData name="Yash Jadhav" userId="535c3d6d-72b8-4f77-8155-55f939173cf2" providerId="ADAL" clId="{F33F88E0-3380-47C4-AFDE-F1AC050ADA82}" dt="2026-01-25T15:58:53.705" v="1829" actId="790"/>
          <ac:spMkLst>
            <pc:docMk/>
            <pc:sldMk cId="1449167023" sldId="283"/>
            <ac:spMk id="35" creationId="{DE6DFFCC-5564-E6C4-A7F2-F197ED18B2D0}"/>
          </ac:spMkLst>
        </pc:spChg>
        <pc:spChg chg="mod">
          <ac:chgData name="Yash Jadhav" userId="535c3d6d-72b8-4f77-8155-55f939173cf2" providerId="ADAL" clId="{F33F88E0-3380-47C4-AFDE-F1AC050ADA82}" dt="2026-01-25T15:58:53.708" v="1830" actId="790"/>
          <ac:spMkLst>
            <pc:docMk/>
            <pc:sldMk cId="1449167023" sldId="283"/>
            <ac:spMk id="36" creationId="{B3A69C03-CEDF-D4A7-9C71-60D1F57C3B83}"/>
          </ac:spMkLst>
        </pc:spChg>
        <pc:spChg chg="mod">
          <ac:chgData name="Yash Jadhav" userId="535c3d6d-72b8-4f77-8155-55f939173cf2" providerId="ADAL" clId="{F33F88E0-3380-47C4-AFDE-F1AC050ADA82}" dt="2026-01-25T15:58:53.712" v="1831" actId="790"/>
          <ac:spMkLst>
            <pc:docMk/>
            <pc:sldMk cId="1449167023" sldId="283"/>
            <ac:spMk id="37" creationId="{04984024-6B5F-9FA2-F118-B46DBB2ED970}"/>
          </ac:spMkLst>
        </pc:spChg>
        <pc:spChg chg="mod">
          <ac:chgData name="Yash Jadhav" userId="535c3d6d-72b8-4f77-8155-55f939173cf2" providerId="ADAL" clId="{F33F88E0-3380-47C4-AFDE-F1AC050ADA82}" dt="2026-01-25T15:58:53.715" v="1832" actId="790"/>
          <ac:spMkLst>
            <pc:docMk/>
            <pc:sldMk cId="1449167023" sldId="283"/>
            <ac:spMk id="38" creationId="{EE368BC7-B282-76FD-8D17-A8139FC6A6B9}"/>
          </ac:spMkLst>
        </pc:spChg>
        <pc:spChg chg="mod">
          <ac:chgData name="Yash Jadhav" userId="535c3d6d-72b8-4f77-8155-55f939173cf2" providerId="ADAL" clId="{F33F88E0-3380-47C4-AFDE-F1AC050ADA82}" dt="2026-01-25T15:58:53.722" v="1833" actId="790"/>
          <ac:spMkLst>
            <pc:docMk/>
            <pc:sldMk cId="1449167023" sldId="283"/>
            <ac:spMk id="39" creationId="{503E382E-CC17-FA6D-C97D-BC5BE38A0E5D}"/>
          </ac:spMkLst>
        </pc:spChg>
        <pc:spChg chg="mod">
          <ac:chgData name="Yash Jadhav" userId="535c3d6d-72b8-4f77-8155-55f939173cf2" providerId="ADAL" clId="{F33F88E0-3380-47C4-AFDE-F1AC050ADA82}" dt="2026-01-25T15:58:53.724" v="1834" actId="790"/>
          <ac:spMkLst>
            <pc:docMk/>
            <pc:sldMk cId="1449167023" sldId="283"/>
            <ac:spMk id="40" creationId="{2CC560A0-21C9-C6D5-FDE2-16B2600FF0A1}"/>
          </ac:spMkLst>
        </pc:spChg>
        <pc:spChg chg="mod">
          <ac:chgData name="Yash Jadhav" userId="535c3d6d-72b8-4f77-8155-55f939173cf2" providerId="ADAL" clId="{F33F88E0-3380-47C4-AFDE-F1AC050ADA82}" dt="2026-01-25T15:58:53.726" v="1835" actId="790"/>
          <ac:spMkLst>
            <pc:docMk/>
            <pc:sldMk cId="1449167023" sldId="283"/>
            <ac:spMk id="41" creationId="{A5418E62-7D8C-0B3D-6B75-46EDAE848B51}"/>
          </ac:spMkLst>
        </pc:spChg>
        <pc:spChg chg="mod">
          <ac:chgData name="Yash Jadhav" userId="535c3d6d-72b8-4f77-8155-55f939173cf2" providerId="ADAL" clId="{F33F88E0-3380-47C4-AFDE-F1AC050ADA82}" dt="2026-01-25T15:58:53.728" v="1836" actId="790"/>
          <ac:spMkLst>
            <pc:docMk/>
            <pc:sldMk cId="1449167023" sldId="283"/>
            <ac:spMk id="42" creationId="{E5F48FD7-7656-A74D-B88E-C3B7BCED82FF}"/>
          </ac:spMkLst>
        </pc:spChg>
        <pc:spChg chg="mod">
          <ac:chgData name="Yash Jadhav" userId="535c3d6d-72b8-4f77-8155-55f939173cf2" providerId="ADAL" clId="{F33F88E0-3380-47C4-AFDE-F1AC050ADA82}" dt="2026-01-25T15:58:53.732" v="1837" actId="790"/>
          <ac:spMkLst>
            <pc:docMk/>
            <pc:sldMk cId="1449167023" sldId="283"/>
            <ac:spMk id="43" creationId="{B5B47215-6A92-233D-57B5-60D1A327EAFC}"/>
          </ac:spMkLst>
        </pc:spChg>
        <pc:spChg chg="mod">
          <ac:chgData name="Yash Jadhav" userId="535c3d6d-72b8-4f77-8155-55f939173cf2" providerId="ADAL" clId="{F33F88E0-3380-47C4-AFDE-F1AC050ADA82}" dt="2026-01-25T15:58:53.735" v="1838" actId="790"/>
          <ac:spMkLst>
            <pc:docMk/>
            <pc:sldMk cId="1449167023" sldId="283"/>
            <ac:spMk id="44" creationId="{4ECB8167-B50F-A143-11A7-8BD5EB34BBD7}"/>
          </ac:spMkLst>
        </pc:spChg>
        <pc:spChg chg="add del mod">
          <ac:chgData name="Yash Jadhav" userId="535c3d6d-72b8-4f77-8155-55f939173cf2" providerId="ADAL" clId="{F33F88E0-3380-47C4-AFDE-F1AC050ADA82}" dt="2026-01-25T16:06:14.662" v="8413" actId="6264"/>
          <ac:spMkLst>
            <pc:docMk/>
            <pc:sldMk cId="1449167023" sldId="283"/>
            <ac:spMk id="45" creationId="{AB0BD715-7198-BE9B-7F66-B429E68A878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69380707" sldId="284"/>
        </pc:sldMkLst>
        <pc:spChg chg="mod ord">
          <ac:chgData name="Yash Jadhav" userId="535c3d6d-72b8-4f77-8155-55f939173cf2" providerId="ADAL" clId="{F33F88E0-3380-47C4-AFDE-F1AC050ADA82}" dt="2026-01-25T16:06:14.662" v="8413" actId="6264"/>
          <ac:spMkLst>
            <pc:docMk/>
            <pc:sldMk cId="2669380707" sldId="284"/>
            <ac:spMk id="2" creationId="{D75C2814-1E5D-90BB-C1F0-BAAA9295A548}"/>
          </ac:spMkLst>
        </pc:spChg>
        <pc:spChg chg="add del mod">
          <ac:chgData name="Yash Jadhav" userId="535c3d6d-72b8-4f77-8155-55f939173cf2" providerId="ADAL" clId="{F33F88E0-3380-47C4-AFDE-F1AC050ADA82}" dt="2026-01-25T16:06:14.662" v="8413" actId="6264"/>
          <ac:spMkLst>
            <pc:docMk/>
            <pc:sldMk cId="2669380707" sldId="284"/>
            <ac:spMk id="3" creationId="{AC3462EA-C57B-C1F7-FED0-9D7554708D92}"/>
          </ac:spMkLst>
        </pc:spChg>
        <pc:spChg chg="mod">
          <ac:chgData name="Yash Jadhav" userId="535c3d6d-72b8-4f77-8155-55f939173cf2" providerId="ADAL" clId="{F33F88E0-3380-47C4-AFDE-F1AC050ADA82}" dt="2026-01-25T15:58:55.353" v="1851" actId="790"/>
          <ac:spMkLst>
            <pc:docMk/>
            <pc:sldMk cId="2669380707" sldId="284"/>
            <ac:spMk id="5" creationId="{E0833555-8AA6-7B43-01A8-9A1F37889B1D}"/>
          </ac:spMkLst>
        </pc:spChg>
        <pc:spChg chg="mod">
          <ac:chgData name="Yash Jadhav" userId="535c3d6d-72b8-4f77-8155-55f939173cf2" providerId="ADAL" clId="{F33F88E0-3380-47C4-AFDE-F1AC050ADA82}" dt="2026-01-25T15:58:55.377" v="1859" actId="790"/>
          <ac:spMkLst>
            <pc:docMk/>
            <pc:sldMk cId="2669380707" sldId="284"/>
            <ac:spMk id="52" creationId="{C6894C7C-4A05-B8D4-92CB-2B837796834D}"/>
          </ac:spMkLst>
        </pc:spChg>
        <pc:spChg chg="mod">
          <ac:chgData name="Yash Jadhav" userId="535c3d6d-72b8-4f77-8155-55f939173cf2" providerId="ADAL" clId="{F33F88E0-3380-47C4-AFDE-F1AC050ADA82}" dt="2026-01-25T15:58:55.401" v="1867" actId="790"/>
          <ac:spMkLst>
            <pc:docMk/>
            <pc:sldMk cId="2669380707" sldId="284"/>
            <ac:spMk id="99" creationId="{F267A2B7-2D54-9D8A-CBE3-CE7572A4A520}"/>
          </ac:spMkLst>
        </pc:spChg>
        <pc:spChg chg="mod">
          <ac:chgData name="Yash Jadhav" userId="535c3d6d-72b8-4f77-8155-55f939173cf2" providerId="ADAL" clId="{F33F88E0-3380-47C4-AFDE-F1AC050ADA82}" dt="2026-01-25T15:58:55.427" v="1875" actId="790"/>
          <ac:spMkLst>
            <pc:docMk/>
            <pc:sldMk cId="2669380707" sldId="284"/>
            <ac:spMk id="146" creationId="{F1C9FC8F-4DED-1C59-E0CA-907F9E7BD5C2}"/>
          </ac:spMkLst>
        </pc:spChg>
        <pc:spChg chg="mod">
          <ac:chgData name="Yash Jadhav" userId="535c3d6d-72b8-4f77-8155-55f939173cf2" providerId="ADAL" clId="{F33F88E0-3380-47C4-AFDE-F1AC050ADA82}" dt="2026-01-25T15:58:55.461" v="1883" actId="790"/>
          <ac:spMkLst>
            <pc:docMk/>
            <pc:sldMk cId="2669380707" sldId="284"/>
            <ac:spMk id="193" creationId="{37B9CF45-80BF-D5FB-CE63-19A380CB285C}"/>
          </ac:spMkLst>
        </pc:spChg>
        <pc:spChg chg="mod">
          <ac:chgData name="Yash Jadhav" userId="535c3d6d-72b8-4f77-8155-55f939173cf2" providerId="ADAL" clId="{F33F88E0-3380-47C4-AFDE-F1AC050ADA82}" dt="2026-01-25T15:58:55.355" v="1852" actId="790"/>
          <ac:spMkLst>
            <pc:docMk/>
            <pc:sldMk cId="2669380707" sldId="284"/>
            <ac:spMk id="239" creationId="{1A2FC294-7C6D-CC18-CDFC-80EBEDF27106}"/>
          </ac:spMkLst>
        </pc:spChg>
        <pc:spChg chg="mod">
          <ac:chgData name="Yash Jadhav" userId="535c3d6d-72b8-4f77-8155-55f939173cf2" providerId="ADAL" clId="{F33F88E0-3380-47C4-AFDE-F1AC050ADA82}" dt="2026-01-25T15:58:55.357" v="1853" actId="790"/>
          <ac:spMkLst>
            <pc:docMk/>
            <pc:sldMk cId="2669380707" sldId="284"/>
            <ac:spMk id="240" creationId="{B1505FEE-B0D9-C314-9855-615960812C92}"/>
          </ac:spMkLst>
        </pc:spChg>
        <pc:spChg chg="mod">
          <ac:chgData name="Yash Jadhav" userId="535c3d6d-72b8-4f77-8155-55f939173cf2" providerId="ADAL" clId="{F33F88E0-3380-47C4-AFDE-F1AC050ADA82}" dt="2026-01-25T15:58:55.366" v="1854" actId="790"/>
          <ac:spMkLst>
            <pc:docMk/>
            <pc:sldMk cId="2669380707" sldId="284"/>
            <ac:spMk id="243" creationId="{B223CC15-B0F4-5D62-5954-6FD3ED5BC570}"/>
          </ac:spMkLst>
        </pc:spChg>
        <pc:spChg chg="mod">
          <ac:chgData name="Yash Jadhav" userId="535c3d6d-72b8-4f77-8155-55f939173cf2" providerId="ADAL" clId="{F33F88E0-3380-47C4-AFDE-F1AC050ADA82}" dt="2026-01-25T15:58:55.367" v="1855"/>
          <ac:spMkLst>
            <pc:docMk/>
            <pc:sldMk cId="2669380707" sldId="284"/>
            <ac:spMk id="244" creationId="{827F0154-965E-7C2E-0E54-B474CBFFCB97}"/>
          </ac:spMkLst>
        </pc:spChg>
        <pc:spChg chg="mod">
          <ac:chgData name="Yash Jadhav" userId="535c3d6d-72b8-4f77-8155-55f939173cf2" providerId="ADAL" clId="{F33F88E0-3380-47C4-AFDE-F1AC050ADA82}" dt="2026-01-25T15:58:55.369" v="1856" actId="790"/>
          <ac:spMkLst>
            <pc:docMk/>
            <pc:sldMk cId="2669380707" sldId="284"/>
            <ac:spMk id="245" creationId="{34B6F07B-553C-1107-835A-389FDB5C2717}"/>
          </ac:spMkLst>
        </pc:spChg>
        <pc:spChg chg="mod">
          <ac:chgData name="Yash Jadhav" userId="535c3d6d-72b8-4f77-8155-55f939173cf2" providerId="ADAL" clId="{F33F88E0-3380-47C4-AFDE-F1AC050ADA82}" dt="2026-01-25T15:58:55.370" v="1857" actId="790"/>
          <ac:spMkLst>
            <pc:docMk/>
            <pc:sldMk cId="2669380707" sldId="284"/>
            <ac:spMk id="246" creationId="{098364FE-F41E-614B-A410-6BBB7E965DAE}"/>
          </ac:spMkLst>
        </pc:spChg>
        <pc:spChg chg="mod">
          <ac:chgData name="Yash Jadhav" userId="535c3d6d-72b8-4f77-8155-55f939173cf2" providerId="ADAL" clId="{F33F88E0-3380-47C4-AFDE-F1AC050ADA82}" dt="2026-01-25T15:58:55.372" v="1858" actId="790"/>
          <ac:spMkLst>
            <pc:docMk/>
            <pc:sldMk cId="2669380707" sldId="284"/>
            <ac:spMk id="247" creationId="{695ADA46-9C8B-553C-3E21-32E9DA21EB8C}"/>
          </ac:spMkLst>
        </pc:spChg>
        <pc:spChg chg="mod">
          <ac:chgData name="Yash Jadhav" userId="535c3d6d-72b8-4f77-8155-55f939173cf2" providerId="ADAL" clId="{F33F88E0-3380-47C4-AFDE-F1AC050ADA82}" dt="2026-01-25T15:58:55.379" v="1860" actId="790"/>
          <ac:spMkLst>
            <pc:docMk/>
            <pc:sldMk cId="2669380707" sldId="284"/>
            <ac:spMk id="283" creationId="{E1C8ECAC-9D18-3177-DDE0-7D2A67B06054}"/>
          </ac:spMkLst>
        </pc:spChg>
        <pc:spChg chg="mod">
          <ac:chgData name="Yash Jadhav" userId="535c3d6d-72b8-4f77-8155-55f939173cf2" providerId="ADAL" clId="{F33F88E0-3380-47C4-AFDE-F1AC050ADA82}" dt="2026-01-25T15:58:55.381" v="1861" actId="790"/>
          <ac:spMkLst>
            <pc:docMk/>
            <pc:sldMk cId="2669380707" sldId="284"/>
            <ac:spMk id="284" creationId="{8EAEABF1-9E0F-A004-BB4D-784BBEFB9697}"/>
          </ac:spMkLst>
        </pc:spChg>
        <pc:spChg chg="mod">
          <ac:chgData name="Yash Jadhav" userId="535c3d6d-72b8-4f77-8155-55f939173cf2" providerId="ADAL" clId="{F33F88E0-3380-47C4-AFDE-F1AC050ADA82}" dt="2026-01-25T15:58:55.390" v="1862" actId="790"/>
          <ac:spMkLst>
            <pc:docMk/>
            <pc:sldMk cId="2669380707" sldId="284"/>
            <ac:spMk id="287" creationId="{576F50B8-DAF7-91A8-1598-711A9D97338E}"/>
          </ac:spMkLst>
        </pc:spChg>
        <pc:spChg chg="mod">
          <ac:chgData name="Yash Jadhav" userId="535c3d6d-72b8-4f77-8155-55f939173cf2" providerId="ADAL" clId="{F33F88E0-3380-47C4-AFDE-F1AC050ADA82}" dt="2026-01-25T15:58:55.391" v="1863"/>
          <ac:spMkLst>
            <pc:docMk/>
            <pc:sldMk cId="2669380707" sldId="284"/>
            <ac:spMk id="288" creationId="{7F5A02F7-6E45-893D-4803-4D7347EC0E97}"/>
          </ac:spMkLst>
        </pc:spChg>
        <pc:spChg chg="mod">
          <ac:chgData name="Yash Jadhav" userId="535c3d6d-72b8-4f77-8155-55f939173cf2" providerId="ADAL" clId="{F33F88E0-3380-47C4-AFDE-F1AC050ADA82}" dt="2026-01-25T15:58:55.393" v="1864" actId="790"/>
          <ac:spMkLst>
            <pc:docMk/>
            <pc:sldMk cId="2669380707" sldId="284"/>
            <ac:spMk id="289" creationId="{F5A5FF11-EE04-3BBA-BED7-7FFFBB54CB1F}"/>
          </ac:spMkLst>
        </pc:spChg>
        <pc:spChg chg="mod">
          <ac:chgData name="Yash Jadhav" userId="535c3d6d-72b8-4f77-8155-55f939173cf2" providerId="ADAL" clId="{F33F88E0-3380-47C4-AFDE-F1AC050ADA82}" dt="2026-01-25T15:58:55.395" v="1865" actId="790"/>
          <ac:spMkLst>
            <pc:docMk/>
            <pc:sldMk cId="2669380707" sldId="284"/>
            <ac:spMk id="290" creationId="{5B7D10C1-504F-2973-8711-0AA84D4CD40D}"/>
          </ac:spMkLst>
        </pc:spChg>
        <pc:spChg chg="mod">
          <ac:chgData name="Yash Jadhav" userId="535c3d6d-72b8-4f77-8155-55f939173cf2" providerId="ADAL" clId="{F33F88E0-3380-47C4-AFDE-F1AC050ADA82}" dt="2026-01-25T15:58:55.397" v="1866" actId="790"/>
          <ac:spMkLst>
            <pc:docMk/>
            <pc:sldMk cId="2669380707" sldId="284"/>
            <ac:spMk id="291" creationId="{FBEF59C1-7C24-0E70-7175-16C2A1CA380F}"/>
          </ac:spMkLst>
        </pc:spChg>
        <pc:spChg chg="mod">
          <ac:chgData name="Yash Jadhav" userId="535c3d6d-72b8-4f77-8155-55f939173cf2" providerId="ADAL" clId="{F33F88E0-3380-47C4-AFDE-F1AC050ADA82}" dt="2026-01-25T15:58:55.325" v="1844" actId="790"/>
          <ac:spMkLst>
            <pc:docMk/>
            <pc:sldMk cId="2669380707" sldId="284"/>
            <ac:spMk id="327" creationId="{21573CBF-18E7-8437-F069-CCAF2D220550}"/>
          </ac:spMkLst>
        </pc:spChg>
        <pc:spChg chg="mod">
          <ac:chgData name="Yash Jadhav" userId="535c3d6d-72b8-4f77-8155-55f939173cf2" providerId="ADAL" clId="{F33F88E0-3380-47C4-AFDE-F1AC050ADA82}" dt="2026-01-25T15:58:55.326" v="1845" actId="790"/>
          <ac:spMkLst>
            <pc:docMk/>
            <pc:sldMk cId="2669380707" sldId="284"/>
            <ac:spMk id="328" creationId="{379C4B63-61EA-CCF5-CD36-6910FFDF2782}"/>
          </ac:spMkLst>
        </pc:spChg>
        <pc:spChg chg="mod">
          <ac:chgData name="Yash Jadhav" userId="535c3d6d-72b8-4f77-8155-55f939173cf2" providerId="ADAL" clId="{F33F88E0-3380-47C4-AFDE-F1AC050ADA82}" dt="2026-01-25T15:58:55.339" v="1846" actId="790"/>
          <ac:spMkLst>
            <pc:docMk/>
            <pc:sldMk cId="2669380707" sldId="284"/>
            <ac:spMk id="331" creationId="{89DAC62E-3962-73B9-FC01-40B1AB1A4840}"/>
          </ac:spMkLst>
        </pc:spChg>
        <pc:spChg chg="mod">
          <ac:chgData name="Yash Jadhav" userId="535c3d6d-72b8-4f77-8155-55f939173cf2" providerId="ADAL" clId="{F33F88E0-3380-47C4-AFDE-F1AC050ADA82}" dt="2026-01-25T15:58:55.341" v="1847"/>
          <ac:spMkLst>
            <pc:docMk/>
            <pc:sldMk cId="2669380707" sldId="284"/>
            <ac:spMk id="332" creationId="{81ED79FF-CC5F-63BB-7EAF-BBA8500BAE6D}"/>
          </ac:spMkLst>
        </pc:spChg>
        <pc:spChg chg="mod">
          <ac:chgData name="Yash Jadhav" userId="535c3d6d-72b8-4f77-8155-55f939173cf2" providerId="ADAL" clId="{F33F88E0-3380-47C4-AFDE-F1AC050ADA82}" dt="2026-01-25T15:58:55.343" v="1848" actId="790"/>
          <ac:spMkLst>
            <pc:docMk/>
            <pc:sldMk cId="2669380707" sldId="284"/>
            <ac:spMk id="333" creationId="{7BC700DB-B711-6E87-21F1-F25EC12CAF79}"/>
          </ac:spMkLst>
        </pc:spChg>
        <pc:spChg chg="mod">
          <ac:chgData name="Yash Jadhav" userId="535c3d6d-72b8-4f77-8155-55f939173cf2" providerId="ADAL" clId="{F33F88E0-3380-47C4-AFDE-F1AC050ADA82}" dt="2026-01-25T15:58:55.344" v="1849" actId="790"/>
          <ac:spMkLst>
            <pc:docMk/>
            <pc:sldMk cId="2669380707" sldId="284"/>
            <ac:spMk id="334" creationId="{54AABAA1-ED56-C5DF-E07E-1C97035DBFD4}"/>
          </ac:spMkLst>
        </pc:spChg>
        <pc:spChg chg="mod">
          <ac:chgData name="Yash Jadhav" userId="535c3d6d-72b8-4f77-8155-55f939173cf2" providerId="ADAL" clId="{F33F88E0-3380-47C4-AFDE-F1AC050ADA82}" dt="2026-01-25T15:58:55.346" v="1850" actId="790"/>
          <ac:spMkLst>
            <pc:docMk/>
            <pc:sldMk cId="2669380707" sldId="284"/>
            <ac:spMk id="335" creationId="{E6B16762-F49C-6B52-FA3E-EC5553E88D32}"/>
          </ac:spMkLst>
        </pc:spChg>
        <pc:spChg chg="mod">
          <ac:chgData name="Yash Jadhav" userId="535c3d6d-72b8-4f77-8155-55f939173cf2" providerId="ADAL" clId="{F33F88E0-3380-47C4-AFDE-F1AC050ADA82}" dt="2026-01-25T15:58:55.406" v="1868" actId="790"/>
          <ac:spMkLst>
            <pc:docMk/>
            <pc:sldMk cId="2669380707" sldId="284"/>
            <ac:spMk id="371" creationId="{53A15282-02BB-6A43-C21A-E8552E000236}"/>
          </ac:spMkLst>
        </pc:spChg>
        <pc:spChg chg="mod">
          <ac:chgData name="Yash Jadhav" userId="535c3d6d-72b8-4f77-8155-55f939173cf2" providerId="ADAL" clId="{F33F88E0-3380-47C4-AFDE-F1AC050ADA82}" dt="2026-01-25T15:58:55.407" v="1869" actId="790"/>
          <ac:spMkLst>
            <pc:docMk/>
            <pc:sldMk cId="2669380707" sldId="284"/>
            <ac:spMk id="372" creationId="{6477B546-154C-8C84-09CA-2E236F9A48CE}"/>
          </ac:spMkLst>
        </pc:spChg>
        <pc:spChg chg="mod">
          <ac:chgData name="Yash Jadhav" userId="535c3d6d-72b8-4f77-8155-55f939173cf2" providerId="ADAL" clId="{F33F88E0-3380-47C4-AFDE-F1AC050ADA82}" dt="2026-01-25T15:58:55.415" v="1870" actId="790"/>
          <ac:spMkLst>
            <pc:docMk/>
            <pc:sldMk cId="2669380707" sldId="284"/>
            <ac:spMk id="375" creationId="{F2F3B34A-3286-6C10-4533-11C0F8E0A658}"/>
          </ac:spMkLst>
        </pc:spChg>
        <pc:spChg chg="mod">
          <ac:chgData name="Yash Jadhav" userId="535c3d6d-72b8-4f77-8155-55f939173cf2" providerId="ADAL" clId="{F33F88E0-3380-47C4-AFDE-F1AC050ADA82}" dt="2026-01-25T15:58:55.417" v="1871"/>
          <ac:spMkLst>
            <pc:docMk/>
            <pc:sldMk cId="2669380707" sldId="284"/>
            <ac:spMk id="376" creationId="{A49309A5-BD44-3973-CFEF-E9A84B9D3D93}"/>
          </ac:spMkLst>
        </pc:spChg>
        <pc:spChg chg="mod">
          <ac:chgData name="Yash Jadhav" userId="535c3d6d-72b8-4f77-8155-55f939173cf2" providerId="ADAL" clId="{F33F88E0-3380-47C4-AFDE-F1AC050ADA82}" dt="2026-01-25T15:58:55.418" v="1872" actId="790"/>
          <ac:spMkLst>
            <pc:docMk/>
            <pc:sldMk cId="2669380707" sldId="284"/>
            <ac:spMk id="377" creationId="{A0852B05-19B9-5C5A-6E60-A3C3CECB16AF}"/>
          </ac:spMkLst>
        </pc:spChg>
        <pc:spChg chg="mod">
          <ac:chgData name="Yash Jadhav" userId="535c3d6d-72b8-4f77-8155-55f939173cf2" providerId="ADAL" clId="{F33F88E0-3380-47C4-AFDE-F1AC050ADA82}" dt="2026-01-25T15:58:55.420" v="1873" actId="790"/>
          <ac:spMkLst>
            <pc:docMk/>
            <pc:sldMk cId="2669380707" sldId="284"/>
            <ac:spMk id="378" creationId="{1D844CB5-E83C-3136-0B38-98124D7D687F}"/>
          </ac:spMkLst>
        </pc:spChg>
        <pc:spChg chg="mod">
          <ac:chgData name="Yash Jadhav" userId="535c3d6d-72b8-4f77-8155-55f939173cf2" providerId="ADAL" clId="{F33F88E0-3380-47C4-AFDE-F1AC050ADA82}" dt="2026-01-25T15:58:55.422" v="1874" actId="790"/>
          <ac:spMkLst>
            <pc:docMk/>
            <pc:sldMk cId="2669380707" sldId="284"/>
            <ac:spMk id="379" creationId="{2B0647A4-EADE-D7EB-9D6B-0EA2DB419277}"/>
          </ac:spMkLst>
        </pc:spChg>
        <pc:spChg chg="mod">
          <ac:chgData name="Yash Jadhav" userId="535c3d6d-72b8-4f77-8155-55f939173cf2" providerId="ADAL" clId="{F33F88E0-3380-47C4-AFDE-F1AC050ADA82}" dt="2026-01-25T15:58:55.431" v="1876" actId="790"/>
          <ac:spMkLst>
            <pc:docMk/>
            <pc:sldMk cId="2669380707" sldId="284"/>
            <ac:spMk id="415" creationId="{531010C5-14F9-303D-9E76-C101AE35D2DB}"/>
          </ac:spMkLst>
        </pc:spChg>
        <pc:spChg chg="mod">
          <ac:chgData name="Yash Jadhav" userId="535c3d6d-72b8-4f77-8155-55f939173cf2" providerId="ADAL" clId="{F33F88E0-3380-47C4-AFDE-F1AC050ADA82}" dt="2026-01-25T15:58:55.432" v="1877" actId="790"/>
          <ac:spMkLst>
            <pc:docMk/>
            <pc:sldMk cId="2669380707" sldId="284"/>
            <ac:spMk id="416" creationId="{BF5F9665-F9E0-A8C9-543C-99ED774A2759}"/>
          </ac:spMkLst>
        </pc:spChg>
        <pc:spChg chg="mod">
          <ac:chgData name="Yash Jadhav" userId="535c3d6d-72b8-4f77-8155-55f939173cf2" providerId="ADAL" clId="{F33F88E0-3380-47C4-AFDE-F1AC050ADA82}" dt="2026-01-25T15:58:55.445" v="1878" actId="790"/>
          <ac:spMkLst>
            <pc:docMk/>
            <pc:sldMk cId="2669380707" sldId="284"/>
            <ac:spMk id="419" creationId="{41998B6D-CEE3-8C6B-28F1-9AE3A812E67E}"/>
          </ac:spMkLst>
        </pc:spChg>
        <pc:spChg chg="mod">
          <ac:chgData name="Yash Jadhav" userId="535c3d6d-72b8-4f77-8155-55f939173cf2" providerId="ADAL" clId="{F33F88E0-3380-47C4-AFDE-F1AC050ADA82}" dt="2026-01-25T15:58:55.446" v="1879"/>
          <ac:spMkLst>
            <pc:docMk/>
            <pc:sldMk cId="2669380707" sldId="284"/>
            <ac:spMk id="420" creationId="{24E7EC32-1944-534E-DD1A-E753725F586A}"/>
          </ac:spMkLst>
        </pc:spChg>
        <pc:spChg chg="mod">
          <ac:chgData name="Yash Jadhav" userId="535c3d6d-72b8-4f77-8155-55f939173cf2" providerId="ADAL" clId="{F33F88E0-3380-47C4-AFDE-F1AC050ADA82}" dt="2026-01-25T15:58:55.447" v="1880" actId="790"/>
          <ac:spMkLst>
            <pc:docMk/>
            <pc:sldMk cId="2669380707" sldId="284"/>
            <ac:spMk id="421" creationId="{9DDE52FF-1712-7FDE-2DD9-51360E0E9C4A}"/>
          </ac:spMkLst>
        </pc:spChg>
        <pc:spChg chg="mod">
          <ac:chgData name="Yash Jadhav" userId="535c3d6d-72b8-4f77-8155-55f939173cf2" providerId="ADAL" clId="{F33F88E0-3380-47C4-AFDE-F1AC050ADA82}" dt="2026-01-25T15:58:55.449" v="1881" actId="790"/>
          <ac:spMkLst>
            <pc:docMk/>
            <pc:sldMk cId="2669380707" sldId="284"/>
            <ac:spMk id="422" creationId="{B08BB731-5AAF-ED51-46E3-94F64F2CB1D4}"/>
          </ac:spMkLst>
        </pc:spChg>
        <pc:spChg chg="mod">
          <ac:chgData name="Yash Jadhav" userId="535c3d6d-72b8-4f77-8155-55f939173cf2" providerId="ADAL" clId="{F33F88E0-3380-47C4-AFDE-F1AC050ADA82}" dt="2026-01-25T15:58:55.451" v="1882" actId="790"/>
          <ac:spMkLst>
            <pc:docMk/>
            <pc:sldMk cId="2669380707" sldId="284"/>
            <ac:spMk id="423" creationId="{B9CD2923-13A2-A1CE-52EE-A9723249B7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538981" sldId="285"/>
        </pc:sldMkLst>
        <pc:spChg chg="mod ord">
          <ac:chgData name="Yash Jadhav" userId="535c3d6d-72b8-4f77-8155-55f939173cf2" providerId="ADAL" clId="{F33F88E0-3380-47C4-AFDE-F1AC050ADA82}" dt="2026-01-25T16:06:14.662" v="8413" actId="6264"/>
          <ac:spMkLst>
            <pc:docMk/>
            <pc:sldMk cId="11538981" sldId="285"/>
            <ac:spMk id="2" creationId="{F63FA21D-3FED-A6D1-7819-EAE6F668717C}"/>
          </ac:spMkLst>
        </pc:spChg>
        <pc:spChg chg="mod">
          <ac:chgData name="Yash Jadhav" userId="535c3d6d-72b8-4f77-8155-55f939173cf2" providerId="ADAL" clId="{F33F88E0-3380-47C4-AFDE-F1AC050ADA82}" dt="2026-01-25T15:58:57.699" v="1889" actId="790"/>
          <ac:spMkLst>
            <pc:docMk/>
            <pc:sldMk cId="11538981" sldId="285"/>
            <ac:spMk id="3" creationId="{A108A30F-7B0A-03B2-40CD-9BEFFD9FD047}"/>
          </ac:spMkLst>
        </pc:spChg>
        <pc:spChg chg="mod">
          <ac:chgData name="Yash Jadhav" userId="535c3d6d-72b8-4f77-8155-55f939173cf2" providerId="ADAL" clId="{F33F88E0-3380-47C4-AFDE-F1AC050ADA82}" dt="2026-01-25T15:58:57.700" v="1890" actId="790"/>
          <ac:spMkLst>
            <pc:docMk/>
            <pc:sldMk cId="11538981" sldId="285"/>
            <ac:spMk id="4" creationId="{5AEDC9E9-37A4-DFB8-2296-C1642C2BAC6B}"/>
          </ac:spMkLst>
        </pc:spChg>
        <pc:spChg chg="mod">
          <ac:chgData name="Yash Jadhav" userId="535c3d6d-72b8-4f77-8155-55f939173cf2" providerId="ADAL" clId="{F33F88E0-3380-47C4-AFDE-F1AC050ADA82}" dt="2026-01-25T15:58:57.702" v="1891" actId="790"/>
          <ac:spMkLst>
            <pc:docMk/>
            <pc:sldMk cId="11538981" sldId="285"/>
            <ac:spMk id="6" creationId="{F0FB193D-6B49-BCEB-129E-C62D021C5527}"/>
          </ac:spMkLst>
        </pc:spChg>
        <pc:spChg chg="mod">
          <ac:chgData name="Yash Jadhav" userId="535c3d6d-72b8-4f77-8155-55f939173cf2" providerId="ADAL" clId="{F33F88E0-3380-47C4-AFDE-F1AC050ADA82}" dt="2026-01-25T15:58:57.703" v="1892" actId="790"/>
          <ac:spMkLst>
            <pc:docMk/>
            <pc:sldMk cId="11538981" sldId="285"/>
            <ac:spMk id="8" creationId="{F1D6E2DD-AFE9-A4B9-EC63-5D35C7119B8A}"/>
          </ac:spMkLst>
        </pc:spChg>
        <pc:spChg chg="mod">
          <ac:chgData name="Yash Jadhav" userId="535c3d6d-72b8-4f77-8155-55f939173cf2" providerId="ADAL" clId="{F33F88E0-3380-47C4-AFDE-F1AC050ADA82}" dt="2026-01-25T15:58:57.705" v="1893" actId="790"/>
          <ac:spMkLst>
            <pc:docMk/>
            <pc:sldMk cId="11538981" sldId="285"/>
            <ac:spMk id="9" creationId="{8273936A-3458-023B-05A0-9D2B27D994CB}"/>
          </ac:spMkLst>
        </pc:spChg>
        <pc:spChg chg="mod">
          <ac:chgData name="Yash Jadhav" userId="535c3d6d-72b8-4f77-8155-55f939173cf2" providerId="ADAL" clId="{F33F88E0-3380-47C4-AFDE-F1AC050ADA82}" dt="2026-01-25T15:58:57.707" v="1894" actId="790"/>
          <ac:spMkLst>
            <pc:docMk/>
            <pc:sldMk cId="11538981" sldId="285"/>
            <ac:spMk id="10" creationId="{F94BB399-6FDF-DFFF-A3FF-F158E7B7F7D5}"/>
          </ac:spMkLst>
        </pc:spChg>
        <pc:spChg chg="mod">
          <ac:chgData name="Yash Jadhav" userId="535c3d6d-72b8-4f77-8155-55f939173cf2" providerId="ADAL" clId="{F33F88E0-3380-47C4-AFDE-F1AC050ADA82}" dt="2026-01-25T15:58:57.709" v="1895" actId="790"/>
          <ac:spMkLst>
            <pc:docMk/>
            <pc:sldMk cId="11538981" sldId="285"/>
            <ac:spMk id="11" creationId="{B1CD955B-B063-CDC7-BB9D-AB4CCDEB1923}"/>
          </ac:spMkLst>
        </pc:spChg>
        <pc:spChg chg="mod">
          <ac:chgData name="Yash Jadhav" userId="535c3d6d-72b8-4f77-8155-55f939173cf2" providerId="ADAL" clId="{F33F88E0-3380-47C4-AFDE-F1AC050ADA82}" dt="2026-01-25T15:58:57.711" v="1896" actId="790"/>
          <ac:spMkLst>
            <pc:docMk/>
            <pc:sldMk cId="11538981" sldId="285"/>
            <ac:spMk id="12" creationId="{48541AA9-34AE-1562-B698-E423545F59A3}"/>
          </ac:spMkLst>
        </pc:spChg>
        <pc:spChg chg="mod">
          <ac:chgData name="Yash Jadhav" userId="535c3d6d-72b8-4f77-8155-55f939173cf2" providerId="ADAL" clId="{F33F88E0-3380-47C4-AFDE-F1AC050ADA82}" dt="2026-01-25T15:58:57.713" v="1897" actId="790"/>
          <ac:spMkLst>
            <pc:docMk/>
            <pc:sldMk cId="11538981" sldId="285"/>
            <ac:spMk id="13" creationId="{540C2939-6C80-D5ED-1ABA-0A636A831EA6}"/>
          </ac:spMkLst>
        </pc:spChg>
        <pc:spChg chg="mod">
          <ac:chgData name="Yash Jadhav" userId="535c3d6d-72b8-4f77-8155-55f939173cf2" providerId="ADAL" clId="{F33F88E0-3380-47C4-AFDE-F1AC050ADA82}" dt="2026-01-25T15:58:57.715" v="1898" actId="790"/>
          <ac:spMkLst>
            <pc:docMk/>
            <pc:sldMk cId="11538981" sldId="285"/>
            <ac:spMk id="14" creationId="{E5AC4F92-2A36-CFEA-8A5F-4F3A687B449D}"/>
          </ac:spMkLst>
        </pc:spChg>
        <pc:spChg chg="mod">
          <ac:chgData name="Yash Jadhav" userId="535c3d6d-72b8-4f77-8155-55f939173cf2" providerId="ADAL" clId="{F33F88E0-3380-47C4-AFDE-F1AC050ADA82}" dt="2026-01-25T15:58:57.717" v="1899" actId="790"/>
          <ac:spMkLst>
            <pc:docMk/>
            <pc:sldMk cId="11538981" sldId="285"/>
            <ac:spMk id="15" creationId="{76601E9B-2A82-AD95-6B75-28E566BED5CF}"/>
          </ac:spMkLst>
        </pc:spChg>
        <pc:spChg chg="mod">
          <ac:chgData name="Yash Jadhav" userId="535c3d6d-72b8-4f77-8155-55f939173cf2" providerId="ADAL" clId="{F33F88E0-3380-47C4-AFDE-F1AC050ADA82}" dt="2026-01-25T15:58:57.723" v="1900" actId="790"/>
          <ac:spMkLst>
            <pc:docMk/>
            <pc:sldMk cId="11538981" sldId="285"/>
            <ac:spMk id="16" creationId="{F2AB482F-2154-0FDE-DEB8-6D50824A29F8}"/>
          </ac:spMkLst>
        </pc:spChg>
        <pc:spChg chg="mod">
          <ac:chgData name="Yash Jadhav" userId="535c3d6d-72b8-4f77-8155-55f939173cf2" providerId="ADAL" clId="{F33F88E0-3380-47C4-AFDE-F1AC050ADA82}" dt="2026-01-25T15:58:57.724" v="1901" actId="790"/>
          <ac:spMkLst>
            <pc:docMk/>
            <pc:sldMk cId="11538981" sldId="285"/>
            <ac:spMk id="18" creationId="{9CA877A1-E8A7-2C41-C894-20A810AD1F86}"/>
          </ac:spMkLst>
        </pc:spChg>
        <pc:spChg chg="mod">
          <ac:chgData name="Yash Jadhav" userId="535c3d6d-72b8-4f77-8155-55f939173cf2" providerId="ADAL" clId="{F33F88E0-3380-47C4-AFDE-F1AC050ADA82}" dt="2026-01-25T15:58:57.726" v="1902" actId="790"/>
          <ac:spMkLst>
            <pc:docMk/>
            <pc:sldMk cId="11538981" sldId="285"/>
            <ac:spMk id="19" creationId="{CCA41314-77A2-CEE4-608D-856F63C1DE9A}"/>
          </ac:spMkLst>
        </pc:spChg>
        <pc:spChg chg="mod">
          <ac:chgData name="Yash Jadhav" userId="535c3d6d-72b8-4f77-8155-55f939173cf2" providerId="ADAL" clId="{F33F88E0-3380-47C4-AFDE-F1AC050ADA82}" dt="2026-01-25T15:58:57.728" v="1903" actId="790"/>
          <ac:spMkLst>
            <pc:docMk/>
            <pc:sldMk cId="11538981" sldId="285"/>
            <ac:spMk id="20" creationId="{74D507DD-7B52-6C34-028F-4C8AB7BB269E}"/>
          </ac:spMkLst>
        </pc:spChg>
        <pc:spChg chg="mod">
          <ac:chgData name="Yash Jadhav" userId="535c3d6d-72b8-4f77-8155-55f939173cf2" providerId="ADAL" clId="{F33F88E0-3380-47C4-AFDE-F1AC050ADA82}" dt="2026-01-25T15:58:57.729" v="1904" actId="790"/>
          <ac:spMkLst>
            <pc:docMk/>
            <pc:sldMk cId="11538981" sldId="285"/>
            <ac:spMk id="21" creationId="{EA1EDD9C-1DD6-4A60-A4D1-0AF970945DF9}"/>
          </ac:spMkLst>
        </pc:spChg>
        <pc:spChg chg="mod">
          <ac:chgData name="Yash Jadhav" userId="535c3d6d-72b8-4f77-8155-55f939173cf2" providerId="ADAL" clId="{F33F88E0-3380-47C4-AFDE-F1AC050ADA82}" dt="2026-01-25T15:58:57.731" v="1905" actId="790"/>
          <ac:spMkLst>
            <pc:docMk/>
            <pc:sldMk cId="11538981" sldId="285"/>
            <ac:spMk id="22" creationId="{6AB532E4-9F78-0B70-575A-B12EAD8F242A}"/>
          </ac:spMkLst>
        </pc:spChg>
        <pc:spChg chg="mod">
          <ac:chgData name="Yash Jadhav" userId="535c3d6d-72b8-4f77-8155-55f939173cf2" providerId="ADAL" clId="{F33F88E0-3380-47C4-AFDE-F1AC050ADA82}" dt="2026-01-25T15:58:57.732" v="1906" actId="790"/>
          <ac:spMkLst>
            <pc:docMk/>
            <pc:sldMk cId="11538981" sldId="285"/>
            <ac:spMk id="23" creationId="{6AB29B7F-4527-E9A1-ADFC-5DCD9DC451EC}"/>
          </ac:spMkLst>
        </pc:spChg>
        <pc:spChg chg="mod">
          <ac:chgData name="Yash Jadhav" userId="535c3d6d-72b8-4f77-8155-55f939173cf2" providerId="ADAL" clId="{F33F88E0-3380-47C4-AFDE-F1AC050ADA82}" dt="2026-01-25T15:58:57.734" v="1907" actId="790"/>
          <ac:spMkLst>
            <pc:docMk/>
            <pc:sldMk cId="11538981" sldId="285"/>
            <ac:spMk id="24" creationId="{00472CD5-35CF-0E96-429F-E8C87440D098}"/>
          </ac:spMkLst>
        </pc:spChg>
        <pc:spChg chg="mod">
          <ac:chgData name="Yash Jadhav" userId="535c3d6d-72b8-4f77-8155-55f939173cf2" providerId="ADAL" clId="{F33F88E0-3380-47C4-AFDE-F1AC050ADA82}" dt="2026-01-25T15:58:57.736" v="1908" actId="790"/>
          <ac:spMkLst>
            <pc:docMk/>
            <pc:sldMk cId="11538981" sldId="285"/>
            <ac:spMk id="25" creationId="{6F8CBBB5-9FFA-2ACF-7014-1911F7F66448}"/>
          </ac:spMkLst>
        </pc:spChg>
        <pc:spChg chg="mod">
          <ac:chgData name="Yash Jadhav" userId="535c3d6d-72b8-4f77-8155-55f939173cf2" providerId="ADAL" clId="{F33F88E0-3380-47C4-AFDE-F1AC050ADA82}" dt="2026-01-25T15:58:57.737" v="1909" actId="790"/>
          <ac:spMkLst>
            <pc:docMk/>
            <pc:sldMk cId="11538981" sldId="285"/>
            <ac:spMk id="26" creationId="{BC29309A-C746-CEFA-1F92-B19888FA0A56}"/>
          </ac:spMkLst>
        </pc:spChg>
        <pc:spChg chg="mod">
          <ac:chgData name="Yash Jadhav" userId="535c3d6d-72b8-4f77-8155-55f939173cf2" providerId="ADAL" clId="{F33F88E0-3380-47C4-AFDE-F1AC050ADA82}" dt="2026-01-25T15:58:57.739" v="1910" actId="790"/>
          <ac:spMkLst>
            <pc:docMk/>
            <pc:sldMk cId="11538981" sldId="285"/>
            <ac:spMk id="27" creationId="{04E4500B-F5D0-FE5B-B829-AF06CD985190}"/>
          </ac:spMkLst>
        </pc:spChg>
        <pc:spChg chg="mod">
          <ac:chgData name="Yash Jadhav" userId="535c3d6d-72b8-4f77-8155-55f939173cf2" providerId="ADAL" clId="{F33F88E0-3380-47C4-AFDE-F1AC050ADA82}" dt="2026-01-25T15:58:57.741" v="1911" actId="790"/>
          <ac:spMkLst>
            <pc:docMk/>
            <pc:sldMk cId="11538981" sldId="285"/>
            <ac:spMk id="28" creationId="{8AD55D5B-533E-1A5E-8447-91DBB891B945}"/>
          </ac:spMkLst>
        </pc:spChg>
        <pc:spChg chg="mod">
          <ac:chgData name="Yash Jadhav" userId="535c3d6d-72b8-4f77-8155-55f939173cf2" providerId="ADAL" clId="{F33F88E0-3380-47C4-AFDE-F1AC050ADA82}" dt="2026-01-25T15:58:57.742" v="1912" actId="790"/>
          <ac:spMkLst>
            <pc:docMk/>
            <pc:sldMk cId="11538981" sldId="285"/>
            <ac:spMk id="29" creationId="{21B46A11-DFC1-D649-7CD0-63CEDBF49676}"/>
          </ac:spMkLst>
        </pc:spChg>
        <pc:spChg chg="mod">
          <ac:chgData name="Yash Jadhav" userId="535c3d6d-72b8-4f77-8155-55f939173cf2" providerId="ADAL" clId="{F33F88E0-3380-47C4-AFDE-F1AC050ADA82}" dt="2026-01-25T15:58:57.744" v="1913" actId="790"/>
          <ac:spMkLst>
            <pc:docMk/>
            <pc:sldMk cId="11538981" sldId="285"/>
            <ac:spMk id="30" creationId="{563D08B4-C984-A7DE-1BE6-502916286C25}"/>
          </ac:spMkLst>
        </pc:spChg>
        <pc:spChg chg="mod">
          <ac:chgData name="Yash Jadhav" userId="535c3d6d-72b8-4f77-8155-55f939173cf2" providerId="ADAL" clId="{F33F88E0-3380-47C4-AFDE-F1AC050ADA82}" dt="2026-01-25T15:58:57.745" v="1914" actId="790"/>
          <ac:spMkLst>
            <pc:docMk/>
            <pc:sldMk cId="11538981" sldId="285"/>
            <ac:spMk id="31" creationId="{81140004-A0E5-8007-1E7E-ABD820AB4577}"/>
          </ac:spMkLst>
        </pc:spChg>
        <pc:spChg chg="mod">
          <ac:chgData name="Yash Jadhav" userId="535c3d6d-72b8-4f77-8155-55f939173cf2" providerId="ADAL" clId="{F33F88E0-3380-47C4-AFDE-F1AC050ADA82}" dt="2026-01-25T15:58:57.748" v="1915" actId="790"/>
          <ac:spMkLst>
            <pc:docMk/>
            <pc:sldMk cId="11538981" sldId="285"/>
            <ac:spMk id="32" creationId="{D5B887F4-ACFF-58FD-1A5C-747159F3986D}"/>
          </ac:spMkLst>
        </pc:spChg>
        <pc:spChg chg="mod">
          <ac:chgData name="Yash Jadhav" userId="535c3d6d-72b8-4f77-8155-55f939173cf2" providerId="ADAL" clId="{F33F88E0-3380-47C4-AFDE-F1AC050ADA82}" dt="2026-01-25T15:58:57.750" v="1916" actId="790"/>
          <ac:spMkLst>
            <pc:docMk/>
            <pc:sldMk cId="11538981" sldId="285"/>
            <ac:spMk id="33" creationId="{4917BA2D-AA20-DE73-40F3-84DC9992E2D7}"/>
          </ac:spMkLst>
        </pc:spChg>
        <pc:spChg chg="mod">
          <ac:chgData name="Yash Jadhav" userId="535c3d6d-72b8-4f77-8155-55f939173cf2" providerId="ADAL" clId="{F33F88E0-3380-47C4-AFDE-F1AC050ADA82}" dt="2026-01-25T15:58:57.751" v="1917" actId="790"/>
          <ac:spMkLst>
            <pc:docMk/>
            <pc:sldMk cId="11538981" sldId="285"/>
            <ac:spMk id="34" creationId="{C0359BE8-608B-8D14-CAC6-74CF0916EE82}"/>
          </ac:spMkLst>
        </pc:spChg>
        <pc:spChg chg="mod">
          <ac:chgData name="Yash Jadhav" userId="535c3d6d-72b8-4f77-8155-55f939173cf2" providerId="ADAL" clId="{F33F88E0-3380-47C4-AFDE-F1AC050ADA82}" dt="2026-01-25T15:58:57.754" v="1918" actId="790"/>
          <ac:spMkLst>
            <pc:docMk/>
            <pc:sldMk cId="11538981" sldId="285"/>
            <ac:spMk id="36" creationId="{64427082-3869-3332-8536-8415E43BA05F}"/>
          </ac:spMkLst>
        </pc:spChg>
        <pc:spChg chg="mod">
          <ac:chgData name="Yash Jadhav" userId="535c3d6d-72b8-4f77-8155-55f939173cf2" providerId="ADAL" clId="{F33F88E0-3380-47C4-AFDE-F1AC050ADA82}" dt="2026-01-25T15:58:57.757" v="1919" actId="790"/>
          <ac:spMkLst>
            <pc:docMk/>
            <pc:sldMk cId="11538981" sldId="285"/>
            <ac:spMk id="37" creationId="{895E5801-1651-5FC4-31B8-B236E366BCE7}"/>
          </ac:spMkLst>
        </pc:spChg>
        <pc:spChg chg="mod">
          <ac:chgData name="Yash Jadhav" userId="535c3d6d-72b8-4f77-8155-55f939173cf2" providerId="ADAL" clId="{F33F88E0-3380-47C4-AFDE-F1AC050ADA82}" dt="2026-01-25T15:58:57.762" v="1920" actId="790"/>
          <ac:spMkLst>
            <pc:docMk/>
            <pc:sldMk cId="11538981" sldId="285"/>
            <ac:spMk id="40" creationId="{65AB7B17-0948-0597-FAF5-909C205DAF83}"/>
          </ac:spMkLst>
        </pc:spChg>
        <pc:spChg chg="mod">
          <ac:chgData name="Yash Jadhav" userId="535c3d6d-72b8-4f77-8155-55f939173cf2" providerId="ADAL" clId="{F33F88E0-3380-47C4-AFDE-F1AC050ADA82}" dt="2026-01-25T15:58:57.765" v="1921" actId="790"/>
          <ac:spMkLst>
            <pc:docMk/>
            <pc:sldMk cId="11538981" sldId="285"/>
            <ac:spMk id="42" creationId="{BC529CB2-1B5F-DC85-4118-5188C2EC3108}"/>
          </ac:spMkLst>
        </pc:spChg>
        <pc:spChg chg="add del mod">
          <ac:chgData name="Yash Jadhav" userId="535c3d6d-72b8-4f77-8155-55f939173cf2" providerId="ADAL" clId="{F33F88E0-3380-47C4-AFDE-F1AC050ADA82}" dt="2026-01-25T16:06:14.662" v="8413" actId="6264"/>
          <ac:spMkLst>
            <pc:docMk/>
            <pc:sldMk cId="11538981" sldId="285"/>
            <ac:spMk id="43" creationId="{DD558F9F-97CC-DF08-BF59-1CA30D0D394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1119959" sldId="286"/>
        </pc:sldMkLst>
        <pc:spChg chg="mod ord">
          <ac:chgData name="Yash Jadhav" userId="535c3d6d-72b8-4f77-8155-55f939173cf2" providerId="ADAL" clId="{F33F88E0-3380-47C4-AFDE-F1AC050ADA82}" dt="2026-01-25T16:06:14.662" v="8413" actId="6264"/>
          <ac:spMkLst>
            <pc:docMk/>
            <pc:sldMk cId="151119959" sldId="286"/>
            <ac:spMk id="2" creationId="{00000000-0000-0000-0000-000000000000}"/>
          </ac:spMkLst>
        </pc:spChg>
        <pc:spChg chg="mod">
          <ac:chgData name="Yash Jadhav" userId="535c3d6d-72b8-4f77-8155-55f939173cf2" providerId="ADAL" clId="{F33F88E0-3380-47C4-AFDE-F1AC050ADA82}" dt="2026-01-25T15:59:00.442" v="1937" actId="790"/>
          <ac:spMkLst>
            <pc:docMk/>
            <pc:sldMk cId="151119959" sldId="286"/>
            <ac:spMk id="3" creationId="{00000000-0000-0000-0000-000000000000}"/>
          </ac:spMkLst>
        </pc:spChg>
        <pc:spChg chg="mod">
          <ac:chgData name="Yash Jadhav" userId="535c3d6d-72b8-4f77-8155-55f939173cf2" providerId="ADAL" clId="{F33F88E0-3380-47C4-AFDE-F1AC050ADA82}" dt="2026-01-25T15:59:00.431" v="1933" actId="790"/>
          <ac:spMkLst>
            <pc:docMk/>
            <pc:sldMk cId="151119959" sldId="286"/>
            <ac:spMk id="4" creationId="{00000000-0000-0000-0000-000000000000}"/>
          </ac:spMkLst>
        </pc:spChg>
        <pc:spChg chg="mod">
          <ac:chgData name="Yash Jadhav" userId="535c3d6d-72b8-4f77-8155-55f939173cf2" providerId="ADAL" clId="{F33F88E0-3380-47C4-AFDE-F1AC050ADA82}" dt="2026-01-25T15:59:00.434" v="1934" actId="790"/>
          <ac:spMkLst>
            <pc:docMk/>
            <pc:sldMk cId="151119959" sldId="286"/>
            <ac:spMk id="5" creationId="{00000000-0000-0000-0000-000000000000}"/>
          </ac:spMkLst>
        </pc:spChg>
        <pc:spChg chg="mod">
          <ac:chgData name="Yash Jadhav" userId="535c3d6d-72b8-4f77-8155-55f939173cf2" providerId="ADAL" clId="{F33F88E0-3380-47C4-AFDE-F1AC050ADA82}" dt="2026-01-25T15:59:00.439" v="1936" actId="790"/>
          <ac:spMkLst>
            <pc:docMk/>
            <pc:sldMk cId="151119959" sldId="286"/>
            <ac:spMk id="6" creationId="{00000000-0000-0000-0000-000000000000}"/>
          </ac:spMkLst>
        </pc:spChg>
        <pc:spChg chg="add del mod">
          <ac:chgData name="Yash Jadhav" userId="535c3d6d-72b8-4f77-8155-55f939173cf2" providerId="ADAL" clId="{F33F88E0-3380-47C4-AFDE-F1AC050ADA82}" dt="2026-01-25T16:06:14.662" v="8413" actId="6264"/>
          <ac:spMkLst>
            <pc:docMk/>
            <pc:sldMk cId="151119959" sldId="286"/>
            <ac:spMk id="7" creationId="{D56DB334-F51C-4048-3667-C34C262C22C4}"/>
          </ac:spMkLst>
        </pc:spChg>
        <pc:spChg chg="mod">
          <ac:chgData name="Yash Jadhav" userId="535c3d6d-72b8-4f77-8155-55f939173cf2" providerId="ADAL" clId="{F33F88E0-3380-47C4-AFDE-F1AC050ADA82}" dt="2026-01-25T15:59:00.436" v="1935" actId="790"/>
          <ac:spMkLst>
            <pc:docMk/>
            <pc:sldMk cId="151119959" sldId="286"/>
            <ac:spMk id="9" creationId="{00000000-0000-0000-0000-000000000000}"/>
          </ac:spMkLst>
        </pc:spChg>
        <pc:spChg chg="mod">
          <ac:chgData name="Yash Jadhav" userId="535c3d6d-72b8-4f77-8155-55f939173cf2" providerId="ADAL" clId="{F33F88E0-3380-47C4-AFDE-F1AC050ADA82}" dt="2026-01-25T15:59:00.422" v="1929" actId="790"/>
          <ac:spMkLst>
            <pc:docMk/>
            <pc:sldMk cId="151119959" sldId="286"/>
            <ac:spMk id="16" creationId="{00000000-0000-0000-0000-000000000000}"/>
          </ac:spMkLst>
        </pc:spChg>
        <pc:spChg chg="mod">
          <ac:chgData name="Yash Jadhav" userId="535c3d6d-72b8-4f77-8155-55f939173cf2" providerId="ADAL" clId="{F33F88E0-3380-47C4-AFDE-F1AC050ADA82}" dt="2026-01-25T15:59:00.424" v="1930" actId="790"/>
          <ac:spMkLst>
            <pc:docMk/>
            <pc:sldMk cId="151119959" sldId="286"/>
            <ac:spMk id="17" creationId="{00000000-0000-0000-0000-000000000000}"/>
          </ac:spMkLst>
        </pc:spChg>
        <pc:spChg chg="mod">
          <ac:chgData name="Yash Jadhav" userId="535c3d6d-72b8-4f77-8155-55f939173cf2" providerId="ADAL" clId="{F33F88E0-3380-47C4-AFDE-F1AC050ADA82}" dt="2026-01-25T15:59:00.425" v="1931" actId="790"/>
          <ac:spMkLst>
            <pc:docMk/>
            <pc:sldMk cId="151119959" sldId="286"/>
            <ac:spMk id="18" creationId="{00000000-0000-0000-0000-000000000000}"/>
          </ac:spMkLst>
        </pc:spChg>
        <pc:spChg chg="mod">
          <ac:chgData name="Yash Jadhav" userId="535c3d6d-72b8-4f77-8155-55f939173cf2" providerId="ADAL" clId="{F33F88E0-3380-47C4-AFDE-F1AC050ADA82}" dt="2026-01-25T15:59:00.415" v="1926" actId="790"/>
          <ac:spMkLst>
            <pc:docMk/>
            <pc:sldMk cId="151119959" sldId="286"/>
            <ac:spMk id="20" creationId="{00000000-0000-0000-0000-000000000000}"/>
          </ac:spMkLst>
        </pc:spChg>
        <pc:spChg chg="mod">
          <ac:chgData name="Yash Jadhav" userId="535c3d6d-72b8-4f77-8155-55f939173cf2" providerId="ADAL" clId="{F33F88E0-3380-47C4-AFDE-F1AC050ADA82}" dt="2026-01-25T15:59:00.417" v="1927" actId="790"/>
          <ac:spMkLst>
            <pc:docMk/>
            <pc:sldMk cId="151119959" sldId="286"/>
            <ac:spMk id="21" creationId="{00000000-0000-0000-0000-000000000000}"/>
          </ac:spMkLst>
        </pc:spChg>
        <pc:spChg chg="mod">
          <ac:chgData name="Yash Jadhav" userId="535c3d6d-72b8-4f77-8155-55f939173cf2" providerId="ADAL" clId="{F33F88E0-3380-47C4-AFDE-F1AC050ADA82}" dt="2026-01-25T15:59:00.419" v="1928" actId="790"/>
          <ac:spMkLst>
            <pc:docMk/>
            <pc:sldMk cId="151119959" sldId="286"/>
            <ac:spMk id="22" creationId="{00000000-0000-0000-0000-000000000000}"/>
          </ac:spMkLst>
        </pc:spChg>
        <pc:spChg chg="mod">
          <ac:chgData name="Yash Jadhav" userId="535c3d6d-72b8-4f77-8155-55f939173cf2" providerId="ADAL" clId="{F33F88E0-3380-47C4-AFDE-F1AC050ADA82}" dt="2026-01-25T15:59:00.445" v="1938" actId="790"/>
          <ac:spMkLst>
            <pc:docMk/>
            <pc:sldMk cId="151119959" sldId="286"/>
            <ac:spMk id="23" creationId="{00000000-0000-0000-0000-000000000000}"/>
          </ac:spMkLst>
        </pc:spChg>
        <pc:spChg chg="mod">
          <ac:chgData name="Yash Jadhav" userId="535c3d6d-72b8-4f77-8155-55f939173cf2" providerId="ADAL" clId="{F33F88E0-3380-47C4-AFDE-F1AC050ADA82}" dt="2026-01-25T15:59:00.447" v="1939" actId="790"/>
          <ac:spMkLst>
            <pc:docMk/>
            <pc:sldMk cId="151119959" sldId="286"/>
            <ac:spMk id="24" creationId="{00000000-0000-0000-0000-000000000000}"/>
          </ac:spMkLst>
        </pc:spChg>
        <pc:spChg chg="mod">
          <ac:chgData name="Yash Jadhav" userId="535c3d6d-72b8-4f77-8155-55f939173cf2" providerId="ADAL" clId="{F33F88E0-3380-47C4-AFDE-F1AC050ADA82}" dt="2026-01-25T15:59:00.891" v="1946" actId="27636"/>
          <ac:spMkLst>
            <pc:docMk/>
            <pc:sldMk cId="151119959" sldId="286"/>
            <ac:spMk id="25" creationId="{00000000-0000-0000-0000-000000000000}"/>
          </ac:spMkLst>
        </pc:spChg>
        <pc:spChg chg="mod">
          <ac:chgData name="Yash Jadhav" userId="535c3d6d-72b8-4f77-8155-55f939173cf2" providerId="ADAL" clId="{F33F88E0-3380-47C4-AFDE-F1AC050ADA82}" dt="2026-01-25T15:59:00.495" v="1941" actId="790"/>
          <ac:spMkLst>
            <pc:docMk/>
            <pc:sldMk cId="151119959" sldId="286"/>
            <ac:spMk id="26" creationId="{00000000-0000-0000-0000-000000000000}"/>
          </ac:spMkLst>
        </pc:spChg>
        <pc:spChg chg="mod">
          <ac:chgData name="Yash Jadhav" userId="535c3d6d-72b8-4f77-8155-55f939173cf2" providerId="ADAL" clId="{F33F88E0-3380-47C4-AFDE-F1AC050ADA82}" dt="2026-01-25T15:59:00.497" v="1942" actId="790"/>
          <ac:spMkLst>
            <pc:docMk/>
            <pc:sldMk cId="151119959" sldId="286"/>
            <ac:spMk id="28" creationId="{9D72DE51-AFAB-57BF-659F-980D21F4D43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83085926" sldId="287"/>
        </pc:sldMkLst>
        <pc:spChg chg="add del mod">
          <ac:chgData name="Yash Jadhav" userId="535c3d6d-72b8-4f77-8155-55f939173cf2" providerId="ADAL" clId="{F33F88E0-3380-47C4-AFDE-F1AC050ADA82}" dt="2026-01-25T16:06:14.662" v="8413" actId="6264"/>
          <ac:spMkLst>
            <pc:docMk/>
            <pc:sldMk cId="2983085926" sldId="287"/>
            <ac:spMk id="2" creationId="{E357A085-8612-2BE0-9AC9-8F5AA97B2EDF}"/>
          </ac:spMkLst>
        </pc:spChg>
        <pc:spChg chg="mod ord">
          <ac:chgData name="Yash Jadhav" userId="535c3d6d-72b8-4f77-8155-55f939173cf2" providerId="ADAL" clId="{F33F88E0-3380-47C4-AFDE-F1AC050ADA82}" dt="2026-01-25T16:06:14.662" v="8413" actId="6264"/>
          <ac:spMkLst>
            <pc:docMk/>
            <pc:sldMk cId="2983085926" sldId="287"/>
            <ac:spMk id="3" creationId="{BE206E82-30B2-4B26-8B7B-DD9E0D9A367A}"/>
          </ac:spMkLst>
        </pc:spChg>
        <pc:spChg chg="mod">
          <ac:chgData name="Yash Jadhav" userId="535c3d6d-72b8-4f77-8155-55f939173cf2" providerId="ADAL" clId="{F33F88E0-3380-47C4-AFDE-F1AC050ADA82}" dt="2026-01-25T15:59:02.088" v="1949" actId="790"/>
          <ac:spMkLst>
            <pc:docMk/>
            <pc:sldMk cId="2983085926" sldId="287"/>
            <ac:spMk id="6" creationId="{C9AC2D4D-56DC-4300-B349-6132E22AB30E}"/>
          </ac:spMkLst>
        </pc:spChg>
        <pc:spChg chg="mod">
          <ac:chgData name="Yash Jadhav" userId="535c3d6d-72b8-4f77-8155-55f939173cf2" providerId="ADAL" clId="{F33F88E0-3380-47C4-AFDE-F1AC050ADA82}" dt="2026-01-25T15:59:02.090" v="1950" actId="790"/>
          <ac:spMkLst>
            <pc:docMk/>
            <pc:sldMk cId="2983085926" sldId="287"/>
            <ac:spMk id="7" creationId="{EF977063-DAD1-41F2-841C-D295FE801E57}"/>
          </ac:spMkLst>
        </pc:spChg>
        <pc:spChg chg="mod">
          <ac:chgData name="Yash Jadhav" userId="535c3d6d-72b8-4f77-8155-55f939173cf2" providerId="ADAL" clId="{F33F88E0-3380-47C4-AFDE-F1AC050ADA82}" dt="2026-01-25T15:59:02.092" v="1951" actId="790"/>
          <ac:spMkLst>
            <pc:docMk/>
            <pc:sldMk cId="2983085926" sldId="287"/>
            <ac:spMk id="8" creationId="{2D3237A0-3C7E-451C-BC8A-2A88D05BF80F}"/>
          </ac:spMkLst>
        </pc:spChg>
        <pc:spChg chg="mod">
          <ac:chgData name="Yash Jadhav" userId="535c3d6d-72b8-4f77-8155-55f939173cf2" providerId="ADAL" clId="{F33F88E0-3380-47C4-AFDE-F1AC050ADA82}" dt="2026-01-25T15:59:02.096" v="1952" actId="790"/>
          <ac:spMkLst>
            <pc:docMk/>
            <pc:sldMk cId="2983085926" sldId="287"/>
            <ac:spMk id="9" creationId="{6523CC95-E9AA-4DAA-9CF8-627BFB2BF2B1}"/>
          </ac:spMkLst>
        </pc:spChg>
        <pc:spChg chg="mod">
          <ac:chgData name="Yash Jadhav" userId="535c3d6d-72b8-4f77-8155-55f939173cf2" providerId="ADAL" clId="{F33F88E0-3380-47C4-AFDE-F1AC050ADA82}" dt="2026-01-25T15:59:02.098" v="1953" actId="790"/>
          <ac:spMkLst>
            <pc:docMk/>
            <pc:sldMk cId="2983085926" sldId="287"/>
            <ac:spMk id="10" creationId="{C7BA36E9-03D0-47E9-A532-E8D3967751E0}"/>
          </ac:spMkLst>
        </pc:spChg>
        <pc:spChg chg="mod">
          <ac:chgData name="Yash Jadhav" userId="535c3d6d-72b8-4f77-8155-55f939173cf2" providerId="ADAL" clId="{F33F88E0-3380-47C4-AFDE-F1AC050ADA82}" dt="2026-01-25T15:59:02.101" v="1954" actId="790"/>
          <ac:spMkLst>
            <pc:docMk/>
            <pc:sldMk cId="2983085926" sldId="287"/>
            <ac:spMk id="11" creationId="{35C2B7D4-4EF4-4B39-AAEB-842F9746D077}"/>
          </ac:spMkLst>
        </pc:spChg>
        <pc:spChg chg="mod">
          <ac:chgData name="Yash Jadhav" userId="535c3d6d-72b8-4f77-8155-55f939173cf2" providerId="ADAL" clId="{F33F88E0-3380-47C4-AFDE-F1AC050ADA82}" dt="2026-01-25T15:59:02.104" v="1955" actId="790"/>
          <ac:spMkLst>
            <pc:docMk/>
            <pc:sldMk cId="2983085926" sldId="287"/>
            <ac:spMk id="12" creationId="{DBA1CF70-BE0F-4FA3-888E-890FB8D58F8B}"/>
          </ac:spMkLst>
        </pc:spChg>
        <pc:spChg chg="mod">
          <ac:chgData name="Yash Jadhav" userId="535c3d6d-72b8-4f77-8155-55f939173cf2" providerId="ADAL" clId="{F33F88E0-3380-47C4-AFDE-F1AC050ADA82}" dt="2026-01-25T15:59:02.106" v="1956" actId="790"/>
          <ac:spMkLst>
            <pc:docMk/>
            <pc:sldMk cId="2983085926" sldId="287"/>
            <ac:spMk id="13" creationId="{51426FE6-8C92-4F0D-8C82-48003BEFF5BB}"/>
          </ac:spMkLst>
        </pc:spChg>
        <pc:spChg chg="mod">
          <ac:chgData name="Yash Jadhav" userId="535c3d6d-72b8-4f77-8155-55f939173cf2" providerId="ADAL" clId="{F33F88E0-3380-47C4-AFDE-F1AC050ADA82}" dt="2026-01-25T15:59:02.111" v="1957" actId="790"/>
          <ac:spMkLst>
            <pc:docMk/>
            <pc:sldMk cId="2983085926" sldId="287"/>
            <ac:spMk id="14" creationId="{3D838062-FF22-4DFA-A43A-D19156ED7485}"/>
          </ac:spMkLst>
        </pc:spChg>
        <pc:spChg chg="mod">
          <ac:chgData name="Yash Jadhav" userId="535c3d6d-72b8-4f77-8155-55f939173cf2" providerId="ADAL" clId="{F33F88E0-3380-47C4-AFDE-F1AC050ADA82}" dt="2026-01-25T15:59:02.114" v="1958" actId="790"/>
          <ac:spMkLst>
            <pc:docMk/>
            <pc:sldMk cId="2983085926" sldId="287"/>
            <ac:spMk id="15" creationId="{920C2807-6D06-4463-8BF2-F7AB3ABE374E}"/>
          </ac:spMkLst>
        </pc:spChg>
        <pc:spChg chg="mod">
          <ac:chgData name="Yash Jadhav" userId="535c3d6d-72b8-4f77-8155-55f939173cf2" providerId="ADAL" clId="{F33F88E0-3380-47C4-AFDE-F1AC050ADA82}" dt="2026-01-25T15:59:02.117" v="1959" actId="790"/>
          <ac:spMkLst>
            <pc:docMk/>
            <pc:sldMk cId="2983085926" sldId="287"/>
            <ac:spMk id="16" creationId="{F50E0E35-C4DF-4194-94E0-0493B87844F2}"/>
          </ac:spMkLst>
        </pc:spChg>
        <pc:spChg chg="mod">
          <ac:chgData name="Yash Jadhav" userId="535c3d6d-72b8-4f77-8155-55f939173cf2" providerId="ADAL" clId="{F33F88E0-3380-47C4-AFDE-F1AC050ADA82}" dt="2026-01-25T15:59:02.121" v="1960" actId="790"/>
          <ac:spMkLst>
            <pc:docMk/>
            <pc:sldMk cId="2983085926" sldId="287"/>
            <ac:spMk id="17" creationId="{47E4BB67-09BB-4B14-AD7E-358E67D601B9}"/>
          </ac:spMkLst>
        </pc:spChg>
        <pc:spChg chg="mod">
          <ac:chgData name="Yash Jadhav" userId="535c3d6d-72b8-4f77-8155-55f939173cf2" providerId="ADAL" clId="{F33F88E0-3380-47C4-AFDE-F1AC050ADA82}" dt="2026-01-25T15:59:02.125" v="1961" actId="790"/>
          <ac:spMkLst>
            <pc:docMk/>
            <pc:sldMk cId="2983085926" sldId="287"/>
            <ac:spMk id="18" creationId="{0B6D00BA-D29A-4B0C-945E-3BD878AEA1B9}"/>
          </ac:spMkLst>
        </pc:spChg>
        <pc:spChg chg="mod">
          <ac:chgData name="Yash Jadhav" userId="535c3d6d-72b8-4f77-8155-55f939173cf2" providerId="ADAL" clId="{F33F88E0-3380-47C4-AFDE-F1AC050ADA82}" dt="2026-01-25T15:59:02.130" v="1962" actId="790"/>
          <ac:spMkLst>
            <pc:docMk/>
            <pc:sldMk cId="2983085926" sldId="287"/>
            <ac:spMk id="19" creationId="{B33742E0-1AD3-4A5C-B5BE-F7252C1B9B91}"/>
          </ac:spMkLst>
        </pc:spChg>
        <pc:spChg chg="mod">
          <ac:chgData name="Yash Jadhav" userId="535c3d6d-72b8-4f77-8155-55f939173cf2" providerId="ADAL" clId="{F33F88E0-3380-47C4-AFDE-F1AC050ADA82}" dt="2026-01-25T15:59:02.132" v="1963" actId="790"/>
          <ac:spMkLst>
            <pc:docMk/>
            <pc:sldMk cId="2983085926" sldId="287"/>
            <ac:spMk id="20" creationId="{BF80DE7B-B4A0-421A-85C1-AE55DC12FAF9}"/>
          </ac:spMkLst>
        </pc:spChg>
        <pc:spChg chg="mod">
          <ac:chgData name="Yash Jadhav" userId="535c3d6d-72b8-4f77-8155-55f939173cf2" providerId="ADAL" clId="{F33F88E0-3380-47C4-AFDE-F1AC050ADA82}" dt="2026-01-25T15:59:02.133" v="1964" actId="790"/>
          <ac:spMkLst>
            <pc:docMk/>
            <pc:sldMk cId="2983085926" sldId="287"/>
            <ac:spMk id="21" creationId="{DBF8327E-E480-4332-850A-F5F56AFAE068}"/>
          </ac:spMkLst>
        </pc:spChg>
        <pc:spChg chg="mod">
          <ac:chgData name="Yash Jadhav" userId="535c3d6d-72b8-4f77-8155-55f939173cf2" providerId="ADAL" clId="{F33F88E0-3380-47C4-AFDE-F1AC050ADA82}" dt="2026-01-25T15:59:02.136" v="1965" actId="790"/>
          <ac:spMkLst>
            <pc:docMk/>
            <pc:sldMk cId="2983085926" sldId="287"/>
            <ac:spMk id="22" creationId="{40805B7C-1890-4A3B-B263-9AF0CCB79BFF}"/>
          </ac:spMkLst>
        </pc:spChg>
        <pc:spChg chg="mod">
          <ac:chgData name="Yash Jadhav" userId="535c3d6d-72b8-4f77-8155-55f939173cf2" providerId="ADAL" clId="{F33F88E0-3380-47C4-AFDE-F1AC050ADA82}" dt="2026-01-25T15:59:02.140" v="1966" actId="790"/>
          <ac:spMkLst>
            <pc:docMk/>
            <pc:sldMk cId="2983085926" sldId="287"/>
            <ac:spMk id="23" creationId="{387E8B12-EC2C-41B6-95F4-3E4FBA215D25}"/>
          </ac:spMkLst>
        </pc:spChg>
        <pc:spChg chg="mod">
          <ac:chgData name="Yash Jadhav" userId="535c3d6d-72b8-4f77-8155-55f939173cf2" providerId="ADAL" clId="{F33F88E0-3380-47C4-AFDE-F1AC050ADA82}" dt="2026-01-25T15:59:02.148" v="1970" actId="790"/>
          <ac:spMkLst>
            <pc:docMk/>
            <pc:sldMk cId="2983085926" sldId="287"/>
            <ac:spMk id="25" creationId="{B621813F-0D41-46B6-9EA9-69C7336E23E5}"/>
          </ac:spMkLst>
        </pc:spChg>
        <pc:spChg chg="mod">
          <ac:chgData name="Yash Jadhav" userId="535c3d6d-72b8-4f77-8155-55f939173cf2" providerId="ADAL" clId="{F33F88E0-3380-47C4-AFDE-F1AC050ADA82}" dt="2026-01-25T15:59:02.149" v="1971" actId="790"/>
          <ac:spMkLst>
            <pc:docMk/>
            <pc:sldMk cId="2983085926" sldId="287"/>
            <ac:spMk id="26" creationId="{13242CDB-DC2B-4074-ADC2-7C8D3580BEC8}"/>
          </ac:spMkLst>
        </pc:spChg>
        <pc:spChg chg="mod">
          <ac:chgData name="Yash Jadhav" userId="535c3d6d-72b8-4f77-8155-55f939173cf2" providerId="ADAL" clId="{F33F88E0-3380-47C4-AFDE-F1AC050ADA82}" dt="2026-01-25T15:59:02.151" v="1972" actId="790"/>
          <ac:spMkLst>
            <pc:docMk/>
            <pc:sldMk cId="2983085926" sldId="287"/>
            <ac:spMk id="27" creationId="{4CA6E12A-87C5-47D7-9E43-0916154B9A9A}"/>
          </ac:spMkLst>
        </pc:spChg>
        <pc:spChg chg="mod">
          <ac:chgData name="Yash Jadhav" userId="535c3d6d-72b8-4f77-8155-55f939173cf2" providerId="ADAL" clId="{F33F88E0-3380-47C4-AFDE-F1AC050ADA82}" dt="2026-01-25T15:59:02.153" v="1973" actId="790"/>
          <ac:spMkLst>
            <pc:docMk/>
            <pc:sldMk cId="2983085926" sldId="287"/>
            <ac:spMk id="28" creationId="{06C706AF-4729-4405-B694-FA5BCF5740B5}"/>
          </ac:spMkLst>
        </pc:spChg>
        <pc:spChg chg="mod">
          <ac:chgData name="Yash Jadhav" userId="535c3d6d-72b8-4f77-8155-55f939173cf2" providerId="ADAL" clId="{F33F88E0-3380-47C4-AFDE-F1AC050ADA82}" dt="2026-01-25T15:59:02.154" v="1974" actId="790"/>
          <ac:spMkLst>
            <pc:docMk/>
            <pc:sldMk cId="2983085926" sldId="287"/>
            <ac:spMk id="29" creationId="{0113FE45-013D-48B0-A550-1555DCA2FAD0}"/>
          </ac:spMkLst>
        </pc:spChg>
        <pc:spChg chg="mod">
          <ac:chgData name="Yash Jadhav" userId="535c3d6d-72b8-4f77-8155-55f939173cf2" providerId="ADAL" clId="{F33F88E0-3380-47C4-AFDE-F1AC050ADA82}" dt="2026-01-25T15:59:02.156" v="1975" actId="790"/>
          <ac:spMkLst>
            <pc:docMk/>
            <pc:sldMk cId="2983085926" sldId="287"/>
            <ac:spMk id="30" creationId="{D850CED6-223A-4860-8FBA-1905494D0678}"/>
          </ac:spMkLst>
        </pc:spChg>
        <pc:spChg chg="mod">
          <ac:chgData name="Yash Jadhav" userId="535c3d6d-72b8-4f77-8155-55f939173cf2" providerId="ADAL" clId="{F33F88E0-3380-47C4-AFDE-F1AC050ADA82}" dt="2026-01-25T15:59:02.158" v="1976" actId="790"/>
          <ac:spMkLst>
            <pc:docMk/>
            <pc:sldMk cId="2983085926" sldId="287"/>
            <ac:spMk id="31" creationId="{D47B835F-73E4-43E7-A8AC-599CDA12F8B0}"/>
          </ac:spMkLst>
        </pc:spChg>
        <pc:spChg chg="mod">
          <ac:chgData name="Yash Jadhav" userId="535c3d6d-72b8-4f77-8155-55f939173cf2" providerId="ADAL" clId="{F33F88E0-3380-47C4-AFDE-F1AC050ADA82}" dt="2026-01-25T15:59:02.143" v="1967" actId="790"/>
          <ac:spMkLst>
            <pc:docMk/>
            <pc:sldMk cId="2983085926" sldId="287"/>
            <ac:spMk id="32" creationId="{9A770132-2B31-4979-9244-7D1DFAC93556}"/>
          </ac:spMkLst>
        </pc:spChg>
        <pc:spChg chg="mod">
          <ac:chgData name="Yash Jadhav" userId="535c3d6d-72b8-4f77-8155-55f939173cf2" providerId="ADAL" clId="{F33F88E0-3380-47C4-AFDE-F1AC050ADA82}" dt="2026-01-25T15:59:02.145" v="1968" actId="790"/>
          <ac:spMkLst>
            <pc:docMk/>
            <pc:sldMk cId="2983085926" sldId="287"/>
            <ac:spMk id="33" creationId="{DFC8A840-6252-4195-B51D-94BD1C280A3A}"/>
          </ac:spMkLst>
        </pc:spChg>
        <pc:spChg chg="mod">
          <ac:chgData name="Yash Jadhav" userId="535c3d6d-72b8-4f77-8155-55f939173cf2" providerId="ADAL" clId="{F33F88E0-3380-47C4-AFDE-F1AC050ADA82}" dt="2026-01-25T15:59:02.146" v="1969" actId="790"/>
          <ac:spMkLst>
            <pc:docMk/>
            <pc:sldMk cId="2983085926" sldId="287"/>
            <ac:spMk id="34" creationId="{F7D4FAA5-BB6F-4520-881B-69E6C7E0BA76}"/>
          </ac:spMkLst>
        </pc:spChg>
        <pc:spChg chg="mod">
          <ac:chgData name="Yash Jadhav" userId="535c3d6d-72b8-4f77-8155-55f939173cf2" providerId="ADAL" clId="{F33F88E0-3380-47C4-AFDE-F1AC050ADA82}" dt="2026-01-25T15:59:02.164" v="1977" actId="790"/>
          <ac:spMkLst>
            <pc:docMk/>
            <pc:sldMk cId="2983085926" sldId="287"/>
            <ac:spMk id="35" creationId="{1C65FCFF-02D3-4F8F-8D3A-B25A61C02097}"/>
          </ac:spMkLst>
        </pc:spChg>
        <pc:spChg chg="mod">
          <ac:chgData name="Yash Jadhav" userId="535c3d6d-72b8-4f77-8155-55f939173cf2" providerId="ADAL" clId="{F33F88E0-3380-47C4-AFDE-F1AC050ADA82}" dt="2026-01-25T15:59:02.172" v="1978" actId="790"/>
          <ac:spMkLst>
            <pc:docMk/>
            <pc:sldMk cId="2983085926" sldId="287"/>
            <ac:spMk id="36" creationId="{00440BE7-C93A-40A7-9D20-D1C496991C2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85466976" sldId="288"/>
        </pc:sldMkLst>
        <pc:spChg chg="mod ord">
          <ac:chgData name="Yash Jadhav" userId="535c3d6d-72b8-4f77-8155-55f939173cf2" providerId="ADAL" clId="{F33F88E0-3380-47C4-AFDE-F1AC050ADA82}" dt="2026-01-25T16:06:14.662" v="8413" actId="6264"/>
          <ac:spMkLst>
            <pc:docMk/>
            <pc:sldMk cId="3285466976" sldId="288"/>
            <ac:spMk id="2" creationId="{BF6BCA02-394B-48DC-0E18-D1D49B35AF56}"/>
          </ac:spMkLst>
        </pc:spChg>
        <pc:spChg chg="mod">
          <ac:chgData name="Yash Jadhav" userId="535c3d6d-72b8-4f77-8155-55f939173cf2" providerId="ADAL" clId="{F33F88E0-3380-47C4-AFDE-F1AC050ADA82}" dt="2026-01-25T15:59:04.326" v="1984" actId="790"/>
          <ac:spMkLst>
            <pc:docMk/>
            <pc:sldMk cId="3285466976" sldId="288"/>
            <ac:spMk id="3" creationId="{643A7BB9-702B-BA19-83B2-F63D3165D6C8}"/>
          </ac:spMkLst>
        </pc:spChg>
        <pc:spChg chg="mod">
          <ac:chgData name="Yash Jadhav" userId="535c3d6d-72b8-4f77-8155-55f939173cf2" providerId="ADAL" clId="{F33F88E0-3380-47C4-AFDE-F1AC050ADA82}" dt="2026-01-25T15:59:04.329" v="1985" actId="790"/>
          <ac:spMkLst>
            <pc:docMk/>
            <pc:sldMk cId="3285466976" sldId="288"/>
            <ac:spMk id="5" creationId="{0F848B62-43E9-1394-BEB8-53CF7021B2BB}"/>
          </ac:spMkLst>
        </pc:spChg>
        <pc:spChg chg="mod">
          <ac:chgData name="Yash Jadhav" userId="535c3d6d-72b8-4f77-8155-55f939173cf2" providerId="ADAL" clId="{F33F88E0-3380-47C4-AFDE-F1AC050ADA82}" dt="2026-01-25T15:59:04.332" v="1986" actId="790"/>
          <ac:spMkLst>
            <pc:docMk/>
            <pc:sldMk cId="3285466976" sldId="288"/>
            <ac:spMk id="6" creationId="{2A7D9E28-1527-C97B-50A7-9A573CD5F54A}"/>
          </ac:spMkLst>
        </pc:spChg>
        <pc:spChg chg="mod">
          <ac:chgData name="Yash Jadhav" userId="535c3d6d-72b8-4f77-8155-55f939173cf2" providerId="ADAL" clId="{F33F88E0-3380-47C4-AFDE-F1AC050ADA82}" dt="2026-01-25T15:59:04.334" v="1987" actId="790"/>
          <ac:spMkLst>
            <pc:docMk/>
            <pc:sldMk cId="3285466976" sldId="288"/>
            <ac:spMk id="7" creationId="{4DF475F0-D50B-D50B-1B4D-AF76FE7942B2}"/>
          </ac:spMkLst>
        </pc:spChg>
        <pc:spChg chg="mod">
          <ac:chgData name="Yash Jadhav" userId="535c3d6d-72b8-4f77-8155-55f939173cf2" providerId="ADAL" clId="{F33F88E0-3380-47C4-AFDE-F1AC050ADA82}" dt="2026-01-25T15:59:04.336" v="1988" actId="790"/>
          <ac:spMkLst>
            <pc:docMk/>
            <pc:sldMk cId="3285466976" sldId="288"/>
            <ac:spMk id="8" creationId="{4D68A5BD-57F9-C9CF-83AA-EE3B18DDADDE}"/>
          </ac:spMkLst>
        </pc:spChg>
        <pc:spChg chg="mod">
          <ac:chgData name="Yash Jadhav" userId="535c3d6d-72b8-4f77-8155-55f939173cf2" providerId="ADAL" clId="{F33F88E0-3380-47C4-AFDE-F1AC050ADA82}" dt="2026-01-25T15:59:04.339" v="1989" actId="790"/>
          <ac:spMkLst>
            <pc:docMk/>
            <pc:sldMk cId="3285466976" sldId="288"/>
            <ac:spMk id="9" creationId="{A877A88C-95BE-D327-5FD2-407AA2A138E5}"/>
          </ac:spMkLst>
        </pc:spChg>
        <pc:spChg chg="mod">
          <ac:chgData name="Yash Jadhav" userId="535c3d6d-72b8-4f77-8155-55f939173cf2" providerId="ADAL" clId="{F33F88E0-3380-47C4-AFDE-F1AC050ADA82}" dt="2026-01-25T15:59:04.341" v="1990" actId="790"/>
          <ac:spMkLst>
            <pc:docMk/>
            <pc:sldMk cId="3285466976" sldId="288"/>
            <ac:spMk id="10" creationId="{1A217774-C97F-3CC9-311E-E3464E35D5A3}"/>
          </ac:spMkLst>
        </pc:spChg>
        <pc:spChg chg="mod">
          <ac:chgData name="Yash Jadhav" userId="535c3d6d-72b8-4f77-8155-55f939173cf2" providerId="ADAL" clId="{F33F88E0-3380-47C4-AFDE-F1AC050ADA82}" dt="2026-01-25T15:59:04.343" v="1991" actId="790"/>
          <ac:spMkLst>
            <pc:docMk/>
            <pc:sldMk cId="3285466976" sldId="288"/>
            <ac:spMk id="11" creationId="{64AD1085-7398-F5E7-7706-2BD987F0ABE7}"/>
          </ac:spMkLst>
        </pc:spChg>
        <pc:spChg chg="mod">
          <ac:chgData name="Yash Jadhav" userId="535c3d6d-72b8-4f77-8155-55f939173cf2" providerId="ADAL" clId="{F33F88E0-3380-47C4-AFDE-F1AC050ADA82}" dt="2026-01-25T15:59:04.347" v="1992" actId="790"/>
          <ac:spMkLst>
            <pc:docMk/>
            <pc:sldMk cId="3285466976" sldId="288"/>
            <ac:spMk id="12" creationId="{F3C4DB67-BCF0-65B4-37C1-041700782807}"/>
          </ac:spMkLst>
        </pc:spChg>
        <pc:spChg chg="mod">
          <ac:chgData name="Yash Jadhav" userId="535c3d6d-72b8-4f77-8155-55f939173cf2" providerId="ADAL" clId="{F33F88E0-3380-47C4-AFDE-F1AC050ADA82}" dt="2026-01-25T15:59:04.349" v="1993" actId="790"/>
          <ac:spMkLst>
            <pc:docMk/>
            <pc:sldMk cId="3285466976" sldId="288"/>
            <ac:spMk id="13" creationId="{28384043-36A3-0532-862D-86575076CA02}"/>
          </ac:spMkLst>
        </pc:spChg>
        <pc:spChg chg="mod">
          <ac:chgData name="Yash Jadhav" userId="535c3d6d-72b8-4f77-8155-55f939173cf2" providerId="ADAL" clId="{F33F88E0-3380-47C4-AFDE-F1AC050ADA82}" dt="2026-01-25T15:59:04.350" v="1994" actId="790"/>
          <ac:spMkLst>
            <pc:docMk/>
            <pc:sldMk cId="3285466976" sldId="288"/>
            <ac:spMk id="14" creationId="{3D625321-E430-43A1-7D7C-BCFBD703F581}"/>
          </ac:spMkLst>
        </pc:spChg>
        <pc:spChg chg="mod">
          <ac:chgData name="Yash Jadhav" userId="535c3d6d-72b8-4f77-8155-55f939173cf2" providerId="ADAL" clId="{F33F88E0-3380-47C4-AFDE-F1AC050ADA82}" dt="2026-01-25T15:59:04.352" v="1995" actId="790"/>
          <ac:spMkLst>
            <pc:docMk/>
            <pc:sldMk cId="3285466976" sldId="288"/>
            <ac:spMk id="15" creationId="{C677F8D9-8664-4C84-625C-B1C9EC6069A4}"/>
          </ac:spMkLst>
        </pc:spChg>
        <pc:spChg chg="mod">
          <ac:chgData name="Yash Jadhav" userId="535c3d6d-72b8-4f77-8155-55f939173cf2" providerId="ADAL" clId="{F33F88E0-3380-47C4-AFDE-F1AC050ADA82}" dt="2026-01-25T15:59:04.354" v="1996" actId="790"/>
          <ac:spMkLst>
            <pc:docMk/>
            <pc:sldMk cId="3285466976" sldId="288"/>
            <ac:spMk id="16" creationId="{E1A24E76-48BE-0258-628E-CA808A5D430C}"/>
          </ac:spMkLst>
        </pc:spChg>
        <pc:spChg chg="mod">
          <ac:chgData name="Yash Jadhav" userId="535c3d6d-72b8-4f77-8155-55f939173cf2" providerId="ADAL" clId="{F33F88E0-3380-47C4-AFDE-F1AC050ADA82}" dt="2026-01-25T15:59:04.357" v="1997" actId="790"/>
          <ac:spMkLst>
            <pc:docMk/>
            <pc:sldMk cId="3285466976" sldId="288"/>
            <ac:spMk id="18" creationId="{73D8DDCE-F276-0A0A-C3F9-F3AE260447E5}"/>
          </ac:spMkLst>
        </pc:spChg>
        <pc:spChg chg="mod">
          <ac:chgData name="Yash Jadhav" userId="535c3d6d-72b8-4f77-8155-55f939173cf2" providerId="ADAL" clId="{F33F88E0-3380-47C4-AFDE-F1AC050ADA82}" dt="2026-01-25T15:59:04.361" v="1998" actId="790"/>
          <ac:spMkLst>
            <pc:docMk/>
            <pc:sldMk cId="3285466976" sldId="288"/>
            <ac:spMk id="19" creationId="{031B0C1B-01E1-B455-E75C-D8441C8732F7}"/>
          </ac:spMkLst>
        </pc:spChg>
        <pc:spChg chg="mod">
          <ac:chgData name="Yash Jadhav" userId="535c3d6d-72b8-4f77-8155-55f939173cf2" providerId="ADAL" clId="{F33F88E0-3380-47C4-AFDE-F1AC050ADA82}" dt="2026-01-25T15:59:04.363" v="1999" actId="790"/>
          <ac:spMkLst>
            <pc:docMk/>
            <pc:sldMk cId="3285466976" sldId="288"/>
            <ac:spMk id="20" creationId="{DF78A5CF-B461-A2B8-B05B-9C121AF0EBE1}"/>
          </ac:spMkLst>
        </pc:spChg>
        <pc:spChg chg="mod">
          <ac:chgData name="Yash Jadhav" userId="535c3d6d-72b8-4f77-8155-55f939173cf2" providerId="ADAL" clId="{F33F88E0-3380-47C4-AFDE-F1AC050ADA82}" dt="2026-01-25T15:59:04.367" v="2000" actId="790"/>
          <ac:spMkLst>
            <pc:docMk/>
            <pc:sldMk cId="3285466976" sldId="288"/>
            <ac:spMk id="21" creationId="{22D3C6E9-7860-200B-0704-7C358BFCAF0F}"/>
          </ac:spMkLst>
        </pc:spChg>
        <pc:spChg chg="mod">
          <ac:chgData name="Yash Jadhav" userId="535c3d6d-72b8-4f77-8155-55f939173cf2" providerId="ADAL" clId="{F33F88E0-3380-47C4-AFDE-F1AC050ADA82}" dt="2026-01-25T15:59:04.370" v="2001" actId="790"/>
          <ac:spMkLst>
            <pc:docMk/>
            <pc:sldMk cId="3285466976" sldId="288"/>
            <ac:spMk id="22" creationId="{745F98F2-213B-0ABF-67F2-08094733EF9C}"/>
          </ac:spMkLst>
        </pc:spChg>
        <pc:spChg chg="mod">
          <ac:chgData name="Yash Jadhav" userId="535c3d6d-72b8-4f77-8155-55f939173cf2" providerId="ADAL" clId="{F33F88E0-3380-47C4-AFDE-F1AC050ADA82}" dt="2026-01-25T15:59:04.374" v="2002" actId="790"/>
          <ac:spMkLst>
            <pc:docMk/>
            <pc:sldMk cId="3285466976" sldId="288"/>
            <ac:spMk id="23" creationId="{32324083-0E92-FA0F-A398-5B2F7E2ADF17}"/>
          </ac:spMkLst>
        </pc:spChg>
        <pc:spChg chg="mod">
          <ac:chgData name="Yash Jadhav" userId="535c3d6d-72b8-4f77-8155-55f939173cf2" providerId="ADAL" clId="{F33F88E0-3380-47C4-AFDE-F1AC050ADA82}" dt="2026-01-25T15:59:04.377" v="2003" actId="790"/>
          <ac:spMkLst>
            <pc:docMk/>
            <pc:sldMk cId="3285466976" sldId="288"/>
            <ac:spMk id="24" creationId="{9DB5470A-5882-37F5-7EA0-72624C077D47}"/>
          </ac:spMkLst>
        </pc:spChg>
        <pc:spChg chg="mod">
          <ac:chgData name="Yash Jadhav" userId="535c3d6d-72b8-4f77-8155-55f939173cf2" providerId="ADAL" clId="{F33F88E0-3380-47C4-AFDE-F1AC050ADA82}" dt="2026-01-25T15:59:04.380" v="2004" actId="790"/>
          <ac:spMkLst>
            <pc:docMk/>
            <pc:sldMk cId="3285466976" sldId="288"/>
            <ac:spMk id="25" creationId="{B81C5118-C9D7-D3D6-EF1F-6E9E54384B31}"/>
          </ac:spMkLst>
        </pc:spChg>
        <pc:spChg chg="mod">
          <ac:chgData name="Yash Jadhav" userId="535c3d6d-72b8-4f77-8155-55f939173cf2" providerId="ADAL" clId="{F33F88E0-3380-47C4-AFDE-F1AC050ADA82}" dt="2026-01-25T15:59:04.382" v="2005" actId="790"/>
          <ac:spMkLst>
            <pc:docMk/>
            <pc:sldMk cId="3285466976" sldId="288"/>
            <ac:spMk id="26" creationId="{F868FF66-8236-7082-207E-C9DA7425E5D1}"/>
          </ac:spMkLst>
        </pc:spChg>
        <pc:spChg chg="mod">
          <ac:chgData name="Yash Jadhav" userId="535c3d6d-72b8-4f77-8155-55f939173cf2" providerId="ADAL" clId="{F33F88E0-3380-47C4-AFDE-F1AC050ADA82}" dt="2026-01-25T15:59:04.385" v="2006" actId="790"/>
          <ac:spMkLst>
            <pc:docMk/>
            <pc:sldMk cId="3285466976" sldId="288"/>
            <ac:spMk id="27" creationId="{540E7059-B644-8E6E-50B9-796DC1F804E1}"/>
          </ac:spMkLst>
        </pc:spChg>
        <pc:spChg chg="mod">
          <ac:chgData name="Yash Jadhav" userId="535c3d6d-72b8-4f77-8155-55f939173cf2" providerId="ADAL" clId="{F33F88E0-3380-47C4-AFDE-F1AC050ADA82}" dt="2026-01-25T15:59:04.388" v="2007" actId="790"/>
          <ac:spMkLst>
            <pc:docMk/>
            <pc:sldMk cId="3285466976" sldId="288"/>
            <ac:spMk id="28" creationId="{CFE3699A-908F-53C7-EA11-B8E120D18C85}"/>
          </ac:spMkLst>
        </pc:spChg>
        <pc:spChg chg="mod">
          <ac:chgData name="Yash Jadhav" userId="535c3d6d-72b8-4f77-8155-55f939173cf2" providerId="ADAL" clId="{F33F88E0-3380-47C4-AFDE-F1AC050ADA82}" dt="2026-01-25T15:59:04.390" v="2008" actId="790"/>
          <ac:spMkLst>
            <pc:docMk/>
            <pc:sldMk cId="3285466976" sldId="288"/>
            <ac:spMk id="29" creationId="{5A1479C7-6EF7-C6FC-9980-99AD12D03D13}"/>
          </ac:spMkLst>
        </pc:spChg>
        <pc:spChg chg="mod">
          <ac:chgData name="Yash Jadhav" userId="535c3d6d-72b8-4f77-8155-55f939173cf2" providerId="ADAL" clId="{F33F88E0-3380-47C4-AFDE-F1AC050ADA82}" dt="2026-01-25T15:59:04.449" v="2038" actId="790"/>
          <ac:spMkLst>
            <pc:docMk/>
            <pc:sldMk cId="3285466976" sldId="288"/>
            <ac:spMk id="33" creationId="{BE68AB2B-56E5-15CA-68F9-E815B4CECD75}"/>
          </ac:spMkLst>
        </pc:spChg>
        <pc:spChg chg="mod">
          <ac:chgData name="Yash Jadhav" userId="535c3d6d-72b8-4f77-8155-55f939173cf2" providerId="ADAL" clId="{F33F88E0-3380-47C4-AFDE-F1AC050ADA82}" dt="2026-01-25T15:59:04.452" v="2039" actId="790"/>
          <ac:spMkLst>
            <pc:docMk/>
            <pc:sldMk cId="3285466976" sldId="288"/>
            <ac:spMk id="34" creationId="{42E3B68F-C07F-4559-7433-C4AD30AAAAFB}"/>
          </ac:spMkLst>
        </pc:spChg>
        <pc:spChg chg="mod">
          <ac:chgData name="Yash Jadhav" userId="535c3d6d-72b8-4f77-8155-55f939173cf2" providerId="ADAL" clId="{F33F88E0-3380-47C4-AFDE-F1AC050ADA82}" dt="2026-01-25T15:59:04.453" v="2040" actId="790"/>
          <ac:spMkLst>
            <pc:docMk/>
            <pc:sldMk cId="3285466976" sldId="288"/>
            <ac:spMk id="35" creationId="{050F1AA7-8716-CC5E-EFE7-40B935AEB1F3}"/>
          </ac:spMkLst>
        </pc:spChg>
        <pc:spChg chg="mod">
          <ac:chgData name="Yash Jadhav" userId="535c3d6d-72b8-4f77-8155-55f939173cf2" providerId="ADAL" clId="{F33F88E0-3380-47C4-AFDE-F1AC050ADA82}" dt="2026-01-25T15:59:04.455" v="2041" actId="790"/>
          <ac:spMkLst>
            <pc:docMk/>
            <pc:sldMk cId="3285466976" sldId="288"/>
            <ac:spMk id="36" creationId="{3895C1E2-C2E5-42D0-BEB3-87DBCC9EDC8E}"/>
          </ac:spMkLst>
        </pc:spChg>
        <pc:spChg chg="mod">
          <ac:chgData name="Yash Jadhav" userId="535c3d6d-72b8-4f77-8155-55f939173cf2" providerId="ADAL" clId="{F33F88E0-3380-47C4-AFDE-F1AC050ADA82}" dt="2026-01-25T15:59:04.458" v="2042" actId="790"/>
          <ac:spMkLst>
            <pc:docMk/>
            <pc:sldMk cId="3285466976" sldId="288"/>
            <ac:spMk id="37" creationId="{7D126AAB-53AC-25F6-F9F8-0AC08A5086EC}"/>
          </ac:spMkLst>
        </pc:spChg>
        <pc:spChg chg="mod">
          <ac:chgData name="Yash Jadhav" userId="535c3d6d-72b8-4f77-8155-55f939173cf2" providerId="ADAL" clId="{F33F88E0-3380-47C4-AFDE-F1AC050ADA82}" dt="2026-01-25T15:59:04.460" v="2043" actId="790"/>
          <ac:spMkLst>
            <pc:docMk/>
            <pc:sldMk cId="3285466976" sldId="288"/>
            <ac:spMk id="38" creationId="{5B72B8A9-AA5A-5AC2-F23A-F295FB60C536}"/>
          </ac:spMkLst>
        </pc:spChg>
        <pc:spChg chg="mod">
          <ac:chgData name="Yash Jadhav" userId="535c3d6d-72b8-4f77-8155-55f939173cf2" providerId="ADAL" clId="{F33F88E0-3380-47C4-AFDE-F1AC050ADA82}" dt="2026-01-25T15:59:04.462" v="2044" actId="790"/>
          <ac:spMkLst>
            <pc:docMk/>
            <pc:sldMk cId="3285466976" sldId="288"/>
            <ac:spMk id="39" creationId="{271F65D2-4597-50BD-4ED3-3A8D3D7BF364}"/>
          </ac:spMkLst>
        </pc:spChg>
        <pc:spChg chg="mod">
          <ac:chgData name="Yash Jadhav" userId="535c3d6d-72b8-4f77-8155-55f939173cf2" providerId="ADAL" clId="{F33F88E0-3380-47C4-AFDE-F1AC050ADA82}" dt="2026-01-25T15:59:04.465" v="2045" actId="790"/>
          <ac:spMkLst>
            <pc:docMk/>
            <pc:sldMk cId="3285466976" sldId="288"/>
            <ac:spMk id="40" creationId="{C1FF7AEA-B80D-2AF7-2954-200E84BC551C}"/>
          </ac:spMkLst>
        </pc:spChg>
        <pc:spChg chg="mod">
          <ac:chgData name="Yash Jadhav" userId="535c3d6d-72b8-4f77-8155-55f939173cf2" providerId="ADAL" clId="{F33F88E0-3380-47C4-AFDE-F1AC050ADA82}" dt="2026-01-25T15:59:04.470" v="2046" actId="790"/>
          <ac:spMkLst>
            <pc:docMk/>
            <pc:sldMk cId="3285466976" sldId="288"/>
            <ac:spMk id="41" creationId="{6FB72D92-45E8-37B8-24CA-194F86D7847F}"/>
          </ac:spMkLst>
        </pc:spChg>
        <pc:spChg chg="mod">
          <ac:chgData name="Yash Jadhav" userId="535c3d6d-72b8-4f77-8155-55f939173cf2" providerId="ADAL" clId="{F33F88E0-3380-47C4-AFDE-F1AC050ADA82}" dt="2026-01-25T15:59:04.474" v="2047" actId="790"/>
          <ac:spMkLst>
            <pc:docMk/>
            <pc:sldMk cId="3285466976" sldId="288"/>
            <ac:spMk id="42" creationId="{02037B5A-D26E-3D9A-B39D-19929D86FF80}"/>
          </ac:spMkLst>
        </pc:spChg>
        <pc:spChg chg="mod">
          <ac:chgData name="Yash Jadhav" userId="535c3d6d-72b8-4f77-8155-55f939173cf2" providerId="ADAL" clId="{F33F88E0-3380-47C4-AFDE-F1AC050ADA82}" dt="2026-01-25T15:59:04.477" v="2048" actId="790"/>
          <ac:spMkLst>
            <pc:docMk/>
            <pc:sldMk cId="3285466976" sldId="288"/>
            <ac:spMk id="43" creationId="{0EA1B395-DFB8-BDED-5119-3F18ABC22730}"/>
          </ac:spMkLst>
        </pc:spChg>
        <pc:spChg chg="mod">
          <ac:chgData name="Yash Jadhav" userId="535c3d6d-72b8-4f77-8155-55f939173cf2" providerId="ADAL" clId="{F33F88E0-3380-47C4-AFDE-F1AC050ADA82}" dt="2026-01-25T15:59:04.480" v="2049" actId="790"/>
          <ac:spMkLst>
            <pc:docMk/>
            <pc:sldMk cId="3285466976" sldId="288"/>
            <ac:spMk id="44" creationId="{D2166D3B-6BE3-C85C-FACC-86F982AAF3E3}"/>
          </ac:spMkLst>
        </pc:spChg>
        <pc:spChg chg="mod">
          <ac:chgData name="Yash Jadhav" userId="535c3d6d-72b8-4f77-8155-55f939173cf2" providerId="ADAL" clId="{F33F88E0-3380-47C4-AFDE-F1AC050ADA82}" dt="2026-01-25T15:59:04.484" v="2050" actId="790"/>
          <ac:spMkLst>
            <pc:docMk/>
            <pc:sldMk cId="3285466976" sldId="288"/>
            <ac:spMk id="45" creationId="{1D98B947-DED6-5719-8D6E-D507A8967372}"/>
          </ac:spMkLst>
        </pc:spChg>
        <pc:spChg chg="mod">
          <ac:chgData name="Yash Jadhav" userId="535c3d6d-72b8-4f77-8155-55f939173cf2" providerId="ADAL" clId="{F33F88E0-3380-47C4-AFDE-F1AC050ADA82}" dt="2026-01-25T15:59:04.486" v="2051" actId="790"/>
          <ac:spMkLst>
            <pc:docMk/>
            <pc:sldMk cId="3285466976" sldId="288"/>
            <ac:spMk id="46" creationId="{DD708956-C740-C07E-3D99-B516170457AB}"/>
          </ac:spMkLst>
        </pc:spChg>
        <pc:spChg chg="mod">
          <ac:chgData name="Yash Jadhav" userId="535c3d6d-72b8-4f77-8155-55f939173cf2" providerId="ADAL" clId="{F33F88E0-3380-47C4-AFDE-F1AC050ADA82}" dt="2026-01-25T15:59:04.489" v="2052" actId="790"/>
          <ac:spMkLst>
            <pc:docMk/>
            <pc:sldMk cId="3285466976" sldId="288"/>
            <ac:spMk id="47" creationId="{2B7F7EF6-822F-F539-98EA-3D75F555C6B4}"/>
          </ac:spMkLst>
        </pc:spChg>
        <pc:spChg chg="mod">
          <ac:chgData name="Yash Jadhav" userId="535c3d6d-72b8-4f77-8155-55f939173cf2" providerId="ADAL" clId="{F33F88E0-3380-47C4-AFDE-F1AC050ADA82}" dt="2026-01-25T15:59:04.493" v="2053" actId="790"/>
          <ac:spMkLst>
            <pc:docMk/>
            <pc:sldMk cId="3285466976" sldId="288"/>
            <ac:spMk id="48" creationId="{5D8EDD83-D222-4DE5-993E-22DF549E77D9}"/>
          </ac:spMkLst>
        </pc:spChg>
        <pc:spChg chg="mod">
          <ac:chgData name="Yash Jadhav" userId="535c3d6d-72b8-4f77-8155-55f939173cf2" providerId="ADAL" clId="{F33F88E0-3380-47C4-AFDE-F1AC050ADA82}" dt="2026-01-25T15:59:04.496" v="2054" actId="790"/>
          <ac:spMkLst>
            <pc:docMk/>
            <pc:sldMk cId="3285466976" sldId="288"/>
            <ac:spMk id="49" creationId="{C871ABF0-5633-1D93-2D00-01F5AC02F5DC}"/>
          </ac:spMkLst>
        </pc:spChg>
        <pc:spChg chg="mod">
          <ac:chgData name="Yash Jadhav" userId="535c3d6d-72b8-4f77-8155-55f939173cf2" providerId="ADAL" clId="{F33F88E0-3380-47C4-AFDE-F1AC050ADA82}" dt="2026-01-25T15:59:04.500" v="2055" actId="790"/>
          <ac:spMkLst>
            <pc:docMk/>
            <pc:sldMk cId="3285466976" sldId="288"/>
            <ac:spMk id="50" creationId="{C8FB596E-90E8-E848-92BE-39A15CA293FF}"/>
          </ac:spMkLst>
        </pc:spChg>
        <pc:spChg chg="mod">
          <ac:chgData name="Yash Jadhav" userId="535c3d6d-72b8-4f77-8155-55f939173cf2" providerId="ADAL" clId="{F33F88E0-3380-47C4-AFDE-F1AC050ADA82}" dt="2026-01-25T15:59:04.502" v="2056" actId="790"/>
          <ac:spMkLst>
            <pc:docMk/>
            <pc:sldMk cId="3285466976" sldId="288"/>
            <ac:spMk id="51" creationId="{391AA872-C9C8-50CA-6583-29D8CA5CFAA9}"/>
          </ac:spMkLst>
        </pc:spChg>
        <pc:spChg chg="mod">
          <ac:chgData name="Yash Jadhav" userId="535c3d6d-72b8-4f77-8155-55f939173cf2" providerId="ADAL" clId="{F33F88E0-3380-47C4-AFDE-F1AC050ADA82}" dt="2026-01-25T15:59:04.505" v="2057" actId="790"/>
          <ac:spMkLst>
            <pc:docMk/>
            <pc:sldMk cId="3285466976" sldId="288"/>
            <ac:spMk id="52" creationId="{D1D1E56F-FDB5-76F3-87B4-23E33CBAE75D}"/>
          </ac:spMkLst>
        </pc:spChg>
        <pc:spChg chg="mod">
          <ac:chgData name="Yash Jadhav" userId="535c3d6d-72b8-4f77-8155-55f939173cf2" providerId="ADAL" clId="{F33F88E0-3380-47C4-AFDE-F1AC050ADA82}" dt="2026-01-25T15:59:04.507" v="2058" actId="790"/>
          <ac:spMkLst>
            <pc:docMk/>
            <pc:sldMk cId="3285466976" sldId="288"/>
            <ac:spMk id="53" creationId="{EFCB7E6F-4556-2DBF-F978-1DD6512A393A}"/>
          </ac:spMkLst>
        </pc:spChg>
        <pc:spChg chg="mod">
          <ac:chgData name="Yash Jadhav" userId="535c3d6d-72b8-4f77-8155-55f939173cf2" providerId="ADAL" clId="{F33F88E0-3380-47C4-AFDE-F1AC050ADA82}" dt="2026-01-25T15:59:04.510" v="2059" actId="790"/>
          <ac:spMkLst>
            <pc:docMk/>
            <pc:sldMk cId="3285466976" sldId="288"/>
            <ac:spMk id="54" creationId="{305F8CA2-C9BA-5779-6736-BEC6987769E7}"/>
          </ac:spMkLst>
        </pc:spChg>
        <pc:spChg chg="mod">
          <ac:chgData name="Yash Jadhav" userId="535c3d6d-72b8-4f77-8155-55f939173cf2" providerId="ADAL" clId="{F33F88E0-3380-47C4-AFDE-F1AC050ADA82}" dt="2026-01-25T15:59:04.513" v="2060" actId="790"/>
          <ac:spMkLst>
            <pc:docMk/>
            <pc:sldMk cId="3285466976" sldId="288"/>
            <ac:spMk id="55" creationId="{A79B2D30-19BF-C0C9-CA0E-DEDE724C5E89}"/>
          </ac:spMkLst>
        </pc:spChg>
        <pc:spChg chg="mod">
          <ac:chgData name="Yash Jadhav" userId="535c3d6d-72b8-4f77-8155-55f939173cf2" providerId="ADAL" clId="{F33F88E0-3380-47C4-AFDE-F1AC050ADA82}" dt="2026-01-25T15:59:04.515" v="2061" actId="790"/>
          <ac:spMkLst>
            <pc:docMk/>
            <pc:sldMk cId="3285466976" sldId="288"/>
            <ac:spMk id="56" creationId="{CD79B76A-33D0-9A18-D87C-694B231B410B}"/>
          </ac:spMkLst>
        </pc:spChg>
        <pc:spChg chg="mod">
          <ac:chgData name="Yash Jadhav" userId="535c3d6d-72b8-4f77-8155-55f939173cf2" providerId="ADAL" clId="{F33F88E0-3380-47C4-AFDE-F1AC050ADA82}" dt="2026-01-25T15:59:04.518" v="2062" actId="790"/>
          <ac:spMkLst>
            <pc:docMk/>
            <pc:sldMk cId="3285466976" sldId="288"/>
            <ac:spMk id="57" creationId="{33CBDA63-C743-A41D-C55F-928768183F83}"/>
          </ac:spMkLst>
        </pc:spChg>
        <pc:spChg chg="mod">
          <ac:chgData name="Yash Jadhav" userId="535c3d6d-72b8-4f77-8155-55f939173cf2" providerId="ADAL" clId="{F33F88E0-3380-47C4-AFDE-F1AC050ADA82}" dt="2026-01-25T15:59:04.520" v="2063" actId="790"/>
          <ac:spMkLst>
            <pc:docMk/>
            <pc:sldMk cId="3285466976" sldId="288"/>
            <ac:spMk id="58" creationId="{FAF43D55-B80E-4A7D-7781-EFB21B22F228}"/>
          </ac:spMkLst>
        </pc:spChg>
        <pc:spChg chg="mod">
          <ac:chgData name="Yash Jadhav" userId="535c3d6d-72b8-4f77-8155-55f939173cf2" providerId="ADAL" clId="{F33F88E0-3380-47C4-AFDE-F1AC050ADA82}" dt="2026-01-25T15:59:04.524" v="2064" actId="790"/>
          <ac:spMkLst>
            <pc:docMk/>
            <pc:sldMk cId="3285466976" sldId="288"/>
            <ac:spMk id="59" creationId="{45CD0427-2B20-D69E-83B5-06DDBAD1C4AA}"/>
          </ac:spMkLst>
        </pc:spChg>
        <pc:spChg chg="mod">
          <ac:chgData name="Yash Jadhav" userId="535c3d6d-72b8-4f77-8155-55f939173cf2" providerId="ADAL" clId="{F33F88E0-3380-47C4-AFDE-F1AC050ADA82}" dt="2026-01-25T15:59:04.528" v="2065" actId="790"/>
          <ac:spMkLst>
            <pc:docMk/>
            <pc:sldMk cId="3285466976" sldId="288"/>
            <ac:spMk id="60" creationId="{9FF6FC69-B71B-368A-642B-F0EDB87CBB71}"/>
          </ac:spMkLst>
        </pc:spChg>
        <pc:spChg chg="mod">
          <ac:chgData name="Yash Jadhav" userId="535c3d6d-72b8-4f77-8155-55f939173cf2" providerId="ADAL" clId="{F33F88E0-3380-47C4-AFDE-F1AC050ADA82}" dt="2026-01-25T15:59:04.531" v="2066" actId="790"/>
          <ac:spMkLst>
            <pc:docMk/>
            <pc:sldMk cId="3285466976" sldId="288"/>
            <ac:spMk id="61" creationId="{CF95A8F1-788D-97F6-74D0-F11FE379EAD7}"/>
          </ac:spMkLst>
        </pc:spChg>
        <pc:spChg chg="mod">
          <ac:chgData name="Yash Jadhav" userId="535c3d6d-72b8-4f77-8155-55f939173cf2" providerId="ADAL" clId="{F33F88E0-3380-47C4-AFDE-F1AC050ADA82}" dt="2026-01-25T15:59:04.393" v="2009" actId="790"/>
          <ac:spMkLst>
            <pc:docMk/>
            <pc:sldMk cId="3285466976" sldId="288"/>
            <ac:spMk id="62" creationId="{32787A84-B081-D41F-A47F-22AA1B29785F}"/>
          </ac:spMkLst>
        </pc:spChg>
        <pc:spChg chg="mod">
          <ac:chgData name="Yash Jadhav" userId="535c3d6d-72b8-4f77-8155-55f939173cf2" providerId="ADAL" clId="{F33F88E0-3380-47C4-AFDE-F1AC050ADA82}" dt="2026-01-25T15:59:04.395" v="2010" actId="790"/>
          <ac:spMkLst>
            <pc:docMk/>
            <pc:sldMk cId="3285466976" sldId="288"/>
            <ac:spMk id="63" creationId="{711F1801-A67E-4F1C-CF79-97B3E5061C27}"/>
          </ac:spMkLst>
        </pc:spChg>
        <pc:spChg chg="mod">
          <ac:chgData name="Yash Jadhav" userId="535c3d6d-72b8-4f77-8155-55f939173cf2" providerId="ADAL" clId="{F33F88E0-3380-47C4-AFDE-F1AC050ADA82}" dt="2026-01-25T15:59:04.397" v="2011" actId="790"/>
          <ac:spMkLst>
            <pc:docMk/>
            <pc:sldMk cId="3285466976" sldId="288"/>
            <ac:spMk id="64" creationId="{4602E0EA-8C4A-393B-5B01-F5891854BC2D}"/>
          </ac:spMkLst>
        </pc:spChg>
        <pc:spChg chg="mod">
          <ac:chgData name="Yash Jadhav" userId="535c3d6d-72b8-4f77-8155-55f939173cf2" providerId="ADAL" clId="{F33F88E0-3380-47C4-AFDE-F1AC050ADA82}" dt="2026-01-25T15:59:04.400" v="2012" actId="790"/>
          <ac:spMkLst>
            <pc:docMk/>
            <pc:sldMk cId="3285466976" sldId="288"/>
            <ac:spMk id="65" creationId="{1E500E0E-7F0B-CEE8-66C1-6555792C2483}"/>
          </ac:spMkLst>
        </pc:spChg>
        <pc:spChg chg="mod">
          <ac:chgData name="Yash Jadhav" userId="535c3d6d-72b8-4f77-8155-55f939173cf2" providerId="ADAL" clId="{F33F88E0-3380-47C4-AFDE-F1AC050ADA82}" dt="2026-01-25T15:59:04.401" v="2013" actId="790"/>
          <ac:spMkLst>
            <pc:docMk/>
            <pc:sldMk cId="3285466976" sldId="288"/>
            <ac:spMk id="66" creationId="{438B94E6-840E-D447-6F95-C6AB611F4C16}"/>
          </ac:spMkLst>
        </pc:spChg>
        <pc:spChg chg="mod">
          <ac:chgData name="Yash Jadhav" userId="535c3d6d-72b8-4f77-8155-55f939173cf2" providerId="ADAL" clId="{F33F88E0-3380-47C4-AFDE-F1AC050ADA82}" dt="2026-01-25T15:59:04.403" v="2014" actId="790"/>
          <ac:spMkLst>
            <pc:docMk/>
            <pc:sldMk cId="3285466976" sldId="288"/>
            <ac:spMk id="67" creationId="{3D1E0E75-81B1-C1BF-72D4-737F26E57137}"/>
          </ac:spMkLst>
        </pc:spChg>
        <pc:spChg chg="mod">
          <ac:chgData name="Yash Jadhav" userId="535c3d6d-72b8-4f77-8155-55f939173cf2" providerId="ADAL" clId="{F33F88E0-3380-47C4-AFDE-F1AC050ADA82}" dt="2026-01-25T15:59:04.406" v="2015" actId="790"/>
          <ac:spMkLst>
            <pc:docMk/>
            <pc:sldMk cId="3285466976" sldId="288"/>
            <ac:spMk id="68" creationId="{6E0E4B06-E675-848D-2D82-6E25BD366521}"/>
          </ac:spMkLst>
        </pc:spChg>
        <pc:spChg chg="mod">
          <ac:chgData name="Yash Jadhav" userId="535c3d6d-72b8-4f77-8155-55f939173cf2" providerId="ADAL" clId="{F33F88E0-3380-47C4-AFDE-F1AC050ADA82}" dt="2026-01-25T15:59:04.407" v="2016" actId="790"/>
          <ac:spMkLst>
            <pc:docMk/>
            <pc:sldMk cId="3285466976" sldId="288"/>
            <ac:spMk id="69" creationId="{23266401-424F-2BE5-E9DF-7576FEFD08A5}"/>
          </ac:spMkLst>
        </pc:spChg>
        <pc:spChg chg="mod">
          <ac:chgData name="Yash Jadhav" userId="535c3d6d-72b8-4f77-8155-55f939173cf2" providerId="ADAL" clId="{F33F88E0-3380-47C4-AFDE-F1AC050ADA82}" dt="2026-01-25T15:59:04.409" v="2017" actId="790"/>
          <ac:spMkLst>
            <pc:docMk/>
            <pc:sldMk cId="3285466976" sldId="288"/>
            <ac:spMk id="70" creationId="{D5A1BF40-F59A-D943-27B7-96F470D06ED7}"/>
          </ac:spMkLst>
        </pc:spChg>
        <pc:spChg chg="mod">
          <ac:chgData name="Yash Jadhav" userId="535c3d6d-72b8-4f77-8155-55f939173cf2" providerId="ADAL" clId="{F33F88E0-3380-47C4-AFDE-F1AC050ADA82}" dt="2026-01-25T15:59:04.412" v="2018" actId="790"/>
          <ac:spMkLst>
            <pc:docMk/>
            <pc:sldMk cId="3285466976" sldId="288"/>
            <ac:spMk id="71" creationId="{4CB96FA5-4199-D566-8366-D98EF5BA6EA2}"/>
          </ac:spMkLst>
        </pc:spChg>
        <pc:spChg chg="mod">
          <ac:chgData name="Yash Jadhav" userId="535c3d6d-72b8-4f77-8155-55f939173cf2" providerId="ADAL" clId="{F33F88E0-3380-47C4-AFDE-F1AC050ADA82}" dt="2026-01-25T15:59:04.414" v="2019" actId="790"/>
          <ac:spMkLst>
            <pc:docMk/>
            <pc:sldMk cId="3285466976" sldId="288"/>
            <ac:spMk id="72" creationId="{7655B2C5-AECF-8197-FE2E-DF5C7BE87BEA}"/>
          </ac:spMkLst>
        </pc:spChg>
        <pc:spChg chg="mod">
          <ac:chgData name="Yash Jadhav" userId="535c3d6d-72b8-4f77-8155-55f939173cf2" providerId="ADAL" clId="{F33F88E0-3380-47C4-AFDE-F1AC050ADA82}" dt="2026-01-25T15:59:04.415" v="2020" actId="790"/>
          <ac:spMkLst>
            <pc:docMk/>
            <pc:sldMk cId="3285466976" sldId="288"/>
            <ac:spMk id="73" creationId="{C696FEDD-848A-1E98-BC93-B664D8A78F3D}"/>
          </ac:spMkLst>
        </pc:spChg>
        <pc:spChg chg="mod">
          <ac:chgData name="Yash Jadhav" userId="535c3d6d-72b8-4f77-8155-55f939173cf2" providerId="ADAL" clId="{F33F88E0-3380-47C4-AFDE-F1AC050ADA82}" dt="2026-01-25T15:59:04.417" v="2021" actId="790"/>
          <ac:spMkLst>
            <pc:docMk/>
            <pc:sldMk cId="3285466976" sldId="288"/>
            <ac:spMk id="74" creationId="{CEFC78F5-F8B2-8C7B-9300-71DC2C80C191}"/>
          </ac:spMkLst>
        </pc:spChg>
        <pc:spChg chg="mod">
          <ac:chgData name="Yash Jadhav" userId="535c3d6d-72b8-4f77-8155-55f939173cf2" providerId="ADAL" clId="{F33F88E0-3380-47C4-AFDE-F1AC050ADA82}" dt="2026-01-25T15:59:04.419" v="2022" actId="790"/>
          <ac:spMkLst>
            <pc:docMk/>
            <pc:sldMk cId="3285466976" sldId="288"/>
            <ac:spMk id="75" creationId="{2A9288C4-7D9E-65B4-6E98-CC94C5EEB8FC}"/>
          </ac:spMkLst>
        </pc:spChg>
        <pc:spChg chg="mod">
          <ac:chgData name="Yash Jadhav" userId="535c3d6d-72b8-4f77-8155-55f939173cf2" providerId="ADAL" clId="{F33F88E0-3380-47C4-AFDE-F1AC050ADA82}" dt="2026-01-25T15:59:04.421" v="2023" actId="790"/>
          <ac:spMkLst>
            <pc:docMk/>
            <pc:sldMk cId="3285466976" sldId="288"/>
            <ac:spMk id="76" creationId="{255848EA-84EC-84CA-74FB-69C7A79D9E3E}"/>
          </ac:spMkLst>
        </pc:spChg>
        <pc:spChg chg="mod">
          <ac:chgData name="Yash Jadhav" userId="535c3d6d-72b8-4f77-8155-55f939173cf2" providerId="ADAL" clId="{F33F88E0-3380-47C4-AFDE-F1AC050ADA82}" dt="2026-01-25T15:59:04.423" v="2024" actId="790"/>
          <ac:spMkLst>
            <pc:docMk/>
            <pc:sldMk cId="3285466976" sldId="288"/>
            <ac:spMk id="77" creationId="{15DBF71B-A510-7594-7C69-D6B028429468}"/>
          </ac:spMkLst>
        </pc:spChg>
        <pc:spChg chg="mod">
          <ac:chgData name="Yash Jadhav" userId="535c3d6d-72b8-4f77-8155-55f939173cf2" providerId="ADAL" clId="{F33F88E0-3380-47C4-AFDE-F1AC050ADA82}" dt="2026-01-25T15:59:04.425" v="2025" actId="790"/>
          <ac:spMkLst>
            <pc:docMk/>
            <pc:sldMk cId="3285466976" sldId="288"/>
            <ac:spMk id="78" creationId="{07D819E9-D21A-D59C-C47C-883A7740F815}"/>
          </ac:spMkLst>
        </pc:spChg>
        <pc:spChg chg="mod">
          <ac:chgData name="Yash Jadhav" userId="535c3d6d-72b8-4f77-8155-55f939173cf2" providerId="ADAL" clId="{F33F88E0-3380-47C4-AFDE-F1AC050ADA82}" dt="2026-01-25T15:59:04.427" v="2026" actId="790"/>
          <ac:spMkLst>
            <pc:docMk/>
            <pc:sldMk cId="3285466976" sldId="288"/>
            <ac:spMk id="79" creationId="{87F67204-11AE-83AF-061D-643F681659F0}"/>
          </ac:spMkLst>
        </pc:spChg>
        <pc:spChg chg="mod">
          <ac:chgData name="Yash Jadhav" userId="535c3d6d-72b8-4f77-8155-55f939173cf2" providerId="ADAL" clId="{F33F88E0-3380-47C4-AFDE-F1AC050ADA82}" dt="2026-01-25T15:59:04.429" v="2027" actId="790"/>
          <ac:spMkLst>
            <pc:docMk/>
            <pc:sldMk cId="3285466976" sldId="288"/>
            <ac:spMk id="80" creationId="{383E0CEE-4C9F-FCF4-A8D8-1EA67CF864D6}"/>
          </ac:spMkLst>
        </pc:spChg>
        <pc:spChg chg="mod">
          <ac:chgData name="Yash Jadhav" userId="535c3d6d-72b8-4f77-8155-55f939173cf2" providerId="ADAL" clId="{F33F88E0-3380-47C4-AFDE-F1AC050ADA82}" dt="2026-01-25T15:59:04.431" v="2028" actId="790"/>
          <ac:spMkLst>
            <pc:docMk/>
            <pc:sldMk cId="3285466976" sldId="288"/>
            <ac:spMk id="81" creationId="{25575984-4336-50BF-CEA8-03ABD90A40E1}"/>
          </ac:spMkLst>
        </pc:spChg>
        <pc:spChg chg="mod">
          <ac:chgData name="Yash Jadhav" userId="535c3d6d-72b8-4f77-8155-55f939173cf2" providerId="ADAL" clId="{F33F88E0-3380-47C4-AFDE-F1AC050ADA82}" dt="2026-01-25T15:59:04.432" v="2029" actId="790"/>
          <ac:spMkLst>
            <pc:docMk/>
            <pc:sldMk cId="3285466976" sldId="288"/>
            <ac:spMk id="82" creationId="{90DFDA5C-D01B-8682-5DB1-174AA9C96678}"/>
          </ac:spMkLst>
        </pc:spChg>
        <pc:spChg chg="mod">
          <ac:chgData name="Yash Jadhav" userId="535c3d6d-72b8-4f77-8155-55f939173cf2" providerId="ADAL" clId="{F33F88E0-3380-47C4-AFDE-F1AC050ADA82}" dt="2026-01-25T15:59:04.434" v="2030" actId="790"/>
          <ac:spMkLst>
            <pc:docMk/>
            <pc:sldMk cId="3285466976" sldId="288"/>
            <ac:spMk id="83" creationId="{2A231A97-D9D5-41FE-D7B3-3E2713F75457}"/>
          </ac:spMkLst>
        </pc:spChg>
        <pc:spChg chg="mod">
          <ac:chgData name="Yash Jadhav" userId="535c3d6d-72b8-4f77-8155-55f939173cf2" providerId="ADAL" clId="{F33F88E0-3380-47C4-AFDE-F1AC050ADA82}" dt="2026-01-25T15:59:04.436" v="2031" actId="790"/>
          <ac:spMkLst>
            <pc:docMk/>
            <pc:sldMk cId="3285466976" sldId="288"/>
            <ac:spMk id="84" creationId="{DAADFEA7-36EE-1B02-2C56-8CA11C72A6DE}"/>
          </ac:spMkLst>
        </pc:spChg>
        <pc:spChg chg="mod">
          <ac:chgData name="Yash Jadhav" userId="535c3d6d-72b8-4f77-8155-55f939173cf2" providerId="ADAL" clId="{F33F88E0-3380-47C4-AFDE-F1AC050ADA82}" dt="2026-01-25T15:59:04.438" v="2032" actId="790"/>
          <ac:spMkLst>
            <pc:docMk/>
            <pc:sldMk cId="3285466976" sldId="288"/>
            <ac:spMk id="85" creationId="{A8D922E9-2592-82B3-F333-25A00F1870B0}"/>
          </ac:spMkLst>
        </pc:spChg>
        <pc:spChg chg="mod">
          <ac:chgData name="Yash Jadhav" userId="535c3d6d-72b8-4f77-8155-55f939173cf2" providerId="ADAL" clId="{F33F88E0-3380-47C4-AFDE-F1AC050ADA82}" dt="2026-01-25T15:59:04.440" v="2033" actId="790"/>
          <ac:spMkLst>
            <pc:docMk/>
            <pc:sldMk cId="3285466976" sldId="288"/>
            <ac:spMk id="86" creationId="{3CFCA0EB-1E2E-89FA-95A9-EA75B8EAB823}"/>
          </ac:spMkLst>
        </pc:spChg>
        <pc:spChg chg="mod">
          <ac:chgData name="Yash Jadhav" userId="535c3d6d-72b8-4f77-8155-55f939173cf2" providerId="ADAL" clId="{F33F88E0-3380-47C4-AFDE-F1AC050ADA82}" dt="2026-01-25T15:59:04.442" v="2034" actId="790"/>
          <ac:spMkLst>
            <pc:docMk/>
            <pc:sldMk cId="3285466976" sldId="288"/>
            <ac:spMk id="87" creationId="{F63D2E6C-29AC-E45A-6B2E-C27A07DF7367}"/>
          </ac:spMkLst>
        </pc:spChg>
        <pc:spChg chg="mod">
          <ac:chgData name="Yash Jadhav" userId="535c3d6d-72b8-4f77-8155-55f939173cf2" providerId="ADAL" clId="{F33F88E0-3380-47C4-AFDE-F1AC050ADA82}" dt="2026-01-25T15:59:04.444" v="2035" actId="790"/>
          <ac:spMkLst>
            <pc:docMk/>
            <pc:sldMk cId="3285466976" sldId="288"/>
            <ac:spMk id="88" creationId="{0CE36EC4-B5A0-4C50-155E-362B108E976F}"/>
          </ac:spMkLst>
        </pc:spChg>
        <pc:spChg chg="mod">
          <ac:chgData name="Yash Jadhav" userId="535c3d6d-72b8-4f77-8155-55f939173cf2" providerId="ADAL" clId="{F33F88E0-3380-47C4-AFDE-F1AC050ADA82}" dt="2026-01-25T15:59:04.446" v="2036" actId="790"/>
          <ac:spMkLst>
            <pc:docMk/>
            <pc:sldMk cId="3285466976" sldId="288"/>
            <ac:spMk id="89" creationId="{EA108E92-3DDB-7F40-BD6D-D5A3E841A84A}"/>
          </ac:spMkLst>
        </pc:spChg>
        <pc:spChg chg="mod">
          <ac:chgData name="Yash Jadhav" userId="535c3d6d-72b8-4f77-8155-55f939173cf2" providerId="ADAL" clId="{F33F88E0-3380-47C4-AFDE-F1AC050ADA82}" dt="2026-01-25T15:59:04.447" v="2037" actId="790"/>
          <ac:spMkLst>
            <pc:docMk/>
            <pc:sldMk cId="3285466976" sldId="288"/>
            <ac:spMk id="90" creationId="{77298365-4A31-3D2A-1DCA-AA21A0DFCD3D}"/>
          </ac:spMkLst>
        </pc:spChg>
        <pc:spChg chg="add del mod">
          <ac:chgData name="Yash Jadhav" userId="535c3d6d-72b8-4f77-8155-55f939173cf2" providerId="ADAL" clId="{F33F88E0-3380-47C4-AFDE-F1AC050ADA82}" dt="2026-01-25T16:06:14.662" v="8413" actId="6264"/>
          <ac:spMkLst>
            <pc:docMk/>
            <pc:sldMk cId="3285466976" sldId="288"/>
            <ac:spMk id="91" creationId="{CA35C0A7-10A1-0871-C733-349D58CC8488}"/>
          </ac:spMkLst>
        </pc:spChg>
        <pc:spChg chg="mod">
          <ac:chgData name="Yash Jadhav" userId="535c3d6d-72b8-4f77-8155-55f939173cf2" providerId="ADAL" clId="{F33F88E0-3380-47C4-AFDE-F1AC050ADA82}" dt="2026-01-25T15:59:04.538" v="2067" actId="790"/>
          <ac:spMkLst>
            <pc:docMk/>
            <pc:sldMk cId="3285466976" sldId="288"/>
            <ac:spMk id="99" creationId="{1CEC71EC-D70F-CA0D-8767-450545667BAF}"/>
          </ac:spMkLst>
        </pc:spChg>
        <pc:spChg chg="mod">
          <ac:chgData name="Yash Jadhav" userId="535c3d6d-72b8-4f77-8155-55f939173cf2" providerId="ADAL" clId="{F33F88E0-3380-47C4-AFDE-F1AC050ADA82}" dt="2026-01-25T15:59:04.546" v="2068" actId="790"/>
          <ac:spMkLst>
            <pc:docMk/>
            <pc:sldMk cId="3285466976" sldId="288"/>
            <ac:spMk id="100" creationId="{E0C6B15C-44A5-18C2-BC9C-D20263FD6384}"/>
          </ac:spMkLst>
        </pc:spChg>
        <pc:spChg chg="mod">
          <ac:chgData name="Yash Jadhav" userId="535c3d6d-72b8-4f77-8155-55f939173cf2" providerId="ADAL" clId="{F33F88E0-3380-47C4-AFDE-F1AC050ADA82}" dt="2026-01-25T15:59:04.553" v="2069" actId="790"/>
          <ac:spMkLst>
            <pc:docMk/>
            <pc:sldMk cId="3285466976" sldId="288"/>
            <ac:spMk id="101" creationId="{732FC968-F456-56C3-37D7-CF3CF5BF84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74601975" sldId="289"/>
        </pc:sldMkLst>
        <pc:spChg chg="add del mod">
          <ac:chgData name="Yash Jadhav" userId="535c3d6d-72b8-4f77-8155-55f939173cf2" providerId="ADAL" clId="{F33F88E0-3380-47C4-AFDE-F1AC050ADA82}" dt="2026-01-25T16:06:14.662" v="8413" actId="6264"/>
          <ac:spMkLst>
            <pc:docMk/>
            <pc:sldMk cId="1774601975" sldId="289"/>
            <ac:spMk id="2" creationId="{B082F33A-7838-3D31-A35E-71A4EE0DCE6C}"/>
          </ac:spMkLst>
        </pc:spChg>
        <pc:spChg chg="mod ord">
          <ac:chgData name="Yash Jadhav" userId="535c3d6d-72b8-4f77-8155-55f939173cf2" providerId="ADAL" clId="{F33F88E0-3380-47C4-AFDE-F1AC050ADA82}" dt="2026-01-25T16:06:14.662" v="8413" actId="6264"/>
          <ac:spMkLst>
            <pc:docMk/>
            <pc:sldMk cId="1774601975" sldId="289"/>
            <ac:spMk id="34" creationId="{00000000-0000-0000-0000-000000000000}"/>
          </ac:spMkLst>
        </pc:spChg>
        <pc:spChg chg="mod">
          <ac:chgData name="Yash Jadhav" userId="535c3d6d-72b8-4f77-8155-55f939173cf2" providerId="ADAL" clId="{F33F88E0-3380-47C4-AFDE-F1AC050ADA82}" dt="2026-01-25T15:59:08.095" v="2091" actId="790"/>
          <ac:spMkLst>
            <pc:docMk/>
            <pc:sldMk cId="1774601975" sldId="289"/>
            <ac:spMk id="39" creationId="{00000000-0000-0000-0000-000000000000}"/>
          </ac:spMkLst>
        </pc:spChg>
        <pc:spChg chg="mod">
          <ac:chgData name="Yash Jadhav" userId="535c3d6d-72b8-4f77-8155-55f939173cf2" providerId="ADAL" clId="{F33F88E0-3380-47C4-AFDE-F1AC050ADA82}" dt="2026-01-25T15:59:08.098" v="2092" actId="790"/>
          <ac:spMkLst>
            <pc:docMk/>
            <pc:sldMk cId="1774601975" sldId="289"/>
            <ac:spMk id="40" creationId="{00000000-0000-0000-0000-000000000000}"/>
          </ac:spMkLst>
        </pc:spChg>
        <pc:spChg chg="mod">
          <ac:chgData name="Yash Jadhav" userId="535c3d6d-72b8-4f77-8155-55f939173cf2" providerId="ADAL" clId="{F33F88E0-3380-47C4-AFDE-F1AC050ADA82}" dt="2026-01-25T15:59:08.051" v="2075" actId="790"/>
          <ac:spMkLst>
            <pc:docMk/>
            <pc:sldMk cId="1774601975" sldId="289"/>
            <ac:spMk id="48" creationId="{00000000-0000-0000-0000-000000000000}"/>
          </ac:spMkLst>
        </pc:spChg>
        <pc:spChg chg="mod">
          <ac:chgData name="Yash Jadhav" userId="535c3d6d-72b8-4f77-8155-55f939173cf2" providerId="ADAL" clId="{F33F88E0-3380-47C4-AFDE-F1AC050ADA82}" dt="2026-01-25T15:59:08.055" v="2076" actId="790"/>
          <ac:spMkLst>
            <pc:docMk/>
            <pc:sldMk cId="1774601975" sldId="289"/>
            <ac:spMk id="49" creationId="{00000000-0000-0000-0000-000000000000}"/>
          </ac:spMkLst>
        </pc:spChg>
        <pc:spChg chg="mod">
          <ac:chgData name="Yash Jadhav" userId="535c3d6d-72b8-4f77-8155-55f939173cf2" providerId="ADAL" clId="{F33F88E0-3380-47C4-AFDE-F1AC050ADA82}" dt="2026-01-25T15:59:08.058" v="2077" actId="790"/>
          <ac:spMkLst>
            <pc:docMk/>
            <pc:sldMk cId="1774601975" sldId="289"/>
            <ac:spMk id="50" creationId="{00000000-0000-0000-0000-000000000000}"/>
          </ac:spMkLst>
        </pc:spChg>
        <pc:spChg chg="mod">
          <ac:chgData name="Yash Jadhav" userId="535c3d6d-72b8-4f77-8155-55f939173cf2" providerId="ADAL" clId="{F33F88E0-3380-47C4-AFDE-F1AC050ADA82}" dt="2026-01-25T15:59:08.061" v="2078" actId="790"/>
          <ac:spMkLst>
            <pc:docMk/>
            <pc:sldMk cId="1774601975" sldId="289"/>
            <ac:spMk id="51" creationId="{00000000-0000-0000-0000-000000000000}"/>
          </ac:spMkLst>
        </pc:spChg>
        <pc:spChg chg="mod">
          <ac:chgData name="Yash Jadhav" userId="535c3d6d-72b8-4f77-8155-55f939173cf2" providerId="ADAL" clId="{F33F88E0-3380-47C4-AFDE-F1AC050ADA82}" dt="2026-01-25T15:59:08.064" v="2079" actId="790"/>
          <ac:spMkLst>
            <pc:docMk/>
            <pc:sldMk cId="1774601975" sldId="289"/>
            <ac:spMk id="52" creationId="{00000000-0000-0000-0000-000000000000}"/>
          </ac:spMkLst>
        </pc:spChg>
        <pc:spChg chg="mod">
          <ac:chgData name="Yash Jadhav" userId="535c3d6d-72b8-4f77-8155-55f939173cf2" providerId="ADAL" clId="{F33F88E0-3380-47C4-AFDE-F1AC050ADA82}" dt="2026-01-25T15:59:08.066" v="2080" actId="790"/>
          <ac:spMkLst>
            <pc:docMk/>
            <pc:sldMk cId="1774601975" sldId="289"/>
            <ac:spMk id="53" creationId="{00000000-0000-0000-0000-000000000000}"/>
          </ac:spMkLst>
        </pc:spChg>
        <pc:spChg chg="mod">
          <ac:chgData name="Yash Jadhav" userId="535c3d6d-72b8-4f77-8155-55f939173cf2" providerId="ADAL" clId="{F33F88E0-3380-47C4-AFDE-F1AC050ADA82}" dt="2026-01-25T15:59:08.068" v="2081" actId="790"/>
          <ac:spMkLst>
            <pc:docMk/>
            <pc:sldMk cId="1774601975" sldId="289"/>
            <ac:spMk id="54" creationId="{00000000-0000-0000-0000-000000000000}"/>
          </ac:spMkLst>
        </pc:spChg>
        <pc:spChg chg="mod">
          <ac:chgData name="Yash Jadhav" userId="535c3d6d-72b8-4f77-8155-55f939173cf2" providerId="ADAL" clId="{F33F88E0-3380-47C4-AFDE-F1AC050ADA82}" dt="2026-01-25T15:59:08.070" v="2082" actId="790"/>
          <ac:spMkLst>
            <pc:docMk/>
            <pc:sldMk cId="1774601975" sldId="289"/>
            <ac:spMk id="56" creationId="{00000000-0000-0000-0000-000000000000}"/>
          </ac:spMkLst>
        </pc:spChg>
        <pc:spChg chg="mod">
          <ac:chgData name="Yash Jadhav" userId="535c3d6d-72b8-4f77-8155-55f939173cf2" providerId="ADAL" clId="{F33F88E0-3380-47C4-AFDE-F1AC050ADA82}" dt="2026-01-25T15:59:08.074" v="2083" actId="790"/>
          <ac:spMkLst>
            <pc:docMk/>
            <pc:sldMk cId="1774601975" sldId="289"/>
            <ac:spMk id="59" creationId="{00000000-0000-0000-0000-000000000000}"/>
          </ac:spMkLst>
        </pc:spChg>
        <pc:spChg chg="mod">
          <ac:chgData name="Yash Jadhav" userId="535c3d6d-72b8-4f77-8155-55f939173cf2" providerId="ADAL" clId="{F33F88E0-3380-47C4-AFDE-F1AC050ADA82}" dt="2026-01-25T15:59:08.078" v="2084" actId="790"/>
          <ac:spMkLst>
            <pc:docMk/>
            <pc:sldMk cId="1774601975" sldId="289"/>
            <ac:spMk id="60" creationId="{00000000-0000-0000-0000-000000000000}"/>
          </ac:spMkLst>
        </pc:spChg>
        <pc:spChg chg="mod">
          <ac:chgData name="Yash Jadhav" userId="535c3d6d-72b8-4f77-8155-55f939173cf2" providerId="ADAL" clId="{F33F88E0-3380-47C4-AFDE-F1AC050ADA82}" dt="2026-01-25T15:59:08.080" v="2085" actId="790"/>
          <ac:spMkLst>
            <pc:docMk/>
            <pc:sldMk cId="1774601975" sldId="289"/>
            <ac:spMk id="61" creationId="{00000000-0000-0000-0000-000000000000}"/>
          </ac:spMkLst>
        </pc:spChg>
        <pc:spChg chg="mod">
          <ac:chgData name="Yash Jadhav" userId="535c3d6d-72b8-4f77-8155-55f939173cf2" providerId="ADAL" clId="{F33F88E0-3380-47C4-AFDE-F1AC050ADA82}" dt="2026-01-25T15:59:08.082" v="2086" actId="790"/>
          <ac:spMkLst>
            <pc:docMk/>
            <pc:sldMk cId="1774601975" sldId="289"/>
            <ac:spMk id="62" creationId="{00000000-0000-0000-0000-000000000000}"/>
          </ac:spMkLst>
        </pc:spChg>
        <pc:spChg chg="mod">
          <ac:chgData name="Yash Jadhav" userId="535c3d6d-72b8-4f77-8155-55f939173cf2" providerId="ADAL" clId="{F33F88E0-3380-47C4-AFDE-F1AC050ADA82}" dt="2026-01-25T15:59:08.084" v="2087" actId="790"/>
          <ac:spMkLst>
            <pc:docMk/>
            <pc:sldMk cId="1774601975" sldId="289"/>
            <ac:spMk id="63" creationId="{00000000-0000-0000-0000-000000000000}"/>
          </ac:spMkLst>
        </pc:spChg>
        <pc:spChg chg="mod">
          <ac:chgData name="Yash Jadhav" userId="535c3d6d-72b8-4f77-8155-55f939173cf2" providerId="ADAL" clId="{F33F88E0-3380-47C4-AFDE-F1AC050ADA82}" dt="2026-01-25T15:59:08.087" v="2088" actId="790"/>
          <ac:spMkLst>
            <pc:docMk/>
            <pc:sldMk cId="1774601975" sldId="289"/>
            <ac:spMk id="64" creationId="{00000000-0000-0000-0000-000000000000}"/>
          </ac:spMkLst>
        </pc:spChg>
        <pc:spChg chg="mod">
          <ac:chgData name="Yash Jadhav" userId="535c3d6d-72b8-4f77-8155-55f939173cf2" providerId="ADAL" clId="{F33F88E0-3380-47C4-AFDE-F1AC050ADA82}" dt="2026-01-25T15:59:08.089" v="2089" actId="790"/>
          <ac:spMkLst>
            <pc:docMk/>
            <pc:sldMk cId="1774601975" sldId="289"/>
            <ac:spMk id="65" creationId="{00000000-0000-0000-0000-000000000000}"/>
          </ac:spMkLst>
        </pc:spChg>
        <pc:spChg chg="mod">
          <ac:chgData name="Yash Jadhav" userId="535c3d6d-72b8-4f77-8155-55f939173cf2" providerId="ADAL" clId="{F33F88E0-3380-47C4-AFDE-F1AC050ADA82}" dt="2026-01-25T15:59:08.093" v="2090" actId="790"/>
          <ac:spMkLst>
            <pc:docMk/>
            <pc:sldMk cId="1774601975" sldId="289"/>
            <ac:spMk id="6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6175849" sldId="290"/>
        </pc:sldMkLst>
        <pc:spChg chg="add del mod">
          <ac:chgData name="Yash Jadhav" userId="535c3d6d-72b8-4f77-8155-55f939173cf2" providerId="ADAL" clId="{F33F88E0-3380-47C4-AFDE-F1AC050ADA82}" dt="2026-01-25T16:06:14.662" v="8413" actId="6264"/>
          <ac:spMkLst>
            <pc:docMk/>
            <pc:sldMk cId="2306175849" sldId="290"/>
            <ac:spMk id="3" creationId="{3496D62F-A747-A434-4FAA-F89FDAA18005}"/>
          </ac:spMkLst>
        </pc:spChg>
        <pc:spChg chg="mod ord">
          <ac:chgData name="Yash Jadhav" userId="535c3d6d-72b8-4f77-8155-55f939173cf2" providerId="ADAL" clId="{F33F88E0-3380-47C4-AFDE-F1AC050ADA82}" dt="2026-01-25T16:06:14.662" v="8413" actId="6264"/>
          <ac:spMkLst>
            <pc:docMk/>
            <pc:sldMk cId="2306175849" sldId="290"/>
            <ac:spMk id="34" creationId="{00000000-0000-0000-0000-000000000000}"/>
          </ac:spMkLst>
        </pc:spChg>
        <pc:spChg chg="mod">
          <ac:chgData name="Yash Jadhav" userId="535c3d6d-72b8-4f77-8155-55f939173cf2" providerId="ADAL" clId="{F33F88E0-3380-47C4-AFDE-F1AC050ADA82}" dt="2026-01-25T15:59:09.202" v="2112" actId="790"/>
          <ac:spMkLst>
            <pc:docMk/>
            <pc:sldMk cId="2306175849" sldId="290"/>
            <ac:spMk id="42" creationId="{00000000-0000-0000-0000-000000000000}"/>
          </ac:spMkLst>
        </pc:spChg>
        <pc:spChg chg="mod">
          <ac:chgData name="Yash Jadhav" userId="535c3d6d-72b8-4f77-8155-55f939173cf2" providerId="ADAL" clId="{F33F88E0-3380-47C4-AFDE-F1AC050ADA82}" dt="2026-01-25T15:59:09.167" v="2098" actId="790"/>
          <ac:spMkLst>
            <pc:docMk/>
            <pc:sldMk cId="2306175849" sldId="290"/>
            <ac:spMk id="48" creationId="{00000000-0000-0000-0000-000000000000}"/>
          </ac:spMkLst>
        </pc:spChg>
        <pc:spChg chg="mod">
          <ac:chgData name="Yash Jadhav" userId="535c3d6d-72b8-4f77-8155-55f939173cf2" providerId="ADAL" clId="{F33F88E0-3380-47C4-AFDE-F1AC050ADA82}" dt="2026-01-25T15:59:09.170" v="2099" actId="790"/>
          <ac:spMkLst>
            <pc:docMk/>
            <pc:sldMk cId="2306175849" sldId="290"/>
            <ac:spMk id="49" creationId="{00000000-0000-0000-0000-000000000000}"/>
          </ac:spMkLst>
        </pc:spChg>
        <pc:spChg chg="mod">
          <ac:chgData name="Yash Jadhav" userId="535c3d6d-72b8-4f77-8155-55f939173cf2" providerId="ADAL" clId="{F33F88E0-3380-47C4-AFDE-F1AC050ADA82}" dt="2026-01-25T15:59:09.174" v="2100" actId="790"/>
          <ac:spMkLst>
            <pc:docMk/>
            <pc:sldMk cId="2306175849" sldId="290"/>
            <ac:spMk id="50" creationId="{00000000-0000-0000-0000-000000000000}"/>
          </ac:spMkLst>
        </pc:spChg>
        <pc:spChg chg="mod">
          <ac:chgData name="Yash Jadhav" userId="535c3d6d-72b8-4f77-8155-55f939173cf2" providerId="ADAL" clId="{F33F88E0-3380-47C4-AFDE-F1AC050ADA82}" dt="2026-01-25T15:59:09.178" v="2101" actId="790"/>
          <ac:spMkLst>
            <pc:docMk/>
            <pc:sldMk cId="2306175849" sldId="290"/>
            <ac:spMk id="51" creationId="{00000000-0000-0000-0000-000000000000}"/>
          </ac:spMkLst>
        </pc:spChg>
        <pc:spChg chg="mod">
          <ac:chgData name="Yash Jadhav" userId="535c3d6d-72b8-4f77-8155-55f939173cf2" providerId="ADAL" clId="{F33F88E0-3380-47C4-AFDE-F1AC050ADA82}" dt="2026-01-25T15:59:09.181" v="2102" actId="790"/>
          <ac:spMkLst>
            <pc:docMk/>
            <pc:sldMk cId="2306175849" sldId="290"/>
            <ac:spMk id="53" creationId="{00000000-0000-0000-0000-000000000000}"/>
          </ac:spMkLst>
        </pc:spChg>
        <pc:spChg chg="mod">
          <ac:chgData name="Yash Jadhav" userId="535c3d6d-72b8-4f77-8155-55f939173cf2" providerId="ADAL" clId="{F33F88E0-3380-47C4-AFDE-F1AC050ADA82}" dt="2026-01-25T15:59:09.183" v="2103" actId="790"/>
          <ac:spMkLst>
            <pc:docMk/>
            <pc:sldMk cId="2306175849" sldId="290"/>
            <ac:spMk id="54" creationId="{00000000-0000-0000-0000-000000000000}"/>
          </ac:spMkLst>
        </pc:spChg>
        <pc:spChg chg="mod">
          <ac:chgData name="Yash Jadhav" userId="535c3d6d-72b8-4f77-8155-55f939173cf2" providerId="ADAL" clId="{F33F88E0-3380-47C4-AFDE-F1AC050ADA82}" dt="2026-01-25T15:59:09.185" v="2104" actId="790"/>
          <ac:spMkLst>
            <pc:docMk/>
            <pc:sldMk cId="2306175849" sldId="290"/>
            <ac:spMk id="56" creationId="{00000000-0000-0000-0000-000000000000}"/>
          </ac:spMkLst>
        </pc:spChg>
        <pc:spChg chg="mod">
          <ac:chgData name="Yash Jadhav" userId="535c3d6d-72b8-4f77-8155-55f939173cf2" providerId="ADAL" clId="{F33F88E0-3380-47C4-AFDE-F1AC050ADA82}" dt="2026-01-25T15:59:09.186" v="2105" actId="790"/>
          <ac:spMkLst>
            <pc:docMk/>
            <pc:sldMk cId="2306175849" sldId="290"/>
            <ac:spMk id="59" creationId="{00000000-0000-0000-0000-000000000000}"/>
          </ac:spMkLst>
        </pc:spChg>
        <pc:spChg chg="mod">
          <ac:chgData name="Yash Jadhav" userId="535c3d6d-72b8-4f77-8155-55f939173cf2" providerId="ADAL" clId="{F33F88E0-3380-47C4-AFDE-F1AC050ADA82}" dt="2026-01-25T15:59:09.188" v="2106" actId="790"/>
          <ac:spMkLst>
            <pc:docMk/>
            <pc:sldMk cId="2306175849" sldId="290"/>
            <ac:spMk id="60" creationId="{00000000-0000-0000-0000-000000000000}"/>
          </ac:spMkLst>
        </pc:spChg>
        <pc:spChg chg="mod">
          <ac:chgData name="Yash Jadhav" userId="535c3d6d-72b8-4f77-8155-55f939173cf2" providerId="ADAL" clId="{F33F88E0-3380-47C4-AFDE-F1AC050ADA82}" dt="2026-01-25T15:59:09.190" v="2107" actId="790"/>
          <ac:spMkLst>
            <pc:docMk/>
            <pc:sldMk cId="2306175849" sldId="290"/>
            <ac:spMk id="61" creationId="{00000000-0000-0000-0000-000000000000}"/>
          </ac:spMkLst>
        </pc:spChg>
        <pc:spChg chg="mod">
          <ac:chgData name="Yash Jadhav" userId="535c3d6d-72b8-4f77-8155-55f939173cf2" providerId="ADAL" clId="{F33F88E0-3380-47C4-AFDE-F1AC050ADA82}" dt="2026-01-25T15:59:09.192" v="2108" actId="790"/>
          <ac:spMkLst>
            <pc:docMk/>
            <pc:sldMk cId="2306175849" sldId="290"/>
            <ac:spMk id="62" creationId="{00000000-0000-0000-0000-000000000000}"/>
          </ac:spMkLst>
        </pc:spChg>
        <pc:spChg chg="mod">
          <ac:chgData name="Yash Jadhav" userId="535c3d6d-72b8-4f77-8155-55f939173cf2" providerId="ADAL" clId="{F33F88E0-3380-47C4-AFDE-F1AC050ADA82}" dt="2026-01-25T15:59:09.194" v="2109" actId="790"/>
          <ac:spMkLst>
            <pc:docMk/>
            <pc:sldMk cId="2306175849" sldId="290"/>
            <ac:spMk id="63" creationId="{00000000-0000-0000-0000-000000000000}"/>
          </ac:spMkLst>
        </pc:spChg>
        <pc:spChg chg="mod">
          <ac:chgData name="Yash Jadhav" userId="535c3d6d-72b8-4f77-8155-55f939173cf2" providerId="ADAL" clId="{F33F88E0-3380-47C4-AFDE-F1AC050ADA82}" dt="2026-01-25T15:59:09.198" v="2110" actId="790"/>
          <ac:spMkLst>
            <pc:docMk/>
            <pc:sldMk cId="2306175849" sldId="290"/>
            <ac:spMk id="64" creationId="{00000000-0000-0000-0000-000000000000}"/>
          </ac:spMkLst>
        </pc:spChg>
        <pc:spChg chg="mod">
          <ac:chgData name="Yash Jadhav" userId="535c3d6d-72b8-4f77-8155-55f939173cf2" providerId="ADAL" clId="{F33F88E0-3380-47C4-AFDE-F1AC050ADA82}" dt="2026-01-25T15:59:09.200" v="2111" actId="790"/>
          <ac:spMkLst>
            <pc:docMk/>
            <pc:sldMk cId="2306175849" sldId="290"/>
            <ac:spMk id="6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6953757" sldId="291"/>
        </pc:sldMkLst>
        <pc:spChg chg="add del mod">
          <ac:chgData name="Yash Jadhav" userId="535c3d6d-72b8-4f77-8155-55f939173cf2" providerId="ADAL" clId="{F33F88E0-3380-47C4-AFDE-F1AC050ADA82}" dt="2026-01-25T16:06:14.662" v="8413" actId="6264"/>
          <ac:spMkLst>
            <pc:docMk/>
            <pc:sldMk cId="356953757" sldId="291"/>
            <ac:spMk id="2" creationId="{BC5F5B3C-9789-5745-B8CB-B128EFF9E95E}"/>
          </ac:spMkLst>
        </pc:spChg>
        <pc:spChg chg="mod ord">
          <ac:chgData name="Yash Jadhav" userId="535c3d6d-72b8-4f77-8155-55f939173cf2" providerId="ADAL" clId="{F33F88E0-3380-47C4-AFDE-F1AC050ADA82}" dt="2026-01-25T16:06:14.662" v="8413" actId="6264"/>
          <ac:spMkLst>
            <pc:docMk/>
            <pc:sldMk cId="356953757" sldId="291"/>
            <ac:spMk id="3" creationId="{00000000-0000-0000-0000-000000000000}"/>
          </ac:spMkLst>
        </pc:spChg>
        <pc:spChg chg="mod">
          <ac:chgData name="Yash Jadhav" userId="535c3d6d-72b8-4f77-8155-55f939173cf2" providerId="ADAL" clId="{F33F88E0-3380-47C4-AFDE-F1AC050ADA82}" dt="2026-01-25T15:59:11.860" v="2178" actId="790"/>
          <ac:spMkLst>
            <pc:docMk/>
            <pc:sldMk cId="356953757" sldId="291"/>
            <ac:spMk id="5" creationId="{00000000-0000-0000-0000-000000000000}"/>
          </ac:spMkLst>
        </pc:spChg>
        <pc:spChg chg="mod">
          <ac:chgData name="Yash Jadhav" userId="535c3d6d-72b8-4f77-8155-55f939173cf2" providerId="ADAL" clId="{F33F88E0-3380-47C4-AFDE-F1AC050ADA82}" dt="2026-01-25T15:59:11.863" v="2179" actId="790"/>
          <ac:spMkLst>
            <pc:docMk/>
            <pc:sldMk cId="356953757" sldId="291"/>
            <ac:spMk id="6" creationId="{00000000-0000-0000-0000-000000000000}"/>
          </ac:spMkLst>
        </pc:spChg>
        <pc:spChg chg="mod">
          <ac:chgData name="Yash Jadhav" userId="535c3d6d-72b8-4f77-8155-55f939173cf2" providerId="ADAL" clId="{F33F88E0-3380-47C4-AFDE-F1AC050ADA82}" dt="2026-01-25T15:59:11.720" v="2118" actId="790"/>
          <ac:spMkLst>
            <pc:docMk/>
            <pc:sldMk cId="356953757" sldId="291"/>
            <ac:spMk id="7" creationId="{00000000-0000-0000-0000-000000000000}"/>
          </ac:spMkLst>
        </pc:spChg>
        <pc:spChg chg="mod">
          <ac:chgData name="Yash Jadhav" userId="535c3d6d-72b8-4f77-8155-55f939173cf2" providerId="ADAL" clId="{F33F88E0-3380-47C4-AFDE-F1AC050ADA82}" dt="2026-01-25T15:59:11.865" v="2180" actId="790"/>
          <ac:spMkLst>
            <pc:docMk/>
            <pc:sldMk cId="356953757" sldId="291"/>
            <ac:spMk id="8" creationId="{00000000-0000-0000-0000-000000000000}"/>
          </ac:spMkLst>
        </pc:spChg>
        <pc:spChg chg="mod">
          <ac:chgData name="Yash Jadhav" userId="535c3d6d-72b8-4f77-8155-55f939173cf2" providerId="ADAL" clId="{F33F88E0-3380-47C4-AFDE-F1AC050ADA82}" dt="2026-01-25T15:59:11.723" v="2119" actId="790"/>
          <ac:spMkLst>
            <pc:docMk/>
            <pc:sldMk cId="356953757" sldId="291"/>
            <ac:spMk id="9" creationId="{00000000-0000-0000-0000-000000000000}"/>
          </ac:spMkLst>
        </pc:spChg>
        <pc:spChg chg="mod">
          <ac:chgData name="Yash Jadhav" userId="535c3d6d-72b8-4f77-8155-55f939173cf2" providerId="ADAL" clId="{F33F88E0-3380-47C4-AFDE-F1AC050ADA82}" dt="2026-01-25T15:59:11.867" v="2181" actId="790"/>
          <ac:spMkLst>
            <pc:docMk/>
            <pc:sldMk cId="356953757" sldId="291"/>
            <ac:spMk id="10" creationId="{00000000-0000-0000-0000-000000000000}"/>
          </ac:spMkLst>
        </pc:spChg>
        <pc:spChg chg="mod">
          <ac:chgData name="Yash Jadhav" userId="535c3d6d-72b8-4f77-8155-55f939173cf2" providerId="ADAL" clId="{F33F88E0-3380-47C4-AFDE-F1AC050ADA82}" dt="2026-01-25T15:59:11.869" v="2182" actId="790"/>
          <ac:spMkLst>
            <pc:docMk/>
            <pc:sldMk cId="356953757" sldId="291"/>
            <ac:spMk id="11" creationId="{00000000-0000-0000-0000-000000000000}"/>
          </ac:spMkLst>
        </pc:spChg>
        <pc:spChg chg="mod">
          <ac:chgData name="Yash Jadhav" userId="535c3d6d-72b8-4f77-8155-55f939173cf2" providerId="ADAL" clId="{F33F88E0-3380-47C4-AFDE-F1AC050ADA82}" dt="2026-01-25T15:59:11.725" v="2120" actId="790"/>
          <ac:spMkLst>
            <pc:docMk/>
            <pc:sldMk cId="356953757" sldId="291"/>
            <ac:spMk id="13" creationId="{00000000-0000-0000-0000-000000000000}"/>
          </ac:spMkLst>
        </pc:spChg>
        <pc:spChg chg="mod">
          <ac:chgData name="Yash Jadhav" userId="535c3d6d-72b8-4f77-8155-55f939173cf2" providerId="ADAL" clId="{F33F88E0-3380-47C4-AFDE-F1AC050ADA82}" dt="2026-01-25T15:59:11.727" v="2121" actId="790"/>
          <ac:spMkLst>
            <pc:docMk/>
            <pc:sldMk cId="356953757" sldId="291"/>
            <ac:spMk id="14" creationId="{00000000-0000-0000-0000-000000000000}"/>
          </ac:spMkLst>
        </pc:spChg>
        <pc:spChg chg="mod">
          <ac:chgData name="Yash Jadhav" userId="535c3d6d-72b8-4f77-8155-55f939173cf2" providerId="ADAL" clId="{F33F88E0-3380-47C4-AFDE-F1AC050ADA82}" dt="2026-01-25T15:59:11.729" v="2122" actId="790"/>
          <ac:spMkLst>
            <pc:docMk/>
            <pc:sldMk cId="356953757" sldId="291"/>
            <ac:spMk id="15" creationId="{00000000-0000-0000-0000-000000000000}"/>
          </ac:spMkLst>
        </pc:spChg>
        <pc:spChg chg="mod">
          <ac:chgData name="Yash Jadhav" userId="535c3d6d-72b8-4f77-8155-55f939173cf2" providerId="ADAL" clId="{F33F88E0-3380-47C4-AFDE-F1AC050ADA82}" dt="2026-01-25T15:59:11.731" v="2123" actId="790"/>
          <ac:spMkLst>
            <pc:docMk/>
            <pc:sldMk cId="356953757" sldId="291"/>
            <ac:spMk id="17" creationId="{00000000-0000-0000-0000-000000000000}"/>
          </ac:spMkLst>
        </pc:spChg>
        <pc:spChg chg="mod">
          <ac:chgData name="Yash Jadhav" userId="535c3d6d-72b8-4f77-8155-55f939173cf2" providerId="ADAL" clId="{F33F88E0-3380-47C4-AFDE-F1AC050ADA82}" dt="2026-01-25T15:59:11.733" v="2124" actId="790"/>
          <ac:spMkLst>
            <pc:docMk/>
            <pc:sldMk cId="356953757" sldId="291"/>
            <ac:spMk id="18" creationId="{00000000-0000-0000-0000-000000000000}"/>
          </ac:spMkLst>
        </pc:spChg>
        <pc:spChg chg="mod">
          <ac:chgData name="Yash Jadhav" userId="535c3d6d-72b8-4f77-8155-55f939173cf2" providerId="ADAL" clId="{F33F88E0-3380-47C4-AFDE-F1AC050ADA82}" dt="2026-01-25T15:59:11.735" v="2125" actId="790"/>
          <ac:spMkLst>
            <pc:docMk/>
            <pc:sldMk cId="356953757" sldId="291"/>
            <ac:spMk id="19" creationId="{00000000-0000-0000-0000-000000000000}"/>
          </ac:spMkLst>
        </pc:spChg>
        <pc:spChg chg="mod">
          <ac:chgData name="Yash Jadhav" userId="535c3d6d-72b8-4f77-8155-55f939173cf2" providerId="ADAL" clId="{F33F88E0-3380-47C4-AFDE-F1AC050ADA82}" dt="2026-01-25T15:59:11.736" v="2126" actId="790"/>
          <ac:spMkLst>
            <pc:docMk/>
            <pc:sldMk cId="356953757" sldId="291"/>
            <ac:spMk id="20" creationId="{00000000-0000-0000-0000-000000000000}"/>
          </ac:spMkLst>
        </pc:spChg>
        <pc:spChg chg="mod">
          <ac:chgData name="Yash Jadhav" userId="535c3d6d-72b8-4f77-8155-55f939173cf2" providerId="ADAL" clId="{F33F88E0-3380-47C4-AFDE-F1AC050ADA82}" dt="2026-01-25T15:59:11.738" v="2127" actId="790"/>
          <ac:spMkLst>
            <pc:docMk/>
            <pc:sldMk cId="356953757" sldId="291"/>
            <ac:spMk id="21" creationId="{00000000-0000-0000-0000-000000000000}"/>
          </ac:spMkLst>
        </pc:spChg>
        <pc:spChg chg="mod">
          <ac:chgData name="Yash Jadhav" userId="535c3d6d-72b8-4f77-8155-55f939173cf2" providerId="ADAL" clId="{F33F88E0-3380-47C4-AFDE-F1AC050ADA82}" dt="2026-01-25T15:59:11.740" v="2128" actId="790"/>
          <ac:spMkLst>
            <pc:docMk/>
            <pc:sldMk cId="356953757" sldId="291"/>
            <ac:spMk id="22" creationId="{00000000-0000-0000-0000-000000000000}"/>
          </ac:spMkLst>
        </pc:spChg>
        <pc:spChg chg="mod">
          <ac:chgData name="Yash Jadhav" userId="535c3d6d-72b8-4f77-8155-55f939173cf2" providerId="ADAL" clId="{F33F88E0-3380-47C4-AFDE-F1AC050ADA82}" dt="2026-01-25T15:59:11.743" v="2129" actId="790"/>
          <ac:spMkLst>
            <pc:docMk/>
            <pc:sldMk cId="356953757" sldId="291"/>
            <ac:spMk id="23" creationId="{00000000-0000-0000-0000-000000000000}"/>
          </ac:spMkLst>
        </pc:spChg>
        <pc:spChg chg="mod">
          <ac:chgData name="Yash Jadhav" userId="535c3d6d-72b8-4f77-8155-55f939173cf2" providerId="ADAL" clId="{F33F88E0-3380-47C4-AFDE-F1AC050ADA82}" dt="2026-01-25T15:59:11.744" v="2130" actId="790"/>
          <ac:spMkLst>
            <pc:docMk/>
            <pc:sldMk cId="356953757" sldId="291"/>
            <ac:spMk id="24" creationId="{00000000-0000-0000-0000-000000000000}"/>
          </ac:spMkLst>
        </pc:spChg>
        <pc:spChg chg="mod">
          <ac:chgData name="Yash Jadhav" userId="535c3d6d-72b8-4f77-8155-55f939173cf2" providerId="ADAL" clId="{F33F88E0-3380-47C4-AFDE-F1AC050ADA82}" dt="2026-01-25T15:59:11.747" v="2131" actId="790"/>
          <ac:spMkLst>
            <pc:docMk/>
            <pc:sldMk cId="356953757" sldId="291"/>
            <ac:spMk id="25" creationId="{00000000-0000-0000-0000-000000000000}"/>
          </ac:spMkLst>
        </pc:spChg>
        <pc:spChg chg="mod">
          <ac:chgData name="Yash Jadhav" userId="535c3d6d-72b8-4f77-8155-55f939173cf2" providerId="ADAL" clId="{F33F88E0-3380-47C4-AFDE-F1AC050ADA82}" dt="2026-01-25T15:59:11.749" v="2132" actId="790"/>
          <ac:spMkLst>
            <pc:docMk/>
            <pc:sldMk cId="356953757" sldId="291"/>
            <ac:spMk id="26" creationId="{00000000-0000-0000-0000-000000000000}"/>
          </ac:spMkLst>
        </pc:spChg>
        <pc:spChg chg="mod">
          <ac:chgData name="Yash Jadhav" userId="535c3d6d-72b8-4f77-8155-55f939173cf2" providerId="ADAL" clId="{F33F88E0-3380-47C4-AFDE-F1AC050ADA82}" dt="2026-01-25T15:59:11.750" v="2133" actId="790"/>
          <ac:spMkLst>
            <pc:docMk/>
            <pc:sldMk cId="356953757" sldId="291"/>
            <ac:spMk id="27" creationId="{00000000-0000-0000-0000-000000000000}"/>
          </ac:spMkLst>
        </pc:spChg>
        <pc:spChg chg="mod">
          <ac:chgData name="Yash Jadhav" userId="535c3d6d-72b8-4f77-8155-55f939173cf2" providerId="ADAL" clId="{F33F88E0-3380-47C4-AFDE-F1AC050ADA82}" dt="2026-01-25T15:59:11.752" v="2134" actId="790"/>
          <ac:spMkLst>
            <pc:docMk/>
            <pc:sldMk cId="356953757" sldId="291"/>
            <ac:spMk id="28" creationId="{00000000-0000-0000-0000-000000000000}"/>
          </ac:spMkLst>
        </pc:spChg>
        <pc:spChg chg="mod">
          <ac:chgData name="Yash Jadhav" userId="535c3d6d-72b8-4f77-8155-55f939173cf2" providerId="ADAL" clId="{F33F88E0-3380-47C4-AFDE-F1AC050ADA82}" dt="2026-01-25T15:59:11.757" v="2135" actId="790"/>
          <ac:spMkLst>
            <pc:docMk/>
            <pc:sldMk cId="356953757" sldId="291"/>
            <ac:spMk id="29" creationId="{00000000-0000-0000-0000-000000000000}"/>
          </ac:spMkLst>
        </pc:spChg>
        <pc:spChg chg="mod">
          <ac:chgData name="Yash Jadhav" userId="535c3d6d-72b8-4f77-8155-55f939173cf2" providerId="ADAL" clId="{F33F88E0-3380-47C4-AFDE-F1AC050ADA82}" dt="2026-01-25T15:59:11.760" v="2136" actId="790"/>
          <ac:spMkLst>
            <pc:docMk/>
            <pc:sldMk cId="356953757" sldId="291"/>
            <ac:spMk id="30" creationId="{00000000-0000-0000-0000-000000000000}"/>
          </ac:spMkLst>
        </pc:spChg>
        <pc:spChg chg="mod">
          <ac:chgData name="Yash Jadhav" userId="535c3d6d-72b8-4f77-8155-55f939173cf2" providerId="ADAL" clId="{F33F88E0-3380-47C4-AFDE-F1AC050ADA82}" dt="2026-01-25T15:59:11.764" v="2137" actId="790"/>
          <ac:spMkLst>
            <pc:docMk/>
            <pc:sldMk cId="356953757" sldId="291"/>
            <ac:spMk id="31" creationId="{00000000-0000-0000-0000-000000000000}"/>
          </ac:spMkLst>
        </pc:spChg>
        <pc:spChg chg="mod">
          <ac:chgData name="Yash Jadhav" userId="535c3d6d-72b8-4f77-8155-55f939173cf2" providerId="ADAL" clId="{F33F88E0-3380-47C4-AFDE-F1AC050ADA82}" dt="2026-01-25T15:59:11.766" v="2138" actId="790"/>
          <ac:spMkLst>
            <pc:docMk/>
            <pc:sldMk cId="356953757" sldId="291"/>
            <ac:spMk id="32" creationId="{00000000-0000-0000-0000-000000000000}"/>
          </ac:spMkLst>
        </pc:spChg>
        <pc:spChg chg="mod">
          <ac:chgData name="Yash Jadhav" userId="535c3d6d-72b8-4f77-8155-55f939173cf2" providerId="ADAL" clId="{F33F88E0-3380-47C4-AFDE-F1AC050ADA82}" dt="2026-01-25T15:59:11.768" v="2139" actId="790"/>
          <ac:spMkLst>
            <pc:docMk/>
            <pc:sldMk cId="356953757" sldId="291"/>
            <ac:spMk id="33" creationId="{00000000-0000-0000-0000-000000000000}"/>
          </ac:spMkLst>
        </pc:spChg>
        <pc:spChg chg="mod">
          <ac:chgData name="Yash Jadhav" userId="535c3d6d-72b8-4f77-8155-55f939173cf2" providerId="ADAL" clId="{F33F88E0-3380-47C4-AFDE-F1AC050ADA82}" dt="2026-01-25T15:59:11.770" v="2140" actId="790"/>
          <ac:spMkLst>
            <pc:docMk/>
            <pc:sldMk cId="356953757" sldId="291"/>
            <ac:spMk id="34" creationId="{00000000-0000-0000-0000-000000000000}"/>
          </ac:spMkLst>
        </pc:spChg>
        <pc:spChg chg="mod">
          <ac:chgData name="Yash Jadhav" userId="535c3d6d-72b8-4f77-8155-55f939173cf2" providerId="ADAL" clId="{F33F88E0-3380-47C4-AFDE-F1AC050ADA82}" dt="2026-01-25T15:59:11.772" v="2141" actId="790"/>
          <ac:spMkLst>
            <pc:docMk/>
            <pc:sldMk cId="356953757" sldId="291"/>
            <ac:spMk id="35" creationId="{00000000-0000-0000-0000-000000000000}"/>
          </ac:spMkLst>
        </pc:spChg>
        <pc:spChg chg="mod">
          <ac:chgData name="Yash Jadhav" userId="535c3d6d-72b8-4f77-8155-55f939173cf2" providerId="ADAL" clId="{F33F88E0-3380-47C4-AFDE-F1AC050ADA82}" dt="2026-01-25T15:59:11.774" v="2142" actId="790"/>
          <ac:spMkLst>
            <pc:docMk/>
            <pc:sldMk cId="356953757" sldId="291"/>
            <ac:spMk id="36" creationId="{00000000-0000-0000-0000-000000000000}"/>
          </ac:spMkLst>
        </pc:spChg>
        <pc:spChg chg="mod">
          <ac:chgData name="Yash Jadhav" userId="535c3d6d-72b8-4f77-8155-55f939173cf2" providerId="ADAL" clId="{F33F88E0-3380-47C4-AFDE-F1AC050ADA82}" dt="2026-01-25T15:59:11.776" v="2143" actId="790"/>
          <ac:spMkLst>
            <pc:docMk/>
            <pc:sldMk cId="356953757" sldId="291"/>
            <ac:spMk id="37" creationId="{00000000-0000-0000-0000-000000000000}"/>
          </ac:spMkLst>
        </pc:spChg>
        <pc:spChg chg="mod">
          <ac:chgData name="Yash Jadhav" userId="535c3d6d-72b8-4f77-8155-55f939173cf2" providerId="ADAL" clId="{F33F88E0-3380-47C4-AFDE-F1AC050ADA82}" dt="2026-01-25T15:59:11.779" v="2144" actId="790"/>
          <ac:spMkLst>
            <pc:docMk/>
            <pc:sldMk cId="356953757" sldId="291"/>
            <ac:spMk id="38" creationId="{00000000-0000-0000-0000-000000000000}"/>
          </ac:spMkLst>
        </pc:spChg>
        <pc:spChg chg="mod">
          <ac:chgData name="Yash Jadhav" userId="535c3d6d-72b8-4f77-8155-55f939173cf2" providerId="ADAL" clId="{F33F88E0-3380-47C4-AFDE-F1AC050ADA82}" dt="2026-01-25T15:59:11.780" v="2145" actId="790"/>
          <ac:spMkLst>
            <pc:docMk/>
            <pc:sldMk cId="356953757" sldId="291"/>
            <ac:spMk id="39" creationId="{00000000-0000-0000-0000-000000000000}"/>
          </ac:spMkLst>
        </pc:spChg>
        <pc:spChg chg="mod">
          <ac:chgData name="Yash Jadhav" userId="535c3d6d-72b8-4f77-8155-55f939173cf2" providerId="ADAL" clId="{F33F88E0-3380-47C4-AFDE-F1AC050ADA82}" dt="2026-01-25T15:59:11.782" v="2146" actId="790"/>
          <ac:spMkLst>
            <pc:docMk/>
            <pc:sldMk cId="356953757" sldId="291"/>
            <ac:spMk id="40" creationId="{00000000-0000-0000-0000-000000000000}"/>
          </ac:spMkLst>
        </pc:spChg>
        <pc:spChg chg="mod">
          <ac:chgData name="Yash Jadhav" userId="535c3d6d-72b8-4f77-8155-55f939173cf2" providerId="ADAL" clId="{F33F88E0-3380-47C4-AFDE-F1AC050ADA82}" dt="2026-01-25T15:59:11.784" v="2147" actId="790"/>
          <ac:spMkLst>
            <pc:docMk/>
            <pc:sldMk cId="356953757" sldId="291"/>
            <ac:spMk id="41" creationId="{00000000-0000-0000-0000-000000000000}"/>
          </ac:spMkLst>
        </pc:spChg>
        <pc:spChg chg="mod">
          <ac:chgData name="Yash Jadhav" userId="535c3d6d-72b8-4f77-8155-55f939173cf2" providerId="ADAL" clId="{F33F88E0-3380-47C4-AFDE-F1AC050ADA82}" dt="2026-01-25T15:59:11.786" v="2148" actId="790"/>
          <ac:spMkLst>
            <pc:docMk/>
            <pc:sldMk cId="356953757" sldId="291"/>
            <ac:spMk id="42" creationId="{00000000-0000-0000-0000-000000000000}"/>
          </ac:spMkLst>
        </pc:spChg>
        <pc:spChg chg="mod">
          <ac:chgData name="Yash Jadhav" userId="535c3d6d-72b8-4f77-8155-55f939173cf2" providerId="ADAL" clId="{F33F88E0-3380-47C4-AFDE-F1AC050ADA82}" dt="2026-01-25T15:59:11.788" v="2149" actId="790"/>
          <ac:spMkLst>
            <pc:docMk/>
            <pc:sldMk cId="356953757" sldId="291"/>
            <ac:spMk id="43" creationId="{00000000-0000-0000-0000-000000000000}"/>
          </ac:spMkLst>
        </pc:spChg>
        <pc:spChg chg="mod">
          <ac:chgData name="Yash Jadhav" userId="535c3d6d-72b8-4f77-8155-55f939173cf2" providerId="ADAL" clId="{F33F88E0-3380-47C4-AFDE-F1AC050ADA82}" dt="2026-01-25T15:59:11.790" v="2150" actId="790"/>
          <ac:spMkLst>
            <pc:docMk/>
            <pc:sldMk cId="356953757" sldId="291"/>
            <ac:spMk id="44" creationId="{00000000-0000-0000-0000-000000000000}"/>
          </ac:spMkLst>
        </pc:spChg>
        <pc:spChg chg="mod">
          <ac:chgData name="Yash Jadhav" userId="535c3d6d-72b8-4f77-8155-55f939173cf2" providerId="ADAL" clId="{F33F88E0-3380-47C4-AFDE-F1AC050ADA82}" dt="2026-01-25T15:59:11.793" v="2151" actId="790"/>
          <ac:spMkLst>
            <pc:docMk/>
            <pc:sldMk cId="356953757" sldId="291"/>
            <ac:spMk id="45" creationId="{00000000-0000-0000-0000-000000000000}"/>
          </ac:spMkLst>
        </pc:spChg>
        <pc:spChg chg="mod">
          <ac:chgData name="Yash Jadhav" userId="535c3d6d-72b8-4f77-8155-55f939173cf2" providerId="ADAL" clId="{F33F88E0-3380-47C4-AFDE-F1AC050ADA82}" dt="2026-01-25T15:59:11.795" v="2152" actId="790"/>
          <ac:spMkLst>
            <pc:docMk/>
            <pc:sldMk cId="356953757" sldId="291"/>
            <ac:spMk id="46" creationId="{00000000-0000-0000-0000-000000000000}"/>
          </ac:spMkLst>
        </pc:spChg>
        <pc:spChg chg="mod">
          <ac:chgData name="Yash Jadhav" userId="535c3d6d-72b8-4f77-8155-55f939173cf2" providerId="ADAL" clId="{F33F88E0-3380-47C4-AFDE-F1AC050ADA82}" dt="2026-01-25T15:59:11.797" v="2153" actId="790"/>
          <ac:spMkLst>
            <pc:docMk/>
            <pc:sldMk cId="356953757" sldId="291"/>
            <ac:spMk id="47" creationId="{00000000-0000-0000-0000-000000000000}"/>
          </ac:spMkLst>
        </pc:spChg>
        <pc:spChg chg="mod">
          <ac:chgData name="Yash Jadhav" userId="535c3d6d-72b8-4f77-8155-55f939173cf2" providerId="ADAL" clId="{F33F88E0-3380-47C4-AFDE-F1AC050ADA82}" dt="2026-01-25T15:59:11.799" v="2154" actId="790"/>
          <ac:spMkLst>
            <pc:docMk/>
            <pc:sldMk cId="356953757" sldId="291"/>
            <ac:spMk id="48" creationId="{00000000-0000-0000-0000-000000000000}"/>
          </ac:spMkLst>
        </pc:spChg>
        <pc:spChg chg="mod">
          <ac:chgData name="Yash Jadhav" userId="535c3d6d-72b8-4f77-8155-55f939173cf2" providerId="ADAL" clId="{F33F88E0-3380-47C4-AFDE-F1AC050ADA82}" dt="2026-01-25T15:59:11.801" v="2155" actId="790"/>
          <ac:spMkLst>
            <pc:docMk/>
            <pc:sldMk cId="356953757" sldId="291"/>
            <ac:spMk id="49" creationId="{00000000-0000-0000-0000-000000000000}"/>
          </ac:spMkLst>
        </pc:spChg>
        <pc:spChg chg="mod">
          <ac:chgData name="Yash Jadhav" userId="535c3d6d-72b8-4f77-8155-55f939173cf2" providerId="ADAL" clId="{F33F88E0-3380-47C4-AFDE-F1AC050ADA82}" dt="2026-01-25T15:59:11.803" v="2156" actId="790"/>
          <ac:spMkLst>
            <pc:docMk/>
            <pc:sldMk cId="356953757" sldId="291"/>
            <ac:spMk id="50" creationId="{00000000-0000-0000-0000-000000000000}"/>
          </ac:spMkLst>
        </pc:spChg>
        <pc:spChg chg="mod">
          <ac:chgData name="Yash Jadhav" userId="535c3d6d-72b8-4f77-8155-55f939173cf2" providerId="ADAL" clId="{F33F88E0-3380-47C4-AFDE-F1AC050ADA82}" dt="2026-01-25T15:59:11.805" v="2157" actId="790"/>
          <ac:spMkLst>
            <pc:docMk/>
            <pc:sldMk cId="356953757" sldId="291"/>
            <ac:spMk id="51" creationId="{00000000-0000-0000-0000-000000000000}"/>
          </ac:spMkLst>
        </pc:spChg>
        <pc:spChg chg="mod">
          <ac:chgData name="Yash Jadhav" userId="535c3d6d-72b8-4f77-8155-55f939173cf2" providerId="ADAL" clId="{F33F88E0-3380-47C4-AFDE-F1AC050ADA82}" dt="2026-01-25T15:59:11.809" v="2158" actId="790"/>
          <ac:spMkLst>
            <pc:docMk/>
            <pc:sldMk cId="356953757" sldId="291"/>
            <ac:spMk id="52" creationId="{00000000-0000-0000-0000-000000000000}"/>
          </ac:spMkLst>
        </pc:spChg>
        <pc:spChg chg="mod">
          <ac:chgData name="Yash Jadhav" userId="535c3d6d-72b8-4f77-8155-55f939173cf2" providerId="ADAL" clId="{F33F88E0-3380-47C4-AFDE-F1AC050ADA82}" dt="2026-01-25T15:59:11.811" v="2159" actId="790"/>
          <ac:spMkLst>
            <pc:docMk/>
            <pc:sldMk cId="356953757" sldId="291"/>
            <ac:spMk id="53" creationId="{00000000-0000-0000-0000-000000000000}"/>
          </ac:spMkLst>
        </pc:spChg>
        <pc:spChg chg="mod">
          <ac:chgData name="Yash Jadhav" userId="535c3d6d-72b8-4f77-8155-55f939173cf2" providerId="ADAL" clId="{F33F88E0-3380-47C4-AFDE-F1AC050ADA82}" dt="2026-01-25T15:59:11.813" v="2160" actId="790"/>
          <ac:spMkLst>
            <pc:docMk/>
            <pc:sldMk cId="356953757" sldId="291"/>
            <ac:spMk id="54" creationId="{00000000-0000-0000-0000-000000000000}"/>
          </ac:spMkLst>
        </pc:spChg>
        <pc:spChg chg="mod">
          <ac:chgData name="Yash Jadhav" userId="535c3d6d-72b8-4f77-8155-55f939173cf2" providerId="ADAL" clId="{F33F88E0-3380-47C4-AFDE-F1AC050ADA82}" dt="2026-01-25T15:59:11.816" v="2161" actId="790"/>
          <ac:spMkLst>
            <pc:docMk/>
            <pc:sldMk cId="356953757" sldId="291"/>
            <ac:spMk id="55" creationId="{00000000-0000-0000-0000-000000000000}"/>
          </ac:spMkLst>
        </pc:spChg>
        <pc:spChg chg="mod">
          <ac:chgData name="Yash Jadhav" userId="535c3d6d-72b8-4f77-8155-55f939173cf2" providerId="ADAL" clId="{F33F88E0-3380-47C4-AFDE-F1AC050ADA82}" dt="2026-01-25T15:59:11.819" v="2162" actId="790"/>
          <ac:spMkLst>
            <pc:docMk/>
            <pc:sldMk cId="356953757" sldId="291"/>
            <ac:spMk id="56" creationId="{00000000-0000-0000-0000-000000000000}"/>
          </ac:spMkLst>
        </pc:spChg>
        <pc:spChg chg="mod">
          <ac:chgData name="Yash Jadhav" userId="535c3d6d-72b8-4f77-8155-55f939173cf2" providerId="ADAL" clId="{F33F88E0-3380-47C4-AFDE-F1AC050ADA82}" dt="2026-01-25T15:59:11.821" v="2163" actId="790"/>
          <ac:spMkLst>
            <pc:docMk/>
            <pc:sldMk cId="356953757" sldId="291"/>
            <ac:spMk id="57" creationId="{00000000-0000-0000-0000-000000000000}"/>
          </ac:spMkLst>
        </pc:spChg>
        <pc:spChg chg="mod">
          <ac:chgData name="Yash Jadhav" userId="535c3d6d-72b8-4f77-8155-55f939173cf2" providerId="ADAL" clId="{F33F88E0-3380-47C4-AFDE-F1AC050ADA82}" dt="2026-01-25T15:59:11.823" v="2164" actId="790"/>
          <ac:spMkLst>
            <pc:docMk/>
            <pc:sldMk cId="356953757" sldId="291"/>
            <ac:spMk id="58" creationId="{00000000-0000-0000-0000-000000000000}"/>
          </ac:spMkLst>
        </pc:spChg>
        <pc:spChg chg="mod">
          <ac:chgData name="Yash Jadhav" userId="535c3d6d-72b8-4f77-8155-55f939173cf2" providerId="ADAL" clId="{F33F88E0-3380-47C4-AFDE-F1AC050ADA82}" dt="2026-01-25T15:59:11.826" v="2165" actId="790"/>
          <ac:spMkLst>
            <pc:docMk/>
            <pc:sldMk cId="356953757" sldId="291"/>
            <ac:spMk id="59" creationId="{00000000-0000-0000-0000-000000000000}"/>
          </ac:spMkLst>
        </pc:spChg>
        <pc:spChg chg="mod">
          <ac:chgData name="Yash Jadhav" userId="535c3d6d-72b8-4f77-8155-55f939173cf2" providerId="ADAL" clId="{F33F88E0-3380-47C4-AFDE-F1AC050ADA82}" dt="2026-01-25T15:59:11.827" v="2166" actId="790"/>
          <ac:spMkLst>
            <pc:docMk/>
            <pc:sldMk cId="356953757" sldId="291"/>
            <ac:spMk id="60" creationId="{00000000-0000-0000-0000-000000000000}"/>
          </ac:spMkLst>
        </pc:spChg>
        <pc:spChg chg="mod">
          <ac:chgData name="Yash Jadhav" userId="535c3d6d-72b8-4f77-8155-55f939173cf2" providerId="ADAL" clId="{F33F88E0-3380-47C4-AFDE-F1AC050ADA82}" dt="2026-01-25T15:59:11.829" v="2167" actId="790"/>
          <ac:spMkLst>
            <pc:docMk/>
            <pc:sldMk cId="356953757" sldId="291"/>
            <ac:spMk id="61" creationId="{00000000-0000-0000-0000-000000000000}"/>
          </ac:spMkLst>
        </pc:spChg>
        <pc:spChg chg="mod">
          <ac:chgData name="Yash Jadhav" userId="535c3d6d-72b8-4f77-8155-55f939173cf2" providerId="ADAL" clId="{F33F88E0-3380-47C4-AFDE-F1AC050ADA82}" dt="2026-01-25T15:59:11.832" v="2168" actId="790"/>
          <ac:spMkLst>
            <pc:docMk/>
            <pc:sldMk cId="356953757" sldId="291"/>
            <ac:spMk id="62" creationId="{00000000-0000-0000-0000-000000000000}"/>
          </ac:spMkLst>
        </pc:spChg>
        <pc:spChg chg="mod">
          <ac:chgData name="Yash Jadhav" userId="535c3d6d-72b8-4f77-8155-55f939173cf2" providerId="ADAL" clId="{F33F88E0-3380-47C4-AFDE-F1AC050ADA82}" dt="2026-01-25T15:59:11.835" v="2169" actId="790"/>
          <ac:spMkLst>
            <pc:docMk/>
            <pc:sldMk cId="356953757" sldId="291"/>
            <ac:spMk id="63" creationId="{00000000-0000-0000-0000-000000000000}"/>
          </ac:spMkLst>
        </pc:spChg>
        <pc:spChg chg="mod">
          <ac:chgData name="Yash Jadhav" userId="535c3d6d-72b8-4f77-8155-55f939173cf2" providerId="ADAL" clId="{F33F88E0-3380-47C4-AFDE-F1AC050ADA82}" dt="2026-01-25T15:59:11.837" v="2170" actId="790"/>
          <ac:spMkLst>
            <pc:docMk/>
            <pc:sldMk cId="356953757" sldId="291"/>
            <ac:spMk id="64" creationId="{00000000-0000-0000-0000-000000000000}"/>
          </ac:spMkLst>
        </pc:spChg>
        <pc:spChg chg="mod">
          <ac:chgData name="Yash Jadhav" userId="535c3d6d-72b8-4f77-8155-55f939173cf2" providerId="ADAL" clId="{F33F88E0-3380-47C4-AFDE-F1AC050ADA82}" dt="2026-01-25T15:59:11.839" v="2171" actId="790"/>
          <ac:spMkLst>
            <pc:docMk/>
            <pc:sldMk cId="356953757" sldId="291"/>
            <ac:spMk id="65" creationId="{00000000-0000-0000-0000-000000000000}"/>
          </ac:spMkLst>
        </pc:spChg>
        <pc:spChg chg="mod">
          <ac:chgData name="Yash Jadhav" userId="535c3d6d-72b8-4f77-8155-55f939173cf2" providerId="ADAL" clId="{F33F88E0-3380-47C4-AFDE-F1AC050ADA82}" dt="2026-01-25T15:59:11.842" v="2172" actId="790"/>
          <ac:spMkLst>
            <pc:docMk/>
            <pc:sldMk cId="356953757" sldId="291"/>
            <ac:spMk id="66" creationId="{00000000-0000-0000-0000-000000000000}"/>
          </ac:spMkLst>
        </pc:spChg>
        <pc:spChg chg="mod">
          <ac:chgData name="Yash Jadhav" userId="535c3d6d-72b8-4f77-8155-55f939173cf2" providerId="ADAL" clId="{F33F88E0-3380-47C4-AFDE-F1AC050ADA82}" dt="2026-01-25T15:59:11.844" v="2173" actId="790"/>
          <ac:spMkLst>
            <pc:docMk/>
            <pc:sldMk cId="356953757" sldId="291"/>
            <ac:spMk id="67" creationId="{00000000-0000-0000-0000-000000000000}"/>
          </ac:spMkLst>
        </pc:spChg>
        <pc:spChg chg="mod">
          <ac:chgData name="Yash Jadhav" userId="535c3d6d-72b8-4f77-8155-55f939173cf2" providerId="ADAL" clId="{F33F88E0-3380-47C4-AFDE-F1AC050ADA82}" dt="2026-01-25T15:59:11.845" v="2174" actId="790"/>
          <ac:spMkLst>
            <pc:docMk/>
            <pc:sldMk cId="356953757" sldId="291"/>
            <ac:spMk id="68" creationId="{00000000-0000-0000-0000-000000000000}"/>
          </ac:spMkLst>
        </pc:spChg>
        <pc:spChg chg="mod">
          <ac:chgData name="Yash Jadhav" userId="535c3d6d-72b8-4f77-8155-55f939173cf2" providerId="ADAL" clId="{F33F88E0-3380-47C4-AFDE-F1AC050ADA82}" dt="2026-01-25T15:59:11.871" v="2183" actId="790"/>
          <ac:spMkLst>
            <pc:docMk/>
            <pc:sldMk cId="356953757" sldId="291"/>
            <ac:spMk id="69" creationId="{00000000-0000-0000-0000-000000000000}"/>
          </ac:spMkLst>
        </pc:spChg>
        <pc:spChg chg="mod">
          <ac:chgData name="Yash Jadhav" userId="535c3d6d-72b8-4f77-8155-55f939173cf2" providerId="ADAL" clId="{F33F88E0-3380-47C4-AFDE-F1AC050ADA82}" dt="2026-01-25T15:59:11.851" v="2175" actId="790"/>
          <ac:spMkLst>
            <pc:docMk/>
            <pc:sldMk cId="356953757" sldId="291"/>
            <ac:spMk id="71" creationId="{00000000-0000-0000-0000-000000000000}"/>
          </ac:spMkLst>
        </pc:spChg>
        <pc:spChg chg="mod">
          <ac:chgData name="Yash Jadhav" userId="535c3d6d-72b8-4f77-8155-55f939173cf2" providerId="ADAL" clId="{F33F88E0-3380-47C4-AFDE-F1AC050ADA82}" dt="2026-01-25T15:59:11.854" v="2176" actId="790"/>
          <ac:spMkLst>
            <pc:docMk/>
            <pc:sldMk cId="356953757" sldId="291"/>
            <ac:spMk id="72" creationId="{00000000-0000-0000-0000-000000000000}"/>
          </ac:spMkLst>
        </pc:spChg>
        <pc:spChg chg="mod">
          <ac:chgData name="Yash Jadhav" userId="535c3d6d-72b8-4f77-8155-55f939173cf2" providerId="ADAL" clId="{F33F88E0-3380-47C4-AFDE-F1AC050ADA82}" dt="2026-01-25T15:59:11.857" v="2177" actId="790"/>
          <ac:spMkLst>
            <pc:docMk/>
            <pc:sldMk cId="356953757" sldId="291"/>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52399500" sldId="292"/>
        </pc:sldMkLst>
        <pc:spChg chg="add del mod">
          <ac:chgData name="Yash Jadhav" userId="535c3d6d-72b8-4f77-8155-55f939173cf2" providerId="ADAL" clId="{F33F88E0-3380-47C4-AFDE-F1AC050ADA82}" dt="2026-01-25T16:06:14.662" v="8413" actId="6264"/>
          <ac:spMkLst>
            <pc:docMk/>
            <pc:sldMk cId="1252399500" sldId="292"/>
            <ac:spMk id="2" creationId="{B89D3807-2430-DAE0-109C-1777B1536F11}"/>
          </ac:spMkLst>
        </pc:spChg>
        <pc:spChg chg="mod ord">
          <ac:chgData name="Yash Jadhav" userId="535c3d6d-72b8-4f77-8155-55f939173cf2" providerId="ADAL" clId="{F33F88E0-3380-47C4-AFDE-F1AC050ADA82}" dt="2026-01-25T16:06:14.662" v="8413" actId="6264"/>
          <ac:spMkLst>
            <pc:docMk/>
            <pc:sldMk cId="1252399500" sldId="292"/>
            <ac:spMk id="3" creationId="{00000000-0000-0000-0000-000000000000}"/>
          </ac:spMkLst>
        </pc:spChg>
        <pc:spChg chg="mod">
          <ac:chgData name="Yash Jadhav" userId="535c3d6d-72b8-4f77-8155-55f939173cf2" providerId="ADAL" clId="{F33F88E0-3380-47C4-AFDE-F1AC050ADA82}" dt="2026-01-25T15:59:13.537" v="2249" actId="790"/>
          <ac:spMkLst>
            <pc:docMk/>
            <pc:sldMk cId="1252399500" sldId="292"/>
            <ac:spMk id="5" creationId="{00000000-0000-0000-0000-000000000000}"/>
          </ac:spMkLst>
        </pc:spChg>
        <pc:spChg chg="mod">
          <ac:chgData name="Yash Jadhav" userId="535c3d6d-72b8-4f77-8155-55f939173cf2" providerId="ADAL" clId="{F33F88E0-3380-47C4-AFDE-F1AC050ADA82}" dt="2026-01-25T15:59:13.541" v="2250" actId="790"/>
          <ac:spMkLst>
            <pc:docMk/>
            <pc:sldMk cId="1252399500" sldId="292"/>
            <ac:spMk id="6" creationId="{00000000-0000-0000-0000-000000000000}"/>
          </ac:spMkLst>
        </pc:spChg>
        <pc:spChg chg="mod">
          <ac:chgData name="Yash Jadhav" userId="535c3d6d-72b8-4f77-8155-55f939173cf2" providerId="ADAL" clId="{F33F88E0-3380-47C4-AFDE-F1AC050ADA82}" dt="2026-01-25T15:59:13.392" v="2189" actId="790"/>
          <ac:spMkLst>
            <pc:docMk/>
            <pc:sldMk cId="1252399500" sldId="292"/>
            <ac:spMk id="7" creationId="{00000000-0000-0000-0000-000000000000}"/>
          </ac:spMkLst>
        </pc:spChg>
        <pc:spChg chg="mod">
          <ac:chgData name="Yash Jadhav" userId="535c3d6d-72b8-4f77-8155-55f939173cf2" providerId="ADAL" clId="{F33F88E0-3380-47C4-AFDE-F1AC050ADA82}" dt="2026-01-25T15:59:13.546" v="2251" actId="790"/>
          <ac:spMkLst>
            <pc:docMk/>
            <pc:sldMk cId="1252399500" sldId="292"/>
            <ac:spMk id="8" creationId="{00000000-0000-0000-0000-000000000000}"/>
          </ac:spMkLst>
        </pc:spChg>
        <pc:spChg chg="mod">
          <ac:chgData name="Yash Jadhav" userId="535c3d6d-72b8-4f77-8155-55f939173cf2" providerId="ADAL" clId="{F33F88E0-3380-47C4-AFDE-F1AC050ADA82}" dt="2026-01-25T15:59:13.396" v="2190" actId="790"/>
          <ac:spMkLst>
            <pc:docMk/>
            <pc:sldMk cId="1252399500" sldId="292"/>
            <ac:spMk id="9" creationId="{00000000-0000-0000-0000-000000000000}"/>
          </ac:spMkLst>
        </pc:spChg>
        <pc:spChg chg="mod">
          <ac:chgData name="Yash Jadhav" userId="535c3d6d-72b8-4f77-8155-55f939173cf2" providerId="ADAL" clId="{F33F88E0-3380-47C4-AFDE-F1AC050ADA82}" dt="2026-01-25T15:59:13.549" v="2252" actId="790"/>
          <ac:spMkLst>
            <pc:docMk/>
            <pc:sldMk cId="1252399500" sldId="292"/>
            <ac:spMk id="10" creationId="{00000000-0000-0000-0000-000000000000}"/>
          </ac:spMkLst>
        </pc:spChg>
        <pc:spChg chg="mod">
          <ac:chgData name="Yash Jadhav" userId="535c3d6d-72b8-4f77-8155-55f939173cf2" providerId="ADAL" clId="{F33F88E0-3380-47C4-AFDE-F1AC050ADA82}" dt="2026-01-25T15:59:13.551" v="2253" actId="790"/>
          <ac:spMkLst>
            <pc:docMk/>
            <pc:sldMk cId="1252399500" sldId="292"/>
            <ac:spMk id="11" creationId="{00000000-0000-0000-0000-000000000000}"/>
          </ac:spMkLst>
        </pc:spChg>
        <pc:spChg chg="mod">
          <ac:chgData name="Yash Jadhav" userId="535c3d6d-72b8-4f77-8155-55f939173cf2" providerId="ADAL" clId="{F33F88E0-3380-47C4-AFDE-F1AC050ADA82}" dt="2026-01-25T15:59:13.399" v="2191" actId="790"/>
          <ac:spMkLst>
            <pc:docMk/>
            <pc:sldMk cId="1252399500" sldId="292"/>
            <ac:spMk id="13" creationId="{00000000-0000-0000-0000-000000000000}"/>
          </ac:spMkLst>
        </pc:spChg>
        <pc:spChg chg="mod">
          <ac:chgData name="Yash Jadhav" userId="535c3d6d-72b8-4f77-8155-55f939173cf2" providerId="ADAL" clId="{F33F88E0-3380-47C4-AFDE-F1AC050ADA82}" dt="2026-01-25T15:59:13.400" v="2192" actId="790"/>
          <ac:spMkLst>
            <pc:docMk/>
            <pc:sldMk cId="1252399500" sldId="292"/>
            <ac:spMk id="14" creationId="{00000000-0000-0000-0000-000000000000}"/>
          </ac:spMkLst>
        </pc:spChg>
        <pc:spChg chg="mod">
          <ac:chgData name="Yash Jadhav" userId="535c3d6d-72b8-4f77-8155-55f939173cf2" providerId="ADAL" clId="{F33F88E0-3380-47C4-AFDE-F1AC050ADA82}" dt="2026-01-25T15:59:13.402" v="2193" actId="790"/>
          <ac:spMkLst>
            <pc:docMk/>
            <pc:sldMk cId="1252399500" sldId="292"/>
            <ac:spMk id="15" creationId="{00000000-0000-0000-0000-000000000000}"/>
          </ac:spMkLst>
        </pc:spChg>
        <pc:spChg chg="mod">
          <ac:chgData name="Yash Jadhav" userId="535c3d6d-72b8-4f77-8155-55f939173cf2" providerId="ADAL" clId="{F33F88E0-3380-47C4-AFDE-F1AC050ADA82}" dt="2026-01-25T15:59:13.403" v="2194" actId="790"/>
          <ac:spMkLst>
            <pc:docMk/>
            <pc:sldMk cId="1252399500" sldId="292"/>
            <ac:spMk id="17" creationId="{00000000-0000-0000-0000-000000000000}"/>
          </ac:spMkLst>
        </pc:spChg>
        <pc:spChg chg="mod">
          <ac:chgData name="Yash Jadhav" userId="535c3d6d-72b8-4f77-8155-55f939173cf2" providerId="ADAL" clId="{F33F88E0-3380-47C4-AFDE-F1AC050ADA82}" dt="2026-01-25T15:59:13.405" v="2195" actId="790"/>
          <ac:spMkLst>
            <pc:docMk/>
            <pc:sldMk cId="1252399500" sldId="292"/>
            <ac:spMk id="18" creationId="{00000000-0000-0000-0000-000000000000}"/>
          </ac:spMkLst>
        </pc:spChg>
        <pc:spChg chg="mod">
          <ac:chgData name="Yash Jadhav" userId="535c3d6d-72b8-4f77-8155-55f939173cf2" providerId="ADAL" clId="{F33F88E0-3380-47C4-AFDE-F1AC050ADA82}" dt="2026-01-25T15:59:13.407" v="2196" actId="790"/>
          <ac:spMkLst>
            <pc:docMk/>
            <pc:sldMk cId="1252399500" sldId="292"/>
            <ac:spMk id="19" creationId="{00000000-0000-0000-0000-000000000000}"/>
          </ac:spMkLst>
        </pc:spChg>
        <pc:spChg chg="mod">
          <ac:chgData name="Yash Jadhav" userId="535c3d6d-72b8-4f77-8155-55f939173cf2" providerId="ADAL" clId="{F33F88E0-3380-47C4-AFDE-F1AC050ADA82}" dt="2026-01-25T15:59:13.409" v="2197" actId="790"/>
          <ac:spMkLst>
            <pc:docMk/>
            <pc:sldMk cId="1252399500" sldId="292"/>
            <ac:spMk id="20" creationId="{00000000-0000-0000-0000-000000000000}"/>
          </ac:spMkLst>
        </pc:spChg>
        <pc:spChg chg="mod">
          <ac:chgData name="Yash Jadhav" userId="535c3d6d-72b8-4f77-8155-55f939173cf2" providerId="ADAL" clId="{F33F88E0-3380-47C4-AFDE-F1AC050ADA82}" dt="2026-01-25T15:59:13.411" v="2198" actId="790"/>
          <ac:spMkLst>
            <pc:docMk/>
            <pc:sldMk cId="1252399500" sldId="292"/>
            <ac:spMk id="21" creationId="{00000000-0000-0000-0000-000000000000}"/>
          </ac:spMkLst>
        </pc:spChg>
        <pc:spChg chg="mod">
          <ac:chgData name="Yash Jadhav" userId="535c3d6d-72b8-4f77-8155-55f939173cf2" providerId="ADAL" clId="{F33F88E0-3380-47C4-AFDE-F1AC050ADA82}" dt="2026-01-25T15:59:13.413" v="2199" actId="790"/>
          <ac:spMkLst>
            <pc:docMk/>
            <pc:sldMk cId="1252399500" sldId="292"/>
            <ac:spMk id="22" creationId="{00000000-0000-0000-0000-000000000000}"/>
          </ac:spMkLst>
        </pc:spChg>
        <pc:spChg chg="mod">
          <ac:chgData name="Yash Jadhav" userId="535c3d6d-72b8-4f77-8155-55f939173cf2" providerId="ADAL" clId="{F33F88E0-3380-47C4-AFDE-F1AC050ADA82}" dt="2026-01-25T15:59:13.415" v="2200" actId="790"/>
          <ac:spMkLst>
            <pc:docMk/>
            <pc:sldMk cId="1252399500" sldId="292"/>
            <ac:spMk id="23" creationId="{00000000-0000-0000-0000-000000000000}"/>
          </ac:spMkLst>
        </pc:spChg>
        <pc:spChg chg="mod">
          <ac:chgData name="Yash Jadhav" userId="535c3d6d-72b8-4f77-8155-55f939173cf2" providerId="ADAL" clId="{F33F88E0-3380-47C4-AFDE-F1AC050ADA82}" dt="2026-01-25T15:59:13.417" v="2201" actId="790"/>
          <ac:spMkLst>
            <pc:docMk/>
            <pc:sldMk cId="1252399500" sldId="292"/>
            <ac:spMk id="24" creationId="{00000000-0000-0000-0000-000000000000}"/>
          </ac:spMkLst>
        </pc:spChg>
        <pc:spChg chg="mod">
          <ac:chgData name="Yash Jadhav" userId="535c3d6d-72b8-4f77-8155-55f939173cf2" providerId="ADAL" clId="{F33F88E0-3380-47C4-AFDE-F1AC050ADA82}" dt="2026-01-25T15:59:13.419" v="2202" actId="790"/>
          <ac:spMkLst>
            <pc:docMk/>
            <pc:sldMk cId="1252399500" sldId="292"/>
            <ac:spMk id="25" creationId="{00000000-0000-0000-0000-000000000000}"/>
          </ac:spMkLst>
        </pc:spChg>
        <pc:spChg chg="mod">
          <ac:chgData name="Yash Jadhav" userId="535c3d6d-72b8-4f77-8155-55f939173cf2" providerId="ADAL" clId="{F33F88E0-3380-47C4-AFDE-F1AC050ADA82}" dt="2026-01-25T15:59:13.420" v="2203" actId="790"/>
          <ac:spMkLst>
            <pc:docMk/>
            <pc:sldMk cId="1252399500" sldId="292"/>
            <ac:spMk id="26" creationId="{00000000-0000-0000-0000-000000000000}"/>
          </ac:spMkLst>
        </pc:spChg>
        <pc:spChg chg="mod">
          <ac:chgData name="Yash Jadhav" userId="535c3d6d-72b8-4f77-8155-55f939173cf2" providerId="ADAL" clId="{F33F88E0-3380-47C4-AFDE-F1AC050ADA82}" dt="2026-01-25T15:59:13.422" v="2204" actId="790"/>
          <ac:spMkLst>
            <pc:docMk/>
            <pc:sldMk cId="1252399500" sldId="292"/>
            <ac:spMk id="27" creationId="{00000000-0000-0000-0000-000000000000}"/>
          </ac:spMkLst>
        </pc:spChg>
        <pc:spChg chg="mod">
          <ac:chgData name="Yash Jadhav" userId="535c3d6d-72b8-4f77-8155-55f939173cf2" providerId="ADAL" clId="{F33F88E0-3380-47C4-AFDE-F1AC050ADA82}" dt="2026-01-25T15:59:13.424" v="2205" actId="790"/>
          <ac:spMkLst>
            <pc:docMk/>
            <pc:sldMk cId="1252399500" sldId="292"/>
            <ac:spMk id="28" creationId="{00000000-0000-0000-0000-000000000000}"/>
          </ac:spMkLst>
        </pc:spChg>
        <pc:spChg chg="mod">
          <ac:chgData name="Yash Jadhav" userId="535c3d6d-72b8-4f77-8155-55f939173cf2" providerId="ADAL" clId="{F33F88E0-3380-47C4-AFDE-F1AC050ADA82}" dt="2026-01-25T15:59:13.427" v="2206" actId="790"/>
          <ac:spMkLst>
            <pc:docMk/>
            <pc:sldMk cId="1252399500" sldId="292"/>
            <ac:spMk id="29" creationId="{00000000-0000-0000-0000-000000000000}"/>
          </ac:spMkLst>
        </pc:spChg>
        <pc:spChg chg="mod">
          <ac:chgData name="Yash Jadhav" userId="535c3d6d-72b8-4f77-8155-55f939173cf2" providerId="ADAL" clId="{F33F88E0-3380-47C4-AFDE-F1AC050ADA82}" dt="2026-01-25T15:59:13.429" v="2207" actId="790"/>
          <ac:spMkLst>
            <pc:docMk/>
            <pc:sldMk cId="1252399500" sldId="292"/>
            <ac:spMk id="30" creationId="{00000000-0000-0000-0000-000000000000}"/>
          </ac:spMkLst>
        </pc:spChg>
        <pc:spChg chg="mod">
          <ac:chgData name="Yash Jadhav" userId="535c3d6d-72b8-4f77-8155-55f939173cf2" providerId="ADAL" clId="{F33F88E0-3380-47C4-AFDE-F1AC050ADA82}" dt="2026-01-25T15:59:13.431" v="2208" actId="790"/>
          <ac:spMkLst>
            <pc:docMk/>
            <pc:sldMk cId="1252399500" sldId="292"/>
            <ac:spMk id="31" creationId="{00000000-0000-0000-0000-000000000000}"/>
          </ac:spMkLst>
        </pc:spChg>
        <pc:spChg chg="mod">
          <ac:chgData name="Yash Jadhav" userId="535c3d6d-72b8-4f77-8155-55f939173cf2" providerId="ADAL" clId="{F33F88E0-3380-47C4-AFDE-F1AC050ADA82}" dt="2026-01-25T15:59:13.433" v="2209" actId="790"/>
          <ac:spMkLst>
            <pc:docMk/>
            <pc:sldMk cId="1252399500" sldId="292"/>
            <ac:spMk id="32" creationId="{00000000-0000-0000-0000-000000000000}"/>
          </ac:spMkLst>
        </pc:spChg>
        <pc:spChg chg="mod">
          <ac:chgData name="Yash Jadhav" userId="535c3d6d-72b8-4f77-8155-55f939173cf2" providerId="ADAL" clId="{F33F88E0-3380-47C4-AFDE-F1AC050ADA82}" dt="2026-01-25T15:59:13.435" v="2210" actId="790"/>
          <ac:spMkLst>
            <pc:docMk/>
            <pc:sldMk cId="1252399500" sldId="292"/>
            <ac:spMk id="33" creationId="{00000000-0000-0000-0000-000000000000}"/>
          </ac:spMkLst>
        </pc:spChg>
        <pc:spChg chg="mod">
          <ac:chgData name="Yash Jadhav" userId="535c3d6d-72b8-4f77-8155-55f939173cf2" providerId="ADAL" clId="{F33F88E0-3380-47C4-AFDE-F1AC050ADA82}" dt="2026-01-25T15:59:13.437" v="2211" actId="790"/>
          <ac:spMkLst>
            <pc:docMk/>
            <pc:sldMk cId="1252399500" sldId="292"/>
            <ac:spMk id="34" creationId="{00000000-0000-0000-0000-000000000000}"/>
          </ac:spMkLst>
        </pc:spChg>
        <pc:spChg chg="mod">
          <ac:chgData name="Yash Jadhav" userId="535c3d6d-72b8-4f77-8155-55f939173cf2" providerId="ADAL" clId="{F33F88E0-3380-47C4-AFDE-F1AC050ADA82}" dt="2026-01-25T15:59:13.438" v="2212" actId="790"/>
          <ac:spMkLst>
            <pc:docMk/>
            <pc:sldMk cId="1252399500" sldId="292"/>
            <ac:spMk id="35" creationId="{00000000-0000-0000-0000-000000000000}"/>
          </ac:spMkLst>
        </pc:spChg>
        <pc:spChg chg="mod">
          <ac:chgData name="Yash Jadhav" userId="535c3d6d-72b8-4f77-8155-55f939173cf2" providerId="ADAL" clId="{F33F88E0-3380-47C4-AFDE-F1AC050ADA82}" dt="2026-01-25T15:59:13.440" v="2213" actId="790"/>
          <ac:spMkLst>
            <pc:docMk/>
            <pc:sldMk cId="1252399500" sldId="292"/>
            <ac:spMk id="36" creationId="{00000000-0000-0000-0000-000000000000}"/>
          </ac:spMkLst>
        </pc:spChg>
        <pc:spChg chg="mod">
          <ac:chgData name="Yash Jadhav" userId="535c3d6d-72b8-4f77-8155-55f939173cf2" providerId="ADAL" clId="{F33F88E0-3380-47C4-AFDE-F1AC050ADA82}" dt="2026-01-25T15:59:13.443" v="2214" actId="790"/>
          <ac:spMkLst>
            <pc:docMk/>
            <pc:sldMk cId="1252399500" sldId="292"/>
            <ac:spMk id="37" creationId="{00000000-0000-0000-0000-000000000000}"/>
          </ac:spMkLst>
        </pc:spChg>
        <pc:spChg chg="mod">
          <ac:chgData name="Yash Jadhav" userId="535c3d6d-72b8-4f77-8155-55f939173cf2" providerId="ADAL" clId="{F33F88E0-3380-47C4-AFDE-F1AC050ADA82}" dt="2026-01-25T15:59:13.446" v="2215" actId="790"/>
          <ac:spMkLst>
            <pc:docMk/>
            <pc:sldMk cId="1252399500" sldId="292"/>
            <ac:spMk id="38" creationId="{00000000-0000-0000-0000-000000000000}"/>
          </ac:spMkLst>
        </pc:spChg>
        <pc:spChg chg="mod">
          <ac:chgData name="Yash Jadhav" userId="535c3d6d-72b8-4f77-8155-55f939173cf2" providerId="ADAL" clId="{F33F88E0-3380-47C4-AFDE-F1AC050ADA82}" dt="2026-01-25T15:59:13.448" v="2216" actId="790"/>
          <ac:spMkLst>
            <pc:docMk/>
            <pc:sldMk cId="1252399500" sldId="292"/>
            <ac:spMk id="39" creationId="{00000000-0000-0000-0000-000000000000}"/>
          </ac:spMkLst>
        </pc:spChg>
        <pc:spChg chg="mod">
          <ac:chgData name="Yash Jadhav" userId="535c3d6d-72b8-4f77-8155-55f939173cf2" providerId="ADAL" clId="{F33F88E0-3380-47C4-AFDE-F1AC050ADA82}" dt="2026-01-25T15:59:13.451" v="2217" actId="790"/>
          <ac:spMkLst>
            <pc:docMk/>
            <pc:sldMk cId="1252399500" sldId="292"/>
            <ac:spMk id="40" creationId="{00000000-0000-0000-0000-000000000000}"/>
          </ac:spMkLst>
        </pc:spChg>
        <pc:spChg chg="mod">
          <ac:chgData name="Yash Jadhav" userId="535c3d6d-72b8-4f77-8155-55f939173cf2" providerId="ADAL" clId="{F33F88E0-3380-47C4-AFDE-F1AC050ADA82}" dt="2026-01-25T15:59:13.453" v="2218" actId="790"/>
          <ac:spMkLst>
            <pc:docMk/>
            <pc:sldMk cId="1252399500" sldId="292"/>
            <ac:spMk id="41" creationId="{00000000-0000-0000-0000-000000000000}"/>
          </ac:spMkLst>
        </pc:spChg>
        <pc:spChg chg="mod">
          <ac:chgData name="Yash Jadhav" userId="535c3d6d-72b8-4f77-8155-55f939173cf2" providerId="ADAL" clId="{F33F88E0-3380-47C4-AFDE-F1AC050ADA82}" dt="2026-01-25T15:59:13.456" v="2219" actId="790"/>
          <ac:spMkLst>
            <pc:docMk/>
            <pc:sldMk cId="1252399500" sldId="292"/>
            <ac:spMk id="42" creationId="{00000000-0000-0000-0000-000000000000}"/>
          </ac:spMkLst>
        </pc:spChg>
        <pc:spChg chg="mod">
          <ac:chgData name="Yash Jadhav" userId="535c3d6d-72b8-4f77-8155-55f939173cf2" providerId="ADAL" clId="{F33F88E0-3380-47C4-AFDE-F1AC050ADA82}" dt="2026-01-25T15:59:13.458" v="2220" actId="790"/>
          <ac:spMkLst>
            <pc:docMk/>
            <pc:sldMk cId="1252399500" sldId="292"/>
            <ac:spMk id="43" creationId="{00000000-0000-0000-0000-000000000000}"/>
          </ac:spMkLst>
        </pc:spChg>
        <pc:spChg chg="mod">
          <ac:chgData name="Yash Jadhav" userId="535c3d6d-72b8-4f77-8155-55f939173cf2" providerId="ADAL" clId="{F33F88E0-3380-47C4-AFDE-F1AC050ADA82}" dt="2026-01-25T15:59:13.461" v="2221" actId="790"/>
          <ac:spMkLst>
            <pc:docMk/>
            <pc:sldMk cId="1252399500" sldId="292"/>
            <ac:spMk id="44" creationId="{00000000-0000-0000-0000-000000000000}"/>
          </ac:spMkLst>
        </pc:spChg>
        <pc:spChg chg="mod">
          <ac:chgData name="Yash Jadhav" userId="535c3d6d-72b8-4f77-8155-55f939173cf2" providerId="ADAL" clId="{F33F88E0-3380-47C4-AFDE-F1AC050ADA82}" dt="2026-01-25T15:59:13.464" v="2222" actId="790"/>
          <ac:spMkLst>
            <pc:docMk/>
            <pc:sldMk cId="1252399500" sldId="292"/>
            <ac:spMk id="45" creationId="{00000000-0000-0000-0000-000000000000}"/>
          </ac:spMkLst>
        </pc:spChg>
        <pc:spChg chg="mod">
          <ac:chgData name="Yash Jadhav" userId="535c3d6d-72b8-4f77-8155-55f939173cf2" providerId="ADAL" clId="{F33F88E0-3380-47C4-AFDE-F1AC050ADA82}" dt="2026-01-25T15:59:13.466" v="2223" actId="790"/>
          <ac:spMkLst>
            <pc:docMk/>
            <pc:sldMk cId="1252399500" sldId="292"/>
            <ac:spMk id="46" creationId="{00000000-0000-0000-0000-000000000000}"/>
          </ac:spMkLst>
        </pc:spChg>
        <pc:spChg chg="mod">
          <ac:chgData name="Yash Jadhav" userId="535c3d6d-72b8-4f77-8155-55f939173cf2" providerId="ADAL" clId="{F33F88E0-3380-47C4-AFDE-F1AC050ADA82}" dt="2026-01-25T15:59:13.468" v="2224" actId="790"/>
          <ac:spMkLst>
            <pc:docMk/>
            <pc:sldMk cId="1252399500" sldId="292"/>
            <ac:spMk id="47" creationId="{00000000-0000-0000-0000-000000000000}"/>
          </ac:spMkLst>
        </pc:spChg>
        <pc:spChg chg="mod">
          <ac:chgData name="Yash Jadhav" userId="535c3d6d-72b8-4f77-8155-55f939173cf2" providerId="ADAL" clId="{F33F88E0-3380-47C4-AFDE-F1AC050ADA82}" dt="2026-01-25T15:59:13.470" v="2225" actId="790"/>
          <ac:spMkLst>
            <pc:docMk/>
            <pc:sldMk cId="1252399500" sldId="292"/>
            <ac:spMk id="48" creationId="{00000000-0000-0000-0000-000000000000}"/>
          </ac:spMkLst>
        </pc:spChg>
        <pc:spChg chg="mod">
          <ac:chgData name="Yash Jadhav" userId="535c3d6d-72b8-4f77-8155-55f939173cf2" providerId="ADAL" clId="{F33F88E0-3380-47C4-AFDE-F1AC050ADA82}" dt="2026-01-25T15:59:13.473" v="2226" actId="790"/>
          <ac:spMkLst>
            <pc:docMk/>
            <pc:sldMk cId="1252399500" sldId="292"/>
            <ac:spMk id="49" creationId="{00000000-0000-0000-0000-000000000000}"/>
          </ac:spMkLst>
        </pc:spChg>
        <pc:spChg chg="mod">
          <ac:chgData name="Yash Jadhav" userId="535c3d6d-72b8-4f77-8155-55f939173cf2" providerId="ADAL" clId="{F33F88E0-3380-47C4-AFDE-F1AC050ADA82}" dt="2026-01-25T15:59:13.476" v="2227" actId="790"/>
          <ac:spMkLst>
            <pc:docMk/>
            <pc:sldMk cId="1252399500" sldId="292"/>
            <ac:spMk id="50" creationId="{00000000-0000-0000-0000-000000000000}"/>
          </ac:spMkLst>
        </pc:spChg>
        <pc:spChg chg="mod">
          <ac:chgData name="Yash Jadhav" userId="535c3d6d-72b8-4f77-8155-55f939173cf2" providerId="ADAL" clId="{F33F88E0-3380-47C4-AFDE-F1AC050ADA82}" dt="2026-01-25T15:59:13.479" v="2228" actId="790"/>
          <ac:spMkLst>
            <pc:docMk/>
            <pc:sldMk cId="1252399500" sldId="292"/>
            <ac:spMk id="51" creationId="{00000000-0000-0000-0000-000000000000}"/>
          </ac:spMkLst>
        </pc:spChg>
        <pc:spChg chg="mod">
          <ac:chgData name="Yash Jadhav" userId="535c3d6d-72b8-4f77-8155-55f939173cf2" providerId="ADAL" clId="{F33F88E0-3380-47C4-AFDE-F1AC050ADA82}" dt="2026-01-25T15:59:13.482" v="2229" actId="790"/>
          <ac:spMkLst>
            <pc:docMk/>
            <pc:sldMk cId="1252399500" sldId="292"/>
            <ac:spMk id="52" creationId="{00000000-0000-0000-0000-000000000000}"/>
          </ac:spMkLst>
        </pc:spChg>
        <pc:spChg chg="mod">
          <ac:chgData name="Yash Jadhav" userId="535c3d6d-72b8-4f77-8155-55f939173cf2" providerId="ADAL" clId="{F33F88E0-3380-47C4-AFDE-F1AC050ADA82}" dt="2026-01-25T15:59:13.484" v="2230" actId="790"/>
          <ac:spMkLst>
            <pc:docMk/>
            <pc:sldMk cId="1252399500" sldId="292"/>
            <ac:spMk id="53" creationId="{00000000-0000-0000-0000-000000000000}"/>
          </ac:spMkLst>
        </pc:spChg>
        <pc:spChg chg="mod">
          <ac:chgData name="Yash Jadhav" userId="535c3d6d-72b8-4f77-8155-55f939173cf2" providerId="ADAL" clId="{F33F88E0-3380-47C4-AFDE-F1AC050ADA82}" dt="2026-01-25T15:59:13.487" v="2231" actId="790"/>
          <ac:spMkLst>
            <pc:docMk/>
            <pc:sldMk cId="1252399500" sldId="292"/>
            <ac:spMk id="54" creationId="{00000000-0000-0000-0000-000000000000}"/>
          </ac:spMkLst>
        </pc:spChg>
        <pc:spChg chg="mod">
          <ac:chgData name="Yash Jadhav" userId="535c3d6d-72b8-4f77-8155-55f939173cf2" providerId="ADAL" clId="{F33F88E0-3380-47C4-AFDE-F1AC050ADA82}" dt="2026-01-25T15:59:13.489" v="2232" actId="790"/>
          <ac:spMkLst>
            <pc:docMk/>
            <pc:sldMk cId="1252399500" sldId="292"/>
            <ac:spMk id="55" creationId="{00000000-0000-0000-0000-000000000000}"/>
          </ac:spMkLst>
        </pc:spChg>
        <pc:spChg chg="mod">
          <ac:chgData name="Yash Jadhav" userId="535c3d6d-72b8-4f77-8155-55f939173cf2" providerId="ADAL" clId="{F33F88E0-3380-47C4-AFDE-F1AC050ADA82}" dt="2026-01-25T15:59:13.493" v="2233" actId="790"/>
          <ac:spMkLst>
            <pc:docMk/>
            <pc:sldMk cId="1252399500" sldId="292"/>
            <ac:spMk id="56" creationId="{00000000-0000-0000-0000-000000000000}"/>
          </ac:spMkLst>
        </pc:spChg>
        <pc:spChg chg="mod">
          <ac:chgData name="Yash Jadhav" userId="535c3d6d-72b8-4f77-8155-55f939173cf2" providerId="ADAL" clId="{F33F88E0-3380-47C4-AFDE-F1AC050ADA82}" dt="2026-01-25T15:59:13.495" v="2234" actId="790"/>
          <ac:spMkLst>
            <pc:docMk/>
            <pc:sldMk cId="1252399500" sldId="292"/>
            <ac:spMk id="57" creationId="{00000000-0000-0000-0000-000000000000}"/>
          </ac:spMkLst>
        </pc:spChg>
        <pc:spChg chg="mod">
          <ac:chgData name="Yash Jadhav" userId="535c3d6d-72b8-4f77-8155-55f939173cf2" providerId="ADAL" clId="{F33F88E0-3380-47C4-AFDE-F1AC050ADA82}" dt="2026-01-25T15:59:13.497" v="2235" actId="790"/>
          <ac:spMkLst>
            <pc:docMk/>
            <pc:sldMk cId="1252399500" sldId="292"/>
            <ac:spMk id="58" creationId="{00000000-0000-0000-0000-000000000000}"/>
          </ac:spMkLst>
        </pc:spChg>
        <pc:spChg chg="mod">
          <ac:chgData name="Yash Jadhav" userId="535c3d6d-72b8-4f77-8155-55f939173cf2" providerId="ADAL" clId="{F33F88E0-3380-47C4-AFDE-F1AC050ADA82}" dt="2026-01-25T15:59:13.498" v="2236" actId="790"/>
          <ac:spMkLst>
            <pc:docMk/>
            <pc:sldMk cId="1252399500" sldId="292"/>
            <ac:spMk id="59" creationId="{00000000-0000-0000-0000-000000000000}"/>
          </ac:spMkLst>
        </pc:spChg>
        <pc:spChg chg="mod">
          <ac:chgData name="Yash Jadhav" userId="535c3d6d-72b8-4f77-8155-55f939173cf2" providerId="ADAL" clId="{F33F88E0-3380-47C4-AFDE-F1AC050ADA82}" dt="2026-01-25T15:59:13.500" v="2237" actId="790"/>
          <ac:spMkLst>
            <pc:docMk/>
            <pc:sldMk cId="1252399500" sldId="292"/>
            <ac:spMk id="60" creationId="{00000000-0000-0000-0000-000000000000}"/>
          </ac:spMkLst>
        </pc:spChg>
        <pc:spChg chg="mod">
          <ac:chgData name="Yash Jadhav" userId="535c3d6d-72b8-4f77-8155-55f939173cf2" providerId="ADAL" clId="{F33F88E0-3380-47C4-AFDE-F1AC050ADA82}" dt="2026-01-25T15:59:13.502" v="2238" actId="790"/>
          <ac:spMkLst>
            <pc:docMk/>
            <pc:sldMk cId="1252399500" sldId="292"/>
            <ac:spMk id="61" creationId="{00000000-0000-0000-0000-000000000000}"/>
          </ac:spMkLst>
        </pc:spChg>
        <pc:spChg chg="mod">
          <ac:chgData name="Yash Jadhav" userId="535c3d6d-72b8-4f77-8155-55f939173cf2" providerId="ADAL" clId="{F33F88E0-3380-47C4-AFDE-F1AC050ADA82}" dt="2026-01-25T15:59:13.503" v="2239" actId="790"/>
          <ac:spMkLst>
            <pc:docMk/>
            <pc:sldMk cId="1252399500" sldId="292"/>
            <ac:spMk id="62" creationId="{00000000-0000-0000-0000-000000000000}"/>
          </ac:spMkLst>
        </pc:spChg>
        <pc:spChg chg="mod">
          <ac:chgData name="Yash Jadhav" userId="535c3d6d-72b8-4f77-8155-55f939173cf2" providerId="ADAL" clId="{F33F88E0-3380-47C4-AFDE-F1AC050ADA82}" dt="2026-01-25T15:59:13.505" v="2240" actId="790"/>
          <ac:spMkLst>
            <pc:docMk/>
            <pc:sldMk cId="1252399500" sldId="292"/>
            <ac:spMk id="63" creationId="{00000000-0000-0000-0000-000000000000}"/>
          </ac:spMkLst>
        </pc:spChg>
        <pc:spChg chg="mod">
          <ac:chgData name="Yash Jadhav" userId="535c3d6d-72b8-4f77-8155-55f939173cf2" providerId="ADAL" clId="{F33F88E0-3380-47C4-AFDE-F1AC050ADA82}" dt="2026-01-25T15:59:13.507" v="2241" actId="790"/>
          <ac:spMkLst>
            <pc:docMk/>
            <pc:sldMk cId="1252399500" sldId="292"/>
            <ac:spMk id="64" creationId="{00000000-0000-0000-0000-000000000000}"/>
          </ac:spMkLst>
        </pc:spChg>
        <pc:spChg chg="mod">
          <ac:chgData name="Yash Jadhav" userId="535c3d6d-72b8-4f77-8155-55f939173cf2" providerId="ADAL" clId="{F33F88E0-3380-47C4-AFDE-F1AC050ADA82}" dt="2026-01-25T15:59:13.510" v="2242" actId="790"/>
          <ac:spMkLst>
            <pc:docMk/>
            <pc:sldMk cId="1252399500" sldId="292"/>
            <ac:spMk id="65" creationId="{00000000-0000-0000-0000-000000000000}"/>
          </ac:spMkLst>
        </pc:spChg>
        <pc:spChg chg="mod">
          <ac:chgData name="Yash Jadhav" userId="535c3d6d-72b8-4f77-8155-55f939173cf2" providerId="ADAL" clId="{F33F88E0-3380-47C4-AFDE-F1AC050ADA82}" dt="2026-01-25T15:59:13.512" v="2243" actId="790"/>
          <ac:spMkLst>
            <pc:docMk/>
            <pc:sldMk cId="1252399500" sldId="292"/>
            <ac:spMk id="66" creationId="{00000000-0000-0000-0000-000000000000}"/>
          </ac:spMkLst>
        </pc:spChg>
        <pc:spChg chg="mod">
          <ac:chgData name="Yash Jadhav" userId="535c3d6d-72b8-4f77-8155-55f939173cf2" providerId="ADAL" clId="{F33F88E0-3380-47C4-AFDE-F1AC050ADA82}" dt="2026-01-25T15:59:13.514" v="2244" actId="790"/>
          <ac:spMkLst>
            <pc:docMk/>
            <pc:sldMk cId="1252399500" sldId="292"/>
            <ac:spMk id="67" creationId="{00000000-0000-0000-0000-000000000000}"/>
          </ac:spMkLst>
        </pc:spChg>
        <pc:spChg chg="mod">
          <ac:chgData name="Yash Jadhav" userId="535c3d6d-72b8-4f77-8155-55f939173cf2" providerId="ADAL" clId="{F33F88E0-3380-47C4-AFDE-F1AC050ADA82}" dt="2026-01-25T15:59:13.517" v="2245" actId="790"/>
          <ac:spMkLst>
            <pc:docMk/>
            <pc:sldMk cId="1252399500" sldId="292"/>
            <ac:spMk id="68" creationId="{00000000-0000-0000-0000-000000000000}"/>
          </ac:spMkLst>
        </pc:spChg>
        <pc:spChg chg="mod">
          <ac:chgData name="Yash Jadhav" userId="535c3d6d-72b8-4f77-8155-55f939173cf2" providerId="ADAL" clId="{F33F88E0-3380-47C4-AFDE-F1AC050ADA82}" dt="2026-01-25T15:59:13.556" v="2254" actId="790"/>
          <ac:spMkLst>
            <pc:docMk/>
            <pc:sldMk cId="1252399500" sldId="292"/>
            <ac:spMk id="69" creationId="{00000000-0000-0000-0000-000000000000}"/>
          </ac:spMkLst>
        </pc:spChg>
        <pc:spChg chg="mod">
          <ac:chgData name="Yash Jadhav" userId="535c3d6d-72b8-4f77-8155-55f939173cf2" providerId="ADAL" clId="{F33F88E0-3380-47C4-AFDE-F1AC050ADA82}" dt="2026-01-25T15:59:13.525" v="2246" actId="790"/>
          <ac:spMkLst>
            <pc:docMk/>
            <pc:sldMk cId="1252399500" sldId="292"/>
            <ac:spMk id="71" creationId="{00000000-0000-0000-0000-000000000000}"/>
          </ac:spMkLst>
        </pc:spChg>
        <pc:spChg chg="mod">
          <ac:chgData name="Yash Jadhav" userId="535c3d6d-72b8-4f77-8155-55f939173cf2" providerId="ADAL" clId="{F33F88E0-3380-47C4-AFDE-F1AC050ADA82}" dt="2026-01-25T15:59:13.529" v="2247" actId="790"/>
          <ac:spMkLst>
            <pc:docMk/>
            <pc:sldMk cId="1252399500" sldId="292"/>
            <ac:spMk id="72" creationId="{00000000-0000-0000-0000-000000000000}"/>
          </ac:spMkLst>
        </pc:spChg>
        <pc:spChg chg="mod">
          <ac:chgData name="Yash Jadhav" userId="535c3d6d-72b8-4f77-8155-55f939173cf2" providerId="ADAL" clId="{F33F88E0-3380-47C4-AFDE-F1AC050ADA82}" dt="2026-01-25T15:59:13.533" v="2248" actId="790"/>
          <ac:spMkLst>
            <pc:docMk/>
            <pc:sldMk cId="1252399500" sldId="292"/>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02339197" sldId="293"/>
        </pc:sldMkLst>
        <pc:spChg chg="mod ord">
          <ac:chgData name="Yash Jadhav" userId="535c3d6d-72b8-4f77-8155-55f939173cf2" providerId="ADAL" clId="{F33F88E0-3380-47C4-AFDE-F1AC050ADA82}" dt="2026-01-25T16:06:14.662" v="8413" actId="6264"/>
          <ac:spMkLst>
            <pc:docMk/>
            <pc:sldMk cId="1202339197" sldId="293"/>
            <ac:spMk id="2" creationId="{01B77FFD-AB49-5AC6-B18F-7B0302F87E70}"/>
          </ac:spMkLst>
        </pc:spChg>
        <pc:spChg chg="mod">
          <ac:chgData name="Yash Jadhav" userId="535c3d6d-72b8-4f77-8155-55f939173cf2" providerId="ADAL" clId="{F33F88E0-3380-47C4-AFDE-F1AC050ADA82}" dt="2026-01-25T15:59:15.080" v="2260" actId="790"/>
          <ac:spMkLst>
            <pc:docMk/>
            <pc:sldMk cId="1202339197" sldId="293"/>
            <ac:spMk id="4" creationId="{0E17BD1A-FB9E-15F2-D46C-8A5FD0EC4142}"/>
          </ac:spMkLst>
        </pc:spChg>
        <pc:spChg chg="mod">
          <ac:chgData name="Yash Jadhav" userId="535c3d6d-72b8-4f77-8155-55f939173cf2" providerId="ADAL" clId="{F33F88E0-3380-47C4-AFDE-F1AC050ADA82}" dt="2026-01-25T15:59:15.081" v="2261" actId="790"/>
          <ac:spMkLst>
            <pc:docMk/>
            <pc:sldMk cId="1202339197" sldId="293"/>
            <ac:spMk id="5" creationId="{14B8DC57-6AAA-A21C-B50C-C3CE16E678EB}"/>
          </ac:spMkLst>
        </pc:spChg>
        <pc:spChg chg="mod">
          <ac:chgData name="Yash Jadhav" userId="535c3d6d-72b8-4f77-8155-55f939173cf2" providerId="ADAL" clId="{F33F88E0-3380-47C4-AFDE-F1AC050ADA82}" dt="2026-01-25T15:59:15.084" v="2262" actId="790"/>
          <ac:spMkLst>
            <pc:docMk/>
            <pc:sldMk cId="1202339197" sldId="293"/>
            <ac:spMk id="6" creationId="{E985F01C-2BA9-BACA-5C32-2C240E386856}"/>
          </ac:spMkLst>
        </pc:spChg>
        <pc:spChg chg="mod">
          <ac:chgData name="Yash Jadhav" userId="535c3d6d-72b8-4f77-8155-55f939173cf2" providerId="ADAL" clId="{F33F88E0-3380-47C4-AFDE-F1AC050ADA82}" dt="2026-01-25T15:59:15.086" v="2263" actId="790"/>
          <ac:spMkLst>
            <pc:docMk/>
            <pc:sldMk cId="1202339197" sldId="293"/>
            <ac:spMk id="7" creationId="{C2171085-7B6B-6194-39A4-99013D3713BD}"/>
          </ac:spMkLst>
        </pc:spChg>
        <pc:spChg chg="mod">
          <ac:chgData name="Yash Jadhav" userId="535c3d6d-72b8-4f77-8155-55f939173cf2" providerId="ADAL" clId="{F33F88E0-3380-47C4-AFDE-F1AC050ADA82}" dt="2026-01-25T15:59:15.088" v="2264" actId="790"/>
          <ac:spMkLst>
            <pc:docMk/>
            <pc:sldMk cId="1202339197" sldId="293"/>
            <ac:spMk id="8" creationId="{EFA1E6BB-F3E3-DC26-AC47-BEE9A599134C}"/>
          </ac:spMkLst>
        </pc:spChg>
        <pc:spChg chg="mod">
          <ac:chgData name="Yash Jadhav" userId="535c3d6d-72b8-4f77-8155-55f939173cf2" providerId="ADAL" clId="{F33F88E0-3380-47C4-AFDE-F1AC050ADA82}" dt="2026-01-25T15:59:15.090" v="2265" actId="790"/>
          <ac:spMkLst>
            <pc:docMk/>
            <pc:sldMk cId="1202339197" sldId="293"/>
            <ac:spMk id="9" creationId="{A304103C-002C-9D31-9C73-FCF7855E6819}"/>
          </ac:spMkLst>
        </pc:spChg>
        <pc:spChg chg="mod">
          <ac:chgData name="Yash Jadhav" userId="535c3d6d-72b8-4f77-8155-55f939173cf2" providerId="ADAL" clId="{F33F88E0-3380-47C4-AFDE-F1AC050ADA82}" dt="2026-01-25T15:59:15.108" v="2268" actId="790"/>
          <ac:spMkLst>
            <pc:docMk/>
            <pc:sldMk cId="1202339197" sldId="293"/>
            <ac:spMk id="12" creationId="{4E8D3DEB-8B63-D8A0-3185-50FF88DAEDBD}"/>
          </ac:spMkLst>
        </pc:spChg>
        <pc:spChg chg="mod">
          <ac:chgData name="Yash Jadhav" userId="535c3d6d-72b8-4f77-8155-55f939173cf2" providerId="ADAL" clId="{F33F88E0-3380-47C4-AFDE-F1AC050ADA82}" dt="2026-01-25T15:59:15.094" v="2266" actId="790"/>
          <ac:spMkLst>
            <pc:docMk/>
            <pc:sldMk cId="1202339197" sldId="293"/>
            <ac:spMk id="13" creationId="{7899D8F2-A90C-B8DE-B9E5-89B044E9939F}"/>
          </ac:spMkLst>
        </pc:spChg>
        <pc:spChg chg="mod">
          <ac:chgData name="Yash Jadhav" userId="535c3d6d-72b8-4f77-8155-55f939173cf2" providerId="ADAL" clId="{F33F88E0-3380-47C4-AFDE-F1AC050ADA82}" dt="2026-01-25T15:59:15.104" v="2267" actId="790"/>
          <ac:spMkLst>
            <pc:docMk/>
            <pc:sldMk cId="1202339197" sldId="293"/>
            <ac:spMk id="14" creationId="{A1B33681-9F4C-B5C6-7392-2F9785770855}"/>
          </ac:spMkLst>
        </pc:spChg>
        <pc:spChg chg="mod">
          <ac:chgData name="Yash Jadhav" userId="535c3d6d-72b8-4f77-8155-55f939173cf2" providerId="ADAL" clId="{F33F88E0-3380-47C4-AFDE-F1AC050ADA82}" dt="2026-01-25T15:59:15.120" v="2271" actId="790"/>
          <ac:spMkLst>
            <pc:docMk/>
            <pc:sldMk cId="1202339197" sldId="293"/>
            <ac:spMk id="17" creationId="{DEF6A048-7937-62B4-7A7C-52CCBE216940}"/>
          </ac:spMkLst>
        </pc:spChg>
        <pc:spChg chg="mod">
          <ac:chgData name="Yash Jadhav" userId="535c3d6d-72b8-4f77-8155-55f939173cf2" providerId="ADAL" clId="{F33F88E0-3380-47C4-AFDE-F1AC050ADA82}" dt="2026-01-25T15:59:15.111" v="2269" actId="790"/>
          <ac:spMkLst>
            <pc:docMk/>
            <pc:sldMk cId="1202339197" sldId="293"/>
            <ac:spMk id="18" creationId="{9B644083-5CE8-C940-74C7-4FAC73DAB16E}"/>
          </ac:spMkLst>
        </pc:spChg>
        <pc:spChg chg="mod">
          <ac:chgData name="Yash Jadhav" userId="535c3d6d-72b8-4f77-8155-55f939173cf2" providerId="ADAL" clId="{F33F88E0-3380-47C4-AFDE-F1AC050ADA82}" dt="2026-01-25T15:59:15.119" v="2270" actId="790"/>
          <ac:spMkLst>
            <pc:docMk/>
            <pc:sldMk cId="1202339197" sldId="293"/>
            <ac:spMk id="19" creationId="{B7929668-C516-B98E-0FB9-BF133A216E99}"/>
          </ac:spMkLst>
        </pc:spChg>
        <pc:spChg chg="mod">
          <ac:chgData name="Yash Jadhav" userId="535c3d6d-72b8-4f77-8155-55f939173cf2" providerId="ADAL" clId="{F33F88E0-3380-47C4-AFDE-F1AC050ADA82}" dt="2026-01-25T15:59:15.133" v="2274" actId="790"/>
          <ac:spMkLst>
            <pc:docMk/>
            <pc:sldMk cId="1202339197" sldId="293"/>
            <ac:spMk id="22" creationId="{FDDCB07B-DDBD-3D0C-C341-0CBB3B6F3455}"/>
          </ac:spMkLst>
        </pc:spChg>
        <pc:spChg chg="mod">
          <ac:chgData name="Yash Jadhav" userId="535c3d6d-72b8-4f77-8155-55f939173cf2" providerId="ADAL" clId="{F33F88E0-3380-47C4-AFDE-F1AC050ADA82}" dt="2026-01-25T15:59:15.122" v="2272" actId="790"/>
          <ac:spMkLst>
            <pc:docMk/>
            <pc:sldMk cId="1202339197" sldId="293"/>
            <ac:spMk id="23" creationId="{C6D9E53F-A1E3-0BCB-2806-5C001C6DDDE6}"/>
          </ac:spMkLst>
        </pc:spChg>
        <pc:spChg chg="mod">
          <ac:chgData name="Yash Jadhav" userId="535c3d6d-72b8-4f77-8155-55f939173cf2" providerId="ADAL" clId="{F33F88E0-3380-47C4-AFDE-F1AC050ADA82}" dt="2026-01-25T15:59:15.131" v="2273" actId="790"/>
          <ac:spMkLst>
            <pc:docMk/>
            <pc:sldMk cId="1202339197" sldId="293"/>
            <ac:spMk id="24" creationId="{62231E16-8A08-670F-4591-E9D251679831}"/>
          </ac:spMkLst>
        </pc:spChg>
        <pc:spChg chg="mod">
          <ac:chgData name="Yash Jadhav" userId="535c3d6d-72b8-4f77-8155-55f939173cf2" providerId="ADAL" clId="{F33F88E0-3380-47C4-AFDE-F1AC050ADA82}" dt="2026-01-25T15:59:15.146" v="2277" actId="790"/>
          <ac:spMkLst>
            <pc:docMk/>
            <pc:sldMk cId="1202339197" sldId="293"/>
            <ac:spMk id="27" creationId="{26CDD854-FA7B-1438-8D1E-EAE8456ABE21}"/>
          </ac:spMkLst>
        </pc:spChg>
        <pc:spChg chg="mod">
          <ac:chgData name="Yash Jadhav" userId="535c3d6d-72b8-4f77-8155-55f939173cf2" providerId="ADAL" clId="{F33F88E0-3380-47C4-AFDE-F1AC050ADA82}" dt="2026-01-25T15:59:15.135" v="2275" actId="790"/>
          <ac:spMkLst>
            <pc:docMk/>
            <pc:sldMk cId="1202339197" sldId="293"/>
            <ac:spMk id="28" creationId="{B751D9C6-552C-2197-6E7D-DEF2FCE79F8E}"/>
          </ac:spMkLst>
        </pc:spChg>
        <pc:spChg chg="mod">
          <ac:chgData name="Yash Jadhav" userId="535c3d6d-72b8-4f77-8155-55f939173cf2" providerId="ADAL" clId="{F33F88E0-3380-47C4-AFDE-F1AC050ADA82}" dt="2026-01-25T15:59:15.142" v="2276" actId="790"/>
          <ac:spMkLst>
            <pc:docMk/>
            <pc:sldMk cId="1202339197" sldId="293"/>
            <ac:spMk id="29" creationId="{F79F27E9-1A68-79E4-CA12-8E0D5BF6A5C7}"/>
          </ac:spMkLst>
        </pc:spChg>
        <pc:spChg chg="add del mod">
          <ac:chgData name="Yash Jadhav" userId="535c3d6d-72b8-4f77-8155-55f939173cf2" providerId="ADAL" clId="{F33F88E0-3380-47C4-AFDE-F1AC050ADA82}" dt="2026-01-25T16:06:14.662" v="8413" actId="6264"/>
          <ac:spMkLst>
            <pc:docMk/>
            <pc:sldMk cId="1202339197" sldId="293"/>
            <ac:spMk id="31" creationId="{77D53F4C-D608-9CAD-912F-4DF1830E238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33457167" sldId="294"/>
        </pc:sldMkLst>
        <pc:spChg chg="mod ord">
          <ac:chgData name="Yash Jadhav" userId="535c3d6d-72b8-4f77-8155-55f939173cf2" providerId="ADAL" clId="{F33F88E0-3380-47C4-AFDE-F1AC050ADA82}" dt="2026-01-25T16:06:14.662" v="8413" actId="6264"/>
          <ac:spMkLst>
            <pc:docMk/>
            <pc:sldMk cId="533457167" sldId="294"/>
            <ac:spMk id="2" creationId="{F3288C13-4EA9-A6A7-F8F6-52FF4C2347E8}"/>
          </ac:spMkLst>
        </pc:spChg>
        <pc:spChg chg="mod">
          <ac:chgData name="Yash Jadhav" userId="535c3d6d-72b8-4f77-8155-55f939173cf2" providerId="ADAL" clId="{F33F88E0-3380-47C4-AFDE-F1AC050ADA82}" dt="2026-01-25T15:59:16.786" v="2283" actId="790"/>
          <ac:spMkLst>
            <pc:docMk/>
            <pc:sldMk cId="533457167" sldId="294"/>
            <ac:spMk id="4" creationId="{371D26E1-8823-A41E-0A3E-88F580E50AEE}"/>
          </ac:spMkLst>
        </pc:spChg>
        <pc:spChg chg="mod">
          <ac:chgData name="Yash Jadhav" userId="535c3d6d-72b8-4f77-8155-55f939173cf2" providerId="ADAL" clId="{F33F88E0-3380-47C4-AFDE-F1AC050ADA82}" dt="2026-01-25T15:59:16.787" v="2284" actId="790"/>
          <ac:spMkLst>
            <pc:docMk/>
            <pc:sldMk cId="533457167" sldId="294"/>
            <ac:spMk id="5" creationId="{13BA3C80-AAF2-A87F-A89E-A757BCF4429C}"/>
          </ac:spMkLst>
        </pc:spChg>
        <pc:spChg chg="mod">
          <ac:chgData name="Yash Jadhav" userId="535c3d6d-72b8-4f77-8155-55f939173cf2" providerId="ADAL" clId="{F33F88E0-3380-47C4-AFDE-F1AC050ADA82}" dt="2026-01-25T15:59:16.789" v="2285" actId="790"/>
          <ac:spMkLst>
            <pc:docMk/>
            <pc:sldMk cId="533457167" sldId="294"/>
            <ac:spMk id="7" creationId="{119437D3-39AF-A1F4-6245-EFF2556EC14B}"/>
          </ac:spMkLst>
        </pc:spChg>
        <pc:spChg chg="mod">
          <ac:chgData name="Yash Jadhav" userId="535c3d6d-72b8-4f77-8155-55f939173cf2" providerId="ADAL" clId="{F33F88E0-3380-47C4-AFDE-F1AC050ADA82}" dt="2026-01-25T15:59:16.790" v="2286" actId="790"/>
          <ac:spMkLst>
            <pc:docMk/>
            <pc:sldMk cId="533457167" sldId="294"/>
            <ac:spMk id="8" creationId="{781362FC-03E8-4B76-19B1-07454DF83F5B}"/>
          </ac:spMkLst>
        </pc:spChg>
        <pc:spChg chg="mod">
          <ac:chgData name="Yash Jadhav" userId="535c3d6d-72b8-4f77-8155-55f939173cf2" providerId="ADAL" clId="{F33F88E0-3380-47C4-AFDE-F1AC050ADA82}" dt="2026-01-25T15:59:16.793" v="2287" actId="790"/>
          <ac:spMkLst>
            <pc:docMk/>
            <pc:sldMk cId="533457167" sldId="294"/>
            <ac:spMk id="10" creationId="{E0099ACE-14A0-344A-D3F5-EAED4D9049D7}"/>
          </ac:spMkLst>
        </pc:spChg>
        <pc:spChg chg="mod">
          <ac:chgData name="Yash Jadhav" userId="535c3d6d-72b8-4f77-8155-55f939173cf2" providerId="ADAL" clId="{F33F88E0-3380-47C4-AFDE-F1AC050ADA82}" dt="2026-01-25T15:59:16.795" v="2288" actId="790"/>
          <ac:spMkLst>
            <pc:docMk/>
            <pc:sldMk cId="533457167" sldId="294"/>
            <ac:spMk id="11" creationId="{B6ECAF28-077E-20DB-ED2F-A1169663618E}"/>
          </ac:spMkLst>
        </pc:spChg>
        <pc:spChg chg="mod">
          <ac:chgData name="Yash Jadhav" userId="535c3d6d-72b8-4f77-8155-55f939173cf2" providerId="ADAL" clId="{F33F88E0-3380-47C4-AFDE-F1AC050ADA82}" dt="2026-01-25T15:59:16.797" v="2289" actId="790"/>
          <ac:spMkLst>
            <pc:docMk/>
            <pc:sldMk cId="533457167" sldId="294"/>
            <ac:spMk id="13" creationId="{E92A5241-D394-8625-E1D3-A6F28083A3E9}"/>
          </ac:spMkLst>
        </pc:spChg>
        <pc:spChg chg="mod">
          <ac:chgData name="Yash Jadhav" userId="535c3d6d-72b8-4f77-8155-55f939173cf2" providerId="ADAL" clId="{F33F88E0-3380-47C4-AFDE-F1AC050ADA82}" dt="2026-01-25T15:59:16.798" v="2290" actId="790"/>
          <ac:spMkLst>
            <pc:docMk/>
            <pc:sldMk cId="533457167" sldId="294"/>
            <ac:spMk id="14" creationId="{57367675-22CF-5903-6A1B-526773F5C143}"/>
          </ac:spMkLst>
        </pc:spChg>
        <pc:spChg chg="mod">
          <ac:chgData name="Yash Jadhav" userId="535c3d6d-72b8-4f77-8155-55f939173cf2" providerId="ADAL" clId="{F33F88E0-3380-47C4-AFDE-F1AC050ADA82}" dt="2026-01-25T15:59:16.800" v="2291" actId="790"/>
          <ac:spMkLst>
            <pc:docMk/>
            <pc:sldMk cId="533457167" sldId="294"/>
            <ac:spMk id="15" creationId="{4223DA3A-7017-3D23-CD24-F276A25DD17F}"/>
          </ac:spMkLst>
        </pc:spChg>
        <pc:spChg chg="mod">
          <ac:chgData name="Yash Jadhav" userId="535c3d6d-72b8-4f77-8155-55f939173cf2" providerId="ADAL" clId="{F33F88E0-3380-47C4-AFDE-F1AC050ADA82}" dt="2026-01-25T15:59:16.802" v="2292" actId="790"/>
          <ac:spMkLst>
            <pc:docMk/>
            <pc:sldMk cId="533457167" sldId="294"/>
            <ac:spMk id="16" creationId="{6C042E05-972E-4AC0-F63D-9D5025647544}"/>
          </ac:spMkLst>
        </pc:spChg>
        <pc:spChg chg="mod">
          <ac:chgData name="Yash Jadhav" userId="535c3d6d-72b8-4f77-8155-55f939173cf2" providerId="ADAL" clId="{F33F88E0-3380-47C4-AFDE-F1AC050ADA82}" dt="2026-01-25T15:59:16.804" v="2293" actId="790"/>
          <ac:spMkLst>
            <pc:docMk/>
            <pc:sldMk cId="533457167" sldId="294"/>
            <ac:spMk id="17" creationId="{E18D4BB6-F760-8422-FBA3-2848B7B89191}"/>
          </ac:spMkLst>
        </pc:spChg>
        <pc:spChg chg="mod">
          <ac:chgData name="Yash Jadhav" userId="535c3d6d-72b8-4f77-8155-55f939173cf2" providerId="ADAL" clId="{F33F88E0-3380-47C4-AFDE-F1AC050ADA82}" dt="2026-01-25T15:59:16.805" v="2294" actId="790"/>
          <ac:spMkLst>
            <pc:docMk/>
            <pc:sldMk cId="533457167" sldId="294"/>
            <ac:spMk id="18" creationId="{5C48F44E-C2F6-0979-55CB-C353AB17CC48}"/>
          </ac:spMkLst>
        </pc:spChg>
        <pc:spChg chg="mod">
          <ac:chgData name="Yash Jadhav" userId="535c3d6d-72b8-4f77-8155-55f939173cf2" providerId="ADAL" clId="{F33F88E0-3380-47C4-AFDE-F1AC050ADA82}" dt="2026-01-25T15:59:16.807" v="2295" actId="790"/>
          <ac:spMkLst>
            <pc:docMk/>
            <pc:sldMk cId="533457167" sldId="294"/>
            <ac:spMk id="19" creationId="{E27EC577-7044-3D80-871F-A61E35B7BC78}"/>
          </ac:spMkLst>
        </pc:spChg>
        <pc:spChg chg="mod">
          <ac:chgData name="Yash Jadhav" userId="535c3d6d-72b8-4f77-8155-55f939173cf2" providerId="ADAL" clId="{F33F88E0-3380-47C4-AFDE-F1AC050ADA82}" dt="2026-01-25T15:59:16.809" v="2296" actId="790"/>
          <ac:spMkLst>
            <pc:docMk/>
            <pc:sldMk cId="533457167" sldId="294"/>
            <ac:spMk id="20" creationId="{7A6D66FD-8C5A-F0F1-E66B-63C4906CF5D9}"/>
          </ac:spMkLst>
        </pc:spChg>
        <pc:spChg chg="mod">
          <ac:chgData name="Yash Jadhav" userId="535c3d6d-72b8-4f77-8155-55f939173cf2" providerId="ADAL" clId="{F33F88E0-3380-47C4-AFDE-F1AC050ADA82}" dt="2026-01-25T15:59:16.811" v="2297" actId="790"/>
          <ac:spMkLst>
            <pc:docMk/>
            <pc:sldMk cId="533457167" sldId="294"/>
            <ac:spMk id="21" creationId="{1D7307D4-CEE0-E099-AFA8-217DCB4082EC}"/>
          </ac:spMkLst>
        </pc:spChg>
        <pc:spChg chg="mod">
          <ac:chgData name="Yash Jadhav" userId="535c3d6d-72b8-4f77-8155-55f939173cf2" providerId="ADAL" clId="{F33F88E0-3380-47C4-AFDE-F1AC050ADA82}" dt="2026-01-25T15:59:16.813" v="2298" actId="790"/>
          <ac:spMkLst>
            <pc:docMk/>
            <pc:sldMk cId="533457167" sldId="294"/>
            <ac:spMk id="22" creationId="{4C20F071-CC65-4065-E528-B92ED896B74B}"/>
          </ac:spMkLst>
        </pc:spChg>
        <pc:spChg chg="mod">
          <ac:chgData name="Yash Jadhav" userId="535c3d6d-72b8-4f77-8155-55f939173cf2" providerId="ADAL" clId="{F33F88E0-3380-47C4-AFDE-F1AC050ADA82}" dt="2026-01-25T15:59:16.817" v="2299" actId="790"/>
          <ac:spMkLst>
            <pc:docMk/>
            <pc:sldMk cId="533457167" sldId="294"/>
            <ac:spMk id="23" creationId="{0A7286C5-F0E8-D504-FBB7-D25C8DFDB6FD}"/>
          </ac:spMkLst>
        </pc:spChg>
        <pc:spChg chg="mod">
          <ac:chgData name="Yash Jadhav" userId="535c3d6d-72b8-4f77-8155-55f939173cf2" providerId="ADAL" clId="{F33F88E0-3380-47C4-AFDE-F1AC050ADA82}" dt="2026-01-25T15:59:16.822" v="2300" actId="790"/>
          <ac:spMkLst>
            <pc:docMk/>
            <pc:sldMk cId="533457167" sldId="294"/>
            <ac:spMk id="24" creationId="{063E992E-EC28-81A9-6835-4C0308A11202}"/>
          </ac:spMkLst>
        </pc:spChg>
        <pc:spChg chg="mod">
          <ac:chgData name="Yash Jadhav" userId="535c3d6d-72b8-4f77-8155-55f939173cf2" providerId="ADAL" clId="{F33F88E0-3380-47C4-AFDE-F1AC050ADA82}" dt="2026-01-25T15:59:16.826" v="2301" actId="790"/>
          <ac:spMkLst>
            <pc:docMk/>
            <pc:sldMk cId="533457167" sldId="294"/>
            <ac:spMk id="25" creationId="{888CC691-BDB8-0E41-0CFC-67682ACA292E}"/>
          </ac:spMkLst>
        </pc:spChg>
        <pc:spChg chg="mod">
          <ac:chgData name="Yash Jadhav" userId="535c3d6d-72b8-4f77-8155-55f939173cf2" providerId="ADAL" clId="{F33F88E0-3380-47C4-AFDE-F1AC050ADA82}" dt="2026-01-25T15:59:16.828" v="2302" actId="790"/>
          <ac:spMkLst>
            <pc:docMk/>
            <pc:sldMk cId="533457167" sldId="294"/>
            <ac:spMk id="26" creationId="{78B8DE76-B058-31FB-FF1A-718FD3B8B6FE}"/>
          </ac:spMkLst>
        </pc:spChg>
        <pc:spChg chg="mod">
          <ac:chgData name="Yash Jadhav" userId="535c3d6d-72b8-4f77-8155-55f939173cf2" providerId="ADAL" clId="{F33F88E0-3380-47C4-AFDE-F1AC050ADA82}" dt="2026-01-25T15:59:16.830" v="2303" actId="790"/>
          <ac:spMkLst>
            <pc:docMk/>
            <pc:sldMk cId="533457167" sldId="294"/>
            <ac:spMk id="27" creationId="{73AA6B54-0DD0-EBBE-943F-283DCDAC868F}"/>
          </ac:spMkLst>
        </pc:spChg>
        <pc:spChg chg="mod">
          <ac:chgData name="Yash Jadhav" userId="535c3d6d-72b8-4f77-8155-55f939173cf2" providerId="ADAL" clId="{F33F88E0-3380-47C4-AFDE-F1AC050ADA82}" dt="2026-01-25T15:59:16.832" v="2304" actId="790"/>
          <ac:spMkLst>
            <pc:docMk/>
            <pc:sldMk cId="533457167" sldId="294"/>
            <ac:spMk id="28" creationId="{2370629C-9D6E-BB8E-4878-D39EE4A0449E}"/>
          </ac:spMkLst>
        </pc:spChg>
        <pc:spChg chg="add del mod">
          <ac:chgData name="Yash Jadhav" userId="535c3d6d-72b8-4f77-8155-55f939173cf2" providerId="ADAL" clId="{F33F88E0-3380-47C4-AFDE-F1AC050ADA82}" dt="2026-01-25T16:06:14.662" v="8413" actId="6264"/>
          <ac:spMkLst>
            <pc:docMk/>
            <pc:sldMk cId="533457167" sldId="294"/>
            <ac:spMk id="29" creationId="{766ED961-B1B0-B572-4E30-BBA518DD1B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73362459" sldId="295"/>
        </pc:sldMkLst>
        <pc:spChg chg="mod ord">
          <ac:chgData name="Yash Jadhav" userId="535c3d6d-72b8-4f77-8155-55f939173cf2" providerId="ADAL" clId="{F33F88E0-3380-47C4-AFDE-F1AC050ADA82}" dt="2026-01-25T16:06:14.662" v="8413" actId="6264"/>
          <ac:spMkLst>
            <pc:docMk/>
            <pc:sldMk cId="873362459" sldId="29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73362459" sldId="295"/>
            <ac:spMk id="3" creationId="{9523770C-AC71-5C2F-54D6-42E9CFFDBA58}"/>
          </ac:spMkLst>
        </pc:spChg>
        <pc:spChg chg="mod">
          <ac:chgData name="Yash Jadhav" userId="535c3d6d-72b8-4f77-8155-55f939173cf2" providerId="ADAL" clId="{F33F88E0-3380-47C4-AFDE-F1AC050ADA82}" dt="2026-01-25T15:59:18.986" v="2313" actId="790"/>
          <ac:spMkLst>
            <pc:docMk/>
            <pc:sldMk cId="873362459" sldId="295"/>
            <ac:spMk id="5" creationId="{00000000-0000-0000-0000-000000000000}"/>
          </ac:spMkLst>
        </pc:spChg>
        <pc:spChg chg="mod">
          <ac:chgData name="Yash Jadhav" userId="535c3d6d-72b8-4f77-8155-55f939173cf2" providerId="ADAL" clId="{F33F88E0-3380-47C4-AFDE-F1AC050ADA82}" dt="2026-01-25T15:59:18.985" v="2312" actId="790"/>
          <ac:spMkLst>
            <pc:docMk/>
            <pc:sldMk cId="873362459" sldId="295"/>
            <ac:spMk id="6" creationId="{00000000-0000-0000-0000-000000000000}"/>
          </ac:spMkLst>
        </pc:spChg>
        <pc:spChg chg="mod">
          <ac:chgData name="Yash Jadhav" userId="535c3d6d-72b8-4f77-8155-55f939173cf2" providerId="ADAL" clId="{F33F88E0-3380-47C4-AFDE-F1AC050ADA82}" dt="2026-01-25T15:59:18.989" v="2314" actId="790"/>
          <ac:spMkLst>
            <pc:docMk/>
            <pc:sldMk cId="873362459" sldId="295"/>
            <ac:spMk id="7" creationId="{00000000-0000-0000-0000-000000000000}"/>
          </ac:spMkLst>
        </pc:spChg>
        <pc:spChg chg="mod">
          <ac:chgData name="Yash Jadhav" userId="535c3d6d-72b8-4f77-8155-55f939173cf2" providerId="ADAL" clId="{F33F88E0-3380-47C4-AFDE-F1AC050ADA82}" dt="2026-01-25T15:59:18.983" v="2311" actId="790"/>
          <ac:spMkLst>
            <pc:docMk/>
            <pc:sldMk cId="873362459" sldId="295"/>
            <ac:spMk id="40" creationId="{00000000-0000-0000-0000-000000000000}"/>
          </ac:spMkLst>
        </pc:spChg>
        <pc:spChg chg="mod">
          <ac:chgData name="Yash Jadhav" userId="535c3d6d-72b8-4f77-8155-55f939173cf2" providerId="ADAL" clId="{F33F88E0-3380-47C4-AFDE-F1AC050ADA82}" dt="2026-01-25T15:59:18.979" v="2309" actId="790"/>
          <ac:spMkLst>
            <pc:docMk/>
            <pc:sldMk cId="873362459" sldId="295"/>
            <ac:spMk id="51" creationId="{00000000-0000-0000-0000-000000000000}"/>
          </ac:spMkLst>
        </pc:spChg>
        <pc:spChg chg="mod">
          <ac:chgData name="Yash Jadhav" userId="535c3d6d-72b8-4f77-8155-55f939173cf2" providerId="ADAL" clId="{F33F88E0-3380-47C4-AFDE-F1AC050ADA82}" dt="2026-01-25T15:59:18.990" v="2315" actId="790"/>
          <ac:spMkLst>
            <pc:docMk/>
            <pc:sldMk cId="873362459" sldId="295"/>
            <ac:spMk id="93" creationId="{00000000-0000-0000-0000-000000000000}"/>
          </ac:spMkLst>
        </pc:spChg>
        <pc:spChg chg="mod">
          <ac:chgData name="Yash Jadhav" userId="535c3d6d-72b8-4f77-8155-55f939173cf2" providerId="ADAL" clId="{F33F88E0-3380-47C4-AFDE-F1AC050ADA82}" dt="2026-01-25T15:59:18.993" v="2316" actId="790"/>
          <ac:spMkLst>
            <pc:docMk/>
            <pc:sldMk cId="873362459" sldId="295"/>
            <ac:spMk id="94" creationId="{00000000-0000-0000-0000-000000000000}"/>
          </ac:spMkLst>
        </pc:spChg>
        <pc:spChg chg="mod">
          <ac:chgData name="Yash Jadhav" userId="535c3d6d-72b8-4f77-8155-55f939173cf2" providerId="ADAL" clId="{F33F88E0-3380-47C4-AFDE-F1AC050ADA82}" dt="2026-01-25T15:59:18.995" v="2317" actId="790"/>
          <ac:spMkLst>
            <pc:docMk/>
            <pc:sldMk cId="873362459" sldId="295"/>
            <ac:spMk id="96" creationId="{00000000-0000-0000-0000-000000000000}"/>
          </ac:spMkLst>
        </pc:spChg>
        <pc:spChg chg="mod">
          <ac:chgData name="Yash Jadhav" userId="535c3d6d-72b8-4f77-8155-55f939173cf2" providerId="ADAL" clId="{F33F88E0-3380-47C4-AFDE-F1AC050ADA82}" dt="2026-01-25T15:59:18.998" v="2318" actId="790"/>
          <ac:spMkLst>
            <pc:docMk/>
            <pc:sldMk cId="873362459" sldId="295"/>
            <ac:spMk id="97" creationId="{00000000-0000-0000-0000-000000000000}"/>
          </ac:spMkLst>
        </pc:spChg>
        <pc:spChg chg="mod">
          <ac:chgData name="Yash Jadhav" userId="535c3d6d-72b8-4f77-8155-55f939173cf2" providerId="ADAL" clId="{F33F88E0-3380-47C4-AFDE-F1AC050ADA82}" dt="2026-01-25T15:59:18.999" v="2319" actId="790"/>
          <ac:spMkLst>
            <pc:docMk/>
            <pc:sldMk cId="873362459" sldId="295"/>
            <ac:spMk id="99" creationId="{00000000-0000-0000-0000-000000000000}"/>
          </ac:spMkLst>
        </pc:spChg>
        <pc:spChg chg="mod">
          <ac:chgData name="Yash Jadhav" userId="535c3d6d-72b8-4f77-8155-55f939173cf2" providerId="ADAL" clId="{F33F88E0-3380-47C4-AFDE-F1AC050ADA82}" dt="2026-01-25T15:59:19.001" v="2320" actId="790"/>
          <ac:spMkLst>
            <pc:docMk/>
            <pc:sldMk cId="873362459" sldId="295"/>
            <ac:spMk id="100" creationId="{00000000-0000-0000-0000-000000000000}"/>
          </ac:spMkLst>
        </pc:spChg>
        <pc:spChg chg="mod">
          <ac:chgData name="Yash Jadhav" userId="535c3d6d-72b8-4f77-8155-55f939173cf2" providerId="ADAL" clId="{F33F88E0-3380-47C4-AFDE-F1AC050ADA82}" dt="2026-01-25T15:59:19.003" v="2321" actId="790"/>
          <ac:spMkLst>
            <pc:docMk/>
            <pc:sldMk cId="873362459" sldId="295"/>
            <ac:spMk id="102" creationId="{00000000-0000-0000-0000-000000000000}"/>
          </ac:spMkLst>
        </pc:spChg>
        <pc:spChg chg="mod">
          <ac:chgData name="Yash Jadhav" userId="535c3d6d-72b8-4f77-8155-55f939173cf2" providerId="ADAL" clId="{F33F88E0-3380-47C4-AFDE-F1AC050ADA82}" dt="2026-01-25T15:59:19.004" v="2322" actId="790"/>
          <ac:spMkLst>
            <pc:docMk/>
            <pc:sldMk cId="873362459" sldId="295"/>
            <ac:spMk id="103" creationId="{00000000-0000-0000-0000-000000000000}"/>
          </ac:spMkLst>
        </pc:spChg>
        <pc:spChg chg="mod">
          <ac:chgData name="Yash Jadhav" userId="535c3d6d-72b8-4f77-8155-55f939173cf2" providerId="ADAL" clId="{F33F88E0-3380-47C4-AFDE-F1AC050ADA82}" dt="2026-01-25T15:59:19.007" v="2323" actId="790"/>
          <ac:spMkLst>
            <pc:docMk/>
            <pc:sldMk cId="873362459" sldId="295"/>
            <ac:spMk id="105" creationId="{00000000-0000-0000-0000-000000000000}"/>
          </ac:spMkLst>
        </pc:spChg>
        <pc:spChg chg="mod">
          <ac:chgData name="Yash Jadhav" userId="535c3d6d-72b8-4f77-8155-55f939173cf2" providerId="ADAL" clId="{F33F88E0-3380-47C4-AFDE-F1AC050ADA82}" dt="2026-01-25T15:59:19.010" v="2324" actId="790"/>
          <ac:spMkLst>
            <pc:docMk/>
            <pc:sldMk cId="873362459" sldId="295"/>
            <ac:spMk id="106" creationId="{00000000-0000-0000-0000-000000000000}"/>
          </ac:spMkLst>
        </pc:spChg>
        <pc:spChg chg="mod">
          <ac:chgData name="Yash Jadhav" userId="535c3d6d-72b8-4f77-8155-55f939173cf2" providerId="ADAL" clId="{F33F88E0-3380-47C4-AFDE-F1AC050ADA82}" dt="2026-01-25T15:59:19.011" v="2325" actId="790"/>
          <ac:spMkLst>
            <pc:docMk/>
            <pc:sldMk cId="873362459" sldId="295"/>
            <ac:spMk id="108" creationId="{00000000-0000-0000-0000-000000000000}"/>
          </ac:spMkLst>
        </pc:spChg>
        <pc:spChg chg="mod">
          <ac:chgData name="Yash Jadhav" userId="535c3d6d-72b8-4f77-8155-55f939173cf2" providerId="ADAL" clId="{F33F88E0-3380-47C4-AFDE-F1AC050ADA82}" dt="2026-01-25T15:59:19.014" v="2326" actId="790"/>
          <ac:spMkLst>
            <pc:docMk/>
            <pc:sldMk cId="873362459" sldId="295"/>
            <ac:spMk id="109" creationId="{00000000-0000-0000-0000-000000000000}"/>
          </ac:spMkLst>
        </pc:spChg>
        <pc:spChg chg="mod">
          <ac:chgData name="Yash Jadhav" userId="535c3d6d-72b8-4f77-8155-55f939173cf2" providerId="ADAL" clId="{F33F88E0-3380-47C4-AFDE-F1AC050ADA82}" dt="2026-01-25T15:59:19.015" v="2327" actId="790"/>
          <ac:spMkLst>
            <pc:docMk/>
            <pc:sldMk cId="873362459" sldId="295"/>
            <ac:spMk id="111" creationId="{00000000-0000-0000-0000-000000000000}"/>
          </ac:spMkLst>
        </pc:spChg>
        <pc:spChg chg="mod">
          <ac:chgData name="Yash Jadhav" userId="535c3d6d-72b8-4f77-8155-55f939173cf2" providerId="ADAL" clId="{F33F88E0-3380-47C4-AFDE-F1AC050ADA82}" dt="2026-01-25T15:59:19.017" v="2328" actId="790"/>
          <ac:spMkLst>
            <pc:docMk/>
            <pc:sldMk cId="873362459" sldId="295"/>
            <ac:spMk id="112" creationId="{00000000-0000-0000-0000-000000000000}"/>
          </ac:spMkLst>
        </pc:spChg>
        <pc:spChg chg="mod">
          <ac:chgData name="Yash Jadhav" userId="535c3d6d-72b8-4f77-8155-55f939173cf2" providerId="ADAL" clId="{F33F88E0-3380-47C4-AFDE-F1AC050ADA82}" dt="2026-01-25T15:59:19.018" v="2329" actId="790"/>
          <ac:spMkLst>
            <pc:docMk/>
            <pc:sldMk cId="873362459" sldId="295"/>
            <ac:spMk id="114" creationId="{00000000-0000-0000-0000-000000000000}"/>
          </ac:spMkLst>
        </pc:spChg>
        <pc:spChg chg="mod">
          <ac:chgData name="Yash Jadhav" userId="535c3d6d-72b8-4f77-8155-55f939173cf2" providerId="ADAL" clId="{F33F88E0-3380-47C4-AFDE-F1AC050ADA82}" dt="2026-01-25T15:59:19.021" v="2330" actId="790"/>
          <ac:spMkLst>
            <pc:docMk/>
            <pc:sldMk cId="873362459" sldId="295"/>
            <ac:spMk id="115" creationId="{00000000-0000-0000-0000-000000000000}"/>
          </ac:spMkLst>
        </pc:spChg>
        <pc:spChg chg="mod">
          <ac:chgData name="Yash Jadhav" userId="535c3d6d-72b8-4f77-8155-55f939173cf2" providerId="ADAL" clId="{F33F88E0-3380-47C4-AFDE-F1AC050ADA82}" dt="2026-01-25T15:59:19.023" v="2331" actId="790"/>
          <ac:spMkLst>
            <pc:docMk/>
            <pc:sldMk cId="873362459" sldId="295"/>
            <ac:spMk id="117" creationId="{00000000-0000-0000-0000-000000000000}"/>
          </ac:spMkLst>
        </pc:spChg>
        <pc:spChg chg="mod">
          <ac:chgData name="Yash Jadhav" userId="535c3d6d-72b8-4f77-8155-55f939173cf2" providerId="ADAL" clId="{F33F88E0-3380-47C4-AFDE-F1AC050ADA82}" dt="2026-01-25T15:59:19.026" v="2332" actId="790"/>
          <ac:spMkLst>
            <pc:docMk/>
            <pc:sldMk cId="873362459" sldId="295"/>
            <ac:spMk id="118" creationId="{00000000-0000-0000-0000-000000000000}"/>
          </ac:spMkLst>
        </pc:spChg>
        <pc:spChg chg="mod">
          <ac:chgData name="Yash Jadhav" userId="535c3d6d-72b8-4f77-8155-55f939173cf2" providerId="ADAL" clId="{F33F88E0-3380-47C4-AFDE-F1AC050ADA82}" dt="2026-01-25T15:59:19.028" v="2333" actId="790"/>
          <ac:spMkLst>
            <pc:docMk/>
            <pc:sldMk cId="873362459" sldId="295"/>
            <ac:spMk id="120" creationId="{00000000-0000-0000-0000-000000000000}"/>
          </ac:spMkLst>
        </pc:spChg>
        <pc:spChg chg="mod">
          <ac:chgData name="Yash Jadhav" userId="535c3d6d-72b8-4f77-8155-55f939173cf2" providerId="ADAL" clId="{F33F88E0-3380-47C4-AFDE-F1AC050ADA82}" dt="2026-01-25T15:59:19.029" v="2334" actId="790"/>
          <ac:spMkLst>
            <pc:docMk/>
            <pc:sldMk cId="873362459" sldId="295"/>
            <ac:spMk id="121" creationId="{00000000-0000-0000-0000-000000000000}"/>
          </ac:spMkLst>
        </pc:spChg>
        <pc:spChg chg="mod">
          <ac:chgData name="Yash Jadhav" userId="535c3d6d-72b8-4f77-8155-55f939173cf2" providerId="ADAL" clId="{F33F88E0-3380-47C4-AFDE-F1AC050ADA82}" dt="2026-01-25T15:59:19.031" v="2335" actId="790"/>
          <ac:spMkLst>
            <pc:docMk/>
            <pc:sldMk cId="873362459" sldId="295"/>
            <ac:spMk id="122" creationId="{00000000-0000-0000-0000-000000000000}"/>
          </ac:spMkLst>
        </pc:spChg>
        <pc:spChg chg="mod">
          <ac:chgData name="Yash Jadhav" userId="535c3d6d-72b8-4f77-8155-55f939173cf2" providerId="ADAL" clId="{F33F88E0-3380-47C4-AFDE-F1AC050ADA82}" dt="2026-01-25T15:59:19.062" v="2346" actId="790"/>
          <ac:spMkLst>
            <pc:docMk/>
            <pc:sldMk cId="873362459" sldId="295"/>
            <ac:spMk id="123" creationId="{2EF7964B-327B-464F-B689-01552238592C}"/>
          </ac:spMkLst>
        </pc:spChg>
        <pc:spChg chg="mod">
          <ac:chgData name="Yash Jadhav" userId="535c3d6d-72b8-4f77-8155-55f939173cf2" providerId="ADAL" clId="{F33F88E0-3380-47C4-AFDE-F1AC050ADA82}" dt="2026-01-25T15:59:19.034" v="2336" actId="790"/>
          <ac:spMkLst>
            <pc:docMk/>
            <pc:sldMk cId="873362459" sldId="295"/>
            <ac:spMk id="212" creationId="{00000000-0000-0000-0000-000000000000}"/>
          </ac:spMkLst>
        </pc:spChg>
        <pc:spChg chg="mod">
          <ac:chgData name="Yash Jadhav" userId="535c3d6d-72b8-4f77-8155-55f939173cf2" providerId="ADAL" clId="{F33F88E0-3380-47C4-AFDE-F1AC050ADA82}" dt="2026-01-25T15:59:19.037" v="2337" actId="790"/>
          <ac:spMkLst>
            <pc:docMk/>
            <pc:sldMk cId="873362459" sldId="295"/>
            <ac:spMk id="213" creationId="{00000000-0000-0000-0000-000000000000}"/>
          </ac:spMkLst>
        </pc:spChg>
        <pc:spChg chg="mod">
          <ac:chgData name="Yash Jadhav" userId="535c3d6d-72b8-4f77-8155-55f939173cf2" providerId="ADAL" clId="{F33F88E0-3380-47C4-AFDE-F1AC050ADA82}" dt="2026-01-25T15:59:19.043" v="2338" actId="790"/>
          <ac:spMkLst>
            <pc:docMk/>
            <pc:sldMk cId="873362459" sldId="295"/>
            <ac:spMk id="223" creationId="{00000000-0000-0000-0000-000000000000}"/>
          </ac:spMkLst>
        </pc:spChg>
        <pc:spChg chg="mod">
          <ac:chgData name="Yash Jadhav" userId="535c3d6d-72b8-4f77-8155-55f939173cf2" providerId="ADAL" clId="{F33F88E0-3380-47C4-AFDE-F1AC050ADA82}" dt="2026-01-25T15:59:19.046" v="2339" actId="790"/>
          <ac:spMkLst>
            <pc:docMk/>
            <pc:sldMk cId="873362459" sldId="295"/>
            <ac:spMk id="227" creationId="{00000000-0000-0000-0000-000000000000}"/>
          </ac:spMkLst>
        </pc:spChg>
        <pc:spChg chg="mod">
          <ac:chgData name="Yash Jadhav" userId="535c3d6d-72b8-4f77-8155-55f939173cf2" providerId="ADAL" clId="{F33F88E0-3380-47C4-AFDE-F1AC050ADA82}" dt="2026-01-25T15:59:19.049" v="2340" actId="790"/>
          <ac:spMkLst>
            <pc:docMk/>
            <pc:sldMk cId="873362459" sldId="295"/>
            <ac:spMk id="233" creationId="{00000000-0000-0000-0000-000000000000}"/>
          </ac:spMkLst>
        </pc:spChg>
        <pc:spChg chg="mod">
          <ac:chgData name="Yash Jadhav" userId="535c3d6d-72b8-4f77-8155-55f939173cf2" providerId="ADAL" clId="{F33F88E0-3380-47C4-AFDE-F1AC050ADA82}" dt="2026-01-25T15:59:19.052" v="2341" actId="790"/>
          <ac:spMkLst>
            <pc:docMk/>
            <pc:sldMk cId="873362459" sldId="295"/>
            <ac:spMk id="237" creationId="{00000000-0000-0000-0000-000000000000}"/>
          </ac:spMkLst>
        </pc:spChg>
        <pc:spChg chg="mod">
          <ac:chgData name="Yash Jadhav" userId="535c3d6d-72b8-4f77-8155-55f939173cf2" providerId="ADAL" clId="{F33F88E0-3380-47C4-AFDE-F1AC050ADA82}" dt="2026-01-25T15:59:19.055" v="2342" actId="790"/>
          <ac:spMkLst>
            <pc:docMk/>
            <pc:sldMk cId="873362459" sldId="295"/>
            <ac:spMk id="246" creationId="{00000000-0000-0000-0000-000000000000}"/>
          </ac:spMkLst>
        </pc:spChg>
        <pc:spChg chg="mod">
          <ac:chgData name="Yash Jadhav" userId="535c3d6d-72b8-4f77-8155-55f939173cf2" providerId="ADAL" clId="{F33F88E0-3380-47C4-AFDE-F1AC050ADA82}" dt="2026-01-25T15:59:19.057" v="2343" actId="790"/>
          <ac:spMkLst>
            <pc:docMk/>
            <pc:sldMk cId="873362459" sldId="295"/>
            <ac:spMk id="252" creationId="{00000000-0000-0000-0000-000000000000}"/>
          </ac:spMkLst>
        </pc:spChg>
        <pc:spChg chg="mod">
          <ac:chgData name="Yash Jadhav" userId="535c3d6d-72b8-4f77-8155-55f939173cf2" providerId="ADAL" clId="{F33F88E0-3380-47C4-AFDE-F1AC050ADA82}" dt="2026-01-25T15:59:19.058" v="2344" actId="790"/>
          <ac:spMkLst>
            <pc:docMk/>
            <pc:sldMk cId="873362459" sldId="295"/>
            <ac:spMk id="258" creationId="{00000000-0000-0000-0000-000000000000}"/>
          </ac:spMkLst>
        </pc:spChg>
        <pc:spChg chg="mod">
          <ac:chgData name="Yash Jadhav" userId="535c3d6d-72b8-4f77-8155-55f939173cf2" providerId="ADAL" clId="{F33F88E0-3380-47C4-AFDE-F1AC050ADA82}" dt="2026-01-25T15:59:19.061" v="2345" actId="790"/>
          <ac:spMkLst>
            <pc:docMk/>
            <pc:sldMk cId="873362459" sldId="295"/>
            <ac:spMk id="26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99334709" sldId="296"/>
        </pc:sldMkLst>
        <pc:spChg chg="mod ord">
          <ac:chgData name="Yash Jadhav" userId="535c3d6d-72b8-4f77-8155-55f939173cf2" providerId="ADAL" clId="{F33F88E0-3380-47C4-AFDE-F1AC050ADA82}" dt="2026-01-25T16:06:14.662" v="8413" actId="6264"/>
          <ac:spMkLst>
            <pc:docMk/>
            <pc:sldMk cId="2499334709" sldId="29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99334709" sldId="296"/>
            <ac:spMk id="3" creationId="{7FDEDF0D-1FCA-CE68-FEAF-50D008A17D3B}"/>
          </ac:spMkLst>
        </pc:spChg>
        <pc:spChg chg="mod">
          <ac:chgData name="Yash Jadhav" userId="535c3d6d-72b8-4f77-8155-55f939173cf2" providerId="ADAL" clId="{F33F88E0-3380-47C4-AFDE-F1AC050ADA82}" dt="2026-01-25T15:59:21.065" v="2354" actId="790"/>
          <ac:spMkLst>
            <pc:docMk/>
            <pc:sldMk cId="2499334709" sldId="296"/>
            <ac:spMk id="5" creationId="{00000000-0000-0000-0000-000000000000}"/>
          </ac:spMkLst>
        </pc:spChg>
        <pc:spChg chg="mod">
          <ac:chgData name="Yash Jadhav" userId="535c3d6d-72b8-4f77-8155-55f939173cf2" providerId="ADAL" clId="{F33F88E0-3380-47C4-AFDE-F1AC050ADA82}" dt="2026-01-25T15:59:21.062" v="2353" actId="790"/>
          <ac:spMkLst>
            <pc:docMk/>
            <pc:sldMk cId="2499334709" sldId="296"/>
            <ac:spMk id="6" creationId="{00000000-0000-0000-0000-000000000000}"/>
          </ac:spMkLst>
        </pc:spChg>
        <pc:spChg chg="mod">
          <ac:chgData name="Yash Jadhav" userId="535c3d6d-72b8-4f77-8155-55f939173cf2" providerId="ADAL" clId="{F33F88E0-3380-47C4-AFDE-F1AC050ADA82}" dt="2026-01-25T15:59:21.058" v="2351" actId="790"/>
          <ac:spMkLst>
            <pc:docMk/>
            <pc:sldMk cId="2499334709" sldId="296"/>
            <ac:spMk id="7" creationId="{00000000-0000-0000-0000-000000000000}"/>
          </ac:spMkLst>
        </pc:spChg>
        <pc:spChg chg="mod">
          <ac:chgData name="Yash Jadhav" userId="535c3d6d-72b8-4f77-8155-55f939173cf2" providerId="ADAL" clId="{F33F88E0-3380-47C4-AFDE-F1AC050ADA82}" dt="2026-01-25T15:59:21.060" v="2352" actId="790"/>
          <ac:spMkLst>
            <pc:docMk/>
            <pc:sldMk cId="2499334709" sldId="296"/>
            <ac:spMk id="8" creationId="{00000000-0000-0000-0000-000000000000}"/>
          </ac:spMkLst>
        </pc:spChg>
        <pc:spChg chg="mod">
          <ac:chgData name="Yash Jadhav" userId="535c3d6d-72b8-4f77-8155-55f939173cf2" providerId="ADAL" clId="{F33F88E0-3380-47C4-AFDE-F1AC050ADA82}" dt="2026-01-25T15:59:21.066" v="2355" actId="790"/>
          <ac:spMkLst>
            <pc:docMk/>
            <pc:sldMk cId="2499334709" sldId="296"/>
            <ac:spMk id="9" creationId="{00000000-0000-0000-0000-000000000000}"/>
          </ac:spMkLst>
        </pc:spChg>
        <pc:spChg chg="mod">
          <ac:chgData name="Yash Jadhav" userId="535c3d6d-72b8-4f77-8155-55f939173cf2" providerId="ADAL" clId="{F33F88E0-3380-47C4-AFDE-F1AC050ADA82}" dt="2026-01-25T15:59:21.068" v="2356" actId="790"/>
          <ac:spMkLst>
            <pc:docMk/>
            <pc:sldMk cId="2499334709" sldId="296"/>
            <ac:spMk id="13" creationId="{00000000-0000-0000-0000-000000000000}"/>
          </ac:spMkLst>
        </pc:spChg>
        <pc:spChg chg="mod">
          <ac:chgData name="Yash Jadhav" userId="535c3d6d-72b8-4f77-8155-55f939173cf2" providerId="ADAL" clId="{F33F88E0-3380-47C4-AFDE-F1AC050ADA82}" dt="2026-01-25T15:59:21.072" v="2358" actId="790"/>
          <ac:spMkLst>
            <pc:docMk/>
            <pc:sldMk cId="2499334709" sldId="296"/>
            <ac:spMk id="25" creationId="{00000000-0000-0000-0000-000000000000}"/>
          </ac:spMkLst>
        </pc:spChg>
        <pc:spChg chg="mod">
          <ac:chgData name="Yash Jadhav" userId="535c3d6d-72b8-4f77-8155-55f939173cf2" providerId="ADAL" clId="{F33F88E0-3380-47C4-AFDE-F1AC050ADA82}" dt="2026-01-25T15:59:21.074" v="2359" actId="790"/>
          <ac:spMkLst>
            <pc:docMk/>
            <pc:sldMk cId="2499334709" sldId="296"/>
            <ac:spMk id="26" creationId="{00000000-0000-0000-0000-000000000000}"/>
          </ac:spMkLst>
        </pc:spChg>
        <pc:spChg chg="mod">
          <ac:chgData name="Yash Jadhav" userId="535c3d6d-72b8-4f77-8155-55f939173cf2" providerId="ADAL" clId="{F33F88E0-3380-47C4-AFDE-F1AC050ADA82}" dt="2026-01-25T15:59:21.076" v="2360" actId="790"/>
          <ac:spMkLst>
            <pc:docMk/>
            <pc:sldMk cId="2499334709" sldId="296"/>
            <ac:spMk id="28" creationId="{00000000-0000-0000-0000-000000000000}"/>
          </ac:spMkLst>
        </pc:spChg>
        <pc:spChg chg="mod">
          <ac:chgData name="Yash Jadhav" userId="535c3d6d-72b8-4f77-8155-55f939173cf2" providerId="ADAL" clId="{F33F88E0-3380-47C4-AFDE-F1AC050ADA82}" dt="2026-01-25T15:59:21.078" v="2361" actId="790"/>
          <ac:spMkLst>
            <pc:docMk/>
            <pc:sldMk cId="2499334709" sldId="296"/>
            <ac:spMk id="30" creationId="{00000000-0000-0000-0000-000000000000}"/>
          </ac:spMkLst>
        </pc:spChg>
        <pc:spChg chg="mod">
          <ac:chgData name="Yash Jadhav" userId="535c3d6d-72b8-4f77-8155-55f939173cf2" providerId="ADAL" clId="{F33F88E0-3380-47C4-AFDE-F1AC050ADA82}" dt="2026-01-25T15:59:21.079" v="2362" actId="790"/>
          <ac:spMkLst>
            <pc:docMk/>
            <pc:sldMk cId="2499334709" sldId="296"/>
            <ac:spMk id="32" creationId="{00000000-0000-0000-0000-000000000000}"/>
          </ac:spMkLst>
        </pc:spChg>
        <pc:spChg chg="mod">
          <ac:chgData name="Yash Jadhav" userId="535c3d6d-72b8-4f77-8155-55f939173cf2" providerId="ADAL" clId="{F33F88E0-3380-47C4-AFDE-F1AC050ADA82}" dt="2026-01-25T15:59:21.081" v="2363" actId="790"/>
          <ac:spMkLst>
            <pc:docMk/>
            <pc:sldMk cId="2499334709" sldId="296"/>
            <ac:spMk id="33" creationId="{00000000-0000-0000-0000-000000000000}"/>
          </ac:spMkLst>
        </pc:spChg>
        <pc:spChg chg="mod">
          <ac:chgData name="Yash Jadhav" userId="535c3d6d-72b8-4f77-8155-55f939173cf2" providerId="ADAL" clId="{F33F88E0-3380-47C4-AFDE-F1AC050ADA82}" dt="2026-01-25T15:59:21.083" v="2364" actId="790"/>
          <ac:spMkLst>
            <pc:docMk/>
            <pc:sldMk cId="2499334709" sldId="296"/>
            <ac:spMk id="34" creationId="{00000000-0000-0000-0000-000000000000}"/>
          </ac:spMkLst>
        </pc:spChg>
        <pc:spChg chg="mod">
          <ac:chgData name="Yash Jadhav" userId="535c3d6d-72b8-4f77-8155-55f939173cf2" providerId="ADAL" clId="{F33F88E0-3380-47C4-AFDE-F1AC050ADA82}" dt="2026-01-25T15:59:21.084" v="2365" actId="790"/>
          <ac:spMkLst>
            <pc:docMk/>
            <pc:sldMk cId="2499334709" sldId="296"/>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1661554" sldId="297"/>
        </pc:sldMkLst>
        <pc:spChg chg="mod ord">
          <ac:chgData name="Yash Jadhav" userId="535c3d6d-72b8-4f77-8155-55f939173cf2" providerId="ADAL" clId="{F33F88E0-3380-47C4-AFDE-F1AC050ADA82}" dt="2026-01-25T16:06:14.662" v="8413" actId="6264"/>
          <ac:spMkLst>
            <pc:docMk/>
            <pc:sldMk cId="1281661554" sldId="29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281661554" sldId="297"/>
            <ac:spMk id="3" creationId="{52E0B1F9-85F3-8F1D-7158-023566D87724}"/>
          </ac:spMkLst>
        </pc:spChg>
        <pc:spChg chg="mod">
          <ac:chgData name="Yash Jadhav" userId="535c3d6d-72b8-4f77-8155-55f939173cf2" providerId="ADAL" clId="{F33F88E0-3380-47C4-AFDE-F1AC050ADA82}" dt="2026-01-25T15:59:22.606" v="2376" actId="790"/>
          <ac:spMkLst>
            <pc:docMk/>
            <pc:sldMk cId="1281661554" sldId="297"/>
            <ac:spMk id="7" creationId="{00000000-0000-0000-0000-000000000000}"/>
          </ac:spMkLst>
        </pc:spChg>
        <pc:spChg chg="mod">
          <ac:chgData name="Yash Jadhav" userId="535c3d6d-72b8-4f77-8155-55f939173cf2" providerId="ADAL" clId="{F33F88E0-3380-47C4-AFDE-F1AC050ADA82}" dt="2026-01-25T15:59:22.609" v="2377" actId="790"/>
          <ac:spMkLst>
            <pc:docMk/>
            <pc:sldMk cId="1281661554" sldId="297"/>
            <ac:spMk id="8" creationId="{00000000-0000-0000-0000-000000000000}"/>
          </ac:spMkLst>
        </pc:spChg>
        <pc:spChg chg="mod">
          <ac:chgData name="Yash Jadhav" userId="535c3d6d-72b8-4f77-8155-55f939173cf2" providerId="ADAL" clId="{F33F88E0-3380-47C4-AFDE-F1AC050ADA82}" dt="2026-01-25T15:59:22.619" v="2380" actId="790"/>
          <ac:spMkLst>
            <pc:docMk/>
            <pc:sldMk cId="1281661554" sldId="297"/>
            <ac:spMk id="11" creationId="{00000000-0000-0000-0000-000000000000}"/>
          </ac:spMkLst>
        </pc:spChg>
        <pc:spChg chg="mod">
          <ac:chgData name="Yash Jadhav" userId="535c3d6d-72b8-4f77-8155-55f939173cf2" providerId="ADAL" clId="{F33F88E0-3380-47C4-AFDE-F1AC050ADA82}" dt="2026-01-25T15:59:22.634" v="2385" actId="790"/>
          <ac:spMkLst>
            <pc:docMk/>
            <pc:sldMk cId="1281661554" sldId="297"/>
            <ac:spMk id="17" creationId="{00000000-0000-0000-0000-000000000000}"/>
          </ac:spMkLst>
        </pc:spChg>
        <pc:spChg chg="mod">
          <ac:chgData name="Yash Jadhav" userId="535c3d6d-72b8-4f77-8155-55f939173cf2" providerId="ADAL" clId="{F33F88E0-3380-47C4-AFDE-F1AC050ADA82}" dt="2026-01-25T15:59:22.638" v="2386" actId="790"/>
          <ac:spMkLst>
            <pc:docMk/>
            <pc:sldMk cId="1281661554" sldId="297"/>
            <ac:spMk id="19" creationId="{00000000-0000-0000-0000-000000000000}"/>
          </ac:spMkLst>
        </pc:spChg>
        <pc:spChg chg="mod">
          <ac:chgData name="Yash Jadhav" userId="535c3d6d-72b8-4f77-8155-55f939173cf2" providerId="ADAL" clId="{F33F88E0-3380-47C4-AFDE-F1AC050ADA82}" dt="2026-01-25T15:59:22.645" v="2387" actId="790"/>
          <ac:spMkLst>
            <pc:docMk/>
            <pc:sldMk cId="1281661554" sldId="297"/>
            <ac:spMk id="20" creationId="{00000000-0000-0000-0000-000000000000}"/>
          </ac:spMkLst>
        </pc:spChg>
        <pc:spChg chg="mod">
          <ac:chgData name="Yash Jadhav" userId="535c3d6d-72b8-4f77-8155-55f939173cf2" providerId="ADAL" clId="{F33F88E0-3380-47C4-AFDE-F1AC050ADA82}" dt="2026-01-25T15:59:22.649" v="2388" actId="790"/>
          <ac:spMkLst>
            <pc:docMk/>
            <pc:sldMk cId="1281661554" sldId="297"/>
            <ac:spMk id="21" creationId="{00000000-0000-0000-0000-000000000000}"/>
          </ac:spMkLst>
        </pc:spChg>
        <pc:spChg chg="mod">
          <ac:chgData name="Yash Jadhav" userId="535c3d6d-72b8-4f77-8155-55f939173cf2" providerId="ADAL" clId="{F33F88E0-3380-47C4-AFDE-F1AC050ADA82}" dt="2026-01-25T15:59:22.612" v="2378" actId="790"/>
          <ac:spMkLst>
            <pc:docMk/>
            <pc:sldMk cId="1281661554" sldId="297"/>
            <ac:spMk id="22" creationId="{00000000-0000-0000-0000-000000000000}"/>
          </ac:spMkLst>
        </pc:spChg>
        <pc:spChg chg="mod">
          <ac:chgData name="Yash Jadhav" userId="535c3d6d-72b8-4f77-8155-55f939173cf2" providerId="ADAL" clId="{F33F88E0-3380-47C4-AFDE-F1AC050ADA82}" dt="2026-01-25T15:59:22.625" v="2381" actId="790"/>
          <ac:spMkLst>
            <pc:docMk/>
            <pc:sldMk cId="1281661554" sldId="297"/>
            <ac:spMk id="24" creationId="{00000000-0000-0000-0000-000000000000}"/>
          </ac:spMkLst>
        </pc:spChg>
        <pc:spChg chg="mod">
          <ac:chgData name="Yash Jadhav" userId="535c3d6d-72b8-4f77-8155-55f939173cf2" providerId="ADAL" clId="{F33F88E0-3380-47C4-AFDE-F1AC050ADA82}" dt="2026-01-25T15:59:22.630" v="2383" actId="790"/>
          <ac:spMkLst>
            <pc:docMk/>
            <pc:sldMk cId="1281661554" sldId="297"/>
            <ac:spMk id="26" creationId="{00000000-0000-0000-0000-000000000000}"/>
          </ac:spMkLst>
        </pc:spChg>
        <pc:spChg chg="mod">
          <ac:chgData name="Yash Jadhav" userId="535c3d6d-72b8-4f77-8155-55f939173cf2" providerId="ADAL" clId="{F33F88E0-3380-47C4-AFDE-F1AC050ADA82}" dt="2026-01-25T15:59:22.602" v="2375" actId="790"/>
          <ac:spMkLst>
            <pc:docMk/>
            <pc:sldMk cId="1281661554" sldId="297"/>
            <ac:spMk id="30" creationId="{00000000-0000-0000-0000-000000000000}"/>
          </ac:spMkLst>
        </pc:spChg>
        <pc:spChg chg="mod">
          <ac:chgData name="Yash Jadhav" userId="535c3d6d-72b8-4f77-8155-55f939173cf2" providerId="ADAL" clId="{F33F88E0-3380-47C4-AFDE-F1AC050ADA82}" dt="2026-01-25T15:59:22.616" v="2379" actId="790"/>
          <ac:spMkLst>
            <pc:docMk/>
            <pc:sldMk cId="1281661554" sldId="297"/>
            <ac:spMk id="32" creationId="{00000000-0000-0000-0000-000000000000}"/>
          </ac:spMkLst>
        </pc:spChg>
        <pc:spChg chg="mod">
          <ac:chgData name="Yash Jadhav" userId="535c3d6d-72b8-4f77-8155-55f939173cf2" providerId="ADAL" clId="{F33F88E0-3380-47C4-AFDE-F1AC050ADA82}" dt="2026-01-25T15:59:22.628" v="2382" actId="790"/>
          <ac:spMkLst>
            <pc:docMk/>
            <pc:sldMk cId="1281661554" sldId="297"/>
            <ac:spMk id="34" creationId="{00000000-0000-0000-0000-000000000000}"/>
          </ac:spMkLst>
        </pc:spChg>
        <pc:spChg chg="mod">
          <ac:chgData name="Yash Jadhav" userId="535c3d6d-72b8-4f77-8155-55f939173cf2" providerId="ADAL" clId="{F33F88E0-3380-47C4-AFDE-F1AC050ADA82}" dt="2026-01-25T15:59:22.632" v="2384" actId="790"/>
          <ac:spMkLst>
            <pc:docMk/>
            <pc:sldMk cId="1281661554" sldId="297"/>
            <ac:spMk id="35" creationId="{00000000-0000-0000-0000-000000000000}"/>
          </ac:spMkLst>
        </pc:spChg>
        <pc:spChg chg="mod">
          <ac:chgData name="Yash Jadhav" userId="535c3d6d-72b8-4f77-8155-55f939173cf2" providerId="ADAL" clId="{F33F88E0-3380-47C4-AFDE-F1AC050ADA82}" dt="2026-01-25T15:59:22.589" v="2370" actId="790"/>
          <ac:spMkLst>
            <pc:docMk/>
            <pc:sldMk cId="1281661554" sldId="297"/>
            <ac:spMk id="36" creationId="{00000000-0000-0000-0000-000000000000}"/>
          </ac:spMkLst>
        </pc:spChg>
        <pc:spChg chg="mod">
          <ac:chgData name="Yash Jadhav" userId="535c3d6d-72b8-4f77-8155-55f939173cf2" providerId="ADAL" clId="{F33F88E0-3380-47C4-AFDE-F1AC050ADA82}" dt="2026-01-25T15:59:22.593" v="2371" actId="790"/>
          <ac:spMkLst>
            <pc:docMk/>
            <pc:sldMk cId="1281661554" sldId="297"/>
            <ac:spMk id="37" creationId="{00000000-0000-0000-0000-000000000000}"/>
          </ac:spMkLst>
        </pc:spChg>
        <pc:spChg chg="mod">
          <ac:chgData name="Yash Jadhav" userId="535c3d6d-72b8-4f77-8155-55f939173cf2" providerId="ADAL" clId="{F33F88E0-3380-47C4-AFDE-F1AC050ADA82}" dt="2026-01-25T15:59:22.596" v="2372" actId="790"/>
          <ac:spMkLst>
            <pc:docMk/>
            <pc:sldMk cId="1281661554" sldId="297"/>
            <ac:spMk id="38" creationId="{00000000-0000-0000-0000-000000000000}"/>
          </ac:spMkLst>
        </pc:spChg>
        <pc:spChg chg="mod">
          <ac:chgData name="Yash Jadhav" userId="535c3d6d-72b8-4f77-8155-55f939173cf2" providerId="ADAL" clId="{F33F88E0-3380-47C4-AFDE-F1AC050ADA82}" dt="2026-01-25T15:59:22.598" v="2373" actId="790"/>
          <ac:spMkLst>
            <pc:docMk/>
            <pc:sldMk cId="1281661554" sldId="297"/>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2882056" sldId="298"/>
        </pc:sldMkLst>
        <pc:spChg chg="add del mod">
          <ac:chgData name="Yash Jadhav" userId="535c3d6d-72b8-4f77-8155-55f939173cf2" providerId="ADAL" clId="{F33F88E0-3380-47C4-AFDE-F1AC050ADA82}" dt="2026-01-25T16:06:14.662" v="8413" actId="6264"/>
          <ac:spMkLst>
            <pc:docMk/>
            <pc:sldMk cId="922882056" sldId="298"/>
            <ac:spMk id="2" creationId="{B169F273-4EC3-1773-EDE5-0910431A609D}"/>
          </ac:spMkLst>
        </pc:spChg>
        <pc:spChg chg="mod">
          <ac:chgData name="Yash Jadhav" userId="535c3d6d-72b8-4f77-8155-55f939173cf2" providerId="ADAL" clId="{F33F88E0-3380-47C4-AFDE-F1AC050ADA82}" dt="2026-01-25T15:59:24.048" v="2400" actId="790"/>
          <ac:spMkLst>
            <pc:docMk/>
            <pc:sldMk cId="922882056" sldId="298"/>
            <ac:spMk id="15" creationId="{73EDB6FE-28D3-CC2F-1A17-DB9592CBFEC2}"/>
          </ac:spMkLst>
        </pc:spChg>
        <pc:spChg chg="mod">
          <ac:chgData name="Yash Jadhav" userId="535c3d6d-72b8-4f77-8155-55f939173cf2" providerId="ADAL" clId="{F33F88E0-3380-47C4-AFDE-F1AC050ADA82}" dt="2026-01-25T15:59:24.049" v="2401" actId="790"/>
          <ac:spMkLst>
            <pc:docMk/>
            <pc:sldMk cId="922882056" sldId="298"/>
            <ac:spMk id="16" creationId="{522D680F-D5AA-1405-778D-36A89EDD5256}"/>
          </ac:spMkLst>
        </pc:spChg>
        <pc:spChg chg="mod">
          <ac:chgData name="Yash Jadhav" userId="535c3d6d-72b8-4f77-8155-55f939173cf2" providerId="ADAL" clId="{F33F88E0-3380-47C4-AFDE-F1AC050ADA82}" dt="2026-01-25T15:59:24.052" v="2402" actId="790"/>
          <ac:spMkLst>
            <pc:docMk/>
            <pc:sldMk cId="922882056" sldId="298"/>
            <ac:spMk id="17" creationId="{CD9007EB-A2F8-39D3-9EAF-157A11ADC6E2}"/>
          </ac:spMkLst>
        </pc:spChg>
        <pc:spChg chg="mod">
          <ac:chgData name="Yash Jadhav" userId="535c3d6d-72b8-4f77-8155-55f939173cf2" providerId="ADAL" clId="{F33F88E0-3380-47C4-AFDE-F1AC050ADA82}" dt="2026-01-25T15:59:24.053" v="2403" actId="790"/>
          <ac:spMkLst>
            <pc:docMk/>
            <pc:sldMk cId="922882056" sldId="298"/>
            <ac:spMk id="18" creationId="{5B6A38E3-EDFD-556A-DAED-88866AC04C3F}"/>
          </ac:spMkLst>
        </pc:spChg>
        <pc:spChg chg="mod ord">
          <ac:chgData name="Yash Jadhav" userId="535c3d6d-72b8-4f77-8155-55f939173cf2" providerId="ADAL" clId="{F33F88E0-3380-47C4-AFDE-F1AC050ADA82}" dt="2026-01-25T16:06:14.662" v="8413" actId="6264"/>
          <ac:spMkLst>
            <pc:docMk/>
            <pc:sldMk cId="922882056" sldId="298"/>
            <ac:spMk id="19" creationId="{00000000-0000-0000-0000-000000000000}"/>
          </ac:spMkLst>
        </pc:spChg>
        <pc:spChg chg="mod">
          <ac:chgData name="Yash Jadhav" userId="535c3d6d-72b8-4f77-8155-55f939173cf2" providerId="ADAL" clId="{F33F88E0-3380-47C4-AFDE-F1AC050ADA82}" dt="2026-01-25T15:59:24.055" v="2404" actId="790"/>
          <ac:spMkLst>
            <pc:docMk/>
            <pc:sldMk cId="922882056" sldId="298"/>
            <ac:spMk id="20" creationId="{BF8A78C0-8D3E-1F0B-9AFD-0B1ADD9D0194}"/>
          </ac:spMkLst>
        </pc:spChg>
        <pc:spChg chg="mod">
          <ac:chgData name="Yash Jadhav" userId="535c3d6d-72b8-4f77-8155-55f939173cf2" providerId="ADAL" clId="{F33F88E0-3380-47C4-AFDE-F1AC050ADA82}" dt="2026-01-25T15:59:24.057" v="2405" actId="790"/>
          <ac:spMkLst>
            <pc:docMk/>
            <pc:sldMk cId="922882056" sldId="298"/>
            <ac:spMk id="21" creationId="{A3659928-5544-D805-5FF6-1F66C06A25FB}"/>
          </ac:spMkLst>
        </pc:spChg>
        <pc:spChg chg="mod">
          <ac:chgData name="Yash Jadhav" userId="535c3d6d-72b8-4f77-8155-55f939173cf2" providerId="ADAL" clId="{F33F88E0-3380-47C4-AFDE-F1AC050ADA82}" dt="2026-01-25T15:59:24.060" v="2406" actId="790"/>
          <ac:spMkLst>
            <pc:docMk/>
            <pc:sldMk cId="922882056" sldId="298"/>
            <ac:spMk id="22" creationId="{12710C40-BAC2-6FEF-0F41-2F8FDF195270}"/>
          </ac:spMkLst>
        </pc:spChg>
        <pc:spChg chg="mod">
          <ac:chgData name="Yash Jadhav" userId="535c3d6d-72b8-4f77-8155-55f939173cf2" providerId="ADAL" clId="{F33F88E0-3380-47C4-AFDE-F1AC050ADA82}" dt="2026-01-25T15:59:24.062" v="2407" actId="790"/>
          <ac:spMkLst>
            <pc:docMk/>
            <pc:sldMk cId="922882056" sldId="298"/>
            <ac:spMk id="23" creationId="{95E2A79D-1884-F938-70E0-8951F3C6AD1C}"/>
          </ac:spMkLst>
        </pc:spChg>
        <pc:spChg chg="mod">
          <ac:chgData name="Yash Jadhav" userId="535c3d6d-72b8-4f77-8155-55f939173cf2" providerId="ADAL" clId="{F33F88E0-3380-47C4-AFDE-F1AC050ADA82}" dt="2026-01-25T15:59:24.063" v="2408" actId="790"/>
          <ac:spMkLst>
            <pc:docMk/>
            <pc:sldMk cId="922882056" sldId="298"/>
            <ac:spMk id="24" creationId="{48734CFC-110A-7004-97ED-50C2E5FB38D3}"/>
          </ac:spMkLst>
        </pc:spChg>
        <pc:spChg chg="mod">
          <ac:chgData name="Yash Jadhav" userId="535c3d6d-72b8-4f77-8155-55f939173cf2" providerId="ADAL" clId="{F33F88E0-3380-47C4-AFDE-F1AC050ADA82}" dt="2026-01-25T15:59:24.065" v="2409" actId="790"/>
          <ac:spMkLst>
            <pc:docMk/>
            <pc:sldMk cId="922882056" sldId="298"/>
            <ac:spMk id="25" creationId="{7195F33B-AC9F-D0EE-2981-B266E5649F05}"/>
          </ac:spMkLst>
        </pc:spChg>
        <pc:spChg chg="mod">
          <ac:chgData name="Yash Jadhav" userId="535c3d6d-72b8-4f77-8155-55f939173cf2" providerId="ADAL" clId="{F33F88E0-3380-47C4-AFDE-F1AC050ADA82}" dt="2026-01-25T15:59:24.067" v="2410" actId="790"/>
          <ac:spMkLst>
            <pc:docMk/>
            <pc:sldMk cId="922882056" sldId="298"/>
            <ac:spMk id="27" creationId="{8580D8DE-9070-ABFB-5BBD-60401FDB26A2}"/>
          </ac:spMkLst>
        </pc:spChg>
        <pc:spChg chg="mod">
          <ac:chgData name="Yash Jadhav" userId="535c3d6d-72b8-4f77-8155-55f939173cf2" providerId="ADAL" clId="{F33F88E0-3380-47C4-AFDE-F1AC050ADA82}" dt="2026-01-25T15:59:24.069" v="2411" actId="790"/>
          <ac:spMkLst>
            <pc:docMk/>
            <pc:sldMk cId="922882056" sldId="298"/>
            <ac:spMk id="28" creationId="{D4A9C6CA-9756-3821-6F1B-6B52784618E9}"/>
          </ac:spMkLst>
        </pc:spChg>
        <pc:spChg chg="mod">
          <ac:chgData name="Yash Jadhav" userId="535c3d6d-72b8-4f77-8155-55f939173cf2" providerId="ADAL" clId="{F33F88E0-3380-47C4-AFDE-F1AC050ADA82}" dt="2026-01-25T15:59:24.070" v="2412" actId="790"/>
          <ac:spMkLst>
            <pc:docMk/>
            <pc:sldMk cId="922882056" sldId="298"/>
            <ac:spMk id="29" creationId="{A18455D2-8E0D-B393-FF6B-AF1C6160727A}"/>
          </ac:spMkLst>
        </pc:spChg>
        <pc:spChg chg="mod">
          <ac:chgData name="Yash Jadhav" userId="535c3d6d-72b8-4f77-8155-55f939173cf2" providerId="ADAL" clId="{F33F88E0-3380-47C4-AFDE-F1AC050ADA82}" dt="2026-01-25T15:59:24.072" v="2413" actId="790"/>
          <ac:spMkLst>
            <pc:docMk/>
            <pc:sldMk cId="922882056" sldId="298"/>
            <ac:spMk id="30" creationId="{988EF0B6-29EA-BACF-9414-F39EF5DAE403}"/>
          </ac:spMkLst>
        </pc:spChg>
        <pc:spChg chg="mod">
          <ac:chgData name="Yash Jadhav" userId="535c3d6d-72b8-4f77-8155-55f939173cf2" providerId="ADAL" clId="{F33F88E0-3380-47C4-AFDE-F1AC050ADA82}" dt="2026-01-25T15:59:24.074" v="2414" actId="790"/>
          <ac:spMkLst>
            <pc:docMk/>
            <pc:sldMk cId="922882056" sldId="298"/>
            <ac:spMk id="31" creationId="{EA70FD9E-74B0-62A2-65A2-42D3F726307F}"/>
          </ac:spMkLst>
        </pc:spChg>
        <pc:spChg chg="mod">
          <ac:chgData name="Yash Jadhav" userId="535c3d6d-72b8-4f77-8155-55f939173cf2" providerId="ADAL" clId="{F33F88E0-3380-47C4-AFDE-F1AC050ADA82}" dt="2026-01-25T15:59:24.076" v="2415" actId="790"/>
          <ac:spMkLst>
            <pc:docMk/>
            <pc:sldMk cId="922882056" sldId="298"/>
            <ac:spMk id="32" creationId="{0AE7D4BC-9502-8FA4-A0CD-9101F043899C}"/>
          </ac:spMkLst>
        </pc:spChg>
        <pc:spChg chg="mod">
          <ac:chgData name="Yash Jadhav" userId="535c3d6d-72b8-4f77-8155-55f939173cf2" providerId="ADAL" clId="{F33F88E0-3380-47C4-AFDE-F1AC050ADA82}" dt="2026-01-25T15:59:24.078" v="2416" actId="790"/>
          <ac:spMkLst>
            <pc:docMk/>
            <pc:sldMk cId="922882056" sldId="298"/>
            <ac:spMk id="33" creationId="{274A3676-1C24-4FB1-A5C7-169CFEDEB9DE}"/>
          </ac:spMkLst>
        </pc:spChg>
        <pc:spChg chg="mod">
          <ac:chgData name="Yash Jadhav" userId="535c3d6d-72b8-4f77-8155-55f939173cf2" providerId="ADAL" clId="{F33F88E0-3380-47C4-AFDE-F1AC050ADA82}" dt="2026-01-25T15:59:24.080" v="2417" actId="790"/>
          <ac:spMkLst>
            <pc:docMk/>
            <pc:sldMk cId="922882056" sldId="298"/>
            <ac:spMk id="34" creationId="{3E7338F7-C330-0F2C-5573-ED03B256EC9D}"/>
          </ac:spMkLst>
        </pc:spChg>
        <pc:spChg chg="mod">
          <ac:chgData name="Yash Jadhav" userId="535c3d6d-72b8-4f77-8155-55f939173cf2" providerId="ADAL" clId="{F33F88E0-3380-47C4-AFDE-F1AC050ADA82}" dt="2026-01-25T15:59:24.082" v="2418" actId="790"/>
          <ac:spMkLst>
            <pc:docMk/>
            <pc:sldMk cId="922882056" sldId="298"/>
            <ac:spMk id="35" creationId="{BEC8743D-EFE8-5023-D123-FC45BBA68B05}"/>
          </ac:spMkLst>
        </pc:spChg>
        <pc:spChg chg="mod">
          <ac:chgData name="Yash Jadhav" userId="535c3d6d-72b8-4f77-8155-55f939173cf2" providerId="ADAL" clId="{F33F88E0-3380-47C4-AFDE-F1AC050ADA82}" dt="2026-01-25T15:59:24.083" v="2419" actId="790"/>
          <ac:spMkLst>
            <pc:docMk/>
            <pc:sldMk cId="922882056" sldId="298"/>
            <ac:spMk id="36" creationId="{7A49A138-78A3-93C2-B348-AB39C3236E83}"/>
          </ac:spMkLst>
        </pc:spChg>
        <pc:spChg chg="mod">
          <ac:chgData name="Yash Jadhav" userId="535c3d6d-72b8-4f77-8155-55f939173cf2" providerId="ADAL" clId="{F33F88E0-3380-47C4-AFDE-F1AC050ADA82}" dt="2026-01-25T15:59:24.085" v="2420" actId="790"/>
          <ac:spMkLst>
            <pc:docMk/>
            <pc:sldMk cId="922882056" sldId="298"/>
            <ac:spMk id="37" creationId="{BCF2E1B7-C6B2-DFFF-766D-4F37788DEA5A}"/>
          </ac:spMkLst>
        </pc:spChg>
        <pc:spChg chg="mod">
          <ac:chgData name="Yash Jadhav" userId="535c3d6d-72b8-4f77-8155-55f939173cf2" providerId="ADAL" clId="{F33F88E0-3380-47C4-AFDE-F1AC050ADA82}" dt="2026-01-25T15:59:24.087" v="2421" actId="790"/>
          <ac:spMkLst>
            <pc:docMk/>
            <pc:sldMk cId="922882056" sldId="298"/>
            <ac:spMk id="38" creationId="{8DE4B91E-13BF-CF66-691F-09715AC7469F}"/>
          </ac:spMkLst>
        </pc:spChg>
        <pc:spChg chg="mod">
          <ac:chgData name="Yash Jadhav" userId="535c3d6d-72b8-4f77-8155-55f939173cf2" providerId="ADAL" clId="{F33F88E0-3380-47C4-AFDE-F1AC050ADA82}" dt="2026-01-25T15:59:24.088" v="2422" actId="790"/>
          <ac:spMkLst>
            <pc:docMk/>
            <pc:sldMk cId="922882056" sldId="298"/>
            <ac:spMk id="39" creationId="{D197F659-3434-D7D7-54ED-3F70377AF9A4}"/>
          </ac:spMkLst>
        </pc:spChg>
        <pc:spChg chg="mod">
          <ac:chgData name="Yash Jadhav" userId="535c3d6d-72b8-4f77-8155-55f939173cf2" providerId="ADAL" clId="{F33F88E0-3380-47C4-AFDE-F1AC050ADA82}" dt="2026-01-25T15:59:24.043" v="2398" actId="790"/>
          <ac:spMkLst>
            <pc:docMk/>
            <pc:sldMk cId="922882056" sldId="298"/>
            <ac:spMk id="41" creationId="{2D710D1A-129E-4F9A-BF37-9A16A34E4D01}"/>
          </ac:spMkLst>
        </pc:spChg>
        <pc:spChg chg="mod">
          <ac:chgData name="Yash Jadhav" userId="535c3d6d-72b8-4f77-8155-55f939173cf2" providerId="ADAL" clId="{F33F88E0-3380-47C4-AFDE-F1AC050ADA82}" dt="2026-01-25T15:59:24.045" v="2399" actId="790"/>
          <ac:spMkLst>
            <pc:docMk/>
            <pc:sldMk cId="922882056" sldId="298"/>
            <ac:spMk id="42" creationId="{987B9929-A966-42EC-BCBD-5C9C7F25EE8F}"/>
          </ac:spMkLst>
        </pc:spChg>
        <pc:spChg chg="mod">
          <ac:chgData name="Yash Jadhav" userId="535c3d6d-72b8-4f77-8155-55f939173cf2" providerId="ADAL" clId="{F33F88E0-3380-47C4-AFDE-F1AC050ADA82}" dt="2026-01-25T15:59:24.035" v="2396" actId="790"/>
          <ac:spMkLst>
            <pc:docMk/>
            <pc:sldMk cId="922882056" sldId="298"/>
            <ac:spMk id="44" creationId="{7C245740-72F9-46CB-9211-35AD97D35ACE}"/>
          </ac:spMkLst>
        </pc:spChg>
        <pc:spChg chg="mod">
          <ac:chgData name="Yash Jadhav" userId="535c3d6d-72b8-4f77-8155-55f939173cf2" providerId="ADAL" clId="{F33F88E0-3380-47C4-AFDE-F1AC050ADA82}" dt="2026-01-25T15:59:24.038" v="2397" actId="790"/>
          <ac:spMkLst>
            <pc:docMk/>
            <pc:sldMk cId="922882056" sldId="298"/>
            <ac:spMk id="45" creationId="{61436FFC-F0DA-4A7F-9BEB-CF1AACC07046}"/>
          </ac:spMkLst>
        </pc:spChg>
        <pc:spChg chg="mod">
          <ac:chgData name="Yash Jadhav" userId="535c3d6d-72b8-4f77-8155-55f939173cf2" providerId="ADAL" clId="{F33F88E0-3380-47C4-AFDE-F1AC050ADA82}" dt="2026-01-25T15:59:24.028" v="2394" actId="790"/>
          <ac:spMkLst>
            <pc:docMk/>
            <pc:sldMk cId="922882056" sldId="298"/>
            <ac:spMk id="47" creationId="{E7987BFC-6786-4FC1-8177-B50A67C53EDB}"/>
          </ac:spMkLst>
        </pc:spChg>
        <pc:spChg chg="mod">
          <ac:chgData name="Yash Jadhav" userId="535c3d6d-72b8-4f77-8155-55f939173cf2" providerId="ADAL" clId="{F33F88E0-3380-47C4-AFDE-F1AC050ADA82}" dt="2026-01-25T15:59:24.031" v="2395" actId="790"/>
          <ac:spMkLst>
            <pc:docMk/>
            <pc:sldMk cId="922882056" sldId="298"/>
            <ac:spMk id="48" creationId="{43C520EC-C8E4-4CE4-8526-125F14A94506}"/>
          </ac:spMkLst>
        </pc:spChg>
        <pc:spChg chg="mod">
          <ac:chgData name="Yash Jadhav" userId="535c3d6d-72b8-4f77-8155-55f939173cf2" providerId="ADAL" clId="{F33F88E0-3380-47C4-AFDE-F1AC050ADA82}" dt="2026-01-25T15:59:24.091" v="2423" actId="790"/>
          <ac:spMkLst>
            <pc:docMk/>
            <pc:sldMk cId="922882056" sldId="298"/>
            <ac:spMk id="60" creationId="{76ED7028-F75F-1266-18C2-04BE292D019C}"/>
          </ac:spMkLst>
        </pc:spChg>
        <pc:spChg chg="mod">
          <ac:chgData name="Yash Jadhav" userId="535c3d6d-72b8-4f77-8155-55f939173cf2" providerId="ADAL" clId="{F33F88E0-3380-47C4-AFDE-F1AC050ADA82}" dt="2026-01-25T15:59:24.093" v="2424" actId="790"/>
          <ac:spMkLst>
            <pc:docMk/>
            <pc:sldMk cId="922882056" sldId="298"/>
            <ac:spMk id="62" creationId="{38BE81A9-71F2-95EE-80F1-7F2E9C119660}"/>
          </ac:spMkLst>
        </pc:spChg>
        <pc:spChg chg="mod">
          <ac:chgData name="Yash Jadhav" userId="535c3d6d-72b8-4f77-8155-55f939173cf2" providerId="ADAL" clId="{F33F88E0-3380-47C4-AFDE-F1AC050ADA82}" dt="2026-01-25T15:59:24.094" v="2425" actId="790"/>
          <ac:spMkLst>
            <pc:docMk/>
            <pc:sldMk cId="922882056" sldId="298"/>
            <ac:spMk id="63" creationId="{5F3F19B7-907B-9489-BC76-21C8054D51FB}"/>
          </ac:spMkLst>
        </pc:spChg>
        <pc:spChg chg="mod">
          <ac:chgData name="Yash Jadhav" userId="535c3d6d-72b8-4f77-8155-55f939173cf2" providerId="ADAL" clId="{F33F88E0-3380-47C4-AFDE-F1AC050ADA82}" dt="2026-01-25T15:59:24.096" v="2426" actId="790"/>
          <ac:spMkLst>
            <pc:docMk/>
            <pc:sldMk cId="922882056" sldId="298"/>
            <ac:spMk id="128" creationId="{E4EFE3A8-0891-DC04-A2F6-64865389F991}"/>
          </ac:spMkLst>
        </pc:spChg>
        <pc:spChg chg="mod">
          <ac:chgData name="Yash Jadhav" userId="535c3d6d-72b8-4f77-8155-55f939173cf2" providerId="ADAL" clId="{F33F88E0-3380-47C4-AFDE-F1AC050ADA82}" dt="2026-01-25T15:59:24.100" v="2427" actId="790"/>
          <ac:spMkLst>
            <pc:docMk/>
            <pc:sldMk cId="922882056" sldId="298"/>
            <ac:spMk id="129" creationId="{2AE24139-00D4-B87B-A5CE-9CCF674565E6}"/>
          </ac:spMkLst>
        </pc:spChg>
        <pc:spChg chg="mod">
          <ac:chgData name="Yash Jadhav" userId="535c3d6d-72b8-4f77-8155-55f939173cf2" providerId="ADAL" clId="{F33F88E0-3380-47C4-AFDE-F1AC050ADA82}" dt="2026-01-25T15:59:24.103" v="2428" actId="790"/>
          <ac:spMkLst>
            <pc:docMk/>
            <pc:sldMk cId="922882056" sldId="298"/>
            <ac:spMk id="130" creationId="{080CFD49-9836-FF5D-B805-7F45D5822B84}"/>
          </ac:spMkLst>
        </pc:spChg>
        <pc:spChg chg="mod">
          <ac:chgData name="Yash Jadhav" userId="535c3d6d-72b8-4f77-8155-55f939173cf2" providerId="ADAL" clId="{F33F88E0-3380-47C4-AFDE-F1AC050ADA82}" dt="2026-01-25T15:59:24.106" v="2429" actId="790"/>
          <ac:spMkLst>
            <pc:docMk/>
            <pc:sldMk cId="922882056" sldId="298"/>
            <ac:spMk id="131" creationId="{75432AE6-9B5D-C40C-D7E8-0A9B5AF36B09}"/>
          </ac:spMkLst>
        </pc:spChg>
        <pc:spChg chg="mod">
          <ac:chgData name="Yash Jadhav" userId="535c3d6d-72b8-4f77-8155-55f939173cf2" providerId="ADAL" clId="{F33F88E0-3380-47C4-AFDE-F1AC050ADA82}" dt="2026-01-25T15:59:24.110" v="2430" actId="790"/>
          <ac:spMkLst>
            <pc:docMk/>
            <pc:sldMk cId="922882056" sldId="298"/>
            <ac:spMk id="132" creationId="{AC03B156-85B1-50B4-8783-091845A88CA3}"/>
          </ac:spMkLst>
        </pc:spChg>
        <pc:spChg chg="mod">
          <ac:chgData name="Yash Jadhav" userId="535c3d6d-72b8-4f77-8155-55f939173cf2" providerId="ADAL" clId="{F33F88E0-3380-47C4-AFDE-F1AC050ADA82}" dt="2026-01-25T15:59:24.112" v="2431" actId="790"/>
          <ac:spMkLst>
            <pc:docMk/>
            <pc:sldMk cId="922882056" sldId="298"/>
            <ac:spMk id="133" creationId="{74CF60FA-6B4C-2DFF-483F-FAD92D0DFAC1}"/>
          </ac:spMkLst>
        </pc:spChg>
        <pc:spChg chg="mod">
          <ac:chgData name="Yash Jadhav" userId="535c3d6d-72b8-4f77-8155-55f939173cf2" providerId="ADAL" clId="{F33F88E0-3380-47C4-AFDE-F1AC050ADA82}" dt="2026-01-25T15:59:24.114" v="2432" actId="790"/>
          <ac:spMkLst>
            <pc:docMk/>
            <pc:sldMk cId="922882056" sldId="298"/>
            <ac:spMk id="134" creationId="{5CB19DE8-3D38-9ADC-1703-3DCC435D4B00}"/>
          </ac:spMkLst>
        </pc:spChg>
        <pc:spChg chg="mod">
          <ac:chgData name="Yash Jadhav" userId="535c3d6d-72b8-4f77-8155-55f939173cf2" providerId="ADAL" clId="{F33F88E0-3380-47C4-AFDE-F1AC050ADA82}" dt="2026-01-25T15:59:24.117" v="2433" actId="790"/>
          <ac:spMkLst>
            <pc:docMk/>
            <pc:sldMk cId="922882056" sldId="298"/>
            <ac:spMk id="149" creationId="{77002BB4-1C62-C2F0-27C5-E9BE0B9B742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129007" sldId="299"/>
        </pc:sldMkLst>
        <pc:spChg chg="mod ord">
          <ac:chgData name="Yash Jadhav" userId="535c3d6d-72b8-4f77-8155-55f939173cf2" providerId="ADAL" clId="{F33F88E0-3380-47C4-AFDE-F1AC050ADA82}" dt="2026-01-25T16:06:14.662" v="8413" actId="6264"/>
          <ac:spMkLst>
            <pc:docMk/>
            <pc:sldMk cId="2780129007" sldId="299"/>
            <ac:spMk id="2" creationId="{2A283DDC-D905-0B3F-A41D-729F4A7F8FC8}"/>
          </ac:spMkLst>
        </pc:spChg>
        <pc:spChg chg="mod">
          <ac:chgData name="Yash Jadhav" userId="535c3d6d-72b8-4f77-8155-55f939173cf2" providerId="ADAL" clId="{F33F88E0-3380-47C4-AFDE-F1AC050ADA82}" dt="2026-01-25T15:59:26.019" v="2439" actId="790"/>
          <ac:spMkLst>
            <pc:docMk/>
            <pc:sldMk cId="2780129007" sldId="299"/>
            <ac:spMk id="3" creationId="{A96F9916-332D-41C0-7BAE-DEDF92F46F01}"/>
          </ac:spMkLst>
        </pc:spChg>
        <pc:spChg chg="mod">
          <ac:chgData name="Yash Jadhav" userId="535c3d6d-72b8-4f77-8155-55f939173cf2" providerId="ADAL" clId="{F33F88E0-3380-47C4-AFDE-F1AC050ADA82}" dt="2026-01-25T15:59:26.021" v="2440" actId="790"/>
          <ac:spMkLst>
            <pc:docMk/>
            <pc:sldMk cId="2780129007" sldId="299"/>
            <ac:spMk id="4" creationId="{60EC7A98-D49B-223A-E4E1-1CB034356870}"/>
          </ac:spMkLst>
        </pc:spChg>
        <pc:spChg chg="mod">
          <ac:chgData name="Yash Jadhav" userId="535c3d6d-72b8-4f77-8155-55f939173cf2" providerId="ADAL" clId="{F33F88E0-3380-47C4-AFDE-F1AC050ADA82}" dt="2026-01-25T15:59:26.023" v="2441" actId="790"/>
          <ac:spMkLst>
            <pc:docMk/>
            <pc:sldMk cId="2780129007" sldId="299"/>
            <ac:spMk id="5" creationId="{48BA2A40-97FD-0375-4434-40F7DE34A97C}"/>
          </ac:spMkLst>
        </pc:spChg>
        <pc:spChg chg="mod">
          <ac:chgData name="Yash Jadhav" userId="535c3d6d-72b8-4f77-8155-55f939173cf2" providerId="ADAL" clId="{F33F88E0-3380-47C4-AFDE-F1AC050ADA82}" dt="2026-01-25T15:59:26.025" v="2442" actId="790"/>
          <ac:spMkLst>
            <pc:docMk/>
            <pc:sldMk cId="2780129007" sldId="299"/>
            <ac:spMk id="6" creationId="{45AA7D1F-78BE-EDFE-43C3-EFCFE64D4746}"/>
          </ac:spMkLst>
        </pc:spChg>
        <pc:spChg chg="mod">
          <ac:chgData name="Yash Jadhav" userId="535c3d6d-72b8-4f77-8155-55f939173cf2" providerId="ADAL" clId="{F33F88E0-3380-47C4-AFDE-F1AC050ADA82}" dt="2026-01-25T15:59:26.030" v="2443" actId="790"/>
          <ac:spMkLst>
            <pc:docMk/>
            <pc:sldMk cId="2780129007" sldId="299"/>
            <ac:spMk id="7" creationId="{90531C85-655E-EECD-8654-57D8505D4A2D}"/>
          </ac:spMkLst>
        </pc:spChg>
        <pc:spChg chg="mod">
          <ac:chgData name="Yash Jadhav" userId="535c3d6d-72b8-4f77-8155-55f939173cf2" providerId="ADAL" clId="{F33F88E0-3380-47C4-AFDE-F1AC050ADA82}" dt="2026-01-25T15:59:26.032" v="2444" actId="790"/>
          <ac:spMkLst>
            <pc:docMk/>
            <pc:sldMk cId="2780129007" sldId="299"/>
            <ac:spMk id="8" creationId="{24B4C49F-1447-15E5-44C3-A5FA56064123}"/>
          </ac:spMkLst>
        </pc:spChg>
        <pc:spChg chg="mod">
          <ac:chgData name="Yash Jadhav" userId="535c3d6d-72b8-4f77-8155-55f939173cf2" providerId="ADAL" clId="{F33F88E0-3380-47C4-AFDE-F1AC050ADA82}" dt="2026-01-25T15:59:26.034" v="2445" actId="790"/>
          <ac:spMkLst>
            <pc:docMk/>
            <pc:sldMk cId="2780129007" sldId="299"/>
            <ac:spMk id="10" creationId="{DC04700A-7A8E-5E31-C41A-0AFE62913750}"/>
          </ac:spMkLst>
        </pc:spChg>
        <pc:spChg chg="mod">
          <ac:chgData name="Yash Jadhav" userId="535c3d6d-72b8-4f77-8155-55f939173cf2" providerId="ADAL" clId="{F33F88E0-3380-47C4-AFDE-F1AC050ADA82}" dt="2026-01-25T15:59:26.036" v="2446" actId="790"/>
          <ac:spMkLst>
            <pc:docMk/>
            <pc:sldMk cId="2780129007" sldId="299"/>
            <ac:spMk id="11" creationId="{6D26F956-2845-8FAB-28C6-0071C9164208}"/>
          </ac:spMkLst>
        </pc:spChg>
        <pc:spChg chg="mod">
          <ac:chgData name="Yash Jadhav" userId="535c3d6d-72b8-4f77-8155-55f939173cf2" providerId="ADAL" clId="{F33F88E0-3380-47C4-AFDE-F1AC050ADA82}" dt="2026-01-25T15:59:26.038" v="2447" actId="790"/>
          <ac:spMkLst>
            <pc:docMk/>
            <pc:sldMk cId="2780129007" sldId="299"/>
            <ac:spMk id="13" creationId="{ABBD92E1-56D9-28CD-DB64-8BA75E2A6CDD}"/>
          </ac:spMkLst>
        </pc:spChg>
        <pc:spChg chg="mod">
          <ac:chgData name="Yash Jadhav" userId="535c3d6d-72b8-4f77-8155-55f939173cf2" providerId="ADAL" clId="{F33F88E0-3380-47C4-AFDE-F1AC050ADA82}" dt="2026-01-25T15:59:26.039" v="2448" actId="790"/>
          <ac:spMkLst>
            <pc:docMk/>
            <pc:sldMk cId="2780129007" sldId="299"/>
            <ac:spMk id="14" creationId="{547B07A1-2739-5E97-A560-C73FD650F918}"/>
          </ac:spMkLst>
        </pc:spChg>
        <pc:spChg chg="mod">
          <ac:chgData name="Yash Jadhav" userId="535c3d6d-72b8-4f77-8155-55f939173cf2" providerId="ADAL" clId="{F33F88E0-3380-47C4-AFDE-F1AC050ADA82}" dt="2026-01-25T15:59:26.041" v="2449" actId="790"/>
          <ac:spMkLst>
            <pc:docMk/>
            <pc:sldMk cId="2780129007" sldId="299"/>
            <ac:spMk id="15" creationId="{AE8EC4ED-7824-17B7-C6CC-5274F8EB92A4}"/>
          </ac:spMkLst>
        </pc:spChg>
        <pc:spChg chg="mod">
          <ac:chgData name="Yash Jadhav" userId="535c3d6d-72b8-4f77-8155-55f939173cf2" providerId="ADAL" clId="{F33F88E0-3380-47C4-AFDE-F1AC050ADA82}" dt="2026-01-25T15:59:26.043" v="2450" actId="790"/>
          <ac:spMkLst>
            <pc:docMk/>
            <pc:sldMk cId="2780129007" sldId="299"/>
            <ac:spMk id="16" creationId="{0B38686D-9BED-4C4E-7A09-DDEF4C9F54F3}"/>
          </ac:spMkLst>
        </pc:spChg>
        <pc:spChg chg="mod">
          <ac:chgData name="Yash Jadhav" userId="535c3d6d-72b8-4f77-8155-55f939173cf2" providerId="ADAL" clId="{F33F88E0-3380-47C4-AFDE-F1AC050ADA82}" dt="2026-01-25T15:59:26.046" v="2451" actId="790"/>
          <ac:spMkLst>
            <pc:docMk/>
            <pc:sldMk cId="2780129007" sldId="299"/>
            <ac:spMk id="17" creationId="{E2D740E8-C0E2-0510-39A2-51E1415CA950}"/>
          </ac:spMkLst>
        </pc:spChg>
        <pc:spChg chg="mod">
          <ac:chgData name="Yash Jadhav" userId="535c3d6d-72b8-4f77-8155-55f939173cf2" providerId="ADAL" clId="{F33F88E0-3380-47C4-AFDE-F1AC050ADA82}" dt="2026-01-25T15:59:26.048" v="2452" actId="790"/>
          <ac:spMkLst>
            <pc:docMk/>
            <pc:sldMk cId="2780129007" sldId="299"/>
            <ac:spMk id="18" creationId="{9164BC7E-6100-EB99-D04C-8F1E86BE0908}"/>
          </ac:spMkLst>
        </pc:spChg>
        <pc:spChg chg="mod">
          <ac:chgData name="Yash Jadhav" userId="535c3d6d-72b8-4f77-8155-55f939173cf2" providerId="ADAL" clId="{F33F88E0-3380-47C4-AFDE-F1AC050ADA82}" dt="2026-01-25T15:59:26.050" v="2453" actId="790"/>
          <ac:spMkLst>
            <pc:docMk/>
            <pc:sldMk cId="2780129007" sldId="299"/>
            <ac:spMk id="19" creationId="{92A5CF77-6ACE-31E3-187E-66CC9494B9DD}"/>
          </ac:spMkLst>
        </pc:spChg>
        <pc:spChg chg="mod">
          <ac:chgData name="Yash Jadhav" userId="535c3d6d-72b8-4f77-8155-55f939173cf2" providerId="ADAL" clId="{F33F88E0-3380-47C4-AFDE-F1AC050ADA82}" dt="2026-01-25T15:59:26.051" v="2454" actId="790"/>
          <ac:spMkLst>
            <pc:docMk/>
            <pc:sldMk cId="2780129007" sldId="299"/>
            <ac:spMk id="20" creationId="{7C9FC910-EF35-56E5-A6EF-2C566E6E13EE}"/>
          </ac:spMkLst>
        </pc:spChg>
        <pc:spChg chg="mod">
          <ac:chgData name="Yash Jadhav" userId="535c3d6d-72b8-4f77-8155-55f939173cf2" providerId="ADAL" clId="{F33F88E0-3380-47C4-AFDE-F1AC050ADA82}" dt="2026-01-25T15:59:26.053" v="2455" actId="790"/>
          <ac:spMkLst>
            <pc:docMk/>
            <pc:sldMk cId="2780129007" sldId="299"/>
            <ac:spMk id="22" creationId="{744B41A1-CAA3-E39F-31AB-4E5BC516C738}"/>
          </ac:spMkLst>
        </pc:spChg>
        <pc:spChg chg="mod">
          <ac:chgData name="Yash Jadhav" userId="535c3d6d-72b8-4f77-8155-55f939173cf2" providerId="ADAL" clId="{F33F88E0-3380-47C4-AFDE-F1AC050ADA82}" dt="2026-01-25T15:59:26.055" v="2456" actId="790"/>
          <ac:spMkLst>
            <pc:docMk/>
            <pc:sldMk cId="2780129007" sldId="299"/>
            <ac:spMk id="23" creationId="{73DF4062-5F0E-AC51-8CB8-4CD7665CCA80}"/>
          </ac:spMkLst>
        </pc:spChg>
        <pc:spChg chg="mod">
          <ac:chgData name="Yash Jadhav" userId="535c3d6d-72b8-4f77-8155-55f939173cf2" providerId="ADAL" clId="{F33F88E0-3380-47C4-AFDE-F1AC050ADA82}" dt="2026-01-25T15:59:26.056" v="2457" actId="790"/>
          <ac:spMkLst>
            <pc:docMk/>
            <pc:sldMk cId="2780129007" sldId="299"/>
            <ac:spMk id="25" creationId="{BB562A11-EE0B-87A7-A48A-8C9EB7BAE086}"/>
          </ac:spMkLst>
        </pc:spChg>
        <pc:spChg chg="mod">
          <ac:chgData name="Yash Jadhav" userId="535c3d6d-72b8-4f77-8155-55f939173cf2" providerId="ADAL" clId="{F33F88E0-3380-47C4-AFDE-F1AC050ADA82}" dt="2026-01-25T15:59:26.058" v="2458" actId="790"/>
          <ac:spMkLst>
            <pc:docMk/>
            <pc:sldMk cId="2780129007" sldId="299"/>
            <ac:spMk id="26" creationId="{9588F9FA-CF9C-8BBD-537F-D62DA1AC8EC5}"/>
          </ac:spMkLst>
        </pc:spChg>
        <pc:spChg chg="mod">
          <ac:chgData name="Yash Jadhav" userId="535c3d6d-72b8-4f77-8155-55f939173cf2" providerId="ADAL" clId="{F33F88E0-3380-47C4-AFDE-F1AC050ADA82}" dt="2026-01-25T15:59:26.060" v="2459" actId="790"/>
          <ac:spMkLst>
            <pc:docMk/>
            <pc:sldMk cId="2780129007" sldId="299"/>
            <ac:spMk id="27" creationId="{A0B6488C-D207-83E5-4423-76D81B20BC52}"/>
          </ac:spMkLst>
        </pc:spChg>
        <pc:spChg chg="mod">
          <ac:chgData name="Yash Jadhav" userId="535c3d6d-72b8-4f77-8155-55f939173cf2" providerId="ADAL" clId="{F33F88E0-3380-47C4-AFDE-F1AC050ADA82}" dt="2026-01-25T15:59:26.062" v="2460" actId="790"/>
          <ac:spMkLst>
            <pc:docMk/>
            <pc:sldMk cId="2780129007" sldId="299"/>
            <ac:spMk id="28" creationId="{F61375B4-D08F-A0B3-1181-3A43EB440A93}"/>
          </ac:spMkLst>
        </pc:spChg>
        <pc:spChg chg="mod">
          <ac:chgData name="Yash Jadhav" userId="535c3d6d-72b8-4f77-8155-55f939173cf2" providerId="ADAL" clId="{F33F88E0-3380-47C4-AFDE-F1AC050ADA82}" dt="2026-01-25T15:59:26.063" v="2461" actId="790"/>
          <ac:spMkLst>
            <pc:docMk/>
            <pc:sldMk cId="2780129007" sldId="299"/>
            <ac:spMk id="29" creationId="{C0F03675-36AA-F4AD-6459-49FCDA35104A}"/>
          </ac:spMkLst>
        </pc:spChg>
        <pc:spChg chg="mod">
          <ac:chgData name="Yash Jadhav" userId="535c3d6d-72b8-4f77-8155-55f939173cf2" providerId="ADAL" clId="{F33F88E0-3380-47C4-AFDE-F1AC050ADA82}" dt="2026-01-25T15:59:26.065" v="2462" actId="790"/>
          <ac:spMkLst>
            <pc:docMk/>
            <pc:sldMk cId="2780129007" sldId="299"/>
            <ac:spMk id="30" creationId="{145AC595-53CB-3F23-904E-F29B3B1CD2B4}"/>
          </ac:spMkLst>
        </pc:spChg>
        <pc:spChg chg="mod">
          <ac:chgData name="Yash Jadhav" userId="535c3d6d-72b8-4f77-8155-55f939173cf2" providerId="ADAL" clId="{F33F88E0-3380-47C4-AFDE-F1AC050ADA82}" dt="2026-01-25T15:59:26.067" v="2463" actId="790"/>
          <ac:spMkLst>
            <pc:docMk/>
            <pc:sldMk cId="2780129007" sldId="299"/>
            <ac:spMk id="31" creationId="{A49E5113-8BBC-11F5-E2B9-94D263F5054D}"/>
          </ac:spMkLst>
        </pc:spChg>
        <pc:spChg chg="mod">
          <ac:chgData name="Yash Jadhav" userId="535c3d6d-72b8-4f77-8155-55f939173cf2" providerId="ADAL" clId="{F33F88E0-3380-47C4-AFDE-F1AC050ADA82}" dt="2026-01-25T15:59:26.069" v="2464" actId="790"/>
          <ac:spMkLst>
            <pc:docMk/>
            <pc:sldMk cId="2780129007" sldId="299"/>
            <ac:spMk id="32" creationId="{F7888FA0-2081-CBF9-2367-448765E27A1A}"/>
          </ac:spMkLst>
        </pc:spChg>
        <pc:spChg chg="mod">
          <ac:chgData name="Yash Jadhav" userId="535c3d6d-72b8-4f77-8155-55f939173cf2" providerId="ADAL" clId="{F33F88E0-3380-47C4-AFDE-F1AC050ADA82}" dt="2026-01-25T15:59:26.070" v="2465" actId="790"/>
          <ac:spMkLst>
            <pc:docMk/>
            <pc:sldMk cId="2780129007" sldId="299"/>
            <ac:spMk id="33" creationId="{6EF9BAC2-D324-87C0-9A05-2AA4B555C22A}"/>
          </ac:spMkLst>
        </pc:spChg>
        <pc:spChg chg="mod">
          <ac:chgData name="Yash Jadhav" userId="535c3d6d-72b8-4f77-8155-55f939173cf2" providerId="ADAL" clId="{F33F88E0-3380-47C4-AFDE-F1AC050ADA82}" dt="2026-01-25T15:59:26.071" v="2466" actId="790"/>
          <ac:spMkLst>
            <pc:docMk/>
            <pc:sldMk cId="2780129007" sldId="299"/>
            <ac:spMk id="34" creationId="{2CCBC205-F00C-9067-95A4-C16EE5F6DBDD}"/>
          </ac:spMkLst>
        </pc:spChg>
        <pc:spChg chg="mod">
          <ac:chgData name="Yash Jadhav" userId="535c3d6d-72b8-4f77-8155-55f939173cf2" providerId="ADAL" clId="{F33F88E0-3380-47C4-AFDE-F1AC050ADA82}" dt="2026-01-25T15:59:26.074" v="2467" actId="790"/>
          <ac:spMkLst>
            <pc:docMk/>
            <pc:sldMk cId="2780129007" sldId="299"/>
            <ac:spMk id="35" creationId="{0BB422FC-A8EE-2F8D-4BFE-84E73B79D5DE}"/>
          </ac:spMkLst>
        </pc:spChg>
        <pc:spChg chg="mod">
          <ac:chgData name="Yash Jadhav" userId="535c3d6d-72b8-4f77-8155-55f939173cf2" providerId="ADAL" clId="{F33F88E0-3380-47C4-AFDE-F1AC050ADA82}" dt="2026-01-25T15:59:26.076" v="2468" actId="790"/>
          <ac:spMkLst>
            <pc:docMk/>
            <pc:sldMk cId="2780129007" sldId="299"/>
            <ac:spMk id="36" creationId="{45AA561B-D0D8-2AA7-1EC4-89B9243637A8}"/>
          </ac:spMkLst>
        </pc:spChg>
        <pc:spChg chg="mod">
          <ac:chgData name="Yash Jadhav" userId="535c3d6d-72b8-4f77-8155-55f939173cf2" providerId="ADAL" clId="{F33F88E0-3380-47C4-AFDE-F1AC050ADA82}" dt="2026-01-25T15:59:26.077" v="2469" actId="790"/>
          <ac:spMkLst>
            <pc:docMk/>
            <pc:sldMk cId="2780129007" sldId="299"/>
            <ac:spMk id="37" creationId="{F63CEDEE-FA69-5FCE-8BC8-A9DEB8439A4C}"/>
          </ac:spMkLst>
        </pc:spChg>
        <pc:spChg chg="mod">
          <ac:chgData name="Yash Jadhav" userId="535c3d6d-72b8-4f77-8155-55f939173cf2" providerId="ADAL" clId="{F33F88E0-3380-47C4-AFDE-F1AC050ADA82}" dt="2026-01-25T15:59:26.081" v="2470" actId="790"/>
          <ac:spMkLst>
            <pc:docMk/>
            <pc:sldMk cId="2780129007" sldId="299"/>
            <ac:spMk id="38" creationId="{E8303691-3097-DA4B-8BF8-3F7EABA509FA}"/>
          </ac:spMkLst>
        </pc:spChg>
        <pc:spChg chg="mod">
          <ac:chgData name="Yash Jadhav" userId="535c3d6d-72b8-4f77-8155-55f939173cf2" providerId="ADAL" clId="{F33F88E0-3380-47C4-AFDE-F1AC050ADA82}" dt="2026-01-25T15:59:26.084" v="2471" actId="790"/>
          <ac:spMkLst>
            <pc:docMk/>
            <pc:sldMk cId="2780129007" sldId="299"/>
            <ac:spMk id="39" creationId="{45E8B5DF-FA9A-E253-A23E-70153B2C3250}"/>
          </ac:spMkLst>
        </pc:spChg>
        <pc:spChg chg="mod">
          <ac:chgData name="Yash Jadhav" userId="535c3d6d-72b8-4f77-8155-55f939173cf2" providerId="ADAL" clId="{F33F88E0-3380-47C4-AFDE-F1AC050ADA82}" dt="2026-01-25T15:59:26.088" v="2472" actId="790"/>
          <ac:spMkLst>
            <pc:docMk/>
            <pc:sldMk cId="2780129007" sldId="299"/>
            <ac:spMk id="40" creationId="{F95FC137-46E1-1242-CF0D-A7AD0996F4B0}"/>
          </ac:spMkLst>
        </pc:spChg>
        <pc:spChg chg="mod">
          <ac:chgData name="Yash Jadhav" userId="535c3d6d-72b8-4f77-8155-55f939173cf2" providerId="ADAL" clId="{F33F88E0-3380-47C4-AFDE-F1AC050ADA82}" dt="2026-01-25T15:59:26.093" v="2473" actId="790"/>
          <ac:spMkLst>
            <pc:docMk/>
            <pc:sldMk cId="2780129007" sldId="299"/>
            <ac:spMk id="41" creationId="{2DCBE772-B888-3912-8433-0566954804FD}"/>
          </ac:spMkLst>
        </pc:spChg>
        <pc:spChg chg="add del mod">
          <ac:chgData name="Yash Jadhav" userId="535c3d6d-72b8-4f77-8155-55f939173cf2" providerId="ADAL" clId="{F33F88E0-3380-47C4-AFDE-F1AC050ADA82}" dt="2026-01-25T16:06:14.662" v="8413" actId="6264"/>
          <ac:spMkLst>
            <pc:docMk/>
            <pc:sldMk cId="2780129007" sldId="299"/>
            <ac:spMk id="42" creationId="{F9A89A93-0ED2-A16E-4217-54BDDA8A9BD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6113428" sldId="300"/>
        </pc:sldMkLst>
        <pc:spChg chg="mod ord">
          <ac:chgData name="Yash Jadhav" userId="535c3d6d-72b8-4f77-8155-55f939173cf2" providerId="ADAL" clId="{F33F88E0-3380-47C4-AFDE-F1AC050ADA82}" dt="2026-01-25T16:06:14.662" v="8413" actId="6264"/>
          <ac:spMkLst>
            <pc:docMk/>
            <pc:sldMk cId="4126113428" sldId="300"/>
            <ac:spMk id="2" creationId="{715F423F-6ADA-3A79-7B98-D1804E8562D0}"/>
          </ac:spMkLst>
        </pc:spChg>
        <pc:spChg chg="mod">
          <ac:chgData name="Yash Jadhav" userId="535c3d6d-72b8-4f77-8155-55f939173cf2" providerId="ADAL" clId="{F33F88E0-3380-47C4-AFDE-F1AC050ADA82}" dt="2026-01-25T15:59:27.913" v="2490" actId="790"/>
          <ac:spMkLst>
            <pc:docMk/>
            <pc:sldMk cId="4126113428" sldId="300"/>
            <ac:spMk id="6" creationId="{528CA7FD-A6E9-A2AD-B92A-45C4A06D26FF}"/>
          </ac:spMkLst>
        </pc:spChg>
        <pc:spChg chg="mod">
          <ac:chgData name="Yash Jadhav" userId="535c3d6d-72b8-4f77-8155-55f939173cf2" providerId="ADAL" clId="{F33F88E0-3380-47C4-AFDE-F1AC050ADA82}" dt="2026-01-25T15:59:27.915" v="2491" actId="790"/>
          <ac:spMkLst>
            <pc:docMk/>
            <pc:sldMk cId="4126113428" sldId="300"/>
            <ac:spMk id="7" creationId="{419DCBF5-FC5F-5500-8749-20F672D4B9B0}"/>
          </ac:spMkLst>
        </pc:spChg>
        <pc:spChg chg="mod">
          <ac:chgData name="Yash Jadhav" userId="535c3d6d-72b8-4f77-8155-55f939173cf2" providerId="ADAL" clId="{F33F88E0-3380-47C4-AFDE-F1AC050ADA82}" dt="2026-01-25T15:59:27.918" v="2492" actId="790"/>
          <ac:spMkLst>
            <pc:docMk/>
            <pc:sldMk cId="4126113428" sldId="300"/>
            <ac:spMk id="8" creationId="{C7419BF4-B4B9-6030-3ADB-ACDCFEA34A81}"/>
          </ac:spMkLst>
        </pc:spChg>
        <pc:spChg chg="mod">
          <ac:chgData name="Yash Jadhav" userId="535c3d6d-72b8-4f77-8155-55f939173cf2" providerId="ADAL" clId="{F33F88E0-3380-47C4-AFDE-F1AC050ADA82}" dt="2026-01-25T15:59:27.921" v="2493" actId="790"/>
          <ac:spMkLst>
            <pc:docMk/>
            <pc:sldMk cId="4126113428" sldId="300"/>
            <ac:spMk id="9" creationId="{96E1417E-023E-1822-5725-96ECB9D3EA54}"/>
          </ac:spMkLst>
        </pc:spChg>
        <pc:spChg chg="mod">
          <ac:chgData name="Yash Jadhav" userId="535c3d6d-72b8-4f77-8155-55f939173cf2" providerId="ADAL" clId="{F33F88E0-3380-47C4-AFDE-F1AC050ADA82}" dt="2026-01-25T15:59:27.924" v="2494" actId="790"/>
          <ac:spMkLst>
            <pc:docMk/>
            <pc:sldMk cId="4126113428" sldId="300"/>
            <ac:spMk id="10" creationId="{F29AEBAF-8365-8735-FEA7-0F6AD5F8BC4F}"/>
          </ac:spMkLst>
        </pc:spChg>
        <pc:spChg chg="mod">
          <ac:chgData name="Yash Jadhav" userId="535c3d6d-72b8-4f77-8155-55f939173cf2" providerId="ADAL" clId="{F33F88E0-3380-47C4-AFDE-F1AC050ADA82}" dt="2026-01-25T15:59:27.926" v="2495" actId="790"/>
          <ac:spMkLst>
            <pc:docMk/>
            <pc:sldMk cId="4126113428" sldId="300"/>
            <ac:spMk id="11" creationId="{6935EA90-9D3C-4BBF-524D-404484197BC1}"/>
          </ac:spMkLst>
        </pc:spChg>
        <pc:spChg chg="mod">
          <ac:chgData name="Yash Jadhav" userId="535c3d6d-72b8-4f77-8155-55f939173cf2" providerId="ADAL" clId="{F33F88E0-3380-47C4-AFDE-F1AC050ADA82}" dt="2026-01-25T15:59:27.929" v="2496" actId="790"/>
          <ac:spMkLst>
            <pc:docMk/>
            <pc:sldMk cId="4126113428" sldId="300"/>
            <ac:spMk id="12" creationId="{67AD6968-8630-1331-C8C8-B4F7CB983483}"/>
          </ac:spMkLst>
        </pc:spChg>
        <pc:spChg chg="mod">
          <ac:chgData name="Yash Jadhav" userId="535c3d6d-72b8-4f77-8155-55f939173cf2" providerId="ADAL" clId="{F33F88E0-3380-47C4-AFDE-F1AC050ADA82}" dt="2026-01-25T15:59:27.932" v="2497" actId="790"/>
          <ac:spMkLst>
            <pc:docMk/>
            <pc:sldMk cId="4126113428" sldId="300"/>
            <ac:spMk id="13" creationId="{E3B3A68E-E069-E968-836E-60511688A4B1}"/>
          </ac:spMkLst>
        </pc:spChg>
        <pc:spChg chg="mod">
          <ac:chgData name="Yash Jadhav" userId="535c3d6d-72b8-4f77-8155-55f939173cf2" providerId="ADAL" clId="{F33F88E0-3380-47C4-AFDE-F1AC050ADA82}" dt="2026-01-25T15:59:27.934" v="2498" actId="790"/>
          <ac:spMkLst>
            <pc:docMk/>
            <pc:sldMk cId="4126113428" sldId="300"/>
            <ac:spMk id="14" creationId="{7C5735F6-7C66-C4CF-66D5-939ED0EAC17B}"/>
          </ac:spMkLst>
        </pc:spChg>
        <pc:spChg chg="mod">
          <ac:chgData name="Yash Jadhav" userId="535c3d6d-72b8-4f77-8155-55f939173cf2" providerId="ADAL" clId="{F33F88E0-3380-47C4-AFDE-F1AC050ADA82}" dt="2026-01-25T15:59:27.937" v="2499" actId="790"/>
          <ac:spMkLst>
            <pc:docMk/>
            <pc:sldMk cId="4126113428" sldId="300"/>
            <ac:spMk id="15" creationId="{E0471B68-8526-56FD-A82F-9FB6A66C3F74}"/>
          </ac:spMkLst>
        </pc:spChg>
        <pc:spChg chg="mod">
          <ac:chgData name="Yash Jadhav" userId="535c3d6d-72b8-4f77-8155-55f939173cf2" providerId="ADAL" clId="{F33F88E0-3380-47C4-AFDE-F1AC050ADA82}" dt="2026-01-25T15:59:27.939" v="2500" actId="790"/>
          <ac:spMkLst>
            <pc:docMk/>
            <pc:sldMk cId="4126113428" sldId="300"/>
            <ac:spMk id="16" creationId="{94B17521-47C5-DBAD-8341-585A872798BE}"/>
          </ac:spMkLst>
        </pc:spChg>
        <pc:spChg chg="mod">
          <ac:chgData name="Yash Jadhav" userId="535c3d6d-72b8-4f77-8155-55f939173cf2" providerId="ADAL" clId="{F33F88E0-3380-47C4-AFDE-F1AC050ADA82}" dt="2026-01-25T15:59:27.943" v="2501" actId="790"/>
          <ac:spMkLst>
            <pc:docMk/>
            <pc:sldMk cId="4126113428" sldId="300"/>
            <ac:spMk id="17" creationId="{02D34753-A3E9-54C2-20C1-99CF29359EAF}"/>
          </ac:spMkLst>
        </pc:spChg>
        <pc:spChg chg="mod">
          <ac:chgData name="Yash Jadhav" userId="535c3d6d-72b8-4f77-8155-55f939173cf2" providerId="ADAL" clId="{F33F88E0-3380-47C4-AFDE-F1AC050ADA82}" dt="2026-01-25T15:59:27.945" v="2502" actId="790"/>
          <ac:spMkLst>
            <pc:docMk/>
            <pc:sldMk cId="4126113428" sldId="300"/>
            <ac:spMk id="18" creationId="{40815102-B125-CF3A-B77A-67D8D21C81D6}"/>
          </ac:spMkLst>
        </pc:spChg>
        <pc:spChg chg="mod">
          <ac:chgData name="Yash Jadhav" userId="535c3d6d-72b8-4f77-8155-55f939173cf2" providerId="ADAL" clId="{F33F88E0-3380-47C4-AFDE-F1AC050ADA82}" dt="2026-01-25T15:59:27.947" v="2503" actId="790"/>
          <ac:spMkLst>
            <pc:docMk/>
            <pc:sldMk cId="4126113428" sldId="300"/>
            <ac:spMk id="19" creationId="{22D64014-1055-B4D4-E3EE-02B100A15F51}"/>
          </ac:spMkLst>
        </pc:spChg>
        <pc:spChg chg="mod">
          <ac:chgData name="Yash Jadhav" userId="535c3d6d-72b8-4f77-8155-55f939173cf2" providerId="ADAL" clId="{F33F88E0-3380-47C4-AFDE-F1AC050ADA82}" dt="2026-01-25T15:59:27.950" v="2504" actId="790"/>
          <ac:spMkLst>
            <pc:docMk/>
            <pc:sldMk cId="4126113428" sldId="300"/>
            <ac:spMk id="20" creationId="{CB3FFBD7-62EE-EF35-ABBE-2F74A5542F70}"/>
          </ac:spMkLst>
        </pc:spChg>
        <pc:spChg chg="mod">
          <ac:chgData name="Yash Jadhav" userId="535c3d6d-72b8-4f77-8155-55f939173cf2" providerId="ADAL" clId="{F33F88E0-3380-47C4-AFDE-F1AC050ADA82}" dt="2026-01-25T15:59:27.952" v="2505" actId="790"/>
          <ac:spMkLst>
            <pc:docMk/>
            <pc:sldMk cId="4126113428" sldId="300"/>
            <ac:spMk id="21" creationId="{D59693E7-D6A5-E4D1-0D8D-1B2E906E8255}"/>
          </ac:spMkLst>
        </pc:spChg>
        <pc:spChg chg="mod">
          <ac:chgData name="Yash Jadhav" userId="535c3d6d-72b8-4f77-8155-55f939173cf2" providerId="ADAL" clId="{F33F88E0-3380-47C4-AFDE-F1AC050ADA82}" dt="2026-01-25T15:59:27.954" v="2506" actId="790"/>
          <ac:spMkLst>
            <pc:docMk/>
            <pc:sldMk cId="4126113428" sldId="300"/>
            <ac:spMk id="22" creationId="{F9A7A047-242C-D317-C3F9-329C56EEFAF0}"/>
          </ac:spMkLst>
        </pc:spChg>
        <pc:spChg chg="mod">
          <ac:chgData name="Yash Jadhav" userId="535c3d6d-72b8-4f77-8155-55f939173cf2" providerId="ADAL" clId="{F33F88E0-3380-47C4-AFDE-F1AC050ADA82}" dt="2026-01-25T15:59:27.957" v="2507" actId="790"/>
          <ac:spMkLst>
            <pc:docMk/>
            <pc:sldMk cId="4126113428" sldId="300"/>
            <ac:spMk id="23" creationId="{02D7D1C6-055C-B5E0-F976-443C19581130}"/>
          </ac:spMkLst>
        </pc:spChg>
        <pc:spChg chg="mod">
          <ac:chgData name="Yash Jadhav" userId="535c3d6d-72b8-4f77-8155-55f939173cf2" providerId="ADAL" clId="{F33F88E0-3380-47C4-AFDE-F1AC050ADA82}" dt="2026-01-25T15:59:27.960" v="2508" actId="790"/>
          <ac:spMkLst>
            <pc:docMk/>
            <pc:sldMk cId="4126113428" sldId="300"/>
            <ac:spMk id="24" creationId="{93CE2478-4102-7F26-DC90-B43C04116C02}"/>
          </ac:spMkLst>
        </pc:spChg>
        <pc:spChg chg="mod">
          <ac:chgData name="Yash Jadhav" userId="535c3d6d-72b8-4f77-8155-55f939173cf2" providerId="ADAL" clId="{F33F88E0-3380-47C4-AFDE-F1AC050ADA82}" dt="2026-01-25T15:59:27.963" v="2509" actId="790"/>
          <ac:spMkLst>
            <pc:docMk/>
            <pc:sldMk cId="4126113428" sldId="300"/>
            <ac:spMk id="25" creationId="{CDC9BE5C-6733-D2C6-7D24-F015102D96A0}"/>
          </ac:spMkLst>
        </pc:spChg>
        <pc:spChg chg="mod">
          <ac:chgData name="Yash Jadhav" userId="535c3d6d-72b8-4f77-8155-55f939173cf2" providerId="ADAL" clId="{F33F88E0-3380-47C4-AFDE-F1AC050ADA82}" dt="2026-01-25T15:59:27.965" v="2510" actId="790"/>
          <ac:spMkLst>
            <pc:docMk/>
            <pc:sldMk cId="4126113428" sldId="300"/>
            <ac:spMk id="26" creationId="{065D5E5E-0D32-C19D-E51D-B2A4770A1CB8}"/>
          </ac:spMkLst>
        </pc:spChg>
        <pc:spChg chg="mod">
          <ac:chgData name="Yash Jadhav" userId="535c3d6d-72b8-4f77-8155-55f939173cf2" providerId="ADAL" clId="{F33F88E0-3380-47C4-AFDE-F1AC050ADA82}" dt="2026-01-25T15:59:27.966" v="2511" actId="790"/>
          <ac:spMkLst>
            <pc:docMk/>
            <pc:sldMk cId="4126113428" sldId="300"/>
            <ac:spMk id="27" creationId="{542206B3-2537-A2C6-CEF2-4A64B0083A62}"/>
          </ac:spMkLst>
        </pc:spChg>
        <pc:spChg chg="mod">
          <ac:chgData name="Yash Jadhav" userId="535c3d6d-72b8-4f77-8155-55f939173cf2" providerId="ADAL" clId="{F33F88E0-3380-47C4-AFDE-F1AC050ADA82}" dt="2026-01-25T15:59:27.969" v="2512" actId="790"/>
          <ac:spMkLst>
            <pc:docMk/>
            <pc:sldMk cId="4126113428" sldId="300"/>
            <ac:spMk id="28" creationId="{45FDCD49-658C-13C4-9E93-04F2A56BAE3F}"/>
          </ac:spMkLst>
        </pc:spChg>
        <pc:spChg chg="mod">
          <ac:chgData name="Yash Jadhav" userId="535c3d6d-72b8-4f77-8155-55f939173cf2" providerId="ADAL" clId="{F33F88E0-3380-47C4-AFDE-F1AC050ADA82}" dt="2026-01-25T15:59:27.971" v="2513" actId="790"/>
          <ac:spMkLst>
            <pc:docMk/>
            <pc:sldMk cId="4126113428" sldId="300"/>
            <ac:spMk id="29" creationId="{C19B9700-9C09-D469-C6FB-45AF3CFAD7FB}"/>
          </ac:spMkLst>
        </pc:spChg>
        <pc:spChg chg="mod">
          <ac:chgData name="Yash Jadhav" userId="535c3d6d-72b8-4f77-8155-55f939173cf2" providerId="ADAL" clId="{F33F88E0-3380-47C4-AFDE-F1AC050ADA82}" dt="2026-01-25T15:59:27.973" v="2514" actId="790"/>
          <ac:spMkLst>
            <pc:docMk/>
            <pc:sldMk cId="4126113428" sldId="300"/>
            <ac:spMk id="30" creationId="{B0474C7D-4F6D-FB1D-4A7C-F8C5840BE659}"/>
          </ac:spMkLst>
        </pc:spChg>
        <pc:spChg chg="mod">
          <ac:chgData name="Yash Jadhav" userId="535c3d6d-72b8-4f77-8155-55f939173cf2" providerId="ADAL" clId="{F33F88E0-3380-47C4-AFDE-F1AC050ADA82}" dt="2026-01-25T15:59:27.976" v="2515" actId="790"/>
          <ac:spMkLst>
            <pc:docMk/>
            <pc:sldMk cId="4126113428" sldId="300"/>
            <ac:spMk id="31" creationId="{F3A8CADA-2E18-5760-6C36-BA95FD781814}"/>
          </ac:spMkLst>
        </pc:spChg>
        <pc:spChg chg="mod">
          <ac:chgData name="Yash Jadhav" userId="535c3d6d-72b8-4f77-8155-55f939173cf2" providerId="ADAL" clId="{F33F88E0-3380-47C4-AFDE-F1AC050ADA82}" dt="2026-01-25T15:59:27.978" v="2516" actId="790"/>
          <ac:spMkLst>
            <pc:docMk/>
            <pc:sldMk cId="4126113428" sldId="300"/>
            <ac:spMk id="32" creationId="{D41A6177-7E3B-5C98-FD38-D4D1EA3011CD}"/>
          </ac:spMkLst>
        </pc:spChg>
        <pc:spChg chg="mod">
          <ac:chgData name="Yash Jadhav" userId="535c3d6d-72b8-4f77-8155-55f939173cf2" providerId="ADAL" clId="{F33F88E0-3380-47C4-AFDE-F1AC050ADA82}" dt="2026-01-25T15:59:27.980" v="2517" actId="790"/>
          <ac:spMkLst>
            <pc:docMk/>
            <pc:sldMk cId="4126113428" sldId="300"/>
            <ac:spMk id="33" creationId="{8EFC6651-D4E9-6A32-ADDD-9547E6112C73}"/>
          </ac:spMkLst>
        </pc:spChg>
        <pc:spChg chg="mod">
          <ac:chgData name="Yash Jadhav" userId="535c3d6d-72b8-4f77-8155-55f939173cf2" providerId="ADAL" clId="{F33F88E0-3380-47C4-AFDE-F1AC050ADA82}" dt="2026-01-25T15:59:27.982" v="2518" actId="790"/>
          <ac:spMkLst>
            <pc:docMk/>
            <pc:sldMk cId="4126113428" sldId="300"/>
            <ac:spMk id="34" creationId="{0730777D-6BDB-1DC6-D048-2931BF5F69CC}"/>
          </ac:spMkLst>
        </pc:spChg>
        <pc:spChg chg="mod">
          <ac:chgData name="Yash Jadhav" userId="535c3d6d-72b8-4f77-8155-55f939173cf2" providerId="ADAL" clId="{F33F88E0-3380-47C4-AFDE-F1AC050ADA82}" dt="2026-01-25T15:59:27.984" v="2519" actId="790"/>
          <ac:spMkLst>
            <pc:docMk/>
            <pc:sldMk cId="4126113428" sldId="300"/>
            <ac:spMk id="35" creationId="{34B68844-8B2D-4D56-1204-B897C4D74013}"/>
          </ac:spMkLst>
        </pc:spChg>
        <pc:spChg chg="mod">
          <ac:chgData name="Yash Jadhav" userId="535c3d6d-72b8-4f77-8155-55f939173cf2" providerId="ADAL" clId="{F33F88E0-3380-47C4-AFDE-F1AC050ADA82}" dt="2026-01-25T15:59:27.986" v="2520" actId="790"/>
          <ac:spMkLst>
            <pc:docMk/>
            <pc:sldMk cId="4126113428" sldId="300"/>
            <ac:spMk id="36" creationId="{41AD1246-596E-0E03-8C23-0A5C0DE52A7C}"/>
          </ac:spMkLst>
        </pc:spChg>
        <pc:spChg chg="mod">
          <ac:chgData name="Yash Jadhav" userId="535c3d6d-72b8-4f77-8155-55f939173cf2" providerId="ADAL" clId="{F33F88E0-3380-47C4-AFDE-F1AC050ADA82}" dt="2026-01-25T15:59:27.989" v="2521" actId="790"/>
          <ac:spMkLst>
            <pc:docMk/>
            <pc:sldMk cId="4126113428" sldId="300"/>
            <ac:spMk id="37" creationId="{52736794-45DE-FAA6-6577-2BC23B41EE15}"/>
          </ac:spMkLst>
        </pc:spChg>
        <pc:spChg chg="mod">
          <ac:chgData name="Yash Jadhav" userId="535c3d6d-72b8-4f77-8155-55f939173cf2" providerId="ADAL" clId="{F33F88E0-3380-47C4-AFDE-F1AC050ADA82}" dt="2026-01-25T15:59:27.993" v="2522" actId="790"/>
          <ac:spMkLst>
            <pc:docMk/>
            <pc:sldMk cId="4126113428" sldId="300"/>
            <ac:spMk id="38" creationId="{B170DBDD-6102-62D9-CC1B-15B4019F3E63}"/>
          </ac:spMkLst>
        </pc:spChg>
        <pc:spChg chg="mod">
          <ac:chgData name="Yash Jadhav" userId="535c3d6d-72b8-4f77-8155-55f939173cf2" providerId="ADAL" clId="{F33F88E0-3380-47C4-AFDE-F1AC050ADA82}" dt="2026-01-25T15:59:27.995" v="2523" actId="790"/>
          <ac:spMkLst>
            <pc:docMk/>
            <pc:sldMk cId="4126113428" sldId="300"/>
            <ac:spMk id="39" creationId="{E305538F-B850-DB25-DEE9-88252F7F36CC}"/>
          </ac:spMkLst>
        </pc:spChg>
        <pc:spChg chg="mod">
          <ac:chgData name="Yash Jadhav" userId="535c3d6d-72b8-4f77-8155-55f939173cf2" providerId="ADAL" clId="{F33F88E0-3380-47C4-AFDE-F1AC050ADA82}" dt="2026-01-25T15:59:27.997" v="2524" actId="790"/>
          <ac:spMkLst>
            <pc:docMk/>
            <pc:sldMk cId="4126113428" sldId="300"/>
            <ac:spMk id="40" creationId="{4A6ECB13-FFCF-EC24-6A09-7EC4C9405DC4}"/>
          </ac:spMkLst>
        </pc:spChg>
        <pc:spChg chg="mod">
          <ac:chgData name="Yash Jadhav" userId="535c3d6d-72b8-4f77-8155-55f939173cf2" providerId="ADAL" clId="{F33F88E0-3380-47C4-AFDE-F1AC050ADA82}" dt="2026-01-25T15:59:27.999" v="2525" actId="790"/>
          <ac:spMkLst>
            <pc:docMk/>
            <pc:sldMk cId="4126113428" sldId="300"/>
            <ac:spMk id="41" creationId="{49A8278D-142F-DEBC-AF95-28ED910A5766}"/>
          </ac:spMkLst>
        </pc:spChg>
        <pc:spChg chg="mod">
          <ac:chgData name="Yash Jadhav" userId="535c3d6d-72b8-4f77-8155-55f939173cf2" providerId="ADAL" clId="{F33F88E0-3380-47C4-AFDE-F1AC050ADA82}" dt="2026-01-25T15:59:28.001" v="2526" actId="790"/>
          <ac:spMkLst>
            <pc:docMk/>
            <pc:sldMk cId="4126113428" sldId="300"/>
            <ac:spMk id="42" creationId="{CC1A20D0-AC12-A2C3-5B4C-107A69AD879C}"/>
          </ac:spMkLst>
        </pc:spChg>
        <pc:spChg chg="mod">
          <ac:chgData name="Yash Jadhav" userId="535c3d6d-72b8-4f77-8155-55f939173cf2" providerId="ADAL" clId="{F33F88E0-3380-47C4-AFDE-F1AC050ADA82}" dt="2026-01-25T15:59:28.003" v="2527" actId="790"/>
          <ac:spMkLst>
            <pc:docMk/>
            <pc:sldMk cId="4126113428" sldId="300"/>
            <ac:spMk id="43" creationId="{1DDC8EBD-CA75-7107-C49F-BF79C5F72263}"/>
          </ac:spMkLst>
        </pc:spChg>
        <pc:spChg chg="mod">
          <ac:chgData name="Yash Jadhav" userId="535c3d6d-72b8-4f77-8155-55f939173cf2" providerId="ADAL" clId="{F33F88E0-3380-47C4-AFDE-F1AC050ADA82}" dt="2026-01-25T15:59:28.005" v="2528" actId="790"/>
          <ac:spMkLst>
            <pc:docMk/>
            <pc:sldMk cId="4126113428" sldId="300"/>
            <ac:spMk id="44" creationId="{C885A863-EBC6-17FC-9B71-F3C6972E93A8}"/>
          </ac:spMkLst>
        </pc:spChg>
        <pc:spChg chg="mod">
          <ac:chgData name="Yash Jadhav" userId="535c3d6d-72b8-4f77-8155-55f939173cf2" providerId="ADAL" clId="{F33F88E0-3380-47C4-AFDE-F1AC050ADA82}" dt="2026-01-25T15:59:28.006" v="2529" actId="790"/>
          <ac:spMkLst>
            <pc:docMk/>
            <pc:sldMk cId="4126113428" sldId="300"/>
            <ac:spMk id="45" creationId="{8D30797D-59F3-7CAD-E3B7-7C8F37FE9B36}"/>
          </ac:spMkLst>
        </pc:spChg>
        <pc:spChg chg="mod">
          <ac:chgData name="Yash Jadhav" userId="535c3d6d-72b8-4f77-8155-55f939173cf2" providerId="ADAL" clId="{F33F88E0-3380-47C4-AFDE-F1AC050ADA82}" dt="2026-01-25T15:59:28.010" v="2530" actId="790"/>
          <ac:spMkLst>
            <pc:docMk/>
            <pc:sldMk cId="4126113428" sldId="300"/>
            <ac:spMk id="46" creationId="{D336D14B-FF8A-0F29-66D6-8C5862D1B428}"/>
          </ac:spMkLst>
        </pc:spChg>
        <pc:spChg chg="mod">
          <ac:chgData name="Yash Jadhav" userId="535c3d6d-72b8-4f77-8155-55f939173cf2" providerId="ADAL" clId="{F33F88E0-3380-47C4-AFDE-F1AC050ADA82}" dt="2026-01-25T15:59:28.012" v="2531" actId="790"/>
          <ac:spMkLst>
            <pc:docMk/>
            <pc:sldMk cId="4126113428" sldId="300"/>
            <ac:spMk id="47" creationId="{06E3B1F2-36E7-B749-D5B5-DB662AAA8EA7}"/>
          </ac:spMkLst>
        </pc:spChg>
        <pc:spChg chg="mod">
          <ac:chgData name="Yash Jadhav" userId="535c3d6d-72b8-4f77-8155-55f939173cf2" providerId="ADAL" clId="{F33F88E0-3380-47C4-AFDE-F1AC050ADA82}" dt="2026-01-25T15:59:28.014" v="2532" actId="790"/>
          <ac:spMkLst>
            <pc:docMk/>
            <pc:sldMk cId="4126113428" sldId="300"/>
            <ac:spMk id="48" creationId="{40009DB6-C28C-BB4E-2456-9812CA2B3BD1}"/>
          </ac:spMkLst>
        </pc:spChg>
        <pc:spChg chg="mod">
          <ac:chgData name="Yash Jadhav" userId="535c3d6d-72b8-4f77-8155-55f939173cf2" providerId="ADAL" clId="{F33F88E0-3380-47C4-AFDE-F1AC050ADA82}" dt="2026-01-25T15:59:28.016" v="2533" actId="790"/>
          <ac:spMkLst>
            <pc:docMk/>
            <pc:sldMk cId="4126113428" sldId="300"/>
            <ac:spMk id="49" creationId="{11B8374D-F267-76C5-8D80-DD7DCE21343E}"/>
          </ac:spMkLst>
        </pc:spChg>
        <pc:spChg chg="mod">
          <ac:chgData name="Yash Jadhav" userId="535c3d6d-72b8-4f77-8155-55f939173cf2" providerId="ADAL" clId="{F33F88E0-3380-47C4-AFDE-F1AC050ADA82}" dt="2026-01-25T15:59:28.019" v="2534" actId="790"/>
          <ac:spMkLst>
            <pc:docMk/>
            <pc:sldMk cId="4126113428" sldId="300"/>
            <ac:spMk id="50" creationId="{A978C76E-48F3-024C-7155-C5A09BA7CDED}"/>
          </ac:spMkLst>
        </pc:spChg>
        <pc:spChg chg="mod">
          <ac:chgData name="Yash Jadhav" userId="535c3d6d-72b8-4f77-8155-55f939173cf2" providerId="ADAL" clId="{F33F88E0-3380-47C4-AFDE-F1AC050ADA82}" dt="2026-01-25T15:59:28.021" v="2535" actId="790"/>
          <ac:spMkLst>
            <pc:docMk/>
            <pc:sldMk cId="4126113428" sldId="300"/>
            <ac:spMk id="51" creationId="{9CBF4654-EED4-1A84-CC88-E8AAEFA85DF8}"/>
          </ac:spMkLst>
        </pc:spChg>
        <pc:spChg chg="mod">
          <ac:chgData name="Yash Jadhav" userId="535c3d6d-72b8-4f77-8155-55f939173cf2" providerId="ADAL" clId="{F33F88E0-3380-47C4-AFDE-F1AC050ADA82}" dt="2026-01-25T15:59:28.024" v="2536" actId="790"/>
          <ac:spMkLst>
            <pc:docMk/>
            <pc:sldMk cId="4126113428" sldId="300"/>
            <ac:spMk id="52" creationId="{A68538ED-E96C-64F8-8D6F-8E24C936FA0F}"/>
          </ac:spMkLst>
        </pc:spChg>
        <pc:spChg chg="mod">
          <ac:chgData name="Yash Jadhav" userId="535c3d6d-72b8-4f77-8155-55f939173cf2" providerId="ADAL" clId="{F33F88E0-3380-47C4-AFDE-F1AC050ADA82}" dt="2026-01-25T15:59:28.027" v="2537" actId="790"/>
          <ac:spMkLst>
            <pc:docMk/>
            <pc:sldMk cId="4126113428" sldId="300"/>
            <ac:spMk id="53" creationId="{52DC768E-7B9E-4FB0-417A-B2EF4394A446}"/>
          </ac:spMkLst>
        </pc:spChg>
        <pc:spChg chg="mod">
          <ac:chgData name="Yash Jadhav" userId="535c3d6d-72b8-4f77-8155-55f939173cf2" providerId="ADAL" clId="{F33F88E0-3380-47C4-AFDE-F1AC050ADA82}" dt="2026-01-25T15:59:28.029" v="2538" actId="790"/>
          <ac:spMkLst>
            <pc:docMk/>
            <pc:sldMk cId="4126113428" sldId="300"/>
            <ac:spMk id="54" creationId="{78E61892-342E-038D-7846-990DD1848C26}"/>
          </ac:spMkLst>
        </pc:spChg>
        <pc:spChg chg="mod">
          <ac:chgData name="Yash Jadhav" userId="535c3d6d-72b8-4f77-8155-55f939173cf2" providerId="ADAL" clId="{F33F88E0-3380-47C4-AFDE-F1AC050ADA82}" dt="2026-01-25T15:59:28.031" v="2539" actId="790"/>
          <ac:spMkLst>
            <pc:docMk/>
            <pc:sldMk cId="4126113428" sldId="300"/>
            <ac:spMk id="55" creationId="{D5F718B2-8031-6E8A-1E7D-657E69C936BF}"/>
          </ac:spMkLst>
        </pc:spChg>
        <pc:spChg chg="mod">
          <ac:chgData name="Yash Jadhav" userId="535c3d6d-72b8-4f77-8155-55f939173cf2" providerId="ADAL" clId="{F33F88E0-3380-47C4-AFDE-F1AC050ADA82}" dt="2026-01-25T15:59:28.034" v="2540" actId="790"/>
          <ac:spMkLst>
            <pc:docMk/>
            <pc:sldMk cId="4126113428" sldId="300"/>
            <ac:spMk id="56" creationId="{B918A354-8039-8783-E08A-82ED223FDC2E}"/>
          </ac:spMkLst>
        </pc:spChg>
        <pc:spChg chg="mod">
          <ac:chgData name="Yash Jadhav" userId="535c3d6d-72b8-4f77-8155-55f939173cf2" providerId="ADAL" clId="{F33F88E0-3380-47C4-AFDE-F1AC050ADA82}" dt="2026-01-25T15:59:28.036" v="2541" actId="790"/>
          <ac:spMkLst>
            <pc:docMk/>
            <pc:sldMk cId="4126113428" sldId="300"/>
            <ac:spMk id="57" creationId="{268D48CC-F150-8065-E9E9-D4A3855BA3E5}"/>
          </ac:spMkLst>
        </pc:spChg>
        <pc:spChg chg="mod">
          <ac:chgData name="Yash Jadhav" userId="535c3d6d-72b8-4f77-8155-55f939173cf2" providerId="ADAL" clId="{F33F88E0-3380-47C4-AFDE-F1AC050ADA82}" dt="2026-01-25T15:59:28.038" v="2542" actId="790"/>
          <ac:spMkLst>
            <pc:docMk/>
            <pc:sldMk cId="4126113428" sldId="300"/>
            <ac:spMk id="58" creationId="{C6BC0FF3-196F-F318-D02B-664446C038D9}"/>
          </ac:spMkLst>
        </pc:spChg>
        <pc:spChg chg="mod">
          <ac:chgData name="Yash Jadhav" userId="535c3d6d-72b8-4f77-8155-55f939173cf2" providerId="ADAL" clId="{F33F88E0-3380-47C4-AFDE-F1AC050ADA82}" dt="2026-01-25T15:59:28.040" v="2543" actId="790"/>
          <ac:spMkLst>
            <pc:docMk/>
            <pc:sldMk cId="4126113428" sldId="300"/>
            <ac:spMk id="59" creationId="{3B841CB7-D3FA-7C39-2041-29C3802E931A}"/>
          </ac:spMkLst>
        </pc:spChg>
        <pc:spChg chg="mod">
          <ac:chgData name="Yash Jadhav" userId="535c3d6d-72b8-4f77-8155-55f939173cf2" providerId="ADAL" clId="{F33F88E0-3380-47C4-AFDE-F1AC050ADA82}" dt="2026-01-25T15:59:28.042" v="2544" actId="790"/>
          <ac:spMkLst>
            <pc:docMk/>
            <pc:sldMk cId="4126113428" sldId="300"/>
            <ac:spMk id="60" creationId="{1BB44088-35A6-C141-969E-985C7C413362}"/>
          </ac:spMkLst>
        </pc:spChg>
        <pc:spChg chg="mod">
          <ac:chgData name="Yash Jadhav" userId="535c3d6d-72b8-4f77-8155-55f939173cf2" providerId="ADAL" clId="{F33F88E0-3380-47C4-AFDE-F1AC050ADA82}" dt="2026-01-25T15:59:28.045" v="2545" actId="790"/>
          <ac:spMkLst>
            <pc:docMk/>
            <pc:sldMk cId="4126113428" sldId="300"/>
            <ac:spMk id="61" creationId="{0F231909-7674-7CD8-3E49-16BEB028A3D7}"/>
          </ac:spMkLst>
        </pc:spChg>
        <pc:spChg chg="mod">
          <ac:chgData name="Yash Jadhav" userId="535c3d6d-72b8-4f77-8155-55f939173cf2" providerId="ADAL" clId="{F33F88E0-3380-47C4-AFDE-F1AC050ADA82}" dt="2026-01-25T15:59:28.047" v="2546" actId="790"/>
          <ac:spMkLst>
            <pc:docMk/>
            <pc:sldMk cId="4126113428" sldId="300"/>
            <ac:spMk id="62" creationId="{CE3D4B75-6131-D148-50D6-2C277A9B790F}"/>
          </ac:spMkLst>
        </pc:spChg>
        <pc:spChg chg="mod">
          <ac:chgData name="Yash Jadhav" userId="535c3d6d-72b8-4f77-8155-55f939173cf2" providerId="ADAL" clId="{F33F88E0-3380-47C4-AFDE-F1AC050ADA82}" dt="2026-01-25T15:59:28.050" v="2547" actId="790"/>
          <ac:spMkLst>
            <pc:docMk/>
            <pc:sldMk cId="4126113428" sldId="300"/>
            <ac:spMk id="63" creationId="{9161F272-2809-D970-C227-7AA4CCF591CE}"/>
          </ac:spMkLst>
        </pc:spChg>
        <pc:spChg chg="mod">
          <ac:chgData name="Yash Jadhav" userId="535c3d6d-72b8-4f77-8155-55f939173cf2" providerId="ADAL" clId="{F33F88E0-3380-47C4-AFDE-F1AC050ADA82}" dt="2026-01-25T15:59:28.052" v="2548" actId="790"/>
          <ac:spMkLst>
            <pc:docMk/>
            <pc:sldMk cId="4126113428" sldId="300"/>
            <ac:spMk id="64" creationId="{A5978FFF-B747-E988-D358-8F7D3985D785}"/>
          </ac:spMkLst>
        </pc:spChg>
        <pc:spChg chg="mod">
          <ac:chgData name="Yash Jadhav" userId="535c3d6d-72b8-4f77-8155-55f939173cf2" providerId="ADAL" clId="{F33F88E0-3380-47C4-AFDE-F1AC050ADA82}" dt="2026-01-25T15:59:28.053" v="2549" actId="790"/>
          <ac:spMkLst>
            <pc:docMk/>
            <pc:sldMk cId="4126113428" sldId="300"/>
            <ac:spMk id="65" creationId="{D541DB5D-4BA4-5B88-1641-1527E6660867}"/>
          </ac:spMkLst>
        </pc:spChg>
        <pc:spChg chg="mod">
          <ac:chgData name="Yash Jadhav" userId="535c3d6d-72b8-4f77-8155-55f939173cf2" providerId="ADAL" clId="{F33F88E0-3380-47C4-AFDE-F1AC050ADA82}" dt="2026-01-25T15:59:28.057" v="2550" actId="790"/>
          <ac:spMkLst>
            <pc:docMk/>
            <pc:sldMk cId="4126113428" sldId="300"/>
            <ac:spMk id="66" creationId="{616E2004-D542-7455-1385-0D53DD3D05E9}"/>
          </ac:spMkLst>
        </pc:spChg>
        <pc:spChg chg="mod">
          <ac:chgData name="Yash Jadhav" userId="535c3d6d-72b8-4f77-8155-55f939173cf2" providerId="ADAL" clId="{F33F88E0-3380-47C4-AFDE-F1AC050ADA82}" dt="2026-01-25T15:59:28.059" v="2551" actId="790"/>
          <ac:spMkLst>
            <pc:docMk/>
            <pc:sldMk cId="4126113428" sldId="300"/>
            <ac:spMk id="67" creationId="{29CA807C-3509-B573-D10C-4F6AA8C671A1}"/>
          </ac:spMkLst>
        </pc:spChg>
        <pc:spChg chg="mod">
          <ac:chgData name="Yash Jadhav" userId="535c3d6d-72b8-4f77-8155-55f939173cf2" providerId="ADAL" clId="{F33F88E0-3380-47C4-AFDE-F1AC050ADA82}" dt="2026-01-25T15:59:28.061" v="2552" actId="790"/>
          <ac:spMkLst>
            <pc:docMk/>
            <pc:sldMk cId="4126113428" sldId="300"/>
            <ac:spMk id="68" creationId="{CEB39E56-A174-5B72-6781-B047B2506A66}"/>
          </ac:spMkLst>
        </pc:spChg>
        <pc:spChg chg="mod">
          <ac:chgData name="Yash Jadhav" userId="535c3d6d-72b8-4f77-8155-55f939173cf2" providerId="ADAL" clId="{F33F88E0-3380-47C4-AFDE-F1AC050ADA82}" dt="2026-01-25T15:59:28.064" v="2553" actId="790"/>
          <ac:spMkLst>
            <pc:docMk/>
            <pc:sldMk cId="4126113428" sldId="300"/>
            <ac:spMk id="69" creationId="{916999DC-0EF7-92BC-1C01-311352DEA597}"/>
          </ac:spMkLst>
        </pc:spChg>
        <pc:spChg chg="mod">
          <ac:chgData name="Yash Jadhav" userId="535c3d6d-72b8-4f77-8155-55f939173cf2" providerId="ADAL" clId="{F33F88E0-3380-47C4-AFDE-F1AC050ADA82}" dt="2026-01-25T15:59:28.066" v="2554" actId="790"/>
          <ac:spMkLst>
            <pc:docMk/>
            <pc:sldMk cId="4126113428" sldId="300"/>
            <ac:spMk id="70" creationId="{719754B0-4093-8B7F-2C98-66F46AF9ADC0}"/>
          </ac:spMkLst>
        </pc:spChg>
        <pc:spChg chg="mod">
          <ac:chgData name="Yash Jadhav" userId="535c3d6d-72b8-4f77-8155-55f939173cf2" providerId="ADAL" clId="{F33F88E0-3380-47C4-AFDE-F1AC050ADA82}" dt="2026-01-25T15:59:28.069" v="2555" actId="790"/>
          <ac:spMkLst>
            <pc:docMk/>
            <pc:sldMk cId="4126113428" sldId="300"/>
            <ac:spMk id="71" creationId="{0FA3FF2F-6419-02E0-2AE8-1FCAB300B17B}"/>
          </ac:spMkLst>
        </pc:spChg>
        <pc:spChg chg="mod">
          <ac:chgData name="Yash Jadhav" userId="535c3d6d-72b8-4f77-8155-55f939173cf2" providerId="ADAL" clId="{F33F88E0-3380-47C4-AFDE-F1AC050ADA82}" dt="2026-01-25T15:59:28.070" v="2556" actId="790"/>
          <ac:spMkLst>
            <pc:docMk/>
            <pc:sldMk cId="4126113428" sldId="300"/>
            <ac:spMk id="72" creationId="{F8C6E8EA-8546-A722-58A1-684BEEAC011F}"/>
          </ac:spMkLst>
        </pc:spChg>
        <pc:spChg chg="mod">
          <ac:chgData name="Yash Jadhav" userId="535c3d6d-72b8-4f77-8155-55f939173cf2" providerId="ADAL" clId="{F33F88E0-3380-47C4-AFDE-F1AC050ADA82}" dt="2026-01-25T15:59:28.072" v="2557" actId="790"/>
          <ac:spMkLst>
            <pc:docMk/>
            <pc:sldMk cId="4126113428" sldId="300"/>
            <ac:spMk id="73" creationId="{91392B7F-6529-0A9A-AF1C-8F641912B190}"/>
          </ac:spMkLst>
        </pc:spChg>
        <pc:spChg chg="mod">
          <ac:chgData name="Yash Jadhav" userId="535c3d6d-72b8-4f77-8155-55f939173cf2" providerId="ADAL" clId="{F33F88E0-3380-47C4-AFDE-F1AC050ADA82}" dt="2026-01-25T15:59:28.075" v="2558" actId="790"/>
          <ac:spMkLst>
            <pc:docMk/>
            <pc:sldMk cId="4126113428" sldId="300"/>
            <ac:spMk id="74" creationId="{B5FD5DCF-E5BD-0DE7-1B55-320D5BCFD834}"/>
          </ac:spMkLst>
        </pc:spChg>
        <pc:spChg chg="mod">
          <ac:chgData name="Yash Jadhav" userId="535c3d6d-72b8-4f77-8155-55f939173cf2" providerId="ADAL" clId="{F33F88E0-3380-47C4-AFDE-F1AC050ADA82}" dt="2026-01-25T15:59:28.077" v="2559" actId="790"/>
          <ac:spMkLst>
            <pc:docMk/>
            <pc:sldMk cId="4126113428" sldId="300"/>
            <ac:spMk id="75" creationId="{EC365118-4854-2960-8823-50DA1D132570}"/>
          </ac:spMkLst>
        </pc:spChg>
        <pc:spChg chg="mod">
          <ac:chgData name="Yash Jadhav" userId="535c3d6d-72b8-4f77-8155-55f939173cf2" providerId="ADAL" clId="{F33F88E0-3380-47C4-AFDE-F1AC050ADA82}" dt="2026-01-25T15:59:28.081" v="2560" actId="790"/>
          <ac:spMkLst>
            <pc:docMk/>
            <pc:sldMk cId="4126113428" sldId="300"/>
            <ac:spMk id="76" creationId="{ED56672F-2153-2EF7-0AEA-99A85E445FBE}"/>
          </ac:spMkLst>
        </pc:spChg>
        <pc:spChg chg="mod">
          <ac:chgData name="Yash Jadhav" userId="535c3d6d-72b8-4f77-8155-55f939173cf2" providerId="ADAL" clId="{F33F88E0-3380-47C4-AFDE-F1AC050ADA82}" dt="2026-01-25T15:59:28.083" v="2561" actId="790"/>
          <ac:spMkLst>
            <pc:docMk/>
            <pc:sldMk cId="4126113428" sldId="300"/>
            <ac:spMk id="77" creationId="{FCF983EE-B4D4-C270-16A5-643D8FCB0F46}"/>
          </ac:spMkLst>
        </pc:spChg>
        <pc:spChg chg="mod">
          <ac:chgData name="Yash Jadhav" userId="535c3d6d-72b8-4f77-8155-55f939173cf2" providerId="ADAL" clId="{F33F88E0-3380-47C4-AFDE-F1AC050ADA82}" dt="2026-01-25T15:59:28.085" v="2562" actId="790"/>
          <ac:spMkLst>
            <pc:docMk/>
            <pc:sldMk cId="4126113428" sldId="300"/>
            <ac:spMk id="78" creationId="{64DA169A-55D0-F1E3-7452-0CEDC8A01024}"/>
          </ac:spMkLst>
        </pc:spChg>
        <pc:spChg chg="mod">
          <ac:chgData name="Yash Jadhav" userId="535c3d6d-72b8-4f77-8155-55f939173cf2" providerId="ADAL" clId="{F33F88E0-3380-47C4-AFDE-F1AC050ADA82}" dt="2026-01-25T15:59:28.087" v="2563" actId="790"/>
          <ac:spMkLst>
            <pc:docMk/>
            <pc:sldMk cId="4126113428" sldId="300"/>
            <ac:spMk id="79" creationId="{ACA3AF8F-DD1D-EF7B-B156-E0A2D74B2782}"/>
          </ac:spMkLst>
        </pc:spChg>
        <pc:spChg chg="mod">
          <ac:chgData name="Yash Jadhav" userId="535c3d6d-72b8-4f77-8155-55f939173cf2" providerId="ADAL" clId="{F33F88E0-3380-47C4-AFDE-F1AC050ADA82}" dt="2026-01-25T15:59:28.090" v="2564" actId="790"/>
          <ac:spMkLst>
            <pc:docMk/>
            <pc:sldMk cId="4126113428" sldId="300"/>
            <ac:spMk id="80" creationId="{48AC19BD-A04A-EFBD-A057-41B6D84D08F6}"/>
          </ac:spMkLst>
        </pc:spChg>
        <pc:spChg chg="mod">
          <ac:chgData name="Yash Jadhav" userId="535c3d6d-72b8-4f77-8155-55f939173cf2" providerId="ADAL" clId="{F33F88E0-3380-47C4-AFDE-F1AC050ADA82}" dt="2026-01-25T15:59:28.092" v="2565" actId="790"/>
          <ac:spMkLst>
            <pc:docMk/>
            <pc:sldMk cId="4126113428" sldId="300"/>
            <ac:spMk id="81" creationId="{E553A664-1DBB-D8C9-0C9F-09FBAB8053E1}"/>
          </ac:spMkLst>
        </pc:spChg>
        <pc:spChg chg="mod">
          <ac:chgData name="Yash Jadhav" userId="535c3d6d-72b8-4f77-8155-55f939173cf2" providerId="ADAL" clId="{F33F88E0-3380-47C4-AFDE-F1AC050ADA82}" dt="2026-01-25T15:59:28.094" v="2566" actId="790"/>
          <ac:spMkLst>
            <pc:docMk/>
            <pc:sldMk cId="4126113428" sldId="300"/>
            <ac:spMk id="82" creationId="{C1B0ED1C-D4E1-50E1-7B01-1404DB57138F}"/>
          </ac:spMkLst>
        </pc:spChg>
        <pc:spChg chg="mod">
          <ac:chgData name="Yash Jadhav" userId="535c3d6d-72b8-4f77-8155-55f939173cf2" providerId="ADAL" clId="{F33F88E0-3380-47C4-AFDE-F1AC050ADA82}" dt="2026-01-25T15:59:28.096" v="2567" actId="790"/>
          <ac:spMkLst>
            <pc:docMk/>
            <pc:sldMk cId="4126113428" sldId="300"/>
            <ac:spMk id="83" creationId="{274D2989-AEFF-F15D-5354-C74EC2FF4109}"/>
          </ac:spMkLst>
        </pc:spChg>
        <pc:spChg chg="mod">
          <ac:chgData name="Yash Jadhav" userId="535c3d6d-72b8-4f77-8155-55f939173cf2" providerId="ADAL" clId="{F33F88E0-3380-47C4-AFDE-F1AC050ADA82}" dt="2026-01-25T15:59:28.098" v="2568" actId="790"/>
          <ac:spMkLst>
            <pc:docMk/>
            <pc:sldMk cId="4126113428" sldId="300"/>
            <ac:spMk id="84" creationId="{B9650BFA-E0E2-5798-95DD-2940711BE47F}"/>
          </ac:spMkLst>
        </pc:spChg>
        <pc:spChg chg="mod">
          <ac:chgData name="Yash Jadhav" userId="535c3d6d-72b8-4f77-8155-55f939173cf2" providerId="ADAL" clId="{F33F88E0-3380-47C4-AFDE-F1AC050ADA82}" dt="2026-01-25T15:59:28.100" v="2569" actId="790"/>
          <ac:spMkLst>
            <pc:docMk/>
            <pc:sldMk cId="4126113428" sldId="300"/>
            <ac:spMk id="85" creationId="{EBD3AF42-4684-81EA-1C7F-3DA3FF01D013}"/>
          </ac:spMkLst>
        </pc:spChg>
        <pc:spChg chg="mod">
          <ac:chgData name="Yash Jadhav" userId="535c3d6d-72b8-4f77-8155-55f939173cf2" providerId="ADAL" clId="{F33F88E0-3380-47C4-AFDE-F1AC050ADA82}" dt="2026-01-25T15:59:28.102" v="2570" actId="790"/>
          <ac:spMkLst>
            <pc:docMk/>
            <pc:sldMk cId="4126113428" sldId="300"/>
            <ac:spMk id="86" creationId="{8DBC941A-1FD0-F623-18E6-1A8F1FB16815}"/>
          </ac:spMkLst>
        </pc:spChg>
        <pc:spChg chg="mod">
          <ac:chgData name="Yash Jadhav" userId="535c3d6d-72b8-4f77-8155-55f939173cf2" providerId="ADAL" clId="{F33F88E0-3380-47C4-AFDE-F1AC050ADA82}" dt="2026-01-25T15:59:28.104" v="2571" actId="790"/>
          <ac:spMkLst>
            <pc:docMk/>
            <pc:sldMk cId="4126113428" sldId="300"/>
            <ac:spMk id="87" creationId="{FF8A420C-C690-572E-061D-43A57A8363F2}"/>
          </ac:spMkLst>
        </pc:spChg>
        <pc:spChg chg="mod">
          <ac:chgData name="Yash Jadhav" userId="535c3d6d-72b8-4f77-8155-55f939173cf2" providerId="ADAL" clId="{F33F88E0-3380-47C4-AFDE-F1AC050ADA82}" dt="2026-01-25T15:59:28.107" v="2572" actId="790"/>
          <ac:spMkLst>
            <pc:docMk/>
            <pc:sldMk cId="4126113428" sldId="300"/>
            <ac:spMk id="88" creationId="{D658C1F7-A54C-F910-4938-D6CB26234495}"/>
          </ac:spMkLst>
        </pc:spChg>
        <pc:spChg chg="mod">
          <ac:chgData name="Yash Jadhav" userId="535c3d6d-72b8-4f77-8155-55f939173cf2" providerId="ADAL" clId="{F33F88E0-3380-47C4-AFDE-F1AC050ADA82}" dt="2026-01-25T15:59:28.110" v="2573" actId="790"/>
          <ac:spMkLst>
            <pc:docMk/>
            <pc:sldMk cId="4126113428" sldId="300"/>
            <ac:spMk id="89" creationId="{E9C41877-B709-7BF8-6D17-5A023ED5AA61}"/>
          </ac:spMkLst>
        </pc:spChg>
        <pc:spChg chg="mod">
          <ac:chgData name="Yash Jadhav" userId="535c3d6d-72b8-4f77-8155-55f939173cf2" providerId="ADAL" clId="{F33F88E0-3380-47C4-AFDE-F1AC050ADA82}" dt="2026-01-25T15:59:28.112" v="2574" actId="790"/>
          <ac:spMkLst>
            <pc:docMk/>
            <pc:sldMk cId="4126113428" sldId="300"/>
            <ac:spMk id="90" creationId="{D1C17DA4-A1EB-C0F0-D807-51544273274F}"/>
          </ac:spMkLst>
        </pc:spChg>
        <pc:spChg chg="mod">
          <ac:chgData name="Yash Jadhav" userId="535c3d6d-72b8-4f77-8155-55f939173cf2" providerId="ADAL" clId="{F33F88E0-3380-47C4-AFDE-F1AC050ADA82}" dt="2026-01-25T15:59:28.114" v="2575" actId="790"/>
          <ac:spMkLst>
            <pc:docMk/>
            <pc:sldMk cId="4126113428" sldId="300"/>
            <ac:spMk id="91" creationId="{0EC115E1-952A-DC14-72F1-D69FF3E1D677}"/>
          </ac:spMkLst>
        </pc:spChg>
        <pc:spChg chg="mod">
          <ac:chgData name="Yash Jadhav" userId="535c3d6d-72b8-4f77-8155-55f939173cf2" providerId="ADAL" clId="{F33F88E0-3380-47C4-AFDE-F1AC050ADA82}" dt="2026-01-25T15:59:28.116" v="2576" actId="790"/>
          <ac:spMkLst>
            <pc:docMk/>
            <pc:sldMk cId="4126113428" sldId="300"/>
            <ac:spMk id="92" creationId="{6493A885-93F9-BAE8-BD76-A15949D6A81E}"/>
          </ac:spMkLst>
        </pc:spChg>
        <pc:spChg chg="mod">
          <ac:chgData name="Yash Jadhav" userId="535c3d6d-72b8-4f77-8155-55f939173cf2" providerId="ADAL" clId="{F33F88E0-3380-47C4-AFDE-F1AC050ADA82}" dt="2026-01-25T15:59:28.118" v="2577" actId="790"/>
          <ac:spMkLst>
            <pc:docMk/>
            <pc:sldMk cId="4126113428" sldId="300"/>
            <ac:spMk id="93" creationId="{028D5D46-93FB-476E-0682-396EB7C97101}"/>
          </ac:spMkLst>
        </pc:spChg>
        <pc:spChg chg="mod">
          <ac:chgData name="Yash Jadhav" userId="535c3d6d-72b8-4f77-8155-55f939173cf2" providerId="ADAL" clId="{F33F88E0-3380-47C4-AFDE-F1AC050ADA82}" dt="2026-01-25T15:59:28.120" v="2578" actId="790"/>
          <ac:spMkLst>
            <pc:docMk/>
            <pc:sldMk cId="4126113428" sldId="300"/>
            <ac:spMk id="94" creationId="{B1358391-5630-80AB-7069-6FA3989A9B67}"/>
          </ac:spMkLst>
        </pc:spChg>
        <pc:spChg chg="mod">
          <ac:chgData name="Yash Jadhav" userId="535c3d6d-72b8-4f77-8155-55f939173cf2" providerId="ADAL" clId="{F33F88E0-3380-47C4-AFDE-F1AC050ADA82}" dt="2026-01-25T15:59:28.122" v="2579" actId="790"/>
          <ac:spMkLst>
            <pc:docMk/>
            <pc:sldMk cId="4126113428" sldId="300"/>
            <ac:spMk id="95" creationId="{AD2ED088-383A-6E95-036F-694A66EADBA4}"/>
          </ac:spMkLst>
        </pc:spChg>
        <pc:spChg chg="mod">
          <ac:chgData name="Yash Jadhav" userId="535c3d6d-72b8-4f77-8155-55f939173cf2" providerId="ADAL" clId="{F33F88E0-3380-47C4-AFDE-F1AC050ADA82}" dt="2026-01-25T15:59:28.124" v="2580" actId="790"/>
          <ac:spMkLst>
            <pc:docMk/>
            <pc:sldMk cId="4126113428" sldId="300"/>
            <ac:spMk id="96" creationId="{CE5246C9-8CD8-FCC7-2E7F-8DB6ACC0839F}"/>
          </ac:spMkLst>
        </pc:spChg>
        <pc:spChg chg="mod">
          <ac:chgData name="Yash Jadhav" userId="535c3d6d-72b8-4f77-8155-55f939173cf2" providerId="ADAL" clId="{F33F88E0-3380-47C4-AFDE-F1AC050ADA82}" dt="2026-01-25T15:59:28.126" v="2581" actId="790"/>
          <ac:spMkLst>
            <pc:docMk/>
            <pc:sldMk cId="4126113428" sldId="300"/>
            <ac:spMk id="97" creationId="{24671942-DCC6-CB29-69EE-BB0E579456EA}"/>
          </ac:spMkLst>
        </pc:spChg>
        <pc:spChg chg="mod">
          <ac:chgData name="Yash Jadhav" userId="535c3d6d-72b8-4f77-8155-55f939173cf2" providerId="ADAL" clId="{F33F88E0-3380-47C4-AFDE-F1AC050ADA82}" dt="2026-01-25T15:59:28.128" v="2582" actId="790"/>
          <ac:spMkLst>
            <pc:docMk/>
            <pc:sldMk cId="4126113428" sldId="300"/>
            <ac:spMk id="98" creationId="{EFD04AC1-414D-966D-F961-E156B8117D0D}"/>
          </ac:spMkLst>
        </pc:spChg>
        <pc:spChg chg="mod">
          <ac:chgData name="Yash Jadhav" userId="535c3d6d-72b8-4f77-8155-55f939173cf2" providerId="ADAL" clId="{F33F88E0-3380-47C4-AFDE-F1AC050ADA82}" dt="2026-01-25T15:59:28.130" v="2583" actId="790"/>
          <ac:spMkLst>
            <pc:docMk/>
            <pc:sldMk cId="4126113428" sldId="300"/>
            <ac:spMk id="99" creationId="{A5478C87-E37D-EA7D-A023-FD605290459B}"/>
          </ac:spMkLst>
        </pc:spChg>
        <pc:spChg chg="mod">
          <ac:chgData name="Yash Jadhav" userId="535c3d6d-72b8-4f77-8155-55f939173cf2" providerId="ADAL" clId="{F33F88E0-3380-47C4-AFDE-F1AC050ADA82}" dt="2026-01-25T15:59:28.132" v="2584" actId="790"/>
          <ac:spMkLst>
            <pc:docMk/>
            <pc:sldMk cId="4126113428" sldId="300"/>
            <ac:spMk id="100" creationId="{883335FC-50CF-4481-7131-EEEE669582BA}"/>
          </ac:spMkLst>
        </pc:spChg>
        <pc:spChg chg="mod">
          <ac:chgData name="Yash Jadhav" userId="535c3d6d-72b8-4f77-8155-55f939173cf2" providerId="ADAL" clId="{F33F88E0-3380-47C4-AFDE-F1AC050ADA82}" dt="2026-01-25T15:59:28.134" v="2585" actId="790"/>
          <ac:spMkLst>
            <pc:docMk/>
            <pc:sldMk cId="4126113428" sldId="300"/>
            <ac:spMk id="101" creationId="{A599B810-8B28-9818-F2C7-BFF8E0D8EFF1}"/>
          </ac:spMkLst>
        </pc:spChg>
        <pc:spChg chg="mod">
          <ac:chgData name="Yash Jadhav" userId="535c3d6d-72b8-4f77-8155-55f939173cf2" providerId="ADAL" clId="{F33F88E0-3380-47C4-AFDE-F1AC050ADA82}" dt="2026-01-25T15:59:28.136" v="2586" actId="790"/>
          <ac:spMkLst>
            <pc:docMk/>
            <pc:sldMk cId="4126113428" sldId="300"/>
            <ac:spMk id="102" creationId="{F849159E-41C7-95F9-5A2A-F5D17A930CDE}"/>
          </ac:spMkLst>
        </pc:spChg>
        <pc:spChg chg="mod">
          <ac:chgData name="Yash Jadhav" userId="535c3d6d-72b8-4f77-8155-55f939173cf2" providerId="ADAL" clId="{F33F88E0-3380-47C4-AFDE-F1AC050ADA82}" dt="2026-01-25T15:59:28.138" v="2587" actId="790"/>
          <ac:spMkLst>
            <pc:docMk/>
            <pc:sldMk cId="4126113428" sldId="300"/>
            <ac:spMk id="103" creationId="{B68C38EF-A14F-FE5D-B717-6F45FAB6009D}"/>
          </ac:spMkLst>
        </pc:spChg>
        <pc:spChg chg="mod">
          <ac:chgData name="Yash Jadhav" userId="535c3d6d-72b8-4f77-8155-55f939173cf2" providerId="ADAL" clId="{F33F88E0-3380-47C4-AFDE-F1AC050ADA82}" dt="2026-01-25T15:59:28.142" v="2588" actId="790"/>
          <ac:spMkLst>
            <pc:docMk/>
            <pc:sldMk cId="4126113428" sldId="300"/>
            <ac:spMk id="104" creationId="{C5F7BDD3-F31F-AF94-02CC-56052520DA71}"/>
          </ac:spMkLst>
        </pc:spChg>
        <pc:spChg chg="mod">
          <ac:chgData name="Yash Jadhav" userId="535c3d6d-72b8-4f77-8155-55f939173cf2" providerId="ADAL" clId="{F33F88E0-3380-47C4-AFDE-F1AC050ADA82}" dt="2026-01-25T15:59:28.144" v="2589" actId="790"/>
          <ac:spMkLst>
            <pc:docMk/>
            <pc:sldMk cId="4126113428" sldId="300"/>
            <ac:spMk id="105" creationId="{6AB13545-C8C6-7595-5085-2E9EC1364DB5}"/>
          </ac:spMkLst>
        </pc:spChg>
        <pc:spChg chg="mod">
          <ac:chgData name="Yash Jadhav" userId="535c3d6d-72b8-4f77-8155-55f939173cf2" providerId="ADAL" clId="{F33F88E0-3380-47C4-AFDE-F1AC050ADA82}" dt="2026-01-25T15:59:28.146" v="2590" actId="790"/>
          <ac:spMkLst>
            <pc:docMk/>
            <pc:sldMk cId="4126113428" sldId="300"/>
            <ac:spMk id="106" creationId="{E07EA626-24AA-F393-7C6B-DFC13EFB5406}"/>
          </ac:spMkLst>
        </pc:spChg>
        <pc:spChg chg="mod">
          <ac:chgData name="Yash Jadhav" userId="535c3d6d-72b8-4f77-8155-55f939173cf2" providerId="ADAL" clId="{F33F88E0-3380-47C4-AFDE-F1AC050ADA82}" dt="2026-01-25T15:59:27.883" v="2479" actId="790"/>
          <ac:spMkLst>
            <pc:docMk/>
            <pc:sldMk cId="4126113428" sldId="300"/>
            <ac:spMk id="107" creationId="{A919066E-FFEF-8D92-276F-21F6AD429E3A}"/>
          </ac:spMkLst>
        </pc:spChg>
        <pc:spChg chg="mod">
          <ac:chgData name="Yash Jadhav" userId="535c3d6d-72b8-4f77-8155-55f939173cf2" providerId="ADAL" clId="{F33F88E0-3380-47C4-AFDE-F1AC050ADA82}" dt="2026-01-25T15:59:27.885" v="2480" actId="790"/>
          <ac:spMkLst>
            <pc:docMk/>
            <pc:sldMk cId="4126113428" sldId="300"/>
            <ac:spMk id="108" creationId="{5E5E713A-FF27-3601-B277-069A4B3B8308}"/>
          </ac:spMkLst>
        </pc:spChg>
        <pc:spChg chg="mod">
          <ac:chgData name="Yash Jadhav" userId="535c3d6d-72b8-4f77-8155-55f939173cf2" providerId="ADAL" clId="{F33F88E0-3380-47C4-AFDE-F1AC050ADA82}" dt="2026-01-25T15:59:27.887" v="2481" actId="790"/>
          <ac:spMkLst>
            <pc:docMk/>
            <pc:sldMk cId="4126113428" sldId="300"/>
            <ac:spMk id="109" creationId="{0CA70263-47C8-8425-93BE-62FC7B186962}"/>
          </ac:spMkLst>
        </pc:spChg>
        <pc:spChg chg="mod">
          <ac:chgData name="Yash Jadhav" userId="535c3d6d-72b8-4f77-8155-55f939173cf2" providerId="ADAL" clId="{F33F88E0-3380-47C4-AFDE-F1AC050ADA82}" dt="2026-01-25T15:59:27.889" v="2482" actId="790"/>
          <ac:spMkLst>
            <pc:docMk/>
            <pc:sldMk cId="4126113428" sldId="300"/>
            <ac:spMk id="110" creationId="{B9039E92-9A06-0708-09DF-C9BEB5D1F92A}"/>
          </ac:spMkLst>
        </pc:spChg>
        <pc:spChg chg="mod">
          <ac:chgData name="Yash Jadhav" userId="535c3d6d-72b8-4f77-8155-55f939173cf2" providerId="ADAL" clId="{F33F88E0-3380-47C4-AFDE-F1AC050ADA82}" dt="2026-01-25T15:59:27.892" v="2483" actId="790"/>
          <ac:spMkLst>
            <pc:docMk/>
            <pc:sldMk cId="4126113428" sldId="300"/>
            <ac:spMk id="111" creationId="{F2B2C414-6FCD-8D50-FE5B-56A3B2C94DAC}"/>
          </ac:spMkLst>
        </pc:spChg>
        <pc:spChg chg="mod">
          <ac:chgData name="Yash Jadhav" userId="535c3d6d-72b8-4f77-8155-55f939173cf2" providerId="ADAL" clId="{F33F88E0-3380-47C4-AFDE-F1AC050ADA82}" dt="2026-01-25T15:59:27.896" v="2484" actId="790"/>
          <ac:spMkLst>
            <pc:docMk/>
            <pc:sldMk cId="4126113428" sldId="300"/>
            <ac:spMk id="112" creationId="{0CB950FB-9114-B0D8-E9C9-A2D86C738562}"/>
          </ac:spMkLst>
        </pc:spChg>
        <pc:spChg chg="mod">
          <ac:chgData name="Yash Jadhav" userId="535c3d6d-72b8-4f77-8155-55f939173cf2" providerId="ADAL" clId="{F33F88E0-3380-47C4-AFDE-F1AC050ADA82}" dt="2026-01-25T15:59:27.898" v="2485" actId="790"/>
          <ac:spMkLst>
            <pc:docMk/>
            <pc:sldMk cId="4126113428" sldId="300"/>
            <ac:spMk id="113" creationId="{9A1B96B4-47AD-8A5E-6703-7FDAAFAFB4E8}"/>
          </ac:spMkLst>
        </pc:spChg>
        <pc:spChg chg="mod">
          <ac:chgData name="Yash Jadhav" userId="535c3d6d-72b8-4f77-8155-55f939173cf2" providerId="ADAL" clId="{F33F88E0-3380-47C4-AFDE-F1AC050ADA82}" dt="2026-01-25T15:59:27.901" v="2486" actId="790"/>
          <ac:spMkLst>
            <pc:docMk/>
            <pc:sldMk cId="4126113428" sldId="300"/>
            <ac:spMk id="114" creationId="{69144A94-5191-8044-10A9-8D3953F702A6}"/>
          </ac:spMkLst>
        </pc:spChg>
        <pc:spChg chg="mod">
          <ac:chgData name="Yash Jadhav" userId="535c3d6d-72b8-4f77-8155-55f939173cf2" providerId="ADAL" clId="{F33F88E0-3380-47C4-AFDE-F1AC050ADA82}" dt="2026-01-25T15:59:27.904" v="2487" actId="790"/>
          <ac:spMkLst>
            <pc:docMk/>
            <pc:sldMk cId="4126113428" sldId="300"/>
            <ac:spMk id="115" creationId="{36FEA23D-7FCF-A0FE-AC28-17BBC98F75F5}"/>
          </ac:spMkLst>
        </pc:spChg>
        <pc:spChg chg="mod">
          <ac:chgData name="Yash Jadhav" userId="535c3d6d-72b8-4f77-8155-55f939173cf2" providerId="ADAL" clId="{F33F88E0-3380-47C4-AFDE-F1AC050ADA82}" dt="2026-01-25T15:59:27.906" v="2488" actId="790"/>
          <ac:spMkLst>
            <pc:docMk/>
            <pc:sldMk cId="4126113428" sldId="300"/>
            <ac:spMk id="116" creationId="{4289C756-8085-BCF4-AE16-8F58246BA588}"/>
          </ac:spMkLst>
        </pc:spChg>
        <pc:spChg chg="mod">
          <ac:chgData name="Yash Jadhav" userId="535c3d6d-72b8-4f77-8155-55f939173cf2" providerId="ADAL" clId="{F33F88E0-3380-47C4-AFDE-F1AC050ADA82}" dt="2026-01-25T15:59:27.910" v="2489" actId="790"/>
          <ac:spMkLst>
            <pc:docMk/>
            <pc:sldMk cId="4126113428" sldId="300"/>
            <ac:spMk id="117" creationId="{51C5DDD2-C366-E66B-1140-05C1C1F0FF04}"/>
          </ac:spMkLst>
        </pc:spChg>
        <pc:spChg chg="mod">
          <ac:chgData name="Yash Jadhav" userId="535c3d6d-72b8-4f77-8155-55f939173cf2" providerId="ADAL" clId="{F33F88E0-3380-47C4-AFDE-F1AC050ADA82}" dt="2026-01-25T15:59:28.148" v="2591" actId="790"/>
          <ac:spMkLst>
            <pc:docMk/>
            <pc:sldMk cId="4126113428" sldId="300"/>
            <ac:spMk id="118" creationId="{7076D3B4-4AF1-53D8-6A94-8089A4A5764C}"/>
          </ac:spMkLst>
        </pc:spChg>
        <pc:spChg chg="mod">
          <ac:chgData name="Yash Jadhav" userId="535c3d6d-72b8-4f77-8155-55f939173cf2" providerId="ADAL" clId="{F33F88E0-3380-47C4-AFDE-F1AC050ADA82}" dt="2026-01-25T15:59:28.153" v="2592" actId="790"/>
          <ac:spMkLst>
            <pc:docMk/>
            <pc:sldMk cId="4126113428" sldId="300"/>
            <ac:spMk id="123" creationId="{4DDBEE80-ECAC-6D8C-BC8F-02DF76BC0C59}"/>
          </ac:spMkLst>
        </pc:spChg>
        <pc:spChg chg="mod">
          <ac:chgData name="Yash Jadhav" userId="535c3d6d-72b8-4f77-8155-55f939173cf2" providerId="ADAL" clId="{F33F88E0-3380-47C4-AFDE-F1AC050ADA82}" dt="2026-01-25T15:59:28.160" v="2593" actId="790"/>
          <ac:spMkLst>
            <pc:docMk/>
            <pc:sldMk cId="4126113428" sldId="300"/>
            <ac:spMk id="124" creationId="{DE7708C0-16C5-659A-E8D0-6A4D263A1F77}"/>
          </ac:spMkLst>
        </pc:spChg>
        <pc:spChg chg="mod">
          <ac:chgData name="Yash Jadhav" userId="535c3d6d-72b8-4f77-8155-55f939173cf2" providerId="ADAL" clId="{F33F88E0-3380-47C4-AFDE-F1AC050ADA82}" dt="2026-01-25T15:59:28.165" v="2594" actId="790"/>
          <ac:spMkLst>
            <pc:docMk/>
            <pc:sldMk cId="4126113428" sldId="300"/>
            <ac:spMk id="125" creationId="{443F5857-8E50-F7BA-DCDC-62E6BE1AF8DE}"/>
          </ac:spMkLst>
        </pc:spChg>
        <pc:spChg chg="mod">
          <ac:chgData name="Yash Jadhav" userId="535c3d6d-72b8-4f77-8155-55f939173cf2" providerId="ADAL" clId="{F33F88E0-3380-47C4-AFDE-F1AC050ADA82}" dt="2026-01-25T15:59:28.168" v="2595" actId="790"/>
          <ac:spMkLst>
            <pc:docMk/>
            <pc:sldMk cId="4126113428" sldId="300"/>
            <ac:spMk id="126" creationId="{C06A668F-23AE-CFBF-1D96-58EF2BD9457B}"/>
          </ac:spMkLst>
        </pc:spChg>
        <pc:spChg chg="mod">
          <ac:chgData name="Yash Jadhav" userId="535c3d6d-72b8-4f77-8155-55f939173cf2" providerId="ADAL" clId="{F33F88E0-3380-47C4-AFDE-F1AC050ADA82}" dt="2026-01-25T15:59:28.173" v="2596" actId="790"/>
          <ac:spMkLst>
            <pc:docMk/>
            <pc:sldMk cId="4126113428" sldId="300"/>
            <ac:spMk id="127" creationId="{B242F0B4-78E2-3DCC-D41C-7B248CD6C796}"/>
          </ac:spMkLst>
        </pc:spChg>
        <pc:spChg chg="add del mod">
          <ac:chgData name="Yash Jadhav" userId="535c3d6d-72b8-4f77-8155-55f939173cf2" providerId="ADAL" clId="{F33F88E0-3380-47C4-AFDE-F1AC050ADA82}" dt="2026-01-25T16:06:14.662" v="8413" actId="6264"/>
          <ac:spMkLst>
            <pc:docMk/>
            <pc:sldMk cId="4126113428" sldId="300"/>
            <ac:spMk id="129" creationId="{5E4A88DC-41F4-B120-42A5-95D56FEAEB3B}"/>
          </ac:spMkLst>
        </pc:spChg>
        <pc:spChg chg="mod">
          <ac:chgData name="Yash Jadhav" userId="535c3d6d-72b8-4f77-8155-55f939173cf2" providerId="ADAL" clId="{F33F88E0-3380-47C4-AFDE-F1AC050ADA82}" dt="2026-01-25T15:59:28.199" v="2603" actId="790"/>
          <ac:spMkLst>
            <pc:docMk/>
            <pc:sldMk cId="4126113428" sldId="300"/>
            <ac:spMk id="131" creationId="{8CB91907-8824-0D2F-8D52-480B7BDB122A}"/>
          </ac:spMkLst>
        </pc:spChg>
        <pc:spChg chg="mod">
          <ac:chgData name="Yash Jadhav" userId="535c3d6d-72b8-4f77-8155-55f939173cf2" providerId="ADAL" clId="{F33F88E0-3380-47C4-AFDE-F1AC050ADA82}" dt="2026-01-25T15:59:28.200" v="2604" actId="790"/>
          <ac:spMkLst>
            <pc:docMk/>
            <pc:sldMk cId="4126113428" sldId="300"/>
            <ac:spMk id="132" creationId="{DE4DB4CF-72A3-1F39-5A52-B6B6BDF26D1C}"/>
          </ac:spMkLst>
        </pc:spChg>
        <pc:spChg chg="mod">
          <ac:chgData name="Yash Jadhav" userId="535c3d6d-72b8-4f77-8155-55f939173cf2" providerId="ADAL" clId="{F33F88E0-3380-47C4-AFDE-F1AC050ADA82}" dt="2026-01-25T15:59:28.202" v="2605" actId="790"/>
          <ac:spMkLst>
            <pc:docMk/>
            <pc:sldMk cId="4126113428" sldId="300"/>
            <ac:spMk id="133" creationId="{9372EFBF-681A-1571-3CBD-DA13D05A5589}"/>
          </ac:spMkLst>
        </pc:spChg>
        <pc:spChg chg="mod">
          <ac:chgData name="Yash Jadhav" userId="535c3d6d-72b8-4f77-8155-55f939173cf2" providerId="ADAL" clId="{F33F88E0-3380-47C4-AFDE-F1AC050ADA82}" dt="2026-01-25T15:59:28.203" v="2606" actId="790"/>
          <ac:spMkLst>
            <pc:docMk/>
            <pc:sldMk cId="4126113428" sldId="300"/>
            <ac:spMk id="134" creationId="{AD2B7366-0DBE-A74D-1050-6C1C83523452}"/>
          </ac:spMkLst>
        </pc:spChg>
        <pc:spChg chg="mod">
          <ac:chgData name="Yash Jadhav" userId="535c3d6d-72b8-4f77-8155-55f939173cf2" providerId="ADAL" clId="{F33F88E0-3380-47C4-AFDE-F1AC050ADA82}" dt="2026-01-25T15:59:28.205" v="2607" actId="790"/>
          <ac:spMkLst>
            <pc:docMk/>
            <pc:sldMk cId="4126113428" sldId="300"/>
            <ac:spMk id="135" creationId="{0C279364-DF6D-89E6-6F84-FE22F7E1FCF8}"/>
          </ac:spMkLst>
        </pc:spChg>
        <pc:spChg chg="mod">
          <ac:chgData name="Yash Jadhav" userId="535c3d6d-72b8-4f77-8155-55f939173cf2" providerId="ADAL" clId="{F33F88E0-3380-47C4-AFDE-F1AC050ADA82}" dt="2026-01-25T15:59:28.206" v="2608" actId="790"/>
          <ac:spMkLst>
            <pc:docMk/>
            <pc:sldMk cId="4126113428" sldId="300"/>
            <ac:spMk id="136" creationId="{7E81EDC9-BCFA-705B-E016-0AC26345D6F8}"/>
          </ac:spMkLst>
        </pc:spChg>
        <pc:spChg chg="mod">
          <ac:chgData name="Yash Jadhav" userId="535c3d6d-72b8-4f77-8155-55f939173cf2" providerId="ADAL" clId="{F33F88E0-3380-47C4-AFDE-F1AC050ADA82}" dt="2026-01-25T15:59:28.207" v="2609" actId="790"/>
          <ac:spMkLst>
            <pc:docMk/>
            <pc:sldMk cId="4126113428" sldId="300"/>
            <ac:spMk id="137" creationId="{E5A3360D-9CCA-9473-B42B-64EA644BBA11}"/>
          </ac:spMkLst>
        </pc:spChg>
        <pc:spChg chg="mod">
          <ac:chgData name="Yash Jadhav" userId="535c3d6d-72b8-4f77-8155-55f939173cf2" providerId="ADAL" clId="{F33F88E0-3380-47C4-AFDE-F1AC050ADA82}" dt="2026-01-25T15:59:28.208" v="2610" actId="790"/>
          <ac:spMkLst>
            <pc:docMk/>
            <pc:sldMk cId="4126113428" sldId="300"/>
            <ac:spMk id="138" creationId="{0376B383-3E57-E2CF-9548-456E6B07456A}"/>
          </ac:spMkLst>
        </pc:spChg>
        <pc:spChg chg="mod">
          <ac:chgData name="Yash Jadhav" userId="535c3d6d-72b8-4f77-8155-55f939173cf2" providerId="ADAL" clId="{F33F88E0-3380-47C4-AFDE-F1AC050ADA82}" dt="2026-01-25T15:59:28.210" v="2611" actId="790"/>
          <ac:spMkLst>
            <pc:docMk/>
            <pc:sldMk cId="4126113428" sldId="300"/>
            <ac:spMk id="139" creationId="{EC9A0993-56FF-2C2D-25CD-EF82D0B6E5E4}"/>
          </ac:spMkLst>
        </pc:spChg>
        <pc:spChg chg="mod">
          <ac:chgData name="Yash Jadhav" userId="535c3d6d-72b8-4f77-8155-55f939173cf2" providerId="ADAL" clId="{F33F88E0-3380-47C4-AFDE-F1AC050ADA82}" dt="2026-01-25T15:59:28.211" v="2612" actId="790"/>
          <ac:spMkLst>
            <pc:docMk/>
            <pc:sldMk cId="4126113428" sldId="300"/>
            <ac:spMk id="140" creationId="{AFC3B30A-2C0A-6CA6-B30F-CF7CF92693E5}"/>
          </ac:spMkLst>
        </pc:spChg>
        <pc:spChg chg="mod">
          <ac:chgData name="Yash Jadhav" userId="535c3d6d-72b8-4f77-8155-55f939173cf2" providerId="ADAL" clId="{F33F88E0-3380-47C4-AFDE-F1AC050ADA82}" dt="2026-01-25T15:59:28.212" v="2613" actId="790"/>
          <ac:spMkLst>
            <pc:docMk/>
            <pc:sldMk cId="4126113428" sldId="300"/>
            <ac:spMk id="144" creationId="{277E5535-4386-350C-DB56-CAB26F7F1492}"/>
          </ac:spMkLst>
        </pc:spChg>
        <pc:spChg chg="mod">
          <ac:chgData name="Yash Jadhav" userId="535c3d6d-72b8-4f77-8155-55f939173cf2" providerId="ADAL" clId="{F33F88E0-3380-47C4-AFDE-F1AC050ADA82}" dt="2026-01-25T15:59:28.214" v="2614" actId="790"/>
          <ac:spMkLst>
            <pc:docMk/>
            <pc:sldMk cId="4126113428" sldId="300"/>
            <ac:spMk id="145" creationId="{6CF3AAD4-298A-4F67-A1A4-835EAF4EB1D7}"/>
          </ac:spMkLst>
        </pc:spChg>
        <pc:spChg chg="mod">
          <ac:chgData name="Yash Jadhav" userId="535c3d6d-72b8-4f77-8155-55f939173cf2" providerId="ADAL" clId="{F33F88E0-3380-47C4-AFDE-F1AC050ADA82}" dt="2026-01-25T15:59:28.215" v="2615" actId="790"/>
          <ac:spMkLst>
            <pc:docMk/>
            <pc:sldMk cId="4126113428" sldId="300"/>
            <ac:spMk id="146" creationId="{321D52EF-BB6A-44E9-ADF8-16B2ACB033AB}"/>
          </ac:spMkLst>
        </pc:spChg>
        <pc:spChg chg="mod">
          <ac:chgData name="Yash Jadhav" userId="535c3d6d-72b8-4f77-8155-55f939173cf2" providerId="ADAL" clId="{F33F88E0-3380-47C4-AFDE-F1AC050ADA82}" dt="2026-01-25T15:59:28.216" v="2616" actId="790"/>
          <ac:spMkLst>
            <pc:docMk/>
            <pc:sldMk cId="4126113428" sldId="300"/>
            <ac:spMk id="147" creationId="{57479364-0ECD-F5CA-D3F1-F8E63977041A}"/>
          </ac:spMkLst>
        </pc:spChg>
        <pc:spChg chg="mod">
          <ac:chgData name="Yash Jadhav" userId="535c3d6d-72b8-4f77-8155-55f939173cf2" providerId="ADAL" clId="{F33F88E0-3380-47C4-AFDE-F1AC050ADA82}" dt="2026-01-25T15:59:28.218" v="2617" actId="790"/>
          <ac:spMkLst>
            <pc:docMk/>
            <pc:sldMk cId="4126113428" sldId="300"/>
            <ac:spMk id="148" creationId="{9A5B622E-900F-C85F-619B-9C59D8669F83}"/>
          </ac:spMkLst>
        </pc:spChg>
        <pc:spChg chg="mod">
          <ac:chgData name="Yash Jadhav" userId="535c3d6d-72b8-4f77-8155-55f939173cf2" providerId="ADAL" clId="{F33F88E0-3380-47C4-AFDE-F1AC050ADA82}" dt="2026-01-25T15:59:28.219" v="2618" actId="790"/>
          <ac:spMkLst>
            <pc:docMk/>
            <pc:sldMk cId="4126113428" sldId="300"/>
            <ac:spMk id="149" creationId="{F9C3157C-4FB7-F438-C751-E298CDB75D8E}"/>
          </ac:spMkLst>
        </pc:spChg>
        <pc:spChg chg="mod">
          <ac:chgData name="Yash Jadhav" userId="535c3d6d-72b8-4f77-8155-55f939173cf2" providerId="ADAL" clId="{F33F88E0-3380-47C4-AFDE-F1AC050ADA82}" dt="2026-01-25T15:59:28.221" v="2619" actId="790"/>
          <ac:spMkLst>
            <pc:docMk/>
            <pc:sldMk cId="4126113428" sldId="300"/>
            <ac:spMk id="150" creationId="{FDF302D2-E6D9-E26C-08D5-F6EFDFDE418E}"/>
          </ac:spMkLst>
        </pc:spChg>
        <pc:spChg chg="mod">
          <ac:chgData name="Yash Jadhav" userId="535c3d6d-72b8-4f77-8155-55f939173cf2" providerId="ADAL" clId="{F33F88E0-3380-47C4-AFDE-F1AC050ADA82}" dt="2026-01-25T15:59:28.223" v="2620" actId="790"/>
          <ac:spMkLst>
            <pc:docMk/>
            <pc:sldMk cId="4126113428" sldId="300"/>
            <ac:spMk id="151" creationId="{23974F55-9D34-442F-8A01-28BFD323851C}"/>
          </ac:spMkLst>
        </pc:spChg>
        <pc:spChg chg="mod">
          <ac:chgData name="Yash Jadhav" userId="535c3d6d-72b8-4f77-8155-55f939173cf2" providerId="ADAL" clId="{F33F88E0-3380-47C4-AFDE-F1AC050ADA82}" dt="2026-01-25T15:59:28.225" v="2621" actId="790"/>
          <ac:spMkLst>
            <pc:docMk/>
            <pc:sldMk cId="4126113428" sldId="300"/>
            <ac:spMk id="152" creationId="{378F7034-1320-DD3D-3A44-258611AC7010}"/>
          </ac:spMkLst>
        </pc:spChg>
        <pc:spChg chg="mod">
          <ac:chgData name="Yash Jadhav" userId="535c3d6d-72b8-4f77-8155-55f939173cf2" providerId="ADAL" clId="{F33F88E0-3380-47C4-AFDE-F1AC050ADA82}" dt="2026-01-25T15:59:28.226" v="2622" actId="790"/>
          <ac:spMkLst>
            <pc:docMk/>
            <pc:sldMk cId="4126113428" sldId="300"/>
            <ac:spMk id="153" creationId="{57FCB6A0-B858-0584-DC0E-170109EC4F87}"/>
          </ac:spMkLst>
        </pc:spChg>
        <pc:spChg chg="mod">
          <ac:chgData name="Yash Jadhav" userId="535c3d6d-72b8-4f77-8155-55f939173cf2" providerId="ADAL" clId="{F33F88E0-3380-47C4-AFDE-F1AC050ADA82}" dt="2026-01-25T15:59:28.190" v="2597" actId="790"/>
          <ac:spMkLst>
            <pc:docMk/>
            <pc:sldMk cId="4126113428" sldId="300"/>
            <ac:spMk id="160" creationId="{AD901DA8-7BE9-AF54-7D65-575321C8D088}"/>
          </ac:spMkLst>
        </pc:spChg>
        <pc:spChg chg="mod">
          <ac:chgData name="Yash Jadhav" userId="535c3d6d-72b8-4f77-8155-55f939173cf2" providerId="ADAL" clId="{F33F88E0-3380-47C4-AFDE-F1AC050ADA82}" dt="2026-01-25T15:59:28.191" v="2598" actId="790"/>
          <ac:spMkLst>
            <pc:docMk/>
            <pc:sldMk cId="4126113428" sldId="300"/>
            <ac:spMk id="161" creationId="{E5DE4A9C-0956-F3FE-21C0-75F3605EBA25}"/>
          </ac:spMkLst>
        </pc:spChg>
        <pc:spChg chg="mod">
          <ac:chgData name="Yash Jadhav" userId="535c3d6d-72b8-4f77-8155-55f939173cf2" providerId="ADAL" clId="{F33F88E0-3380-47C4-AFDE-F1AC050ADA82}" dt="2026-01-25T15:59:28.193" v="2599" actId="790"/>
          <ac:spMkLst>
            <pc:docMk/>
            <pc:sldMk cId="4126113428" sldId="300"/>
            <ac:spMk id="162" creationId="{787A732F-5A4C-7086-388E-08C2DCE0663C}"/>
          </ac:spMkLst>
        </pc:spChg>
        <pc:spChg chg="mod">
          <ac:chgData name="Yash Jadhav" userId="535c3d6d-72b8-4f77-8155-55f939173cf2" providerId="ADAL" clId="{F33F88E0-3380-47C4-AFDE-F1AC050ADA82}" dt="2026-01-25T15:59:28.194" v="2600" actId="790"/>
          <ac:spMkLst>
            <pc:docMk/>
            <pc:sldMk cId="4126113428" sldId="300"/>
            <ac:spMk id="163" creationId="{9F78BB79-9CE1-259A-EEDE-1DBC0021ADB3}"/>
          </ac:spMkLst>
        </pc:spChg>
        <pc:spChg chg="mod">
          <ac:chgData name="Yash Jadhav" userId="535c3d6d-72b8-4f77-8155-55f939173cf2" providerId="ADAL" clId="{F33F88E0-3380-47C4-AFDE-F1AC050ADA82}" dt="2026-01-25T15:59:28.196" v="2601" actId="790"/>
          <ac:spMkLst>
            <pc:docMk/>
            <pc:sldMk cId="4126113428" sldId="300"/>
            <ac:spMk id="164" creationId="{95E27141-0CC6-BF66-3399-78611D18F4D5}"/>
          </ac:spMkLst>
        </pc:spChg>
        <pc:spChg chg="mod">
          <ac:chgData name="Yash Jadhav" userId="535c3d6d-72b8-4f77-8155-55f939173cf2" providerId="ADAL" clId="{F33F88E0-3380-47C4-AFDE-F1AC050ADA82}" dt="2026-01-25T15:59:28.197" v="2602" actId="790"/>
          <ac:spMkLst>
            <pc:docMk/>
            <pc:sldMk cId="4126113428" sldId="300"/>
            <ac:spMk id="165" creationId="{AD2FF474-D29B-9989-EB77-10A7B79C0220}"/>
          </ac:spMkLst>
        </pc:spChg>
        <pc:spChg chg="mod">
          <ac:chgData name="Yash Jadhav" userId="535c3d6d-72b8-4f77-8155-55f939173cf2" providerId="ADAL" clId="{F33F88E0-3380-47C4-AFDE-F1AC050ADA82}" dt="2026-01-25T15:59:28.229" v="2623" actId="790"/>
          <ac:spMkLst>
            <pc:docMk/>
            <pc:sldMk cId="4126113428" sldId="300"/>
            <ac:spMk id="167" creationId="{0CC4B540-F50F-0E47-62C7-F73EB446B7BA}"/>
          </ac:spMkLst>
        </pc:spChg>
        <pc:spChg chg="mod">
          <ac:chgData name="Yash Jadhav" userId="535c3d6d-72b8-4f77-8155-55f939173cf2" providerId="ADAL" clId="{F33F88E0-3380-47C4-AFDE-F1AC050ADA82}" dt="2026-01-25T15:59:28.231" v="2624" actId="790"/>
          <ac:spMkLst>
            <pc:docMk/>
            <pc:sldMk cId="4126113428" sldId="300"/>
            <ac:spMk id="168" creationId="{DC1FD718-862C-F604-3B93-21E61C513E65}"/>
          </ac:spMkLst>
        </pc:spChg>
        <pc:spChg chg="mod">
          <ac:chgData name="Yash Jadhav" userId="535c3d6d-72b8-4f77-8155-55f939173cf2" providerId="ADAL" clId="{F33F88E0-3380-47C4-AFDE-F1AC050ADA82}" dt="2026-01-25T15:59:28.232" v="2625" actId="790"/>
          <ac:spMkLst>
            <pc:docMk/>
            <pc:sldMk cId="4126113428" sldId="300"/>
            <ac:spMk id="169" creationId="{C15A1541-B4D4-B8DB-B8C9-1B913D4415DE}"/>
          </ac:spMkLst>
        </pc:spChg>
        <pc:spChg chg="mod">
          <ac:chgData name="Yash Jadhav" userId="535c3d6d-72b8-4f77-8155-55f939173cf2" providerId="ADAL" clId="{F33F88E0-3380-47C4-AFDE-F1AC050ADA82}" dt="2026-01-25T15:59:28.234" v="2626" actId="790"/>
          <ac:spMkLst>
            <pc:docMk/>
            <pc:sldMk cId="4126113428" sldId="300"/>
            <ac:spMk id="170" creationId="{21151591-7E90-D02A-DC24-105B8E20FC02}"/>
          </ac:spMkLst>
        </pc:spChg>
        <pc:spChg chg="mod">
          <ac:chgData name="Yash Jadhav" userId="535c3d6d-72b8-4f77-8155-55f939173cf2" providerId="ADAL" clId="{F33F88E0-3380-47C4-AFDE-F1AC050ADA82}" dt="2026-01-25T15:59:28.235" v="2627" actId="790"/>
          <ac:spMkLst>
            <pc:docMk/>
            <pc:sldMk cId="4126113428" sldId="300"/>
            <ac:spMk id="171" creationId="{256E642E-B97E-F135-7A70-24D028ECCB5E}"/>
          </ac:spMkLst>
        </pc:spChg>
        <pc:spChg chg="mod">
          <ac:chgData name="Yash Jadhav" userId="535c3d6d-72b8-4f77-8155-55f939173cf2" providerId="ADAL" clId="{F33F88E0-3380-47C4-AFDE-F1AC050ADA82}" dt="2026-01-25T15:59:28.237" v="2628" actId="790"/>
          <ac:spMkLst>
            <pc:docMk/>
            <pc:sldMk cId="4126113428" sldId="300"/>
            <ac:spMk id="172" creationId="{285FCCF6-3A34-1DD6-B4C0-0164070A52C5}"/>
          </ac:spMkLst>
        </pc:spChg>
        <pc:spChg chg="mod">
          <ac:chgData name="Yash Jadhav" userId="535c3d6d-72b8-4f77-8155-55f939173cf2" providerId="ADAL" clId="{F33F88E0-3380-47C4-AFDE-F1AC050ADA82}" dt="2026-01-25T15:59:28.251" v="2629" actId="790"/>
          <ac:spMkLst>
            <pc:docMk/>
            <pc:sldMk cId="4126113428" sldId="300"/>
            <ac:spMk id="408" creationId="{4129904C-CAA9-811A-E33E-372980D3E039}"/>
          </ac:spMkLst>
        </pc:spChg>
        <pc:spChg chg="mod">
          <ac:chgData name="Yash Jadhav" userId="535c3d6d-72b8-4f77-8155-55f939173cf2" providerId="ADAL" clId="{F33F88E0-3380-47C4-AFDE-F1AC050ADA82}" dt="2026-01-25T15:59:28.253" v="2630" actId="790"/>
          <ac:spMkLst>
            <pc:docMk/>
            <pc:sldMk cId="4126113428" sldId="300"/>
            <ac:spMk id="435" creationId="{8805D3B3-8404-CF59-C26E-036BF0CFE53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5589013" sldId="301"/>
        </pc:sldMkLst>
        <pc:spChg chg="mod ord">
          <ac:chgData name="Yash Jadhav" userId="535c3d6d-72b8-4f77-8155-55f939173cf2" providerId="ADAL" clId="{F33F88E0-3380-47C4-AFDE-F1AC050ADA82}" dt="2026-01-25T16:06:14.662" v="8413" actId="6264"/>
          <ac:spMkLst>
            <pc:docMk/>
            <pc:sldMk cId="345589013" sldId="3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45589013" sldId="301"/>
            <ac:spMk id="4" creationId="{CE4C3612-E72C-369C-C91A-C4A4CF1D9EBC}"/>
          </ac:spMkLst>
        </pc:spChg>
        <pc:spChg chg="mod">
          <ac:chgData name="Yash Jadhav" userId="535c3d6d-72b8-4f77-8155-55f939173cf2" providerId="ADAL" clId="{F33F88E0-3380-47C4-AFDE-F1AC050ADA82}" dt="2026-01-25T15:59:33.963" v="2669" actId="790"/>
          <ac:spMkLst>
            <pc:docMk/>
            <pc:sldMk cId="345589013" sldId="301"/>
            <ac:spMk id="23" creationId="{0AF2E7E4-F56C-49B3-C57B-790B5D76F9AE}"/>
          </ac:spMkLst>
        </pc:spChg>
        <pc:spChg chg="mod">
          <ac:chgData name="Yash Jadhav" userId="535c3d6d-72b8-4f77-8155-55f939173cf2" providerId="ADAL" clId="{F33F88E0-3380-47C4-AFDE-F1AC050ADA82}" dt="2026-01-25T15:59:33.965" v="2670" actId="790"/>
          <ac:spMkLst>
            <pc:docMk/>
            <pc:sldMk cId="345589013" sldId="301"/>
            <ac:spMk id="24" creationId="{C2AD65EB-93FD-8F02-8357-86B916515B74}"/>
          </ac:spMkLst>
        </pc:spChg>
        <pc:spChg chg="mod">
          <ac:chgData name="Yash Jadhav" userId="535c3d6d-72b8-4f77-8155-55f939173cf2" providerId="ADAL" clId="{F33F88E0-3380-47C4-AFDE-F1AC050ADA82}" dt="2026-01-25T15:59:33.968" v="2671" actId="790"/>
          <ac:spMkLst>
            <pc:docMk/>
            <pc:sldMk cId="345589013" sldId="301"/>
            <ac:spMk id="27" creationId="{A4ECE7C4-2DEB-59CD-8BAB-49778B2A0F1A}"/>
          </ac:spMkLst>
        </pc:spChg>
        <pc:spChg chg="mod">
          <ac:chgData name="Yash Jadhav" userId="535c3d6d-72b8-4f77-8155-55f939173cf2" providerId="ADAL" clId="{F33F88E0-3380-47C4-AFDE-F1AC050ADA82}" dt="2026-01-25T15:59:33.969" v="2672" actId="790"/>
          <ac:spMkLst>
            <pc:docMk/>
            <pc:sldMk cId="345589013" sldId="301"/>
            <ac:spMk id="28" creationId="{C26E10DF-4493-68B4-576F-3C29750B0C6E}"/>
          </ac:spMkLst>
        </pc:spChg>
        <pc:spChg chg="mod">
          <ac:chgData name="Yash Jadhav" userId="535c3d6d-72b8-4f77-8155-55f939173cf2" providerId="ADAL" clId="{F33F88E0-3380-47C4-AFDE-F1AC050ADA82}" dt="2026-01-25T15:59:33.971" v="2673" actId="790"/>
          <ac:spMkLst>
            <pc:docMk/>
            <pc:sldMk cId="345589013" sldId="301"/>
            <ac:spMk id="30" creationId="{838AA2BC-005B-975C-D2BF-5DE455076DB6}"/>
          </ac:spMkLst>
        </pc:spChg>
        <pc:spChg chg="mod">
          <ac:chgData name="Yash Jadhav" userId="535c3d6d-72b8-4f77-8155-55f939173cf2" providerId="ADAL" clId="{F33F88E0-3380-47C4-AFDE-F1AC050ADA82}" dt="2026-01-25T15:59:33.973" v="2674" actId="790"/>
          <ac:spMkLst>
            <pc:docMk/>
            <pc:sldMk cId="345589013" sldId="301"/>
            <ac:spMk id="31" creationId="{BAF0DB55-DDEA-3F10-C019-0A7671597C0E}"/>
          </ac:spMkLst>
        </pc:spChg>
        <pc:spChg chg="mod">
          <ac:chgData name="Yash Jadhav" userId="535c3d6d-72b8-4f77-8155-55f939173cf2" providerId="ADAL" clId="{F33F88E0-3380-47C4-AFDE-F1AC050ADA82}" dt="2026-01-25T15:59:33.975" v="2675" actId="790"/>
          <ac:spMkLst>
            <pc:docMk/>
            <pc:sldMk cId="345589013" sldId="301"/>
            <ac:spMk id="33" creationId="{122D6ABF-5F04-57A7-C513-352734D0BDE4}"/>
          </ac:spMkLst>
        </pc:spChg>
        <pc:spChg chg="mod">
          <ac:chgData name="Yash Jadhav" userId="535c3d6d-72b8-4f77-8155-55f939173cf2" providerId="ADAL" clId="{F33F88E0-3380-47C4-AFDE-F1AC050ADA82}" dt="2026-01-25T15:59:33.978" v="2676" actId="790"/>
          <ac:spMkLst>
            <pc:docMk/>
            <pc:sldMk cId="345589013" sldId="301"/>
            <ac:spMk id="34" creationId="{8EACFC32-8197-C976-54B0-C7AF0F5D9541}"/>
          </ac:spMkLst>
        </pc:spChg>
        <pc:spChg chg="mod">
          <ac:chgData name="Yash Jadhav" userId="535c3d6d-72b8-4f77-8155-55f939173cf2" providerId="ADAL" clId="{F33F88E0-3380-47C4-AFDE-F1AC050ADA82}" dt="2026-01-25T15:59:33.871" v="2636" actId="790"/>
          <ac:spMkLst>
            <pc:docMk/>
            <pc:sldMk cId="345589013" sldId="301"/>
            <ac:spMk id="42" creationId="{803277EC-FA7B-84C5-9659-0DC028CBF331}"/>
          </ac:spMkLst>
        </pc:spChg>
        <pc:spChg chg="mod">
          <ac:chgData name="Yash Jadhav" userId="535c3d6d-72b8-4f77-8155-55f939173cf2" providerId="ADAL" clId="{F33F88E0-3380-47C4-AFDE-F1AC050ADA82}" dt="2026-01-25T15:59:33.874" v="2637" actId="790"/>
          <ac:spMkLst>
            <pc:docMk/>
            <pc:sldMk cId="345589013" sldId="301"/>
            <ac:spMk id="43" creationId="{723D6669-2927-6E3A-5AF2-81F0BF515EC8}"/>
          </ac:spMkLst>
        </pc:spChg>
        <pc:spChg chg="mod">
          <ac:chgData name="Yash Jadhav" userId="535c3d6d-72b8-4f77-8155-55f939173cf2" providerId="ADAL" clId="{F33F88E0-3380-47C4-AFDE-F1AC050ADA82}" dt="2026-01-25T15:59:33.876" v="2638" actId="790"/>
          <ac:spMkLst>
            <pc:docMk/>
            <pc:sldMk cId="345589013" sldId="301"/>
            <ac:spMk id="44" creationId="{736E2191-187E-1F57-7A86-FF615A191EE3}"/>
          </ac:spMkLst>
        </pc:spChg>
        <pc:spChg chg="mod">
          <ac:chgData name="Yash Jadhav" userId="535c3d6d-72b8-4f77-8155-55f939173cf2" providerId="ADAL" clId="{F33F88E0-3380-47C4-AFDE-F1AC050ADA82}" dt="2026-01-25T15:59:33.879" v="2639" actId="790"/>
          <ac:spMkLst>
            <pc:docMk/>
            <pc:sldMk cId="345589013" sldId="301"/>
            <ac:spMk id="45" creationId="{C8859FFF-10C2-CD98-1B4F-F7FF0453CCF8}"/>
          </ac:spMkLst>
        </pc:spChg>
        <pc:spChg chg="mod">
          <ac:chgData name="Yash Jadhav" userId="535c3d6d-72b8-4f77-8155-55f939173cf2" providerId="ADAL" clId="{F33F88E0-3380-47C4-AFDE-F1AC050ADA82}" dt="2026-01-25T15:59:33.882" v="2640" actId="790"/>
          <ac:spMkLst>
            <pc:docMk/>
            <pc:sldMk cId="345589013" sldId="301"/>
            <ac:spMk id="46" creationId="{0C01ABEC-109A-D008-5876-D27CD6710DB2}"/>
          </ac:spMkLst>
        </pc:spChg>
        <pc:spChg chg="mod">
          <ac:chgData name="Yash Jadhav" userId="535c3d6d-72b8-4f77-8155-55f939173cf2" providerId="ADAL" clId="{F33F88E0-3380-47C4-AFDE-F1AC050ADA82}" dt="2026-01-25T15:59:33.885" v="2641" actId="790"/>
          <ac:spMkLst>
            <pc:docMk/>
            <pc:sldMk cId="345589013" sldId="301"/>
            <ac:spMk id="47" creationId="{DA5FFD3E-8FEE-0B6D-6283-7097E0FE358E}"/>
          </ac:spMkLst>
        </pc:spChg>
        <pc:spChg chg="mod">
          <ac:chgData name="Yash Jadhav" userId="535c3d6d-72b8-4f77-8155-55f939173cf2" providerId="ADAL" clId="{F33F88E0-3380-47C4-AFDE-F1AC050ADA82}" dt="2026-01-25T15:59:33.888" v="2642" actId="790"/>
          <ac:spMkLst>
            <pc:docMk/>
            <pc:sldMk cId="345589013" sldId="301"/>
            <ac:spMk id="48" creationId="{7AC382F3-0039-C73D-1750-78F219D2503F}"/>
          </ac:spMkLst>
        </pc:spChg>
        <pc:spChg chg="mod">
          <ac:chgData name="Yash Jadhav" userId="535c3d6d-72b8-4f77-8155-55f939173cf2" providerId="ADAL" clId="{F33F88E0-3380-47C4-AFDE-F1AC050ADA82}" dt="2026-01-25T15:59:33.894" v="2643" actId="790"/>
          <ac:spMkLst>
            <pc:docMk/>
            <pc:sldMk cId="345589013" sldId="301"/>
            <ac:spMk id="49" creationId="{0084DA03-DAAB-CC1C-281E-2A6900CA859D}"/>
          </ac:spMkLst>
        </pc:spChg>
        <pc:spChg chg="mod">
          <ac:chgData name="Yash Jadhav" userId="535c3d6d-72b8-4f77-8155-55f939173cf2" providerId="ADAL" clId="{F33F88E0-3380-47C4-AFDE-F1AC050ADA82}" dt="2026-01-25T15:59:33.897" v="2644" actId="790"/>
          <ac:spMkLst>
            <pc:docMk/>
            <pc:sldMk cId="345589013" sldId="301"/>
            <ac:spMk id="50" creationId="{D26E5134-C6F0-0783-CE31-BC7E5EDA1681}"/>
          </ac:spMkLst>
        </pc:spChg>
        <pc:spChg chg="mod">
          <ac:chgData name="Yash Jadhav" userId="535c3d6d-72b8-4f77-8155-55f939173cf2" providerId="ADAL" clId="{F33F88E0-3380-47C4-AFDE-F1AC050ADA82}" dt="2026-01-25T15:59:33.899" v="2645" actId="790"/>
          <ac:spMkLst>
            <pc:docMk/>
            <pc:sldMk cId="345589013" sldId="301"/>
            <ac:spMk id="51" creationId="{0FA9E685-BB41-1FB4-AD74-55051A51706F}"/>
          </ac:spMkLst>
        </pc:spChg>
        <pc:spChg chg="mod">
          <ac:chgData name="Yash Jadhav" userId="535c3d6d-72b8-4f77-8155-55f939173cf2" providerId="ADAL" clId="{F33F88E0-3380-47C4-AFDE-F1AC050ADA82}" dt="2026-01-25T15:59:33.902" v="2646" actId="790"/>
          <ac:spMkLst>
            <pc:docMk/>
            <pc:sldMk cId="345589013" sldId="301"/>
            <ac:spMk id="52" creationId="{BDA52B5E-0042-A786-2868-ADCB9C67BFB9}"/>
          </ac:spMkLst>
        </pc:spChg>
        <pc:spChg chg="mod">
          <ac:chgData name="Yash Jadhav" userId="535c3d6d-72b8-4f77-8155-55f939173cf2" providerId="ADAL" clId="{F33F88E0-3380-47C4-AFDE-F1AC050ADA82}" dt="2026-01-25T15:59:33.904" v="2647" actId="790"/>
          <ac:spMkLst>
            <pc:docMk/>
            <pc:sldMk cId="345589013" sldId="301"/>
            <ac:spMk id="53" creationId="{0F190F87-B796-FC07-9A7B-E25AF91E2C1D}"/>
          </ac:spMkLst>
        </pc:spChg>
        <pc:spChg chg="mod">
          <ac:chgData name="Yash Jadhav" userId="535c3d6d-72b8-4f77-8155-55f939173cf2" providerId="ADAL" clId="{F33F88E0-3380-47C4-AFDE-F1AC050ADA82}" dt="2026-01-25T15:59:33.905" v="2648" actId="790"/>
          <ac:spMkLst>
            <pc:docMk/>
            <pc:sldMk cId="345589013" sldId="301"/>
            <ac:spMk id="54" creationId="{B2BEB6E3-93B3-3E39-3564-160D6B6C8450}"/>
          </ac:spMkLst>
        </pc:spChg>
        <pc:spChg chg="mod">
          <ac:chgData name="Yash Jadhav" userId="535c3d6d-72b8-4f77-8155-55f939173cf2" providerId="ADAL" clId="{F33F88E0-3380-47C4-AFDE-F1AC050ADA82}" dt="2026-01-25T15:59:33.909" v="2649" actId="790"/>
          <ac:spMkLst>
            <pc:docMk/>
            <pc:sldMk cId="345589013" sldId="301"/>
            <ac:spMk id="55" creationId="{A7F6EFCA-0F69-1395-4E4A-F36CC625749E}"/>
          </ac:spMkLst>
        </pc:spChg>
        <pc:spChg chg="mod">
          <ac:chgData name="Yash Jadhav" userId="535c3d6d-72b8-4f77-8155-55f939173cf2" providerId="ADAL" clId="{F33F88E0-3380-47C4-AFDE-F1AC050ADA82}" dt="2026-01-25T15:59:33.910" v="2650" actId="790"/>
          <ac:spMkLst>
            <pc:docMk/>
            <pc:sldMk cId="345589013" sldId="301"/>
            <ac:spMk id="56" creationId="{3E600B77-B04F-3BE6-4087-AE51AB05A33E}"/>
          </ac:spMkLst>
        </pc:spChg>
        <pc:spChg chg="mod">
          <ac:chgData name="Yash Jadhav" userId="535c3d6d-72b8-4f77-8155-55f939173cf2" providerId="ADAL" clId="{F33F88E0-3380-47C4-AFDE-F1AC050ADA82}" dt="2026-01-25T15:59:33.913" v="2651" actId="790"/>
          <ac:spMkLst>
            <pc:docMk/>
            <pc:sldMk cId="345589013" sldId="301"/>
            <ac:spMk id="57" creationId="{FC47DF6E-95CC-739F-89BB-ECA9D71D35FA}"/>
          </ac:spMkLst>
        </pc:spChg>
        <pc:spChg chg="mod">
          <ac:chgData name="Yash Jadhav" userId="535c3d6d-72b8-4f77-8155-55f939173cf2" providerId="ADAL" clId="{F33F88E0-3380-47C4-AFDE-F1AC050ADA82}" dt="2026-01-25T15:59:33.914" v="2652" actId="790"/>
          <ac:spMkLst>
            <pc:docMk/>
            <pc:sldMk cId="345589013" sldId="301"/>
            <ac:spMk id="58" creationId="{0025C68F-CE0B-8525-C468-FF2A6A11B587}"/>
          </ac:spMkLst>
        </pc:spChg>
        <pc:spChg chg="mod">
          <ac:chgData name="Yash Jadhav" userId="535c3d6d-72b8-4f77-8155-55f939173cf2" providerId="ADAL" clId="{F33F88E0-3380-47C4-AFDE-F1AC050ADA82}" dt="2026-01-25T15:59:33.917" v="2653" actId="790"/>
          <ac:spMkLst>
            <pc:docMk/>
            <pc:sldMk cId="345589013" sldId="301"/>
            <ac:spMk id="59" creationId="{00208CA4-FFE2-CC79-2499-5AB7B8868B81}"/>
          </ac:spMkLst>
        </pc:spChg>
        <pc:spChg chg="mod">
          <ac:chgData name="Yash Jadhav" userId="535c3d6d-72b8-4f77-8155-55f939173cf2" providerId="ADAL" clId="{F33F88E0-3380-47C4-AFDE-F1AC050ADA82}" dt="2026-01-25T15:59:33.919" v="2654" actId="790"/>
          <ac:spMkLst>
            <pc:docMk/>
            <pc:sldMk cId="345589013" sldId="301"/>
            <ac:spMk id="63" creationId="{2003A112-A85A-DC3D-BD9D-CFB2BE894E48}"/>
          </ac:spMkLst>
        </pc:spChg>
        <pc:spChg chg="mod">
          <ac:chgData name="Yash Jadhav" userId="535c3d6d-72b8-4f77-8155-55f939173cf2" providerId="ADAL" clId="{F33F88E0-3380-47C4-AFDE-F1AC050ADA82}" dt="2026-01-25T15:59:33.921" v="2655" actId="790"/>
          <ac:spMkLst>
            <pc:docMk/>
            <pc:sldMk cId="345589013" sldId="301"/>
            <ac:spMk id="64" creationId="{6C491363-EBAD-8450-E15B-93DED04A6A97}"/>
          </ac:spMkLst>
        </pc:spChg>
        <pc:spChg chg="mod">
          <ac:chgData name="Yash Jadhav" userId="535c3d6d-72b8-4f77-8155-55f939173cf2" providerId="ADAL" clId="{F33F88E0-3380-47C4-AFDE-F1AC050ADA82}" dt="2026-01-25T15:59:33.922" v="2656" actId="790"/>
          <ac:spMkLst>
            <pc:docMk/>
            <pc:sldMk cId="345589013" sldId="301"/>
            <ac:spMk id="66" creationId="{86C80EA0-69ED-F888-619B-735099DC6B1F}"/>
          </ac:spMkLst>
        </pc:spChg>
        <pc:spChg chg="mod">
          <ac:chgData name="Yash Jadhav" userId="535c3d6d-72b8-4f77-8155-55f939173cf2" providerId="ADAL" clId="{F33F88E0-3380-47C4-AFDE-F1AC050ADA82}" dt="2026-01-25T15:59:33.925" v="2657" actId="790"/>
          <ac:spMkLst>
            <pc:docMk/>
            <pc:sldMk cId="345589013" sldId="301"/>
            <ac:spMk id="67" creationId="{EC5F75B9-F3AB-B23A-BDA9-A36C0252B9CA}"/>
          </ac:spMkLst>
        </pc:spChg>
        <pc:spChg chg="mod">
          <ac:chgData name="Yash Jadhav" userId="535c3d6d-72b8-4f77-8155-55f939173cf2" providerId="ADAL" clId="{F33F88E0-3380-47C4-AFDE-F1AC050ADA82}" dt="2026-01-25T15:59:33.927" v="2658" actId="790"/>
          <ac:spMkLst>
            <pc:docMk/>
            <pc:sldMk cId="345589013" sldId="301"/>
            <ac:spMk id="69" creationId="{A353D5EF-2DE3-BCE9-8C74-59D83CCA69CB}"/>
          </ac:spMkLst>
        </pc:spChg>
        <pc:spChg chg="mod">
          <ac:chgData name="Yash Jadhav" userId="535c3d6d-72b8-4f77-8155-55f939173cf2" providerId="ADAL" clId="{F33F88E0-3380-47C4-AFDE-F1AC050ADA82}" dt="2026-01-25T15:59:33.929" v="2659" actId="790"/>
          <ac:spMkLst>
            <pc:docMk/>
            <pc:sldMk cId="345589013" sldId="301"/>
            <ac:spMk id="70" creationId="{81945496-18BA-53C7-360B-785E12DAC8CB}"/>
          </ac:spMkLst>
        </pc:spChg>
        <pc:spChg chg="mod">
          <ac:chgData name="Yash Jadhav" userId="535c3d6d-72b8-4f77-8155-55f939173cf2" providerId="ADAL" clId="{F33F88E0-3380-47C4-AFDE-F1AC050ADA82}" dt="2026-01-25T15:59:33.931" v="2660" actId="790"/>
          <ac:spMkLst>
            <pc:docMk/>
            <pc:sldMk cId="345589013" sldId="301"/>
            <ac:spMk id="72" creationId="{48C7364B-DB0A-A227-A81C-8213184D8A12}"/>
          </ac:spMkLst>
        </pc:spChg>
        <pc:spChg chg="mod">
          <ac:chgData name="Yash Jadhav" userId="535c3d6d-72b8-4f77-8155-55f939173cf2" providerId="ADAL" clId="{F33F88E0-3380-47C4-AFDE-F1AC050ADA82}" dt="2026-01-25T15:59:33.933" v="2661" actId="790"/>
          <ac:spMkLst>
            <pc:docMk/>
            <pc:sldMk cId="345589013" sldId="301"/>
            <ac:spMk id="73" creationId="{7E1D89CB-656A-53B5-CD89-DE0F25182747}"/>
          </ac:spMkLst>
        </pc:spChg>
        <pc:spChg chg="mod">
          <ac:chgData name="Yash Jadhav" userId="535c3d6d-72b8-4f77-8155-55f939173cf2" providerId="ADAL" clId="{F33F88E0-3380-47C4-AFDE-F1AC050ADA82}" dt="2026-01-25T15:59:33.935" v="2662" actId="790"/>
          <ac:spMkLst>
            <pc:docMk/>
            <pc:sldMk cId="345589013" sldId="301"/>
            <ac:spMk id="75" creationId="{3340096C-7793-4865-3EEA-87DA49396F2F}"/>
          </ac:spMkLst>
        </pc:spChg>
        <pc:spChg chg="mod">
          <ac:chgData name="Yash Jadhav" userId="535c3d6d-72b8-4f77-8155-55f939173cf2" providerId="ADAL" clId="{F33F88E0-3380-47C4-AFDE-F1AC050ADA82}" dt="2026-01-25T15:59:33.938" v="2663" actId="790"/>
          <ac:spMkLst>
            <pc:docMk/>
            <pc:sldMk cId="345589013" sldId="301"/>
            <ac:spMk id="76" creationId="{C6DF6E32-ABCB-D25D-3253-E615BFFE757D}"/>
          </ac:spMkLst>
        </pc:spChg>
        <pc:spChg chg="mod">
          <ac:chgData name="Yash Jadhav" userId="535c3d6d-72b8-4f77-8155-55f939173cf2" providerId="ADAL" clId="{F33F88E0-3380-47C4-AFDE-F1AC050ADA82}" dt="2026-01-25T15:59:33.942" v="2664" actId="790"/>
          <ac:spMkLst>
            <pc:docMk/>
            <pc:sldMk cId="345589013" sldId="301"/>
            <ac:spMk id="78" creationId="{4ADB12CA-1161-CB45-1B75-0E35E71071FF}"/>
          </ac:spMkLst>
        </pc:spChg>
        <pc:spChg chg="mod">
          <ac:chgData name="Yash Jadhav" userId="535c3d6d-72b8-4f77-8155-55f939173cf2" providerId="ADAL" clId="{F33F88E0-3380-47C4-AFDE-F1AC050ADA82}" dt="2026-01-25T15:59:33.946" v="2665" actId="790"/>
          <ac:spMkLst>
            <pc:docMk/>
            <pc:sldMk cId="345589013" sldId="301"/>
            <ac:spMk id="79" creationId="{CEC410B7-E5AF-46CE-0980-58F6BB355FBF}"/>
          </ac:spMkLst>
        </pc:spChg>
        <pc:spChg chg="mod">
          <ac:chgData name="Yash Jadhav" userId="535c3d6d-72b8-4f77-8155-55f939173cf2" providerId="ADAL" clId="{F33F88E0-3380-47C4-AFDE-F1AC050ADA82}" dt="2026-01-25T15:59:33.951" v="2666" actId="790"/>
          <ac:spMkLst>
            <pc:docMk/>
            <pc:sldMk cId="345589013" sldId="301"/>
            <ac:spMk id="80" creationId="{79147318-7862-AF39-97B6-4F9DC8C17C94}"/>
          </ac:spMkLst>
        </pc:spChg>
        <pc:spChg chg="mod">
          <ac:chgData name="Yash Jadhav" userId="535c3d6d-72b8-4f77-8155-55f939173cf2" providerId="ADAL" clId="{F33F88E0-3380-47C4-AFDE-F1AC050ADA82}" dt="2026-01-25T15:59:33.956" v="2667" actId="790"/>
          <ac:spMkLst>
            <pc:docMk/>
            <pc:sldMk cId="345589013" sldId="301"/>
            <ac:spMk id="81" creationId="{BA8D4BB4-FFB2-C972-A398-84108D29DF03}"/>
          </ac:spMkLst>
        </pc:spChg>
        <pc:spChg chg="mod">
          <ac:chgData name="Yash Jadhav" userId="535c3d6d-72b8-4f77-8155-55f939173cf2" providerId="ADAL" clId="{F33F88E0-3380-47C4-AFDE-F1AC050ADA82}" dt="2026-01-25T15:59:33.961" v="2668" actId="790"/>
          <ac:spMkLst>
            <pc:docMk/>
            <pc:sldMk cId="345589013" sldId="301"/>
            <ac:spMk id="82" creationId="{4DC1421C-C11A-96E3-15F7-55AA795C842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87516706" sldId="302"/>
        </pc:sldMkLst>
        <pc:spChg chg="mod ord">
          <ac:chgData name="Yash Jadhav" userId="535c3d6d-72b8-4f77-8155-55f939173cf2" providerId="ADAL" clId="{F33F88E0-3380-47C4-AFDE-F1AC050ADA82}" dt="2026-01-25T16:06:14.662" v="8413" actId="6264"/>
          <ac:spMkLst>
            <pc:docMk/>
            <pc:sldMk cId="1887516706" sldId="302"/>
            <ac:spMk id="2" creationId="{BDE7AB94-2910-2803-B729-74E4FC73F598}"/>
          </ac:spMkLst>
        </pc:spChg>
        <pc:spChg chg="mod">
          <ac:chgData name="Yash Jadhav" userId="535c3d6d-72b8-4f77-8155-55f939173cf2" providerId="ADAL" clId="{F33F88E0-3380-47C4-AFDE-F1AC050ADA82}" dt="2026-01-25T15:59:37.298" v="2682" actId="790"/>
          <ac:spMkLst>
            <pc:docMk/>
            <pc:sldMk cId="1887516706" sldId="302"/>
            <ac:spMk id="6" creationId="{AFC0793D-A1D0-D381-4B61-DFEEB0B93E05}"/>
          </ac:spMkLst>
        </pc:spChg>
        <pc:spChg chg="mod">
          <ac:chgData name="Yash Jadhav" userId="535c3d6d-72b8-4f77-8155-55f939173cf2" providerId="ADAL" clId="{F33F88E0-3380-47C4-AFDE-F1AC050ADA82}" dt="2026-01-25T15:59:37.299" v="2683" actId="790"/>
          <ac:spMkLst>
            <pc:docMk/>
            <pc:sldMk cId="1887516706" sldId="302"/>
            <ac:spMk id="8" creationId="{E53119BB-5F88-11EE-9656-CF63E6255E0A}"/>
          </ac:spMkLst>
        </pc:spChg>
        <pc:spChg chg="mod">
          <ac:chgData name="Yash Jadhav" userId="535c3d6d-72b8-4f77-8155-55f939173cf2" providerId="ADAL" clId="{F33F88E0-3380-47C4-AFDE-F1AC050ADA82}" dt="2026-01-25T15:59:37.302" v="2684" actId="790"/>
          <ac:spMkLst>
            <pc:docMk/>
            <pc:sldMk cId="1887516706" sldId="302"/>
            <ac:spMk id="9" creationId="{29CA811C-C898-BCF5-9946-20922CA2D9E9}"/>
          </ac:spMkLst>
        </pc:spChg>
        <pc:spChg chg="mod">
          <ac:chgData name="Yash Jadhav" userId="535c3d6d-72b8-4f77-8155-55f939173cf2" providerId="ADAL" clId="{F33F88E0-3380-47C4-AFDE-F1AC050ADA82}" dt="2026-01-25T15:59:37.303" v="2685" actId="790"/>
          <ac:spMkLst>
            <pc:docMk/>
            <pc:sldMk cId="1887516706" sldId="302"/>
            <ac:spMk id="10" creationId="{E26DEEAF-7748-8E5C-9046-95C3B8651E51}"/>
          </ac:spMkLst>
        </pc:spChg>
        <pc:spChg chg="mod">
          <ac:chgData name="Yash Jadhav" userId="535c3d6d-72b8-4f77-8155-55f939173cf2" providerId="ADAL" clId="{F33F88E0-3380-47C4-AFDE-F1AC050ADA82}" dt="2026-01-25T15:59:37.305" v="2686" actId="790"/>
          <ac:spMkLst>
            <pc:docMk/>
            <pc:sldMk cId="1887516706" sldId="302"/>
            <ac:spMk id="11" creationId="{738F6AC2-13F5-56FD-4710-D20B81286BBD}"/>
          </ac:spMkLst>
        </pc:spChg>
        <pc:spChg chg="mod">
          <ac:chgData name="Yash Jadhav" userId="535c3d6d-72b8-4f77-8155-55f939173cf2" providerId="ADAL" clId="{F33F88E0-3380-47C4-AFDE-F1AC050ADA82}" dt="2026-01-25T15:59:37.307" v="2687" actId="790"/>
          <ac:spMkLst>
            <pc:docMk/>
            <pc:sldMk cId="1887516706" sldId="302"/>
            <ac:spMk id="12" creationId="{95FAACAD-EC3B-FB7D-71FC-420F4986591D}"/>
          </ac:spMkLst>
        </pc:spChg>
        <pc:spChg chg="mod">
          <ac:chgData name="Yash Jadhav" userId="535c3d6d-72b8-4f77-8155-55f939173cf2" providerId="ADAL" clId="{F33F88E0-3380-47C4-AFDE-F1AC050ADA82}" dt="2026-01-25T15:59:37.309" v="2688" actId="790"/>
          <ac:spMkLst>
            <pc:docMk/>
            <pc:sldMk cId="1887516706" sldId="302"/>
            <ac:spMk id="13" creationId="{225A0C8F-604D-CA88-64A9-E47AA67E2B9D}"/>
          </ac:spMkLst>
        </pc:spChg>
        <pc:spChg chg="mod">
          <ac:chgData name="Yash Jadhav" userId="535c3d6d-72b8-4f77-8155-55f939173cf2" providerId="ADAL" clId="{F33F88E0-3380-47C4-AFDE-F1AC050ADA82}" dt="2026-01-25T15:59:37.311" v="2689" actId="790"/>
          <ac:spMkLst>
            <pc:docMk/>
            <pc:sldMk cId="1887516706" sldId="302"/>
            <ac:spMk id="14" creationId="{5816AC9F-EB2C-F0A2-A905-945F755340E2}"/>
          </ac:spMkLst>
        </pc:spChg>
        <pc:spChg chg="mod">
          <ac:chgData name="Yash Jadhav" userId="535c3d6d-72b8-4f77-8155-55f939173cf2" providerId="ADAL" clId="{F33F88E0-3380-47C4-AFDE-F1AC050ADA82}" dt="2026-01-25T15:59:37.313" v="2690" actId="790"/>
          <ac:spMkLst>
            <pc:docMk/>
            <pc:sldMk cId="1887516706" sldId="302"/>
            <ac:spMk id="15" creationId="{CB7AECA9-CBDD-F9DE-AF2F-E36F0ECF747F}"/>
          </ac:spMkLst>
        </pc:spChg>
        <pc:spChg chg="mod">
          <ac:chgData name="Yash Jadhav" userId="535c3d6d-72b8-4f77-8155-55f939173cf2" providerId="ADAL" clId="{F33F88E0-3380-47C4-AFDE-F1AC050ADA82}" dt="2026-01-25T15:59:37.315" v="2691" actId="790"/>
          <ac:spMkLst>
            <pc:docMk/>
            <pc:sldMk cId="1887516706" sldId="302"/>
            <ac:spMk id="16" creationId="{28DD5846-5BE9-CE9E-5660-3E4926AD080B}"/>
          </ac:spMkLst>
        </pc:spChg>
        <pc:spChg chg="mod">
          <ac:chgData name="Yash Jadhav" userId="535c3d6d-72b8-4f77-8155-55f939173cf2" providerId="ADAL" clId="{F33F88E0-3380-47C4-AFDE-F1AC050ADA82}" dt="2026-01-25T15:59:37.316" v="2692" actId="790"/>
          <ac:spMkLst>
            <pc:docMk/>
            <pc:sldMk cId="1887516706" sldId="302"/>
            <ac:spMk id="17" creationId="{7A240717-4153-D0EE-CCEA-B684C718E43B}"/>
          </ac:spMkLst>
        </pc:spChg>
        <pc:spChg chg="mod">
          <ac:chgData name="Yash Jadhav" userId="535c3d6d-72b8-4f77-8155-55f939173cf2" providerId="ADAL" clId="{F33F88E0-3380-47C4-AFDE-F1AC050ADA82}" dt="2026-01-25T15:59:37.318" v="2693" actId="790"/>
          <ac:spMkLst>
            <pc:docMk/>
            <pc:sldMk cId="1887516706" sldId="302"/>
            <ac:spMk id="19" creationId="{AC0DBA6E-5C40-7A84-3DC5-BE0DD38B7B03}"/>
          </ac:spMkLst>
        </pc:spChg>
        <pc:spChg chg="mod">
          <ac:chgData name="Yash Jadhav" userId="535c3d6d-72b8-4f77-8155-55f939173cf2" providerId="ADAL" clId="{F33F88E0-3380-47C4-AFDE-F1AC050ADA82}" dt="2026-01-25T15:59:37.319" v="2694" actId="790"/>
          <ac:spMkLst>
            <pc:docMk/>
            <pc:sldMk cId="1887516706" sldId="302"/>
            <ac:spMk id="20" creationId="{28F30AFC-1426-6C5C-FFAF-C4DE7952B991}"/>
          </ac:spMkLst>
        </pc:spChg>
        <pc:spChg chg="mod">
          <ac:chgData name="Yash Jadhav" userId="535c3d6d-72b8-4f77-8155-55f939173cf2" providerId="ADAL" clId="{F33F88E0-3380-47C4-AFDE-F1AC050ADA82}" dt="2026-01-25T15:59:37.321" v="2695" actId="790"/>
          <ac:spMkLst>
            <pc:docMk/>
            <pc:sldMk cId="1887516706" sldId="302"/>
            <ac:spMk id="22" creationId="{ED6E898F-FBFD-0517-8A21-387AF9C982DF}"/>
          </ac:spMkLst>
        </pc:spChg>
        <pc:spChg chg="mod">
          <ac:chgData name="Yash Jadhav" userId="535c3d6d-72b8-4f77-8155-55f939173cf2" providerId="ADAL" clId="{F33F88E0-3380-47C4-AFDE-F1AC050ADA82}" dt="2026-01-25T15:59:37.323" v="2696" actId="790"/>
          <ac:spMkLst>
            <pc:docMk/>
            <pc:sldMk cId="1887516706" sldId="302"/>
            <ac:spMk id="23" creationId="{D44C0A1F-5F35-8A6D-5C54-4A194D7FFE35}"/>
          </ac:spMkLst>
        </pc:spChg>
        <pc:spChg chg="mod">
          <ac:chgData name="Yash Jadhav" userId="535c3d6d-72b8-4f77-8155-55f939173cf2" providerId="ADAL" clId="{F33F88E0-3380-47C4-AFDE-F1AC050ADA82}" dt="2026-01-25T15:59:37.324" v="2697" actId="790"/>
          <ac:spMkLst>
            <pc:docMk/>
            <pc:sldMk cId="1887516706" sldId="302"/>
            <ac:spMk id="24" creationId="{4809CC3E-AB21-4DB8-2203-ED3B0294019E}"/>
          </ac:spMkLst>
        </pc:spChg>
        <pc:spChg chg="mod">
          <ac:chgData name="Yash Jadhav" userId="535c3d6d-72b8-4f77-8155-55f939173cf2" providerId="ADAL" clId="{F33F88E0-3380-47C4-AFDE-F1AC050ADA82}" dt="2026-01-25T15:59:37.326" v="2698" actId="790"/>
          <ac:spMkLst>
            <pc:docMk/>
            <pc:sldMk cId="1887516706" sldId="302"/>
            <ac:spMk id="25" creationId="{23336ACA-7D5C-5642-A306-061A4A04C672}"/>
          </ac:spMkLst>
        </pc:spChg>
        <pc:spChg chg="mod">
          <ac:chgData name="Yash Jadhav" userId="535c3d6d-72b8-4f77-8155-55f939173cf2" providerId="ADAL" clId="{F33F88E0-3380-47C4-AFDE-F1AC050ADA82}" dt="2026-01-25T15:59:37.328" v="2699" actId="790"/>
          <ac:spMkLst>
            <pc:docMk/>
            <pc:sldMk cId="1887516706" sldId="302"/>
            <ac:spMk id="26" creationId="{0B9F79E2-6868-5B55-7176-A3E50696E9A8}"/>
          </ac:spMkLst>
        </pc:spChg>
        <pc:spChg chg="mod">
          <ac:chgData name="Yash Jadhav" userId="535c3d6d-72b8-4f77-8155-55f939173cf2" providerId="ADAL" clId="{F33F88E0-3380-47C4-AFDE-F1AC050ADA82}" dt="2026-01-25T15:59:37.330" v="2700" actId="790"/>
          <ac:spMkLst>
            <pc:docMk/>
            <pc:sldMk cId="1887516706" sldId="302"/>
            <ac:spMk id="28" creationId="{E0DC6EA0-4F49-1CE3-9DD3-A7A878A3C75A}"/>
          </ac:spMkLst>
        </pc:spChg>
        <pc:spChg chg="mod">
          <ac:chgData name="Yash Jadhav" userId="535c3d6d-72b8-4f77-8155-55f939173cf2" providerId="ADAL" clId="{F33F88E0-3380-47C4-AFDE-F1AC050ADA82}" dt="2026-01-25T15:59:37.331" v="2701" actId="790"/>
          <ac:spMkLst>
            <pc:docMk/>
            <pc:sldMk cId="1887516706" sldId="302"/>
            <ac:spMk id="29" creationId="{4E31F15C-3169-9AE3-DF50-BC22D307ABAB}"/>
          </ac:spMkLst>
        </pc:spChg>
        <pc:spChg chg="mod">
          <ac:chgData name="Yash Jadhav" userId="535c3d6d-72b8-4f77-8155-55f939173cf2" providerId="ADAL" clId="{F33F88E0-3380-47C4-AFDE-F1AC050ADA82}" dt="2026-01-25T15:59:37.333" v="2702" actId="790"/>
          <ac:spMkLst>
            <pc:docMk/>
            <pc:sldMk cId="1887516706" sldId="302"/>
            <ac:spMk id="31" creationId="{F14EC6A0-D30F-799B-3A78-2F4D33BF930B}"/>
          </ac:spMkLst>
        </pc:spChg>
        <pc:spChg chg="mod">
          <ac:chgData name="Yash Jadhav" userId="535c3d6d-72b8-4f77-8155-55f939173cf2" providerId="ADAL" clId="{F33F88E0-3380-47C4-AFDE-F1AC050ADA82}" dt="2026-01-25T15:59:37.335" v="2703" actId="790"/>
          <ac:spMkLst>
            <pc:docMk/>
            <pc:sldMk cId="1887516706" sldId="302"/>
            <ac:spMk id="32" creationId="{AA9F8EA7-3E59-8485-E0F0-DEBF127634D5}"/>
          </ac:spMkLst>
        </pc:spChg>
        <pc:spChg chg="mod">
          <ac:chgData name="Yash Jadhav" userId="535c3d6d-72b8-4f77-8155-55f939173cf2" providerId="ADAL" clId="{F33F88E0-3380-47C4-AFDE-F1AC050ADA82}" dt="2026-01-25T15:59:37.336" v="2704" actId="790"/>
          <ac:spMkLst>
            <pc:docMk/>
            <pc:sldMk cId="1887516706" sldId="302"/>
            <ac:spMk id="33" creationId="{53BB75BD-593B-515F-F390-C5A7076816AE}"/>
          </ac:spMkLst>
        </pc:spChg>
        <pc:spChg chg="mod">
          <ac:chgData name="Yash Jadhav" userId="535c3d6d-72b8-4f77-8155-55f939173cf2" providerId="ADAL" clId="{F33F88E0-3380-47C4-AFDE-F1AC050ADA82}" dt="2026-01-25T15:59:37.338" v="2705" actId="790"/>
          <ac:spMkLst>
            <pc:docMk/>
            <pc:sldMk cId="1887516706" sldId="302"/>
            <ac:spMk id="35" creationId="{78D5CD50-0053-6B88-ACF3-2125E20DEFB3}"/>
          </ac:spMkLst>
        </pc:spChg>
        <pc:spChg chg="mod">
          <ac:chgData name="Yash Jadhav" userId="535c3d6d-72b8-4f77-8155-55f939173cf2" providerId="ADAL" clId="{F33F88E0-3380-47C4-AFDE-F1AC050ADA82}" dt="2026-01-25T15:59:37.339" v="2706" actId="790"/>
          <ac:spMkLst>
            <pc:docMk/>
            <pc:sldMk cId="1887516706" sldId="302"/>
            <ac:spMk id="36" creationId="{AA94AB77-DDB7-B48A-6DD5-E1BE9BD79263}"/>
          </ac:spMkLst>
        </pc:spChg>
        <pc:spChg chg="mod">
          <ac:chgData name="Yash Jadhav" userId="535c3d6d-72b8-4f77-8155-55f939173cf2" providerId="ADAL" clId="{F33F88E0-3380-47C4-AFDE-F1AC050ADA82}" dt="2026-01-25T15:59:37.342" v="2707" actId="790"/>
          <ac:spMkLst>
            <pc:docMk/>
            <pc:sldMk cId="1887516706" sldId="302"/>
            <ac:spMk id="38" creationId="{38A8A5CE-3F56-255B-C74E-10D7075B72EE}"/>
          </ac:spMkLst>
        </pc:spChg>
        <pc:spChg chg="mod">
          <ac:chgData name="Yash Jadhav" userId="535c3d6d-72b8-4f77-8155-55f939173cf2" providerId="ADAL" clId="{F33F88E0-3380-47C4-AFDE-F1AC050ADA82}" dt="2026-01-25T15:59:37.343" v="2708" actId="790"/>
          <ac:spMkLst>
            <pc:docMk/>
            <pc:sldMk cId="1887516706" sldId="302"/>
            <ac:spMk id="39" creationId="{19D1830E-D2F9-5422-A164-6A34DAECD013}"/>
          </ac:spMkLst>
        </pc:spChg>
        <pc:spChg chg="mod">
          <ac:chgData name="Yash Jadhav" userId="535c3d6d-72b8-4f77-8155-55f939173cf2" providerId="ADAL" clId="{F33F88E0-3380-47C4-AFDE-F1AC050ADA82}" dt="2026-01-25T15:59:37.345" v="2709" actId="790"/>
          <ac:spMkLst>
            <pc:docMk/>
            <pc:sldMk cId="1887516706" sldId="302"/>
            <ac:spMk id="41" creationId="{0E29FC74-A965-FC5C-38AE-F17A05E9B226}"/>
          </ac:spMkLst>
        </pc:spChg>
        <pc:spChg chg="mod">
          <ac:chgData name="Yash Jadhav" userId="535c3d6d-72b8-4f77-8155-55f939173cf2" providerId="ADAL" clId="{F33F88E0-3380-47C4-AFDE-F1AC050ADA82}" dt="2026-01-25T15:59:37.347" v="2710" actId="790"/>
          <ac:spMkLst>
            <pc:docMk/>
            <pc:sldMk cId="1887516706" sldId="302"/>
            <ac:spMk id="42" creationId="{2FEFFC82-8B0B-0992-AEB9-D33966AC00B3}"/>
          </ac:spMkLst>
        </pc:spChg>
        <pc:spChg chg="mod">
          <ac:chgData name="Yash Jadhav" userId="535c3d6d-72b8-4f77-8155-55f939173cf2" providerId="ADAL" clId="{F33F88E0-3380-47C4-AFDE-F1AC050ADA82}" dt="2026-01-25T15:59:37.348" v="2711" actId="790"/>
          <ac:spMkLst>
            <pc:docMk/>
            <pc:sldMk cId="1887516706" sldId="302"/>
            <ac:spMk id="43" creationId="{6AF1738D-6545-100F-0058-75CD16563F2D}"/>
          </ac:spMkLst>
        </pc:spChg>
        <pc:spChg chg="mod">
          <ac:chgData name="Yash Jadhav" userId="535c3d6d-72b8-4f77-8155-55f939173cf2" providerId="ADAL" clId="{F33F88E0-3380-47C4-AFDE-F1AC050ADA82}" dt="2026-01-25T15:59:37.349" v="2712" actId="790"/>
          <ac:spMkLst>
            <pc:docMk/>
            <pc:sldMk cId="1887516706" sldId="302"/>
            <ac:spMk id="44" creationId="{4CD9B0EC-CA8E-6058-7D7B-6C7E652C72AD}"/>
          </ac:spMkLst>
        </pc:spChg>
        <pc:spChg chg="mod">
          <ac:chgData name="Yash Jadhav" userId="535c3d6d-72b8-4f77-8155-55f939173cf2" providerId="ADAL" clId="{F33F88E0-3380-47C4-AFDE-F1AC050ADA82}" dt="2026-01-25T15:59:37.351" v="2713" actId="790"/>
          <ac:spMkLst>
            <pc:docMk/>
            <pc:sldMk cId="1887516706" sldId="302"/>
            <ac:spMk id="45" creationId="{4419BD50-3D82-095D-C6D3-21CD3187C028}"/>
          </ac:spMkLst>
        </pc:spChg>
        <pc:spChg chg="mod">
          <ac:chgData name="Yash Jadhav" userId="535c3d6d-72b8-4f77-8155-55f939173cf2" providerId="ADAL" clId="{F33F88E0-3380-47C4-AFDE-F1AC050ADA82}" dt="2026-01-25T15:59:37.352" v="2714" actId="790"/>
          <ac:spMkLst>
            <pc:docMk/>
            <pc:sldMk cId="1887516706" sldId="302"/>
            <ac:spMk id="47" creationId="{4CF8EDA9-818C-4C65-2B92-B43D6A0639B0}"/>
          </ac:spMkLst>
        </pc:spChg>
        <pc:spChg chg="mod">
          <ac:chgData name="Yash Jadhav" userId="535c3d6d-72b8-4f77-8155-55f939173cf2" providerId="ADAL" clId="{F33F88E0-3380-47C4-AFDE-F1AC050ADA82}" dt="2026-01-25T15:59:37.355" v="2715" actId="790"/>
          <ac:spMkLst>
            <pc:docMk/>
            <pc:sldMk cId="1887516706" sldId="302"/>
            <ac:spMk id="48" creationId="{D997EC09-5EA2-6BBE-9431-D5D279D2E07C}"/>
          </ac:spMkLst>
        </pc:spChg>
        <pc:spChg chg="mod">
          <ac:chgData name="Yash Jadhav" userId="535c3d6d-72b8-4f77-8155-55f939173cf2" providerId="ADAL" clId="{F33F88E0-3380-47C4-AFDE-F1AC050ADA82}" dt="2026-01-25T15:59:37.357" v="2716" actId="790"/>
          <ac:spMkLst>
            <pc:docMk/>
            <pc:sldMk cId="1887516706" sldId="302"/>
            <ac:spMk id="50" creationId="{5F1C2C2E-0695-99AB-D82C-0D499C778B83}"/>
          </ac:spMkLst>
        </pc:spChg>
        <pc:spChg chg="mod">
          <ac:chgData name="Yash Jadhav" userId="535c3d6d-72b8-4f77-8155-55f939173cf2" providerId="ADAL" clId="{F33F88E0-3380-47C4-AFDE-F1AC050ADA82}" dt="2026-01-25T15:59:37.359" v="2717" actId="790"/>
          <ac:spMkLst>
            <pc:docMk/>
            <pc:sldMk cId="1887516706" sldId="302"/>
            <ac:spMk id="51" creationId="{A8DF6712-5B35-C0AB-8F10-AC000A5E0CF8}"/>
          </ac:spMkLst>
        </pc:spChg>
        <pc:spChg chg="mod">
          <ac:chgData name="Yash Jadhav" userId="535c3d6d-72b8-4f77-8155-55f939173cf2" providerId="ADAL" clId="{F33F88E0-3380-47C4-AFDE-F1AC050ADA82}" dt="2026-01-25T15:59:37.361" v="2718" actId="790"/>
          <ac:spMkLst>
            <pc:docMk/>
            <pc:sldMk cId="1887516706" sldId="302"/>
            <ac:spMk id="52" creationId="{FD4C8C74-9999-4AF1-4FA7-E2C5FA2B4080}"/>
          </ac:spMkLst>
        </pc:spChg>
        <pc:spChg chg="mod">
          <ac:chgData name="Yash Jadhav" userId="535c3d6d-72b8-4f77-8155-55f939173cf2" providerId="ADAL" clId="{F33F88E0-3380-47C4-AFDE-F1AC050ADA82}" dt="2026-01-25T15:59:37.363" v="2719" actId="790"/>
          <ac:spMkLst>
            <pc:docMk/>
            <pc:sldMk cId="1887516706" sldId="302"/>
            <ac:spMk id="53" creationId="{3FEF2563-BC6C-F241-E477-1AAAC4AE1E1B}"/>
          </ac:spMkLst>
        </pc:spChg>
        <pc:spChg chg="mod">
          <ac:chgData name="Yash Jadhav" userId="535c3d6d-72b8-4f77-8155-55f939173cf2" providerId="ADAL" clId="{F33F88E0-3380-47C4-AFDE-F1AC050ADA82}" dt="2026-01-25T15:59:37.365" v="2720" actId="790"/>
          <ac:spMkLst>
            <pc:docMk/>
            <pc:sldMk cId="1887516706" sldId="302"/>
            <ac:spMk id="54" creationId="{8FA361DD-C492-4FB1-BB78-1618915B4E60}"/>
          </ac:spMkLst>
        </pc:spChg>
        <pc:spChg chg="mod">
          <ac:chgData name="Yash Jadhav" userId="535c3d6d-72b8-4f77-8155-55f939173cf2" providerId="ADAL" clId="{F33F88E0-3380-47C4-AFDE-F1AC050ADA82}" dt="2026-01-25T15:59:37.367" v="2721" actId="790"/>
          <ac:spMkLst>
            <pc:docMk/>
            <pc:sldMk cId="1887516706" sldId="302"/>
            <ac:spMk id="55" creationId="{ED063D7F-9824-03B2-611A-9D3FC5B94AB3}"/>
          </ac:spMkLst>
        </pc:spChg>
        <pc:spChg chg="mod">
          <ac:chgData name="Yash Jadhav" userId="535c3d6d-72b8-4f77-8155-55f939173cf2" providerId="ADAL" clId="{F33F88E0-3380-47C4-AFDE-F1AC050ADA82}" dt="2026-01-25T15:59:37.369" v="2722" actId="790"/>
          <ac:spMkLst>
            <pc:docMk/>
            <pc:sldMk cId="1887516706" sldId="302"/>
            <ac:spMk id="56" creationId="{17C8709C-BE41-507E-2E91-E4312768D313}"/>
          </ac:spMkLst>
        </pc:spChg>
        <pc:spChg chg="mod">
          <ac:chgData name="Yash Jadhav" userId="535c3d6d-72b8-4f77-8155-55f939173cf2" providerId="ADAL" clId="{F33F88E0-3380-47C4-AFDE-F1AC050ADA82}" dt="2026-01-25T15:59:37.370" v="2723" actId="790"/>
          <ac:spMkLst>
            <pc:docMk/>
            <pc:sldMk cId="1887516706" sldId="302"/>
            <ac:spMk id="57" creationId="{BA8EC4EB-EC28-3D56-0996-0AB6ABD01F4A}"/>
          </ac:spMkLst>
        </pc:spChg>
        <pc:spChg chg="mod">
          <ac:chgData name="Yash Jadhav" userId="535c3d6d-72b8-4f77-8155-55f939173cf2" providerId="ADAL" clId="{F33F88E0-3380-47C4-AFDE-F1AC050ADA82}" dt="2026-01-25T15:59:37.372" v="2724" actId="790"/>
          <ac:spMkLst>
            <pc:docMk/>
            <pc:sldMk cId="1887516706" sldId="302"/>
            <ac:spMk id="58" creationId="{F4B47921-AD3B-2093-2852-4C9CB1E80622}"/>
          </ac:spMkLst>
        </pc:spChg>
        <pc:spChg chg="mod">
          <ac:chgData name="Yash Jadhav" userId="535c3d6d-72b8-4f77-8155-55f939173cf2" providerId="ADAL" clId="{F33F88E0-3380-47C4-AFDE-F1AC050ADA82}" dt="2026-01-25T15:59:37.375" v="2725" actId="790"/>
          <ac:spMkLst>
            <pc:docMk/>
            <pc:sldMk cId="1887516706" sldId="302"/>
            <ac:spMk id="60" creationId="{BA2F486A-EC6E-0AF4-9A57-ABE7D551A9A9}"/>
          </ac:spMkLst>
        </pc:spChg>
        <pc:spChg chg="mod">
          <ac:chgData name="Yash Jadhav" userId="535c3d6d-72b8-4f77-8155-55f939173cf2" providerId="ADAL" clId="{F33F88E0-3380-47C4-AFDE-F1AC050ADA82}" dt="2026-01-25T15:59:37.379" v="2726" actId="790"/>
          <ac:spMkLst>
            <pc:docMk/>
            <pc:sldMk cId="1887516706" sldId="302"/>
            <ac:spMk id="61" creationId="{521DEF04-A11A-201B-6EEE-7D599BE96F52}"/>
          </ac:spMkLst>
        </pc:spChg>
        <pc:spChg chg="mod">
          <ac:chgData name="Yash Jadhav" userId="535c3d6d-72b8-4f77-8155-55f939173cf2" providerId="ADAL" clId="{F33F88E0-3380-47C4-AFDE-F1AC050ADA82}" dt="2026-01-25T15:59:37.383" v="2727" actId="790"/>
          <ac:spMkLst>
            <pc:docMk/>
            <pc:sldMk cId="1887516706" sldId="302"/>
            <ac:spMk id="62" creationId="{1EF10299-EEE5-43AD-10C1-B358A83C4284}"/>
          </ac:spMkLst>
        </pc:spChg>
        <pc:spChg chg="mod">
          <ac:chgData name="Yash Jadhav" userId="535c3d6d-72b8-4f77-8155-55f939173cf2" providerId="ADAL" clId="{F33F88E0-3380-47C4-AFDE-F1AC050ADA82}" dt="2026-01-25T15:59:37.388" v="2728" actId="790"/>
          <ac:spMkLst>
            <pc:docMk/>
            <pc:sldMk cId="1887516706" sldId="302"/>
            <ac:spMk id="63" creationId="{8990B50E-6EF3-DBD1-06A1-9B357E50C07C}"/>
          </ac:spMkLst>
        </pc:spChg>
        <pc:spChg chg="mod">
          <ac:chgData name="Yash Jadhav" userId="535c3d6d-72b8-4f77-8155-55f939173cf2" providerId="ADAL" clId="{F33F88E0-3380-47C4-AFDE-F1AC050ADA82}" dt="2026-01-25T15:59:37.393" v="2729" actId="790"/>
          <ac:spMkLst>
            <pc:docMk/>
            <pc:sldMk cId="1887516706" sldId="302"/>
            <ac:spMk id="64" creationId="{FE368555-D3B6-F658-F4AB-3DF5AF812102}"/>
          </ac:spMkLst>
        </pc:spChg>
        <pc:spChg chg="mod">
          <ac:chgData name="Yash Jadhav" userId="535c3d6d-72b8-4f77-8155-55f939173cf2" providerId="ADAL" clId="{F33F88E0-3380-47C4-AFDE-F1AC050ADA82}" dt="2026-01-25T15:59:37.396" v="2730" actId="790"/>
          <ac:spMkLst>
            <pc:docMk/>
            <pc:sldMk cId="1887516706" sldId="302"/>
            <ac:spMk id="66" creationId="{11BE5131-A797-2B96-25AA-5CF1D0D2B62B}"/>
          </ac:spMkLst>
        </pc:spChg>
        <pc:spChg chg="mod">
          <ac:chgData name="Yash Jadhav" userId="535c3d6d-72b8-4f77-8155-55f939173cf2" providerId="ADAL" clId="{F33F88E0-3380-47C4-AFDE-F1AC050ADA82}" dt="2026-01-25T15:59:37.398" v="2731" actId="790"/>
          <ac:spMkLst>
            <pc:docMk/>
            <pc:sldMk cId="1887516706" sldId="302"/>
            <ac:spMk id="67" creationId="{EE2856E5-764E-D03B-16CA-65E5D2B9BE7E}"/>
          </ac:spMkLst>
        </pc:spChg>
        <pc:spChg chg="mod">
          <ac:chgData name="Yash Jadhav" userId="535c3d6d-72b8-4f77-8155-55f939173cf2" providerId="ADAL" clId="{F33F88E0-3380-47C4-AFDE-F1AC050ADA82}" dt="2026-01-25T15:59:37.402" v="2732" actId="790"/>
          <ac:spMkLst>
            <pc:docMk/>
            <pc:sldMk cId="1887516706" sldId="302"/>
            <ac:spMk id="70" creationId="{351F1CDD-8249-E29F-3737-9709233E4B95}"/>
          </ac:spMkLst>
        </pc:spChg>
        <pc:spChg chg="mod">
          <ac:chgData name="Yash Jadhav" userId="535c3d6d-72b8-4f77-8155-55f939173cf2" providerId="ADAL" clId="{F33F88E0-3380-47C4-AFDE-F1AC050ADA82}" dt="2026-01-25T15:59:37.404" v="2733" actId="790"/>
          <ac:spMkLst>
            <pc:docMk/>
            <pc:sldMk cId="1887516706" sldId="302"/>
            <ac:spMk id="71" creationId="{BF8E6005-A3DD-54D8-D4DF-C36CB8735CC0}"/>
          </ac:spMkLst>
        </pc:spChg>
        <pc:spChg chg="mod">
          <ac:chgData name="Yash Jadhav" userId="535c3d6d-72b8-4f77-8155-55f939173cf2" providerId="ADAL" clId="{F33F88E0-3380-47C4-AFDE-F1AC050ADA82}" dt="2026-01-25T15:59:37.409" v="2734" actId="790"/>
          <ac:spMkLst>
            <pc:docMk/>
            <pc:sldMk cId="1887516706" sldId="302"/>
            <ac:spMk id="72" creationId="{17858E32-DF57-0D0B-14F3-3A5DA2A435EC}"/>
          </ac:spMkLst>
        </pc:spChg>
        <pc:spChg chg="add del mod">
          <ac:chgData name="Yash Jadhav" userId="535c3d6d-72b8-4f77-8155-55f939173cf2" providerId="ADAL" clId="{F33F88E0-3380-47C4-AFDE-F1AC050ADA82}" dt="2026-01-25T16:06:14.662" v="8413" actId="6264"/>
          <ac:spMkLst>
            <pc:docMk/>
            <pc:sldMk cId="1887516706" sldId="302"/>
            <ac:spMk id="73" creationId="{6F49DB17-E1F2-79B8-140E-F43F8528453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17574846" sldId="303"/>
        </pc:sldMkLst>
        <pc:spChg chg="mod ord">
          <ac:chgData name="Yash Jadhav" userId="535c3d6d-72b8-4f77-8155-55f939173cf2" providerId="ADAL" clId="{F33F88E0-3380-47C4-AFDE-F1AC050ADA82}" dt="2026-01-25T16:06:14.662" v="8413" actId="6264"/>
          <ac:spMkLst>
            <pc:docMk/>
            <pc:sldMk cId="517574846" sldId="30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517574846" sldId="303"/>
            <ac:spMk id="3" creationId="{C1D461C2-F9E0-5373-C15E-B5FFFB7006B1}"/>
          </ac:spMkLst>
        </pc:spChg>
        <pc:spChg chg="mod">
          <ac:chgData name="Yash Jadhav" userId="535c3d6d-72b8-4f77-8155-55f939173cf2" providerId="ADAL" clId="{F33F88E0-3380-47C4-AFDE-F1AC050ADA82}" dt="2026-01-25T15:59:41.803" v="2744" actId="790"/>
          <ac:spMkLst>
            <pc:docMk/>
            <pc:sldMk cId="517574846" sldId="303"/>
            <ac:spMk id="11" creationId="{00000000-0000-0000-0000-000000000000}"/>
          </ac:spMkLst>
        </pc:spChg>
        <pc:spChg chg="mod">
          <ac:chgData name="Yash Jadhav" userId="535c3d6d-72b8-4f77-8155-55f939173cf2" providerId="ADAL" clId="{F33F88E0-3380-47C4-AFDE-F1AC050ADA82}" dt="2026-01-25T15:59:41.804" v="2745" actId="790"/>
          <ac:spMkLst>
            <pc:docMk/>
            <pc:sldMk cId="517574846" sldId="303"/>
            <ac:spMk id="12" creationId="{00000000-0000-0000-0000-000000000000}"/>
          </ac:spMkLst>
        </pc:spChg>
        <pc:spChg chg="mod">
          <ac:chgData name="Yash Jadhav" userId="535c3d6d-72b8-4f77-8155-55f939173cf2" providerId="ADAL" clId="{F33F88E0-3380-47C4-AFDE-F1AC050ADA82}" dt="2026-01-25T15:59:41.811" v="2749" actId="790"/>
          <ac:spMkLst>
            <pc:docMk/>
            <pc:sldMk cId="517574846" sldId="303"/>
            <ac:spMk id="16" creationId="{00000000-0000-0000-0000-000000000000}"/>
          </ac:spMkLst>
        </pc:spChg>
        <pc:spChg chg="mod">
          <ac:chgData name="Yash Jadhav" userId="535c3d6d-72b8-4f77-8155-55f939173cf2" providerId="ADAL" clId="{F33F88E0-3380-47C4-AFDE-F1AC050ADA82}" dt="2026-01-25T15:59:41.813" v="2750" actId="790"/>
          <ac:spMkLst>
            <pc:docMk/>
            <pc:sldMk cId="517574846" sldId="303"/>
            <ac:spMk id="17" creationId="{00000000-0000-0000-0000-000000000000}"/>
          </ac:spMkLst>
        </pc:spChg>
        <pc:spChg chg="mod">
          <ac:chgData name="Yash Jadhav" userId="535c3d6d-72b8-4f77-8155-55f939173cf2" providerId="ADAL" clId="{F33F88E0-3380-47C4-AFDE-F1AC050ADA82}" dt="2026-01-25T15:59:41.814" v="2751" actId="790"/>
          <ac:spMkLst>
            <pc:docMk/>
            <pc:sldMk cId="517574846" sldId="303"/>
            <ac:spMk id="18" creationId="{00000000-0000-0000-0000-000000000000}"/>
          </ac:spMkLst>
        </pc:spChg>
        <pc:spChg chg="mod">
          <ac:chgData name="Yash Jadhav" userId="535c3d6d-72b8-4f77-8155-55f939173cf2" providerId="ADAL" clId="{F33F88E0-3380-47C4-AFDE-F1AC050ADA82}" dt="2026-01-25T15:59:41.817" v="2752" actId="790"/>
          <ac:spMkLst>
            <pc:docMk/>
            <pc:sldMk cId="517574846" sldId="303"/>
            <ac:spMk id="19" creationId="{00000000-0000-0000-0000-000000000000}"/>
          </ac:spMkLst>
        </pc:spChg>
        <pc:spChg chg="mod">
          <ac:chgData name="Yash Jadhav" userId="535c3d6d-72b8-4f77-8155-55f939173cf2" providerId="ADAL" clId="{F33F88E0-3380-47C4-AFDE-F1AC050ADA82}" dt="2026-01-25T15:59:41.819" v="2753" actId="790"/>
          <ac:spMkLst>
            <pc:docMk/>
            <pc:sldMk cId="517574846" sldId="303"/>
            <ac:spMk id="20" creationId="{00000000-0000-0000-0000-000000000000}"/>
          </ac:spMkLst>
        </pc:spChg>
        <pc:spChg chg="mod">
          <ac:chgData name="Yash Jadhav" userId="535c3d6d-72b8-4f77-8155-55f939173cf2" providerId="ADAL" clId="{F33F88E0-3380-47C4-AFDE-F1AC050ADA82}" dt="2026-01-25T15:59:41.820" v="2754" actId="790"/>
          <ac:spMkLst>
            <pc:docMk/>
            <pc:sldMk cId="517574846" sldId="303"/>
            <ac:spMk id="21" creationId="{00000000-0000-0000-0000-000000000000}"/>
          </ac:spMkLst>
        </pc:spChg>
        <pc:spChg chg="mod">
          <ac:chgData name="Yash Jadhav" userId="535c3d6d-72b8-4f77-8155-55f939173cf2" providerId="ADAL" clId="{F33F88E0-3380-47C4-AFDE-F1AC050ADA82}" dt="2026-01-25T15:59:41.824" v="2756" actId="790"/>
          <ac:spMkLst>
            <pc:docMk/>
            <pc:sldMk cId="517574846" sldId="303"/>
            <ac:spMk id="41" creationId="{00000000-0000-0000-0000-000000000000}"/>
          </ac:spMkLst>
        </pc:spChg>
        <pc:spChg chg="mod">
          <ac:chgData name="Yash Jadhav" userId="535c3d6d-72b8-4f77-8155-55f939173cf2" providerId="ADAL" clId="{F33F88E0-3380-47C4-AFDE-F1AC050ADA82}" dt="2026-01-25T15:59:41.826" v="2757" actId="790"/>
          <ac:spMkLst>
            <pc:docMk/>
            <pc:sldMk cId="517574846" sldId="303"/>
            <ac:spMk id="42" creationId="{00000000-0000-0000-0000-000000000000}"/>
          </ac:spMkLst>
        </pc:spChg>
        <pc:spChg chg="mod">
          <ac:chgData name="Yash Jadhav" userId="535c3d6d-72b8-4f77-8155-55f939173cf2" providerId="ADAL" clId="{F33F88E0-3380-47C4-AFDE-F1AC050ADA82}" dt="2026-01-25T15:59:41.828" v="2758" actId="790"/>
          <ac:spMkLst>
            <pc:docMk/>
            <pc:sldMk cId="517574846" sldId="303"/>
            <ac:spMk id="43" creationId="{00000000-0000-0000-0000-000000000000}"/>
          </ac:spMkLst>
        </pc:spChg>
        <pc:spChg chg="mod">
          <ac:chgData name="Yash Jadhav" userId="535c3d6d-72b8-4f77-8155-55f939173cf2" providerId="ADAL" clId="{F33F88E0-3380-47C4-AFDE-F1AC050ADA82}" dt="2026-01-25T15:59:41.830" v="2759" actId="790"/>
          <ac:spMkLst>
            <pc:docMk/>
            <pc:sldMk cId="517574846" sldId="303"/>
            <ac:spMk id="44" creationId="{00000000-0000-0000-0000-000000000000}"/>
          </ac:spMkLst>
        </pc:spChg>
        <pc:spChg chg="mod">
          <ac:chgData name="Yash Jadhav" userId="535c3d6d-72b8-4f77-8155-55f939173cf2" providerId="ADAL" clId="{F33F88E0-3380-47C4-AFDE-F1AC050ADA82}" dt="2026-01-25T15:59:41.832" v="2760" actId="790"/>
          <ac:spMkLst>
            <pc:docMk/>
            <pc:sldMk cId="517574846" sldId="303"/>
            <ac:spMk id="45" creationId="{00000000-0000-0000-0000-000000000000}"/>
          </ac:spMkLst>
        </pc:spChg>
        <pc:spChg chg="mod">
          <ac:chgData name="Yash Jadhav" userId="535c3d6d-72b8-4f77-8155-55f939173cf2" providerId="ADAL" clId="{F33F88E0-3380-47C4-AFDE-F1AC050ADA82}" dt="2026-01-25T15:59:41.832" v="2761" actId="790"/>
          <ac:spMkLst>
            <pc:docMk/>
            <pc:sldMk cId="517574846" sldId="303"/>
            <ac:spMk id="46" creationId="{00000000-0000-0000-0000-000000000000}"/>
          </ac:spMkLst>
        </pc:spChg>
        <pc:spChg chg="mod">
          <ac:chgData name="Yash Jadhav" userId="535c3d6d-72b8-4f77-8155-55f939173cf2" providerId="ADAL" clId="{F33F88E0-3380-47C4-AFDE-F1AC050ADA82}" dt="2026-01-25T15:59:41.834" v="2762" actId="790"/>
          <ac:spMkLst>
            <pc:docMk/>
            <pc:sldMk cId="517574846" sldId="303"/>
            <ac:spMk id="47" creationId="{00000000-0000-0000-0000-000000000000}"/>
          </ac:spMkLst>
        </pc:spChg>
        <pc:spChg chg="mod">
          <ac:chgData name="Yash Jadhav" userId="535c3d6d-72b8-4f77-8155-55f939173cf2" providerId="ADAL" clId="{F33F88E0-3380-47C4-AFDE-F1AC050ADA82}" dt="2026-01-25T15:59:41.835" v="2763" actId="790"/>
          <ac:spMkLst>
            <pc:docMk/>
            <pc:sldMk cId="517574846" sldId="303"/>
            <ac:spMk id="48" creationId="{00000000-0000-0000-0000-000000000000}"/>
          </ac:spMkLst>
        </pc:spChg>
        <pc:spChg chg="mod">
          <ac:chgData name="Yash Jadhav" userId="535c3d6d-72b8-4f77-8155-55f939173cf2" providerId="ADAL" clId="{F33F88E0-3380-47C4-AFDE-F1AC050ADA82}" dt="2026-01-25T15:59:41.842" v="2766" actId="790"/>
          <ac:spMkLst>
            <pc:docMk/>
            <pc:sldMk cId="517574846" sldId="303"/>
            <ac:spMk id="51" creationId="{00000000-0000-0000-0000-000000000000}"/>
          </ac:spMkLst>
        </pc:spChg>
        <pc:spChg chg="mod">
          <ac:chgData name="Yash Jadhav" userId="535c3d6d-72b8-4f77-8155-55f939173cf2" providerId="ADAL" clId="{F33F88E0-3380-47C4-AFDE-F1AC050ADA82}" dt="2026-01-25T15:59:41.844" v="2767" actId="790"/>
          <ac:spMkLst>
            <pc:docMk/>
            <pc:sldMk cId="517574846" sldId="303"/>
            <ac:spMk id="52" creationId="{00000000-0000-0000-0000-000000000000}"/>
          </ac:spMkLst>
        </pc:spChg>
        <pc:spChg chg="mod">
          <ac:chgData name="Yash Jadhav" userId="535c3d6d-72b8-4f77-8155-55f939173cf2" providerId="ADAL" clId="{F33F88E0-3380-47C4-AFDE-F1AC050ADA82}" dt="2026-01-25T15:59:41.847" v="2768" actId="790"/>
          <ac:spMkLst>
            <pc:docMk/>
            <pc:sldMk cId="517574846" sldId="303"/>
            <ac:spMk id="53" creationId="{00000000-0000-0000-0000-000000000000}"/>
          </ac:spMkLst>
        </pc:spChg>
        <pc:spChg chg="mod">
          <ac:chgData name="Yash Jadhav" userId="535c3d6d-72b8-4f77-8155-55f939173cf2" providerId="ADAL" clId="{F33F88E0-3380-47C4-AFDE-F1AC050ADA82}" dt="2026-01-25T15:59:41.865" v="2777" actId="790"/>
          <ac:spMkLst>
            <pc:docMk/>
            <pc:sldMk cId="517574846" sldId="303"/>
            <ac:spMk id="59" creationId="{834617B7-7BE9-4525-AC15-079B8F736BD2}"/>
          </ac:spMkLst>
        </pc:spChg>
        <pc:spChg chg="mod">
          <ac:chgData name="Yash Jadhav" userId="535c3d6d-72b8-4f77-8155-55f939173cf2" providerId="ADAL" clId="{F33F88E0-3380-47C4-AFDE-F1AC050ADA82}" dt="2026-01-25T15:59:41.867" v="2778" actId="790"/>
          <ac:spMkLst>
            <pc:docMk/>
            <pc:sldMk cId="517574846" sldId="303"/>
            <ac:spMk id="61" creationId="{98712D4B-D1D8-43ED-A11D-6A45B98C4D45}"/>
          </ac:spMkLst>
        </pc:spChg>
        <pc:spChg chg="mod">
          <ac:chgData name="Yash Jadhav" userId="535c3d6d-72b8-4f77-8155-55f939173cf2" providerId="ADAL" clId="{F33F88E0-3380-47C4-AFDE-F1AC050ADA82}" dt="2026-01-25T15:59:41.868" v="2779" actId="790"/>
          <ac:spMkLst>
            <pc:docMk/>
            <pc:sldMk cId="517574846" sldId="303"/>
            <ac:spMk id="62" creationId="{8F13D31D-A4A4-478D-A449-71E51C78D30D}"/>
          </ac:spMkLst>
        </pc:spChg>
        <pc:spChg chg="mod">
          <ac:chgData name="Yash Jadhav" userId="535c3d6d-72b8-4f77-8155-55f939173cf2" providerId="ADAL" clId="{F33F88E0-3380-47C4-AFDE-F1AC050ADA82}" dt="2026-01-25T15:59:41.870" v="2780" actId="790"/>
          <ac:spMkLst>
            <pc:docMk/>
            <pc:sldMk cId="517574846" sldId="303"/>
            <ac:spMk id="63" creationId="{DA562BC3-76AB-41D1-A998-A0BA1624A5B2}"/>
          </ac:spMkLst>
        </pc:spChg>
        <pc:spChg chg="mod">
          <ac:chgData name="Yash Jadhav" userId="535c3d6d-72b8-4f77-8155-55f939173cf2" providerId="ADAL" clId="{F33F88E0-3380-47C4-AFDE-F1AC050ADA82}" dt="2026-01-25T15:59:41.872" v="2781" actId="790"/>
          <ac:spMkLst>
            <pc:docMk/>
            <pc:sldMk cId="517574846" sldId="303"/>
            <ac:spMk id="64" creationId="{8F0D4654-FFD5-4E9A-9130-1730FD5B187C}"/>
          </ac:spMkLst>
        </pc:spChg>
        <pc:spChg chg="mod">
          <ac:chgData name="Yash Jadhav" userId="535c3d6d-72b8-4f77-8155-55f939173cf2" providerId="ADAL" clId="{F33F88E0-3380-47C4-AFDE-F1AC050ADA82}" dt="2026-01-25T15:59:41.874" v="2782" actId="790"/>
          <ac:spMkLst>
            <pc:docMk/>
            <pc:sldMk cId="517574846" sldId="303"/>
            <ac:spMk id="65" creationId="{890E755B-0158-4D33-8EE7-B568F4143010}"/>
          </ac:spMkLst>
        </pc:spChg>
        <pc:spChg chg="mod">
          <ac:chgData name="Yash Jadhav" userId="535c3d6d-72b8-4f77-8155-55f939173cf2" providerId="ADAL" clId="{F33F88E0-3380-47C4-AFDE-F1AC050ADA82}" dt="2026-01-25T15:59:41.877" v="2783" actId="790"/>
          <ac:spMkLst>
            <pc:docMk/>
            <pc:sldMk cId="517574846" sldId="303"/>
            <ac:spMk id="66" creationId="{999FAAE1-7AFC-40B3-9B47-80B25AEB664A}"/>
          </ac:spMkLst>
        </pc:spChg>
        <pc:spChg chg="mod">
          <ac:chgData name="Yash Jadhav" userId="535c3d6d-72b8-4f77-8155-55f939173cf2" providerId="ADAL" clId="{F33F88E0-3380-47C4-AFDE-F1AC050ADA82}" dt="2026-01-25T15:59:41.839" v="2765" actId="790"/>
          <ac:spMkLst>
            <pc:docMk/>
            <pc:sldMk cId="517574846" sldId="303"/>
            <ac:spMk id="67" creationId="{00000000-0000-0000-0000-000000000000}"/>
          </ac:spMkLst>
        </pc:spChg>
        <pc:spChg chg="mod">
          <ac:chgData name="Yash Jadhav" userId="535c3d6d-72b8-4f77-8155-55f939173cf2" providerId="ADAL" clId="{F33F88E0-3380-47C4-AFDE-F1AC050ADA82}" dt="2026-01-25T15:59:41.858" v="2773" actId="790"/>
          <ac:spMkLst>
            <pc:docMk/>
            <pc:sldMk cId="517574846" sldId="303"/>
            <ac:spMk id="73" creationId="{C602D60E-E67B-6E2D-5D54-EE02BBBDB627}"/>
          </ac:spMkLst>
        </pc:spChg>
        <pc:spChg chg="mod">
          <ac:chgData name="Yash Jadhav" userId="535c3d6d-72b8-4f77-8155-55f939173cf2" providerId="ADAL" clId="{F33F88E0-3380-47C4-AFDE-F1AC050ADA82}" dt="2026-01-25T15:59:41.860" v="2774" actId="790"/>
          <ac:spMkLst>
            <pc:docMk/>
            <pc:sldMk cId="517574846" sldId="303"/>
            <ac:spMk id="74" creationId="{6D4B89F7-BD39-A525-F4D7-2C9217DB2DEC}"/>
          </ac:spMkLst>
        </pc:spChg>
        <pc:spChg chg="mod">
          <ac:chgData name="Yash Jadhav" userId="535c3d6d-72b8-4f77-8155-55f939173cf2" providerId="ADAL" clId="{F33F88E0-3380-47C4-AFDE-F1AC050ADA82}" dt="2026-01-25T15:59:41.862" v="2775" actId="790"/>
          <ac:spMkLst>
            <pc:docMk/>
            <pc:sldMk cId="517574846" sldId="303"/>
            <ac:spMk id="75" creationId="{12ABE279-C7F2-129E-021D-5FB4BA2F231C}"/>
          </ac:spMkLst>
        </pc:spChg>
        <pc:spChg chg="mod">
          <ac:chgData name="Yash Jadhav" userId="535c3d6d-72b8-4f77-8155-55f939173cf2" providerId="ADAL" clId="{F33F88E0-3380-47C4-AFDE-F1AC050ADA82}" dt="2026-01-25T15:59:41.805" v="2746" actId="790"/>
          <ac:spMkLst>
            <pc:docMk/>
            <pc:sldMk cId="517574846" sldId="303"/>
            <ac:spMk id="76" creationId="{00000000-0000-0000-0000-000000000000}"/>
          </ac:spMkLst>
        </pc:spChg>
        <pc:spChg chg="mod">
          <ac:chgData name="Yash Jadhav" userId="535c3d6d-72b8-4f77-8155-55f939173cf2" providerId="ADAL" clId="{F33F88E0-3380-47C4-AFDE-F1AC050ADA82}" dt="2026-01-25T15:59:41.822" v="2755" actId="790"/>
          <ac:spMkLst>
            <pc:docMk/>
            <pc:sldMk cId="517574846" sldId="303"/>
            <ac:spMk id="77" creationId="{00000000-0000-0000-0000-000000000000}"/>
          </ac:spMkLst>
        </pc:spChg>
        <pc:spChg chg="mod">
          <ac:chgData name="Yash Jadhav" userId="535c3d6d-72b8-4f77-8155-55f939173cf2" providerId="ADAL" clId="{F33F88E0-3380-47C4-AFDE-F1AC050ADA82}" dt="2026-01-25T15:59:41.863" v="2776" actId="790"/>
          <ac:spMkLst>
            <pc:docMk/>
            <pc:sldMk cId="517574846" sldId="303"/>
            <ac:spMk id="79" creationId="{4A6536BB-04E4-DDA5-F4D3-D8291BAB5A06}"/>
          </ac:spMkLst>
        </pc:spChg>
        <pc:spChg chg="mod">
          <ac:chgData name="Yash Jadhav" userId="535c3d6d-72b8-4f77-8155-55f939173cf2" providerId="ADAL" clId="{F33F88E0-3380-47C4-AFDE-F1AC050ADA82}" dt="2026-01-25T15:59:41.849" v="2769" actId="790"/>
          <ac:spMkLst>
            <pc:docMk/>
            <pc:sldMk cId="517574846" sldId="303"/>
            <ac:spMk id="84" creationId="{9A8F0D28-E554-5E07-0E18-91DD32378736}"/>
          </ac:spMkLst>
        </pc:spChg>
        <pc:spChg chg="mod">
          <ac:chgData name="Yash Jadhav" userId="535c3d6d-72b8-4f77-8155-55f939173cf2" providerId="ADAL" clId="{F33F88E0-3380-47C4-AFDE-F1AC050ADA82}" dt="2026-01-25T15:59:41.851" v="2770" actId="790"/>
          <ac:spMkLst>
            <pc:docMk/>
            <pc:sldMk cId="517574846" sldId="303"/>
            <ac:spMk id="85" creationId="{C7B33E51-2087-4876-1960-81C35C23FDAB}"/>
          </ac:spMkLst>
        </pc:spChg>
        <pc:spChg chg="mod">
          <ac:chgData name="Yash Jadhav" userId="535c3d6d-72b8-4f77-8155-55f939173cf2" providerId="ADAL" clId="{F33F88E0-3380-47C4-AFDE-F1AC050ADA82}" dt="2026-01-25T15:59:41.854" v="2771" actId="790"/>
          <ac:spMkLst>
            <pc:docMk/>
            <pc:sldMk cId="517574846" sldId="303"/>
            <ac:spMk id="86" creationId="{B5FAC4C4-F383-BE4F-B3DD-666954692E8E}"/>
          </ac:spMkLst>
        </pc:spChg>
        <pc:spChg chg="mod">
          <ac:chgData name="Yash Jadhav" userId="535c3d6d-72b8-4f77-8155-55f939173cf2" providerId="ADAL" clId="{F33F88E0-3380-47C4-AFDE-F1AC050ADA82}" dt="2026-01-25T15:59:41.807" v="2747" actId="790"/>
          <ac:spMkLst>
            <pc:docMk/>
            <pc:sldMk cId="517574846" sldId="303"/>
            <ac:spMk id="90" creationId="{00000000-0000-0000-0000-000000000000}"/>
          </ac:spMkLst>
        </pc:spChg>
        <pc:spChg chg="mod">
          <ac:chgData name="Yash Jadhav" userId="535c3d6d-72b8-4f77-8155-55f939173cf2" providerId="ADAL" clId="{F33F88E0-3380-47C4-AFDE-F1AC050ADA82}" dt="2026-01-25T15:59:41.809" v="2748" actId="790"/>
          <ac:spMkLst>
            <pc:docMk/>
            <pc:sldMk cId="517574846" sldId="303"/>
            <ac:spMk id="91" creationId="{00000000-0000-0000-0000-000000000000}"/>
          </ac:spMkLst>
        </pc:spChg>
        <pc:spChg chg="mod">
          <ac:chgData name="Yash Jadhav" userId="535c3d6d-72b8-4f77-8155-55f939173cf2" providerId="ADAL" clId="{F33F88E0-3380-47C4-AFDE-F1AC050ADA82}" dt="2026-01-25T15:59:41.795" v="2740" actId="790"/>
          <ac:spMkLst>
            <pc:docMk/>
            <pc:sldMk cId="517574846" sldId="303"/>
            <ac:spMk id="92" creationId="{00000000-0000-0000-0000-000000000000}"/>
          </ac:spMkLst>
        </pc:spChg>
        <pc:spChg chg="mod">
          <ac:chgData name="Yash Jadhav" userId="535c3d6d-72b8-4f77-8155-55f939173cf2" providerId="ADAL" clId="{F33F88E0-3380-47C4-AFDE-F1AC050ADA82}" dt="2026-01-25T15:59:41.797" v="2741" actId="790"/>
          <ac:spMkLst>
            <pc:docMk/>
            <pc:sldMk cId="517574846" sldId="303"/>
            <ac:spMk id="93" creationId="{00000000-0000-0000-0000-000000000000}"/>
          </ac:spMkLst>
        </pc:spChg>
        <pc:spChg chg="mod">
          <ac:chgData name="Yash Jadhav" userId="535c3d6d-72b8-4f77-8155-55f939173cf2" providerId="ADAL" clId="{F33F88E0-3380-47C4-AFDE-F1AC050ADA82}" dt="2026-01-25T15:59:41.800" v="2742" actId="790"/>
          <ac:spMkLst>
            <pc:docMk/>
            <pc:sldMk cId="517574846" sldId="303"/>
            <ac:spMk id="94" creationId="{00000000-0000-0000-0000-000000000000}"/>
          </ac:spMkLst>
        </pc:spChg>
        <pc:spChg chg="mod">
          <ac:chgData name="Yash Jadhav" userId="535c3d6d-72b8-4f77-8155-55f939173cf2" providerId="ADAL" clId="{F33F88E0-3380-47C4-AFDE-F1AC050ADA82}" dt="2026-01-25T15:59:41.801" v="2743" actId="790"/>
          <ac:spMkLst>
            <pc:docMk/>
            <pc:sldMk cId="517574846" sldId="303"/>
            <ac:spMk id="95" creationId="{00000000-0000-0000-0000-000000000000}"/>
          </ac:spMkLst>
        </pc:spChg>
        <pc:spChg chg="mod">
          <ac:chgData name="Yash Jadhav" userId="535c3d6d-72b8-4f77-8155-55f939173cf2" providerId="ADAL" clId="{F33F88E0-3380-47C4-AFDE-F1AC050ADA82}" dt="2026-01-25T15:59:41.856" v="2772" actId="790"/>
          <ac:spMkLst>
            <pc:docMk/>
            <pc:sldMk cId="517574846" sldId="303"/>
            <ac:spMk id="100" creationId="{EB9EAD98-AD2F-2C06-3B79-17AF472454B9}"/>
          </ac:spMkLst>
        </pc:spChg>
        <pc:spChg chg="mod">
          <ac:chgData name="Yash Jadhav" userId="535c3d6d-72b8-4f77-8155-55f939173cf2" providerId="ADAL" clId="{F33F88E0-3380-47C4-AFDE-F1AC050ADA82}" dt="2026-01-25T15:59:41.837" v="2764" actId="790"/>
          <ac:spMkLst>
            <pc:docMk/>
            <pc:sldMk cId="517574846" sldId="303"/>
            <ac:spMk id="101" creationId="{33EFD700-4618-B38D-4171-FCDB27EA9DA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32774115" sldId="304"/>
        </pc:sldMkLst>
        <pc:spChg chg="mod ord">
          <ac:chgData name="Yash Jadhav" userId="535c3d6d-72b8-4f77-8155-55f939173cf2" providerId="ADAL" clId="{F33F88E0-3380-47C4-AFDE-F1AC050ADA82}" dt="2026-01-25T16:06:14.662" v="8413" actId="6264"/>
          <ac:spMkLst>
            <pc:docMk/>
            <pc:sldMk cId="2432774115" sldId="304"/>
            <ac:spMk id="2" creationId="{4C465C00-AE5A-978E-6226-559E1C5D5B6C}"/>
          </ac:spMkLst>
        </pc:spChg>
        <pc:spChg chg="mod">
          <ac:chgData name="Yash Jadhav" userId="535c3d6d-72b8-4f77-8155-55f939173cf2" providerId="ADAL" clId="{F33F88E0-3380-47C4-AFDE-F1AC050ADA82}" dt="2026-01-25T15:59:53.593" v="2789" actId="790"/>
          <ac:spMkLst>
            <pc:docMk/>
            <pc:sldMk cId="2432774115" sldId="304"/>
            <ac:spMk id="4" creationId="{0AC8C142-02B1-A5A1-47A6-920CDC6CBDC5}"/>
          </ac:spMkLst>
        </pc:spChg>
        <pc:spChg chg="mod">
          <ac:chgData name="Yash Jadhav" userId="535c3d6d-72b8-4f77-8155-55f939173cf2" providerId="ADAL" clId="{F33F88E0-3380-47C4-AFDE-F1AC050ADA82}" dt="2026-01-25T15:59:53.596" v="2790" actId="790"/>
          <ac:spMkLst>
            <pc:docMk/>
            <pc:sldMk cId="2432774115" sldId="304"/>
            <ac:spMk id="5" creationId="{C2ADA524-03AA-B0A2-E20E-1D9E4E07F373}"/>
          </ac:spMkLst>
        </pc:spChg>
        <pc:spChg chg="mod">
          <ac:chgData name="Yash Jadhav" userId="535c3d6d-72b8-4f77-8155-55f939173cf2" providerId="ADAL" clId="{F33F88E0-3380-47C4-AFDE-F1AC050ADA82}" dt="2026-01-25T15:59:53.599" v="2791" actId="790"/>
          <ac:spMkLst>
            <pc:docMk/>
            <pc:sldMk cId="2432774115" sldId="304"/>
            <ac:spMk id="6" creationId="{75F7565A-E275-6C26-0C20-B6E7C811C38C}"/>
          </ac:spMkLst>
        </pc:spChg>
        <pc:spChg chg="mod">
          <ac:chgData name="Yash Jadhav" userId="535c3d6d-72b8-4f77-8155-55f939173cf2" providerId="ADAL" clId="{F33F88E0-3380-47C4-AFDE-F1AC050ADA82}" dt="2026-01-25T15:59:53.601" v="2792" actId="790"/>
          <ac:spMkLst>
            <pc:docMk/>
            <pc:sldMk cId="2432774115" sldId="304"/>
            <ac:spMk id="7" creationId="{F6330006-1E51-5F34-85A1-98FB4CD10213}"/>
          </ac:spMkLst>
        </pc:spChg>
        <pc:spChg chg="mod">
          <ac:chgData name="Yash Jadhav" userId="535c3d6d-72b8-4f77-8155-55f939173cf2" providerId="ADAL" clId="{F33F88E0-3380-47C4-AFDE-F1AC050ADA82}" dt="2026-01-25T15:59:53.604" v="2793" actId="790"/>
          <ac:spMkLst>
            <pc:docMk/>
            <pc:sldMk cId="2432774115" sldId="304"/>
            <ac:spMk id="8" creationId="{97C9F384-5FDC-4BAA-42BB-C303F8DC7DC4}"/>
          </ac:spMkLst>
        </pc:spChg>
        <pc:spChg chg="mod">
          <ac:chgData name="Yash Jadhav" userId="535c3d6d-72b8-4f77-8155-55f939173cf2" providerId="ADAL" clId="{F33F88E0-3380-47C4-AFDE-F1AC050ADA82}" dt="2026-01-25T15:59:53.606" v="2794" actId="790"/>
          <ac:spMkLst>
            <pc:docMk/>
            <pc:sldMk cId="2432774115" sldId="304"/>
            <ac:spMk id="9" creationId="{10194A66-0210-AA6F-C3D8-6C09D145B2E0}"/>
          </ac:spMkLst>
        </pc:spChg>
        <pc:spChg chg="mod">
          <ac:chgData name="Yash Jadhav" userId="535c3d6d-72b8-4f77-8155-55f939173cf2" providerId="ADAL" clId="{F33F88E0-3380-47C4-AFDE-F1AC050ADA82}" dt="2026-01-25T15:59:53.609" v="2795" actId="790"/>
          <ac:spMkLst>
            <pc:docMk/>
            <pc:sldMk cId="2432774115" sldId="304"/>
            <ac:spMk id="10" creationId="{AA6EFE7B-F3A6-658E-ED84-DE32AFF4152E}"/>
          </ac:spMkLst>
        </pc:spChg>
        <pc:spChg chg="mod">
          <ac:chgData name="Yash Jadhav" userId="535c3d6d-72b8-4f77-8155-55f939173cf2" providerId="ADAL" clId="{F33F88E0-3380-47C4-AFDE-F1AC050ADA82}" dt="2026-01-25T15:59:53.611" v="2796" actId="790"/>
          <ac:spMkLst>
            <pc:docMk/>
            <pc:sldMk cId="2432774115" sldId="304"/>
            <ac:spMk id="11" creationId="{0B6673A4-3FD2-7235-73FA-8E0044190935}"/>
          </ac:spMkLst>
        </pc:spChg>
        <pc:spChg chg="mod">
          <ac:chgData name="Yash Jadhav" userId="535c3d6d-72b8-4f77-8155-55f939173cf2" providerId="ADAL" clId="{F33F88E0-3380-47C4-AFDE-F1AC050ADA82}" dt="2026-01-25T15:59:53.613" v="2797" actId="790"/>
          <ac:spMkLst>
            <pc:docMk/>
            <pc:sldMk cId="2432774115" sldId="304"/>
            <ac:spMk id="12" creationId="{BEB345FE-7038-B8E4-4029-45F2B17BF3DB}"/>
          </ac:spMkLst>
        </pc:spChg>
        <pc:spChg chg="mod">
          <ac:chgData name="Yash Jadhav" userId="535c3d6d-72b8-4f77-8155-55f939173cf2" providerId="ADAL" clId="{F33F88E0-3380-47C4-AFDE-F1AC050ADA82}" dt="2026-01-25T15:59:53.615" v="2798" actId="790"/>
          <ac:spMkLst>
            <pc:docMk/>
            <pc:sldMk cId="2432774115" sldId="304"/>
            <ac:spMk id="13" creationId="{E02A4F48-65A0-4920-398A-392C47FDFF22}"/>
          </ac:spMkLst>
        </pc:spChg>
        <pc:spChg chg="mod">
          <ac:chgData name="Yash Jadhav" userId="535c3d6d-72b8-4f77-8155-55f939173cf2" providerId="ADAL" clId="{F33F88E0-3380-47C4-AFDE-F1AC050ADA82}" dt="2026-01-25T15:59:53.617" v="2799" actId="790"/>
          <ac:spMkLst>
            <pc:docMk/>
            <pc:sldMk cId="2432774115" sldId="304"/>
            <ac:spMk id="14" creationId="{97288F0B-57CE-E157-E2B3-7D84134A7C1B}"/>
          </ac:spMkLst>
        </pc:spChg>
        <pc:spChg chg="mod">
          <ac:chgData name="Yash Jadhav" userId="535c3d6d-72b8-4f77-8155-55f939173cf2" providerId="ADAL" clId="{F33F88E0-3380-47C4-AFDE-F1AC050ADA82}" dt="2026-01-25T15:59:53.619" v="2800" actId="790"/>
          <ac:spMkLst>
            <pc:docMk/>
            <pc:sldMk cId="2432774115" sldId="304"/>
            <ac:spMk id="15" creationId="{B043340C-393F-A6F6-7AAB-A84380AB7CCA}"/>
          </ac:spMkLst>
        </pc:spChg>
        <pc:spChg chg="mod">
          <ac:chgData name="Yash Jadhav" userId="535c3d6d-72b8-4f77-8155-55f939173cf2" providerId="ADAL" clId="{F33F88E0-3380-47C4-AFDE-F1AC050ADA82}" dt="2026-01-25T15:59:53.621" v="2801" actId="790"/>
          <ac:spMkLst>
            <pc:docMk/>
            <pc:sldMk cId="2432774115" sldId="304"/>
            <ac:spMk id="16" creationId="{5216C6B5-E0C5-69FC-6382-5133CF8618FC}"/>
          </ac:spMkLst>
        </pc:spChg>
        <pc:spChg chg="mod">
          <ac:chgData name="Yash Jadhav" userId="535c3d6d-72b8-4f77-8155-55f939173cf2" providerId="ADAL" clId="{F33F88E0-3380-47C4-AFDE-F1AC050ADA82}" dt="2026-01-25T15:59:53.624" v="2802" actId="790"/>
          <ac:spMkLst>
            <pc:docMk/>
            <pc:sldMk cId="2432774115" sldId="304"/>
            <ac:spMk id="17" creationId="{216399B8-D647-3FE1-37AE-597DCA903B41}"/>
          </ac:spMkLst>
        </pc:spChg>
        <pc:spChg chg="mod">
          <ac:chgData name="Yash Jadhav" userId="535c3d6d-72b8-4f77-8155-55f939173cf2" providerId="ADAL" clId="{F33F88E0-3380-47C4-AFDE-F1AC050ADA82}" dt="2026-01-25T15:59:53.625" v="2803" actId="790"/>
          <ac:spMkLst>
            <pc:docMk/>
            <pc:sldMk cId="2432774115" sldId="304"/>
            <ac:spMk id="18" creationId="{53856216-CD5C-FBEA-4F2C-37C2900E70C7}"/>
          </ac:spMkLst>
        </pc:spChg>
        <pc:spChg chg="mod">
          <ac:chgData name="Yash Jadhav" userId="535c3d6d-72b8-4f77-8155-55f939173cf2" providerId="ADAL" clId="{F33F88E0-3380-47C4-AFDE-F1AC050ADA82}" dt="2026-01-25T15:59:53.627" v="2804" actId="790"/>
          <ac:spMkLst>
            <pc:docMk/>
            <pc:sldMk cId="2432774115" sldId="304"/>
            <ac:spMk id="19" creationId="{747A95AD-F503-4702-1D49-52F424867014}"/>
          </ac:spMkLst>
        </pc:spChg>
        <pc:spChg chg="mod">
          <ac:chgData name="Yash Jadhav" userId="535c3d6d-72b8-4f77-8155-55f939173cf2" providerId="ADAL" clId="{F33F88E0-3380-47C4-AFDE-F1AC050ADA82}" dt="2026-01-25T15:59:53.629" v="2805" actId="790"/>
          <ac:spMkLst>
            <pc:docMk/>
            <pc:sldMk cId="2432774115" sldId="304"/>
            <ac:spMk id="20" creationId="{2BA6D1F2-6E34-D19E-D4DF-1C227ED42658}"/>
          </ac:spMkLst>
        </pc:spChg>
        <pc:spChg chg="mod">
          <ac:chgData name="Yash Jadhav" userId="535c3d6d-72b8-4f77-8155-55f939173cf2" providerId="ADAL" clId="{F33F88E0-3380-47C4-AFDE-F1AC050ADA82}" dt="2026-01-25T15:59:53.631" v="2806" actId="790"/>
          <ac:spMkLst>
            <pc:docMk/>
            <pc:sldMk cId="2432774115" sldId="304"/>
            <ac:spMk id="21" creationId="{0B5D9A19-A063-2128-EF34-1A4FB481F51C}"/>
          </ac:spMkLst>
        </pc:spChg>
        <pc:spChg chg="mod">
          <ac:chgData name="Yash Jadhav" userId="535c3d6d-72b8-4f77-8155-55f939173cf2" providerId="ADAL" clId="{F33F88E0-3380-47C4-AFDE-F1AC050ADA82}" dt="2026-01-25T15:59:53.633" v="2807" actId="790"/>
          <ac:spMkLst>
            <pc:docMk/>
            <pc:sldMk cId="2432774115" sldId="304"/>
            <ac:spMk id="22" creationId="{084939AF-C312-D044-684C-F72B99C511BB}"/>
          </ac:spMkLst>
        </pc:spChg>
        <pc:spChg chg="mod">
          <ac:chgData name="Yash Jadhav" userId="535c3d6d-72b8-4f77-8155-55f939173cf2" providerId="ADAL" clId="{F33F88E0-3380-47C4-AFDE-F1AC050ADA82}" dt="2026-01-25T15:59:53.637" v="2810" actId="790"/>
          <ac:spMkLst>
            <pc:docMk/>
            <pc:sldMk cId="2432774115" sldId="304"/>
            <ac:spMk id="24" creationId="{4BE05A80-81B1-DDE2-CDA1-1D85F632E8F2}"/>
          </ac:spMkLst>
        </pc:spChg>
        <pc:spChg chg="mod">
          <ac:chgData name="Yash Jadhav" userId="535c3d6d-72b8-4f77-8155-55f939173cf2" providerId="ADAL" clId="{F33F88E0-3380-47C4-AFDE-F1AC050ADA82}" dt="2026-01-25T15:59:53.639" v="2811" actId="790"/>
          <ac:spMkLst>
            <pc:docMk/>
            <pc:sldMk cId="2432774115" sldId="304"/>
            <ac:spMk id="25" creationId="{4AAEFE66-89A4-FA83-DF98-C60517B380D4}"/>
          </ac:spMkLst>
        </pc:spChg>
        <pc:spChg chg="mod">
          <ac:chgData name="Yash Jadhav" userId="535c3d6d-72b8-4f77-8155-55f939173cf2" providerId="ADAL" clId="{F33F88E0-3380-47C4-AFDE-F1AC050ADA82}" dt="2026-01-25T15:59:53.641" v="2812" actId="790"/>
          <ac:spMkLst>
            <pc:docMk/>
            <pc:sldMk cId="2432774115" sldId="304"/>
            <ac:spMk id="26" creationId="{7A02A17F-CB0D-F8D0-BFC0-7E69EC83072E}"/>
          </ac:spMkLst>
        </pc:spChg>
        <pc:spChg chg="mod">
          <ac:chgData name="Yash Jadhav" userId="535c3d6d-72b8-4f77-8155-55f939173cf2" providerId="ADAL" clId="{F33F88E0-3380-47C4-AFDE-F1AC050ADA82}" dt="2026-01-25T15:59:53.643" v="2813" actId="790"/>
          <ac:spMkLst>
            <pc:docMk/>
            <pc:sldMk cId="2432774115" sldId="304"/>
            <ac:spMk id="27" creationId="{D0A4999D-A6C4-C2F1-DC2E-F0558E3CA9EB}"/>
          </ac:spMkLst>
        </pc:spChg>
        <pc:spChg chg="mod">
          <ac:chgData name="Yash Jadhav" userId="535c3d6d-72b8-4f77-8155-55f939173cf2" providerId="ADAL" clId="{F33F88E0-3380-47C4-AFDE-F1AC050ADA82}" dt="2026-01-25T15:59:53.651" v="2814" actId="790"/>
          <ac:spMkLst>
            <pc:docMk/>
            <pc:sldMk cId="2432774115" sldId="304"/>
            <ac:spMk id="28" creationId="{0B38FE04-48AE-D3B9-39D3-19B353D80CE3}"/>
          </ac:spMkLst>
        </pc:spChg>
        <pc:spChg chg="mod">
          <ac:chgData name="Yash Jadhav" userId="535c3d6d-72b8-4f77-8155-55f939173cf2" providerId="ADAL" clId="{F33F88E0-3380-47C4-AFDE-F1AC050ADA82}" dt="2026-01-25T15:59:53.653" v="2815" actId="790"/>
          <ac:spMkLst>
            <pc:docMk/>
            <pc:sldMk cId="2432774115" sldId="304"/>
            <ac:spMk id="29" creationId="{6E620D54-1B6A-0533-52BB-2C199DCC9186}"/>
          </ac:spMkLst>
        </pc:spChg>
        <pc:spChg chg="mod">
          <ac:chgData name="Yash Jadhav" userId="535c3d6d-72b8-4f77-8155-55f939173cf2" providerId="ADAL" clId="{F33F88E0-3380-47C4-AFDE-F1AC050ADA82}" dt="2026-01-25T15:59:53.655" v="2816" actId="790"/>
          <ac:spMkLst>
            <pc:docMk/>
            <pc:sldMk cId="2432774115" sldId="304"/>
            <ac:spMk id="30" creationId="{4D44F65C-2527-F1E8-D763-A3563579F09C}"/>
          </ac:spMkLst>
        </pc:spChg>
        <pc:spChg chg="mod">
          <ac:chgData name="Yash Jadhav" userId="535c3d6d-72b8-4f77-8155-55f939173cf2" providerId="ADAL" clId="{F33F88E0-3380-47C4-AFDE-F1AC050ADA82}" dt="2026-01-25T15:59:53.657" v="2817" actId="790"/>
          <ac:spMkLst>
            <pc:docMk/>
            <pc:sldMk cId="2432774115" sldId="304"/>
            <ac:spMk id="31" creationId="{57A1A6E9-1914-3743-D4DC-94BC207C2649}"/>
          </ac:spMkLst>
        </pc:spChg>
        <pc:spChg chg="mod">
          <ac:chgData name="Yash Jadhav" userId="535c3d6d-72b8-4f77-8155-55f939173cf2" providerId="ADAL" clId="{F33F88E0-3380-47C4-AFDE-F1AC050ADA82}" dt="2026-01-25T15:59:53.659" v="2818" actId="790"/>
          <ac:spMkLst>
            <pc:docMk/>
            <pc:sldMk cId="2432774115" sldId="304"/>
            <ac:spMk id="32" creationId="{8B9321A3-1DA6-1B7B-29D8-11F3B09D01D4}"/>
          </ac:spMkLst>
        </pc:spChg>
        <pc:spChg chg="mod">
          <ac:chgData name="Yash Jadhav" userId="535c3d6d-72b8-4f77-8155-55f939173cf2" providerId="ADAL" clId="{F33F88E0-3380-47C4-AFDE-F1AC050ADA82}" dt="2026-01-25T15:59:53.662" v="2819" actId="790"/>
          <ac:spMkLst>
            <pc:docMk/>
            <pc:sldMk cId="2432774115" sldId="304"/>
            <ac:spMk id="33" creationId="{7DABB9E7-27C9-6806-98DF-24BB996D12B5}"/>
          </ac:spMkLst>
        </pc:spChg>
        <pc:spChg chg="mod">
          <ac:chgData name="Yash Jadhav" userId="535c3d6d-72b8-4f77-8155-55f939173cf2" providerId="ADAL" clId="{F33F88E0-3380-47C4-AFDE-F1AC050ADA82}" dt="2026-01-25T15:59:53.665" v="2820" actId="790"/>
          <ac:spMkLst>
            <pc:docMk/>
            <pc:sldMk cId="2432774115" sldId="304"/>
            <ac:spMk id="34" creationId="{63726ABC-2E5D-DFAD-B08A-E197E9A67187}"/>
          </ac:spMkLst>
        </pc:spChg>
        <pc:spChg chg="mod">
          <ac:chgData name="Yash Jadhav" userId="535c3d6d-72b8-4f77-8155-55f939173cf2" providerId="ADAL" clId="{F33F88E0-3380-47C4-AFDE-F1AC050ADA82}" dt="2026-01-25T15:59:53.667" v="2821" actId="790"/>
          <ac:spMkLst>
            <pc:docMk/>
            <pc:sldMk cId="2432774115" sldId="304"/>
            <ac:spMk id="35" creationId="{F21621DD-3A54-1344-EC9F-61738B040B53}"/>
          </ac:spMkLst>
        </pc:spChg>
        <pc:spChg chg="mod">
          <ac:chgData name="Yash Jadhav" userId="535c3d6d-72b8-4f77-8155-55f939173cf2" providerId="ADAL" clId="{F33F88E0-3380-47C4-AFDE-F1AC050ADA82}" dt="2026-01-25T15:59:53.669" v="2822" actId="790"/>
          <ac:spMkLst>
            <pc:docMk/>
            <pc:sldMk cId="2432774115" sldId="304"/>
            <ac:spMk id="36" creationId="{90BE2B75-DEDB-2266-995B-10613500AD87}"/>
          </ac:spMkLst>
        </pc:spChg>
        <pc:spChg chg="mod">
          <ac:chgData name="Yash Jadhav" userId="535c3d6d-72b8-4f77-8155-55f939173cf2" providerId="ADAL" clId="{F33F88E0-3380-47C4-AFDE-F1AC050ADA82}" dt="2026-01-25T15:59:53.671" v="2823" actId="790"/>
          <ac:spMkLst>
            <pc:docMk/>
            <pc:sldMk cId="2432774115" sldId="304"/>
            <ac:spMk id="37" creationId="{0D5F185E-D4B3-E8BE-3EDB-580E1ECBD240}"/>
          </ac:spMkLst>
        </pc:spChg>
        <pc:spChg chg="mod">
          <ac:chgData name="Yash Jadhav" userId="535c3d6d-72b8-4f77-8155-55f939173cf2" providerId="ADAL" clId="{F33F88E0-3380-47C4-AFDE-F1AC050ADA82}" dt="2026-01-25T15:59:53.673" v="2824" actId="790"/>
          <ac:spMkLst>
            <pc:docMk/>
            <pc:sldMk cId="2432774115" sldId="304"/>
            <ac:spMk id="38" creationId="{604D955A-FD84-654B-D3E2-0C34C214E1FB}"/>
          </ac:spMkLst>
        </pc:spChg>
        <pc:spChg chg="mod">
          <ac:chgData name="Yash Jadhav" userId="535c3d6d-72b8-4f77-8155-55f939173cf2" providerId="ADAL" clId="{F33F88E0-3380-47C4-AFDE-F1AC050ADA82}" dt="2026-01-25T15:59:53.676" v="2825" actId="790"/>
          <ac:spMkLst>
            <pc:docMk/>
            <pc:sldMk cId="2432774115" sldId="304"/>
            <ac:spMk id="39" creationId="{1178F835-3878-D597-C5AA-CE436C758494}"/>
          </ac:spMkLst>
        </pc:spChg>
        <pc:spChg chg="mod">
          <ac:chgData name="Yash Jadhav" userId="535c3d6d-72b8-4f77-8155-55f939173cf2" providerId="ADAL" clId="{F33F88E0-3380-47C4-AFDE-F1AC050ADA82}" dt="2026-01-25T15:59:53.634" v="2808" actId="790"/>
          <ac:spMkLst>
            <pc:docMk/>
            <pc:sldMk cId="2432774115" sldId="304"/>
            <ac:spMk id="40" creationId="{F74FB932-C44E-6F0D-DF1C-C07A49CB5B6F}"/>
          </ac:spMkLst>
        </pc:spChg>
        <pc:spChg chg="mod">
          <ac:chgData name="Yash Jadhav" userId="535c3d6d-72b8-4f77-8155-55f939173cf2" providerId="ADAL" clId="{F33F88E0-3380-47C4-AFDE-F1AC050ADA82}" dt="2026-01-25T15:59:53.636" v="2809" actId="790"/>
          <ac:spMkLst>
            <pc:docMk/>
            <pc:sldMk cId="2432774115" sldId="304"/>
            <ac:spMk id="41" creationId="{25A3EAC2-E8C1-394D-1C87-4730869BF6D6}"/>
          </ac:spMkLst>
        </pc:spChg>
        <pc:spChg chg="add del mod">
          <ac:chgData name="Yash Jadhav" userId="535c3d6d-72b8-4f77-8155-55f939173cf2" providerId="ADAL" clId="{F33F88E0-3380-47C4-AFDE-F1AC050ADA82}" dt="2026-01-25T16:06:14.662" v="8413" actId="6264"/>
          <ac:spMkLst>
            <pc:docMk/>
            <pc:sldMk cId="2432774115" sldId="304"/>
            <ac:spMk id="42" creationId="{5B677513-4538-C2D5-CFF6-15827926ECED}"/>
          </ac:spMkLst>
        </pc:spChg>
        <pc:spChg chg="mod">
          <ac:chgData name="Yash Jadhav" userId="535c3d6d-72b8-4f77-8155-55f939173cf2" providerId="ADAL" clId="{F33F88E0-3380-47C4-AFDE-F1AC050ADA82}" dt="2026-01-25T15:59:53.678" v="2826" actId="790"/>
          <ac:spMkLst>
            <pc:docMk/>
            <pc:sldMk cId="2432774115" sldId="304"/>
            <ac:spMk id="44" creationId="{51482274-3D6D-E2A3-D00B-1FFB2DB42737}"/>
          </ac:spMkLst>
        </pc:spChg>
        <pc:spChg chg="mod">
          <ac:chgData name="Yash Jadhav" userId="535c3d6d-72b8-4f77-8155-55f939173cf2" providerId="ADAL" clId="{F33F88E0-3380-47C4-AFDE-F1AC050ADA82}" dt="2026-01-25T15:59:53.681" v="2827" actId="790"/>
          <ac:spMkLst>
            <pc:docMk/>
            <pc:sldMk cId="2432774115" sldId="304"/>
            <ac:spMk id="45" creationId="{96F871EC-E9A0-9B83-BBC0-4F517A808A02}"/>
          </ac:spMkLst>
        </pc:spChg>
        <pc:spChg chg="mod">
          <ac:chgData name="Yash Jadhav" userId="535c3d6d-72b8-4f77-8155-55f939173cf2" providerId="ADAL" clId="{F33F88E0-3380-47C4-AFDE-F1AC050ADA82}" dt="2026-01-25T15:59:53.683" v="2828" actId="790"/>
          <ac:spMkLst>
            <pc:docMk/>
            <pc:sldMk cId="2432774115" sldId="304"/>
            <ac:spMk id="46" creationId="{B99674FE-A1A1-C345-10CE-4629F0AB0F71}"/>
          </ac:spMkLst>
        </pc:spChg>
        <pc:spChg chg="mod">
          <ac:chgData name="Yash Jadhav" userId="535c3d6d-72b8-4f77-8155-55f939173cf2" providerId="ADAL" clId="{F33F88E0-3380-47C4-AFDE-F1AC050ADA82}" dt="2026-01-25T15:59:53.684" v="2829" actId="790"/>
          <ac:spMkLst>
            <pc:docMk/>
            <pc:sldMk cId="2432774115" sldId="304"/>
            <ac:spMk id="47" creationId="{B7B82380-E174-4F43-9DB4-103525169C43}"/>
          </ac:spMkLst>
        </pc:spChg>
        <pc:spChg chg="mod">
          <ac:chgData name="Yash Jadhav" userId="535c3d6d-72b8-4f77-8155-55f939173cf2" providerId="ADAL" clId="{F33F88E0-3380-47C4-AFDE-F1AC050ADA82}" dt="2026-01-25T15:59:53.686" v="2830" actId="790"/>
          <ac:spMkLst>
            <pc:docMk/>
            <pc:sldMk cId="2432774115" sldId="304"/>
            <ac:spMk id="48" creationId="{DD52A4BC-2E15-DC82-DED1-5D5D68A0D729}"/>
          </ac:spMkLst>
        </pc:spChg>
        <pc:spChg chg="mod">
          <ac:chgData name="Yash Jadhav" userId="535c3d6d-72b8-4f77-8155-55f939173cf2" providerId="ADAL" clId="{F33F88E0-3380-47C4-AFDE-F1AC050ADA82}" dt="2026-01-25T15:59:53.692" v="2831" actId="790"/>
          <ac:spMkLst>
            <pc:docMk/>
            <pc:sldMk cId="2432774115" sldId="304"/>
            <ac:spMk id="49" creationId="{5815D667-FA3D-3BB0-F3ED-A2D8D387D743}"/>
          </ac:spMkLst>
        </pc:spChg>
        <pc:spChg chg="mod">
          <ac:chgData name="Yash Jadhav" userId="535c3d6d-72b8-4f77-8155-55f939173cf2" providerId="ADAL" clId="{F33F88E0-3380-47C4-AFDE-F1AC050ADA82}" dt="2026-01-25T15:59:53.696" v="2832" actId="790"/>
          <ac:spMkLst>
            <pc:docMk/>
            <pc:sldMk cId="2432774115" sldId="304"/>
            <ac:spMk id="50" creationId="{649CDFC4-0CCB-7E3A-385A-B2470F6CA4EE}"/>
          </ac:spMkLst>
        </pc:spChg>
        <pc:spChg chg="mod">
          <ac:chgData name="Yash Jadhav" userId="535c3d6d-72b8-4f77-8155-55f939173cf2" providerId="ADAL" clId="{F33F88E0-3380-47C4-AFDE-F1AC050ADA82}" dt="2026-01-25T15:59:53.699" v="2833" actId="790"/>
          <ac:spMkLst>
            <pc:docMk/>
            <pc:sldMk cId="2432774115" sldId="304"/>
            <ac:spMk id="51" creationId="{56829377-3B8B-C475-6A6A-8A97FE9CEB29}"/>
          </ac:spMkLst>
        </pc:spChg>
        <pc:spChg chg="mod">
          <ac:chgData name="Yash Jadhav" userId="535c3d6d-72b8-4f77-8155-55f939173cf2" providerId="ADAL" clId="{F33F88E0-3380-47C4-AFDE-F1AC050ADA82}" dt="2026-01-25T15:59:53.704" v="2834" actId="790"/>
          <ac:spMkLst>
            <pc:docMk/>
            <pc:sldMk cId="2432774115" sldId="304"/>
            <ac:spMk id="52" creationId="{26010695-17FE-83DB-2BC4-3BD8B4463500}"/>
          </ac:spMkLst>
        </pc:spChg>
        <pc:spChg chg="mod">
          <ac:chgData name="Yash Jadhav" userId="535c3d6d-72b8-4f77-8155-55f939173cf2" providerId="ADAL" clId="{F33F88E0-3380-47C4-AFDE-F1AC050ADA82}" dt="2026-01-25T15:59:53.708" v="2835" actId="790"/>
          <ac:spMkLst>
            <pc:docMk/>
            <pc:sldMk cId="2432774115" sldId="304"/>
            <ac:spMk id="53" creationId="{8E4558A2-FD8A-C916-3635-0BFDAF3A29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65784997" sldId="305"/>
        </pc:sldMkLst>
        <pc:spChg chg="add del mod">
          <ac:chgData name="Yash Jadhav" userId="535c3d6d-72b8-4f77-8155-55f939173cf2" providerId="ADAL" clId="{F33F88E0-3380-47C4-AFDE-F1AC050ADA82}" dt="2026-01-25T16:06:14.662" v="8413" actId="6264"/>
          <ac:spMkLst>
            <pc:docMk/>
            <pc:sldMk cId="1965784997" sldId="305"/>
            <ac:spMk id="2" creationId="{683C05A7-39AD-92ED-9497-75260CD20CA7}"/>
          </ac:spMkLst>
        </pc:spChg>
        <pc:spChg chg="mod ord">
          <ac:chgData name="Yash Jadhav" userId="535c3d6d-72b8-4f77-8155-55f939173cf2" providerId="ADAL" clId="{F33F88E0-3380-47C4-AFDE-F1AC050ADA82}" dt="2026-01-25T16:06:14.662" v="8413" actId="6264"/>
          <ac:spMkLst>
            <pc:docMk/>
            <pc:sldMk cId="1965784997" sldId="305"/>
            <ac:spMk id="3" creationId="{00000000-0000-0000-0000-000000000000}"/>
          </ac:spMkLst>
        </pc:spChg>
        <pc:spChg chg="mod">
          <ac:chgData name="Yash Jadhav" userId="535c3d6d-72b8-4f77-8155-55f939173cf2" providerId="ADAL" clId="{F33F88E0-3380-47C4-AFDE-F1AC050ADA82}" dt="2026-01-25T15:59:57.363" v="2845" actId="790"/>
          <ac:spMkLst>
            <pc:docMk/>
            <pc:sldMk cId="1965784997" sldId="305"/>
            <ac:spMk id="8" creationId="{FBDEB634-9CE7-4444-86EF-222BF01E6548}"/>
          </ac:spMkLst>
        </pc:spChg>
        <pc:spChg chg="mod">
          <ac:chgData name="Yash Jadhav" userId="535c3d6d-72b8-4f77-8155-55f939173cf2" providerId="ADAL" clId="{F33F88E0-3380-47C4-AFDE-F1AC050ADA82}" dt="2026-01-25T15:59:57.366" v="2846" actId="790"/>
          <ac:spMkLst>
            <pc:docMk/>
            <pc:sldMk cId="1965784997" sldId="305"/>
            <ac:spMk id="9" creationId="{186ED51C-7606-4324-BB3D-A8F30F77196D}"/>
          </ac:spMkLst>
        </pc:spChg>
        <pc:spChg chg="mod">
          <ac:chgData name="Yash Jadhav" userId="535c3d6d-72b8-4f77-8155-55f939173cf2" providerId="ADAL" clId="{F33F88E0-3380-47C4-AFDE-F1AC050ADA82}" dt="2026-01-25T15:59:57.368" v="2847" actId="790"/>
          <ac:spMkLst>
            <pc:docMk/>
            <pc:sldMk cId="1965784997" sldId="305"/>
            <ac:spMk id="10" creationId="{3C880688-B224-428C-808A-1D69477C16E0}"/>
          </ac:spMkLst>
        </pc:spChg>
        <pc:spChg chg="mod">
          <ac:chgData name="Yash Jadhav" userId="535c3d6d-72b8-4f77-8155-55f939173cf2" providerId="ADAL" clId="{F33F88E0-3380-47C4-AFDE-F1AC050ADA82}" dt="2026-01-25T15:59:57.354" v="2841" actId="790"/>
          <ac:spMkLst>
            <pc:docMk/>
            <pc:sldMk cId="1965784997" sldId="305"/>
            <ac:spMk id="11" creationId="{71BE7152-F682-4AEE-8896-6654BB075A22}"/>
          </ac:spMkLst>
        </pc:spChg>
        <pc:spChg chg="mod">
          <ac:chgData name="Yash Jadhav" userId="535c3d6d-72b8-4f77-8155-55f939173cf2" providerId="ADAL" clId="{F33F88E0-3380-47C4-AFDE-F1AC050ADA82}" dt="2026-01-25T15:59:57.357" v="2842" actId="790"/>
          <ac:spMkLst>
            <pc:docMk/>
            <pc:sldMk cId="1965784997" sldId="305"/>
            <ac:spMk id="12" creationId="{EDE260FF-D49B-401E-BDC5-032C2E350BB1}"/>
          </ac:spMkLst>
        </pc:spChg>
        <pc:spChg chg="mod">
          <ac:chgData name="Yash Jadhav" userId="535c3d6d-72b8-4f77-8155-55f939173cf2" providerId="ADAL" clId="{F33F88E0-3380-47C4-AFDE-F1AC050ADA82}" dt="2026-01-25T15:59:57.359" v="2843" actId="790"/>
          <ac:spMkLst>
            <pc:docMk/>
            <pc:sldMk cId="1965784997" sldId="305"/>
            <ac:spMk id="14" creationId="{00BBB588-6498-4EE7-A67F-0C84DEFF1F1B}"/>
          </ac:spMkLst>
        </pc:spChg>
        <pc:spChg chg="mod">
          <ac:chgData name="Yash Jadhav" userId="535c3d6d-72b8-4f77-8155-55f939173cf2" providerId="ADAL" clId="{F33F88E0-3380-47C4-AFDE-F1AC050ADA82}" dt="2026-01-25T15:59:57.361" v="2844" actId="790"/>
          <ac:spMkLst>
            <pc:docMk/>
            <pc:sldMk cId="1965784997" sldId="305"/>
            <ac:spMk id="15" creationId="{EC955E8A-5764-426F-AAEC-BAB47EB6F72C}"/>
          </ac:spMkLst>
        </pc:spChg>
        <pc:spChg chg="mod">
          <ac:chgData name="Yash Jadhav" userId="535c3d6d-72b8-4f77-8155-55f939173cf2" providerId="ADAL" clId="{F33F88E0-3380-47C4-AFDE-F1AC050ADA82}" dt="2026-01-25T15:59:57.374" v="2848" actId="790"/>
          <ac:spMkLst>
            <pc:docMk/>
            <pc:sldMk cId="1965784997" sldId="305"/>
            <ac:spMk id="16" creationId="{00000000-0000-0000-0000-000000000000}"/>
          </ac:spMkLst>
        </pc:spChg>
        <pc:spChg chg="mod">
          <ac:chgData name="Yash Jadhav" userId="535c3d6d-72b8-4f77-8155-55f939173cf2" providerId="ADAL" clId="{F33F88E0-3380-47C4-AFDE-F1AC050ADA82}" dt="2026-01-25T15:59:57.380" v="2849" actId="790"/>
          <ac:spMkLst>
            <pc:docMk/>
            <pc:sldMk cId="1965784997" sldId="305"/>
            <ac:spMk id="17" creationId="{00000000-0000-0000-0000-000000000000}"/>
          </ac:spMkLst>
        </pc:spChg>
        <pc:spChg chg="mod">
          <ac:chgData name="Yash Jadhav" userId="535c3d6d-72b8-4f77-8155-55f939173cf2" providerId="ADAL" clId="{F33F88E0-3380-47C4-AFDE-F1AC050ADA82}" dt="2026-01-25T15:59:57.386" v="2850" actId="790"/>
          <ac:spMkLst>
            <pc:docMk/>
            <pc:sldMk cId="1965784997" sldId="305"/>
            <ac:spMk id="18" creationId="{00000000-0000-0000-0000-000000000000}"/>
          </ac:spMkLst>
        </pc:spChg>
        <pc:spChg chg="mod">
          <ac:chgData name="Yash Jadhav" userId="535c3d6d-72b8-4f77-8155-55f939173cf2" providerId="ADAL" clId="{F33F88E0-3380-47C4-AFDE-F1AC050ADA82}" dt="2026-01-25T15:59:57.389" v="2851" actId="790"/>
          <ac:spMkLst>
            <pc:docMk/>
            <pc:sldMk cId="1965784997" sldId="305"/>
            <ac:spMk id="19" creationId="{00000000-0000-0000-0000-000000000000}"/>
          </ac:spMkLst>
        </pc:spChg>
        <pc:spChg chg="mod">
          <ac:chgData name="Yash Jadhav" userId="535c3d6d-72b8-4f77-8155-55f939173cf2" providerId="ADAL" clId="{F33F88E0-3380-47C4-AFDE-F1AC050ADA82}" dt="2026-01-25T15:59:57.392" v="2852" actId="790"/>
          <ac:spMkLst>
            <pc:docMk/>
            <pc:sldMk cId="1965784997" sldId="305"/>
            <ac:spMk id="20" creationId="{00000000-0000-0000-0000-000000000000}"/>
          </ac:spMkLst>
        </pc:spChg>
        <pc:spChg chg="mod">
          <ac:chgData name="Yash Jadhav" userId="535c3d6d-72b8-4f77-8155-55f939173cf2" providerId="ADAL" clId="{F33F88E0-3380-47C4-AFDE-F1AC050ADA82}" dt="2026-01-25T15:59:57.394" v="2853" actId="790"/>
          <ac:spMkLst>
            <pc:docMk/>
            <pc:sldMk cId="1965784997" sldId="305"/>
            <ac:spMk id="21" creationId="{00000000-0000-0000-0000-000000000000}"/>
          </ac:spMkLst>
        </pc:spChg>
        <pc:spChg chg="mod">
          <ac:chgData name="Yash Jadhav" userId="535c3d6d-72b8-4f77-8155-55f939173cf2" providerId="ADAL" clId="{F33F88E0-3380-47C4-AFDE-F1AC050ADA82}" dt="2026-01-25T15:59:57.396" v="2854" actId="790"/>
          <ac:spMkLst>
            <pc:docMk/>
            <pc:sldMk cId="1965784997" sldId="305"/>
            <ac:spMk id="22" creationId="{00000000-0000-0000-0000-000000000000}"/>
          </ac:spMkLst>
        </pc:spChg>
        <pc:spChg chg="mod">
          <ac:chgData name="Yash Jadhav" userId="535c3d6d-72b8-4f77-8155-55f939173cf2" providerId="ADAL" clId="{F33F88E0-3380-47C4-AFDE-F1AC050ADA82}" dt="2026-01-25T15:59:57.399" v="2855" actId="790"/>
          <ac:spMkLst>
            <pc:docMk/>
            <pc:sldMk cId="1965784997" sldId="305"/>
            <ac:spMk id="23" creationId="{00000000-0000-0000-0000-000000000000}"/>
          </ac:spMkLst>
        </pc:spChg>
        <pc:spChg chg="mod">
          <ac:chgData name="Yash Jadhav" userId="535c3d6d-72b8-4f77-8155-55f939173cf2" providerId="ADAL" clId="{F33F88E0-3380-47C4-AFDE-F1AC050ADA82}" dt="2026-01-25T15:59:57.402" v="2856" actId="790"/>
          <ac:spMkLst>
            <pc:docMk/>
            <pc:sldMk cId="1965784997" sldId="305"/>
            <ac:spMk id="24" creationId="{00000000-0000-0000-0000-000000000000}"/>
          </ac:spMkLst>
        </pc:spChg>
        <pc:spChg chg="mod">
          <ac:chgData name="Yash Jadhav" userId="535c3d6d-72b8-4f77-8155-55f939173cf2" providerId="ADAL" clId="{F33F88E0-3380-47C4-AFDE-F1AC050ADA82}" dt="2026-01-25T15:59:57.404" v="2857" actId="790"/>
          <ac:spMkLst>
            <pc:docMk/>
            <pc:sldMk cId="1965784997" sldId="305"/>
            <ac:spMk id="30" creationId="{00000000-0000-0000-0000-000000000000}"/>
          </ac:spMkLst>
        </pc:spChg>
        <pc:spChg chg="mod">
          <ac:chgData name="Yash Jadhav" userId="535c3d6d-72b8-4f77-8155-55f939173cf2" providerId="ADAL" clId="{F33F88E0-3380-47C4-AFDE-F1AC050ADA82}" dt="2026-01-25T15:59:57.407" v="2858" actId="790"/>
          <ac:spMkLst>
            <pc:docMk/>
            <pc:sldMk cId="1965784997" sldId="305"/>
            <ac:spMk id="31" creationId="{00000000-0000-0000-0000-000000000000}"/>
          </ac:spMkLst>
        </pc:spChg>
        <pc:spChg chg="mod">
          <ac:chgData name="Yash Jadhav" userId="535c3d6d-72b8-4f77-8155-55f939173cf2" providerId="ADAL" clId="{F33F88E0-3380-47C4-AFDE-F1AC050ADA82}" dt="2026-01-25T15:59:57.409" v="2859" actId="790"/>
          <ac:spMkLst>
            <pc:docMk/>
            <pc:sldMk cId="1965784997" sldId="305"/>
            <ac:spMk id="32" creationId="{00000000-0000-0000-0000-000000000000}"/>
          </ac:spMkLst>
        </pc:spChg>
        <pc:spChg chg="mod">
          <ac:chgData name="Yash Jadhav" userId="535c3d6d-72b8-4f77-8155-55f939173cf2" providerId="ADAL" clId="{F33F88E0-3380-47C4-AFDE-F1AC050ADA82}" dt="2026-01-25T15:59:57.413" v="2860" actId="790"/>
          <ac:spMkLst>
            <pc:docMk/>
            <pc:sldMk cId="1965784997" sldId="305"/>
            <ac:spMk id="33" creationId="{00000000-0000-0000-0000-000000000000}"/>
          </ac:spMkLst>
        </pc:spChg>
        <pc:spChg chg="mod">
          <ac:chgData name="Yash Jadhav" userId="535c3d6d-72b8-4f77-8155-55f939173cf2" providerId="ADAL" clId="{F33F88E0-3380-47C4-AFDE-F1AC050ADA82}" dt="2026-01-25T15:59:57.415" v="2861" actId="790"/>
          <ac:spMkLst>
            <pc:docMk/>
            <pc:sldMk cId="1965784997" sldId="305"/>
            <ac:spMk id="34" creationId="{00000000-0000-0000-0000-000000000000}"/>
          </ac:spMkLst>
        </pc:spChg>
        <pc:spChg chg="mod">
          <ac:chgData name="Yash Jadhav" userId="535c3d6d-72b8-4f77-8155-55f939173cf2" providerId="ADAL" clId="{F33F88E0-3380-47C4-AFDE-F1AC050ADA82}" dt="2026-01-25T15:59:57.417" v="2862" actId="790"/>
          <ac:spMkLst>
            <pc:docMk/>
            <pc:sldMk cId="1965784997" sldId="305"/>
            <ac:spMk id="35" creationId="{00000000-0000-0000-0000-000000000000}"/>
          </ac:spMkLst>
        </pc:spChg>
        <pc:spChg chg="mod">
          <ac:chgData name="Yash Jadhav" userId="535c3d6d-72b8-4f77-8155-55f939173cf2" providerId="ADAL" clId="{F33F88E0-3380-47C4-AFDE-F1AC050ADA82}" dt="2026-01-25T15:59:57.419" v="2863" actId="790"/>
          <ac:spMkLst>
            <pc:docMk/>
            <pc:sldMk cId="1965784997" sldId="305"/>
            <ac:spMk id="36" creationId="{00000000-0000-0000-0000-000000000000}"/>
          </ac:spMkLst>
        </pc:spChg>
        <pc:spChg chg="mod">
          <ac:chgData name="Yash Jadhav" userId="535c3d6d-72b8-4f77-8155-55f939173cf2" providerId="ADAL" clId="{F33F88E0-3380-47C4-AFDE-F1AC050ADA82}" dt="2026-01-25T15:59:57.421" v="2864" actId="790"/>
          <ac:spMkLst>
            <pc:docMk/>
            <pc:sldMk cId="1965784997" sldId="305"/>
            <ac:spMk id="37" creationId="{00000000-0000-0000-0000-000000000000}"/>
          </ac:spMkLst>
        </pc:spChg>
        <pc:spChg chg="mod">
          <ac:chgData name="Yash Jadhav" userId="535c3d6d-72b8-4f77-8155-55f939173cf2" providerId="ADAL" clId="{F33F88E0-3380-47C4-AFDE-F1AC050ADA82}" dt="2026-01-25T15:59:57.423" v="2865" actId="790"/>
          <ac:spMkLst>
            <pc:docMk/>
            <pc:sldMk cId="1965784997" sldId="305"/>
            <ac:spMk id="38" creationId="{00000000-0000-0000-0000-000000000000}"/>
          </ac:spMkLst>
        </pc:spChg>
        <pc:spChg chg="mod">
          <ac:chgData name="Yash Jadhav" userId="535c3d6d-72b8-4f77-8155-55f939173cf2" providerId="ADAL" clId="{F33F88E0-3380-47C4-AFDE-F1AC050ADA82}" dt="2026-01-25T15:59:57.425" v="2866" actId="790"/>
          <ac:spMkLst>
            <pc:docMk/>
            <pc:sldMk cId="1965784997" sldId="305"/>
            <ac:spMk id="39" creationId="{00000000-0000-0000-0000-000000000000}"/>
          </ac:spMkLst>
        </pc:spChg>
        <pc:spChg chg="mod">
          <ac:chgData name="Yash Jadhav" userId="535c3d6d-72b8-4f77-8155-55f939173cf2" providerId="ADAL" clId="{F33F88E0-3380-47C4-AFDE-F1AC050ADA82}" dt="2026-01-25T15:59:57.427" v="2867" actId="790"/>
          <ac:spMkLst>
            <pc:docMk/>
            <pc:sldMk cId="1965784997" sldId="305"/>
            <ac:spMk id="40" creationId="{00000000-0000-0000-0000-000000000000}"/>
          </ac:spMkLst>
        </pc:spChg>
        <pc:spChg chg="mod">
          <ac:chgData name="Yash Jadhav" userId="535c3d6d-72b8-4f77-8155-55f939173cf2" providerId="ADAL" clId="{F33F88E0-3380-47C4-AFDE-F1AC050ADA82}" dt="2026-01-25T15:59:57.429" v="2868" actId="790"/>
          <ac:spMkLst>
            <pc:docMk/>
            <pc:sldMk cId="1965784997" sldId="305"/>
            <ac:spMk id="41" creationId="{00000000-0000-0000-0000-000000000000}"/>
          </ac:spMkLst>
        </pc:spChg>
        <pc:spChg chg="mod">
          <ac:chgData name="Yash Jadhav" userId="535c3d6d-72b8-4f77-8155-55f939173cf2" providerId="ADAL" clId="{F33F88E0-3380-47C4-AFDE-F1AC050ADA82}" dt="2026-01-25T15:59:57.431" v="2869" actId="790"/>
          <ac:spMkLst>
            <pc:docMk/>
            <pc:sldMk cId="1965784997" sldId="305"/>
            <ac:spMk id="42" creationId="{00000000-0000-0000-0000-000000000000}"/>
          </ac:spMkLst>
        </pc:spChg>
        <pc:spChg chg="mod">
          <ac:chgData name="Yash Jadhav" userId="535c3d6d-72b8-4f77-8155-55f939173cf2" providerId="ADAL" clId="{F33F88E0-3380-47C4-AFDE-F1AC050ADA82}" dt="2026-01-25T15:59:57.433" v="2870" actId="790"/>
          <ac:spMkLst>
            <pc:docMk/>
            <pc:sldMk cId="1965784997" sldId="305"/>
            <ac:spMk id="43" creationId="{00000000-0000-0000-0000-000000000000}"/>
          </ac:spMkLst>
        </pc:spChg>
        <pc:spChg chg="mod">
          <ac:chgData name="Yash Jadhav" userId="535c3d6d-72b8-4f77-8155-55f939173cf2" providerId="ADAL" clId="{F33F88E0-3380-47C4-AFDE-F1AC050ADA82}" dt="2026-01-25T15:59:57.434" v="2871" actId="790"/>
          <ac:spMkLst>
            <pc:docMk/>
            <pc:sldMk cId="1965784997" sldId="305"/>
            <ac:spMk id="44" creationId="{00000000-0000-0000-0000-000000000000}"/>
          </ac:spMkLst>
        </pc:spChg>
        <pc:spChg chg="mod">
          <ac:chgData name="Yash Jadhav" userId="535c3d6d-72b8-4f77-8155-55f939173cf2" providerId="ADAL" clId="{F33F88E0-3380-47C4-AFDE-F1AC050ADA82}" dt="2026-01-25T15:59:57.436" v="2872" actId="790"/>
          <ac:spMkLst>
            <pc:docMk/>
            <pc:sldMk cId="1965784997" sldId="305"/>
            <ac:spMk id="45" creationId="{00000000-0000-0000-0000-000000000000}"/>
          </ac:spMkLst>
        </pc:spChg>
        <pc:spChg chg="mod">
          <ac:chgData name="Yash Jadhav" userId="535c3d6d-72b8-4f77-8155-55f939173cf2" providerId="ADAL" clId="{F33F88E0-3380-47C4-AFDE-F1AC050ADA82}" dt="2026-01-25T15:59:57.438" v="2873" actId="790"/>
          <ac:spMkLst>
            <pc:docMk/>
            <pc:sldMk cId="1965784997" sldId="305"/>
            <ac:spMk id="46" creationId="{00000000-0000-0000-0000-000000000000}"/>
          </ac:spMkLst>
        </pc:spChg>
        <pc:spChg chg="mod">
          <ac:chgData name="Yash Jadhav" userId="535c3d6d-72b8-4f77-8155-55f939173cf2" providerId="ADAL" clId="{F33F88E0-3380-47C4-AFDE-F1AC050ADA82}" dt="2026-01-25T15:59:57.439" v="2874" actId="790"/>
          <ac:spMkLst>
            <pc:docMk/>
            <pc:sldMk cId="1965784997" sldId="305"/>
            <ac:spMk id="47" creationId="{00000000-0000-0000-0000-000000000000}"/>
          </ac:spMkLst>
        </pc:spChg>
        <pc:spChg chg="mod">
          <ac:chgData name="Yash Jadhav" userId="535c3d6d-72b8-4f77-8155-55f939173cf2" providerId="ADAL" clId="{F33F88E0-3380-47C4-AFDE-F1AC050ADA82}" dt="2026-01-25T15:59:57.441" v="2875" actId="790"/>
          <ac:spMkLst>
            <pc:docMk/>
            <pc:sldMk cId="1965784997" sldId="305"/>
            <ac:spMk id="48" creationId="{00000000-0000-0000-0000-000000000000}"/>
          </ac:spMkLst>
        </pc:spChg>
        <pc:spChg chg="mod">
          <ac:chgData name="Yash Jadhav" userId="535c3d6d-72b8-4f77-8155-55f939173cf2" providerId="ADAL" clId="{F33F88E0-3380-47C4-AFDE-F1AC050ADA82}" dt="2026-01-25T15:59:57.443" v="2876" actId="790"/>
          <ac:spMkLst>
            <pc:docMk/>
            <pc:sldMk cId="1965784997" sldId="305"/>
            <ac:spMk id="49" creationId="{00000000-0000-0000-0000-000000000000}"/>
          </ac:spMkLst>
        </pc:spChg>
        <pc:spChg chg="mod">
          <ac:chgData name="Yash Jadhav" userId="535c3d6d-72b8-4f77-8155-55f939173cf2" providerId="ADAL" clId="{F33F88E0-3380-47C4-AFDE-F1AC050ADA82}" dt="2026-01-25T15:59:57.445" v="2877" actId="790"/>
          <ac:spMkLst>
            <pc:docMk/>
            <pc:sldMk cId="1965784997" sldId="305"/>
            <ac:spMk id="50" creationId="{00000000-0000-0000-0000-000000000000}"/>
          </ac:spMkLst>
        </pc:spChg>
        <pc:spChg chg="mod">
          <ac:chgData name="Yash Jadhav" userId="535c3d6d-72b8-4f77-8155-55f939173cf2" providerId="ADAL" clId="{F33F88E0-3380-47C4-AFDE-F1AC050ADA82}" dt="2026-01-25T15:59:57.447" v="2878" actId="790"/>
          <ac:spMkLst>
            <pc:docMk/>
            <pc:sldMk cId="1965784997" sldId="305"/>
            <ac:spMk id="51" creationId="{00000000-0000-0000-0000-000000000000}"/>
          </ac:spMkLst>
        </pc:spChg>
        <pc:spChg chg="mod">
          <ac:chgData name="Yash Jadhav" userId="535c3d6d-72b8-4f77-8155-55f939173cf2" providerId="ADAL" clId="{F33F88E0-3380-47C4-AFDE-F1AC050ADA82}" dt="2026-01-25T15:59:57.450" v="2879" actId="790"/>
          <ac:spMkLst>
            <pc:docMk/>
            <pc:sldMk cId="1965784997" sldId="305"/>
            <ac:spMk id="52" creationId="{00000000-0000-0000-0000-000000000000}"/>
          </ac:spMkLst>
        </pc:spChg>
        <pc:spChg chg="mod">
          <ac:chgData name="Yash Jadhav" userId="535c3d6d-72b8-4f77-8155-55f939173cf2" providerId="ADAL" clId="{F33F88E0-3380-47C4-AFDE-F1AC050ADA82}" dt="2026-01-25T15:59:57.452" v="2880" actId="790"/>
          <ac:spMkLst>
            <pc:docMk/>
            <pc:sldMk cId="1965784997" sldId="305"/>
            <ac:spMk id="53" creationId="{00000000-0000-0000-0000-000000000000}"/>
          </ac:spMkLst>
        </pc:spChg>
        <pc:spChg chg="mod">
          <ac:chgData name="Yash Jadhav" userId="535c3d6d-72b8-4f77-8155-55f939173cf2" providerId="ADAL" clId="{F33F88E0-3380-47C4-AFDE-F1AC050ADA82}" dt="2026-01-25T15:59:57.453" v="2881" actId="790"/>
          <ac:spMkLst>
            <pc:docMk/>
            <pc:sldMk cId="1965784997" sldId="305"/>
            <ac:spMk id="54" creationId="{00000000-0000-0000-0000-000000000000}"/>
          </ac:spMkLst>
        </pc:spChg>
        <pc:spChg chg="mod">
          <ac:chgData name="Yash Jadhav" userId="535c3d6d-72b8-4f77-8155-55f939173cf2" providerId="ADAL" clId="{F33F88E0-3380-47C4-AFDE-F1AC050ADA82}" dt="2026-01-25T15:59:57.456" v="2882" actId="790"/>
          <ac:spMkLst>
            <pc:docMk/>
            <pc:sldMk cId="1965784997" sldId="305"/>
            <ac:spMk id="5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20615802" sldId="306"/>
        </pc:sldMkLst>
        <pc:spChg chg="mod ord">
          <ac:chgData name="Yash Jadhav" userId="535c3d6d-72b8-4f77-8155-55f939173cf2" providerId="ADAL" clId="{F33F88E0-3380-47C4-AFDE-F1AC050ADA82}" dt="2026-01-25T16:06:14.662" v="8413" actId="6264"/>
          <ac:spMkLst>
            <pc:docMk/>
            <pc:sldMk cId="1220615802" sldId="306"/>
            <ac:spMk id="2" creationId="{EAACA732-99F3-4E2C-AC5F-3D71E981CFC4}"/>
          </ac:spMkLst>
        </pc:spChg>
        <pc:spChg chg="add del mod">
          <ac:chgData name="Yash Jadhav" userId="535c3d6d-72b8-4f77-8155-55f939173cf2" providerId="ADAL" clId="{F33F88E0-3380-47C4-AFDE-F1AC050ADA82}" dt="2026-01-25T16:06:14.662" v="8413" actId="6264"/>
          <ac:spMkLst>
            <pc:docMk/>
            <pc:sldMk cId="1220615802" sldId="306"/>
            <ac:spMk id="3" creationId="{F1823129-89AB-7C20-FA10-DD8B1AFCF34A}"/>
          </ac:spMkLst>
        </pc:spChg>
        <pc:spChg chg="mod">
          <ac:chgData name="Yash Jadhav" userId="535c3d6d-72b8-4f77-8155-55f939173cf2" providerId="ADAL" clId="{F33F88E0-3380-47C4-AFDE-F1AC050ADA82}" dt="2026-01-25T16:00:54.487" v="2989" actId="790"/>
          <ac:spMkLst>
            <pc:docMk/>
            <pc:sldMk cId="1220615802" sldId="306"/>
            <ac:spMk id="5" creationId="{F74396C4-0B67-4615-8CAC-3AEB51BCC54F}"/>
          </ac:spMkLst>
        </pc:spChg>
        <pc:spChg chg="mod">
          <ac:chgData name="Yash Jadhav" userId="535c3d6d-72b8-4f77-8155-55f939173cf2" providerId="ADAL" clId="{F33F88E0-3380-47C4-AFDE-F1AC050ADA82}" dt="2026-01-25T16:00:54.489" v="2990" actId="790"/>
          <ac:spMkLst>
            <pc:docMk/>
            <pc:sldMk cId="1220615802" sldId="306"/>
            <ac:spMk id="6" creationId="{447209E4-2648-4ED1-8258-3BC06C152E73}"/>
          </ac:spMkLst>
        </pc:spChg>
        <pc:spChg chg="mod">
          <ac:chgData name="Yash Jadhav" userId="535c3d6d-72b8-4f77-8155-55f939173cf2" providerId="ADAL" clId="{F33F88E0-3380-47C4-AFDE-F1AC050ADA82}" dt="2026-01-25T16:00:54.491" v="2991" actId="790"/>
          <ac:spMkLst>
            <pc:docMk/>
            <pc:sldMk cId="1220615802" sldId="306"/>
            <ac:spMk id="7" creationId="{36D3E309-45B5-4786-B5F7-C5D2BAAA5A37}"/>
          </ac:spMkLst>
        </pc:spChg>
        <pc:spChg chg="mod">
          <ac:chgData name="Yash Jadhav" userId="535c3d6d-72b8-4f77-8155-55f939173cf2" providerId="ADAL" clId="{F33F88E0-3380-47C4-AFDE-F1AC050ADA82}" dt="2026-01-25T16:00:54.492" v="2992" actId="790"/>
          <ac:spMkLst>
            <pc:docMk/>
            <pc:sldMk cId="1220615802" sldId="306"/>
            <ac:spMk id="8" creationId="{E6016CAD-06FD-4432-A69B-7F9243ADDB7E}"/>
          </ac:spMkLst>
        </pc:spChg>
        <pc:spChg chg="mod">
          <ac:chgData name="Yash Jadhav" userId="535c3d6d-72b8-4f77-8155-55f939173cf2" providerId="ADAL" clId="{F33F88E0-3380-47C4-AFDE-F1AC050ADA82}" dt="2026-01-25T16:00:54.494" v="2993" actId="790"/>
          <ac:spMkLst>
            <pc:docMk/>
            <pc:sldMk cId="1220615802" sldId="306"/>
            <ac:spMk id="9" creationId="{28B91244-E586-4D8C-8BFE-E6A786B2EB09}"/>
          </ac:spMkLst>
        </pc:spChg>
        <pc:spChg chg="mod">
          <ac:chgData name="Yash Jadhav" userId="535c3d6d-72b8-4f77-8155-55f939173cf2" providerId="ADAL" clId="{F33F88E0-3380-47C4-AFDE-F1AC050ADA82}" dt="2026-01-25T16:00:54.495" v="2994" actId="790"/>
          <ac:spMkLst>
            <pc:docMk/>
            <pc:sldMk cId="1220615802" sldId="306"/>
            <ac:spMk id="16" creationId="{D11AFFF5-18F7-411F-80BA-3ADC8770EFD3}"/>
          </ac:spMkLst>
        </pc:spChg>
        <pc:spChg chg="mod">
          <ac:chgData name="Yash Jadhav" userId="535c3d6d-72b8-4f77-8155-55f939173cf2" providerId="ADAL" clId="{F33F88E0-3380-47C4-AFDE-F1AC050ADA82}" dt="2026-01-25T16:00:54.497" v="2995" actId="790"/>
          <ac:spMkLst>
            <pc:docMk/>
            <pc:sldMk cId="1220615802" sldId="306"/>
            <ac:spMk id="17" creationId="{BADF4E0B-B160-4F66-A782-587D63C3D362}"/>
          </ac:spMkLst>
        </pc:spChg>
        <pc:spChg chg="mod">
          <ac:chgData name="Yash Jadhav" userId="535c3d6d-72b8-4f77-8155-55f939173cf2" providerId="ADAL" clId="{F33F88E0-3380-47C4-AFDE-F1AC050ADA82}" dt="2026-01-25T16:00:54.499" v="2996" actId="790"/>
          <ac:spMkLst>
            <pc:docMk/>
            <pc:sldMk cId="1220615802" sldId="306"/>
            <ac:spMk id="18" creationId="{150C6C1A-0E5D-4071-B2DB-55B5D498B4FA}"/>
          </ac:spMkLst>
        </pc:spChg>
        <pc:spChg chg="mod">
          <ac:chgData name="Yash Jadhav" userId="535c3d6d-72b8-4f77-8155-55f939173cf2" providerId="ADAL" clId="{F33F88E0-3380-47C4-AFDE-F1AC050ADA82}" dt="2026-01-25T16:00:54.500" v="2997" actId="790"/>
          <ac:spMkLst>
            <pc:docMk/>
            <pc:sldMk cId="1220615802" sldId="306"/>
            <ac:spMk id="19" creationId="{1FAA72E7-0FA7-40F1-9F16-3E459D3C666D}"/>
          </ac:spMkLst>
        </pc:spChg>
        <pc:spChg chg="mod">
          <ac:chgData name="Yash Jadhav" userId="535c3d6d-72b8-4f77-8155-55f939173cf2" providerId="ADAL" clId="{F33F88E0-3380-47C4-AFDE-F1AC050ADA82}" dt="2026-01-25T16:00:54.501" v="2998" actId="790"/>
          <ac:spMkLst>
            <pc:docMk/>
            <pc:sldMk cId="1220615802" sldId="306"/>
            <ac:spMk id="20" creationId="{EC7C0117-009D-432A-B1AE-3BEA54D653C8}"/>
          </ac:spMkLst>
        </pc:spChg>
        <pc:spChg chg="mod">
          <ac:chgData name="Yash Jadhav" userId="535c3d6d-72b8-4f77-8155-55f939173cf2" providerId="ADAL" clId="{F33F88E0-3380-47C4-AFDE-F1AC050ADA82}" dt="2026-01-25T16:00:54.509" v="2999" actId="790"/>
          <ac:spMkLst>
            <pc:docMk/>
            <pc:sldMk cId="1220615802" sldId="306"/>
            <ac:spMk id="21" creationId="{E3E421DD-7F73-48C5-BDA3-451A3E2EF995}"/>
          </ac:spMkLst>
        </pc:spChg>
        <pc:spChg chg="mod">
          <ac:chgData name="Yash Jadhav" userId="535c3d6d-72b8-4f77-8155-55f939173cf2" providerId="ADAL" clId="{F33F88E0-3380-47C4-AFDE-F1AC050ADA82}" dt="2026-01-25T16:00:54.515" v="3000" actId="790"/>
          <ac:spMkLst>
            <pc:docMk/>
            <pc:sldMk cId="1220615802" sldId="306"/>
            <ac:spMk id="22" creationId="{EAEA28A2-3B7A-4F81-8E2F-726011B03030}"/>
          </ac:spMkLst>
        </pc:spChg>
        <pc:spChg chg="mod">
          <ac:chgData name="Yash Jadhav" userId="535c3d6d-72b8-4f77-8155-55f939173cf2" providerId="ADAL" clId="{F33F88E0-3380-47C4-AFDE-F1AC050ADA82}" dt="2026-01-25T16:00:54.522" v="3001" actId="790"/>
          <ac:spMkLst>
            <pc:docMk/>
            <pc:sldMk cId="1220615802" sldId="306"/>
            <ac:spMk id="23" creationId="{61E2407D-97B3-4CF4-8F03-F12333D4588D}"/>
          </ac:spMkLst>
        </pc:spChg>
        <pc:spChg chg="mod">
          <ac:chgData name="Yash Jadhav" userId="535c3d6d-72b8-4f77-8155-55f939173cf2" providerId="ADAL" clId="{F33F88E0-3380-47C4-AFDE-F1AC050ADA82}" dt="2026-01-25T16:00:54.529" v="3002" actId="790"/>
          <ac:spMkLst>
            <pc:docMk/>
            <pc:sldMk cId="1220615802" sldId="306"/>
            <ac:spMk id="24" creationId="{D32CF6D2-EB84-48EA-89DE-6CAD6AE383EC}"/>
          </ac:spMkLst>
        </pc:spChg>
        <pc:spChg chg="mod">
          <ac:chgData name="Yash Jadhav" userId="535c3d6d-72b8-4f77-8155-55f939173cf2" providerId="ADAL" clId="{F33F88E0-3380-47C4-AFDE-F1AC050ADA82}" dt="2026-01-25T16:00:54.535" v="3003" actId="790"/>
          <ac:spMkLst>
            <pc:docMk/>
            <pc:sldMk cId="1220615802" sldId="306"/>
            <ac:spMk id="25" creationId="{36A19458-CE65-4D18-A503-7A991346632A}"/>
          </ac:spMkLst>
        </pc:spChg>
      </pc:sldChg>
      <pc:sldChg chg="modSp add del mod modNotes">
        <pc:chgData name="Yash Jadhav" userId="535c3d6d-72b8-4f77-8155-55f939173cf2" providerId="ADAL" clId="{F33F88E0-3380-47C4-AFDE-F1AC050ADA82}" dt="2026-01-25T16:00:50.293" v="2986"/>
        <pc:sldMkLst>
          <pc:docMk/>
          <pc:sldMk cId="4278821929" sldId="306"/>
        </pc:sldMkLst>
        <pc:spChg chg="mod">
          <ac:chgData name="Yash Jadhav" userId="535c3d6d-72b8-4f77-8155-55f939173cf2" providerId="ADAL" clId="{F33F88E0-3380-47C4-AFDE-F1AC050ADA82}" dt="2026-01-25T16:00:46.884" v="2888" actId="790"/>
          <ac:spMkLst>
            <pc:docMk/>
            <pc:sldMk cId="4278821929" sldId="306"/>
            <ac:spMk id="2" creationId="{00000000-0000-0000-0000-000000000000}"/>
          </ac:spMkLst>
        </pc:spChg>
        <pc:spChg chg="mod">
          <ac:chgData name="Yash Jadhav" userId="535c3d6d-72b8-4f77-8155-55f939173cf2" providerId="ADAL" clId="{F33F88E0-3380-47C4-AFDE-F1AC050ADA82}" dt="2026-01-25T16:00:46.887" v="2889" actId="790"/>
          <ac:spMkLst>
            <pc:docMk/>
            <pc:sldMk cId="4278821929" sldId="306"/>
            <ac:spMk id="3" creationId="{00000000-0000-0000-0000-000000000000}"/>
          </ac:spMkLst>
        </pc:spChg>
        <pc:spChg chg="mod">
          <ac:chgData name="Yash Jadhav" userId="535c3d6d-72b8-4f77-8155-55f939173cf2" providerId="ADAL" clId="{F33F88E0-3380-47C4-AFDE-F1AC050ADA82}" dt="2026-01-25T16:00:46.889" v="2890" actId="790"/>
          <ac:spMkLst>
            <pc:docMk/>
            <pc:sldMk cId="4278821929" sldId="306"/>
            <ac:spMk id="4" creationId="{00000000-0000-0000-0000-000000000000}"/>
          </ac:spMkLst>
        </pc:spChg>
        <pc:spChg chg="mod">
          <ac:chgData name="Yash Jadhav" userId="535c3d6d-72b8-4f77-8155-55f939173cf2" providerId="ADAL" clId="{F33F88E0-3380-47C4-AFDE-F1AC050ADA82}" dt="2026-01-25T16:00:46.891" v="2891" actId="790"/>
          <ac:spMkLst>
            <pc:docMk/>
            <pc:sldMk cId="4278821929" sldId="306"/>
            <ac:spMk id="7" creationId="{00000000-0000-0000-0000-000000000000}"/>
          </ac:spMkLst>
        </pc:spChg>
        <pc:spChg chg="mod">
          <ac:chgData name="Yash Jadhav" userId="535c3d6d-72b8-4f77-8155-55f939173cf2" providerId="ADAL" clId="{F33F88E0-3380-47C4-AFDE-F1AC050ADA82}" dt="2026-01-25T16:00:46.893" v="2892" actId="790"/>
          <ac:spMkLst>
            <pc:docMk/>
            <pc:sldMk cId="4278821929" sldId="306"/>
            <ac:spMk id="8" creationId="{00000000-0000-0000-0000-000000000000}"/>
          </ac:spMkLst>
        </pc:spChg>
        <pc:spChg chg="mod">
          <ac:chgData name="Yash Jadhav" userId="535c3d6d-72b8-4f77-8155-55f939173cf2" providerId="ADAL" clId="{F33F88E0-3380-47C4-AFDE-F1AC050ADA82}" dt="2026-01-25T16:00:46.895" v="2893" actId="790"/>
          <ac:spMkLst>
            <pc:docMk/>
            <pc:sldMk cId="4278821929" sldId="306"/>
            <ac:spMk id="9" creationId="{00000000-0000-0000-0000-000000000000}"/>
          </ac:spMkLst>
        </pc:spChg>
        <pc:spChg chg="mod">
          <ac:chgData name="Yash Jadhav" userId="535c3d6d-72b8-4f77-8155-55f939173cf2" providerId="ADAL" clId="{F33F88E0-3380-47C4-AFDE-F1AC050ADA82}" dt="2026-01-25T16:00:46.904" v="2899" actId="790"/>
          <ac:spMkLst>
            <pc:docMk/>
            <pc:sldMk cId="4278821929" sldId="306"/>
            <ac:spMk id="32" creationId="{00000000-0000-0000-0000-000000000000}"/>
          </ac:spMkLst>
        </pc:spChg>
        <pc:spChg chg="mod">
          <ac:chgData name="Yash Jadhav" userId="535c3d6d-72b8-4f77-8155-55f939173cf2" providerId="ADAL" clId="{F33F88E0-3380-47C4-AFDE-F1AC050ADA82}" dt="2026-01-25T16:00:46.906" v="2900" actId="790"/>
          <ac:spMkLst>
            <pc:docMk/>
            <pc:sldMk cId="4278821929" sldId="306"/>
            <ac:spMk id="33" creationId="{00000000-0000-0000-0000-000000000000}"/>
          </ac:spMkLst>
        </pc:spChg>
        <pc:spChg chg="mod">
          <ac:chgData name="Yash Jadhav" userId="535c3d6d-72b8-4f77-8155-55f939173cf2" providerId="ADAL" clId="{F33F88E0-3380-47C4-AFDE-F1AC050ADA82}" dt="2026-01-25T16:00:46.897" v="2894" actId="790"/>
          <ac:spMkLst>
            <pc:docMk/>
            <pc:sldMk cId="4278821929" sldId="306"/>
            <ac:spMk id="51" creationId="{00000000-0000-0000-0000-000000000000}"/>
          </ac:spMkLst>
        </pc:spChg>
        <pc:spChg chg="mod">
          <ac:chgData name="Yash Jadhav" userId="535c3d6d-72b8-4f77-8155-55f939173cf2" providerId="ADAL" clId="{F33F88E0-3380-47C4-AFDE-F1AC050ADA82}" dt="2026-01-25T16:00:46.898" v="2895" actId="790"/>
          <ac:spMkLst>
            <pc:docMk/>
            <pc:sldMk cId="4278821929" sldId="306"/>
            <ac:spMk id="52" creationId="{00000000-0000-0000-0000-000000000000}"/>
          </ac:spMkLst>
        </pc:spChg>
        <pc:spChg chg="mod">
          <ac:chgData name="Yash Jadhav" userId="535c3d6d-72b8-4f77-8155-55f939173cf2" providerId="ADAL" clId="{F33F88E0-3380-47C4-AFDE-F1AC050ADA82}" dt="2026-01-25T16:00:46.900" v="2896" actId="790"/>
          <ac:spMkLst>
            <pc:docMk/>
            <pc:sldMk cId="4278821929" sldId="306"/>
            <ac:spMk id="53" creationId="{00000000-0000-0000-0000-000000000000}"/>
          </ac:spMkLst>
        </pc:spChg>
        <pc:spChg chg="mod">
          <ac:chgData name="Yash Jadhav" userId="535c3d6d-72b8-4f77-8155-55f939173cf2" providerId="ADAL" clId="{F33F88E0-3380-47C4-AFDE-F1AC050ADA82}" dt="2026-01-25T16:00:46.902" v="2897" actId="790"/>
          <ac:spMkLst>
            <pc:docMk/>
            <pc:sldMk cId="4278821929" sldId="306"/>
            <ac:spMk id="54" creationId="{00000000-0000-0000-0000-000000000000}"/>
          </ac:spMkLst>
        </pc:spChg>
        <pc:spChg chg="mod">
          <ac:chgData name="Yash Jadhav" userId="535c3d6d-72b8-4f77-8155-55f939173cf2" providerId="ADAL" clId="{F33F88E0-3380-47C4-AFDE-F1AC050ADA82}" dt="2026-01-25T16:00:46.903" v="2898" actId="790"/>
          <ac:spMkLst>
            <pc:docMk/>
            <pc:sldMk cId="4278821929" sldId="306"/>
            <ac:spMk id="55" creationId="{00000000-0000-0000-0000-000000000000}"/>
          </ac:spMkLst>
        </pc:spChg>
        <pc:spChg chg="mod">
          <ac:chgData name="Yash Jadhav" userId="535c3d6d-72b8-4f77-8155-55f939173cf2" providerId="ADAL" clId="{F33F88E0-3380-47C4-AFDE-F1AC050ADA82}" dt="2026-01-25T16:00:46.949" v="2906" actId="790"/>
          <ac:spMkLst>
            <pc:docMk/>
            <pc:sldMk cId="4278821929" sldId="306"/>
            <ac:spMk id="56" creationId="{4D596995-F701-9F88-8CDC-A9AD35D82831}"/>
          </ac:spMkLst>
        </pc:spChg>
        <pc:spChg chg="mod">
          <ac:chgData name="Yash Jadhav" userId="535c3d6d-72b8-4f77-8155-55f939173cf2" providerId="ADAL" clId="{F33F88E0-3380-47C4-AFDE-F1AC050ADA82}" dt="2026-01-25T16:00:46.950" v="2907" actId="790"/>
          <ac:spMkLst>
            <pc:docMk/>
            <pc:sldMk cId="4278821929" sldId="306"/>
            <ac:spMk id="58" creationId="{9A01F699-7B82-1BBD-8EE4-5F7A59388232}"/>
          </ac:spMkLst>
        </pc:spChg>
        <pc:spChg chg="mod">
          <ac:chgData name="Yash Jadhav" userId="535c3d6d-72b8-4f77-8155-55f939173cf2" providerId="ADAL" clId="{F33F88E0-3380-47C4-AFDE-F1AC050ADA82}" dt="2026-01-25T16:00:46.951" v="2908" actId="790"/>
          <ac:spMkLst>
            <pc:docMk/>
            <pc:sldMk cId="4278821929" sldId="306"/>
            <ac:spMk id="59" creationId="{CB7A0FD5-21BA-340C-5C64-DA5226E6CBFD}"/>
          </ac:spMkLst>
        </pc:spChg>
        <pc:spChg chg="mod">
          <ac:chgData name="Yash Jadhav" userId="535c3d6d-72b8-4f77-8155-55f939173cf2" providerId="ADAL" clId="{F33F88E0-3380-47C4-AFDE-F1AC050ADA82}" dt="2026-01-25T16:00:46.953" v="2909" actId="790"/>
          <ac:spMkLst>
            <pc:docMk/>
            <pc:sldMk cId="4278821929" sldId="306"/>
            <ac:spMk id="60" creationId="{39B81789-E7EB-A8B6-CBE5-4500927BBE9A}"/>
          </ac:spMkLst>
        </pc:spChg>
        <pc:spChg chg="mod">
          <ac:chgData name="Yash Jadhav" userId="535c3d6d-72b8-4f77-8155-55f939173cf2" providerId="ADAL" clId="{F33F88E0-3380-47C4-AFDE-F1AC050ADA82}" dt="2026-01-25T16:00:46.913" v="2901" actId="790"/>
          <ac:spMkLst>
            <pc:docMk/>
            <pc:sldMk cId="4278821929" sldId="306"/>
            <ac:spMk id="65" creationId="{00000000-0000-0000-0000-000000000000}"/>
          </ac:spMkLst>
        </pc:spChg>
        <pc:spChg chg="mod">
          <ac:chgData name="Yash Jadhav" userId="535c3d6d-72b8-4f77-8155-55f939173cf2" providerId="ADAL" clId="{F33F88E0-3380-47C4-AFDE-F1AC050ADA82}" dt="2026-01-25T16:00:46.918" v="2902" actId="790"/>
          <ac:spMkLst>
            <pc:docMk/>
            <pc:sldMk cId="4278821929" sldId="306"/>
            <ac:spMk id="66" creationId="{00000000-0000-0000-0000-000000000000}"/>
          </ac:spMkLst>
        </pc:spChg>
        <pc:spChg chg="mod">
          <ac:chgData name="Yash Jadhav" userId="535c3d6d-72b8-4f77-8155-55f939173cf2" providerId="ADAL" clId="{F33F88E0-3380-47C4-AFDE-F1AC050ADA82}" dt="2026-01-25T16:00:46.926" v="2903" actId="790"/>
          <ac:spMkLst>
            <pc:docMk/>
            <pc:sldMk cId="4278821929" sldId="306"/>
            <ac:spMk id="67" creationId="{00000000-0000-0000-0000-000000000000}"/>
          </ac:spMkLst>
        </pc:spChg>
        <pc:spChg chg="mod">
          <ac:chgData name="Yash Jadhav" userId="535c3d6d-72b8-4f77-8155-55f939173cf2" providerId="ADAL" clId="{F33F88E0-3380-47C4-AFDE-F1AC050ADA82}" dt="2026-01-25T16:00:46.931" v="2904" actId="790"/>
          <ac:spMkLst>
            <pc:docMk/>
            <pc:sldMk cId="4278821929" sldId="306"/>
            <ac:spMk id="68" creationId="{00000000-0000-0000-0000-000000000000}"/>
          </ac:spMkLst>
        </pc:spChg>
        <pc:spChg chg="mod">
          <ac:chgData name="Yash Jadhav" userId="535c3d6d-72b8-4f77-8155-55f939173cf2" providerId="ADAL" clId="{F33F88E0-3380-47C4-AFDE-F1AC050ADA82}" dt="2026-01-25T16:00:46.936" v="2905" actId="790"/>
          <ac:spMkLst>
            <pc:docMk/>
            <pc:sldMk cId="4278821929" sldId="306"/>
            <ac:spMk id="69" creationId="{00000000-0000-0000-0000-000000000000}"/>
          </ac:spMkLst>
        </pc:spChg>
        <pc:spChg chg="mod">
          <ac:chgData name="Yash Jadhav" userId="535c3d6d-72b8-4f77-8155-55f939173cf2" providerId="ADAL" clId="{F33F88E0-3380-47C4-AFDE-F1AC050ADA82}" dt="2026-01-25T16:00:46.954" v="2910" actId="790"/>
          <ac:spMkLst>
            <pc:docMk/>
            <pc:sldMk cId="4278821929" sldId="306"/>
            <ac:spMk id="70" creationId="{C3DB3E2B-112C-93B3-BBFF-4D7C0F572C13}"/>
          </ac:spMkLst>
        </pc:spChg>
        <pc:spChg chg="mod">
          <ac:chgData name="Yash Jadhav" userId="535c3d6d-72b8-4f77-8155-55f939173cf2" providerId="ADAL" clId="{F33F88E0-3380-47C4-AFDE-F1AC050ADA82}" dt="2026-01-25T16:00:46.956" v="2911" actId="790"/>
          <ac:spMkLst>
            <pc:docMk/>
            <pc:sldMk cId="4278821929" sldId="306"/>
            <ac:spMk id="72" creationId="{D9AEE4B9-2F79-08EB-F7C5-8C858D85063C}"/>
          </ac:spMkLst>
        </pc:spChg>
        <pc:spChg chg="mod">
          <ac:chgData name="Yash Jadhav" userId="535c3d6d-72b8-4f77-8155-55f939173cf2" providerId="ADAL" clId="{F33F88E0-3380-47C4-AFDE-F1AC050ADA82}" dt="2026-01-25T16:00:46.958" v="2912" actId="790"/>
          <ac:spMkLst>
            <pc:docMk/>
            <pc:sldMk cId="4278821929" sldId="306"/>
            <ac:spMk id="73" creationId="{DCD69E97-0C29-9DA7-ACC6-DBAE9E813BBB}"/>
          </ac:spMkLst>
        </pc:spChg>
        <pc:spChg chg="mod">
          <ac:chgData name="Yash Jadhav" userId="535c3d6d-72b8-4f77-8155-55f939173cf2" providerId="ADAL" clId="{F33F88E0-3380-47C4-AFDE-F1AC050ADA82}" dt="2026-01-25T16:00:46.960" v="2913" actId="790"/>
          <ac:spMkLst>
            <pc:docMk/>
            <pc:sldMk cId="4278821929" sldId="306"/>
            <ac:spMk id="74" creationId="{C56A7FC7-AEBB-9DF0-861D-F24671E44827}"/>
          </ac:spMkLst>
        </pc:spChg>
        <pc:spChg chg="mod">
          <ac:chgData name="Yash Jadhav" userId="535c3d6d-72b8-4f77-8155-55f939173cf2" providerId="ADAL" clId="{F33F88E0-3380-47C4-AFDE-F1AC050ADA82}" dt="2026-01-25T16:00:46.962" v="2914" actId="790"/>
          <ac:spMkLst>
            <pc:docMk/>
            <pc:sldMk cId="4278821929" sldId="306"/>
            <ac:spMk id="75" creationId="{E66788BB-A412-72E8-5BE0-008788D13BA3}"/>
          </ac:spMkLst>
        </pc:spChg>
        <pc:spChg chg="mod">
          <ac:chgData name="Yash Jadhav" userId="535c3d6d-72b8-4f77-8155-55f939173cf2" providerId="ADAL" clId="{F33F88E0-3380-47C4-AFDE-F1AC050ADA82}" dt="2026-01-25T16:00:46.964" v="2915" actId="790"/>
          <ac:spMkLst>
            <pc:docMk/>
            <pc:sldMk cId="4278821929" sldId="306"/>
            <ac:spMk id="76" creationId="{9474F8F6-E0F5-C142-FA33-6CB59411F5DB}"/>
          </ac:spMkLst>
        </pc:spChg>
        <pc:spChg chg="mod">
          <ac:chgData name="Yash Jadhav" userId="535c3d6d-72b8-4f77-8155-55f939173cf2" providerId="ADAL" clId="{F33F88E0-3380-47C4-AFDE-F1AC050ADA82}" dt="2026-01-25T16:00:46.966" v="2916" actId="790"/>
          <ac:spMkLst>
            <pc:docMk/>
            <pc:sldMk cId="4278821929" sldId="306"/>
            <ac:spMk id="77" creationId="{E711F30F-8ED0-E13A-2A3A-B20A5950DA69}"/>
          </ac:spMkLst>
        </pc:spChg>
        <pc:spChg chg="mod">
          <ac:chgData name="Yash Jadhav" userId="535c3d6d-72b8-4f77-8155-55f939173cf2" providerId="ADAL" clId="{F33F88E0-3380-47C4-AFDE-F1AC050ADA82}" dt="2026-01-25T16:00:46.968" v="2917" actId="790"/>
          <ac:spMkLst>
            <pc:docMk/>
            <pc:sldMk cId="4278821929" sldId="306"/>
            <ac:spMk id="78" creationId="{E052A8B3-4DA3-76AC-A8A3-DEFA9748A062}"/>
          </ac:spMkLst>
        </pc:spChg>
        <pc:spChg chg="mod">
          <ac:chgData name="Yash Jadhav" userId="535c3d6d-72b8-4f77-8155-55f939173cf2" providerId="ADAL" clId="{F33F88E0-3380-47C4-AFDE-F1AC050ADA82}" dt="2026-01-25T16:00:46.969" v="2918" actId="790"/>
          <ac:spMkLst>
            <pc:docMk/>
            <pc:sldMk cId="4278821929" sldId="306"/>
            <ac:spMk id="79" creationId="{ECDD2C29-C578-E9F4-D373-B7F683D1DFA0}"/>
          </ac:spMkLst>
        </pc:spChg>
        <pc:spChg chg="mod">
          <ac:chgData name="Yash Jadhav" userId="535c3d6d-72b8-4f77-8155-55f939173cf2" providerId="ADAL" clId="{F33F88E0-3380-47C4-AFDE-F1AC050ADA82}" dt="2026-01-25T16:00:50.293" v="2986"/>
          <ac:spMkLst>
            <pc:docMk/>
            <pc:sldMk cId="4278821929" sldId="306"/>
            <ac:spMk id="81" creationId="{29431198-3B01-D804-D5B9-CACEFDC8EE39}"/>
          </ac:spMkLst>
        </pc:spChg>
        <pc:spChg chg="mod">
          <ac:chgData name="Yash Jadhav" userId="535c3d6d-72b8-4f77-8155-55f939173cf2" providerId="ADAL" clId="{F33F88E0-3380-47C4-AFDE-F1AC050ADA82}" dt="2026-01-25T16:00:50.293" v="2986"/>
          <ac:spMkLst>
            <pc:docMk/>
            <pc:sldMk cId="4278821929" sldId="306"/>
            <ac:spMk id="82" creationId="{B34AB70E-176F-41B7-4134-678631744C34}"/>
          </ac:spMkLst>
        </pc:spChg>
        <pc:spChg chg="mod">
          <ac:chgData name="Yash Jadhav" userId="535c3d6d-72b8-4f77-8155-55f939173cf2" providerId="ADAL" clId="{F33F88E0-3380-47C4-AFDE-F1AC050ADA82}" dt="2026-01-25T16:00:50.293" v="2986"/>
          <ac:spMkLst>
            <pc:docMk/>
            <pc:sldMk cId="4278821929" sldId="306"/>
            <ac:spMk id="83" creationId="{D7C99F20-855F-02E2-9FFA-CB6077581CF8}"/>
          </ac:spMkLst>
        </pc:spChg>
        <pc:spChg chg="mod">
          <ac:chgData name="Yash Jadhav" userId="535c3d6d-72b8-4f77-8155-55f939173cf2" providerId="ADAL" clId="{F33F88E0-3380-47C4-AFDE-F1AC050ADA82}" dt="2026-01-25T16:00:50.293" v="2986"/>
          <ac:spMkLst>
            <pc:docMk/>
            <pc:sldMk cId="4278821929" sldId="306"/>
            <ac:spMk id="84" creationId="{5CD8A5AB-7145-3D71-E6E3-D7C49AE79F33}"/>
          </ac:spMkLst>
        </pc:spChg>
        <pc:spChg chg="mod">
          <ac:chgData name="Yash Jadhav" userId="535c3d6d-72b8-4f77-8155-55f939173cf2" providerId="ADAL" clId="{F33F88E0-3380-47C4-AFDE-F1AC050ADA82}" dt="2026-01-25T16:00:50.293" v="2986"/>
          <ac:spMkLst>
            <pc:docMk/>
            <pc:sldMk cId="4278821929" sldId="306"/>
            <ac:spMk id="85" creationId="{DB63CC0A-9474-DB75-80D0-79FF4BA032BB}"/>
          </ac:spMkLst>
        </pc:spChg>
        <pc:spChg chg="mod">
          <ac:chgData name="Yash Jadhav" userId="535c3d6d-72b8-4f77-8155-55f939173cf2" providerId="ADAL" clId="{F33F88E0-3380-47C4-AFDE-F1AC050ADA82}" dt="2026-01-25T16:00:50.293" v="2986"/>
          <ac:spMkLst>
            <pc:docMk/>
            <pc:sldMk cId="4278821929" sldId="306"/>
            <ac:spMk id="86" creationId="{A4AD89EF-CFA2-B25A-9164-AD2FA34BB349}"/>
          </ac:spMkLst>
        </pc:spChg>
        <pc:spChg chg="mod">
          <ac:chgData name="Yash Jadhav" userId="535c3d6d-72b8-4f77-8155-55f939173cf2" providerId="ADAL" clId="{F33F88E0-3380-47C4-AFDE-F1AC050ADA82}" dt="2026-01-25T16:00:50.157" v="2979" actId="790"/>
          <ac:spMkLst>
            <pc:docMk/>
            <pc:sldMk cId="4278821929" sldId="306"/>
            <ac:spMk id="87" creationId="{71248AD1-6971-1D3F-6C46-EB837509B9C3}"/>
          </ac:spMkLst>
        </pc:spChg>
        <pc:spChg chg="mod">
          <ac:chgData name="Yash Jadhav" userId="535c3d6d-72b8-4f77-8155-55f939173cf2" providerId="ADAL" clId="{F33F88E0-3380-47C4-AFDE-F1AC050ADA82}" dt="2026-01-25T16:00:50.293" v="2986"/>
          <ac:spMkLst>
            <pc:docMk/>
            <pc:sldMk cId="4278821929" sldId="306"/>
            <ac:spMk id="88" creationId="{C388B1A7-472F-EA2B-6C9A-7B9EBAB74B4E}"/>
          </ac:spMkLst>
        </pc:spChg>
        <pc:spChg chg="mod">
          <ac:chgData name="Yash Jadhav" userId="535c3d6d-72b8-4f77-8155-55f939173cf2" providerId="ADAL" clId="{F33F88E0-3380-47C4-AFDE-F1AC050ADA82}" dt="2026-01-25T16:00:50.293" v="2986"/>
          <ac:spMkLst>
            <pc:docMk/>
            <pc:sldMk cId="4278821929" sldId="306"/>
            <ac:spMk id="89" creationId="{74C1F495-3ECB-327E-FFEC-1D5165C90FAE}"/>
          </ac:spMkLst>
        </pc:spChg>
        <pc:spChg chg="mod">
          <ac:chgData name="Yash Jadhav" userId="535c3d6d-72b8-4f77-8155-55f939173cf2" providerId="ADAL" clId="{F33F88E0-3380-47C4-AFDE-F1AC050ADA82}" dt="2026-01-25T16:00:50.293" v="2986"/>
          <ac:spMkLst>
            <pc:docMk/>
            <pc:sldMk cId="4278821929" sldId="306"/>
            <ac:spMk id="90" creationId="{55143599-0F46-1C84-AD26-8A82714E48EB}"/>
          </ac:spMkLst>
        </pc:spChg>
        <pc:spChg chg="mod">
          <ac:chgData name="Yash Jadhav" userId="535c3d6d-72b8-4f77-8155-55f939173cf2" providerId="ADAL" clId="{F33F88E0-3380-47C4-AFDE-F1AC050ADA82}" dt="2026-01-25T16:00:50.293" v="2986"/>
          <ac:spMkLst>
            <pc:docMk/>
            <pc:sldMk cId="4278821929" sldId="306"/>
            <ac:spMk id="91" creationId="{659DBA54-AEC1-CEAB-195B-B9282F8C0C72}"/>
          </ac:spMkLst>
        </pc:spChg>
        <pc:spChg chg="mod">
          <ac:chgData name="Yash Jadhav" userId="535c3d6d-72b8-4f77-8155-55f939173cf2" providerId="ADAL" clId="{F33F88E0-3380-47C4-AFDE-F1AC050ADA82}" dt="2026-01-25T16:00:50.157" v="2974" actId="790"/>
          <ac:spMkLst>
            <pc:docMk/>
            <pc:sldMk cId="4278821929" sldId="306"/>
            <ac:spMk id="92" creationId="{868047D5-630B-0D88-200F-EF864EF45CE4}"/>
          </ac:spMkLst>
        </pc:spChg>
        <pc:spChg chg="mod">
          <ac:chgData name="Yash Jadhav" userId="535c3d6d-72b8-4f77-8155-55f939173cf2" providerId="ADAL" clId="{F33F88E0-3380-47C4-AFDE-F1AC050ADA82}" dt="2026-01-25T16:00:50.156" v="2973" actId="790"/>
          <ac:spMkLst>
            <pc:docMk/>
            <pc:sldMk cId="4278821929" sldId="306"/>
            <ac:spMk id="93" creationId="{6341E7C5-47D8-F02B-8ECC-5BA96014398E}"/>
          </ac:spMkLst>
        </pc:spChg>
        <pc:spChg chg="mod">
          <ac:chgData name="Yash Jadhav" userId="535c3d6d-72b8-4f77-8155-55f939173cf2" providerId="ADAL" clId="{F33F88E0-3380-47C4-AFDE-F1AC050ADA82}" dt="2026-01-25T16:00:47.009" v="2932" actId="790"/>
          <ac:spMkLst>
            <pc:docMk/>
            <pc:sldMk cId="4278821929" sldId="306"/>
            <ac:spMk id="95" creationId="{0BBCAF2B-341A-3EE8-BE1C-3C537FAAE79F}"/>
          </ac:spMkLst>
        </pc:spChg>
        <pc:spChg chg="mod">
          <ac:chgData name="Yash Jadhav" userId="535c3d6d-72b8-4f77-8155-55f939173cf2" providerId="ADAL" clId="{F33F88E0-3380-47C4-AFDE-F1AC050ADA82}" dt="2026-01-25T16:00:47.011" v="2933" actId="790"/>
          <ac:spMkLst>
            <pc:docMk/>
            <pc:sldMk cId="4278821929" sldId="306"/>
            <ac:spMk id="96" creationId="{950C69C4-A146-84D8-30C3-9AEF730FF836}"/>
          </ac:spMkLst>
        </pc:spChg>
        <pc:spChg chg="mod">
          <ac:chgData name="Yash Jadhav" userId="535c3d6d-72b8-4f77-8155-55f939173cf2" providerId="ADAL" clId="{F33F88E0-3380-47C4-AFDE-F1AC050ADA82}" dt="2026-01-25T16:00:47.013" v="2934" actId="790"/>
          <ac:spMkLst>
            <pc:docMk/>
            <pc:sldMk cId="4278821929" sldId="306"/>
            <ac:spMk id="97" creationId="{50F02758-0BAC-6475-0F25-B1E0A08AB091}"/>
          </ac:spMkLst>
        </pc:spChg>
        <pc:spChg chg="mod">
          <ac:chgData name="Yash Jadhav" userId="535c3d6d-72b8-4f77-8155-55f939173cf2" providerId="ADAL" clId="{F33F88E0-3380-47C4-AFDE-F1AC050ADA82}" dt="2026-01-25T16:00:47.014" v="2935" actId="790"/>
          <ac:spMkLst>
            <pc:docMk/>
            <pc:sldMk cId="4278821929" sldId="306"/>
            <ac:spMk id="98" creationId="{954670B2-A334-8748-444B-E3DD5062633E}"/>
          </ac:spMkLst>
        </pc:spChg>
      </pc:sldChg>
      <pc:sldChg chg="modSp add del mod modNotes">
        <pc:chgData name="Yash Jadhav" userId="535c3d6d-72b8-4f77-8155-55f939173cf2" providerId="ADAL" clId="{F33F88E0-3380-47C4-AFDE-F1AC050ADA82}" dt="2026-01-25T16:00:50.293" v="2986"/>
        <pc:sldMkLst>
          <pc:docMk/>
          <pc:sldMk cId="874142060" sldId="307"/>
        </pc:sldMkLst>
        <pc:spChg chg="mod">
          <ac:chgData name="Yash Jadhav" userId="535c3d6d-72b8-4f77-8155-55f939173cf2" providerId="ADAL" clId="{F33F88E0-3380-47C4-AFDE-F1AC050ADA82}" dt="2026-01-25T16:00:47.689" v="2940" actId="790"/>
          <ac:spMkLst>
            <pc:docMk/>
            <pc:sldMk cId="874142060" sldId="307"/>
            <ac:spMk id="2" creationId="{00000000-0000-0000-0000-000000000000}"/>
          </ac:spMkLst>
        </pc:spChg>
        <pc:spChg chg="mod">
          <ac:chgData name="Yash Jadhav" userId="535c3d6d-72b8-4f77-8155-55f939173cf2" providerId="ADAL" clId="{F33F88E0-3380-47C4-AFDE-F1AC050ADA82}" dt="2026-01-25T16:00:47.691" v="2941" actId="790"/>
          <ac:spMkLst>
            <pc:docMk/>
            <pc:sldMk cId="874142060" sldId="307"/>
            <ac:spMk id="4" creationId="{00000000-0000-0000-0000-000000000000}"/>
          </ac:spMkLst>
        </pc:spChg>
        <pc:spChg chg="mod">
          <ac:chgData name="Yash Jadhav" userId="535c3d6d-72b8-4f77-8155-55f939173cf2" providerId="ADAL" clId="{F33F88E0-3380-47C4-AFDE-F1AC050ADA82}" dt="2026-01-25T16:00:47.693" v="2942" actId="790"/>
          <ac:spMkLst>
            <pc:docMk/>
            <pc:sldMk cId="874142060" sldId="307"/>
            <ac:spMk id="5" creationId="{00000000-0000-0000-0000-000000000000}"/>
          </ac:spMkLst>
        </pc:spChg>
        <pc:spChg chg="mod">
          <ac:chgData name="Yash Jadhav" userId="535c3d6d-72b8-4f77-8155-55f939173cf2" providerId="ADAL" clId="{F33F88E0-3380-47C4-AFDE-F1AC050ADA82}" dt="2026-01-25T16:00:47.695" v="2943" actId="790"/>
          <ac:spMkLst>
            <pc:docMk/>
            <pc:sldMk cId="874142060" sldId="307"/>
            <ac:spMk id="6" creationId="{00000000-0000-0000-0000-000000000000}"/>
          </ac:spMkLst>
        </pc:spChg>
        <pc:spChg chg="mod">
          <ac:chgData name="Yash Jadhav" userId="535c3d6d-72b8-4f77-8155-55f939173cf2" providerId="ADAL" clId="{F33F88E0-3380-47C4-AFDE-F1AC050ADA82}" dt="2026-01-25T16:00:47.700" v="2944" actId="790"/>
          <ac:spMkLst>
            <pc:docMk/>
            <pc:sldMk cId="874142060" sldId="307"/>
            <ac:spMk id="7" creationId="{00000000-0000-0000-0000-000000000000}"/>
          </ac:spMkLst>
        </pc:spChg>
        <pc:spChg chg="mod">
          <ac:chgData name="Yash Jadhav" userId="535c3d6d-72b8-4f77-8155-55f939173cf2" providerId="ADAL" clId="{F33F88E0-3380-47C4-AFDE-F1AC050ADA82}" dt="2026-01-25T16:00:47.702" v="2945" actId="790"/>
          <ac:spMkLst>
            <pc:docMk/>
            <pc:sldMk cId="874142060" sldId="307"/>
            <ac:spMk id="8" creationId="{00000000-0000-0000-0000-000000000000}"/>
          </ac:spMkLst>
        </pc:spChg>
        <pc:spChg chg="mod">
          <ac:chgData name="Yash Jadhav" userId="535c3d6d-72b8-4f77-8155-55f939173cf2" providerId="ADAL" clId="{F33F88E0-3380-47C4-AFDE-F1AC050ADA82}" dt="2026-01-25T16:00:47.704" v="2946" actId="790"/>
          <ac:spMkLst>
            <pc:docMk/>
            <pc:sldMk cId="874142060" sldId="307"/>
            <ac:spMk id="9" creationId="{00000000-0000-0000-0000-000000000000}"/>
          </ac:spMkLst>
        </pc:spChg>
        <pc:spChg chg="mod">
          <ac:chgData name="Yash Jadhav" userId="535c3d6d-72b8-4f77-8155-55f939173cf2" providerId="ADAL" clId="{F33F88E0-3380-47C4-AFDE-F1AC050ADA82}" dt="2026-01-25T16:00:47.707" v="2947" actId="790"/>
          <ac:spMkLst>
            <pc:docMk/>
            <pc:sldMk cId="874142060" sldId="307"/>
            <ac:spMk id="10" creationId="{00000000-0000-0000-0000-000000000000}"/>
          </ac:spMkLst>
        </pc:spChg>
        <pc:spChg chg="mod">
          <ac:chgData name="Yash Jadhav" userId="535c3d6d-72b8-4f77-8155-55f939173cf2" providerId="ADAL" clId="{F33F88E0-3380-47C4-AFDE-F1AC050ADA82}" dt="2026-01-25T16:00:47.713" v="2948" actId="790"/>
          <ac:spMkLst>
            <pc:docMk/>
            <pc:sldMk cId="874142060" sldId="307"/>
            <ac:spMk id="11" creationId="{00000000-0000-0000-0000-000000000000}"/>
          </ac:spMkLst>
        </pc:spChg>
        <pc:spChg chg="mod">
          <ac:chgData name="Yash Jadhav" userId="535c3d6d-72b8-4f77-8155-55f939173cf2" providerId="ADAL" clId="{F33F88E0-3380-47C4-AFDE-F1AC050ADA82}" dt="2026-01-25T16:00:47.716" v="2949" actId="790"/>
          <ac:spMkLst>
            <pc:docMk/>
            <pc:sldMk cId="874142060" sldId="307"/>
            <ac:spMk id="12" creationId="{00000000-0000-0000-0000-000000000000}"/>
          </ac:spMkLst>
        </pc:spChg>
        <pc:spChg chg="mod">
          <ac:chgData name="Yash Jadhav" userId="535c3d6d-72b8-4f77-8155-55f939173cf2" providerId="ADAL" clId="{F33F88E0-3380-47C4-AFDE-F1AC050ADA82}" dt="2026-01-25T16:00:47.720" v="2950" actId="790"/>
          <ac:spMkLst>
            <pc:docMk/>
            <pc:sldMk cId="874142060" sldId="307"/>
            <ac:spMk id="13" creationId="{00000000-0000-0000-0000-000000000000}"/>
          </ac:spMkLst>
        </pc:spChg>
        <pc:spChg chg="mod">
          <ac:chgData name="Yash Jadhav" userId="535c3d6d-72b8-4f77-8155-55f939173cf2" providerId="ADAL" clId="{F33F88E0-3380-47C4-AFDE-F1AC050ADA82}" dt="2026-01-25T16:00:47.723" v="2951" actId="790"/>
          <ac:spMkLst>
            <pc:docMk/>
            <pc:sldMk cId="874142060" sldId="307"/>
            <ac:spMk id="14" creationId="{00000000-0000-0000-0000-000000000000}"/>
          </ac:spMkLst>
        </pc:spChg>
        <pc:spChg chg="mod">
          <ac:chgData name="Yash Jadhav" userId="535c3d6d-72b8-4f77-8155-55f939173cf2" providerId="ADAL" clId="{F33F88E0-3380-47C4-AFDE-F1AC050ADA82}" dt="2026-01-25T16:00:47.726" v="2952" actId="790"/>
          <ac:spMkLst>
            <pc:docMk/>
            <pc:sldMk cId="874142060" sldId="307"/>
            <ac:spMk id="15" creationId="{00000000-0000-0000-0000-000000000000}"/>
          </ac:spMkLst>
        </pc:spChg>
        <pc:spChg chg="mod">
          <ac:chgData name="Yash Jadhav" userId="535c3d6d-72b8-4f77-8155-55f939173cf2" providerId="ADAL" clId="{F33F88E0-3380-47C4-AFDE-F1AC050ADA82}" dt="2026-01-25T16:00:47.728" v="2953" actId="790"/>
          <ac:spMkLst>
            <pc:docMk/>
            <pc:sldMk cId="874142060" sldId="307"/>
            <ac:spMk id="16" creationId="{00000000-0000-0000-0000-000000000000}"/>
          </ac:spMkLst>
        </pc:spChg>
        <pc:spChg chg="mod">
          <ac:chgData name="Yash Jadhav" userId="535c3d6d-72b8-4f77-8155-55f939173cf2" providerId="ADAL" clId="{F33F88E0-3380-47C4-AFDE-F1AC050ADA82}" dt="2026-01-25T16:00:50.293" v="2986"/>
          <ac:spMkLst>
            <pc:docMk/>
            <pc:sldMk cId="874142060" sldId="307"/>
            <ac:spMk id="17" creationId="{00000000-0000-0000-0000-000000000000}"/>
          </ac:spMkLst>
        </pc:spChg>
        <pc:spChg chg="mod">
          <ac:chgData name="Yash Jadhav" userId="535c3d6d-72b8-4f77-8155-55f939173cf2" providerId="ADAL" clId="{F33F88E0-3380-47C4-AFDE-F1AC050ADA82}" dt="2026-01-25T16:00:50.293" v="2986"/>
          <ac:spMkLst>
            <pc:docMk/>
            <pc:sldMk cId="874142060" sldId="307"/>
            <ac:spMk id="18" creationId="{00000000-0000-0000-0000-000000000000}"/>
          </ac:spMkLst>
        </pc:spChg>
        <pc:spChg chg="mod">
          <ac:chgData name="Yash Jadhav" userId="535c3d6d-72b8-4f77-8155-55f939173cf2" providerId="ADAL" clId="{F33F88E0-3380-47C4-AFDE-F1AC050ADA82}" dt="2026-01-25T16:00:50.293" v="2986"/>
          <ac:spMkLst>
            <pc:docMk/>
            <pc:sldMk cId="874142060" sldId="307"/>
            <ac:spMk id="19" creationId="{00000000-0000-0000-0000-000000000000}"/>
          </ac:spMkLst>
        </pc:spChg>
        <pc:spChg chg="mod">
          <ac:chgData name="Yash Jadhav" userId="535c3d6d-72b8-4f77-8155-55f939173cf2" providerId="ADAL" clId="{F33F88E0-3380-47C4-AFDE-F1AC050ADA82}" dt="2026-01-25T16:00:50.293" v="2986"/>
          <ac:spMkLst>
            <pc:docMk/>
            <pc:sldMk cId="874142060" sldId="307"/>
            <ac:spMk id="20" creationId="{00000000-0000-0000-0000-000000000000}"/>
          </ac:spMkLst>
        </pc:spChg>
        <pc:spChg chg="mod">
          <ac:chgData name="Yash Jadhav" userId="535c3d6d-72b8-4f77-8155-55f939173cf2" providerId="ADAL" clId="{F33F88E0-3380-47C4-AFDE-F1AC050ADA82}" dt="2026-01-25T16:00:50.293" v="2986"/>
          <ac:spMkLst>
            <pc:docMk/>
            <pc:sldMk cId="874142060" sldId="307"/>
            <ac:spMk id="21" creationId="{00000000-0000-0000-0000-000000000000}"/>
          </ac:spMkLst>
        </pc:spChg>
        <pc:spChg chg="mod">
          <ac:chgData name="Yash Jadhav" userId="535c3d6d-72b8-4f77-8155-55f939173cf2" providerId="ADAL" clId="{F33F88E0-3380-47C4-AFDE-F1AC050ADA82}" dt="2026-01-25T16:00:50.293" v="2986"/>
          <ac:spMkLst>
            <pc:docMk/>
            <pc:sldMk cId="874142060" sldId="307"/>
            <ac:spMk id="22" creationId="{00000000-0000-0000-0000-000000000000}"/>
          </ac:spMkLst>
        </pc:spChg>
        <pc:spChg chg="mod">
          <ac:chgData name="Yash Jadhav" userId="535c3d6d-72b8-4f77-8155-55f939173cf2" providerId="ADAL" clId="{F33F88E0-3380-47C4-AFDE-F1AC050ADA82}" dt="2026-01-25T16:00:50.293" v="2986"/>
          <ac:spMkLst>
            <pc:docMk/>
            <pc:sldMk cId="874142060" sldId="307"/>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4348055" sldId="307"/>
        </pc:sldMkLst>
        <pc:spChg chg="mod ord">
          <ac:chgData name="Yash Jadhav" userId="535c3d6d-72b8-4f77-8155-55f939173cf2" providerId="ADAL" clId="{F33F88E0-3380-47C4-AFDE-F1AC050ADA82}" dt="2026-01-25T16:06:14.662" v="8413" actId="6264"/>
          <ac:spMkLst>
            <pc:docMk/>
            <pc:sldMk cId="3544348055" sldId="30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44348055" sldId="307"/>
            <ac:spMk id="3" creationId="{6E9D3AD3-FCA9-E949-ABAF-4254C837E402}"/>
          </ac:spMkLst>
        </pc:spChg>
        <pc:spChg chg="mod">
          <ac:chgData name="Yash Jadhav" userId="535c3d6d-72b8-4f77-8155-55f939173cf2" providerId="ADAL" clId="{F33F88E0-3380-47C4-AFDE-F1AC050ADA82}" dt="2026-01-25T16:00:55.231" v="3009" actId="790"/>
          <ac:spMkLst>
            <pc:docMk/>
            <pc:sldMk cId="3544348055" sldId="307"/>
            <ac:spMk id="5" creationId="{4617A633-8BC5-441A-A64D-E8E04704FB75}"/>
          </ac:spMkLst>
        </pc:spChg>
        <pc:spChg chg="mod">
          <ac:chgData name="Yash Jadhav" userId="535c3d6d-72b8-4f77-8155-55f939173cf2" providerId="ADAL" clId="{F33F88E0-3380-47C4-AFDE-F1AC050ADA82}" dt="2026-01-25T16:00:55.233" v="3010" actId="790"/>
          <ac:spMkLst>
            <pc:docMk/>
            <pc:sldMk cId="3544348055" sldId="307"/>
            <ac:spMk id="6" creationId="{ABB149DB-1960-44CA-A1BD-2D948221756E}"/>
          </ac:spMkLst>
        </pc:spChg>
        <pc:spChg chg="mod">
          <ac:chgData name="Yash Jadhav" userId="535c3d6d-72b8-4f77-8155-55f939173cf2" providerId="ADAL" clId="{F33F88E0-3380-47C4-AFDE-F1AC050ADA82}" dt="2026-01-25T16:00:55.235" v="3011" actId="790"/>
          <ac:spMkLst>
            <pc:docMk/>
            <pc:sldMk cId="3544348055" sldId="307"/>
            <ac:spMk id="8" creationId="{4617A633-8BC5-441A-A64D-E8E04704FB75}"/>
          </ac:spMkLst>
        </pc:spChg>
        <pc:spChg chg="mod">
          <ac:chgData name="Yash Jadhav" userId="535c3d6d-72b8-4f77-8155-55f939173cf2" providerId="ADAL" clId="{F33F88E0-3380-47C4-AFDE-F1AC050ADA82}" dt="2026-01-25T16:00:55.237" v="3012" actId="790"/>
          <ac:spMkLst>
            <pc:docMk/>
            <pc:sldMk cId="3544348055" sldId="307"/>
            <ac:spMk id="9" creationId="{ABB149DB-1960-44CA-A1BD-2D948221756E}"/>
          </ac:spMkLst>
        </pc:spChg>
        <pc:spChg chg="mod">
          <ac:chgData name="Yash Jadhav" userId="535c3d6d-72b8-4f77-8155-55f939173cf2" providerId="ADAL" clId="{F33F88E0-3380-47C4-AFDE-F1AC050ADA82}" dt="2026-01-25T16:00:55.242" v="3013" actId="790"/>
          <ac:spMkLst>
            <pc:docMk/>
            <pc:sldMk cId="3544348055" sldId="307"/>
            <ac:spMk id="10" creationId="{E3E421DD-7F73-48C5-BDA3-451A3E2EF995}"/>
          </ac:spMkLst>
        </pc:spChg>
        <pc:spChg chg="mod">
          <ac:chgData name="Yash Jadhav" userId="535c3d6d-72b8-4f77-8155-55f939173cf2" providerId="ADAL" clId="{F33F88E0-3380-47C4-AFDE-F1AC050ADA82}" dt="2026-01-25T16:00:55.247" v="3014" actId="790"/>
          <ac:spMkLst>
            <pc:docMk/>
            <pc:sldMk cId="3544348055" sldId="307"/>
            <ac:spMk id="11" creationId="{E3E421DD-7F73-48C5-BDA3-451A3E2EF995}"/>
          </ac:spMkLst>
        </pc:spChg>
        <pc:spChg chg="mod">
          <ac:chgData name="Yash Jadhav" userId="535c3d6d-72b8-4f77-8155-55f939173cf2" providerId="ADAL" clId="{F33F88E0-3380-47C4-AFDE-F1AC050ADA82}" dt="2026-01-25T16:00:55.251" v="3015" actId="790"/>
          <ac:spMkLst>
            <pc:docMk/>
            <pc:sldMk cId="3544348055" sldId="307"/>
            <ac:spMk id="12" creationId="{E3E421DD-7F73-48C5-BDA3-451A3E2EF995}"/>
          </ac:spMkLst>
        </pc:spChg>
        <pc:spChg chg="mod">
          <ac:chgData name="Yash Jadhav" userId="535c3d6d-72b8-4f77-8155-55f939173cf2" providerId="ADAL" clId="{F33F88E0-3380-47C4-AFDE-F1AC050ADA82}" dt="2026-01-25T16:00:55.256" v="3016" actId="790"/>
          <ac:spMkLst>
            <pc:docMk/>
            <pc:sldMk cId="3544348055" sldId="307"/>
            <ac:spMk id="13" creationId="{E3E421DD-7F73-48C5-BDA3-451A3E2EF995}"/>
          </ac:spMkLst>
        </pc:spChg>
        <pc:spChg chg="mod">
          <ac:chgData name="Yash Jadhav" userId="535c3d6d-72b8-4f77-8155-55f939173cf2" providerId="ADAL" clId="{F33F88E0-3380-47C4-AFDE-F1AC050ADA82}" dt="2026-01-25T16:00:55.262" v="3017" actId="790"/>
          <ac:spMkLst>
            <pc:docMk/>
            <pc:sldMk cId="3544348055" sldId="307"/>
            <ac:spMk id="14" creationId="{E3E421DD-7F73-48C5-BDA3-451A3E2EF995}"/>
          </ac:spMkLst>
        </pc:spChg>
        <pc:spChg chg="mod">
          <ac:chgData name="Yash Jadhav" userId="535c3d6d-72b8-4f77-8155-55f939173cf2" providerId="ADAL" clId="{F33F88E0-3380-47C4-AFDE-F1AC050ADA82}" dt="2026-01-25T16:00:55.266" v="3018" actId="790"/>
          <ac:spMkLst>
            <pc:docMk/>
            <pc:sldMk cId="3544348055" sldId="307"/>
            <ac:spMk id="15"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8018564" sldId="308"/>
        </pc:sldMkLst>
        <pc:spChg chg="add del mod">
          <ac:chgData name="Yash Jadhav" userId="535c3d6d-72b8-4f77-8155-55f939173cf2" providerId="ADAL" clId="{F33F88E0-3380-47C4-AFDE-F1AC050ADA82}" dt="2026-01-25T16:06:14.662" v="8413" actId="6264"/>
          <ac:spMkLst>
            <pc:docMk/>
            <pc:sldMk cId="4148018564" sldId="308"/>
            <ac:spMk id="2" creationId="{89F69513-0BDD-132B-2247-ADECAA8EF382}"/>
          </ac:spMkLst>
        </pc:spChg>
        <pc:spChg chg="mod ord">
          <ac:chgData name="Yash Jadhav" userId="535c3d6d-72b8-4f77-8155-55f939173cf2" providerId="ADAL" clId="{F33F88E0-3380-47C4-AFDE-F1AC050ADA82}" dt="2026-01-25T16:06:14.662" v="8413" actId="6264"/>
          <ac:spMkLst>
            <pc:docMk/>
            <pc:sldMk cId="4148018564" sldId="308"/>
            <ac:spMk id="3" creationId="{00000000-0000-0000-0000-000000000000}"/>
          </ac:spMkLst>
        </pc:spChg>
        <pc:spChg chg="mod">
          <ac:chgData name="Yash Jadhav" userId="535c3d6d-72b8-4f77-8155-55f939173cf2" providerId="ADAL" clId="{F33F88E0-3380-47C4-AFDE-F1AC050ADA82}" dt="2026-01-25T16:00:56.952" v="3024" actId="790"/>
          <ac:spMkLst>
            <pc:docMk/>
            <pc:sldMk cId="4148018564" sldId="308"/>
            <ac:spMk id="6" creationId="{4617A633-8BC5-441A-A64D-E8E04704FB75}"/>
          </ac:spMkLst>
        </pc:spChg>
        <pc:spChg chg="mod">
          <ac:chgData name="Yash Jadhav" userId="535c3d6d-72b8-4f77-8155-55f939173cf2" providerId="ADAL" clId="{F33F88E0-3380-47C4-AFDE-F1AC050ADA82}" dt="2026-01-25T16:00:56.954" v="3025" actId="790"/>
          <ac:spMkLst>
            <pc:docMk/>
            <pc:sldMk cId="4148018564" sldId="308"/>
            <ac:spMk id="7" creationId="{ABB149DB-1960-44CA-A1BD-2D948221756E}"/>
          </ac:spMkLst>
        </pc:spChg>
        <pc:spChg chg="mod">
          <ac:chgData name="Yash Jadhav" userId="535c3d6d-72b8-4f77-8155-55f939173cf2" providerId="ADAL" clId="{F33F88E0-3380-47C4-AFDE-F1AC050ADA82}" dt="2026-01-25T16:00:56.956" v="3026" actId="790"/>
          <ac:spMkLst>
            <pc:docMk/>
            <pc:sldMk cId="4148018564" sldId="308"/>
            <ac:spMk id="9" creationId="{4617A633-8BC5-441A-A64D-E8E04704FB75}"/>
          </ac:spMkLst>
        </pc:spChg>
        <pc:spChg chg="mod">
          <ac:chgData name="Yash Jadhav" userId="535c3d6d-72b8-4f77-8155-55f939173cf2" providerId="ADAL" clId="{F33F88E0-3380-47C4-AFDE-F1AC050ADA82}" dt="2026-01-25T16:00:56.958" v="3027" actId="790"/>
          <ac:spMkLst>
            <pc:docMk/>
            <pc:sldMk cId="4148018564" sldId="308"/>
            <ac:spMk id="10" creationId="{ABB149DB-1960-44CA-A1BD-2D948221756E}"/>
          </ac:spMkLst>
        </pc:spChg>
        <pc:spChg chg="mod">
          <ac:chgData name="Yash Jadhav" userId="535c3d6d-72b8-4f77-8155-55f939173cf2" providerId="ADAL" clId="{F33F88E0-3380-47C4-AFDE-F1AC050ADA82}" dt="2026-01-25T16:00:56.962" v="3028" actId="790"/>
          <ac:spMkLst>
            <pc:docMk/>
            <pc:sldMk cId="4148018564" sldId="308"/>
            <ac:spMk id="12" creationId="{E3E421DD-7F73-48C5-BDA3-451A3E2EF995}"/>
          </ac:spMkLst>
        </pc:spChg>
        <pc:spChg chg="mod">
          <ac:chgData name="Yash Jadhav" userId="535c3d6d-72b8-4f77-8155-55f939173cf2" providerId="ADAL" clId="{F33F88E0-3380-47C4-AFDE-F1AC050ADA82}" dt="2026-01-25T16:00:56.966" v="3029" actId="790"/>
          <ac:spMkLst>
            <pc:docMk/>
            <pc:sldMk cId="4148018564" sldId="308"/>
            <ac:spMk id="13" creationId="{E3E421DD-7F73-48C5-BDA3-451A3E2EF995}"/>
          </ac:spMkLst>
        </pc:spChg>
        <pc:spChg chg="mod">
          <ac:chgData name="Yash Jadhav" userId="535c3d6d-72b8-4f77-8155-55f939173cf2" providerId="ADAL" clId="{F33F88E0-3380-47C4-AFDE-F1AC050ADA82}" dt="2026-01-25T16:00:56.972" v="3030" actId="790"/>
          <ac:spMkLst>
            <pc:docMk/>
            <pc:sldMk cId="4148018564" sldId="308"/>
            <ac:spMk id="14" creationId="{E3E421DD-7F73-48C5-BDA3-451A3E2EF995}"/>
          </ac:spMkLst>
        </pc:spChg>
        <pc:spChg chg="mod">
          <ac:chgData name="Yash Jadhav" userId="535c3d6d-72b8-4f77-8155-55f939173cf2" providerId="ADAL" clId="{F33F88E0-3380-47C4-AFDE-F1AC050ADA82}" dt="2026-01-25T16:00:56.981" v="3031" actId="790"/>
          <ac:spMkLst>
            <pc:docMk/>
            <pc:sldMk cId="4148018564" sldId="308"/>
            <ac:spMk id="15" creationId="{E3E421DD-7F73-48C5-BDA3-451A3E2EF995}"/>
          </ac:spMkLst>
        </pc:spChg>
        <pc:spChg chg="mod">
          <ac:chgData name="Yash Jadhav" userId="535c3d6d-72b8-4f77-8155-55f939173cf2" providerId="ADAL" clId="{F33F88E0-3380-47C4-AFDE-F1AC050ADA82}" dt="2026-01-25T16:00:56.985" v="3032" actId="790"/>
          <ac:spMkLst>
            <pc:docMk/>
            <pc:sldMk cId="4148018564" sldId="308"/>
            <ac:spMk id="16" creationId="{E3E421DD-7F73-48C5-BDA3-451A3E2EF995}"/>
          </ac:spMkLst>
        </pc:spChg>
        <pc:spChg chg="mod">
          <ac:chgData name="Yash Jadhav" userId="535c3d6d-72b8-4f77-8155-55f939173cf2" providerId="ADAL" clId="{F33F88E0-3380-47C4-AFDE-F1AC050ADA82}" dt="2026-01-25T16:00:56.989" v="3033" actId="790"/>
          <ac:spMkLst>
            <pc:docMk/>
            <pc:sldMk cId="4148018564" sldId="308"/>
            <ac:spMk id="17" creationId="{92300BCD-6B20-89A1-DF1A-2F1F8F5C81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57087093" sldId="309"/>
        </pc:sldMkLst>
        <pc:spChg chg="mod">
          <ac:chgData name="Yash Jadhav" userId="535c3d6d-72b8-4f77-8155-55f939173cf2" providerId="ADAL" clId="{F33F88E0-3380-47C4-AFDE-F1AC050ADA82}" dt="2026-01-25T16:00:58.942" v="3038" actId="790"/>
          <ac:spMkLst>
            <pc:docMk/>
            <pc:sldMk cId="557087093" sldId="309"/>
            <ac:spMk id="2" creationId="{00000000-0000-0000-0000-000000000000}"/>
          </ac:spMkLst>
        </pc:spChg>
        <pc:spChg chg="mod">
          <ac:chgData name="Yash Jadhav" userId="535c3d6d-72b8-4f77-8155-55f939173cf2" providerId="ADAL" clId="{F33F88E0-3380-47C4-AFDE-F1AC050ADA82}" dt="2026-01-25T16:00:58.946" v="3040" actId="790"/>
          <ac:spMkLst>
            <pc:docMk/>
            <pc:sldMk cId="557087093" sldId="309"/>
            <ac:spMk id="3" creationId="{00000000-0000-0000-0000-000000000000}"/>
          </ac:spMkLst>
        </pc:spChg>
        <pc:spChg chg="mod ord">
          <ac:chgData name="Yash Jadhav" userId="535c3d6d-72b8-4f77-8155-55f939173cf2" providerId="ADAL" clId="{F33F88E0-3380-47C4-AFDE-F1AC050ADA82}" dt="2026-01-25T16:06:14.662" v="8413" actId="6264"/>
          <ac:spMkLst>
            <pc:docMk/>
            <pc:sldMk cId="557087093" sldId="309"/>
            <ac:spMk id="4" creationId="{00000000-0000-0000-0000-000000000000}"/>
          </ac:spMkLst>
        </pc:spChg>
        <pc:spChg chg="mod">
          <ac:chgData name="Yash Jadhav" userId="535c3d6d-72b8-4f77-8155-55f939173cf2" providerId="ADAL" clId="{F33F88E0-3380-47C4-AFDE-F1AC050ADA82}" dt="2026-01-25T16:00:58.944" v="3039" actId="790"/>
          <ac:spMkLst>
            <pc:docMk/>
            <pc:sldMk cId="557087093" sldId="309"/>
            <ac:spMk id="5" creationId="{00000000-0000-0000-0000-000000000000}"/>
          </ac:spMkLst>
        </pc:spChg>
        <pc:spChg chg="mod">
          <ac:chgData name="Yash Jadhav" userId="535c3d6d-72b8-4f77-8155-55f939173cf2" providerId="ADAL" clId="{F33F88E0-3380-47C4-AFDE-F1AC050ADA82}" dt="2026-01-25T16:00:59.014" v="3069" actId="790"/>
          <ac:spMkLst>
            <pc:docMk/>
            <pc:sldMk cId="557087093" sldId="309"/>
            <ac:spMk id="7" creationId="{B822DA4C-8B9B-4848-D765-CDBCEE3C7557}"/>
          </ac:spMkLst>
        </pc:spChg>
        <pc:spChg chg="mod">
          <ac:chgData name="Yash Jadhav" userId="535c3d6d-72b8-4f77-8155-55f939173cf2" providerId="ADAL" clId="{F33F88E0-3380-47C4-AFDE-F1AC050ADA82}" dt="2026-01-25T16:00:59.017" v="3070" actId="790"/>
          <ac:spMkLst>
            <pc:docMk/>
            <pc:sldMk cId="557087093" sldId="309"/>
            <ac:spMk id="9" creationId="{B1A71A50-E173-9128-10A0-BE9ECD037966}"/>
          </ac:spMkLst>
        </pc:spChg>
        <pc:spChg chg="mod">
          <ac:chgData name="Yash Jadhav" userId="535c3d6d-72b8-4f77-8155-55f939173cf2" providerId="ADAL" clId="{F33F88E0-3380-47C4-AFDE-F1AC050ADA82}" dt="2026-01-25T16:00:59.019" v="3071" actId="790"/>
          <ac:spMkLst>
            <pc:docMk/>
            <pc:sldMk cId="557087093" sldId="309"/>
            <ac:spMk id="10" creationId="{415521F7-AF06-CEF5-9300-0A50FC9A625D}"/>
          </ac:spMkLst>
        </pc:spChg>
        <pc:spChg chg="mod">
          <ac:chgData name="Yash Jadhav" userId="535c3d6d-72b8-4f77-8155-55f939173cf2" providerId="ADAL" clId="{F33F88E0-3380-47C4-AFDE-F1AC050ADA82}" dt="2026-01-25T16:00:59.021" v="3072" actId="790"/>
          <ac:spMkLst>
            <pc:docMk/>
            <pc:sldMk cId="557087093" sldId="309"/>
            <ac:spMk id="11" creationId="{59F76808-E44F-C05E-5A92-2CB881DCC885}"/>
          </ac:spMkLst>
        </pc:spChg>
        <pc:spChg chg="mod">
          <ac:chgData name="Yash Jadhav" userId="535c3d6d-72b8-4f77-8155-55f939173cf2" providerId="ADAL" clId="{F33F88E0-3380-47C4-AFDE-F1AC050ADA82}" dt="2026-01-25T16:00:59.023" v="3073" actId="790"/>
          <ac:spMkLst>
            <pc:docMk/>
            <pc:sldMk cId="557087093" sldId="309"/>
            <ac:spMk id="12" creationId="{F65A8590-51D7-77B9-CA47-81E25B11EC0B}"/>
          </ac:spMkLst>
        </pc:spChg>
        <pc:spChg chg="mod">
          <ac:chgData name="Yash Jadhav" userId="535c3d6d-72b8-4f77-8155-55f939173cf2" providerId="ADAL" clId="{F33F88E0-3380-47C4-AFDE-F1AC050ADA82}" dt="2026-01-25T16:00:59.025" v="3074" actId="790"/>
          <ac:spMkLst>
            <pc:docMk/>
            <pc:sldMk cId="557087093" sldId="309"/>
            <ac:spMk id="13" creationId="{FFF663CB-48BC-660D-6716-47CC7E2B4165}"/>
          </ac:spMkLst>
        </pc:spChg>
        <pc:spChg chg="mod">
          <ac:chgData name="Yash Jadhav" userId="535c3d6d-72b8-4f77-8155-55f939173cf2" providerId="ADAL" clId="{F33F88E0-3380-47C4-AFDE-F1AC050ADA82}" dt="2026-01-25T16:00:59.026" v="3075" actId="790"/>
          <ac:spMkLst>
            <pc:docMk/>
            <pc:sldMk cId="557087093" sldId="309"/>
            <ac:spMk id="14" creationId="{D25C6A06-AD68-F9BC-4C2F-F4363ED9C876}"/>
          </ac:spMkLst>
        </pc:spChg>
        <pc:spChg chg="mod">
          <ac:chgData name="Yash Jadhav" userId="535c3d6d-72b8-4f77-8155-55f939173cf2" providerId="ADAL" clId="{F33F88E0-3380-47C4-AFDE-F1AC050ADA82}" dt="2026-01-25T16:00:59.028" v="3076" actId="790"/>
          <ac:spMkLst>
            <pc:docMk/>
            <pc:sldMk cId="557087093" sldId="309"/>
            <ac:spMk id="15" creationId="{CF2ECDF4-3CE9-A7DE-EB67-95A48F9D4C31}"/>
          </ac:spMkLst>
        </pc:spChg>
        <pc:spChg chg="mod">
          <ac:chgData name="Yash Jadhav" userId="535c3d6d-72b8-4f77-8155-55f939173cf2" providerId="ADAL" clId="{F33F88E0-3380-47C4-AFDE-F1AC050ADA82}" dt="2026-01-25T16:00:59.030" v="3077" actId="790"/>
          <ac:spMkLst>
            <pc:docMk/>
            <pc:sldMk cId="557087093" sldId="309"/>
            <ac:spMk id="16" creationId="{C14FD9D5-9F03-A894-A3E7-EFE29CB9FC29}"/>
          </ac:spMkLst>
        </pc:spChg>
        <pc:spChg chg="mod">
          <ac:chgData name="Yash Jadhav" userId="535c3d6d-72b8-4f77-8155-55f939173cf2" providerId="ADAL" clId="{F33F88E0-3380-47C4-AFDE-F1AC050ADA82}" dt="2026-01-25T16:00:59.031" v="3078" actId="790"/>
          <ac:spMkLst>
            <pc:docMk/>
            <pc:sldMk cId="557087093" sldId="309"/>
            <ac:spMk id="17" creationId="{71F69A86-58A8-8212-6CC2-99359521CEE1}"/>
          </ac:spMkLst>
        </pc:spChg>
        <pc:spChg chg="mod">
          <ac:chgData name="Yash Jadhav" userId="535c3d6d-72b8-4f77-8155-55f939173cf2" providerId="ADAL" clId="{F33F88E0-3380-47C4-AFDE-F1AC050ADA82}" dt="2026-01-25T16:00:59.033" v="3079" actId="790"/>
          <ac:spMkLst>
            <pc:docMk/>
            <pc:sldMk cId="557087093" sldId="309"/>
            <ac:spMk id="18" creationId="{99121EE8-35B9-D09E-199A-88500429B62D}"/>
          </ac:spMkLst>
        </pc:spChg>
        <pc:spChg chg="mod">
          <ac:chgData name="Yash Jadhav" userId="535c3d6d-72b8-4f77-8155-55f939173cf2" providerId="ADAL" clId="{F33F88E0-3380-47C4-AFDE-F1AC050ADA82}" dt="2026-01-25T16:00:59.034" v="3080" actId="790"/>
          <ac:spMkLst>
            <pc:docMk/>
            <pc:sldMk cId="557087093" sldId="309"/>
            <ac:spMk id="19" creationId="{240A5606-877D-58D2-BF4F-F692BF1A769E}"/>
          </ac:spMkLst>
        </pc:spChg>
        <pc:spChg chg="mod">
          <ac:chgData name="Yash Jadhav" userId="535c3d6d-72b8-4f77-8155-55f939173cf2" providerId="ADAL" clId="{F33F88E0-3380-47C4-AFDE-F1AC050ADA82}" dt="2026-01-25T16:00:59.036" v="3081" actId="790"/>
          <ac:spMkLst>
            <pc:docMk/>
            <pc:sldMk cId="557087093" sldId="309"/>
            <ac:spMk id="20" creationId="{5803FD22-CA0A-FC41-451E-2B6DF5B0CC9C}"/>
          </ac:spMkLst>
        </pc:spChg>
        <pc:spChg chg="mod">
          <ac:chgData name="Yash Jadhav" userId="535c3d6d-72b8-4f77-8155-55f939173cf2" providerId="ADAL" clId="{F33F88E0-3380-47C4-AFDE-F1AC050ADA82}" dt="2026-01-25T16:00:58.968" v="3051" actId="790"/>
          <ac:spMkLst>
            <pc:docMk/>
            <pc:sldMk cId="557087093" sldId="309"/>
            <ac:spMk id="21" creationId="{00000000-0000-0000-0000-000000000000}"/>
          </ac:spMkLst>
        </pc:spChg>
        <pc:spChg chg="mod">
          <ac:chgData name="Yash Jadhav" userId="535c3d6d-72b8-4f77-8155-55f939173cf2" providerId="ADAL" clId="{F33F88E0-3380-47C4-AFDE-F1AC050ADA82}" dt="2026-01-25T16:00:58.948" v="3041" actId="790"/>
          <ac:spMkLst>
            <pc:docMk/>
            <pc:sldMk cId="557087093" sldId="309"/>
            <ac:spMk id="23" creationId="{00000000-0000-0000-0000-000000000000}"/>
          </ac:spMkLst>
        </pc:spChg>
        <pc:spChg chg="mod">
          <ac:chgData name="Yash Jadhav" userId="535c3d6d-72b8-4f77-8155-55f939173cf2" providerId="ADAL" clId="{F33F88E0-3380-47C4-AFDE-F1AC050ADA82}" dt="2026-01-25T16:00:58.949" v="3042" actId="790"/>
          <ac:spMkLst>
            <pc:docMk/>
            <pc:sldMk cId="557087093" sldId="309"/>
            <ac:spMk id="24" creationId="{00000000-0000-0000-0000-000000000000}"/>
          </ac:spMkLst>
        </pc:spChg>
        <pc:spChg chg="mod">
          <ac:chgData name="Yash Jadhav" userId="535c3d6d-72b8-4f77-8155-55f939173cf2" providerId="ADAL" clId="{F33F88E0-3380-47C4-AFDE-F1AC050ADA82}" dt="2026-01-25T16:00:58.951" v="3043" actId="790"/>
          <ac:spMkLst>
            <pc:docMk/>
            <pc:sldMk cId="557087093" sldId="309"/>
            <ac:spMk id="26" creationId="{00000000-0000-0000-0000-000000000000}"/>
          </ac:spMkLst>
        </pc:spChg>
        <pc:spChg chg="mod">
          <ac:chgData name="Yash Jadhav" userId="535c3d6d-72b8-4f77-8155-55f939173cf2" providerId="ADAL" clId="{F33F88E0-3380-47C4-AFDE-F1AC050ADA82}" dt="2026-01-25T16:00:58.952" v="3044" actId="790"/>
          <ac:spMkLst>
            <pc:docMk/>
            <pc:sldMk cId="557087093" sldId="309"/>
            <ac:spMk id="27" creationId="{00000000-0000-0000-0000-000000000000}"/>
          </ac:spMkLst>
        </pc:spChg>
        <pc:spChg chg="mod">
          <ac:chgData name="Yash Jadhav" userId="535c3d6d-72b8-4f77-8155-55f939173cf2" providerId="ADAL" clId="{F33F88E0-3380-47C4-AFDE-F1AC050ADA82}" dt="2026-01-25T16:00:58.954" v="3045" actId="790"/>
          <ac:spMkLst>
            <pc:docMk/>
            <pc:sldMk cId="557087093" sldId="309"/>
            <ac:spMk id="29" creationId="{00000000-0000-0000-0000-000000000000}"/>
          </ac:spMkLst>
        </pc:spChg>
        <pc:spChg chg="mod">
          <ac:chgData name="Yash Jadhav" userId="535c3d6d-72b8-4f77-8155-55f939173cf2" providerId="ADAL" clId="{F33F88E0-3380-47C4-AFDE-F1AC050ADA82}" dt="2026-01-25T16:00:58.956" v="3046" actId="790"/>
          <ac:spMkLst>
            <pc:docMk/>
            <pc:sldMk cId="557087093" sldId="309"/>
            <ac:spMk id="30" creationId="{00000000-0000-0000-0000-000000000000}"/>
          </ac:spMkLst>
        </pc:spChg>
        <pc:spChg chg="mod">
          <ac:chgData name="Yash Jadhav" userId="535c3d6d-72b8-4f77-8155-55f939173cf2" providerId="ADAL" clId="{F33F88E0-3380-47C4-AFDE-F1AC050ADA82}" dt="2026-01-25T16:00:58.958" v="3047" actId="790"/>
          <ac:spMkLst>
            <pc:docMk/>
            <pc:sldMk cId="557087093" sldId="309"/>
            <ac:spMk id="32" creationId="{00000000-0000-0000-0000-000000000000}"/>
          </ac:spMkLst>
        </pc:spChg>
        <pc:spChg chg="mod">
          <ac:chgData name="Yash Jadhav" userId="535c3d6d-72b8-4f77-8155-55f939173cf2" providerId="ADAL" clId="{F33F88E0-3380-47C4-AFDE-F1AC050ADA82}" dt="2026-01-25T16:00:58.961" v="3048" actId="790"/>
          <ac:spMkLst>
            <pc:docMk/>
            <pc:sldMk cId="557087093" sldId="309"/>
            <ac:spMk id="33" creationId="{00000000-0000-0000-0000-000000000000}"/>
          </ac:spMkLst>
        </pc:spChg>
        <pc:spChg chg="mod">
          <ac:chgData name="Yash Jadhav" userId="535c3d6d-72b8-4f77-8155-55f939173cf2" providerId="ADAL" clId="{F33F88E0-3380-47C4-AFDE-F1AC050ADA82}" dt="2026-01-25T16:00:58.962" v="3049" actId="790"/>
          <ac:spMkLst>
            <pc:docMk/>
            <pc:sldMk cId="557087093" sldId="309"/>
            <ac:spMk id="35" creationId="{00000000-0000-0000-0000-000000000000}"/>
          </ac:spMkLst>
        </pc:spChg>
        <pc:spChg chg="mod">
          <ac:chgData name="Yash Jadhav" userId="535c3d6d-72b8-4f77-8155-55f939173cf2" providerId="ADAL" clId="{F33F88E0-3380-47C4-AFDE-F1AC050ADA82}" dt="2026-01-25T16:00:58.965" v="3050" actId="790"/>
          <ac:spMkLst>
            <pc:docMk/>
            <pc:sldMk cId="557087093" sldId="309"/>
            <ac:spMk id="36" creationId="{00000000-0000-0000-0000-000000000000}"/>
          </ac:spMkLst>
        </pc:spChg>
        <pc:spChg chg="mod">
          <ac:chgData name="Yash Jadhav" userId="535c3d6d-72b8-4f77-8155-55f939173cf2" providerId="ADAL" clId="{F33F88E0-3380-47C4-AFDE-F1AC050ADA82}" dt="2026-01-25T16:00:59.039" v="3082" actId="790"/>
          <ac:spMkLst>
            <pc:docMk/>
            <pc:sldMk cId="557087093" sldId="309"/>
            <ac:spMk id="37" creationId="{59E9985A-5704-594E-9323-2DAA88B85600}"/>
          </ac:spMkLst>
        </pc:spChg>
        <pc:spChg chg="mod">
          <ac:chgData name="Yash Jadhav" userId="535c3d6d-72b8-4f77-8155-55f939173cf2" providerId="ADAL" clId="{F33F88E0-3380-47C4-AFDE-F1AC050ADA82}" dt="2026-01-25T16:00:58.971" v="3052" actId="790"/>
          <ac:spMkLst>
            <pc:docMk/>
            <pc:sldMk cId="557087093" sldId="309"/>
            <ac:spMk id="38" creationId="{00000000-0000-0000-0000-000000000000}"/>
          </ac:spMkLst>
        </pc:spChg>
        <pc:spChg chg="mod">
          <ac:chgData name="Yash Jadhav" userId="535c3d6d-72b8-4f77-8155-55f939173cf2" providerId="ADAL" clId="{F33F88E0-3380-47C4-AFDE-F1AC050ADA82}" dt="2026-01-25T16:00:58.975" v="3053" actId="790"/>
          <ac:spMkLst>
            <pc:docMk/>
            <pc:sldMk cId="557087093" sldId="309"/>
            <ac:spMk id="39" creationId="{00000000-0000-0000-0000-000000000000}"/>
          </ac:spMkLst>
        </pc:spChg>
        <pc:spChg chg="mod">
          <ac:chgData name="Yash Jadhav" userId="535c3d6d-72b8-4f77-8155-55f939173cf2" providerId="ADAL" clId="{F33F88E0-3380-47C4-AFDE-F1AC050ADA82}" dt="2026-01-25T16:00:58.979" v="3054" actId="790"/>
          <ac:spMkLst>
            <pc:docMk/>
            <pc:sldMk cId="557087093" sldId="309"/>
            <ac:spMk id="40" creationId="{00000000-0000-0000-0000-000000000000}"/>
          </ac:spMkLst>
        </pc:spChg>
        <pc:spChg chg="mod">
          <ac:chgData name="Yash Jadhav" userId="535c3d6d-72b8-4f77-8155-55f939173cf2" providerId="ADAL" clId="{F33F88E0-3380-47C4-AFDE-F1AC050ADA82}" dt="2026-01-25T16:00:58.982" v="3055" actId="790"/>
          <ac:spMkLst>
            <pc:docMk/>
            <pc:sldMk cId="557087093" sldId="309"/>
            <ac:spMk id="41" creationId="{00000000-0000-0000-0000-000000000000}"/>
          </ac:spMkLst>
        </pc:spChg>
        <pc:spChg chg="mod">
          <ac:chgData name="Yash Jadhav" userId="535c3d6d-72b8-4f77-8155-55f939173cf2" providerId="ADAL" clId="{F33F88E0-3380-47C4-AFDE-F1AC050ADA82}" dt="2026-01-25T16:00:58.985" v="3056" actId="790"/>
          <ac:spMkLst>
            <pc:docMk/>
            <pc:sldMk cId="557087093" sldId="309"/>
            <ac:spMk id="42" creationId="{00000000-0000-0000-0000-000000000000}"/>
          </ac:spMkLst>
        </pc:spChg>
        <pc:spChg chg="mod">
          <ac:chgData name="Yash Jadhav" userId="535c3d6d-72b8-4f77-8155-55f939173cf2" providerId="ADAL" clId="{F33F88E0-3380-47C4-AFDE-F1AC050ADA82}" dt="2026-01-25T16:00:59.090" v="3106" actId="790"/>
          <ac:spMkLst>
            <pc:docMk/>
            <pc:sldMk cId="557087093" sldId="309"/>
            <ac:spMk id="44" creationId="{024C9145-E8DB-95B4-4EC1-EA4A62989682}"/>
          </ac:spMkLst>
        </pc:spChg>
        <pc:spChg chg="mod">
          <ac:chgData name="Yash Jadhav" userId="535c3d6d-72b8-4f77-8155-55f939173cf2" providerId="ADAL" clId="{F33F88E0-3380-47C4-AFDE-F1AC050ADA82}" dt="2026-01-25T16:00:59.091" v="3107" actId="790"/>
          <ac:spMkLst>
            <pc:docMk/>
            <pc:sldMk cId="557087093" sldId="309"/>
            <ac:spMk id="45" creationId="{204785E4-04A4-DD58-F6CA-D78A75667007}"/>
          </ac:spMkLst>
        </pc:spChg>
        <pc:spChg chg="mod">
          <ac:chgData name="Yash Jadhav" userId="535c3d6d-72b8-4f77-8155-55f939173cf2" providerId="ADAL" clId="{F33F88E0-3380-47C4-AFDE-F1AC050ADA82}" dt="2026-01-25T16:00:59.093" v="3108" actId="790"/>
          <ac:spMkLst>
            <pc:docMk/>
            <pc:sldMk cId="557087093" sldId="309"/>
            <ac:spMk id="46" creationId="{231097DE-CDEA-71FB-15EE-4A59E5C1B956}"/>
          </ac:spMkLst>
        </pc:spChg>
        <pc:spChg chg="mod">
          <ac:chgData name="Yash Jadhav" userId="535c3d6d-72b8-4f77-8155-55f939173cf2" providerId="ADAL" clId="{F33F88E0-3380-47C4-AFDE-F1AC050ADA82}" dt="2026-01-25T16:00:59.095" v="3109" actId="790"/>
          <ac:spMkLst>
            <pc:docMk/>
            <pc:sldMk cId="557087093" sldId="309"/>
            <ac:spMk id="47" creationId="{4404DE2C-6A35-08D9-FD04-BDC5DCF921A8}"/>
          </ac:spMkLst>
        </pc:spChg>
        <pc:spChg chg="mod">
          <ac:chgData name="Yash Jadhav" userId="535c3d6d-72b8-4f77-8155-55f939173cf2" providerId="ADAL" clId="{F33F88E0-3380-47C4-AFDE-F1AC050ADA82}" dt="2026-01-25T16:00:59.097" v="3110" actId="790"/>
          <ac:spMkLst>
            <pc:docMk/>
            <pc:sldMk cId="557087093" sldId="309"/>
            <ac:spMk id="48" creationId="{F1A8E118-0520-89C5-D5F9-DEC31DD1D9D5}"/>
          </ac:spMkLst>
        </pc:spChg>
        <pc:spChg chg="mod">
          <ac:chgData name="Yash Jadhav" userId="535c3d6d-72b8-4f77-8155-55f939173cf2" providerId="ADAL" clId="{F33F88E0-3380-47C4-AFDE-F1AC050ADA82}" dt="2026-01-25T16:00:59.099" v="3111" actId="790"/>
          <ac:spMkLst>
            <pc:docMk/>
            <pc:sldMk cId="557087093" sldId="309"/>
            <ac:spMk id="49" creationId="{A2C595CE-22A8-9E17-82F8-0B8668EA8554}"/>
          </ac:spMkLst>
        </pc:spChg>
        <pc:spChg chg="mod">
          <ac:chgData name="Yash Jadhav" userId="535c3d6d-72b8-4f77-8155-55f939173cf2" providerId="ADAL" clId="{F33F88E0-3380-47C4-AFDE-F1AC050ADA82}" dt="2026-01-25T16:00:59.100" v="3112" actId="790"/>
          <ac:spMkLst>
            <pc:docMk/>
            <pc:sldMk cId="557087093" sldId="309"/>
            <ac:spMk id="50" creationId="{87F0E818-D660-56AA-5093-8A4751F2E9CD}"/>
          </ac:spMkLst>
        </pc:spChg>
        <pc:spChg chg="mod">
          <ac:chgData name="Yash Jadhav" userId="535c3d6d-72b8-4f77-8155-55f939173cf2" providerId="ADAL" clId="{F33F88E0-3380-47C4-AFDE-F1AC050ADA82}" dt="2026-01-25T16:00:59.103" v="3113" actId="790"/>
          <ac:spMkLst>
            <pc:docMk/>
            <pc:sldMk cId="557087093" sldId="309"/>
            <ac:spMk id="51" creationId="{79544644-446E-AE04-DF6F-2628B7241F01}"/>
          </ac:spMkLst>
        </pc:spChg>
        <pc:spChg chg="mod">
          <ac:chgData name="Yash Jadhav" userId="535c3d6d-72b8-4f77-8155-55f939173cf2" providerId="ADAL" clId="{F33F88E0-3380-47C4-AFDE-F1AC050ADA82}" dt="2026-01-25T16:00:59.104" v="3114" actId="790"/>
          <ac:spMkLst>
            <pc:docMk/>
            <pc:sldMk cId="557087093" sldId="309"/>
            <ac:spMk id="52" creationId="{3DE3B865-D34C-85E7-B714-B5B6E56227D3}"/>
          </ac:spMkLst>
        </pc:spChg>
        <pc:spChg chg="mod">
          <ac:chgData name="Yash Jadhav" userId="535c3d6d-72b8-4f77-8155-55f939173cf2" providerId="ADAL" clId="{F33F88E0-3380-47C4-AFDE-F1AC050ADA82}" dt="2026-01-25T16:00:59.106" v="3115" actId="790"/>
          <ac:spMkLst>
            <pc:docMk/>
            <pc:sldMk cId="557087093" sldId="309"/>
            <ac:spMk id="53" creationId="{C952A71C-B4DA-D375-DA52-20A8DD9947C9}"/>
          </ac:spMkLst>
        </pc:spChg>
        <pc:spChg chg="mod">
          <ac:chgData name="Yash Jadhav" userId="535c3d6d-72b8-4f77-8155-55f939173cf2" providerId="ADAL" clId="{F33F88E0-3380-47C4-AFDE-F1AC050ADA82}" dt="2026-01-25T16:00:59.108" v="3116" actId="790"/>
          <ac:spMkLst>
            <pc:docMk/>
            <pc:sldMk cId="557087093" sldId="309"/>
            <ac:spMk id="54" creationId="{9CFBF3F2-99B5-BB28-E825-BF2DD3626225}"/>
          </ac:spMkLst>
        </pc:spChg>
        <pc:spChg chg="mod">
          <ac:chgData name="Yash Jadhav" userId="535c3d6d-72b8-4f77-8155-55f939173cf2" providerId="ADAL" clId="{F33F88E0-3380-47C4-AFDE-F1AC050ADA82}" dt="2026-01-25T16:00:59.110" v="3117" actId="790"/>
          <ac:spMkLst>
            <pc:docMk/>
            <pc:sldMk cId="557087093" sldId="309"/>
            <ac:spMk id="55" creationId="{E3DE8768-13D9-4021-AC9E-3EF72669BDE1}"/>
          </ac:spMkLst>
        </pc:spChg>
        <pc:spChg chg="mod">
          <ac:chgData name="Yash Jadhav" userId="535c3d6d-72b8-4f77-8155-55f939173cf2" providerId="ADAL" clId="{F33F88E0-3380-47C4-AFDE-F1AC050ADA82}" dt="2026-01-25T16:00:59.042" v="3083" actId="790"/>
          <ac:spMkLst>
            <pc:docMk/>
            <pc:sldMk cId="557087093" sldId="309"/>
            <ac:spMk id="57" creationId="{A57E6364-7E1B-DD87-0187-996561857494}"/>
          </ac:spMkLst>
        </pc:spChg>
        <pc:spChg chg="mod">
          <ac:chgData name="Yash Jadhav" userId="535c3d6d-72b8-4f77-8155-55f939173cf2" providerId="ADAL" clId="{F33F88E0-3380-47C4-AFDE-F1AC050ADA82}" dt="2026-01-25T16:00:59.044" v="3084" actId="790"/>
          <ac:spMkLst>
            <pc:docMk/>
            <pc:sldMk cId="557087093" sldId="309"/>
            <ac:spMk id="58" creationId="{56EFCD39-BF28-5238-56EF-37319BB9784E}"/>
          </ac:spMkLst>
        </pc:spChg>
        <pc:spChg chg="mod">
          <ac:chgData name="Yash Jadhav" userId="535c3d6d-72b8-4f77-8155-55f939173cf2" providerId="ADAL" clId="{F33F88E0-3380-47C4-AFDE-F1AC050ADA82}" dt="2026-01-25T16:00:59.045" v="3085" actId="790"/>
          <ac:spMkLst>
            <pc:docMk/>
            <pc:sldMk cId="557087093" sldId="309"/>
            <ac:spMk id="59" creationId="{28671759-3514-68D5-6168-6A8976A50FAD}"/>
          </ac:spMkLst>
        </pc:spChg>
        <pc:spChg chg="mod">
          <ac:chgData name="Yash Jadhav" userId="535c3d6d-72b8-4f77-8155-55f939173cf2" providerId="ADAL" clId="{F33F88E0-3380-47C4-AFDE-F1AC050ADA82}" dt="2026-01-25T16:00:59.047" v="3086" actId="790"/>
          <ac:spMkLst>
            <pc:docMk/>
            <pc:sldMk cId="557087093" sldId="309"/>
            <ac:spMk id="60" creationId="{909AEDCA-0DB0-AAD3-80BC-FA7E8E12C6BF}"/>
          </ac:spMkLst>
        </pc:spChg>
        <pc:spChg chg="mod">
          <ac:chgData name="Yash Jadhav" userId="535c3d6d-72b8-4f77-8155-55f939173cf2" providerId="ADAL" clId="{F33F88E0-3380-47C4-AFDE-F1AC050ADA82}" dt="2026-01-25T16:00:59.049" v="3087" actId="790"/>
          <ac:spMkLst>
            <pc:docMk/>
            <pc:sldMk cId="557087093" sldId="309"/>
            <ac:spMk id="61" creationId="{B8336083-1B19-F6D1-B7D5-1E70D12F7FE5}"/>
          </ac:spMkLst>
        </pc:spChg>
        <pc:spChg chg="mod">
          <ac:chgData name="Yash Jadhav" userId="535c3d6d-72b8-4f77-8155-55f939173cf2" providerId="ADAL" clId="{F33F88E0-3380-47C4-AFDE-F1AC050ADA82}" dt="2026-01-25T16:00:59.051" v="3088" actId="790"/>
          <ac:spMkLst>
            <pc:docMk/>
            <pc:sldMk cId="557087093" sldId="309"/>
            <ac:spMk id="62" creationId="{35559AE6-484E-DF3A-CDE1-121F09B5A9BC}"/>
          </ac:spMkLst>
        </pc:spChg>
        <pc:spChg chg="mod">
          <ac:chgData name="Yash Jadhav" userId="535c3d6d-72b8-4f77-8155-55f939173cf2" providerId="ADAL" clId="{F33F88E0-3380-47C4-AFDE-F1AC050ADA82}" dt="2026-01-25T16:00:59.052" v="3089" actId="790"/>
          <ac:spMkLst>
            <pc:docMk/>
            <pc:sldMk cId="557087093" sldId="309"/>
            <ac:spMk id="63" creationId="{D3C61C73-71FA-12B9-4254-96B55B071503}"/>
          </ac:spMkLst>
        </pc:spChg>
        <pc:spChg chg="mod">
          <ac:chgData name="Yash Jadhav" userId="535c3d6d-72b8-4f77-8155-55f939173cf2" providerId="ADAL" clId="{F33F88E0-3380-47C4-AFDE-F1AC050ADA82}" dt="2026-01-25T16:00:59.054" v="3090" actId="790"/>
          <ac:spMkLst>
            <pc:docMk/>
            <pc:sldMk cId="557087093" sldId="309"/>
            <ac:spMk id="64" creationId="{6114DB34-2A9E-3517-CC40-DAC3D92E7D2F}"/>
          </ac:spMkLst>
        </pc:spChg>
        <pc:spChg chg="mod">
          <ac:chgData name="Yash Jadhav" userId="535c3d6d-72b8-4f77-8155-55f939173cf2" providerId="ADAL" clId="{F33F88E0-3380-47C4-AFDE-F1AC050ADA82}" dt="2026-01-25T16:00:59.056" v="3091" actId="790"/>
          <ac:spMkLst>
            <pc:docMk/>
            <pc:sldMk cId="557087093" sldId="309"/>
            <ac:spMk id="65" creationId="{B72812B5-1DDE-048B-1D27-4B32FBED0D76}"/>
          </ac:spMkLst>
        </pc:spChg>
        <pc:spChg chg="mod">
          <ac:chgData name="Yash Jadhav" userId="535c3d6d-72b8-4f77-8155-55f939173cf2" providerId="ADAL" clId="{F33F88E0-3380-47C4-AFDE-F1AC050ADA82}" dt="2026-01-25T16:00:59.058" v="3092" actId="790"/>
          <ac:spMkLst>
            <pc:docMk/>
            <pc:sldMk cId="557087093" sldId="309"/>
            <ac:spMk id="66" creationId="{026D8652-5AB8-79D5-10ED-03F2C64C0017}"/>
          </ac:spMkLst>
        </pc:spChg>
        <pc:spChg chg="mod">
          <ac:chgData name="Yash Jadhav" userId="535c3d6d-72b8-4f77-8155-55f939173cf2" providerId="ADAL" clId="{F33F88E0-3380-47C4-AFDE-F1AC050ADA82}" dt="2026-01-25T16:00:59.059" v="3093" actId="790"/>
          <ac:spMkLst>
            <pc:docMk/>
            <pc:sldMk cId="557087093" sldId="309"/>
            <ac:spMk id="67" creationId="{A49A6B9D-69B0-A06A-00F4-880B7BF71DC3}"/>
          </ac:spMkLst>
        </pc:spChg>
        <pc:spChg chg="mod">
          <ac:chgData name="Yash Jadhav" userId="535c3d6d-72b8-4f77-8155-55f939173cf2" providerId="ADAL" clId="{F33F88E0-3380-47C4-AFDE-F1AC050ADA82}" dt="2026-01-25T16:00:59.061" v="3094" actId="790"/>
          <ac:spMkLst>
            <pc:docMk/>
            <pc:sldMk cId="557087093" sldId="309"/>
            <ac:spMk id="68" creationId="{E33859A2-DF6C-A2DD-9CBC-CA31C3E2AF8F}"/>
          </ac:spMkLst>
        </pc:spChg>
        <pc:spChg chg="mod">
          <ac:chgData name="Yash Jadhav" userId="535c3d6d-72b8-4f77-8155-55f939173cf2" providerId="ADAL" clId="{F33F88E0-3380-47C4-AFDE-F1AC050ADA82}" dt="2026-01-25T16:00:59.063" v="3095" actId="790"/>
          <ac:spMkLst>
            <pc:docMk/>
            <pc:sldMk cId="557087093" sldId="309"/>
            <ac:spMk id="69" creationId="{67E9646B-C290-9350-4270-CA9C3B98D2CB}"/>
          </ac:spMkLst>
        </pc:spChg>
        <pc:spChg chg="mod">
          <ac:chgData name="Yash Jadhav" userId="535c3d6d-72b8-4f77-8155-55f939173cf2" providerId="ADAL" clId="{F33F88E0-3380-47C4-AFDE-F1AC050ADA82}" dt="2026-01-25T16:00:59.065" v="3096" actId="790"/>
          <ac:spMkLst>
            <pc:docMk/>
            <pc:sldMk cId="557087093" sldId="309"/>
            <ac:spMk id="70" creationId="{923EF77E-1390-4084-4BC7-C9CB56CE2726}"/>
          </ac:spMkLst>
        </pc:spChg>
        <pc:spChg chg="mod">
          <ac:chgData name="Yash Jadhav" userId="535c3d6d-72b8-4f77-8155-55f939173cf2" providerId="ADAL" clId="{F33F88E0-3380-47C4-AFDE-F1AC050ADA82}" dt="2026-01-25T16:00:59.067" v="3097" actId="790"/>
          <ac:spMkLst>
            <pc:docMk/>
            <pc:sldMk cId="557087093" sldId="309"/>
            <ac:spMk id="71" creationId="{238BD5EE-F7A7-B016-B0BC-66078E296752}"/>
          </ac:spMkLst>
        </pc:spChg>
        <pc:spChg chg="add del mod">
          <ac:chgData name="Yash Jadhav" userId="535c3d6d-72b8-4f77-8155-55f939173cf2" providerId="ADAL" clId="{F33F88E0-3380-47C4-AFDE-F1AC050ADA82}" dt="2026-01-25T16:06:14.662" v="8413" actId="6264"/>
          <ac:spMkLst>
            <pc:docMk/>
            <pc:sldMk cId="557087093" sldId="309"/>
            <ac:spMk id="73" creationId="{50577EE3-2CC4-37A8-5BBF-725ED4F5F685}"/>
          </ac:spMkLst>
        </pc:spChg>
        <pc:spChg chg="mod">
          <ac:chgData name="Yash Jadhav" userId="535c3d6d-72b8-4f77-8155-55f939173cf2" providerId="ADAL" clId="{F33F88E0-3380-47C4-AFDE-F1AC050ADA82}" dt="2026-01-25T16:00:59.073" v="3098" actId="790"/>
          <ac:spMkLst>
            <pc:docMk/>
            <pc:sldMk cId="557087093" sldId="309"/>
            <ac:spMk id="147" creationId="{CFFE6204-D59C-F924-FA66-CAAB899A72A1}"/>
          </ac:spMkLst>
        </pc:spChg>
        <pc:spChg chg="mod">
          <ac:chgData name="Yash Jadhav" userId="535c3d6d-72b8-4f77-8155-55f939173cf2" providerId="ADAL" clId="{F33F88E0-3380-47C4-AFDE-F1AC050ADA82}" dt="2026-01-25T16:00:59.075" v="3099" actId="790"/>
          <ac:spMkLst>
            <pc:docMk/>
            <pc:sldMk cId="557087093" sldId="309"/>
            <ac:spMk id="148" creationId="{B0C011D1-E7F0-A6D2-B28F-A41E53FBE002}"/>
          </ac:spMkLst>
        </pc:spChg>
        <pc:spChg chg="mod">
          <ac:chgData name="Yash Jadhav" userId="535c3d6d-72b8-4f77-8155-55f939173cf2" providerId="ADAL" clId="{F33F88E0-3380-47C4-AFDE-F1AC050ADA82}" dt="2026-01-25T16:00:59.077" v="3100" actId="790"/>
          <ac:spMkLst>
            <pc:docMk/>
            <pc:sldMk cId="557087093" sldId="309"/>
            <ac:spMk id="149" creationId="{4C921243-F743-0DC5-981C-78B5CF17B715}"/>
          </ac:spMkLst>
        </pc:spChg>
        <pc:spChg chg="mod">
          <ac:chgData name="Yash Jadhav" userId="535c3d6d-72b8-4f77-8155-55f939173cf2" providerId="ADAL" clId="{F33F88E0-3380-47C4-AFDE-F1AC050ADA82}" dt="2026-01-25T16:00:59.078" v="3101" actId="790"/>
          <ac:spMkLst>
            <pc:docMk/>
            <pc:sldMk cId="557087093" sldId="309"/>
            <ac:spMk id="150" creationId="{FF001F4C-F677-27BA-571F-90E79F2AC71B}"/>
          </ac:spMkLst>
        </pc:spChg>
        <pc:spChg chg="mod">
          <ac:chgData name="Yash Jadhav" userId="535c3d6d-72b8-4f77-8155-55f939173cf2" providerId="ADAL" clId="{F33F88E0-3380-47C4-AFDE-F1AC050ADA82}" dt="2026-01-25T16:00:59.080" v="3102" actId="790"/>
          <ac:spMkLst>
            <pc:docMk/>
            <pc:sldMk cId="557087093" sldId="309"/>
            <ac:spMk id="151" creationId="{FFF6FC28-10D0-3839-F048-807DE7D4BB4D}"/>
          </ac:spMkLst>
        </pc:spChg>
        <pc:spChg chg="mod">
          <ac:chgData name="Yash Jadhav" userId="535c3d6d-72b8-4f77-8155-55f939173cf2" providerId="ADAL" clId="{F33F88E0-3380-47C4-AFDE-F1AC050ADA82}" dt="2026-01-25T16:00:59.082" v="3103" actId="790"/>
          <ac:spMkLst>
            <pc:docMk/>
            <pc:sldMk cId="557087093" sldId="309"/>
            <ac:spMk id="152" creationId="{246AEB21-A7EB-140F-D2DB-5BB0D57B736A}"/>
          </ac:spMkLst>
        </pc:spChg>
        <pc:spChg chg="mod">
          <ac:chgData name="Yash Jadhav" userId="535c3d6d-72b8-4f77-8155-55f939173cf2" providerId="ADAL" clId="{F33F88E0-3380-47C4-AFDE-F1AC050ADA82}" dt="2026-01-25T16:00:59.084" v="3104" actId="790"/>
          <ac:spMkLst>
            <pc:docMk/>
            <pc:sldMk cId="557087093" sldId="309"/>
            <ac:spMk id="153" creationId="{8BD116F5-91F5-253A-A691-91AEB092F389}"/>
          </ac:spMkLst>
        </pc:spChg>
        <pc:spChg chg="mod">
          <ac:chgData name="Yash Jadhav" userId="535c3d6d-72b8-4f77-8155-55f939173cf2" providerId="ADAL" clId="{F33F88E0-3380-47C4-AFDE-F1AC050ADA82}" dt="2026-01-25T16:00:59.085" v="3105" actId="790"/>
          <ac:spMkLst>
            <pc:docMk/>
            <pc:sldMk cId="557087093" sldId="309"/>
            <ac:spMk id="154" creationId="{E38C7D8E-9934-F089-EAC4-125DBA3AABB5}"/>
          </ac:spMkLst>
        </pc:spChg>
        <pc:spChg chg="mod">
          <ac:chgData name="Yash Jadhav" userId="535c3d6d-72b8-4f77-8155-55f939173cf2" providerId="ADAL" clId="{F33F88E0-3380-47C4-AFDE-F1AC050ADA82}" dt="2026-01-25T16:00:58.989" v="3058" actId="790"/>
          <ac:spMkLst>
            <pc:docMk/>
            <pc:sldMk cId="557087093" sldId="309"/>
            <ac:spMk id="156" creationId="{B3BEEEA7-7461-18BE-1509-33313528A48A}"/>
          </ac:spMkLst>
        </pc:spChg>
        <pc:spChg chg="mod">
          <ac:chgData name="Yash Jadhav" userId="535c3d6d-72b8-4f77-8155-55f939173cf2" providerId="ADAL" clId="{F33F88E0-3380-47C4-AFDE-F1AC050ADA82}" dt="2026-01-25T16:00:58.992" v="3059" actId="790"/>
          <ac:spMkLst>
            <pc:docMk/>
            <pc:sldMk cId="557087093" sldId="309"/>
            <ac:spMk id="157" creationId="{2DCFBBB5-6535-2F4D-7920-0BCF28547650}"/>
          </ac:spMkLst>
        </pc:spChg>
        <pc:spChg chg="mod">
          <ac:chgData name="Yash Jadhav" userId="535c3d6d-72b8-4f77-8155-55f939173cf2" providerId="ADAL" clId="{F33F88E0-3380-47C4-AFDE-F1AC050ADA82}" dt="2026-01-25T16:00:58.994" v="3060" actId="790"/>
          <ac:spMkLst>
            <pc:docMk/>
            <pc:sldMk cId="557087093" sldId="309"/>
            <ac:spMk id="158" creationId="{48C4F11C-DD2B-AB04-3BC7-197F9F30F564}"/>
          </ac:spMkLst>
        </pc:spChg>
        <pc:spChg chg="mod">
          <ac:chgData name="Yash Jadhav" userId="535c3d6d-72b8-4f77-8155-55f939173cf2" providerId="ADAL" clId="{F33F88E0-3380-47C4-AFDE-F1AC050ADA82}" dt="2026-01-25T16:00:58.997" v="3061" actId="790"/>
          <ac:spMkLst>
            <pc:docMk/>
            <pc:sldMk cId="557087093" sldId="309"/>
            <ac:spMk id="159" creationId="{B72DD252-FC42-654E-23CB-46672E7AADDB}"/>
          </ac:spMkLst>
        </pc:spChg>
        <pc:spChg chg="mod">
          <ac:chgData name="Yash Jadhav" userId="535c3d6d-72b8-4f77-8155-55f939173cf2" providerId="ADAL" clId="{F33F88E0-3380-47C4-AFDE-F1AC050ADA82}" dt="2026-01-25T16:00:58.999" v="3062" actId="790"/>
          <ac:spMkLst>
            <pc:docMk/>
            <pc:sldMk cId="557087093" sldId="309"/>
            <ac:spMk id="160" creationId="{F9FE2498-A8BB-D3BE-1EEF-00928CB8EE1E}"/>
          </ac:spMkLst>
        </pc:spChg>
        <pc:spChg chg="mod">
          <ac:chgData name="Yash Jadhav" userId="535c3d6d-72b8-4f77-8155-55f939173cf2" providerId="ADAL" clId="{F33F88E0-3380-47C4-AFDE-F1AC050ADA82}" dt="2026-01-25T16:00:59" v="3063" actId="790"/>
          <ac:spMkLst>
            <pc:docMk/>
            <pc:sldMk cId="557087093" sldId="309"/>
            <ac:spMk id="161" creationId="{CD4FCE83-1A2C-8A46-0CF1-FB561072C6E6}"/>
          </ac:spMkLst>
        </pc:spChg>
        <pc:spChg chg="mod">
          <ac:chgData name="Yash Jadhav" userId="535c3d6d-72b8-4f77-8155-55f939173cf2" providerId="ADAL" clId="{F33F88E0-3380-47C4-AFDE-F1AC050ADA82}" dt="2026-01-25T16:00:59.002" v="3064" actId="790"/>
          <ac:spMkLst>
            <pc:docMk/>
            <pc:sldMk cId="557087093" sldId="309"/>
            <ac:spMk id="163" creationId="{6FEF8635-DF7A-0356-2DF3-24DC8C51423A}"/>
          </ac:spMkLst>
        </pc:spChg>
        <pc:spChg chg="mod">
          <ac:chgData name="Yash Jadhav" userId="535c3d6d-72b8-4f77-8155-55f939173cf2" providerId="ADAL" clId="{F33F88E0-3380-47C4-AFDE-F1AC050ADA82}" dt="2026-01-25T16:00:59.004" v="3065" actId="790"/>
          <ac:spMkLst>
            <pc:docMk/>
            <pc:sldMk cId="557087093" sldId="309"/>
            <ac:spMk id="164" creationId="{D414B156-959D-F3CC-29F6-CBBD60B025C7}"/>
          </ac:spMkLst>
        </pc:spChg>
        <pc:spChg chg="mod">
          <ac:chgData name="Yash Jadhav" userId="535c3d6d-72b8-4f77-8155-55f939173cf2" providerId="ADAL" clId="{F33F88E0-3380-47C4-AFDE-F1AC050ADA82}" dt="2026-01-25T16:00:59.006" v="3066" actId="790"/>
          <ac:spMkLst>
            <pc:docMk/>
            <pc:sldMk cId="557087093" sldId="309"/>
            <ac:spMk id="165" creationId="{AE5DCBC3-FBF0-7065-F4C4-8C41B865DC7E}"/>
          </ac:spMkLst>
        </pc:spChg>
        <pc:spChg chg="mod">
          <ac:chgData name="Yash Jadhav" userId="535c3d6d-72b8-4f77-8155-55f939173cf2" providerId="ADAL" clId="{F33F88E0-3380-47C4-AFDE-F1AC050ADA82}" dt="2026-01-25T16:00:59.008" v="3067" actId="790"/>
          <ac:spMkLst>
            <pc:docMk/>
            <pc:sldMk cId="557087093" sldId="309"/>
            <ac:spMk id="166" creationId="{0F7A4F35-5BDE-5703-D92D-50B909253453}"/>
          </ac:spMkLst>
        </pc:spChg>
        <pc:spChg chg="mod">
          <ac:chgData name="Yash Jadhav" userId="535c3d6d-72b8-4f77-8155-55f939173cf2" providerId="ADAL" clId="{F33F88E0-3380-47C4-AFDE-F1AC050ADA82}" dt="2026-01-25T16:00:59.009" v="3068" actId="790"/>
          <ac:spMkLst>
            <pc:docMk/>
            <pc:sldMk cId="557087093" sldId="309"/>
            <ac:spMk id="167" creationId="{3401AFF2-17B6-90DB-DA18-279E93E7DE2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66746021" sldId="310"/>
        </pc:sldMkLst>
        <pc:spChg chg="add del mod">
          <ac:chgData name="Yash Jadhav" userId="535c3d6d-72b8-4f77-8155-55f939173cf2" providerId="ADAL" clId="{F33F88E0-3380-47C4-AFDE-F1AC050ADA82}" dt="2026-01-25T16:06:14.662" v="8413" actId="6264"/>
          <ac:spMkLst>
            <pc:docMk/>
            <pc:sldMk cId="1466746021" sldId="310"/>
            <ac:spMk id="2" creationId="{5E98BB1A-C617-B785-2DB1-0D19B2E243D0}"/>
          </ac:spMkLst>
        </pc:spChg>
        <pc:spChg chg="mod ord">
          <ac:chgData name="Yash Jadhav" userId="535c3d6d-72b8-4f77-8155-55f939173cf2" providerId="ADAL" clId="{F33F88E0-3380-47C4-AFDE-F1AC050ADA82}" dt="2026-01-25T16:06:14.662" v="8413" actId="6264"/>
          <ac:spMkLst>
            <pc:docMk/>
            <pc:sldMk cId="1466746021" sldId="310"/>
            <ac:spMk id="3" creationId="{00000000-0000-0000-0000-000000000000}"/>
          </ac:spMkLst>
        </pc:spChg>
        <pc:spChg chg="mod">
          <ac:chgData name="Yash Jadhav" userId="535c3d6d-72b8-4f77-8155-55f939173cf2" providerId="ADAL" clId="{F33F88E0-3380-47C4-AFDE-F1AC050ADA82}" dt="2026-01-25T16:01:13.574" v="3127" actId="790"/>
          <ac:spMkLst>
            <pc:docMk/>
            <pc:sldMk cId="1466746021" sldId="310"/>
            <ac:spMk id="6" creationId="{00000000-0000-0000-0000-000000000000}"/>
          </ac:spMkLst>
        </pc:spChg>
        <pc:spChg chg="mod">
          <ac:chgData name="Yash Jadhav" userId="535c3d6d-72b8-4f77-8155-55f939173cf2" providerId="ADAL" clId="{F33F88E0-3380-47C4-AFDE-F1AC050ADA82}" dt="2026-01-25T16:01:13.576" v="3128" actId="790"/>
          <ac:spMkLst>
            <pc:docMk/>
            <pc:sldMk cId="1466746021" sldId="310"/>
            <ac:spMk id="7" creationId="{00000000-0000-0000-0000-000000000000}"/>
          </ac:spMkLst>
        </pc:spChg>
        <pc:spChg chg="mod">
          <ac:chgData name="Yash Jadhav" userId="535c3d6d-72b8-4f77-8155-55f939173cf2" providerId="ADAL" clId="{F33F88E0-3380-47C4-AFDE-F1AC050ADA82}" dt="2026-01-25T16:01:13.577" v="3129" actId="790"/>
          <ac:spMkLst>
            <pc:docMk/>
            <pc:sldMk cId="1466746021" sldId="310"/>
            <ac:spMk id="8" creationId="{00000000-0000-0000-0000-000000000000}"/>
          </ac:spMkLst>
        </pc:spChg>
        <pc:spChg chg="mod">
          <ac:chgData name="Yash Jadhav" userId="535c3d6d-72b8-4f77-8155-55f939173cf2" providerId="ADAL" clId="{F33F88E0-3380-47C4-AFDE-F1AC050ADA82}" dt="2026-01-25T16:01:13.579" v="3130" actId="790"/>
          <ac:spMkLst>
            <pc:docMk/>
            <pc:sldMk cId="1466746021" sldId="310"/>
            <ac:spMk id="9" creationId="{00000000-0000-0000-0000-000000000000}"/>
          </ac:spMkLst>
        </pc:spChg>
        <pc:spChg chg="mod">
          <ac:chgData name="Yash Jadhav" userId="535c3d6d-72b8-4f77-8155-55f939173cf2" providerId="ADAL" clId="{F33F88E0-3380-47C4-AFDE-F1AC050ADA82}" dt="2026-01-25T16:01:13.581" v="3131" actId="790"/>
          <ac:spMkLst>
            <pc:docMk/>
            <pc:sldMk cId="1466746021" sldId="310"/>
            <ac:spMk id="10" creationId="{00000000-0000-0000-0000-000000000000}"/>
          </ac:spMkLst>
        </pc:spChg>
        <pc:spChg chg="mod">
          <ac:chgData name="Yash Jadhav" userId="535c3d6d-72b8-4f77-8155-55f939173cf2" providerId="ADAL" clId="{F33F88E0-3380-47C4-AFDE-F1AC050ADA82}" dt="2026-01-25T16:01:13.582" v="3132" actId="790"/>
          <ac:spMkLst>
            <pc:docMk/>
            <pc:sldMk cId="1466746021" sldId="310"/>
            <ac:spMk id="11" creationId="{00000000-0000-0000-0000-000000000000}"/>
          </ac:spMkLst>
        </pc:spChg>
        <pc:spChg chg="mod">
          <ac:chgData name="Yash Jadhav" userId="535c3d6d-72b8-4f77-8155-55f939173cf2" providerId="ADAL" clId="{F33F88E0-3380-47C4-AFDE-F1AC050ADA82}" dt="2026-01-25T16:01:13.584" v="3133" actId="790"/>
          <ac:spMkLst>
            <pc:docMk/>
            <pc:sldMk cId="1466746021" sldId="310"/>
            <ac:spMk id="12" creationId="{00000000-0000-0000-0000-000000000000}"/>
          </ac:spMkLst>
        </pc:spChg>
        <pc:spChg chg="mod">
          <ac:chgData name="Yash Jadhav" userId="535c3d6d-72b8-4f77-8155-55f939173cf2" providerId="ADAL" clId="{F33F88E0-3380-47C4-AFDE-F1AC050ADA82}" dt="2026-01-25T16:01:13.586" v="3134" actId="790"/>
          <ac:spMkLst>
            <pc:docMk/>
            <pc:sldMk cId="1466746021" sldId="310"/>
            <ac:spMk id="13" creationId="{00000000-0000-0000-0000-000000000000}"/>
          </ac:spMkLst>
        </pc:spChg>
        <pc:spChg chg="mod">
          <ac:chgData name="Yash Jadhav" userId="535c3d6d-72b8-4f77-8155-55f939173cf2" providerId="ADAL" clId="{F33F88E0-3380-47C4-AFDE-F1AC050ADA82}" dt="2026-01-25T16:01:13.587" v="3135" actId="790"/>
          <ac:spMkLst>
            <pc:docMk/>
            <pc:sldMk cId="1466746021" sldId="310"/>
            <ac:spMk id="14" creationId="{00000000-0000-0000-0000-000000000000}"/>
          </ac:spMkLst>
        </pc:spChg>
        <pc:spChg chg="mod">
          <ac:chgData name="Yash Jadhav" userId="535c3d6d-72b8-4f77-8155-55f939173cf2" providerId="ADAL" clId="{F33F88E0-3380-47C4-AFDE-F1AC050ADA82}" dt="2026-01-25T16:01:13.589" v="3136" actId="790"/>
          <ac:spMkLst>
            <pc:docMk/>
            <pc:sldMk cId="1466746021" sldId="310"/>
            <ac:spMk id="15" creationId="{00000000-0000-0000-0000-000000000000}"/>
          </ac:spMkLst>
        </pc:spChg>
        <pc:spChg chg="mod">
          <ac:chgData name="Yash Jadhav" userId="535c3d6d-72b8-4f77-8155-55f939173cf2" providerId="ADAL" clId="{F33F88E0-3380-47C4-AFDE-F1AC050ADA82}" dt="2026-01-25T16:01:13.591" v="3137" actId="790"/>
          <ac:spMkLst>
            <pc:docMk/>
            <pc:sldMk cId="1466746021" sldId="310"/>
            <ac:spMk id="16" creationId="{00000000-0000-0000-0000-000000000000}"/>
          </ac:spMkLst>
        </pc:spChg>
        <pc:spChg chg="mod">
          <ac:chgData name="Yash Jadhav" userId="535c3d6d-72b8-4f77-8155-55f939173cf2" providerId="ADAL" clId="{F33F88E0-3380-47C4-AFDE-F1AC050ADA82}" dt="2026-01-25T16:01:13.593" v="3138" actId="790"/>
          <ac:spMkLst>
            <pc:docMk/>
            <pc:sldMk cId="1466746021" sldId="310"/>
            <ac:spMk id="17" creationId="{00000000-0000-0000-0000-000000000000}"/>
          </ac:spMkLst>
        </pc:spChg>
        <pc:spChg chg="mod">
          <ac:chgData name="Yash Jadhav" userId="535c3d6d-72b8-4f77-8155-55f939173cf2" providerId="ADAL" clId="{F33F88E0-3380-47C4-AFDE-F1AC050ADA82}" dt="2026-01-25T16:01:13.559" v="3123" actId="790"/>
          <ac:spMkLst>
            <pc:docMk/>
            <pc:sldMk cId="1466746021" sldId="310"/>
            <ac:spMk id="19" creationId="{E3E421DD-7F73-48C5-BDA3-451A3E2EF995}"/>
          </ac:spMkLst>
        </pc:spChg>
        <pc:spChg chg="mod">
          <ac:chgData name="Yash Jadhav" userId="535c3d6d-72b8-4f77-8155-55f939173cf2" providerId="ADAL" clId="{F33F88E0-3380-47C4-AFDE-F1AC050ADA82}" dt="2026-01-25T16:01:13.563" v="3124" actId="790"/>
          <ac:spMkLst>
            <pc:docMk/>
            <pc:sldMk cId="1466746021" sldId="310"/>
            <ac:spMk id="20" creationId="{E3E421DD-7F73-48C5-BDA3-451A3E2EF995}"/>
          </ac:spMkLst>
        </pc:spChg>
        <pc:spChg chg="mod">
          <ac:chgData name="Yash Jadhav" userId="535c3d6d-72b8-4f77-8155-55f939173cf2" providerId="ADAL" clId="{F33F88E0-3380-47C4-AFDE-F1AC050ADA82}" dt="2026-01-25T16:01:13.567" v="3125" actId="790"/>
          <ac:spMkLst>
            <pc:docMk/>
            <pc:sldMk cId="1466746021" sldId="310"/>
            <ac:spMk id="21" creationId="{E3E421DD-7F73-48C5-BDA3-451A3E2EF995}"/>
          </ac:spMkLst>
        </pc:spChg>
        <pc:spChg chg="mod">
          <ac:chgData name="Yash Jadhav" userId="535c3d6d-72b8-4f77-8155-55f939173cf2" providerId="ADAL" clId="{F33F88E0-3380-47C4-AFDE-F1AC050ADA82}" dt="2026-01-25T16:01:13.572" v="3126" actId="790"/>
          <ac:spMkLst>
            <pc:docMk/>
            <pc:sldMk cId="1466746021" sldId="310"/>
            <ac:spMk id="22" creationId="{E3E421DD-7F73-48C5-BDA3-451A3E2EF995}"/>
          </ac:spMkLst>
        </pc:spChg>
        <pc:spChg chg="mod">
          <ac:chgData name="Yash Jadhav" userId="535c3d6d-72b8-4f77-8155-55f939173cf2" providerId="ADAL" clId="{F33F88E0-3380-47C4-AFDE-F1AC050ADA82}" dt="2026-01-25T16:01:13.614" v="3147" actId="790"/>
          <ac:spMkLst>
            <pc:docMk/>
            <pc:sldMk cId="1466746021" sldId="310"/>
            <ac:spMk id="44" creationId="{233462A6-D713-CB0D-FBA8-D37B8984E8DF}"/>
          </ac:spMkLst>
        </pc:spChg>
        <pc:spChg chg="mod">
          <ac:chgData name="Yash Jadhav" userId="535c3d6d-72b8-4f77-8155-55f939173cf2" providerId="ADAL" clId="{F33F88E0-3380-47C4-AFDE-F1AC050ADA82}" dt="2026-01-25T16:01:13.616" v="3148" actId="790"/>
          <ac:spMkLst>
            <pc:docMk/>
            <pc:sldMk cId="1466746021" sldId="310"/>
            <ac:spMk id="45" creationId="{11D9876F-5BD0-CE83-252D-0E1D3D6EF9FC}"/>
          </ac:spMkLst>
        </pc:spChg>
        <pc:spChg chg="mod">
          <ac:chgData name="Yash Jadhav" userId="535c3d6d-72b8-4f77-8155-55f939173cf2" providerId="ADAL" clId="{F33F88E0-3380-47C4-AFDE-F1AC050ADA82}" dt="2026-01-25T16:01:13.617" v="3149" actId="790"/>
          <ac:spMkLst>
            <pc:docMk/>
            <pc:sldMk cId="1466746021" sldId="310"/>
            <ac:spMk id="46" creationId="{452662EC-AB53-F35E-3BAB-CCDA6CFBC812}"/>
          </ac:spMkLst>
        </pc:spChg>
        <pc:spChg chg="mod">
          <ac:chgData name="Yash Jadhav" userId="535c3d6d-72b8-4f77-8155-55f939173cf2" providerId="ADAL" clId="{F33F88E0-3380-47C4-AFDE-F1AC050ADA82}" dt="2026-01-25T16:01:13.619" v="3150" actId="790"/>
          <ac:spMkLst>
            <pc:docMk/>
            <pc:sldMk cId="1466746021" sldId="310"/>
            <ac:spMk id="47" creationId="{62EC8C8A-116C-1257-8337-5FA0E23D8425}"/>
          </ac:spMkLst>
        </pc:spChg>
        <pc:spChg chg="mod">
          <ac:chgData name="Yash Jadhav" userId="535c3d6d-72b8-4f77-8155-55f939173cf2" providerId="ADAL" clId="{F33F88E0-3380-47C4-AFDE-F1AC050ADA82}" dt="2026-01-25T16:01:13.620" v="3151" actId="790"/>
          <ac:spMkLst>
            <pc:docMk/>
            <pc:sldMk cId="1466746021" sldId="310"/>
            <ac:spMk id="48" creationId="{1655E3AD-31BC-927F-42C6-5AE445A3E06E}"/>
          </ac:spMkLst>
        </pc:spChg>
        <pc:spChg chg="mod">
          <ac:chgData name="Yash Jadhav" userId="535c3d6d-72b8-4f77-8155-55f939173cf2" providerId="ADAL" clId="{F33F88E0-3380-47C4-AFDE-F1AC050ADA82}" dt="2026-01-25T16:01:13.625" v="3152" actId="790"/>
          <ac:spMkLst>
            <pc:docMk/>
            <pc:sldMk cId="1466746021" sldId="310"/>
            <ac:spMk id="50" creationId="{0645A53C-F3AD-014A-FC7F-89F980EAF9A4}"/>
          </ac:spMkLst>
        </pc:spChg>
        <pc:spChg chg="mod">
          <ac:chgData name="Yash Jadhav" userId="535c3d6d-72b8-4f77-8155-55f939173cf2" providerId="ADAL" clId="{F33F88E0-3380-47C4-AFDE-F1AC050ADA82}" dt="2026-01-25T16:01:13.627" v="3153" actId="790"/>
          <ac:spMkLst>
            <pc:docMk/>
            <pc:sldMk cId="1466746021" sldId="310"/>
            <ac:spMk id="51" creationId="{8A32F2AC-2949-DC76-06F0-927EFAC0C47E}"/>
          </ac:spMkLst>
        </pc:spChg>
        <pc:spChg chg="mod">
          <ac:chgData name="Yash Jadhav" userId="535c3d6d-72b8-4f77-8155-55f939173cf2" providerId="ADAL" clId="{F33F88E0-3380-47C4-AFDE-F1AC050ADA82}" dt="2026-01-25T16:01:13.628" v="3154" actId="790"/>
          <ac:spMkLst>
            <pc:docMk/>
            <pc:sldMk cId="1466746021" sldId="310"/>
            <ac:spMk id="52" creationId="{AE8EB3FB-41A6-83A9-E813-41A8C8C8A5A8}"/>
          </ac:spMkLst>
        </pc:spChg>
        <pc:spChg chg="mod">
          <ac:chgData name="Yash Jadhav" userId="535c3d6d-72b8-4f77-8155-55f939173cf2" providerId="ADAL" clId="{F33F88E0-3380-47C4-AFDE-F1AC050ADA82}" dt="2026-01-25T16:01:13.630" v="3155" actId="790"/>
          <ac:spMkLst>
            <pc:docMk/>
            <pc:sldMk cId="1466746021" sldId="310"/>
            <ac:spMk id="92" creationId="{31BACB2A-B772-8853-62B5-C877BFB489E7}"/>
          </ac:spMkLst>
        </pc:spChg>
        <pc:spChg chg="mod">
          <ac:chgData name="Yash Jadhav" userId="535c3d6d-72b8-4f77-8155-55f939173cf2" providerId="ADAL" clId="{F33F88E0-3380-47C4-AFDE-F1AC050ADA82}" dt="2026-01-25T16:01:13.631" v="3156" actId="790"/>
          <ac:spMkLst>
            <pc:docMk/>
            <pc:sldMk cId="1466746021" sldId="310"/>
            <ac:spMk id="93" creationId="{A17E46BD-100D-2159-C4E0-391330A4F8B7}"/>
          </ac:spMkLst>
        </pc:spChg>
        <pc:spChg chg="mod">
          <ac:chgData name="Yash Jadhav" userId="535c3d6d-72b8-4f77-8155-55f939173cf2" providerId="ADAL" clId="{F33F88E0-3380-47C4-AFDE-F1AC050ADA82}" dt="2026-01-25T16:01:13.633" v="3157" actId="790"/>
          <ac:spMkLst>
            <pc:docMk/>
            <pc:sldMk cId="1466746021" sldId="310"/>
            <ac:spMk id="94" creationId="{02D9A92E-61DC-F9D6-6233-9426124D56ED}"/>
          </ac:spMkLst>
        </pc:spChg>
        <pc:spChg chg="mod">
          <ac:chgData name="Yash Jadhav" userId="535c3d6d-72b8-4f77-8155-55f939173cf2" providerId="ADAL" clId="{F33F88E0-3380-47C4-AFDE-F1AC050ADA82}" dt="2026-01-25T16:01:13.634" v="3158" actId="790"/>
          <ac:spMkLst>
            <pc:docMk/>
            <pc:sldMk cId="1466746021" sldId="310"/>
            <ac:spMk id="95" creationId="{F0E43BEA-E0AD-412E-CFA0-98B947E104F2}"/>
          </ac:spMkLst>
        </pc:spChg>
        <pc:spChg chg="mod">
          <ac:chgData name="Yash Jadhav" userId="535c3d6d-72b8-4f77-8155-55f939173cf2" providerId="ADAL" clId="{F33F88E0-3380-47C4-AFDE-F1AC050ADA82}" dt="2026-01-25T16:01:13.635" v="3159" actId="790"/>
          <ac:spMkLst>
            <pc:docMk/>
            <pc:sldMk cId="1466746021" sldId="310"/>
            <ac:spMk id="96" creationId="{104A69D6-C639-70D1-7AC9-477206562A6E}"/>
          </ac:spMkLst>
        </pc:spChg>
        <pc:spChg chg="mod">
          <ac:chgData name="Yash Jadhav" userId="535c3d6d-72b8-4f77-8155-55f939173cf2" providerId="ADAL" clId="{F33F88E0-3380-47C4-AFDE-F1AC050ADA82}" dt="2026-01-25T16:01:13.637" v="3160" actId="790"/>
          <ac:spMkLst>
            <pc:docMk/>
            <pc:sldMk cId="1466746021" sldId="310"/>
            <ac:spMk id="97" creationId="{222AD3AA-9FDB-983A-9242-D967A0ECA82B}"/>
          </ac:spMkLst>
        </pc:spChg>
        <pc:spChg chg="mod">
          <ac:chgData name="Yash Jadhav" userId="535c3d6d-72b8-4f77-8155-55f939173cf2" providerId="ADAL" clId="{F33F88E0-3380-47C4-AFDE-F1AC050ADA82}" dt="2026-01-25T16:01:13.638" v="3161" actId="790"/>
          <ac:spMkLst>
            <pc:docMk/>
            <pc:sldMk cId="1466746021" sldId="310"/>
            <ac:spMk id="98" creationId="{EC807C99-2BAC-CE8A-ADE0-6D292E1F9E95}"/>
          </ac:spMkLst>
        </pc:spChg>
        <pc:spChg chg="mod">
          <ac:chgData name="Yash Jadhav" userId="535c3d6d-72b8-4f77-8155-55f939173cf2" providerId="ADAL" clId="{F33F88E0-3380-47C4-AFDE-F1AC050ADA82}" dt="2026-01-25T16:01:13.640" v="3162" actId="790"/>
          <ac:spMkLst>
            <pc:docMk/>
            <pc:sldMk cId="1466746021" sldId="310"/>
            <ac:spMk id="99" creationId="{9BB29393-E8E3-06AB-93AA-B066F0FDD600}"/>
          </ac:spMkLst>
        </pc:spChg>
        <pc:spChg chg="mod">
          <ac:chgData name="Yash Jadhav" userId="535c3d6d-72b8-4f77-8155-55f939173cf2" providerId="ADAL" clId="{F33F88E0-3380-47C4-AFDE-F1AC050ADA82}" dt="2026-01-25T16:01:13.642" v="3163" actId="790"/>
          <ac:spMkLst>
            <pc:docMk/>
            <pc:sldMk cId="1466746021" sldId="310"/>
            <ac:spMk id="100" creationId="{4F8BC8E4-B24A-0204-98CA-A6A701D75804}"/>
          </ac:spMkLst>
        </pc:spChg>
        <pc:spChg chg="mod">
          <ac:chgData name="Yash Jadhav" userId="535c3d6d-72b8-4f77-8155-55f939173cf2" providerId="ADAL" clId="{F33F88E0-3380-47C4-AFDE-F1AC050ADA82}" dt="2026-01-25T16:01:13.643" v="3164" actId="790"/>
          <ac:spMkLst>
            <pc:docMk/>
            <pc:sldMk cId="1466746021" sldId="310"/>
            <ac:spMk id="101" creationId="{FA1FC39A-730F-76B5-22B2-4B9C91713377}"/>
          </ac:spMkLst>
        </pc:spChg>
        <pc:spChg chg="mod">
          <ac:chgData name="Yash Jadhav" userId="535c3d6d-72b8-4f77-8155-55f939173cf2" providerId="ADAL" clId="{F33F88E0-3380-47C4-AFDE-F1AC050ADA82}" dt="2026-01-25T16:01:13.645" v="3165" actId="790"/>
          <ac:spMkLst>
            <pc:docMk/>
            <pc:sldMk cId="1466746021" sldId="310"/>
            <ac:spMk id="102" creationId="{929D4BA1-6238-2BE7-363F-110165CE25E4}"/>
          </ac:spMkLst>
        </pc:spChg>
        <pc:spChg chg="mod">
          <ac:chgData name="Yash Jadhav" userId="535c3d6d-72b8-4f77-8155-55f939173cf2" providerId="ADAL" clId="{F33F88E0-3380-47C4-AFDE-F1AC050ADA82}" dt="2026-01-25T16:01:13.646" v="3166" actId="790"/>
          <ac:spMkLst>
            <pc:docMk/>
            <pc:sldMk cId="1466746021" sldId="310"/>
            <ac:spMk id="104" creationId="{DFAE815B-C9DB-DA5B-8AA3-56A2293CCC55}"/>
          </ac:spMkLst>
        </pc:spChg>
        <pc:spChg chg="mod">
          <ac:chgData name="Yash Jadhav" userId="535c3d6d-72b8-4f77-8155-55f939173cf2" providerId="ADAL" clId="{F33F88E0-3380-47C4-AFDE-F1AC050ADA82}" dt="2026-01-25T16:01:13.647" v="3167" actId="790"/>
          <ac:spMkLst>
            <pc:docMk/>
            <pc:sldMk cId="1466746021" sldId="310"/>
            <ac:spMk id="105" creationId="{FE7EB3AB-1454-C42B-0975-71EBCC576C16}"/>
          </ac:spMkLst>
        </pc:spChg>
        <pc:spChg chg="mod">
          <ac:chgData name="Yash Jadhav" userId="535c3d6d-72b8-4f77-8155-55f939173cf2" providerId="ADAL" clId="{F33F88E0-3380-47C4-AFDE-F1AC050ADA82}" dt="2026-01-25T16:01:13.649" v="3168" actId="790"/>
          <ac:spMkLst>
            <pc:docMk/>
            <pc:sldMk cId="1466746021" sldId="310"/>
            <ac:spMk id="106" creationId="{42980B6B-81E6-2E5D-C632-53158397355F}"/>
          </ac:spMkLst>
        </pc:spChg>
        <pc:spChg chg="mod">
          <ac:chgData name="Yash Jadhav" userId="535c3d6d-72b8-4f77-8155-55f939173cf2" providerId="ADAL" clId="{F33F88E0-3380-47C4-AFDE-F1AC050ADA82}" dt="2026-01-25T16:01:13.650" v="3169" actId="790"/>
          <ac:spMkLst>
            <pc:docMk/>
            <pc:sldMk cId="1466746021" sldId="310"/>
            <ac:spMk id="107" creationId="{631F88CB-4C72-B0F0-587C-F581341F53D4}"/>
          </ac:spMkLst>
        </pc:spChg>
        <pc:spChg chg="mod">
          <ac:chgData name="Yash Jadhav" userId="535c3d6d-72b8-4f77-8155-55f939173cf2" providerId="ADAL" clId="{F33F88E0-3380-47C4-AFDE-F1AC050ADA82}" dt="2026-01-25T16:01:13.651" v="3170" actId="790"/>
          <ac:spMkLst>
            <pc:docMk/>
            <pc:sldMk cId="1466746021" sldId="310"/>
            <ac:spMk id="108" creationId="{ABF1B8C3-96E7-D35A-DAFD-B3A3C612EA87}"/>
          </ac:spMkLst>
        </pc:spChg>
        <pc:spChg chg="mod">
          <ac:chgData name="Yash Jadhav" userId="535c3d6d-72b8-4f77-8155-55f939173cf2" providerId="ADAL" clId="{F33F88E0-3380-47C4-AFDE-F1AC050ADA82}" dt="2026-01-25T16:01:13.653" v="3171" actId="790"/>
          <ac:spMkLst>
            <pc:docMk/>
            <pc:sldMk cId="1466746021" sldId="310"/>
            <ac:spMk id="109" creationId="{C161A12A-F947-D0AC-F913-E246191D2841}"/>
          </ac:spMkLst>
        </pc:spChg>
        <pc:spChg chg="mod">
          <ac:chgData name="Yash Jadhav" userId="535c3d6d-72b8-4f77-8155-55f939173cf2" providerId="ADAL" clId="{F33F88E0-3380-47C4-AFDE-F1AC050ADA82}" dt="2026-01-25T16:01:13.654" v="3172" actId="790"/>
          <ac:spMkLst>
            <pc:docMk/>
            <pc:sldMk cId="1466746021" sldId="310"/>
            <ac:spMk id="110" creationId="{02C4481E-8A48-43AD-7BBC-97D73B950FA2}"/>
          </ac:spMkLst>
        </pc:spChg>
        <pc:spChg chg="mod">
          <ac:chgData name="Yash Jadhav" userId="535c3d6d-72b8-4f77-8155-55f939173cf2" providerId="ADAL" clId="{F33F88E0-3380-47C4-AFDE-F1AC050ADA82}" dt="2026-01-25T16:01:13.655" v="3173" actId="790"/>
          <ac:spMkLst>
            <pc:docMk/>
            <pc:sldMk cId="1466746021" sldId="310"/>
            <ac:spMk id="111" creationId="{42B27A61-15EB-69F4-5388-E5AE7EEE7B74}"/>
          </ac:spMkLst>
        </pc:spChg>
        <pc:spChg chg="mod">
          <ac:chgData name="Yash Jadhav" userId="535c3d6d-72b8-4f77-8155-55f939173cf2" providerId="ADAL" clId="{F33F88E0-3380-47C4-AFDE-F1AC050ADA82}" dt="2026-01-25T16:01:13.657" v="3174" actId="790"/>
          <ac:spMkLst>
            <pc:docMk/>
            <pc:sldMk cId="1466746021" sldId="310"/>
            <ac:spMk id="112" creationId="{C00811E4-8FDA-C776-5EC7-6946959AC86C}"/>
          </ac:spMkLst>
        </pc:spChg>
        <pc:spChg chg="mod">
          <ac:chgData name="Yash Jadhav" userId="535c3d6d-72b8-4f77-8155-55f939173cf2" providerId="ADAL" clId="{F33F88E0-3380-47C4-AFDE-F1AC050ADA82}" dt="2026-01-25T16:01:13.658" v="3175" actId="790"/>
          <ac:spMkLst>
            <pc:docMk/>
            <pc:sldMk cId="1466746021" sldId="310"/>
            <ac:spMk id="113" creationId="{28AE26D6-F8C8-5ED0-A536-840F251F6D0B}"/>
          </ac:spMkLst>
        </pc:spChg>
        <pc:spChg chg="mod">
          <ac:chgData name="Yash Jadhav" userId="535c3d6d-72b8-4f77-8155-55f939173cf2" providerId="ADAL" clId="{F33F88E0-3380-47C4-AFDE-F1AC050ADA82}" dt="2026-01-25T16:01:13.659" v="3176" actId="790"/>
          <ac:spMkLst>
            <pc:docMk/>
            <pc:sldMk cId="1466746021" sldId="310"/>
            <ac:spMk id="114" creationId="{F367BF65-F9F2-3B83-E7EB-83A979BC79DF}"/>
          </ac:spMkLst>
        </pc:spChg>
        <pc:spChg chg="mod">
          <ac:chgData name="Yash Jadhav" userId="535c3d6d-72b8-4f77-8155-55f939173cf2" providerId="ADAL" clId="{F33F88E0-3380-47C4-AFDE-F1AC050ADA82}" dt="2026-01-25T16:01:13.661" v="3177" actId="790"/>
          <ac:spMkLst>
            <pc:docMk/>
            <pc:sldMk cId="1466746021" sldId="310"/>
            <ac:spMk id="115" creationId="{A7A32081-C41F-57D9-E9E6-7D3673B4CEA4}"/>
          </ac:spMkLst>
        </pc:spChg>
        <pc:spChg chg="mod">
          <ac:chgData name="Yash Jadhav" userId="535c3d6d-72b8-4f77-8155-55f939173cf2" providerId="ADAL" clId="{F33F88E0-3380-47C4-AFDE-F1AC050ADA82}" dt="2026-01-25T16:01:13.662" v="3178" actId="790"/>
          <ac:spMkLst>
            <pc:docMk/>
            <pc:sldMk cId="1466746021" sldId="310"/>
            <ac:spMk id="116" creationId="{8D928E7D-0686-CA66-B002-7D2857582DDC}"/>
          </ac:spMkLst>
        </pc:spChg>
        <pc:spChg chg="mod">
          <ac:chgData name="Yash Jadhav" userId="535c3d6d-72b8-4f77-8155-55f939173cf2" providerId="ADAL" clId="{F33F88E0-3380-47C4-AFDE-F1AC050ADA82}" dt="2026-01-25T16:01:13.663" v="3179" actId="790"/>
          <ac:spMkLst>
            <pc:docMk/>
            <pc:sldMk cId="1466746021" sldId="310"/>
            <ac:spMk id="117" creationId="{0085FCD3-7064-174E-4269-F4A4434B57E7}"/>
          </ac:spMkLst>
        </pc:spChg>
        <pc:spChg chg="mod">
          <ac:chgData name="Yash Jadhav" userId="535c3d6d-72b8-4f77-8155-55f939173cf2" providerId="ADAL" clId="{F33F88E0-3380-47C4-AFDE-F1AC050ADA82}" dt="2026-01-25T16:01:13.665" v="3180" actId="790"/>
          <ac:spMkLst>
            <pc:docMk/>
            <pc:sldMk cId="1466746021" sldId="310"/>
            <ac:spMk id="118" creationId="{2DAA3A85-E3AA-5F13-8788-E352B6A3569E}"/>
          </ac:spMkLst>
        </pc:spChg>
        <pc:spChg chg="mod">
          <ac:chgData name="Yash Jadhav" userId="535c3d6d-72b8-4f77-8155-55f939173cf2" providerId="ADAL" clId="{F33F88E0-3380-47C4-AFDE-F1AC050ADA82}" dt="2026-01-25T16:01:13.597" v="3139" actId="790"/>
          <ac:spMkLst>
            <pc:docMk/>
            <pc:sldMk cId="1466746021" sldId="310"/>
            <ac:spMk id="120" creationId="{5BCA320F-5C4D-BEDC-E2B0-73541D50A648}"/>
          </ac:spMkLst>
        </pc:spChg>
        <pc:spChg chg="mod">
          <ac:chgData name="Yash Jadhav" userId="535c3d6d-72b8-4f77-8155-55f939173cf2" providerId="ADAL" clId="{F33F88E0-3380-47C4-AFDE-F1AC050ADA82}" dt="2026-01-25T16:01:13.601" v="3140" actId="790"/>
          <ac:spMkLst>
            <pc:docMk/>
            <pc:sldMk cId="1466746021" sldId="310"/>
            <ac:spMk id="121" creationId="{8B6B1BFD-FB80-208B-705C-BFE6F8B00D38}"/>
          </ac:spMkLst>
        </pc:spChg>
        <pc:spChg chg="mod">
          <ac:chgData name="Yash Jadhav" userId="535c3d6d-72b8-4f77-8155-55f939173cf2" providerId="ADAL" clId="{F33F88E0-3380-47C4-AFDE-F1AC050ADA82}" dt="2026-01-25T16:01:13.603" v="3141" actId="790"/>
          <ac:spMkLst>
            <pc:docMk/>
            <pc:sldMk cId="1466746021" sldId="310"/>
            <ac:spMk id="122" creationId="{28F11C01-56E1-4897-0644-085B58EDD917}"/>
          </ac:spMkLst>
        </pc:spChg>
        <pc:spChg chg="mod">
          <ac:chgData name="Yash Jadhav" userId="535c3d6d-72b8-4f77-8155-55f939173cf2" providerId="ADAL" clId="{F33F88E0-3380-47C4-AFDE-F1AC050ADA82}" dt="2026-01-25T16:01:13.605" v="3142" actId="790"/>
          <ac:spMkLst>
            <pc:docMk/>
            <pc:sldMk cId="1466746021" sldId="310"/>
            <ac:spMk id="123" creationId="{32DE5CE6-D61C-513C-6E56-A5439057D314}"/>
          </ac:spMkLst>
        </pc:spChg>
        <pc:spChg chg="mod">
          <ac:chgData name="Yash Jadhav" userId="535c3d6d-72b8-4f77-8155-55f939173cf2" providerId="ADAL" clId="{F33F88E0-3380-47C4-AFDE-F1AC050ADA82}" dt="2026-01-25T16:01:13.608" v="3143" actId="790"/>
          <ac:spMkLst>
            <pc:docMk/>
            <pc:sldMk cId="1466746021" sldId="310"/>
            <ac:spMk id="124" creationId="{BE5FB01C-D2FC-1ED5-2D1B-D204DEBBDC94}"/>
          </ac:spMkLst>
        </pc:spChg>
        <pc:spChg chg="mod">
          <ac:chgData name="Yash Jadhav" userId="535c3d6d-72b8-4f77-8155-55f939173cf2" providerId="ADAL" clId="{F33F88E0-3380-47C4-AFDE-F1AC050ADA82}" dt="2026-01-25T16:01:13.610" v="3144" actId="790"/>
          <ac:spMkLst>
            <pc:docMk/>
            <pc:sldMk cId="1466746021" sldId="310"/>
            <ac:spMk id="125" creationId="{CA2511C5-6BF7-2146-6EAA-6735188876A4}"/>
          </ac:spMkLst>
        </pc:spChg>
        <pc:spChg chg="mod">
          <ac:chgData name="Yash Jadhav" userId="535c3d6d-72b8-4f77-8155-55f939173cf2" providerId="ADAL" clId="{F33F88E0-3380-47C4-AFDE-F1AC050ADA82}" dt="2026-01-25T16:01:13.611" v="3145" actId="790"/>
          <ac:spMkLst>
            <pc:docMk/>
            <pc:sldMk cId="1466746021" sldId="310"/>
            <ac:spMk id="126" creationId="{E3C56E15-E606-CBD6-7000-81A76051296E}"/>
          </ac:spMkLst>
        </pc:spChg>
        <pc:spChg chg="mod">
          <ac:chgData name="Yash Jadhav" userId="535c3d6d-72b8-4f77-8155-55f939173cf2" providerId="ADAL" clId="{F33F88E0-3380-47C4-AFDE-F1AC050ADA82}" dt="2026-01-25T16:01:13.613" v="3146" actId="790"/>
          <ac:spMkLst>
            <pc:docMk/>
            <pc:sldMk cId="1466746021" sldId="310"/>
            <ac:spMk id="127" creationId="{F4ACC576-02C4-709E-3C9F-C49B872F53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2353109" sldId="311"/>
        </pc:sldMkLst>
        <pc:spChg chg="mod ord">
          <ac:chgData name="Yash Jadhav" userId="535c3d6d-72b8-4f77-8155-55f939173cf2" providerId="ADAL" clId="{F33F88E0-3380-47C4-AFDE-F1AC050ADA82}" dt="2026-01-25T16:06:14.662" v="8413" actId="6264"/>
          <ac:spMkLst>
            <pc:docMk/>
            <pc:sldMk cId="3252353109" sldId="311"/>
            <ac:spMk id="2" creationId="{0D67F266-3070-4B83-9733-B15DC3AD9A4F}"/>
          </ac:spMkLst>
        </pc:spChg>
        <pc:spChg chg="add del mod">
          <ac:chgData name="Yash Jadhav" userId="535c3d6d-72b8-4f77-8155-55f939173cf2" providerId="ADAL" clId="{F33F88E0-3380-47C4-AFDE-F1AC050ADA82}" dt="2026-01-25T16:06:14.662" v="8413" actId="6264"/>
          <ac:spMkLst>
            <pc:docMk/>
            <pc:sldMk cId="3252353109" sldId="311"/>
            <ac:spMk id="3" creationId="{76084773-E8C2-214F-823B-F45F4031CAF9}"/>
          </ac:spMkLst>
        </pc:spChg>
        <pc:spChg chg="mod">
          <ac:chgData name="Yash Jadhav" userId="535c3d6d-72b8-4f77-8155-55f939173cf2" providerId="ADAL" clId="{F33F88E0-3380-47C4-AFDE-F1AC050ADA82}" dt="2026-01-25T16:01:17.293" v="3186" actId="790"/>
          <ac:spMkLst>
            <pc:docMk/>
            <pc:sldMk cId="3252353109" sldId="311"/>
            <ac:spMk id="4" creationId="{6690B58B-6CF1-4955-8D52-7FBE295B9BD2}"/>
          </ac:spMkLst>
        </pc:spChg>
        <pc:spChg chg="mod">
          <ac:chgData name="Yash Jadhav" userId="535c3d6d-72b8-4f77-8155-55f939173cf2" providerId="ADAL" clId="{F33F88E0-3380-47C4-AFDE-F1AC050ADA82}" dt="2026-01-25T16:01:17.295" v="3187" actId="790"/>
          <ac:spMkLst>
            <pc:docMk/>
            <pc:sldMk cId="3252353109" sldId="311"/>
            <ac:spMk id="5" creationId="{B763D653-18EE-4628-8A73-0A473F0C4375}"/>
          </ac:spMkLst>
        </pc:spChg>
        <pc:spChg chg="mod">
          <ac:chgData name="Yash Jadhav" userId="535c3d6d-72b8-4f77-8155-55f939173cf2" providerId="ADAL" clId="{F33F88E0-3380-47C4-AFDE-F1AC050ADA82}" dt="2026-01-25T16:01:17.297" v="3188" actId="790"/>
          <ac:spMkLst>
            <pc:docMk/>
            <pc:sldMk cId="3252353109" sldId="311"/>
            <ac:spMk id="6" creationId="{E50EC5FC-1270-41FF-A626-74A5248546C4}"/>
          </ac:spMkLst>
        </pc:spChg>
        <pc:spChg chg="mod">
          <ac:chgData name="Yash Jadhav" userId="535c3d6d-72b8-4f77-8155-55f939173cf2" providerId="ADAL" clId="{F33F88E0-3380-47C4-AFDE-F1AC050ADA82}" dt="2026-01-25T16:01:17.298" v="3189" actId="790"/>
          <ac:spMkLst>
            <pc:docMk/>
            <pc:sldMk cId="3252353109" sldId="311"/>
            <ac:spMk id="7" creationId="{B86B2D5A-22BF-4879-9614-32F41509D7EE}"/>
          </ac:spMkLst>
        </pc:spChg>
        <pc:spChg chg="mod">
          <ac:chgData name="Yash Jadhav" userId="535c3d6d-72b8-4f77-8155-55f939173cf2" providerId="ADAL" clId="{F33F88E0-3380-47C4-AFDE-F1AC050ADA82}" dt="2026-01-25T16:01:17.303" v="3190" actId="790"/>
          <ac:spMkLst>
            <pc:docMk/>
            <pc:sldMk cId="3252353109" sldId="311"/>
            <ac:spMk id="8" creationId="{30F52DC4-6365-41DC-B358-A3F94817D177}"/>
          </ac:spMkLst>
        </pc:spChg>
        <pc:spChg chg="mod">
          <ac:chgData name="Yash Jadhav" userId="535c3d6d-72b8-4f77-8155-55f939173cf2" providerId="ADAL" clId="{F33F88E0-3380-47C4-AFDE-F1AC050ADA82}" dt="2026-01-25T16:01:17.308" v="3191" actId="790"/>
          <ac:spMkLst>
            <pc:docMk/>
            <pc:sldMk cId="3252353109" sldId="311"/>
            <ac:spMk id="9" creationId="{0E02E1EA-EFA6-4CAF-A9D7-1F201D8F5B01}"/>
          </ac:spMkLst>
        </pc:spChg>
        <pc:spChg chg="mod">
          <ac:chgData name="Yash Jadhav" userId="535c3d6d-72b8-4f77-8155-55f939173cf2" providerId="ADAL" clId="{F33F88E0-3380-47C4-AFDE-F1AC050ADA82}" dt="2026-01-25T16:01:17.315" v="3192" actId="790"/>
          <ac:spMkLst>
            <pc:docMk/>
            <pc:sldMk cId="3252353109" sldId="311"/>
            <ac:spMk id="10" creationId="{4DF27763-2715-4333-A30D-4A43099E7A7E}"/>
          </ac:spMkLst>
        </pc:spChg>
        <pc:spChg chg="mod">
          <ac:chgData name="Yash Jadhav" userId="535c3d6d-72b8-4f77-8155-55f939173cf2" providerId="ADAL" clId="{F33F88E0-3380-47C4-AFDE-F1AC050ADA82}" dt="2026-01-25T16:01:17.322" v="3193" actId="790"/>
          <ac:spMkLst>
            <pc:docMk/>
            <pc:sldMk cId="3252353109" sldId="311"/>
            <ac:spMk id="11" creationId="{35BE4D2A-B711-4648-84B3-069249F9177C}"/>
          </ac:spMkLst>
        </pc:spChg>
        <pc:spChg chg="mod">
          <ac:chgData name="Yash Jadhav" userId="535c3d6d-72b8-4f77-8155-55f939173cf2" providerId="ADAL" clId="{F33F88E0-3380-47C4-AFDE-F1AC050ADA82}" dt="2026-01-25T16:01:17.325" v="3194" actId="790"/>
          <ac:spMkLst>
            <pc:docMk/>
            <pc:sldMk cId="3252353109" sldId="311"/>
            <ac:spMk id="12" creationId="{D0A48AC1-E82A-475B-8546-A9ABAFA0EE9D}"/>
          </ac:spMkLst>
        </pc:spChg>
        <pc:spChg chg="mod">
          <ac:chgData name="Yash Jadhav" userId="535c3d6d-72b8-4f77-8155-55f939173cf2" providerId="ADAL" clId="{F33F88E0-3380-47C4-AFDE-F1AC050ADA82}" dt="2026-01-25T16:01:17.327" v="3195" actId="790"/>
          <ac:spMkLst>
            <pc:docMk/>
            <pc:sldMk cId="3252353109" sldId="311"/>
            <ac:spMk id="13" creationId="{668B92FC-59CB-4A91-AE6E-2C5B755F4174}"/>
          </ac:spMkLst>
        </pc:spChg>
        <pc:spChg chg="mod">
          <ac:chgData name="Yash Jadhav" userId="535c3d6d-72b8-4f77-8155-55f939173cf2" providerId="ADAL" clId="{F33F88E0-3380-47C4-AFDE-F1AC050ADA82}" dt="2026-01-25T16:01:17.329" v="3196" actId="790"/>
          <ac:spMkLst>
            <pc:docMk/>
            <pc:sldMk cId="3252353109" sldId="311"/>
            <ac:spMk id="14" creationId="{5F43AFB8-AB54-4CE1-8221-FD65726C0178}"/>
          </ac:spMkLst>
        </pc:spChg>
        <pc:spChg chg="mod">
          <ac:chgData name="Yash Jadhav" userId="535c3d6d-72b8-4f77-8155-55f939173cf2" providerId="ADAL" clId="{F33F88E0-3380-47C4-AFDE-F1AC050ADA82}" dt="2026-01-25T16:01:17.331" v="3197" actId="790"/>
          <ac:spMkLst>
            <pc:docMk/>
            <pc:sldMk cId="3252353109" sldId="311"/>
            <ac:spMk id="15" creationId="{2EAD023D-E873-4B8F-9552-B6FD4660152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600588112" sldId="312"/>
        </pc:sldMkLst>
        <pc:spChg chg="mod ord">
          <ac:chgData name="Yash Jadhav" userId="535c3d6d-72b8-4f77-8155-55f939173cf2" providerId="ADAL" clId="{F33F88E0-3380-47C4-AFDE-F1AC050ADA82}" dt="2026-01-25T16:06:14.662" v="8413" actId="6264"/>
          <ac:spMkLst>
            <pc:docMk/>
            <pc:sldMk cId="600588112" sldId="31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600588112" sldId="312"/>
            <ac:spMk id="3" creationId="{F9FAC71F-C5E0-9078-7583-C651D9F0DEB9}"/>
          </ac:spMkLst>
        </pc:spChg>
        <pc:spChg chg="mod">
          <ac:chgData name="Yash Jadhav" userId="535c3d6d-72b8-4f77-8155-55f939173cf2" providerId="ADAL" clId="{F33F88E0-3380-47C4-AFDE-F1AC050ADA82}" dt="2026-01-25T16:01:18.986" v="3204" actId="790"/>
          <ac:spMkLst>
            <pc:docMk/>
            <pc:sldMk cId="600588112" sldId="312"/>
            <ac:spMk id="5" creationId="{00000000-0000-0000-0000-000000000000}"/>
          </ac:spMkLst>
        </pc:spChg>
        <pc:spChg chg="mod">
          <ac:chgData name="Yash Jadhav" userId="535c3d6d-72b8-4f77-8155-55f939173cf2" providerId="ADAL" clId="{F33F88E0-3380-47C4-AFDE-F1AC050ADA82}" dt="2026-01-25T16:01:18.989" v="3205" actId="790"/>
          <ac:spMkLst>
            <pc:docMk/>
            <pc:sldMk cId="600588112" sldId="312"/>
            <ac:spMk id="6" creationId="{00000000-0000-0000-0000-000000000000}"/>
          </ac:spMkLst>
        </pc:spChg>
        <pc:spChg chg="mod">
          <ac:chgData name="Yash Jadhav" userId="535c3d6d-72b8-4f77-8155-55f939173cf2" providerId="ADAL" clId="{F33F88E0-3380-47C4-AFDE-F1AC050ADA82}" dt="2026-01-25T16:01:18.992" v="3206" actId="790"/>
          <ac:spMkLst>
            <pc:docMk/>
            <pc:sldMk cId="600588112" sldId="312"/>
            <ac:spMk id="7" creationId="{00000000-0000-0000-0000-000000000000}"/>
          </ac:spMkLst>
        </pc:spChg>
        <pc:spChg chg="mod">
          <ac:chgData name="Yash Jadhav" userId="535c3d6d-72b8-4f77-8155-55f939173cf2" providerId="ADAL" clId="{F33F88E0-3380-47C4-AFDE-F1AC050ADA82}" dt="2026-01-25T16:01:18.995" v="3207" actId="790"/>
          <ac:spMkLst>
            <pc:docMk/>
            <pc:sldMk cId="600588112" sldId="312"/>
            <ac:spMk id="8" creationId="{00000000-0000-0000-0000-000000000000}"/>
          </ac:spMkLst>
        </pc:spChg>
        <pc:spChg chg="mod">
          <ac:chgData name="Yash Jadhav" userId="535c3d6d-72b8-4f77-8155-55f939173cf2" providerId="ADAL" clId="{F33F88E0-3380-47C4-AFDE-F1AC050ADA82}" dt="2026-01-25T16:01:18.997" v="3208" actId="790"/>
          <ac:spMkLst>
            <pc:docMk/>
            <pc:sldMk cId="600588112" sldId="312"/>
            <ac:spMk id="9" creationId="{00000000-0000-0000-0000-000000000000}"/>
          </ac:spMkLst>
        </pc:spChg>
        <pc:spChg chg="mod">
          <ac:chgData name="Yash Jadhav" userId="535c3d6d-72b8-4f77-8155-55f939173cf2" providerId="ADAL" clId="{F33F88E0-3380-47C4-AFDE-F1AC050ADA82}" dt="2026-01-25T16:01:18.999" v="3209" actId="790"/>
          <ac:spMkLst>
            <pc:docMk/>
            <pc:sldMk cId="600588112" sldId="312"/>
            <ac:spMk id="10" creationId="{00000000-0000-0000-0000-000000000000}"/>
          </ac:spMkLst>
        </pc:spChg>
        <pc:spChg chg="mod">
          <ac:chgData name="Yash Jadhav" userId="535c3d6d-72b8-4f77-8155-55f939173cf2" providerId="ADAL" clId="{F33F88E0-3380-47C4-AFDE-F1AC050ADA82}" dt="2026-01-25T16:01:19.001" v="3210" actId="790"/>
          <ac:spMkLst>
            <pc:docMk/>
            <pc:sldMk cId="600588112" sldId="312"/>
            <ac:spMk id="11" creationId="{00000000-0000-0000-0000-000000000000}"/>
          </ac:spMkLst>
        </pc:spChg>
        <pc:spChg chg="mod">
          <ac:chgData name="Yash Jadhav" userId="535c3d6d-72b8-4f77-8155-55f939173cf2" providerId="ADAL" clId="{F33F88E0-3380-47C4-AFDE-F1AC050ADA82}" dt="2026-01-25T16:01:19.004" v="3211" actId="790"/>
          <ac:spMkLst>
            <pc:docMk/>
            <pc:sldMk cId="600588112" sldId="312"/>
            <ac:spMk id="12" creationId="{00000000-0000-0000-0000-000000000000}"/>
          </ac:spMkLst>
        </pc:spChg>
        <pc:spChg chg="mod">
          <ac:chgData name="Yash Jadhav" userId="535c3d6d-72b8-4f77-8155-55f939173cf2" providerId="ADAL" clId="{F33F88E0-3380-47C4-AFDE-F1AC050ADA82}" dt="2026-01-25T16:01:19.008" v="3212" actId="790"/>
          <ac:spMkLst>
            <pc:docMk/>
            <pc:sldMk cId="600588112" sldId="312"/>
            <ac:spMk id="14" creationId="{00000000-0000-0000-0000-000000000000}"/>
          </ac:spMkLst>
        </pc:spChg>
        <pc:spChg chg="mod">
          <ac:chgData name="Yash Jadhav" userId="535c3d6d-72b8-4f77-8155-55f939173cf2" providerId="ADAL" clId="{F33F88E0-3380-47C4-AFDE-F1AC050ADA82}" dt="2026-01-25T16:01:19.010" v="3213" actId="790"/>
          <ac:spMkLst>
            <pc:docMk/>
            <pc:sldMk cId="600588112" sldId="312"/>
            <ac:spMk id="15" creationId="{00000000-0000-0000-0000-000000000000}"/>
          </ac:spMkLst>
        </pc:spChg>
        <pc:spChg chg="mod">
          <ac:chgData name="Yash Jadhav" userId="535c3d6d-72b8-4f77-8155-55f939173cf2" providerId="ADAL" clId="{F33F88E0-3380-47C4-AFDE-F1AC050ADA82}" dt="2026-01-25T16:01:19.012" v="3214" actId="790"/>
          <ac:spMkLst>
            <pc:docMk/>
            <pc:sldMk cId="600588112" sldId="312"/>
            <ac:spMk id="16" creationId="{00000000-0000-0000-0000-000000000000}"/>
          </ac:spMkLst>
        </pc:spChg>
        <pc:spChg chg="mod">
          <ac:chgData name="Yash Jadhav" userId="535c3d6d-72b8-4f77-8155-55f939173cf2" providerId="ADAL" clId="{F33F88E0-3380-47C4-AFDE-F1AC050ADA82}" dt="2026-01-25T16:01:19.014" v="3215" actId="790"/>
          <ac:spMkLst>
            <pc:docMk/>
            <pc:sldMk cId="600588112" sldId="312"/>
            <ac:spMk id="17" creationId="{00000000-0000-0000-0000-000000000000}"/>
          </ac:spMkLst>
        </pc:spChg>
        <pc:spChg chg="mod">
          <ac:chgData name="Yash Jadhav" userId="535c3d6d-72b8-4f77-8155-55f939173cf2" providerId="ADAL" clId="{F33F88E0-3380-47C4-AFDE-F1AC050ADA82}" dt="2026-01-25T16:01:18.981" v="3202" actId="790"/>
          <ac:spMkLst>
            <pc:docMk/>
            <pc:sldMk cId="600588112" sldId="312"/>
            <ac:spMk id="18" creationId="{6D4B99DD-0A24-08B2-F6B0-D469C470558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8562832" sldId="313"/>
        </pc:sldMkLst>
        <pc:spChg chg="mod ord">
          <ac:chgData name="Yash Jadhav" userId="535c3d6d-72b8-4f77-8155-55f939173cf2" providerId="ADAL" clId="{F33F88E0-3380-47C4-AFDE-F1AC050ADA82}" dt="2026-01-25T16:06:14.662" v="8413" actId="6264"/>
          <ac:spMkLst>
            <pc:docMk/>
            <pc:sldMk cId="308562832" sldId="313"/>
            <ac:spMk id="2" creationId="{00000000-0000-0000-0000-000000000000}"/>
          </ac:spMkLst>
        </pc:spChg>
        <pc:spChg chg="mod">
          <ac:chgData name="Yash Jadhav" userId="535c3d6d-72b8-4f77-8155-55f939173cf2" providerId="ADAL" clId="{F33F88E0-3380-47C4-AFDE-F1AC050ADA82}" dt="2026-01-25T16:01:21.855" v="3224" actId="790"/>
          <ac:spMkLst>
            <pc:docMk/>
            <pc:sldMk cId="308562832" sldId="313"/>
            <ac:spMk id="3" creationId="{00000000-0000-0000-0000-000000000000}"/>
          </ac:spMkLst>
        </pc:spChg>
        <pc:spChg chg="mod">
          <ac:chgData name="Yash Jadhav" userId="535c3d6d-72b8-4f77-8155-55f939173cf2" providerId="ADAL" clId="{F33F88E0-3380-47C4-AFDE-F1AC050ADA82}" dt="2026-01-25T16:01:21.859" v="3227" actId="790"/>
          <ac:spMkLst>
            <pc:docMk/>
            <pc:sldMk cId="308562832" sldId="313"/>
            <ac:spMk id="4" creationId="{00000000-0000-0000-0000-000000000000}"/>
          </ac:spMkLst>
        </pc:spChg>
        <pc:spChg chg="mod">
          <ac:chgData name="Yash Jadhav" userId="535c3d6d-72b8-4f77-8155-55f939173cf2" providerId="ADAL" clId="{F33F88E0-3380-47C4-AFDE-F1AC050ADA82}" dt="2026-01-25T16:01:21.861" v="3228" actId="790"/>
          <ac:spMkLst>
            <pc:docMk/>
            <pc:sldMk cId="308562832" sldId="313"/>
            <ac:spMk id="5" creationId="{AD7DC3F4-0E9B-F8E7-23FA-1D7ACF782C17}"/>
          </ac:spMkLst>
        </pc:spChg>
        <pc:spChg chg="mod">
          <ac:chgData name="Yash Jadhav" userId="535c3d6d-72b8-4f77-8155-55f939173cf2" providerId="ADAL" clId="{F33F88E0-3380-47C4-AFDE-F1AC050ADA82}" dt="2026-01-25T16:01:21.862" v="3229" actId="790"/>
          <ac:spMkLst>
            <pc:docMk/>
            <pc:sldMk cId="308562832" sldId="313"/>
            <ac:spMk id="6" creationId="{308D184A-FE73-A31F-D387-3D4DB81FD32A}"/>
          </ac:spMkLst>
        </pc:spChg>
        <pc:spChg chg="mod">
          <ac:chgData name="Yash Jadhav" userId="535c3d6d-72b8-4f77-8155-55f939173cf2" providerId="ADAL" clId="{F33F88E0-3380-47C4-AFDE-F1AC050ADA82}" dt="2026-01-25T16:01:21.864" v="3230" actId="790"/>
          <ac:spMkLst>
            <pc:docMk/>
            <pc:sldMk cId="308562832" sldId="313"/>
            <ac:spMk id="7" creationId="{3B021DEC-B7E8-D2BA-4E1D-4296AF47958D}"/>
          </ac:spMkLst>
        </pc:spChg>
        <pc:spChg chg="mod">
          <ac:chgData name="Yash Jadhav" userId="535c3d6d-72b8-4f77-8155-55f939173cf2" providerId="ADAL" clId="{F33F88E0-3380-47C4-AFDE-F1AC050ADA82}" dt="2026-01-25T16:01:21.865" v="3231" actId="790"/>
          <ac:spMkLst>
            <pc:docMk/>
            <pc:sldMk cId="308562832" sldId="313"/>
            <ac:spMk id="8" creationId="{06776849-3F71-D5D6-5322-C7A9AEC6FE85}"/>
          </ac:spMkLst>
        </pc:spChg>
        <pc:spChg chg="mod">
          <ac:chgData name="Yash Jadhav" userId="535c3d6d-72b8-4f77-8155-55f939173cf2" providerId="ADAL" clId="{F33F88E0-3380-47C4-AFDE-F1AC050ADA82}" dt="2026-01-25T16:01:21.867" v="3232" actId="790"/>
          <ac:spMkLst>
            <pc:docMk/>
            <pc:sldMk cId="308562832" sldId="313"/>
            <ac:spMk id="9" creationId="{9FF8BA44-E73C-411B-9CA0-1E127DF120E7}"/>
          </ac:spMkLst>
        </pc:spChg>
        <pc:spChg chg="add del mod">
          <ac:chgData name="Yash Jadhav" userId="535c3d6d-72b8-4f77-8155-55f939173cf2" providerId="ADAL" clId="{F33F88E0-3380-47C4-AFDE-F1AC050ADA82}" dt="2026-01-25T16:06:14.662" v="8413" actId="6264"/>
          <ac:spMkLst>
            <pc:docMk/>
            <pc:sldMk cId="308562832" sldId="313"/>
            <ac:spMk id="10" creationId="{CD1567AA-E235-7CD4-83C6-01D75ACEEE94}"/>
          </ac:spMkLst>
        </pc:spChg>
        <pc:spChg chg="mod">
          <ac:chgData name="Yash Jadhav" userId="535c3d6d-72b8-4f77-8155-55f939173cf2" providerId="ADAL" clId="{F33F88E0-3380-47C4-AFDE-F1AC050ADA82}" dt="2026-01-25T16:01:21.847" v="3220" actId="790"/>
          <ac:spMkLst>
            <pc:docMk/>
            <pc:sldMk cId="308562832" sldId="313"/>
            <ac:spMk id="20" creationId="{00000000-0000-0000-0000-000000000000}"/>
          </ac:spMkLst>
        </pc:spChg>
        <pc:spChg chg="mod">
          <ac:chgData name="Yash Jadhav" userId="535c3d6d-72b8-4f77-8155-55f939173cf2" providerId="ADAL" clId="{F33F88E0-3380-47C4-AFDE-F1AC050ADA82}" dt="2026-01-25T16:01:21.858" v="3226" actId="790"/>
          <ac:spMkLst>
            <pc:docMk/>
            <pc:sldMk cId="308562832" sldId="313"/>
            <ac:spMk id="21" creationId="{00000000-0000-0000-0000-000000000000}"/>
          </ac:spMkLst>
        </pc:spChg>
        <pc:spChg chg="mod">
          <ac:chgData name="Yash Jadhav" userId="535c3d6d-72b8-4f77-8155-55f939173cf2" providerId="ADAL" clId="{F33F88E0-3380-47C4-AFDE-F1AC050ADA82}" dt="2026-01-25T16:01:21.856" v="3225" actId="790"/>
          <ac:spMkLst>
            <pc:docMk/>
            <pc:sldMk cId="308562832" sldId="313"/>
            <ac:spMk id="25" creationId="{00000000-0000-0000-0000-000000000000}"/>
          </ac:spMkLst>
        </pc:spChg>
        <pc:spChg chg="mod">
          <ac:chgData name="Yash Jadhav" userId="535c3d6d-72b8-4f77-8155-55f939173cf2" providerId="ADAL" clId="{F33F88E0-3380-47C4-AFDE-F1AC050ADA82}" dt="2026-01-25T16:01:21.849" v="3221" actId="790"/>
          <ac:spMkLst>
            <pc:docMk/>
            <pc:sldMk cId="308562832" sldId="313"/>
            <ac:spMk id="30" creationId="{00000000-0000-0000-0000-000000000000}"/>
          </ac:spMkLst>
        </pc:spChg>
        <pc:spChg chg="mod">
          <ac:chgData name="Yash Jadhav" userId="535c3d6d-72b8-4f77-8155-55f939173cf2" providerId="ADAL" clId="{F33F88E0-3380-47C4-AFDE-F1AC050ADA82}" dt="2026-01-25T16:01:21.850" v="3222" actId="790"/>
          <ac:spMkLst>
            <pc:docMk/>
            <pc:sldMk cId="308562832" sldId="31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1851327" sldId="314"/>
        </pc:sldMkLst>
        <pc:spChg chg="mod ord">
          <ac:chgData name="Yash Jadhav" userId="535c3d6d-72b8-4f77-8155-55f939173cf2" providerId="ADAL" clId="{F33F88E0-3380-47C4-AFDE-F1AC050ADA82}" dt="2026-01-25T16:06:14.662" v="8413" actId="6264"/>
          <ac:spMkLst>
            <pc:docMk/>
            <pc:sldMk cId="921851327" sldId="31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21851327" sldId="314"/>
            <ac:spMk id="3" creationId="{918BC559-5AD0-A3F2-7054-FE60F55124DE}"/>
          </ac:spMkLst>
        </pc:spChg>
        <pc:spChg chg="mod">
          <ac:chgData name="Yash Jadhav" userId="535c3d6d-72b8-4f77-8155-55f939173cf2" providerId="ADAL" clId="{F33F88E0-3380-47C4-AFDE-F1AC050ADA82}" dt="2026-01-25T16:01:24.215" v="3242" actId="790"/>
          <ac:spMkLst>
            <pc:docMk/>
            <pc:sldMk cId="921851327" sldId="314"/>
            <ac:spMk id="8" creationId="{00000000-0000-0000-0000-000000000000}"/>
          </ac:spMkLst>
        </pc:spChg>
        <pc:spChg chg="mod">
          <ac:chgData name="Yash Jadhav" userId="535c3d6d-72b8-4f77-8155-55f939173cf2" providerId="ADAL" clId="{F33F88E0-3380-47C4-AFDE-F1AC050ADA82}" dt="2026-01-25T16:01:24.216" v="3243" actId="790"/>
          <ac:spMkLst>
            <pc:docMk/>
            <pc:sldMk cId="921851327" sldId="314"/>
            <ac:spMk id="9" creationId="{00000000-0000-0000-0000-000000000000}"/>
          </ac:spMkLst>
        </pc:spChg>
        <pc:spChg chg="mod">
          <ac:chgData name="Yash Jadhav" userId="535c3d6d-72b8-4f77-8155-55f939173cf2" providerId="ADAL" clId="{F33F88E0-3380-47C4-AFDE-F1AC050ADA82}" dt="2026-01-25T16:01:24.218" v="3244" actId="790"/>
          <ac:spMkLst>
            <pc:docMk/>
            <pc:sldMk cId="921851327" sldId="314"/>
            <ac:spMk id="10" creationId="{00000000-0000-0000-0000-000000000000}"/>
          </ac:spMkLst>
        </pc:spChg>
        <pc:spChg chg="mod">
          <ac:chgData name="Yash Jadhav" userId="535c3d6d-72b8-4f77-8155-55f939173cf2" providerId="ADAL" clId="{F33F88E0-3380-47C4-AFDE-F1AC050ADA82}" dt="2026-01-25T16:01:24.221" v="3245" actId="790"/>
          <ac:spMkLst>
            <pc:docMk/>
            <pc:sldMk cId="921851327" sldId="314"/>
            <ac:spMk id="11" creationId="{00000000-0000-0000-0000-000000000000}"/>
          </ac:spMkLst>
        </pc:spChg>
        <pc:spChg chg="mod">
          <ac:chgData name="Yash Jadhav" userId="535c3d6d-72b8-4f77-8155-55f939173cf2" providerId="ADAL" clId="{F33F88E0-3380-47C4-AFDE-F1AC050ADA82}" dt="2026-01-25T16:01:24.213" v="3241" actId="790"/>
          <ac:spMkLst>
            <pc:docMk/>
            <pc:sldMk cId="921851327" sldId="314"/>
            <ac:spMk id="18" creationId="{00000000-0000-0000-0000-000000000000}"/>
          </ac:spMkLst>
        </pc:spChg>
        <pc:spChg chg="mod">
          <ac:chgData name="Yash Jadhav" userId="535c3d6d-72b8-4f77-8155-55f939173cf2" providerId="ADAL" clId="{F33F88E0-3380-47C4-AFDE-F1AC050ADA82}" dt="2026-01-25T16:01:24.204" v="3238" actId="790"/>
          <ac:spMkLst>
            <pc:docMk/>
            <pc:sldMk cId="921851327" sldId="314"/>
            <ac:spMk id="19" creationId="{00000000-0000-0000-0000-000000000000}"/>
          </ac:spMkLst>
        </pc:spChg>
        <pc:spChg chg="mod">
          <ac:chgData name="Yash Jadhav" userId="535c3d6d-72b8-4f77-8155-55f939173cf2" providerId="ADAL" clId="{F33F88E0-3380-47C4-AFDE-F1AC050ADA82}" dt="2026-01-25T16:01:24.207" v="3239" actId="790"/>
          <ac:spMkLst>
            <pc:docMk/>
            <pc:sldMk cId="921851327" sldId="314"/>
            <ac:spMk id="21" creationId="{00000000-0000-0000-0000-000000000000}"/>
          </ac:spMkLst>
        </pc:spChg>
        <pc:spChg chg="mod">
          <ac:chgData name="Yash Jadhav" userId="535c3d6d-72b8-4f77-8155-55f939173cf2" providerId="ADAL" clId="{F33F88E0-3380-47C4-AFDE-F1AC050ADA82}" dt="2026-01-25T16:01:24.210" v="3240" actId="790"/>
          <ac:spMkLst>
            <pc:docMk/>
            <pc:sldMk cId="921851327" sldId="314"/>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783000" sldId="315"/>
        </pc:sldMkLst>
        <pc:spChg chg="mod ord">
          <ac:chgData name="Yash Jadhav" userId="535c3d6d-72b8-4f77-8155-55f939173cf2" providerId="ADAL" clId="{F33F88E0-3380-47C4-AFDE-F1AC050ADA82}" dt="2026-01-25T16:06:14.662" v="8413" actId="6264"/>
          <ac:spMkLst>
            <pc:docMk/>
            <pc:sldMk cId="2772783000" sldId="31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783000" sldId="315"/>
            <ac:spMk id="3" creationId="{D963C8F6-D044-AB6A-071A-4E34FBD97273}"/>
          </ac:spMkLst>
        </pc:spChg>
        <pc:spChg chg="mod">
          <ac:chgData name="Yash Jadhav" userId="535c3d6d-72b8-4f77-8155-55f939173cf2" providerId="ADAL" clId="{F33F88E0-3380-47C4-AFDE-F1AC050ADA82}" dt="2026-01-25T16:01:26.933" v="3253" actId="790"/>
          <ac:spMkLst>
            <pc:docMk/>
            <pc:sldMk cId="2772783000" sldId="315"/>
            <ac:spMk id="26" creationId="{00000000-0000-0000-0000-000000000000}"/>
          </ac:spMkLst>
        </pc:spChg>
        <pc:spChg chg="mod">
          <ac:chgData name="Yash Jadhav" userId="535c3d6d-72b8-4f77-8155-55f939173cf2" providerId="ADAL" clId="{F33F88E0-3380-47C4-AFDE-F1AC050ADA82}" dt="2026-01-25T16:01:26.940" v="3257" actId="790"/>
          <ac:spMkLst>
            <pc:docMk/>
            <pc:sldMk cId="2772783000" sldId="315"/>
            <ac:spMk id="27" creationId="{00000000-0000-0000-0000-000000000000}"/>
          </ac:spMkLst>
        </pc:spChg>
        <pc:spChg chg="mod">
          <ac:chgData name="Yash Jadhav" userId="535c3d6d-72b8-4f77-8155-55f939173cf2" providerId="ADAL" clId="{F33F88E0-3380-47C4-AFDE-F1AC050ADA82}" dt="2026-01-25T16:01:26.930" v="3251" actId="790"/>
          <ac:spMkLst>
            <pc:docMk/>
            <pc:sldMk cId="2772783000" sldId="315"/>
            <ac:spMk id="45" creationId="{00000000-0000-0000-0000-000000000000}"/>
          </ac:spMkLst>
        </pc:spChg>
        <pc:spChg chg="mod">
          <ac:chgData name="Yash Jadhav" userId="535c3d6d-72b8-4f77-8155-55f939173cf2" providerId="ADAL" clId="{F33F88E0-3380-47C4-AFDE-F1AC050ADA82}" dt="2026-01-25T16:01:26.938" v="3256" actId="790"/>
          <ac:spMkLst>
            <pc:docMk/>
            <pc:sldMk cId="2772783000" sldId="315"/>
            <ac:spMk id="47" creationId="{00000000-0000-0000-0000-000000000000}"/>
          </ac:spMkLst>
        </pc:spChg>
        <pc:spChg chg="mod">
          <ac:chgData name="Yash Jadhav" userId="535c3d6d-72b8-4f77-8155-55f939173cf2" providerId="ADAL" clId="{F33F88E0-3380-47C4-AFDE-F1AC050ADA82}" dt="2026-01-25T16:01:26.947" v="3259" actId="790"/>
          <ac:spMkLst>
            <pc:docMk/>
            <pc:sldMk cId="2772783000" sldId="315"/>
            <ac:spMk id="54" creationId="{00000000-0000-0000-0000-000000000000}"/>
          </ac:spMkLst>
        </pc:spChg>
        <pc:spChg chg="mod">
          <ac:chgData name="Yash Jadhav" userId="535c3d6d-72b8-4f77-8155-55f939173cf2" providerId="ADAL" clId="{F33F88E0-3380-47C4-AFDE-F1AC050ADA82}" dt="2026-01-25T16:01:26.949" v="3260" actId="790"/>
          <ac:spMkLst>
            <pc:docMk/>
            <pc:sldMk cId="2772783000" sldId="315"/>
            <ac:spMk id="55" creationId="{00000000-0000-0000-0000-000000000000}"/>
          </ac:spMkLst>
        </pc:spChg>
        <pc:spChg chg="mod">
          <ac:chgData name="Yash Jadhav" userId="535c3d6d-72b8-4f77-8155-55f939173cf2" providerId="ADAL" clId="{F33F88E0-3380-47C4-AFDE-F1AC050ADA82}" dt="2026-01-25T16:01:26.951" v="3261" actId="790"/>
          <ac:spMkLst>
            <pc:docMk/>
            <pc:sldMk cId="2772783000" sldId="315"/>
            <ac:spMk id="56" creationId="{00000000-0000-0000-0000-000000000000}"/>
          </ac:spMkLst>
        </pc:spChg>
        <pc:spChg chg="mod">
          <ac:chgData name="Yash Jadhav" userId="535c3d6d-72b8-4f77-8155-55f939173cf2" providerId="ADAL" clId="{F33F88E0-3380-47C4-AFDE-F1AC050ADA82}" dt="2026-01-25T16:01:26.955" v="3262" actId="790"/>
          <ac:spMkLst>
            <pc:docMk/>
            <pc:sldMk cId="2772783000" sldId="315"/>
            <ac:spMk id="57" creationId="{00000000-0000-0000-0000-000000000000}"/>
          </ac:spMkLst>
        </pc:spChg>
        <pc:spChg chg="mod">
          <ac:chgData name="Yash Jadhav" userId="535c3d6d-72b8-4f77-8155-55f939173cf2" providerId="ADAL" clId="{F33F88E0-3380-47C4-AFDE-F1AC050ADA82}" dt="2026-01-25T16:01:26.958" v="3263" actId="790"/>
          <ac:spMkLst>
            <pc:docMk/>
            <pc:sldMk cId="2772783000" sldId="315"/>
            <ac:spMk id="59" creationId="{00000000-0000-0000-0000-000000000000}"/>
          </ac:spMkLst>
        </pc:spChg>
        <pc:spChg chg="mod">
          <ac:chgData name="Yash Jadhav" userId="535c3d6d-72b8-4f77-8155-55f939173cf2" providerId="ADAL" clId="{F33F88E0-3380-47C4-AFDE-F1AC050ADA82}" dt="2026-01-25T16:01:26.960" v="3264" actId="790"/>
          <ac:spMkLst>
            <pc:docMk/>
            <pc:sldMk cId="2772783000" sldId="315"/>
            <ac:spMk id="60" creationId="{00000000-0000-0000-0000-000000000000}"/>
          </ac:spMkLst>
        </pc:spChg>
        <pc:spChg chg="mod">
          <ac:chgData name="Yash Jadhav" userId="535c3d6d-72b8-4f77-8155-55f939173cf2" providerId="ADAL" clId="{F33F88E0-3380-47C4-AFDE-F1AC050ADA82}" dt="2026-01-25T16:01:26.962" v="3265" actId="790"/>
          <ac:spMkLst>
            <pc:docMk/>
            <pc:sldMk cId="2772783000" sldId="315"/>
            <ac:spMk id="61" creationId="{00000000-0000-0000-0000-000000000000}"/>
          </ac:spMkLst>
        </pc:spChg>
        <pc:spChg chg="mod">
          <ac:chgData name="Yash Jadhav" userId="535c3d6d-72b8-4f77-8155-55f939173cf2" providerId="ADAL" clId="{F33F88E0-3380-47C4-AFDE-F1AC050ADA82}" dt="2026-01-25T16:01:26.966" v="3266" actId="790"/>
          <ac:spMkLst>
            <pc:docMk/>
            <pc:sldMk cId="2772783000" sldId="315"/>
            <ac:spMk id="62" creationId="{00000000-0000-0000-0000-000000000000}"/>
          </ac:spMkLst>
        </pc:spChg>
        <pc:spChg chg="mod">
          <ac:chgData name="Yash Jadhav" userId="535c3d6d-72b8-4f77-8155-55f939173cf2" providerId="ADAL" clId="{F33F88E0-3380-47C4-AFDE-F1AC050ADA82}" dt="2026-01-25T16:01:26.967" v="3267" actId="790"/>
          <ac:spMkLst>
            <pc:docMk/>
            <pc:sldMk cId="2772783000" sldId="315"/>
            <ac:spMk id="64" creationId="{00000000-0000-0000-0000-000000000000}"/>
          </ac:spMkLst>
        </pc:spChg>
        <pc:spChg chg="mod">
          <ac:chgData name="Yash Jadhav" userId="535c3d6d-72b8-4f77-8155-55f939173cf2" providerId="ADAL" clId="{F33F88E0-3380-47C4-AFDE-F1AC050ADA82}" dt="2026-01-25T16:01:26.969" v="3268" actId="790"/>
          <ac:spMkLst>
            <pc:docMk/>
            <pc:sldMk cId="2772783000" sldId="315"/>
            <ac:spMk id="65" creationId="{00000000-0000-0000-0000-000000000000}"/>
          </ac:spMkLst>
        </pc:spChg>
        <pc:spChg chg="mod">
          <ac:chgData name="Yash Jadhav" userId="535c3d6d-72b8-4f77-8155-55f939173cf2" providerId="ADAL" clId="{F33F88E0-3380-47C4-AFDE-F1AC050ADA82}" dt="2026-01-25T16:01:26.970" v="3269" actId="790"/>
          <ac:spMkLst>
            <pc:docMk/>
            <pc:sldMk cId="2772783000" sldId="315"/>
            <ac:spMk id="66" creationId="{00000000-0000-0000-0000-000000000000}"/>
          </ac:spMkLst>
        </pc:spChg>
        <pc:spChg chg="mod">
          <ac:chgData name="Yash Jadhav" userId="535c3d6d-72b8-4f77-8155-55f939173cf2" providerId="ADAL" clId="{F33F88E0-3380-47C4-AFDE-F1AC050ADA82}" dt="2026-01-25T16:01:26.978" v="3270" actId="790"/>
          <ac:spMkLst>
            <pc:docMk/>
            <pc:sldMk cId="2772783000" sldId="315"/>
            <ac:spMk id="67" creationId="{00000000-0000-0000-0000-000000000000}"/>
          </ac:spMkLst>
        </pc:spChg>
        <pc:spChg chg="mod">
          <ac:chgData name="Yash Jadhav" userId="535c3d6d-72b8-4f77-8155-55f939173cf2" providerId="ADAL" clId="{F33F88E0-3380-47C4-AFDE-F1AC050ADA82}" dt="2026-01-25T16:01:26.945" v="3258" actId="790"/>
          <ac:spMkLst>
            <pc:docMk/>
            <pc:sldMk cId="2772783000" sldId="315"/>
            <ac:spMk id="14336" creationId="{00000000-0000-0000-0000-000000000000}"/>
          </ac:spMkLst>
        </pc:spChg>
        <pc:spChg chg="mod">
          <ac:chgData name="Yash Jadhav" userId="535c3d6d-72b8-4f77-8155-55f939173cf2" providerId="ADAL" clId="{F33F88E0-3380-47C4-AFDE-F1AC050ADA82}" dt="2026-01-25T16:01:26.934" v="3254" actId="790"/>
          <ac:spMkLst>
            <pc:docMk/>
            <pc:sldMk cId="2772783000" sldId="315"/>
            <ac:spMk id="14340" creationId="{00000000-0000-0000-0000-000000000000}"/>
          </ac:spMkLst>
        </pc:spChg>
        <pc:spChg chg="mod">
          <ac:chgData name="Yash Jadhav" userId="535c3d6d-72b8-4f77-8155-55f939173cf2" providerId="ADAL" clId="{F33F88E0-3380-47C4-AFDE-F1AC050ADA82}" dt="2026-01-25T16:01:26.936" v="3255" actId="790"/>
          <ac:spMkLst>
            <pc:docMk/>
            <pc:sldMk cId="2772783000" sldId="315"/>
            <ac:spMk id="14341" creationId="{00000000-0000-0000-0000-000000000000}"/>
          </ac:spMkLst>
        </pc:spChg>
        <pc:spChg chg="mod">
          <ac:chgData name="Yash Jadhav" userId="535c3d6d-72b8-4f77-8155-55f939173cf2" providerId="ADAL" clId="{F33F88E0-3380-47C4-AFDE-F1AC050ADA82}" dt="2026-01-25T16:01:26.931" v="3252" actId="790"/>
          <ac:spMkLst>
            <pc:docMk/>
            <pc:sldMk cId="2772783000" sldId="315"/>
            <ac:spMk id="14342" creationId="{00000000-0000-0000-0000-000000000000}"/>
          </ac:spMkLst>
        </pc:spChg>
        <pc:spChg chg="mod">
          <ac:chgData name="Yash Jadhav" userId="535c3d6d-72b8-4f77-8155-55f939173cf2" providerId="ADAL" clId="{F33F88E0-3380-47C4-AFDE-F1AC050ADA82}" dt="2026-01-25T16:01:26.927" v="3250" actId="790"/>
          <ac:spMkLst>
            <pc:docMk/>
            <pc:sldMk cId="2772783000" sldId="315"/>
            <ac:spMk id="1434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29247686" sldId="316"/>
        </pc:sldMkLst>
        <pc:spChg chg="add del mod">
          <ac:chgData name="Yash Jadhav" userId="535c3d6d-72b8-4f77-8155-55f939173cf2" providerId="ADAL" clId="{F33F88E0-3380-47C4-AFDE-F1AC050ADA82}" dt="2026-01-25T16:06:14.662" v="8413" actId="6264"/>
          <ac:spMkLst>
            <pc:docMk/>
            <pc:sldMk cId="3929247686" sldId="316"/>
            <ac:spMk id="2" creationId="{4090C6B9-B5D6-CF75-A0C2-81FF7F9254E0}"/>
          </ac:spMkLst>
        </pc:spChg>
        <pc:spChg chg="mod">
          <ac:chgData name="Yash Jadhav" userId="535c3d6d-72b8-4f77-8155-55f939173cf2" providerId="ADAL" clId="{F33F88E0-3380-47C4-AFDE-F1AC050ADA82}" dt="2026-01-25T16:01:29.277" v="3291" actId="790"/>
          <ac:spMkLst>
            <pc:docMk/>
            <pc:sldMk cId="3929247686" sldId="316"/>
            <ac:spMk id="3" creationId="{00000000-0000-0000-0000-000000000000}"/>
          </ac:spMkLst>
        </pc:spChg>
        <pc:spChg chg="mod">
          <ac:chgData name="Yash Jadhav" userId="535c3d6d-72b8-4f77-8155-55f939173cf2" providerId="ADAL" clId="{F33F88E0-3380-47C4-AFDE-F1AC050ADA82}" dt="2026-01-25T16:01:29.247" v="3277" actId="790"/>
          <ac:spMkLst>
            <pc:docMk/>
            <pc:sldMk cId="3929247686" sldId="316"/>
            <ac:spMk id="5" creationId="{00000000-0000-0000-0000-000000000000}"/>
          </ac:spMkLst>
        </pc:spChg>
        <pc:spChg chg="mod">
          <ac:chgData name="Yash Jadhav" userId="535c3d6d-72b8-4f77-8155-55f939173cf2" providerId="ADAL" clId="{F33F88E0-3380-47C4-AFDE-F1AC050ADA82}" dt="2026-01-25T16:01:29.249" v="3278" actId="790"/>
          <ac:spMkLst>
            <pc:docMk/>
            <pc:sldMk cId="3929247686" sldId="316"/>
            <ac:spMk id="6" creationId="{00000000-0000-0000-0000-000000000000}"/>
          </ac:spMkLst>
        </pc:spChg>
        <pc:spChg chg="mod">
          <ac:chgData name="Yash Jadhav" userId="535c3d6d-72b8-4f77-8155-55f939173cf2" providerId="ADAL" clId="{F33F88E0-3380-47C4-AFDE-F1AC050ADA82}" dt="2026-01-25T16:01:29.251" v="3279" actId="790"/>
          <ac:spMkLst>
            <pc:docMk/>
            <pc:sldMk cId="3929247686" sldId="316"/>
            <ac:spMk id="7" creationId="{00000000-0000-0000-0000-000000000000}"/>
          </ac:spMkLst>
        </pc:spChg>
        <pc:spChg chg="mod">
          <ac:chgData name="Yash Jadhav" userId="535c3d6d-72b8-4f77-8155-55f939173cf2" providerId="ADAL" clId="{F33F88E0-3380-47C4-AFDE-F1AC050ADA82}" dt="2026-01-25T16:01:29.254" v="3280" actId="790"/>
          <ac:spMkLst>
            <pc:docMk/>
            <pc:sldMk cId="3929247686" sldId="316"/>
            <ac:spMk id="8" creationId="{00000000-0000-0000-0000-000000000000}"/>
          </ac:spMkLst>
        </pc:spChg>
        <pc:spChg chg="mod">
          <ac:chgData name="Yash Jadhav" userId="535c3d6d-72b8-4f77-8155-55f939173cf2" providerId="ADAL" clId="{F33F88E0-3380-47C4-AFDE-F1AC050ADA82}" dt="2026-01-25T16:01:29.256" v="3281" actId="790"/>
          <ac:spMkLst>
            <pc:docMk/>
            <pc:sldMk cId="3929247686" sldId="316"/>
            <ac:spMk id="9" creationId="{00000000-0000-0000-0000-000000000000}"/>
          </ac:spMkLst>
        </pc:spChg>
        <pc:spChg chg="mod">
          <ac:chgData name="Yash Jadhav" userId="535c3d6d-72b8-4f77-8155-55f939173cf2" providerId="ADAL" clId="{F33F88E0-3380-47C4-AFDE-F1AC050ADA82}" dt="2026-01-25T16:01:29.259" v="3282" actId="790"/>
          <ac:spMkLst>
            <pc:docMk/>
            <pc:sldMk cId="3929247686" sldId="316"/>
            <ac:spMk id="10" creationId="{00000000-0000-0000-0000-000000000000}"/>
          </ac:spMkLst>
        </pc:spChg>
        <pc:spChg chg="mod">
          <ac:chgData name="Yash Jadhav" userId="535c3d6d-72b8-4f77-8155-55f939173cf2" providerId="ADAL" clId="{F33F88E0-3380-47C4-AFDE-F1AC050ADA82}" dt="2026-01-25T16:01:29.261" v="3283" actId="790"/>
          <ac:spMkLst>
            <pc:docMk/>
            <pc:sldMk cId="3929247686" sldId="316"/>
            <ac:spMk id="11" creationId="{00000000-0000-0000-0000-000000000000}"/>
          </ac:spMkLst>
        </pc:spChg>
        <pc:spChg chg="mod">
          <ac:chgData name="Yash Jadhav" userId="535c3d6d-72b8-4f77-8155-55f939173cf2" providerId="ADAL" clId="{F33F88E0-3380-47C4-AFDE-F1AC050ADA82}" dt="2026-01-25T16:01:29.263" v="3284" actId="790"/>
          <ac:spMkLst>
            <pc:docMk/>
            <pc:sldMk cId="3929247686" sldId="316"/>
            <ac:spMk id="12" creationId="{00000000-0000-0000-0000-000000000000}"/>
          </ac:spMkLst>
        </pc:spChg>
        <pc:spChg chg="mod">
          <ac:chgData name="Yash Jadhav" userId="535c3d6d-72b8-4f77-8155-55f939173cf2" providerId="ADAL" clId="{F33F88E0-3380-47C4-AFDE-F1AC050ADA82}" dt="2026-01-25T16:01:29.265" v="3285" actId="790"/>
          <ac:spMkLst>
            <pc:docMk/>
            <pc:sldMk cId="3929247686" sldId="316"/>
            <ac:spMk id="13" creationId="{00000000-0000-0000-0000-000000000000}"/>
          </ac:spMkLst>
        </pc:spChg>
        <pc:spChg chg="mod">
          <ac:chgData name="Yash Jadhav" userId="535c3d6d-72b8-4f77-8155-55f939173cf2" providerId="ADAL" clId="{F33F88E0-3380-47C4-AFDE-F1AC050ADA82}" dt="2026-01-25T16:01:29.267" v="3286" actId="790"/>
          <ac:spMkLst>
            <pc:docMk/>
            <pc:sldMk cId="3929247686" sldId="316"/>
            <ac:spMk id="14" creationId="{00000000-0000-0000-0000-000000000000}"/>
          </ac:spMkLst>
        </pc:spChg>
        <pc:spChg chg="mod">
          <ac:chgData name="Yash Jadhav" userId="535c3d6d-72b8-4f77-8155-55f939173cf2" providerId="ADAL" clId="{F33F88E0-3380-47C4-AFDE-F1AC050ADA82}" dt="2026-01-25T16:01:29.269" v="3287" actId="790"/>
          <ac:spMkLst>
            <pc:docMk/>
            <pc:sldMk cId="3929247686" sldId="316"/>
            <ac:spMk id="39" creationId="{00000000-0000-0000-0000-000000000000}"/>
          </ac:spMkLst>
        </pc:spChg>
        <pc:spChg chg="mod">
          <ac:chgData name="Yash Jadhav" userId="535c3d6d-72b8-4f77-8155-55f939173cf2" providerId="ADAL" clId="{F33F88E0-3380-47C4-AFDE-F1AC050ADA82}" dt="2026-01-25T16:01:29.706" v="3295" actId="27636"/>
          <ac:spMkLst>
            <pc:docMk/>
            <pc:sldMk cId="3929247686" sldId="316"/>
            <ac:spMk id="43" creationId="{00000000-0000-0000-0000-000000000000}"/>
          </ac:spMkLst>
        </pc:spChg>
        <pc:spChg chg="mod">
          <ac:chgData name="Yash Jadhav" userId="535c3d6d-72b8-4f77-8155-55f939173cf2" providerId="ADAL" clId="{F33F88E0-3380-47C4-AFDE-F1AC050ADA82}" dt="2026-01-25T16:01:29.273" v="3289" actId="790"/>
          <ac:spMkLst>
            <pc:docMk/>
            <pc:sldMk cId="3929247686" sldId="316"/>
            <ac:spMk id="63" creationId="{00000000-0000-0000-0000-000000000000}"/>
          </ac:spMkLst>
        </pc:spChg>
        <pc:spChg chg="mod">
          <ac:chgData name="Yash Jadhav" userId="535c3d6d-72b8-4f77-8155-55f939173cf2" providerId="ADAL" clId="{F33F88E0-3380-47C4-AFDE-F1AC050ADA82}" dt="2026-01-25T16:01:29.275" v="3290" actId="790"/>
          <ac:spMkLst>
            <pc:docMk/>
            <pc:sldMk cId="3929247686" sldId="316"/>
            <ac:spMk id="67" creationId="{00000000-0000-0000-0000-000000000000}"/>
          </ac:spMkLst>
        </pc:spChg>
        <pc:spChg chg="mod ord">
          <ac:chgData name="Yash Jadhav" userId="535c3d6d-72b8-4f77-8155-55f939173cf2" providerId="ADAL" clId="{F33F88E0-3380-47C4-AFDE-F1AC050ADA82}" dt="2026-01-25T16:06:14.662" v="8413" actId="6264"/>
          <ac:spMkLst>
            <pc:docMk/>
            <pc:sldMk cId="3929247686" sldId="316"/>
            <ac:spMk id="7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60098896" sldId="317"/>
        </pc:sldMkLst>
        <pc:spChg chg="add del mod">
          <ac:chgData name="Yash Jadhav" userId="535c3d6d-72b8-4f77-8155-55f939173cf2" providerId="ADAL" clId="{F33F88E0-3380-47C4-AFDE-F1AC050ADA82}" dt="2026-01-25T16:06:14.662" v="8413" actId="6264"/>
          <ac:spMkLst>
            <pc:docMk/>
            <pc:sldMk cId="3060098896" sldId="317"/>
            <ac:spMk id="2" creationId="{592D2D53-1687-2FF4-17F5-57E4B23CB819}"/>
          </ac:spMkLst>
        </pc:spChg>
        <pc:spChg chg="mod">
          <ac:chgData name="Yash Jadhav" userId="535c3d6d-72b8-4f77-8155-55f939173cf2" providerId="ADAL" clId="{F33F88E0-3380-47C4-AFDE-F1AC050ADA82}" dt="2026-01-25T16:01:33.482" v="3298" actId="790"/>
          <ac:spMkLst>
            <pc:docMk/>
            <pc:sldMk cId="3060098896" sldId="317"/>
            <ac:spMk id="3" creationId="{A0C9C2E4-C6EC-4405-BE11-9DF876BC2F50}"/>
          </ac:spMkLst>
        </pc:spChg>
        <pc:spChg chg="mod">
          <ac:chgData name="Yash Jadhav" userId="535c3d6d-72b8-4f77-8155-55f939173cf2" providerId="ADAL" clId="{F33F88E0-3380-47C4-AFDE-F1AC050ADA82}" dt="2026-01-25T16:01:33.485" v="3299" actId="790"/>
          <ac:spMkLst>
            <pc:docMk/>
            <pc:sldMk cId="3060098896" sldId="317"/>
            <ac:spMk id="4" creationId="{63FC80FC-4644-4117-881F-72760D1C2CDD}"/>
          </ac:spMkLst>
        </pc:spChg>
        <pc:spChg chg="mod">
          <ac:chgData name="Yash Jadhav" userId="535c3d6d-72b8-4f77-8155-55f939173cf2" providerId="ADAL" clId="{F33F88E0-3380-47C4-AFDE-F1AC050ADA82}" dt="2026-01-25T16:01:33.487" v="3300" actId="790"/>
          <ac:spMkLst>
            <pc:docMk/>
            <pc:sldMk cId="3060098896" sldId="317"/>
            <ac:spMk id="5" creationId="{434677FD-3371-4DBF-BEC1-C7E85BF2FDF7}"/>
          </ac:spMkLst>
        </pc:spChg>
        <pc:spChg chg="mod">
          <ac:chgData name="Yash Jadhav" userId="535c3d6d-72b8-4f77-8155-55f939173cf2" providerId="ADAL" clId="{F33F88E0-3380-47C4-AFDE-F1AC050ADA82}" dt="2026-01-25T16:01:33.489" v="3301" actId="790"/>
          <ac:spMkLst>
            <pc:docMk/>
            <pc:sldMk cId="3060098896" sldId="317"/>
            <ac:spMk id="6" creationId="{D2463D8C-A460-4635-84E9-07D5077FE511}"/>
          </ac:spMkLst>
        </pc:spChg>
        <pc:spChg chg="mod">
          <ac:chgData name="Yash Jadhav" userId="535c3d6d-72b8-4f77-8155-55f939173cf2" providerId="ADAL" clId="{F33F88E0-3380-47C4-AFDE-F1AC050ADA82}" dt="2026-01-25T16:01:33.493" v="3302" actId="790"/>
          <ac:spMkLst>
            <pc:docMk/>
            <pc:sldMk cId="3060098896" sldId="317"/>
            <ac:spMk id="7" creationId="{01606B2D-4098-4BF1-BA43-76D8E7FFC8E7}"/>
          </ac:spMkLst>
        </pc:spChg>
        <pc:spChg chg="mod">
          <ac:chgData name="Yash Jadhav" userId="535c3d6d-72b8-4f77-8155-55f939173cf2" providerId="ADAL" clId="{F33F88E0-3380-47C4-AFDE-F1AC050ADA82}" dt="2026-01-25T16:01:33.497" v="3303" actId="790"/>
          <ac:spMkLst>
            <pc:docMk/>
            <pc:sldMk cId="3060098896" sldId="317"/>
            <ac:spMk id="8" creationId="{E8361888-300F-47DC-96D7-0F665A3400F9}"/>
          </ac:spMkLst>
        </pc:spChg>
        <pc:spChg chg="mod">
          <ac:chgData name="Yash Jadhav" userId="535c3d6d-72b8-4f77-8155-55f939173cf2" providerId="ADAL" clId="{F33F88E0-3380-47C4-AFDE-F1AC050ADA82}" dt="2026-01-25T16:01:33.500" v="3304" actId="790"/>
          <ac:spMkLst>
            <pc:docMk/>
            <pc:sldMk cId="3060098896" sldId="317"/>
            <ac:spMk id="9" creationId="{CA9AFB3D-EF89-49B0-BC76-B39B8324DFA5}"/>
          </ac:spMkLst>
        </pc:spChg>
        <pc:spChg chg="mod">
          <ac:chgData name="Yash Jadhav" userId="535c3d6d-72b8-4f77-8155-55f939173cf2" providerId="ADAL" clId="{F33F88E0-3380-47C4-AFDE-F1AC050ADA82}" dt="2026-01-25T16:01:33.504" v="3305" actId="790"/>
          <ac:spMkLst>
            <pc:docMk/>
            <pc:sldMk cId="3060098896" sldId="317"/>
            <ac:spMk id="10" creationId="{87C57E5E-D393-4B39-8772-E70DD73EEBBF}"/>
          </ac:spMkLst>
        </pc:spChg>
        <pc:spChg chg="mod">
          <ac:chgData name="Yash Jadhav" userId="535c3d6d-72b8-4f77-8155-55f939173cf2" providerId="ADAL" clId="{F33F88E0-3380-47C4-AFDE-F1AC050ADA82}" dt="2026-01-25T16:01:33.507" v="3306" actId="790"/>
          <ac:spMkLst>
            <pc:docMk/>
            <pc:sldMk cId="3060098896" sldId="317"/>
            <ac:spMk id="11" creationId="{FC2F66D6-8D04-4666-A7E2-E87AE2AF7B33}"/>
          </ac:spMkLst>
        </pc:spChg>
        <pc:spChg chg="mod">
          <ac:chgData name="Yash Jadhav" userId="535c3d6d-72b8-4f77-8155-55f939173cf2" providerId="ADAL" clId="{F33F88E0-3380-47C4-AFDE-F1AC050ADA82}" dt="2026-01-25T16:01:33.509" v="3307" actId="790"/>
          <ac:spMkLst>
            <pc:docMk/>
            <pc:sldMk cId="3060098896" sldId="317"/>
            <ac:spMk id="12" creationId="{E5695C9B-3E9B-40BB-BA74-37F5BC1F6786}"/>
          </ac:spMkLst>
        </pc:spChg>
        <pc:spChg chg="mod">
          <ac:chgData name="Yash Jadhav" userId="535c3d6d-72b8-4f77-8155-55f939173cf2" providerId="ADAL" clId="{F33F88E0-3380-47C4-AFDE-F1AC050ADA82}" dt="2026-01-25T16:01:33.512" v="3308" actId="790"/>
          <ac:spMkLst>
            <pc:docMk/>
            <pc:sldMk cId="3060098896" sldId="317"/>
            <ac:spMk id="13" creationId="{81580A09-D4FC-47F5-8808-3F62884AE2B9}"/>
          </ac:spMkLst>
        </pc:spChg>
        <pc:spChg chg="mod ord">
          <ac:chgData name="Yash Jadhav" userId="535c3d6d-72b8-4f77-8155-55f939173cf2" providerId="ADAL" clId="{F33F88E0-3380-47C4-AFDE-F1AC050ADA82}" dt="2026-01-25T16:06:14.662" v="8413" actId="6264"/>
          <ac:spMkLst>
            <pc:docMk/>
            <pc:sldMk cId="3060098896" sldId="317"/>
            <ac:spMk id="14" creationId="{E6241CF3-D4DD-4C6C-88C8-620FA64EFC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7064789" sldId="318"/>
        </pc:sldMkLst>
        <pc:spChg chg="mod">
          <ac:chgData name="Yash Jadhav" userId="535c3d6d-72b8-4f77-8155-55f939173cf2" providerId="ADAL" clId="{F33F88E0-3380-47C4-AFDE-F1AC050ADA82}" dt="2026-01-25T16:01:37.306" v="3364" actId="790"/>
          <ac:spMkLst>
            <pc:docMk/>
            <pc:sldMk cId="3257064789" sldId="318"/>
            <ac:spMk id="3" creationId="{E874907F-1F31-AC26-6362-77A6A302CBE6}"/>
          </ac:spMkLst>
        </pc:spChg>
        <pc:spChg chg="mod">
          <ac:chgData name="Yash Jadhav" userId="535c3d6d-72b8-4f77-8155-55f939173cf2" providerId="ADAL" clId="{F33F88E0-3380-47C4-AFDE-F1AC050ADA82}" dt="2026-01-25T16:01:37.308" v="3365" actId="790"/>
          <ac:spMkLst>
            <pc:docMk/>
            <pc:sldMk cId="3257064789" sldId="318"/>
            <ac:spMk id="4" creationId="{BDBC73A3-6F77-F5F9-686A-1A36E185D836}"/>
          </ac:spMkLst>
        </pc:spChg>
        <pc:spChg chg="mod">
          <ac:chgData name="Yash Jadhav" userId="535c3d6d-72b8-4f77-8155-55f939173cf2" providerId="ADAL" clId="{F33F88E0-3380-47C4-AFDE-F1AC050ADA82}" dt="2026-01-25T16:01:37.309" v="3366" actId="790"/>
          <ac:spMkLst>
            <pc:docMk/>
            <pc:sldMk cId="3257064789" sldId="318"/>
            <ac:spMk id="5" creationId="{73B2C640-527A-0994-1F4F-BBA17B17E328}"/>
          </ac:spMkLst>
        </pc:spChg>
        <pc:spChg chg="mod">
          <ac:chgData name="Yash Jadhav" userId="535c3d6d-72b8-4f77-8155-55f939173cf2" providerId="ADAL" clId="{F33F88E0-3380-47C4-AFDE-F1AC050ADA82}" dt="2026-01-25T16:01:37.192" v="3314" actId="790"/>
          <ac:spMkLst>
            <pc:docMk/>
            <pc:sldMk cId="3257064789" sldId="318"/>
            <ac:spMk id="6" creationId="{00000000-0000-0000-0000-000000000000}"/>
          </ac:spMkLst>
        </pc:spChg>
        <pc:spChg chg="mod">
          <ac:chgData name="Yash Jadhav" userId="535c3d6d-72b8-4f77-8155-55f939173cf2" providerId="ADAL" clId="{F33F88E0-3380-47C4-AFDE-F1AC050ADA82}" dt="2026-01-25T16:01:37.311" v="3367" actId="790"/>
          <ac:spMkLst>
            <pc:docMk/>
            <pc:sldMk cId="3257064789" sldId="318"/>
            <ac:spMk id="7" creationId="{46CE3DD2-A9D8-AED4-DC4C-B0D30D505385}"/>
          </ac:spMkLst>
        </pc:spChg>
        <pc:spChg chg="mod">
          <ac:chgData name="Yash Jadhav" userId="535c3d6d-72b8-4f77-8155-55f939173cf2" providerId="ADAL" clId="{F33F88E0-3380-47C4-AFDE-F1AC050ADA82}" dt="2026-01-25T16:01:37.194" v="3315" actId="790"/>
          <ac:spMkLst>
            <pc:docMk/>
            <pc:sldMk cId="3257064789" sldId="318"/>
            <ac:spMk id="8" creationId="{00000000-0000-0000-0000-000000000000}"/>
          </ac:spMkLst>
        </pc:spChg>
        <pc:spChg chg="mod">
          <ac:chgData name="Yash Jadhav" userId="535c3d6d-72b8-4f77-8155-55f939173cf2" providerId="ADAL" clId="{F33F88E0-3380-47C4-AFDE-F1AC050ADA82}" dt="2026-01-25T16:01:37.196" v="3316" actId="790"/>
          <ac:spMkLst>
            <pc:docMk/>
            <pc:sldMk cId="3257064789" sldId="318"/>
            <ac:spMk id="9" creationId="{00000000-0000-0000-0000-000000000000}"/>
          </ac:spMkLst>
        </pc:spChg>
        <pc:spChg chg="mod">
          <ac:chgData name="Yash Jadhav" userId="535c3d6d-72b8-4f77-8155-55f939173cf2" providerId="ADAL" clId="{F33F88E0-3380-47C4-AFDE-F1AC050ADA82}" dt="2026-01-25T16:01:37.198" v="3317" actId="790"/>
          <ac:spMkLst>
            <pc:docMk/>
            <pc:sldMk cId="3257064789" sldId="318"/>
            <ac:spMk id="10" creationId="{00000000-0000-0000-0000-000000000000}"/>
          </ac:spMkLst>
        </pc:spChg>
        <pc:spChg chg="mod">
          <ac:chgData name="Yash Jadhav" userId="535c3d6d-72b8-4f77-8155-55f939173cf2" providerId="ADAL" clId="{F33F88E0-3380-47C4-AFDE-F1AC050ADA82}" dt="2026-01-25T16:01:37.200" v="3318" actId="790"/>
          <ac:spMkLst>
            <pc:docMk/>
            <pc:sldMk cId="3257064789" sldId="318"/>
            <ac:spMk id="11" creationId="{00000000-0000-0000-0000-000000000000}"/>
          </ac:spMkLst>
        </pc:spChg>
        <pc:spChg chg="mod">
          <ac:chgData name="Yash Jadhav" userId="535c3d6d-72b8-4f77-8155-55f939173cf2" providerId="ADAL" clId="{F33F88E0-3380-47C4-AFDE-F1AC050ADA82}" dt="2026-01-25T16:01:37.200" v="3319" actId="790"/>
          <ac:spMkLst>
            <pc:docMk/>
            <pc:sldMk cId="3257064789" sldId="318"/>
            <ac:spMk id="12" creationId="{00000000-0000-0000-0000-000000000000}"/>
          </ac:spMkLst>
        </pc:spChg>
        <pc:spChg chg="mod">
          <ac:chgData name="Yash Jadhav" userId="535c3d6d-72b8-4f77-8155-55f939173cf2" providerId="ADAL" clId="{F33F88E0-3380-47C4-AFDE-F1AC050ADA82}" dt="2026-01-25T16:01:37.312" v="3368" actId="790"/>
          <ac:spMkLst>
            <pc:docMk/>
            <pc:sldMk cId="3257064789" sldId="318"/>
            <ac:spMk id="13" creationId="{EAEA5EC6-5F86-1A8A-2580-F1615A12A989}"/>
          </ac:spMkLst>
        </pc:spChg>
        <pc:spChg chg="mod">
          <ac:chgData name="Yash Jadhav" userId="535c3d6d-72b8-4f77-8155-55f939173cf2" providerId="ADAL" clId="{F33F88E0-3380-47C4-AFDE-F1AC050ADA82}" dt="2026-01-25T16:01:37.314" v="3369" actId="790"/>
          <ac:spMkLst>
            <pc:docMk/>
            <pc:sldMk cId="3257064789" sldId="318"/>
            <ac:spMk id="15" creationId="{5EA89AC3-5397-7A36-6D24-92F6EF300C0F}"/>
          </ac:spMkLst>
        </pc:spChg>
        <pc:spChg chg="mod">
          <ac:chgData name="Yash Jadhav" userId="535c3d6d-72b8-4f77-8155-55f939173cf2" providerId="ADAL" clId="{F33F88E0-3380-47C4-AFDE-F1AC050ADA82}" dt="2026-01-25T16:01:37.315" v="3370" actId="790"/>
          <ac:spMkLst>
            <pc:docMk/>
            <pc:sldMk cId="3257064789" sldId="318"/>
            <ac:spMk id="17" creationId="{1FED30F7-0C68-3B0A-B72C-F868A0BF69D2}"/>
          </ac:spMkLst>
        </pc:spChg>
        <pc:spChg chg="mod">
          <ac:chgData name="Yash Jadhav" userId="535c3d6d-72b8-4f77-8155-55f939173cf2" providerId="ADAL" clId="{F33F88E0-3380-47C4-AFDE-F1AC050ADA82}" dt="2026-01-25T16:01:37.317" v="3371" actId="790"/>
          <ac:spMkLst>
            <pc:docMk/>
            <pc:sldMk cId="3257064789" sldId="318"/>
            <ac:spMk id="18" creationId="{D5ABFA9E-981A-EAC4-C002-EE8E5782E0AE}"/>
          </ac:spMkLst>
        </pc:spChg>
        <pc:spChg chg="mod">
          <ac:chgData name="Yash Jadhav" userId="535c3d6d-72b8-4f77-8155-55f939173cf2" providerId="ADAL" clId="{F33F88E0-3380-47C4-AFDE-F1AC050ADA82}" dt="2026-01-25T16:01:37.320" v="3372" actId="790"/>
          <ac:spMkLst>
            <pc:docMk/>
            <pc:sldMk cId="3257064789" sldId="318"/>
            <ac:spMk id="21" creationId="{DC1EC24A-FAC3-246B-6184-B7FDA21A8C34}"/>
          </ac:spMkLst>
        </pc:spChg>
        <pc:spChg chg="mod">
          <ac:chgData name="Yash Jadhav" userId="535c3d6d-72b8-4f77-8155-55f939173cf2" providerId="ADAL" clId="{F33F88E0-3380-47C4-AFDE-F1AC050ADA82}" dt="2026-01-25T16:01:37.322" v="3373" actId="790"/>
          <ac:spMkLst>
            <pc:docMk/>
            <pc:sldMk cId="3257064789" sldId="318"/>
            <ac:spMk id="22" creationId="{D7ACD762-8AB8-72EC-3837-DE52964FD9B2}"/>
          </ac:spMkLst>
        </pc:spChg>
        <pc:spChg chg="mod">
          <ac:chgData name="Yash Jadhav" userId="535c3d6d-72b8-4f77-8155-55f939173cf2" providerId="ADAL" clId="{F33F88E0-3380-47C4-AFDE-F1AC050ADA82}" dt="2026-01-25T16:01:37.324" v="3374" actId="790"/>
          <ac:spMkLst>
            <pc:docMk/>
            <pc:sldMk cId="3257064789" sldId="318"/>
            <ac:spMk id="24" creationId="{9BF14AE6-2296-A964-8486-2C821AE80882}"/>
          </ac:spMkLst>
        </pc:spChg>
        <pc:spChg chg="mod">
          <ac:chgData name="Yash Jadhav" userId="535c3d6d-72b8-4f77-8155-55f939173cf2" providerId="ADAL" clId="{F33F88E0-3380-47C4-AFDE-F1AC050ADA82}" dt="2026-01-25T16:01:37.325" v="3375" actId="790"/>
          <ac:spMkLst>
            <pc:docMk/>
            <pc:sldMk cId="3257064789" sldId="318"/>
            <ac:spMk id="25" creationId="{2DBC2BC9-4A17-96C6-A0C1-36660C74D690}"/>
          </ac:spMkLst>
        </pc:spChg>
        <pc:spChg chg="mod">
          <ac:chgData name="Yash Jadhav" userId="535c3d6d-72b8-4f77-8155-55f939173cf2" providerId="ADAL" clId="{F33F88E0-3380-47C4-AFDE-F1AC050ADA82}" dt="2026-01-25T16:01:37.326" v="3376" actId="790"/>
          <ac:spMkLst>
            <pc:docMk/>
            <pc:sldMk cId="3257064789" sldId="318"/>
            <ac:spMk id="27" creationId="{0E920D73-BDBF-B017-D5C2-7C6644FF5540}"/>
          </ac:spMkLst>
        </pc:spChg>
        <pc:spChg chg="mod">
          <ac:chgData name="Yash Jadhav" userId="535c3d6d-72b8-4f77-8155-55f939173cf2" providerId="ADAL" clId="{F33F88E0-3380-47C4-AFDE-F1AC050ADA82}" dt="2026-01-25T16:01:37.328" v="3377" actId="790"/>
          <ac:spMkLst>
            <pc:docMk/>
            <pc:sldMk cId="3257064789" sldId="318"/>
            <ac:spMk id="28" creationId="{59E34300-9EBB-519A-9D42-DDFC7605D464}"/>
          </ac:spMkLst>
        </pc:spChg>
        <pc:spChg chg="mod">
          <ac:chgData name="Yash Jadhav" userId="535c3d6d-72b8-4f77-8155-55f939173cf2" providerId="ADAL" clId="{F33F88E0-3380-47C4-AFDE-F1AC050ADA82}" dt="2026-01-25T16:01:37.329" v="3378" actId="790"/>
          <ac:spMkLst>
            <pc:docMk/>
            <pc:sldMk cId="3257064789" sldId="318"/>
            <ac:spMk id="29" creationId="{5C8567D2-CC89-B335-A766-D62C9B9E94D5}"/>
          </ac:spMkLst>
        </pc:spChg>
        <pc:spChg chg="mod">
          <ac:chgData name="Yash Jadhav" userId="535c3d6d-72b8-4f77-8155-55f939173cf2" providerId="ADAL" clId="{F33F88E0-3380-47C4-AFDE-F1AC050ADA82}" dt="2026-01-25T16:01:37.331" v="3379" actId="790"/>
          <ac:spMkLst>
            <pc:docMk/>
            <pc:sldMk cId="3257064789" sldId="318"/>
            <ac:spMk id="30" creationId="{5C44ED51-2176-9F78-3E18-931D67911E3A}"/>
          </ac:spMkLst>
        </pc:spChg>
        <pc:spChg chg="mod">
          <ac:chgData name="Yash Jadhav" userId="535c3d6d-72b8-4f77-8155-55f939173cf2" providerId="ADAL" clId="{F33F88E0-3380-47C4-AFDE-F1AC050ADA82}" dt="2026-01-25T16:01:37.332" v="3380" actId="790"/>
          <ac:spMkLst>
            <pc:docMk/>
            <pc:sldMk cId="3257064789" sldId="318"/>
            <ac:spMk id="31" creationId="{57F82534-94C3-22DD-1089-1923572077A6}"/>
          </ac:spMkLst>
        </pc:spChg>
        <pc:spChg chg="mod">
          <ac:chgData name="Yash Jadhav" userId="535c3d6d-72b8-4f77-8155-55f939173cf2" providerId="ADAL" clId="{F33F88E0-3380-47C4-AFDE-F1AC050ADA82}" dt="2026-01-25T16:01:37.333" v="3381" actId="790"/>
          <ac:spMkLst>
            <pc:docMk/>
            <pc:sldMk cId="3257064789" sldId="318"/>
            <ac:spMk id="33" creationId="{4E449CA8-D866-5585-5633-E6E589B62817}"/>
          </ac:spMkLst>
        </pc:spChg>
        <pc:spChg chg="mod">
          <ac:chgData name="Yash Jadhav" userId="535c3d6d-72b8-4f77-8155-55f939173cf2" providerId="ADAL" clId="{F33F88E0-3380-47C4-AFDE-F1AC050ADA82}" dt="2026-01-25T16:01:37.334" v="3382" actId="790"/>
          <ac:spMkLst>
            <pc:docMk/>
            <pc:sldMk cId="3257064789" sldId="318"/>
            <ac:spMk id="34" creationId="{872FC688-4868-0A35-4E39-19AE8B8BB0D2}"/>
          </ac:spMkLst>
        </pc:spChg>
        <pc:spChg chg="mod">
          <ac:chgData name="Yash Jadhav" userId="535c3d6d-72b8-4f77-8155-55f939173cf2" providerId="ADAL" clId="{F33F88E0-3380-47C4-AFDE-F1AC050ADA82}" dt="2026-01-25T16:01:37.336" v="3383" actId="790"/>
          <ac:spMkLst>
            <pc:docMk/>
            <pc:sldMk cId="3257064789" sldId="318"/>
            <ac:spMk id="35" creationId="{E9DFD7E9-C826-C84D-9E39-0D7A5F458C40}"/>
          </ac:spMkLst>
        </pc:spChg>
        <pc:spChg chg="mod">
          <ac:chgData name="Yash Jadhav" userId="535c3d6d-72b8-4f77-8155-55f939173cf2" providerId="ADAL" clId="{F33F88E0-3380-47C4-AFDE-F1AC050ADA82}" dt="2026-01-25T16:01:37.337" v="3384" actId="790"/>
          <ac:spMkLst>
            <pc:docMk/>
            <pc:sldMk cId="3257064789" sldId="318"/>
            <ac:spMk id="36" creationId="{F9F6D23F-13FE-FD58-04AC-7EE2743CC667}"/>
          </ac:spMkLst>
        </pc:spChg>
        <pc:spChg chg="mod">
          <ac:chgData name="Yash Jadhav" userId="535c3d6d-72b8-4f77-8155-55f939173cf2" providerId="ADAL" clId="{F33F88E0-3380-47C4-AFDE-F1AC050ADA82}" dt="2026-01-25T16:01:37.339" v="3385" actId="790"/>
          <ac:spMkLst>
            <pc:docMk/>
            <pc:sldMk cId="3257064789" sldId="318"/>
            <ac:spMk id="37" creationId="{895AAA1D-39D1-BB1D-26A0-34322046F204}"/>
          </ac:spMkLst>
        </pc:spChg>
        <pc:spChg chg="mod">
          <ac:chgData name="Yash Jadhav" userId="535c3d6d-72b8-4f77-8155-55f939173cf2" providerId="ADAL" clId="{F33F88E0-3380-47C4-AFDE-F1AC050ADA82}" dt="2026-01-25T16:01:37.343" v="3386" actId="790"/>
          <ac:spMkLst>
            <pc:docMk/>
            <pc:sldMk cId="3257064789" sldId="318"/>
            <ac:spMk id="39" creationId="{BC1C741F-8ADF-C126-FB23-4F9937F1175F}"/>
          </ac:spMkLst>
        </pc:spChg>
        <pc:spChg chg="mod">
          <ac:chgData name="Yash Jadhav" userId="535c3d6d-72b8-4f77-8155-55f939173cf2" providerId="ADAL" clId="{F33F88E0-3380-47C4-AFDE-F1AC050ADA82}" dt="2026-01-25T16:01:37.344" v="3387" actId="790"/>
          <ac:spMkLst>
            <pc:docMk/>
            <pc:sldMk cId="3257064789" sldId="318"/>
            <ac:spMk id="40" creationId="{E1876263-19A2-8F9C-1BAA-5E06F3FD3A29}"/>
          </ac:spMkLst>
        </pc:spChg>
        <pc:spChg chg="mod">
          <ac:chgData name="Yash Jadhav" userId="535c3d6d-72b8-4f77-8155-55f939173cf2" providerId="ADAL" clId="{F33F88E0-3380-47C4-AFDE-F1AC050ADA82}" dt="2026-01-25T16:01:37.345" v="3388" actId="790"/>
          <ac:spMkLst>
            <pc:docMk/>
            <pc:sldMk cId="3257064789" sldId="318"/>
            <ac:spMk id="41" creationId="{3F96F791-89FB-7A97-FA8E-143F0B21ADEF}"/>
          </ac:spMkLst>
        </pc:spChg>
        <pc:spChg chg="mod">
          <ac:chgData name="Yash Jadhav" userId="535c3d6d-72b8-4f77-8155-55f939173cf2" providerId="ADAL" clId="{F33F88E0-3380-47C4-AFDE-F1AC050ADA82}" dt="2026-01-25T16:01:37.347" v="3389" actId="790"/>
          <ac:spMkLst>
            <pc:docMk/>
            <pc:sldMk cId="3257064789" sldId="318"/>
            <ac:spMk id="42" creationId="{1E3D0CEA-1A90-BF2B-5CE8-9AC8C400015B}"/>
          </ac:spMkLst>
        </pc:spChg>
        <pc:spChg chg="mod">
          <ac:chgData name="Yash Jadhav" userId="535c3d6d-72b8-4f77-8155-55f939173cf2" providerId="ADAL" clId="{F33F88E0-3380-47C4-AFDE-F1AC050ADA82}" dt="2026-01-25T16:01:37.348" v="3390" actId="790"/>
          <ac:spMkLst>
            <pc:docMk/>
            <pc:sldMk cId="3257064789" sldId="318"/>
            <ac:spMk id="43" creationId="{E82C3A7C-B14F-2112-3C08-84EF082110AB}"/>
          </ac:spMkLst>
        </pc:spChg>
        <pc:spChg chg="add del mod">
          <ac:chgData name="Yash Jadhav" userId="535c3d6d-72b8-4f77-8155-55f939173cf2" providerId="ADAL" clId="{F33F88E0-3380-47C4-AFDE-F1AC050ADA82}" dt="2026-01-25T16:06:14.662" v="8413" actId="6264"/>
          <ac:spMkLst>
            <pc:docMk/>
            <pc:sldMk cId="3257064789" sldId="318"/>
            <ac:spMk id="44" creationId="{2F6722E5-138E-1AEF-CCF2-006EE7132FE7}"/>
          </ac:spMkLst>
        </pc:spChg>
        <pc:spChg chg="mod ord">
          <ac:chgData name="Yash Jadhav" userId="535c3d6d-72b8-4f77-8155-55f939173cf2" providerId="ADAL" clId="{F33F88E0-3380-47C4-AFDE-F1AC050ADA82}" dt="2026-01-25T16:06:14.662" v="8413" actId="6264"/>
          <ac:spMkLst>
            <pc:docMk/>
            <pc:sldMk cId="3257064789" sldId="318"/>
            <ac:spMk id="104" creationId="{00000000-0000-0000-0000-000000000000}"/>
          </ac:spMkLst>
        </pc:spChg>
        <pc:spChg chg="mod">
          <ac:chgData name="Yash Jadhav" userId="535c3d6d-72b8-4f77-8155-55f939173cf2" providerId="ADAL" clId="{F33F88E0-3380-47C4-AFDE-F1AC050ADA82}" dt="2026-01-25T16:01:37.204" v="3320" actId="790"/>
          <ac:spMkLst>
            <pc:docMk/>
            <pc:sldMk cId="3257064789" sldId="318"/>
            <ac:spMk id="106" creationId="{1AE78509-7481-435A-99B4-D520D885EAA1}"/>
          </ac:spMkLst>
        </pc:spChg>
        <pc:spChg chg="mod">
          <ac:chgData name="Yash Jadhav" userId="535c3d6d-72b8-4f77-8155-55f939173cf2" providerId="ADAL" clId="{F33F88E0-3380-47C4-AFDE-F1AC050ADA82}" dt="2026-01-25T16:01:37.206" v="3321" actId="790"/>
          <ac:spMkLst>
            <pc:docMk/>
            <pc:sldMk cId="3257064789" sldId="318"/>
            <ac:spMk id="107" creationId="{17E14C73-C3CE-475E-9593-BB59B7D3E0F1}"/>
          </ac:spMkLst>
        </pc:spChg>
        <pc:spChg chg="mod">
          <ac:chgData name="Yash Jadhav" userId="535c3d6d-72b8-4f77-8155-55f939173cf2" providerId="ADAL" clId="{F33F88E0-3380-47C4-AFDE-F1AC050ADA82}" dt="2026-01-25T16:01:37.209" v="3322" actId="790"/>
          <ac:spMkLst>
            <pc:docMk/>
            <pc:sldMk cId="3257064789" sldId="318"/>
            <ac:spMk id="110" creationId="{1AE78509-7481-435A-99B4-D520D885EAA1}"/>
          </ac:spMkLst>
        </pc:spChg>
        <pc:spChg chg="mod">
          <ac:chgData name="Yash Jadhav" userId="535c3d6d-72b8-4f77-8155-55f939173cf2" providerId="ADAL" clId="{F33F88E0-3380-47C4-AFDE-F1AC050ADA82}" dt="2026-01-25T16:01:37.211" v="3323" actId="790"/>
          <ac:spMkLst>
            <pc:docMk/>
            <pc:sldMk cId="3257064789" sldId="318"/>
            <ac:spMk id="111" creationId="{17E14C73-C3CE-475E-9593-BB59B7D3E0F1}"/>
          </ac:spMkLst>
        </pc:spChg>
        <pc:spChg chg="mod">
          <ac:chgData name="Yash Jadhav" userId="535c3d6d-72b8-4f77-8155-55f939173cf2" providerId="ADAL" clId="{F33F88E0-3380-47C4-AFDE-F1AC050ADA82}" dt="2026-01-25T16:01:37.214" v="3324" actId="790"/>
          <ac:spMkLst>
            <pc:docMk/>
            <pc:sldMk cId="3257064789" sldId="318"/>
            <ac:spMk id="112" creationId="{1AE78509-7481-435A-99B4-D520D885EAA1}"/>
          </ac:spMkLst>
        </pc:spChg>
        <pc:spChg chg="mod">
          <ac:chgData name="Yash Jadhav" userId="535c3d6d-72b8-4f77-8155-55f939173cf2" providerId="ADAL" clId="{F33F88E0-3380-47C4-AFDE-F1AC050ADA82}" dt="2026-01-25T16:01:37.217" v="3325" actId="790"/>
          <ac:spMkLst>
            <pc:docMk/>
            <pc:sldMk cId="3257064789" sldId="318"/>
            <ac:spMk id="113" creationId="{17E14C73-C3CE-475E-9593-BB59B7D3E0F1}"/>
          </ac:spMkLst>
        </pc:spChg>
        <pc:spChg chg="mod">
          <ac:chgData name="Yash Jadhav" userId="535c3d6d-72b8-4f77-8155-55f939173cf2" providerId="ADAL" clId="{F33F88E0-3380-47C4-AFDE-F1AC050ADA82}" dt="2026-01-25T16:01:37.219" v="3326" actId="790"/>
          <ac:spMkLst>
            <pc:docMk/>
            <pc:sldMk cId="3257064789" sldId="318"/>
            <ac:spMk id="114" creationId="{1AE78509-7481-435A-99B4-D520D885EAA1}"/>
          </ac:spMkLst>
        </pc:spChg>
        <pc:spChg chg="mod">
          <ac:chgData name="Yash Jadhav" userId="535c3d6d-72b8-4f77-8155-55f939173cf2" providerId="ADAL" clId="{F33F88E0-3380-47C4-AFDE-F1AC050ADA82}" dt="2026-01-25T16:01:37.221" v="3327" actId="790"/>
          <ac:spMkLst>
            <pc:docMk/>
            <pc:sldMk cId="3257064789" sldId="318"/>
            <ac:spMk id="115" creationId="{17E14C73-C3CE-475E-9593-BB59B7D3E0F1}"/>
          </ac:spMkLst>
        </pc:spChg>
        <pc:spChg chg="mod">
          <ac:chgData name="Yash Jadhav" userId="535c3d6d-72b8-4f77-8155-55f939173cf2" providerId="ADAL" clId="{F33F88E0-3380-47C4-AFDE-F1AC050ADA82}" dt="2026-01-25T16:01:37.225" v="3328" actId="790"/>
          <ac:spMkLst>
            <pc:docMk/>
            <pc:sldMk cId="3257064789" sldId="318"/>
            <ac:spMk id="116" creationId="{1AE78509-7481-435A-99B4-D520D885EAA1}"/>
          </ac:spMkLst>
        </pc:spChg>
        <pc:spChg chg="mod">
          <ac:chgData name="Yash Jadhav" userId="535c3d6d-72b8-4f77-8155-55f939173cf2" providerId="ADAL" clId="{F33F88E0-3380-47C4-AFDE-F1AC050ADA82}" dt="2026-01-25T16:01:37.227" v="3329" actId="790"/>
          <ac:spMkLst>
            <pc:docMk/>
            <pc:sldMk cId="3257064789" sldId="318"/>
            <ac:spMk id="117" creationId="{17E14C73-C3CE-475E-9593-BB59B7D3E0F1}"/>
          </ac:spMkLst>
        </pc:spChg>
        <pc:spChg chg="mod">
          <ac:chgData name="Yash Jadhav" userId="535c3d6d-72b8-4f77-8155-55f939173cf2" providerId="ADAL" clId="{F33F88E0-3380-47C4-AFDE-F1AC050ADA82}" dt="2026-01-25T16:01:37.229" v="3330" actId="790"/>
          <ac:spMkLst>
            <pc:docMk/>
            <pc:sldMk cId="3257064789" sldId="318"/>
            <ac:spMk id="118" creationId="{1AE78509-7481-435A-99B4-D520D885EAA1}"/>
          </ac:spMkLst>
        </pc:spChg>
        <pc:spChg chg="mod">
          <ac:chgData name="Yash Jadhav" userId="535c3d6d-72b8-4f77-8155-55f939173cf2" providerId="ADAL" clId="{F33F88E0-3380-47C4-AFDE-F1AC050ADA82}" dt="2026-01-25T16:01:37.232" v="3331" actId="790"/>
          <ac:spMkLst>
            <pc:docMk/>
            <pc:sldMk cId="3257064789" sldId="318"/>
            <ac:spMk id="119" creationId="{17E14C73-C3CE-475E-9593-BB59B7D3E0F1}"/>
          </ac:spMkLst>
        </pc:spChg>
        <pc:spChg chg="mod">
          <ac:chgData name="Yash Jadhav" userId="535c3d6d-72b8-4f77-8155-55f939173cf2" providerId="ADAL" clId="{F33F88E0-3380-47C4-AFDE-F1AC050ADA82}" dt="2026-01-25T16:01:37.236" v="3332" actId="790"/>
          <ac:spMkLst>
            <pc:docMk/>
            <pc:sldMk cId="3257064789" sldId="318"/>
            <ac:spMk id="134" creationId="{834C40F5-294D-C532-5424-6E369518227C}"/>
          </ac:spMkLst>
        </pc:spChg>
        <pc:spChg chg="mod">
          <ac:chgData name="Yash Jadhav" userId="535c3d6d-72b8-4f77-8155-55f939173cf2" providerId="ADAL" clId="{F33F88E0-3380-47C4-AFDE-F1AC050ADA82}" dt="2026-01-25T16:01:37.238" v="3333" actId="790"/>
          <ac:spMkLst>
            <pc:docMk/>
            <pc:sldMk cId="3257064789" sldId="318"/>
            <ac:spMk id="135" creationId="{9C6CA3A9-B443-F8FF-8310-5FF8926EBD37}"/>
          </ac:spMkLst>
        </pc:spChg>
        <pc:spChg chg="mod">
          <ac:chgData name="Yash Jadhav" userId="535c3d6d-72b8-4f77-8155-55f939173cf2" providerId="ADAL" clId="{F33F88E0-3380-47C4-AFDE-F1AC050ADA82}" dt="2026-01-25T16:01:37.241" v="3334" actId="790"/>
          <ac:spMkLst>
            <pc:docMk/>
            <pc:sldMk cId="3257064789" sldId="318"/>
            <ac:spMk id="136" creationId="{F69E74DF-5558-DC45-7904-1CEF90345CA9}"/>
          </ac:spMkLst>
        </pc:spChg>
        <pc:spChg chg="mod">
          <ac:chgData name="Yash Jadhav" userId="535c3d6d-72b8-4f77-8155-55f939173cf2" providerId="ADAL" clId="{F33F88E0-3380-47C4-AFDE-F1AC050ADA82}" dt="2026-01-25T16:01:37.242" v="3335" actId="790"/>
          <ac:spMkLst>
            <pc:docMk/>
            <pc:sldMk cId="3257064789" sldId="318"/>
            <ac:spMk id="137" creationId="{DEC6C5E8-4C13-9E2F-C762-5F6D00EA1545}"/>
          </ac:spMkLst>
        </pc:spChg>
        <pc:spChg chg="mod">
          <ac:chgData name="Yash Jadhav" userId="535c3d6d-72b8-4f77-8155-55f939173cf2" providerId="ADAL" clId="{F33F88E0-3380-47C4-AFDE-F1AC050ADA82}" dt="2026-01-25T16:01:37.246" v="3336" actId="790"/>
          <ac:spMkLst>
            <pc:docMk/>
            <pc:sldMk cId="3257064789" sldId="318"/>
            <ac:spMk id="138" creationId="{6BDB4EC7-787D-B2D9-CBEA-B8A8BBCFFF19}"/>
          </ac:spMkLst>
        </pc:spChg>
        <pc:spChg chg="mod">
          <ac:chgData name="Yash Jadhav" userId="535c3d6d-72b8-4f77-8155-55f939173cf2" providerId="ADAL" clId="{F33F88E0-3380-47C4-AFDE-F1AC050ADA82}" dt="2026-01-25T16:01:37.248" v="3337" actId="790"/>
          <ac:spMkLst>
            <pc:docMk/>
            <pc:sldMk cId="3257064789" sldId="318"/>
            <ac:spMk id="139" creationId="{5D2EC73D-C450-6AE2-0B13-411540C618F4}"/>
          </ac:spMkLst>
        </pc:spChg>
        <pc:spChg chg="mod">
          <ac:chgData name="Yash Jadhav" userId="535c3d6d-72b8-4f77-8155-55f939173cf2" providerId="ADAL" clId="{F33F88E0-3380-47C4-AFDE-F1AC050ADA82}" dt="2026-01-25T16:01:37.251" v="3338" actId="790"/>
          <ac:spMkLst>
            <pc:docMk/>
            <pc:sldMk cId="3257064789" sldId="318"/>
            <ac:spMk id="140" creationId="{F8FB062C-CA11-061F-BFE3-DE31FD62356D}"/>
          </ac:spMkLst>
        </pc:spChg>
        <pc:spChg chg="mod">
          <ac:chgData name="Yash Jadhav" userId="535c3d6d-72b8-4f77-8155-55f939173cf2" providerId="ADAL" clId="{F33F88E0-3380-47C4-AFDE-F1AC050ADA82}" dt="2026-01-25T16:01:37.253" v="3339" actId="790"/>
          <ac:spMkLst>
            <pc:docMk/>
            <pc:sldMk cId="3257064789" sldId="318"/>
            <ac:spMk id="141" creationId="{60721E9C-EBE7-D0C3-33AB-E2AD14C4C671}"/>
          </ac:spMkLst>
        </pc:spChg>
        <pc:spChg chg="mod">
          <ac:chgData name="Yash Jadhav" userId="535c3d6d-72b8-4f77-8155-55f939173cf2" providerId="ADAL" clId="{F33F88E0-3380-47C4-AFDE-F1AC050ADA82}" dt="2026-01-25T16:01:37.255" v="3340" actId="790"/>
          <ac:spMkLst>
            <pc:docMk/>
            <pc:sldMk cId="3257064789" sldId="318"/>
            <ac:spMk id="142" creationId="{3535AFCD-E1F4-B4F9-0E86-B12C149078B9}"/>
          </ac:spMkLst>
        </pc:spChg>
        <pc:spChg chg="mod">
          <ac:chgData name="Yash Jadhav" userId="535c3d6d-72b8-4f77-8155-55f939173cf2" providerId="ADAL" clId="{F33F88E0-3380-47C4-AFDE-F1AC050ADA82}" dt="2026-01-25T16:01:37.257" v="3341" actId="790"/>
          <ac:spMkLst>
            <pc:docMk/>
            <pc:sldMk cId="3257064789" sldId="318"/>
            <ac:spMk id="143" creationId="{C3287554-D0FC-F7F6-9846-3D8D19906C4E}"/>
          </ac:spMkLst>
        </pc:spChg>
        <pc:spChg chg="mod">
          <ac:chgData name="Yash Jadhav" userId="535c3d6d-72b8-4f77-8155-55f939173cf2" providerId="ADAL" clId="{F33F88E0-3380-47C4-AFDE-F1AC050ADA82}" dt="2026-01-25T16:01:37.259" v="3342" actId="790"/>
          <ac:spMkLst>
            <pc:docMk/>
            <pc:sldMk cId="3257064789" sldId="318"/>
            <ac:spMk id="144" creationId="{7695D11E-0F4F-C6D5-4482-4641F4998D55}"/>
          </ac:spMkLst>
        </pc:spChg>
        <pc:spChg chg="mod">
          <ac:chgData name="Yash Jadhav" userId="535c3d6d-72b8-4f77-8155-55f939173cf2" providerId="ADAL" clId="{F33F88E0-3380-47C4-AFDE-F1AC050ADA82}" dt="2026-01-25T16:01:37.261" v="3343" actId="790"/>
          <ac:spMkLst>
            <pc:docMk/>
            <pc:sldMk cId="3257064789" sldId="318"/>
            <ac:spMk id="145" creationId="{0562C4A4-36E4-3EA1-EE31-8DFB209D4217}"/>
          </ac:spMkLst>
        </pc:spChg>
        <pc:spChg chg="mod">
          <ac:chgData name="Yash Jadhav" userId="535c3d6d-72b8-4f77-8155-55f939173cf2" providerId="ADAL" clId="{F33F88E0-3380-47C4-AFDE-F1AC050ADA82}" dt="2026-01-25T16:01:37.263" v="3344" actId="790"/>
          <ac:spMkLst>
            <pc:docMk/>
            <pc:sldMk cId="3257064789" sldId="318"/>
            <ac:spMk id="146" creationId="{14BFAD7B-CC49-532F-A8EB-E12B54BDDC62}"/>
          </ac:spMkLst>
        </pc:spChg>
        <pc:spChg chg="mod">
          <ac:chgData name="Yash Jadhav" userId="535c3d6d-72b8-4f77-8155-55f939173cf2" providerId="ADAL" clId="{F33F88E0-3380-47C4-AFDE-F1AC050ADA82}" dt="2026-01-25T16:01:37.264" v="3345" actId="790"/>
          <ac:spMkLst>
            <pc:docMk/>
            <pc:sldMk cId="3257064789" sldId="318"/>
            <ac:spMk id="147" creationId="{9C0967BB-EA04-1083-71B2-4C702EB3CA3A}"/>
          </ac:spMkLst>
        </pc:spChg>
        <pc:spChg chg="mod">
          <ac:chgData name="Yash Jadhav" userId="535c3d6d-72b8-4f77-8155-55f939173cf2" providerId="ADAL" clId="{F33F88E0-3380-47C4-AFDE-F1AC050ADA82}" dt="2026-01-25T16:01:37.266" v="3346" actId="790"/>
          <ac:spMkLst>
            <pc:docMk/>
            <pc:sldMk cId="3257064789" sldId="318"/>
            <ac:spMk id="148" creationId="{4AAFCCA2-1A44-F1ED-F018-9FC75B63D027}"/>
          </ac:spMkLst>
        </pc:spChg>
        <pc:spChg chg="mod">
          <ac:chgData name="Yash Jadhav" userId="535c3d6d-72b8-4f77-8155-55f939173cf2" providerId="ADAL" clId="{F33F88E0-3380-47C4-AFDE-F1AC050ADA82}" dt="2026-01-25T16:01:37.268" v="3347" actId="790"/>
          <ac:spMkLst>
            <pc:docMk/>
            <pc:sldMk cId="3257064789" sldId="318"/>
            <ac:spMk id="149" creationId="{F8DD707B-4E3B-5C41-6AB5-01750F0FB166}"/>
          </ac:spMkLst>
        </pc:spChg>
        <pc:spChg chg="mod">
          <ac:chgData name="Yash Jadhav" userId="535c3d6d-72b8-4f77-8155-55f939173cf2" providerId="ADAL" clId="{F33F88E0-3380-47C4-AFDE-F1AC050ADA82}" dt="2026-01-25T16:01:37.270" v="3348" actId="790"/>
          <ac:spMkLst>
            <pc:docMk/>
            <pc:sldMk cId="3257064789" sldId="318"/>
            <ac:spMk id="150" creationId="{A342AB77-8F19-499D-7DBC-0F81BC34BEDA}"/>
          </ac:spMkLst>
        </pc:spChg>
        <pc:spChg chg="mod">
          <ac:chgData name="Yash Jadhav" userId="535c3d6d-72b8-4f77-8155-55f939173cf2" providerId="ADAL" clId="{F33F88E0-3380-47C4-AFDE-F1AC050ADA82}" dt="2026-01-25T16:01:37.272" v="3349" actId="790"/>
          <ac:spMkLst>
            <pc:docMk/>
            <pc:sldMk cId="3257064789" sldId="318"/>
            <ac:spMk id="152" creationId="{17012CCD-5E8B-054D-27F4-77B6F259B9E5}"/>
          </ac:spMkLst>
        </pc:spChg>
        <pc:spChg chg="mod">
          <ac:chgData name="Yash Jadhav" userId="535c3d6d-72b8-4f77-8155-55f939173cf2" providerId="ADAL" clId="{F33F88E0-3380-47C4-AFDE-F1AC050ADA82}" dt="2026-01-25T16:01:37.274" v="3350" actId="790"/>
          <ac:spMkLst>
            <pc:docMk/>
            <pc:sldMk cId="3257064789" sldId="318"/>
            <ac:spMk id="153" creationId="{67ECD458-3B9C-75ED-ED36-2A0AD797ACAD}"/>
          </ac:spMkLst>
        </pc:spChg>
        <pc:spChg chg="mod">
          <ac:chgData name="Yash Jadhav" userId="535c3d6d-72b8-4f77-8155-55f939173cf2" providerId="ADAL" clId="{F33F88E0-3380-47C4-AFDE-F1AC050ADA82}" dt="2026-01-25T16:01:37.275" v="3351" actId="790"/>
          <ac:spMkLst>
            <pc:docMk/>
            <pc:sldMk cId="3257064789" sldId="318"/>
            <ac:spMk id="154" creationId="{6CA1E24A-B8A0-884E-9EBB-0292E357A18B}"/>
          </ac:spMkLst>
        </pc:spChg>
        <pc:spChg chg="mod">
          <ac:chgData name="Yash Jadhav" userId="535c3d6d-72b8-4f77-8155-55f939173cf2" providerId="ADAL" clId="{F33F88E0-3380-47C4-AFDE-F1AC050ADA82}" dt="2026-01-25T16:01:37.278" v="3352" actId="790"/>
          <ac:spMkLst>
            <pc:docMk/>
            <pc:sldMk cId="3257064789" sldId="318"/>
            <ac:spMk id="155" creationId="{7EF9C469-AAA5-3431-7339-34E3E0CF21C7}"/>
          </ac:spMkLst>
        </pc:spChg>
        <pc:spChg chg="mod">
          <ac:chgData name="Yash Jadhav" userId="535c3d6d-72b8-4f77-8155-55f939173cf2" providerId="ADAL" clId="{F33F88E0-3380-47C4-AFDE-F1AC050ADA82}" dt="2026-01-25T16:01:37.280" v="3353" actId="790"/>
          <ac:spMkLst>
            <pc:docMk/>
            <pc:sldMk cId="3257064789" sldId="318"/>
            <ac:spMk id="156" creationId="{072FA10B-AD5C-4DCE-9326-6E377624B6A7}"/>
          </ac:spMkLst>
        </pc:spChg>
        <pc:spChg chg="mod">
          <ac:chgData name="Yash Jadhav" userId="535c3d6d-72b8-4f77-8155-55f939173cf2" providerId="ADAL" clId="{F33F88E0-3380-47C4-AFDE-F1AC050ADA82}" dt="2026-01-25T16:01:37.282" v="3354" actId="790"/>
          <ac:spMkLst>
            <pc:docMk/>
            <pc:sldMk cId="3257064789" sldId="318"/>
            <ac:spMk id="157" creationId="{115A5F85-C52A-583F-B452-34C79B12E7D5}"/>
          </ac:spMkLst>
        </pc:spChg>
        <pc:spChg chg="mod">
          <ac:chgData name="Yash Jadhav" userId="535c3d6d-72b8-4f77-8155-55f939173cf2" providerId="ADAL" clId="{F33F88E0-3380-47C4-AFDE-F1AC050ADA82}" dt="2026-01-25T16:01:37.284" v="3355" actId="790"/>
          <ac:spMkLst>
            <pc:docMk/>
            <pc:sldMk cId="3257064789" sldId="318"/>
            <ac:spMk id="158" creationId="{590DAB24-5B1C-99E8-E1AD-66CD3C5BE1AD}"/>
          </ac:spMkLst>
        </pc:spChg>
        <pc:spChg chg="mod">
          <ac:chgData name="Yash Jadhav" userId="535c3d6d-72b8-4f77-8155-55f939173cf2" providerId="ADAL" clId="{F33F88E0-3380-47C4-AFDE-F1AC050ADA82}" dt="2026-01-25T16:01:37.286" v="3356" actId="790"/>
          <ac:spMkLst>
            <pc:docMk/>
            <pc:sldMk cId="3257064789" sldId="318"/>
            <ac:spMk id="159" creationId="{5B5BED00-7485-7ECC-11AC-90EABD64EE70}"/>
          </ac:spMkLst>
        </pc:spChg>
        <pc:spChg chg="mod">
          <ac:chgData name="Yash Jadhav" userId="535c3d6d-72b8-4f77-8155-55f939173cf2" providerId="ADAL" clId="{F33F88E0-3380-47C4-AFDE-F1AC050ADA82}" dt="2026-01-25T16:01:37.289" v="3357" actId="790"/>
          <ac:spMkLst>
            <pc:docMk/>
            <pc:sldMk cId="3257064789" sldId="318"/>
            <ac:spMk id="160" creationId="{0EFFA8E3-C648-570A-CAC3-4052AB52BB99}"/>
          </ac:spMkLst>
        </pc:spChg>
        <pc:spChg chg="mod">
          <ac:chgData name="Yash Jadhav" userId="535c3d6d-72b8-4f77-8155-55f939173cf2" providerId="ADAL" clId="{F33F88E0-3380-47C4-AFDE-F1AC050ADA82}" dt="2026-01-25T16:01:37.291" v="3358" actId="790"/>
          <ac:spMkLst>
            <pc:docMk/>
            <pc:sldMk cId="3257064789" sldId="318"/>
            <ac:spMk id="161" creationId="{54D94DF0-D923-7CE3-CD5A-2BF0D581AC6B}"/>
          </ac:spMkLst>
        </pc:spChg>
        <pc:spChg chg="mod">
          <ac:chgData name="Yash Jadhav" userId="535c3d6d-72b8-4f77-8155-55f939173cf2" providerId="ADAL" clId="{F33F88E0-3380-47C4-AFDE-F1AC050ADA82}" dt="2026-01-25T16:01:37.293" v="3359" actId="790"/>
          <ac:spMkLst>
            <pc:docMk/>
            <pc:sldMk cId="3257064789" sldId="318"/>
            <ac:spMk id="162" creationId="{7815C1CD-E824-6606-3C7F-83B7F9668B93}"/>
          </ac:spMkLst>
        </pc:spChg>
        <pc:spChg chg="mod">
          <ac:chgData name="Yash Jadhav" userId="535c3d6d-72b8-4f77-8155-55f939173cf2" providerId="ADAL" clId="{F33F88E0-3380-47C4-AFDE-F1AC050ADA82}" dt="2026-01-25T16:01:37.295" v="3360" actId="790"/>
          <ac:spMkLst>
            <pc:docMk/>
            <pc:sldMk cId="3257064789" sldId="318"/>
            <ac:spMk id="163" creationId="{F32E0E88-38C6-7C38-3AE9-184AD1CF0764}"/>
          </ac:spMkLst>
        </pc:spChg>
        <pc:spChg chg="mod">
          <ac:chgData name="Yash Jadhav" userId="535c3d6d-72b8-4f77-8155-55f939173cf2" providerId="ADAL" clId="{F33F88E0-3380-47C4-AFDE-F1AC050ADA82}" dt="2026-01-25T16:01:37.297" v="3361" actId="790"/>
          <ac:spMkLst>
            <pc:docMk/>
            <pc:sldMk cId="3257064789" sldId="318"/>
            <ac:spMk id="164" creationId="{0D201C82-0410-800E-A846-96D8240E9380}"/>
          </ac:spMkLst>
        </pc:spChg>
        <pc:spChg chg="mod">
          <ac:chgData name="Yash Jadhav" userId="535c3d6d-72b8-4f77-8155-55f939173cf2" providerId="ADAL" clId="{F33F88E0-3380-47C4-AFDE-F1AC050ADA82}" dt="2026-01-25T16:01:37.298" v="3362" actId="790"/>
          <ac:spMkLst>
            <pc:docMk/>
            <pc:sldMk cId="3257064789" sldId="318"/>
            <ac:spMk id="182" creationId="{C82394B2-E588-9B6C-AD00-6A43A20799BE}"/>
          </ac:spMkLst>
        </pc:spChg>
        <pc:spChg chg="mod">
          <ac:chgData name="Yash Jadhav" userId="535c3d6d-72b8-4f77-8155-55f939173cf2" providerId="ADAL" clId="{F33F88E0-3380-47C4-AFDE-F1AC050ADA82}" dt="2026-01-25T16:01:37.300" v="3363" actId="790"/>
          <ac:spMkLst>
            <pc:docMk/>
            <pc:sldMk cId="3257064789" sldId="318"/>
            <ac:spMk id="183" creationId="{AC89C160-20BF-7233-1DB9-B9A8E9280C6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587211" sldId="319"/>
        </pc:sldMkLst>
        <pc:spChg chg="mod ord">
          <ac:chgData name="Yash Jadhav" userId="535c3d6d-72b8-4f77-8155-55f939173cf2" providerId="ADAL" clId="{F33F88E0-3380-47C4-AFDE-F1AC050ADA82}" dt="2026-01-25T16:06:14.662" v="8413" actId="6264"/>
          <ac:spMkLst>
            <pc:docMk/>
            <pc:sldMk cId="325587211" sldId="319"/>
            <ac:spMk id="2" creationId="{C13B399B-0DF3-4A14-82B1-2CBA605E13A1}"/>
          </ac:spMkLst>
        </pc:spChg>
        <pc:spChg chg="add del mod">
          <ac:chgData name="Yash Jadhav" userId="535c3d6d-72b8-4f77-8155-55f939173cf2" providerId="ADAL" clId="{F33F88E0-3380-47C4-AFDE-F1AC050ADA82}" dt="2026-01-25T16:06:14.662" v="8413" actId="6264"/>
          <ac:spMkLst>
            <pc:docMk/>
            <pc:sldMk cId="325587211" sldId="319"/>
            <ac:spMk id="3" creationId="{5259347A-B0B9-4006-6C77-FE39DFC38B07}"/>
          </ac:spMkLst>
        </pc:spChg>
        <pc:spChg chg="mod">
          <ac:chgData name="Yash Jadhav" userId="535c3d6d-72b8-4f77-8155-55f939173cf2" providerId="ADAL" clId="{F33F88E0-3380-47C4-AFDE-F1AC050ADA82}" dt="2026-01-25T16:01:40.639" v="3396" actId="790"/>
          <ac:spMkLst>
            <pc:docMk/>
            <pc:sldMk cId="325587211" sldId="319"/>
            <ac:spMk id="17" creationId="{5BDE05C7-0BDA-44FB-AC37-D7FCF0722070}"/>
          </ac:spMkLst>
        </pc:spChg>
        <pc:spChg chg="mod">
          <ac:chgData name="Yash Jadhav" userId="535c3d6d-72b8-4f77-8155-55f939173cf2" providerId="ADAL" clId="{F33F88E0-3380-47C4-AFDE-F1AC050ADA82}" dt="2026-01-25T16:01:40.647" v="3400" actId="790"/>
          <ac:spMkLst>
            <pc:docMk/>
            <pc:sldMk cId="325587211" sldId="319"/>
            <ac:spMk id="18" creationId="{A91A85E9-CDBB-4E29-9B8B-BE92B7FF9B6E}"/>
          </ac:spMkLst>
        </pc:spChg>
        <pc:spChg chg="mod">
          <ac:chgData name="Yash Jadhav" userId="535c3d6d-72b8-4f77-8155-55f939173cf2" providerId="ADAL" clId="{F33F88E0-3380-47C4-AFDE-F1AC050ADA82}" dt="2026-01-25T16:01:40.644" v="3398" actId="790"/>
          <ac:spMkLst>
            <pc:docMk/>
            <pc:sldMk cId="325587211" sldId="319"/>
            <ac:spMk id="19" creationId="{A31273F4-2FC2-4250-8B75-94D5C99F287C}"/>
          </ac:spMkLst>
        </pc:spChg>
        <pc:spChg chg="mod">
          <ac:chgData name="Yash Jadhav" userId="535c3d6d-72b8-4f77-8155-55f939173cf2" providerId="ADAL" clId="{F33F88E0-3380-47C4-AFDE-F1AC050ADA82}" dt="2026-01-25T16:01:40.645" v="3399" actId="790"/>
          <ac:spMkLst>
            <pc:docMk/>
            <pc:sldMk cId="325587211" sldId="319"/>
            <ac:spMk id="20" creationId="{42ACF788-B447-4C29-AB36-1C6965A2C62C}"/>
          </ac:spMkLst>
        </pc:spChg>
        <pc:spChg chg="mod">
          <ac:chgData name="Yash Jadhav" userId="535c3d6d-72b8-4f77-8155-55f939173cf2" providerId="ADAL" clId="{F33F88E0-3380-47C4-AFDE-F1AC050ADA82}" dt="2026-01-25T16:01:40.642" v="3397" actId="790"/>
          <ac:spMkLst>
            <pc:docMk/>
            <pc:sldMk cId="325587211" sldId="319"/>
            <ac:spMk id="21" creationId="{0BE0CF23-BC10-4FCB-A53E-99932FB2F08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65554119" sldId="320"/>
        </pc:sldMkLst>
        <pc:spChg chg="mod ord">
          <ac:chgData name="Yash Jadhav" userId="535c3d6d-72b8-4f77-8155-55f939173cf2" providerId="ADAL" clId="{F33F88E0-3380-47C4-AFDE-F1AC050ADA82}" dt="2026-01-25T16:06:14.662" v="8413" actId="6264"/>
          <ac:spMkLst>
            <pc:docMk/>
            <pc:sldMk cId="4265554119" sldId="320"/>
            <ac:spMk id="2" creationId="{27F31573-98D3-34CD-205B-478BB884DD2A}"/>
          </ac:spMkLst>
        </pc:spChg>
        <pc:spChg chg="mod">
          <ac:chgData name="Yash Jadhav" userId="535c3d6d-72b8-4f77-8155-55f939173cf2" providerId="ADAL" clId="{F33F88E0-3380-47C4-AFDE-F1AC050ADA82}" dt="2026-01-25T16:01:41.450" v="3406" actId="790"/>
          <ac:spMkLst>
            <pc:docMk/>
            <pc:sldMk cId="4265554119" sldId="320"/>
            <ac:spMk id="4" creationId="{8A1C39B3-5CD6-12C6-5F08-75B59FDEF9E8}"/>
          </ac:spMkLst>
        </pc:spChg>
        <pc:spChg chg="mod">
          <ac:chgData name="Yash Jadhav" userId="535c3d6d-72b8-4f77-8155-55f939173cf2" providerId="ADAL" clId="{F33F88E0-3380-47C4-AFDE-F1AC050ADA82}" dt="2026-01-25T16:01:41.452" v="3407" actId="790"/>
          <ac:spMkLst>
            <pc:docMk/>
            <pc:sldMk cId="4265554119" sldId="320"/>
            <ac:spMk id="6" creationId="{093305AE-10E5-95BC-F460-3B54266A84F2}"/>
          </ac:spMkLst>
        </pc:spChg>
        <pc:spChg chg="mod">
          <ac:chgData name="Yash Jadhav" userId="535c3d6d-72b8-4f77-8155-55f939173cf2" providerId="ADAL" clId="{F33F88E0-3380-47C4-AFDE-F1AC050ADA82}" dt="2026-01-25T16:01:41.454" v="3408" actId="790"/>
          <ac:spMkLst>
            <pc:docMk/>
            <pc:sldMk cId="4265554119" sldId="320"/>
            <ac:spMk id="7" creationId="{707D719B-938F-7A12-18BE-0264F830DA6E}"/>
          </ac:spMkLst>
        </pc:spChg>
        <pc:spChg chg="mod">
          <ac:chgData name="Yash Jadhav" userId="535c3d6d-72b8-4f77-8155-55f939173cf2" providerId="ADAL" clId="{F33F88E0-3380-47C4-AFDE-F1AC050ADA82}" dt="2026-01-25T16:01:41.459" v="3409" actId="790"/>
          <ac:spMkLst>
            <pc:docMk/>
            <pc:sldMk cId="4265554119" sldId="320"/>
            <ac:spMk id="8" creationId="{48EC6FF8-F363-CF2B-6F68-98D673665C12}"/>
          </ac:spMkLst>
        </pc:spChg>
        <pc:spChg chg="mod">
          <ac:chgData name="Yash Jadhav" userId="535c3d6d-72b8-4f77-8155-55f939173cf2" providerId="ADAL" clId="{F33F88E0-3380-47C4-AFDE-F1AC050ADA82}" dt="2026-01-25T16:01:41.465" v="3412" actId="790"/>
          <ac:spMkLst>
            <pc:docMk/>
            <pc:sldMk cId="4265554119" sldId="320"/>
            <ac:spMk id="12" creationId="{442BC1D6-A3E5-8FAB-04A3-3F4C42A5215A}"/>
          </ac:spMkLst>
        </pc:spChg>
        <pc:spChg chg="mod">
          <ac:chgData name="Yash Jadhav" userId="535c3d6d-72b8-4f77-8155-55f939173cf2" providerId="ADAL" clId="{F33F88E0-3380-47C4-AFDE-F1AC050ADA82}" dt="2026-01-25T16:01:41.466" v="3413" actId="790"/>
          <ac:spMkLst>
            <pc:docMk/>
            <pc:sldMk cId="4265554119" sldId="320"/>
            <ac:spMk id="13" creationId="{522BFC49-F63F-A59F-3E42-E2D564E1B99E}"/>
          </ac:spMkLst>
        </pc:spChg>
        <pc:spChg chg="mod">
          <ac:chgData name="Yash Jadhav" userId="535c3d6d-72b8-4f77-8155-55f939173cf2" providerId="ADAL" clId="{F33F88E0-3380-47C4-AFDE-F1AC050ADA82}" dt="2026-01-25T16:01:41.462" v="3410" actId="790"/>
          <ac:spMkLst>
            <pc:docMk/>
            <pc:sldMk cId="4265554119" sldId="320"/>
            <ac:spMk id="14" creationId="{EBC26DDA-91BD-C9EF-9791-B3DF2C930BB9}"/>
          </ac:spMkLst>
        </pc:spChg>
        <pc:spChg chg="mod">
          <ac:chgData name="Yash Jadhav" userId="535c3d6d-72b8-4f77-8155-55f939173cf2" providerId="ADAL" clId="{F33F88E0-3380-47C4-AFDE-F1AC050ADA82}" dt="2026-01-25T16:01:41.464" v="3411" actId="790"/>
          <ac:spMkLst>
            <pc:docMk/>
            <pc:sldMk cId="4265554119" sldId="320"/>
            <ac:spMk id="15" creationId="{391D8051-15A1-7C81-5E23-6047216DF9D4}"/>
          </ac:spMkLst>
        </pc:spChg>
        <pc:spChg chg="mod">
          <ac:chgData name="Yash Jadhav" userId="535c3d6d-72b8-4f77-8155-55f939173cf2" providerId="ADAL" clId="{F33F88E0-3380-47C4-AFDE-F1AC050ADA82}" dt="2026-01-25T16:01:41.473" v="3417" actId="790"/>
          <ac:spMkLst>
            <pc:docMk/>
            <pc:sldMk cId="4265554119" sldId="320"/>
            <ac:spMk id="18" creationId="{7FFD07B9-7827-5FB3-60BE-087F3E867B89}"/>
          </ac:spMkLst>
        </pc:spChg>
        <pc:spChg chg="mod">
          <ac:chgData name="Yash Jadhav" userId="535c3d6d-72b8-4f77-8155-55f939173cf2" providerId="ADAL" clId="{F33F88E0-3380-47C4-AFDE-F1AC050ADA82}" dt="2026-01-25T16:01:41.468" v="3414" actId="790"/>
          <ac:spMkLst>
            <pc:docMk/>
            <pc:sldMk cId="4265554119" sldId="320"/>
            <ac:spMk id="19" creationId="{29B3DC8A-6B4E-696D-5910-0E6484D4ACFF}"/>
          </ac:spMkLst>
        </pc:spChg>
        <pc:spChg chg="mod">
          <ac:chgData name="Yash Jadhav" userId="535c3d6d-72b8-4f77-8155-55f939173cf2" providerId="ADAL" clId="{F33F88E0-3380-47C4-AFDE-F1AC050ADA82}" dt="2026-01-25T16:01:41.470" v="3415" actId="790"/>
          <ac:spMkLst>
            <pc:docMk/>
            <pc:sldMk cId="4265554119" sldId="320"/>
            <ac:spMk id="21" creationId="{E91FE053-89B4-972D-5D39-6A4053376B91}"/>
          </ac:spMkLst>
        </pc:spChg>
        <pc:spChg chg="mod">
          <ac:chgData name="Yash Jadhav" userId="535c3d6d-72b8-4f77-8155-55f939173cf2" providerId="ADAL" clId="{F33F88E0-3380-47C4-AFDE-F1AC050ADA82}" dt="2026-01-25T16:01:41.471" v="3416" actId="790"/>
          <ac:spMkLst>
            <pc:docMk/>
            <pc:sldMk cId="4265554119" sldId="320"/>
            <ac:spMk id="22" creationId="{E59D21AE-C501-0017-7818-D66541E60944}"/>
          </ac:spMkLst>
        </pc:spChg>
        <pc:spChg chg="mod">
          <ac:chgData name="Yash Jadhav" userId="535c3d6d-72b8-4f77-8155-55f939173cf2" providerId="ADAL" clId="{F33F88E0-3380-47C4-AFDE-F1AC050ADA82}" dt="2026-01-25T16:01:41.480" v="3421" actId="790"/>
          <ac:spMkLst>
            <pc:docMk/>
            <pc:sldMk cId="4265554119" sldId="320"/>
            <ac:spMk id="25" creationId="{E431ADF0-B6F8-5C85-1245-C4E80899E10E}"/>
          </ac:spMkLst>
        </pc:spChg>
        <pc:spChg chg="mod">
          <ac:chgData name="Yash Jadhav" userId="535c3d6d-72b8-4f77-8155-55f939173cf2" providerId="ADAL" clId="{F33F88E0-3380-47C4-AFDE-F1AC050ADA82}" dt="2026-01-25T16:01:41.475" v="3418" actId="790"/>
          <ac:spMkLst>
            <pc:docMk/>
            <pc:sldMk cId="4265554119" sldId="320"/>
            <ac:spMk id="26" creationId="{05F0402C-C729-82F8-B5BA-F1402ED16E7D}"/>
          </ac:spMkLst>
        </pc:spChg>
        <pc:spChg chg="mod">
          <ac:chgData name="Yash Jadhav" userId="535c3d6d-72b8-4f77-8155-55f939173cf2" providerId="ADAL" clId="{F33F88E0-3380-47C4-AFDE-F1AC050ADA82}" dt="2026-01-25T16:01:41.477" v="3419" actId="790"/>
          <ac:spMkLst>
            <pc:docMk/>
            <pc:sldMk cId="4265554119" sldId="320"/>
            <ac:spMk id="28" creationId="{79475FCD-C756-DA79-646F-52561E6483EC}"/>
          </ac:spMkLst>
        </pc:spChg>
        <pc:spChg chg="mod">
          <ac:chgData name="Yash Jadhav" userId="535c3d6d-72b8-4f77-8155-55f939173cf2" providerId="ADAL" clId="{F33F88E0-3380-47C4-AFDE-F1AC050ADA82}" dt="2026-01-25T16:01:41.478" v="3420" actId="790"/>
          <ac:spMkLst>
            <pc:docMk/>
            <pc:sldMk cId="4265554119" sldId="320"/>
            <ac:spMk id="29" creationId="{58E1F9D6-3002-D705-2B7B-77EC9494E0A8}"/>
          </ac:spMkLst>
        </pc:spChg>
        <pc:spChg chg="mod">
          <ac:chgData name="Yash Jadhav" userId="535c3d6d-72b8-4f77-8155-55f939173cf2" providerId="ADAL" clId="{F33F88E0-3380-47C4-AFDE-F1AC050ADA82}" dt="2026-01-25T16:01:41.481" v="3422" actId="790"/>
          <ac:spMkLst>
            <pc:docMk/>
            <pc:sldMk cId="4265554119" sldId="320"/>
            <ac:spMk id="30" creationId="{30F3EFC9-2DE3-14B8-B244-3C962E951D4F}"/>
          </ac:spMkLst>
        </pc:spChg>
        <pc:spChg chg="mod">
          <ac:chgData name="Yash Jadhav" userId="535c3d6d-72b8-4f77-8155-55f939173cf2" providerId="ADAL" clId="{F33F88E0-3380-47C4-AFDE-F1AC050ADA82}" dt="2026-01-25T16:01:41.483" v="3423" actId="790"/>
          <ac:spMkLst>
            <pc:docMk/>
            <pc:sldMk cId="4265554119" sldId="320"/>
            <ac:spMk id="31" creationId="{EA6590F9-5D7C-6D42-E89F-3A33F824D5C5}"/>
          </ac:spMkLst>
        </pc:spChg>
        <pc:spChg chg="mod">
          <ac:chgData name="Yash Jadhav" userId="535c3d6d-72b8-4f77-8155-55f939173cf2" providerId="ADAL" clId="{F33F88E0-3380-47C4-AFDE-F1AC050ADA82}" dt="2026-01-25T16:01:41.485" v="3424" actId="790"/>
          <ac:spMkLst>
            <pc:docMk/>
            <pc:sldMk cId="4265554119" sldId="320"/>
            <ac:spMk id="32" creationId="{D5531E6A-CE11-7A29-A777-D543527F1C3C}"/>
          </ac:spMkLst>
        </pc:spChg>
        <pc:spChg chg="mod">
          <ac:chgData name="Yash Jadhav" userId="535c3d6d-72b8-4f77-8155-55f939173cf2" providerId="ADAL" clId="{F33F88E0-3380-47C4-AFDE-F1AC050ADA82}" dt="2026-01-25T16:01:41.486" v="3425" actId="790"/>
          <ac:spMkLst>
            <pc:docMk/>
            <pc:sldMk cId="4265554119" sldId="320"/>
            <ac:spMk id="33" creationId="{9CE3088C-7315-6DE9-05FA-13F8630C34EA}"/>
          </ac:spMkLst>
        </pc:spChg>
        <pc:spChg chg="mod">
          <ac:chgData name="Yash Jadhav" userId="535c3d6d-72b8-4f77-8155-55f939173cf2" providerId="ADAL" clId="{F33F88E0-3380-47C4-AFDE-F1AC050ADA82}" dt="2026-01-25T16:01:41.489" v="3426" actId="790"/>
          <ac:spMkLst>
            <pc:docMk/>
            <pc:sldMk cId="4265554119" sldId="320"/>
            <ac:spMk id="34" creationId="{2DBFACEC-F7A9-7382-2007-ACBC7BEA7AE5}"/>
          </ac:spMkLst>
        </pc:spChg>
        <pc:spChg chg="mod">
          <ac:chgData name="Yash Jadhav" userId="535c3d6d-72b8-4f77-8155-55f939173cf2" providerId="ADAL" clId="{F33F88E0-3380-47C4-AFDE-F1AC050ADA82}" dt="2026-01-25T16:01:41.491" v="3427" actId="790"/>
          <ac:spMkLst>
            <pc:docMk/>
            <pc:sldMk cId="4265554119" sldId="320"/>
            <ac:spMk id="35" creationId="{38A55B44-1071-7B17-AFD8-660E9CE7DB41}"/>
          </ac:spMkLst>
        </pc:spChg>
        <pc:spChg chg="mod">
          <ac:chgData name="Yash Jadhav" userId="535c3d6d-72b8-4f77-8155-55f939173cf2" providerId="ADAL" clId="{F33F88E0-3380-47C4-AFDE-F1AC050ADA82}" dt="2026-01-25T16:01:41.494" v="3428" actId="790"/>
          <ac:spMkLst>
            <pc:docMk/>
            <pc:sldMk cId="4265554119" sldId="320"/>
            <ac:spMk id="36" creationId="{5A00E19B-9252-FEC7-50D0-7505232E5446}"/>
          </ac:spMkLst>
        </pc:spChg>
        <pc:spChg chg="mod">
          <ac:chgData name="Yash Jadhav" userId="535c3d6d-72b8-4f77-8155-55f939173cf2" providerId="ADAL" clId="{F33F88E0-3380-47C4-AFDE-F1AC050ADA82}" dt="2026-01-25T16:01:41.496" v="3429" actId="790"/>
          <ac:spMkLst>
            <pc:docMk/>
            <pc:sldMk cId="4265554119" sldId="320"/>
            <ac:spMk id="37" creationId="{43060473-D15C-CD88-5BF6-D9A29F5A43F6}"/>
          </ac:spMkLst>
        </pc:spChg>
        <pc:spChg chg="add del mod">
          <ac:chgData name="Yash Jadhav" userId="535c3d6d-72b8-4f77-8155-55f939173cf2" providerId="ADAL" clId="{F33F88E0-3380-47C4-AFDE-F1AC050ADA82}" dt="2026-01-25T16:06:14.662" v="8413" actId="6264"/>
          <ac:spMkLst>
            <pc:docMk/>
            <pc:sldMk cId="4265554119" sldId="320"/>
            <ac:spMk id="38" creationId="{6B2596AF-058B-1C11-4970-B96F2095C8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7030852" sldId="321"/>
        </pc:sldMkLst>
        <pc:spChg chg="mod ord">
          <ac:chgData name="Yash Jadhav" userId="535c3d6d-72b8-4f77-8155-55f939173cf2" providerId="ADAL" clId="{F33F88E0-3380-47C4-AFDE-F1AC050ADA82}" dt="2026-01-25T16:06:14.662" v="8413" actId="6264"/>
          <ac:spMkLst>
            <pc:docMk/>
            <pc:sldMk cId="1447030852" sldId="321"/>
            <ac:spMk id="2" creationId="{00000000-0000-0000-0000-000000000000}"/>
          </ac:spMkLst>
        </pc:spChg>
        <pc:spChg chg="mod">
          <ac:chgData name="Yash Jadhav" userId="535c3d6d-72b8-4f77-8155-55f939173cf2" providerId="ADAL" clId="{F33F88E0-3380-47C4-AFDE-F1AC050ADA82}" dt="2026-01-25T16:01:44.122" v="3435" actId="790"/>
          <ac:spMkLst>
            <pc:docMk/>
            <pc:sldMk cId="1447030852" sldId="32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447030852" sldId="321"/>
            <ac:spMk id="4" creationId="{98B8473E-AFDC-0B35-620F-A3E261A615E6}"/>
          </ac:spMkLst>
        </pc:spChg>
        <pc:spChg chg="mod">
          <ac:chgData name="Yash Jadhav" userId="535c3d6d-72b8-4f77-8155-55f939173cf2" providerId="ADAL" clId="{F33F88E0-3380-47C4-AFDE-F1AC050ADA82}" dt="2026-01-25T16:01:44.127" v="3436" actId="790"/>
          <ac:spMkLst>
            <pc:docMk/>
            <pc:sldMk cId="1447030852" sldId="321"/>
            <ac:spMk id="11" creationId="{E3E421DD-7F73-48C5-BDA3-451A3E2EF995}"/>
          </ac:spMkLst>
        </pc:spChg>
        <pc:spChg chg="mod">
          <ac:chgData name="Yash Jadhav" userId="535c3d6d-72b8-4f77-8155-55f939173cf2" providerId="ADAL" clId="{F33F88E0-3380-47C4-AFDE-F1AC050ADA82}" dt="2026-01-25T16:01:44.132" v="3437" actId="790"/>
          <ac:spMkLst>
            <pc:docMk/>
            <pc:sldMk cId="1447030852" sldId="321"/>
            <ac:spMk id="13"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12925084" sldId="322"/>
        </pc:sldMkLst>
        <pc:spChg chg="mod ord">
          <ac:chgData name="Yash Jadhav" userId="535c3d6d-72b8-4f77-8155-55f939173cf2" providerId="ADAL" clId="{F33F88E0-3380-47C4-AFDE-F1AC050ADA82}" dt="2026-01-25T16:06:14.662" v="8413" actId="6264"/>
          <ac:spMkLst>
            <pc:docMk/>
            <pc:sldMk cId="2812925084" sldId="322"/>
            <ac:spMk id="2" creationId="{00000000-0000-0000-0000-000000000000}"/>
          </ac:spMkLst>
        </pc:spChg>
        <pc:spChg chg="mod">
          <ac:chgData name="Yash Jadhav" userId="535c3d6d-72b8-4f77-8155-55f939173cf2" providerId="ADAL" clId="{F33F88E0-3380-47C4-AFDE-F1AC050ADA82}" dt="2026-01-25T16:01:46.221" v="3443" actId="790"/>
          <ac:spMkLst>
            <pc:docMk/>
            <pc:sldMk cId="2812925084" sldId="322"/>
            <ac:spMk id="3" creationId="{00000000-0000-0000-0000-000000000000}"/>
          </ac:spMkLst>
        </pc:spChg>
        <pc:spChg chg="mod">
          <ac:chgData name="Yash Jadhav" userId="535c3d6d-72b8-4f77-8155-55f939173cf2" providerId="ADAL" clId="{F33F88E0-3380-47C4-AFDE-F1AC050ADA82}" dt="2026-01-25T16:01:46.232" v="3447" actId="790"/>
          <ac:spMkLst>
            <pc:docMk/>
            <pc:sldMk cId="2812925084" sldId="322"/>
            <ac:spMk id="4" creationId="{00000000-0000-0000-0000-000000000000}"/>
          </ac:spMkLst>
        </pc:spChg>
        <pc:spChg chg="add del mod">
          <ac:chgData name="Yash Jadhav" userId="535c3d6d-72b8-4f77-8155-55f939173cf2" providerId="ADAL" clId="{F33F88E0-3380-47C4-AFDE-F1AC050ADA82}" dt="2026-01-25T16:06:14.662" v="8413" actId="6264"/>
          <ac:spMkLst>
            <pc:docMk/>
            <pc:sldMk cId="2812925084" sldId="322"/>
            <ac:spMk id="5" creationId="{3077FD1A-F05F-E1D4-7F33-766E9955AA93}"/>
          </ac:spMkLst>
        </pc:spChg>
        <pc:spChg chg="mod">
          <ac:chgData name="Yash Jadhav" userId="535c3d6d-72b8-4f77-8155-55f939173cf2" providerId="ADAL" clId="{F33F88E0-3380-47C4-AFDE-F1AC050ADA82}" dt="2026-01-25T16:01:46.224" v="3444" actId="790"/>
          <ac:spMkLst>
            <pc:docMk/>
            <pc:sldMk cId="2812925084" sldId="322"/>
            <ac:spMk id="11" creationId="{00000000-0000-0000-0000-000000000000}"/>
          </ac:spMkLst>
        </pc:spChg>
        <pc:spChg chg="mod">
          <ac:chgData name="Yash Jadhav" userId="535c3d6d-72b8-4f77-8155-55f939173cf2" providerId="ADAL" clId="{F33F88E0-3380-47C4-AFDE-F1AC050ADA82}" dt="2026-01-25T16:01:46.228" v="3445" actId="790"/>
          <ac:spMkLst>
            <pc:docMk/>
            <pc:sldMk cId="2812925084" sldId="322"/>
            <ac:spMk id="13" creationId="{00000000-0000-0000-0000-000000000000}"/>
          </ac:spMkLst>
        </pc:spChg>
        <pc:spChg chg="mod">
          <ac:chgData name="Yash Jadhav" userId="535c3d6d-72b8-4f77-8155-55f939173cf2" providerId="ADAL" clId="{F33F88E0-3380-47C4-AFDE-F1AC050ADA82}" dt="2026-01-25T16:01:46.229" v="3446" actId="790"/>
          <ac:spMkLst>
            <pc:docMk/>
            <pc:sldMk cId="2812925084" sldId="322"/>
            <ac:spMk id="14" creationId="{00000000-0000-0000-0000-000000000000}"/>
          </ac:spMkLst>
        </pc:spChg>
        <pc:spChg chg="mod">
          <ac:chgData name="Yash Jadhav" userId="535c3d6d-72b8-4f77-8155-55f939173cf2" providerId="ADAL" clId="{F33F88E0-3380-47C4-AFDE-F1AC050ADA82}" dt="2026-01-25T16:01:46.233" v="3448" actId="790"/>
          <ac:spMkLst>
            <pc:docMk/>
            <pc:sldMk cId="2812925084" sldId="322"/>
            <ac:spMk id="18" creationId="{00000000-0000-0000-0000-000000000000}"/>
          </ac:spMkLst>
        </pc:spChg>
        <pc:spChg chg="mod">
          <ac:chgData name="Yash Jadhav" userId="535c3d6d-72b8-4f77-8155-55f939173cf2" providerId="ADAL" clId="{F33F88E0-3380-47C4-AFDE-F1AC050ADA82}" dt="2026-01-25T16:01:46.258" v="3458" actId="790"/>
          <ac:spMkLst>
            <pc:docMk/>
            <pc:sldMk cId="2812925084" sldId="322"/>
            <ac:spMk id="19" creationId="{E3E421DD-7F73-48C5-BDA3-451A3E2EF995}"/>
          </ac:spMkLst>
        </pc:spChg>
        <pc:spChg chg="mod">
          <ac:chgData name="Yash Jadhav" userId="535c3d6d-72b8-4f77-8155-55f939173cf2" providerId="ADAL" clId="{F33F88E0-3380-47C4-AFDE-F1AC050ADA82}" dt="2026-01-25T16:01:46.262" v="3459" actId="790"/>
          <ac:spMkLst>
            <pc:docMk/>
            <pc:sldMk cId="2812925084" sldId="322"/>
            <ac:spMk id="20" creationId="{E3E421DD-7F73-48C5-BDA3-451A3E2EF995}"/>
          </ac:spMkLst>
        </pc:spChg>
        <pc:spChg chg="mod">
          <ac:chgData name="Yash Jadhav" userId="535c3d6d-72b8-4f77-8155-55f939173cf2" providerId="ADAL" clId="{F33F88E0-3380-47C4-AFDE-F1AC050ADA82}" dt="2026-01-25T16:01:46.235" v="3449" actId="790"/>
          <ac:spMkLst>
            <pc:docMk/>
            <pc:sldMk cId="2812925084" sldId="322"/>
            <ac:spMk id="22" creationId="{00000000-0000-0000-0000-000000000000}"/>
          </ac:spMkLst>
        </pc:spChg>
        <pc:spChg chg="mod">
          <ac:chgData name="Yash Jadhav" userId="535c3d6d-72b8-4f77-8155-55f939173cf2" providerId="ADAL" clId="{F33F88E0-3380-47C4-AFDE-F1AC050ADA82}" dt="2026-01-25T16:01:46.237" v="3450" actId="790"/>
          <ac:spMkLst>
            <pc:docMk/>
            <pc:sldMk cId="2812925084" sldId="322"/>
            <ac:spMk id="23" creationId="{00000000-0000-0000-0000-000000000000}"/>
          </ac:spMkLst>
        </pc:spChg>
        <pc:spChg chg="mod">
          <ac:chgData name="Yash Jadhav" userId="535c3d6d-72b8-4f77-8155-55f939173cf2" providerId="ADAL" clId="{F33F88E0-3380-47C4-AFDE-F1AC050ADA82}" dt="2026-01-25T16:01:46.241" v="3451" actId="790"/>
          <ac:spMkLst>
            <pc:docMk/>
            <pc:sldMk cId="2812925084" sldId="322"/>
            <ac:spMk id="24" creationId="{00000000-0000-0000-0000-000000000000}"/>
          </ac:spMkLst>
        </pc:spChg>
        <pc:spChg chg="mod">
          <ac:chgData name="Yash Jadhav" userId="535c3d6d-72b8-4f77-8155-55f939173cf2" providerId="ADAL" clId="{F33F88E0-3380-47C4-AFDE-F1AC050ADA82}" dt="2026-01-25T16:01:46.244" v="3452" actId="790"/>
          <ac:spMkLst>
            <pc:docMk/>
            <pc:sldMk cId="2812925084" sldId="322"/>
            <ac:spMk id="25" creationId="{00000000-0000-0000-0000-000000000000}"/>
          </ac:spMkLst>
        </pc:spChg>
        <pc:spChg chg="mod">
          <ac:chgData name="Yash Jadhav" userId="535c3d6d-72b8-4f77-8155-55f939173cf2" providerId="ADAL" clId="{F33F88E0-3380-47C4-AFDE-F1AC050ADA82}" dt="2026-01-25T16:01:46.246" v="3453" actId="790"/>
          <ac:spMkLst>
            <pc:docMk/>
            <pc:sldMk cId="2812925084" sldId="322"/>
            <ac:spMk id="27" creationId="{00000000-0000-0000-0000-000000000000}"/>
          </ac:spMkLst>
        </pc:spChg>
        <pc:spChg chg="mod">
          <ac:chgData name="Yash Jadhav" userId="535c3d6d-72b8-4f77-8155-55f939173cf2" providerId="ADAL" clId="{F33F88E0-3380-47C4-AFDE-F1AC050ADA82}" dt="2026-01-25T16:01:46.248" v="3454" actId="790"/>
          <ac:spMkLst>
            <pc:docMk/>
            <pc:sldMk cId="2812925084" sldId="322"/>
            <ac:spMk id="28" creationId="{00000000-0000-0000-0000-000000000000}"/>
          </ac:spMkLst>
        </pc:spChg>
        <pc:spChg chg="mod">
          <ac:chgData name="Yash Jadhav" userId="535c3d6d-72b8-4f77-8155-55f939173cf2" providerId="ADAL" clId="{F33F88E0-3380-47C4-AFDE-F1AC050ADA82}" dt="2026-01-25T16:01:46.250" v="3455" actId="790"/>
          <ac:spMkLst>
            <pc:docMk/>
            <pc:sldMk cId="2812925084" sldId="322"/>
            <ac:spMk id="29" creationId="{00000000-0000-0000-0000-000000000000}"/>
          </ac:spMkLst>
        </pc:spChg>
        <pc:spChg chg="mod">
          <ac:chgData name="Yash Jadhav" userId="535c3d6d-72b8-4f77-8155-55f939173cf2" providerId="ADAL" clId="{F33F88E0-3380-47C4-AFDE-F1AC050ADA82}" dt="2026-01-25T16:01:46.251" v="3456" actId="790"/>
          <ac:spMkLst>
            <pc:docMk/>
            <pc:sldMk cId="2812925084" sldId="322"/>
            <ac:spMk id="30" creationId="{00000000-0000-0000-0000-000000000000}"/>
          </ac:spMkLst>
        </pc:spChg>
        <pc:spChg chg="mod">
          <ac:chgData name="Yash Jadhav" userId="535c3d6d-72b8-4f77-8155-55f939173cf2" providerId="ADAL" clId="{F33F88E0-3380-47C4-AFDE-F1AC050ADA82}" dt="2026-01-25T16:01:46.254" v="3457" actId="790"/>
          <ac:spMkLst>
            <pc:docMk/>
            <pc:sldMk cId="2812925084" sldId="322"/>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8538509" sldId="323"/>
        </pc:sldMkLst>
        <pc:spChg chg="mod ord">
          <ac:chgData name="Yash Jadhav" userId="535c3d6d-72b8-4f77-8155-55f939173cf2" providerId="ADAL" clId="{F33F88E0-3380-47C4-AFDE-F1AC050ADA82}" dt="2026-01-25T16:06:14.662" v="8413" actId="6264"/>
          <ac:spMkLst>
            <pc:docMk/>
            <pc:sldMk cId="2338538509" sldId="32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8538509" sldId="323"/>
            <ac:spMk id="3" creationId="{E0798DA3-E7B3-699D-9F47-BF016C40F3DC}"/>
          </ac:spMkLst>
        </pc:spChg>
        <pc:spChg chg="mod">
          <ac:chgData name="Yash Jadhav" userId="535c3d6d-72b8-4f77-8155-55f939173cf2" providerId="ADAL" clId="{F33F88E0-3380-47C4-AFDE-F1AC050ADA82}" dt="2026-01-25T16:01:49.476" v="3468" actId="790"/>
          <ac:spMkLst>
            <pc:docMk/>
            <pc:sldMk cId="2338538509" sldId="323"/>
            <ac:spMk id="9" creationId="{00000000-0000-0000-0000-000000000000}"/>
          </ac:spMkLst>
        </pc:spChg>
        <pc:spChg chg="mod">
          <ac:chgData name="Yash Jadhav" userId="535c3d6d-72b8-4f77-8155-55f939173cf2" providerId="ADAL" clId="{F33F88E0-3380-47C4-AFDE-F1AC050ADA82}" dt="2026-01-25T16:01:49.477" v="3469" actId="790"/>
          <ac:spMkLst>
            <pc:docMk/>
            <pc:sldMk cId="2338538509" sldId="323"/>
            <ac:spMk id="10" creationId="{00000000-0000-0000-0000-000000000000}"/>
          </ac:spMkLst>
        </pc:spChg>
        <pc:spChg chg="mod">
          <ac:chgData name="Yash Jadhav" userId="535c3d6d-72b8-4f77-8155-55f939173cf2" providerId="ADAL" clId="{F33F88E0-3380-47C4-AFDE-F1AC050ADA82}" dt="2026-01-25T16:01:49.479" v="3470" actId="790"/>
          <ac:spMkLst>
            <pc:docMk/>
            <pc:sldMk cId="2338538509" sldId="323"/>
            <ac:spMk id="11" creationId="{00000000-0000-0000-0000-000000000000}"/>
          </ac:spMkLst>
        </pc:spChg>
        <pc:spChg chg="mod">
          <ac:chgData name="Yash Jadhav" userId="535c3d6d-72b8-4f77-8155-55f939173cf2" providerId="ADAL" clId="{F33F88E0-3380-47C4-AFDE-F1AC050ADA82}" dt="2026-01-25T16:01:49.466" v="3465" actId="790"/>
          <ac:spMkLst>
            <pc:docMk/>
            <pc:sldMk cId="2338538509" sldId="323"/>
            <ac:spMk id="13" creationId="{00000000-0000-0000-0000-000000000000}"/>
          </ac:spMkLst>
        </pc:spChg>
        <pc:spChg chg="mod">
          <ac:chgData name="Yash Jadhav" userId="535c3d6d-72b8-4f77-8155-55f939173cf2" providerId="ADAL" clId="{F33F88E0-3380-47C4-AFDE-F1AC050ADA82}" dt="2026-01-25T16:01:49.468" v="3466" actId="790"/>
          <ac:spMkLst>
            <pc:docMk/>
            <pc:sldMk cId="2338538509" sldId="323"/>
            <ac:spMk id="14" creationId="{00000000-0000-0000-0000-000000000000}"/>
          </ac:spMkLst>
        </pc:spChg>
        <pc:spChg chg="mod">
          <ac:chgData name="Yash Jadhav" userId="535c3d6d-72b8-4f77-8155-55f939173cf2" providerId="ADAL" clId="{F33F88E0-3380-47C4-AFDE-F1AC050ADA82}" dt="2026-01-25T16:01:49.472" v="3467" actId="790"/>
          <ac:spMkLst>
            <pc:docMk/>
            <pc:sldMk cId="2338538509" sldId="323"/>
            <ac:spMk id="15" creationId="{00000000-0000-0000-0000-000000000000}"/>
          </ac:spMkLst>
        </pc:spChg>
        <pc:spChg chg="mod">
          <ac:chgData name="Yash Jadhav" userId="535c3d6d-72b8-4f77-8155-55f939173cf2" providerId="ADAL" clId="{F33F88E0-3380-47C4-AFDE-F1AC050ADA82}" dt="2026-01-25T16:01:49.511" v="3489" actId="790"/>
          <ac:spMkLst>
            <pc:docMk/>
            <pc:sldMk cId="2338538509" sldId="323"/>
            <ac:spMk id="16" creationId="{00000000-0000-0000-0000-000000000000}"/>
          </ac:spMkLst>
        </pc:spChg>
        <pc:spChg chg="mod">
          <ac:chgData name="Yash Jadhav" userId="535c3d6d-72b8-4f77-8155-55f939173cf2" providerId="ADAL" clId="{F33F88E0-3380-47C4-AFDE-F1AC050ADA82}" dt="2026-01-25T16:01:49.522" v="3496" actId="790"/>
          <ac:spMkLst>
            <pc:docMk/>
            <pc:sldMk cId="2338538509" sldId="323"/>
            <ac:spMk id="17" creationId="{00000000-0000-0000-0000-000000000000}"/>
          </ac:spMkLst>
        </pc:spChg>
        <pc:spChg chg="mod">
          <ac:chgData name="Yash Jadhav" userId="535c3d6d-72b8-4f77-8155-55f939173cf2" providerId="ADAL" clId="{F33F88E0-3380-47C4-AFDE-F1AC050ADA82}" dt="2026-01-25T16:01:49.491" v="3477" actId="790"/>
          <ac:spMkLst>
            <pc:docMk/>
            <pc:sldMk cId="2338538509" sldId="323"/>
            <ac:spMk id="30" creationId="{00000000-0000-0000-0000-000000000000}"/>
          </ac:spMkLst>
        </pc:spChg>
        <pc:spChg chg="mod">
          <ac:chgData name="Yash Jadhav" userId="535c3d6d-72b8-4f77-8155-55f939173cf2" providerId="ADAL" clId="{F33F88E0-3380-47C4-AFDE-F1AC050ADA82}" dt="2026-01-25T16:01:49.493" v="3478" actId="790"/>
          <ac:spMkLst>
            <pc:docMk/>
            <pc:sldMk cId="2338538509" sldId="323"/>
            <ac:spMk id="31" creationId="{00000000-0000-0000-0000-000000000000}"/>
          </ac:spMkLst>
        </pc:spChg>
        <pc:spChg chg="mod">
          <ac:chgData name="Yash Jadhav" userId="535c3d6d-72b8-4f77-8155-55f939173cf2" providerId="ADAL" clId="{F33F88E0-3380-47C4-AFDE-F1AC050ADA82}" dt="2026-01-25T16:01:49.481" v="3471" actId="790"/>
          <ac:spMkLst>
            <pc:docMk/>
            <pc:sldMk cId="2338538509" sldId="323"/>
            <ac:spMk id="33" creationId="{00000000-0000-0000-0000-000000000000}"/>
          </ac:spMkLst>
        </pc:spChg>
        <pc:spChg chg="mod">
          <ac:chgData name="Yash Jadhav" userId="535c3d6d-72b8-4f77-8155-55f939173cf2" providerId="ADAL" clId="{F33F88E0-3380-47C4-AFDE-F1AC050ADA82}" dt="2026-01-25T16:01:49.482" v="3472" actId="790"/>
          <ac:spMkLst>
            <pc:docMk/>
            <pc:sldMk cId="2338538509" sldId="323"/>
            <ac:spMk id="34" creationId="{00000000-0000-0000-0000-000000000000}"/>
          </ac:spMkLst>
        </pc:spChg>
        <pc:spChg chg="mod">
          <ac:chgData name="Yash Jadhav" userId="535c3d6d-72b8-4f77-8155-55f939173cf2" providerId="ADAL" clId="{F33F88E0-3380-47C4-AFDE-F1AC050ADA82}" dt="2026-01-25T16:01:49.484" v="3473" actId="790"/>
          <ac:spMkLst>
            <pc:docMk/>
            <pc:sldMk cId="2338538509" sldId="323"/>
            <ac:spMk id="35" creationId="{00000000-0000-0000-0000-000000000000}"/>
          </ac:spMkLst>
        </pc:spChg>
        <pc:spChg chg="mod">
          <ac:chgData name="Yash Jadhav" userId="535c3d6d-72b8-4f77-8155-55f939173cf2" providerId="ADAL" clId="{F33F88E0-3380-47C4-AFDE-F1AC050ADA82}" dt="2026-01-25T16:01:49.494" v="3479" actId="790"/>
          <ac:spMkLst>
            <pc:docMk/>
            <pc:sldMk cId="2338538509" sldId="323"/>
            <ac:spMk id="36" creationId="{00000000-0000-0000-0000-000000000000}"/>
          </ac:spMkLst>
        </pc:spChg>
        <pc:spChg chg="mod">
          <ac:chgData name="Yash Jadhav" userId="535c3d6d-72b8-4f77-8155-55f939173cf2" providerId="ADAL" clId="{F33F88E0-3380-47C4-AFDE-F1AC050ADA82}" dt="2026-01-25T16:01:49.496" v="3480" actId="790"/>
          <ac:spMkLst>
            <pc:docMk/>
            <pc:sldMk cId="2338538509" sldId="323"/>
            <ac:spMk id="38" creationId="{00000000-0000-0000-0000-000000000000}"/>
          </ac:spMkLst>
        </pc:spChg>
        <pc:spChg chg="mod">
          <ac:chgData name="Yash Jadhav" userId="535c3d6d-72b8-4f77-8155-55f939173cf2" providerId="ADAL" clId="{F33F88E0-3380-47C4-AFDE-F1AC050ADA82}" dt="2026-01-25T16:01:49.497" v="3481" actId="790"/>
          <ac:spMkLst>
            <pc:docMk/>
            <pc:sldMk cId="2338538509" sldId="323"/>
            <ac:spMk id="39" creationId="{00000000-0000-0000-0000-000000000000}"/>
          </ac:spMkLst>
        </pc:spChg>
        <pc:spChg chg="mod">
          <ac:chgData name="Yash Jadhav" userId="535c3d6d-72b8-4f77-8155-55f939173cf2" providerId="ADAL" clId="{F33F88E0-3380-47C4-AFDE-F1AC050ADA82}" dt="2026-01-25T16:01:49.499" v="3482" actId="790"/>
          <ac:spMkLst>
            <pc:docMk/>
            <pc:sldMk cId="2338538509" sldId="323"/>
            <ac:spMk id="40" creationId="{00000000-0000-0000-0000-000000000000}"/>
          </ac:spMkLst>
        </pc:spChg>
        <pc:spChg chg="mod">
          <ac:chgData name="Yash Jadhav" userId="535c3d6d-72b8-4f77-8155-55f939173cf2" providerId="ADAL" clId="{F33F88E0-3380-47C4-AFDE-F1AC050ADA82}" dt="2026-01-25T16:01:49.500" v="3483" actId="790"/>
          <ac:spMkLst>
            <pc:docMk/>
            <pc:sldMk cId="2338538509" sldId="323"/>
            <ac:spMk id="42" creationId="{00000000-0000-0000-0000-000000000000}"/>
          </ac:spMkLst>
        </pc:spChg>
        <pc:spChg chg="mod">
          <ac:chgData name="Yash Jadhav" userId="535c3d6d-72b8-4f77-8155-55f939173cf2" providerId="ADAL" clId="{F33F88E0-3380-47C4-AFDE-F1AC050ADA82}" dt="2026-01-25T16:01:49.502" v="3484" actId="790"/>
          <ac:spMkLst>
            <pc:docMk/>
            <pc:sldMk cId="2338538509" sldId="323"/>
            <ac:spMk id="43" creationId="{00000000-0000-0000-0000-000000000000}"/>
          </ac:spMkLst>
        </pc:spChg>
        <pc:spChg chg="mod">
          <ac:chgData name="Yash Jadhav" userId="535c3d6d-72b8-4f77-8155-55f939173cf2" providerId="ADAL" clId="{F33F88E0-3380-47C4-AFDE-F1AC050ADA82}" dt="2026-01-25T16:01:49.503" v="3485" actId="790"/>
          <ac:spMkLst>
            <pc:docMk/>
            <pc:sldMk cId="2338538509" sldId="323"/>
            <ac:spMk id="44" creationId="{00000000-0000-0000-0000-000000000000}"/>
          </ac:spMkLst>
        </pc:spChg>
        <pc:spChg chg="mod">
          <ac:chgData name="Yash Jadhav" userId="535c3d6d-72b8-4f77-8155-55f939173cf2" providerId="ADAL" clId="{F33F88E0-3380-47C4-AFDE-F1AC050ADA82}" dt="2026-01-25T16:01:49.486" v="3474" actId="790"/>
          <ac:spMkLst>
            <pc:docMk/>
            <pc:sldMk cId="2338538509" sldId="323"/>
            <ac:spMk id="46" creationId="{00000000-0000-0000-0000-000000000000}"/>
          </ac:spMkLst>
        </pc:spChg>
        <pc:spChg chg="mod">
          <ac:chgData name="Yash Jadhav" userId="535c3d6d-72b8-4f77-8155-55f939173cf2" providerId="ADAL" clId="{F33F88E0-3380-47C4-AFDE-F1AC050ADA82}" dt="2026-01-25T16:01:49.487" v="3475" actId="790"/>
          <ac:spMkLst>
            <pc:docMk/>
            <pc:sldMk cId="2338538509" sldId="323"/>
            <ac:spMk id="47" creationId="{00000000-0000-0000-0000-000000000000}"/>
          </ac:spMkLst>
        </pc:spChg>
        <pc:spChg chg="mod">
          <ac:chgData name="Yash Jadhav" userId="535c3d6d-72b8-4f77-8155-55f939173cf2" providerId="ADAL" clId="{F33F88E0-3380-47C4-AFDE-F1AC050ADA82}" dt="2026-01-25T16:01:49.489" v="3476" actId="790"/>
          <ac:spMkLst>
            <pc:docMk/>
            <pc:sldMk cId="2338538509" sldId="323"/>
            <ac:spMk id="48" creationId="{00000000-0000-0000-0000-000000000000}"/>
          </ac:spMkLst>
        </pc:spChg>
        <pc:spChg chg="mod">
          <ac:chgData name="Yash Jadhav" userId="535c3d6d-72b8-4f77-8155-55f939173cf2" providerId="ADAL" clId="{F33F88E0-3380-47C4-AFDE-F1AC050ADA82}" dt="2026-01-25T16:01:49.506" v="3486" actId="790"/>
          <ac:spMkLst>
            <pc:docMk/>
            <pc:sldMk cId="2338538509" sldId="323"/>
            <ac:spMk id="57" creationId="{00000000-0000-0000-0000-000000000000}"/>
          </ac:spMkLst>
        </pc:spChg>
        <pc:spChg chg="mod">
          <ac:chgData name="Yash Jadhav" userId="535c3d6d-72b8-4f77-8155-55f939173cf2" providerId="ADAL" clId="{F33F88E0-3380-47C4-AFDE-F1AC050ADA82}" dt="2026-01-25T16:01:49.507" v="3487" actId="790"/>
          <ac:spMkLst>
            <pc:docMk/>
            <pc:sldMk cId="2338538509" sldId="323"/>
            <ac:spMk id="58" creationId="{00000000-0000-0000-0000-000000000000}"/>
          </ac:spMkLst>
        </pc:spChg>
        <pc:spChg chg="mod">
          <ac:chgData name="Yash Jadhav" userId="535c3d6d-72b8-4f77-8155-55f939173cf2" providerId="ADAL" clId="{F33F88E0-3380-47C4-AFDE-F1AC050ADA82}" dt="2026-01-25T16:01:49.509" v="3488" actId="790"/>
          <ac:spMkLst>
            <pc:docMk/>
            <pc:sldMk cId="2338538509" sldId="323"/>
            <ac:spMk id="59" creationId="{00000000-0000-0000-0000-000000000000}"/>
          </ac:spMkLst>
        </pc:spChg>
        <pc:spChg chg="mod">
          <ac:chgData name="Yash Jadhav" userId="535c3d6d-72b8-4f77-8155-55f939173cf2" providerId="ADAL" clId="{F33F88E0-3380-47C4-AFDE-F1AC050ADA82}" dt="2026-01-25T16:01:49.512" v="3490" actId="790"/>
          <ac:spMkLst>
            <pc:docMk/>
            <pc:sldMk cId="2338538509" sldId="323"/>
            <ac:spMk id="60" creationId="{00000000-0000-0000-0000-000000000000}"/>
          </ac:spMkLst>
        </pc:spChg>
        <pc:spChg chg="mod">
          <ac:chgData name="Yash Jadhav" userId="535c3d6d-72b8-4f77-8155-55f939173cf2" providerId="ADAL" clId="{F33F88E0-3380-47C4-AFDE-F1AC050ADA82}" dt="2026-01-25T16:01:49.514" v="3491" actId="790"/>
          <ac:spMkLst>
            <pc:docMk/>
            <pc:sldMk cId="2338538509" sldId="323"/>
            <ac:spMk id="61" creationId="{00000000-0000-0000-0000-000000000000}"/>
          </ac:spMkLst>
        </pc:spChg>
        <pc:spChg chg="mod">
          <ac:chgData name="Yash Jadhav" userId="535c3d6d-72b8-4f77-8155-55f939173cf2" providerId="ADAL" clId="{F33F88E0-3380-47C4-AFDE-F1AC050ADA82}" dt="2026-01-25T16:01:49.514" v="3492" actId="790"/>
          <ac:spMkLst>
            <pc:docMk/>
            <pc:sldMk cId="2338538509" sldId="323"/>
            <ac:spMk id="62" creationId="{00000000-0000-0000-0000-000000000000}"/>
          </ac:spMkLst>
        </pc:spChg>
        <pc:spChg chg="mod">
          <ac:chgData name="Yash Jadhav" userId="535c3d6d-72b8-4f77-8155-55f939173cf2" providerId="ADAL" clId="{F33F88E0-3380-47C4-AFDE-F1AC050ADA82}" dt="2026-01-25T16:01:49.517" v="3493" actId="790"/>
          <ac:spMkLst>
            <pc:docMk/>
            <pc:sldMk cId="2338538509" sldId="323"/>
            <ac:spMk id="63" creationId="{00000000-0000-0000-0000-000000000000}"/>
          </ac:spMkLst>
        </pc:spChg>
        <pc:spChg chg="mod">
          <ac:chgData name="Yash Jadhav" userId="535c3d6d-72b8-4f77-8155-55f939173cf2" providerId="ADAL" clId="{F33F88E0-3380-47C4-AFDE-F1AC050ADA82}" dt="2026-01-25T16:01:49.518" v="3494" actId="790"/>
          <ac:spMkLst>
            <pc:docMk/>
            <pc:sldMk cId="2338538509" sldId="323"/>
            <ac:spMk id="64" creationId="{00000000-0000-0000-0000-000000000000}"/>
          </ac:spMkLst>
        </pc:spChg>
        <pc:spChg chg="mod">
          <ac:chgData name="Yash Jadhav" userId="535c3d6d-72b8-4f77-8155-55f939173cf2" providerId="ADAL" clId="{F33F88E0-3380-47C4-AFDE-F1AC050ADA82}" dt="2026-01-25T16:01:49.520" v="3495" actId="790"/>
          <ac:spMkLst>
            <pc:docMk/>
            <pc:sldMk cId="2338538509" sldId="323"/>
            <ac:spMk id="65" creationId="{00000000-0000-0000-0000-000000000000}"/>
          </ac:spMkLst>
        </pc:spChg>
        <pc:spChg chg="mod">
          <ac:chgData name="Yash Jadhav" userId="535c3d6d-72b8-4f77-8155-55f939173cf2" providerId="ADAL" clId="{F33F88E0-3380-47C4-AFDE-F1AC050ADA82}" dt="2026-01-25T16:01:49.525" v="3497" actId="790"/>
          <ac:spMkLst>
            <pc:docMk/>
            <pc:sldMk cId="2338538509" sldId="323"/>
            <ac:spMk id="66" creationId="{00000000-0000-0000-0000-000000000000}"/>
          </ac:spMkLst>
        </pc:spChg>
        <pc:spChg chg="mod">
          <ac:chgData name="Yash Jadhav" userId="535c3d6d-72b8-4f77-8155-55f939173cf2" providerId="ADAL" clId="{F33F88E0-3380-47C4-AFDE-F1AC050ADA82}" dt="2026-01-25T16:01:49.527" v="3498" actId="790"/>
          <ac:spMkLst>
            <pc:docMk/>
            <pc:sldMk cId="2338538509" sldId="323"/>
            <ac:spMk id="67" creationId="{00000000-0000-0000-0000-000000000000}"/>
          </ac:spMkLst>
        </pc:spChg>
        <pc:spChg chg="mod">
          <ac:chgData name="Yash Jadhav" userId="535c3d6d-72b8-4f77-8155-55f939173cf2" providerId="ADAL" clId="{F33F88E0-3380-47C4-AFDE-F1AC050ADA82}" dt="2026-01-25T16:01:49.529" v="3499" actId="790"/>
          <ac:spMkLst>
            <pc:docMk/>
            <pc:sldMk cId="2338538509" sldId="323"/>
            <ac:spMk id="68" creationId="{00000000-0000-0000-0000-000000000000}"/>
          </ac:spMkLst>
        </pc:spChg>
        <pc:spChg chg="mod">
          <ac:chgData name="Yash Jadhav" userId="535c3d6d-72b8-4f77-8155-55f939173cf2" providerId="ADAL" clId="{F33F88E0-3380-47C4-AFDE-F1AC050ADA82}" dt="2026-01-25T16:01:49.531" v="3500" actId="790"/>
          <ac:spMkLst>
            <pc:docMk/>
            <pc:sldMk cId="2338538509" sldId="323"/>
            <ac:spMk id="69" creationId="{00000000-0000-0000-0000-000000000000}"/>
          </ac:spMkLst>
        </pc:spChg>
        <pc:spChg chg="mod">
          <ac:chgData name="Yash Jadhav" userId="535c3d6d-72b8-4f77-8155-55f939173cf2" providerId="ADAL" clId="{F33F88E0-3380-47C4-AFDE-F1AC050ADA82}" dt="2026-01-25T16:01:49.533" v="3501" actId="790"/>
          <ac:spMkLst>
            <pc:docMk/>
            <pc:sldMk cId="2338538509" sldId="323"/>
            <ac:spMk id="70" creationId="{00000000-0000-0000-0000-000000000000}"/>
          </ac:spMkLst>
        </pc:spChg>
        <pc:spChg chg="mod">
          <ac:chgData name="Yash Jadhav" userId="535c3d6d-72b8-4f77-8155-55f939173cf2" providerId="ADAL" clId="{F33F88E0-3380-47C4-AFDE-F1AC050ADA82}" dt="2026-01-25T16:01:49.535" v="3502" actId="790"/>
          <ac:spMkLst>
            <pc:docMk/>
            <pc:sldMk cId="2338538509" sldId="323"/>
            <ac:spMk id="7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75190592" sldId="324"/>
        </pc:sldMkLst>
        <pc:spChg chg="mod ord">
          <ac:chgData name="Yash Jadhav" userId="535c3d6d-72b8-4f77-8155-55f939173cf2" providerId="ADAL" clId="{F33F88E0-3380-47C4-AFDE-F1AC050ADA82}" dt="2026-01-25T16:06:14.662" v="8413" actId="6264"/>
          <ac:spMkLst>
            <pc:docMk/>
            <pc:sldMk cId="3975190592" sldId="32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975190592" sldId="324"/>
            <ac:spMk id="3" creationId="{E206408D-BF3B-806B-FE1A-C8402AB92458}"/>
          </ac:spMkLst>
        </pc:spChg>
        <pc:spChg chg="mod">
          <ac:chgData name="Yash Jadhav" userId="535c3d6d-72b8-4f77-8155-55f939173cf2" providerId="ADAL" clId="{F33F88E0-3380-47C4-AFDE-F1AC050ADA82}" dt="2026-01-25T16:01:50.397" v="3511" actId="790"/>
          <ac:spMkLst>
            <pc:docMk/>
            <pc:sldMk cId="3975190592" sldId="324"/>
            <ac:spMk id="4" creationId="{00000000-0000-0000-0000-000000000000}"/>
          </ac:spMkLst>
        </pc:spChg>
        <pc:spChg chg="mod">
          <ac:chgData name="Yash Jadhav" userId="535c3d6d-72b8-4f77-8155-55f939173cf2" providerId="ADAL" clId="{F33F88E0-3380-47C4-AFDE-F1AC050ADA82}" dt="2026-01-25T16:01:50.394" v="3509" actId="790"/>
          <ac:spMkLst>
            <pc:docMk/>
            <pc:sldMk cId="3975190592" sldId="324"/>
            <ac:spMk id="14" creationId="{00000000-0000-0000-0000-000000000000}"/>
          </ac:spMkLst>
        </pc:spChg>
        <pc:spChg chg="mod">
          <ac:chgData name="Yash Jadhav" userId="535c3d6d-72b8-4f77-8155-55f939173cf2" providerId="ADAL" clId="{F33F88E0-3380-47C4-AFDE-F1AC050ADA82}" dt="2026-01-25T16:01:50.391" v="3508" actId="790"/>
          <ac:spMkLst>
            <pc:docMk/>
            <pc:sldMk cId="3975190592" sldId="324"/>
            <ac:spMk id="16" creationId="{00000000-0000-0000-0000-000000000000}"/>
          </ac:spMkLst>
        </pc:spChg>
        <pc:spChg chg="mod">
          <ac:chgData name="Yash Jadhav" userId="535c3d6d-72b8-4f77-8155-55f939173cf2" providerId="ADAL" clId="{F33F88E0-3380-47C4-AFDE-F1AC050ADA82}" dt="2026-01-25T16:01:50.386" v="3507" actId="790"/>
          <ac:spMkLst>
            <pc:docMk/>
            <pc:sldMk cId="3975190592" sldId="324"/>
            <ac:spMk id="17" creationId="{00000000-0000-0000-0000-000000000000}"/>
          </ac:spMkLst>
        </pc:spChg>
        <pc:spChg chg="mod">
          <ac:chgData name="Yash Jadhav" userId="535c3d6d-72b8-4f77-8155-55f939173cf2" providerId="ADAL" clId="{F33F88E0-3380-47C4-AFDE-F1AC050ADA82}" dt="2026-01-25T16:01:50.400" v="3512" actId="790"/>
          <ac:spMkLst>
            <pc:docMk/>
            <pc:sldMk cId="3975190592" sldId="324"/>
            <ac:spMk id="18" creationId="{00000000-0000-0000-0000-000000000000}"/>
          </ac:spMkLst>
        </pc:spChg>
        <pc:spChg chg="mod">
          <ac:chgData name="Yash Jadhav" userId="535c3d6d-72b8-4f77-8155-55f939173cf2" providerId="ADAL" clId="{F33F88E0-3380-47C4-AFDE-F1AC050ADA82}" dt="2026-01-25T16:01:50.405" v="3513" actId="790"/>
          <ac:spMkLst>
            <pc:docMk/>
            <pc:sldMk cId="3975190592" sldId="324"/>
            <ac:spMk id="19" creationId="{00000000-0000-0000-0000-000000000000}"/>
          </ac:spMkLst>
        </pc:spChg>
        <pc:spChg chg="mod">
          <ac:chgData name="Yash Jadhav" userId="535c3d6d-72b8-4f77-8155-55f939173cf2" providerId="ADAL" clId="{F33F88E0-3380-47C4-AFDE-F1AC050ADA82}" dt="2026-01-25T16:01:50.409" v="3514" actId="790"/>
          <ac:spMkLst>
            <pc:docMk/>
            <pc:sldMk cId="3975190592" sldId="324"/>
            <ac:spMk id="20" creationId="{00000000-0000-0000-0000-000000000000}"/>
          </ac:spMkLst>
        </pc:spChg>
        <pc:spChg chg="mod">
          <ac:chgData name="Yash Jadhav" userId="535c3d6d-72b8-4f77-8155-55f939173cf2" providerId="ADAL" clId="{F33F88E0-3380-47C4-AFDE-F1AC050ADA82}" dt="2026-01-25T16:01:50.414" v="3515" actId="790"/>
          <ac:spMkLst>
            <pc:docMk/>
            <pc:sldMk cId="3975190592" sldId="324"/>
            <ac:spMk id="2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64390747" sldId="325"/>
        </pc:sldMkLst>
        <pc:spChg chg="add del mod">
          <ac:chgData name="Yash Jadhav" userId="535c3d6d-72b8-4f77-8155-55f939173cf2" providerId="ADAL" clId="{F33F88E0-3380-47C4-AFDE-F1AC050ADA82}" dt="2026-01-25T16:06:14.662" v="8413" actId="6264"/>
          <ac:spMkLst>
            <pc:docMk/>
            <pc:sldMk cId="2464390747" sldId="325"/>
            <ac:spMk id="2" creationId="{A2CDB98F-D424-34F8-5FF5-ED28ABCEB59A}"/>
          </ac:spMkLst>
        </pc:spChg>
        <pc:spChg chg="mod ord">
          <ac:chgData name="Yash Jadhav" userId="535c3d6d-72b8-4f77-8155-55f939173cf2" providerId="ADAL" clId="{F33F88E0-3380-47C4-AFDE-F1AC050ADA82}" dt="2026-01-25T16:06:14.662" v="8413" actId="6264"/>
          <ac:spMkLst>
            <pc:docMk/>
            <pc:sldMk cId="2464390747" sldId="325"/>
            <ac:spMk id="4" creationId="{00000000-0000-0000-0000-000000000000}"/>
          </ac:spMkLst>
        </pc:spChg>
        <pc:spChg chg="mod">
          <ac:chgData name="Yash Jadhav" userId="535c3d6d-72b8-4f77-8155-55f939173cf2" providerId="ADAL" clId="{F33F88E0-3380-47C4-AFDE-F1AC050ADA82}" dt="2026-01-25T16:01:53.071" v="3532" actId="790"/>
          <ac:spMkLst>
            <pc:docMk/>
            <pc:sldMk cId="2464390747" sldId="325"/>
            <ac:spMk id="6" creationId="{00000000-0000-0000-0000-000000000000}"/>
          </ac:spMkLst>
        </pc:spChg>
        <pc:spChg chg="mod">
          <ac:chgData name="Yash Jadhav" userId="535c3d6d-72b8-4f77-8155-55f939173cf2" providerId="ADAL" clId="{F33F88E0-3380-47C4-AFDE-F1AC050ADA82}" dt="2026-01-25T16:01:53.074" v="3533" actId="790"/>
          <ac:spMkLst>
            <pc:docMk/>
            <pc:sldMk cId="2464390747" sldId="325"/>
            <ac:spMk id="7" creationId="{00000000-0000-0000-0000-000000000000}"/>
          </ac:spMkLst>
        </pc:spChg>
        <pc:spChg chg="mod">
          <ac:chgData name="Yash Jadhav" userId="535c3d6d-72b8-4f77-8155-55f939173cf2" providerId="ADAL" clId="{F33F88E0-3380-47C4-AFDE-F1AC050ADA82}" dt="2026-01-25T16:01:53.075" v="3534" actId="790"/>
          <ac:spMkLst>
            <pc:docMk/>
            <pc:sldMk cId="2464390747" sldId="325"/>
            <ac:spMk id="10" creationId="{00000000-0000-0000-0000-000000000000}"/>
          </ac:spMkLst>
        </pc:spChg>
        <pc:spChg chg="mod">
          <ac:chgData name="Yash Jadhav" userId="535c3d6d-72b8-4f77-8155-55f939173cf2" providerId="ADAL" clId="{F33F88E0-3380-47C4-AFDE-F1AC050ADA82}" dt="2026-01-25T16:01:53.077" v="3535" actId="790"/>
          <ac:spMkLst>
            <pc:docMk/>
            <pc:sldMk cId="2464390747" sldId="325"/>
            <ac:spMk id="11" creationId="{00000000-0000-0000-0000-000000000000}"/>
          </ac:spMkLst>
        </pc:spChg>
        <pc:spChg chg="mod">
          <ac:chgData name="Yash Jadhav" userId="535c3d6d-72b8-4f77-8155-55f939173cf2" providerId="ADAL" clId="{F33F88E0-3380-47C4-AFDE-F1AC050ADA82}" dt="2026-01-25T16:01:53.079" v="3536" actId="790"/>
          <ac:spMkLst>
            <pc:docMk/>
            <pc:sldMk cId="2464390747" sldId="325"/>
            <ac:spMk id="13" creationId="{00000000-0000-0000-0000-000000000000}"/>
          </ac:spMkLst>
        </pc:spChg>
        <pc:spChg chg="mod">
          <ac:chgData name="Yash Jadhav" userId="535c3d6d-72b8-4f77-8155-55f939173cf2" providerId="ADAL" clId="{F33F88E0-3380-47C4-AFDE-F1AC050ADA82}" dt="2026-01-25T16:01:53.081" v="3537" actId="790"/>
          <ac:spMkLst>
            <pc:docMk/>
            <pc:sldMk cId="2464390747" sldId="325"/>
            <ac:spMk id="14" creationId="{00000000-0000-0000-0000-000000000000}"/>
          </ac:spMkLst>
        </pc:spChg>
        <pc:spChg chg="mod">
          <ac:chgData name="Yash Jadhav" userId="535c3d6d-72b8-4f77-8155-55f939173cf2" providerId="ADAL" clId="{F33F88E0-3380-47C4-AFDE-F1AC050ADA82}" dt="2026-01-25T16:01:53.083" v="3538" actId="790"/>
          <ac:spMkLst>
            <pc:docMk/>
            <pc:sldMk cId="2464390747" sldId="325"/>
            <ac:spMk id="17" creationId="{00000000-0000-0000-0000-000000000000}"/>
          </ac:spMkLst>
        </pc:spChg>
        <pc:spChg chg="mod">
          <ac:chgData name="Yash Jadhav" userId="535c3d6d-72b8-4f77-8155-55f939173cf2" providerId="ADAL" clId="{F33F88E0-3380-47C4-AFDE-F1AC050ADA82}" dt="2026-01-25T16:01:53.086" v="3539" actId="790"/>
          <ac:spMkLst>
            <pc:docMk/>
            <pc:sldMk cId="2464390747" sldId="325"/>
            <ac:spMk id="18" creationId="{00000000-0000-0000-0000-000000000000}"/>
          </ac:spMkLst>
        </pc:spChg>
        <pc:spChg chg="mod">
          <ac:chgData name="Yash Jadhav" userId="535c3d6d-72b8-4f77-8155-55f939173cf2" providerId="ADAL" clId="{F33F88E0-3380-47C4-AFDE-F1AC050ADA82}" dt="2026-01-25T16:01:53.088" v="3540" actId="790"/>
          <ac:spMkLst>
            <pc:docMk/>
            <pc:sldMk cId="2464390747" sldId="325"/>
            <ac:spMk id="20" creationId="{00000000-0000-0000-0000-000000000000}"/>
          </ac:spMkLst>
        </pc:spChg>
        <pc:spChg chg="mod">
          <ac:chgData name="Yash Jadhav" userId="535c3d6d-72b8-4f77-8155-55f939173cf2" providerId="ADAL" clId="{F33F88E0-3380-47C4-AFDE-F1AC050ADA82}" dt="2026-01-25T16:01:53.090" v="3541" actId="790"/>
          <ac:spMkLst>
            <pc:docMk/>
            <pc:sldMk cId="2464390747" sldId="325"/>
            <ac:spMk id="21" creationId="{00000000-0000-0000-0000-000000000000}"/>
          </ac:spMkLst>
        </pc:spChg>
        <pc:spChg chg="mod">
          <ac:chgData name="Yash Jadhav" userId="535c3d6d-72b8-4f77-8155-55f939173cf2" providerId="ADAL" clId="{F33F88E0-3380-47C4-AFDE-F1AC050ADA82}" dt="2026-01-25T16:01:53.068" v="3531" actId="790"/>
          <ac:spMkLst>
            <pc:docMk/>
            <pc:sldMk cId="2464390747" sldId="325"/>
            <ac:spMk id="22" creationId="{00000000-0000-0000-0000-000000000000}"/>
          </ac:spMkLst>
        </pc:spChg>
        <pc:spChg chg="mod">
          <ac:chgData name="Yash Jadhav" userId="535c3d6d-72b8-4f77-8155-55f939173cf2" providerId="ADAL" clId="{F33F88E0-3380-47C4-AFDE-F1AC050ADA82}" dt="2026-01-25T16:01:53.067" v="3530" actId="790"/>
          <ac:spMkLst>
            <pc:docMk/>
            <pc:sldMk cId="2464390747" sldId="325"/>
            <ac:spMk id="23" creationId="{00000000-0000-0000-0000-000000000000}"/>
          </ac:spMkLst>
        </pc:spChg>
        <pc:spChg chg="mod">
          <ac:chgData name="Yash Jadhav" userId="535c3d6d-72b8-4f77-8155-55f939173cf2" providerId="ADAL" clId="{F33F88E0-3380-47C4-AFDE-F1AC050ADA82}" dt="2026-01-25T16:01:53.064" v="3529" actId="790"/>
          <ac:spMkLst>
            <pc:docMk/>
            <pc:sldMk cId="2464390747" sldId="325"/>
            <ac:spMk id="24" creationId="{00000000-0000-0000-0000-000000000000}"/>
          </ac:spMkLst>
        </pc:spChg>
        <pc:spChg chg="mod">
          <ac:chgData name="Yash Jadhav" userId="535c3d6d-72b8-4f77-8155-55f939173cf2" providerId="ADAL" clId="{F33F88E0-3380-47C4-AFDE-F1AC050ADA82}" dt="2026-01-25T16:01:53.091" v="3542" actId="790"/>
          <ac:spMkLst>
            <pc:docMk/>
            <pc:sldMk cId="2464390747" sldId="325"/>
            <ac:spMk id="36" creationId="{00000000-0000-0000-0000-000000000000}"/>
          </ac:spMkLst>
        </pc:spChg>
        <pc:spChg chg="mod">
          <ac:chgData name="Yash Jadhav" userId="535c3d6d-72b8-4f77-8155-55f939173cf2" providerId="ADAL" clId="{F33F88E0-3380-47C4-AFDE-F1AC050ADA82}" dt="2026-01-25T16:01:53.093" v="3543" actId="790"/>
          <ac:spMkLst>
            <pc:docMk/>
            <pc:sldMk cId="2464390747" sldId="325"/>
            <ac:spMk id="37" creationId="{00000000-0000-0000-0000-000000000000}"/>
          </ac:spMkLst>
        </pc:spChg>
        <pc:spChg chg="mod">
          <ac:chgData name="Yash Jadhav" userId="535c3d6d-72b8-4f77-8155-55f939173cf2" providerId="ADAL" clId="{F33F88E0-3380-47C4-AFDE-F1AC050ADA82}" dt="2026-01-25T16:01:53.095" v="3544" actId="790"/>
          <ac:spMkLst>
            <pc:docMk/>
            <pc:sldMk cId="2464390747" sldId="325"/>
            <ac:spMk id="39" creationId="{00000000-0000-0000-0000-000000000000}"/>
          </ac:spMkLst>
        </pc:spChg>
        <pc:spChg chg="mod">
          <ac:chgData name="Yash Jadhav" userId="535c3d6d-72b8-4f77-8155-55f939173cf2" providerId="ADAL" clId="{F33F88E0-3380-47C4-AFDE-F1AC050ADA82}" dt="2026-01-25T16:01:53.096" v="3545" actId="790"/>
          <ac:spMkLst>
            <pc:docMk/>
            <pc:sldMk cId="2464390747" sldId="325"/>
            <ac:spMk id="40" creationId="{00000000-0000-0000-0000-000000000000}"/>
          </ac:spMkLst>
        </pc:spChg>
        <pc:spChg chg="mod">
          <ac:chgData name="Yash Jadhav" userId="535c3d6d-72b8-4f77-8155-55f939173cf2" providerId="ADAL" clId="{F33F88E0-3380-47C4-AFDE-F1AC050ADA82}" dt="2026-01-25T16:01:53.063" v="3528" actId="790"/>
          <ac:spMkLst>
            <pc:docMk/>
            <pc:sldMk cId="2464390747" sldId="325"/>
            <ac:spMk id="41" creationId="{00000000-0000-0000-0000-000000000000}"/>
          </ac:spMkLst>
        </pc:spChg>
        <pc:spChg chg="mod">
          <ac:chgData name="Yash Jadhav" userId="535c3d6d-72b8-4f77-8155-55f939173cf2" providerId="ADAL" clId="{F33F88E0-3380-47C4-AFDE-F1AC050ADA82}" dt="2026-01-25T16:01:53.061" v="3527" actId="790"/>
          <ac:spMkLst>
            <pc:docMk/>
            <pc:sldMk cId="2464390747" sldId="325"/>
            <ac:spMk id="42" creationId="{00000000-0000-0000-0000-000000000000}"/>
          </ac:spMkLst>
        </pc:spChg>
        <pc:spChg chg="mod">
          <ac:chgData name="Yash Jadhav" userId="535c3d6d-72b8-4f77-8155-55f939173cf2" providerId="ADAL" clId="{F33F88E0-3380-47C4-AFDE-F1AC050ADA82}" dt="2026-01-25T16:01:53.059" v="3526" actId="790"/>
          <ac:spMkLst>
            <pc:docMk/>
            <pc:sldMk cId="2464390747" sldId="325"/>
            <ac:spMk id="43" creationId="{00000000-0000-0000-0000-000000000000}"/>
          </ac:spMkLst>
        </pc:spChg>
        <pc:spChg chg="mod">
          <ac:chgData name="Yash Jadhav" userId="535c3d6d-72b8-4f77-8155-55f939173cf2" providerId="ADAL" clId="{F33F88E0-3380-47C4-AFDE-F1AC050ADA82}" dt="2026-01-25T16:01:53.056" v="3525" actId="790"/>
          <ac:spMkLst>
            <pc:docMk/>
            <pc:sldMk cId="2464390747" sldId="325"/>
            <ac:spMk id="44" creationId="{00000000-0000-0000-0000-000000000000}"/>
          </ac:spMkLst>
        </pc:spChg>
        <pc:spChg chg="mod">
          <ac:chgData name="Yash Jadhav" userId="535c3d6d-72b8-4f77-8155-55f939173cf2" providerId="ADAL" clId="{F33F88E0-3380-47C4-AFDE-F1AC050ADA82}" dt="2026-01-25T16:01:53.054" v="3524" actId="790"/>
          <ac:spMkLst>
            <pc:docMk/>
            <pc:sldMk cId="2464390747" sldId="325"/>
            <ac:spMk id="45" creationId="{00000000-0000-0000-0000-000000000000}"/>
          </ac:spMkLst>
        </pc:spChg>
        <pc:spChg chg="mod">
          <ac:chgData name="Yash Jadhav" userId="535c3d6d-72b8-4f77-8155-55f939173cf2" providerId="ADAL" clId="{F33F88E0-3380-47C4-AFDE-F1AC050ADA82}" dt="2026-01-25T16:01:53.099" v="3546" actId="790"/>
          <ac:spMkLst>
            <pc:docMk/>
            <pc:sldMk cId="2464390747" sldId="325"/>
            <ac:spMk id="47" creationId="{00000000-0000-0000-0000-000000000000}"/>
          </ac:spMkLst>
        </pc:spChg>
        <pc:spChg chg="mod">
          <ac:chgData name="Yash Jadhav" userId="535c3d6d-72b8-4f77-8155-55f939173cf2" providerId="ADAL" clId="{F33F88E0-3380-47C4-AFDE-F1AC050ADA82}" dt="2026-01-25T16:01:53.101" v="3547" actId="790"/>
          <ac:spMkLst>
            <pc:docMk/>
            <pc:sldMk cId="2464390747" sldId="325"/>
            <ac:spMk id="48" creationId="{00000000-0000-0000-0000-000000000000}"/>
          </ac:spMkLst>
        </pc:spChg>
        <pc:spChg chg="mod">
          <ac:chgData name="Yash Jadhav" userId="535c3d6d-72b8-4f77-8155-55f939173cf2" providerId="ADAL" clId="{F33F88E0-3380-47C4-AFDE-F1AC050ADA82}" dt="2026-01-25T16:01:53.104" v="3548" actId="790"/>
          <ac:spMkLst>
            <pc:docMk/>
            <pc:sldMk cId="2464390747" sldId="325"/>
            <ac:spMk id="50" creationId="{00000000-0000-0000-0000-000000000000}"/>
          </ac:spMkLst>
        </pc:spChg>
        <pc:spChg chg="mod">
          <ac:chgData name="Yash Jadhav" userId="535c3d6d-72b8-4f77-8155-55f939173cf2" providerId="ADAL" clId="{F33F88E0-3380-47C4-AFDE-F1AC050ADA82}" dt="2026-01-25T16:01:53.106" v="3549" actId="790"/>
          <ac:spMkLst>
            <pc:docMk/>
            <pc:sldMk cId="2464390747" sldId="325"/>
            <ac:spMk id="51" creationId="{00000000-0000-0000-0000-000000000000}"/>
          </ac:spMkLst>
        </pc:spChg>
        <pc:spChg chg="mod">
          <ac:chgData name="Yash Jadhav" userId="535c3d6d-72b8-4f77-8155-55f939173cf2" providerId="ADAL" clId="{F33F88E0-3380-47C4-AFDE-F1AC050ADA82}" dt="2026-01-25T16:01:53.108" v="3550" actId="790"/>
          <ac:spMkLst>
            <pc:docMk/>
            <pc:sldMk cId="2464390747" sldId="325"/>
            <ac:spMk id="53" creationId="{00000000-0000-0000-0000-000000000000}"/>
          </ac:spMkLst>
        </pc:spChg>
        <pc:spChg chg="mod">
          <ac:chgData name="Yash Jadhav" userId="535c3d6d-72b8-4f77-8155-55f939173cf2" providerId="ADAL" clId="{F33F88E0-3380-47C4-AFDE-F1AC050ADA82}" dt="2026-01-25T16:01:53.110" v="3551" actId="790"/>
          <ac:spMkLst>
            <pc:docMk/>
            <pc:sldMk cId="2464390747" sldId="325"/>
            <ac:spMk id="54" creationId="{00000000-0000-0000-0000-000000000000}"/>
          </ac:spMkLst>
        </pc:spChg>
        <pc:spChg chg="mod">
          <ac:chgData name="Yash Jadhav" userId="535c3d6d-72b8-4f77-8155-55f939173cf2" providerId="ADAL" clId="{F33F88E0-3380-47C4-AFDE-F1AC050ADA82}" dt="2026-01-25T16:01:53.052" v="3523" actId="790"/>
          <ac:spMkLst>
            <pc:docMk/>
            <pc:sldMk cId="2464390747" sldId="325"/>
            <ac:spMk id="55" creationId="{00000000-0000-0000-0000-000000000000}"/>
          </ac:spMkLst>
        </pc:spChg>
        <pc:spChg chg="mod">
          <ac:chgData name="Yash Jadhav" userId="535c3d6d-72b8-4f77-8155-55f939173cf2" providerId="ADAL" clId="{F33F88E0-3380-47C4-AFDE-F1AC050ADA82}" dt="2026-01-25T16:01:53.048" v="3521" actId="790"/>
          <ac:spMkLst>
            <pc:docMk/>
            <pc:sldMk cId="2464390747" sldId="325"/>
            <ac:spMk id="56" creationId="{00000000-0000-0000-0000-000000000000}"/>
          </ac:spMkLst>
        </pc:spChg>
        <pc:spChg chg="mod">
          <ac:chgData name="Yash Jadhav" userId="535c3d6d-72b8-4f77-8155-55f939173cf2" providerId="ADAL" clId="{F33F88E0-3380-47C4-AFDE-F1AC050ADA82}" dt="2026-01-25T16:01:53.045" v="3520" actId="790"/>
          <ac:spMkLst>
            <pc:docMk/>
            <pc:sldMk cId="2464390747" sldId="325"/>
            <ac:spMk id="57" creationId="{00000000-0000-0000-0000-000000000000}"/>
          </ac:spMkLst>
        </pc:spChg>
        <pc:spChg chg="mod">
          <ac:chgData name="Yash Jadhav" userId="535c3d6d-72b8-4f77-8155-55f939173cf2" providerId="ADAL" clId="{F33F88E0-3380-47C4-AFDE-F1AC050ADA82}" dt="2026-01-25T16:01:53.111" v="3552" actId="790"/>
          <ac:spMkLst>
            <pc:docMk/>
            <pc:sldMk cId="2464390747" sldId="325"/>
            <ac:spMk id="58" creationId="{76D4BC8A-A1E3-B930-1DDB-326A0FEE2D36}"/>
          </ac:spMkLst>
        </pc:spChg>
        <pc:spChg chg="mod">
          <ac:chgData name="Yash Jadhav" userId="535c3d6d-72b8-4f77-8155-55f939173cf2" providerId="ADAL" clId="{F33F88E0-3380-47C4-AFDE-F1AC050ADA82}" dt="2026-01-25T16:01:53.113" v="3553" actId="790"/>
          <ac:spMkLst>
            <pc:docMk/>
            <pc:sldMk cId="2464390747" sldId="325"/>
            <ac:spMk id="59" creationId="{0B6F0861-EEB4-5C17-61EA-E8CA882BA63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81051769" sldId="326"/>
        </pc:sldMkLst>
        <pc:spChg chg="mod ord">
          <ac:chgData name="Yash Jadhav" userId="535c3d6d-72b8-4f77-8155-55f939173cf2" providerId="ADAL" clId="{F33F88E0-3380-47C4-AFDE-F1AC050ADA82}" dt="2026-01-25T16:06:14.662" v="8413" actId="6264"/>
          <ac:spMkLst>
            <pc:docMk/>
            <pc:sldMk cId="4081051769" sldId="326"/>
            <ac:spMk id="2" creationId="{0CF6BBCE-6BC9-948A-6AFB-24F1EAD74EA5}"/>
          </ac:spMkLst>
        </pc:spChg>
        <pc:spChg chg="mod">
          <ac:chgData name="Yash Jadhav" userId="535c3d6d-72b8-4f77-8155-55f939173cf2" providerId="ADAL" clId="{F33F88E0-3380-47C4-AFDE-F1AC050ADA82}" dt="2026-01-25T16:01:53.844" v="3559" actId="790"/>
          <ac:spMkLst>
            <pc:docMk/>
            <pc:sldMk cId="4081051769" sldId="326"/>
            <ac:spMk id="4" creationId="{44AAB9F1-2994-CF39-9010-1A7880C7388C}"/>
          </ac:spMkLst>
        </pc:spChg>
        <pc:spChg chg="mod">
          <ac:chgData name="Yash Jadhav" userId="535c3d6d-72b8-4f77-8155-55f939173cf2" providerId="ADAL" clId="{F33F88E0-3380-47C4-AFDE-F1AC050ADA82}" dt="2026-01-25T16:01:53.847" v="3560" actId="790"/>
          <ac:spMkLst>
            <pc:docMk/>
            <pc:sldMk cId="4081051769" sldId="326"/>
            <ac:spMk id="5" creationId="{8DDBF955-36D9-77C0-1278-F3C50C67D5FF}"/>
          </ac:spMkLst>
        </pc:spChg>
        <pc:spChg chg="mod">
          <ac:chgData name="Yash Jadhav" userId="535c3d6d-72b8-4f77-8155-55f939173cf2" providerId="ADAL" clId="{F33F88E0-3380-47C4-AFDE-F1AC050ADA82}" dt="2026-01-25T16:01:53.850" v="3561" actId="790"/>
          <ac:spMkLst>
            <pc:docMk/>
            <pc:sldMk cId="4081051769" sldId="326"/>
            <ac:spMk id="6" creationId="{D2EAB12D-6EF6-981D-B423-28FA06044A81}"/>
          </ac:spMkLst>
        </pc:spChg>
        <pc:spChg chg="mod">
          <ac:chgData name="Yash Jadhav" userId="535c3d6d-72b8-4f77-8155-55f939173cf2" providerId="ADAL" clId="{F33F88E0-3380-47C4-AFDE-F1AC050ADA82}" dt="2026-01-25T16:01:53.852" v="3562" actId="790"/>
          <ac:spMkLst>
            <pc:docMk/>
            <pc:sldMk cId="4081051769" sldId="326"/>
            <ac:spMk id="7" creationId="{DF8FE53D-5117-9A97-5767-1951C66DB0AB}"/>
          </ac:spMkLst>
        </pc:spChg>
        <pc:spChg chg="mod">
          <ac:chgData name="Yash Jadhav" userId="535c3d6d-72b8-4f77-8155-55f939173cf2" providerId="ADAL" clId="{F33F88E0-3380-47C4-AFDE-F1AC050ADA82}" dt="2026-01-25T16:01:53.856" v="3563" actId="790"/>
          <ac:spMkLst>
            <pc:docMk/>
            <pc:sldMk cId="4081051769" sldId="326"/>
            <ac:spMk id="8" creationId="{7CFE3E3C-FE33-7ABD-7238-3503A43117C5}"/>
          </ac:spMkLst>
        </pc:spChg>
        <pc:spChg chg="mod">
          <ac:chgData name="Yash Jadhav" userId="535c3d6d-72b8-4f77-8155-55f939173cf2" providerId="ADAL" clId="{F33F88E0-3380-47C4-AFDE-F1AC050ADA82}" dt="2026-01-25T16:01:53.859" v="3564" actId="790"/>
          <ac:spMkLst>
            <pc:docMk/>
            <pc:sldMk cId="4081051769" sldId="326"/>
            <ac:spMk id="9" creationId="{46EAEBF7-8F42-1DF9-EC68-E35D75B49831}"/>
          </ac:spMkLst>
        </pc:spChg>
        <pc:spChg chg="mod">
          <ac:chgData name="Yash Jadhav" userId="535c3d6d-72b8-4f77-8155-55f939173cf2" providerId="ADAL" clId="{F33F88E0-3380-47C4-AFDE-F1AC050ADA82}" dt="2026-01-25T16:01:53.863" v="3565" actId="790"/>
          <ac:spMkLst>
            <pc:docMk/>
            <pc:sldMk cId="4081051769" sldId="326"/>
            <ac:spMk id="10" creationId="{BEEF6C94-9C62-1DA4-0919-BBAC94584B27}"/>
          </ac:spMkLst>
        </pc:spChg>
        <pc:spChg chg="mod">
          <ac:chgData name="Yash Jadhav" userId="535c3d6d-72b8-4f77-8155-55f939173cf2" providerId="ADAL" clId="{F33F88E0-3380-47C4-AFDE-F1AC050ADA82}" dt="2026-01-25T16:01:53.865" v="3566" actId="790"/>
          <ac:spMkLst>
            <pc:docMk/>
            <pc:sldMk cId="4081051769" sldId="326"/>
            <ac:spMk id="11" creationId="{060D0B2E-7DAB-A579-446F-063700123A38}"/>
          </ac:spMkLst>
        </pc:spChg>
        <pc:spChg chg="mod">
          <ac:chgData name="Yash Jadhav" userId="535c3d6d-72b8-4f77-8155-55f939173cf2" providerId="ADAL" clId="{F33F88E0-3380-47C4-AFDE-F1AC050ADA82}" dt="2026-01-25T16:01:53.867" v="3567" actId="790"/>
          <ac:spMkLst>
            <pc:docMk/>
            <pc:sldMk cId="4081051769" sldId="326"/>
            <ac:spMk id="12" creationId="{48DEF84B-A19D-BBC9-D6C2-0B71A58F7A3B}"/>
          </ac:spMkLst>
        </pc:spChg>
        <pc:spChg chg="mod">
          <ac:chgData name="Yash Jadhav" userId="535c3d6d-72b8-4f77-8155-55f939173cf2" providerId="ADAL" clId="{F33F88E0-3380-47C4-AFDE-F1AC050ADA82}" dt="2026-01-25T16:01:53.869" v="3568" actId="790"/>
          <ac:spMkLst>
            <pc:docMk/>
            <pc:sldMk cId="4081051769" sldId="326"/>
            <ac:spMk id="13" creationId="{DB63FEEA-ECDF-D09B-CBDE-10B77524140B}"/>
          </ac:spMkLst>
        </pc:spChg>
        <pc:spChg chg="mod">
          <ac:chgData name="Yash Jadhav" userId="535c3d6d-72b8-4f77-8155-55f939173cf2" providerId="ADAL" clId="{F33F88E0-3380-47C4-AFDE-F1AC050ADA82}" dt="2026-01-25T16:01:53.871" v="3569" actId="790"/>
          <ac:spMkLst>
            <pc:docMk/>
            <pc:sldMk cId="4081051769" sldId="326"/>
            <ac:spMk id="14" creationId="{D94A208D-DD4C-AC4C-0541-21F3315D297F}"/>
          </ac:spMkLst>
        </pc:spChg>
        <pc:spChg chg="mod">
          <ac:chgData name="Yash Jadhav" userId="535c3d6d-72b8-4f77-8155-55f939173cf2" providerId="ADAL" clId="{F33F88E0-3380-47C4-AFDE-F1AC050ADA82}" dt="2026-01-25T16:01:53.872" v="3570" actId="790"/>
          <ac:spMkLst>
            <pc:docMk/>
            <pc:sldMk cId="4081051769" sldId="326"/>
            <ac:spMk id="15" creationId="{A98F4257-D7AD-826C-EAF4-00F78BFC41F4}"/>
          </ac:spMkLst>
        </pc:spChg>
        <pc:spChg chg="mod">
          <ac:chgData name="Yash Jadhav" userId="535c3d6d-72b8-4f77-8155-55f939173cf2" providerId="ADAL" clId="{F33F88E0-3380-47C4-AFDE-F1AC050ADA82}" dt="2026-01-25T16:01:53.874" v="3571" actId="790"/>
          <ac:spMkLst>
            <pc:docMk/>
            <pc:sldMk cId="4081051769" sldId="326"/>
            <ac:spMk id="16" creationId="{4B86073F-0907-1119-A444-00000F203AC3}"/>
          </ac:spMkLst>
        </pc:spChg>
        <pc:spChg chg="mod">
          <ac:chgData name="Yash Jadhav" userId="535c3d6d-72b8-4f77-8155-55f939173cf2" providerId="ADAL" clId="{F33F88E0-3380-47C4-AFDE-F1AC050ADA82}" dt="2026-01-25T16:01:53.876" v="3572" actId="790"/>
          <ac:spMkLst>
            <pc:docMk/>
            <pc:sldMk cId="4081051769" sldId="326"/>
            <ac:spMk id="17" creationId="{B34160DC-A46A-5E1F-AC7B-8927FA8732BA}"/>
          </ac:spMkLst>
        </pc:spChg>
        <pc:spChg chg="mod">
          <ac:chgData name="Yash Jadhav" userId="535c3d6d-72b8-4f77-8155-55f939173cf2" providerId="ADAL" clId="{F33F88E0-3380-47C4-AFDE-F1AC050ADA82}" dt="2026-01-25T16:01:53.877" v="3573" actId="790"/>
          <ac:spMkLst>
            <pc:docMk/>
            <pc:sldMk cId="4081051769" sldId="326"/>
            <ac:spMk id="18" creationId="{58CA90E2-AB38-D82F-BCAB-E009481B2C24}"/>
          </ac:spMkLst>
        </pc:spChg>
        <pc:spChg chg="mod">
          <ac:chgData name="Yash Jadhav" userId="535c3d6d-72b8-4f77-8155-55f939173cf2" providerId="ADAL" clId="{F33F88E0-3380-47C4-AFDE-F1AC050ADA82}" dt="2026-01-25T16:01:53.879" v="3574" actId="790"/>
          <ac:spMkLst>
            <pc:docMk/>
            <pc:sldMk cId="4081051769" sldId="326"/>
            <ac:spMk id="19" creationId="{E8BEE22D-164B-614A-4561-428B5E2D30FF}"/>
          </ac:spMkLst>
        </pc:spChg>
        <pc:spChg chg="mod">
          <ac:chgData name="Yash Jadhav" userId="535c3d6d-72b8-4f77-8155-55f939173cf2" providerId="ADAL" clId="{F33F88E0-3380-47C4-AFDE-F1AC050ADA82}" dt="2026-01-25T16:01:53.880" v="3575" actId="790"/>
          <ac:spMkLst>
            <pc:docMk/>
            <pc:sldMk cId="4081051769" sldId="326"/>
            <ac:spMk id="20" creationId="{EA221E6B-35E1-C2FC-037D-0AB54C7BBF58}"/>
          </ac:spMkLst>
        </pc:spChg>
        <pc:spChg chg="mod">
          <ac:chgData name="Yash Jadhav" userId="535c3d6d-72b8-4f77-8155-55f939173cf2" providerId="ADAL" clId="{F33F88E0-3380-47C4-AFDE-F1AC050ADA82}" dt="2026-01-25T16:01:53.882" v="3576" actId="790"/>
          <ac:spMkLst>
            <pc:docMk/>
            <pc:sldMk cId="4081051769" sldId="326"/>
            <ac:spMk id="21" creationId="{D5E733B0-52D6-9DAA-487A-EF59D4F8E146}"/>
          </ac:spMkLst>
        </pc:spChg>
        <pc:spChg chg="mod">
          <ac:chgData name="Yash Jadhav" userId="535c3d6d-72b8-4f77-8155-55f939173cf2" providerId="ADAL" clId="{F33F88E0-3380-47C4-AFDE-F1AC050ADA82}" dt="2026-01-25T16:01:53.884" v="3577" actId="790"/>
          <ac:spMkLst>
            <pc:docMk/>
            <pc:sldMk cId="4081051769" sldId="326"/>
            <ac:spMk id="23" creationId="{724149C2-24E4-6171-7805-3C00DD3EA4E8}"/>
          </ac:spMkLst>
        </pc:spChg>
        <pc:spChg chg="mod">
          <ac:chgData name="Yash Jadhav" userId="535c3d6d-72b8-4f77-8155-55f939173cf2" providerId="ADAL" clId="{F33F88E0-3380-47C4-AFDE-F1AC050ADA82}" dt="2026-01-25T16:01:53.889" v="3578" actId="790"/>
          <ac:spMkLst>
            <pc:docMk/>
            <pc:sldMk cId="4081051769" sldId="326"/>
            <ac:spMk id="24" creationId="{DB38E496-8B7A-2E47-AE02-221EB333D17B}"/>
          </ac:spMkLst>
        </pc:spChg>
        <pc:spChg chg="mod">
          <ac:chgData name="Yash Jadhav" userId="535c3d6d-72b8-4f77-8155-55f939173cf2" providerId="ADAL" clId="{F33F88E0-3380-47C4-AFDE-F1AC050ADA82}" dt="2026-01-25T16:01:53.891" v="3579" actId="790"/>
          <ac:spMkLst>
            <pc:docMk/>
            <pc:sldMk cId="4081051769" sldId="326"/>
            <ac:spMk id="26" creationId="{18B5322A-074D-C1C1-F10C-E5C878C01675}"/>
          </ac:spMkLst>
        </pc:spChg>
        <pc:spChg chg="mod">
          <ac:chgData name="Yash Jadhav" userId="535c3d6d-72b8-4f77-8155-55f939173cf2" providerId="ADAL" clId="{F33F88E0-3380-47C4-AFDE-F1AC050ADA82}" dt="2026-01-25T16:01:53.895" v="3580" actId="790"/>
          <ac:spMkLst>
            <pc:docMk/>
            <pc:sldMk cId="4081051769" sldId="326"/>
            <ac:spMk id="27" creationId="{70292BDE-AA78-58B8-C236-70170369838A}"/>
          </ac:spMkLst>
        </pc:spChg>
        <pc:spChg chg="mod">
          <ac:chgData name="Yash Jadhav" userId="535c3d6d-72b8-4f77-8155-55f939173cf2" providerId="ADAL" clId="{F33F88E0-3380-47C4-AFDE-F1AC050ADA82}" dt="2026-01-25T16:01:53.897" v="3581" actId="790"/>
          <ac:spMkLst>
            <pc:docMk/>
            <pc:sldMk cId="4081051769" sldId="326"/>
            <ac:spMk id="29" creationId="{074140A7-7309-7674-9FFC-5A27D3ACF670}"/>
          </ac:spMkLst>
        </pc:spChg>
        <pc:spChg chg="mod">
          <ac:chgData name="Yash Jadhav" userId="535c3d6d-72b8-4f77-8155-55f939173cf2" providerId="ADAL" clId="{F33F88E0-3380-47C4-AFDE-F1AC050ADA82}" dt="2026-01-25T16:01:53.900" v="3582" actId="790"/>
          <ac:spMkLst>
            <pc:docMk/>
            <pc:sldMk cId="4081051769" sldId="326"/>
            <ac:spMk id="30" creationId="{D0D33CFC-65E5-5A92-296A-AC15AD56CD12}"/>
          </ac:spMkLst>
        </pc:spChg>
        <pc:spChg chg="add del mod">
          <ac:chgData name="Yash Jadhav" userId="535c3d6d-72b8-4f77-8155-55f939173cf2" providerId="ADAL" clId="{F33F88E0-3380-47C4-AFDE-F1AC050ADA82}" dt="2026-01-25T16:06:14.662" v="8413" actId="6264"/>
          <ac:spMkLst>
            <pc:docMk/>
            <pc:sldMk cId="4081051769" sldId="326"/>
            <ac:spMk id="31" creationId="{F6AC3E83-5F9A-178C-7201-4DF4543C6A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39973556" sldId="327"/>
        </pc:sldMkLst>
        <pc:spChg chg="mod ord">
          <ac:chgData name="Yash Jadhav" userId="535c3d6d-72b8-4f77-8155-55f939173cf2" providerId="ADAL" clId="{F33F88E0-3380-47C4-AFDE-F1AC050ADA82}" dt="2026-01-25T16:06:14.662" v="8413" actId="6264"/>
          <ac:spMkLst>
            <pc:docMk/>
            <pc:sldMk cId="3639973556" sldId="327"/>
            <ac:spMk id="2" creationId="{DE255F97-BA09-7B89-0F19-47429CC6E415}"/>
          </ac:spMkLst>
        </pc:spChg>
        <pc:spChg chg="mod">
          <ac:chgData name="Yash Jadhav" userId="535c3d6d-72b8-4f77-8155-55f939173cf2" providerId="ADAL" clId="{F33F88E0-3380-47C4-AFDE-F1AC050ADA82}" dt="2026-01-25T16:01:56.546" v="3588" actId="790"/>
          <ac:spMkLst>
            <pc:docMk/>
            <pc:sldMk cId="3639973556" sldId="327"/>
            <ac:spMk id="3" creationId="{3F75B6F4-06C6-D6D1-B6E3-CB86B96E8B88}"/>
          </ac:spMkLst>
        </pc:spChg>
        <pc:spChg chg="mod">
          <ac:chgData name="Yash Jadhav" userId="535c3d6d-72b8-4f77-8155-55f939173cf2" providerId="ADAL" clId="{F33F88E0-3380-47C4-AFDE-F1AC050ADA82}" dt="2026-01-25T16:01:56.548" v="3589" actId="790"/>
          <ac:spMkLst>
            <pc:docMk/>
            <pc:sldMk cId="3639973556" sldId="327"/>
            <ac:spMk id="5" creationId="{6255134F-E380-BB87-C9C7-A6240C224E1E}"/>
          </ac:spMkLst>
        </pc:spChg>
        <pc:spChg chg="mod">
          <ac:chgData name="Yash Jadhav" userId="535c3d6d-72b8-4f77-8155-55f939173cf2" providerId="ADAL" clId="{F33F88E0-3380-47C4-AFDE-F1AC050ADA82}" dt="2026-01-25T16:01:56.550" v="3590" actId="790"/>
          <ac:spMkLst>
            <pc:docMk/>
            <pc:sldMk cId="3639973556" sldId="327"/>
            <ac:spMk id="6" creationId="{B3258A97-CE55-1269-151E-F5CB1DA12866}"/>
          </ac:spMkLst>
        </pc:spChg>
        <pc:spChg chg="mod">
          <ac:chgData name="Yash Jadhav" userId="535c3d6d-72b8-4f77-8155-55f939173cf2" providerId="ADAL" clId="{F33F88E0-3380-47C4-AFDE-F1AC050ADA82}" dt="2026-01-25T16:01:56.553" v="3591" actId="790"/>
          <ac:spMkLst>
            <pc:docMk/>
            <pc:sldMk cId="3639973556" sldId="327"/>
            <ac:spMk id="8" creationId="{25AE7F0F-8714-4073-82BB-578B726DA940}"/>
          </ac:spMkLst>
        </pc:spChg>
        <pc:spChg chg="mod">
          <ac:chgData name="Yash Jadhav" userId="535c3d6d-72b8-4f77-8155-55f939173cf2" providerId="ADAL" clId="{F33F88E0-3380-47C4-AFDE-F1AC050ADA82}" dt="2026-01-25T16:01:56.555" v="3592" actId="790"/>
          <ac:spMkLst>
            <pc:docMk/>
            <pc:sldMk cId="3639973556" sldId="327"/>
            <ac:spMk id="9" creationId="{907E4E86-6BD0-E236-334B-1B38050F027D}"/>
          </ac:spMkLst>
        </pc:spChg>
        <pc:spChg chg="mod">
          <ac:chgData name="Yash Jadhav" userId="535c3d6d-72b8-4f77-8155-55f939173cf2" providerId="ADAL" clId="{F33F88E0-3380-47C4-AFDE-F1AC050ADA82}" dt="2026-01-25T16:01:56.557" v="3593" actId="790"/>
          <ac:spMkLst>
            <pc:docMk/>
            <pc:sldMk cId="3639973556" sldId="327"/>
            <ac:spMk id="10" creationId="{C03253E2-9050-3FB1-F15E-0BE0435FE441}"/>
          </ac:spMkLst>
        </pc:spChg>
        <pc:spChg chg="mod">
          <ac:chgData name="Yash Jadhav" userId="535c3d6d-72b8-4f77-8155-55f939173cf2" providerId="ADAL" clId="{F33F88E0-3380-47C4-AFDE-F1AC050ADA82}" dt="2026-01-25T16:01:56.559" v="3594" actId="790"/>
          <ac:spMkLst>
            <pc:docMk/>
            <pc:sldMk cId="3639973556" sldId="327"/>
            <ac:spMk id="11" creationId="{971DE43D-A1C9-E451-F65A-C3B0E5BEDA9F}"/>
          </ac:spMkLst>
        </pc:spChg>
        <pc:spChg chg="mod">
          <ac:chgData name="Yash Jadhav" userId="535c3d6d-72b8-4f77-8155-55f939173cf2" providerId="ADAL" clId="{F33F88E0-3380-47C4-AFDE-F1AC050ADA82}" dt="2026-01-25T16:01:56.561" v="3595" actId="790"/>
          <ac:spMkLst>
            <pc:docMk/>
            <pc:sldMk cId="3639973556" sldId="327"/>
            <ac:spMk id="12" creationId="{74BC9355-F608-63EF-AD1B-252114EE17EC}"/>
          </ac:spMkLst>
        </pc:spChg>
        <pc:spChg chg="mod">
          <ac:chgData name="Yash Jadhav" userId="535c3d6d-72b8-4f77-8155-55f939173cf2" providerId="ADAL" clId="{F33F88E0-3380-47C4-AFDE-F1AC050ADA82}" dt="2026-01-25T16:01:56.562" v="3596" actId="790"/>
          <ac:spMkLst>
            <pc:docMk/>
            <pc:sldMk cId="3639973556" sldId="327"/>
            <ac:spMk id="13" creationId="{6D9FE6FA-B35A-36BF-578E-83F1718ADAB1}"/>
          </ac:spMkLst>
        </pc:spChg>
        <pc:spChg chg="mod">
          <ac:chgData name="Yash Jadhav" userId="535c3d6d-72b8-4f77-8155-55f939173cf2" providerId="ADAL" clId="{F33F88E0-3380-47C4-AFDE-F1AC050ADA82}" dt="2026-01-25T16:01:56.565" v="3597" actId="790"/>
          <ac:spMkLst>
            <pc:docMk/>
            <pc:sldMk cId="3639973556" sldId="327"/>
            <ac:spMk id="14" creationId="{D094E862-019A-E31B-6D38-861650BCFF0C}"/>
          </ac:spMkLst>
        </pc:spChg>
        <pc:spChg chg="mod">
          <ac:chgData name="Yash Jadhav" userId="535c3d6d-72b8-4f77-8155-55f939173cf2" providerId="ADAL" clId="{F33F88E0-3380-47C4-AFDE-F1AC050ADA82}" dt="2026-01-25T16:01:56.566" v="3598" actId="790"/>
          <ac:spMkLst>
            <pc:docMk/>
            <pc:sldMk cId="3639973556" sldId="327"/>
            <ac:spMk id="15" creationId="{1E217CC7-248C-7BD7-2493-2E7BD1C7989E}"/>
          </ac:spMkLst>
        </pc:spChg>
        <pc:spChg chg="mod">
          <ac:chgData name="Yash Jadhav" userId="535c3d6d-72b8-4f77-8155-55f939173cf2" providerId="ADAL" clId="{F33F88E0-3380-47C4-AFDE-F1AC050ADA82}" dt="2026-01-25T16:01:56.568" v="3599" actId="790"/>
          <ac:spMkLst>
            <pc:docMk/>
            <pc:sldMk cId="3639973556" sldId="327"/>
            <ac:spMk id="16" creationId="{A65EA566-9E1D-B4A7-C70D-E9DDB94C8CC1}"/>
          </ac:spMkLst>
        </pc:spChg>
        <pc:spChg chg="mod">
          <ac:chgData name="Yash Jadhav" userId="535c3d6d-72b8-4f77-8155-55f939173cf2" providerId="ADAL" clId="{F33F88E0-3380-47C4-AFDE-F1AC050ADA82}" dt="2026-01-25T16:01:56.570" v="3600" actId="790"/>
          <ac:spMkLst>
            <pc:docMk/>
            <pc:sldMk cId="3639973556" sldId="327"/>
            <ac:spMk id="17" creationId="{31C3283C-EC95-7DBD-03C6-C378DB8C7C0D}"/>
          </ac:spMkLst>
        </pc:spChg>
        <pc:spChg chg="mod">
          <ac:chgData name="Yash Jadhav" userId="535c3d6d-72b8-4f77-8155-55f939173cf2" providerId="ADAL" clId="{F33F88E0-3380-47C4-AFDE-F1AC050ADA82}" dt="2026-01-25T16:01:56.572" v="3601" actId="790"/>
          <ac:spMkLst>
            <pc:docMk/>
            <pc:sldMk cId="3639973556" sldId="327"/>
            <ac:spMk id="18" creationId="{8945FF39-5B2E-A5C7-23F6-1CF5A5FC7405}"/>
          </ac:spMkLst>
        </pc:spChg>
        <pc:spChg chg="mod">
          <ac:chgData name="Yash Jadhav" userId="535c3d6d-72b8-4f77-8155-55f939173cf2" providerId="ADAL" clId="{F33F88E0-3380-47C4-AFDE-F1AC050ADA82}" dt="2026-01-25T16:01:56.574" v="3602" actId="790"/>
          <ac:spMkLst>
            <pc:docMk/>
            <pc:sldMk cId="3639973556" sldId="327"/>
            <ac:spMk id="19" creationId="{9BCD45DF-B5B3-53D5-7297-837ACDB3BCC7}"/>
          </ac:spMkLst>
        </pc:spChg>
        <pc:spChg chg="mod">
          <ac:chgData name="Yash Jadhav" userId="535c3d6d-72b8-4f77-8155-55f939173cf2" providerId="ADAL" clId="{F33F88E0-3380-47C4-AFDE-F1AC050ADA82}" dt="2026-01-25T16:01:56.576" v="3603" actId="790"/>
          <ac:spMkLst>
            <pc:docMk/>
            <pc:sldMk cId="3639973556" sldId="327"/>
            <ac:spMk id="20" creationId="{FF183B4E-D062-1131-E75F-8820EBEDCC44}"/>
          </ac:spMkLst>
        </pc:spChg>
        <pc:spChg chg="mod">
          <ac:chgData name="Yash Jadhav" userId="535c3d6d-72b8-4f77-8155-55f939173cf2" providerId="ADAL" clId="{F33F88E0-3380-47C4-AFDE-F1AC050ADA82}" dt="2026-01-25T16:01:56.578" v="3604" actId="790"/>
          <ac:spMkLst>
            <pc:docMk/>
            <pc:sldMk cId="3639973556" sldId="327"/>
            <ac:spMk id="21" creationId="{9F5E8E47-2B43-B0E7-D963-23DB5207F792}"/>
          </ac:spMkLst>
        </pc:spChg>
        <pc:spChg chg="mod">
          <ac:chgData name="Yash Jadhav" userId="535c3d6d-72b8-4f77-8155-55f939173cf2" providerId="ADAL" clId="{F33F88E0-3380-47C4-AFDE-F1AC050ADA82}" dt="2026-01-25T16:01:56.579" v="3605" actId="790"/>
          <ac:spMkLst>
            <pc:docMk/>
            <pc:sldMk cId="3639973556" sldId="327"/>
            <ac:spMk id="22" creationId="{2A3F6651-B2E0-FAA2-DAEC-3F5AC6087324}"/>
          </ac:spMkLst>
        </pc:spChg>
        <pc:spChg chg="mod">
          <ac:chgData name="Yash Jadhav" userId="535c3d6d-72b8-4f77-8155-55f939173cf2" providerId="ADAL" clId="{F33F88E0-3380-47C4-AFDE-F1AC050ADA82}" dt="2026-01-25T16:01:56.583" v="3606" actId="790"/>
          <ac:spMkLst>
            <pc:docMk/>
            <pc:sldMk cId="3639973556" sldId="327"/>
            <ac:spMk id="23" creationId="{7ED28B50-D0B1-3B46-E69A-B13E474741E5}"/>
          </ac:spMkLst>
        </pc:spChg>
        <pc:spChg chg="mod">
          <ac:chgData name="Yash Jadhav" userId="535c3d6d-72b8-4f77-8155-55f939173cf2" providerId="ADAL" clId="{F33F88E0-3380-47C4-AFDE-F1AC050ADA82}" dt="2026-01-25T16:01:56.586" v="3607" actId="790"/>
          <ac:spMkLst>
            <pc:docMk/>
            <pc:sldMk cId="3639973556" sldId="327"/>
            <ac:spMk id="24" creationId="{B56010BE-214D-8C15-CA23-8446A4C88E46}"/>
          </ac:spMkLst>
        </pc:spChg>
        <pc:spChg chg="mod">
          <ac:chgData name="Yash Jadhav" userId="535c3d6d-72b8-4f77-8155-55f939173cf2" providerId="ADAL" clId="{F33F88E0-3380-47C4-AFDE-F1AC050ADA82}" dt="2026-01-25T16:01:56.591" v="3608" actId="790"/>
          <ac:spMkLst>
            <pc:docMk/>
            <pc:sldMk cId="3639973556" sldId="327"/>
            <ac:spMk id="25" creationId="{4C91771D-E6FC-D9F6-8DE3-87555451E552}"/>
          </ac:spMkLst>
        </pc:spChg>
        <pc:spChg chg="mod">
          <ac:chgData name="Yash Jadhav" userId="535c3d6d-72b8-4f77-8155-55f939173cf2" providerId="ADAL" clId="{F33F88E0-3380-47C4-AFDE-F1AC050ADA82}" dt="2026-01-25T16:01:56.595" v="3609" actId="790"/>
          <ac:spMkLst>
            <pc:docMk/>
            <pc:sldMk cId="3639973556" sldId="327"/>
            <ac:spMk id="26" creationId="{5B37EEA8-BF80-5EF9-754E-10686163C44A}"/>
          </ac:spMkLst>
        </pc:spChg>
        <pc:spChg chg="mod">
          <ac:chgData name="Yash Jadhav" userId="535c3d6d-72b8-4f77-8155-55f939173cf2" providerId="ADAL" clId="{F33F88E0-3380-47C4-AFDE-F1AC050ADA82}" dt="2026-01-25T16:01:56.598" v="3610" actId="790"/>
          <ac:spMkLst>
            <pc:docMk/>
            <pc:sldMk cId="3639973556" sldId="327"/>
            <ac:spMk id="27" creationId="{9EDAA797-9211-1EE9-D837-FC9713D8316B}"/>
          </ac:spMkLst>
        </pc:spChg>
        <pc:spChg chg="add del mod">
          <ac:chgData name="Yash Jadhav" userId="535c3d6d-72b8-4f77-8155-55f939173cf2" providerId="ADAL" clId="{F33F88E0-3380-47C4-AFDE-F1AC050ADA82}" dt="2026-01-25T16:06:14.662" v="8413" actId="6264"/>
          <ac:spMkLst>
            <pc:docMk/>
            <pc:sldMk cId="3639973556" sldId="327"/>
            <ac:spMk id="28" creationId="{3035AA2A-E0C1-6871-2BA0-B4C80BD9999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3884187" sldId="328"/>
        </pc:sldMkLst>
        <pc:spChg chg="mod ord">
          <ac:chgData name="Yash Jadhav" userId="535c3d6d-72b8-4f77-8155-55f939173cf2" providerId="ADAL" clId="{F33F88E0-3380-47C4-AFDE-F1AC050ADA82}" dt="2026-01-25T16:06:14.662" v="8413" actId="6264"/>
          <ac:spMkLst>
            <pc:docMk/>
            <pc:sldMk cId="1473884187" sldId="328"/>
            <ac:spMk id="2" creationId="{BC7B91F3-7569-1220-1A4F-81FFDD83CA4E}"/>
          </ac:spMkLst>
        </pc:spChg>
        <pc:spChg chg="mod">
          <ac:chgData name="Yash Jadhav" userId="535c3d6d-72b8-4f77-8155-55f939173cf2" providerId="ADAL" clId="{F33F88E0-3380-47C4-AFDE-F1AC050ADA82}" dt="2026-01-25T16:01:57.332" v="3616" actId="790"/>
          <ac:spMkLst>
            <pc:docMk/>
            <pc:sldMk cId="1473884187" sldId="328"/>
            <ac:spMk id="3" creationId="{DF607805-56DF-9B13-3CCD-B6662BF668E5}"/>
          </ac:spMkLst>
        </pc:spChg>
        <pc:spChg chg="mod">
          <ac:chgData name="Yash Jadhav" userId="535c3d6d-72b8-4f77-8155-55f939173cf2" providerId="ADAL" clId="{F33F88E0-3380-47C4-AFDE-F1AC050ADA82}" dt="2026-01-25T16:01:57.335" v="3617" actId="790"/>
          <ac:spMkLst>
            <pc:docMk/>
            <pc:sldMk cId="1473884187" sldId="328"/>
            <ac:spMk id="4" creationId="{84C8C01A-6ABB-CE4F-AFF9-D9D00C53429F}"/>
          </ac:spMkLst>
        </pc:spChg>
        <pc:spChg chg="mod">
          <ac:chgData name="Yash Jadhav" userId="535c3d6d-72b8-4f77-8155-55f939173cf2" providerId="ADAL" clId="{F33F88E0-3380-47C4-AFDE-F1AC050ADA82}" dt="2026-01-25T16:01:57.339" v="3618" actId="790"/>
          <ac:spMkLst>
            <pc:docMk/>
            <pc:sldMk cId="1473884187" sldId="328"/>
            <ac:spMk id="5" creationId="{D1333536-F952-FB7C-4BB6-27BD2BC27560}"/>
          </ac:spMkLst>
        </pc:spChg>
        <pc:spChg chg="mod">
          <ac:chgData name="Yash Jadhav" userId="535c3d6d-72b8-4f77-8155-55f939173cf2" providerId="ADAL" clId="{F33F88E0-3380-47C4-AFDE-F1AC050ADA82}" dt="2026-01-25T16:01:57.341" v="3619" actId="790"/>
          <ac:spMkLst>
            <pc:docMk/>
            <pc:sldMk cId="1473884187" sldId="328"/>
            <ac:spMk id="6" creationId="{81A166E9-4211-8F69-9543-EB15282954B2}"/>
          </ac:spMkLst>
        </pc:spChg>
        <pc:spChg chg="mod">
          <ac:chgData name="Yash Jadhav" userId="535c3d6d-72b8-4f77-8155-55f939173cf2" providerId="ADAL" clId="{F33F88E0-3380-47C4-AFDE-F1AC050ADA82}" dt="2026-01-25T16:01:57.343" v="3620" actId="790"/>
          <ac:spMkLst>
            <pc:docMk/>
            <pc:sldMk cId="1473884187" sldId="328"/>
            <ac:spMk id="7" creationId="{C3E529FB-94B0-D5DF-5B83-A8A166302291}"/>
          </ac:spMkLst>
        </pc:spChg>
        <pc:spChg chg="mod">
          <ac:chgData name="Yash Jadhav" userId="535c3d6d-72b8-4f77-8155-55f939173cf2" providerId="ADAL" clId="{F33F88E0-3380-47C4-AFDE-F1AC050ADA82}" dt="2026-01-25T16:01:57.345" v="3621" actId="790"/>
          <ac:spMkLst>
            <pc:docMk/>
            <pc:sldMk cId="1473884187" sldId="328"/>
            <ac:spMk id="8" creationId="{53E87CA6-8516-BA85-6F35-B3B072B16734}"/>
          </ac:spMkLst>
        </pc:spChg>
        <pc:spChg chg="mod">
          <ac:chgData name="Yash Jadhav" userId="535c3d6d-72b8-4f77-8155-55f939173cf2" providerId="ADAL" clId="{F33F88E0-3380-47C4-AFDE-F1AC050ADA82}" dt="2026-01-25T16:01:57.347" v="3622" actId="790"/>
          <ac:spMkLst>
            <pc:docMk/>
            <pc:sldMk cId="1473884187" sldId="328"/>
            <ac:spMk id="9" creationId="{F1C7F98D-1168-A483-2591-555E458610E0}"/>
          </ac:spMkLst>
        </pc:spChg>
        <pc:spChg chg="add del mod">
          <ac:chgData name="Yash Jadhav" userId="535c3d6d-72b8-4f77-8155-55f939173cf2" providerId="ADAL" clId="{F33F88E0-3380-47C4-AFDE-F1AC050ADA82}" dt="2026-01-25T16:06:14.662" v="8413" actId="6264"/>
          <ac:spMkLst>
            <pc:docMk/>
            <pc:sldMk cId="1473884187" sldId="328"/>
            <ac:spMk id="10" creationId="{BDCD6717-15FC-61FC-22AF-A0A6DCE90AA1}"/>
          </ac:spMkLst>
        </pc:spChg>
        <pc:spChg chg="mod">
          <ac:chgData name="Yash Jadhav" userId="535c3d6d-72b8-4f77-8155-55f939173cf2" providerId="ADAL" clId="{F33F88E0-3380-47C4-AFDE-F1AC050ADA82}" dt="2026-01-25T16:01:57.349" v="3623" actId="790"/>
          <ac:spMkLst>
            <pc:docMk/>
            <pc:sldMk cId="1473884187" sldId="328"/>
            <ac:spMk id="11" creationId="{0C1E3761-FD24-ACD2-E750-BF00933A9E68}"/>
          </ac:spMkLst>
        </pc:spChg>
        <pc:spChg chg="mod">
          <ac:chgData name="Yash Jadhav" userId="535c3d6d-72b8-4f77-8155-55f939173cf2" providerId="ADAL" clId="{F33F88E0-3380-47C4-AFDE-F1AC050ADA82}" dt="2026-01-25T16:01:57.350" v="3624" actId="790"/>
          <ac:spMkLst>
            <pc:docMk/>
            <pc:sldMk cId="1473884187" sldId="328"/>
            <ac:spMk id="12" creationId="{7FFDB6ED-2332-BBF4-8999-D218214084CF}"/>
          </ac:spMkLst>
        </pc:spChg>
        <pc:spChg chg="mod">
          <ac:chgData name="Yash Jadhav" userId="535c3d6d-72b8-4f77-8155-55f939173cf2" providerId="ADAL" clId="{F33F88E0-3380-47C4-AFDE-F1AC050ADA82}" dt="2026-01-25T16:01:57.353" v="3625" actId="790"/>
          <ac:spMkLst>
            <pc:docMk/>
            <pc:sldMk cId="1473884187" sldId="328"/>
            <ac:spMk id="13" creationId="{FD9DB3DB-A07C-66AF-46C2-D42A13360BCA}"/>
          </ac:spMkLst>
        </pc:spChg>
        <pc:spChg chg="mod">
          <ac:chgData name="Yash Jadhav" userId="535c3d6d-72b8-4f77-8155-55f939173cf2" providerId="ADAL" clId="{F33F88E0-3380-47C4-AFDE-F1AC050ADA82}" dt="2026-01-25T16:01:57.355" v="3626" actId="790"/>
          <ac:spMkLst>
            <pc:docMk/>
            <pc:sldMk cId="1473884187" sldId="328"/>
            <ac:spMk id="14" creationId="{EC6BD24C-84B0-450B-BBB3-3EFD9EE0121A}"/>
          </ac:spMkLst>
        </pc:spChg>
        <pc:spChg chg="mod">
          <ac:chgData name="Yash Jadhav" userId="535c3d6d-72b8-4f77-8155-55f939173cf2" providerId="ADAL" clId="{F33F88E0-3380-47C4-AFDE-F1AC050ADA82}" dt="2026-01-25T16:01:57.358" v="3627" actId="790"/>
          <ac:spMkLst>
            <pc:docMk/>
            <pc:sldMk cId="1473884187" sldId="328"/>
            <ac:spMk id="15" creationId="{DCA620B4-0843-608B-796A-47627F4917AE}"/>
          </ac:spMkLst>
        </pc:spChg>
        <pc:spChg chg="mod">
          <ac:chgData name="Yash Jadhav" userId="535c3d6d-72b8-4f77-8155-55f939173cf2" providerId="ADAL" clId="{F33F88E0-3380-47C4-AFDE-F1AC050ADA82}" dt="2026-01-25T16:01:57.361" v="3628" actId="790"/>
          <ac:spMkLst>
            <pc:docMk/>
            <pc:sldMk cId="1473884187" sldId="328"/>
            <ac:spMk id="16" creationId="{C99D6C6F-A47E-C45D-05BF-E6AA74B266CE}"/>
          </ac:spMkLst>
        </pc:spChg>
        <pc:spChg chg="mod">
          <ac:chgData name="Yash Jadhav" userId="535c3d6d-72b8-4f77-8155-55f939173cf2" providerId="ADAL" clId="{F33F88E0-3380-47C4-AFDE-F1AC050ADA82}" dt="2026-01-25T16:01:57.363" v="3629" actId="790"/>
          <ac:spMkLst>
            <pc:docMk/>
            <pc:sldMk cId="1473884187" sldId="328"/>
            <ac:spMk id="18" creationId="{7AB71D0C-01EE-C760-BD34-4C84EFAE5B54}"/>
          </ac:spMkLst>
        </pc:spChg>
        <pc:spChg chg="mod">
          <ac:chgData name="Yash Jadhav" userId="535c3d6d-72b8-4f77-8155-55f939173cf2" providerId="ADAL" clId="{F33F88E0-3380-47C4-AFDE-F1AC050ADA82}" dt="2026-01-25T16:01:57.364" v="3630" actId="790"/>
          <ac:spMkLst>
            <pc:docMk/>
            <pc:sldMk cId="1473884187" sldId="328"/>
            <ac:spMk id="21" creationId="{BD720CC6-B082-C14C-BD08-3BB93D88604B}"/>
          </ac:spMkLst>
        </pc:spChg>
        <pc:spChg chg="mod">
          <ac:chgData name="Yash Jadhav" userId="535c3d6d-72b8-4f77-8155-55f939173cf2" providerId="ADAL" clId="{F33F88E0-3380-47C4-AFDE-F1AC050ADA82}" dt="2026-01-25T16:01:57.367" v="3631" actId="790"/>
          <ac:spMkLst>
            <pc:docMk/>
            <pc:sldMk cId="1473884187" sldId="328"/>
            <ac:spMk id="24" creationId="{204EE38D-C173-6B05-10C9-EC5F90C5A6E2}"/>
          </ac:spMkLst>
        </pc:spChg>
        <pc:spChg chg="mod">
          <ac:chgData name="Yash Jadhav" userId="535c3d6d-72b8-4f77-8155-55f939173cf2" providerId="ADAL" clId="{F33F88E0-3380-47C4-AFDE-F1AC050ADA82}" dt="2026-01-25T16:01:57.369" v="3632" actId="790"/>
          <ac:spMkLst>
            <pc:docMk/>
            <pc:sldMk cId="1473884187" sldId="328"/>
            <ac:spMk id="27" creationId="{7249E434-C141-E546-CC44-73BB6652BC21}"/>
          </ac:spMkLst>
        </pc:spChg>
        <pc:spChg chg="mod">
          <ac:chgData name="Yash Jadhav" userId="535c3d6d-72b8-4f77-8155-55f939173cf2" providerId="ADAL" clId="{F33F88E0-3380-47C4-AFDE-F1AC050ADA82}" dt="2026-01-25T16:01:57.373" v="3633" actId="790"/>
          <ac:spMkLst>
            <pc:docMk/>
            <pc:sldMk cId="1473884187" sldId="328"/>
            <ac:spMk id="29" creationId="{DA5408BB-F3B6-073F-DDE0-D678A16C8BA3}"/>
          </ac:spMkLst>
        </pc:spChg>
        <pc:spChg chg="mod">
          <ac:chgData name="Yash Jadhav" userId="535c3d6d-72b8-4f77-8155-55f939173cf2" providerId="ADAL" clId="{F33F88E0-3380-47C4-AFDE-F1AC050ADA82}" dt="2026-01-25T16:01:57.378" v="3634" actId="790"/>
          <ac:spMkLst>
            <pc:docMk/>
            <pc:sldMk cId="1473884187" sldId="328"/>
            <ac:spMk id="30" creationId="{90EA50A0-C04A-AEF5-657A-6660E880AC26}"/>
          </ac:spMkLst>
        </pc:spChg>
        <pc:spChg chg="mod">
          <ac:chgData name="Yash Jadhav" userId="535c3d6d-72b8-4f77-8155-55f939173cf2" providerId="ADAL" clId="{F33F88E0-3380-47C4-AFDE-F1AC050ADA82}" dt="2026-01-25T16:01:57.382" v="3635" actId="790"/>
          <ac:spMkLst>
            <pc:docMk/>
            <pc:sldMk cId="1473884187" sldId="328"/>
            <ac:spMk id="31" creationId="{5E0BC71C-E455-5417-D4DE-1FAE8D752720}"/>
          </ac:spMkLst>
        </pc:spChg>
        <pc:spChg chg="mod">
          <ac:chgData name="Yash Jadhav" userId="535c3d6d-72b8-4f77-8155-55f939173cf2" providerId="ADAL" clId="{F33F88E0-3380-47C4-AFDE-F1AC050ADA82}" dt="2026-01-25T16:01:57.385" v="3636" actId="790"/>
          <ac:spMkLst>
            <pc:docMk/>
            <pc:sldMk cId="1473884187" sldId="328"/>
            <ac:spMk id="33" creationId="{46F4736D-5FD5-641A-E52F-6617EBDD81B6}"/>
          </ac:spMkLst>
        </pc:spChg>
        <pc:spChg chg="mod">
          <ac:chgData name="Yash Jadhav" userId="535c3d6d-72b8-4f77-8155-55f939173cf2" providerId="ADAL" clId="{F33F88E0-3380-47C4-AFDE-F1AC050ADA82}" dt="2026-01-25T16:01:57.387" v="3637" actId="790"/>
          <ac:spMkLst>
            <pc:docMk/>
            <pc:sldMk cId="1473884187" sldId="328"/>
            <ac:spMk id="34" creationId="{38B6F9E8-DC3B-8630-7B99-B4B107B5F575}"/>
          </ac:spMkLst>
        </pc:spChg>
        <pc:spChg chg="mod">
          <ac:chgData name="Yash Jadhav" userId="535c3d6d-72b8-4f77-8155-55f939173cf2" providerId="ADAL" clId="{F33F88E0-3380-47C4-AFDE-F1AC050ADA82}" dt="2026-01-25T16:01:57.389" v="3638" actId="790"/>
          <ac:spMkLst>
            <pc:docMk/>
            <pc:sldMk cId="1473884187" sldId="328"/>
            <ac:spMk id="35" creationId="{58D58DFE-7141-6D5B-91F5-451E27F9450C}"/>
          </ac:spMkLst>
        </pc:spChg>
        <pc:spChg chg="mod">
          <ac:chgData name="Yash Jadhav" userId="535c3d6d-72b8-4f77-8155-55f939173cf2" providerId="ADAL" clId="{F33F88E0-3380-47C4-AFDE-F1AC050ADA82}" dt="2026-01-25T16:01:57.392" v="3639" actId="790"/>
          <ac:spMkLst>
            <pc:docMk/>
            <pc:sldMk cId="1473884187" sldId="328"/>
            <ac:spMk id="37" creationId="{8DB946F4-9184-3F47-D1B0-2BABB3DFBFC3}"/>
          </ac:spMkLst>
        </pc:spChg>
        <pc:spChg chg="mod">
          <ac:chgData name="Yash Jadhav" userId="535c3d6d-72b8-4f77-8155-55f939173cf2" providerId="ADAL" clId="{F33F88E0-3380-47C4-AFDE-F1AC050ADA82}" dt="2026-01-25T16:01:57.393" v="3640" actId="790"/>
          <ac:spMkLst>
            <pc:docMk/>
            <pc:sldMk cId="1473884187" sldId="328"/>
            <ac:spMk id="38" creationId="{ED88E964-42A0-4278-643B-3104926D1B7E}"/>
          </ac:spMkLst>
        </pc:spChg>
        <pc:spChg chg="mod">
          <ac:chgData name="Yash Jadhav" userId="535c3d6d-72b8-4f77-8155-55f939173cf2" providerId="ADAL" clId="{F33F88E0-3380-47C4-AFDE-F1AC050ADA82}" dt="2026-01-25T16:01:57.395" v="3641" actId="790"/>
          <ac:spMkLst>
            <pc:docMk/>
            <pc:sldMk cId="1473884187" sldId="328"/>
            <ac:spMk id="39" creationId="{1D3ACA13-6242-0D73-BAF3-87C5D1647FDA}"/>
          </ac:spMkLst>
        </pc:spChg>
        <pc:spChg chg="mod">
          <ac:chgData name="Yash Jadhav" userId="535c3d6d-72b8-4f77-8155-55f939173cf2" providerId="ADAL" clId="{F33F88E0-3380-47C4-AFDE-F1AC050ADA82}" dt="2026-01-25T16:01:57.397" v="3642" actId="790"/>
          <ac:spMkLst>
            <pc:docMk/>
            <pc:sldMk cId="1473884187" sldId="328"/>
            <ac:spMk id="41" creationId="{8F0E2199-3C88-861A-279E-3F7590630279}"/>
          </ac:spMkLst>
        </pc:spChg>
        <pc:spChg chg="mod">
          <ac:chgData name="Yash Jadhav" userId="535c3d6d-72b8-4f77-8155-55f939173cf2" providerId="ADAL" clId="{F33F88E0-3380-47C4-AFDE-F1AC050ADA82}" dt="2026-01-25T16:01:57.399" v="3643" actId="790"/>
          <ac:spMkLst>
            <pc:docMk/>
            <pc:sldMk cId="1473884187" sldId="328"/>
            <ac:spMk id="42" creationId="{7B1F40B0-2EF7-686D-C9D7-F07A7C35798C}"/>
          </ac:spMkLst>
        </pc:spChg>
        <pc:spChg chg="mod">
          <ac:chgData name="Yash Jadhav" userId="535c3d6d-72b8-4f77-8155-55f939173cf2" providerId="ADAL" clId="{F33F88E0-3380-47C4-AFDE-F1AC050ADA82}" dt="2026-01-25T16:01:57.401" v="3644" actId="790"/>
          <ac:spMkLst>
            <pc:docMk/>
            <pc:sldMk cId="1473884187" sldId="328"/>
            <ac:spMk id="43" creationId="{38D978A1-526D-8405-7AEB-CBDF7D910B2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87992072" sldId="329"/>
        </pc:sldMkLst>
        <pc:spChg chg="mod ord">
          <ac:chgData name="Yash Jadhav" userId="535c3d6d-72b8-4f77-8155-55f939173cf2" providerId="ADAL" clId="{F33F88E0-3380-47C4-AFDE-F1AC050ADA82}" dt="2026-01-25T16:06:14.662" v="8413" actId="6264"/>
          <ac:spMkLst>
            <pc:docMk/>
            <pc:sldMk cId="1387992072" sldId="329"/>
            <ac:spMk id="2" creationId="{140689D6-C892-D036-226A-36357A6BA774}"/>
          </ac:spMkLst>
        </pc:spChg>
        <pc:spChg chg="add del mod">
          <ac:chgData name="Yash Jadhav" userId="535c3d6d-72b8-4f77-8155-55f939173cf2" providerId="ADAL" clId="{F33F88E0-3380-47C4-AFDE-F1AC050ADA82}" dt="2026-01-25T16:06:14.662" v="8413" actId="6264"/>
          <ac:spMkLst>
            <pc:docMk/>
            <pc:sldMk cId="1387992072" sldId="329"/>
            <ac:spMk id="3" creationId="{0DDF0758-E594-EDE4-BBF7-816E909462EA}"/>
          </ac:spMkLst>
        </pc:spChg>
        <pc:spChg chg="mod">
          <ac:chgData name="Yash Jadhav" userId="535c3d6d-72b8-4f77-8155-55f939173cf2" providerId="ADAL" clId="{F33F88E0-3380-47C4-AFDE-F1AC050ADA82}" dt="2026-01-25T16:02:00.245" v="3656" actId="790"/>
          <ac:spMkLst>
            <pc:docMk/>
            <pc:sldMk cId="1387992072" sldId="329"/>
            <ac:spMk id="8" creationId="{90C3089C-6AEB-10BD-B20B-4A1ED00E7556}"/>
          </ac:spMkLst>
        </pc:spChg>
        <pc:spChg chg="mod">
          <ac:chgData name="Yash Jadhav" userId="535c3d6d-72b8-4f77-8155-55f939173cf2" providerId="ADAL" clId="{F33F88E0-3380-47C4-AFDE-F1AC050ADA82}" dt="2026-01-25T16:02:00.248" v="3657" actId="790"/>
          <ac:spMkLst>
            <pc:docMk/>
            <pc:sldMk cId="1387992072" sldId="329"/>
            <ac:spMk id="9" creationId="{FFDEC76D-C5C1-0311-6357-25E39AE940A5}"/>
          </ac:spMkLst>
        </pc:spChg>
        <pc:spChg chg="mod">
          <ac:chgData name="Yash Jadhav" userId="535c3d6d-72b8-4f77-8155-55f939173cf2" providerId="ADAL" clId="{F33F88E0-3380-47C4-AFDE-F1AC050ADA82}" dt="2026-01-25T16:02:00.250" v="3658" actId="790"/>
          <ac:spMkLst>
            <pc:docMk/>
            <pc:sldMk cId="1387992072" sldId="329"/>
            <ac:spMk id="10" creationId="{6C5E9FB6-3B27-580A-9210-0B9ED45F97B4}"/>
          </ac:spMkLst>
        </pc:spChg>
        <pc:spChg chg="mod">
          <ac:chgData name="Yash Jadhav" userId="535c3d6d-72b8-4f77-8155-55f939173cf2" providerId="ADAL" clId="{F33F88E0-3380-47C4-AFDE-F1AC050ADA82}" dt="2026-01-25T16:02:00.251" v="3659" actId="790"/>
          <ac:spMkLst>
            <pc:docMk/>
            <pc:sldMk cId="1387992072" sldId="329"/>
            <ac:spMk id="11" creationId="{0EFB51A6-E216-BE58-5672-B2DBFCC09B63}"/>
          </ac:spMkLst>
        </pc:spChg>
        <pc:spChg chg="mod">
          <ac:chgData name="Yash Jadhav" userId="535c3d6d-72b8-4f77-8155-55f939173cf2" providerId="ADAL" clId="{F33F88E0-3380-47C4-AFDE-F1AC050ADA82}" dt="2026-01-25T16:02:00.235" v="3652" actId="790"/>
          <ac:spMkLst>
            <pc:docMk/>
            <pc:sldMk cId="1387992072" sldId="329"/>
            <ac:spMk id="12" creationId="{EB901635-8E6E-3C50-15D1-45E9A8271228}"/>
          </ac:spMkLst>
        </pc:spChg>
        <pc:spChg chg="mod">
          <ac:chgData name="Yash Jadhav" userId="535c3d6d-72b8-4f77-8155-55f939173cf2" providerId="ADAL" clId="{F33F88E0-3380-47C4-AFDE-F1AC050ADA82}" dt="2026-01-25T16:02:00.237" v="3653" actId="790"/>
          <ac:spMkLst>
            <pc:docMk/>
            <pc:sldMk cId="1387992072" sldId="329"/>
            <ac:spMk id="13" creationId="{353F16CC-7740-094D-3090-A72B20E7565F}"/>
          </ac:spMkLst>
        </pc:spChg>
        <pc:spChg chg="mod">
          <ac:chgData name="Yash Jadhav" userId="535c3d6d-72b8-4f77-8155-55f939173cf2" providerId="ADAL" clId="{F33F88E0-3380-47C4-AFDE-F1AC050ADA82}" dt="2026-01-25T16:02:00.241" v="3654" actId="790"/>
          <ac:spMkLst>
            <pc:docMk/>
            <pc:sldMk cId="1387992072" sldId="329"/>
            <ac:spMk id="14" creationId="{E2154B87-5261-51B6-C805-BF5293F2F629}"/>
          </ac:spMkLst>
        </pc:spChg>
        <pc:spChg chg="mod">
          <ac:chgData name="Yash Jadhav" userId="535c3d6d-72b8-4f77-8155-55f939173cf2" providerId="ADAL" clId="{F33F88E0-3380-47C4-AFDE-F1AC050ADA82}" dt="2026-01-25T16:02:00.243" v="3655" actId="790"/>
          <ac:spMkLst>
            <pc:docMk/>
            <pc:sldMk cId="1387992072" sldId="329"/>
            <ac:spMk id="15" creationId="{39E29DB7-0EC1-DE41-A366-E99E6C13524C}"/>
          </ac:spMkLst>
        </pc:spChg>
        <pc:spChg chg="mod">
          <ac:chgData name="Yash Jadhav" userId="535c3d6d-72b8-4f77-8155-55f939173cf2" providerId="ADAL" clId="{F33F88E0-3380-47C4-AFDE-F1AC050ADA82}" dt="2026-01-25T16:02:00.231" v="3650" actId="790"/>
          <ac:spMkLst>
            <pc:docMk/>
            <pc:sldMk cId="1387992072" sldId="329"/>
            <ac:spMk id="16" creationId="{DEC5F1A2-ACC1-2166-61EF-E7FF97B3BF22}"/>
          </ac:spMkLst>
        </pc:spChg>
        <pc:spChg chg="mod">
          <ac:chgData name="Yash Jadhav" userId="535c3d6d-72b8-4f77-8155-55f939173cf2" providerId="ADAL" clId="{F33F88E0-3380-47C4-AFDE-F1AC050ADA82}" dt="2026-01-25T16:02:00.234" v="3651" actId="790"/>
          <ac:spMkLst>
            <pc:docMk/>
            <pc:sldMk cId="1387992072" sldId="329"/>
            <ac:spMk id="20" creationId="{E867E8D9-1979-6CEA-BA86-7867E5B3FE45}"/>
          </ac:spMkLst>
        </pc:spChg>
        <pc:spChg chg="mod">
          <ac:chgData name="Yash Jadhav" userId="535c3d6d-72b8-4f77-8155-55f939173cf2" providerId="ADAL" clId="{F33F88E0-3380-47C4-AFDE-F1AC050ADA82}" dt="2026-01-25T16:02:00.257" v="3660" actId="790"/>
          <ac:spMkLst>
            <pc:docMk/>
            <pc:sldMk cId="1387992072" sldId="329"/>
            <ac:spMk id="22" creationId="{911E0CA0-98EE-B8EE-61E2-2524C65B3594}"/>
          </ac:spMkLst>
        </pc:spChg>
        <pc:spChg chg="mod">
          <ac:chgData name="Yash Jadhav" userId="535c3d6d-72b8-4f77-8155-55f939173cf2" providerId="ADAL" clId="{F33F88E0-3380-47C4-AFDE-F1AC050ADA82}" dt="2026-01-25T16:02:00.261" v="3661" actId="790"/>
          <ac:spMkLst>
            <pc:docMk/>
            <pc:sldMk cId="1387992072" sldId="329"/>
            <ac:spMk id="23" creationId="{6EE8FA88-1EE7-E4A3-974A-19EA3D960B35}"/>
          </ac:spMkLst>
        </pc:spChg>
        <pc:spChg chg="mod">
          <ac:chgData name="Yash Jadhav" userId="535c3d6d-72b8-4f77-8155-55f939173cf2" providerId="ADAL" clId="{F33F88E0-3380-47C4-AFDE-F1AC050ADA82}" dt="2026-01-25T16:02:00.265" v="3662" actId="790"/>
          <ac:spMkLst>
            <pc:docMk/>
            <pc:sldMk cId="1387992072" sldId="329"/>
            <ac:spMk id="25" creationId="{9F973DAF-3785-C336-35C3-E73E14A28B41}"/>
          </ac:spMkLst>
        </pc:spChg>
        <pc:spChg chg="mod">
          <ac:chgData name="Yash Jadhav" userId="535c3d6d-72b8-4f77-8155-55f939173cf2" providerId="ADAL" clId="{F33F88E0-3380-47C4-AFDE-F1AC050ADA82}" dt="2026-01-25T16:02:00.267" v="3663" actId="790"/>
          <ac:spMkLst>
            <pc:docMk/>
            <pc:sldMk cId="1387992072" sldId="329"/>
            <ac:spMk id="26" creationId="{BABA6E24-8206-C7F1-D5D8-349DBBEB3B14}"/>
          </ac:spMkLst>
        </pc:spChg>
        <pc:spChg chg="mod">
          <ac:chgData name="Yash Jadhav" userId="535c3d6d-72b8-4f77-8155-55f939173cf2" providerId="ADAL" clId="{F33F88E0-3380-47C4-AFDE-F1AC050ADA82}" dt="2026-01-25T16:02:00.274" v="3664" actId="790"/>
          <ac:spMkLst>
            <pc:docMk/>
            <pc:sldMk cId="1387992072" sldId="329"/>
            <ac:spMk id="28" creationId="{4474C450-98F4-CD00-29B9-E2B60F473E58}"/>
          </ac:spMkLst>
        </pc:spChg>
        <pc:spChg chg="mod">
          <ac:chgData name="Yash Jadhav" userId="535c3d6d-72b8-4f77-8155-55f939173cf2" providerId="ADAL" clId="{F33F88E0-3380-47C4-AFDE-F1AC050ADA82}" dt="2026-01-25T16:02:00.277" v="3665" actId="790"/>
          <ac:spMkLst>
            <pc:docMk/>
            <pc:sldMk cId="1387992072" sldId="329"/>
            <ac:spMk id="29" creationId="{CE40D17E-4FDA-DBB4-8FE4-BC0BB475EBB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59854803" sldId="330"/>
        </pc:sldMkLst>
        <pc:spChg chg="mod">
          <ac:chgData name="Yash Jadhav" userId="535c3d6d-72b8-4f77-8155-55f939173cf2" providerId="ADAL" clId="{F33F88E0-3380-47C4-AFDE-F1AC050ADA82}" dt="2026-01-25T16:02:01.307" v="3730" actId="790"/>
          <ac:spMkLst>
            <pc:docMk/>
            <pc:sldMk cId="3659854803" sldId="330"/>
            <ac:spMk id="3" creationId="{DE39BF67-ABBC-CD56-2BC4-A7ED20A1CFEA}"/>
          </ac:spMkLst>
        </pc:spChg>
        <pc:spChg chg="mod">
          <ac:chgData name="Yash Jadhav" userId="535c3d6d-72b8-4f77-8155-55f939173cf2" providerId="ADAL" clId="{F33F88E0-3380-47C4-AFDE-F1AC050ADA82}" dt="2026-01-25T16:02:01.308" v="3731" actId="790"/>
          <ac:spMkLst>
            <pc:docMk/>
            <pc:sldMk cId="3659854803" sldId="330"/>
            <ac:spMk id="4" creationId="{D09C1FE3-B35F-739E-11F3-BD7E35E94E22}"/>
          </ac:spMkLst>
        </pc:spChg>
        <pc:spChg chg="mod">
          <ac:chgData name="Yash Jadhav" userId="535c3d6d-72b8-4f77-8155-55f939173cf2" providerId="ADAL" clId="{F33F88E0-3380-47C4-AFDE-F1AC050ADA82}" dt="2026-01-25T16:02:01.310" v="3732" actId="790"/>
          <ac:spMkLst>
            <pc:docMk/>
            <pc:sldMk cId="3659854803" sldId="330"/>
            <ac:spMk id="5" creationId="{3EF25381-90D9-A82D-DBAB-703B88C47FE6}"/>
          </ac:spMkLst>
        </pc:spChg>
        <pc:spChg chg="mod">
          <ac:chgData name="Yash Jadhav" userId="535c3d6d-72b8-4f77-8155-55f939173cf2" providerId="ADAL" clId="{F33F88E0-3380-47C4-AFDE-F1AC050ADA82}" dt="2026-01-25T16:02:01.311" v="3733" actId="790"/>
          <ac:spMkLst>
            <pc:docMk/>
            <pc:sldMk cId="3659854803" sldId="330"/>
            <ac:spMk id="6" creationId="{1808B3F7-7B01-9ED1-2CF6-F67CDE5CFCA5}"/>
          </ac:spMkLst>
        </pc:spChg>
        <pc:spChg chg="mod">
          <ac:chgData name="Yash Jadhav" userId="535c3d6d-72b8-4f77-8155-55f939173cf2" providerId="ADAL" clId="{F33F88E0-3380-47C4-AFDE-F1AC050ADA82}" dt="2026-01-25T16:02:01.313" v="3734" actId="790"/>
          <ac:spMkLst>
            <pc:docMk/>
            <pc:sldMk cId="3659854803" sldId="330"/>
            <ac:spMk id="7" creationId="{2E78A88E-46BE-D226-5534-9558C9828223}"/>
          </ac:spMkLst>
        </pc:spChg>
        <pc:spChg chg="mod">
          <ac:chgData name="Yash Jadhav" userId="535c3d6d-72b8-4f77-8155-55f939173cf2" providerId="ADAL" clId="{F33F88E0-3380-47C4-AFDE-F1AC050ADA82}" dt="2026-01-25T16:02:01.314" v="3735" actId="790"/>
          <ac:spMkLst>
            <pc:docMk/>
            <pc:sldMk cId="3659854803" sldId="330"/>
            <ac:spMk id="8" creationId="{D96B86F0-E1B1-E7AB-EAB5-A6B3EEC0C3C4}"/>
          </ac:spMkLst>
        </pc:spChg>
        <pc:spChg chg="add del mod">
          <ac:chgData name="Yash Jadhav" userId="535c3d6d-72b8-4f77-8155-55f939173cf2" providerId="ADAL" clId="{F33F88E0-3380-47C4-AFDE-F1AC050ADA82}" dt="2026-01-25T16:06:14.662" v="8413" actId="6264"/>
          <ac:spMkLst>
            <pc:docMk/>
            <pc:sldMk cId="3659854803" sldId="330"/>
            <ac:spMk id="9" creationId="{2CA57BD8-5920-7C9B-0271-637759F51002}"/>
          </ac:spMkLst>
        </pc:spChg>
        <pc:spChg chg="mod ord">
          <ac:chgData name="Yash Jadhav" userId="535c3d6d-72b8-4f77-8155-55f939173cf2" providerId="ADAL" clId="{F33F88E0-3380-47C4-AFDE-F1AC050ADA82}" dt="2026-01-25T16:06:14.662" v="8413" actId="6264"/>
          <ac:spMkLst>
            <pc:docMk/>
            <pc:sldMk cId="3659854803" sldId="330"/>
            <ac:spMk id="19" creationId="{00000000-0000-0000-0000-000000000000}"/>
          </ac:spMkLst>
        </pc:spChg>
        <pc:spChg chg="mod">
          <ac:chgData name="Yash Jadhav" userId="535c3d6d-72b8-4f77-8155-55f939173cf2" providerId="ADAL" clId="{F33F88E0-3380-47C4-AFDE-F1AC050ADA82}" dt="2026-01-25T16:02:01.174" v="3671" actId="790"/>
          <ac:spMkLst>
            <pc:docMk/>
            <pc:sldMk cId="3659854803" sldId="330"/>
            <ac:spMk id="27" creationId="{00000000-0000-0000-0000-000000000000}"/>
          </ac:spMkLst>
        </pc:spChg>
        <pc:spChg chg="mod">
          <ac:chgData name="Yash Jadhav" userId="535c3d6d-72b8-4f77-8155-55f939173cf2" providerId="ADAL" clId="{F33F88E0-3380-47C4-AFDE-F1AC050ADA82}" dt="2026-01-25T16:02:01.181" v="3672" actId="790"/>
          <ac:spMkLst>
            <pc:docMk/>
            <pc:sldMk cId="3659854803" sldId="330"/>
            <ac:spMk id="32" creationId="{00000000-0000-0000-0000-000000000000}"/>
          </ac:spMkLst>
        </pc:spChg>
        <pc:spChg chg="mod">
          <ac:chgData name="Yash Jadhav" userId="535c3d6d-72b8-4f77-8155-55f939173cf2" providerId="ADAL" clId="{F33F88E0-3380-47C4-AFDE-F1AC050ADA82}" dt="2026-01-25T16:02:01.188" v="3673" actId="790"/>
          <ac:spMkLst>
            <pc:docMk/>
            <pc:sldMk cId="3659854803" sldId="330"/>
            <ac:spMk id="33" creationId="{00000000-0000-0000-0000-000000000000}"/>
          </ac:spMkLst>
        </pc:spChg>
        <pc:spChg chg="mod">
          <ac:chgData name="Yash Jadhav" userId="535c3d6d-72b8-4f77-8155-55f939173cf2" providerId="ADAL" clId="{F33F88E0-3380-47C4-AFDE-F1AC050ADA82}" dt="2026-01-25T16:02:01.195" v="3674" actId="790"/>
          <ac:spMkLst>
            <pc:docMk/>
            <pc:sldMk cId="3659854803" sldId="330"/>
            <ac:spMk id="34" creationId="{00000000-0000-0000-0000-000000000000}"/>
          </ac:spMkLst>
        </pc:spChg>
        <pc:spChg chg="mod">
          <ac:chgData name="Yash Jadhav" userId="535c3d6d-72b8-4f77-8155-55f939173cf2" providerId="ADAL" clId="{F33F88E0-3380-47C4-AFDE-F1AC050ADA82}" dt="2026-01-25T16:02:01.202" v="3675" actId="790"/>
          <ac:spMkLst>
            <pc:docMk/>
            <pc:sldMk cId="3659854803" sldId="330"/>
            <ac:spMk id="35" creationId="{00000000-0000-0000-0000-000000000000}"/>
          </ac:spMkLst>
        </pc:spChg>
        <pc:spChg chg="mod">
          <ac:chgData name="Yash Jadhav" userId="535c3d6d-72b8-4f77-8155-55f939173cf2" providerId="ADAL" clId="{F33F88E0-3380-47C4-AFDE-F1AC050ADA82}" dt="2026-01-25T16:02:01.210" v="3676" actId="790"/>
          <ac:spMkLst>
            <pc:docMk/>
            <pc:sldMk cId="3659854803" sldId="330"/>
            <ac:spMk id="36" creationId="{00000000-0000-0000-0000-000000000000}"/>
          </ac:spMkLst>
        </pc:spChg>
        <pc:spChg chg="mod">
          <ac:chgData name="Yash Jadhav" userId="535c3d6d-72b8-4f77-8155-55f939173cf2" providerId="ADAL" clId="{F33F88E0-3380-47C4-AFDE-F1AC050ADA82}" dt="2026-01-25T16:02:01.213" v="3677" actId="790"/>
          <ac:spMkLst>
            <pc:docMk/>
            <pc:sldMk cId="3659854803" sldId="330"/>
            <ac:spMk id="37" creationId="{00000000-0000-0000-0000-000000000000}"/>
          </ac:spMkLst>
        </pc:spChg>
        <pc:spChg chg="mod">
          <ac:chgData name="Yash Jadhav" userId="535c3d6d-72b8-4f77-8155-55f939173cf2" providerId="ADAL" clId="{F33F88E0-3380-47C4-AFDE-F1AC050ADA82}" dt="2026-01-25T16:02:01.214" v="3678" actId="790"/>
          <ac:spMkLst>
            <pc:docMk/>
            <pc:sldMk cId="3659854803" sldId="330"/>
            <ac:spMk id="112" creationId="{B73654F7-C324-E83B-B213-8A432C0E2930}"/>
          </ac:spMkLst>
        </pc:spChg>
        <pc:spChg chg="mod">
          <ac:chgData name="Yash Jadhav" userId="535c3d6d-72b8-4f77-8155-55f939173cf2" providerId="ADAL" clId="{F33F88E0-3380-47C4-AFDE-F1AC050ADA82}" dt="2026-01-25T16:02:01.216" v="3679" actId="790"/>
          <ac:spMkLst>
            <pc:docMk/>
            <pc:sldMk cId="3659854803" sldId="330"/>
            <ac:spMk id="113" creationId="{D30FEE4B-680D-9641-8C14-FE7D6ECCB806}"/>
          </ac:spMkLst>
        </pc:spChg>
        <pc:spChg chg="mod">
          <ac:chgData name="Yash Jadhav" userId="535c3d6d-72b8-4f77-8155-55f939173cf2" providerId="ADAL" clId="{F33F88E0-3380-47C4-AFDE-F1AC050ADA82}" dt="2026-01-25T16:02:01.217" v="3680" actId="790"/>
          <ac:spMkLst>
            <pc:docMk/>
            <pc:sldMk cId="3659854803" sldId="330"/>
            <ac:spMk id="114" creationId="{E8673027-990D-59CA-22CE-4B4313713641}"/>
          </ac:spMkLst>
        </pc:spChg>
        <pc:spChg chg="mod">
          <ac:chgData name="Yash Jadhav" userId="535c3d6d-72b8-4f77-8155-55f939173cf2" providerId="ADAL" clId="{F33F88E0-3380-47C4-AFDE-F1AC050ADA82}" dt="2026-01-25T16:02:01.220" v="3681" actId="790"/>
          <ac:spMkLst>
            <pc:docMk/>
            <pc:sldMk cId="3659854803" sldId="330"/>
            <ac:spMk id="115" creationId="{23A46DFF-77D5-6C88-1610-B3D2D4460226}"/>
          </ac:spMkLst>
        </pc:spChg>
        <pc:spChg chg="mod">
          <ac:chgData name="Yash Jadhav" userId="535c3d6d-72b8-4f77-8155-55f939173cf2" providerId="ADAL" clId="{F33F88E0-3380-47C4-AFDE-F1AC050ADA82}" dt="2026-01-25T16:02:01.223" v="3682" actId="790"/>
          <ac:spMkLst>
            <pc:docMk/>
            <pc:sldMk cId="3659854803" sldId="330"/>
            <ac:spMk id="116" creationId="{96A161A5-3FBB-E6BA-8BB7-5DF5E530C243}"/>
          </ac:spMkLst>
        </pc:spChg>
        <pc:spChg chg="mod">
          <ac:chgData name="Yash Jadhav" userId="535c3d6d-72b8-4f77-8155-55f939173cf2" providerId="ADAL" clId="{F33F88E0-3380-47C4-AFDE-F1AC050ADA82}" dt="2026-01-25T16:02:01.225" v="3683" actId="790"/>
          <ac:spMkLst>
            <pc:docMk/>
            <pc:sldMk cId="3659854803" sldId="330"/>
            <ac:spMk id="117" creationId="{4A10A841-AD9D-A48D-D4AF-CEFBD22C997E}"/>
          </ac:spMkLst>
        </pc:spChg>
        <pc:spChg chg="mod">
          <ac:chgData name="Yash Jadhav" userId="535c3d6d-72b8-4f77-8155-55f939173cf2" providerId="ADAL" clId="{F33F88E0-3380-47C4-AFDE-F1AC050ADA82}" dt="2026-01-25T16:02:01.228" v="3684" actId="790"/>
          <ac:spMkLst>
            <pc:docMk/>
            <pc:sldMk cId="3659854803" sldId="330"/>
            <ac:spMk id="118" creationId="{2F6D960E-DCDE-4548-ACC3-E3562A0A21A0}"/>
          </ac:spMkLst>
        </pc:spChg>
        <pc:spChg chg="mod">
          <ac:chgData name="Yash Jadhav" userId="535c3d6d-72b8-4f77-8155-55f939173cf2" providerId="ADAL" clId="{F33F88E0-3380-47C4-AFDE-F1AC050ADA82}" dt="2026-01-25T16:02:01.230" v="3685" actId="790"/>
          <ac:spMkLst>
            <pc:docMk/>
            <pc:sldMk cId="3659854803" sldId="330"/>
            <ac:spMk id="119" creationId="{940E103F-6B9B-0347-269F-702FCCEB2EF3}"/>
          </ac:spMkLst>
        </pc:spChg>
        <pc:spChg chg="mod">
          <ac:chgData name="Yash Jadhav" userId="535c3d6d-72b8-4f77-8155-55f939173cf2" providerId="ADAL" clId="{F33F88E0-3380-47C4-AFDE-F1AC050ADA82}" dt="2026-01-25T16:02:01.231" v="3686" actId="790"/>
          <ac:spMkLst>
            <pc:docMk/>
            <pc:sldMk cId="3659854803" sldId="330"/>
            <ac:spMk id="120" creationId="{F30BC573-0D3B-F5FE-2018-56872157819A}"/>
          </ac:spMkLst>
        </pc:spChg>
        <pc:spChg chg="mod">
          <ac:chgData name="Yash Jadhav" userId="535c3d6d-72b8-4f77-8155-55f939173cf2" providerId="ADAL" clId="{F33F88E0-3380-47C4-AFDE-F1AC050ADA82}" dt="2026-01-25T16:02:01.233" v="3687" actId="790"/>
          <ac:spMkLst>
            <pc:docMk/>
            <pc:sldMk cId="3659854803" sldId="330"/>
            <ac:spMk id="121" creationId="{C6DBE9A2-BF53-2436-D6A8-6E5CD311D084}"/>
          </ac:spMkLst>
        </pc:spChg>
        <pc:spChg chg="mod">
          <ac:chgData name="Yash Jadhav" userId="535c3d6d-72b8-4f77-8155-55f939173cf2" providerId="ADAL" clId="{F33F88E0-3380-47C4-AFDE-F1AC050ADA82}" dt="2026-01-25T16:02:01.235" v="3688" actId="790"/>
          <ac:spMkLst>
            <pc:docMk/>
            <pc:sldMk cId="3659854803" sldId="330"/>
            <ac:spMk id="123" creationId="{99AD4B8E-9712-3553-1FC0-C340A89F21F0}"/>
          </ac:spMkLst>
        </pc:spChg>
        <pc:spChg chg="mod">
          <ac:chgData name="Yash Jadhav" userId="535c3d6d-72b8-4f77-8155-55f939173cf2" providerId="ADAL" clId="{F33F88E0-3380-47C4-AFDE-F1AC050ADA82}" dt="2026-01-25T16:02:01.236" v="3689" actId="790"/>
          <ac:spMkLst>
            <pc:docMk/>
            <pc:sldMk cId="3659854803" sldId="330"/>
            <ac:spMk id="124" creationId="{D6AEB842-5D30-F80F-51D9-5D6BF30F8DAB}"/>
          </ac:spMkLst>
        </pc:spChg>
        <pc:spChg chg="mod">
          <ac:chgData name="Yash Jadhav" userId="535c3d6d-72b8-4f77-8155-55f939173cf2" providerId="ADAL" clId="{F33F88E0-3380-47C4-AFDE-F1AC050ADA82}" dt="2026-01-25T16:02:01.240" v="3690" actId="790"/>
          <ac:spMkLst>
            <pc:docMk/>
            <pc:sldMk cId="3659854803" sldId="330"/>
            <ac:spMk id="125" creationId="{D40E5FE7-9CCD-3529-9913-945CE3B405AC}"/>
          </ac:spMkLst>
        </pc:spChg>
        <pc:spChg chg="mod">
          <ac:chgData name="Yash Jadhav" userId="535c3d6d-72b8-4f77-8155-55f939173cf2" providerId="ADAL" clId="{F33F88E0-3380-47C4-AFDE-F1AC050ADA82}" dt="2026-01-25T16:02:01.242" v="3691" actId="790"/>
          <ac:spMkLst>
            <pc:docMk/>
            <pc:sldMk cId="3659854803" sldId="330"/>
            <ac:spMk id="126" creationId="{661849E8-65A6-CBD3-13B4-15BE67317816}"/>
          </ac:spMkLst>
        </pc:spChg>
        <pc:spChg chg="mod">
          <ac:chgData name="Yash Jadhav" userId="535c3d6d-72b8-4f77-8155-55f939173cf2" providerId="ADAL" clId="{F33F88E0-3380-47C4-AFDE-F1AC050ADA82}" dt="2026-01-25T16:02:01.243" v="3692" actId="790"/>
          <ac:spMkLst>
            <pc:docMk/>
            <pc:sldMk cId="3659854803" sldId="330"/>
            <ac:spMk id="127" creationId="{4582598A-7FAA-5B7F-E225-B9A99D294682}"/>
          </ac:spMkLst>
        </pc:spChg>
        <pc:spChg chg="mod">
          <ac:chgData name="Yash Jadhav" userId="535c3d6d-72b8-4f77-8155-55f939173cf2" providerId="ADAL" clId="{F33F88E0-3380-47C4-AFDE-F1AC050ADA82}" dt="2026-01-25T16:02:01.245" v="3693" actId="790"/>
          <ac:spMkLst>
            <pc:docMk/>
            <pc:sldMk cId="3659854803" sldId="330"/>
            <ac:spMk id="128" creationId="{F9674120-1E9A-E812-F6A2-611C3F5924D4}"/>
          </ac:spMkLst>
        </pc:spChg>
        <pc:spChg chg="mod">
          <ac:chgData name="Yash Jadhav" userId="535c3d6d-72b8-4f77-8155-55f939173cf2" providerId="ADAL" clId="{F33F88E0-3380-47C4-AFDE-F1AC050ADA82}" dt="2026-01-25T16:02:01.247" v="3694" actId="790"/>
          <ac:spMkLst>
            <pc:docMk/>
            <pc:sldMk cId="3659854803" sldId="330"/>
            <ac:spMk id="129" creationId="{F956291C-25DA-2D55-26F9-39BBA3F2FAD3}"/>
          </ac:spMkLst>
        </pc:spChg>
        <pc:spChg chg="mod">
          <ac:chgData name="Yash Jadhav" userId="535c3d6d-72b8-4f77-8155-55f939173cf2" providerId="ADAL" clId="{F33F88E0-3380-47C4-AFDE-F1AC050ADA82}" dt="2026-01-25T16:02:01.248" v="3695" actId="790"/>
          <ac:spMkLst>
            <pc:docMk/>
            <pc:sldMk cId="3659854803" sldId="330"/>
            <ac:spMk id="130" creationId="{299500A8-EFA7-AC6A-4C08-AFFBD4E80FFB}"/>
          </ac:spMkLst>
        </pc:spChg>
        <pc:spChg chg="mod">
          <ac:chgData name="Yash Jadhav" userId="535c3d6d-72b8-4f77-8155-55f939173cf2" providerId="ADAL" clId="{F33F88E0-3380-47C4-AFDE-F1AC050ADA82}" dt="2026-01-25T16:02:01.250" v="3696" actId="790"/>
          <ac:spMkLst>
            <pc:docMk/>
            <pc:sldMk cId="3659854803" sldId="330"/>
            <ac:spMk id="131" creationId="{D857E165-FB68-67EF-AF39-05A79B9C8A0C}"/>
          </ac:spMkLst>
        </pc:spChg>
        <pc:spChg chg="mod">
          <ac:chgData name="Yash Jadhav" userId="535c3d6d-72b8-4f77-8155-55f939173cf2" providerId="ADAL" clId="{F33F88E0-3380-47C4-AFDE-F1AC050ADA82}" dt="2026-01-25T16:02:01.251" v="3697" actId="790"/>
          <ac:spMkLst>
            <pc:docMk/>
            <pc:sldMk cId="3659854803" sldId="330"/>
            <ac:spMk id="133" creationId="{39DDAAE6-0AB3-AD79-10E4-4303E4D50428}"/>
          </ac:spMkLst>
        </pc:spChg>
        <pc:spChg chg="mod">
          <ac:chgData name="Yash Jadhav" userId="535c3d6d-72b8-4f77-8155-55f939173cf2" providerId="ADAL" clId="{F33F88E0-3380-47C4-AFDE-F1AC050ADA82}" dt="2026-01-25T16:02:01.254" v="3698" actId="790"/>
          <ac:spMkLst>
            <pc:docMk/>
            <pc:sldMk cId="3659854803" sldId="330"/>
            <ac:spMk id="134" creationId="{AA6AD0A0-FC2F-E39F-1AE1-CCA23591441A}"/>
          </ac:spMkLst>
        </pc:spChg>
        <pc:spChg chg="mod">
          <ac:chgData name="Yash Jadhav" userId="535c3d6d-72b8-4f77-8155-55f939173cf2" providerId="ADAL" clId="{F33F88E0-3380-47C4-AFDE-F1AC050ADA82}" dt="2026-01-25T16:02:01.256" v="3699" actId="790"/>
          <ac:spMkLst>
            <pc:docMk/>
            <pc:sldMk cId="3659854803" sldId="330"/>
            <ac:spMk id="135" creationId="{7D0F8A9E-56F3-A16D-EDC6-5DE7688D7292}"/>
          </ac:spMkLst>
        </pc:spChg>
        <pc:spChg chg="mod">
          <ac:chgData name="Yash Jadhav" userId="535c3d6d-72b8-4f77-8155-55f939173cf2" providerId="ADAL" clId="{F33F88E0-3380-47C4-AFDE-F1AC050ADA82}" dt="2026-01-25T16:02:01.257" v="3700" actId="790"/>
          <ac:spMkLst>
            <pc:docMk/>
            <pc:sldMk cId="3659854803" sldId="330"/>
            <ac:spMk id="136" creationId="{D5C36601-B52A-4A6A-2DBA-06B223CD72D9}"/>
          </ac:spMkLst>
        </pc:spChg>
        <pc:spChg chg="mod">
          <ac:chgData name="Yash Jadhav" userId="535c3d6d-72b8-4f77-8155-55f939173cf2" providerId="ADAL" clId="{F33F88E0-3380-47C4-AFDE-F1AC050ADA82}" dt="2026-01-25T16:02:01.260" v="3701" actId="790"/>
          <ac:spMkLst>
            <pc:docMk/>
            <pc:sldMk cId="3659854803" sldId="330"/>
            <ac:spMk id="137" creationId="{7D3DF7EB-9CF5-8B16-EB66-52C40B1F2C07}"/>
          </ac:spMkLst>
        </pc:spChg>
        <pc:spChg chg="mod">
          <ac:chgData name="Yash Jadhav" userId="535c3d6d-72b8-4f77-8155-55f939173cf2" providerId="ADAL" clId="{F33F88E0-3380-47C4-AFDE-F1AC050ADA82}" dt="2026-01-25T16:02:01.261" v="3702" actId="790"/>
          <ac:spMkLst>
            <pc:docMk/>
            <pc:sldMk cId="3659854803" sldId="330"/>
            <ac:spMk id="138" creationId="{5E830D20-6A69-7FB4-301F-5A9A7C4553B0}"/>
          </ac:spMkLst>
        </pc:spChg>
        <pc:spChg chg="mod">
          <ac:chgData name="Yash Jadhav" userId="535c3d6d-72b8-4f77-8155-55f939173cf2" providerId="ADAL" clId="{F33F88E0-3380-47C4-AFDE-F1AC050ADA82}" dt="2026-01-25T16:02:01.262" v="3703" actId="790"/>
          <ac:spMkLst>
            <pc:docMk/>
            <pc:sldMk cId="3659854803" sldId="330"/>
            <ac:spMk id="139" creationId="{08B93315-1888-AE6A-A481-324E0D2CE875}"/>
          </ac:spMkLst>
        </pc:spChg>
        <pc:spChg chg="mod">
          <ac:chgData name="Yash Jadhav" userId="535c3d6d-72b8-4f77-8155-55f939173cf2" providerId="ADAL" clId="{F33F88E0-3380-47C4-AFDE-F1AC050ADA82}" dt="2026-01-25T16:02:01.264" v="3704" actId="790"/>
          <ac:spMkLst>
            <pc:docMk/>
            <pc:sldMk cId="3659854803" sldId="330"/>
            <ac:spMk id="140" creationId="{D8062239-EBB6-C0ED-1E92-626A86AC0CBF}"/>
          </ac:spMkLst>
        </pc:spChg>
        <pc:spChg chg="mod">
          <ac:chgData name="Yash Jadhav" userId="535c3d6d-72b8-4f77-8155-55f939173cf2" providerId="ADAL" clId="{F33F88E0-3380-47C4-AFDE-F1AC050ADA82}" dt="2026-01-25T16:02:01.266" v="3705" actId="790"/>
          <ac:spMkLst>
            <pc:docMk/>
            <pc:sldMk cId="3659854803" sldId="330"/>
            <ac:spMk id="141" creationId="{50527CB5-44DC-D545-9499-B7FE6E5E82F6}"/>
          </ac:spMkLst>
        </pc:spChg>
        <pc:spChg chg="mod">
          <ac:chgData name="Yash Jadhav" userId="535c3d6d-72b8-4f77-8155-55f939173cf2" providerId="ADAL" clId="{F33F88E0-3380-47C4-AFDE-F1AC050ADA82}" dt="2026-01-25T16:02:01.268" v="3706" actId="790"/>
          <ac:spMkLst>
            <pc:docMk/>
            <pc:sldMk cId="3659854803" sldId="330"/>
            <ac:spMk id="143" creationId="{834B5250-CC00-1EA3-8923-CC8317FB0352}"/>
          </ac:spMkLst>
        </pc:spChg>
        <pc:spChg chg="mod">
          <ac:chgData name="Yash Jadhav" userId="535c3d6d-72b8-4f77-8155-55f939173cf2" providerId="ADAL" clId="{F33F88E0-3380-47C4-AFDE-F1AC050ADA82}" dt="2026-01-25T16:02:01.269" v="3707" actId="790"/>
          <ac:spMkLst>
            <pc:docMk/>
            <pc:sldMk cId="3659854803" sldId="330"/>
            <ac:spMk id="144" creationId="{3333A050-B387-5CF3-2394-27803DD7A9AF}"/>
          </ac:spMkLst>
        </pc:spChg>
        <pc:spChg chg="mod">
          <ac:chgData name="Yash Jadhav" userId="535c3d6d-72b8-4f77-8155-55f939173cf2" providerId="ADAL" clId="{F33F88E0-3380-47C4-AFDE-F1AC050ADA82}" dt="2026-01-25T16:02:01.271" v="3708" actId="790"/>
          <ac:spMkLst>
            <pc:docMk/>
            <pc:sldMk cId="3659854803" sldId="330"/>
            <ac:spMk id="145" creationId="{26A51341-9673-7FEF-3665-20875684EBF9}"/>
          </ac:spMkLst>
        </pc:spChg>
        <pc:spChg chg="mod">
          <ac:chgData name="Yash Jadhav" userId="535c3d6d-72b8-4f77-8155-55f939173cf2" providerId="ADAL" clId="{F33F88E0-3380-47C4-AFDE-F1AC050ADA82}" dt="2026-01-25T16:02:01.272" v="3709" actId="790"/>
          <ac:spMkLst>
            <pc:docMk/>
            <pc:sldMk cId="3659854803" sldId="330"/>
            <ac:spMk id="146" creationId="{B275A645-55A1-1515-5C82-6A85A4A1305D}"/>
          </ac:spMkLst>
        </pc:spChg>
        <pc:spChg chg="mod">
          <ac:chgData name="Yash Jadhav" userId="535c3d6d-72b8-4f77-8155-55f939173cf2" providerId="ADAL" clId="{F33F88E0-3380-47C4-AFDE-F1AC050ADA82}" dt="2026-01-25T16:02:01.273" v="3710" actId="790"/>
          <ac:spMkLst>
            <pc:docMk/>
            <pc:sldMk cId="3659854803" sldId="330"/>
            <ac:spMk id="148" creationId="{BD58A4BF-BF1B-0802-0920-5B9A4F31FD93}"/>
          </ac:spMkLst>
        </pc:spChg>
        <pc:spChg chg="mod">
          <ac:chgData name="Yash Jadhav" userId="535c3d6d-72b8-4f77-8155-55f939173cf2" providerId="ADAL" clId="{F33F88E0-3380-47C4-AFDE-F1AC050ADA82}" dt="2026-01-25T16:02:01.275" v="3711" actId="790"/>
          <ac:spMkLst>
            <pc:docMk/>
            <pc:sldMk cId="3659854803" sldId="330"/>
            <ac:spMk id="149" creationId="{7123309D-6F52-BA87-BC58-2BFF23D3F5EB}"/>
          </ac:spMkLst>
        </pc:spChg>
        <pc:spChg chg="mod">
          <ac:chgData name="Yash Jadhav" userId="535c3d6d-72b8-4f77-8155-55f939173cf2" providerId="ADAL" clId="{F33F88E0-3380-47C4-AFDE-F1AC050ADA82}" dt="2026-01-25T16:02:01.276" v="3712" actId="790"/>
          <ac:spMkLst>
            <pc:docMk/>
            <pc:sldMk cId="3659854803" sldId="330"/>
            <ac:spMk id="150" creationId="{F05F60E2-91FE-79DD-5E15-BB826156D20C}"/>
          </ac:spMkLst>
        </pc:spChg>
        <pc:spChg chg="mod">
          <ac:chgData name="Yash Jadhav" userId="535c3d6d-72b8-4f77-8155-55f939173cf2" providerId="ADAL" clId="{F33F88E0-3380-47C4-AFDE-F1AC050ADA82}" dt="2026-01-25T16:02:01.278" v="3713" actId="790"/>
          <ac:spMkLst>
            <pc:docMk/>
            <pc:sldMk cId="3659854803" sldId="330"/>
            <ac:spMk id="151" creationId="{270D02BB-7DC7-5033-B6CB-29CA3273CA7C}"/>
          </ac:spMkLst>
        </pc:spChg>
        <pc:spChg chg="mod">
          <ac:chgData name="Yash Jadhav" userId="535c3d6d-72b8-4f77-8155-55f939173cf2" providerId="ADAL" clId="{F33F88E0-3380-47C4-AFDE-F1AC050ADA82}" dt="2026-01-25T16:02:01.279" v="3714" actId="790"/>
          <ac:spMkLst>
            <pc:docMk/>
            <pc:sldMk cId="3659854803" sldId="330"/>
            <ac:spMk id="152" creationId="{788F3E57-A086-4B17-ADAB-41292A838FFF}"/>
          </ac:spMkLst>
        </pc:spChg>
        <pc:spChg chg="mod">
          <ac:chgData name="Yash Jadhav" userId="535c3d6d-72b8-4f77-8155-55f939173cf2" providerId="ADAL" clId="{F33F88E0-3380-47C4-AFDE-F1AC050ADA82}" dt="2026-01-25T16:02:01.281" v="3715" actId="790"/>
          <ac:spMkLst>
            <pc:docMk/>
            <pc:sldMk cId="3659854803" sldId="330"/>
            <ac:spMk id="153" creationId="{0C479D1F-ABBD-6242-1EAE-E97905BD2353}"/>
          </ac:spMkLst>
        </pc:spChg>
        <pc:spChg chg="mod">
          <ac:chgData name="Yash Jadhav" userId="535c3d6d-72b8-4f77-8155-55f939173cf2" providerId="ADAL" clId="{F33F88E0-3380-47C4-AFDE-F1AC050ADA82}" dt="2026-01-25T16:02:01.282" v="3716" actId="790"/>
          <ac:spMkLst>
            <pc:docMk/>
            <pc:sldMk cId="3659854803" sldId="330"/>
            <ac:spMk id="154" creationId="{2AC8D0EE-3EA8-8752-D435-775CFCB7CCBF}"/>
          </ac:spMkLst>
        </pc:spChg>
        <pc:spChg chg="mod">
          <ac:chgData name="Yash Jadhav" userId="535c3d6d-72b8-4f77-8155-55f939173cf2" providerId="ADAL" clId="{F33F88E0-3380-47C4-AFDE-F1AC050ADA82}" dt="2026-01-25T16:02:01.284" v="3717" actId="790"/>
          <ac:spMkLst>
            <pc:docMk/>
            <pc:sldMk cId="3659854803" sldId="330"/>
            <ac:spMk id="155" creationId="{F4064C2F-C745-1708-AF10-7A446B28E595}"/>
          </ac:spMkLst>
        </pc:spChg>
        <pc:spChg chg="mod">
          <ac:chgData name="Yash Jadhav" userId="535c3d6d-72b8-4f77-8155-55f939173cf2" providerId="ADAL" clId="{F33F88E0-3380-47C4-AFDE-F1AC050ADA82}" dt="2026-01-25T16:02:01.285" v="3718" actId="790"/>
          <ac:spMkLst>
            <pc:docMk/>
            <pc:sldMk cId="3659854803" sldId="330"/>
            <ac:spMk id="156" creationId="{C0B42FFF-14C4-D1B9-746F-D87AFA3717E4}"/>
          </ac:spMkLst>
        </pc:spChg>
        <pc:spChg chg="mod">
          <ac:chgData name="Yash Jadhav" userId="535c3d6d-72b8-4f77-8155-55f939173cf2" providerId="ADAL" clId="{F33F88E0-3380-47C4-AFDE-F1AC050ADA82}" dt="2026-01-25T16:02:01.287" v="3719" actId="790"/>
          <ac:spMkLst>
            <pc:docMk/>
            <pc:sldMk cId="3659854803" sldId="330"/>
            <ac:spMk id="157" creationId="{8A031988-B049-00D5-2FEA-A326C3137F8A}"/>
          </ac:spMkLst>
        </pc:spChg>
        <pc:spChg chg="mod">
          <ac:chgData name="Yash Jadhav" userId="535c3d6d-72b8-4f77-8155-55f939173cf2" providerId="ADAL" clId="{F33F88E0-3380-47C4-AFDE-F1AC050ADA82}" dt="2026-01-25T16:02:01.289" v="3720" actId="790"/>
          <ac:spMkLst>
            <pc:docMk/>
            <pc:sldMk cId="3659854803" sldId="330"/>
            <ac:spMk id="158" creationId="{D3DF7467-37DA-F31C-56D7-386A463721FF}"/>
          </ac:spMkLst>
        </pc:spChg>
        <pc:spChg chg="mod">
          <ac:chgData name="Yash Jadhav" userId="535c3d6d-72b8-4f77-8155-55f939173cf2" providerId="ADAL" clId="{F33F88E0-3380-47C4-AFDE-F1AC050ADA82}" dt="2026-01-25T16:02:01.290" v="3721" actId="790"/>
          <ac:spMkLst>
            <pc:docMk/>
            <pc:sldMk cId="3659854803" sldId="330"/>
            <ac:spMk id="159" creationId="{C700298E-3251-7605-5AEC-209CF20E41AE}"/>
          </ac:spMkLst>
        </pc:spChg>
        <pc:spChg chg="mod">
          <ac:chgData name="Yash Jadhav" userId="535c3d6d-72b8-4f77-8155-55f939173cf2" providerId="ADAL" clId="{F33F88E0-3380-47C4-AFDE-F1AC050ADA82}" dt="2026-01-25T16:02:01.292" v="3722" actId="790"/>
          <ac:spMkLst>
            <pc:docMk/>
            <pc:sldMk cId="3659854803" sldId="330"/>
            <ac:spMk id="160" creationId="{ADDFCD76-000C-F828-663B-552B6395052B}"/>
          </ac:spMkLst>
        </pc:spChg>
        <pc:spChg chg="mod">
          <ac:chgData name="Yash Jadhav" userId="535c3d6d-72b8-4f77-8155-55f939173cf2" providerId="ADAL" clId="{F33F88E0-3380-47C4-AFDE-F1AC050ADA82}" dt="2026-01-25T16:02:01.293" v="3723" actId="790"/>
          <ac:spMkLst>
            <pc:docMk/>
            <pc:sldMk cId="3659854803" sldId="330"/>
            <ac:spMk id="161" creationId="{FD4FA7F2-F61E-7985-BD66-EB519465FF2E}"/>
          </ac:spMkLst>
        </pc:spChg>
        <pc:spChg chg="mod">
          <ac:chgData name="Yash Jadhav" userId="535c3d6d-72b8-4f77-8155-55f939173cf2" providerId="ADAL" clId="{F33F88E0-3380-47C4-AFDE-F1AC050ADA82}" dt="2026-01-25T16:02:01.295" v="3724" actId="790"/>
          <ac:spMkLst>
            <pc:docMk/>
            <pc:sldMk cId="3659854803" sldId="330"/>
            <ac:spMk id="162" creationId="{539F7668-DF4B-04A3-04B8-2121D48A6F29}"/>
          </ac:spMkLst>
        </pc:spChg>
        <pc:spChg chg="mod">
          <ac:chgData name="Yash Jadhav" userId="535c3d6d-72b8-4f77-8155-55f939173cf2" providerId="ADAL" clId="{F33F88E0-3380-47C4-AFDE-F1AC050ADA82}" dt="2026-01-25T16:02:01.296" v="3725" actId="790"/>
          <ac:spMkLst>
            <pc:docMk/>
            <pc:sldMk cId="3659854803" sldId="330"/>
            <ac:spMk id="163" creationId="{32201819-C0DB-15C7-9FE4-F9630B17A53A}"/>
          </ac:spMkLst>
        </pc:spChg>
        <pc:spChg chg="mod">
          <ac:chgData name="Yash Jadhav" userId="535c3d6d-72b8-4f77-8155-55f939173cf2" providerId="ADAL" clId="{F33F88E0-3380-47C4-AFDE-F1AC050ADA82}" dt="2026-01-25T16:02:01.297" v="3726" actId="790"/>
          <ac:spMkLst>
            <pc:docMk/>
            <pc:sldMk cId="3659854803" sldId="330"/>
            <ac:spMk id="164" creationId="{3955ED80-401E-5D3A-7562-E12D90AA823C}"/>
          </ac:spMkLst>
        </pc:spChg>
        <pc:spChg chg="mod">
          <ac:chgData name="Yash Jadhav" userId="535c3d6d-72b8-4f77-8155-55f939173cf2" providerId="ADAL" clId="{F33F88E0-3380-47C4-AFDE-F1AC050ADA82}" dt="2026-01-25T16:02:01.299" v="3727" actId="790"/>
          <ac:spMkLst>
            <pc:docMk/>
            <pc:sldMk cId="3659854803" sldId="330"/>
            <ac:spMk id="165" creationId="{E49050A3-F54D-FAEB-DBF5-FD04C8182D26}"/>
          </ac:spMkLst>
        </pc:spChg>
        <pc:spChg chg="mod">
          <ac:chgData name="Yash Jadhav" userId="535c3d6d-72b8-4f77-8155-55f939173cf2" providerId="ADAL" clId="{F33F88E0-3380-47C4-AFDE-F1AC050ADA82}" dt="2026-01-25T16:02:01.301" v="3728" actId="790"/>
          <ac:spMkLst>
            <pc:docMk/>
            <pc:sldMk cId="3659854803" sldId="330"/>
            <ac:spMk id="166" creationId="{E49AC9DA-CCA5-707F-78C7-6B2E026C55BC}"/>
          </ac:spMkLst>
        </pc:spChg>
        <pc:spChg chg="mod">
          <ac:chgData name="Yash Jadhav" userId="535c3d6d-72b8-4f77-8155-55f939173cf2" providerId="ADAL" clId="{F33F88E0-3380-47C4-AFDE-F1AC050ADA82}" dt="2026-01-25T16:02:01.303" v="3729" actId="790"/>
          <ac:spMkLst>
            <pc:docMk/>
            <pc:sldMk cId="3659854803" sldId="330"/>
            <ac:spMk id="167" creationId="{29CD72D4-2A51-8D8A-1E75-B461A895DAF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92596618" sldId="331"/>
        </pc:sldMkLst>
        <pc:spChg chg="mod ord">
          <ac:chgData name="Yash Jadhav" userId="535c3d6d-72b8-4f77-8155-55f939173cf2" providerId="ADAL" clId="{F33F88E0-3380-47C4-AFDE-F1AC050ADA82}" dt="2026-01-25T16:06:14.662" v="8413" actId="6264"/>
          <ac:spMkLst>
            <pc:docMk/>
            <pc:sldMk cId="3092596618" sldId="331"/>
            <ac:spMk id="2" creationId="{23C46045-A3E1-5C42-9845-258FD81220C8}"/>
          </ac:spMkLst>
        </pc:spChg>
        <pc:spChg chg="mod">
          <ac:chgData name="Yash Jadhav" userId="535c3d6d-72b8-4f77-8155-55f939173cf2" providerId="ADAL" clId="{F33F88E0-3380-47C4-AFDE-F1AC050ADA82}" dt="2026-01-25T16:02:04.041" v="3754" actId="790"/>
          <ac:spMkLst>
            <pc:docMk/>
            <pc:sldMk cId="3092596618" sldId="331"/>
            <ac:spMk id="4" creationId="{DA6EC4F0-2FB1-B9FB-E17B-76E9205DC912}"/>
          </ac:spMkLst>
        </pc:spChg>
        <pc:spChg chg="mod">
          <ac:chgData name="Yash Jadhav" userId="535c3d6d-72b8-4f77-8155-55f939173cf2" providerId="ADAL" clId="{F33F88E0-3380-47C4-AFDE-F1AC050ADA82}" dt="2026-01-25T16:02:04.042" v="3755" actId="790"/>
          <ac:spMkLst>
            <pc:docMk/>
            <pc:sldMk cId="3092596618" sldId="331"/>
            <ac:spMk id="5" creationId="{49A56BDA-AC49-BBE2-B2AB-9FC008B6ACF4}"/>
          </ac:spMkLst>
        </pc:spChg>
        <pc:spChg chg="mod">
          <ac:chgData name="Yash Jadhav" userId="535c3d6d-72b8-4f77-8155-55f939173cf2" providerId="ADAL" clId="{F33F88E0-3380-47C4-AFDE-F1AC050ADA82}" dt="2026-01-25T16:02:04.044" v="3756" actId="790"/>
          <ac:spMkLst>
            <pc:docMk/>
            <pc:sldMk cId="3092596618" sldId="331"/>
            <ac:spMk id="6" creationId="{BDE3EE92-3B78-07F2-C345-553D3EAE21E6}"/>
          </ac:spMkLst>
        </pc:spChg>
        <pc:spChg chg="mod">
          <ac:chgData name="Yash Jadhav" userId="535c3d6d-72b8-4f77-8155-55f939173cf2" providerId="ADAL" clId="{F33F88E0-3380-47C4-AFDE-F1AC050ADA82}" dt="2026-01-25T16:02:04.045" v="3757" actId="790"/>
          <ac:spMkLst>
            <pc:docMk/>
            <pc:sldMk cId="3092596618" sldId="331"/>
            <ac:spMk id="7" creationId="{CD6DE6A1-32D4-05BB-E76C-61DE467EF271}"/>
          </ac:spMkLst>
        </pc:spChg>
        <pc:spChg chg="mod">
          <ac:chgData name="Yash Jadhav" userId="535c3d6d-72b8-4f77-8155-55f939173cf2" providerId="ADAL" clId="{F33F88E0-3380-47C4-AFDE-F1AC050ADA82}" dt="2026-01-25T16:02:04.129" v="3796" actId="790"/>
          <ac:spMkLst>
            <pc:docMk/>
            <pc:sldMk cId="3092596618" sldId="331"/>
            <ac:spMk id="9" creationId="{B185F81C-A16C-AB0B-E37E-CC42E645C83F}"/>
          </ac:spMkLst>
        </pc:spChg>
        <pc:spChg chg="mod">
          <ac:chgData name="Yash Jadhav" userId="535c3d6d-72b8-4f77-8155-55f939173cf2" providerId="ADAL" clId="{F33F88E0-3380-47C4-AFDE-F1AC050ADA82}" dt="2026-01-25T16:02:04.131" v="3797" actId="790"/>
          <ac:spMkLst>
            <pc:docMk/>
            <pc:sldMk cId="3092596618" sldId="331"/>
            <ac:spMk id="10" creationId="{B9FCB344-8511-8BA2-5339-58C120A9A64B}"/>
          </ac:spMkLst>
        </pc:spChg>
        <pc:spChg chg="mod">
          <ac:chgData name="Yash Jadhav" userId="535c3d6d-72b8-4f77-8155-55f939173cf2" providerId="ADAL" clId="{F33F88E0-3380-47C4-AFDE-F1AC050ADA82}" dt="2026-01-25T16:02:04.132" v="3798" actId="790"/>
          <ac:spMkLst>
            <pc:docMk/>
            <pc:sldMk cId="3092596618" sldId="331"/>
            <ac:spMk id="11" creationId="{0784F569-9343-A7D2-A147-8A5D104287F7}"/>
          </ac:spMkLst>
        </pc:spChg>
        <pc:spChg chg="mod">
          <ac:chgData name="Yash Jadhav" userId="535c3d6d-72b8-4f77-8155-55f939173cf2" providerId="ADAL" clId="{F33F88E0-3380-47C4-AFDE-F1AC050ADA82}" dt="2026-01-25T16:02:04.134" v="3799" actId="790"/>
          <ac:spMkLst>
            <pc:docMk/>
            <pc:sldMk cId="3092596618" sldId="331"/>
            <ac:spMk id="12" creationId="{DE9550E7-7421-3CA5-C421-344F1C10D73D}"/>
          </ac:spMkLst>
        </pc:spChg>
        <pc:spChg chg="mod">
          <ac:chgData name="Yash Jadhav" userId="535c3d6d-72b8-4f77-8155-55f939173cf2" providerId="ADAL" clId="{F33F88E0-3380-47C4-AFDE-F1AC050ADA82}" dt="2026-01-25T16:02:04.136" v="3800" actId="790"/>
          <ac:spMkLst>
            <pc:docMk/>
            <pc:sldMk cId="3092596618" sldId="331"/>
            <ac:spMk id="13" creationId="{1CF35E1B-4703-431E-42BA-6A6DD9AE9749}"/>
          </ac:spMkLst>
        </pc:spChg>
        <pc:spChg chg="mod">
          <ac:chgData name="Yash Jadhav" userId="535c3d6d-72b8-4f77-8155-55f939173cf2" providerId="ADAL" clId="{F33F88E0-3380-47C4-AFDE-F1AC050ADA82}" dt="2026-01-25T16:02:04.139" v="3801" actId="790"/>
          <ac:spMkLst>
            <pc:docMk/>
            <pc:sldMk cId="3092596618" sldId="331"/>
            <ac:spMk id="14" creationId="{6A179C2A-9F4D-2945-6ED9-078C06853715}"/>
          </ac:spMkLst>
        </pc:spChg>
        <pc:spChg chg="mod">
          <ac:chgData name="Yash Jadhav" userId="535c3d6d-72b8-4f77-8155-55f939173cf2" providerId="ADAL" clId="{F33F88E0-3380-47C4-AFDE-F1AC050ADA82}" dt="2026-01-25T16:02:04.142" v="3802" actId="790"/>
          <ac:spMkLst>
            <pc:docMk/>
            <pc:sldMk cId="3092596618" sldId="331"/>
            <ac:spMk id="15" creationId="{8E4EF7E9-FC00-265F-FEB2-C2E851F65D90}"/>
          </ac:spMkLst>
        </pc:spChg>
        <pc:spChg chg="mod">
          <ac:chgData name="Yash Jadhav" userId="535c3d6d-72b8-4f77-8155-55f939173cf2" providerId="ADAL" clId="{F33F88E0-3380-47C4-AFDE-F1AC050ADA82}" dt="2026-01-25T16:02:04.144" v="3803" actId="790"/>
          <ac:spMkLst>
            <pc:docMk/>
            <pc:sldMk cId="3092596618" sldId="331"/>
            <ac:spMk id="16" creationId="{E0BEB391-C826-7EC9-7FC7-4E92E61C4A45}"/>
          </ac:spMkLst>
        </pc:spChg>
        <pc:spChg chg="mod">
          <ac:chgData name="Yash Jadhav" userId="535c3d6d-72b8-4f77-8155-55f939173cf2" providerId="ADAL" clId="{F33F88E0-3380-47C4-AFDE-F1AC050ADA82}" dt="2026-01-25T16:02:04.146" v="3804" actId="790"/>
          <ac:spMkLst>
            <pc:docMk/>
            <pc:sldMk cId="3092596618" sldId="331"/>
            <ac:spMk id="17" creationId="{7BD19B00-4E89-24EC-62B8-4F67CC51548E}"/>
          </ac:spMkLst>
        </pc:spChg>
        <pc:spChg chg="mod">
          <ac:chgData name="Yash Jadhav" userId="535c3d6d-72b8-4f77-8155-55f939173cf2" providerId="ADAL" clId="{F33F88E0-3380-47C4-AFDE-F1AC050ADA82}" dt="2026-01-25T16:02:04.149" v="3805" actId="790"/>
          <ac:spMkLst>
            <pc:docMk/>
            <pc:sldMk cId="3092596618" sldId="331"/>
            <ac:spMk id="18" creationId="{D88EB8D9-2D1E-6810-7FFE-3BC0CF3FD7F0}"/>
          </ac:spMkLst>
        </pc:spChg>
        <pc:spChg chg="mod">
          <ac:chgData name="Yash Jadhav" userId="535c3d6d-72b8-4f77-8155-55f939173cf2" providerId="ADAL" clId="{F33F88E0-3380-47C4-AFDE-F1AC050ADA82}" dt="2026-01-25T16:02:04.150" v="3806" actId="790"/>
          <ac:spMkLst>
            <pc:docMk/>
            <pc:sldMk cId="3092596618" sldId="331"/>
            <ac:spMk id="19" creationId="{5675CABF-0EEC-CDE2-5B6F-F603505E1772}"/>
          </ac:spMkLst>
        </pc:spChg>
        <pc:spChg chg="mod">
          <ac:chgData name="Yash Jadhav" userId="535c3d6d-72b8-4f77-8155-55f939173cf2" providerId="ADAL" clId="{F33F88E0-3380-47C4-AFDE-F1AC050ADA82}" dt="2026-01-25T16:02:04.152" v="3807" actId="790"/>
          <ac:spMkLst>
            <pc:docMk/>
            <pc:sldMk cId="3092596618" sldId="331"/>
            <ac:spMk id="20" creationId="{383A638D-CEB6-7647-B909-03F412134C9B}"/>
          </ac:spMkLst>
        </pc:spChg>
        <pc:spChg chg="mod">
          <ac:chgData name="Yash Jadhav" userId="535c3d6d-72b8-4f77-8155-55f939173cf2" providerId="ADAL" clId="{F33F88E0-3380-47C4-AFDE-F1AC050ADA82}" dt="2026-01-25T16:02:04.155" v="3808" actId="790"/>
          <ac:spMkLst>
            <pc:docMk/>
            <pc:sldMk cId="3092596618" sldId="331"/>
            <ac:spMk id="23" creationId="{AE2BD43A-45A7-CEE8-AB03-B41D812A3C71}"/>
          </ac:spMkLst>
        </pc:spChg>
        <pc:spChg chg="mod">
          <ac:chgData name="Yash Jadhav" userId="535c3d6d-72b8-4f77-8155-55f939173cf2" providerId="ADAL" clId="{F33F88E0-3380-47C4-AFDE-F1AC050ADA82}" dt="2026-01-25T16:02:04.157" v="3809" actId="790"/>
          <ac:spMkLst>
            <pc:docMk/>
            <pc:sldMk cId="3092596618" sldId="331"/>
            <ac:spMk id="24" creationId="{53B5518B-B25F-A063-C0E7-73FF85A3E107}"/>
          </ac:spMkLst>
        </pc:spChg>
        <pc:spChg chg="mod">
          <ac:chgData name="Yash Jadhav" userId="535c3d6d-72b8-4f77-8155-55f939173cf2" providerId="ADAL" clId="{F33F88E0-3380-47C4-AFDE-F1AC050ADA82}" dt="2026-01-25T16:02:04.033" v="3750" actId="790"/>
          <ac:spMkLst>
            <pc:docMk/>
            <pc:sldMk cId="3092596618" sldId="331"/>
            <ac:spMk id="31" creationId="{57CA9E03-67C6-7B80-1672-0E7DB3EAAAEC}"/>
          </ac:spMkLst>
        </pc:spChg>
        <pc:spChg chg="mod">
          <ac:chgData name="Yash Jadhav" userId="535c3d6d-72b8-4f77-8155-55f939173cf2" providerId="ADAL" clId="{F33F88E0-3380-47C4-AFDE-F1AC050ADA82}" dt="2026-01-25T16:02:04.035" v="3751" actId="790"/>
          <ac:spMkLst>
            <pc:docMk/>
            <pc:sldMk cId="3092596618" sldId="331"/>
            <ac:spMk id="32" creationId="{72BF1866-62F2-724A-ED81-CD669FCDBAB1}"/>
          </ac:spMkLst>
        </pc:spChg>
        <pc:spChg chg="mod">
          <ac:chgData name="Yash Jadhav" userId="535c3d6d-72b8-4f77-8155-55f939173cf2" providerId="ADAL" clId="{F33F88E0-3380-47C4-AFDE-F1AC050ADA82}" dt="2026-01-25T16:02:04.038" v="3752" actId="790"/>
          <ac:spMkLst>
            <pc:docMk/>
            <pc:sldMk cId="3092596618" sldId="331"/>
            <ac:spMk id="33" creationId="{FC794D17-8A54-DA6F-EC15-EEE25C67F4CF}"/>
          </ac:spMkLst>
        </pc:spChg>
        <pc:spChg chg="mod">
          <ac:chgData name="Yash Jadhav" userId="535c3d6d-72b8-4f77-8155-55f939173cf2" providerId="ADAL" clId="{F33F88E0-3380-47C4-AFDE-F1AC050ADA82}" dt="2026-01-25T16:02:04.040" v="3753" actId="790"/>
          <ac:spMkLst>
            <pc:docMk/>
            <pc:sldMk cId="3092596618" sldId="331"/>
            <ac:spMk id="34" creationId="{8BAFAFFC-FCAF-7E9B-A9FB-F2C19110A215}"/>
          </ac:spMkLst>
        </pc:spChg>
        <pc:spChg chg="mod">
          <ac:chgData name="Yash Jadhav" userId="535c3d6d-72b8-4f77-8155-55f939173cf2" providerId="ADAL" clId="{F33F88E0-3380-47C4-AFDE-F1AC050ADA82}" dt="2026-01-25T16:02:04.158" v="3810" actId="790"/>
          <ac:spMkLst>
            <pc:docMk/>
            <pc:sldMk cId="3092596618" sldId="331"/>
            <ac:spMk id="35" creationId="{579A022D-6CF1-82AB-172E-1313DCA46779}"/>
          </ac:spMkLst>
        </pc:spChg>
        <pc:spChg chg="mod">
          <ac:chgData name="Yash Jadhav" userId="535c3d6d-72b8-4f77-8155-55f939173cf2" providerId="ADAL" clId="{F33F88E0-3380-47C4-AFDE-F1AC050ADA82}" dt="2026-01-25T16:02:04.047" v="3758" actId="790"/>
          <ac:spMkLst>
            <pc:docMk/>
            <pc:sldMk cId="3092596618" sldId="331"/>
            <ac:spMk id="36" creationId="{60D911BA-CF1F-B739-B100-E7896701947E}"/>
          </ac:spMkLst>
        </pc:spChg>
        <pc:spChg chg="mod">
          <ac:chgData name="Yash Jadhav" userId="535c3d6d-72b8-4f77-8155-55f939173cf2" providerId="ADAL" clId="{F33F88E0-3380-47C4-AFDE-F1AC050ADA82}" dt="2026-01-25T16:02:04.049" v="3759" actId="790"/>
          <ac:spMkLst>
            <pc:docMk/>
            <pc:sldMk cId="3092596618" sldId="331"/>
            <ac:spMk id="37" creationId="{7C038333-CBFF-455F-C3DB-48B29A1CB98B}"/>
          </ac:spMkLst>
        </pc:spChg>
        <pc:spChg chg="mod">
          <ac:chgData name="Yash Jadhav" userId="535c3d6d-72b8-4f77-8155-55f939173cf2" providerId="ADAL" clId="{F33F88E0-3380-47C4-AFDE-F1AC050ADA82}" dt="2026-01-25T16:02:04.050" v="3760" actId="790"/>
          <ac:spMkLst>
            <pc:docMk/>
            <pc:sldMk cId="3092596618" sldId="331"/>
            <ac:spMk id="38" creationId="{89C7196B-B0E7-062D-B749-8D202E261D5F}"/>
          </ac:spMkLst>
        </pc:spChg>
        <pc:spChg chg="mod">
          <ac:chgData name="Yash Jadhav" userId="535c3d6d-72b8-4f77-8155-55f939173cf2" providerId="ADAL" clId="{F33F88E0-3380-47C4-AFDE-F1AC050ADA82}" dt="2026-01-25T16:02:04.052" v="3761" actId="790"/>
          <ac:spMkLst>
            <pc:docMk/>
            <pc:sldMk cId="3092596618" sldId="331"/>
            <ac:spMk id="39" creationId="{A42394C1-A897-4E01-F4F6-C290DE9D63BC}"/>
          </ac:spMkLst>
        </pc:spChg>
        <pc:spChg chg="mod">
          <ac:chgData name="Yash Jadhav" userId="535c3d6d-72b8-4f77-8155-55f939173cf2" providerId="ADAL" clId="{F33F88E0-3380-47C4-AFDE-F1AC050ADA82}" dt="2026-01-25T16:02:04.161" v="3811" actId="790"/>
          <ac:spMkLst>
            <pc:docMk/>
            <pc:sldMk cId="3092596618" sldId="331"/>
            <ac:spMk id="40" creationId="{96FBCBCA-BCA4-AE10-780F-D0DEF8032ECD}"/>
          </ac:spMkLst>
        </pc:spChg>
        <pc:spChg chg="mod">
          <ac:chgData name="Yash Jadhav" userId="535c3d6d-72b8-4f77-8155-55f939173cf2" providerId="ADAL" clId="{F33F88E0-3380-47C4-AFDE-F1AC050ADA82}" dt="2026-01-25T16:02:04.163" v="3812" actId="790"/>
          <ac:spMkLst>
            <pc:docMk/>
            <pc:sldMk cId="3092596618" sldId="331"/>
            <ac:spMk id="41" creationId="{71ABD397-83CC-F311-FDC7-6FA18790C874}"/>
          </ac:spMkLst>
        </pc:spChg>
        <pc:spChg chg="mod">
          <ac:chgData name="Yash Jadhav" userId="535c3d6d-72b8-4f77-8155-55f939173cf2" providerId="ADAL" clId="{F33F88E0-3380-47C4-AFDE-F1AC050ADA82}" dt="2026-01-25T16:02:04.060" v="3766" actId="790"/>
          <ac:spMkLst>
            <pc:docMk/>
            <pc:sldMk cId="3092596618" sldId="331"/>
            <ac:spMk id="43" creationId="{D7E9C07F-E795-CA52-5871-3987A4D5EE90}"/>
          </ac:spMkLst>
        </pc:spChg>
        <pc:spChg chg="mod">
          <ac:chgData name="Yash Jadhav" userId="535c3d6d-72b8-4f77-8155-55f939173cf2" providerId="ADAL" clId="{F33F88E0-3380-47C4-AFDE-F1AC050ADA82}" dt="2026-01-25T16:02:04.062" v="3767" actId="790"/>
          <ac:spMkLst>
            <pc:docMk/>
            <pc:sldMk cId="3092596618" sldId="331"/>
            <ac:spMk id="44" creationId="{7C85CB95-155D-4B37-D78F-91DD16662C4A}"/>
          </ac:spMkLst>
        </pc:spChg>
        <pc:spChg chg="mod">
          <ac:chgData name="Yash Jadhav" userId="535c3d6d-72b8-4f77-8155-55f939173cf2" providerId="ADAL" clId="{F33F88E0-3380-47C4-AFDE-F1AC050ADA82}" dt="2026-01-25T16:02:04.063" v="3768" actId="790"/>
          <ac:spMkLst>
            <pc:docMk/>
            <pc:sldMk cId="3092596618" sldId="331"/>
            <ac:spMk id="45" creationId="{8584A988-6E6A-4E90-3FE5-07DF17BF7779}"/>
          </ac:spMkLst>
        </pc:spChg>
        <pc:spChg chg="mod">
          <ac:chgData name="Yash Jadhav" userId="535c3d6d-72b8-4f77-8155-55f939173cf2" providerId="ADAL" clId="{F33F88E0-3380-47C4-AFDE-F1AC050ADA82}" dt="2026-01-25T16:02:04.066" v="3769" actId="790"/>
          <ac:spMkLst>
            <pc:docMk/>
            <pc:sldMk cId="3092596618" sldId="331"/>
            <ac:spMk id="46" creationId="{21886040-A365-2CCC-2BD0-8D9904F233C2}"/>
          </ac:spMkLst>
        </pc:spChg>
        <pc:spChg chg="mod">
          <ac:chgData name="Yash Jadhav" userId="535c3d6d-72b8-4f77-8155-55f939173cf2" providerId="ADAL" clId="{F33F88E0-3380-47C4-AFDE-F1AC050ADA82}" dt="2026-01-25T16:02:04.054" v="3762" actId="790"/>
          <ac:spMkLst>
            <pc:docMk/>
            <pc:sldMk cId="3092596618" sldId="331"/>
            <ac:spMk id="47" creationId="{5E5CC58D-EAAD-6398-F3E6-EF8B8E948E80}"/>
          </ac:spMkLst>
        </pc:spChg>
        <pc:spChg chg="mod">
          <ac:chgData name="Yash Jadhav" userId="535c3d6d-72b8-4f77-8155-55f939173cf2" providerId="ADAL" clId="{F33F88E0-3380-47C4-AFDE-F1AC050ADA82}" dt="2026-01-25T16:02:04.055" v="3763" actId="790"/>
          <ac:spMkLst>
            <pc:docMk/>
            <pc:sldMk cId="3092596618" sldId="331"/>
            <ac:spMk id="48" creationId="{12CE148C-DE4F-3287-C167-30795AA7E815}"/>
          </ac:spMkLst>
        </pc:spChg>
        <pc:spChg chg="mod">
          <ac:chgData name="Yash Jadhav" userId="535c3d6d-72b8-4f77-8155-55f939173cf2" providerId="ADAL" clId="{F33F88E0-3380-47C4-AFDE-F1AC050ADA82}" dt="2026-01-25T16:02:04.057" v="3764" actId="790"/>
          <ac:spMkLst>
            <pc:docMk/>
            <pc:sldMk cId="3092596618" sldId="331"/>
            <ac:spMk id="49" creationId="{8D1A4856-8D15-C0E5-BBCE-E8D0A98B1FA3}"/>
          </ac:spMkLst>
        </pc:spChg>
        <pc:spChg chg="mod">
          <ac:chgData name="Yash Jadhav" userId="535c3d6d-72b8-4f77-8155-55f939173cf2" providerId="ADAL" clId="{F33F88E0-3380-47C4-AFDE-F1AC050ADA82}" dt="2026-01-25T16:02:04.058" v="3765" actId="790"/>
          <ac:spMkLst>
            <pc:docMk/>
            <pc:sldMk cId="3092596618" sldId="331"/>
            <ac:spMk id="50" creationId="{BEBFBF4D-F043-552A-A21E-90F724DE4C99}"/>
          </ac:spMkLst>
        </pc:spChg>
        <pc:spChg chg="mod">
          <ac:chgData name="Yash Jadhav" userId="535c3d6d-72b8-4f77-8155-55f939173cf2" providerId="ADAL" clId="{F33F88E0-3380-47C4-AFDE-F1AC050ADA82}" dt="2026-01-25T16:02:04.165" v="3813" actId="790"/>
          <ac:spMkLst>
            <pc:docMk/>
            <pc:sldMk cId="3092596618" sldId="331"/>
            <ac:spMk id="51" creationId="{3AC881E6-7C09-BE9B-55AE-E186B1195F4D}"/>
          </ac:spMkLst>
        </pc:spChg>
        <pc:spChg chg="mod">
          <ac:chgData name="Yash Jadhav" userId="535c3d6d-72b8-4f77-8155-55f939173cf2" providerId="ADAL" clId="{F33F88E0-3380-47C4-AFDE-F1AC050ADA82}" dt="2026-01-25T16:02:04.075" v="3774" actId="790"/>
          <ac:spMkLst>
            <pc:docMk/>
            <pc:sldMk cId="3092596618" sldId="331"/>
            <ac:spMk id="53" creationId="{019C8B40-E7F0-442E-7121-1F8B21AD4E47}"/>
          </ac:spMkLst>
        </pc:spChg>
        <pc:spChg chg="mod">
          <ac:chgData name="Yash Jadhav" userId="535c3d6d-72b8-4f77-8155-55f939173cf2" providerId="ADAL" clId="{F33F88E0-3380-47C4-AFDE-F1AC050ADA82}" dt="2026-01-25T16:02:04.076" v="3775" actId="790"/>
          <ac:spMkLst>
            <pc:docMk/>
            <pc:sldMk cId="3092596618" sldId="331"/>
            <ac:spMk id="54" creationId="{C77E0C6D-9ABF-D9BD-EA38-B392F3518CEF}"/>
          </ac:spMkLst>
        </pc:spChg>
        <pc:spChg chg="mod">
          <ac:chgData name="Yash Jadhav" userId="535c3d6d-72b8-4f77-8155-55f939173cf2" providerId="ADAL" clId="{F33F88E0-3380-47C4-AFDE-F1AC050ADA82}" dt="2026-01-25T16:02:04.077" v="3776" actId="790"/>
          <ac:spMkLst>
            <pc:docMk/>
            <pc:sldMk cId="3092596618" sldId="331"/>
            <ac:spMk id="55" creationId="{A5B64A17-0D8A-0238-A954-61F38FB763D5}"/>
          </ac:spMkLst>
        </pc:spChg>
        <pc:spChg chg="mod">
          <ac:chgData name="Yash Jadhav" userId="535c3d6d-72b8-4f77-8155-55f939173cf2" providerId="ADAL" clId="{F33F88E0-3380-47C4-AFDE-F1AC050ADA82}" dt="2026-01-25T16:02:04.079" v="3777" actId="790"/>
          <ac:spMkLst>
            <pc:docMk/>
            <pc:sldMk cId="3092596618" sldId="331"/>
            <ac:spMk id="56" creationId="{5339E6EA-C4B2-DE8C-BF0D-87982DB07A65}"/>
          </ac:spMkLst>
        </pc:spChg>
        <pc:spChg chg="mod">
          <ac:chgData name="Yash Jadhav" userId="535c3d6d-72b8-4f77-8155-55f939173cf2" providerId="ADAL" clId="{F33F88E0-3380-47C4-AFDE-F1AC050ADA82}" dt="2026-01-25T16:02:04.068" v="3770" actId="790"/>
          <ac:spMkLst>
            <pc:docMk/>
            <pc:sldMk cId="3092596618" sldId="331"/>
            <ac:spMk id="57" creationId="{45BD0BFC-973C-B513-7ECD-D5306327EC1C}"/>
          </ac:spMkLst>
        </pc:spChg>
        <pc:spChg chg="mod">
          <ac:chgData name="Yash Jadhav" userId="535c3d6d-72b8-4f77-8155-55f939173cf2" providerId="ADAL" clId="{F33F88E0-3380-47C4-AFDE-F1AC050ADA82}" dt="2026-01-25T16:02:04.070" v="3771" actId="790"/>
          <ac:spMkLst>
            <pc:docMk/>
            <pc:sldMk cId="3092596618" sldId="331"/>
            <ac:spMk id="58" creationId="{96D04712-AB8F-AD42-CF8A-955383167841}"/>
          </ac:spMkLst>
        </pc:spChg>
        <pc:spChg chg="mod">
          <ac:chgData name="Yash Jadhav" userId="535c3d6d-72b8-4f77-8155-55f939173cf2" providerId="ADAL" clId="{F33F88E0-3380-47C4-AFDE-F1AC050ADA82}" dt="2026-01-25T16:02:04.071" v="3772" actId="790"/>
          <ac:spMkLst>
            <pc:docMk/>
            <pc:sldMk cId="3092596618" sldId="331"/>
            <ac:spMk id="59" creationId="{E3EFC54A-6235-7B6D-5FC8-750BA56AA104}"/>
          </ac:spMkLst>
        </pc:spChg>
        <pc:spChg chg="mod">
          <ac:chgData name="Yash Jadhav" userId="535c3d6d-72b8-4f77-8155-55f939173cf2" providerId="ADAL" clId="{F33F88E0-3380-47C4-AFDE-F1AC050ADA82}" dt="2026-01-25T16:02:04.073" v="3773" actId="790"/>
          <ac:spMkLst>
            <pc:docMk/>
            <pc:sldMk cId="3092596618" sldId="331"/>
            <ac:spMk id="60" creationId="{5F22EDE0-7A37-1D81-32FA-DA6DDD54CF87}"/>
          </ac:spMkLst>
        </pc:spChg>
        <pc:spChg chg="mod">
          <ac:chgData name="Yash Jadhav" userId="535c3d6d-72b8-4f77-8155-55f939173cf2" providerId="ADAL" clId="{F33F88E0-3380-47C4-AFDE-F1AC050ADA82}" dt="2026-01-25T16:02:04.168" v="3814" actId="790"/>
          <ac:spMkLst>
            <pc:docMk/>
            <pc:sldMk cId="3092596618" sldId="331"/>
            <ac:spMk id="61" creationId="{95ED3700-BBE3-8E6B-C170-825B11C6C995}"/>
          </ac:spMkLst>
        </pc:spChg>
        <pc:spChg chg="mod">
          <ac:chgData name="Yash Jadhav" userId="535c3d6d-72b8-4f77-8155-55f939173cf2" providerId="ADAL" clId="{F33F88E0-3380-47C4-AFDE-F1AC050ADA82}" dt="2026-01-25T16:02:04.170" v="3815" actId="790"/>
          <ac:spMkLst>
            <pc:docMk/>
            <pc:sldMk cId="3092596618" sldId="331"/>
            <ac:spMk id="62" creationId="{8B73C193-FD8E-5774-630A-000CA5A4B561}"/>
          </ac:spMkLst>
        </pc:spChg>
        <pc:spChg chg="mod">
          <ac:chgData name="Yash Jadhav" userId="535c3d6d-72b8-4f77-8155-55f939173cf2" providerId="ADAL" clId="{F33F88E0-3380-47C4-AFDE-F1AC050ADA82}" dt="2026-01-25T16:02:04.172" v="3816" actId="790"/>
          <ac:spMkLst>
            <pc:docMk/>
            <pc:sldMk cId="3092596618" sldId="331"/>
            <ac:spMk id="63" creationId="{8C55E27B-7710-BC7A-7AD0-DBCAD16AC3C6}"/>
          </ac:spMkLst>
        </pc:spChg>
        <pc:spChg chg="mod">
          <ac:chgData name="Yash Jadhav" userId="535c3d6d-72b8-4f77-8155-55f939173cf2" providerId="ADAL" clId="{F33F88E0-3380-47C4-AFDE-F1AC050ADA82}" dt="2026-01-25T16:02:04.175" v="3817" actId="790"/>
          <ac:spMkLst>
            <pc:docMk/>
            <pc:sldMk cId="3092596618" sldId="331"/>
            <ac:spMk id="64" creationId="{F65C1726-F323-3AB4-1025-F359AD7129DA}"/>
          </ac:spMkLst>
        </pc:spChg>
        <pc:spChg chg="mod">
          <ac:chgData name="Yash Jadhav" userId="535c3d6d-72b8-4f77-8155-55f939173cf2" providerId="ADAL" clId="{F33F88E0-3380-47C4-AFDE-F1AC050ADA82}" dt="2026-01-25T16:02:04.176" v="3818" actId="790"/>
          <ac:spMkLst>
            <pc:docMk/>
            <pc:sldMk cId="3092596618" sldId="331"/>
            <ac:spMk id="65" creationId="{C36FBD7B-F164-4859-8949-7FD609CD8E24}"/>
          </ac:spMkLst>
        </pc:spChg>
        <pc:spChg chg="mod">
          <ac:chgData name="Yash Jadhav" userId="535c3d6d-72b8-4f77-8155-55f939173cf2" providerId="ADAL" clId="{F33F88E0-3380-47C4-AFDE-F1AC050ADA82}" dt="2026-01-25T16:02:04.177" v="3819" actId="790"/>
          <ac:spMkLst>
            <pc:docMk/>
            <pc:sldMk cId="3092596618" sldId="331"/>
            <ac:spMk id="67" creationId="{972FF239-6D9C-FEC1-ECA9-C6DB68E6B88A}"/>
          </ac:spMkLst>
        </pc:spChg>
        <pc:spChg chg="mod">
          <ac:chgData name="Yash Jadhav" userId="535c3d6d-72b8-4f77-8155-55f939173cf2" providerId="ADAL" clId="{F33F88E0-3380-47C4-AFDE-F1AC050ADA82}" dt="2026-01-25T16:02:04.180" v="3820" actId="790"/>
          <ac:spMkLst>
            <pc:docMk/>
            <pc:sldMk cId="3092596618" sldId="331"/>
            <ac:spMk id="68" creationId="{4A010BCA-7D5C-FEE8-C407-9759AD18B1DE}"/>
          </ac:spMkLst>
        </pc:spChg>
        <pc:spChg chg="mod">
          <ac:chgData name="Yash Jadhav" userId="535c3d6d-72b8-4f77-8155-55f939173cf2" providerId="ADAL" clId="{F33F88E0-3380-47C4-AFDE-F1AC050ADA82}" dt="2026-01-25T16:02:04.181" v="3821" actId="790"/>
          <ac:spMkLst>
            <pc:docMk/>
            <pc:sldMk cId="3092596618" sldId="331"/>
            <ac:spMk id="69" creationId="{704AFD65-BD5B-17CD-8090-72C6BB628358}"/>
          </ac:spMkLst>
        </pc:spChg>
        <pc:spChg chg="mod">
          <ac:chgData name="Yash Jadhav" userId="535c3d6d-72b8-4f77-8155-55f939173cf2" providerId="ADAL" clId="{F33F88E0-3380-47C4-AFDE-F1AC050ADA82}" dt="2026-01-25T16:02:04.183" v="3822" actId="790"/>
          <ac:spMkLst>
            <pc:docMk/>
            <pc:sldMk cId="3092596618" sldId="331"/>
            <ac:spMk id="70" creationId="{8387FAA8-CF20-3C37-DC5F-FB6F38965D72}"/>
          </ac:spMkLst>
        </pc:spChg>
        <pc:spChg chg="add del mod">
          <ac:chgData name="Yash Jadhav" userId="535c3d6d-72b8-4f77-8155-55f939173cf2" providerId="ADAL" clId="{F33F88E0-3380-47C4-AFDE-F1AC050ADA82}" dt="2026-01-25T16:06:14.662" v="8413" actId="6264"/>
          <ac:spMkLst>
            <pc:docMk/>
            <pc:sldMk cId="3092596618" sldId="331"/>
            <ac:spMk id="71" creationId="{E3084795-4AFE-EC7D-0EC4-0E286515E661}"/>
          </ac:spMkLst>
        </pc:spChg>
        <pc:spChg chg="mod">
          <ac:chgData name="Yash Jadhav" userId="535c3d6d-72b8-4f77-8155-55f939173cf2" providerId="ADAL" clId="{F33F88E0-3380-47C4-AFDE-F1AC050ADA82}" dt="2026-01-25T16:02:04.081" v="3778" actId="790"/>
          <ac:spMkLst>
            <pc:docMk/>
            <pc:sldMk cId="3092596618" sldId="331"/>
            <ac:spMk id="72" creationId="{7AE31CB1-3D9F-B0F3-7F58-B061EB730EA2}"/>
          </ac:spMkLst>
        </pc:spChg>
        <pc:spChg chg="mod">
          <ac:chgData name="Yash Jadhav" userId="535c3d6d-72b8-4f77-8155-55f939173cf2" providerId="ADAL" clId="{F33F88E0-3380-47C4-AFDE-F1AC050ADA82}" dt="2026-01-25T16:02:04.085" v="3779" actId="790"/>
          <ac:spMkLst>
            <pc:docMk/>
            <pc:sldMk cId="3092596618" sldId="331"/>
            <ac:spMk id="73" creationId="{2E92C5E9-CB0D-1C77-59EC-629D6BC93836}"/>
          </ac:spMkLst>
        </pc:spChg>
        <pc:spChg chg="mod">
          <ac:chgData name="Yash Jadhav" userId="535c3d6d-72b8-4f77-8155-55f939173cf2" providerId="ADAL" clId="{F33F88E0-3380-47C4-AFDE-F1AC050ADA82}" dt="2026-01-25T16:02:04.088" v="3780" actId="790"/>
          <ac:spMkLst>
            <pc:docMk/>
            <pc:sldMk cId="3092596618" sldId="331"/>
            <ac:spMk id="74" creationId="{5BA00209-5A54-701D-8ECF-B35748D1D911}"/>
          </ac:spMkLst>
        </pc:spChg>
        <pc:spChg chg="mod">
          <ac:chgData name="Yash Jadhav" userId="535c3d6d-72b8-4f77-8155-55f939173cf2" providerId="ADAL" clId="{F33F88E0-3380-47C4-AFDE-F1AC050ADA82}" dt="2026-01-25T16:02:04.091" v="3781" actId="790"/>
          <ac:spMkLst>
            <pc:docMk/>
            <pc:sldMk cId="3092596618" sldId="331"/>
            <ac:spMk id="75" creationId="{582A8BC4-9226-3A56-EDBE-5B31E04B6AFA}"/>
          </ac:spMkLst>
        </pc:spChg>
        <pc:spChg chg="mod">
          <ac:chgData name="Yash Jadhav" userId="535c3d6d-72b8-4f77-8155-55f939173cf2" providerId="ADAL" clId="{F33F88E0-3380-47C4-AFDE-F1AC050ADA82}" dt="2026-01-25T16:02:04.095" v="3782" actId="790"/>
          <ac:spMkLst>
            <pc:docMk/>
            <pc:sldMk cId="3092596618" sldId="331"/>
            <ac:spMk id="76" creationId="{07EEEAF6-8287-27C6-C3BB-C1424DE92121}"/>
          </ac:spMkLst>
        </pc:spChg>
        <pc:spChg chg="mod">
          <ac:chgData name="Yash Jadhav" userId="535c3d6d-72b8-4f77-8155-55f939173cf2" providerId="ADAL" clId="{F33F88E0-3380-47C4-AFDE-F1AC050ADA82}" dt="2026-01-25T16:02:04.097" v="3783" actId="790"/>
          <ac:spMkLst>
            <pc:docMk/>
            <pc:sldMk cId="3092596618" sldId="331"/>
            <ac:spMk id="77" creationId="{C7BA6B0E-494C-47C1-A27F-4C92A038D90B}"/>
          </ac:spMkLst>
        </pc:spChg>
        <pc:spChg chg="mod">
          <ac:chgData name="Yash Jadhav" userId="535c3d6d-72b8-4f77-8155-55f939173cf2" providerId="ADAL" clId="{F33F88E0-3380-47C4-AFDE-F1AC050ADA82}" dt="2026-01-25T16:02:04.100" v="3784" actId="790"/>
          <ac:spMkLst>
            <pc:docMk/>
            <pc:sldMk cId="3092596618" sldId="331"/>
            <ac:spMk id="78" creationId="{BEC68B51-435F-A277-8CBA-8A58EA6766F8}"/>
          </ac:spMkLst>
        </pc:spChg>
        <pc:spChg chg="mod">
          <ac:chgData name="Yash Jadhav" userId="535c3d6d-72b8-4f77-8155-55f939173cf2" providerId="ADAL" clId="{F33F88E0-3380-47C4-AFDE-F1AC050ADA82}" dt="2026-01-25T16:02:04.102" v="3785" actId="790"/>
          <ac:spMkLst>
            <pc:docMk/>
            <pc:sldMk cId="3092596618" sldId="331"/>
            <ac:spMk id="79" creationId="{FFF96381-8F69-3E1E-6009-89BB9F69E8D3}"/>
          </ac:spMkLst>
        </pc:spChg>
        <pc:spChg chg="mod">
          <ac:chgData name="Yash Jadhav" userId="535c3d6d-72b8-4f77-8155-55f939173cf2" providerId="ADAL" clId="{F33F88E0-3380-47C4-AFDE-F1AC050ADA82}" dt="2026-01-25T16:02:04.105" v="3786" actId="790"/>
          <ac:spMkLst>
            <pc:docMk/>
            <pc:sldMk cId="3092596618" sldId="331"/>
            <ac:spMk id="80" creationId="{183EA7EA-5217-D530-4EA0-0FA1E6C94F4C}"/>
          </ac:spMkLst>
        </pc:spChg>
        <pc:spChg chg="mod">
          <ac:chgData name="Yash Jadhav" userId="535c3d6d-72b8-4f77-8155-55f939173cf2" providerId="ADAL" clId="{F33F88E0-3380-47C4-AFDE-F1AC050ADA82}" dt="2026-01-25T16:02:04.021" v="3746" actId="790"/>
          <ac:spMkLst>
            <pc:docMk/>
            <pc:sldMk cId="3092596618" sldId="331"/>
            <ac:spMk id="94" creationId="{2942440F-067B-4EC2-D924-6F85057414C5}"/>
          </ac:spMkLst>
        </pc:spChg>
        <pc:spChg chg="mod">
          <ac:chgData name="Yash Jadhav" userId="535c3d6d-72b8-4f77-8155-55f939173cf2" providerId="ADAL" clId="{F33F88E0-3380-47C4-AFDE-F1AC050ADA82}" dt="2026-01-25T16:02:04.025" v="3747" actId="790"/>
          <ac:spMkLst>
            <pc:docMk/>
            <pc:sldMk cId="3092596618" sldId="331"/>
            <ac:spMk id="95" creationId="{E845C359-E5E5-C607-4B7D-2A672F13D6CA}"/>
          </ac:spMkLst>
        </pc:spChg>
        <pc:spChg chg="mod">
          <ac:chgData name="Yash Jadhav" userId="535c3d6d-72b8-4f77-8155-55f939173cf2" providerId="ADAL" clId="{F33F88E0-3380-47C4-AFDE-F1AC050ADA82}" dt="2026-01-25T16:02:04.028" v="3748" actId="790"/>
          <ac:spMkLst>
            <pc:docMk/>
            <pc:sldMk cId="3092596618" sldId="331"/>
            <ac:spMk id="96" creationId="{33522BFC-DA83-A38F-3EBB-1BC129FD1148}"/>
          </ac:spMkLst>
        </pc:spChg>
        <pc:spChg chg="mod">
          <ac:chgData name="Yash Jadhav" userId="535c3d6d-72b8-4f77-8155-55f939173cf2" providerId="ADAL" clId="{F33F88E0-3380-47C4-AFDE-F1AC050ADA82}" dt="2026-01-25T16:02:04.032" v="3749" actId="790"/>
          <ac:spMkLst>
            <pc:docMk/>
            <pc:sldMk cId="3092596618" sldId="331"/>
            <ac:spMk id="97" creationId="{7047AB90-93FD-4312-89DE-93D47D7AF544}"/>
          </ac:spMkLst>
        </pc:spChg>
        <pc:spChg chg="mod">
          <ac:chgData name="Yash Jadhav" userId="535c3d6d-72b8-4f77-8155-55f939173cf2" providerId="ADAL" clId="{F33F88E0-3380-47C4-AFDE-F1AC050ADA82}" dt="2026-01-25T16:02:03.988" v="3745" actId="790"/>
          <ac:spMkLst>
            <pc:docMk/>
            <pc:sldMk cId="3092596618" sldId="331"/>
            <ac:spMk id="106" creationId="{FA487A4D-F4B7-CCC7-B2E9-9B3E20F86459}"/>
          </ac:spMkLst>
        </pc:spChg>
        <pc:spChg chg="mod">
          <ac:chgData name="Yash Jadhav" userId="535c3d6d-72b8-4f77-8155-55f939173cf2" providerId="ADAL" clId="{F33F88E0-3380-47C4-AFDE-F1AC050ADA82}" dt="2026-01-25T16:02:03.981" v="3741" actId="790"/>
          <ac:spMkLst>
            <pc:docMk/>
            <pc:sldMk cId="3092596618" sldId="331"/>
            <ac:spMk id="110" creationId="{02460911-0AC5-2AF2-5B27-26450866BE95}"/>
          </ac:spMkLst>
        </pc:spChg>
        <pc:spChg chg="mod">
          <ac:chgData name="Yash Jadhav" userId="535c3d6d-72b8-4f77-8155-55f939173cf2" providerId="ADAL" clId="{F33F88E0-3380-47C4-AFDE-F1AC050ADA82}" dt="2026-01-25T16:02:03.982" v="3742" actId="790"/>
          <ac:spMkLst>
            <pc:docMk/>
            <pc:sldMk cId="3092596618" sldId="331"/>
            <ac:spMk id="111" creationId="{50F0001F-F8EE-0CFA-2FC7-8A9D0164A91E}"/>
          </ac:spMkLst>
        </pc:spChg>
        <pc:spChg chg="mod">
          <ac:chgData name="Yash Jadhav" userId="535c3d6d-72b8-4f77-8155-55f939173cf2" providerId="ADAL" clId="{F33F88E0-3380-47C4-AFDE-F1AC050ADA82}" dt="2026-01-25T16:02:03.984" v="3743" actId="790"/>
          <ac:spMkLst>
            <pc:docMk/>
            <pc:sldMk cId="3092596618" sldId="331"/>
            <ac:spMk id="112" creationId="{88CA71B2-F5F4-1955-7D34-C1AB203E56F4}"/>
          </ac:spMkLst>
        </pc:spChg>
        <pc:spChg chg="mod">
          <ac:chgData name="Yash Jadhav" userId="535c3d6d-72b8-4f77-8155-55f939173cf2" providerId="ADAL" clId="{F33F88E0-3380-47C4-AFDE-F1AC050ADA82}" dt="2026-01-25T16:02:03.986" v="3744" actId="790"/>
          <ac:spMkLst>
            <pc:docMk/>
            <pc:sldMk cId="3092596618" sldId="331"/>
            <ac:spMk id="113" creationId="{F49543BC-3C5E-DD83-727E-59E0794708F9}"/>
          </ac:spMkLst>
        </pc:spChg>
        <pc:spChg chg="mod">
          <ac:chgData name="Yash Jadhav" userId="535c3d6d-72b8-4f77-8155-55f939173cf2" providerId="ADAL" clId="{F33F88E0-3380-47C4-AFDE-F1AC050ADA82}" dt="2026-01-25T16:02:04.106" v="3787" actId="790"/>
          <ac:spMkLst>
            <pc:docMk/>
            <pc:sldMk cId="3092596618" sldId="331"/>
            <ac:spMk id="160" creationId="{27496F45-8610-8674-D679-B28D4BCE9A01}"/>
          </ac:spMkLst>
        </pc:spChg>
        <pc:spChg chg="mod">
          <ac:chgData name="Yash Jadhav" userId="535c3d6d-72b8-4f77-8155-55f939173cf2" providerId="ADAL" clId="{F33F88E0-3380-47C4-AFDE-F1AC050ADA82}" dt="2026-01-25T16:02:04.110" v="3788" actId="790"/>
          <ac:spMkLst>
            <pc:docMk/>
            <pc:sldMk cId="3092596618" sldId="331"/>
            <ac:spMk id="161" creationId="{387D7901-1D6B-7D85-1253-55F55C528DFD}"/>
          </ac:spMkLst>
        </pc:spChg>
        <pc:spChg chg="mod">
          <ac:chgData name="Yash Jadhav" userId="535c3d6d-72b8-4f77-8155-55f939173cf2" providerId="ADAL" clId="{F33F88E0-3380-47C4-AFDE-F1AC050ADA82}" dt="2026-01-25T16:02:04.113" v="3789" actId="790"/>
          <ac:spMkLst>
            <pc:docMk/>
            <pc:sldMk cId="3092596618" sldId="331"/>
            <ac:spMk id="162" creationId="{03772EDA-6AE1-B17C-E23C-3F4DD308C0AF}"/>
          </ac:spMkLst>
        </pc:spChg>
        <pc:spChg chg="mod">
          <ac:chgData name="Yash Jadhav" userId="535c3d6d-72b8-4f77-8155-55f939173cf2" providerId="ADAL" clId="{F33F88E0-3380-47C4-AFDE-F1AC050ADA82}" dt="2026-01-25T16:02:04.117" v="3790" actId="790"/>
          <ac:spMkLst>
            <pc:docMk/>
            <pc:sldMk cId="3092596618" sldId="331"/>
            <ac:spMk id="163" creationId="{6B9B1CB6-5F7A-2151-96AF-CD4C991E21F8}"/>
          </ac:spMkLst>
        </pc:spChg>
        <pc:spChg chg="mod">
          <ac:chgData name="Yash Jadhav" userId="535c3d6d-72b8-4f77-8155-55f939173cf2" providerId="ADAL" clId="{F33F88E0-3380-47C4-AFDE-F1AC050ADA82}" dt="2026-01-25T16:02:04.120" v="3791" actId="790"/>
          <ac:spMkLst>
            <pc:docMk/>
            <pc:sldMk cId="3092596618" sldId="331"/>
            <ac:spMk id="164" creationId="{0A63E9AE-CF33-2D8F-580D-80EC0DD64FA2}"/>
          </ac:spMkLst>
        </pc:spChg>
        <pc:spChg chg="mod">
          <ac:chgData name="Yash Jadhav" userId="535c3d6d-72b8-4f77-8155-55f939173cf2" providerId="ADAL" clId="{F33F88E0-3380-47C4-AFDE-F1AC050ADA82}" dt="2026-01-25T16:02:04.122" v="3792" actId="790"/>
          <ac:spMkLst>
            <pc:docMk/>
            <pc:sldMk cId="3092596618" sldId="331"/>
            <ac:spMk id="165" creationId="{D84C693E-3E26-C251-2A3F-F72F8AF7B051}"/>
          </ac:spMkLst>
        </pc:spChg>
        <pc:spChg chg="mod">
          <ac:chgData name="Yash Jadhav" userId="535c3d6d-72b8-4f77-8155-55f939173cf2" providerId="ADAL" clId="{F33F88E0-3380-47C4-AFDE-F1AC050ADA82}" dt="2026-01-25T16:02:04.124" v="3793" actId="790"/>
          <ac:spMkLst>
            <pc:docMk/>
            <pc:sldMk cId="3092596618" sldId="331"/>
            <ac:spMk id="166" creationId="{F348DFE0-30E9-202E-2B50-4A3B597AEC3C}"/>
          </ac:spMkLst>
        </pc:spChg>
        <pc:spChg chg="mod">
          <ac:chgData name="Yash Jadhav" userId="535c3d6d-72b8-4f77-8155-55f939173cf2" providerId="ADAL" clId="{F33F88E0-3380-47C4-AFDE-F1AC050ADA82}" dt="2026-01-25T16:02:04.125" v="3794" actId="790"/>
          <ac:spMkLst>
            <pc:docMk/>
            <pc:sldMk cId="3092596618" sldId="331"/>
            <ac:spMk id="167" creationId="{03B99FCE-6CA9-0038-B50E-E574EC60737A}"/>
          </ac:spMkLst>
        </pc:spChg>
        <pc:spChg chg="mod">
          <ac:chgData name="Yash Jadhav" userId="535c3d6d-72b8-4f77-8155-55f939173cf2" providerId="ADAL" clId="{F33F88E0-3380-47C4-AFDE-F1AC050ADA82}" dt="2026-01-25T16:02:04.127" v="3795" actId="790"/>
          <ac:spMkLst>
            <pc:docMk/>
            <pc:sldMk cId="3092596618" sldId="331"/>
            <ac:spMk id="168" creationId="{8F51B5F4-2103-EE3F-E905-13228994116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20080147" sldId="332"/>
        </pc:sldMkLst>
        <pc:spChg chg="mod ord">
          <ac:chgData name="Yash Jadhav" userId="535c3d6d-72b8-4f77-8155-55f939173cf2" providerId="ADAL" clId="{F33F88E0-3380-47C4-AFDE-F1AC050ADA82}" dt="2026-01-25T16:06:14.662" v="8413" actId="6264"/>
          <ac:spMkLst>
            <pc:docMk/>
            <pc:sldMk cId="1420080147" sldId="332"/>
            <ac:spMk id="2" creationId="{8988C160-9D08-0C69-E44A-BD06D3203939}"/>
          </ac:spMkLst>
        </pc:spChg>
        <pc:spChg chg="mod">
          <ac:chgData name="Yash Jadhav" userId="535c3d6d-72b8-4f77-8155-55f939173cf2" providerId="ADAL" clId="{F33F88E0-3380-47C4-AFDE-F1AC050ADA82}" dt="2026-01-25T16:02:05.341" v="3828" actId="790"/>
          <ac:spMkLst>
            <pc:docMk/>
            <pc:sldMk cId="1420080147" sldId="332"/>
            <ac:spMk id="3" creationId="{331294FA-4E94-6F23-AE3E-5D9E3287B58A}"/>
          </ac:spMkLst>
        </pc:spChg>
        <pc:spChg chg="mod">
          <ac:chgData name="Yash Jadhav" userId="535c3d6d-72b8-4f77-8155-55f939173cf2" providerId="ADAL" clId="{F33F88E0-3380-47C4-AFDE-F1AC050ADA82}" dt="2026-01-25T16:02:05.343" v="3829" actId="790"/>
          <ac:spMkLst>
            <pc:docMk/>
            <pc:sldMk cId="1420080147" sldId="332"/>
            <ac:spMk id="4" creationId="{473179FD-B2B8-F566-575A-1C2D1E41B599}"/>
          </ac:spMkLst>
        </pc:spChg>
        <pc:spChg chg="mod">
          <ac:chgData name="Yash Jadhav" userId="535c3d6d-72b8-4f77-8155-55f939173cf2" providerId="ADAL" clId="{F33F88E0-3380-47C4-AFDE-F1AC050ADA82}" dt="2026-01-25T16:02:05.347" v="3830" actId="790"/>
          <ac:spMkLst>
            <pc:docMk/>
            <pc:sldMk cId="1420080147" sldId="332"/>
            <ac:spMk id="5" creationId="{1E19F7BE-C170-2033-9953-21CE11F7BA89}"/>
          </ac:spMkLst>
        </pc:spChg>
        <pc:spChg chg="mod">
          <ac:chgData name="Yash Jadhav" userId="535c3d6d-72b8-4f77-8155-55f939173cf2" providerId="ADAL" clId="{F33F88E0-3380-47C4-AFDE-F1AC050ADA82}" dt="2026-01-25T16:02:05.351" v="3831" actId="790"/>
          <ac:spMkLst>
            <pc:docMk/>
            <pc:sldMk cId="1420080147" sldId="332"/>
            <ac:spMk id="6" creationId="{4AB7AEF3-5090-AD44-CDC6-5D610E152320}"/>
          </ac:spMkLst>
        </pc:spChg>
        <pc:spChg chg="mod">
          <ac:chgData name="Yash Jadhav" userId="535c3d6d-72b8-4f77-8155-55f939173cf2" providerId="ADAL" clId="{F33F88E0-3380-47C4-AFDE-F1AC050ADA82}" dt="2026-01-25T16:02:05.353" v="3832" actId="790"/>
          <ac:spMkLst>
            <pc:docMk/>
            <pc:sldMk cId="1420080147" sldId="332"/>
            <ac:spMk id="7" creationId="{7B57D056-22D1-7338-3CCC-4F6776205969}"/>
          </ac:spMkLst>
        </pc:spChg>
        <pc:spChg chg="mod">
          <ac:chgData name="Yash Jadhav" userId="535c3d6d-72b8-4f77-8155-55f939173cf2" providerId="ADAL" clId="{F33F88E0-3380-47C4-AFDE-F1AC050ADA82}" dt="2026-01-25T16:02:05.355" v="3833" actId="790"/>
          <ac:spMkLst>
            <pc:docMk/>
            <pc:sldMk cId="1420080147" sldId="332"/>
            <ac:spMk id="8" creationId="{54DD3A6B-7996-F1A1-675D-5514E9F892BC}"/>
          </ac:spMkLst>
        </pc:spChg>
        <pc:spChg chg="mod">
          <ac:chgData name="Yash Jadhav" userId="535c3d6d-72b8-4f77-8155-55f939173cf2" providerId="ADAL" clId="{F33F88E0-3380-47C4-AFDE-F1AC050ADA82}" dt="2026-01-25T16:02:05.358" v="3834" actId="790"/>
          <ac:spMkLst>
            <pc:docMk/>
            <pc:sldMk cId="1420080147" sldId="332"/>
            <ac:spMk id="9" creationId="{970D620E-BD64-EA7F-06CA-91C01C7C7770}"/>
          </ac:spMkLst>
        </pc:spChg>
        <pc:spChg chg="mod">
          <ac:chgData name="Yash Jadhav" userId="535c3d6d-72b8-4f77-8155-55f939173cf2" providerId="ADAL" clId="{F33F88E0-3380-47C4-AFDE-F1AC050ADA82}" dt="2026-01-25T16:02:05.362" v="3835" actId="790"/>
          <ac:spMkLst>
            <pc:docMk/>
            <pc:sldMk cId="1420080147" sldId="332"/>
            <ac:spMk id="10" creationId="{8D170ED2-BBC5-A27C-E7FB-9F66621C4F70}"/>
          </ac:spMkLst>
        </pc:spChg>
        <pc:spChg chg="mod">
          <ac:chgData name="Yash Jadhav" userId="535c3d6d-72b8-4f77-8155-55f939173cf2" providerId="ADAL" clId="{F33F88E0-3380-47C4-AFDE-F1AC050ADA82}" dt="2026-01-25T16:02:05.366" v="3836" actId="790"/>
          <ac:spMkLst>
            <pc:docMk/>
            <pc:sldMk cId="1420080147" sldId="332"/>
            <ac:spMk id="11" creationId="{8585A567-0499-BF6F-2D4E-44D0D9E18CBF}"/>
          </ac:spMkLst>
        </pc:spChg>
        <pc:spChg chg="mod">
          <ac:chgData name="Yash Jadhav" userId="535c3d6d-72b8-4f77-8155-55f939173cf2" providerId="ADAL" clId="{F33F88E0-3380-47C4-AFDE-F1AC050ADA82}" dt="2026-01-25T16:02:05.371" v="3837" actId="790"/>
          <ac:spMkLst>
            <pc:docMk/>
            <pc:sldMk cId="1420080147" sldId="332"/>
            <ac:spMk id="12" creationId="{9BD4B1E2-32C7-055A-6E9D-027D2AC72A00}"/>
          </ac:spMkLst>
        </pc:spChg>
        <pc:spChg chg="mod">
          <ac:chgData name="Yash Jadhav" userId="535c3d6d-72b8-4f77-8155-55f939173cf2" providerId="ADAL" clId="{F33F88E0-3380-47C4-AFDE-F1AC050ADA82}" dt="2026-01-25T16:02:05.377" v="3838" actId="790"/>
          <ac:spMkLst>
            <pc:docMk/>
            <pc:sldMk cId="1420080147" sldId="332"/>
            <ac:spMk id="13" creationId="{A79E151B-BA3E-D344-46F1-E63D0ABF20D8}"/>
          </ac:spMkLst>
        </pc:spChg>
        <pc:spChg chg="mod">
          <ac:chgData name="Yash Jadhav" userId="535c3d6d-72b8-4f77-8155-55f939173cf2" providerId="ADAL" clId="{F33F88E0-3380-47C4-AFDE-F1AC050ADA82}" dt="2026-01-25T16:02:05.381" v="3839" actId="790"/>
          <ac:spMkLst>
            <pc:docMk/>
            <pc:sldMk cId="1420080147" sldId="332"/>
            <ac:spMk id="14" creationId="{8B4B2EFD-4276-15F8-3397-544E048D0103}"/>
          </ac:spMkLst>
        </pc:spChg>
        <pc:spChg chg="mod">
          <ac:chgData name="Yash Jadhav" userId="535c3d6d-72b8-4f77-8155-55f939173cf2" providerId="ADAL" clId="{F33F88E0-3380-47C4-AFDE-F1AC050ADA82}" dt="2026-01-25T16:02:05.385" v="3840" actId="790"/>
          <ac:spMkLst>
            <pc:docMk/>
            <pc:sldMk cId="1420080147" sldId="332"/>
            <ac:spMk id="15" creationId="{54BC0A17-2A12-B357-9D8A-727578245817}"/>
          </ac:spMkLst>
        </pc:spChg>
        <pc:spChg chg="mod">
          <ac:chgData name="Yash Jadhav" userId="535c3d6d-72b8-4f77-8155-55f939173cf2" providerId="ADAL" clId="{F33F88E0-3380-47C4-AFDE-F1AC050ADA82}" dt="2026-01-25T16:02:05.387" v="3841" actId="790"/>
          <ac:spMkLst>
            <pc:docMk/>
            <pc:sldMk cId="1420080147" sldId="332"/>
            <ac:spMk id="16" creationId="{3DCC355E-17B0-AED6-75CD-97320F961056}"/>
          </ac:spMkLst>
        </pc:spChg>
        <pc:spChg chg="mod">
          <ac:chgData name="Yash Jadhav" userId="535c3d6d-72b8-4f77-8155-55f939173cf2" providerId="ADAL" clId="{F33F88E0-3380-47C4-AFDE-F1AC050ADA82}" dt="2026-01-25T16:02:05.390" v="3842" actId="790"/>
          <ac:spMkLst>
            <pc:docMk/>
            <pc:sldMk cId="1420080147" sldId="332"/>
            <ac:spMk id="17" creationId="{2CBDB385-86B6-BE57-50E5-641ACE9C8B54}"/>
          </ac:spMkLst>
        </pc:spChg>
        <pc:spChg chg="add del mod">
          <ac:chgData name="Yash Jadhav" userId="535c3d6d-72b8-4f77-8155-55f939173cf2" providerId="ADAL" clId="{F33F88E0-3380-47C4-AFDE-F1AC050ADA82}" dt="2026-01-25T16:06:14.662" v="8413" actId="6264"/>
          <ac:spMkLst>
            <pc:docMk/>
            <pc:sldMk cId="1420080147" sldId="332"/>
            <ac:spMk id="18" creationId="{36C7F85D-B573-C5FF-D67D-F10383BE333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91814424" sldId="333"/>
        </pc:sldMkLst>
        <pc:spChg chg="mod ord">
          <ac:chgData name="Yash Jadhav" userId="535c3d6d-72b8-4f77-8155-55f939173cf2" providerId="ADAL" clId="{F33F88E0-3380-47C4-AFDE-F1AC050ADA82}" dt="2026-01-25T16:06:14.662" v="8413" actId="6264"/>
          <ac:spMkLst>
            <pc:docMk/>
            <pc:sldMk cId="2191814424" sldId="333"/>
            <ac:spMk id="2" creationId="{00000000-0000-0000-0000-000000000000}"/>
          </ac:spMkLst>
        </pc:spChg>
        <pc:spChg chg="mod">
          <ac:chgData name="Yash Jadhav" userId="535c3d6d-72b8-4f77-8155-55f939173cf2" providerId="ADAL" clId="{F33F88E0-3380-47C4-AFDE-F1AC050ADA82}" dt="2026-01-25T16:02:07.631" v="3848" actId="790"/>
          <ac:spMkLst>
            <pc:docMk/>
            <pc:sldMk cId="2191814424" sldId="333"/>
            <ac:spMk id="3" creationId="{00000000-0000-0000-0000-000000000000}"/>
          </ac:spMkLst>
        </pc:spChg>
        <pc:spChg chg="mod">
          <ac:chgData name="Yash Jadhav" userId="535c3d6d-72b8-4f77-8155-55f939173cf2" providerId="ADAL" clId="{F33F88E0-3380-47C4-AFDE-F1AC050ADA82}" dt="2026-01-25T16:02:07.633" v="3849" actId="790"/>
          <ac:spMkLst>
            <pc:docMk/>
            <pc:sldMk cId="2191814424" sldId="333"/>
            <ac:spMk id="4" creationId="{00000000-0000-0000-0000-000000000000}"/>
          </ac:spMkLst>
        </pc:spChg>
        <pc:spChg chg="mod">
          <ac:chgData name="Yash Jadhav" userId="535c3d6d-72b8-4f77-8155-55f939173cf2" providerId="ADAL" clId="{F33F88E0-3380-47C4-AFDE-F1AC050ADA82}" dt="2026-01-25T16:02:07.634" v="3850" actId="790"/>
          <ac:spMkLst>
            <pc:docMk/>
            <pc:sldMk cId="2191814424" sldId="333"/>
            <ac:spMk id="5" creationId="{00000000-0000-0000-0000-000000000000}"/>
          </ac:spMkLst>
        </pc:spChg>
        <pc:spChg chg="mod">
          <ac:chgData name="Yash Jadhav" userId="535c3d6d-72b8-4f77-8155-55f939173cf2" providerId="ADAL" clId="{F33F88E0-3380-47C4-AFDE-F1AC050ADA82}" dt="2026-01-25T16:02:07.636" v="3851" actId="790"/>
          <ac:spMkLst>
            <pc:docMk/>
            <pc:sldMk cId="2191814424" sldId="333"/>
            <ac:spMk id="6" creationId="{00000000-0000-0000-0000-000000000000}"/>
          </ac:spMkLst>
        </pc:spChg>
        <pc:spChg chg="mod">
          <ac:chgData name="Yash Jadhav" userId="535c3d6d-72b8-4f77-8155-55f939173cf2" providerId="ADAL" clId="{F33F88E0-3380-47C4-AFDE-F1AC050ADA82}" dt="2026-01-25T16:02:07.638" v="3852" actId="790"/>
          <ac:spMkLst>
            <pc:docMk/>
            <pc:sldMk cId="2191814424" sldId="333"/>
            <ac:spMk id="7" creationId="{00000000-0000-0000-0000-000000000000}"/>
          </ac:spMkLst>
        </pc:spChg>
        <pc:spChg chg="mod">
          <ac:chgData name="Yash Jadhav" userId="535c3d6d-72b8-4f77-8155-55f939173cf2" providerId="ADAL" clId="{F33F88E0-3380-47C4-AFDE-F1AC050ADA82}" dt="2026-01-25T16:02:07.641" v="3853" actId="790"/>
          <ac:spMkLst>
            <pc:docMk/>
            <pc:sldMk cId="2191814424" sldId="333"/>
            <ac:spMk id="8" creationId="{00000000-0000-0000-0000-000000000000}"/>
          </ac:spMkLst>
        </pc:spChg>
        <pc:spChg chg="mod">
          <ac:chgData name="Yash Jadhav" userId="535c3d6d-72b8-4f77-8155-55f939173cf2" providerId="ADAL" clId="{F33F88E0-3380-47C4-AFDE-F1AC050ADA82}" dt="2026-01-25T16:02:07.643" v="3854" actId="790"/>
          <ac:spMkLst>
            <pc:docMk/>
            <pc:sldMk cId="2191814424" sldId="333"/>
            <ac:spMk id="9" creationId="{00000000-0000-0000-0000-000000000000}"/>
          </ac:spMkLst>
        </pc:spChg>
        <pc:spChg chg="mod">
          <ac:chgData name="Yash Jadhav" userId="535c3d6d-72b8-4f77-8155-55f939173cf2" providerId="ADAL" clId="{F33F88E0-3380-47C4-AFDE-F1AC050ADA82}" dt="2026-01-25T16:02:07.646" v="3855" actId="790"/>
          <ac:spMkLst>
            <pc:docMk/>
            <pc:sldMk cId="2191814424" sldId="333"/>
            <ac:spMk id="10" creationId="{00000000-0000-0000-0000-000000000000}"/>
          </ac:spMkLst>
        </pc:spChg>
        <pc:spChg chg="mod">
          <ac:chgData name="Yash Jadhav" userId="535c3d6d-72b8-4f77-8155-55f939173cf2" providerId="ADAL" clId="{F33F88E0-3380-47C4-AFDE-F1AC050ADA82}" dt="2026-01-25T16:02:07.648" v="3856" actId="790"/>
          <ac:spMkLst>
            <pc:docMk/>
            <pc:sldMk cId="2191814424" sldId="333"/>
            <ac:spMk id="11" creationId="{00000000-0000-0000-0000-000000000000}"/>
          </ac:spMkLst>
        </pc:spChg>
        <pc:spChg chg="mod">
          <ac:chgData name="Yash Jadhav" userId="535c3d6d-72b8-4f77-8155-55f939173cf2" providerId="ADAL" clId="{F33F88E0-3380-47C4-AFDE-F1AC050ADA82}" dt="2026-01-25T16:02:07.649" v="3857" actId="790"/>
          <ac:spMkLst>
            <pc:docMk/>
            <pc:sldMk cId="2191814424" sldId="333"/>
            <ac:spMk id="12" creationId="{00000000-0000-0000-0000-000000000000}"/>
          </ac:spMkLst>
        </pc:spChg>
        <pc:spChg chg="mod">
          <ac:chgData name="Yash Jadhav" userId="535c3d6d-72b8-4f77-8155-55f939173cf2" providerId="ADAL" clId="{F33F88E0-3380-47C4-AFDE-F1AC050ADA82}" dt="2026-01-25T16:02:07.652" v="3858" actId="790"/>
          <ac:spMkLst>
            <pc:docMk/>
            <pc:sldMk cId="2191814424" sldId="333"/>
            <ac:spMk id="13" creationId="{00000000-0000-0000-0000-000000000000}"/>
          </ac:spMkLst>
        </pc:spChg>
        <pc:spChg chg="mod">
          <ac:chgData name="Yash Jadhav" userId="535c3d6d-72b8-4f77-8155-55f939173cf2" providerId="ADAL" clId="{F33F88E0-3380-47C4-AFDE-F1AC050ADA82}" dt="2026-01-25T16:02:07.654" v="3859" actId="790"/>
          <ac:spMkLst>
            <pc:docMk/>
            <pc:sldMk cId="2191814424" sldId="333"/>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2191814424" sldId="333"/>
            <ac:spMk id="16" creationId="{C1AF7427-82E5-ADD0-51FD-119B0AE44066}"/>
          </ac:spMkLst>
        </pc:spChg>
        <pc:spChg chg="mod">
          <ac:chgData name="Yash Jadhav" userId="535c3d6d-72b8-4f77-8155-55f939173cf2" providerId="ADAL" clId="{F33F88E0-3380-47C4-AFDE-F1AC050ADA82}" dt="2026-01-25T16:02:07.658" v="3861" actId="790"/>
          <ac:spMkLst>
            <pc:docMk/>
            <pc:sldMk cId="2191814424" sldId="333"/>
            <ac:spMk id="48" creationId="{BF27CC76-F880-A31B-462A-B1D9DEC2FB07}"/>
          </ac:spMkLst>
        </pc:spChg>
        <pc:spChg chg="mod">
          <ac:chgData name="Yash Jadhav" userId="535c3d6d-72b8-4f77-8155-55f939173cf2" providerId="ADAL" clId="{F33F88E0-3380-47C4-AFDE-F1AC050ADA82}" dt="2026-01-25T16:02:07.660" v="3862" actId="790"/>
          <ac:spMkLst>
            <pc:docMk/>
            <pc:sldMk cId="2191814424" sldId="333"/>
            <ac:spMk id="49" creationId="{383B201F-D58C-4A70-879F-0DD49FB5DA32}"/>
          </ac:spMkLst>
        </pc:spChg>
        <pc:spChg chg="mod">
          <ac:chgData name="Yash Jadhav" userId="535c3d6d-72b8-4f77-8155-55f939173cf2" providerId="ADAL" clId="{F33F88E0-3380-47C4-AFDE-F1AC050ADA82}" dt="2026-01-25T16:02:07.661" v="3863" actId="790"/>
          <ac:spMkLst>
            <pc:docMk/>
            <pc:sldMk cId="2191814424" sldId="333"/>
            <ac:spMk id="50" creationId="{81D4A680-0A77-F40A-D026-47FE5C2D0DFD}"/>
          </ac:spMkLst>
        </pc:spChg>
        <pc:spChg chg="mod">
          <ac:chgData name="Yash Jadhav" userId="535c3d6d-72b8-4f77-8155-55f939173cf2" providerId="ADAL" clId="{F33F88E0-3380-47C4-AFDE-F1AC050ADA82}" dt="2026-01-25T16:02:07.663" v="3864" actId="790"/>
          <ac:spMkLst>
            <pc:docMk/>
            <pc:sldMk cId="2191814424" sldId="333"/>
            <ac:spMk id="51" creationId="{E59883F1-7D64-E3B1-6D87-191D0B6DFD75}"/>
          </ac:spMkLst>
        </pc:spChg>
        <pc:spChg chg="mod">
          <ac:chgData name="Yash Jadhav" userId="535c3d6d-72b8-4f77-8155-55f939173cf2" providerId="ADAL" clId="{F33F88E0-3380-47C4-AFDE-F1AC050ADA82}" dt="2026-01-25T16:02:07.665" v="3865" actId="790"/>
          <ac:spMkLst>
            <pc:docMk/>
            <pc:sldMk cId="2191814424" sldId="333"/>
            <ac:spMk id="52" creationId="{905DCC23-268A-9068-4855-999E3466B0E2}"/>
          </ac:spMkLst>
        </pc:spChg>
        <pc:spChg chg="mod">
          <ac:chgData name="Yash Jadhav" userId="535c3d6d-72b8-4f77-8155-55f939173cf2" providerId="ADAL" clId="{F33F88E0-3380-47C4-AFDE-F1AC050ADA82}" dt="2026-01-25T16:02:07.656" v="3860" actId="790"/>
          <ac:spMkLst>
            <pc:docMk/>
            <pc:sldMk cId="2191814424" sldId="333"/>
            <ac:spMk id="53" creationId="{00000000-0000-0000-0000-000000000000}"/>
          </ac:spMkLst>
        </pc:spChg>
        <pc:spChg chg="mod">
          <ac:chgData name="Yash Jadhav" userId="535c3d6d-72b8-4f77-8155-55f939173cf2" providerId="ADAL" clId="{F33F88E0-3380-47C4-AFDE-F1AC050ADA82}" dt="2026-01-25T16:02:07.666" v="3866" actId="790"/>
          <ac:spMkLst>
            <pc:docMk/>
            <pc:sldMk cId="2191814424" sldId="333"/>
            <ac:spMk id="54" creationId="{C25B6B9C-ACD4-C4F2-B65D-1288D558A0B7}"/>
          </ac:spMkLst>
        </pc:spChg>
        <pc:spChg chg="mod">
          <ac:chgData name="Yash Jadhav" userId="535c3d6d-72b8-4f77-8155-55f939173cf2" providerId="ADAL" clId="{F33F88E0-3380-47C4-AFDE-F1AC050ADA82}" dt="2026-01-25T16:02:07.669" v="3867" actId="790"/>
          <ac:spMkLst>
            <pc:docMk/>
            <pc:sldMk cId="2191814424" sldId="333"/>
            <ac:spMk id="55" creationId="{9D68008C-F682-818E-71E6-F89945FE4AAB}"/>
          </ac:spMkLst>
        </pc:spChg>
        <pc:spChg chg="mod">
          <ac:chgData name="Yash Jadhav" userId="535c3d6d-72b8-4f77-8155-55f939173cf2" providerId="ADAL" clId="{F33F88E0-3380-47C4-AFDE-F1AC050ADA82}" dt="2026-01-25T16:02:07.670" v="3868" actId="790"/>
          <ac:spMkLst>
            <pc:docMk/>
            <pc:sldMk cId="2191814424" sldId="333"/>
            <ac:spMk id="56" creationId="{106CBDCD-4B67-0F11-71D7-E6E07F0C0659}"/>
          </ac:spMkLst>
        </pc:spChg>
        <pc:spChg chg="mod">
          <ac:chgData name="Yash Jadhav" userId="535c3d6d-72b8-4f77-8155-55f939173cf2" providerId="ADAL" clId="{F33F88E0-3380-47C4-AFDE-F1AC050ADA82}" dt="2026-01-25T16:02:07.676" v="3869" actId="790"/>
          <ac:spMkLst>
            <pc:docMk/>
            <pc:sldMk cId="2191814424" sldId="333"/>
            <ac:spMk id="58" creationId="{24242E5D-8C0E-12E0-8669-B66668E4F068}"/>
          </ac:spMkLst>
        </pc:spChg>
        <pc:spChg chg="mod">
          <ac:chgData name="Yash Jadhav" userId="535c3d6d-72b8-4f77-8155-55f939173cf2" providerId="ADAL" clId="{F33F88E0-3380-47C4-AFDE-F1AC050ADA82}" dt="2026-01-25T16:02:07.678" v="3870" actId="790"/>
          <ac:spMkLst>
            <pc:docMk/>
            <pc:sldMk cId="2191814424" sldId="333"/>
            <ac:spMk id="59" creationId="{2EA575FD-E7A9-7D57-233A-25C9C903985B}"/>
          </ac:spMkLst>
        </pc:spChg>
        <pc:spChg chg="mod">
          <ac:chgData name="Yash Jadhav" userId="535c3d6d-72b8-4f77-8155-55f939173cf2" providerId="ADAL" clId="{F33F88E0-3380-47C4-AFDE-F1AC050ADA82}" dt="2026-01-25T16:02:07.679" v="3871" actId="790"/>
          <ac:spMkLst>
            <pc:docMk/>
            <pc:sldMk cId="2191814424" sldId="333"/>
            <ac:spMk id="60" creationId="{1B1733A3-8AC3-5E19-4577-72C3CB833F5B}"/>
          </ac:spMkLst>
        </pc:spChg>
        <pc:spChg chg="mod">
          <ac:chgData name="Yash Jadhav" userId="535c3d6d-72b8-4f77-8155-55f939173cf2" providerId="ADAL" clId="{F33F88E0-3380-47C4-AFDE-F1AC050ADA82}" dt="2026-01-25T16:02:07.680" v="3872" actId="790"/>
          <ac:spMkLst>
            <pc:docMk/>
            <pc:sldMk cId="2191814424" sldId="333"/>
            <ac:spMk id="61" creationId="{89C45B71-C0E9-169A-2E19-F8C5E5F9E26E}"/>
          </ac:spMkLst>
        </pc:spChg>
        <pc:spChg chg="mod">
          <ac:chgData name="Yash Jadhav" userId="535c3d6d-72b8-4f77-8155-55f939173cf2" providerId="ADAL" clId="{F33F88E0-3380-47C4-AFDE-F1AC050ADA82}" dt="2026-01-25T16:02:07.686" v="3873" actId="790"/>
          <ac:spMkLst>
            <pc:docMk/>
            <pc:sldMk cId="2191814424" sldId="333"/>
            <ac:spMk id="63" creationId="{3F56C2ED-9880-3C39-DE5F-4EDE7F10C641}"/>
          </ac:spMkLst>
        </pc:spChg>
        <pc:spChg chg="mod">
          <ac:chgData name="Yash Jadhav" userId="535c3d6d-72b8-4f77-8155-55f939173cf2" providerId="ADAL" clId="{F33F88E0-3380-47C4-AFDE-F1AC050ADA82}" dt="2026-01-25T16:02:07.688" v="3874" actId="790"/>
          <ac:spMkLst>
            <pc:docMk/>
            <pc:sldMk cId="2191814424" sldId="333"/>
            <ac:spMk id="64" creationId="{B0124DDD-B2A1-4C30-7AE7-2843106FA612}"/>
          </ac:spMkLst>
        </pc:spChg>
        <pc:spChg chg="mod">
          <ac:chgData name="Yash Jadhav" userId="535c3d6d-72b8-4f77-8155-55f939173cf2" providerId="ADAL" clId="{F33F88E0-3380-47C4-AFDE-F1AC050ADA82}" dt="2026-01-25T16:02:07.690" v="3875" actId="790"/>
          <ac:spMkLst>
            <pc:docMk/>
            <pc:sldMk cId="2191814424" sldId="333"/>
            <ac:spMk id="65" creationId="{FB9194FC-13ED-D17C-3297-014D4BA9DBB8}"/>
          </ac:spMkLst>
        </pc:spChg>
        <pc:spChg chg="mod">
          <ac:chgData name="Yash Jadhav" userId="535c3d6d-72b8-4f77-8155-55f939173cf2" providerId="ADAL" clId="{F33F88E0-3380-47C4-AFDE-F1AC050ADA82}" dt="2026-01-25T16:02:07.692" v="3876" actId="790"/>
          <ac:spMkLst>
            <pc:docMk/>
            <pc:sldMk cId="2191814424" sldId="333"/>
            <ac:spMk id="66" creationId="{0C964B58-81E8-DC7C-9484-3060FF7797C5}"/>
          </ac:spMkLst>
        </pc:spChg>
        <pc:spChg chg="mod">
          <ac:chgData name="Yash Jadhav" userId="535c3d6d-72b8-4f77-8155-55f939173cf2" providerId="ADAL" clId="{F33F88E0-3380-47C4-AFDE-F1AC050ADA82}" dt="2026-01-25T16:02:07.695" v="3877" actId="790"/>
          <ac:spMkLst>
            <pc:docMk/>
            <pc:sldMk cId="2191814424" sldId="333"/>
            <ac:spMk id="68" creationId="{D85A0CA9-DBBB-7FAB-A9AE-6C63F7324319}"/>
          </ac:spMkLst>
        </pc:spChg>
        <pc:spChg chg="mod">
          <ac:chgData name="Yash Jadhav" userId="535c3d6d-72b8-4f77-8155-55f939173cf2" providerId="ADAL" clId="{F33F88E0-3380-47C4-AFDE-F1AC050ADA82}" dt="2026-01-25T16:02:07.697" v="3878" actId="790"/>
          <ac:spMkLst>
            <pc:docMk/>
            <pc:sldMk cId="2191814424" sldId="333"/>
            <ac:spMk id="69" creationId="{65F8D876-ACC4-B0A3-253F-F60F2ED5084A}"/>
          </ac:spMkLst>
        </pc:spChg>
        <pc:spChg chg="mod">
          <ac:chgData name="Yash Jadhav" userId="535c3d6d-72b8-4f77-8155-55f939173cf2" providerId="ADAL" clId="{F33F88E0-3380-47C4-AFDE-F1AC050ADA82}" dt="2026-01-25T16:02:07.698" v="3879" actId="790"/>
          <ac:spMkLst>
            <pc:docMk/>
            <pc:sldMk cId="2191814424" sldId="333"/>
            <ac:spMk id="70" creationId="{118D70EE-30AE-576E-610D-D618BCA8BDA4}"/>
          </ac:spMkLst>
        </pc:spChg>
        <pc:spChg chg="mod">
          <ac:chgData name="Yash Jadhav" userId="535c3d6d-72b8-4f77-8155-55f939173cf2" providerId="ADAL" clId="{F33F88E0-3380-47C4-AFDE-F1AC050ADA82}" dt="2026-01-25T16:02:07.700" v="3880" actId="790"/>
          <ac:spMkLst>
            <pc:docMk/>
            <pc:sldMk cId="2191814424" sldId="333"/>
            <ac:spMk id="71" creationId="{806C844F-FF23-C789-DA79-6818656020A7}"/>
          </ac:spMkLst>
        </pc:spChg>
        <pc:spChg chg="mod">
          <ac:chgData name="Yash Jadhav" userId="535c3d6d-72b8-4f77-8155-55f939173cf2" providerId="ADAL" clId="{F33F88E0-3380-47C4-AFDE-F1AC050ADA82}" dt="2026-01-25T16:02:07.702" v="3881" actId="790"/>
          <ac:spMkLst>
            <pc:docMk/>
            <pc:sldMk cId="2191814424" sldId="333"/>
            <ac:spMk id="72" creationId="{CF57C49C-C15B-9F2B-82A7-F2B907BC23EC}"/>
          </ac:spMkLst>
        </pc:spChg>
        <pc:spChg chg="mod">
          <ac:chgData name="Yash Jadhav" userId="535c3d6d-72b8-4f77-8155-55f939173cf2" providerId="ADAL" clId="{F33F88E0-3380-47C4-AFDE-F1AC050ADA82}" dt="2026-01-25T16:02:07.703" v="3882" actId="790"/>
          <ac:spMkLst>
            <pc:docMk/>
            <pc:sldMk cId="2191814424" sldId="333"/>
            <ac:spMk id="73" creationId="{84944FD7-0DEC-CC6A-9D56-11412ABBEAA1}"/>
          </ac:spMkLst>
        </pc:spChg>
        <pc:spChg chg="mod">
          <ac:chgData name="Yash Jadhav" userId="535c3d6d-72b8-4f77-8155-55f939173cf2" providerId="ADAL" clId="{F33F88E0-3380-47C4-AFDE-F1AC050ADA82}" dt="2026-01-25T16:02:07.705" v="3883" actId="790"/>
          <ac:spMkLst>
            <pc:docMk/>
            <pc:sldMk cId="2191814424" sldId="333"/>
            <ac:spMk id="74" creationId="{ABA6A1D1-3C74-6209-EC36-40BC224ED496}"/>
          </ac:spMkLst>
        </pc:spChg>
        <pc:spChg chg="mod">
          <ac:chgData name="Yash Jadhav" userId="535c3d6d-72b8-4f77-8155-55f939173cf2" providerId="ADAL" clId="{F33F88E0-3380-47C4-AFDE-F1AC050ADA82}" dt="2026-01-25T16:02:07.706" v="3884" actId="790"/>
          <ac:spMkLst>
            <pc:docMk/>
            <pc:sldMk cId="2191814424" sldId="333"/>
            <ac:spMk id="75" creationId="{C9044EB3-A9AA-0615-28E7-0B1DB1E23D2D}"/>
          </ac:spMkLst>
        </pc:spChg>
        <pc:spChg chg="mod">
          <ac:chgData name="Yash Jadhav" userId="535c3d6d-72b8-4f77-8155-55f939173cf2" providerId="ADAL" clId="{F33F88E0-3380-47C4-AFDE-F1AC050ADA82}" dt="2026-01-25T16:02:07.708" v="3885" actId="790"/>
          <ac:spMkLst>
            <pc:docMk/>
            <pc:sldMk cId="2191814424" sldId="333"/>
            <ac:spMk id="76" creationId="{A37FFBB0-97BC-4F48-094F-3FAEC99E1D72}"/>
          </ac:spMkLst>
        </pc:spChg>
        <pc:spChg chg="mod">
          <ac:chgData name="Yash Jadhav" userId="535c3d6d-72b8-4f77-8155-55f939173cf2" providerId="ADAL" clId="{F33F88E0-3380-47C4-AFDE-F1AC050ADA82}" dt="2026-01-25T16:02:07.709" v="3886" actId="790"/>
          <ac:spMkLst>
            <pc:docMk/>
            <pc:sldMk cId="2191814424" sldId="333"/>
            <ac:spMk id="77" creationId="{6D2451B4-934C-66B5-7F12-D8F119B41F2E}"/>
          </ac:spMkLst>
        </pc:spChg>
        <pc:spChg chg="mod">
          <ac:chgData name="Yash Jadhav" userId="535c3d6d-72b8-4f77-8155-55f939173cf2" providerId="ADAL" clId="{F33F88E0-3380-47C4-AFDE-F1AC050ADA82}" dt="2026-01-25T16:02:07.711" v="3887" actId="790"/>
          <ac:spMkLst>
            <pc:docMk/>
            <pc:sldMk cId="2191814424" sldId="333"/>
            <ac:spMk id="78" creationId="{89034D21-EDA6-B152-2FDB-44AC02C8FF5B}"/>
          </ac:spMkLst>
        </pc:spChg>
        <pc:spChg chg="mod">
          <ac:chgData name="Yash Jadhav" userId="535c3d6d-72b8-4f77-8155-55f939173cf2" providerId="ADAL" clId="{F33F88E0-3380-47C4-AFDE-F1AC050ADA82}" dt="2026-01-25T16:02:07.712" v="3888" actId="790"/>
          <ac:spMkLst>
            <pc:docMk/>
            <pc:sldMk cId="2191814424" sldId="333"/>
            <ac:spMk id="79" creationId="{86F61D26-A44E-02D2-4665-DFA7D5A20896}"/>
          </ac:spMkLst>
        </pc:spChg>
        <pc:spChg chg="mod">
          <ac:chgData name="Yash Jadhav" userId="535c3d6d-72b8-4f77-8155-55f939173cf2" providerId="ADAL" clId="{F33F88E0-3380-47C4-AFDE-F1AC050ADA82}" dt="2026-01-25T16:02:07.714" v="3889" actId="790"/>
          <ac:spMkLst>
            <pc:docMk/>
            <pc:sldMk cId="2191814424" sldId="333"/>
            <ac:spMk id="80" creationId="{B45BCF6E-8893-B1E6-5640-BDE4C1DD515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2721882" sldId="334"/>
        </pc:sldMkLst>
        <pc:spChg chg="mod ord">
          <ac:chgData name="Yash Jadhav" userId="535c3d6d-72b8-4f77-8155-55f939173cf2" providerId="ADAL" clId="{F33F88E0-3380-47C4-AFDE-F1AC050ADA82}" dt="2026-01-25T16:06:14.662" v="8413" actId="6264"/>
          <ac:spMkLst>
            <pc:docMk/>
            <pc:sldMk cId="2332721882" sldId="33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2721882" sldId="334"/>
            <ac:spMk id="3" creationId="{DE8285B5-F32F-3BA9-10E9-2E7E2ECE34BE}"/>
          </ac:spMkLst>
        </pc:spChg>
        <pc:spChg chg="mod">
          <ac:chgData name="Yash Jadhav" userId="535c3d6d-72b8-4f77-8155-55f939173cf2" providerId="ADAL" clId="{F33F88E0-3380-47C4-AFDE-F1AC050ADA82}" dt="2026-01-25T16:02:09.791" v="3895" actId="790"/>
          <ac:spMkLst>
            <pc:docMk/>
            <pc:sldMk cId="2332721882" sldId="334"/>
            <ac:spMk id="28" creationId="{53EAE11D-534F-4F57-825D-9CC593718264}"/>
          </ac:spMkLst>
        </pc:spChg>
        <pc:spChg chg="mod">
          <ac:chgData name="Yash Jadhav" userId="535c3d6d-72b8-4f77-8155-55f939173cf2" providerId="ADAL" clId="{F33F88E0-3380-47C4-AFDE-F1AC050ADA82}" dt="2026-01-25T16:02:09.795" v="3896" actId="790"/>
          <ac:spMkLst>
            <pc:docMk/>
            <pc:sldMk cId="2332721882" sldId="334"/>
            <ac:spMk id="29" creationId="{C7B94DE9-9E48-4B96-8CF1-11839335F5BB}"/>
          </ac:spMkLst>
        </pc:spChg>
        <pc:spChg chg="mod">
          <ac:chgData name="Yash Jadhav" userId="535c3d6d-72b8-4f77-8155-55f939173cf2" providerId="ADAL" clId="{F33F88E0-3380-47C4-AFDE-F1AC050ADA82}" dt="2026-01-25T16:02:09.797" v="3897" actId="790"/>
          <ac:spMkLst>
            <pc:docMk/>
            <pc:sldMk cId="2332721882" sldId="334"/>
            <ac:spMk id="30" creationId="{9F31527B-2F86-4D69-8DAC-EB2C922E976F}"/>
          </ac:spMkLst>
        </pc:spChg>
        <pc:spChg chg="mod">
          <ac:chgData name="Yash Jadhav" userId="535c3d6d-72b8-4f77-8155-55f939173cf2" providerId="ADAL" clId="{F33F88E0-3380-47C4-AFDE-F1AC050ADA82}" dt="2026-01-25T16:02:09.801" v="3898" actId="790"/>
          <ac:spMkLst>
            <pc:docMk/>
            <pc:sldMk cId="2332721882" sldId="334"/>
            <ac:spMk id="31" creationId="{A6A405B7-5102-4091-B7A8-DB4E75BA89AA}"/>
          </ac:spMkLst>
        </pc:spChg>
        <pc:spChg chg="mod">
          <ac:chgData name="Yash Jadhav" userId="535c3d6d-72b8-4f77-8155-55f939173cf2" providerId="ADAL" clId="{F33F88E0-3380-47C4-AFDE-F1AC050ADA82}" dt="2026-01-25T16:02:09.804" v="3899" actId="790"/>
          <ac:spMkLst>
            <pc:docMk/>
            <pc:sldMk cId="2332721882" sldId="334"/>
            <ac:spMk id="32" creationId="{61C23CB1-257C-4265-9BBB-57AE2813A4CE}"/>
          </ac:spMkLst>
        </pc:spChg>
        <pc:spChg chg="mod">
          <ac:chgData name="Yash Jadhav" userId="535c3d6d-72b8-4f77-8155-55f939173cf2" providerId="ADAL" clId="{F33F88E0-3380-47C4-AFDE-F1AC050ADA82}" dt="2026-01-25T16:02:09.808" v="3900" actId="790"/>
          <ac:spMkLst>
            <pc:docMk/>
            <pc:sldMk cId="2332721882" sldId="334"/>
            <ac:spMk id="33" creationId="{56E669B2-192A-4665-B49A-CAA7E9BB1C39}"/>
          </ac:spMkLst>
        </pc:spChg>
        <pc:spChg chg="mod">
          <ac:chgData name="Yash Jadhav" userId="535c3d6d-72b8-4f77-8155-55f939173cf2" providerId="ADAL" clId="{F33F88E0-3380-47C4-AFDE-F1AC050ADA82}" dt="2026-01-25T16:02:09.811" v="3901" actId="790"/>
          <ac:spMkLst>
            <pc:docMk/>
            <pc:sldMk cId="2332721882" sldId="334"/>
            <ac:spMk id="34" creationId="{3683E245-679C-4156-8E2B-1F4B3CA4CC74}"/>
          </ac:spMkLst>
        </pc:spChg>
        <pc:spChg chg="mod">
          <ac:chgData name="Yash Jadhav" userId="535c3d6d-72b8-4f77-8155-55f939173cf2" providerId="ADAL" clId="{F33F88E0-3380-47C4-AFDE-F1AC050ADA82}" dt="2026-01-25T16:02:09.814" v="3902" actId="790"/>
          <ac:spMkLst>
            <pc:docMk/>
            <pc:sldMk cId="2332721882" sldId="334"/>
            <ac:spMk id="35" creationId="{D416BCC5-194A-473A-B74F-C338990BDB5A}"/>
          </ac:spMkLst>
        </pc:spChg>
        <pc:spChg chg="mod">
          <ac:chgData name="Yash Jadhav" userId="535c3d6d-72b8-4f77-8155-55f939173cf2" providerId="ADAL" clId="{F33F88E0-3380-47C4-AFDE-F1AC050ADA82}" dt="2026-01-25T16:02:09.816" v="3903" actId="790"/>
          <ac:spMkLst>
            <pc:docMk/>
            <pc:sldMk cId="2332721882" sldId="334"/>
            <ac:spMk id="36" creationId="{75D8696B-12D9-4CA0-B56C-FCFB6AD626AE}"/>
          </ac:spMkLst>
        </pc:spChg>
        <pc:spChg chg="mod">
          <ac:chgData name="Yash Jadhav" userId="535c3d6d-72b8-4f77-8155-55f939173cf2" providerId="ADAL" clId="{F33F88E0-3380-47C4-AFDE-F1AC050ADA82}" dt="2026-01-25T16:02:09.818" v="3904" actId="790"/>
          <ac:spMkLst>
            <pc:docMk/>
            <pc:sldMk cId="2332721882" sldId="334"/>
            <ac:spMk id="37" creationId="{C943C4C6-90EC-446D-BC70-AD3F18DC0696}"/>
          </ac:spMkLst>
        </pc:spChg>
        <pc:spChg chg="mod">
          <ac:chgData name="Yash Jadhav" userId="535c3d6d-72b8-4f77-8155-55f939173cf2" providerId="ADAL" clId="{F33F88E0-3380-47C4-AFDE-F1AC050ADA82}" dt="2026-01-25T16:02:09.819" v="3905" actId="790"/>
          <ac:spMkLst>
            <pc:docMk/>
            <pc:sldMk cId="2332721882" sldId="334"/>
            <ac:spMk id="38" creationId="{E8178AFF-90CA-461E-A0C2-19E0819FC50D}"/>
          </ac:spMkLst>
        </pc:spChg>
        <pc:spChg chg="mod">
          <ac:chgData name="Yash Jadhav" userId="535c3d6d-72b8-4f77-8155-55f939173cf2" providerId="ADAL" clId="{F33F88E0-3380-47C4-AFDE-F1AC050ADA82}" dt="2026-01-25T16:02:09.821" v="3906" actId="790"/>
          <ac:spMkLst>
            <pc:docMk/>
            <pc:sldMk cId="2332721882" sldId="334"/>
            <ac:spMk id="39" creationId="{990D4394-6190-4A63-A060-4DBD570D9BC9}"/>
          </ac:spMkLst>
        </pc:spChg>
        <pc:spChg chg="mod">
          <ac:chgData name="Yash Jadhav" userId="535c3d6d-72b8-4f77-8155-55f939173cf2" providerId="ADAL" clId="{F33F88E0-3380-47C4-AFDE-F1AC050ADA82}" dt="2026-01-25T16:02:09.823" v="3907" actId="790"/>
          <ac:spMkLst>
            <pc:docMk/>
            <pc:sldMk cId="2332721882" sldId="334"/>
            <ac:spMk id="40" creationId="{232E54D6-B716-49D0-9398-E4E9AE56397F}"/>
          </ac:spMkLst>
        </pc:spChg>
        <pc:spChg chg="mod">
          <ac:chgData name="Yash Jadhav" userId="535c3d6d-72b8-4f77-8155-55f939173cf2" providerId="ADAL" clId="{F33F88E0-3380-47C4-AFDE-F1AC050ADA82}" dt="2026-01-25T16:02:09.826" v="3908" actId="790"/>
          <ac:spMkLst>
            <pc:docMk/>
            <pc:sldMk cId="2332721882" sldId="334"/>
            <ac:spMk id="41" creationId="{E1F321FD-9FA4-48A7-B66F-74C30DE86DEB}"/>
          </ac:spMkLst>
        </pc:spChg>
        <pc:spChg chg="mod">
          <ac:chgData name="Yash Jadhav" userId="535c3d6d-72b8-4f77-8155-55f939173cf2" providerId="ADAL" clId="{F33F88E0-3380-47C4-AFDE-F1AC050ADA82}" dt="2026-01-25T16:02:09.828" v="3909" actId="790"/>
          <ac:spMkLst>
            <pc:docMk/>
            <pc:sldMk cId="2332721882" sldId="334"/>
            <ac:spMk id="42" creationId="{2155DAC4-DB81-4602-9D68-8A69DD79C526}"/>
          </ac:spMkLst>
        </pc:spChg>
        <pc:spChg chg="mod">
          <ac:chgData name="Yash Jadhav" userId="535c3d6d-72b8-4f77-8155-55f939173cf2" providerId="ADAL" clId="{F33F88E0-3380-47C4-AFDE-F1AC050ADA82}" dt="2026-01-25T16:02:09.830" v="3910" actId="790"/>
          <ac:spMkLst>
            <pc:docMk/>
            <pc:sldMk cId="2332721882" sldId="334"/>
            <ac:spMk id="43" creationId="{59AAF8D3-4C7F-4046-86E0-2AAF3E724AA1}"/>
          </ac:spMkLst>
        </pc:spChg>
        <pc:spChg chg="mod">
          <ac:chgData name="Yash Jadhav" userId="535c3d6d-72b8-4f77-8155-55f939173cf2" providerId="ADAL" clId="{F33F88E0-3380-47C4-AFDE-F1AC050ADA82}" dt="2026-01-25T16:02:09.832" v="3911" actId="790"/>
          <ac:spMkLst>
            <pc:docMk/>
            <pc:sldMk cId="2332721882" sldId="334"/>
            <ac:spMk id="44" creationId="{363269AB-D4FA-4B9C-8568-38D4860D7422}"/>
          </ac:spMkLst>
        </pc:spChg>
        <pc:spChg chg="mod">
          <ac:chgData name="Yash Jadhav" userId="535c3d6d-72b8-4f77-8155-55f939173cf2" providerId="ADAL" clId="{F33F88E0-3380-47C4-AFDE-F1AC050ADA82}" dt="2026-01-25T16:02:09.833" v="3912" actId="790"/>
          <ac:spMkLst>
            <pc:docMk/>
            <pc:sldMk cId="2332721882" sldId="334"/>
            <ac:spMk id="45" creationId="{27DB8FFF-D481-421C-87D1-924F934287A5}"/>
          </ac:spMkLst>
        </pc:spChg>
        <pc:spChg chg="mod">
          <ac:chgData name="Yash Jadhav" userId="535c3d6d-72b8-4f77-8155-55f939173cf2" providerId="ADAL" clId="{F33F88E0-3380-47C4-AFDE-F1AC050ADA82}" dt="2026-01-25T16:02:09.835" v="3913" actId="790"/>
          <ac:spMkLst>
            <pc:docMk/>
            <pc:sldMk cId="2332721882" sldId="334"/>
            <ac:spMk id="46" creationId="{80C1291D-450B-44D2-ACBC-E60F8BE3B029}"/>
          </ac:spMkLst>
        </pc:spChg>
        <pc:spChg chg="mod">
          <ac:chgData name="Yash Jadhav" userId="535c3d6d-72b8-4f77-8155-55f939173cf2" providerId="ADAL" clId="{F33F88E0-3380-47C4-AFDE-F1AC050ADA82}" dt="2026-01-25T16:02:09.837" v="3914" actId="790"/>
          <ac:spMkLst>
            <pc:docMk/>
            <pc:sldMk cId="2332721882" sldId="334"/>
            <ac:spMk id="47" creationId="{8C4560FC-A474-4CD1-B34C-10C3692655F1}"/>
          </ac:spMkLst>
        </pc:spChg>
        <pc:spChg chg="mod">
          <ac:chgData name="Yash Jadhav" userId="535c3d6d-72b8-4f77-8155-55f939173cf2" providerId="ADAL" clId="{F33F88E0-3380-47C4-AFDE-F1AC050ADA82}" dt="2026-01-25T16:02:09.839" v="3915" actId="790"/>
          <ac:spMkLst>
            <pc:docMk/>
            <pc:sldMk cId="2332721882" sldId="334"/>
            <ac:spMk id="48" creationId="{C6E435E5-4ED4-40EF-B83B-AA2E0740D59C}"/>
          </ac:spMkLst>
        </pc:spChg>
        <pc:spChg chg="mod">
          <ac:chgData name="Yash Jadhav" userId="535c3d6d-72b8-4f77-8155-55f939173cf2" providerId="ADAL" clId="{F33F88E0-3380-47C4-AFDE-F1AC050ADA82}" dt="2026-01-25T16:02:09.843" v="3916" actId="790"/>
          <ac:spMkLst>
            <pc:docMk/>
            <pc:sldMk cId="2332721882" sldId="334"/>
            <ac:spMk id="49" creationId="{11D73609-315D-46D1-A5DF-3B62122C8058}"/>
          </ac:spMkLst>
        </pc:spChg>
        <pc:spChg chg="mod">
          <ac:chgData name="Yash Jadhav" userId="535c3d6d-72b8-4f77-8155-55f939173cf2" providerId="ADAL" clId="{F33F88E0-3380-47C4-AFDE-F1AC050ADA82}" dt="2026-01-25T16:02:09.846" v="3917" actId="790"/>
          <ac:spMkLst>
            <pc:docMk/>
            <pc:sldMk cId="2332721882" sldId="334"/>
            <ac:spMk id="50" creationId="{636492FD-86CE-4371-9B8E-D9660276CED0}"/>
          </ac:spMkLst>
        </pc:spChg>
        <pc:spChg chg="mod">
          <ac:chgData name="Yash Jadhav" userId="535c3d6d-72b8-4f77-8155-55f939173cf2" providerId="ADAL" clId="{F33F88E0-3380-47C4-AFDE-F1AC050ADA82}" dt="2026-01-25T16:02:09.848" v="3918" actId="790"/>
          <ac:spMkLst>
            <pc:docMk/>
            <pc:sldMk cId="2332721882" sldId="334"/>
            <ac:spMk id="51" creationId="{7819318A-178C-4036-AC65-689BA8AA2B3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664867" sldId="335"/>
        </pc:sldMkLst>
        <pc:spChg chg="mod ord">
          <ac:chgData name="Yash Jadhav" userId="535c3d6d-72b8-4f77-8155-55f939173cf2" providerId="ADAL" clId="{F33F88E0-3380-47C4-AFDE-F1AC050ADA82}" dt="2026-01-25T16:06:14.662" v="8413" actId="6264"/>
          <ac:spMkLst>
            <pc:docMk/>
            <pc:sldMk cId="2505664867" sldId="33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505664867" sldId="335"/>
            <ac:spMk id="3" creationId="{82C86381-79F5-C447-5DFD-EB06CD24391B}"/>
          </ac:spMkLst>
        </pc:spChg>
        <pc:spChg chg="mod">
          <ac:chgData name="Yash Jadhav" userId="535c3d6d-72b8-4f77-8155-55f939173cf2" providerId="ADAL" clId="{F33F88E0-3380-47C4-AFDE-F1AC050ADA82}" dt="2026-01-25T16:02:15.353" v="3924" actId="790"/>
          <ac:spMkLst>
            <pc:docMk/>
            <pc:sldMk cId="2505664867" sldId="335"/>
            <ac:spMk id="28" creationId="{D69AE78A-E02E-4A8F-81A6-E4D4534D6681}"/>
          </ac:spMkLst>
        </pc:spChg>
        <pc:spChg chg="mod">
          <ac:chgData name="Yash Jadhav" userId="535c3d6d-72b8-4f77-8155-55f939173cf2" providerId="ADAL" clId="{F33F88E0-3380-47C4-AFDE-F1AC050ADA82}" dt="2026-01-25T16:02:15.356" v="3925" actId="790"/>
          <ac:spMkLst>
            <pc:docMk/>
            <pc:sldMk cId="2505664867" sldId="335"/>
            <ac:spMk id="29" creationId="{63780AAD-E641-4136-BC3C-89A7F5F692A2}"/>
          </ac:spMkLst>
        </pc:spChg>
        <pc:spChg chg="mod">
          <ac:chgData name="Yash Jadhav" userId="535c3d6d-72b8-4f77-8155-55f939173cf2" providerId="ADAL" clId="{F33F88E0-3380-47C4-AFDE-F1AC050ADA82}" dt="2026-01-25T16:02:15.360" v="3926" actId="790"/>
          <ac:spMkLst>
            <pc:docMk/>
            <pc:sldMk cId="2505664867" sldId="335"/>
            <ac:spMk id="30" creationId="{0B716B06-F624-4078-8472-C81A7C89967B}"/>
          </ac:spMkLst>
        </pc:spChg>
        <pc:spChg chg="mod">
          <ac:chgData name="Yash Jadhav" userId="535c3d6d-72b8-4f77-8155-55f939173cf2" providerId="ADAL" clId="{F33F88E0-3380-47C4-AFDE-F1AC050ADA82}" dt="2026-01-25T16:02:15.363" v="3927" actId="790"/>
          <ac:spMkLst>
            <pc:docMk/>
            <pc:sldMk cId="2505664867" sldId="335"/>
            <ac:spMk id="31" creationId="{9C94B54A-0E60-4EC4-8F58-F985AF38F17A}"/>
          </ac:spMkLst>
        </pc:spChg>
        <pc:spChg chg="mod">
          <ac:chgData name="Yash Jadhav" userId="535c3d6d-72b8-4f77-8155-55f939173cf2" providerId="ADAL" clId="{F33F88E0-3380-47C4-AFDE-F1AC050ADA82}" dt="2026-01-25T16:02:15.369" v="3928" actId="790"/>
          <ac:spMkLst>
            <pc:docMk/>
            <pc:sldMk cId="2505664867" sldId="335"/>
            <ac:spMk id="32" creationId="{436848F7-096E-48CC-835D-4E5FF9A090EF}"/>
          </ac:spMkLst>
        </pc:spChg>
        <pc:spChg chg="mod">
          <ac:chgData name="Yash Jadhav" userId="535c3d6d-72b8-4f77-8155-55f939173cf2" providerId="ADAL" clId="{F33F88E0-3380-47C4-AFDE-F1AC050ADA82}" dt="2026-01-25T16:02:15.373" v="3929" actId="790"/>
          <ac:spMkLst>
            <pc:docMk/>
            <pc:sldMk cId="2505664867" sldId="335"/>
            <ac:spMk id="33" creationId="{13D5A5A6-7AD5-4AFC-8D9D-476DFABD5989}"/>
          </ac:spMkLst>
        </pc:spChg>
        <pc:spChg chg="mod">
          <ac:chgData name="Yash Jadhav" userId="535c3d6d-72b8-4f77-8155-55f939173cf2" providerId="ADAL" clId="{F33F88E0-3380-47C4-AFDE-F1AC050ADA82}" dt="2026-01-25T16:02:15.376" v="3930" actId="790"/>
          <ac:spMkLst>
            <pc:docMk/>
            <pc:sldMk cId="2505664867" sldId="335"/>
            <ac:spMk id="34" creationId="{8727DF0C-765D-4CBD-B100-9486E9F5F25F}"/>
          </ac:spMkLst>
        </pc:spChg>
        <pc:spChg chg="mod">
          <ac:chgData name="Yash Jadhav" userId="535c3d6d-72b8-4f77-8155-55f939173cf2" providerId="ADAL" clId="{F33F88E0-3380-47C4-AFDE-F1AC050ADA82}" dt="2026-01-25T16:02:15.381" v="3931" actId="790"/>
          <ac:spMkLst>
            <pc:docMk/>
            <pc:sldMk cId="2505664867" sldId="335"/>
            <ac:spMk id="35" creationId="{68A3D43E-1CBF-4BE8-B5BB-BB9CD9110660}"/>
          </ac:spMkLst>
        </pc:spChg>
        <pc:spChg chg="mod">
          <ac:chgData name="Yash Jadhav" userId="535c3d6d-72b8-4f77-8155-55f939173cf2" providerId="ADAL" clId="{F33F88E0-3380-47C4-AFDE-F1AC050ADA82}" dt="2026-01-25T16:02:15.383" v="3932" actId="790"/>
          <ac:spMkLst>
            <pc:docMk/>
            <pc:sldMk cId="2505664867" sldId="335"/>
            <ac:spMk id="36" creationId="{63C7A141-2AB6-46C9-A235-037F2D5775D9}"/>
          </ac:spMkLst>
        </pc:spChg>
        <pc:spChg chg="mod">
          <ac:chgData name="Yash Jadhav" userId="535c3d6d-72b8-4f77-8155-55f939173cf2" providerId="ADAL" clId="{F33F88E0-3380-47C4-AFDE-F1AC050ADA82}" dt="2026-01-25T16:02:15.387" v="3933" actId="790"/>
          <ac:spMkLst>
            <pc:docMk/>
            <pc:sldMk cId="2505664867" sldId="335"/>
            <ac:spMk id="37" creationId="{62DAF6DD-FA3D-4E82-9CA4-1E584F8E044F}"/>
          </ac:spMkLst>
        </pc:spChg>
        <pc:spChg chg="mod">
          <ac:chgData name="Yash Jadhav" userId="535c3d6d-72b8-4f77-8155-55f939173cf2" providerId="ADAL" clId="{F33F88E0-3380-47C4-AFDE-F1AC050ADA82}" dt="2026-01-25T16:02:15.392" v="3934" actId="790"/>
          <ac:spMkLst>
            <pc:docMk/>
            <pc:sldMk cId="2505664867" sldId="335"/>
            <ac:spMk id="38" creationId="{B4DF0AF8-25C7-4785-98F8-D3896B8F4C75}"/>
          </ac:spMkLst>
        </pc:spChg>
        <pc:spChg chg="mod">
          <ac:chgData name="Yash Jadhav" userId="535c3d6d-72b8-4f77-8155-55f939173cf2" providerId="ADAL" clId="{F33F88E0-3380-47C4-AFDE-F1AC050ADA82}" dt="2026-01-25T16:02:15.395" v="3935" actId="790"/>
          <ac:spMkLst>
            <pc:docMk/>
            <pc:sldMk cId="2505664867" sldId="335"/>
            <ac:spMk id="39" creationId="{D472FBBF-2E6A-4477-8194-1EF60CCCFA52}"/>
          </ac:spMkLst>
        </pc:spChg>
        <pc:spChg chg="mod">
          <ac:chgData name="Yash Jadhav" userId="535c3d6d-72b8-4f77-8155-55f939173cf2" providerId="ADAL" clId="{F33F88E0-3380-47C4-AFDE-F1AC050ADA82}" dt="2026-01-25T16:02:15.397" v="3936" actId="790"/>
          <ac:spMkLst>
            <pc:docMk/>
            <pc:sldMk cId="2505664867" sldId="335"/>
            <ac:spMk id="40" creationId="{926E10F1-AB9B-4BF0-9FD5-651BEA541E06}"/>
          </ac:spMkLst>
        </pc:spChg>
        <pc:spChg chg="mod">
          <ac:chgData name="Yash Jadhav" userId="535c3d6d-72b8-4f77-8155-55f939173cf2" providerId="ADAL" clId="{F33F88E0-3380-47C4-AFDE-F1AC050ADA82}" dt="2026-01-25T16:02:15.399" v="3937" actId="790"/>
          <ac:spMkLst>
            <pc:docMk/>
            <pc:sldMk cId="2505664867" sldId="335"/>
            <ac:spMk id="41" creationId="{3007DC72-16CE-413D-B142-A25DF10A9E0D}"/>
          </ac:spMkLst>
        </pc:spChg>
        <pc:spChg chg="mod">
          <ac:chgData name="Yash Jadhav" userId="535c3d6d-72b8-4f77-8155-55f939173cf2" providerId="ADAL" clId="{F33F88E0-3380-47C4-AFDE-F1AC050ADA82}" dt="2026-01-25T16:02:15.401" v="3938" actId="790"/>
          <ac:spMkLst>
            <pc:docMk/>
            <pc:sldMk cId="2505664867" sldId="335"/>
            <ac:spMk id="42" creationId="{5E08806C-5C40-4CE4-A931-357A8477FE9B}"/>
          </ac:spMkLst>
        </pc:spChg>
        <pc:spChg chg="mod">
          <ac:chgData name="Yash Jadhav" userId="535c3d6d-72b8-4f77-8155-55f939173cf2" providerId="ADAL" clId="{F33F88E0-3380-47C4-AFDE-F1AC050ADA82}" dt="2026-01-25T16:02:15.403" v="3939" actId="790"/>
          <ac:spMkLst>
            <pc:docMk/>
            <pc:sldMk cId="2505664867" sldId="335"/>
            <ac:spMk id="43" creationId="{BD71BEF1-9EFD-42DA-9DAA-6787CD3B995D}"/>
          </ac:spMkLst>
        </pc:spChg>
        <pc:spChg chg="mod">
          <ac:chgData name="Yash Jadhav" userId="535c3d6d-72b8-4f77-8155-55f939173cf2" providerId="ADAL" clId="{F33F88E0-3380-47C4-AFDE-F1AC050ADA82}" dt="2026-01-25T16:02:15.406" v="3940" actId="790"/>
          <ac:spMkLst>
            <pc:docMk/>
            <pc:sldMk cId="2505664867" sldId="335"/>
            <ac:spMk id="44" creationId="{441F2F52-BE90-471D-8BF0-B38E642B6BA8}"/>
          </ac:spMkLst>
        </pc:spChg>
        <pc:spChg chg="mod">
          <ac:chgData name="Yash Jadhav" userId="535c3d6d-72b8-4f77-8155-55f939173cf2" providerId="ADAL" clId="{F33F88E0-3380-47C4-AFDE-F1AC050ADA82}" dt="2026-01-25T16:02:15.408" v="3941" actId="790"/>
          <ac:spMkLst>
            <pc:docMk/>
            <pc:sldMk cId="2505664867" sldId="335"/>
            <ac:spMk id="45" creationId="{101D9F83-A8B8-411D-9007-AE5FFD50F7F2}"/>
          </ac:spMkLst>
        </pc:spChg>
        <pc:spChg chg="mod">
          <ac:chgData name="Yash Jadhav" userId="535c3d6d-72b8-4f77-8155-55f939173cf2" providerId="ADAL" clId="{F33F88E0-3380-47C4-AFDE-F1AC050ADA82}" dt="2026-01-25T16:02:15.411" v="3942" actId="790"/>
          <ac:spMkLst>
            <pc:docMk/>
            <pc:sldMk cId="2505664867" sldId="335"/>
            <ac:spMk id="46" creationId="{BF03C4D4-D6CC-4F9C-9AF5-512C33FF9C08}"/>
          </ac:spMkLst>
        </pc:spChg>
        <pc:spChg chg="mod">
          <ac:chgData name="Yash Jadhav" userId="535c3d6d-72b8-4f77-8155-55f939173cf2" providerId="ADAL" clId="{F33F88E0-3380-47C4-AFDE-F1AC050ADA82}" dt="2026-01-25T16:02:15.414" v="3943" actId="790"/>
          <ac:spMkLst>
            <pc:docMk/>
            <pc:sldMk cId="2505664867" sldId="335"/>
            <ac:spMk id="47" creationId="{292938A0-8F74-454D-B29D-B82193E08F70}"/>
          </ac:spMkLst>
        </pc:spChg>
        <pc:spChg chg="mod">
          <ac:chgData name="Yash Jadhav" userId="535c3d6d-72b8-4f77-8155-55f939173cf2" providerId="ADAL" clId="{F33F88E0-3380-47C4-AFDE-F1AC050ADA82}" dt="2026-01-25T16:02:15.417" v="3944" actId="790"/>
          <ac:spMkLst>
            <pc:docMk/>
            <pc:sldMk cId="2505664867" sldId="335"/>
            <ac:spMk id="48" creationId="{15990F26-67AB-416F-A0A1-1A8B7CDCF696}"/>
          </ac:spMkLst>
        </pc:spChg>
        <pc:spChg chg="mod">
          <ac:chgData name="Yash Jadhav" userId="535c3d6d-72b8-4f77-8155-55f939173cf2" providerId="ADAL" clId="{F33F88E0-3380-47C4-AFDE-F1AC050ADA82}" dt="2026-01-25T16:02:15.421" v="3945" actId="790"/>
          <ac:spMkLst>
            <pc:docMk/>
            <pc:sldMk cId="2505664867" sldId="335"/>
            <ac:spMk id="49" creationId="{AA0BC2EF-E063-473A-A919-D1CD6FF86B6F}"/>
          </ac:spMkLst>
        </pc:spChg>
        <pc:spChg chg="mod">
          <ac:chgData name="Yash Jadhav" userId="535c3d6d-72b8-4f77-8155-55f939173cf2" providerId="ADAL" clId="{F33F88E0-3380-47C4-AFDE-F1AC050ADA82}" dt="2026-01-25T16:02:15.425" v="3946" actId="790"/>
          <ac:spMkLst>
            <pc:docMk/>
            <pc:sldMk cId="2505664867" sldId="335"/>
            <ac:spMk id="50" creationId="{BAA15413-C4FF-4DF7-B6B1-4D5791F51B34}"/>
          </ac:spMkLst>
        </pc:spChg>
        <pc:spChg chg="mod">
          <ac:chgData name="Yash Jadhav" userId="535c3d6d-72b8-4f77-8155-55f939173cf2" providerId="ADAL" clId="{F33F88E0-3380-47C4-AFDE-F1AC050ADA82}" dt="2026-01-25T16:02:15.428" v="3947" actId="790"/>
          <ac:spMkLst>
            <pc:docMk/>
            <pc:sldMk cId="2505664867" sldId="335"/>
            <ac:spMk id="51" creationId="{8EC898DE-8A65-4CB0-8576-C38992DB214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7696184" sldId="336"/>
        </pc:sldMkLst>
        <pc:spChg chg="mod ord">
          <ac:chgData name="Yash Jadhav" userId="535c3d6d-72b8-4f77-8155-55f939173cf2" providerId="ADAL" clId="{F33F88E0-3380-47C4-AFDE-F1AC050ADA82}" dt="2026-01-25T16:06:14.662" v="8413" actId="6264"/>
          <ac:spMkLst>
            <pc:docMk/>
            <pc:sldMk cId="2887696184" sldId="33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887696184" sldId="336"/>
            <ac:spMk id="3" creationId="{75AD434D-D126-F396-C962-D8B8A15A9E17}"/>
          </ac:spMkLst>
        </pc:spChg>
        <pc:spChg chg="mod">
          <ac:chgData name="Yash Jadhav" userId="535c3d6d-72b8-4f77-8155-55f939173cf2" providerId="ADAL" clId="{F33F88E0-3380-47C4-AFDE-F1AC050ADA82}" dt="2026-01-25T16:02:17.007" v="3953" actId="790"/>
          <ac:spMkLst>
            <pc:docMk/>
            <pc:sldMk cId="2887696184" sldId="336"/>
            <ac:spMk id="4" creationId="{00000000-0000-0000-0000-000000000000}"/>
          </ac:spMkLst>
        </pc:spChg>
        <pc:spChg chg="mod">
          <ac:chgData name="Yash Jadhav" userId="535c3d6d-72b8-4f77-8155-55f939173cf2" providerId="ADAL" clId="{F33F88E0-3380-47C4-AFDE-F1AC050ADA82}" dt="2026-01-25T16:02:17.011" v="3954" actId="790"/>
          <ac:spMkLst>
            <pc:docMk/>
            <pc:sldMk cId="2887696184" sldId="336"/>
            <ac:spMk id="5" creationId="{00000000-0000-0000-0000-000000000000}"/>
          </ac:spMkLst>
        </pc:spChg>
        <pc:spChg chg="mod">
          <ac:chgData name="Yash Jadhav" userId="535c3d6d-72b8-4f77-8155-55f939173cf2" providerId="ADAL" clId="{F33F88E0-3380-47C4-AFDE-F1AC050ADA82}" dt="2026-01-25T16:02:17.043" v="3961" actId="790"/>
          <ac:spMkLst>
            <pc:docMk/>
            <pc:sldMk cId="2887696184" sldId="336"/>
            <ac:spMk id="20" creationId="{0E97DB3B-E727-F77B-B633-EFAF05C9F870}"/>
          </ac:spMkLst>
        </pc:spChg>
        <pc:spChg chg="mod">
          <ac:chgData name="Yash Jadhav" userId="535c3d6d-72b8-4f77-8155-55f939173cf2" providerId="ADAL" clId="{F33F88E0-3380-47C4-AFDE-F1AC050ADA82}" dt="2026-01-25T16:02:17.046" v="3962" actId="790"/>
          <ac:spMkLst>
            <pc:docMk/>
            <pc:sldMk cId="2887696184" sldId="336"/>
            <ac:spMk id="21" creationId="{475E59E4-EAF0-09D3-DECF-9CFF04DEAB4D}"/>
          </ac:spMkLst>
        </pc:spChg>
        <pc:spChg chg="mod">
          <ac:chgData name="Yash Jadhav" userId="535c3d6d-72b8-4f77-8155-55f939173cf2" providerId="ADAL" clId="{F33F88E0-3380-47C4-AFDE-F1AC050ADA82}" dt="2026-01-25T16:02:17.015" v="3955" actId="790"/>
          <ac:spMkLst>
            <pc:docMk/>
            <pc:sldMk cId="2887696184" sldId="336"/>
            <ac:spMk id="22" creationId="{00000000-0000-0000-0000-000000000000}"/>
          </ac:spMkLst>
        </pc:spChg>
        <pc:spChg chg="mod">
          <ac:chgData name="Yash Jadhav" userId="535c3d6d-72b8-4f77-8155-55f939173cf2" providerId="ADAL" clId="{F33F88E0-3380-47C4-AFDE-F1AC050ADA82}" dt="2026-01-25T16:02:17.048" v="3963" actId="790"/>
          <ac:spMkLst>
            <pc:docMk/>
            <pc:sldMk cId="2887696184" sldId="336"/>
            <ac:spMk id="23" creationId="{32CA92DE-D6D5-6CE7-51D8-EFDD21BF55C7}"/>
          </ac:spMkLst>
        </pc:spChg>
        <pc:spChg chg="mod">
          <ac:chgData name="Yash Jadhav" userId="535c3d6d-72b8-4f77-8155-55f939173cf2" providerId="ADAL" clId="{F33F88E0-3380-47C4-AFDE-F1AC050ADA82}" dt="2026-01-25T16:02:17.051" v="3964" actId="790"/>
          <ac:spMkLst>
            <pc:docMk/>
            <pc:sldMk cId="2887696184" sldId="336"/>
            <ac:spMk id="24" creationId="{A872570E-FC94-9190-DB80-629B0241370B}"/>
          </ac:spMkLst>
        </pc:spChg>
        <pc:spChg chg="mod">
          <ac:chgData name="Yash Jadhav" userId="535c3d6d-72b8-4f77-8155-55f939173cf2" providerId="ADAL" clId="{F33F88E0-3380-47C4-AFDE-F1AC050ADA82}" dt="2026-01-25T16:02:17.019" v="3956" actId="790"/>
          <ac:spMkLst>
            <pc:docMk/>
            <pc:sldMk cId="2887696184" sldId="336"/>
            <ac:spMk id="25" creationId="{00000000-0000-0000-0000-000000000000}"/>
          </ac:spMkLst>
        </pc:spChg>
        <pc:spChg chg="mod">
          <ac:chgData name="Yash Jadhav" userId="535c3d6d-72b8-4f77-8155-55f939173cf2" providerId="ADAL" clId="{F33F88E0-3380-47C4-AFDE-F1AC050ADA82}" dt="2026-01-25T16:02:17.025" v="3957" actId="790"/>
          <ac:spMkLst>
            <pc:docMk/>
            <pc:sldMk cId="2887696184" sldId="336"/>
            <ac:spMk id="26" creationId="{00000000-0000-0000-0000-000000000000}"/>
          </ac:spMkLst>
        </pc:spChg>
        <pc:spChg chg="mod">
          <ac:chgData name="Yash Jadhav" userId="535c3d6d-72b8-4f77-8155-55f939173cf2" providerId="ADAL" clId="{F33F88E0-3380-47C4-AFDE-F1AC050ADA82}" dt="2026-01-25T16:02:17.030" v="3958" actId="790"/>
          <ac:spMkLst>
            <pc:docMk/>
            <pc:sldMk cId="2887696184" sldId="336"/>
            <ac:spMk id="27" creationId="{00000000-0000-0000-0000-000000000000}"/>
          </ac:spMkLst>
        </pc:spChg>
        <pc:spChg chg="mod">
          <ac:chgData name="Yash Jadhav" userId="535c3d6d-72b8-4f77-8155-55f939173cf2" providerId="ADAL" clId="{F33F88E0-3380-47C4-AFDE-F1AC050ADA82}" dt="2026-01-25T16:02:17.034" v="3959" actId="790"/>
          <ac:spMkLst>
            <pc:docMk/>
            <pc:sldMk cId="2887696184" sldId="336"/>
            <ac:spMk id="28" creationId="{00000000-0000-0000-0000-000000000000}"/>
          </ac:spMkLst>
        </pc:spChg>
        <pc:spChg chg="mod">
          <ac:chgData name="Yash Jadhav" userId="535c3d6d-72b8-4f77-8155-55f939173cf2" providerId="ADAL" clId="{F33F88E0-3380-47C4-AFDE-F1AC050ADA82}" dt="2026-01-25T16:02:17.039" v="3960" actId="790"/>
          <ac:spMkLst>
            <pc:docMk/>
            <pc:sldMk cId="2887696184" sldId="336"/>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18211788" sldId="337"/>
        </pc:sldMkLst>
        <pc:spChg chg="mod ord">
          <ac:chgData name="Yash Jadhav" userId="535c3d6d-72b8-4f77-8155-55f939173cf2" providerId="ADAL" clId="{F33F88E0-3380-47C4-AFDE-F1AC050ADA82}" dt="2026-01-25T16:06:14.662" v="8413" actId="6264"/>
          <ac:spMkLst>
            <pc:docMk/>
            <pc:sldMk cId="2718211788" sldId="337"/>
            <ac:spMk id="2" creationId="{00000000-0000-0000-0000-000000000000}"/>
          </ac:spMkLst>
        </pc:spChg>
        <pc:spChg chg="mod">
          <ac:chgData name="Yash Jadhav" userId="535c3d6d-72b8-4f77-8155-55f939173cf2" providerId="ADAL" clId="{F33F88E0-3380-47C4-AFDE-F1AC050ADA82}" dt="2026-01-25T16:02:19.601" v="3976" actId="790"/>
          <ac:spMkLst>
            <pc:docMk/>
            <pc:sldMk cId="2718211788" sldId="337"/>
            <ac:spMk id="3" creationId="{00000000-0000-0000-0000-000000000000}"/>
          </ac:spMkLst>
        </pc:spChg>
        <pc:spChg chg="mod">
          <ac:chgData name="Yash Jadhav" userId="535c3d6d-72b8-4f77-8155-55f939173cf2" providerId="ADAL" clId="{F33F88E0-3380-47C4-AFDE-F1AC050ADA82}" dt="2026-01-25T16:02:19.574" v="3970" actId="790"/>
          <ac:spMkLst>
            <pc:docMk/>
            <pc:sldMk cId="2718211788" sldId="337"/>
            <ac:spMk id="4" creationId="{00000000-0000-0000-0000-000000000000}"/>
          </ac:spMkLst>
        </pc:spChg>
        <pc:spChg chg="mod">
          <ac:chgData name="Yash Jadhav" userId="535c3d6d-72b8-4f77-8155-55f939173cf2" providerId="ADAL" clId="{F33F88E0-3380-47C4-AFDE-F1AC050ADA82}" dt="2026-01-25T16:02:19.579" v="3971" actId="790"/>
          <ac:spMkLst>
            <pc:docMk/>
            <pc:sldMk cId="2718211788" sldId="337"/>
            <ac:spMk id="5" creationId="{00000000-0000-0000-0000-000000000000}"/>
          </ac:spMkLst>
        </pc:spChg>
        <pc:spChg chg="mod">
          <ac:chgData name="Yash Jadhav" userId="535c3d6d-72b8-4f77-8155-55f939173cf2" providerId="ADAL" clId="{F33F88E0-3380-47C4-AFDE-F1AC050ADA82}" dt="2026-01-25T16:02:19.583" v="3972" actId="790"/>
          <ac:spMkLst>
            <pc:docMk/>
            <pc:sldMk cId="2718211788" sldId="337"/>
            <ac:spMk id="6" creationId="{00000000-0000-0000-0000-000000000000}"/>
          </ac:spMkLst>
        </pc:spChg>
        <pc:spChg chg="mod">
          <ac:chgData name="Yash Jadhav" userId="535c3d6d-72b8-4f77-8155-55f939173cf2" providerId="ADAL" clId="{F33F88E0-3380-47C4-AFDE-F1AC050ADA82}" dt="2026-01-25T16:02:19.586" v="3973" actId="790"/>
          <ac:spMkLst>
            <pc:docMk/>
            <pc:sldMk cId="2718211788" sldId="337"/>
            <ac:spMk id="7" creationId="{00000000-0000-0000-0000-000000000000}"/>
          </ac:spMkLst>
        </pc:spChg>
        <pc:spChg chg="mod">
          <ac:chgData name="Yash Jadhav" userId="535c3d6d-72b8-4f77-8155-55f939173cf2" providerId="ADAL" clId="{F33F88E0-3380-47C4-AFDE-F1AC050ADA82}" dt="2026-01-25T16:02:19.590" v="3974" actId="790"/>
          <ac:spMkLst>
            <pc:docMk/>
            <pc:sldMk cId="2718211788" sldId="337"/>
            <ac:spMk id="8" creationId="{00000000-0000-0000-0000-000000000000}"/>
          </ac:spMkLst>
        </pc:spChg>
        <pc:spChg chg="mod">
          <ac:chgData name="Yash Jadhav" userId="535c3d6d-72b8-4f77-8155-55f939173cf2" providerId="ADAL" clId="{F33F88E0-3380-47C4-AFDE-F1AC050ADA82}" dt="2026-01-25T16:02:19.594" v="3975" actId="790"/>
          <ac:spMkLst>
            <pc:docMk/>
            <pc:sldMk cId="2718211788" sldId="337"/>
            <ac:spMk id="9" creationId="{00000000-0000-0000-0000-000000000000}"/>
          </ac:spMkLst>
        </pc:spChg>
        <pc:spChg chg="add del mod">
          <ac:chgData name="Yash Jadhav" userId="535c3d6d-72b8-4f77-8155-55f939173cf2" providerId="ADAL" clId="{F33F88E0-3380-47C4-AFDE-F1AC050ADA82}" dt="2026-01-25T16:06:14.662" v="8413" actId="6264"/>
          <ac:spMkLst>
            <pc:docMk/>
            <pc:sldMk cId="2718211788" sldId="337"/>
            <ac:spMk id="10" creationId="{761BD014-0008-FDD9-A6C4-EDC68FAA96C0}"/>
          </ac:spMkLst>
        </pc:spChg>
        <pc:spChg chg="mod">
          <ac:chgData name="Yash Jadhav" userId="535c3d6d-72b8-4f77-8155-55f939173cf2" providerId="ADAL" clId="{F33F88E0-3380-47C4-AFDE-F1AC050ADA82}" dt="2026-01-25T16:02:19.608" v="3977" actId="790"/>
          <ac:spMkLst>
            <pc:docMk/>
            <pc:sldMk cId="2718211788" sldId="337"/>
            <ac:spMk id="25" creationId="{00000000-0000-0000-0000-000000000000}"/>
          </ac:spMkLst>
        </pc:spChg>
        <pc:spChg chg="mod">
          <ac:chgData name="Yash Jadhav" userId="535c3d6d-72b8-4f77-8155-55f939173cf2" providerId="ADAL" clId="{F33F88E0-3380-47C4-AFDE-F1AC050ADA82}" dt="2026-01-25T16:02:19.616" v="3978" actId="790"/>
          <ac:spMkLst>
            <pc:docMk/>
            <pc:sldMk cId="2718211788" sldId="337"/>
            <ac:spMk id="26" creationId="{00000000-0000-0000-0000-000000000000}"/>
          </ac:spMkLst>
        </pc:spChg>
        <pc:spChg chg="mod">
          <ac:chgData name="Yash Jadhav" userId="535c3d6d-72b8-4f77-8155-55f939173cf2" providerId="ADAL" clId="{F33F88E0-3380-47C4-AFDE-F1AC050ADA82}" dt="2026-01-25T16:02:19.626" v="3979" actId="790"/>
          <ac:spMkLst>
            <pc:docMk/>
            <pc:sldMk cId="2718211788" sldId="337"/>
            <ac:spMk id="27" creationId="{00000000-0000-0000-0000-000000000000}"/>
          </ac:spMkLst>
        </pc:spChg>
        <pc:spChg chg="mod">
          <ac:chgData name="Yash Jadhav" userId="535c3d6d-72b8-4f77-8155-55f939173cf2" providerId="ADAL" clId="{F33F88E0-3380-47C4-AFDE-F1AC050ADA82}" dt="2026-01-25T16:02:19.632" v="3980" actId="790"/>
          <ac:spMkLst>
            <pc:docMk/>
            <pc:sldMk cId="2718211788" sldId="337"/>
            <ac:spMk id="28" creationId="{00000000-0000-0000-0000-000000000000}"/>
          </ac:spMkLst>
        </pc:spChg>
        <pc:spChg chg="mod">
          <ac:chgData name="Yash Jadhav" userId="535c3d6d-72b8-4f77-8155-55f939173cf2" providerId="ADAL" clId="{F33F88E0-3380-47C4-AFDE-F1AC050ADA82}" dt="2026-01-25T16:02:19.637" v="3981" actId="790"/>
          <ac:spMkLst>
            <pc:docMk/>
            <pc:sldMk cId="2718211788" sldId="337"/>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2409729" sldId="338"/>
        </pc:sldMkLst>
        <pc:spChg chg="mod ord">
          <ac:chgData name="Yash Jadhav" userId="535c3d6d-72b8-4f77-8155-55f939173cf2" providerId="ADAL" clId="{F33F88E0-3380-47C4-AFDE-F1AC050ADA82}" dt="2026-01-25T16:06:14.662" v="8413" actId="6264"/>
          <ac:spMkLst>
            <pc:docMk/>
            <pc:sldMk cId="4142409729" sldId="338"/>
            <ac:spMk id="2" creationId="{00000000-0000-0000-0000-000000000000}"/>
          </ac:spMkLst>
        </pc:spChg>
        <pc:spChg chg="mod">
          <ac:chgData name="Yash Jadhav" userId="535c3d6d-72b8-4f77-8155-55f939173cf2" providerId="ADAL" clId="{F33F88E0-3380-47C4-AFDE-F1AC050ADA82}" dt="2026-01-25T16:02:23.216" v="3987" actId="790"/>
          <ac:spMkLst>
            <pc:docMk/>
            <pc:sldMk cId="4142409729" sldId="338"/>
            <ac:spMk id="3" creationId="{00000000-0000-0000-0000-000000000000}"/>
          </ac:spMkLst>
        </pc:spChg>
        <pc:spChg chg="mod">
          <ac:chgData name="Yash Jadhav" userId="535c3d6d-72b8-4f77-8155-55f939173cf2" providerId="ADAL" clId="{F33F88E0-3380-47C4-AFDE-F1AC050ADA82}" dt="2026-01-25T16:02:23.218" v="3988" actId="790"/>
          <ac:spMkLst>
            <pc:docMk/>
            <pc:sldMk cId="4142409729" sldId="338"/>
            <ac:spMk id="4" creationId="{00000000-0000-0000-0000-000000000000}"/>
          </ac:spMkLst>
        </pc:spChg>
        <pc:spChg chg="mod">
          <ac:chgData name="Yash Jadhav" userId="535c3d6d-72b8-4f77-8155-55f939173cf2" providerId="ADAL" clId="{F33F88E0-3380-47C4-AFDE-F1AC050ADA82}" dt="2026-01-25T16:02:23.220" v="3989" actId="790"/>
          <ac:spMkLst>
            <pc:docMk/>
            <pc:sldMk cId="4142409729" sldId="338"/>
            <ac:spMk id="7" creationId="{00000000-0000-0000-0000-000000000000}"/>
          </ac:spMkLst>
        </pc:spChg>
        <pc:spChg chg="mod">
          <ac:chgData name="Yash Jadhav" userId="535c3d6d-72b8-4f77-8155-55f939173cf2" providerId="ADAL" clId="{F33F88E0-3380-47C4-AFDE-F1AC050ADA82}" dt="2026-01-25T16:02:23.223" v="3990" actId="790"/>
          <ac:spMkLst>
            <pc:docMk/>
            <pc:sldMk cId="4142409729" sldId="338"/>
            <ac:spMk id="8" creationId="{00000000-0000-0000-0000-000000000000}"/>
          </ac:spMkLst>
        </pc:spChg>
        <pc:spChg chg="mod">
          <ac:chgData name="Yash Jadhav" userId="535c3d6d-72b8-4f77-8155-55f939173cf2" providerId="ADAL" clId="{F33F88E0-3380-47C4-AFDE-F1AC050ADA82}" dt="2026-01-25T16:02:23.225" v="3991" actId="790"/>
          <ac:spMkLst>
            <pc:docMk/>
            <pc:sldMk cId="4142409729" sldId="338"/>
            <ac:spMk id="9" creationId="{00000000-0000-0000-0000-000000000000}"/>
          </ac:spMkLst>
        </pc:spChg>
        <pc:spChg chg="add del mod">
          <ac:chgData name="Yash Jadhav" userId="535c3d6d-72b8-4f77-8155-55f939173cf2" providerId="ADAL" clId="{F33F88E0-3380-47C4-AFDE-F1AC050ADA82}" dt="2026-01-25T16:06:14.662" v="8413" actId="6264"/>
          <ac:spMkLst>
            <pc:docMk/>
            <pc:sldMk cId="4142409729" sldId="338"/>
            <ac:spMk id="10" creationId="{C0F4083C-F0F4-8D5E-0FE2-18F7B403AF02}"/>
          </ac:spMkLst>
        </pc:spChg>
        <pc:spChg chg="mod">
          <ac:chgData name="Yash Jadhav" userId="535c3d6d-72b8-4f77-8155-55f939173cf2" providerId="ADAL" clId="{F33F88E0-3380-47C4-AFDE-F1AC050ADA82}" dt="2026-01-25T16:02:23.236" v="3997" actId="790"/>
          <ac:spMkLst>
            <pc:docMk/>
            <pc:sldMk cId="4142409729" sldId="338"/>
            <ac:spMk id="32" creationId="{00000000-0000-0000-0000-000000000000}"/>
          </ac:spMkLst>
        </pc:spChg>
        <pc:spChg chg="mod">
          <ac:chgData name="Yash Jadhav" userId="535c3d6d-72b8-4f77-8155-55f939173cf2" providerId="ADAL" clId="{F33F88E0-3380-47C4-AFDE-F1AC050ADA82}" dt="2026-01-25T16:02:23.238" v="3998" actId="790"/>
          <ac:spMkLst>
            <pc:docMk/>
            <pc:sldMk cId="4142409729" sldId="338"/>
            <ac:spMk id="33" creationId="{00000000-0000-0000-0000-000000000000}"/>
          </ac:spMkLst>
        </pc:spChg>
        <pc:spChg chg="mod">
          <ac:chgData name="Yash Jadhav" userId="535c3d6d-72b8-4f77-8155-55f939173cf2" providerId="ADAL" clId="{F33F88E0-3380-47C4-AFDE-F1AC050ADA82}" dt="2026-01-25T16:02:23.227" v="3992" actId="790"/>
          <ac:spMkLst>
            <pc:docMk/>
            <pc:sldMk cId="4142409729" sldId="338"/>
            <ac:spMk id="51" creationId="{00000000-0000-0000-0000-000000000000}"/>
          </ac:spMkLst>
        </pc:spChg>
        <pc:spChg chg="mod">
          <ac:chgData name="Yash Jadhav" userId="535c3d6d-72b8-4f77-8155-55f939173cf2" providerId="ADAL" clId="{F33F88E0-3380-47C4-AFDE-F1AC050ADA82}" dt="2026-01-25T16:02:23.229" v="3993" actId="790"/>
          <ac:spMkLst>
            <pc:docMk/>
            <pc:sldMk cId="4142409729" sldId="338"/>
            <ac:spMk id="52" creationId="{00000000-0000-0000-0000-000000000000}"/>
          </ac:spMkLst>
        </pc:spChg>
        <pc:spChg chg="mod">
          <ac:chgData name="Yash Jadhav" userId="535c3d6d-72b8-4f77-8155-55f939173cf2" providerId="ADAL" clId="{F33F88E0-3380-47C4-AFDE-F1AC050ADA82}" dt="2026-01-25T16:02:23.231" v="3994" actId="790"/>
          <ac:spMkLst>
            <pc:docMk/>
            <pc:sldMk cId="4142409729" sldId="338"/>
            <ac:spMk id="53" creationId="{00000000-0000-0000-0000-000000000000}"/>
          </ac:spMkLst>
        </pc:spChg>
        <pc:spChg chg="mod">
          <ac:chgData name="Yash Jadhav" userId="535c3d6d-72b8-4f77-8155-55f939173cf2" providerId="ADAL" clId="{F33F88E0-3380-47C4-AFDE-F1AC050ADA82}" dt="2026-01-25T16:02:23.232" v="3995" actId="790"/>
          <ac:spMkLst>
            <pc:docMk/>
            <pc:sldMk cId="4142409729" sldId="338"/>
            <ac:spMk id="54" creationId="{00000000-0000-0000-0000-000000000000}"/>
          </ac:spMkLst>
        </pc:spChg>
        <pc:spChg chg="mod">
          <ac:chgData name="Yash Jadhav" userId="535c3d6d-72b8-4f77-8155-55f939173cf2" providerId="ADAL" clId="{F33F88E0-3380-47C4-AFDE-F1AC050ADA82}" dt="2026-01-25T16:02:23.234" v="3996" actId="790"/>
          <ac:spMkLst>
            <pc:docMk/>
            <pc:sldMk cId="4142409729" sldId="338"/>
            <ac:spMk id="55" creationId="{00000000-0000-0000-0000-000000000000}"/>
          </ac:spMkLst>
        </pc:spChg>
        <pc:spChg chg="mod">
          <ac:chgData name="Yash Jadhav" userId="535c3d6d-72b8-4f77-8155-55f939173cf2" providerId="ADAL" clId="{F33F88E0-3380-47C4-AFDE-F1AC050ADA82}" dt="2026-01-25T16:02:23.274" v="4004" actId="790"/>
          <ac:spMkLst>
            <pc:docMk/>
            <pc:sldMk cId="4142409729" sldId="338"/>
            <ac:spMk id="56" creationId="{4D596995-F701-9F88-8CDC-A9AD35D82831}"/>
          </ac:spMkLst>
        </pc:spChg>
        <pc:spChg chg="mod">
          <ac:chgData name="Yash Jadhav" userId="535c3d6d-72b8-4f77-8155-55f939173cf2" providerId="ADAL" clId="{F33F88E0-3380-47C4-AFDE-F1AC050ADA82}" dt="2026-01-25T16:02:23.277" v="4005" actId="790"/>
          <ac:spMkLst>
            <pc:docMk/>
            <pc:sldMk cId="4142409729" sldId="338"/>
            <ac:spMk id="58" creationId="{9A01F699-7B82-1BBD-8EE4-5F7A59388232}"/>
          </ac:spMkLst>
        </pc:spChg>
        <pc:spChg chg="mod">
          <ac:chgData name="Yash Jadhav" userId="535c3d6d-72b8-4f77-8155-55f939173cf2" providerId="ADAL" clId="{F33F88E0-3380-47C4-AFDE-F1AC050ADA82}" dt="2026-01-25T16:02:23.278" v="4006" actId="790"/>
          <ac:spMkLst>
            <pc:docMk/>
            <pc:sldMk cId="4142409729" sldId="338"/>
            <ac:spMk id="59" creationId="{CB7A0FD5-21BA-340C-5C64-DA5226E6CBFD}"/>
          </ac:spMkLst>
        </pc:spChg>
        <pc:spChg chg="mod">
          <ac:chgData name="Yash Jadhav" userId="535c3d6d-72b8-4f77-8155-55f939173cf2" providerId="ADAL" clId="{F33F88E0-3380-47C4-AFDE-F1AC050ADA82}" dt="2026-01-25T16:02:23.280" v="4007" actId="790"/>
          <ac:spMkLst>
            <pc:docMk/>
            <pc:sldMk cId="4142409729" sldId="338"/>
            <ac:spMk id="60" creationId="{39B81789-E7EB-A8B6-CBE5-4500927BBE9A}"/>
          </ac:spMkLst>
        </pc:spChg>
        <pc:spChg chg="mod">
          <ac:chgData name="Yash Jadhav" userId="535c3d6d-72b8-4f77-8155-55f939173cf2" providerId="ADAL" clId="{F33F88E0-3380-47C4-AFDE-F1AC050ADA82}" dt="2026-01-25T16:02:23.244" v="3999" actId="790"/>
          <ac:spMkLst>
            <pc:docMk/>
            <pc:sldMk cId="4142409729" sldId="338"/>
            <ac:spMk id="65" creationId="{00000000-0000-0000-0000-000000000000}"/>
          </ac:spMkLst>
        </pc:spChg>
        <pc:spChg chg="mod">
          <ac:chgData name="Yash Jadhav" userId="535c3d6d-72b8-4f77-8155-55f939173cf2" providerId="ADAL" clId="{F33F88E0-3380-47C4-AFDE-F1AC050ADA82}" dt="2026-01-25T16:02:23.250" v="4000" actId="790"/>
          <ac:spMkLst>
            <pc:docMk/>
            <pc:sldMk cId="4142409729" sldId="338"/>
            <ac:spMk id="66" creationId="{00000000-0000-0000-0000-000000000000}"/>
          </ac:spMkLst>
        </pc:spChg>
        <pc:spChg chg="mod">
          <ac:chgData name="Yash Jadhav" userId="535c3d6d-72b8-4f77-8155-55f939173cf2" providerId="ADAL" clId="{F33F88E0-3380-47C4-AFDE-F1AC050ADA82}" dt="2026-01-25T16:02:23.256" v="4001" actId="790"/>
          <ac:spMkLst>
            <pc:docMk/>
            <pc:sldMk cId="4142409729" sldId="338"/>
            <ac:spMk id="67" creationId="{00000000-0000-0000-0000-000000000000}"/>
          </ac:spMkLst>
        </pc:spChg>
        <pc:spChg chg="mod">
          <ac:chgData name="Yash Jadhav" userId="535c3d6d-72b8-4f77-8155-55f939173cf2" providerId="ADAL" clId="{F33F88E0-3380-47C4-AFDE-F1AC050ADA82}" dt="2026-01-25T16:02:23.263" v="4002" actId="790"/>
          <ac:spMkLst>
            <pc:docMk/>
            <pc:sldMk cId="4142409729" sldId="338"/>
            <ac:spMk id="68" creationId="{00000000-0000-0000-0000-000000000000}"/>
          </ac:spMkLst>
        </pc:spChg>
        <pc:spChg chg="mod">
          <ac:chgData name="Yash Jadhav" userId="535c3d6d-72b8-4f77-8155-55f939173cf2" providerId="ADAL" clId="{F33F88E0-3380-47C4-AFDE-F1AC050ADA82}" dt="2026-01-25T16:02:23.268" v="4003" actId="790"/>
          <ac:spMkLst>
            <pc:docMk/>
            <pc:sldMk cId="4142409729" sldId="338"/>
            <ac:spMk id="69" creationId="{00000000-0000-0000-0000-000000000000}"/>
          </ac:spMkLst>
        </pc:spChg>
        <pc:spChg chg="mod">
          <ac:chgData name="Yash Jadhav" userId="535c3d6d-72b8-4f77-8155-55f939173cf2" providerId="ADAL" clId="{F33F88E0-3380-47C4-AFDE-F1AC050ADA82}" dt="2026-01-25T16:02:23.282" v="4008" actId="790"/>
          <ac:spMkLst>
            <pc:docMk/>
            <pc:sldMk cId="4142409729" sldId="338"/>
            <ac:spMk id="70" creationId="{C3DB3E2B-112C-93B3-BBFF-4D7C0F572C13}"/>
          </ac:spMkLst>
        </pc:spChg>
        <pc:spChg chg="mod">
          <ac:chgData name="Yash Jadhav" userId="535c3d6d-72b8-4f77-8155-55f939173cf2" providerId="ADAL" clId="{F33F88E0-3380-47C4-AFDE-F1AC050ADA82}" dt="2026-01-25T16:02:23.284" v="4009" actId="790"/>
          <ac:spMkLst>
            <pc:docMk/>
            <pc:sldMk cId="4142409729" sldId="338"/>
            <ac:spMk id="72" creationId="{D9AEE4B9-2F79-08EB-F7C5-8C858D85063C}"/>
          </ac:spMkLst>
        </pc:spChg>
        <pc:spChg chg="mod">
          <ac:chgData name="Yash Jadhav" userId="535c3d6d-72b8-4f77-8155-55f939173cf2" providerId="ADAL" clId="{F33F88E0-3380-47C4-AFDE-F1AC050ADA82}" dt="2026-01-25T16:02:23.286" v="4010" actId="790"/>
          <ac:spMkLst>
            <pc:docMk/>
            <pc:sldMk cId="4142409729" sldId="338"/>
            <ac:spMk id="73" creationId="{DCD69E97-0C29-9DA7-ACC6-DBAE9E813BBB}"/>
          </ac:spMkLst>
        </pc:spChg>
        <pc:spChg chg="mod">
          <ac:chgData name="Yash Jadhav" userId="535c3d6d-72b8-4f77-8155-55f939173cf2" providerId="ADAL" clId="{F33F88E0-3380-47C4-AFDE-F1AC050ADA82}" dt="2026-01-25T16:02:23.288" v="4011" actId="790"/>
          <ac:spMkLst>
            <pc:docMk/>
            <pc:sldMk cId="4142409729" sldId="338"/>
            <ac:spMk id="74" creationId="{C56A7FC7-AEBB-9DF0-861D-F24671E44827}"/>
          </ac:spMkLst>
        </pc:spChg>
        <pc:spChg chg="mod">
          <ac:chgData name="Yash Jadhav" userId="535c3d6d-72b8-4f77-8155-55f939173cf2" providerId="ADAL" clId="{F33F88E0-3380-47C4-AFDE-F1AC050ADA82}" dt="2026-01-25T16:02:23.290" v="4012" actId="790"/>
          <ac:spMkLst>
            <pc:docMk/>
            <pc:sldMk cId="4142409729" sldId="338"/>
            <ac:spMk id="75" creationId="{E66788BB-A412-72E8-5BE0-008788D13BA3}"/>
          </ac:spMkLst>
        </pc:spChg>
        <pc:spChg chg="mod">
          <ac:chgData name="Yash Jadhav" userId="535c3d6d-72b8-4f77-8155-55f939173cf2" providerId="ADAL" clId="{F33F88E0-3380-47C4-AFDE-F1AC050ADA82}" dt="2026-01-25T16:02:23.292" v="4013" actId="790"/>
          <ac:spMkLst>
            <pc:docMk/>
            <pc:sldMk cId="4142409729" sldId="338"/>
            <ac:spMk id="76" creationId="{9474F8F6-E0F5-C142-FA33-6CB59411F5DB}"/>
          </ac:spMkLst>
        </pc:spChg>
        <pc:spChg chg="mod">
          <ac:chgData name="Yash Jadhav" userId="535c3d6d-72b8-4f77-8155-55f939173cf2" providerId="ADAL" clId="{F33F88E0-3380-47C4-AFDE-F1AC050ADA82}" dt="2026-01-25T16:02:23.294" v="4014" actId="790"/>
          <ac:spMkLst>
            <pc:docMk/>
            <pc:sldMk cId="4142409729" sldId="338"/>
            <ac:spMk id="77" creationId="{E711F30F-8ED0-E13A-2A3A-B20A5950DA69}"/>
          </ac:spMkLst>
        </pc:spChg>
        <pc:spChg chg="mod">
          <ac:chgData name="Yash Jadhav" userId="535c3d6d-72b8-4f77-8155-55f939173cf2" providerId="ADAL" clId="{F33F88E0-3380-47C4-AFDE-F1AC050ADA82}" dt="2026-01-25T16:02:23.295" v="4015" actId="790"/>
          <ac:spMkLst>
            <pc:docMk/>
            <pc:sldMk cId="4142409729" sldId="338"/>
            <ac:spMk id="78" creationId="{E052A8B3-4DA3-76AC-A8A3-DEFA9748A062}"/>
          </ac:spMkLst>
        </pc:spChg>
        <pc:spChg chg="mod">
          <ac:chgData name="Yash Jadhav" userId="535c3d6d-72b8-4f77-8155-55f939173cf2" providerId="ADAL" clId="{F33F88E0-3380-47C4-AFDE-F1AC050ADA82}" dt="2026-01-25T16:02:23.297" v="4016" actId="790"/>
          <ac:spMkLst>
            <pc:docMk/>
            <pc:sldMk cId="4142409729" sldId="338"/>
            <ac:spMk id="79" creationId="{ECDD2C29-C578-E9F4-D373-B7F683D1DFA0}"/>
          </ac:spMkLst>
        </pc:spChg>
        <pc:spChg chg="mod">
          <ac:chgData name="Yash Jadhav" userId="535c3d6d-72b8-4f77-8155-55f939173cf2" providerId="ADAL" clId="{F33F88E0-3380-47C4-AFDE-F1AC050ADA82}" dt="2026-01-25T16:02:23.300" v="4017" actId="790"/>
          <ac:spMkLst>
            <pc:docMk/>
            <pc:sldMk cId="4142409729" sldId="338"/>
            <ac:spMk id="81" creationId="{29431198-3B01-D804-D5B9-CACEFDC8EE39}"/>
          </ac:spMkLst>
        </pc:spChg>
        <pc:spChg chg="mod">
          <ac:chgData name="Yash Jadhav" userId="535c3d6d-72b8-4f77-8155-55f939173cf2" providerId="ADAL" clId="{F33F88E0-3380-47C4-AFDE-F1AC050ADA82}" dt="2026-01-25T16:02:23.302" v="4018" actId="790"/>
          <ac:spMkLst>
            <pc:docMk/>
            <pc:sldMk cId="4142409729" sldId="338"/>
            <ac:spMk id="82" creationId="{B34AB70E-176F-41B7-4134-678631744C34}"/>
          </ac:spMkLst>
        </pc:spChg>
        <pc:spChg chg="mod">
          <ac:chgData name="Yash Jadhav" userId="535c3d6d-72b8-4f77-8155-55f939173cf2" providerId="ADAL" clId="{F33F88E0-3380-47C4-AFDE-F1AC050ADA82}" dt="2026-01-25T16:02:23.303" v="4019" actId="790"/>
          <ac:spMkLst>
            <pc:docMk/>
            <pc:sldMk cId="4142409729" sldId="338"/>
            <ac:spMk id="83" creationId="{D7C99F20-855F-02E2-9FFA-CB6077581CF8}"/>
          </ac:spMkLst>
        </pc:spChg>
        <pc:spChg chg="mod">
          <ac:chgData name="Yash Jadhav" userId="535c3d6d-72b8-4f77-8155-55f939173cf2" providerId="ADAL" clId="{F33F88E0-3380-47C4-AFDE-F1AC050ADA82}" dt="2026-01-25T16:02:23.306" v="4020" actId="790"/>
          <ac:spMkLst>
            <pc:docMk/>
            <pc:sldMk cId="4142409729" sldId="338"/>
            <ac:spMk id="84" creationId="{5CD8A5AB-7145-3D71-E6E3-D7C49AE79F33}"/>
          </ac:spMkLst>
        </pc:spChg>
        <pc:spChg chg="mod">
          <ac:chgData name="Yash Jadhav" userId="535c3d6d-72b8-4f77-8155-55f939173cf2" providerId="ADAL" clId="{F33F88E0-3380-47C4-AFDE-F1AC050ADA82}" dt="2026-01-25T16:02:23.309" v="4021" actId="790"/>
          <ac:spMkLst>
            <pc:docMk/>
            <pc:sldMk cId="4142409729" sldId="338"/>
            <ac:spMk id="85" creationId="{DB63CC0A-9474-DB75-80D0-79FF4BA032BB}"/>
          </ac:spMkLst>
        </pc:spChg>
        <pc:spChg chg="mod">
          <ac:chgData name="Yash Jadhav" userId="535c3d6d-72b8-4f77-8155-55f939173cf2" providerId="ADAL" clId="{F33F88E0-3380-47C4-AFDE-F1AC050ADA82}" dt="2026-01-25T16:02:23.310" v="4022" actId="790"/>
          <ac:spMkLst>
            <pc:docMk/>
            <pc:sldMk cId="4142409729" sldId="338"/>
            <ac:spMk id="86" creationId="{A4AD89EF-CFA2-B25A-9164-AD2FA34BB349}"/>
          </ac:spMkLst>
        </pc:spChg>
        <pc:spChg chg="mod">
          <ac:chgData name="Yash Jadhav" userId="535c3d6d-72b8-4f77-8155-55f939173cf2" providerId="ADAL" clId="{F33F88E0-3380-47C4-AFDE-F1AC050ADA82}" dt="2026-01-25T16:02:23.312" v="4023" actId="790"/>
          <ac:spMkLst>
            <pc:docMk/>
            <pc:sldMk cId="4142409729" sldId="338"/>
            <ac:spMk id="87" creationId="{71248AD1-6971-1D3F-6C46-EB837509B9C3}"/>
          </ac:spMkLst>
        </pc:spChg>
        <pc:spChg chg="mod">
          <ac:chgData name="Yash Jadhav" userId="535c3d6d-72b8-4f77-8155-55f939173cf2" providerId="ADAL" clId="{F33F88E0-3380-47C4-AFDE-F1AC050ADA82}" dt="2026-01-25T16:02:23.313" v="4024" actId="790"/>
          <ac:spMkLst>
            <pc:docMk/>
            <pc:sldMk cId="4142409729" sldId="338"/>
            <ac:spMk id="88" creationId="{C388B1A7-472F-EA2B-6C9A-7B9EBAB74B4E}"/>
          </ac:spMkLst>
        </pc:spChg>
        <pc:spChg chg="mod">
          <ac:chgData name="Yash Jadhav" userId="535c3d6d-72b8-4f77-8155-55f939173cf2" providerId="ADAL" clId="{F33F88E0-3380-47C4-AFDE-F1AC050ADA82}" dt="2026-01-25T16:02:23.316" v="4025" actId="790"/>
          <ac:spMkLst>
            <pc:docMk/>
            <pc:sldMk cId="4142409729" sldId="338"/>
            <ac:spMk id="89" creationId="{74C1F495-3ECB-327E-FFEC-1D5165C90FAE}"/>
          </ac:spMkLst>
        </pc:spChg>
        <pc:spChg chg="mod">
          <ac:chgData name="Yash Jadhav" userId="535c3d6d-72b8-4f77-8155-55f939173cf2" providerId="ADAL" clId="{F33F88E0-3380-47C4-AFDE-F1AC050ADA82}" dt="2026-01-25T16:02:23.317" v="4026" actId="790"/>
          <ac:spMkLst>
            <pc:docMk/>
            <pc:sldMk cId="4142409729" sldId="338"/>
            <ac:spMk id="90" creationId="{55143599-0F46-1C84-AD26-8A82714E48EB}"/>
          </ac:spMkLst>
        </pc:spChg>
        <pc:spChg chg="mod">
          <ac:chgData name="Yash Jadhav" userId="535c3d6d-72b8-4f77-8155-55f939173cf2" providerId="ADAL" clId="{F33F88E0-3380-47C4-AFDE-F1AC050ADA82}" dt="2026-01-25T16:02:23.318" v="4027" actId="790"/>
          <ac:spMkLst>
            <pc:docMk/>
            <pc:sldMk cId="4142409729" sldId="338"/>
            <ac:spMk id="91" creationId="{659DBA54-AEC1-CEAB-195B-B9282F8C0C72}"/>
          </ac:spMkLst>
        </pc:spChg>
        <pc:spChg chg="mod">
          <ac:chgData name="Yash Jadhav" userId="535c3d6d-72b8-4f77-8155-55f939173cf2" providerId="ADAL" clId="{F33F88E0-3380-47C4-AFDE-F1AC050ADA82}" dt="2026-01-25T16:02:23.322" v="4028" actId="790"/>
          <ac:spMkLst>
            <pc:docMk/>
            <pc:sldMk cId="4142409729" sldId="338"/>
            <ac:spMk id="92" creationId="{868047D5-630B-0D88-200F-EF864EF45CE4}"/>
          </ac:spMkLst>
        </pc:spChg>
        <pc:spChg chg="mod">
          <ac:chgData name="Yash Jadhav" userId="535c3d6d-72b8-4f77-8155-55f939173cf2" providerId="ADAL" clId="{F33F88E0-3380-47C4-AFDE-F1AC050ADA82}" dt="2026-01-25T16:02:23.324" v="4029" actId="790"/>
          <ac:spMkLst>
            <pc:docMk/>
            <pc:sldMk cId="4142409729" sldId="338"/>
            <ac:spMk id="93" creationId="{6341E7C5-47D8-F02B-8ECC-5BA96014398E}"/>
          </ac:spMkLst>
        </pc:spChg>
        <pc:spChg chg="mod">
          <ac:chgData name="Yash Jadhav" userId="535c3d6d-72b8-4f77-8155-55f939173cf2" providerId="ADAL" clId="{F33F88E0-3380-47C4-AFDE-F1AC050ADA82}" dt="2026-01-25T16:02:23.329" v="4030" actId="790"/>
          <ac:spMkLst>
            <pc:docMk/>
            <pc:sldMk cId="4142409729" sldId="338"/>
            <ac:spMk id="95" creationId="{0BBCAF2B-341A-3EE8-BE1C-3C537FAAE79F}"/>
          </ac:spMkLst>
        </pc:spChg>
        <pc:spChg chg="mod">
          <ac:chgData name="Yash Jadhav" userId="535c3d6d-72b8-4f77-8155-55f939173cf2" providerId="ADAL" clId="{F33F88E0-3380-47C4-AFDE-F1AC050ADA82}" dt="2026-01-25T16:02:23.331" v="4031" actId="790"/>
          <ac:spMkLst>
            <pc:docMk/>
            <pc:sldMk cId="4142409729" sldId="338"/>
            <ac:spMk id="96" creationId="{950C69C4-A146-84D8-30C3-9AEF730FF836}"/>
          </ac:spMkLst>
        </pc:spChg>
        <pc:spChg chg="mod">
          <ac:chgData name="Yash Jadhav" userId="535c3d6d-72b8-4f77-8155-55f939173cf2" providerId="ADAL" clId="{F33F88E0-3380-47C4-AFDE-F1AC050ADA82}" dt="2026-01-25T16:02:23.333" v="4032" actId="790"/>
          <ac:spMkLst>
            <pc:docMk/>
            <pc:sldMk cId="4142409729" sldId="338"/>
            <ac:spMk id="97" creationId="{50F02758-0BAC-6475-0F25-B1E0A08AB091}"/>
          </ac:spMkLst>
        </pc:spChg>
        <pc:spChg chg="mod">
          <ac:chgData name="Yash Jadhav" userId="535c3d6d-72b8-4f77-8155-55f939173cf2" providerId="ADAL" clId="{F33F88E0-3380-47C4-AFDE-F1AC050ADA82}" dt="2026-01-25T16:02:23.335" v="4033" actId="790"/>
          <ac:spMkLst>
            <pc:docMk/>
            <pc:sldMk cId="4142409729" sldId="338"/>
            <ac:spMk id="98" creationId="{954670B2-A334-8748-444B-E3DD506263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29429374" sldId="339"/>
        </pc:sldMkLst>
        <pc:spChg chg="mod ord">
          <ac:chgData name="Yash Jadhav" userId="535c3d6d-72b8-4f77-8155-55f939173cf2" providerId="ADAL" clId="{F33F88E0-3380-47C4-AFDE-F1AC050ADA82}" dt="2026-01-25T16:06:14.662" v="8413" actId="6264"/>
          <ac:spMkLst>
            <pc:docMk/>
            <pc:sldMk cId="829429374" sldId="33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29429374" sldId="339"/>
            <ac:spMk id="3" creationId="{C4CBBAAA-A723-0B51-245E-516AFCF80F91}"/>
          </ac:spMkLst>
        </pc:spChg>
        <pc:spChg chg="mod">
          <ac:chgData name="Yash Jadhav" userId="535c3d6d-72b8-4f77-8155-55f939173cf2" providerId="ADAL" clId="{F33F88E0-3380-47C4-AFDE-F1AC050ADA82}" dt="2026-01-25T16:02:25.707" v="4039" actId="790"/>
          <ac:spMkLst>
            <pc:docMk/>
            <pc:sldMk cId="829429374" sldId="339"/>
            <ac:spMk id="4" creationId="{00000000-0000-0000-0000-000000000000}"/>
          </ac:spMkLst>
        </pc:spChg>
        <pc:spChg chg="mod">
          <ac:chgData name="Yash Jadhav" userId="535c3d6d-72b8-4f77-8155-55f939173cf2" providerId="ADAL" clId="{F33F88E0-3380-47C4-AFDE-F1AC050ADA82}" dt="2026-01-25T16:02:25.710" v="4040" actId="790"/>
          <ac:spMkLst>
            <pc:docMk/>
            <pc:sldMk cId="829429374" sldId="339"/>
            <ac:spMk id="5" creationId="{00000000-0000-0000-0000-000000000000}"/>
          </ac:spMkLst>
        </pc:spChg>
        <pc:spChg chg="mod">
          <ac:chgData name="Yash Jadhav" userId="535c3d6d-72b8-4f77-8155-55f939173cf2" providerId="ADAL" clId="{F33F88E0-3380-47C4-AFDE-F1AC050ADA82}" dt="2026-01-25T16:02:25.712" v="4041" actId="790"/>
          <ac:spMkLst>
            <pc:docMk/>
            <pc:sldMk cId="829429374" sldId="339"/>
            <ac:spMk id="6" creationId="{00000000-0000-0000-0000-000000000000}"/>
          </ac:spMkLst>
        </pc:spChg>
        <pc:spChg chg="mod">
          <ac:chgData name="Yash Jadhav" userId="535c3d6d-72b8-4f77-8155-55f939173cf2" providerId="ADAL" clId="{F33F88E0-3380-47C4-AFDE-F1AC050ADA82}" dt="2026-01-25T16:02:25.714" v="4042" actId="790"/>
          <ac:spMkLst>
            <pc:docMk/>
            <pc:sldMk cId="829429374" sldId="339"/>
            <ac:spMk id="7" creationId="{00000000-0000-0000-0000-000000000000}"/>
          </ac:spMkLst>
        </pc:spChg>
        <pc:spChg chg="mod">
          <ac:chgData name="Yash Jadhav" userId="535c3d6d-72b8-4f77-8155-55f939173cf2" providerId="ADAL" clId="{F33F88E0-3380-47C4-AFDE-F1AC050ADA82}" dt="2026-01-25T16:02:25.717" v="4043" actId="790"/>
          <ac:spMkLst>
            <pc:docMk/>
            <pc:sldMk cId="829429374" sldId="339"/>
            <ac:spMk id="8" creationId="{00000000-0000-0000-0000-000000000000}"/>
          </ac:spMkLst>
        </pc:spChg>
        <pc:spChg chg="mod">
          <ac:chgData name="Yash Jadhav" userId="535c3d6d-72b8-4f77-8155-55f939173cf2" providerId="ADAL" clId="{F33F88E0-3380-47C4-AFDE-F1AC050ADA82}" dt="2026-01-25T16:02:25.719" v="4044" actId="790"/>
          <ac:spMkLst>
            <pc:docMk/>
            <pc:sldMk cId="829429374" sldId="339"/>
            <ac:spMk id="9" creationId="{00000000-0000-0000-0000-000000000000}"/>
          </ac:spMkLst>
        </pc:spChg>
        <pc:spChg chg="mod">
          <ac:chgData name="Yash Jadhav" userId="535c3d6d-72b8-4f77-8155-55f939173cf2" providerId="ADAL" clId="{F33F88E0-3380-47C4-AFDE-F1AC050ADA82}" dt="2026-01-25T16:02:25.720" v="4045" actId="790"/>
          <ac:spMkLst>
            <pc:docMk/>
            <pc:sldMk cId="829429374" sldId="339"/>
            <ac:spMk id="10" creationId="{00000000-0000-0000-0000-000000000000}"/>
          </ac:spMkLst>
        </pc:spChg>
        <pc:spChg chg="mod">
          <ac:chgData name="Yash Jadhav" userId="535c3d6d-72b8-4f77-8155-55f939173cf2" providerId="ADAL" clId="{F33F88E0-3380-47C4-AFDE-F1AC050ADA82}" dt="2026-01-25T16:02:25.724" v="4046" actId="790"/>
          <ac:spMkLst>
            <pc:docMk/>
            <pc:sldMk cId="829429374" sldId="339"/>
            <ac:spMk id="11" creationId="{00000000-0000-0000-0000-000000000000}"/>
          </ac:spMkLst>
        </pc:spChg>
        <pc:spChg chg="mod">
          <ac:chgData name="Yash Jadhav" userId="535c3d6d-72b8-4f77-8155-55f939173cf2" providerId="ADAL" clId="{F33F88E0-3380-47C4-AFDE-F1AC050ADA82}" dt="2026-01-25T16:02:25.725" v="4047" actId="790"/>
          <ac:spMkLst>
            <pc:docMk/>
            <pc:sldMk cId="829429374" sldId="339"/>
            <ac:spMk id="12" creationId="{00000000-0000-0000-0000-000000000000}"/>
          </ac:spMkLst>
        </pc:spChg>
        <pc:spChg chg="mod">
          <ac:chgData name="Yash Jadhav" userId="535c3d6d-72b8-4f77-8155-55f939173cf2" providerId="ADAL" clId="{F33F88E0-3380-47C4-AFDE-F1AC050ADA82}" dt="2026-01-25T16:02:25.727" v="4048" actId="790"/>
          <ac:spMkLst>
            <pc:docMk/>
            <pc:sldMk cId="829429374" sldId="339"/>
            <ac:spMk id="13" creationId="{00000000-0000-0000-0000-000000000000}"/>
          </ac:spMkLst>
        </pc:spChg>
        <pc:spChg chg="mod">
          <ac:chgData name="Yash Jadhav" userId="535c3d6d-72b8-4f77-8155-55f939173cf2" providerId="ADAL" clId="{F33F88E0-3380-47C4-AFDE-F1AC050ADA82}" dt="2026-01-25T16:02:25.730" v="4049" actId="790"/>
          <ac:spMkLst>
            <pc:docMk/>
            <pc:sldMk cId="829429374" sldId="339"/>
            <ac:spMk id="14" creationId="{00000000-0000-0000-0000-000000000000}"/>
          </ac:spMkLst>
        </pc:spChg>
        <pc:spChg chg="mod">
          <ac:chgData name="Yash Jadhav" userId="535c3d6d-72b8-4f77-8155-55f939173cf2" providerId="ADAL" clId="{F33F88E0-3380-47C4-AFDE-F1AC050ADA82}" dt="2026-01-25T16:02:25.732" v="4050" actId="790"/>
          <ac:spMkLst>
            <pc:docMk/>
            <pc:sldMk cId="829429374" sldId="339"/>
            <ac:spMk id="15" creationId="{00000000-0000-0000-0000-000000000000}"/>
          </ac:spMkLst>
        </pc:spChg>
        <pc:spChg chg="mod">
          <ac:chgData name="Yash Jadhav" userId="535c3d6d-72b8-4f77-8155-55f939173cf2" providerId="ADAL" clId="{F33F88E0-3380-47C4-AFDE-F1AC050ADA82}" dt="2026-01-25T16:02:25.734" v="4051" actId="790"/>
          <ac:spMkLst>
            <pc:docMk/>
            <pc:sldMk cId="829429374" sldId="339"/>
            <ac:spMk id="16" creationId="{00000000-0000-0000-0000-000000000000}"/>
          </ac:spMkLst>
        </pc:spChg>
        <pc:spChg chg="mod">
          <ac:chgData name="Yash Jadhav" userId="535c3d6d-72b8-4f77-8155-55f939173cf2" providerId="ADAL" clId="{F33F88E0-3380-47C4-AFDE-F1AC050ADA82}" dt="2026-01-25T16:02:25.742" v="4052" actId="790"/>
          <ac:spMkLst>
            <pc:docMk/>
            <pc:sldMk cId="829429374" sldId="339"/>
            <ac:spMk id="17" creationId="{00000000-0000-0000-0000-000000000000}"/>
          </ac:spMkLst>
        </pc:spChg>
        <pc:spChg chg="mod">
          <ac:chgData name="Yash Jadhav" userId="535c3d6d-72b8-4f77-8155-55f939173cf2" providerId="ADAL" clId="{F33F88E0-3380-47C4-AFDE-F1AC050ADA82}" dt="2026-01-25T16:02:25.750" v="4053" actId="790"/>
          <ac:spMkLst>
            <pc:docMk/>
            <pc:sldMk cId="829429374" sldId="339"/>
            <ac:spMk id="18" creationId="{00000000-0000-0000-0000-000000000000}"/>
          </ac:spMkLst>
        </pc:spChg>
        <pc:spChg chg="mod">
          <ac:chgData name="Yash Jadhav" userId="535c3d6d-72b8-4f77-8155-55f939173cf2" providerId="ADAL" clId="{F33F88E0-3380-47C4-AFDE-F1AC050ADA82}" dt="2026-01-25T16:02:25.762" v="4054" actId="790"/>
          <ac:spMkLst>
            <pc:docMk/>
            <pc:sldMk cId="829429374" sldId="339"/>
            <ac:spMk id="19" creationId="{00000000-0000-0000-0000-000000000000}"/>
          </ac:spMkLst>
        </pc:spChg>
        <pc:spChg chg="mod">
          <ac:chgData name="Yash Jadhav" userId="535c3d6d-72b8-4f77-8155-55f939173cf2" providerId="ADAL" clId="{F33F88E0-3380-47C4-AFDE-F1AC050ADA82}" dt="2026-01-25T16:02:25.775" v="4055" actId="790"/>
          <ac:spMkLst>
            <pc:docMk/>
            <pc:sldMk cId="829429374" sldId="339"/>
            <ac:spMk id="20" creationId="{00000000-0000-0000-0000-000000000000}"/>
          </ac:spMkLst>
        </pc:spChg>
        <pc:spChg chg="mod">
          <ac:chgData name="Yash Jadhav" userId="535c3d6d-72b8-4f77-8155-55f939173cf2" providerId="ADAL" clId="{F33F88E0-3380-47C4-AFDE-F1AC050ADA82}" dt="2026-01-25T16:02:25.786" v="4056" actId="790"/>
          <ac:spMkLst>
            <pc:docMk/>
            <pc:sldMk cId="829429374" sldId="339"/>
            <ac:spMk id="21" creationId="{00000000-0000-0000-0000-000000000000}"/>
          </ac:spMkLst>
        </pc:spChg>
        <pc:spChg chg="mod">
          <ac:chgData name="Yash Jadhav" userId="535c3d6d-72b8-4f77-8155-55f939173cf2" providerId="ADAL" clId="{F33F88E0-3380-47C4-AFDE-F1AC050ADA82}" dt="2026-01-25T16:02:25.798" v="4057" actId="790"/>
          <ac:spMkLst>
            <pc:docMk/>
            <pc:sldMk cId="829429374" sldId="339"/>
            <ac:spMk id="22" creationId="{00000000-0000-0000-0000-000000000000}"/>
          </ac:spMkLst>
        </pc:spChg>
        <pc:spChg chg="mod">
          <ac:chgData name="Yash Jadhav" userId="535c3d6d-72b8-4f77-8155-55f939173cf2" providerId="ADAL" clId="{F33F88E0-3380-47C4-AFDE-F1AC050ADA82}" dt="2026-01-25T16:02:25.808" v="4058" actId="790"/>
          <ac:spMkLst>
            <pc:docMk/>
            <pc:sldMk cId="829429374" sldId="339"/>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097274" sldId="340"/>
        </pc:sldMkLst>
        <pc:spChg chg="mod ord">
          <ac:chgData name="Yash Jadhav" userId="535c3d6d-72b8-4f77-8155-55f939173cf2" providerId="ADAL" clId="{F33F88E0-3380-47C4-AFDE-F1AC050ADA82}" dt="2026-01-25T16:06:14.662" v="8413" actId="6264"/>
          <ac:spMkLst>
            <pc:docMk/>
            <pc:sldMk cId="319097274" sldId="340"/>
            <ac:spMk id="2" creationId="{5F33640D-59AE-F921-5429-130F733A803A}"/>
          </ac:spMkLst>
        </pc:spChg>
        <pc:spChg chg="mod">
          <ac:chgData name="Yash Jadhav" userId="535c3d6d-72b8-4f77-8155-55f939173cf2" providerId="ADAL" clId="{F33F88E0-3380-47C4-AFDE-F1AC050ADA82}" dt="2026-01-25T16:02:35.218" v="4064" actId="790"/>
          <ac:spMkLst>
            <pc:docMk/>
            <pc:sldMk cId="319097274" sldId="340"/>
            <ac:spMk id="3" creationId="{D9A201F5-B5CF-4B29-C517-A539D430B09F}"/>
          </ac:spMkLst>
        </pc:spChg>
        <pc:spChg chg="mod">
          <ac:chgData name="Yash Jadhav" userId="535c3d6d-72b8-4f77-8155-55f939173cf2" providerId="ADAL" clId="{F33F88E0-3380-47C4-AFDE-F1AC050ADA82}" dt="2026-01-25T16:02:35.221" v="4065" actId="790"/>
          <ac:spMkLst>
            <pc:docMk/>
            <pc:sldMk cId="319097274" sldId="340"/>
            <ac:spMk id="4" creationId="{867B0A5A-68F9-3DF9-23C1-F6380EE2B0BC}"/>
          </ac:spMkLst>
        </pc:spChg>
        <pc:spChg chg="mod">
          <ac:chgData name="Yash Jadhav" userId="535c3d6d-72b8-4f77-8155-55f939173cf2" providerId="ADAL" clId="{F33F88E0-3380-47C4-AFDE-F1AC050ADA82}" dt="2026-01-25T16:02:35.223" v="4066" actId="790"/>
          <ac:spMkLst>
            <pc:docMk/>
            <pc:sldMk cId="319097274" sldId="340"/>
            <ac:spMk id="5" creationId="{FF791564-D250-0425-A5D7-E409EC381AD9}"/>
          </ac:spMkLst>
        </pc:spChg>
        <pc:spChg chg="mod">
          <ac:chgData name="Yash Jadhav" userId="535c3d6d-72b8-4f77-8155-55f939173cf2" providerId="ADAL" clId="{F33F88E0-3380-47C4-AFDE-F1AC050ADA82}" dt="2026-01-25T16:02:35.225" v="4067" actId="790"/>
          <ac:spMkLst>
            <pc:docMk/>
            <pc:sldMk cId="319097274" sldId="340"/>
            <ac:spMk id="6" creationId="{A6C39B10-EEB6-B256-50A9-94AE2F0FDB42}"/>
          </ac:spMkLst>
        </pc:spChg>
        <pc:spChg chg="mod">
          <ac:chgData name="Yash Jadhav" userId="535c3d6d-72b8-4f77-8155-55f939173cf2" providerId="ADAL" clId="{F33F88E0-3380-47C4-AFDE-F1AC050ADA82}" dt="2026-01-25T16:02:35.229" v="4068" actId="790"/>
          <ac:spMkLst>
            <pc:docMk/>
            <pc:sldMk cId="319097274" sldId="340"/>
            <ac:spMk id="7" creationId="{BB78F9DF-BC0A-F831-9C58-32344F920A15}"/>
          </ac:spMkLst>
        </pc:spChg>
        <pc:spChg chg="mod">
          <ac:chgData name="Yash Jadhav" userId="535c3d6d-72b8-4f77-8155-55f939173cf2" providerId="ADAL" clId="{F33F88E0-3380-47C4-AFDE-F1AC050ADA82}" dt="2026-01-25T16:02:35.234" v="4069" actId="790"/>
          <ac:spMkLst>
            <pc:docMk/>
            <pc:sldMk cId="319097274" sldId="340"/>
            <ac:spMk id="8" creationId="{0B34763F-114D-05AF-EB04-25C43E19E387}"/>
          </ac:spMkLst>
        </pc:spChg>
        <pc:spChg chg="mod">
          <ac:chgData name="Yash Jadhav" userId="535c3d6d-72b8-4f77-8155-55f939173cf2" providerId="ADAL" clId="{F33F88E0-3380-47C4-AFDE-F1AC050ADA82}" dt="2026-01-25T16:02:35.238" v="4070" actId="790"/>
          <ac:spMkLst>
            <pc:docMk/>
            <pc:sldMk cId="319097274" sldId="340"/>
            <ac:spMk id="9" creationId="{706F7AAA-54A7-815F-B347-0C6EF3E2BCB9}"/>
          </ac:spMkLst>
        </pc:spChg>
        <pc:spChg chg="add del mod">
          <ac:chgData name="Yash Jadhav" userId="535c3d6d-72b8-4f77-8155-55f939173cf2" providerId="ADAL" clId="{F33F88E0-3380-47C4-AFDE-F1AC050ADA82}" dt="2026-01-25T16:06:14.662" v="8413" actId="6264"/>
          <ac:spMkLst>
            <pc:docMk/>
            <pc:sldMk cId="319097274" sldId="340"/>
            <ac:spMk id="10" creationId="{4FDDAEDD-8E38-42F7-5CBF-B97BE1477F33}"/>
          </ac:spMkLst>
        </pc:spChg>
        <pc:spChg chg="mod">
          <ac:chgData name="Yash Jadhav" userId="535c3d6d-72b8-4f77-8155-55f939173cf2" providerId="ADAL" clId="{F33F88E0-3380-47C4-AFDE-F1AC050ADA82}" dt="2026-01-25T16:02:35.240" v="4071" actId="790"/>
          <ac:spMkLst>
            <pc:docMk/>
            <pc:sldMk cId="319097274" sldId="340"/>
            <ac:spMk id="11" creationId="{C02CFFF0-3FA0-7804-7BE3-7721A9EAB3EF}"/>
          </ac:spMkLst>
        </pc:spChg>
        <pc:spChg chg="mod">
          <ac:chgData name="Yash Jadhav" userId="535c3d6d-72b8-4f77-8155-55f939173cf2" providerId="ADAL" clId="{F33F88E0-3380-47C4-AFDE-F1AC050ADA82}" dt="2026-01-25T16:02:35.242" v="4072" actId="790"/>
          <ac:spMkLst>
            <pc:docMk/>
            <pc:sldMk cId="319097274" sldId="340"/>
            <ac:spMk id="14" creationId="{37A837C7-1D4D-CE4A-E69A-91FC18968525}"/>
          </ac:spMkLst>
        </pc:spChg>
        <pc:spChg chg="mod">
          <ac:chgData name="Yash Jadhav" userId="535c3d6d-72b8-4f77-8155-55f939173cf2" providerId="ADAL" clId="{F33F88E0-3380-47C4-AFDE-F1AC050ADA82}" dt="2026-01-25T16:02:35.244" v="4073" actId="790"/>
          <ac:spMkLst>
            <pc:docMk/>
            <pc:sldMk cId="319097274" sldId="340"/>
            <ac:spMk id="17" creationId="{78C9B4A8-29F7-907E-EAE3-6033DE6091F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21942895" sldId="341"/>
        </pc:sldMkLst>
        <pc:spChg chg="mod ord">
          <ac:chgData name="Yash Jadhav" userId="535c3d6d-72b8-4f77-8155-55f939173cf2" providerId="ADAL" clId="{F33F88E0-3380-47C4-AFDE-F1AC050ADA82}" dt="2026-01-25T16:06:14.662" v="8413" actId="6264"/>
          <ac:spMkLst>
            <pc:docMk/>
            <pc:sldMk cId="3221942895" sldId="341"/>
            <ac:spMk id="2" creationId="{F2D52F48-285C-658F-B44E-727081319AF1}"/>
          </ac:spMkLst>
        </pc:spChg>
        <pc:spChg chg="mod">
          <ac:chgData name="Yash Jadhav" userId="535c3d6d-72b8-4f77-8155-55f939173cf2" providerId="ADAL" clId="{F33F88E0-3380-47C4-AFDE-F1AC050ADA82}" dt="2026-01-25T16:02:36.584" v="4079" actId="790"/>
          <ac:spMkLst>
            <pc:docMk/>
            <pc:sldMk cId="3221942895" sldId="341"/>
            <ac:spMk id="9" creationId="{028145E8-607F-FF3F-1BBA-1CBCB822D08B}"/>
          </ac:spMkLst>
        </pc:spChg>
        <pc:spChg chg="add del mod">
          <ac:chgData name="Yash Jadhav" userId="535c3d6d-72b8-4f77-8155-55f939173cf2" providerId="ADAL" clId="{F33F88E0-3380-47C4-AFDE-F1AC050ADA82}" dt="2026-01-25T16:06:14.662" v="8413" actId="6264"/>
          <ac:spMkLst>
            <pc:docMk/>
            <pc:sldMk cId="3221942895" sldId="341"/>
            <ac:spMk id="10" creationId="{2F5241D6-B9F3-440E-1B52-640FCF25D4F9}"/>
          </ac:spMkLst>
        </pc:spChg>
        <pc:spChg chg="mod">
          <ac:chgData name="Yash Jadhav" userId="535c3d6d-72b8-4f77-8155-55f939173cf2" providerId="ADAL" clId="{F33F88E0-3380-47C4-AFDE-F1AC050ADA82}" dt="2026-01-25T16:02:36.592" v="4081" actId="790"/>
          <ac:spMkLst>
            <pc:docMk/>
            <pc:sldMk cId="3221942895" sldId="341"/>
            <ac:spMk id="12" creationId="{3AE71E0C-A291-3307-4C3E-4E8949E6C79C}"/>
          </ac:spMkLst>
        </pc:spChg>
        <pc:spChg chg="mod">
          <ac:chgData name="Yash Jadhav" userId="535c3d6d-72b8-4f77-8155-55f939173cf2" providerId="ADAL" clId="{F33F88E0-3380-47C4-AFDE-F1AC050ADA82}" dt="2026-01-25T16:02:36.595" v="4082" actId="790"/>
          <ac:spMkLst>
            <pc:docMk/>
            <pc:sldMk cId="3221942895" sldId="341"/>
            <ac:spMk id="14" creationId="{BF9BFF23-01A7-CD9F-4A66-FFA61195120D}"/>
          </ac:spMkLst>
        </pc:spChg>
        <pc:spChg chg="mod">
          <ac:chgData name="Yash Jadhav" userId="535c3d6d-72b8-4f77-8155-55f939173cf2" providerId="ADAL" clId="{F33F88E0-3380-47C4-AFDE-F1AC050ADA82}" dt="2026-01-25T16:02:36.597" v="4083" actId="790"/>
          <ac:spMkLst>
            <pc:docMk/>
            <pc:sldMk cId="3221942895" sldId="341"/>
            <ac:spMk id="15" creationId="{B5940310-8E39-A9A2-DA02-DB91FCC20E27}"/>
          </ac:spMkLst>
        </pc:spChg>
        <pc:spChg chg="mod">
          <ac:chgData name="Yash Jadhav" userId="535c3d6d-72b8-4f77-8155-55f939173cf2" providerId="ADAL" clId="{F33F88E0-3380-47C4-AFDE-F1AC050ADA82}" dt="2026-01-25T16:02:36.603" v="4085" actId="790"/>
          <ac:spMkLst>
            <pc:docMk/>
            <pc:sldMk cId="3221942895" sldId="341"/>
            <ac:spMk id="18" creationId="{86B66DBA-3F82-EC5D-9161-9C9CA728FD91}"/>
          </ac:spMkLst>
        </pc:spChg>
        <pc:spChg chg="mod">
          <ac:chgData name="Yash Jadhav" userId="535c3d6d-72b8-4f77-8155-55f939173cf2" providerId="ADAL" clId="{F33F88E0-3380-47C4-AFDE-F1AC050ADA82}" dt="2026-01-25T16:02:36.607" v="4086" actId="790"/>
          <ac:spMkLst>
            <pc:docMk/>
            <pc:sldMk cId="3221942895" sldId="341"/>
            <ac:spMk id="20" creationId="{383DC29F-FEBC-4B7A-ECC9-563C592FE19D}"/>
          </ac:spMkLst>
        </pc:spChg>
        <pc:spChg chg="mod">
          <ac:chgData name="Yash Jadhav" userId="535c3d6d-72b8-4f77-8155-55f939173cf2" providerId="ADAL" clId="{F33F88E0-3380-47C4-AFDE-F1AC050ADA82}" dt="2026-01-25T16:02:36.610" v="4087" actId="790"/>
          <ac:spMkLst>
            <pc:docMk/>
            <pc:sldMk cId="3221942895" sldId="341"/>
            <ac:spMk id="21" creationId="{E6528618-8D51-13B4-8216-36DE6413992A}"/>
          </ac:spMkLst>
        </pc:spChg>
        <pc:spChg chg="mod">
          <ac:chgData name="Yash Jadhav" userId="535c3d6d-72b8-4f77-8155-55f939173cf2" providerId="ADAL" clId="{F33F88E0-3380-47C4-AFDE-F1AC050ADA82}" dt="2026-01-25T16:02:36.614" v="4089" actId="790"/>
          <ac:spMkLst>
            <pc:docMk/>
            <pc:sldMk cId="3221942895" sldId="341"/>
            <ac:spMk id="24" creationId="{8D838863-B644-4EFF-5C2B-0F3EDCE851A5}"/>
          </ac:spMkLst>
        </pc:spChg>
        <pc:spChg chg="mod">
          <ac:chgData name="Yash Jadhav" userId="535c3d6d-72b8-4f77-8155-55f939173cf2" providerId="ADAL" clId="{F33F88E0-3380-47C4-AFDE-F1AC050ADA82}" dt="2026-01-25T16:02:36.616" v="4090" actId="790"/>
          <ac:spMkLst>
            <pc:docMk/>
            <pc:sldMk cId="3221942895" sldId="341"/>
            <ac:spMk id="26" creationId="{1F0F0984-A89B-8724-6A65-27C78E18845A}"/>
          </ac:spMkLst>
        </pc:spChg>
        <pc:spChg chg="mod">
          <ac:chgData name="Yash Jadhav" userId="535c3d6d-72b8-4f77-8155-55f939173cf2" providerId="ADAL" clId="{F33F88E0-3380-47C4-AFDE-F1AC050ADA82}" dt="2026-01-25T16:02:36.618" v="4091" actId="790"/>
          <ac:spMkLst>
            <pc:docMk/>
            <pc:sldMk cId="3221942895" sldId="341"/>
            <ac:spMk id="27" creationId="{42ED020A-EB7E-C710-ED5B-EA9F85A614D4}"/>
          </ac:spMkLst>
        </pc:spChg>
        <pc:spChg chg="mod">
          <ac:chgData name="Yash Jadhav" userId="535c3d6d-72b8-4f77-8155-55f939173cf2" providerId="ADAL" clId="{F33F88E0-3380-47C4-AFDE-F1AC050ADA82}" dt="2026-01-25T16:02:36.624" v="4093" actId="790"/>
          <ac:spMkLst>
            <pc:docMk/>
            <pc:sldMk cId="3221942895" sldId="341"/>
            <ac:spMk id="30" creationId="{5575C9B8-B46A-1B5B-73E9-72FB57F5A363}"/>
          </ac:spMkLst>
        </pc:spChg>
        <pc:spChg chg="mod">
          <ac:chgData name="Yash Jadhav" userId="535c3d6d-72b8-4f77-8155-55f939173cf2" providerId="ADAL" clId="{F33F88E0-3380-47C4-AFDE-F1AC050ADA82}" dt="2026-01-25T16:02:36.626" v="4094" actId="790"/>
          <ac:spMkLst>
            <pc:docMk/>
            <pc:sldMk cId="3221942895" sldId="341"/>
            <ac:spMk id="32" creationId="{4FEBB75E-A842-1CB5-B723-AC9BBCDBA6C9}"/>
          </ac:spMkLst>
        </pc:spChg>
        <pc:spChg chg="mod">
          <ac:chgData name="Yash Jadhav" userId="535c3d6d-72b8-4f77-8155-55f939173cf2" providerId="ADAL" clId="{F33F88E0-3380-47C4-AFDE-F1AC050ADA82}" dt="2026-01-25T16:02:36.628" v="4095" actId="790"/>
          <ac:spMkLst>
            <pc:docMk/>
            <pc:sldMk cId="3221942895" sldId="341"/>
            <ac:spMk id="33" creationId="{90691971-C510-A32B-44C6-22EE67C7996A}"/>
          </ac:spMkLst>
        </pc:spChg>
        <pc:spChg chg="mod">
          <ac:chgData name="Yash Jadhav" userId="535c3d6d-72b8-4f77-8155-55f939173cf2" providerId="ADAL" clId="{F33F88E0-3380-47C4-AFDE-F1AC050ADA82}" dt="2026-01-25T16:02:36.630" v="4097" actId="790"/>
          <ac:spMkLst>
            <pc:docMk/>
            <pc:sldMk cId="3221942895" sldId="341"/>
            <ac:spMk id="36" creationId="{F5AC13EF-0D26-D401-BD94-727A7DE95130}"/>
          </ac:spMkLst>
        </pc:spChg>
        <pc:spChg chg="mod">
          <ac:chgData name="Yash Jadhav" userId="535c3d6d-72b8-4f77-8155-55f939173cf2" providerId="ADAL" clId="{F33F88E0-3380-47C4-AFDE-F1AC050ADA82}" dt="2026-01-25T16:02:36.632" v="4098" actId="790"/>
          <ac:spMkLst>
            <pc:docMk/>
            <pc:sldMk cId="3221942895" sldId="341"/>
            <ac:spMk id="38" creationId="{7DF32074-2D11-1035-0E9E-5FB1E7942787}"/>
          </ac:spMkLst>
        </pc:spChg>
        <pc:spChg chg="mod">
          <ac:chgData name="Yash Jadhav" userId="535c3d6d-72b8-4f77-8155-55f939173cf2" providerId="ADAL" clId="{F33F88E0-3380-47C4-AFDE-F1AC050ADA82}" dt="2026-01-25T16:02:36.634" v="4099" actId="790"/>
          <ac:spMkLst>
            <pc:docMk/>
            <pc:sldMk cId="3221942895" sldId="341"/>
            <ac:spMk id="39" creationId="{CAAA44B9-BBB5-7D25-8A03-8575FF0A1CFB}"/>
          </ac:spMkLst>
        </pc:spChg>
        <pc:spChg chg="mod">
          <ac:chgData name="Yash Jadhav" userId="535c3d6d-72b8-4f77-8155-55f939173cf2" providerId="ADAL" clId="{F33F88E0-3380-47C4-AFDE-F1AC050ADA82}" dt="2026-01-25T16:02:36.635" v="4100" actId="790"/>
          <ac:spMkLst>
            <pc:docMk/>
            <pc:sldMk cId="3221942895" sldId="341"/>
            <ac:spMk id="40" creationId="{987D915F-AF2F-6CB5-023E-7E3149008346}"/>
          </ac:spMkLst>
        </pc:spChg>
        <pc:spChg chg="mod">
          <ac:chgData name="Yash Jadhav" userId="535c3d6d-72b8-4f77-8155-55f939173cf2" providerId="ADAL" clId="{F33F88E0-3380-47C4-AFDE-F1AC050ADA82}" dt="2026-01-25T16:02:36.637" v="4101" actId="790"/>
          <ac:spMkLst>
            <pc:docMk/>
            <pc:sldMk cId="3221942895" sldId="341"/>
            <ac:spMk id="41" creationId="{5FD9B404-5EE0-8287-132E-D821BFCBB50A}"/>
          </ac:spMkLst>
        </pc:spChg>
        <pc:spChg chg="mod">
          <ac:chgData name="Yash Jadhav" userId="535c3d6d-72b8-4f77-8155-55f939173cf2" providerId="ADAL" clId="{F33F88E0-3380-47C4-AFDE-F1AC050ADA82}" dt="2026-01-25T16:02:36.639" v="4102" actId="790"/>
          <ac:spMkLst>
            <pc:docMk/>
            <pc:sldMk cId="3221942895" sldId="341"/>
            <ac:spMk id="42" creationId="{66ED7CD9-2043-0737-E1E3-A8DC35601FDF}"/>
          </ac:spMkLst>
        </pc:spChg>
        <pc:spChg chg="mod">
          <ac:chgData name="Yash Jadhav" userId="535c3d6d-72b8-4f77-8155-55f939173cf2" providerId="ADAL" clId="{F33F88E0-3380-47C4-AFDE-F1AC050ADA82}" dt="2026-01-25T16:02:36.643" v="4103" actId="790"/>
          <ac:spMkLst>
            <pc:docMk/>
            <pc:sldMk cId="3221942895" sldId="341"/>
            <ac:spMk id="47" creationId="{0BF618D0-90A9-AD2C-5443-0441409B8186}"/>
          </ac:spMkLst>
        </pc:spChg>
        <pc:spChg chg="mod">
          <ac:chgData name="Yash Jadhav" userId="535c3d6d-72b8-4f77-8155-55f939173cf2" providerId="ADAL" clId="{F33F88E0-3380-47C4-AFDE-F1AC050ADA82}" dt="2026-01-25T16:02:36.647" v="4104" actId="790"/>
          <ac:spMkLst>
            <pc:docMk/>
            <pc:sldMk cId="3221942895" sldId="341"/>
            <ac:spMk id="48" creationId="{BC6AA492-F58D-063B-044C-13BD07E82B5C}"/>
          </ac:spMkLst>
        </pc:spChg>
        <pc:spChg chg="mod">
          <ac:chgData name="Yash Jadhav" userId="535c3d6d-72b8-4f77-8155-55f939173cf2" providerId="ADAL" clId="{F33F88E0-3380-47C4-AFDE-F1AC050ADA82}" dt="2026-01-25T16:02:36.649" v="4105" actId="790"/>
          <ac:spMkLst>
            <pc:docMk/>
            <pc:sldMk cId="3221942895" sldId="341"/>
            <ac:spMk id="49" creationId="{05D7375A-A1E7-3686-C070-4D2729B0762A}"/>
          </ac:spMkLst>
        </pc:spChg>
        <pc:spChg chg="mod">
          <ac:chgData name="Yash Jadhav" userId="535c3d6d-72b8-4f77-8155-55f939173cf2" providerId="ADAL" clId="{F33F88E0-3380-47C4-AFDE-F1AC050ADA82}" dt="2026-01-25T16:02:36.651" v="4106" actId="790"/>
          <ac:spMkLst>
            <pc:docMk/>
            <pc:sldMk cId="3221942895" sldId="341"/>
            <ac:spMk id="50" creationId="{13DBF1CC-C0CE-5BD3-FA50-978C4F5392F6}"/>
          </ac:spMkLst>
        </pc:spChg>
        <pc:spChg chg="mod">
          <ac:chgData name="Yash Jadhav" userId="535c3d6d-72b8-4f77-8155-55f939173cf2" providerId="ADAL" clId="{F33F88E0-3380-47C4-AFDE-F1AC050ADA82}" dt="2026-01-25T16:02:36.652" v="4107" actId="790"/>
          <ac:spMkLst>
            <pc:docMk/>
            <pc:sldMk cId="3221942895" sldId="341"/>
            <ac:spMk id="51" creationId="{B899831A-4914-DE66-38BE-2E94C64D4CEC}"/>
          </ac:spMkLst>
        </pc:spChg>
        <pc:spChg chg="mod">
          <ac:chgData name="Yash Jadhav" userId="535c3d6d-72b8-4f77-8155-55f939173cf2" providerId="ADAL" clId="{F33F88E0-3380-47C4-AFDE-F1AC050ADA82}" dt="2026-01-25T16:02:36.655" v="4108" actId="790"/>
          <ac:spMkLst>
            <pc:docMk/>
            <pc:sldMk cId="3221942895" sldId="341"/>
            <ac:spMk id="52" creationId="{5372DECF-CB1C-C974-AB73-F1D7207D3279}"/>
          </ac:spMkLst>
        </pc:spChg>
        <pc:spChg chg="mod">
          <ac:chgData name="Yash Jadhav" userId="535c3d6d-72b8-4f77-8155-55f939173cf2" providerId="ADAL" clId="{F33F88E0-3380-47C4-AFDE-F1AC050ADA82}" dt="2026-01-25T16:02:36.588" v="4080" actId="790"/>
          <ac:spMkLst>
            <pc:docMk/>
            <pc:sldMk cId="3221942895" sldId="341"/>
            <ac:spMk id="53" creationId="{93BE2EBA-0E45-D418-88C7-FD0F8223AE39}"/>
          </ac:spMkLst>
        </pc:spChg>
        <pc:spChg chg="mod">
          <ac:chgData name="Yash Jadhav" userId="535c3d6d-72b8-4f77-8155-55f939173cf2" providerId="ADAL" clId="{F33F88E0-3380-47C4-AFDE-F1AC050ADA82}" dt="2026-01-25T16:02:36.600" v="4084" actId="790"/>
          <ac:spMkLst>
            <pc:docMk/>
            <pc:sldMk cId="3221942895" sldId="341"/>
            <ac:spMk id="54" creationId="{A14DD5E3-A7AF-0015-6E38-A5717B9A4C1C}"/>
          </ac:spMkLst>
        </pc:spChg>
        <pc:spChg chg="mod">
          <ac:chgData name="Yash Jadhav" userId="535c3d6d-72b8-4f77-8155-55f939173cf2" providerId="ADAL" clId="{F33F88E0-3380-47C4-AFDE-F1AC050ADA82}" dt="2026-01-25T16:02:36.612" v="4088" actId="790"/>
          <ac:spMkLst>
            <pc:docMk/>
            <pc:sldMk cId="3221942895" sldId="341"/>
            <ac:spMk id="55" creationId="{494FE09A-7BC1-5EA4-D507-ED553705499D}"/>
          </ac:spMkLst>
        </pc:spChg>
        <pc:spChg chg="mod">
          <ac:chgData name="Yash Jadhav" userId="535c3d6d-72b8-4f77-8155-55f939173cf2" providerId="ADAL" clId="{F33F88E0-3380-47C4-AFDE-F1AC050ADA82}" dt="2026-01-25T16:02:36.621" v="4092" actId="790"/>
          <ac:spMkLst>
            <pc:docMk/>
            <pc:sldMk cId="3221942895" sldId="341"/>
            <ac:spMk id="56" creationId="{BCBA2E87-7FD2-BCE3-1B1D-B4CBBEF5649B}"/>
          </ac:spMkLst>
        </pc:spChg>
        <pc:spChg chg="mod">
          <ac:chgData name="Yash Jadhav" userId="535c3d6d-72b8-4f77-8155-55f939173cf2" providerId="ADAL" clId="{F33F88E0-3380-47C4-AFDE-F1AC050ADA82}" dt="2026-01-25T16:02:36.629" v="4096" actId="790"/>
          <ac:spMkLst>
            <pc:docMk/>
            <pc:sldMk cId="3221942895" sldId="341"/>
            <ac:spMk id="57" creationId="{CEEB5B02-24F6-29C1-951A-F16175E1CC5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946039" sldId="342"/>
        </pc:sldMkLst>
        <pc:spChg chg="mod ord">
          <ac:chgData name="Yash Jadhav" userId="535c3d6d-72b8-4f77-8155-55f939173cf2" providerId="ADAL" clId="{F33F88E0-3380-47C4-AFDE-F1AC050ADA82}" dt="2026-01-25T16:06:14.662" v="8413" actId="6264"/>
          <ac:spMkLst>
            <pc:docMk/>
            <pc:sldMk cId="2505946039" sldId="342"/>
            <ac:spMk id="2" creationId="{86C8868E-4F21-5329-43BD-5EE8A27513DF}"/>
          </ac:spMkLst>
        </pc:spChg>
        <pc:spChg chg="mod">
          <ac:chgData name="Yash Jadhav" userId="535c3d6d-72b8-4f77-8155-55f939173cf2" providerId="ADAL" clId="{F33F88E0-3380-47C4-AFDE-F1AC050ADA82}" dt="2026-01-25T16:03:15.445" v="4149" actId="790"/>
          <ac:spMkLst>
            <pc:docMk/>
            <pc:sldMk cId="2505946039" sldId="342"/>
            <ac:spMk id="4" creationId="{464BEEF8-BAFC-C564-92FC-46557A03C8D0}"/>
          </ac:spMkLst>
        </pc:spChg>
        <pc:spChg chg="mod">
          <ac:chgData name="Yash Jadhav" userId="535c3d6d-72b8-4f77-8155-55f939173cf2" providerId="ADAL" clId="{F33F88E0-3380-47C4-AFDE-F1AC050ADA82}" dt="2026-01-25T16:03:15.447" v="4150" actId="790"/>
          <ac:spMkLst>
            <pc:docMk/>
            <pc:sldMk cId="2505946039" sldId="342"/>
            <ac:spMk id="5" creationId="{28643095-3FF4-927D-3FC0-AFC51400020F}"/>
          </ac:spMkLst>
        </pc:spChg>
        <pc:spChg chg="mod">
          <ac:chgData name="Yash Jadhav" userId="535c3d6d-72b8-4f77-8155-55f939173cf2" providerId="ADAL" clId="{F33F88E0-3380-47C4-AFDE-F1AC050ADA82}" dt="2026-01-25T16:03:15.449" v="4151" actId="790"/>
          <ac:spMkLst>
            <pc:docMk/>
            <pc:sldMk cId="2505946039" sldId="342"/>
            <ac:spMk id="6" creationId="{CAA12A95-8B79-9494-8B7A-60DFC07C8D83}"/>
          </ac:spMkLst>
        </pc:spChg>
        <pc:spChg chg="mod">
          <ac:chgData name="Yash Jadhav" userId="535c3d6d-72b8-4f77-8155-55f939173cf2" providerId="ADAL" clId="{F33F88E0-3380-47C4-AFDE-F1AC050ADA82}" dt="2026-01-25T16:03:15.451" v="4152" actId="790"/>
          <ac:spMkLst>
            <pc:docMk/>
            <pc:sldMk cId="2505946039" sldId="342"/>
            <ac:spMk id="7" creationId="{402BA5B0-5D38-DF3E-0693-1018C9A42125}"/>
          </ac:spMkLst>
        </pc:spChg>
        <pc:spChg chg="mod">
          <ac:chgData name="Yash Jadhav" userId="535c3d6d-72b8-4f77-8155-55f939173cf2" providerId="ADAL" clId="{F33F88E0-3380-47C4-AFDE-F1AC050ADA82}" dt="2026-01-25T16:03:15.454" v="4153" actId="790"/>
          <ac:spMkLst>
            <pc:docMk/>
            <pc:sldMk cId="2505946039" sldId="342"/>
            <ac:spMk id="8" creationId="{807C0937-62D5-3458-E5EF-B92144E36DFD}"/>
          </ac:spMkLst>
        </pc:spChg>
        <pc:spChg chg="mod">
          <ac:chgData name="Yash Jadhav" userId="535c3d6d-72b8-4f77-8155-55f939173cf2" providerId="ADAL" clId="{F33F88E0-3380-47C4-AFDE-F1AC050ADA82}" dt="2026-01-25T16:03:15.455" v="4154" actId="790"/>
          <ac:spMkLst>
            <pc:docMk/>
            <pc:sldMk cId="2505946039" sldId="342"/>
            <ac:spMk id="9" creationId="{8F49CE37-ACC7-CB7C-B06F-1BB366FA02EC}"/>
          </ac:spMkLst>
        </pc:spChg>
        <pc:spChg chg="mod">
          <ac:chgData name="Yash Jadhav" userId="535c3d6d-72b8-4f77-8155-55f939173cf2" providerId="ADAL" clId="{F33F88E0-3380-47C4-AFDE-F1AC050ADA82}" dt="2026-01-25T16:03:15.456" v="4155" actId="790"/>
          <ac:spMkLst>
            <pc:docMk/>
            <pc:sldMk cId="2505946039" sldId="342"/>
            <ac:spMk id="10" creationId="{DEE07125-AAA2-1EE3-90BB-4EC419C2DF8B}"/>
          </ac:spMkLst>
        </pc:spChg>
        <pc:spChg chg="mod">
          <ac:chgData name="Yash Jadhav" userId="535c3d6d-72b8-4f77-8155-55f939173cf2" providerId="ADAL" clId="{F33F88E0-3380-47C4-AFDE-F1AC050ADA82}" dt="2026-01-25T16:03:15.458" v="4156" actId="790"/>
          <ac:spMkLst>
            <pc:docMk/>
            <pc:sldMk cId="2505946039" sldId="342"/>
            <ac:spMk id="11" creationId="{24ACEB26-D9C7-AF72-7ED5-6187728C5C5C}"/>
          </ac:spMkLst>
        </pc:spChg>
        <pc:spChg chg="mod">
          <ac:chgData name="Yash Jadhav" userId="535c3d6d-72b8-4f77-8155-55f939173cf2" providerId="ADAL" clId="{F33F88E0-3380-47C4-AFDE-F1AC050ADA82}" dt="2026-01-25T16:03:15.472" v="4157" actId="790"/>
          <ac:spMkLst>
            <pc:docMk/>
            <pc:sldMk cId="2505946039" sldId="342"/>
            <ac:spMk id="13" creationId="{088520A7-6278-F7A1-B898-B95DCF83489E}"/>
          </ac:spMkLst>
        </pc:spChg>
        <pc:spChg chg="mod">
          <ac:chgData name="Yash Jadhav" userId="535c3d6d-72b8-4f77-8155-55f939173cf2" providerId="ADAL" clId="{F33F88E0-3380-47C4-AFDE-F1AC050ADA82}" dt="2026-01-25T16:03:15.474" v="4158" actId="790"/>
          <ac:spMkLst>
            <pc:docMk/>
            <pc:sldMk cId="2505946039" sldId="342"/>
            <ac:spMk id="14" creationId="{A5D5536B-DB39-FEEC-3103-CDFC86FEC9AA}"/>
          </ac:spMkLst>
        </pc:spChg>
        <pc:spChg chg="mod">
          <ac:chgData name="Yash Jadhav" userId="535c3d6d-72b8-4f77-8155-55f939173cf2" providerId="ADAL" clId="{F33F88E0-3380-47C4-AFDE-F1AC050ADA82}" dt="2026-01-25T16:03:15.476" v="4159" actId="790"/>
          <ac:spMkLst>
            <pc:docMk/>
            <pc:sldMk cId="2505946039" sldId="342"/>
            <ac:spMk id="15" creationId="{0D9A3D44-965D-F01A-0290-6C178518F7C8}"/>
          </ac:spMkLst>
        </pc:spChg>
        <pc:spChg chg="mod">
          <ac:chgData name="Yash Jadhav" userId="535c3d6d-72b8-4f77-8155-55f939173cf2" providerId="ADAL" clId="{F33F88E0-3380-47C4-AFDE-F1AC050ADA82}" dt="2026-01-25T16:03:15.477" v="4160" actId="790"/>
          <ac:spMkLst>
            <pc:docMk/>
            <pc:sldMk cId="2505946039" sldId="342"/>
            <ac:spMk id="16" creationId="{C9EA0F60-BC7D-B8F9-F7EA-8F66450A27A4}"/>
          </ac:spMkLst>
        </pc:spChg>
        <pc:spChg chg="mod">
          <ac:chgData name="Yash Jadhav" userId="535c3d6d-72b8-4f77-8155-55f939173cf2" providerId="ADAL" clId="{F33F88E0-3380-47C4-AFDE-F1AC050ADA82}" dt="2026-01-25T16:03:15.480" v="4161" actId="790"/>
          <ac:spMkLst>
            <pc:docMk/>
            <pc:sldMk cId="2505946039" sldId="342"/>
            <ac:spMk id="17" creationId="{E5FD2F2A-1880-1A6E-7BAD-B673AB511F68}"/>
          </ac:spMkLst>
        </pc:spChg>
        <pc:spChg chg="mod">
          <ac:chgData name="Yash Jadhav" userId="535c3d6d-72b8-4f77-8155-55f939173cf2" providerId="ADAL" clId="{F33F88E0-3380-47C4-AFDE-F1AC050ADA82}" dt="2026-01-25T16:03:15.481" v="4162" actId="790"/>
          <ac:spMkLst>
            <pc:docMk/>
            <pc:sldMk cId="2505946039" sldId="342"/>
            <ac:spMk id="18" creationId="{AB3F57B1-5699-7827-6694-77050FD662CF}"/>
          </ac:spMkLst>
        </pc:spChg>
        <pc:spChg chg="mod">
          <ac:chgData name="Yash Jadhav" userId="535c3d6d-72b8-4f77-8155-55f939173cf2" providerId="ADAL" clId="{F33F88E0-3380-47C4-AFDE-F1AC050ADA82}" dt="2026-01-25T16:03:15.483" v="4163" actId="790"/>
          <ac:spMkLst>
            <pc:docMk/>
            <pc:sldMk cId="2505946039" sldId="342"/>
            <ac:spMk id="19" creationId="{81DA8CBE-AF9C-40E7-36E9-01DCEFC0A5B1}"/>
          </ac:spMkLst>
        </pc:spChg>
        <pc:spChg chg="mod">
          <ac:chgData name="Yash Jadhav" userId="535c3d6d-72b8-4f77-8155-55f939173cf2" providerId="ADAL" clId="{F33F88E0-3380-47C4-AFDE-F1AC050ADA82}" dt="2026-01-25T16:03:15.484" v="4164" actId="790"/>
          <ac:spMkLst>
            <pc:docMk/>
            <pc:sldMk cId="2505946039" sldId="342"/>
            <ac:spMk id="20" creationId="{206F8997-1F91-5C55-6190-4D3633D7DB38}"/>
          </ac:spMkLst>
        </pc:spChg>
        <pc:spChg chg="mod">
          <ac:chgData name="Yash Jadhav" userId="535c3d6d-72b8-4f77-8155-55f939173cf2" providerId="ADAL" clId="{F33F88E0-3380-47C4-AFDE-F1AC050ADA82}" dt="2026-01-25T16:03:15.486" v="4165" actId="790"/>
          <ac:spMkLst>
            <pc:docMk/>
            <pc:sldMk cId="2505946039" sldId="342"/>
            <ac:spMk id="21" creationId="{1626182F-F740-B1CF-4C31-2C446081F6CB}"/>
          </ac:spMkLst>
        </pc:spChg>
        <pc:spChg chg="mod">
          <ac:chgData name="Yash Jadhav" userId="535c3d6d-72b8-4f77-8155-55f939173cf2" providerId="ADAL" clId="{F33F88E0-3380-47C4-AFDE-F1AC050ADA82}" dt="2026-01-25T16:03:15.488" v="4166" actId="790"/>
          <ac:spMkLst>
            <pc:docMk/>
            <pc:sldMk cId="2505946039" sldId="342"/>
            <ac:spMk id="22" creationId="{DA541EBD-CD16-6315-8F41-50D3E215427D}"/>
          </ac:spMkLst>
        </pc:spChg>
        <pc:spChg chg="mod">
          <ac:chgData name="Yash Jadhav" userId="535c3d6d-72b8-4f77-8155-55f939173cf2" providerId="ADAL" clId="{F33F88E0-3380-47C4-AFDE-F1AC050ADA82}" dt="2026-01-25T16:03:15.490" v="4167" actId="790"/>
          <ac:spMkLst>
            <pc:docMk/>
            <pc:sldMk cId="2505946039" sldId="342"/>
            <ac:spMk id="23" creationId="{75E21556-80D2-51C1-4C18-A1489D20B04D}"/>
          </ac:spMkLst>
        </pc:spChg>
        <pc:spChg chg="mod">
          <ac:chgData name="Yash Jadhav" userId="535c3d6d-72b8-4f77-8155-55f939173cf2" providerId="ADAL" clId="{F33F88E0-3380-47C4-AFDE-F1AC050ADA82}" dt="2026-01-25T16:03:15.493" v="4168" actId="790"/>
          <ac:spMkLst>
            <pc:docMk/>
            <pc:sldMk cId="2505946039" sldId="342"/>
            <ac:spMk id="24" creationId="{C75ED31F-8B0D-E048-CA1F-F690E2BA77C4}"/>
          </ac:spMkLst>
        </pc:spChg>
        <pc:spChg chg="mod">
          <ac:chgData name="Yash Jadhav" userId="535c3d6d-72b8-4f77-8155-55f939173cf2" providerId="ADAL" clId="{F33F88E0-3380-47C4-AFDE-F1AC050ADA82}" dt="2026-01-25T16:03:15.494" v="4169" actId="790"/>
          <ac:spMkLst>
            <pc:docMk/>
            <pc:sldMk cId="2505946039" sldId="342"/>
            <ac:spMk id="25" creationId="{E8ED06F4-BD19-6DB3-0EA0-6A54F511D341}"/>
          </ac:spMkLst>
        </pc:spChg>
        <pc:spChg chg="mod">
          <ac:chgData name="Yash Jadhav" userId="535c3d6d-72b8-4f77-8155-55f939173cf2" providerId="ADAL" clId="{F33F88E0-3380-47C4-AFDE-F1AC050ADA82}" dt="2026-01-25T16:03:15.496" v="4170" actId="790"/>
          <ac:spMkLst>
            <pc:docMk/>
            <pc:sldMk cId="2505946039" sldId="342"/>
            <ac:spMk id="26" creationId="{3A639418-CA52-107A-AE4E-3B7BE956FD14}"/>
          </ac:spMkLst>
        </pc:spChg>
        <pc:spChg chg="mod">
          <ac:chgData name="Yash Jadhav" userId="535c3d6d-72b8-4f77-8155-55f939173cf2" providerId="ADAL" clId="{F33F88E0-3380-47C4-AFDE-F1AC050ADA82}" dt="2026-01-25T16:03:15.498" v="4171" actId="790"/>
          <ac:spMkLst>
            <pc:docMk/>
            <pc:sldMk cId="2505946039" sldId="342"/>
            <ac:spMk id="28" creationId="{3D5839B9-06CD-1E64-CACA-D99D8C167ECB}"/>
          </ac:spMkLst>
        </pc:spChg>
        <pc:spChg chg="mod">
          <ac:chgData name="Yash Jadhav" userId="535c3d6d-72b8-4f77-8155-55f939173cf2" providerId="ADAL" clId="{F33F88E0-3380-47C4-AFDE-F1AC050ADA82}" dt="2026-01-25T16:03:15.501" v="4172" actId="790"/>
          <ac:spMkLst>
            <pc:docMk/>
            <pc:sldMk cId="2505946039" sldId="342"/>
            <ac:spMk id="29" creationId="{419410DC-3F3E-6987-32AB-7370DD79F828}"/>
          </ac:spMkLst>
        </pc:spChg>
        <pc:spChg chg="mod">
          <ac:chgData name="Yash Jadhav" userId="535c3d6d-72b8-4f77-8155-55f939173cf2" providerId="ADAL" clId="{F33F88E0-3380-47C4-AFDE-F1AC050ADA82}" dt="2026-01-25T16:03:15.504" v="4173" actId="790"/>
          <ac:spMkLst>
            <pc:docMk/>
            <pc:sldMk cId="2505946039" sldId="342"/>
            <ac:spMk id="30" creationId="{4102D73F-7B05-CB20-C092-43F27DA0924C}"/>
          </ac:spMkLst>
        </pc:spChg>
        <pc:spChg chg="mod">
          <ac:chgData name="Yash Jadhav" userId="535c3d6d-72b8-4f77-8155-55f939173cf2" providerId="ADAL" clId="{F33F88E0-3380-47C4-AFDE-F1AC050ADA82}" dt="2026-01-25T16:03:15.506" v="4174" actId="790"/>
          <ac:spMkLst>
            <pc:docMk/>
            <pc:sldMk cId="2505946039" sldId="342"/>
            <ac:spMk id="31" creationId="{695FED42-29A5-0B9F-D959-BB81560FE808}"/>
          </ac:spMkLst>
        </pc:spChg>
        <pc:spChg chg="mod">
          <ac:chgData name="Yash Jadhav" userId="535c3d6d-72b8-4f77-8155-55f939173cf2" providerId="ADAL" clId="{F33F88E0-3380-47C4-AFDE-F1AC050ADA82}" dt="2026-01-25T16:03:15.508" v="4175" actId="790"/>
          <ac:spMkLst>
            <pc:docMk/>
            <pc:sldMk cId="2505946039" sldId="342"/>
            <ac:spMk id="32" creationId="{80574C62-500C-990A-538D-47FC570493D8}"/>
          </ac:spMkLst>
        </pc:spChg>
        <pc:spChg chg="mod">
          <ac:chgData name="Yash Jadhav" userId="535c3d6d-72b8-4f77-8155-55f939173cf2" providerId="ADAL" clId="{F33F88E0-3380-47C4-AFDE-F1AC050ADA82}" dt="2026-01-25T16:03:15.510" v="4176" actId="790"/>
          <ac:spMkLst>
            <pc:docMk/>
            <pc:sldMk cId="2505946039" sldId="342"/>
            <ac:spMk id="33" creationId="{238102B5-E668-ED82-1937-04344DC5F5D8}"/>
          </ac:spMkLst>
        </pc:spChg>
        <pc:spChg chg="mod">
          <ac:chgData name="Yash Jadhav" userId="535c3d6d-72b8-4f77-8155-55f939173cf2" providerId="ADAL" clId="{F33F88E0-3380-47C4-AFDE-F1AC050ADA82}" dt="2026-01-25T16:03:15.511" v="4177" actId="790"/>
          <ac:spMkLst>
            <pc:docMk/>
            <pc:sldMk cId="2505946039" sldId="342"/>
            <ac:spMk id="34" creationId="{22EA985B-8771-E604-E8A6-11AB8B73F877}"/>
          </ac:spMkLst>
        </pc:spChg>
        <pc:spChg chg="mod">
          <ac:chgData name="Yash Jadhav" userId="535c3d6d-72b8-4f77-8155-55f939173cf2" providerId="ADAL" clId="{F33F88E0-3380-47C4-AFDE-F1AC050ADA82}" dt="2026-01-25T16:03:15.513" v="4178" actId="790"/>
          <ac:spMkLst>
            <pc:docMk/>
            <pc:sldMk cId="2505946039" sldId="342"/>
            <ac:spMk id="35" creationId="{4EB13C2D-1748-5287-BF29-57AED18666F2}"/>
          </ac:spMkLst>
        </pc:spChg>
        <pc:spChg chg="mod">
          <ac:chgData name="Yash Jadhav" userId="535c3d6d-72b8-4f77-8155-55f939173cf2" providerId="ADAL" clId="{F33F88E0-3380-47C4-AFDE-F1AC050ADA82}" dt="2026-01-25T16:03:15.514" v="4179" actId="790"/>
          <ac:spMkLst>
            <pc:docMk/>
            <pc:sldMk cId="2505946039" sldId="342"/>
            <ac:spMk id="36" creationId="{D37DCE34-B477-2668-12D1-1C65D3DE17F3}"/>
          </ac:spMkLst>
        </pc:spChg>
        <pc:spChg chg="mod">
          <ac:chgData name="Yash Jadhav" userId="535c3d6d-72b8-4f77-8155-55f939173cf2" providerId="ADAL" clId="{F33F88E0-3380-47C4-AFDE-F1AC050ADA82}" dt="2026-01-25T16:03:15.515" v="4180" actId="790"/>
          <ac:spMkLst>
            <pc:docMk/>
            <pc:sldMk cId="2505946039" sldId="342"/>
            <ac:spMk id="37" creationId="{AC1FD52D-1B59-888D-EA26-A0AA9AEF3D5B}"/>
          </ac:spMkLst>
        </pc:spChg>
        <pc:spChg chg="mod">
          <ac:chgData name="Yash Jadhav" userId="535c3d6d-72b8-4f77-8155-55f939173cf2" providerId="ADAL" clId="{F33F88E0-3380-47C4-AFDE-F1AC050ADA82}" dt="2026-01-25T16:03:15.369" v="4115" actId="790"/>
          <ac:spMkLst>
            <pc:docMk/>
            <pc:sldMk cId="2505946039" sldId="342"/>
            <ac:spMk id="38" creationId="{4A2AF922-2A43-1CBC-5BB8-F11B592C43FB}"/>
          </ac:spMkLst>
        </pc:spChg>
        <pc:spChg chg="mod">
          <ac:chgData name="Yash Jadhav" userId="535c3d6d-72b8-4f77-8155-55f939173cf2" providerId="ADAL" clId="{F33F88E0-3380-47C4-AFDE-F1AC050ADA82}" dt="2026-01-25T16:03:15.517" v="4181" actId="790"/>
          <ac:spMkLst>
            <pc:docMk/>
            <pc:sldMk cId="2505946039" sldId="342"/>
            <ac:spMk id="39" creationId="{4B36093D-C3B4-6584-B67E-5206BDB458AB}"/>
          </ac:spMkLst>
        </pc:spChg>
        <pc:spChg chg="mod">
          <ac:chgData name="Yash Jadhav" userId="535c3d6d-72b8-4f77-8155-55f939173cf2" providerId="ADAL" clId="{F33F88E0-3380-47C4-AFDE-F1AC050ADA82}" dt="2026-01-25T16:03:15.367" v="4114" actId="790"/>
          <ac:spMkLst>
            <pc:docMk/>
            <pc:sldMk cId="2505946039" sldId="342"/>
            <ac:spMk id="40" creationId="{29134F30-A0E1-ADEE-E779-8CAB25F7C709}"/>
          </ac:spMkLst>
        </pc:spChg>
        <pc:spChg chg="mod">
          <ac:chgData name="Yash Jadhav" userId="535c3d6d-72b8-4f77-8155-55f939173cf2" providerId="ADAL" clId="{F33F88E0-3380-47C4-AFDE-F1AC050ADA82}" dt="2026-01-25T16:03:15.392" v="4127" actId="790"/>
          <ac:spMkLst>
            <pc:docMk/>
            <pc:sldMk cId="2505946039" sldId="342"/>
            <ac:spMk id="41" creationId="{F13C5DDD-A77B-00F2-1336-5005E9A6B633}"/>
          </ac:spMkLst>
        </pc:spChg>
        <pc:spChg chg="mod">
          <ac:chgData name="Yash Jadhav" userId="535c3d6d-72b8-4f77-8155-55f939173cf2" providerId="ADAL" clId="{F33F88E0-3380-47C4-AFDE-F1AC050ADA82}" dt="2026-01-25T16:03:15.394" v="4128" actId="790"/>
          <ac:spMkLst>
            <pc:docMk/>
            <pc:sldMk cId="2505946039" sldId="342"/>
            <ac:spMk id="42" creationId="{CF14DCDE-49F0-E7D2-CF5A-2F5D52BB00F3}"/>
          </ac:spMkLst>
        </pc:spChg>
        <pc:spChg chg="mod">
          <ac:chgData name="Yash Jadhav" userId="535c3d6d-72b8-4f77-8155-55f939173cf2" providerId="ADAL" clId="{F33F88E0-3380-47C4-AFDE-F1AC050ADA82}" dt="2026-01-25T16:03:15.397" v="4129" actId="790"/>
          <ac:spMkLst>
            <pc:docMk/>
            <pc:sldMk cId="2505946039" sldId="342"/>
            <ac:spMk id="43" creationId="{376BFAE5-9AE2-8CA8-57EF-A1BE2A6B0A7A}"/>
          </ac:spMkLst>
        </pc:spChg>
        <pc:spChg chg="mod">
          <ac:chgData name="Yash Jadhav" userId="535c3d6d-72b8-4f77-8155-55f939173cf2" providerId="ADAL" clId="{F33F88E0-3380-47C4-AFDE-F1AC050ADA82}" dt="2026-01-25T16:03:15.518" v="4182" actId="790"/>
          <ac:spMkLst>
            <pc:docMk/>
            <pc:sldMk cId="2505946039" sldId="342"/>
            <ac:spMk id="44" creationId="{3907C134-1918-2591-F9AF-96467DC8E4D8}"/>
          </ac:spMkLst>
        </pc:spChg>
        <pc:spChg chg="mod">
          <ac:chgData name="Yash Jadhav" userId="535c3d6d-72b8-4f77-8155-55f939173cf2" providerId="ADAL" clId="{F33F88E0-3380-47C4-AFDE-F1AC050ADA82}" dt="2026-01-25T16:03:15.520" v="4183" actId="790"/>
          <ac:spMkLst>
            <pc:docMk/>
            <pc:sldMk cId="2505946039" sldId="342"/>
            <ac:spMk id="45" creationId="{E9AB23BC-DD5C-1A18-2F28-933F2718639C}"/>
          </ac:spMkLst>
        </pc:spChg>
        <pc:spChg chg="mod">
          <ac:chgData name="Yash Jadhav" userId="535c3d6d-72b8-4f77-8155-55f939173cf2" providerId="ADAL" clId="{F33F88E0-3380-47C4-AFDE-F1AC050ADA82}" dt="2026-01-25T16:03:15.522" v="4184" actId="790"/>
          <ac:spMkLst>
            <pc:docMk/>
            <pc:sldMk cId="2505946039" sldId="342"/>
            <ac:spMk id="46" creationId="{4B1CE2B5-72F9-59B3-9DDE-F91171864010}"/>
          </ac:spMkLst>
        </pc:spChg>
        <pc:spChg chg="mod">
          <ac:chgData name="Yash Jadhav" userId="535c3d6d-72b8-4f77-8155-55f939173cf2" providerId="ADAL" clId="{F33F88E0-3380-47C4-AFDE-F1AC050ADA82}" dt="2026-01-25T16:03:15.523" v="4185" actId="790"/>
          <ac:spMkLst>
            <pc:docMk/>
            <pc:sldMk cId="2505946039" sldId="342"/>
            <ac:spMk id="47" creationId="{52EDDD70-22C8-9BAC-9D61-1FF6FFE4AF05}"/>
          </ac:spMkLst>
        </pc:spChg>
        <pc:spChg chg="add del mod">
          <ac:chgData name="Yash Jadhav" userId="535c3d6d-72b8-4f77-8155-55f939173cf2" providerId="ADAL" clId="{F33F88E0-3380-47C4-AFDE-F1AC050ADA82}" dt="2026-01-25T16:06:14.662" v="8413" actId="6264"/>
          <ac:spMkLst>
            <pc:docMk/>
            <pc:sldMk cId="2505946039" sldId="342"/>
            <ac:spMk id="48" creationId="{7528C24A-4FE8-C5B9-44BC-20254DC1482B}"/>
          </ac:spMkLst>
        </pc:spChg>
        <pc:spChg chg="mod">
          <ac:chgData name="Yash Jadhav" userId="535c3d6d-72b8-4f77-8155-55f939173cf2" providerId="ADAL" clId="{F33F88E0-3380-47C4-AFDE-F1AC050ADA82}" dt="2026-01-25T16:03:15.399" v="4130" actId="790"/>
          <ac:spMkLst>
            <pc:docMk/>
            <pc:sldMk cId="2505946039" sldId="342"/>
            <ac:spMk id="91" creationId="{441E6F2E-E7C8-5195-B8A4-51F484D44073}"/>
          </ac:spMkLst>
        </pc:spChg>
        <pc:spChg chg="mod">
          <ac:chgData name="Yash Jadhav" userId="535c3d6d-72b8-4f77-8155-55f939173cf2" providerId="ADAL" clId="{F33F88E0-3380-47C4-AFDE-F1AC050ADA82}" dt="2026-01-25T16:03:15.400" v="4131" actId="790"/>
          <ac:spMkLst>
            <pc:docMk/>
            <pc:sldMk cId="2505946039" sldId="342"/>
            <ac:spMk id="92" creationId="{DABC5B2E-C756-1E2A-1C4D-C495E949874E}"/>
          </ac:spMkLst>
        </pc:spChg>
        <pc:spChg chg="mod">
          <ac:chgData name="Yash Jadhav" userId="535c3d6d-72b8-4f77-8155-55f939173cf2" providerId="ADAL" clId="{F33F88E0-3380-47C4-AFDE-F1AC050ADA82}" dt="2026-01-25T16:03:15.402" v="4132" actId="790"/>
          <ac:spMkLst>
            <pc:docMk/>
            <pc:sldMk cId="2505946039" sldId="342"/>
            <ac:spMk id="93" creationId="{1530A7BD-C9AE-D5C4-73E8-1D7449E7FFA4}"/>
          </ac:spMkLst>
        </pc:spChg>
        <pc:spChg chg="mod">
          <ac:chgData name="Yash Jadhav" userId="535c3d6d-72b8-4f77-8155-55f939173cf2" providerId="ADAL" clId="{F33F88E0-3380-47C4-AFDE-F1AC050ADA82}" dt="2026-01-25T16:03:15.404" v="4133" actId="790"/>
          <ac:spMkLst>
            <pc:docMk/>
            <pc:sldMk cId="2505946039" sldId="342"/>
            <ac:spMk id="94" creationId="{9516D40F-96E8-0776-37A5-0CE5D8915AB3}"/>
          </ac:spMkLst>
        </pc:spChg>
        <pc:spChg chg="mod">
          <ac:chgData name="Yash Jadhav" userId="535c3d6d-72b8-4f77-8155-55f939173cf2" providerId="ADAL" clId="{F33F88E0-3380-47C4-AFDE-F1AC050ADA82}" dt="2026-01-25T16:03:15.406" v="4134" actId="790"/>
          <ac:spMkLst>
            <pc:docMk/>
            <pc:sldMk cId="2505946039" sldId="342"/>
            <ac:spMk id="95" creationId="{A0B41465-6A56-6711-5C29-41DF08B7432B}"/>
          </ac:spMkLst>
        </pc:spChg>
        <pc:spChg chg="mod">
          <ac:chgData name="Yash Jadhav" userId="535c3d6d-72b8-4f77-8155-55f939173cf2" providerId="ADAL" clId="{F33F88E0-3380-47C4-AFDE-F1AC050ADA82}" dt="2026-01-25T16:03:15.407" v="4135" actId="790"/>
          <ac:spMkLst>
            <pc:docMk/>
            <pc:sldMk cId="2505946039" sldId="342"/>
            <ac:spMk id="96" creationId="{0FD5A1BB-30A5-2747-82E8-67B96E0B14EE}"/>
          </ac:spMkLst>
        </pc:spChg>
        <pc:spChg chg="mod">
          <ac:chgData name="Yash Jadhav" userId="535c3d6d-72b8-4f77-8155-55f939173cf2" providerId="ADAL" clId="{F33F88E0-3380-47C4-AFDE-F1AC050ADA82}" dt="2026-01-25T16:03:15.408" v="4136" actId="790"/>
          <ac:spMkLst>
            <pc:docMk/>
            <pc:sldMk cId="2505946039" sldId="342"/>
            <ac:spMk id="97" creationId="{E317384F-5AFF-59A6-FAB7-BA0E4264F823}"/>
          </ac:spMkLst>
        </pc:spChg>
        <pc:spChg chg="mod">
          <ac:chgData name="Yash Jadhav" userId="535c3d6d-72b8-4f77-8155-55f939173cf2" providerId="ADAL" clId="{F33F88E0-3380-47C4-AFDE-F1AC050ADA82}" dt="2026-01-25T16:03:15.410" v="4137" actId="790"/>
          <ac:spMkLst>
            <pc:docMk/>
            <pc:sldMk cId="2505946039" sldId="342"/>
            <ac:spMk id="99" creationId="{C0B3506F-80FD-B870-DAA1-F9706523AB42}"/>
          </ac:spMkLst>
        </pc:spChg>
        <pc:spChg chg="mod">
          <ac:chgData name="Yash Jadhav" userId="535c3d6d-72b8-4f77-8155-55f939173cf2" providerId="ADAL" clId="{F33F88E0-3380-47C4-AFDE-F1AC050ADA82}" dt="2026-01-25T16:03:15.412" v="4138" actId="790"/>
          <ac:spMkLst>
            <pc:docMk/>
            <pc:sldMk cId="2505946039" sldId="342"/>
            <ac:spMk id="100" creationId="{C6C0CCAC-CBE5-D03B-1E35-E9D2E8FF9AC0}"/>
          </ac:spMkLst>
        </pc:spChg>
        <pc:spChg chg="mod">
          <ac:chgData name="Yash Jadhav" userId="535c3d6d-72b8-4f77-8155-55f939173cf2" providerId="ADAL" clId="{F33F88E0-3380-47C4-AFDE-F1AC050ADA82}" dt="2026-01-25T16:03:15.414" v="4139" actId="790"/>
          <ac:spMkLst>
            <pc:docMk/>
            <pc:sldMk cId="2505946039" sldId="342"/>
            <ac:spMk id="101" creationId="{D60A8793-1E93-2179-E975-03620DB32742}"/>
          </ac:spMkLst>
        </pc:spChg>
        <pc:spChg chg="mod">
          <ac:chgData name="Yash Jadhav" userId="535c3d6d-72b8-4f77-8155-55f939173cf2" providerId="ADAL" clId="{F33F88E0-3380-47C4-AFDE-F1AC050ADA82}" dt="2026-01-25T16:03:15.415" v="4140" actId="790"/>
          <ac:spMkLst>
            <pc:docMk/>
            <pc:sldMk cId="2505946039" sldId="342"/>
            <ac:spMk id="102" creationId="{BF61E903-5DD2-D729-0E9B-A41842B062D5}"/>
          </ac:spMkLst>
        </pc:spChg>
        <pc:spChg chg="mod">
          <ac:chgData name="Yash Jadhav" userId="535c3d6d-72b8-4f77-8155-55f939173cf2" providerId="ADAL" clId="{F33F88E0-3380-47C4-AFDE-F1AC050ADA82}" dt="2026-01-25T16:03:15.417" v="4141" actId="790"/>
          <ac:spMkLst>
            <pc:docMk/>
            <pc:sldMk cId="2505946039" sldId="342"/>
            <ac:spMk id="103" creationId="{2D6CA42A-63A0-8449-4BF6-A804ECADDF45}"/>
          </ac:spMkLst>
        </pc:spChg>
        <pc:spChg chg="mod">
          <ac:chgData name="Yash Jadhav" userId="535c3d6d-72b8-4f77-8155-55f939173cf2" providerId="ADAL" clId="{F33F88E0-3380-47C4-AFDE-F1AC050ADA82}" dt="2026-01-25T16:03:15.419" v="4142" actId="790"/>
          <ac:spMkLst>
            <pc:docMk/>
            <pc:sldMk cId="2505946039" sldId="342"/>
            <ac:spMk id="104" creationId="{68FE5865-F70D-ACAF-BE3F-8C55C1C50B1D}"/>
          </ac:spMkLst>
        </pc:spChg>
        <pc:spChg chg="mod">
          <ac:chgData name="Yash Jadhav" userId="535c3d6d-72b8-4f77-8155-55f939173cf2" providerId="ADAL" clId="{F33F88E0-3380-47C4-AFDE-F1AC050ADA82}" dt="2026-01-25T16:03:15.389" v="4126" actId="790"/>
          <ac:spMkLst>
            <pc:docMk/>
            <pc:sldMk cId="2505946039" sldId="342"/>
            <ac:spMk id="131" creationId="{0DD6E945-1041-9B12-EF68-432919BFD2BB}"/>
          </ac:spMkLst>
        </pc:spChg>
        <pc:spChg chg="mod">
          <ac:chgData name="Yash Jadhav" userId="535c3d6d-72b8-4f77-8155-55f939173cf2" providerId="ADAL" clId="{F33F88E0-3380-47C4-AFDE-F1AC050ADA82}" dt="2026-01-25T16:03:15.388" v="4125" actId="790"/>
          <ac:spMkLst>
            <pc:docMk/>
            <pc:sldMk cId="2505946039" sldId="342"/>
            <ac:spMk id="132" creationId="{DEF8EFA1-8129-AA6E-4A71-E18130EC8480}"/>
          </ac:spMkLst>
        </pc:spChg>
        <pc:spChg chg="mod">
          <ac:chgData name="Yash Jadhav" userId="535c3d6d-72b8-4f77-8155-55f939173cf2" providerId="ADAL" clId="{F33F88E0-3380-47C4-AFDE-F1AC050ADA82}" dt="2026-01-25T16:03:15.386" v="4124" actId="790"/>
          <ac:spMkLst>
            <pc:docMk/>
            <pc:sldMk cId="2505946039" sldId="342"/>
            <ac:spMk id="133" creationId="{26C0C0D3-2568-B099-6F79-1579D385949B}"/>
          </ac:spMkLst>
        </pc:spChg>
        <pc:spChg chg="mod">
          <ac:chgData name="Yash Jadhav" userId="535c3d6d-72b8-4f77-8155-55f939173cf2" providerId="ADAL" clId="{F33F88E0-3380-47C4-AFDE-F1AC050ADA82}" dt="2026-01-25T16:03:15.383" v="4123" actId="790"/>
          <ac:spMkLst>
            <pc:docMk/>
            <pc:sldMk cId="2505946039" sldId="342"/>
            <ac:spMk id="134" creationId="{9E49E81A-02DD-87BC-3A1F-949804FE45BE}"/>
          </ac:spMkLst>
        </pc:spChg>
        <pc:spChg chg="mod">
          <ac:chgData name="Yash Jadhav" userId="535c3d6d-72b8-4f77-8155-55f939173cf2" providerId="ADAL" clId="{F33F88E0-3380-47C4-AFDE-F1AC050ADA82}" dt="2026-01-25T16:03:15.382" v="4122" actId="790"/>
          <ac:spMkLst>
            <pc:docMk/>
            <pc:sldMk cId="2505946039" sldId="342"/>
            <ac:spMk id="135" creationId="{7105657B-9F0F-75A4-4742-230B0EE8C567}"/>
          </ac:spMkLst>
        </pc:spChg>
        <pc:spChg chg="mod">
          <ac:chgData name="Yash Jadhav" userId="535c3d6d-72b8-4f77-8155-55f939173cf2" providerId="ADAL" clId="{F33F88E0-3380-47C4-AFDE-F1AC050ADA82}" dt="2026-01-25T16:03:15.380" v="4121" actId="790"/>
          <ac:spMkLst>
            <pc:docMk/>
            <pc:sldMk cId="2505946039" sldId="342"/>
            <ac:spMk id="136" creationId="{8E59A609-6177-4A35-0A45-72CF4045F3B0}"/>
          </ac:spMkLst>
        </pc:spChg>
        <pc:spChg chg="mod">
          <ac:chgData name="Yash Jadhav" userId="535c3d6d-72b8-4f77-8155-55f939173cf2" providerId="ADAL" clId="{F33F88E0-3380-47C4-AFDE-F1AC050ADA82}" dt="2026-01-25T16:03:15.379" v="4120" actId="790"/>
          <ac:spMkLst>
            <pc:docMk/>
            <pc:sldMk cId="2505946039" sldId="342"/>
            <ac:spMk id="137" creationId="{2ADC28D9-7664-44E9-F021-45BA26BED3E8}"/>
          </ac:spMkLst>
        </pc:spChg>
        <pc:spChg chg="mod">
          <ac:chgData name="Yash Jadhav" userId="535c3d6d-72b8-4f77-8155-55f939173cf2" providerId="ADAL" clId="{F33F88E0-3380-47C4-AFDE-F1AC050ADA82}" dt="2026-01-25T16:03:15.376" v="4119" actId="790"/>
          <ac:spMkLst>
            <pc:docMk/>
            <pc:sldMk cId="2505946039" sldId="342"/>
            <ac:spMk id="138" creationId="{6496D369-2667-89D4-CA4C-ED57A40D705F}"/>
          </ac:spMkLst>
        </pc:spChg>
        <pc:spChg chg="mod">
          <ac:chgData name="Yash Jadhav" userId="535c3d6d-72b8-4f77-8155-55f939173cf2" providerId="ADAL" clId="{F33F88E0-3380-47C4-AFDE-F1AC050ADA82}" dt="2026-01-25T16:03:15.375" v="4118" actId="790"/>
          <ac:spMkLst>
            <pc:docMk/>
            <pc:sldMk cId="2505946039" sldId="342"/>
            <ac:spMk id="139" creationId="{D18C8F20-4785-DFA1-973D-B2E019B08842}"/>
          </ac:spMkLst>
        </pc:spChg>
        <pc:spChg chg="mod">
          <ac:chgData name="Yash Jadhav" userId="535c3d6d-72b8-4f77-8155-55f939173cf2" providerId="ADAL" clId="{F33F88E0-3380-47C4-AFDE-F1AC050ADA82}" dt="2026-01-25T16:03:15.373" v="4117" actId="790"/>
          <ac:spMkLst>
            <pc:docMk/>
            <pc:sldMk cId="2505946039" sldId="342"/>
            <ac:spMk id="140" creationId="{22B5CFA6-4760-77D0-1919-196D1698909B}"/>
          </ac:spMkLst>
        </pc:spChg>
        <pc:spChg chg="mod">
          <ac:chgData name="Yash Jadhav" userId="535c3d6d-72b8-4f77-8155-55f939173cf2" providerId="ADAL" clId="{F33F88E0-3380-47C4-AFDE-F1AC050ADA82}" dt="2026-01-25T16:03:15.370" v="4116" actId="790"/>
          <ac:spMkLst>
            <pc:docMk/>
            <pc:sldMk cId="2505946039" sldId="342"/>
            <ac:spMk id="141" creationId="{31503200-2986-186C-8582-C8B8CB056841}"/>
          </ac:spMkLst>
        </pc:spChg>
        <pc:spChg chg="mod">
          <ac:chgData name="Yash Jadhav" userId="535c3d6d-72b8-4f77-8155-55f939173cf2" providerId="ADAL" clId="{F33F88E0-3380-47C4-AFDE-F1AC050ADA82}" dt="2026-01-25T16:03:15.422" v="4143" actId="790"/>
          <ac:spMkLst>
            <pc:docMk/>
            <pc:sldMk cId="2505946039" sldId="342"/>
            <ac:spMk id="142" creationId="{2158A487-E120-9FB1-451E-E4B1E0DE3DB8}"/>
          </ac:spMkLst>
        </pc:spChg>
        <pc:spChg chg="mod">
          <ac:chgData name="Yash Jadhav" userId="535c3d6d-72b8-4f77-8155-55f939173cf2" providerId="ADAL" clId="{F33F88E0-3380-47C4-AFDE-F1AC050ADA82}" dt="2026-01-25T16:03:15.425" v="4144" actId="790"/>
          <ac:spMkLst>
            <pc:docMk/>
            <pc:sldMk cId="2505946039" sldId="342"/>
            <ac:spMk id="143" creationId="{9B954448-99D7-45D9-FF46-84857DC123AD}"/>
          </ac:spMkLst>
        </pc:spChg>
        <pc:spChg chg="mod">
          <ac:chgData name="Yash Jadhav" userId="535c3d6d-72b8-4f77-8155-55f939173cf2" providerId="ADAL" clId="{F33F88E0-3380-47C4-AFDE-F1AC050ADA82}" dt="2026-01-25T16:03:15.427" v="4145" actId="790"/>
          <ac:spMkLst>
            <pc:docMk/>
            <pc:sldMk cId="2505946039" sldId="342"/>
            <ac:spMk id="144" creationId="{DF643825-0CDB-4659-420E-C1E304260B08}"/>
          </ac:spMkLst>
        </pc:spChg>
        <pc:spChg chg="mod">
          <ac:chgData name="Yash Jadhav" userId="535c3d6d-72b8-4f77-8155-55f939173cf2" providerId="ADAL" clId="{F33F88E0-3380-47C4-AFDE-F1AC050ADA82}" dt="2026-01-25T16:03:15.430" v="4146" actId="790"/>
          <ac:spMkLst>
            <pc:docMk/>
            <pc:sldMk cId="2505946039" sldId="342"/>
            <ac:spMk id="145" creationId="{ACC69C6B-D916-6FA3-A4B8-D1976B2C5B64}"/>
          </ac:spMkLst>
        </pc:spChg>
        <pc:spChg chg="mod">
          <ac:chgData name="Yash Jadhav" userId="535c3d6d-72b8-4f77-8155-55f939173cf2" providerId="ADAL" clId="{F33F88E0-3380-47C4-AFDE-F1AC050ADA82}" dt="2026-01-25T16:03:15.432" v="4147" actId="790"/>
          <ac:spMkLst>
            <pc:docMk/>
            <pc:sldMk cId="2505946039" sldId="342"/>
            <ac:spMk id="146" creationId="{549B23F8-B1F6-04E0-42C7-4AF419196270}"/>
          </ac:spMkLst>
        </pc:spChg>
        <pc:spChg chg="mod">
          <ac:chgData name="Yash Jadhav" userId="535c3d6d-72b8-4f77-8155-55f939173cf2" providerId="ADAL" clId="{F33F88E0-3380-47C4-AFDE-F1AC050ADA82}" dt="2026-01-25T16:03:15.434" v="4148" actId="790"/>
          <ac:spMkLst>
            <pc:docMk/>
            <pc:sldMk cId="2505946039" sldId="342"/>
            <ac:spMk id="147" creationId="{082D6C73-B860-F9E3-AC48-5715E0495DB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04036736" sldId="343"/>
        </pc:sldMkLst>
        <pc:spChg chg="mod ord">
          <ac:chgData name="Yash Jadhav" userId="535c3d6d-72b8-4f77-8155-55f939173cf2" providerId="ADAL" clId="{F33F88E0-3380-47C4-AFDE-F1AC050ADA82}" dt="2026-01-25T16:06:14.662" v="8413" actId="6264"/>
          <ac:spMkLst>
            <pc:docMk/>
            <pc:sldMk cId="4004036736" sldId="343"/>
            <ac:spMk id="2" creationId="{AA220022-1D15-FD2F-7237-738E2843CE3D}"/>
          </ac:spMkLst>
        </pc:spChg>
        <pc:spChg chg="add del mod">
          <ac:chgData name="Yash Jadhav" userId="535c3d6d-72b8-4f77-8155-55f939173cf2" providerId="ADAL" clId="{F33F88E0-3380-47C4-AFDE-F1AC050ADA82}" dt="2026-01-25T16:06:14.662" v="8413" actId="6264"/>
          <ac:spMkLst>
            <pc:docMk/>
            <pc:sldMk cId="4004036736" sldId="343"/>
            <ac:spMk id="3" creationId="{BA95D2EF-E441-AD0D-2CC3-FEBFAFF1F202}"/>
          </ac:spMkLst>
        </pc:spChg>
        <pc:spChg chg="mod">
          <ac:chgData name="Yash Jadhav" userId="535c3d6d-72b8-4f77-8155-55f939173cf2" providerId="ADAL" clId="{F33F88E0-3380-47C4-AFDE-F1AC050ADA82}" dt="2026-01-25T16:03:17.062" v="4193" actId="790"/>
          <ac:spMkLst>
            <pc:docMk/>
            <pc:sldMk cId="4004036736" sldId="343"/>
            <ac:spMk id="10" creationId="{FE13A287-86AE-4E91-CB15-85A3FBED8DF4}"/>
          </ac:spMkLst>
        </pc:spChg>
        <pc:spChg chg="mod">
          <ac:chgData name="Yash Jadhav" userId="535c3d6d-72b8-4f77-8155-55f939173cf2" providerId="ADAL" clId="{F33F88E0-3380-47C4-AFDE-F1AC050ADA82}" dt="2026-01-25T16:03:17.065" v="4194" actId="790"/>
          <ac:spMkLst>
            <pc:docMk/>
            <pc:sldMk cId="4004036736" sldId="343"/>
            <ac:spMk id="11" creationId="{65CA9CAB-54CC-3C8B-B1F9-28BCD6CBA06B}"/>
          </ac:spMkLst>
        </pc:spChg>
        <pc:spChg chg="mod">
          <ac:chgData name="Yash Jadhav" userId="535c3d6d-72b8-4f77-8155-55f939173cf2" providerId="ADAL" clId="{F33F88E0-3380-47C4-AFDE-F1AC050ADA82}" dt="2026-01-25T16:03:17.067" v="4195" actId="790"/>
          <ac:spMkLst>
            <pc:docMk/>
            <pc:sldMk cId="4004036736" sldId="343"/>
            <ac:spMk id="18" creationId="{1B1E4E9F-DDAC-3122-4F05-CFA1AF45B9E1}"/>
          </ac:spMkLst>
        </pc:spChg>
        <pc:spChg chg="mod">
          <ac:chgData name="Yash Jadhav" userId="535c3d6d-72b8-4f77-8155-55f939173cf2" providerId="ADAL" clId="{F33F88E0-3380-47C4-AFDE-F1AC050ADA82}" dt="2026-01-25T16:03:17.070" v="4196" actId="790"/>
          <ac:spMkLst>
            <pc:docMk/>
            <pc:sldMk cId="4004036736" sldId="343"/>
            <ac:spMk id="19" creationId="{56B2D59A-0343-0002-BBC3-FFDCFDCE2B9A}"/>
          </ac:spMkLst>
        </pc:spChg>
        <pc:spChg chg="mod">
          <ac:chgData name="Yash Jadhav" userId="535c3d6d-72b8-4f77-8155-55f939173cf2" providerId="ADAL" clId="{F33F88E0-3380-47C4-AFDE-F1AC050ADA82}" dt="2026-01-25T16:03:17.073" v="4197" actId="790"/>
          <ac:spMkLst>
            <pc:docMk/>
            <pc:sldMk cId="4004036736" sldId="343"/>
            <ac:spMk id="20" creationId="{B72F9655-2CE8-22C5-D047-9908132B5E0E}"/>
          </ac:spMkLst>
        </pc:spChg>
        <pc:spChg chg="mod">
          <ac:chgData name="Yash Jadhav" userId="535c3d6d-72b8-4f77-8155-55f939173cf2" providerId="ADAL" clId="{F33F88E0-3380-47C4-AFDE-F1AC050ADA82}" dt="2026-01-25T16:03:17.075" v="4198" actId="790"/>
          <ac:spMkLst>
            <pc:docMk/>
            <pc:sldMk cId="4004036736" sldId="343"/>
            <ac:spMk id="21" creationId="{BE96D96F-66CE-4CCB-574C-54D3C3126FC3}"/>
          </ac:spMkLst>
        </pc:spChg>
        <pc:spChg chg="mod">
          <ac:chgData name="Yash Jadhav" userId="535c3d6d-72b8-4f77-8155-55f939173cf2" providerId="ADAL" clId="{F33F88E0-3380-47C4-AFDE-F1AC050ADA82}" dt="2026-01-25T16:03:17.077" v="4199" actId="790"/>
          <ac:spMkLst>
            <pc:docMk/>
            <pc:sldMk cId="4004036736" sldId="343"/>
            <ac:spMk id="22" creationId="{A321D38A-63B8-1F45-99AB-A2CE6BCBE295}"/>
          </ac:spMkLst>
        </pc:spChg>
        <pc:spChg chg="mod">
          <ac:chgData name="Yash Jadhav" userId="535c3d6d-72b8-4f77-8155-55f939173cf2" providerId="ADAL" clId="{F33F88E0-3380-47C4-AFDE-F1AC050ADA82}" dt="2026-01-25T16:03:17.078" v="4200" actId="790"/>
          <ac:spMkLst>
            <pc:docMk/>
            <pc:sldMk cId="4004036736" sldId="343"/>
            <ac:spMk id="23" creationId="{7B17D1D2-9476-D13D-28C1-7449F2B1A07C}"/>
          </ac:spMkLst>
        </pc:spChg>
        <pc:spChg chg="mod">
          <ac:chgData name="Yash Jadhav" userId="535c3d6d-72b8-4f77-8155-55f939173cf2" providerId="ADAL" clId="{F33F88E0-3380-47C4-AFDE-F1AC050ADA82}" dt="2026-01-25T16:03:17.081" v="4201" actId="790"/>
          <ac:spMkLst>
            <pc:docMk/>
            <pc:sldMk cId="4004036736" sldId="343"/>
            <ac:spMk id="24" creationId="{11DF323B-3C01-8C16-B4B5-0816510CDE35}"/>
          </ac:spMkLst>
        </pc:spChg>
        <pc:spChg chg="mod">
          <ac:chgData name="Yash Jadhav" userId="535c3d6d-72b8-4f77-8155-55f939173cf2" providerId="ADAL" clId="{F33F88E0-3380-47C4-AFDE-F1AC050ADA82}" dt="2026-01-25T16:03:17.086" v="4202" actId="790"/>
          <ac:spMkLst>
            <pc:docMk/>
            <pc:sldMk cId="4004036736" sldId="343"/>
            <ac:spMk id="25" creationId="{4D4D119C-C840-F348-CD1F-AC5DC2EA498B}"/>
          </ac:spMkLst>
        </pc:spChg>
        <pc:spChg chg="mod">
          <ac:chgData name="Yash Jadhav" userId="535c3d6d-72b8-4f77-8155-55f939173cf2" providerId="ADAL" clId="{F33F88E0-3380-47C4-AFDE-F1AC050ADA82}" dt="2026-01-25T16:03:17.090" v="4203" actId="790"/>
          <ac:spMkLst>
            <pc:docMk/>
            <pc:sldMk cId="4004036736" sldId="343"/>
            <ac:spMk id="26" creationId="{F34CD58C-922E-43FD-F0A6-7E8DCCB10DB6}"/>
          </ac:spMkLst>
        </pc:spChg>
        <pc:spChg chg="mod">
          <ac:chgData name="Yash Jadhav" userId="535c3d6d-72b8-4f77-8155-55f939173cf2" providerId="ADAL" clId="{F33F88E0-3380-47C4-AFDE-F1AC050ADA82}" dt="2026-01-25T16:03:17.093" v="4204" actId="790"/>
          <ac:spMkLst>
            <pc:docMk/>
            <pc:sldMk cId="4004036736" sldId="343"/>
            <ac:spMk id="27" creationId="{E5F8756D-3A7D-1B12-4E44-FDD3D0F67B55}"/>
          </ac:spMkLst>
        </pc:spChg>
        <pc:spChg chg="mod">
          <ac:chgData name="Yash Jadhav" userId="535c3d6d-72b8-4f77-8155-55f939173cf2" providerId="ADAL" clId="{F33F88E0-3380-47C4-AFDE-F1AC050ADA82}" dt="2026-01-25T16:03:17.098" v="4205" actId="790"/>
          <ac:spMkLst>
            <pc:docMk/>
            <pc:sldMk cId="4004036736" sldId="343"/>
            <ac:spMk id="28" creationId="{DA880A57-AF0A-2154-A8B5-68DA773F3643}"/>
          </ac:spMkLst>
        </pc:spChg>
        <pc:spChg chg="mod">
          <ac:chgData name="Yash Jadhav" userId="535c3d6d-72b8-4f77-8155-55f939173cf2" providerId="ADAL" clId="{F33F88E0-3380-47C4-AFDE-F1AC050ADA82}" dt="2026-01-25T16:03:17.101" v="4206" actId="790"/>
          <ac:spMkLst>
            <pc:docMk/>
            <pc:sldMk cId="4004036736" sldId="343"/>
            <ac:spMk id="29" creationId="{EF1773F8-E91C-7690-42A4-E64101137AF4}"/>
          </ac:spMkLst>
        </pc:spChg>
        <pc:spChg chg="mod">
          <ac:chgData name="Yash Jadhav" userId="535c3d6d-72b8-4f77-8155-55f939173cf2" providerId="ADAL" clId="{F33F88E0-3380-47C4-AFDE-F1AC050ADA82}" dt="2026-01-25T16:03:17.108" v="4207" actId="790"/>
          <ac:spMkLst>
            <pc:docMk/>
            <pc:sldMk cId="4004036736" sldId="343"/>
            <ac:spMk id="30" creationId="{3CB0D8D0-3CDB-D3E3-69C0-080665EE1F55}"/>
          </ac:spMkLst>
        </pc:spChg>
        <pc:spChg chg="mod">
          <ac:chgData name="Yash Jadhav" userId="535c3d6d-72b8-4f77-8155-55f939173cf2" providerId="ADAL" clId="{F33F88E0-3380-47C4-AFDE-F1AC050ADA82}" dt="2026-01-25T16:03:17.112" v="4208" actId="790"/>
          <ac:spMkLst>
            <pc:docMk/>
            <pc:sldMk cId="4004036736" sldId="343"/>
            <ac:spMk id="31" creationId="{CBB97FFC-E9F9-DC88-E2CF-9008E878BD43}"/>
          </ac:spMkLst>
        </pc:spChg>
        <pc:spChg chg="mod">
          <ac:chgData name="Yash Jadhav" userId="535c3d6d-72b8-4f77-8155-55f939173cf2" providerId="ADAL" clId="{F33F88E0-3380-47C4-AFDE-F1AC050ADA82}" dt="2026-01-25T16:03:17.115" v="4209" actId="790"/>
          <ac:spMkLst>
            <pc:docMk/>
            <pc:sldMk cId="4004036736" sldId="343"/>
            <ac:spMk id="32" creationId="{CDB1C8AF-78EA-66E8-6E83-FBD74D2F6FD6}"/>
          </ac:spMkLst>
        </pc:spChg>
        <pc:spChg chg="mod">
          <ac:chgData name="Yash Jadhav" userId="535c3d6d-72b8-4f77-8155-55f939173cf2" providerId="ADAL" clId="{F33F88E0-3380-47C4-AFDE-F1AC050ADA82}" dt="2026-01-25T16:03:17.119" v="4210" actId="790"/>
          <ac:spMkLst>
            <pc:docMk/>
            <pc:sldMk cId="4004036736" sldId="343"/>
            <ac:spMk id="33" creationId="{CAFFD10D-ECE5-C9F7-9C4A-850B87A3F40D}"/>
          </ac:spMkLst>
        </pc:spChg>
        <pc:spChg chg="mod">
          <ac:chgData name="Yash Jadhav" userId="535c3d6d-72b8-4f77-8155-55f939173cf2" providerId="ADAL" clId="{F33F88E0-3380-47C4-AFDE-F1AC050ADA82}" dt="2026-01-25T16:03:17.123" v="4211" actId="790"/>
          <ac:spMkLst>
            <pc:docMk/>
            <pc:sldMk cId="4004036736" sldId="343"/>
            <ac:spMk id="34" creationId="{81677744-FA18-9681-9E84-0ED755395E84}"/>
          </ac:spMkLst>
        </pc:spChg>
        <pc:spChg chg="mod">
          <ac:chgData name="Yash Jadhav" userId="535c3d6d-72b8-4f77-8155-55f939173cf2" providerId="ADAL" clId="{F33F88E0-3380-47C4-AFDE-F1AC050ADA82}" dt="2026-01-25T16:03:17.125" v="4212" actId="790"/>
          <ac:spMkLst>
            <pc:docMk/>
            <pc:sldMk cId="4004036736" sldId="343"/>
            <ac:spMk id="35" creationId="{9EBE54EE-3109-5770-F293-04F4947112B0}"/>
          </ac:spMkLst>
        </pc:spChg>
        <pc:spChg chg="mod">
          <ac:chgData name="Yash Jadhav" userId="535c3d6d-72b8-4f77-8155-55f939173cf2" providerId="ADAL" clId="{F33F88E0-3380-47C4-AFDE-F1AC050ADA82}" dt="2026-01-25T16:03:17.131" v="4213" actId="790"/>
          <ac:spMkLst>
            <pc:docMk/>
            <pc:sldMk cId="4004036736" sldId="343"/>
            <ac:spMk id="36" creationId="{9D7A9767-CD6B-A6E5-DA96-2AEFDAB528B1}"/>
          </ac:spMkLst>
        </pc:spChg>
        <pc:spChg chg="mod">
          <ac:chgData name="Yash Jadhav" userId="535c3d6d-72b8-4f77-8155-55f939173cf2" providerId="ADAL" clId="{F33F88E0-3380-47C4-AFDE-F1AC050ADA82}" dt="2026-01-25T16:03:17.134" v="4214" actId="790"/>
          <ac:spMkLst>
            <pc:docMk/>
            <pc:sldMk cId="4004036736" sldId="343"/>
            <ac:spMk id="37" creationId="{6C57734D-F27E-748F-F131-CBFF73CCC5B9}"/>
          </ac:spMkLst>
        </pc:spChg>
        <pc:spChg chg="mod">
          <ac:chgData name="Yash Jadhav" userId="535c3d6d-72b8-4f77-8155-55f939173cf2" providerId="ADAL" clId="{F33F88E0-3380-47C4-AFDE-F1AC050ADA82}" dt="2026-01-25T16:03:17.137" v="4215" actId="790"/>
          <ac:spMkLst>
            <pc:docMk/>
            <pc:sldMk cId="4004036736" sldId="343"/>
            <ac:spMk id="38" creationId="{574178F1-CFDB-2600-5950-C898C8F3EAAF}"/>
          </ac:spMkLst>
        </pc:spChg>
        <pc:spChg chg="mod">
          <ac:chgData name="Yash Jadhav" userId="535c3d6d-72b8-4f77-8155-55f939173cf2" providerId="ADAL" clId="{F33F88E0-3380-47C4-AFDE-F1AC050ADA82}" dt="2026-01-25T16:03:17.140" v="4216" actId="790"/>
          <ac:spMkLst>
            <pc:docMk/>
            <pc:sldMk cId="4004036736" sldId="343"/>
            <ac:spMk id="39" creationId="{FE900093-D7CA-E404-71B6-1B5FEB710171}"/>
          </ac:spMkLst>
        </pc:spChg>
        <pc:spChg chg="mod">
          <ac:chgData name="Yash Jadhav" userId="535c3d6d-72b8-4f77-8155-55f939173cf2" providerId="ADAL" clId="{F33F88E0-3380-47C4-AFDE-F1AC050ADA82}" dt="2026-01-25T16:03:17.143" v="4217" actId="790"/>
          <ac:spMkLst>
            <pc:docMk/>
            <pc:sldMk cId="4004036736" sldId="343"/>
            <ac:spMk id="40" creationId="{5662F29D-F741-BFFD-76D4-69C09B96E7CA}"/>
          </ac:spMkLst>
        </pc:spChg>
        <pc:spChg chg="mod">
          <ac:chgData name="Yash Jadhav" userId="535c3d6d-72b8-4f77-8155-55f939173cf2" providerId="ADAL" clId="{F33F88E0-3380-47C4-AFDE-F1AC050ADA82}" dt="2026-01-25T16:03:17.145" v="4218" actId="790"/>
          <ac:spMkLst>
            <pc:docMk/>
            <pc:sldMk cId="4004036736" sldId="343"/>
            <ac:spMk id="41" creationId="{C1005C50-CAFE-2EE8-1567-EA16BD34A6B4}"/>
          </ac:spMkLst>
        </pc:spChg>
        <pc:spChg chg="mod">
          <ac:chgData name="Yash Jadhav" userId="535c3d6d-72b8-4f77-8155-55f939173cf2" providerId="ADAL" clId="{F33F88E0-3380-47C4-AFDE-F1AC050ADA82}" dt="2026-01-25T16:03:17.147" v="4219" actId="790"/>
          <ac:spMkLst>
            <pc:docMk/>
            <pc:sldMk cId="4004036736" sldId="343"/>
            <ac:spMk id="42" creationId="{B589BC6E-61A3-924F-D90B-1636F51AEE29}"/>
          </ac:spMkLst>
        </pc:spChg>
        <pc:spChg chg="mod">
          <ac:chgData name="Yash Jadhav" userId="535c3d6d-72b8-4f77-8155-55f939173cf2" providerId="ADAL" clId="{F33F88E0-3380-47C4-AFDE-F1AC050ADA82}" dt="2026-01-25T16:03:17.150" v="4220" actId="790"/>
          <ac:spMkLst>
            <pc:docMk/>
            <pc:sldMk cId="4004036736" sldId="343"/>
            <ac:spMk id="43" creationId="{260D0BC0-2F74-C051-7779-7F98AF4A3C27}"/>
          </ac:spMkLst>
        </pc:spChg>
        <pc:spChg chg="mod">
          <ac:chgData name="Yash Jadhav" userId="535c3d6d-72b8-4f77-8155-55f939173cf2" providerId="ADAL" clId="{F33F88E0-3380-47C4-AFDE-F1AC050ADA82}" dt="2026-01-25T16:03:17.152" v="4221" actId="790"/>
          <ac:spMkLst>
            <pc:docMk/>
            <pc:sldMk cId="4004036736" sldId="343"/>
            <ac:spMk id="44" creationId="{F92DD7F3-C8ED-F528-2A66-2DBAA43E629E}"/>
          </ac:spMkLst>
        </pc:spChg>
        <pc:spChg chg="mod">
          <ac:chgData name="Yash Jadhav" userId="535c3d6d-72b8-4f77-8155-55f939173cf2" providerId="ADAL" clId="{F33F88E0-3380-47C4-AFDE-F1AC050ADA82}" dt="2026-01-25T16:03:17.154" v="4222" actId="790"/>
          <ac:spMkLst>
            <pc:docMk/>
            <pc:sldMk cId="4004036736" sldId="343"/>
            <ac:spMk id="45" creationId="{9381C0E6-26D2-E088-96A2-FC9F0384E283}"/>
          </ac:spMkLst>
        </pc:spChg>
        <pc:spChg chg="mod">
          <ac:chgData name="Yash Jadhav" userId="535c3d6d-72b8-4f77-8155-55f939173cf2" providerId="ADAL" clId="{F33F88E0-3380-47C4-AFDE-F1AC050ADA82}" dt="2026-01-25T16:03:17.157" v="4223" actId="790"/>
          <ac:spMkLst>
            <pc:docMk/>
            <pc:sldMk cId="4004036736" sldId="343"/>
            <ac:spMk id="46" creationId="{D9E49E65-F8B0-DA7B-F119-564E84F551E5}"/>
          </ac:spMkLst>
        </pc:spChg>
        <pc:spChg chg="mod">
          <ac:chgData name="Yash Jadhav" userId="535c3d6d-72b8-4f77-8155-55f939173cf2" providerId="ADAL" clId="{F33F88E0-3380-47C4-AFDE-F1AC050ADA82}" dt="2026-01-25T16:03:17.159" v="4224" actId="790"/>
          <ac:spMkLst>
            <pc:docMk/>
            <pc:sldMk cId="4004036736" sldId="343"/>
            <ac:spMk id="47" creationId="{AE5E92E5-2F3F-70CE-A9CB-21CECFA7AA00}"/>
          </ac:spMkLst>
        </pc:spChg>
        <pc:spChg chg="mod">
          <ac:chgData name="Yash Jadhav" userId="535c3d6d-72b8-4f77-8155-55f939173cf2" providerId="ADAL" clId="{F33F88E0-3380-47C4-AFDE-F1AC050ADA82}" dt="2026-01-25T16:03:17.162" v="4225" actId="790"/>
          <ac:spMkLst>
            <pc:docMk/>
            <pc:sldMk cId="4004036736" sldId="343"/>
            <ac:spMk id="48" creationId="{E53BE155-50E1-7E46-9E52-2A0331301E26}"/>
          </ac:spMkLst>
        </pc:spChg>
        <pc:spChg chg="mod">
          <ac:chgData name="Yash Jadhav" userId="535c3d6d-72b8-4f77-8155-55f939173cf2" providerId="ADAL" clId="{F33F88E0-3380-47C4-AFDE-F1AC050ADA82}" dt="2026-01-25T16:03:17.164" v="4226" actId="790"/>
          <ac:spMkLst>
            <pc:docMk/>
            <pc:sldMk cId="4004036736" sldId="343"/>
            <ac:spMk id="49" creationId="{BE0FA98B-0E55-49A4-BF71-1FB4FC242FC8}"/>
          </ac:spMkLst>
        </pc:spChg>
        <pc:spChg chg="mod">
          <ac:chgData name="Yash Jadhav" userId="535c3d6d-72b8-4f77-8155-55f939173cf2" providerId="ADAL" clId="{F33F88E0-3380-47C4-AFDE-F1AC050ADA82}" dt="2026-01-25T16:03:17.166" v="4227" actId="790"/>
          <ac:spMkLst>
            <pc:docMk/>
            <pc:sldMk cId="4004036736" sldId="343"/>
            <ac:spMk id="50" creationId="{1FE04153-A3D2-1C42-642B-60C567A11DCF}"/>
          </ac:spMkLst>
        </pc:spChg>
        <pc:spChg chg="mod">
          <ac:chgData name="Yash Jadhav" userId="535c3d6d-72b8-4f77-8155-55f939173cf2" providerId="ADAL" clId="{F33F88E0-3380-47C4-AFDE-F1AC050ADA82}" dt="2026-01-25T16:03:17.169" v="4228" actId="790"/>
          <ac:spMkLst>
            <pc:docMk/>
            <pc:sldMk cId="4004036736" sldId="343"/>
            <ac:spMk id="51" creationId="{603DD03E-3435-6DF9-FC04-5DBB7647FF68}"/>
          </ac:spMkLst>
        </pc:spChg>
        <pc:spChg chg="mod">
          <ac:chgData name="Yash Jadhav" userId="535c3d6d-72b8-4f77-8155-55f939173cf2" providerId="ADAL" clId="{F33F88E0-3380-47C4-AFDE-F1AC050ADA82}" dt="2026-01-25T16:03:17.172" v="4229" actId="790"/>
          <ac:spMkLst>
            <pc:docMk/>
            <pc:sldMk cId="4004036736" sldId="343"/>
            <ac:spMk id="52" creationId="{E445D06B-77CD-DA61-5A90-359F59A1918D}"/>
          </ac:spMkLst>
        </pc:spChg>
        <pc:spChg chg="mod">
          <ac:chgData name="Yash Jadhav" userId="535c3d6d-72b8-4f77-8155-55f939173cf2" providerId="ADAL" clId="{F33F88E0-3380-47C4-AFDE-F1AC050ADA82}" dt="2026-01-25T16:03:17.175" v="4230" actId="790"/>
          <ac:spMkLst>
            <pc:docMk/>
            <pc:sldMk cId="4004036736" sldId="343"/>
            <ac:spMk id="53" creationId="{88174C7F-25AE-FAE5-4D28-9AA83CB8807C}"/>
          </ac:spMkLst>
        </pc:spChg>
        <pc:spChg chg="mod">
          <ac:chgData name="Yash Jadhav" userId="535c3d6d-72b8-4f77-8155-55f939173cf2" providerId="ADAL" clId="{F33F88E0-3380-47C4-AFDE-F1AC050ADA82}" dt="2026-01-25T16:03:17.177" v="4231" actId="790"/>
          <ac:spMkLst>
            <pc:docMk/>
            <pc:sldMk cId="4004036736" sldId="343"/>
            <ac:spMk id="54" creationId="{EA6EE102-FB49-95B3-EB10-ADC8F6101858}"/>
          </ac:spMkLst>
        </pc:spChg>
        <pc:spChg chg="mod">
          <ac:chgData name="Yash Jadhav" userId="535c3d6d-72b8-4f77-8155-55f939173cf2" providerId="ADAL" clId="{F33F88E0-3380-47C4-AFDE-F1AC050ADA82}" dt="2026-01-25T16:03:17.179" v="4232" actId="790"/>
          <ac:spMkLst>
            <pc:docMk/>
            <pc:sldMk cId="4004036736" sldId="343"/>
            <ac:spMk id="55" creationId="{1008AD13-8033-79FD-7246-784610E2365C}"/>
          </ac:spMkLst>
        </pc:spChg>
        <pc:spChg chg="mod">
          <ac:chgData name="Yash Jadhav" userId="535c3d6d-72b8-4f77-8155-55f939173cf2" providerId="ADAL" clId="{F33F88E0-3380-47C4-AFDE-F1AC050ADA82}" dt="2026-01-25T16:03:17.182" v="4233" actId="790"/>
          <ac:spMkLst>
            <pc:docMk/>
            <pc:sldMk cId="4004036736" sldId="343"/>
            <ac:spMk id="56" creationId="{2B3E9C6E-5959-A2A5-A41A-83D6C092DA96}"/>
          </ac:spMkLst>
        </pc:spChg>
        <pc:spChg chg="mod">
          <ac:chgData name="Yash Jadhav" userId="535c3d6d-72b8-4f77-8155-55f939173cf2" providerId="ADAL" clId="{F33F88E0-3380-47C4-AFDE-F1AC050ADA82}" dt="2026-01-25T16:03:17.185" v="4234" actId="790"/>
          <ac:spMkLst>
            <pc:docMk/>
            <pc:sldMk cId="4004036736" sldId="343"/>
            <ac:spMk id="57" creationId="{A21362B8-FF71-3DBC-EBD2-A83F6704DE7B}"/>
          </ac:spMkLst>
        </pc:spChg>
        <pc:spChg chg="mod">
          <ac:chgData name="Yash Jadhav" userId="535c3d6d-72b8-4f77-8155-55f939173cf2" providerId="ADAL" clId="{F33F88E0-3380-47C4-AFDE-F1AC050ADA82}" dt="2026-01-25T16:03:17.187" v="4235" actId="790"/>
          <ac:spMkLst>
            <pc:docMk/>
            <pc:sldMk cId="4004036736" sldId="343"/>
            <ac:spMk id="58" creationId="{ADA3A698-3F9F-D600-163F-55491425FAC7}"/>
          </ac:spMkLst>
        </pc:spChg>
        <pc:spChg chg="mod">
          <ac:chgData name="Yash Jadhav" userId="535c3d6d-72b8-4f77-8155-55f939173cf2" providerId="ADAL" clId="{F33F88E0-3380-47C4-AFDE-F1AC050ADA82}" dt="2026-01-25T16:03:17.190" v="4236" actId="790"/>
          <ac:spMkLst>
            <pc:docMk/>
            <pc:sldMk cId="4004036736" sldId="343"/>
            <ac:spMk id="59" creationId="{4076D371-82DB-2D13-D434-53BCD1DA5402}"/>
          </ac:spMkLst>
        </pc:spChg>
        <pc:spChg chg="mod">
          <ac:chgData name="Yash Jadhav" userId="535c3d6d-72b8-4f77-8155-55f939173cf2" providerId="ADAL" clId="{F33F88E0-3380-47C4-AFDE-F1AC050ADA82}" dt="2026-01-25T16:03:17.194" v="4237" actId="790"/>
          <ac:spMkLst>
            <pc:docMk/>
            <pc:sldMk cId="4004036736" sldId="343"/>
            <ac:spMk id="60" creationId="{B63DCFCB-5D3B-7853-16EE-4DB55F703FF7}"/>
          </ac:spMkLst>
        </pc:spChg>
        <pc:spChg chg="mod">
          <ac:chgData name="Yash Jadhav" userId="535c3d6d-72b8-4f77-8155-55f939173cf2" providerId="ADAL" clId="{F33F88E0-3380-47C4-AFDE-F1AC050ADA82}" dt="2026-01-25T16:03:17.196" v="4238" actId="790"/>
          <ac:spMkLst>
            <pc:docMk/>
            <pc:sldMk cId="4004036736" sldId="343"/>
            <ac:spMk id="61" creationId="{A0AE5AD2-59E0-F3F9-1DF9-B902B6764FCE}"/>
          </ac:spMkLst>
        </pc:spChg>
        <pc:spChg chg="mod">
          <ac:chgData name="Yash Jadhav" userId="535c3d6d-72b8-4f77-8155-55f939173cf2" providerId="ADAL" clId="{F33F88E0-3380-47C4-AFDE-F1AC050ADA82}" dt="2026-01-25T16:03:17.199" v="4239" actId="790"/>
          <ac:spMkLst>
            <pc:docMk/>
            <pc:sldMk cId="4004036736" sldId="343"/>
            <ac:spMk id="62" creationId="{A7CC5BA0-23FE-053C-2E8D-7946279669C4}"/>
          </ac:spMkLst>
        </pc:spChg>
        <pc:spChg chg="mod">
          <ac:chgData name="Yash Jadhav" userId="535c3d6d-72b8-4f77-8155-55f939173cf2" providerId="ADAL" clId="{F33F88E0-3380-47C4-AFDE-F1AC050ADA82}" dt="2026-01-25T16:03:17.203" v="4240" actId="790"/>
          <ac:spMkLst>
            <pc:docMk/>
            <pc:sldMk cId="4004036736" sldId="343"/>
            <ac:spMk id="63" creationId="{EA9A9D61-3A51-A04B-67E2-2CE8E0897925}"/>
          </ac:spMkLst>
        </pc:spChg>
        <pc:spChg chg="mod">
          <ac:chgData name="Yash Jadhav" userId="535c3d6d-72b8-4f77-8155-55f939173cf2" providerId="ADAL" clId="{F33F88E0-3380-47C4-AFDE-F1AC050ADA82}" dt="2026-01-25T16:03:17.206" v="4241" actId="790"/>
          <ac:spMkLst>
            <pc:docMk/>
            <pc:sldMk cId="4004036736" sldId="343"/>
            <ac:spMk id="64" creationId="{3A154641-0584-C039-2809-A13974BCEC8F}"/>
          </ac:spMkLst>
        </pc:spChg>
        <pc:spChg chg="mod">
          <ac:chgData name="Yash Jadhav" userId="535c3d6d-72b8-4f77-8155-55f939173cf2" providerId="ADAL" clId="{F33F88E0-3380-47C4-AFDE-F1AC050ADA82}" dt="2026-01-25T16:03:17.210" v="4242" actId="790"/>
          <ac:spMkLst>
            <pc:docMk/>
            <pc:sldMk cId="4004036736" sldId="343"/>
            <ac:spMk id="65" creationId="{23033F5D-7FF7-7442-2F83-7D237D54CBF9}"/>
          </ac:spMkLst>
        </pc:spChg>
        <pc:spChg chg="mod">
          <ac:chgData name="Yash Jadhav" userId="535c3d6d-72b8-4f77-8155-55f939173cf2" providerId="ADAL" clId="{F33F88E0-3380-47C4-AFDE-F1AC050ADA82}" dt="2026-01-25T16:03:17.213" v="4243" actId="790"/>
          <ac:spMkLst>
            <pc:docMk/>
            <pc:sldMk cId="4004036736" sldId="343"/>
            <ac:spMk id="66" creationId="{B455622E-CF7B-7036-ED12-0F4DCE39DECB}"/>
          </ac:spMkLst>
        </pc:spChg>
        <pc:spChg chg="mod">
          <ac:chgData name="Yash Jadhav" userId="535c3d6d-72b8-4f77-8155-55f939173cf2" providerId="ADAL" clId="{F33F88E0-3380-47C4-AFDE-F1AC050ADA82}" dt="2026-01-25T16:03:17.217" v="4244" actId="790"/>
          <ac:spMkLst>
            <pc:docMk/>
            <pc:sldMk cId="4004036736" sldId="343"/>
            <ac:spMk id="67" creationId="{E5DC3A9D-717C-3DC5-C5E4-DE5A0748509B}"/>
          </ac:spMkLst>
        </pc:spChg>
        <pc:spChg chg="mod">
          <ac:chgData name="Yash Jadhav" userId="535c3d6d-72b8-4f77-8155-55f939173cf2" providerId="ADAL" clId="{F33F88E0-3380-47C4-AFDE-F1AC050ADA82}" dt="2026-01-25T16:03:17.221" v="4245" actId="790"/>
          <ac:spMkLst>
            <pc:docMk/>
            <pc:sldMk cId="4004036736" sldId="343"/>
            <ac:spMk id="68" creationId="{EC517096-C6C1-2E83-1F86-C9F224982918}"/>
          </ac:spMkLst>
        </pc:spChg>
        <pc:spChg chg="mod">
          <ac:chgData name="Yash Jadhav" userId="535c3d6d-72b8-4f77-8155-55f939173cf2" providerId="ADAL" clId="{F33F88E0-3380-47C4-AFDE-F1AC050ADA82}" dt="2026-01-25T16:03:17.225" v="4246" actId="790"/>
          <ac:spMkLst>
            <pc:docMk/>
            <pc:sldMk cId="4004036736" sldId="343"/>
            <ac:spMk id="69" creationId="{7547ECC4-4359-0B7E-A00C-84FEE53D3C51}"/>
          </ac:spMkLst>
        </pc:spChg>
        <pc:spChg chg="mod">
          <ac:chgData name="Yash Jadhav" userId="535c3d6d-72b8-4f77-8155-55f939173cf2" providerId="ADAL" clId="{F33F88E0-3380-47C4-AFDE-F1AC050ADA82}" dt="2026-01-25T16:03:17.229" v="4247" actId="790"/>
          <ac:spMkLst>
            <pc:docMk/>
            <pc:sldMk cId="4004036736" sldId="343"/>
            <ac:spMk id="70" creationId="{E558934F-A646-CA0D-C870-FE0B46A81575}"/>
          </ac:spMkLst>
        </pc:spChg>
        <pc:spChg chg="mod">
          <ac:chgData name="Yash Jadhav" userId="535c3d6d-72b8-4f77-8155-55f939173cf2" providerId="ADAL" clId="{F33F88E0-3380-47C4-AFDE-F1AC050ADA82}" dt="2026-01-25T16:03:17.232" v="4248" actId="790"/>
          <ac:spMkLst>
            <pc:docMk/>
            <pc:sldMk cId="4004036736" sldId="343"/>
            <ac:spMk id="71" creationId="{3653C253-A29D-4A32-0E64-C5731036F4DA}"/>
          </ac:spMkLst>
        </pc:spChg>
        <pc:spChg chg="mod">
          <ac:chgData name="Yash Jadhav" userId="535c3d6d-72b8-4f77-8155-55f939173cf2" providerId="ADAL" clId="{F33F88E0-3380-47C4-AFDE-F1AC050ADA82}" dt="2026-01-25T16:03:17.236" v="4249" actId="790"/>
          <ac:spMkLst>
            <pc:docMk/>
            <pc:sldMk cId="4004036736" sldId="343"/>
            <ac:spMk id="72" creationId="{F17694F8-10D0-D58A-8DE6-927A74546695}"/>
          </ac:spMkLst>
        </pc:spChg>
        <pc:spChg chg="mod">
          <ac:chgData name="Yash Jadhav" userId="535c3d6d-72b8-4f77-8155-55f939173cf2" providerId="ADAL" clId="{F33F88E0-3380-47C4-AFDE-F1AC050ADA82}" dt="2026-01-25T16:03:17.238" v="4250" actId="790"/>
          <ac:spMkLst>
            <pc:docMk/>
            <pc:sldMk cId="4004036736" sldId="343"/>
            <ac:spMk id="73" creationId="{E5DF9CD4-3F4B-D3A5-2380-F3C8B2A8D875}"/>
          </ac:spMkLst>
        </pc:spChg>
        <pc:spChg chg="mod">
          <ac:chgData name="Yash Jadhav" userId="535c3d6d-72b8-4f77-8155-55f939173cf2" providerId="ADAL" clId="{F33F88E0-3380-47C4-AFDE-F1AC050ADA82}" dt="2026-01-25T16:03:17.241" v="4251" actId="790"/>
          <ac:spMkLst>
            <pc:docMk/>
            <pc:sldMk cId="4004036736" sldId="343"/>
            <ac:spMk id="74" creationId="{D6C9DA97-1735-FEE6-2931-335B73FC17D4}"/>
          </ac:spMkLst>
        </pc:spChg>
        <pc:spChg chg="mod">
          <ac:chgData name="Yash Jadhav" userId="535c3d6d-72b8-4f77-8155-55f939173cf2" providerId="ADAL" clId="{F33F88E0-3380-47C4-AFDE-F1AC050ADA82}" dt="2026-01-25T16:03:17.243" v="4252" actId="790"/>
          <ac:spMkLst>
            <pc:docMk/>
            <pc:sldMk cId="4004036736" sldId="343"/>
            <ac:spMk id="75" creationId="{EF2BBCBF-A7D8-76CB-5235-353A3F016277}"/>
          </ac:spMkLst>
        </pc:spChg>
        <pc:spChg chg="mod">
          <ac:chgData name="Yash Jadhav" userId="535c3d6d-72b8-4f77-8155-55f939173cf2" providerId="ADAL" clId="{F33F88E0-3380-47C4-AFDE-F1AC050ADA82}" dt="2026-01-25T16:03:17.245" v="4253" actId="790"/>
          <ac:spMkLst>
            <pc:docMk/>
            <pc:sldMk cId="4004036736" sldId="343"/>
            <ac:spMk id="76" creationId="{663ADEBC-7A95-122D-99FF-42848F4E38FA}"/>
          </ac:spMkLst>
        </pc:spChg>
        <pc:spChg chg="mod">
          <ac:chgData name="Yash Jadhav" userId="535c3d6d-72b8-4f77-8155-55f939173cf2" providerId="ADAL" clId="{F33F88E0-3380-47C4-AFDE-F1AC050ADA82}" dt="2026-01-25T16:03:17.247" v="4254" actId="790"/>
          <ac:spMkLst>
            <pc:docMk/>
            <pc:sldMk cId="4004036736" sldId="343"/>
            <ac:spMk id="77" creationId="{D989C602-7CAB-9708-9A12-CD9347298695}"/>
          </ac:spMkLst>
        </pc:spChg>
        <pc:spChg chg="mod">
          <ac:chgData name="Yash Jadhav" userId="535c3d6d-72b8-4f77-8155-55f939173cf2" providerId="ADAL" clId="{F33F88E0-3380-47C4-AFDE-F1AC050ADA82}" dt="2026-01-25T16:03:17.249" v="4255" actId="790"/>
          <ac:spMkLst>
            <pc:docMk/>
            <pc:sldMk cId="4004036736" sldId="343"/>
            <ac:spMk id="78" creationId="{38D9C891-B863-37AD-FF57-BF5F9577C143}"/>
          </ac:spMkLst>
        </pc:spChg>
        <pc:spChg chg="mod">
          <ac:chgData name="Yash Jadhav" userId="535c3d6d-72b8-4f77-8155-55f939173cf2" providerId="ADAL" clId="{F33F88E0-3380-47C4-AFDE-F1AC050ADA82}" dt="2026-01-25T16:03:17.252" v="4256" actId="790"/>
          <ac:spMkLst>
            <pc:docMk/>
            <pc:sldMk cId="4004036736" sldId="343"/>
            <ac:spMk id="79" creationId="{A957488F-AFEE-86AB-F4C8-C993311E8A7C}"/>
          </ac:spMkLst>
        </pc:spChg>
        <pc:spChg chg="mod">
          <ac:chgData name="Yash Jadhav" userId="535c3d6d-72b8-4f77-8155-55f939173cf2" providerId="ADAL" clId="{F33F88E0-3380-47C4-AFDE-F1AC050ADA82}" dt="2026-01-25T16:03:17.258" v="4257" actId="790"/>
          <ac:spMkLst>
            <pc:docMk/>
            <pc:sldMk cId="4004036736" sldId="343"/>
            <ac:spMk id="81" creationId="{A50A1D5C-88DD-2038-3B69-1719C25DA5AF}"/>
          </ac:spMkLst>
        </pc:spChg>
        <pc:spChg chg="mod">
          <ac:chgData name="Yash Jadhav" userId="535c3d6d-72b8-4f77-8155-55f939173cf2" providerId="ADAL" clId="{F33F88E0-3380-47C4-AFDE-F1AC050ADA82}" dt="2026-01-25T16:03:17.262" v="4258" actId="790"/>
          <ac:spMkLst>
            <pc:docMk/>
            <pc:sldMk cId="4004036736" sldId="343"/>
            <ac:spMk id="82" creationId="{EFE2C61D-A335-3013-F666-3AF0D009C655}"/>
          </ac:spMkLst>
        </pc:spChg>
        <pc:spChg chg="mod">
          <ac:chgData name="Yash Jadhav" userId="535c3d6d-72b8-4f77-8155-55f939173cf2" providerId="ADAL" clId="{F33F88E0-3380-47C4-AFDE-F1AC050ADA82}" dt="2026-01-25T16:03:17.265" v="4259" actId="790"/>
          <ac:spMkLst>
            <pc:docMk/>
            <pc:sldMk cId="4004036736" sldId="343"/>
            <ac:spMk id="83" creationId="{2BC5951F-3A33-5785-39A8-B44E355B7A8B}"/>
          </ac:spMkLst>
        </pc:spChg>
        <pc:spChg chg="mod">
          <ac:chgData name="Yash Jadhav" userId="535c3d6d-72b8-4f77-8155-55f939173cf2" providerId="ADAL" clId="{F33F88E0-3380-47C4-AFDE-F1AC050ADA82}" dt="2026-01-25T16:03:17.267" v="4260" actId="790"/>
          <ac:spMkLst>
            <pc:docMk/>
            <pc:sldMk cId="4004036736" sldId="343"/>
            <ac:spMk id="87" creationId="{309B0F7A-C3A8-7C37-B3F1-B7479EFF9546}"/>
          </ac:spMkLst>
        </pc:spChg>
        <pc:spChg chg="mod">
          <ac:chgData name="Yash Jadhav" userId="535c3d6d-72b8-4f77-8155-55f939173cf2" providerId="ADAL" clId="{F33F88E0-3380-47C4-AFDE-F1AC050ADA82}" dt="2026-01-25T16:03:17.057" v="4191" actId="790"/>
          <ac:spMkLst>
            <pc:docMk/>
            <pc:sldMk cId="4004036736" sldId="343"/>
            <ac:spMk id="94" creationId="{5DCB77DC-0DF0-2DD1-5F46-64C5CF557A78}"/>
          </ac:spMkLst>
        </pc:spChg>
        <pc:spChg chg="mod">
          <ac:chgData name="Yash Jadhav" userId="535c3d6d-72b8-4f77-8155-55f939173cf2" providerId="ADAL" clId="{F33F88E0-3380-47C4-AFDE-F1AC050ADA82}" dt="2026-01-25T16:03:17.059" v="4192" actId="790"/>
          <ac:spMkLst>
            <pc:docMk/>
            <pc:sldMk cId="4004036736" sldId="343"/>
            <ac:spMk id="95" creationId="{7AE4F4BA-9CA3-CC60-C3F6-8A9DA25E86C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776121434" sldId="344"/>
        </pc:sldMkLst>
        <pc:spChg chg="add del mod">
          <ac:chgData name="Yash Jadhav" userId="535c3d6d-72b8-4f77-8155-55f939173cf2" providerId="ADAL" clId="{F33F88E0-3380-47C4-AFDE-F1AC050ADA82}" dt="2026-01-25T16:06:14.662" v="8413" actId="6264"/>
          <ac:spMkLst>
            <pc:docMk/>
            <pc:sldMk cId="3776121434" sldId="344"/>
            <ac:spMk id="2" creationId="{5FCEEFA3-BB77-AD89-ED93-C94A6EF6CC3E}"/>
          </ac:spMkLst>
        </pc:spChg>
        <pc:spChg chg="mod ord">
          <ac:chgData name="Yash Jadhav" userId="535c3d6d-72b8-4f77-8155-55f939173cf2" providerId="ADAL" clId="{F33F88E0-3380-47C4-AFDE-F1AC050ADA82}" dt="2026-01-25T16:06:14.662" v="8413" actId="6264"/>
          <ac:spMkLst>
            <pc:docMk/>
            <pc:sldMk cId="3776121434" sldId="344"/>
            <ac:spMk id="3" creationId="{00000000-0000-0000-0000-000000000000}"/>
          </ac:spMkLst>
        </pc:spChg>
        <pc:spChg chg="mod">
          <ac:chgData name="Yash Jadhav" userId="535c3d6d-72b8-4f77-8155-55f939173cf2" providerId="ADAL" clId="{F33F88E0-3380-47C4-AFDE-F1AC050ADA82}" dt="2026-01-25T16:03:19.845" v="4266" actId="790"/>
          <ac:spMkLst>
            <pc:docMk/>
            <pc:sldMk cId="3776121434" sldId="344"/>
            <ac:spMk id="5" creationId="{00000000-0000-0000-0000-000000000000}"/>
          </ac:spMkLst>
        </pc:spChg>
        <pc:spChg chg="mod">
          <ac:chgData name="Yash Jadhav" userId="535c3d6d-72b8-4f77-8155-55f939173cf2" providerId="ADAL" clId="{F33F88E0-3380-47C4-AFDE-F1AC050ADA82}" dt="2026-01-25T16:03:19.852" v="4267" actId="790"/>
          <ac:spMkLst>
            <pc:docMk/>
            <pc:sldMk cId="3776121434" sldId="344"/>
            <ac:spMk id="6" creationId="{00000000-0000-0000-0000-000000000000}"/>
          </ac:spMkLst>
        </pc:spChg>
        <pc:spChg chg="mod">
          <ac:chgData name="Yash Jadhav" userId="535c3d6d-72b8-4f77-8155-55f939173cf2" providerId="ADAL" clId="{F33F88E0-3380-47C4-AFDE-F1AC050ADA82}" dt="2026-01-25T16:03:19.855" v="4268" actId="790"/>
          <ac:spMkLst>
            <pc:docMk/>
            <pc:sldMk cId="3776121434" sldId="344"/>
            <ac:spMk id="7" creationId="{00000000-0000-0000-0000-000000000000}"/>
          </ac:spMkLst>
        </pc:spChg>
        <pc:spChg chg="mod">
          <ac:chgData name="Yash Jadhav" userId="535c3d6d-72b8-4f77-8155-55f939173cf2" providerId="ADAL" clId="{F33F88E0-3380-47C4-AFDE-F1AC050ADA82}" dt="2026-01-25T16:03:19.858" v="4269" actId="790"/>
          <ac:spMkLst>
            <pc:docMk/>
            <pc:sldMk cId="3776121434" sldId="344"/>
            <ac:spMk id="8" creationId="{00000000-0000-0000-0000-000000000000}"/>
          </ac:spMkLst>
        </pc:spChg>
        <pc:spChg chg="mod">
          <ac:chgData name="Yash Jadhav" userId="535c3d6d-72b8-4f77-8155-55f939173cf2" providerId="ADAL" clId="{F33F88E0-3380-47C4-AFDE-F1AC050ADA82}" dt="2026-01-25T16:03:19.865" v="4270" actId="790"/>
          <ac:spMkLst>
            <pc:docMk/>
            <pc:sldMk cId="3776121434" sldId="344"/>
            <ac:spMk id="9" creationId="{00000000-0000-0000-0000-000000000000}"/>
          </ac:spMkLst>
        </pc:spChg>
        <pc:spChg chg="mod">
          <ac:chgData name="Yash Jadhav" userId="535c3d6d-72b8-4f77-8155-55f939173cf2" providerId="ADAL" clId="{F33F88E0-3380-47C4-AFDE-F1AC050ADA82}" dt="2026-01-25T16:03:19.867" v="4271" actId="790"/>
          <ac:spMkLst>
            <pc:docMk/>
            <pc:sldMk cId="3776121434" sldId="344"/>
            <ac:spMk id="10" creationId="{00000000-0000-0000-0000-000000000000}"/>
          </ac:spMkLst>
        </pc:spChg>
        <pc:spChg chg="mod">
          <ac:chgData name="Yash Jadhav" userId="535c3d6d-72b8-4f77-8155-55f939173cf2" providerId="ADAL" clId="{F33F88E0-3380-47C4-AFDE-F1AC050ADA82}" dt="2026-01-25T16:03:19.870" v="4272" actId="790"/>
          <ac:spMkLst>
            <pc:docMk/>
            <pc:sldMk cId="3776121434" sldId="344"/>
            <ac:spMk id="11" creationId="{00000000-0000-0000-0000-000000000000}"/>
          </ac:spMkLst>
        </pc:spChg>
        <pc:spChg chg="mod">
          <ac:chgData name="Yash Jadhav" userId="535c3d6d-72b8-4f77-8155-55f939173cf2" providerId="ADAL" clId="{F33F88E0-3380-47C4-AFDE-F1AC050ADA82}" dt="2026-01-25T16:03:19.876" v="4273" actId="790"/>
          <ac:spMkLst>
            <pc:docMk/>
            <pc:sldMk cId="3776121434" sldId="344"/>
            <ac:spMk id="12" creationId="{00000000-0000-0000-0000-000000000000}"/>
          </ac:spMkLst>
        </pc:spChg>
        <pc:spChg chg="mod">
          <ac:chgData name="Yash Jadhav" userId="535c3d6d-72b8-4f77-8155-55f939173cf2" providerId="ADAL" clId="{F33F88E0-3380-47C4-AFDE-F1AC050ADA82}" dt="2026-01-25T16:03:19.879" v="4274" actId="790"/>
          <ac:spMkLst>
            <pc:docMk/>
            <pc:sldMk cId="3776121434" sldId="344"/>
            <ac:spMk id="13" creationId="{00000000-0000-0000-0000-000000000000}"/>
          </ac:spMkLst>
        </pc:spChg>
        <pc:spChg chg="mod">
          <ac:chgData name="Yash Jadhav" userId="535c3d6d-72b8-4f77-8155-55f939173cf2" providerId="ADAL" clId="{F33F88E0-3380-47C4-AFDE-F1AC050ADA82}" dt="2026-01-25T16:03:19.882" v="4275" actId="790"/>
          <ac:spMkLst>
            <pc:docMk/>
            <pc:sldMk cId="3776121434" sldId="344"/>
            <ac:spMk id="14" creationId="{00000000-0000-0000-0000-000000000000}"/>
          </ac:spMkLst>
        </pc:spChg>
        <pc:spChg chg="mod">
          <ac:chgData name="Yash Jadhav" userId="535c3d6d-72b8-4f77-8155-55f939173cf2" providerId="ADAL" clId="{F33F88E0-3380-47C4-AFDE-F1AC050ADA82}" dt="2026-01-25T16:03:19.884" v="4276" actId="790"/>
          <ac:spMkLst>
            <pc:docMk/>
            <pc:sldMk cId="3776121434" sldId="344"/>
            <ac:spMk id="15" creationId="{00000000-0000-0000-0000-000000000000}"/>
          </ac:spMkLst>
        </pc:spChg>
        <pc:spChg chg="mod">
          <ac:chgData name="Yash Jadhav" userId="535c3d6d-72b8-4f77-8155-55f939173cf2" providerId="ADAL" clId="{F33F88E0-3380-47C4-AFDE-F1AC050ADA82}" dt="2026-01-25T16:03:19.887" v="4277" actId="790"/>
          <ac:spMkLst>
            <pc:docMk/>
            <pc:sldMk cId="3776121434" sldId="344"/>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04785473" sldId="345"/>
        </pc:sldMkLst>
        <pc:spChg chg="mod">
          <ac:chgData name="Yash Jadhav" userId="535c3d6d-72b8-4f77-8155-55f939173cf2" providerId="ADAL" clId="{F33F88E0-3380-47C4-AFDE-F1AC050ADA82}" dt="2026-01-25T16:03:20.783" v="4282" actId="790"/>
          <ac:spMkLst>
            <pc:docMk/>
            <pc:sldMk cId="1504785473" sldId="34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04785473" sldId="345"/>
            <ac:spMk id="3" creationId="{D8E98574-166B-170B-C60D-BC60449D4D7B}"/>
          </ac:spMkLst>
        </pc:spChg>
        <pc:spChg chg="mod">
          <ac:chgData name="Yash Jadhav" userId="535c3d6d-72b8-4f77-8155-55f939173cf2" providerId="ADAL" clId="{F33F88E0-3380-47C4-AFDE-F1AC050ADA82}" dt="2026-01-25T16:03:20.812" v="4290" actId="790"/>
          <ac:spMkLst>
            <pc:docMk/>
            <pc:sldMk cId="1504785473" sldId="345"/>
            <ac:spMk id="7" creationId="{C965C79B-E5DF-41AF-92ED-012D5DE63278}"/>
          </ac:spMkLst>
        </pc:spChg>
        <pc:spChg chg="mod">
          <ac:chgData name="Yash Jadhav" userId="535c3d6d-72b8-4f77-8155-55f939173cf2" providerId="ADAL" clId="{F33F88E0-3380-47C4-AFDE-F1AC050ADA82}" dt="2026-01-25T16:03:20.806" v="4288" actId="790"/>
          <ac:spMkLst>
            <pc:docMk/>
            <pc:sldMk cId="1504785473" sldId="345"/>
            <ac:spMk id="13" creationId="{00000000-0000-0000-0000-000000000000}"/>
          </ac:spMkLst>
        </pc:spChg>
        <pc:spChg chg="mod">
          <ac:chgData name="Yash Jadhav" userId="535c3d6d-72b8-4f77-8155-55f939173cf2" providerId="ADAL" clId="{F33F88E0-3380-47C4-AFDE-F1AC050ADA82}" dt="2026-01-25T16:03:20.792" v="4284" actId="790"/>
          <ac:spMkLst>
            <pc:docMk/>
            <pc:sldMk cId="1504785473" sldId="345"/>
            <ac:spMk id="65" creationId="{00000000-0000-0000-0000-000000000000}"/>
          </ac:spMkLst>
        </pc:spChg>
        <pc:spChg chg="mod">
          <ac:chgData name="Yash Jadhav" userId="535c3d6d-72b8-4f77-8155-55f939173cf2" providerId="ADAL" clId="{F33F88E0-3380-47C4-AFDE-F1AC050ADA82}" dt="2026-01-25T16:03:20.794" v="4285" actId="790"/>
          <ac:spMkLst>
            <pc:docMk/>
            <pc:sldMk cId="1504785473" sldId="345"/>
            <ac:spMk id="66" creationId="{00000000-0000-0000-0000-000000000000}"/>
          </ac:spMkLst>
        </pc:spChg>
        <pc:spChg chg="mod">
          <ac:chgData name="Yash Jadhav" userId="535c3d6d-72b8-4f77-8155-55f939173cf2" providerId="ADAL" clId="{F33F88E0-3380-47C4-AFDE-F1AC050ADA82}" dt="2026-01-25T16:03:20.832" v="4297" actId="790"/>
          <ac:spMkLst>
            <pc:docMk/>
            <pc:sldMk cId="1504785473" sldId="345"/>
            <ac:spMk id="67" creationId="{FB8E67AA-66C4-409B-899C-47005417FDC0}"/>
          </ac:spMkLst>
        </pc:spChg>
        <pc:spChg chg="mod">
          <ac:chgData name="Yash Jadhav" userId="535c3d6d-72b8-4f77-8155-55f939173cf2" providerId="ADAL" clId="{F33F88E0-3380-47C4-AFDE-F1AC050ADA82}" dt="2026-01-25T16:03:20.800" v="4286" actId="790"/>
          <ac:spMkLst>
            <pc:docMk/>
            <pc:sldMk cId="1504785473" sldId="345"/>
            <ac:spMk id="69" creationId="{00000000-0000-0000-0000-000000000000}"/>
          </ac:spMkLst>
        </pc:spChg>
        <pc:spChg chg="mod">
          <ac:chgData name="Yash Jadhav" userId="535c3d6d-72b8-4f77-8155-55f939173cf2" providerId="ADAL" clId="{F33F88E0-3380-47C4-AFDE-F1AC050ADA82}" dt="2026-01-25T16:03:20.804" v="4287" actId="790"/>
          <ac:spMkLst>
            <pc:docMk/>
            <pc:sldMk cId="1504785473" sldId="345"/>
            <ac:spMk id="74" creationId="{00000000-0000-0000-0000-000000000000}"/>
          </ac:spMkLst>
        </pc:spChg>
        <pc:spChg chg="mod">
          <ac:chgData name="Yash Jadhav" userId="535c3d6d-72b8-4f77-8155-55f939173cf2" providerId="ADAL" clId="{F33F88E0-3380-47C4-AFDE-F1AC050ADA82}" dt="2026-01-25T16:03:20.849" v="4304" actId="790"/>
          <ac:spMkLst>
            <pc:docMk/>
            <pc:sldMk cId="1504785473" sldId="345"/>
            <ac:spMk id="75" creationId="{20B20C92-C0C1-4161-A5EE-DEC0790CA564}"/>
          </ac:spMkLst>
        </pc:spChg>
        <pc:spChg chg="mod ord">
          <ac:chgData name="Yash Jadhav" userId="535c3d6d-72b8-4f77-8155-55f939173cf2" providerId="ADAL" clId="{F33F88E0-3380-47C4-AFDE-F1AC050ADA82}" dt="2026-01-25T16:06:14.662" v="8413" actId="6264"/>
          <ac:spMkLst>
            <pc:docMk/>
            <pc:sldMk cId="1504785473" sldId="345"/>
            <ac:spMk id="76" creationId="{00000000-0000-0000-0000-000000000000}"/>
          </ac:spMkLst>
        </pc:spChg>
        <pc:spChg chg="mod">
          <ac:chgData name="Yash Jadhav" userId="535c3d6d-72b8-4f77-8155-55f939173cf2" providerId="ADAL" clId="{F33F88E0-3380-47C4-AFDE-F1AC050ADA82}" dt="2026-01-25T16:03:20.809" v="4289" actId="790"/>
          <ac:spMkLst>
            <pc:docMk/>
            <pc:sldMk cId="1504785473" sldId="345"/>
            <ac:spMk id="78" creationId="{00000000-0000-0000-0000-000000000000}"/>
          </ac:spMkLst>
        </pc:spChg>
        <pc:spChg chg="mod">
          <ac:chgData name="Yash Jadhav" userId="535c3d6d-72b8-4f77-8155-55f939173cf2" providerId="ADAL" clId="{F33F88E0-3380-47C4-AFDE-F1AC050ADA82}" dt="2026-01-25T16:03:20.867" v="4311" actId="790"/>
          <ac:spMkLst>
            <pc:docMk/>
            <pc:sldMk cId="1504785473" sldId="345"/>
            <ac:spMk id="82" creationId="{8B1262F4-2532-45F3-8A22-2CC75E77949B}"/>
          </ac:spMkLst>
        </pc:spChg>
        <pc:spChg chg="mod">
          <ac:chgData name="Yash Jadhav" userId="535c3d6d-72b8-4f77-8155-55f939173cf2" providerId="ADAL" clId="{F33F88E0-3380-47C4-AFDE-F1AC050ADA82}" dt="2026-01-25T16:03:20.816" v="4291" actId="790"/>
          <ac:spMkLst>
            <pc:docMk/>
            <pc:sldMk cId="1504785473" sldId="345"/>
            <ac:spMk id="85" creationId="{00000000-0000-0000-0000-000000000000}"/>
          </ac:spMkLst>
        </pc:spChg>
        <pc:spChg chg="mod">
          <ac:chgData name="Yash Jadhav" userId="535c3d6d-72b8-4f77-8155-55f939173cf2" providerId="ADAL" clId="{F33F88E0-3380-47C4-AFDE-F1AC050ADA82}" dt="2026-01-25T16:03:20.819" v="4292" actId="790"/>
          <ac:spMkLst>
            <pc:docMk/>
            <pc:sldMk cId="1504785473" sldId="345"/>
            <ac:spMk id="86" creationId="{00000000-0000-0000-0000-000000000000}"/>
          </ac:spMkLst>
        </pc:spChg>
        <pc:spChg chg="mod">
          <ac:chgData name="Yash Jadhav" userId="535c3d6d-72b8-4f77-8155-55f939173cf2" providerId="ADAL" clId="{F33F88E0-3380-47C4-AFDE-F1AC050ADA82}" dt="2026-01-25T16:03:20.824" v="4293" actId="790"/>
          <ac:spMkLst>
            <pc:docMk/>
            <pc:sldMk cId="1504785473" sldId="345"/>
            <ac:spMk id="87" creationId="{00000000-0000-0000-0000-000000000000}"/>
          </ac:spMkLst>
        </pc:spChg>
        <pc:spChg chg="mod">
          <ac:chgData name="Yash Jadhav" userId="535c3d6d-72b8-4f77-8155-55f939173cf2" providerId="ADAL" clId="{F33F88E0-3380-47C4-AFDE-F1AC050ADA82}" dt="2026-01-25T16:03:20.827" v="4294" actId="790"/>
          <ac:spMkLst>
            <pc:docMk/>
            <pc:sldMk cId="1504785473" sldId="345"/>
            <ac:spMk id="88" creationId="{00000000-0000-0000-0000-000000000000}"/>
          </ac:spMkLst>
        </pc:spChg>
        <pc:spChg chg="mod">
          <ac:chgData name="Yash Jadhav" userId="535c3d6d-72b8-4f77-8155-55f939173cf2" providerId="ADAL" clId="{F33F88E0-3380-47C4-AFDE-F1AC050ADA82}" dt="2026-01-25T16:03:20.836" v="4298" actId="790"/>
          <ac:spMkLst>
            <pc:docMk/>
            <pc:sldMk cId="1504785473" sldId="345"/>
            <ac:spMk id="89" creationId="{00000000-0000-0000-0000-000000000000}"/>
          </ac:spMkLst>
        </pc:spChg>
        <pc:spChg chg="mod">
          <ac:chgData name="Yash Jadhav" userId="535c3d6d-72b8-4f77-8155-55f939173cf2" providerId="ADAL" clId="{F33F88E0-3380-47C4-AFDE-F1AC050ADA82}" dt="2026-01-25T16:03:20.838" v="4299" actId="790"/>
          <ac:spMkLst>
            <pc:docMk/>
            <pc:sldMk cId="1504785473" sldId="345"/>
            <ac:spMk id="90" creationId="{00000000-0000-0000-0000-000000000000}"/>
          </ac:spMkLst>
        </pc:spChg>
        <pc:spChg chg="mod">
          <ac:chgData name="Yash Jadhav" userId="535c3d6d-72b8-4f77-8155-55f939173cf2" providerId="ADAL" clId="{F33F88E0-3380-47C4-AFDE-F1AC050ADA82}" dt="2026-01-25T16:03:20.842" v="4300" actId="790"/>
          <ac:spMkLst>
            <pc:docMk/>
            <pc:sldMk cId="1504785473" sldId="345"/>
            <ac:spMk id="91" creationId="{00000000-0000-0000-0000-000000000000}"/>
          </ac:spMkLst>
        </pc:spChg>
        <pc:spChg chg="mod">
          <ac:chgData name="Yash Jadhav" userId="535c3d6d-72b8-4f77-8155-55f939173cf2" providerId="ADAL" clId="{F33F88E0-3380-47C4-AFDE-F1AC050ADA82}" dt="2026-01-25T16:03:20.844" v="4301" actId="790"/>
          <ac:spMkLst>
            <pc:docMk/>
            <pc:sldMk cId="1504785473" sldId="345"/>
            <ac:spMk id="92" creationId="{00000000-0000-0000-0000-000000000000}"/>
          </ac:spMkLst>
        </pc:spChg>
        <pc:spChg chg="mod">
          <ac:chgData name="Yash Jadhav" userId="535c3d6d-72b8-4f77-8155-55f939173cf2" providerId="ADAL" clId="{F33F88E0-3380-47C4-AFDE-F1AC050ADA82}" dt="2026-01-25T16:03:20.853" v="4305" actId="790"/>
          <ac:spMkLst>
            <pc:docMk/>
            <pc:sldMk cId="1504785473" sldId="345"/>
            <ac:spMk id="93" creationId="{00000000-0000-0000-0000-000000000000}"/>
          </ac:spMkLst>
        </pc:spChg>
        <pc:spChg chg="mod">
          <ac:chgData name="Yash Jadhav" userId="535c3d6d-72b8-4f77-8155-55f939173cf2" providerId="ADAL" clId="{F33F88E0-3380-47C4-AFDE-F1AC050ADA82}" dt="2026-01-25T16:03:20.855" v="4306" actId="790"/>
          <ac:spMkLst>
            <pc:docMk/>
            <pc:sldMk cId="1504785473" sldId="345"/>
            <ac:spMk id="94" creationId="{00000000-0000-0000-0000-000000000000}"/>
          </ac:spMkLst>
        </pc:spChg>
        <pc:spChg chg="mod">
          <ac:chgData name="Yash Jadhav" userId="535c3d6d-72b8-4f77-8155-55f939173cf2" providerId="ADAL" clId="{F33F88E0-3380-47C4-AFDE-F1AC050ADA82}" dt="2026-01-25T16:03:20.859" v="4307" actId="790"/>
          <ac:spMkLst>
            <pc:docMk/>
            <pc:sldMk cId="1504785473" sldId="345"/>
            <ac:spMk id="95" creationId="{00000000-0000-0000-0000-000000000000}"/>
          </ac:spMkLst>
        </pc:spChg>
        <pc:spChg chg="mod">
          <ac:chgData name="Yash Jadhav" userId="535c3d6d-72b8-4f77-8155-55f939173cf2" providerId="ADAL" clId="{F33F88E0-3380-47C4-AFDE-F1AC050ADA82}" dt="2026-01-25T16:03:20.861" v="4308" actId="790"/>
          <ac:spMkLst>
            <pc:docMk/>
            <pc:sldMk cId="1504785473" sldId="345"/>
            <ac:spMk id="96" creationId="{00000000-0000-0000-0000-000000000000}"/>
          </ac:spMkLst>
        </pc:spChg>
        <pc:spChg chg="mod">
          <ac:chgData name="Yash Jadhav" userId="535c3d6d-72b8-4f77-8155-55f939173cf2" providerId="ADAL" clId="{F33F88E0-3380-47C4-AFDE-F1AC050ADA82}" dt="2026-01-25T16:03:20.829" v="4295" actId="790"/>
          <ac:spMkLst>
            <pc:docMk/>
            <pc:sldMk cId="1504785473" sldId="345"/>
            <ac:spMk id="118" creationId="{00000000-0000-0000-0000-000000000000}"/>
          </ac:spMkLst>
        </pc:spChg>
        <pc:spChg chg="mod">
          <ac:chgData name="Yash Jadhav" userId="535c3d6d-72b8-4f77-8155-55f939173cf2" providerId="ADAL" clId="{F33F88E0-3380-47C4-AFDE-F1AC050ADA82}" dt="2026-01-25T16:03:20.831" v="4296" actId="790"/>
          <ac:spMkLst>
            <pc:docMk/>
            <pc:sldMk cId="1504785473" sldId="345"/>
            <ac:spMk id="119" creationId="{00000000-0000-0000-0000-000000000000}"/>
          </ac:spMkLst>
        </pc:spChg>
        <pc:spChg chg="mod">
          <ac:chgData name="Yash Jadhav" userId="535c3d6d-72b8-4f77-8155-55f939173cf2" providerId="ADAL" clId="{F33F88E0-3380-47C4-AFDE-F1AC050ADA82}" dt="2026-01-25T16:03:20.846" v="4302" actId="790"/>
          <ac:spMkLst>
            <pc:docMk/>
            <pc:sldMk cId="1504785473" sldId="345"/>
            <ac:spMk id="121" creationId="{00000000-0000-0000-0000-000000000000}"/>
          </ac:spMkLst>
        </pc:spChg>
        <pc:spChg chg="mod">
          <ac:chgData name="Yash Jadhav" userId="535c3d6d-72b8-4f77-8155-55f939173cf2" providerId="ADAL" clId="{F33F88E0-3380-47C4-AFDE-F1AC050ADA82}" dt="2026-01-25T16:03:20.847" v="4303" actId="790"/>
          <ac:spMkLst>
            <pc:docMk/>
            <pc:sldMk cId="1504785473" sldId="345"/>
            <ac:spMk id="122" creationId="{00000000-0000-0000-0000-000000000000}"/>
          </ac:spMkLst>
        </pc:spChg>
        <pc:spChg chg="mod">
          <ac:chgData name="Yash Jadhav" userId="535c3d6d-72b8-4f77-8155-55f939173cf2" providerId="ADAL" clId="{F33F88E0-3380-47C4-AFDE-F1AC050ADA82}" dt="2026-01-25T16:03:20.863" v="4309" actId="790"/>
          <ac:spMkLst>
            <pc:docMk/>
            <pc:sldMk cId="1504785473" sldId="345"/>
            <ac:spMk id="124" creationId="{00000000-0000-0000-0000-000000000000}"/>
          </ac:spMkLst>
        </pc:spChg>
        <pc:spChg chg="mod">
          <ac:chgData name="Yash Jadhav" userId="535c3d6d-72b8-4f77-8155-55f939173cf2" providerId="ADAL" clId="{F33F88E0-3380-47C4-AFDE-F1AC050ADA82}" dt="2026-01-25T16:03:20.865" v="4310" actId="790"/>
          <ac:spMkLst>
            <pc:docMk/>
            <pc:sldMk cId="1504785473" sldId="345"/>
            <ac:spMk id="1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0119408" sldId="346"/>
        </pc:sldMkLst>
        <pc:spChg chg="mod ord">
          <ac:chgData name="Yash Jadhav" userId="535c3d6d-72b8-4f77-8155-55f939173cf2" providerId="ADAL" clId="{F33F88E0-3380-47C4-AFDE-F1AC050ADA82}" dt="2026-01-25T16:06:14.662" v="8413" actId="6264"/>
          <ac:spMkLst>
            <pc:docMk/>
            <pc:sldMk cId="1810119408" sldId="34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0119408" sldId="346"/>
            <ac:spMk id="3" creationId="{CB92950C-F5DB-43FD-6DDE-E53B1DDC7EAA}"/>
          </ac:spMkLst>
        </pc:spChg>
        <pc:spChg chg="mod">
          <ac:chgData name="Yash Jadhav" userId="535c3d6d-72b8-4f77-8155-55f939173cf2" providerId="ADAL" clId="{F33F88E0-3380-47C4-AFDE-F1AC050ADA82}" dt="2026-01-25T16:03:21.592" v="4317" actId="790"/>
          <ac:spMkLst>
            <pc:docMk/>
            <pc:sldMk cId="1810119408" sldId="346"/>
            <ac:spMk id="4" creationId="{00000000-0000-0000-0000-000000000000}"/>
          </ac:spMkLst>
        </pc:spChg>
        <pc:spChg chg="mod">
          <ac:chgData name="Yash Jadhav" userId="535c3d6d-72b8-4f77-8155-55f939173cf2" providerId="ADAL" clId="{F33F88E0-3380-47C4-AFDE-F1AC050ADA82}" dt="2026-01-25T16:03:21.595" v="4318" actId="790"/>
          <ac:spMkLst>
            <pc:docMk/>
            <pc:sldMk cId="1810119408" sldId="346"/>
            <ac:spMk id="5" creationId="{00000000-0000-0000-0000-000000000000}"/>
          </ac:spMkLst>
        </pc:spChg>
        <pc:spChg chg="mod">
          <ac:chgData name="Yash Jadhav" userId="535c3d6d-72b8-4f77-8155-55f939173cf2" providerId="ADAL" clId="{F33F88E0-3380-47C4-AFDE-F1AC050ADA82}" dt="2026-01-25T16:03:21.599" v="4319" actId="790"/>
          <ac:spMkLst>
            <pc:docMk/>
            <pc:sldMk cId="1810119408" sldId="346"/>
            <ac:spMk id="6" creationId="{00000000-0000-0000-0000-000000000000}"/>
          </ac:spMkLst>
        </pc:spChg>
        <pc:spChg chg="mod">
          <ac:chgData name="Yash Jadhav" userId="535c3d6d-72b8-4f77-8155-55f939173cf2" providerId="ADAL" clId="{F33F88E0-3380-47C4-AFDE-F1AC050ADA82}" dt="2026-01-25T16:03:21.603" v="4320" actId="790"/>
          <ac:spMkLst>
            <pc:docMk/>
            <pc:sldMk cId="1810119408" sldId="346"/>
            <ac:spMk id="7" creationId="{00000000-0000-0000-0000-000000000000}"/>
          </ac:spMkLst>
        </pc:spChg>
        <pc:spChg chg="mod">
          <ac:chgData name="Yash Jadhav" userId="535c3d6d-72b8-4f77-8155-55f939173cf2" providerId="ADAL" clId="{F33F88E0-3380-47C4-AFDE-F1AC050ADA82}" dt="2026-01-25T16:03:21.608" v="4321" actId="790"/>
          <ac:spMkLst>
            <pc:docMk/>
            <pc:sldMk cId="1810119408" sldId="346"/>
            <ac:spMk id="8" creationId="{00000000-0000-0000-0000-000000000000}"/>
          </ac:spMkLst>
        </pc:spChg>
        <pc:spChg chg="mod">
          <ac:chgData name="Yash Jadhav" userId="535c3d6d-72b8-4f77-8155-55f939173cf2" providerId="ADAL" clId="{F33F88E0-3380-47C4-AFDE-F1AC050ADA82}" dt="2026-01-25T16:03:21.613" v="4322" actId="790"/>
          <ac:spMkLst>
            <pc:docMk/>
            <pc:sldMk cId="1810119408" sldId="346"/>
            <ac:spMk id="9" creationId="{00000000-0000-0000-0000-000000000000}"/>
          </ac:spMkLst>
        </pc:spChg>
        <pc:spChg chg="mod">
          <ac:chgData name="Yash Jadhav" userId="535c3d6d-72b8-4f77-8155-55f939173cf2" providerId="ADAL" clId="{F33F88E0-3380-47C4-AFDE-F1AC050ADA82}" dt="2026-01-25T16:03:21.617" v="4323" actId="790"/>
          <ac:spMkLst>
            <pc:docMk/>
            <pc:sldMk cId="1810119408" sldId="346"/>
            <ac:spMk id="10" creationId="{00000000-0000-0000-0000-000000000000}"/>
          </ac:spMkLst>
        </pc:spChg>
        <pc:spChg chg="mod">
          <ac:chgData name="Yash Jadhav" userId="535c3d6d-72b8-4f77-8155-55f939173cf2" providerId="ADAL" clId="{F33F88E0-3380-47C4-AFDE-F1AC050ADA82}" dt="2026-01-25T16:03:21.622" v="4324" actId="790"/>
          <ac:spMkLst>
            <pc:docMk/>
            <pc:sldMk cId="1810119408" sldId="346"/>
            <ac:spMk id="11" creationId="{00000000-0000-0000-0000-000000000000}"/>
          </ac:spMkLst>
        </pc:spChg>
        <pc:spChg chg="mod">
          <ac:chgData name="Yash Jadhav" userId="535c3d6d-72b8-4f77-8155-55f939173cf2" providerId="ADAL" clId="{F33F88E0-3380-47C4-AFDE-F1AC050ADA82}" dt="2026-01-25T16:03:21.626" v="4325" actId="790"/>
          <ac:spMkLst>
            <pc:docMk/>
            <pc:sldMk cId="1810119408" sldId="346"/>
            <ac:spMk id="12" creationId="{00000000-0000-0000-0000-000000000000}"/>
          </ac:spMkLst>
        </pc:spChg>
        <pc:spChg chg="mod">
          <ac:chgData name="Yash Jadhav" userId="535c3d6d-72b8-4f77-8155-55f939173cf2" providerId="ADAL" clId="{F33F88E0-3380-47C4-AFDE-F1AC050ADA82}" dt="2026-01-25T16:03:21.629" v="4326" actId="790"/>
          <ac:spMkLst>
            <pc:docMk/>
            <pc:sldMk cId="1810119408" sldId="346"/>
            <ac:spMk id="13" creationId="{00000000-0000-0000-0000-000000000000}"/>
          </ac:spMkLst>
        </pc:spChg>
        <pc:spChg chg="mod">
          <ac:chgData name="Yash Jadhav" userId="535c3d6d-72b8-4f77-8155-55f939173cf2" providerId="ADAL" clId="{F33F88E0-3380-47C4-AFDE-F1AC050ADA82}" dt="2026-01-25T16:03:21.635" v="4327" actId="790"/>
          <ac:spMkLst>
            <pc:docMk/>
            <pc:sldMk cId="1810119408" sldId="346"/>
            <ac:spMk id="14" creationId="{00000000-0000-0000-0000-000000000000}"/>
          </ac:spMkLst>
        </pc:spChg>
        <pc:spChg chg="mod">
          <ac:chgData name="Yash Jadhav" userId="535c3d6d-72b8-4f77-8155-55f939173cf2" providerId="ADAL" clId="{F33F88E0-3380-47C4-AFDE-F1AC050ADA82}" dt="2026-01-25T16:03:21.640" v="4328" actId="790"/>
          <ac:spMkLst>
            <pc:docMk/>
            <pc:sldMk cId="1810119408" sldId="346"/>
            <ac:spMk id="15" creationId="{00000000-0000-0000-0000-000000000000}"/>
          </ac:spMkLst>
        </pc:spChg>
        <pc:spChg chg="mod">
          <ac:chgData name="Yash Jadhav" userId="535c3d6d-72b8-4f77-8155-55f939173cf2" providerId="ADAL" clId="{F33F88E0-3380-47C4-AFDE-F1AC050ADA82}" dt="2026-01-25T16:03:21.642" v="4329" actId="790"/>
          <ac:spMkLst>
            <pc:docMk/>
            <pc:sldMk cId="1810119408" sldId="346"/>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0029071" sldId="347"/>
        </pc:sldMkLst>
        <pc:spChg chg="mod ord">
          <ac:chgData name="Yash Jadhav" userId="535c3d6d-72b8-4f77-8155-55f939173cf2" providerId="ADAL" clId="{F33F88E0-3380-47C4-AFDE-F1AC050ADA82}" dt="2026-01-25T16:06:14.662" v="8413" actId="6264"/>
          <ac:spMkLst>
            <pc:docMk/>
            <pc:sldMk cId="2880029071" sldId="347"/>
            <ac:spMk id="2" creationId="{E6F78DB1-1157-1AF7-A9A8-8CC2347B37E1}"/>
          </ac:spMkLst>
        </pc:spChg>
        <pc:spChg chg="mod">
          <ac:chgData name="Yash Jadhav" userId="535c3d6d-72b8-4f77-8155-55f939173cf2" providerId="ADAL" clId="{F33F88E0-3380-47C4-AFDE-F1AC050ADA82}" dt="2026-01-25T16:03:22.245" v="4335" actId="790"/>
          <ac:spMkLst>
            <pc:docMk/>
            <pc:sldMk cId="2880029071" sldId="347"/>
            <ac:spMk id="3" creationId="{ED478B22-95DB-1580-0883-73FBE2D3BE08}"/>
          </ac:spMkLst>
        </pc:spChg>
        <pc:spChg chg="mod">
          <ac:chgData name="Yash Jadhav" userId="535c3d6d-72b8-4f77-8155-55f939173cf2" providerId="ADAL" clId="{F33F88E0-3380-47C4-AFDE-F1AC050ADA82}" dt="2026-01-25T16:03:22.247" v="4336" actId="790"/>
          <ac:spMkLst>
            <pc:docMk/>
            <pc:sldMk cId="2880029071" sldId="347"/>
            <ac:spMk id="4" creationId="{A62BB74C-CA93-EFA0-E1A5-8BD7E6DF71E5}"/>
          </ac:spMkLst>
        </pc:spChg>
        <pc:spChg chg="mod">
          <ac:chgData name="Yash Jadhav" userId="535c3d6d-72b8-4f77-8155-55f939173cf2" providerId="ADAL" clId="{F33F88E0-3380-47C4-AFDE-F1AC050ADA82}" dt="2026-01-25T16:03:22.249" v="4337" actId="790"/>
          <ac:spMkLst>
            <pc:docMk/>
            <pc:sldMk cId="2880029071" sldId="347"/>
            <ac:spMk id="6" creationId="{29F63ABC-AA25-3AC6-6FE5-55D267B13C10}"/>
          </ac:spMkLst>
        </pc:spChg>
        <pc:spChg chg="mod">
          <ac:chgData name="Yash Jadhav" userId="535c3d6d-72b8-4f77-8155-55f939173cf2" providerId="ADAL" clId="{F33F88E0-3380-47C4-AFDE-F1AC050ADA82}" dt="2026-01-25T16:03:22.251" v="4338" actId="790"/>
          <ac:spMkLst>
            <pc:docMk/>
            <pc:sldMk cId="2880029071" sldId="347"/>
            <ac:spMk id="7" creationId="{FC928906-0198-11BA-8447-EA173B5D738B}"/>
          </ac:spMkLst>
        </pc:spChg>
        <pc:spChg chg="mod">
          <ac:chgData name="Yash Jadhav" userId="535c3d6d-72b8-4f77-8155-55f939173cf2" providerId="ADAL" clId="{F33F88E0-3380-47C4-AFDE-F1AC050ADA82}" dt="2026-01-25T16:03:22.254" v="4339" actId="790"/>
          <ac:spMkLst>
            <pc:docMk/>
            <pc:sldMk cId="2880029071" sldId="347"/>
            <ac:spMk id="8" creationId="{67ED3871-E9EF-D332-B8B2-92D4D3965E53}"/>
          </ac:spMkLst>
        </pc:spChg>
        <pc:spChg chg="mod">
          <ac:chgData name="Yash Jadhav" userId="535c3d6d-72b8-4f77-8155-55f939173cf2" providerId="ADAL" clId="{F33F88E0-3380-47C4-AFDE-F1AC050ADA82}" dt="2026-01-25T16:03:22.256" v="4340" actId="790"/>
          <ac:spMkLst>
            <pc:docMk/>
            <pc:sldMk cId="2880029071" sldId="347"/>
            <ac:spMk id="9" creationId="{D50F4F89-B00F-AB53-94EF-AEB5D0319BEB}"/>
          </ac:spMkLst>
        </pc:spChg>
        <pc:spChg chg="mod">
          <ac:chgData name="Yash Jadhav" userId="535c3d6d-72b8-4f77-8155-55f939173cf2" providerId="ADAL" clId="{F33F88E0-3380-47C4-AFDE-F1AC050ADA82}" dt="2026-01-25T16:03:22.258" v="4341" actId="790"/>
          <ac:spMkLst>
            <pc:docMk/>
            <pc:sldMk cId="2880029071" sldId="347"/>
            <ac:spMk id="10" creationId="{B1335D68-81A3-3628-F624-0968B3CFFBCC}"/>
          </ac:spMkLst>
        </pc:spChg>
        <pc:spChg chg="mod">
          <ac:chgData name="Yash Jadhav" userId="535c3d6d-72b8-4f77-8155-55f939173cf2" providerId="ADAL" clId="{F33F88E0-3380-47C4-AFDE-F1AC050ADA82}" dt="2026-01-25T16:03:22.260" v="4342" actId="790"/>
          <ac:spMkLst>
            <pc:docMk/>
            <pc:sldMk cId="2880029071" sldId="347"/>
            <ac:spMk id="11" creationId="{7E46080C-745C-F67F-2171-AA0ADCAAD4F4}"/>
          </ac:spMkLst>
        </pc:spChg>
        <pc:spChg chg="mod">
          <ac:chgData name="Yash Jadhav" userId="535c3d6d-72b8-4f77-8155-55f939173cf2" providerId="ADAL" clId="{F33F88E0-3380-47C4-AFDE-F1AC050ADA82}" dt="2026-01-25T16:03:22.265" v="4343" actId="790"/>
          <ac:spMkLst>
            <pc:docMk/>
            <pc:sldMk cId="2880029071" sldId="347"/>
            <ac:spMk id="24" creationId="{EFAE0739-D3B6-2100-8F37-5826F616E8CB}"/>
          </ac:spMkLst>
        </pc:spChg>
        <pc:spChg chg="mod">
          <ac:chgData name="Yash Jadhav" userId="535c3d6d-72b8-4f77-8155-55f939173cf2" providerId="ADAL" clId="{F33F88E0-3380-47C4-AFDE-F1AC050ADA82}" dt="2026-01-25T16:03:22.271" v="4344" actId="790"/>
          <ac:spMkLst>
            <pc:docMk/>
            <pc:sldMk cId="2880029071" sldId="347"/>
            <ac:spMk id="25" creationId="{93BADE65-7C07-33B8-08BC-5B268048F65F}"/>
          </ac:spMkLst>
        </pc:spChg>
        <pc:spChg chg="mod">
          <ac:chgData name="Yash Jadhav" userId="535c3d6d-72b8-4f77-8155-55f939173cf2" providerId="ADAL" clId="{F33F88E0-3380-47C4-AFDE-F1AC050ADA82}" dt="2026-01-25T16:03:22.276" v="4345" actId="790"/>
          <ac:spMkLst>
            <pc:docMk/>
            <pc:sldMk cId="2880029071" sldId="347"/>
            <ac:spMk id="26" creationId="{9456A59C-38AF-EA33-4DFF-E219280E796B}"/>
          </ac:spMkLst>
        </pc:spChg>
        <pc:spChg chg="mod">
          <ac:chgData name="Yash Jadhav" userId="535c3d6d-72b8-4f77-8155-55f939173cf2" providerId="ADAL" clId="{F33F88E0-3380-47C4-AFDE-F1AC050ADA82}" dt="2026-01-25T16:03:22.282" v="4346" actId="790"/>
          <ac:spMkLst>
            <pc:docMk/>
            <pc:sldMk cId="2880029071" sldId="347"/>
            <ac:spMk id="27" creationId="{D739C367-EA06-03C2-4F63-2340E9F94AAB}"/>
          </ac:spMkLst>
        </pc:spChg>
        <pc:spChg chg="add del mod">
          <ac:chgData name="Yash Jadhav" userId="535c3d6d-72b8-4f77-8155-55f939173cf2" providerId="ADAL" clId="{F33F88E0-3380-47C4-AFDE-F1AC050ADA82}" dt="2026-01-25T16:06:14.662" v="8413" actId="6264"/>
          <ac:spMkLst>
            <pc:docMk/>
            <pc:sldMk cId="2880029071" sldId="347"/>
            <ac:spMk id="28" creationId="{3F486EF4-DD0F-F879-41DE-75AE106B84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17508530" sldId="348"/>
        </pc:sldMkLst>
        <pc:spChg chg="mod ord">
          <ac:chgData name="Yash Jadhav" userId="535c3d6d-72b8-4f77-8155-55f939173cf2" providerId="ADAL" clId="{F33F88E0-3380-47C4-AFDE-F1AC050ADA82}" dt="2026-01-25T16:06:14.662" v="8413" actId="6264"/>
          <ac:spMkLst>
            <pc:docMk/>
            <pc:sldMk cId="1717508530" sldId="34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717508530" sldId="348"/>
            <ac:spMk id="3" creationId="{4895345B-E581-AEFE-D445-BB6B2BAFD4AF}"/>
          </ac:spMkLst>
        </pc:spChg>
        <pc:spChg chg="mod">
          <ac:chgData name="Yash Jadhav" userId="535c3d6d-72b8-4f77-8155-55f939173cf2" providerId="ADAL" clId="{F33F88E0-3380-47C4-AFDE-F1AC050ADA82}" dt="2026-01-25T16:03:26.703" v="4354" actId="790"/>
          <ac:spMkLst>
            <pc:docMk/>
            <pc:sldMk cId="1717508530" sldId="348"/>
            <ac:spMk id="5" creationId="{00000000-0000-0000-0000-000000000000}"/>
          </ac:spMkLst>
        </pc:spChg>
        <pc:spChg chg="mod">
          <ac:chgData name="Yash Jadhav" userId="535c3d6d-72b8-4f77-8155-55f939173cf2" providerId="ADAL" clId="{F33F88E0-3380-47C4-AFDE-F1AC050ADA82}" dt="2026-01-25T16:03:26.707" v="4355" actId="790"/>
          <ac:spMkLst>
            <pc:docMk/>
            <pc:sldMk cId="1717508530" sldId="348"/>
            <ac:spMk id="6" creationId="{00000000-0000-0000-0000-000000000000}"/>
          </ac:spMkLst>
        </pc:spChg>
        <pc:spChg chg="mod">
          <ac:chgData name="Yash Jadhav" userId="535c3d6d-72b8-4f77-8155-55f939173cf2" providerId="ADAL" clId="{F33F88E0-3380-47C4-AFDE-F1AC050ADA82}" dt="2026-01-25T16:03:26.710" v="4356" actId="790"/>
          <ac:spMkLst>
            <pc:docMk/>
            <pc:sldMk cId="1717508530" sldId="348"/>
            <ac:spMk id="7" creationId="{00000000-0000-0000-0000-000000000000}"/>
          </ac:spMkLst>
        </pc:spChg>
        <pc:spChg chg="mod">
          <ac:chgData name="Yash Jadhav" userId="535c3d6d-72b8-4f77-8155-55f939173cf2" providerId="ADAL" clId="{F33F88E0-3380-47C4-AFDE-F1AC050ADA82}" dt="2026-01-25T16:03:26.714" v="4357" actId="790"/>
          <ac:spMkLst>
            <pc:docMk/>
            <pc:sldMk cId="1717508530" sldId="348"/>
            <ac:spMk id="8" creationId="{00000000-0000-0000-0000-000000000000}"/>
          </ac:spMkLst>
        </pc:spChg>
        <pc:spChg chg="mod">
          <ac:chgData name="Yash Jadhav" userId="535c3d6d-72b8-4f77-8155-55f939173cf2" providerId="ADAL" clId="{F33F88E0-3380-47C4-AFDE-F1AC050ADA82}" dt="2026-01-25T16:03:26.717" v="4358" actId="790"/>
          <ac:spMkLst>
            <pc:docMk/>
            <pc:sldMk cId="1717508530" sldId="348"/>
            <ac:spMk id="9" creationId="{00000000-0000-0000-0000-000000000000}"/>
          </ac:spMkLst>
        </pc:spChg>
        <pc:spChg chg="mod">
          <ac:chgData name="Yash Jadhav" userId="535c3d6d-72b8-4f77-8155-55f939173cf2" providerId="ADAL" clId="{F33F88E0-3380-47C4-AFDE-F1AC050ADA82}" dt="2026-01-25T16:03:26.719" v="4359" actId="790"/>
          <ac:spMkLst>
            <pc:docMk/>
            <pc:sldMk cId="1717508530" sldId="348"/>
            <ac:spMk id="10" creationId="{00000000-0000-0000-0000-000000000000}"/>
          </ac:spMkLst>
        </pc:spChg>
        <pc:spChg chg="mod">
          <ac:chgData name="Yash Jadhav" userId="535c3d6d-72b8-4f77-8155-55f939173cf2" providerId="ADAL" clId="{F33F88E0-3380-47C4-AFDE-F1AC050ADA82}" dt="2026-01-25T16:03:26.723" v="4360" actId="790"/>
          <ac:spMkLst>
            <pc:docMk/>
            <pc:sldMk cId="1717508530" sldId="348"/>
            <ac:spMk id="11" creationId="{00000000-0000-0000-0000-000000000000}"/>
          </ac:spMkLst>
        </pc:spChg>
        <pc:spChg chg="mod">
          <ac:chgData name="Yash Jadhav" userId="535c3d6d-72b8-4f77-8155-55f939173cf2" providerId="ADAL" clId="{F33F88E0-3380-47C4-AFDE-F1AC050ADA82}" dt="2026-01-25T16:03:26.725" v="4361" actId="790"/>
          <ac:spMkLst>
            <pc:docMk/>
            <pc:sldMk cId="1717508530" sldId="348"/>
            <ac:spMk id="12" creationId="{00000000-0000-0000-0000-000000000000}"/>
          </ac:spMkLst>
        </pc:spChg>
        <pc:spChg chg="mod">
          <ac:chgData name="Yash Jadhav" userId="535c3d6d-72b8-4f77-8155-55f939173cf2" providerId="ADAL" clId="{F33F88E0-3380-47C4-AFDE-F1AC050ADA82}" dt="2026-01-25T16:03:26.730" v="4364" actId="790"/>
          <ac:spMkLst>
            <pc:docMk/>
            <pc:sldMk cId="1717508530" sldId="348"/>
            <ac:spMk id="14" creationId="{00000000-0000-0000-0000-000000000000}"/>
          </ac:spMkLst>
        </pc:spChg>
        <pc:spChg chg="mod">
          <ac:chgData name="Yash Jadhav" userId="535c3d6d-72b8-4f77-8155-55f939173cf2" providerId="ADAL" clId="{F33F88E0-3380-47C4-AFDE-F1AC050ADA82}" dt="2026-01-25T16:03:26.727" v="4362" actId="790"/>
          <ac:spMkLst>
            <pc:docMk/>
            <pc:sldMk cId="1717508530" sldId="348"/>
            <ac:spMk id="15" creationId="{00000000-0000-0000-0000-000000000000}"/>
          </ac:spMkLst>
        </pc:spChg>
        <pc:spChg chg="mod">
          <ac:chgData name="Yash Jadhav" userId="535c3d6d-72b8-4f77-8155-55f939173cf2" providerId="ADAL" clId="{F33F88E0-3380-47C4-AFDE-F1AC050ADA82}" dt="2026-01-25T16:03:26.729" v="4363" actId="790"/>
          <ac:spMkLst>
            <pc:docMk/>
            <pc:sldMk cId="1717508530" sldId="348"/>
            <ac:spMk id="16" creationId="{00000000-0000-0000-0000-000000000000}"/>
          </ac:spMkLst>
        </pc:spChg>
        <pc:spChg chg="mod">
          <ac:chgData name="Yash Jadhav" userId="535c3d6d-72b8-4f77-8155-55f939173cf2" providerId="ADAL" clId="{F33F88E0-3380-47C4-AFDE-F1AC050ADA82}" dt="2026-01-25T16:03:26.735" v="4365" actId="790"/>
          <ac:spMkLst>
            <pc:docMk/>
            <pc:sldMk cId="1717508530" sldId="348"/>
            <ac:spMk id="17" creationId="{00000000-0000-0000-0000-000000000000}"/>
          </ac:spMkLst>
        </pc:spChg>
        <pc:spChg chg="mod">
          <ac:chgData name="Yash Jadhav" userId="535c3d6d-72b8-4f77-8155-55f939173cf2" providerId="ADAL" clId="{F33F88E0-3380-47C4-AFDE-F1AC050ADA82}" dt="2026-01-25T16:03:26.739" v="4366" actId="790"/>
          <ac:spMkLst>
            <pc:docMk/>
            <pc:sldMk cId="1717508530" sldId="348"/>
            <ac:spMk id="18" creationId="{00000000-0000-0000-0000-000000000000}"/>
          </ac:spMkLst>
        </pc:spChg>
        <pc:spChg chg="mod">
          <ac:chgData name="Yash Jadhav" userId="535c3d6d-72b8-4f77-8155-55f939173cf2" providerId="ADAL" clId="{F33F88E0-3380-47C4-AFDE-F1AC050ADA82}" dt="2026-01-25T16:03:26.743" v="4367" actId="790"/>
          <ac:spMkLst>
            <pc:docMk/>
            <pc:sldMk cId="1717508530" sldId="348"/>
            <ac:spMk id="19" creationId="{00000000-0000-0000-0000-000000000000}"/>
          </ac:spMkLst>
        </pc:spChg>
        <pc:spChg chg="mod">
          <ac:chgData name="Yash Jadhav" userId="535c3d6d-72b8-4f77-8155-55f939173cf2" providerId="ADAL" clId="{F33F88E0-3380-47C4-AFDE-F1AC050ADA82}" dt="2026-01-25T16:03:26.745" v="4368" actId="790"/>
          <ac:spMkLst>
            <pc:docMk/>
            <pc:sldMk cId="1717508530" sldId="348"/>
            <ac:spMk id="20" creationId="{00000000-0000-0000-0000-000000000000}"/>
          </ac:spMkLst>
        </pc:spChg>
        <pc:spChg chg="mod">
          <ac:chgData name="Yash Jadhav" userId="535c3d6d-72b8-4f77-8155-55f939173cf2" providerId="ADAL" clId="{F33F88E0-3380-47C4-AFDE-F1AC050ADA82}" dt="2026-01-25T16:03:26.749" v="4369" actId="790"/>
          <ac:spMkLst>
            <pc:docMk/>
            <pc:sldMk cId="1717508530" sldId="348"/>
            <ac:spMk id="21" creationId="{00000000-0000-0000-0000-000000000000}"/>
          </ac:spMkLst>
        </pc:spChg>
        <pc:spChg chg="mod">
          <ac:chgData name="Yash Jadhav" userId="535c3d6d-72b8-4f77-8155-55f939173cf2" providerId="ADAL" clId="{F33F88E0-3380-47C4-AFDE-F1AC050ADA82}" dt="2026-01-25T16:03:26.752" v="4370" actId="790"/>
          <ac:spMkLst>
            <pc:docMk/>
            <pc:sldMk cId="1717508530" sldId="348"/>
            <ac:spMk id="22" creationId="{00000000-0000-0000-0000-000000000000}"/>
          </ac:spMkLst>
        </pc:spChg>
        <pc:spChg chg="mod">
          <ac:chgData name="Yash Jadhav" userId="535c3d6d-72b8-4f77-8155-55f939173cf2" providerId="ADAL" clId="{F33F88E0-3380-47C4-AFDE-F1AC050ADA82}" dt="2026-01-25T16:03:26.697" v="4352" actId="790"/>
          <ac:spMkLst>
            <pc:docMk/>
            <pc:sldMk cId="1717508530" sldId="348"/>
            <ac:spMk id="23" creationId="{00000000-0000-0000-0000-000000000000}"/>
          </ac:spMkLst>
        </pc:spChg>
        <pc:spChg chg="mod">
          <ac:chgData name="Yash Jadhav" userId="535c3d6d-72b8-4f77-8155-55f939173cf2" providerId="ADAL" clId="{F33F88E0-3380-47C4-AFDE-F1AC050ADA82}" dt="2026-01-25T16:03:26.699" v="4353" actId="790"/>
          <ac:spMkLst>
            <pc:docMk/>
            <pc:sldMk cId="1717508530" sldId="348"/>
            <ac:spMk id="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51468860" sldId="349"/>
        </pc:sldMkLst>
        <pc:spChg chg="mod ord">
          <ac:chgData name="Yash Jadhav" userId="535c3d6d-72b8-4f77-8155-55f939173cf2" providerId="ADAL" clId="{F33F88E0-3380-47C4-AFDE-F1AC050ADA82}" dt="2026-01-25T16:06:14.662" v="8413" actId="6264"/>
          <ac:spMkLst>
            <pc:docMk/>
            <pc:sldMk cId="1751468860" sldId="349"/>
            <ac:spMk id="2" creationId="{00000000-0000-0000-0000-000000000000}"/>
          </ac:spMkLst>
        </pc:spChg>
        <pc:spChg chg="mod">
          <ac:chgData name="Yash Jadhav" userId="535c3d6d-72b8-4f77-8155-55f939173cf2" providerId="ADAL" clId="{F33F88E0-3380-47C4-AFDE-F1AC050ADA82}" dt="2026-01-25T16:03:28.238" v="4474" actId="790"/>
          <ac:spMkLst>
            <pc:docMk/>
            <pc:sldMk cId="1751468860" sldId="349"/>
            <ac:spMk id="4" creationId="{C73805B2-F0C9-0092-7B44-CA236F8CE8AC}"/>
          </ac:spMkLst>
        </pc:spChg>
        <pc:spChg chg="mod">
          <ac:chgData name="Yash Jadhav" userId="535c3d6d-72b8-4f77-8155-55f939173cf2" providerId="ADAL" clId="{F33F88E0-3380-47C4-AFDE-F1AC050ADA82}" dt="2026-01-25T16:03:28.241" v="4475" actId="790"/>
          <ac:spMkLst>
            <pc:docMk/>
            <pc:sldMk cId="1751468860" sldId="349"/>
            <ac:spMk id="5" creationId="{152798C8-88BA-B47B-1A92-5BD8B8459C58}"/>
          </ac:spMkLst>
        </pc:spChg>
        <pc:spChg chg="mod">
          <ac:chgData name="Yash Jadhav" userId="535c3d6d-72b8-4f77-8155-55f939173cf2" providerId="ADAL" clId="{F33F88E0-3380-47C4-AFDE-F1AC050ADA82}" dt="2026-01-25T16:03:28.245" v="4476" actId="790"/>
          <ac:spMkLst>
            <pc:docMk/>
            <pc:sldMk cId="1751468860" sldId="349"/>
            <ac:spMk id="7" creationId="{2F217DA3-48D3-8129-6F5D-36E154F527E8}"/>
          </ac:spMkLst>
        </pc:spChg>
        <pc:spChg chg="add del mod">
          <ac:chgData name="Yash Jadhav" userId="535c3d6d-72b8-4f77-8155-55f939173cf2" providerId="ADAL" clId="{F33F88E0-3380-47C4-AFDE-F1AC050ADA82}" dt="2026-01-25T16:06:14.662" v="8413" actId="6264"/>
          <ac:spMkLst>
            <pc:docMk/>
            <pc:sldMk cId="1751468860" sldId="349"/>
            <ac:spMk id="9" creationId="{087EAE32-088C-51D9-4E9E-C6FB37384E54}"/>
          </ac:spMkLst>
        </pc:spChg>
        <pc:spChg chg="mod">
          <ac:chgData name="Yash Jadhav" userId="535c3d6d-72b8-4f77-8155-55f939173cf2" providerId="ADAL" clId="{F33F88E0-3380-47C4-AFDE-F1AC050ADA82}" dt="2026-01-25T16:03:28.009" v="4378" actId="790"/>
          <ac:spMkLst>
            <pc:docMk/>
            <pc:sldMk cId="1751468860" sldId="349"/>
            <ac:spMk id="16" creationId="{00000000-0000-0000-0000-000000000000}"/>
          </ac:spMkLst>
        </pc:spChg>
        <pc:spChg chg="mod">
          <ac:chgData name="Yash Jadhav" userId="535c3d6d-72b8-4f77-8155-55f939173cf2" providerId="ADAL" clId="{F33F88E0-3380-47C4-AFDE-F1AC050ADA82}" dt="2026-01-25T16:03:28.012" v="4379" actId="790"/>
          <ac:spMkLst>
            <pc:docMk/>
            <pc:sldMk cId="1751468860" sldId="349"/>
            <ac:spMk id="31" creationId="{00000000-0000-0000-0000-000000000000}"/>
          </ac:spMkLst>
        </pc:spChg>
        <pc:spChg chg="mod">
          <ac:chgData name="Yash Jadhav" userId="535c3d6d-72b8-4f77-8155-55f939173cf2" providerId="ADAL" clId="{F33F88E0-3380-47C4-AFDE-F1AC050ADA82}" dt="2026-01-25T16:03:28.014" v="4380" actId="790"/>
          <ac:spMkLst>
            <pc:docMk/>
            <pc:sldMk cId="1751468860" sldId="349"/>
            <ac:spMk id="32" creationId="{00000000-0000-0000-0000-000000000000}"/>
          </ac:spMkLst>
        </pc:spChg>
        <pc:spChg chg="mod">
          <ac:chgData name="Yash Jadhav" userId="535c3d6d-72b8-4f77-8155-55f939173cf2" providerId="ADAL" clId="{F33F88E0-3380-47C4-AFDE-F1AC050ADA82}" dt="2026-01-25T16:03:28.007" v="4377" actId="790"/>
          <ac:spMkLst>
            <pc:docMk/>
            <pc:sldMk cId="1751468860" sldId="349"/>
            <ac:spMk id="65" creationId="{00000000-0000-0000-0000-000000000000}"/>
          </ac:spMkLst>
        </pc:spChg>
        <pc:spChg chg="mod">
          <ac:chgData name="Yash Jadhav" userId="535c3d6d-72b8-4f77-8155-55f939173cf2" providerId="ADAL" clId="{F33F88E0-3380-47C4-AFDE-F1AC050ADA82}" dt="2026-01-25T16:03:28.004" v="4376" actId="790"/>
          <ac:spMkLst>
            <pc:docMk/>
            <pc:sldMk cId="1751468860" sldId="349"/>
            <ac:spMk id="67" creationId="{00000000-0000-0000-0000-000000000000}"/>
          </ac:spMkLst>
        </pc:spChg>
        <pc:spChg chg="mod">
          <ac:chgData name="Yash Jadhav" userId="535c3d6d-72b8-4f77-8155-55f939173cf2" providerId="ADAL" clId="{F33F88E0-3380-47C4-AFDE-F1AC050ADA82}" dt="2026-01-25T16:03:28.017" v="4381" actId="790"/>
          <ac:spMkLst>
            <pc:docMk/>
            <pc:sldMk cId="1751468860" sldId="349"/>
            <ac:spMk id="92" creationId="{00000000-0000-0000-0000-000000000000}"/>
          </ac:spMkLst>
        </pc:spChg>
        <pc:spChg chg="mod">
          <ac:chgData name="Yash Jadhav" userId="535c3d6d-72b8-4f77-8155-55f939173cf2" providerId="ADAL" clId="{F33F88E0-3380-47C4-AFDE-F1AC050ADA82}" dt="2026-01-25T16:03:28.021" v="4382" actId="790"/>
          <ac:spMkLst>
            <pc:docMk/>
            <pc:sldMk cId="1751468860" sldId="349"/>
            <ac:spMk id="93" creationId="{00000000-0000-0000-0000-000000000000}"/>
          </ac:spMkLst>
        </pc:spChg>
        <pc:spChg chg="mod">
          <ac:chgData name="Yash Jadhav" userId="535c3d6d-72b8-4f77-8155-55f939173cf2" providerId="ADAL" clId="{F33F88E0-3380-47C4-AFDE-F1AC050ADA82}" dt="2026-01-25T16:03:28.030" v="4385" actId="790"/>
          <ac:spMkLst>
            <pc:docMk/>
            <pc:sldMk cId="1751468860" sldId="349"/>
            <ac:spMk id="94" creationId="{00000000-0000-0000-0000-000000000000}"/>
          </ac:spMkLst>
        </pc:spChg>
        <pc:spChg chg="mod">
          <ac:chgData name="Yash Jadhav" userId="535c3d6d-72b8-4f77-8155-55f939173cf2" providerId="ADAL" clId="{F33F88E0-3380-47C4-AFDE-F1AC050ADA82}" dt="2026-01-25T16:03:28.024" v="4383" actId="790"/>
          <ac:spMkLst>
            <pc:docMk/>
            <pc:sldMk cId="1751468860" sldId="349"/>
            <ac:spMk id="95" creationId="{00000000-0000-0000-0000-000000000000}"/>
          </ac:spMkLst>
        </pc:spChg>
        <pc:spChg chg="mod">
          <ac:chgData name="Yash Jadhav" userId="535c3d6d-72b8-4f77-8155-55f939173cf2" providerId="ADAL" clId="{F33F88E0-3380-47C4-AFDE-F1AC050ADA82}" dt="2026-01-25T16:03:28.027" v="4384" actId="790"/>
          <ac:spMkLst>
            <pc:docMk/>
            <pc:sldMk cId="1751468860" sldId="349"/>
            <ac:spMk id="96" creationId="{00000000-0000-0000-0000-000000000000}"/>
          </ac:spMkLst>
        </pc:spChg>
        <pc:spChg chg="mod">
          <ac:chgData name="Yash Jadhav" userId="535c3d6d-72b8-4f77-8155-55f939173cf2" providerId="ADAL" clId="{F33F88E0-3380-47C4-AFDE-F1AC050ADA82}" dt="2026-01-25T16:03:28.034" v="4386" actId="790"/>
          <ac:spMkLst>
            <pc:docMk/>
            <pc:sldMk cId="1751468860" sldId="349"/>
            <ac:spMk id="97" creationId="{00000000-0000-0000-0000-000000000000}"/>
          </ac:spMkLst>
        </pc:spChg>
        <pc:spChg chg="mod">
          <ac:chgData name="Yash Jadhav" userId="535c3d6d-72b8-4f77-8155-55f939173cf2" providerId="ADAL" clId="{F33F88E0-3380-47C4-AFDE-F1AC050ADA82}" dt="2026-01-25T16:03:28.103" v="4411" actId="790"/>
          <ac:spMkLst>
            <pc:docMk/>
            <pc:sldMk cId="1751468860" sldId="349"/>
            <ac:spMk id="106" creationId="{8F81B850-B90E-A511-C8AD-5C8EBF3EDB86}"/>
          </ac:spMkLst>
        </pc:spChg>
        <pc:spChg chg="mod">
          <ac:chgData name="Yash Jadhav" userId="535c3d6d-72b8-4f77-8155-55f939173cf2" providerId="ADAL" clId="{F33F88E0-3380-47C4-AFDE-F1AC050ADA82}" dt="2026-01-25T16:03:28.036" v="4387" actId="790"/>
          <ac:spMkLst>
            <pc:docMk/>
            <pc:sldMk cId="1751468860" sldId="349"/>
            <ac:spMk id="156" creationId="{00000000-0000-0000-0000-000000000000}"/>
          </ac:spMkLst>
        </pc:spChg>
        <pc:spChg chg="mod">
          <ac:chgData name="Yash Jadhav" userId="535c3d6d-72b8-4f77-8155-55f939173cf2" providerId="ADAL" clId="{F33F88E0-3380-47C4-AFDE-F1AC050ADA82}" dt="2026-01-25T16:03:28.038" v="4388" actId="790"/>
          <ac:spMkLst>
            <pc:docMk/>
            <pc:sldMk cId="1751468860" sldId="349"/>
            <ac:spMk id="157" creationId="{00000000-0000-0000-0000-000000000000}"/>
          </ac:spMkLst>
        </pc:spChg>
        <pc:spChg chg="mod">
          <ac:chgData name="Yash Jadhav" userId="535c3d6d-72b8-4f77-8155-55f939173cf2" providerId="ADAL" clId="{F33F88E0-3380-47C4-AFDE-F1AC050ADA82}" dt="2026-01-25T16:03:28.039" v="4389" actId="790"/>
          <ac:spMkLst>
            <pc:docMk/>
            <pc:sldMk cId="1751468860" sldId="349"/>
            <ac:spMk id="158" creationId="{00000000-0000-0000-0000-000000000000}"/>
          </ac:spMkLst>
        </pc:spChg>
        <pc:spChg chg="mod">
          <ac:chgData name="Yash Jadhav" userId="535c3d6d-72b8-4f77-8155-55f939173cf2" providerId="ADAL" clId="{F33F88E0-3380-47C4-AFDE-F1AC050ADA82}" dt="2026-01-25T16:03:28.041" v="4390" actId="790"/>
          <ac:spMkLst>
            <pc:docMk/>
            <pc:sldMk cId="1751468860" sldId="349"/>
            <ac:spMk id="159" creationId="{00000000-0000-0000-0000-000000000000}"/>
          </ac:spMkLst>
        </pc:spChg>
        <pc:spChg chg="mod">
          <ac:chgData name="Yash Jadhav" userId="535c3d6d-72b8-4f77-8155-55f939173cf2" providerId="ADAL" clId="{F33F88E0-3380-47C4-AFDE-F1AC050ADA82}" dt="2026-01-25T16:03:28.043" v="4391" actId="790"/>
          <ac:spMkLst>
            <pc:docMk/>
            <pc:sldMk cId="1751468860" sldId="349"/>
            <ac:spMk id="160" creationId="{00000000-0000-0000-0000-000000000000}"/>
          </ac:spMkLst>
        </pc:spChg>
        <pc:spChg chg="mod">
          <ac:chgData name="Yash Jadhav" userId="535c3d6d-72b8-4f77-8155-55f939173cf2" providerId="ADAL" clId="{F33F88E0-3380-47C4-AFDE-F1AC050ADA82}" dt="2026-01-25T16:03:28.045" v="4392" actId="790"/>
          <ac:spMkLst>
            <pc:docMk/>
            <pc:sldMk cId="1751468860" sldId="349"/>
            <ac:spMk id="161" creationId="{00000000-0000-0000-0000-000000000000}"/>
          </ac:spMkLst>
        </pc:spChg>
        <pc:spChg chg="mod">
          <ac:chgData name="Yash Jadhav" userId="535c3d6d-72b8-4f77-8155-55f939173cf2" providerId="ADAL" clId="{F33F88E0-3380-47C4-AFDE-F1AC050ADA82}" dt="2026-01-25T16:03:28.047" v="4393" actId="790"/>
          <ac:spMkLst>
            <pc:docMk/>
            <pc:sldMk cId="1751468860" sldId="349"/>
            <ac:spMk id="162" creationId="{00000000-0000-0000-0000-000000000000}"/>
          </ac:spMkLst>
        </pc:spChg>
        <pc:spChg chg="mod">
          <ac:chgData name="Yash Jadhav" userId="535c3d6d-72b8-4f77-8155-55f939173cf2" providerId="ADAL" clId="{F33F88E0-3380-47C4-AFDE-F1AC050ADA82}" dt="2026-01-25T16:03:28.051" v="4394" actId="790"/>
          <ac:spMkLst>
            <pc:docMk/>
            <pc:sldMk cId="1751468860" sldId="349"/>
            <ac:spMk id="163" creationId="{00000000-0000-0000-0000-000000000000}"/>
          </ac:spMkLst>
        </pc:spChg>
        <pc:spChg chg="mod">
          <ac:chgData name="Yash Jadhav" userId="535c3d6d-72b8-4f77-8155-55f939173cf2" providerId="ADAL" clId="{F33F88E0-3380-47C4-AFDE-F1AC050ADA82}" dt="2026-01-25T16:03:28.055" v="4395" actId="790"/>
          <ac:spMkLst>
            <pc:docMk/>
            <pc:sldMk cId="1751468860" sldId="349"/>
            <ac:spMk id="164" creationId="{00000000-0000-0000-0000-000000000000}"/>
          </ac:spMkLst>
        </pc:spChg>
        <pc:spChg chg="mod">
          <ac:chgData name="Yash Jadhav" userId="535c3d6d-72b8-4f77-8155-55f939173cf2" providerId="ADAL" clId="{F33F88E0-3380-47C4-AFDE-F1AC050ADA82}" dt="2026-01-25T16:03:28.057" v="4396" actId="790"/>
          <ac:spMkLst>
            <pc:docMk/>
            <pc:sldMk cId="1751468860" sldId="349"/>
            <ac:spMk id="165" creationId="{00000000-0000-0000-0000-000000000000}"/>
          </ac:spMkLst>
        </pc:spChg>
        <pc:spChg chg="mod">
          <ac:chgData name="Yash Jadhav" userId="535c3d6d-72b8-4f77-8155-55f939173cf2" providerId="ADAL" clId="{F33F88E0-3380-47C4-AFDE-F1AC050ADA82}" dt="2026-01-25T16:03:28.060" v="4397" actId="790"/>
          <ac:spMkLst>
            <pc:docMk/>
            <pc:sldMk cId="1751468860" sldId="349"/>
            <ac:spMk id="166" creationId="{00000000-0000-0000-0000-000000000000}"/>
          </ac:spMkLst>
        </pc:spChg>
        <pc:spChg chg="mod">
          <ac:chgData name="Yash Jadhav" userId="535c3d6d-72b8-4f77-8155-55f939173cf2" providerId="ADAL" clId="{F33F88E0-3380-47C4-AFDE-F1AC050ADA82}" dt="2026-01-25T16:03:28.062" v="4398" actId="790"/>
          <ac:spMkLst>
            <pc:docMk/>
            <pc:sldMk cId="1751468860" sldId="349"/>
            <ac:spMk id="167" creationId="{00000000-0000-0000-0000-000000000000}"/>
          </ac:spMkLst>
        </pc:spChg>
        <pc:spChg chg="mod">
          <ac:chgData name="Yash Jadhav" userId="535c3d6d-72b8-4f77-8155-55f939173cf2" providerId="ADAL" clId="{F33F88E0-3380-47C4-AFDE-F1AC050ADA82}" dt="2026-01-25T16:03:28.065" v="4399" actId="790"/>
          <ac:spMkLst>
            <pc:docMk/>
            <pc:sldMk cId="1751468860" sldId="349"/>
            <ac:spMk id="168" creationId="{00000000-0000-0000-0000-000000000000}"/>
          </ac:spMkLst>
        </pc:spChg>
        <pc:spChg chg="mod">
          <ac:chgData name="Yash Jadhav" userId="535c3d6d-72b8-4f77-8155-55f939173cf2" providerId="ADAL" clId="{F33F88E0-3380-47C4-AFDE-F1AC050ADA82}" dt="2026-01-25T16:03:28.068" v="4400" actId="790"/>
          <ac:spMkLst>
            <pc:docMk/>
            <pc:sldMk cId="1751468860" sldId="349"/>
            <ac:spMk id="169" creationId="{00000000-0000-0000-0000-000000000000}"/>
          </ac:spMkLst>
        </pc:spChg>
        <pc:spChg chg="mod">
          <ac:chgData name="Yash Jadhav" userId="535c3d6d-72b8-4f77-8155-55f939173cf2" providerId="ADAL" clId="{F33F88E0-3380-47C4-AFDE-F1AC050ADA82}" dt="2026-01-25T16:03:28.072" v="4401" actId="790"/>
          <ac:spMkLst>
            <pc:docMk/>
            <pc:sldMk cId="1751468860" sldId="349"/>
            <ac:spMk id="170" creationId="{00000000-0000-0000-0000-000000000000}"/>
          </ac:spMkLst>
        </pc:spChg>
        <pc:spChg chg="mod">
          <ac:chgData name="Yash Jadhav" userId="535c3d6d-72b8-4f77-8155-55f939173cf2" providerId="ADAL" clId="{F33F88E0-3380-47C4-AFDE-F1AC050ADA82}" dt="2026-01-25T16:03:28.074" v="4402" actId="790"/>
          <ac:spMkLst>
            <pc:docMk/>
            <pc:sldMk cId="1751468860" sldId="349"/>
            <ac:spMk id="171" creationId="{00000000-0000-0000-0000-000000000000}"/>
          </ac:spMkLst>
        </pc:spChg>
        <pc:spChg chg="mod">
          <ac:chgData name="Yash Jadhav" userId="535c3d6d-72b8-4f77-8155-55f939173cf2" providerId="ADAL" clId="{F33F88E0-3380-47C4-AFDE-F1AC050ADA82}" dt="2026-01-25T16:03:28.077" v="4403" actId="790"/>
          <ac:spMkLst>
            <pc:docMk/>
            <pc:sldMk cId="1751468860" sldId="349"/>
            <ac:spMk id="172" creationId="{00000000-0000-0000-0000-000000000000}"/>
          </ac:spMkLst>
        </pc:spChg>
        <pc:spChg chg="mod">
          <ac:chgData name="Yash Jadhav" userId="535c3d6d-72b8-4f77-8155-55f939173cf2" providerId="ADAL" clId="{F33F88E0-3380-47C4-AFDE-F1AC050ADA82}" dt="2026-01-25T16:03:28.081" v="4404" actId="790"/>
          <ac:spMkLst>
            <pc:docMk/>
            <pc:sldMk cId="1751468860" sldId="349"/>
            <ac:spMk id="173" creationId="{00000000-0000-0000-0000-000000000000}"/>
          </ac:spMkLst>
        </pc:spChg>
        <pc:spChg chg="mod">
          <ac:chgData name="Yash Jadhav" userId="535c3d6d-72b8-4f77-8155-55f939173cf2" providerId="ADAL" clId="{F33F88E0-3380-47C4-AFDE-F1AC050ADA82}" dt="2026-01-25T16:03:28.085" v="4405" actId="790"/>
          <ac:spMkLst>
            <pc:docMk/>
            <pc:sldMk cId="1751468860" sldId="349"/>
            <ac:spMk id="174" creationId="{00000000-0000-0000-0000-000000000000}"/>
          </ac:spMkLst>
        </pc:spChg>
        <pc:spChg chg="mod">
          <ac:chgData name="Yash Jadhav" userId="535c3d6d-72b8-4f77-8155-55f939173cf2" providerId="ADAL" clId="{F33F88E0-3380-47C4-AFDE-F1AC050ADA82}" dt="2026-01-25T16:03:28.090" v="4406" actId="790"/>
          <ac:spMkLst>
            <pc:docMk/>
            <pc:sldMk cId="1751468860" sldId="349"/>
            <ac:spMk id="175" creationId="{00000000-0000-0000-0000-000000000000}"/>
          </ac:spMkLst>
        </pc:spChg>
        <pc:spChg chg="mod">
          <ac:chgData name="Yash Jadhav" userId="535c3d6d-72b8-4f77-8155-55f939173cf2" providerId="ADAL" clId="{F33F88E0-3380-47C4-AFDE-F1AC050ADA82}" dt="2026-01-25T16:03:28.093" v="4407" actId="790"/>
          <ac:spMkLst>
            <pc:docMk/>
            <pc:sldMk cId="1751468860" sldId="349"/>
            <ac:spMk id="178" creationId="{00000000-0000-0000-0000-000000000000}"/>
          </ac:spMkLst>
        </pc:spChg>
        <pc:spChg chg="mod">
          <ac:chgData name="Yash Jadhav" userId="535c3d6d-72b8-4f77-8155-55f939173cf2" providerId="ADAL" clId="{F33F88E0-3380-47C4-AFDE-F1AC050ADA82}" dt="2026-01-25T16:03:28.095" v="4408" actId="790"/>
          <ac:spMkLst>
            <pc:docMk/>
            <pc:sldMk cId="1751468860" sldId="349"/>
            <ac:spMk id="179" creationId="{00000000-0000-0000-0000-000000000000}"/>
          </ac:spMkLst>
        </pc:spChg>
        <pc:spChg chg="mod">
          <ac:chgData name="Yash Jadhav" userId="535c3d6d-72b8-4f77-8155-55f939173cf2" providerId="ADAL" clId="{F33F88E0-3380-47C4-AFDE-F1AC050ADA82}" dt="2026-01-25T16:03:28.097" v="4409" actId="790"/>
          <ac:spMkLst>
            <pc:docMk/>
            <pc:sldMk cId="1751468860" sldId="349"/>
            <ac:spMk id="180" creationId="{00000000-0000-0000-0000-000000000000}"/>
          </ac:spMkLst>
        </pc:spChg>
        <pc:spChg chg="mod">
          <ac:chgData name="Yash Jadhav" userId="535c3d6d-72b8-4f77-8155-55f939173cf2" providerId="ADAL" clId="{F33F88E0-3380-47C4-AFDE-F1AC050ADA82}" dt="2026-01-25T16:03:28.100" v="4410" actId="790"/>
          <ac:spMkLst>
            <pc:docMk/>
            <pc:sldMk cId="1751468860" sldId="349"/>
            <ac:spMk id="181" creationId="{00000000-0000-0000-0000-000000000000}"/>
          </ac:spMkLst>
        </pc:spChg>
        <pc:spChg chg="mod">
          <ac:chgData name="Yash Jadhav" userId="535c3d6d-72b8-4f77-8155-55f939173cf2" providerId="ADAL" clId="{F33F88E0-3380-47C4-AFDE-F1AC050ADA82}" dt="2026-01-25T16:03:28.106" v="4412" actId="790"/>
          <ac:spMkLst>
            <pc:docMk/>
            <pc:sldMk cId="1751468860" sldId="349"/>
            <ac:spMk id="207" creationId="{E37DF516-8F99-E296-9F48-10D6A561A3D2}"/>
          </ac:spMkLst>
        </pc:spChg>
        <pc:spChg chg="mod">
          <ac:chgData name="Yash Jadhav" userId="535c3d6d-72b8-4f77-8155-55f939173cf2" providerId="ADAL" clId="{F33F88E0-3380-47C4-AFDE-F1AC050ADA82}" dt="2026-01-25T16:03:28.108" v="4413" actId="790"/>
          <ac:spMkLst>
            <pc:docMk/>
            <pc:sldMk cId="1751468860" sldId="349"/>
            <ac:spMk id="208" creationId="{4BEACE69-F4EB-C4D4-F63A-8AA56D25D3EF}"/>
          </ac:spMkLst>
        </pc:spChg>
        <pc:spChg chg="mod">
          <ac:chgData name="Yash Jadhav" userId="535c3d6d-72b8-4f77-8155-55f939173cf2" providerId="ADAL" clId="{F33F88E0-3380-47C4-AFDE-F1AC050ADA82}" dt="2026-01-25T16:03:28.110" v="4414" actId="790"/>
          <ac:spMkLst>
            <pc:docMk/>
            <pc:sldMk cId="1751468860" sldId="349"/>
            <ac:spMk id="209" creationId="{B5248DA5-CFB1-CA14-1938-A116DC52CA27}"/>
          </ac:spMkLst>
        </pc:spChg>
        <pc:spChg chg="mod">
          <ac:chgData name="Yash Jadhav" userId="535c3d6d-72b8-4f77-8155-55f939173cf2" providerId="ADAL" clId="{F33F88E0-3380-47C4-AFDE-F1AC050ADA82}" dt="2026-01-25T16:03:28.112" v="4415" actId="790"/>
          <ac:spMkLst>
            <pc:docMk/>
            <pc:sldMk cId="1751468860" sldId="349"/>
            <ac:spMk id="210" creationId="{C322DB7A-535E-3336-889F-76CAF5C20664}"/>
          </ac:spMkLst>
        </pc:spChg>
        <pc:spChg chg="mod">
          <ac:chgData name="Yash Jadhav" userId="535c3d6d-72b8-4f77-8155-55f939173cf2" providerId="ADAL" clId="{F33F88E0-3380-47C4-AFDE-F1AC050ADA82}" dt="2026-01-25T16:03:28.114" v="4416" actId="790"/>
          <ac:spMkLst>
            <pc:docMk/>
            <pc:sldMk cId="1751468860" sldId="349"/>
            <ac:spMk id="211" creationId="{3B75891A-3EDD-C8AD-E1AD-C09C72B452B9}"/>
          </ac:spMkLst>
        </pc:spChg>
        <pc:spChg chg="mod">
          <ac:chgData name="Yash Jadhav" userId="535c3d6d-72b8-4f77-8155-55f939173cf2" providerId="ADAL" clId="{F33F88E0-3380-47C4-AFDE-F1AC050ADA82}" dt="2026-01-25T16:03:28.115" v="4417" actId="790"/>
          <ac:spMkLst>
            <pc:docMk/>
            <pc:sldMk cId="1751468860" sldId="349"/>
            <ac:spMk id="212" creationId="{0508A6B1-AD3A-ECD1-ABAD-FE671DABECC6}"/>
          </ac:spMkLst>
        </pc:spChg>
        <pc:spChg chg="mod">
          <ac:chgData name="Yash Jadhav" userId="535c3d6d-72b8-4f77-8155-55f939173cf2" providerId="ADAL" clId="{F33F88E0-3380-47C4-AFDE-F1AC050ADA82}" dt="2026-01-25T16:03:28.117" v="4418" actId="790"/>
          <ac:spMkLst>
            <pc:docMk/>
            <pc:sldMk cId="1751468860" sldId="349"/>
            <ac:spMk id="213" creationId="{E6BF4D55-EF16-8C1E-E540-DF1AE49EB199}"/>
          </ac:spMkLst>
        </pc:spChg>
        <pc:spChg chg="mod">
          <ac:chgData name="Yash Jadhav" userId="535c3d6d-72b8-4f77-8155-55f939173cf2" providerId="ADAL" clId="{F33F88E0-3380-47C4-AFDE-F1AC050ADA82}" dt="2026-01-25T16:03:28.121" v="4419" actId="790"/>
          <ac:spMkLst>
            <pc:docMk/>
            <pc:sldMk cId="1751468860" sldId="349"/>
            <ac:spMk id="214" creationId="{99920A8F-18E1-11C4-2AF2-C582CBA7A777}"/>
          </ac:spMkLst>
        </pc:spChg>
        <pc:spChg chg="mod">
          <ac:chgData name="Yash Jadhav" userId="535c3d6d-72b8-4f77-8155-55f939173cf2" providerId="ADAL" clId="{F33F88E0-3380-47C4-AFDE-F1AC050ADA82}" dt="2026-01-25T16:03:28.123" v="4420" actId="790"/>
          <ac:spMkLst>
            <pc:docMk/>
            <pc:sldMk cId="1751468860" sldId="349"/>
            <ac:spMk id="215" creationId="{76C4C76A-104D-2467-324A-7932DEFD6452}"/>
          </ac:spMkLst>
        </pc:spChg>
        <pc:spChg chg="mod">
          <ac:chgData name="Yash Jadhav" userId="535c3d6d-72b8-4f77-8155-55f939173cf2" providerId="ADAL" clId="{F33F88E0-3380-47C4-AFDE-F1AC050ADA82}" dt="2026-01-25T16:03:28.126" v="4421" actId="790"/>
          <ac:spMkLst>
            <pc:docMk/>
            <pc:sldMk cId="1751468860" sldId="349"/>
            <ac:spMk id="217" creationId="{2A9825DE-0222-EB13-9349-23F26B109A5A}"/>
          </ac:spMkLst>
        </pc:spChg>
        <pc:spChg chg="mod">
          <ac:chgData name="Yash Jadhav" userId="535c3d6d-72b8-4f77-8155-55f939173cf2" providerId="ADAL" clId="{F33F88E0-3380-47C4-AFDE-F1AC050ADA82}" dt="2026-01-25T16:03:28.127" v="4422" actId="790"/>
          <ac:spMkLst>
            <pc:docMk/>
            <pc:sldMk cId="1751468860" sldId="349"/>
            <ac:spMk id="218" creationId="{96812B0D-2877-2309-CDB8-6F4642710F34}"/>
          </ac:spMkLst>
        </pc:spChg>
        <pc:spChg chg="mod">
          <ac:chgData name="Yash Jadhav" userId="535c3d6d-72b8-4f77-8155-55f939173cf2" providerId="ADAL" clId="{F33F88E0-3380-47C4-AFDE-F1AC050ADA82}" dt="2026-01-25T16:03:28.129" v="4423" actId="790"/>
          <ac:spMkLst>
            <pc:docMk/>
            <pc:sldMk cId="1751468860" sldId="349"/>
            <ac:spMk id="219" creationId="{C2B84AF7-8022-F37B-130F-176EA13E29CE}"/>
          </ac:spMkLst>
        </pc:spChg>
        <pc:spChg chg="mod">
          <ac:chgData name="Yash Jadhav" userId="535c3d6d-72b8-4f77-8155-55f939173cf2" providerId="ADAL" clId="{F33F88E0-3380-47C4-AFDE-F1AC050ADA82}" dt="2026-01-25T16:03:28.131" v="4424" actId="790"/>
          <ac:spMkLst>
            <pc:docMk/>
            <pc:sldMk cId="1751468860" sldId="349"/>
            <ac:spMk id="220" creationId="{E856281D-AADE-71A4-AC3F-7176377BF4CB}"/>
          </ac:spMkLst>
        </pc:spChg>
        <pc:spChg chg="mod">
          <ac:chgData name="Yash Jadhav" userId="535c3d6d-72b8-4f77-8155-55f939173cf2" providerId="ADAL" clId="{F33F88E0-3380-47C4-AFDE-F1AC050ADA82}" dt="2026-01-25T16:03:28.133" v="4425" actId="790"/>
          <ac:spMkLst>
            <pc:docMk/>
            <pc:sldMk cId="1751468860" sldId="349"/>
            <ac:spMk id="221" creationId="{F8586171-36EA-AA88-FF23-BF63F5D5C0A5}"/>
          </ac:spMkLst>
        </pc:spChg>
        <pc:spChg chg="mod">
          <ac:chgData name="Yash Jadhav" userId="535c3d6d-72b8-4f77-8155-55f939173cf2" providerId="ADAL" clId="{F33F88E0-3380-47C4-AFDE-F1AC050ADA82}" dt="2026-01-25T16:03:28.135" v="4426" actId="790"/>
          <ac:spMkLst>
            <pc:docMk/>
            <pc:sldMk cId="1751468860" sldId="349"/>
            <ac:spMk id="222" creationId="{EDB001AB-8393-C4ED-389C-D3F899647178}"/>
          </ac:spMkLst>
        </pc:spChg>
        <pc:spChg chg="mod">
          <ac:chgData name="Yash Jadhav" userId="535c3d6d-72b8-4f77-8155-55f939173cf2" providerId="ADAL" clId="{F33F88E0-3380-47C4-AFDE-F1AC050ADA82}" dt="2026-01-25T16:03:28.138" v="4427" actId="790"/>
          <ac:spMkLst>
            <pc:docMk/>
            <pc:sldMk cId="1751468860" sldId="349"/>
            <ac:spMk id="223" creationId="{A74F0650-0AAB-6091-14EA-BE2328C8107D}"/>
          </ac:spMkLst>
        </pc:spChg>
        <pc:spChg chg="mod">
          <ac:chgData name="Yash Jadhav" userId="535c3d6d-72b8-4f77-8155-55f939173cf2" providerId="ADAL" clId="{F33F88E0-3380-47C4-AFDE-F1AC050ADA82}" dt="2026-01-25T16:03:28.140" v="4428" actId="790"/>
          <ac:spMkLst>
            <pc:docMk/>
            <pc:sldMk cId="1751468860" sldId="349"/>
            <ac:spMk id="224" creationId="{CE1CA100-03F6-FB0A-1030-B25D2F759CE4}"/>
          </ac:spMkLst>
        </pc:spChg>
        <pc:spChg chg="mod">
          <ac:chgData name="Yash Jadhav" userId="535c3d6d-72b8-4f77-8155-55f939173cf2" providerId="ADAL" clId="{F33F88E0-3380-47C4-AFDE-F1AC050ADA82}" dt="2026-01-25T16:03:28.143" v="4429" actId="790"/>
          <ac:spMkLst>
            <pc:docMk/>
            <pc:sldMk cId="1751468860" sldId="349"/>
            <ac:spMk id="225" creationId="{9C2AF5FC-A120-8A36-DAD8-E2A212991A0B}"/>
          </ac:spMkLst>
        </pc:spChg>
        <pc:spChg chg="mod">
          <ac:chgData name="Yash Jadhav" userId="535c3d6d-72b8-4f77-8155-55f939173cf2" providerId="ADAL" clId="{F33F88E0-3380-47C4-AFDE-F1AC050ADA82}" dt="2026-01-25T16:03:28.145" v="4430" actId="790"/>
          <ac:spMkLst>
            <pc:docMk/>
            <pc:sldMk cId="1751468860" sldId="349"/>
            <ac:spMk id="226" creationId="{8C4B055E-2346-12CA-C12A-4986D838EE93}"/>
          </ac:spMkLst>
        </pc:spChg>
        <pc:spChg chg="mod">
          <ac:chgData name="Yash Jadhav" userId="535c3d6d-72b8-4f77-8155-55f939173cf2" providerId="ADAL" clId="{F33F88E0-3380-47C4-AFDE-F1AC050ADA82}" dt="2026-01-25T16:03:28.147" v="4431" actId="790"/>
          <ac:spMkLst>
            <pc:docMk/>
            <pc:sldMk cId="1751468860" sldId="349"/>
            <ac:spMk id="227" creationId="{F78F2419-09F5-46BB-7992-9D4256C93626}"/>
          </ac:spMkLst>
        </pc:spChg>
        <pc:spChg chg="mod">
          <ac:chgData name="Yash Jadhav" userId="535c3d6d-72b8-4f77-8155-55f939173cf2" providerId="ADAL" clId="{F33F88E0-3380-47C4-AFDE-F1AC050ADA82}" dt="2026-01-25T16:03:28.148" v="4432" actId="790"/>
          <ac:spMkLst>
            <pc:docMk/>
            <pc:sldMk cId="1751468860" sldId="349"/>
            <ac:spMk id="228" creationId="{E251A749-446F-99C5-D8DC-0114A164598D}"/>
          </ac:spMkLst>
        </pc:spChg>
        <pc:spChg chg="mod">
          <ac:chgData name="Yash Jadhav" userId="535c3d6d-72b8-4f77-8155-55f939173cf2" providerId="ADAL" clId="{F33F88E0-3380-47C4-AFDE-F1AC050ADA82}" dt="2026-01-25T16:03:28.149" v="4433" actId="790"/>
          <ac:spMkLst>
            <pc:docMk/>
            <pc:sldMk cId="1751468860" sldId="349"/>
            <ac:spMk id="229" creationId="{1E338BAB-074B-90EE-3709-CE5006185176}"/>
          </ac:spMkLst>
        </pc:spChg>
        <pc:spChg chg="mod">
          <ac:chgData name="Yash Jadhav" userId="535c3d6d-72b8-4f77-8155-55f939173cf2" providerId="ADAL" clId="{F33F88E0-3380-47C4-AFDE-F1AC050ADA82}" dt="2026-01-25T16:03:28.152" v="4434" actId="790"/>
          <ac:spMkLst>
            <pc:docMk/>
            <pc:sldMk cId="1751468860" sldId="349"/>
            <ac:spMk id="230" creationId="{D22C2DEE-37D8-0AB6-3F25-8B7661BF8F83}"/>
          </ac:spMkLst>
        </pc:spChg>
        <pc:spChg chg="mod">
          <ac:chgData name="Yash Jadhav" userId="535c3d6d-72b8-4f77-8155-55f939173cf2" providerId="ADAL" clId="{F33F88E0-3380-47C4-AFDE-F1AC050ADA82}" dt="2026-01-25T16:03:28.156" v="4435" actId="790"/>
          <ac:spMkLst>
            <pc:docMk/>
            <pc:sldMk cId="1751468860" sldId="349"/>
            <ac:spMk id="232" creationId="{81BF4CA8-E487-2ADF-06AB-853DA2C04E4B}"/>
          </ac:spMkLst>
        </pc:spChg>
        <pc:spChg chg="mod">
          <ac:chgData name="Yash Jadhav" userId="535c3d6d-72b8-4f77-8155-55f939173cf2" providerId="ADAL" clId="{F33F88E0-3380-47C4-AFDE-F1AC050ADA82}" dt="2026-01-25T16:03:28.158" v="4436" actId="790"/>
          <ac:spMkLst>
            <pc:docMk/>
            <pc:sldMk cId="1751468860" sldId="349"/>
            <ac:spMk id="233" creationId="{CD85EDF8-2968-E43E-EB3D-57EB4A55A3B5}"/>
          </ac:spMkLst>
        </pc:spChg>
        <pc:spChg chg="mod">
          <ac:chgData name="Yash Jadhav" userId="535c3d6d-72b8-4f77-8155-55f939173cf2" providerId="ADAL" clId="{F33F88E0-3380-47C4-AFDE-F1AC050ADA82}" dt="2026-01-25T16:03:28.160" v="4437" actId="790"/>
          <ac:spMkLst>
            <pc:docMk/>
            <pc:sldMk cId="1751468860" sldId="349"/>
            <ac:spMk id="234" creationId="{8ED559C6-37A7-1A3C-18C8-0E868352F23F}"/>
          </ac:spMkLst>
        </pc:spChg>
        <pc:spChg chg="mod">
          <ac:chgData name="Yash Jadhav" userId="535c3d6d-72b8-4f77-8155-55f939173cf2" providerId="ADAL" clId="{F33F88E0-3380-47C4-AFDE-F1AC050ADA82}" dt="2026-01-25T16:03:28.162" v="4438" actId="790"/>
          <ac:spMkLst>
            <pc:docMk/>
            <pc:sldMk cId="1751468860" sldId="349"/>
            <ac:spMk id="235" creationId="{2E4E4AC1-2C2F-451E-0481-493037713A6A}"/>
          </ac:spMkLst>
        </pc:spChg>
        <pc:spChg chg="mod">
          <ac:chgData name="Yash Jadhav" userId="535c3d6d-72b8-4f77-8155-55f939173cf2" providerId="ADAL" clId="{F33F88E0-3380-47C4-AFDE-F1AC050ADA82}" dt="2026-01-25T16:03:28.164" v="4439" actId="790"/>
          <ac:spMkLst>
            <pc:docMk/>
            <pc:sldMk cId="1751468860" sldId="349"/>
            <ac:spMk id="236" creationId="{90B3F761-D420-8525-0538-2C8485FEC394}"/>
          </ac:spMkLst>
        </pc:spChg>
        <pc:spChg chg="mod">
          <ac:chgData name="Yash Jadhav" userId="535c3d6d-72b8-4f77-8155-55f939173cf2" providerId="ADAL" clId="{F33F88E0-3380-47C4-AFDE-F1AC050ADA82}" dt="2026-01-25T16:03:28.165" v="4440" actId="790"/>
          <ac:spMkLst>
            <pc:docMk/>
            <pc:sldMk cId="1751468860" sldId="349"/>
            <ac:spMk id="237" creationId="{74BE5C60-186B-1B6F-58A0-DA64EA6E7D3F}"/>
          </ac:spMkLst>
        </pc:spChg>
        <pc:spChg chg="mod">
          <ac:chgData name="Yash Jadhav" userId="535c3d6d-72b8-4f77-8155-55f939173cf2" providerId="ADAL" clId="{F33F88E0-3380-47C4-AFDE-F1AC050ADA82}" dt="2026-01-25T16:03:28.167" v="4441" actId="790"/>
          <ac:spMkLst>
            <pc:docMk/>
            <pc:sldMk cId="1751468860" sldId="349"/>
            <ac:spMk id="239" creationId="{385F8163-34BA-939E-7BE2-834F3E28267A}"/>
          </ac:spMkLst>
        </pc:spChg>
        <pc:spChg chg="mod">
          <ac:chgData name="Yash Jadhav" userId="535c3d6d-72b8-4f77-8155-55f939173cf2" providerId="ADAL" clId="{F33F88E0-3380-47C4-AFDE-F1AC050ADA82}" dt="2026-01-25T16:03:28.168" v="4442" actId="790"/>
          <ac:spMkLst>
            <pc:docMk/>
            <pc:sldMk cId="1751468860" sldId="349"/>
            <ac:spMk id="240" creationId="{715F432F-DF1A-C954-4816-7B81C135B24A}"/>
          </ac:spMkLst>
        </pc:spChg>
        <pc:spChg chg="mod">
          <ac:chgData name="Yash Jadhav" userId="535c3d6d-72b8-4f77-8155-55f939173cf2" providerId="ADAL" clId="{F33F88E0-3380-47C4-AFDE-F1AC050ADA82}" dt="2026-01-25T16:03:28.170" v="4443" actId="790"/>
          <ac:spMkLst>
            <pc:docMk/>
            <pc:sldMk cId="1751468860" sldId="349"/>
            <ac:spMk id="241" creationId="{DB2877E7-545B-524F-84E0-078D9B67EC26}"/>
          </ac:spMkLst>
        </pc:spChg>
        <pc:spChg chg="mod">
          <ac:chgData name="Yash Jadhav" userId="535c3d6d-72b8-4f77-8155-55f939173cf2" providerId="ADAL" clId="{F33F88E0-3380-47C4-AFDE-F1AC050ADA82}" dt="2026-01-25T16:03:28.173" v="4444" actId="790"/>
          <ac:spMkLst>
            <pc:docMk/>
            <pc:sldMk cId="1751468860" sldId="349"/>
            <ac:spMk id="242" creationId="{D4DE31DB-4F01-13EF-B793-11B25E2F3A57}"/>
          </ac:spMkLst>
        </pc:spChg>
        <pc:spChg chg="mod">
          <ac:chgData name="Yash Jadhav" userId="535c3d6d-72b8-4f77-8155-55f939173cf2" providerId="ADAL" clId="{F33F88E0-3380-47C4-AFDE-F1AC050ADA82}" dt="2026-01-25T16:03:28.174" v="4445" actId="790"/>
          <ac:spMkLst>
            <pc:docMk/>
            <pc:sldMk cId="1751468860" sldId="349"/>
            <ac:spMk id="243" creationId="{52F8E95A-8886-CBC4-A1BF-9B402F090564}"/>
          </ac:spMkLst>
        </pc:spChg>
        <pc:spChg chg="mod">
          <ac:chgData name="Yash Jadhav" userId="535c3d6d-72b8-4f77-8155-55f939173cf2" providerId="ADAL" clId="{F33F88E0-3380-47C4-AFDE-F1AC050ADA82}" dt="2026-01-25T16:03:28.176" v="4446" actId="790"/>
          <ac:spMkLst>
            <pc:docMk/>
            <pc:sldMk cId="1751468860" sldId="349"/>
            <ac:spMk id="244" creationId="{26F022A9-FC59-CBB5-46B0-6BFC95906CB6}"/>
          </ac:spMkLst>
        </pc:spChg>
        <pc:spChg chg="mod">
          <ac:chgData name="Yash Jadhav" userId="535c3d6d-72b8-4f77-8155-55f939173cf2" providerId="ADAL" clId="{F33F88E0-3380-47C4-AFDE-F1AC050ADA82}" dt="2026-01-25T16:03:28.178" v="4447" actId="790"/>
          <ac:spMkLst>
            <pc:docMk/>
            <pc:sldMk cId="1751468860" sldId="349"/>
            <ac:spMk id="245" creationId="{F3E5E1C3-DF5A-2331-FAE4-BED7ED29C09F}"/>
          </ac:spMkLst>
        </pc:spChg>
        <pc:spChg chg="mod">
          <ac:chgData name="Yash Jadhav" userId="535c3d6d-72b8-4f77-8155-55f939173cf2" providerId="ADAL" clId="{F33F88E0-3380-47C4-AFDE-F1AC050ADA82}" dt="2026-01-25T16:03:28.180" v="4448" actId="790"/>
          <ac:spMkLst>
            <pc:docMk/>
            <pc:sldMk cId="1751468860" sldId="349"/>
            <ac:spMk id="246" creationId="{6C239859-29B6-F506-0C3D-9689DC96CDEE}"/>
          </ac:spMkLst>
        </pc:spChg>
        <pc:spChg chg="mod">
          <ac:chgData name="Yash Jadhav" userId="535c3d6d-72b8-4f77-8155-55f939173cf2" providerId="ADAL" clId="{F33F88E0-3380-47C4-AFDE-F1AC050ADA82}" dt="2026-01-25T16:03:28.181" v="4449" actId="790"/>
          <ac:spMkLst>
            <pc:docMk/>
            <pc:sldMk cId="1751468860" sldId="349"/>
            <ac:spMk id="247" creationId="{6570D6F4-50F6-2FC7-939C-29C2E16540CE}"/>
          </ac:spMkLst>
        </pc:spChg>
        <pc:spChg chg="mod">
          <ac:chgData name="Yash Jadhav" userId="535c3d6d-72b8-4f77-8155-55f939173cf2" providerId="ADAL" clId="{F33F88E0-3380-47C4-AFDE-F1AC050ADA82}" dt="2026-01-25T16:03:28.184" v="4450" actId="790"/>
          <ac:spMkLst>
            <pc:docMk/>
            <pc:sldMk cId="1751468860" sldId="349"/>
            <ac:spMk id="248" creationId="{C092C7B7-7B7B-EE9C-F3DA-43A8D5CD8854}"/>
          </ac:spMkLst>
        </pc:spChg>
        <pc:spChg chg="mod">
          <ac:chgData name="Yash Jadhav" userId="535c3d6d-72b8-4f77-8155-55f939173cf2" providerId="ADAL" clId="{F33F88E0-3380-47C4-AFDE-F1AC050ADA82}" dt="2026-01-25T16:03:28.186" v="4451" actId="790"/>
          <ac:spMkLst>
            <pc:docMk/>
            <pc:sldMk cId="1751468860" sldId="349"/>
            <ac:spMk id="249" creationId="{5EA3AACD-3C02-9309-2022-A4752FDE937A}"/>
          </ac:spMkLst>
        </pc:spChg>
        <pc:spChg chg="mod">
          <ac:chgData name="Yash Jadhav" userId="535c3d6d-72b8-4f77-8155-55f939173cf2" providerId="ADAL" clId="{F33F88E0-3380-47C4-AFDE-F1AC050ADA82}" dt="2026-01-25T16:03:28.188" v="4452" actId="790"/>
          <ac:spMkLst>
            <pc:docMk/>
            <pc:sldMk cId="1751468860" sldId="349"/>
            <ac:spMk id="250" creationId="{DF66A50B-9A84-F6CE-F91E-EDE64EF34C46}"/>
          </ac:spMkLst>
        </pc:spChg>
        <pc:spChg chg="mod">
          <ac:chgData name="Yash Jadhav" userId="535c3d6d-72b8-4f77-8155-55f939173cf2" providerId="ADAL" clId="{F33F88E0-3380-47C4-AFDE-F1AC050ADA82}" dt="2026-01-25T16:03:28.191" v="4453" actId="790"/>
          <ac:spMkLst>
            <pc:docMk/>
            <pc:sldMk cId="1751468860" sldId="349"/>
            <ac:spMk id="252" creationId="{8254392B-3AE3-D2CB-E0E7-D3E4A4497EE2}"/>
          </ac:spMkLst>
        </pc:spChg>
        <pc:spChg chg="mod">
          <ac:chgData name="Yash Jadhav" userId="535c3d6d-72b8-4f77-8155-55f939173cf2" providerId="ADAL" clId="{F33F88E0-3380-47C4-AFDE-F1AC050ADA82}" dt="2026-01-25T16:03:28.193" v="4454" actId="790"/>
          <ac:spMkLst>
            <pc:docMk/>
            <pc:sldMk cId="1751468860" sldId="349"/>
            <ac:spMk id="253" creationId="{76D4A9B4-ECB6-A541-116D-ED42FB5A79FB}"/>
          </ac:spMkLst>
        </pc:spChg>
        <pc:spChg chg="mod">
          <ac:chgData name="Yash Jadhav" userId="535c3d6d-72b8-4f77-8155-55f939173cf2" providerId="ADAL" clId="{F33F88E0-3380-47C4-AFDE-F1AC050ADA82}" dt="2026-01-25T16:03:28.195" v="4455" actId="790"/>
          <ac:spMkLst>
            <pc:docMk/>
            <pc:sldMk cId="1751468860" sldId="349"/>
            <ac:spMk id="254" creationId="{2408A2F3-DC93-056B-FFE7-BD2007870A59}"/>
          </ac:spMkLst>
        </pc:spChg>
        <pc:spChg chg="mod">
          <ac:chgData name="Yash Jadhav" userId="535c3d6d-72b8-4f77-8155-55f939173cf2" providerId="ADAL" clId="{F33F88E0-3380-47C4-AFDE-F1AC050ADA82}" dt="2026-01-25T16:03:28.196" v="4456" actId="790"/>
          <ac:spMkLst>
            <pc:docMk/>
            <pc:sldMk cId="1751468860" sldId="349"/>
            <ac:spMk id="255" creationId="{EDABFE8C-7CB4-43EA-2D18-315D0690A184}"/>
          </ac:spMkLst>
        </pc:spChg>
        <pc:spChg chg="mod">
          <ac:chgData name="Yash Jadhav" userId="535c3d6d-72b8-4f77-8155-55f939173cf2" providerId="ADAL" clId="{F33F88E0-3380-47C4-AFDE-F1AC050ADA82}" dt="2026-01-25T16:03:28.199" v="4457" actId="790"/>
          <ac:spMkLst>
            <pc:docMk/>
            <pc:sldMk cId="1751468860" sldId="349"/>
            <ac:spMk id="256" creationId="{190E41A2-AB25-D0F0-AF2A-A4E2B1A0FF55}"/>
          </ac:spMkLst>
        </pc:spChg>
        <pc:spChg chg="mod">
          <ac:chgData name="Yash Jadhav" userId="535c3d6d-72b8-4f77-8155-55f939173cf2" providerId="ADAL" clId="{F33F88E0-3380-47C4-AFDE-F1AC050ADA82}" dt="2026-01-25T16:03:28.200" v="4458" actId="790"/>
          <ac:spMkLst>
            <pc:docMk/>
            <pc:sldMk cId="1751468860" sldId="349"/>
            <ac:spMk id="257" creationId="{31001F38-5030-9D1D-28EE-19FE07C6DE33}"/>
          </ac:spMkLst>
        </pc:spChg>
        <pc:spChg chg="mod">
          <ac:chgData name="Yash Jadhav" userId="535c3d6d-72b8-4f77-8155-55f939173cf2" providerId="ADAL" clId="{F33F88E0-3380-47C4-AFDE-F1AC050ADA82}" dt="2026-01-25T16:03:28.202" v="4459" actId="790"/>
          <ac:spMkLst>
            <pc:docMk/>
            <pc:sldMk cId="1751468860" sldId="349"/>
            <ac:spMk id="258" creationId="{F2826C99-A6A2-2802-0A58-5845523EB32C}"/>
          </ac:spMkLst>
        </pc:spChg>
        <pc:spChg chg="mod">
          <ac:chgData name="Yash Jadhav" userId="535c3d6d-72b8-4f77-8155-55f939173cf2" providerId="ADAL" clId="{F33F88E0-3380-47C4-AFDE-F1AC050ADA82}" dt="2026-01-25T16:03:28.205" v="4460" actId="790"/>
          <ac:spMkLst>
            <pc:docMk/>
            <pc:sldMk cId="1751468860" sldId="349"/>
            <ac:spMk id="259" creationId="{5DFEEA05-CED3-0B15-312D-B15A5A8302D0}"/>
          </ac:spMkLst>
        </pc:spChg>
        <pc:spChg chg="mod">
          <ac:chgData name="Yash Jadhav" userId="535c3d6d-72b8-4f77-8155-55f939173cf2" providerId="ADAL" clId="{F33F88E0-3380-47C4-AFDE-F1AC050ADA82}" dt="2026-01-25T16:03:28.207" v="4461" actId="790"/>
          <ac:spMkLst>
            <pc:docMk/>
            <pc:sldMk cId="1751468860" sldId="349"/>
            <ac:spMk id="260" creationId="{1AD51D09-E8D7-A367-DB62-7882816B875E}"/>
          </ac:spMkLst>
        </pc:spChg>
        <pc:spChg chg="mod">
          <ac:chgData name="Yash Jadhav" userId="535c3d6d-72b8-4f77-8155-55f939173cf2" providerId="ADAL" clId="{F33F88E0-3380-47C4-AFDE-F1AC050ADA82}" dt="2026-01-25T16:03:28.208" v="4462" actId="790"/>
          <ac:spMkLst>
            <pc:docMk/>
            <pc:sldMk cId="1751468860" sldId="349"/>
            <ac:spMk id="262" creationId="{51C6D39D-5CDE-5056-0208-D04720F34CF8}"/>
          </ac:spMkLst>
        </pc:spChg>
        <pc:spChg chg="mod">
          <ac:chgData name="Yash Jadhav" userId="535c3d6d-72b8-4f77-8155-55f939173cf2" providerId="ADAL" clId="{F33F88E0-3380-47C4-AFDE-F1AC050ADA82}" dt="2026-01-25T16:03:28.211" v="4463" actId="790"/>
          <ac:spMkLst>
            <pc:docMk/>
            <pc:sldMk cId="1751468860" sldId="349"/>
            <ac:spMk id="263" creationId="{CF735777-B962-A406-F5E9-592F1DDC41B6}"/>
          </ac:spMkLst>
        </pc:spChg>
        <pc:spChg chg="mod">
          <ac:chgData name="Yash Jadhav" userId="535c3d6d-72b8-4f77-8155-55f939173cf2" providerId="ADAL" clId="{F33F88E0-3380-47C4-AFDE-F1AC050ADA82}" dt="2026-01-25T16:03:28.213" v="4464" actId="790"/>
          <ac:spMkLst>
            <pc:docMk/>
            <pc:sldMk cId="1751468860" sldId="349"/>
            <ac:spMk id="264" creationId="{50B91751-1485-1C49-A455-C321E3EA9781}"/>
          </ac:spMkLst>
        </pc:spChg>
        <pc:spChg chg="mod">
          <ac:chgData name="Yash Jadhav" userId="535c3d6d-72b8-4f77-8155-55f939173cf2" providerId="ADAL" clId="{F33F88E0-3380-47C4-AFDE-F1AC050ADA82}" dt="2026-01-25T16:03:28.214" v="4465" actId="790"/>
          <ac:spMkLst>
            <pc:docMk/>
            <pc:sldMk cId="1751468860" sldId="349"/>
            <ac:spMk id="266" creationId="{B95006E1-0166-6B8F-00F7-0B3110D90808}"/>
          </ac:spMkLst>
        </pc:spChg>
        <pc:spChg chg="mod">
          <ac:chgData name="Yash Jadhav" userId="535c3d6d-72b8-4f77-8155-55f939173cf2" providerId="ADAL" clId="{F33F88E0-3380-47C4-AFDE-F1AC050ADA82}" dt="2026-01-25T16:03:28.216" v="4466" actId="790"/>
          <ac:spMkLst>
            <pc:docMk/>
            <pc:sldMk cId="1751468860" sldId="349"/>
            <ac:spMk id="267" creationId="{51F9745F-FD31-5D49-351F-E2D68EE19C29}"/>
          </ac:spMkLst>
        </pc:spChg>
        <pc:spChg chg="mod">
          <ac:chgData name="Yash Jadhav" userId="535c3d6d-72b8-4f77-8155-55f939173cf2" providerId="ADAL" clId="{F33F88E0-3380-47C4-AFDE-F1AC050ADA82}" dt="2026-01-25T16:03:28.219" v="4467" actId="790"/>
          <ac:spMkLst>
            <pc:docMk/>
            <pc:sldMk cId="1751468860" sldId="349"/>
            <ac:spMk id="268" creationId="{754E8922-DC3F-D2A2-1165-BF7DFDCAEEAF}"/>
          </ac:spMkLst>
        </pc:spChg>
        <pc:spChg chg="mod">
          <ac:chgData name="Yash Jadhav" userId="535c3d6d-72b8-4f77-8155-55f939173cf2" providerId="ADAL" clId="{F33F88E0-3380-47C4-AFDE-F1AC050ADA82}" dt="2026-01-25T16:03:28.222" v="4468" actId="790"/>
          <ac:spMkLst>
            <pc:docMk/>
            <pc:sldMk cId="1751468860" sldId="349"/>
            <ac:spMk id="269" creationId="{2CA6E6C5-6FEB-7D51-F23E-CBD6DEB3F337}"/>
          </ac:spMkLst>
        </pc:spChg>
        <pc:spChg chg="mod">
          <ac:chgData name="Yash Jadhav" userId="535c3d6d-72b8-4f77-8155-55f939173cf2" providerId="ADAL" clId="{F33F88E0-3380-47C4-AFDE-F1AC050ADA82}" dt="2026-01-25T16:03:28.224" v="4469" actId="790"/>
          <ac:spMkLst>
            <pc:docMk/>
            <pc:sldMk cId="1751468860" sldId="349"/>
            <ac:spMk id="270" creationId="{F2987733-6A73-14A4-830A-33A85B68ADCF}"/>
          </ac:spMkLst>
        </pc:spChg>
        <pc:spChg chg="mod">
          <ac:chgData name="Yash Jadhav" userId="535c3d6d-72b8-4f77-8155-55f939173cf2" providerId="ADAL" clId="{F33F88E0-3380-47C4-AFDE-F1AC050ADA82}" dt="2026-01-25T16:03:28.227" v="4470" actId="790"/>
          <ac:spMkLst>
            <pc:docMk/>
            <pc:sldMk cId="1751468860" sldId="349"/>
            <ac:spMk id="271" creationId="{E588A73A-C97F-C490-3B86-D533E5FFB884}"/>
          </ac:spMkLst>
        </pc:spChg>
        <pc:spChg chg="mod">
          <ac:chgData name="Yash Jadhav" userId="535c3d6d-72b8-4f77-8155-55f939173cf2" providerId="ADAL" clId="{F33F88E0-3380-47C4-AFDE-F1AC050ADA82}" dt="2026-01-25T16:03:28.228" v="4471" actId="790"/>
          <ac:spMkLst>
            <pc:docMk/>
            <pc:sldMk cId="1751468860" sldId="349"/>
            <ac:spMk id="272" creationId="{64F54B99-65C6-70FC-5C56-2B8260A9FFF9}"/>
          </ac:spMkLst>
        </pc:spChg>
        <pc:spChg chg="mod">
          <ac:chgData name="Yash Jadhav" userId="535c3d6d-72b8-4f77-8155-55f939173cf2" providerId="ADAL" clId="{F33F88E0-3380-47C4-AFDE-F1AC050ADA82}" dt="2026-01-25T16:03:28.230" v="4472" actId="790"/>
          <ac:spMkLst>
            <pc:docMk/>
            <pc:sldMk cId="1751468860" sldId="349"/>
            <ac:spMk id="273" creationId="{F28658EE-AFB2-A380-E6E5-3DC55C0DE85A}"/>
          </ac:spMkLst>
        </pc:spChg>
        <pc:spChg chg="mod">
          <ac:chgData name="Yash Jadhav" userId="535c3d6d-72b8-4f77-8155-55f939173cf2" providerId="ADAL" clId="{F33F88E0-3380-47C4-AFDE-F1AC050ADA82}" dt="2026-01-25T16:03:28.232" v="4473" actId="790"/>
          <ac:spMkLst>
            <pc:docMk/>
            <pc:sldMk cId="1751468860" sldId="349"/>
            <ac:spMk id="274" creationId="{B683E471-9C53-FA3F-A006-AF7911110AB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13676" sldId="350"/>
        </pc:sldMkLst>
        <pc:spChg chg="mod ord">
          <ac:chgData name="Yash Jadhav" userId="535c3d6d-72b8-4f77-8155-55f939173cf2" providerId="ADAL" clId="{F33F88E0-3380-47C4-AFDE-F1AC050ADA82}" dt="2026-01-25T16:06:14.662" v="8413" actId="6264"/>
          <ac:spMkLst>
            <pc:docMk/>
            <pc:sldMk cId="398213676" sldId="350"/>
            <ac:spMk id="2" creationId="{00000000-0000-0000-0000-000000000000}"/>
          </ac:spMkLst>
        </pc:spChg>
        <pc:spChg chg="mod">
          <ac:chgData name="Yash Jadhav" userId="535c3d6d-72b8-4f77-8155-55f939173cf2" providerId="ADAL" clId="{F33F88E0-3380-47C4-AFDE-F1AC050ADA82}" dt="2026-01-25T16:03:32.147" v="4580" actId="790"/>
          <ac:spMkLst>
            <pc:docMk/>
            <pc:sldMk cId="398213676" sldId="350"/>
            <ac:spMk id="5" creationId="{DD0B6356-362F-0C02-58E3-0D57651DB9E0}"/>
          </ac:spMkLst>
        </pc:spChg>
        <pc:spChg chg="mod">
          <ac:chgData name="Yash Jadhav" userId="535c3d6d-72b8-4f77-8155-55f939173cf2" providerId="ADAL" clId="{F33F88E0-3380-47C4-AFDE-F1AC050ADA82}" dt="2026-01-25T16:03:32.149" v="4581" actId="790"/>
          <ac:spMkLst>
            <pc:docMk/>
            <pc:sldMk cId="398213676" sldId="350"/>
            <ac:spMk id="7" creationId="{89ECFCED-7BED-5E3B-952C-D7ABD0EC3236}"/>
          </ac:spMkLst>
        </pc:spChg>
        <pc:spChg chg="mod">
          <ac:chgData name="Yash Jadhav" userId="535c3d6d-72b8-4f77-8155-55f939173cf2" providerId="ADAL" clId="{F33F88E0-3380-47C4-AFDE-F1AC050ADA82}" dt="2026-01-25T16:03:32.151" v="4582" actId="790"/>
          <ac:spMkLst>
            <pc:docMk/>
            <pc:sldMk cId="398213676" sldId="350"/>
            <ac:spMk id="9" creationId="{051E1B2D-0797-8815-DD10-9DEC7066D763}"/>
          </ac:spMkLst>
        </pc:spChg>
        <pc:spChg chg="add del mod">
          <ac:chgData name="Yash Jadhav" userId="535c3d6d-72b8-4f77-8155-55f939173cf2" providerId="ADAL" clId="{F33F88E0-3380-47C4-AFDE-F1AC050ADA82}" dt="2026-01-25T16:06:14.662" v="8413" actId="6264"/>
          <ac:spMkLst>
            <pc:docMk/>
            <pc:sldMk cId="398213676" sldId="350"/>
            <ac:spMk id="10" creationId="{6734E6A0-D354-B3D6-80B8-F86646466F8A}"/>
          </ac:spMkLst>
        </pc:spChg>
        <pc:spChg chg="mod">
          <ac:chgData name="Yash Jadhav" userId="535c3d6d-72b8-4f77-8155-55f939173cf2" providerId="ADAL" clId="{F33F88E0-3380-47C4-AFDE-F1AC050ADA82}" dt="2026-01-25T16:03:31.989" v="4490" actId="790"/>
          <ac:spMkLst>
            <pc:docMk/>
            <pc:sldMk cId="398213676" sldId="350"/>
            <ac:spMk id="16" creationId="{00000000-0000-0000-0000-000000000000}"/>
          </ac:spMkLst>
        </pc:spChg>
        <pc:spChg chg="mod">
          <ac:chgData name="Yash Jadhav" userId="535c3d6d-72b8-4f77-8155-55f939173cf2" providerId="ADAL" clId="{F33F88E0-3380-47C4-AFDE-F1AC050ADA82}" dt="2026-01-25T16:03:32.153" v="4583" actId="790"/>
          <ac:spMkLst>
            <pc:docMk/>
            <pc:sldMk cId="398213676" sldId="350"/>
            <ac:spMk id="27" creationId="{449D65E2-EB7A-BA49-9FBF-7A55D46C67AD}"/>
          </ac:spMkLst>
        </pc:spChg>
        <pc:spChg chg="mod">
          <ac:chgData name="Yash Jadhav" userId="535c3d6d-72b8-4f77-8155-55f939173cf2" providerId="ADAL" clId="{F33F88E0-3380-47C4-AFDE-F1AC050ADA82}" dt="2026-01-25T16:03:32.154" v="4584" actId="790"/>
          <ac:spMkLst>
            <pc:docMk/>
            <pc:sldMk cId="398213676" sldId="350"/>
            <ac:spMk id="28" creationId="{BD65B23F-2D95-4D1F-7ACE-1CA89CFBB7AA}"/>
          </ac:spMkLst>
        </pc:spChg>
        <pc:spChg chg="mod">
          <ac:chgData name="Yash Jadhav" userId="535c3d6d-72b8-4f77-8155-55f939173cf2" providerId="ADAL" clId="{F33F88E0-3380-47C4-AFDE-F1AC050ADA82}" dt="2026-01-25T16:03:32.156" v="4585" actId="790"/>
          <ac:spMkLst>
            <pc:docMk/>
            <pc:sldMk cId="398213676" sldId="350"/>
            <ac:spMk id="29" creationId="{C0B85BAF-AAD4-70EA-010A-26231CBEA366}"/>
          </ac:spMkLst>
        </pc:spChg>
        <pc:spChg chg="mod">
          <ac:chgData name="Yash Jadhav" userId="535c3d6d-72b8-4f77-8155-55f939173cf2" providerId="ADAL" clId="{F33F88E0-3380-47C4-AFDE-F1AC050ADA82}" dt="2026-01-25T16:03:32.158" v="4586" actId="790"/>
          <ac:spMkLst>
            <pc:docMk/>
            <pc:sldMk cId="398213676" sldId="350"/>
            <ac:spMk id="30" creationId="{46ADCED0-6925-F4FC-270F-EE9FC46BD639}"/>
          </ac:spMkLst>
        </pc:spChg>
        <pc:spChg chg="mod">
          <ac:chgData name="Yash Jadhav" userId="535c3d6d-72b8-4f77-8155-55f939173cf2" providerId="ADAL" clId="{F33F88E0-3380-47C4-AFDE-F1AC050ADA82}" dt="2026-01-25T16:03:31.991" v="4491" actId="790"/>
          <ac:spMkLst>
            <pc:docMk/>
            <pc:sldMk cId="398213676" sldId="350"/>
            <ac:spMk id="31" creationId="{00000000-0000-0000-0000-000000000000}"/>
          </ac:spMkLst>
        </pc:spChg>
        <pc:spChg chg="mod">
          <ac:chgData name="Yash Jadhav" userId="535c3d6d-72b8-4f77-8155-55f939173cf2" providerId="ADAL" clId="{F33F88E0-3380-47C4-AFDE-F1AC050ADA82}" dt="2026-01-25T16:03:31.993" v="4492" actId="790"/>
          <ac:spMkLst>
            <pc:docMk/>
            <pc:sldMk cId="398213676" sldId="350"/>
            <ac:spMk id="32" creationId="{00000000-0000-0000-0000-000000000000}"/>
          </ac:spMkLst>
        </pc:spChg>
        <pc:spChg chg="mod">
          <ac:chgData name="Yash Jadhav" userId="535c3d6d-72b8-4f77-8155-55f939173cf2" providerId="ADAL" clId="{F33F88E0-3380-47C4-AFDE-F1AC050ADA82}" dt="2026-01-25T16:03:32.162" v="4587" actId="790"/>
          <ac:spMkLst>
            <pc:docMk/>
            <pc:sldMk cId="398213676" sldId="350"/>
            <ac:spMk id="33" creationId="{525F413C-2C7E-2F9B-D8DF-34FD785EDD03}"/>
          </ac:spMkLst>
        </pc:spChg>
        <pc:spChg chg="mod">
          <ac:chgData name="Yash Jadhav" userId="535c3d6d-72b8-4f77-8155-55f939173cf2" providerId="ADAL" clId="{F33F88E0-3380-47C4-AFDE-F1AC050ADA82}" dt="2026-01-25T16:03:31.974" v="4483" actId="790"/>
          <ac:spMkLst>
            <pc:docMk/>
            <pc:sldMk cId="398213676" sldId="350"/>
            <ac:spMk id="65" creationId="{00000000-0000-0000-0000-000000000000}"/>
          </ac:spMkLst>
        </pc:spChg>
        <pc:spChg chg="mod">
          <ac:chgData name="Yash Jadhav" userId="535c3d6d-72b8-4f77-8155-55f939173cf2" providerId="ADAL" clId="{F33F88E0-3380-47C4-AFDE-F1AC050ADA82}" dt="2026-01-25T16:03:31.972" v="4482" actId="790"/>
          <ac:spMkLst>
            <pc:docMk/>
            <pc:sldMk cId="398213676" sldId="350"/>
            <ac:spMk id="67" creationId="{00000000-0000-0000-0000-000000000000}"/>
          </ac:spMkLst>
        </pc:spChg>
        <pc:spChg chg="mod">
          <ac:chgData name="Yash Jadhav" userId="535c3d6d-72b8-4f77-8155-55f939173cf2" providerId="ADAL" clId="{F33F88E0-3380-47C4-AFDE-F1AC050ADA82}" dt="2026-01-25T16:03:31.995" v="4493" actId="790"/>
          <ac:spMkLst>
            <pc:docMk/>
            <pc:sldMk cId="398213676" sldId="350"/>
            <ac:spMk id="92" creationId="{00000000-0000-0000-0000-000000000000}"/>
          </ac:spMkLst>
        </pc:spChg>
        <pc:spChg chg="mod">
          <ac:chgData name="Yash Jadhav" userId="535c3d6d-72b8-4f77-8155-55f939173cf2" providerId="ADAL" clId="{F33F88E0-3380-47C4-AFDE-F1AC050ADA82}" dt="2026-01-25T16:03:31.997" v="4494" actId="790"/>
          <ac:spMkLst>
            <pc:docMk/>
            <pc:sldMk cId="398213676" sldId="350"/>
            <ac:spMk id="93" creationId="{00000000-0000-0000-0000-000000000000}"/>
          </ac:spMkLst>
        </pc:spChg>
        <pc:spChg chg="mod">
          <ac:chgData name="Yash Jadhav" userId="535c3d6d-72b8-4f77-8155-55f939173cf2" providerId="ADAL" clId="{F33F88E0-3380-47C4-AFDE-F1AC050ADA82}" dt="2026-01-25T16:03:32" v="4495" actId="790"/>
          <ac:spMkLst>
            <pc:docMk/>
            <pc:sldMk cId="398213676" sldId="350"/>
            <ac:spMk id="94" creationId="{00000000-0000-0000-0000-000000000000}"/>
          </ac:spMkLst>
        </pc:spChg>
        <pc:spChg chg="mod">
          <ac:chgData name="Yash Jadhav" userId="535c3d6d-72b8-4f77-8155-55f939173cf2" providerId="ADAL" clId="{F33F88E0-3380-47C4-AFDE-F1AC050ADA82}" dt="2026-01-25T16:03:32.034" v="4508"/>
          <ac:spMkLst>
            <pc:docMk/>
            <pc:sldMk cId="398213676" sldId="350"/>
            <ac:spMk id="107" creationId="{6614639C-D140-4847-90A0-F2DDC47CC4C1}"/>
          </ac:spMkLst>
        </pc:spChg>
        <pc:spChg chg="mod">
          <ac:chgData name="Yash Jadhav" userId="535c3d6d-72b8-4f77-8155-55f939173cf2" providerId="ADAL" clId="{F33F88E0-3380-47C4-AFDE-F1AC050ADA82}" dt="2026-01-25T16:03:32.035" v="4509"/>
          <ac:spMkLst>
            <pc:docMk/>
            <pc:sldMk cId="398213676" sldId="350"/>
            <ac:spMk id="108" creationId="{2BAC510A-B9CB-4F94-B7DF-9355A4681A50}"/>
          </ac:spMkLst>
        </pc:spChg>
        <pc:spChg chg="mod">
          <ac:chgData name="Yash Jadhav" userId="535c3d6d-72b8-4f77-8155-55f939173cf2" providerId="ADAL" clId="{F33F88E0-3380-47C4-AFDE-F1AC050ADA82}" dt="2026-01-25T16:03:32.036" v="4510"/>
          <ac:spMkLst>
            <pc:docMk/>
            <pc:sldMk cId="398213676" sldId="350"/>
            <ac:spMk id="127" creationId="{AA618B0B-8783-4629-AB2B-7E590ADBB523}"/>
          </ac:spMkLst>
        </pc:spChg>
        <pc:spChg chg="mod">
          <ac:chgData name="Yash Jadhav" userId="535c3d6d-72b8-4f77-8155-55f939173cf2" providerId="ADAL" clId="{F33F88E0-3380-47C4-AFDE-F1AC050ADA82}" dt="2026-01-25T16:03:32.037" v="4511"/>
          <ac:spMkLst>
            <pc:docMk/>
            <pc:sldMk cId="398213676" sldId="350"/>
            <ac:spMk id="128" creationId="{164AFC97-C0CC-4232-A2EE-C475758B23DD}"/>
          </ac:spMkLst>
        </pc:spChg>
        <pc:spChg chg="mod">
          <ac:chgData name="Yash Jadhav" userId="535c3d6d-72b8-4f77-8155-55f939173cf2" providerId="ADAL" clId="{F33F88E0-3380-47C4-AFDE-F1AC050ADA82}" dt="2026-01-25T16:03:32.038" v="4512"/>
          <ac:spMkLst>
            <pc:docMk/>
            <pc:sldMk cId="398213676" sldId="350"/>
            <ac:spMk id="129" creationId="{18186DF0-5BFE-4CAC-881C-E597944C2884}"/>
          </ac:spMkLst>
        </pc:spChg>
        <pc:spChg chg="mod">
          <ac:chgData name="Yash Jadhav" userId="535c3d6d-72b8-4f77-8155-55f939173cf2" providerId="ADAL" clId="{F33F88E0-3380-47C4-AFDE-F1AC050ADA82}" dt="2026-01-25T16:03:32.039" v="4513"/>
          <ac:spMkLst>
            <pc:docMk/>
            <pc:sldMk cId="398213676" sldId="350"/>
            <ac:spMk id="130" creationId="{D6AE9572-C708-4855-9FCC-8C4D9B3739C4}"/>
          </ac:spMkLst>
        </pc:spChg>
        <pc:spChg chg="mod">
          <ac:chgData name="Yash Jadhav" userId="535c3d6d-72b8-4f77-8155-55f939173cf2" providerId="ADAL" clId="{F33F88E0-3380-47C4-AFDE-F1AC050ADA82}" dt="2026-01-25T16:03:32.039" v="4514"/>
          <ac:spMkLst>
            <pc:docMk/>
            <pc:sldMk cId="398213676" sldId="350"/>
            <ac:spMk id="131" creationId="{DC8F8246-05AD-4006-9401-99ADE333DD84}"/>
          </ac:spMkLst>
        </pc:spChg>
        <pc:spChg chg="mod">
          <ac:chgData name="Yash Jadhav" userId="535c3d6d-72b8-4f77-8155-55f939173cf2" providerId="ADAL" clId="{F33F88E0-3380-47C4-AFDE-F1AC050ADA82}" dt="2026-01-25T16:03:32.040" v="4515"/>
          <ac:spMkLst>
            <pc:docMk/>
            <pc:sldMk cId="398213676" sldId="350"/>
            <ac:spMk id="132" creationId="{C3232E8A-4163-4C54-8A37-650AC314E62B}"/>
          </ac:spMkLst>
        </pc:spChg>
        <pc:spChg chg="mod">
          <ac:chgData name="Yash Jadhav" userId="535c3d6d-72b8-4f77-8155-55f939173cf2" providerId="ADAL" clId="{F33F88E0-3380-47C4-AFDE-F1AC050ADA82}" dt="2026-01-25T16:03:32.041" v="4516"/>
          <ac:spMkLst>
            <pc:docMk/>
            <pc:sldMk cId="398213676" sldId="350"/>
            <ac:spMk id="133" creationId="{CB779094-0D94-4FE6-A418-8C4F850CB2CB}"/>
          </ac:spMkLst>
        </pc:spChg>
        <pc:spChg chg="mod">
          <ac:chgData name="Yash Jadhav" userId="535c3d6d-72b8-4f77-8155-55f939173cf2" providerId="ADAL" clId="{F33F88E0-3380-47C4-AFDE-F1AC050ADA82}" dt="2026-01-25T16:03:31.979" v="4486" actId="790"/>
          <ac:spMkLst>
            <pc:docMk/>
            <pc:sldMk cId="398213676" sldId="350"/>
            <ac:spMk id="143" creationId="{59083A38-80EC-F626-08FB-56FB834DC221}"/>
          </ac:spMkLst>
        </pc:spChg>
        <pc:spChg chg="mod">
          <ac:chgData name="Yash Jadhav" userId="535c3d6d-72b8-4f77-8155-55f939173cf2" providerId="ADAL" clId="{F33F88E0-3380-47C4-AFDE-F1AC050ADA82}" dt="2026-01-25T16:03:31.981" v="4487" actId="790"/>
          <ac:spMkLst>
            <pc:docMk/>
            <pc:sldMk cId="398213676" sldId="350"/>
            <ac:spMk id="144" creationId="{F75F7EAD-70FF-81FF-81EA-B0F75A442FAF}"/>
          </ac:spMkLst>
        </pc:spChg>
        <pc:spChg chg="mod">
          <ac:chgData name="Yash Jadhav" userId="535c3d6d-72b8-4f77-8155-55f939173cf2" providerId="ADAL" clId="{F33F88E0-3380-47C4-AFDE-F1AC050ADA82}" dt="2026-01-25T16:03:31.983" v="4488" actId="790"/>
          <ac:spMkLst>
            <pc:docMk/>
            <pc:sldMk cId="398213676" sldId="350"/>
            <ac:spMk id="149" creationId="{24A9AF2E-4FE1-6E21-0ADC-392B07869C05}"/>
          </ac:spMkLst>
        </pc:spChg>
        <pc:spChg chg="mod">
          <ac:chgData name="Yash Jadhav" userId="535c3d6d-72b8-4f77-8155-55f939173cf2" providerId="ADAL" clId="{F33F88E0-3380-47C4-AFDE-F1AC050ADA82}" dt="2026-01-25T16:03:31.986" v="4489" actId="790"/>
          <ac:spMkLst>
            <pc:docMk/>
            <pc:sldMk cId="398213676" sldId="350"/>
            <ac:spMk id="150" creationId="{D38B6261-A03F-0AC1-105C-522530019F1C}"/>
          </ac:spMkLst>
        </pc:spChg>
        <pc:spChg chg="mod">
          <ac:chgData name="Yash Jadhav" userId="535c3d6d-72b8-4f77-8155-55f939173cf2" providerId="ADAL" clId="{F33F88E0-3380-47C4-AFDE-F1AC050ADA82}" dt="2026-01-25T16:03:31.976" v="4484" actId="790"/>
          <ac:spMkLst>
            <pc:docMk/>
            <pc:sldMk cId="398213676" sldId="350"/>
            <ac:spMk id="156" creationId="{00000000-0000-0000-0000-000000000000}"/>
          </ac:spMkLst>
        </pc:spChg>
        <pc:spChg chg="mod">
          <ac:chgData name="Yash Jadhav" userId="535c3d6d-72b8-4f77-8155-55f939173cf2" providerId="ADAL" clId="{F33F88E0-3380-47C4-AFDE-F1AC050ADA82}" dt="2026-01-25T16:03:31.977" v="4485" actId="790"/>
          <ac:spMkLst>
            <pc:docMk/>
            <pc:sldMk cId="398213676" sldId="350"/>
            <ac:spMk id="157" creationId="{00000000-0000-0000-0000-000000000000}"/>
          </ac:spMkLst>
        </pc:spChg>
        <pc:spChg chg="mod">
          <ac:chgData name="Yash Jadhav" userId="535c3d6d-72b8-4f77-8155-55f939173cf2" providerId="ADAL" clId="{F33F88E0-3380-47C4-AFDE-F1AC050ADA82}" dt="2026-01-25T16:03:32.003" v="4496" actId="790"/>
          <ac:spMkLst>
            <pc:docMk/>
            <pc:sldMk cId="398213676" sldId="350"/>
            <ac:spMk id="158" creationId="{00000000-0000-0000-0000-000000000000}"/>
          </ac:spMkLst>
        </pc:spChg>
        <pc:spChg chg="mod">
          <ac:chgData name="Yash Jadhav" userId="535c3d6d-72b8-4f77-8155-55f939173cf2" providerId="ADAL" clId="{F33F88E0-3380-47C4-AFDE-F1AC050ADA82}" dt="2026-01-25T16:03:32.006" v="4497" actId="790"/>
          <ac:spMkLst>
            <pc:docMk/>
            <pc:sldMk cId="398213676" sldId="350"/>
            <ac:spMk id="159" creationId="{00000000-0000-0000-0000-000000000000}"/>
          </ac:spMkLst>
        </pc:spChg>
        <pc:spChg chg="mod">
          <ac:chgData name="Yash Jadhav" userId="535c3d6d-72b8-4f77-8155-55f939173cf2" providerId="ADAL" clId="{F33F88E0-3380-47C4-AFDE-F1AC050ADA82}" dt="2026-01-25T16:03:32.008" v="4498" actId="790"/>
          <ac:spMkLst>
            <pc:docMk/>
            <pc:sldMk cId="398213676" sldId="350"/>
            <ac:spMk id="160" creationId="{00000000-0000-0000-0000-000000000000}"/>
          </ac:spMkLst>
        </pc:spChg>
        <pc:spChg chg="mod">
          <ac:chgData name="Yash Jadhav" userId="535c3d6d-72b8-4f77-8155-55f939173cf2" providerId="ADAL" clId="{F33F88E0-3380-47C4-AFDE-F1AC050ADA82}" dt="2026-01-25T16:03:32.011" v="4499" actId="790"/>
          <ac:spMkLst>
            <pc:docMk/>
            <pc:sldMk cId="398213676" sldId="350"/>
            <ac:spMk id="161" creationId="{00000000-0000-0000-0000-000000000000}"/>
          </ac:spMkLst>
        </pc:spChg>
        <pc:spChg chg="mod">
          <ac:chgData name="Yash Jadhav" userId="535c3d6d-72b8-4f77-8155-55f939173cf2" providerId="ADAL" clId="{F33F88E0-3380-47C4-AFDE-F1AC050ADA82}" dt="2026-01-25T16:03:32.014" v="4500" actId="790"/>
          <ac:spMkLst>
            <pc:docMk/>
            <pc:sldMk cId="398213676" sldId="350"/>
            <ac:spMk id="162" creationId="{00000000-0000-0000-0000-000000000000}"/>
          </ac:spMkLst>
        </pc:spChg>
        <pc:spChg chg="mod">
          <ac:chgData name="Yash Jadhav" userId="535c3d6d-72b8-4f77-8155-55f939173cf2" providerId="ADAL" clId="{F33F88E0-3380-47C4-AFDE-F1AC050ADA82}" dt="2026-01-25T16:03:32.017" v="4501" actId="790"/>
          <ac:spMkLst>
            <pc:docMk/>
            <pc:sldMk cId="398213676" sldId="350"/>
            <ac:spMk id="165" creationId="{00000000-0000-0000-0000-000000000000}"/>
          </ac:spMkLst>
        </pc:spChg>
        <pc:spChg chg="mod">
          <ac:chgData name="Yash Jadhav" userId="535c3d6d-72b8-4f77-8155-55f939173cf2" providerId="ADAL" clId="{F33F88E0-3380-47C4-AFDE-F1AC050ADA82}" dt="2026-01-25T16:03:32.020" v="4502" actId="790"/>
          <ac:spMkLst>
            <pc:docMk/>
            <pc:sldMk cId="398213676" sldId="350"/>
            <ac:spMk id="167" creationId="{00000000-0000-0000-0000-000000000000}"/>
          </ac:spMkLst>
        </pc:spChg>
        <pc:spChg chg="mod">
          <ac:chgData name="Yash Jadhav" userId="535c3d6d-72b8-4f77-8155-55f939173cf2" providerId="ADAL" clId="{F33F88E0-3380-47C4-AFDE-F1AC050ADA82}" dt="2026-01-25T16:03:32.022" v="4503" actId="790"/>
          <ac:spMkLst>
            <pc:docMk/>
            <pc:sldMk cId="398213676" sldId="350"/>
            <ac:spMk id="168" creationId="{00000000-0000-0000-0000-000000000000}"/>
          </ac:spMkLst>
        </pc:spChg>
        <pc:spChg chg="mod">
          <ac:chgData name="Yash Jadhav" userId="535c3d6d-72b8-4f77-8155-55f939173cf2" providerId="ADAL" clId="{F33F88E0-3380-47C4-AFDE-F1AC050ADA82}" dt="2026-01-25T16:03:32.025" v="4504" actId="790"/>
          <ac:spMkLst>
            <pc:docMk/>
            <pc:sldMk cId="398213676" sldId="350"/>
            <ac:spMk id="169" creationId="{00000000-0000-0000-0000-000000000000}"/>
          </ac:spMkLst>
        </pc:spChg>
        <pc:spChg chg="mod">
          <ac:chgData name="Yash Jadhav" userId="535c3d6d-72b8-4f77-8155-55f939173cf2" providerId="ADAL" clId="{F33F88E0-3380-47C4-AFDE-F1AC050ADA82}" dt="2026-01-25T16:03:32.028" v="4505" actId="790"/>
          <ac:spMkLst>
            <pc:docMk/>
            <pc:sldMk cId="398213676" sldId="350"/>
            <ac:spMk id="170" creationId="{00000000-0000-0000-0000-000000000000}"/>
          </ac:spMkLst>
        </pc:spChg>
        <pc:spChg chg="mod">
          <ac:chgData name="Yash Jadhav" userId="535c3d6d-72b8-4f77-8155-55f939173cf2" providerId="ADAL" clId="{F33F88E0-3380-47C4-AFDE-F1AC050ADA82}" dt="2026-01-25T16:03:32.030" v="4506" actId="790"/>
          <ac:spMkLst>
            <pc:docMk/>
            <pc:sldMk cId="398213676" sldId="350"/>
            <ac:spMk id="171" creationId="{00000000-0000-0000-0000-000000000000}"/>
          </ac:spMkLst>
        </pc:spChg>
        <pc:spChg chg="mod">
          <ac:chgData name="Yash Jadhav" userId="535c3d6d-72b8-4f77-8155-55f939173cf2" providerId="ADAL" clId="{F33F88E0-3380-47C4-AFDE-F1AC050ADA82}" dt="2026-01-25T16:03:32.033" v="4507" actId="790"/>
          <ac:spMkLst>
            <pc:docMk/>
            <pc:sldMk cId="398213676" sldId="350"/>
            <ac:spMk id="174" creationId="{00000000-0000-0000-0000-000000000000}"/>
          </ac:spMkLst>
        </pc:spChg>
        <pc:spChg chg="mod">
          <ac:chgData name="Yash Jadhav" userId="535c3d6d-72b8-4f77-8155-55f939173cf2" providerId="ADAL" clId="{F33F88E0-3380-47C4-AFDE-F1AC050ADA82}" dt="2026-01-25T16:03:32.041" v="4517"/>
          <ac:spMkLst>
            <pc:docMk/>
            <pc:sldMk cId="398213676" sldId="350"/>
            <ac:spMk id="183" creationId="{43B44A08-92BB-4777-A0AC-4DA14CF279DA}"/>
          </ac:spMkLst>
        </pc:spChg>
        <pc:spChg chg="mod">
          <ac:chgData name="Yash Jadhav" userId="535c3d6d-72b8-4f77-8155-55f939173cf2" providerId="ADAL" clId="{F33F88E0-3380-47C4-AFDE-F1AC050ADA82}" dt="2026-01-25T16:03:32.042" v="4518"/>
          <ac:spMkLst>
            <pc:docMk/>
            <pc:sldMk cId="398213676" sldId="350"/>
            <ac:spMk id="198" creationId="{E232FA39-BE2C-40A6-BF7B-E8747C671DE0}"/>
          </ac:spMkLst>
        </pc:spChg>
        <pc:spChg chg="mod">
          <ac:chgData name="Yash Jadhav" userId="535c3d6d-72b8-4f77-8155-55f939173cf2" providerId="ADAL" clId="{F33F88E0-3380-47C4-AFDE-F1AC050ADA82}" dt="2026-01-25T16:03:32.043" v="4519"/>
          <ac:spMkLst>
            <pc:docMk/>
            <pc:sldMk cId="398213676" sldId="350"/>
            <ac:spMk id="199" creationId="{FAD41F37-D761-4A41-8F4E-1F9748840EDE}"/>
          </ac:spMkLst>
        </pc:spChg>
        <pc:spChg chg="mod">
          <ac:chgData name="Yash Jadhav" userId="535c3d6d-72b8-4f77-8155-55f939173cf2" providerId="ADAL" clId="{F33F88E0-3380-47C4-AFDE-F1AC050ADA82}" dt="2026-01-25T16:03:32.043" v="4520"/>
          <ac:spMkLst>
            <pc:docMk/>
            <pc:sldMk cId="398213676" sldId="350"/>
            <ac:spMk id="200" creationId="{C7CC0192-48D7-4320-AB34-08D1E1287FED}"/>
          </ac:spMkLst>
        </pc:spChg>
        <pc:spChg chg="mod">
          <ac:chgData name="Yash Jadhav" userId="535c3d6d-72b8-4f77-8155-55f939173cf2" providerId="ADAL" clId="{F33F88E0-3380-47C4-AFDE-F1AC050ADA82}" dt="2026-01-25T16:03:32.044" v="4521"/>
          <ac:spMkLst>
            <pc:docMk/>
            <pc:sldMk cId="398213676" sldId="350"/>
            <ac:spMk id="201" creationId="{8510C174-F42C-4F07-9E54-56C184F28C30}"/>
          </ac:spMkLst>
        </pc:spChg>
        <pc:spChg chg="mod">
          <ac:chgData name="Yash Jadhav" userId="535c3d6d-72b8-4f77-8155-55f939173cf2" providerId="ADAL" clId="{F33F88E0-3380-47C4-AFDE-F1AC050ADA82}" dt="2026-01-25T16:03:32.045" v="4522"/>
          <ac:spMkLst>
            <pc:docMk/>
            <pc:sldMk cId="398213676" sldId="350"/>
            <ac:spMk id="202" creationId="{799C718C-546D-411B-91C9-8D845244F96E}"/>
          </ac:spMkLst>
        </pc:spChg>
        <pc:spChg chg="mod">
          <ac:chgData name="Yash Jadhav" userId="535c3d6d-72b8-4f77-8155-55f939173cf2" providerId="ADAL" clId="{F33F88E0-3380-47C4-AFDE-F1AC050ADA82}" dt="2026-01-25T16:03:32.045" v="4523"/>
          <ac:spMkLst>
            <pc:docMk/>
            <pc:sldMk cId="398213676" sldId="350"/>
            <ac:spMk id="203" creationId="{C181298C-3011-45AE-8F83-B6824DAEDBBB}"/>
          </ac:spMkLst>
        </pc:spChg>
        <pc:spChg chg="mod">
          <ac:chgData name="Yash Jadhav" userId="535c3d6d-72b8-4f77-8155-55f939173cf2" providerId="ADAL" clId="{F33F88E0-3380-47C4-AFDE-F1AC050ADA82}" dt="2026-01-25T16:03:32.047" v="4524" actId="790"/>
          <ac:spMkLst>
            <pc:docMk/>
            <pc:sldMk cId="398213676" sldId="350"/>
            <ac:spMk id="205" creationId="{7565CAB9-1E47-4D00-BC75-CAB7DA6F9E78}"/>
          </ac:spMkLst>
        </pc:spChg>
        <pc:spChg chg="mod">
          <ac:chgData name="Yash Jadhav" userId="535c3d6d-72b8-4f77-8155-55f939173cf2" providerId="ADAL" clId="{F33F88E0-3380-47C4-AFDE-F1AC050ADA82}" dt="2026-01-25T16:03:32.049" v="4525" actId="790"/>
          <ac:spMkLst>
            <pc:docMk/>
            <pc:sldMk cId="398213676" sldId="350"/>
            <ac:spMk id="206" creationId="{5419AA21-F4B1-4A67-BBAD-6061EADCB92A}"/>
          </ac:spMkLst>
        </pc:spChg>
        <pc:spChg chg="mod">
          <ac:chgData name="Yash Jadhav" userId="535c3d6d-72b8-4f77-8155-55f939173cf2" providerId="ADAL" clId="{F33F88E0-3380-47C4-AFDE-F1AC050ADA82}" dt="2026-01-25T16:03:32.052" v="4526" actId="790"/>
          <ac:spMkLst>
            <pc:docMk/>
            <pc:sldMk cId="398213676" sldId="350"/>
            <ac:spMk id="207" creationId="{3205F7B6-90FA-4149-A9BE-66004F1A9144}"/>
          </ac:spMkLst>
        </pc:spChg>
        <pc:spChg chg="mod">
          <ac:chgData name="Yash Jadhav" userId="535c3d6d-72b8-4f77-8155-55f939173cf2" providerId="ADAL" clId="{F33F88E0-3380-47C4-AFDE-F1AC050ADA82}" dt="2026-01-25T16:03:32.054" v="4527" actId="790"/>
          <ac:spMkLst>
            <pc:docMk/>
            <pc:sldMk cId="398213676" sldId="350"/>
            <ac:spMk id="208" creationId="{10CB3D7C-82FC-4602-8D12-0ED41E88C34A}"/>
          </ac:spMkLst>
        </pc:spChg>
        <pc:spChg chg="mod">
          <ac:chgData name="Yash Jadhav" userId="535c3d6d-72b8-4f77-8155-55f939173cf2" providerId="ADAL" clId="{F33F88E0-3380-47C4-AFDE-F1AC050ADA82}" dt="2026-01-25T16:03:32.056" v="4528" actId="790"/>
          <ac:spMkLst>
            <pc:docMk/>
            <pc:sldMk cId="398213676" sldId="350"/>
            <ac:spMk id="209" creationId="{C1DEE4D7-D2E8-4715-BAC2-B9E852DA4949}"/>
          </ac:spMkLst>
        </pc:spChg>
        <pc:spChg chg="mod">
          <ac:chgData name="Yash Jadhav" userId="535c3d6d-72b8-4f77-8155-55f939173cf2" providerId="ADAL" clId="{F33F88E0-3380-47C4-AFDE-F1AC050ADA82}" dt="2026-01-25T16:03:32.058" v="4529" actId="790"/>
          <ac:spMkLst>
            <pc:docMk/>
            <pc:sldMk cId="398213676" sldId="350"/>
            <ac:spMk id="210" creationId="{C96E94C1-7F19-405A-A22A-579F9F00788A}"/>
          </ac:spMkLst>
        </pc:spChg>
        <pc:spChg chg="mod">
          <ac:chgData name="Yash Jadhav" userId="535c3d6d-72b8-4f77-8155-55f939173cf2" providerId="ADAL" clId="{F33F88E0-3380-47C4-AFDE-F1AC050ADA82}" dt="2026-01-25T16:03:32.060" v="4530" actId="790"/>
          <ac:spMkLst>
            <pc:docMk/>
            <pc:sldMk cId="398213676" sldId="350"/>
            <ac:spMk id="211" creationId="{1F9F3A6D-C82C-4A9C-949D-82179DC20EE7}"/>
          </ac:spMkLst>
        </pc:spChg>
        <pc:spChg chg="mod">
          <ac:chgData name="Yash Jadhav" userId="535c3d6d-72b8-4f77-8155-55f939173cf2" providerId="ADAL" clId="{F33F88E0-3380-47C4-AFDE-F1AC050ADA82}" dt="2026-01-25T16:03:32.062" v="4531" actId="790"/>
          <ac:spMkLst>
            <pc:docMk/>
            <pc:sldMk cId="398213676" sldId="350"/>
            <ac:spMk id="231" creationId="{506F7EFB-0114-44A3-B99C-D3137CB6FBD9}"/>
          </ac:spMkLst>
        </pc:spChg>
        <pc:spChg chg="mod">
          <ac:chgData name="Yash Jadhav" userId="535c3d6d-72b8-4f77-8155-55f939173cf2" providerId="ADAL" clId="{F33F88E0-3380-47C4-AFDE-F1AC050ADA82}" dt="2026-01-25T16:03:32.064" v="4532" actId="790"/>
          <ac:spMkLst>
            <pc:docMk/>
            <pc:sldMk cId="398213676" sldId="350"/>
            <ac:spMk id="232" creationId="{9934EA2B-BD46-4AEA-82C0-03D48B27380B}"/>
          </ac:spMkLst>
        </pc:spChg>
        <pc:spChg chg="mod">
          <ac:chgData name="Yash Jadhav" userId="535c3d6d-72b8-4f77-8155-55f939173cf2" providerId="ADAL" clId="{F33F88E0-3380-47C4-AFDE-F1AC050ADA82}" dt="2026-01-25T16:03:32.066" v="4533" actId="790"/>
          <ac:spMkLst>
            <pc:docMk/>
            <pc:sldMk cId="398213676" sldId="350"/>
            <ac:spMk id="233" creationId="{E8090F1B-899E-4225-88D1-4F44E10BDFD6}"/>
          </ac:spMkLst>
        </pc:spChg>
        <pc:spChg chg="mod">
          <ac:chgData name="Yash Jadhav" userId="535c3d6d-72b8-4f77-8155-55f939173cf2" providerId="ADAL" clId="{F33F88E0-3380-47C4-AFDE-F1AC050ADA82}" dt="2026-01-25T16:03:32.069" v="4534" actId="790"/>
          <ac:spMkLst>
            <pc:docMk/>
            <pc:sldMk cId="398213676" sldId="350"/>
            <ac:spMk id="234" creationId="{25D5E3AE-C8B2-404E-AC0E-7F2AFE59B0D9}"/>
          </ac:spMkLst>
        </pc:spChg>
        <pc:spChg chg="mod">
          <ac:chgData name="Yash Jadhav" userId="535c3d6d-72b8-4f77-8155-55f939173cf2" providerId="ADAL" clId="{F33F88E0-3380-47C4-AFDE-F1AC050ADA82}" dt="2026-01-25T16:03:32.071" v="4535" actId="790"/>
          <ac:spMkLst>
            <pc:docMk/>
            <pc:sldMk cId="398213676" sldId="350"/>
            <ac:spMk id="235" creationId="{048DD7AA-A48A-4C6E-97ED-779ECC7A3205}"/>
          </ac:spMkLst>
        </pc:spChg>
        <pc:spChg chg="mod">
          <ac:chgData name="Yash Jadhav" userId="535c3d6d-72b8-4f77-8155-55f939173cf2" providerId="ADAL" clId="{F33F88E0-3380-47C4-AFDE-F1AC050ADA82}" dt="2026-01-25T16:03:32.073" v="4536" actId="790"/>
          <ac:spMkLst>
            <pc:docMk/>
            <pc:sldMk cId="398213676" sldId="350"/>
            <ac:spMk id="236" creationId="{9B055AEE-1E51-45C4-81E5-FC39823AA633}"/>
          </ac:spMkLst>
        </pc:spChg>
        <pc:spChg chg="mod">
          <ac:chgData name="Yash Jadhav" userId="535c3d6d-72b8-4f77-8155-55f939173cf2" providerId="ADAL" clId="{F33F88E0-3380-47C4-AFDE-F1AC050ADA82}" dt="2026-01-25T16:03:32.074" v="4537" actId="790"/>
          <ac:spMkLst>
            <pc:docMk/>
            <pc:sldMk cId="398213676" sldId="350"/>
            <ac:spMk id="237" creationId="{40538CA1-CE16-415D-A8E9-CA892F75262C}"/>
          </ac:spMkLst>
        </pc:spChg>
        <pc:spChg chg="mod">
          <ac:chgData name="Yash Jadhav" userId="535c3d6d-72b8-4f77-8155-55f939173cf2" providerId="ADAL" clId="{F33F88E0-3380-47C4-AFDE-F1AC050ADA82}" dt="2026-01-25T16:03:32.076" v="4538" actId="790"/>
          <ac:spMkLst>
            <pc:docMk/>
            <pc:sldMk cId="398213676" sldId="350"/>
            <ac:spMk id="238" creationId="{C4048F33-0381-4215-8A5E-23B6790EB931}"/>
          </ac:spMkLst>
        </pc:spChg>
        <pc:spChg chg="mod">
          <ac:chgData name="Yash Jadhav" userId="535c3d6d-72b8-4f77-8155-55f939173cf2" providerId="ADAL" clId="{F33F88E0-3380-47C4-AFDE-F1AC050ADA82}" dt="2026-01-25T16:03:32.079" v="4539" actId="790"/>
          <ac:spMkLst>
            <pc:docMk/>
            <pc:sldMk cId="398213676" sldId="350"/>
            <ac:spMk id="239" creationId="{49161613-DC19-4935-8F41-2A79B8A78516}"/>
          </ac:spMkLst>
        </pc:spChg>
        <pc:spChg chg="mod">
          <ac:chgData name="Yash Jadhav" userId="535c3d6d-72b8-4f77-8155-55f939173cf2" providerId="ADAL" clId="{F33F88E0-3380-47C4-AFDE-F1AC050ADA82}" dt="2026-01-25T16:03:32.081" v="4540" actId="790"/>
          <ac:spMkLst>
            <pc:docMk/>
            <pc:sldMk cId="398213676" sldId="350"/>
            <ac:spMk id="240" creationId="{B5911E48-7614-4330-A3C3-E39C732499CB}"/>
          </ac:spMkLst>
        </pc:spChg>
        <pc:spChg chg="mod">
          <ac:chgData name="Yash Jadhav" userId="535c3d6d-72b8-4f77-8155-55f939173cf2" providerId="ADAL" clId="{F33F88E0-3380-47C4-AFDE-F1AC050ADA82}" dt="2026-01-25T16:03:32.084" v="4541" actId="790"/>
          <ac:spMkLst>
            <pc:docMk/>
            <pc:sldMk cId="398213676" sldId="350"/>
            <ac:spMk id="241" creationId="{266F5C8B-C636-44D2-92DA-8BE0B121C0D0}"/>
          </ac:spMkLst>
        </pc:spChg>
        <pc:spChg chg="mod">
          <ac:chgData name="Yash Jadhav" userId="535c3d6d-72b8-4f77-8155-55f939173cf2" providerId="ADAL" clId="{F33F88E0-3380-47C4-AFDE-F1AC050ADA82}" dt="2026-01-25T16:03:32.087" v="4542" actId="790"/>
          <ac:spMkLst>
            <pc:docMk/>
            <pc:sldMk cId="398213676" sldId="350"/>
            <ac:spMk id="242" creationId="{A94DEF0D-15A4-4C49-93C7-1541A3630EE1}"/>
          </ac:spMkLst>
        </pc:spChg>
        <pc:spChg chg="mod">
          <ac:chgData name="Yash Jadhav" userId="535c3d6d-72b8-4f77-8155-55f939173cf2" providerId="ADAL" clId="{F33F88E0-3380-47C4-AFDE-F1AC050ADA82}" dt="2026-01-25T16:03:32.089" v="4543" actId="790"/>
          <ac:spMkLst>
            <pc:docMk/>
            <pc:sldMk cId="398213676" sldId="350"/>
            <ac:spMk id="243" creationId="{90A35F44-766E-45F9-926D-B3ADA5F9B8BF}"/>
          </ac:spMkLst>
        </pc:spChg>
        <pc:spChg chg="mod">
          <ac:chgData name="Yash Jadhav" userId="535c3d6d-72b8-4f77-8155-55f939173cf2" providerId="ADAL" clId="{F33F88E0-3380-47C4-AFDE-F1AC050ADA82}" dt="2026-01-25T16:03:32.091" v="4544" actId="790"/>
          <ac:spMkLst>
            <pc:docMk/>
            <pc:sldMk cId="398213676" sldId="350"/>
            <ac:spMk id="244" creationId="{3DF43A86-8171-4F2D-8A76-11DEFED6CF4F}"/>
          </ac:spMkLst>
        </pc:spChg>
        <pc:spChg chg="mod">
          <ac:chgData name="Yash Jadhav" userId="535c3d6d-72b8-4f77-8155-55f939173cf2" providerId="ADAL" clId="{F33F88E0-3380-47C4-AFDE-F1AC050ADA82}" dt="2026-01-25T16:03:32.092" v="4545" actId="790"/>
          <ac:spMkLst>
            <pc:docMk/>
            <pc:sldMk cId="398213676" sldId="350"/>
            <ac:spMk id="245" creationId="{F581D861-624D-41AD-A9AB-36B4260BA9AA}"/>
          </ac:spMkLst>
        </pc:spChg>
        <pc:spChg chg="mod">
          <ac:chgData name="Yash Jadhav" userId="535c3d6d-72b8-4f77-8155-55f939173cf2" providerId="ADAL" clId="{F33F88E0-3380-47C4-AFDE-F1AC050ADA82}" dt="2026-01-25T16:03:32.094" v="4546" actId="790"/>
          <ac:spMkLst>
            <pc:docMk/>
            <pc:sldMk cId="398213676" sldId="350"/>
            <ac:spMk id="247" creationId="{67793C8C-B21C-4E06-B947-5E64C50DF965}"/>
          </ac:spMkLst>
        </pc:spChg>
        <pc:spChg chg="mod">
          <ac:chgData name="Yash Jadhav" userId="535c3d6d-72b8-4f77-8155-55f939173cf2" providerId="ADAL" clId="{F33F88E0-3380-47C4-AFDE-F1AC050ADA82}" dt="2026-01-25T16:03:32.096" v="4547" actId="790"/>
          <ac:spMkLst>
            <pc:docMk/>
            <pc:sldMk cId="398213676" sldId="350"/>
            <ac:spMk id="248" creationId="{01DE99F2-E3AA-459A-A67F-6F3F4CDC0B3A}"/>
          </ac:spMkLst>
        </pc:spChg>
        <pc:spChg chg="mod">
          <ac:chgData name="Yash Jadhav" userId="535c3d6d-72b8-4f77-8155-55f939173cf2" providerId="ADAL" clId="{F33F88E0-3380-47C4-AFDE-F1AC050ADA82}" dt="2026-01-25T16:03:32.098" v="4548" actId="790"/>
          <ac:spMkLst>
            <pc:docMk/>
            <pc:sldMk cId="398213676" sldId="350"/>
            <ac:spMk id="249" creationId="{A7A3871D-76DF-404B-AD9D-9614D6D11887}"/>
          </ac:spMkLst>
        </pc:spChg>
        <pc:spChg chg="mod">
          <ac:chgData name="Yash Jadhav" userId="535c3d6d-72b8-4f77-8155-55f939173cf2" providerId="ADAL" clId="{F33F88E0-3380-47C4-AFDE-F1AC050ADA82}" dt="2026-01-25T16:03:32.099" v="4549" actId="790"/>
          <ac:spMkLst>
            <pc:docMk/>
            <pc:sldMk cId="398213676" sldId="350"/>
            <ac:spMk id="250" creationId="{F4CE5DDE-36C2-4B7F-A78A-EDA7C17EE7FE}"/>
          </ac:spMkLst>
        </pc:spChg>
        <pc:spChg chg="mod">
          <ac:chgData name="Yash Jadhav" userId="535c3d6d-72b8-4f77-8155-55f939173cf2" providerId="ADAL" clId="{F33F88E0-3380-47C4-AFDE-F1AC050ADA82}" dt="2026-01-25T16:03:32.102" v="4550" actId="790"/>
          <ac:spMkLst>
            <pc:docMk/>
            <pc:sldMk cId="398213676" sldId="350"/>
            <ac:spMk id="251" creationId="{0105A474-6A01-47C6-BB41-EB0BD8818FC2}"/>
          </ac:spMkLst>
        </pc:spChg>
        <pc:spChg chg="mod">
          <ac:chgData name="Yash Jadhav" userId="535c3d6d-72b8-4f77-8155-55f939173cf2" providerId="ADAL" clId="{F33F88E0-3380-47C4-AFDE-F1AC050ADA82}" dt="2026-01-25T16:03:32.104" v="4551" actId="790"/>
          <ac:spMkLst>
            <pc:docMk/>
            <pc:sldMk cId="398213676" sldId="350"/>
            <ac:spMk id="252" creationId="{60DA9C68-EA12-4BFC-A6CF-E21EF1D8A449}"/>
          </ac:spMkLst>
        </pc:spChg>
        <pc:spChg chg="mod">
          <ac:chgData name="Yash Jadhav" userId="535c3d6d-72b8-4f77-8155-55f939173cf2" providerId="ADAL" clId="{F33F88E0-3380-47C4-AFDE-F1AC050ADA82}" dt="2026-01-25T16:03:32.105" v="4552" actId="790"/>
          <ac:spMkLst>
            <pc:docMk/>
            <pc:sldMk cId="398213676" sldId="350"/>
            <ac:spMk id="253" creationId="{9618E35B-E3C8-494D-A2A1-447B59798AF0}"/>
          </ac:spMkLst>
        </pc:spChg>
        <pc:spChg chg="mod">
          <ac:chgData name="Yash Jadhav" userId="535c3d6d-72b8-4f77-8155-55f939173cf2" providerId="ADAL" clId="{F33F88E0-3380-47C4-AFDE-F1AC050ADA82}" dt="2026-01-25T16:03:32.107" v="4553" actId="790"/>
          <ac:spMkLst>
            <pc:docMk/>
            <pc:sldMk cId="398213676" sldId="350"/>
            <ac:spMk id="254" creationId="{89A568DC-B2CE-419F-A461-92DD710D1EC5}"/>
          </ac:spMkLst>
        </pc:spChg>
        <pc:spChg chg="mod">
          <ac:chgData name="Yash Jadhav" userId="535c3d6d-72b8-4f77-8155-55f939173cf2" providerId="ADAL" clId="{F33F88E0-3380-47C4-AFDE-F1AC050ADA82}" dt="2026-01-25T16:03:32.110" v="4554" actId="790"/>
          <ac:spMkLst>
            <pc:docMk/>
            <pc:sldMk cId="398213676" sldId="350"/>
            <ac:spMk id="255" creationId="{0F3524C0-57A2-4BCF-9601-0DA1F85CE594}"/>
          </ac:spMkLst>
        </pc:spChg>
        <pc:spChg chg="mod">
          <ac:chgData name="Yash Jadhav" userId="535c3d6d-72b8-4f77-8155-55f939173cf2" providerId="ADAL" clId="{F33F88E0-3380-47C4-AFDE-F1AC050ADA82}" dt="2026-01-25T16:03:32.112" v="4555" actId="790"/>
          <ac:spMkLst>
            <pc:docMk/>
            <pc:sldMk cId="398213676" sldId="350"/>
            <ac:spMk id="256" creationId="{9AAA1344-6330-415E-BE06-1817815DC7F0}"/>
          </ac:spMkLst>
        </pc:spChg>
        <pc:spChg chg="mod">
          <ac:chgData name="Yash Jadhav" userId="535c3d6d-72b8-4f77-8155-55f939173cf2" providerId="ADAL" clId="{F33F88E0-3380-47C4-AFDE-F1AC050ADA82}" dt="2026-01-25T16:03:32.114" v="4556" actId="790"/>
          <ac:spMkLst>
            <pc:docMk/>
            <pc:sldMk cId="398213676" sldId="350"/>
            <ac:spMk id="257" creationId="{6CA720B9-8124-4644-B746-F22D118F0360}"/>
          </ac:spMkLst>
        </pc:spChg>
        <pc:spChg chg="mod">
          <ac:chgData name="Yash Jadhav" userId="535c3d6d-72b8-4f77-8155-55f939173cf2" providerId="ADAL" clId="{F33F88E0-3380-47C4-AFDE-F1AC050ADA82}" dt="2026-01-25T16:03:32.116" v="4557" actId="790"/>
          <ac:spMkLst>
            <pc:docMk/>
            <pc:sldMk cId="398213676" sldId="350"/>
            <ac:spMk id="258" creationId="{C518741B-9C46-4934-8601-355ECFC7BA49}"/>
          </ac:spMkLst>
        </pc:spChg>
        <pc:spChg chg="mod">
          <ac:chgData name="Yash Jadhav" userId="535c3d6d-72b8-4f77-8155-55f939173cf2" providerId="ADAL" clId="{F33F88E0-3380-47C4-AFDE-F1AC050ADA82}" dt="2026-01-25T16:03:32.118" v="4558" actId="790"/>
          <ac:spMkLst>
            <pc:docMk/>
            <pc:sldMk cId="398213676" sldId="350"/>
            <ac:spMk id="259" creationId="{B9E92BD7-0A17-43FC-9D94-3FB04146A19D}"/>
          </ac:spMkLst>
        </pc:spChg>
        <pc:spChg chg="mod">
          <ac:chgData name="Yash Jadhav" userId="535c3d6d-72b8-4f77-8155-55f939173cf2" providerId="ADAL" clId="{F33F88E0-3380-47C4-AFDE-F1AC050ADA82}" dt="2026-01-25T16:03:32.120" v="4559" actId="790"/>
          <ac:spMkLst>
            <pc:docMk/>
            <pc:sldMk cId="398213676" sldId="350"/>
            <ac:spMk id="260" creationId="{2A0D8FA1-C838-4DF4-84E2-7FD198A5CB80}"/>
          </ac:spMkLst>
        </pc:spChg>
        <pc:spChg chg="mod">
          <ac:chgData name="Yash Jadhav" userId="535c3d6d-72b8-4f77-8155-55f939173cf2" providerId="ADAL" clId="{F33F88E0-3380-47C4-AFDE-F1AC050ADA82}" dt="2026-01-25T16:03:32.122" v="4560" actId="790"/>
          <ac:spMkLst>
            <pc:docMk/>
            <pc:sldMk cId="398213676" sldId="350"/>
            <ac:spMk id="261" creationId="{2CCADFC9-D91A-4A18-8638-DDDAC6A09FE0}"/>
          </ac:spMkLst>
        </pc:spChg>
        <pc:spChg chg="mod">
          <ac:chgData name="Yash Jadhav" userId="535c3d6d-72b8-4f77-8155-55f939173cf2" providerId="ADAL" clId="{F33F88E0-3380-47C4-AFDE-F1AC050ADA82}" dt="2026-01-25T16:03:32.124" v="4561" actId="790"/>
          <ac:spMkLst>
            <pc:docMk/>
            <pc:sldMk cId="398213676" sldId="350"/>
            <ac:spMk id="262" creationId="{79BC4D21-2104-41BE-8A85-EB8E71AE64D7}"/>
          </ac:spMkLst>
        </pc:spChg>
        <pc:spChg chg="mod">
          <ac:chgData name="Yash Jadhav" userId="535c3d6d-72b8-4f77-8155-55f939173cf2" providerId="ADAL" clId="{F33F88E0-3380-47C4-AFDE-F1AC050ADA82}" dt="2026-01-25T16:03:32.126" v="4562" actId="790"/>
          <ac:spMkLst>
            <pc:docMk/>
            <pc:sldMk cId="398213676" sldId="350"/>
            <ac:spMk id="263" creationId="{446C4EDB-349D-4BC9-BB0E-8BB774CFF6BB}"/>
          </ac:spMkLst>
        </pc:spChg>
        <pc:spChg chg="mod">
          <ac:chgData name="Yash Jadhav" userId="535c3d6d-72b8-4f77-8155-55f939173cf2" providerId="ADAL" clId="{F33F88E0-3380-47C4-AFDE-F1AC050ADA82}" dt="2026-01-25T16:03:32.128" v="4563"/>
          <ac:spMkLst>
            <pc:docMk/>
            <pc:sldMk cId="398213676" sldId="350"/>
            <ac:spMk id="281" creationId="{2692AE90-EABC-43C8-A197-BE6795045383}"/>
          </ac:spMkLst>
        </pc:spChg>
        <pc:spChg chg="mod">
          <ac:chgData name="Yash Jadhav" userId="535c3d6d-72b8-4f77-8155-55f939173cf2" providerId="ADAL" clId="{F33F88E0-3380-47C4-AFDE-F1AC050ADA82}" dt="2026-01-25T16:03:32.130" v="4564"/>
          <ac:spMkLst>
            <pc:docMk/>
            <pc:sldMk cId="398213676" sldId="350"/>
            <ac:spMk id="282" creationId="{B4B71444-8A31-483C-8212-55309B650AF8}"/>
          </ac:spMkLst>
        </pc:spChg>
        <pc:spChg chg="mod">
          <ac:chgData name="Yash Jadhav" userId="535c3d6d-72b8-4f77-8155-55f939173cf2" providerId="ADAL" clId="{F33F88E0-3380-47C4-AFDE-F1AC050ADA82}" dt="2026-01-25T16:03:32.131" v="4565"/>
          <ac:spMkLst>
            <pc:docMk/>
            <pc:sldMk cId="398213676" sldId="350"/>
            <ac:spMk id="283" creationId="{1006C162-72B8-4C54-AD99-AA9373A8AD85}"/>
          </ac:spMkLst>
        </pc:spChg>
        <pc:spChg chg="mod">
          <ac:chgData name="Yash Jadhav" userId="535c3d6d-72b8-4f77-8155-55f939173cf2" providerId="ADAL" clId="{F33F88E0-3380-47C4-AFDE-F1AC050ADA82}" dt="2026-01-25T16:03:32.132" v="4566"/>
          <ac:spMkLst>
            <pc:docMk/>
            <pc:sldMk cId="398213676" sldId="350"/>
            <ac:spMk id="284" creationId="{309A6CB8-884E-4497-9467-5DC9AC90F548}"/>
          </ac:spMkLst>
        </pc:spChg>
        <pc:spChg chg="mod">
          <ac:chgData name="Yash Jadhav" userId="535c3d6d-72b8-4f77-8155-55f939173cf2" providerId="ADAL" clId="{F33F88E0-3380-47C4-AFDE-F1AC050ADA82}" dt="2026-01-25T16:03:32.133" v="4567"/>
          <ac:spMkLst>
            <pc:docMk/>
            <pc:sldMk cId="398213676" sldId="350"/>
            <ac:spMk id="285" creationId="{BAF668AC-EB39-4CF0-A861-49DAE064E190}"/>
          </ac:spMkLst>
        </pc:spChg>
        <pc:spChg chg="mod">
          <ac:chgData name="Yash Jadhav" userId="535c3d6d-72b8-4f77-8155-55f939173cf2" providerId="ADAL" clId="{F33F88E0-3380-47C4-AFDE-F1AC050ADA82}" dt="2026-01-25T16:03:32.134" v="4568"/>
          <ac:spMkLst>
            <pc:docMk/>
            <pc:sldMk cId="398213676" sldId="350"/>
            <ac:spMk id="286" creationId="{AD8E4093-2946-40A9-916E-60AAB55F9515}"/>
          </ac:spMkLst>
        </pc:spChg>
        <pc:spChg chg="mod">
          <ac:chgData name="Yash Jadhav" userId="535c3d6d-72b8-4f77-8155-55f939173cf2" providerId="ADAL" clId="{F33F88E0-3380-47C4-AFDE-F1AC050ADA82}" dt="2026-01-25T16:03:32.134" v="4569"/>
          <ac:spMkLst>
            <pc:docMk/>
            <pc:sldMk cId="398213676" sldId="350"/>
            <ac:spMk id="287" creationId="{CA334673-6829-49ED-B774-57279863D18D}"/>
          </ac:spMkLst>
        </pc:spChg>
        <pc:spChg chg="mod">
          <ac:chgData name="Yash Jadhav" userId="535c3d6d-72b8-4f77-8155-55f939173cf2" providerId="ADAL" clId="{F33F88E0-3380-47C4-AFDE-F1AC050ADA82}" dt="2026-01-25T16:03:32.135" v="4570"/>
          <ac:spMkLst>
            <pc:docMk/>
            <pc:sldMk cId="398213676" sldId="350"/>
            <ac:spMk id="288" creationId="{73AB4DB3-5B44-496B-A5EA-B7FB5B53C9BA}"/>
          </ac:spMkLst>
        </pc:spChg>
        <pc:spChg chg="mod">
          <ac:chgData name="Yash Jadhav" userId="535c3d6d-72b8-4f77-8155-55f939173cf2" providerId="ADAL" clId="{F33F88E0-3380-47C4-AFDE-F1AC050ADA82}" dt="2026-01-25T16:03:32.136" v="4571"/>
          <ac:spMkLst>
            <pc:docMk/>
            <pc:sldMk cId="398213676" sldId="350"/>
            <ac:spMk id="289" creationId="{64355AB9-A3A4-437A-B040-6CB2A764D463}"/>
          </ac:spMkLst>
        </pc:spChg>
        <pc:spChg chg="mod">
          <ac:chgData name="Yash Jadhav" userId="535c3d6d-72b8-4f77-8155-55f939173cf2" providerId="ADAL" clId="{F33F88E0-3380-47C4-AFDE-F1AC050ADA82}" dt="2026-01-25T16:03:32.137" v="4572"/>
          <ac:spMkLst>
            <pc:docMk/>
            <pc:sldMk cId="398213676" sldId="350"/>
            <ac:spMk id="290" creationId="{4175F23C-8596-4F8F-8F08-42CE37C6F82D}"/>
          </ac:spMkLst>
        </pc:spChg>
        <pc:spChg chg="mod">
          <ac:chgData name="Yash Jadhav" userId="535c3d6d-72b8-4f77-8155-55f939173cf2" providerId="ADAL" clId="{F33F88E0-3380-47C4-AFDE-F1AC050ADA82}" dt="2026-01-25T16:03:32.138" v="4573"/>
          <ac:spMkLst>
            <pc:docMk/>
            <pc:sldMk cId="398213676" sldId="350"/>
            <ac:spMk id="291" creationId="{3319351D-28B4-4AB6-9FEE-BCC8B8C88D2A}"/>
          </ac:spMkLst>
        </pc:spChg>
        <pc:spChg chg="mod">
          <ac:chgData name="Yash Jadhav" userId="535c3d6d-72b8-4f77-8155-55f939173cf2" providerId="ADAL" clId="{F33F88E0-3380-47C4-AFDE-F1AC050ADA82}" dt="2026-01-25T16:03:32.138" v="4574"/>
          <ac:spMkLst>
            <pc:docMk/>
            <pc:sldMk cId="398213676" sldId="350"/>
            <ac:spMk id="292" creationId="{F83219AB-B119-4D36-BB1D-C128FE3159EA}"/>
          </ac:spMkLst>
        </pc:spChg>
        <pc:spChg chg="mod">
          <ac:chgData name="Yash Jadhav" userId="535c3d6d-72b8-4f77-8155-55f939173cf2" providerId="ADAL" clId="{F33F88E0-3380-47C4-AFDE-F1AC050ADA82}" dt="2026-01-25T16:03:32.140" v="4575" actId="790"/>
          <ac:spMkLst>
            <pc:docMk/>
            <pc:sldMk cId="398213676" sldId="350"/>
            <ac:spMk id="294" creationId="{A81D7938-2CC8-4371-8E18-BDE77A809559}"/>
          </ac:spMkLst>
        </pc:spChg>
        <pc:spChg chg="mod">
          <ac:chgData name="Yash Jadhav" userId="535c3d6d-72b8-4f77-8155-55f939173cf2" providerId="ADAL" clId="{F33F88E0-3380-47C4-AFDE-F1AC050ADA82}" dt="2026-01-25T16:03:32.141" v="4576" actId="790"/>
          <ac:spMkLst>
            <pc:docMk/>
            <pc:sldMk cId="398213676" sldId="350"/>
            <ac:spMk id="295" creationId="{F49F5C15-7BF3-433A-B15C-7D09809558AF}"/>
          </ac:spMkLst>
        </pc:spChg>
        <pc:spChg chg="mod">
          <ac:chgData name="Yash Jadhav" userId="535c3d6d-72b8-4f77-8155-55f939173cf2" providerId="ADAL" clId="{F33F88E0-3380-47C4-AFDE-F1AC050ADA82}" dt="2026-01-25T16:03:32.143" v="4577" actId="790"/>
          <ac:spMkLst>
            <pc:docMk/>
            <pc:sldMk cId="398213676" sldId="350"/>
            <ac:spMk id="296" creationId="{1610F687-3241-46B9-9D39-03459FAFFF5E}"/>
          </ac:spMkLst>
        </pc:spChg>
        <pc:spChg chg="mod">
          <ac:chgData name="Yash Jadhav" userId="535c3d6d-72b8-4f77-8155-55f939173cf2" providerId="ADAL" clId="{F33F88E0-3380-47C4-AFDE-F1AC050ADA82}" dt="2026-01-25T16:03:32.144" v="4578" actId="790"/>
          <ac:spMkLst>
            <pc:docMk/>
            <pc:sldMk cId="398213676" sldId="350"/>
            <ac:spMk id="297" creationId="{CB8D0416-005D-45B0-B32E-E7FBDB5C0E2A}"/>
          </ac:spMkLst>
        </pc:spChg>
        <pc:spChg chg="mod">
          <ac:chgData name="Yash Jadhav" userId="535c3d6d-72b8-4f77-8155-55f939173cf2" providerId="ADAL" clId="{F33F88E0-3380-47C4-AFDE-F1AC050ADA82}" dt="2026-01-25T16:03:32.146" v="4579" actId="790"/>
          <ac:spMkLst>
            <pc:docMk/>
            <pc:sldMk cId="398213676" sldId="350"/>
            <ac:spMk id="298" creationId="{7ED5D64F-B0C2-4E43-93F3-8C389F00C95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746610" sldId="351"/>
        </pc:sldMkLst>
        <pc:spChg chg="mod ord">
          <ac:chgData name="Yash Jadhav" userId="535c3d6d-72b8-4f77-8155-55f939173cf2" providerId="ADAL" clId="{F33F88E0-3380-47C4-AFDE-F1AC050ADA82}" dt="2026-01-25T16:06:14.662" v="8413" actId="6264"/>
          <ac:spMkLst>
            <pc:docMk/>
            <pc:sldMk cId="2780746610" sldId="351"/>
            <ac:spMk id="2" creationId="{D70F2A57-67F7-7931-B71B-777A7E2DE067}"/>
          </ac:spMkLst>
        </pc:spChg>
        <pc:spChg chg="mod">
          <ac:chgData name="Yash Jadhav" userId="535c3d6d-72b8-4f77-8155-55f939173cf2" providerId="ADAL" clId="{F33F88E0-3380-47C4-AFDE-F1AC050ADA82}" dt="2026-01-25T16:03:33.450" v="4601" actId="790"/>
          <ac:spMkLst>
            <pc:docMk/>
            <pc:sldMk cId="2780746610" sldId="351"/>
            <ac:spMk id="3" creationId="{3748B251-7F00-511C-F764-AC7B4C6F5077}"/>
          </ac:spMkLst>
        </pc:spChg>
        <pc:spChg chg="mod">
          <ac:chgData name="Yash Jadhav" userId="535c3d6d-72b8-4f77-8155-55f939173cf2" providerId="ADAL" clId="{F33F88E0-3380-47C4-AFDE-F1AC050ADA82}" dt="2026-01-25T16:03:33.456" v="4602" actId="790"/>
          <ac:spMkLst>
            <pc:docMk/>
            <pc:sldMk cId="2780746610" sldId="351"/>
            <ac:spMk id="4" creationId="{430D9919-0D55-31A2-5FDA-3E2B44F4EB40}"/>
          </ac:spMkLst>
        </pc:spChg>
        <pc:spChg chg="mod">
          <ac:chgData name="Yash Jadhav" userId="535c3d6d-72b8-4f77-8155-55f939173cf2" providerId="ADAL" clId="{F33F88E0-3380-47C4-AFDE-F1AC050ADA82}" dt="2026-01-25T16:03:33.463" v="4603" actId="790"/>
          <ac:spMkLst>
            <pc:docMk/>
            <pc:sldMk cId="2780746610" sldId="351"/>
            <ac:spMk id="5" creationId="{30545D5B-47EA-31E9-F9BE-A3B0C85BA0C7}"/>
          </ac:spMkLst>
        </pc:spChg>
        <pc:spChg chg="add del mod">
          <ac:chgData name="Yash Jadhav" userId="535c3d6d-72b8-4f77-8155-55f939173cf2" providerId="ADAL" clId="{F33F88E0-3380-47C4-AFDE-F1AC050ADA82}" dt="2026-01-25T16:06:14.662" v="8413" actId="6264"/>
          <ac:spMkLst>
            <pc:docMk/>
            <pc:sldMk cId="2780746610" sldId="351"/>
            <ac:spMk id="6" creationId="{7C004314-494B-4AD9-94AB-C22EB50C125D}"/>
          </ac:spMkLst>
        </pc:spChg>
        <pc:spChg chg="mod">
          <ac:chgData name="Yash Jadhav" userId="535c3d6d-72b8-4f77-8155-55f939173cf2" providerId="ADAL" clId="{F33F88E0-3380-47C4-AFDE-F1AC050ADA82}" dt="2026-01-25T16:03:33.423" v="4593" actId="790"/>
          <ac:spMkLst>
            <pc:docMk/>
            <pc:sldMk cId="2780746610" sldId="351"/>
            <ac:spMk id="12" creationId="{19D2AE38-C6A5-6C73-2948-C303B1D73025}"/>
          </ac:spMkLst>
        </pc:spChg>
        <pc:spChg chg="mod">
          <ac:chgData name="Yash Jadhav" userId="535c3d6d-72b8-4f77-8155-55f939173cf2" providerId="ADAL" clId="{F33F88E0-3380-47C4-AFDE-F1AC050ADA82}" dt="2026-01-25T16:03:33.426" v="4594" actId="790"/>
          <ac:spMkLst>
            <pc:docMk/>
            <pc:sldMk cId="2780746610" sldId="351"/>
            <ac:spMk id="13" creationId="{1BB20A7F-80C5-4DF2-9735-ADA01F97F0AE}"/>
          </ac:spMkLst>
        </pc:spChg>
        <pc:spChg chg="mod">
          <ac:chgData name="Yash Jadhav" userId="535c3d6d-72b8-4f77-8155-55f939173cf2" providerId="ADAL" clId="{F33F88E0-3380-47C4-AFDE-F1AC050ADA82}" dt="2026-01-25T16:03:33.429" v="4595" actId="790"/>
          <ac:spMkLst>
            <pc:docMk/>
            <pc:sldMk cId="2780746610" sldId="351"/>
            <ac:spMk id="14" creationId="{0FACE455-5877-FF60-8CC8-B8E452E007AE}"/>
          </ac:spMkLst>
        </pc:spChg>
        <pc:spChg chg="mod">
          <ac:chgData name="Yash Jadhav" userId="535c3d6d-72b8-4f77-8155-55f939173cf2" providerId="ADAL" clId="{F33F88E0-3380-47C4-AFDE-F1AC050ADA82}" dt="2026-01-25T16:03:33.432" v="4596" actId="790"/>
          <ac:spMkLst>
            <pc:docMk/>
            <pc:sldMk cId="2780746610" sldId="351"/>
            <ac:spMk id="17" creationId="{9C59489A-2F46-8587-F740-3ABF106F457B}"/>
          </ac:spMkLst>
        </pc:spChg>
        <pc:spChg chg="mod">
          <ac:chgData name="Yash Jadhav" userId="535c3d6d-72b8-4f77-8155-55f939173cf2" providerId="ADAL" clId="{F33F88E0-3380-47C4-AFDE-F1AC050ADA82}" dt="2026-01-25T16:03:33.434" v="4597" actId="790"/>
          <ac:spMkLst>
            <pc:docMk/>
            <pc:sldMk cId="2780746610" sldId="351"/>
            <ac:spMk id="18" creationId="{BD49E90F-5C71-08A5-E7EF-DD1BEC706A7A}"/>
          </ac:spMkLst>
        </pc:spChg>
        <pc:spChg chg="mod">
          <ac:chgData name="Yash Jadhav" userId="535c3d6d-72b8-4f77-8155-55f939173cf2" providerId="ADAL" clId="{F33F88E0-3380-47C4-AFDE-F1AC050ADA82}" dt="2026-01-25T16:03:33.437" v="4598" actId="790"/>
          <ac:spMkLst>
            <pc:docMk/>
            <pc:sldMk cId="2780746610" sldId="351"/>
            <ac:spMk id="19" creationId="{187E0EA9-F99E-E8D4-4AEF-2D3E917AF023}"/>
          </ac:spMkLst>
        </pc:spChg>
        <pc:spChg chg="mod">
          <ac:chgData name="Yash Jadhav" userId="535c3d6d-72b8-4f77-8155-55f939173cf2" providerId="ADAL" clId="{F33F88E0-3380-47C4-AFDE-F1AC050ADA82}" dt="2026-01-25T16:03:33.439" v="4599" actId="790"/>
          <ac:spMkLst>
            <pc:docMk/>
            <pc:sldMk cId="2780746610" sldId="351"/>
            <ac:spMk id="22" creationId="{3C0574FF-3FE3-9518-8E7A-17FD278594FD}"/>
          </ac:spMkLst>
        </pc:spChg>
        <pc:spChg chg="mod">
          <ac:chgData name="Yash Jadhav" userId="535c3d6d-72b8-4f77-8155-55f939173cf2" providerId="ADAL" clId="{F33F88E0-3380-47C4-AFDE-F1AC050ADA82}" dt="2026-01-25T16:03:33.441" v="4600" actId="790"/>
          <ac:spMkLst>
            <pc:docMk/>
            <pc:sldMk cId="2780746610" sldId="351"/>
            <ac:spMk id="23" creationId="{74933F66-7D0D-7996-888C-F4E1C85A694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716947480" sldId="352"/>
        </pc:sldMkLst>
        <pc:spChg chg="mod ord">
          <ac:chgData name="Yash Jadhav" userId="535c3d6d-72b8-4f77-8155-55f939173cf2" providerId="ADAL" clId="{F33F88E0-3380-47C4-AFDE-F1AC050ADA82}" dt="2026-01-25T16:06:14.662" v="8413" actId="6264"/>
          <ac:spMkLst>
            <pc:docMk/>
            <pc:sldMk cId="716947480" sldId="352"/>
            <ac:spMk id="2" creationId="{D70F2A57-67F7-7931-B71B-777A7E2DE067}"/>
          </ac:spMkLst>
        </pc:spChg>
        <pc:spChg chg="mod">
          <ac:chgData name="Yash Jadhav" userId="535c3d6d-72b8-4f77-8155-55f939173cf2" providerId="ADAL" clId="{F33F88E0-3380-47C4-AFDE-F1AC050ADA82}" dt="2026-01-25T16:03:35.694" v="4620" actId="790"/>
          <ac:spMkLst>
            <pc:docMk/>
            <pc:sldMk cId="716947480" sldId="352"/>
            <ac:spMk id="3" creationId="{3748B251-7F00-511C-F764-AC7B4C6F5077}"/>
          </ac:spMkLst>
        </pc:spChg>
        <pc:spChg chg="mod">
          <ac:chgData name="Yash Jadhav" userId="535c3d6d-72b8-4f77-8155-55f939173cf2" providerId="ADAL" clId="{F33F88E0-3380-47C4-AFDE-F1AC050ADA82}" dt="2026-01-25T16:03:35.698" v="4621" actId="790"/>
          <ac:spMkLst>
            <pc:docMk/>
            <pc:sldMk cId="716947480" sldId="352"/>
            <ac:spMk id="4" creationId="{430D9919-0D55-31A2-5FDA-3E2B44F4EB40}"/>
          </ac:spMkLst>
        </pc:spChg>
        <pc:spChg chg="mod">
          <ac:chgData name="Yash Jadhav" userId="535c3d6d-72b8-4f77-8155-55f939173cf2" providerId="ADAL" clId="{F33F88E0-3380-47C4-AFDE-F1AC050ADA82}" dt="2026-01-25T16:03:35.702" v="4622" actId="790"/>
          <ac:spMkLst>
            <pc:docMk/>
            <pc:sldMk cId="716947480" sldId="352"/>
            <ac:spMk id="5" creationId="{30545D5B-47EA-31E9-F9BE-A3B0C85BA0C7}"/>
          </ac:spMkLst>
        </pc:spChg>
        <pc:spChg chg="mod">
          <ac:chgData name="Yash Jadhav" userId="535c3d6d-72b8-4f77-8155-55f939173cf2" providerId="ADAL" clId="{F33F88E0-3380-47C4-AFDE-F1AC050ADA82}" dt="2026-01-25T16:03:35.706" v="4623" actId="790"/>
          <ac:spMkLst>
            <pc:docMk/>
            <pc:sldMk cId="716947480" sldId="352"/>
            <ac:spMk id="6" creationId="{589C7E2B-DB69-64B1-C3D7-25245A04453B}"/>
          </ac:spMkLst>
        </pc:spChg>
        <pc:spChg chg="add del mod">
          <ac:chgData name="Yash Jadhav" userId="535c3d6d-72b8-4f77-8155-55f939173cf2" providerId="ADAL" clId="{F33F88E0-3380-47C4-AFDE-F1AC050ADA82}" dt="2026-01-25T16:06:14.662" v="8413" actId="6264"/>
          <ac:spMkLst>
            <pc:docMk/>
            <pc:sldMk cId="716947480" sldId="352"/>
            <ac:spMk id="7" creationId="{0B443FF5-4F02-E9CF-903E-DE05E6A1BA3C}"/>
          </ac:spMkLst>
        </pc:spChg>
        <pc:spChg chg="mod">
          <ac:chgData name="Yash Jadhav" userId="535c3d6d-72b8-4f77-8155-55f939173cf2" providerId="ADAL" clId="{F33F88E0-3380-47C4-AFDE-F1AC050ADA82}" dt="2026-01-25T16:03:35.670" v="4609" actId="790"/>
          <ac:spMkLst>
            <pc:docMk/>
            <pc:sldMk cId="716947480" sldId="352"/>
            <ac:spMk id="12" creationId="{19D2AE38-C6A5-6C73-2948-C303B1D73025}"/>
          </ac:spMkLst>
        </pc:spChg>
        <pc:spChg chg="mod">
          <ac:chgData name="Yash Jadhav" userId="535c3d6d-72b8-4f77-8155-55f939173cf2" providerId="ADAL" clId="{F33F88E0-3380-47C4-AFDE-F1AC050ADA82}" dt="2026-01-25T16:03:35.673" v="4610" actId="790"/>
          <ac:spMkLst>
            <pc:docMk/>
            <pc:sldMk cId="716947480" sldId="352"/>
            <ac:spMk id="13" creationId="{1BB20A7F-80C5-4DF2-9735-ADA01F97F0AE}"/>
          </ac:spMkLst>
        </pc:spChg>
        <pc:spChg chg="mod">
          <ac:chgData name="Yash Jadhav" userId="535c3d6d-72b8-4f77-8155-55f939173cf2" providerId="ADAL" clId="{F33F88E0-3380-47C4-AFDE-F1AC050ADA82}" dt="2026-01-25T16:03:35.675" v="4611" actId="790"/>
          <ac:spMkLst>
            <pc:docMk/>
            <pc:sldMk cId="716947480" sldId="352"/>
            <ac:spMk id="14" creationId="{0FACE455-5877-FF60-8CC8-B8E452E007AE}"/>
          </ac:spMkLst>
        </pc:spChg>
        <pc:spChg chg="mod">
          <ac:chgData name="Yash Jadhav" userId="535c3d6d-72b8-4f77-8155-55f939173cf2" providerId="ADAL" clId="{F33F88E0-3380-47C4-AFDE-F1AC050ADA82}" dt="2026-01-25T16:03:35.677" v="4612" actId="790"/>
          <ac:spMkLst>
            <pc:docMk/>
            <pc:sldMk cId="716947480" sldId="352"/>
            <ac:spMk id="15" creationId="{F56A8453-08C3-ECF9-F873-148645A1616F}"/>
          </ac:spMkLst>
        </pc:spChg>
        <pc:spChg chg="mod">
          <ac:chgData name="Yash Jadhav" userId="535c3d6d-72b8-4f77-8155-55f939173cf2" providerId="ADAL" clId="{F33F88E0-3380-47C4-AFDE-F1AC050ADA82}" dt="2026-01-25T16:03:35.679" v="4613" actId="790"/>
          <ac:spMkLst>
            <pc:docMk/>
            <pc:sldMk cId="716947480" sldId="352"/>
            <ac:spMk id="17" creationId="{9C59489A-2F46-8587-F740-3ABF106F457B}"/>
          </ac:spMkLst>
        </pc:spChg>
        <pc:spChg chg="mod">
          <ac:chgData name="Yash Jadhav" userId="535c3d6d-72b8-4f77-8155-55f939173cf2" providerId="ADAL" clId="{F33F88E0-3380-47C4-AFDE-F1AC050ADA82}" dt="2026-01-25T16:03:35.680" v="4614" actId="790"/>
          <ac:spMkLst>
            <pc:docMk/>
            <pc:sldMk cId="716947480" sldId="352"/>
            <ac:spMk id="18" creationId="{BD49E90F-5C71-08A5-E7EF-DD1BEC706A7A}"/>
          </ac:spMkLst>
        </pc:spChg>
        <pc:spChg chg="mod">
          <ac:chgData name="Yash Jadhav" userId="535c3d6d-72b8-4f77-8155-55f939173cf2" providerId="ADAL" clId="{F33F88E0-3380-47C4-AFDE-F1AC050ADA82}" dt="2026-01-25T16:03:35.682" v="4615" actId="790"/>
          <ac:spMkLst>
            <pc:docMk/>
            <pc:sldMk cId="716947480" sldId="352"/>
            <ac:spMk id="19" creationId="{187E0EA9-F99E-E8D4-4AEF-2D3E917AF023}"/>
          </ac:spMkLst>
        </pc:spChg>
        <pc:spChg chg="mod">
          <ac:chgData name="Yash Jadhav" userId="535c3d6d-72b8-4f77-8155-55f939173cf2" providerId="ADAL" clId="{F33F88E0-3380-47C4-AFDE-F1AC050ADA82}" dt="2026-01-25T16:03:35.684" v="4616" actId="790"/>
          <ac:spMkLst>
            <pc:docMk/>
            <pc:sldMk cId="716947480" sldId="352"/>
            <ac:spMk id="20" creationId="{936BE828-0CD4-B10C-3579-D8B8931E7848}"/>
          </ac:spMkLst>
        </pc:spChg>
        <pc:spChg chg="mod">
          <ac:chgData name="Yash Jadhav" userId="535c3d6d-72b8-4f77-8155-55f939173cf2" providerId="ADAL" clId="{F33F88E0-3380-47C4-AFDE-F1AC050ADA82}" dt="2026-01-25T16:03:35.686" v="4617" actId="790"/>
          <ac:spMkLst>
            <pc:docMk/>
            <pc:sldMk cId="716947480" sldId="352"/>
            <ac:spMk id="22" creationId="{3C0574FF-3FE3-9518-8E7A-17FD278594FD}"/>
          </ac:spMkLst>
        </pc:spChg>
        <pc:spChg chg="mod">
          <ac:chgData name="Yash Jadhav" userId="535c3d6d-72b8-4f77-8155-55f939173cf2" providerId="ADAL" clId="{F33F88E0-3380-47C4-AFDE-F1AC050ADA82}" dt="2026-01-25T16:03:35.688" v="4618" actId="790"/>
          <ac:spMkLst>
            <pc:docMk/>
            <pc:sldMk cId="716947480" sldId="352"/>
            <ac:spMk id="23" creationId="{74933F66-7D0D-7996-888C-F4E1C85A6942}"/>
          </ac:spMkLst>
        </pc:spChg>
        <pc:spChg chg="mod">
          <ac:chgData name="Yash Jadhav" userId="535c3d6d-72b8-4f77-8155-55f939173cf2" providerId="ADAL" clId="{F33F88E0-3380-47C4-AFDE-F1AC050ADA82}" dt="2026-01-25T16:03:35.690" v="4619" actId="790"/>
          <ac:spMkLst>
            <pc:docMk/>
            <pc:sldMk cId="716947480" sldId="352"/>
            <ac:spMk id="24" creationId="{97FC1BED-2F18-024F-CEE8-737DFEC841E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64038220" sldId="353"/>
        </pc:sldMkLst>
        <pc:spChg chg="mod ord">
          <ac:chgData name="Yash Jadhav" userId="535c3d6d-72b8-4f77-8155-55f939173cf2" providerId="ADAL" clId="{F33F88E0-3380-47C4-AFDE-F1AC050ADA82}" dt="2026-01-25T16:06:14.662" v="8413" actId="6264"/>
          <ac:spMkLst>
            <pc:docMk/>
            <pc:sldMk cId="3964038220" sldId="353"/>
            <ac:spMk id="2" creationId="{9FC09430-1899-DBE8-DE28-07389EEB910D}"/>
          </ac:spMkLst>
        </pc:spChg>
        <pc:spChg chg="add del mod">
          <ac:chgData name="Yash Jadhav" userId="535c3d6d-72b8-4f77-8155-55f939173cf2" providerId="ADAL" clId="{F33F88E0-3380-47C4-AFDE-F1AC050ADA82}" dt="2026-01-25T16:06:14.662" v="8413" actId="6264"/>
          <ac:spMkLst>
            <pc:docMk/>
            <pc:sldMk cId="3964038220" sldId="353"/>
            <ac:spMk id="3" creationId="{F921BF3A-3148-5813-5FDA-A3790A79DC62}"/>
          </ac:spMkLst>
        </pc:spChg>
        <pc:spChg chg="mod">
          <ac:chgData name="Yash Jadhav" userId="535c3d6d-72b8-4f77-8155-55f939173cf2" providerId="ADAL" clId="{F33F88E0-3380-47C4-AFDE-F1AC050ADA82}" dt="2026-01-25T16:03:41.305" v="4629" actId="790"/>
          <ac:spMkLst>
            <pc:docMk/>
            <pc:sldMk cId="3964038220" sldId="353"/>
            <ac:spMk id="4" creationId="{B3F8DCE6-97B7-D956-8E4F-2A757E2E6FEE}"/>
          </ac:spMkLst>
        </pc:spChg>
        <pc:spChg chg="mod">
          <ac:chgData name="Yash Jadhav" userId="535c3d6d-72b8-4f77-8155-55f939173cf2" providerId="ADAL" clId="{F33F88E0-3380-47C4-AFDE-F1AC050ADA82}" dt="2026-01-25T16:03:41.307" v="4630" actId="790"/>
          <ac:spMkLst>
            <pc:docMk/>
            <pc:sldMk cId="3964038220" sldId="353"/>
            <ac:spMk id="26" creationId="{05C7C746-91D8-D630-222F-8EC935EE8DB7}"/>
          </ac:spMkLst>
        </pc:spChg>
        <pc:spChg chg="mod">
          <ac:chgData name="Yash Jadhav" userId="535c3d6d-72b8-4f77-8155-55f939173cf2" providerId="ADAL" clId="{F33F88E0-3380-47C4-AFDE-F1AC050ADA82}" dt="2026-01-25T16:03:41.309" v="4631" actId="790"/>
          <ac:spMkLst>
            <pc:docMk/>
            <pc:sldMk cId="3964038220" sldId="353"/>
            <ac:spMk id="27" creationId="{2911607C-64AC-D40D-6D51-992C3FB55BB3}"/>
          </ac:spMkLst>
        </pc:spChg>
        <pc:spChg chg="mod">
          <ac:chgData name="Yash Jadhav" userId="535c3d6d-72b8-4f77-8155-55f939173cf2" providerId="ADAL" clId="{F33F88E0-3380-47C4-AFDE-F1AC050ADA82}" dt="2026-01-25T16:03:41.310" v="4632" actId="790"/>
          <ac:spMkLst>
            <pc:docMk/>
            <pc:sldMk cId="3964038220" sldId="353"/>
            <ac:spMk id="28" creationId="{13D0B462-2609-0EC7-BEC8-74A1CD8434AA}"/>
          </ac:spMkLst>
        </pc:spChg>
        <pc:spChg chg="mod">
          <ac:chgData name="Yash Jadhav" userId="535c3d6d-72b8-4f77-8155-55f939173cf2" providerId="ADAL" clId="{F33F88E0-3380-47C4-AFDE-F1AC050ADA82}" dt="2026-01-25T16:03:41.312" v="4633" actId="790"/>
          <ac:spMkLst>
            <pc:docMk/>
            <pc:sldMk cId="3964038220" sldId="353"/>
            <ac:spMk id="29" creationId="{17B4298F-3FD3-3F06-5370-AC0B629FA0E0}"/>
          </ac:spMkLst>
        </pc:spChg>
        <pc:spChg chg="mod">
          <ac:chgData name="Yash Jadhav" userId="535c3d6d-72b8-4f77-8155-55f939173cf2" providerId="ADAL" clId="{F33F88E0-3380-47C4-AFDE-F1AC050ADA82}" dt="2026-01-25T16:03:41.313" v="4634" actId="790"/>
          <ac:spMkLst>
            <pc:docMk/>
            <pc:sldMk cId="3964038220" sldId="353"/>
            <ac:spMk id="30" creationId="{90BCEA4C-46DF-E6E8-B437-20FEFF72F4A0}"/>
          </ac:spMkLst>
        </pc:spChg>
        <pc:spChg chg="mod">
          <ac:chgData name="Yash Jadhav" userId="535c3d6d-72b8-4f77-8155-55f939173cf2" providerId="ADAL" clId="{F33F88E0-3380-47C4-AFDE-F1AC050ADA82}" dt="2026-01-25T16:03:41.315" v="4635" actId="790"/>
          <ac:spMkLst>
            <pc:docMk/>
            <pc:sldMk cId="3964038220" sldId="353"/>
            <ac:spMk id="31" creationId="{78EAA01C-65B0-598D-0443-87602872D44D}"/>
          </ac:spMkLst>
        </pc:spChg>
        <pc:spChg chg="mod">
          <ac:chgData name="Yash Jadhav" userId="535c3d6d-72b8-4f77-8155-55f939173cf2" providerId="ADAL" clId="{F33F88E0-3380-47C4-AFDE-F1AC050ADA82}" dt="2026-01-25T16:03:41.319" v="4636" actId="790"/>
          <ac:spMkLst>
            <pc:docMk/>
            <pc:sldMk cId="3964038220" sldId="353"/>
            <ac:spMk id="32" creationId="{4B348999-B1D1-9DFE-7D81-E3FACE49B98B}"/>
          </ac:spMkLst>
        </pc:spChg>
        <pc:spChg chg="mod">
          <ac:chgData name="Yash Jadhav" userId="535c3d6d-72b8-4f77-8155-55f939173cf2" providerId="ADAL" clId="{F33F88E0-3380-47C4-AFDE-F1AC050ADA82}" dt="2026-01-25T16:03:41.323" v="4637" actId="790"/>
          <ac:spMkLst>
            <pc:docMk/>
            <pc:sldMk cId="3964038220" sldId="353"/>
            <ac:spMk id="33" creationId="{5F68FBBF-74E0-3141-F272-3CC74B9B9547}"/>
          </ac:spMkLst>
        </pc:spChg>
        <pc:spChg chg="mod">
          <ac:chgData name="Yash Jadhav" userId="535c3d6d-72b8-4f77-8155-55f939173cf2" providerId="ADAL" clId="{F33F88E0-3380-47C4-AFDE-F1AC050ADA82}" dt="2026-01-25T16:03:41.327" v="4638" actId="790"/>
          <ac:spMkLst>
            <pc:docMk/>
            <pc:sldMk cId="3964038220" sldId="353"/>
            <ac:spMk id="34" creationId="{80C3D3E4-0F79-AB58-64D3-9397E902C0C1}"/>
          </ac:spMkLst>
        </pc:spChg>
        <pc:spChg chg="mod">
          <ac:chgData name="Yash Jadhav" userId="535c3d6d-72b8-4f77-8155-55f939173cf2" providerId="ADAL" clId="{F33F88E0-3380-47C4-AFDE-F1AC050ADA82}" dt="2026-01-25T16:03:41.330" v="4639" actId="790"/>
          <ac:spMkLst>
            <pc:docMk/>
            <pc:sldMk cId="3964038220" sldId="353"/>
            <ac:spMk id="35" creationId="{C2AC4903-6D88-CC53-27D7-B659CAEF7B6C}"/>
          </ac:spMkLst>
        </pc:spChg>
        <pc:spChg chg="mod">
          <ac:chgData name="Yash Jadhav" userId="535c3d6d-72b8-4f77-8155-55f939173cf2" providerId="ADAL" clId="{F33F88E0-3380-47C4-AFDE-F1AC050ADA82}" dt="2026-01-25T16:03:41.334" v="4640" actId="790"/>
          <ac:spMkLst>
            <pc:docMk/>
            <pc:sldMk cId="3964038220" sldId="353"/>
            <ac:spMk id="36" creationId="{659903BD-D3AB-345A-D24A-2EBDA211D3AE}"/>
          </ac:spMkLst>
        </pc:spChg>
        <pc:spChg chg="mod">
          <ac:chgData name="Yash Jadhav" userId="535c3d6d-72b8-4f77-8155-55f939173cf2" providerId="ADAL" clId="{F33F88E0-3380-47C4-AFDE-F1AC050ADA82}" dt="2026-01-25T16:03:41.337" v="4641" actId="790"/>
          <ac:spMkLst>
            <pc:docMk/>
            <pc:sldMk cId="3964038220" sldId="353"/>
            <ac:spMk id="38" creationId="{3F081C5D-1D18-B5D7-FC83-3E239B50D2B3}"/>
          </ac:spMkLst>
        </pc:spChg>
        <pc:spChg chg="mod">
          <ac:chgData name="Yash Jadhav" userId="535c3d6d-72b8-4f77-8155-55f939173cf2" providerId="ADAL" clId="{F33F88E0-3380-47C4-AFDE-F1AC050ADA82}" dt="2026-01-25T16:03:41.339" v="4642" actId="790"/>
          <ac:spMkLst>
            <pc:docMk/>
            <pc:sldMk cId="3964038220" sldId="353"/>
            <ac:spMk id="40" creationId="{B2A0DCDA-BB4D-F38C-E093-B4CC30DA8E6E}"/>
          </ac:spMkLst>
        </pc:spChg>
        <pc:spChg chg="mod">
          <ac:chgData name="Yash Jadhav" userId="535c3d6d-72b8-4f77-8155-55f939173cf2" providerId="ADAL" clId="{F33F88E0-3380-47C4-AFDE-F1AC050ADA82}" dt="2026-01-25T16:03:41.341" v="4643" actId="790"/>
          <ac:spMkLst>
            <pc:docMk/>
            <pc:sldMk cId="3964038220" sldId="353"/>
            <ac:spMk id="45" creationId="{9B915699-701E-7317-775A-EF064ECDE31A}"/>
          </ac:spMkLst>
        </pc:spChg>
        <pc:spChg chg="mod">
          <ac:chgData name="Yash Jadhav" userId="535c3d6d-72b8-4f77-8155-55f939173cf2" providerId="ADAL" clId="{F33F88E0-3380-47C4-AFDE-F1AC050ADA82}" dt="2026-01-25T16:03:41.343" v="4644" actId="790"/>
          <ac:spMkLst>
            <pc:docMk/>
            <pc:sldMk cId="3964038220" sldId="353"/>
            <ac:spMk id="47" creationId="{0072E33C-C229-D73F-F7C9-13F2D000CCD4}"/>
          </ac:spMkLst>
        </pc:spChg>
        <pc:spChg chg="mod">
          <ac:chgData name="Yash Jadhav" userId="535c3d6d-72b8-4f77-8155-55f939173cf2" providerId="ADAL" clId="{F33F88E0-3380-47C4-AFDE-F1AC050ADA82}" dt="2026-01-25T16:03:41.345" v="4645" actId="790"/>
          <ac:spMkLst>
            <pc:docMk/>
            <pc:sldMk cId="3964038220" sldId="353"/>
            <ac:spMk id="49" creationId="{377893C6-F941-6FB6-4D9A-B8F5F4015B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8107687" sldId="354"/>
        </pc:sldMkLst>
        <pc:spChg chg="mod ord">
          <ac:chgData name="Yash Jadhav" userId="535c3d6d-72b8-4f77-8155-55f939173cf2" providerId="ADAL" clId="{F33F88E0-3380-47C4-AFDE-F1AC050ADA82}" dt="2026-01-25T16:06:14.662" v="8413" actId="6264"/>
          <ac:spMkLst>
            <pc:docMk/>
            <pc:sldMk cId="3398107687" sldId="354"/>
            <ac:spMk id="2" creationId="{D70F2A57-67F7-7931-B71B-777A7E2DE067}"/>
          </ac:spMkLst>
        </pc:spChg>
        <pc:spChg chg="mod">
          <ac:chgData name="Yash Jadhav" userId="535c3d6d-72b8-4f77-8155-55f939173cf2" providerId="ADAL" clId="{F33F88E0-3380-47C4-AFDE-F1AC050ADA82}" dt="2026-01-25T16:03:45.615" v="4665" actId="790"/>
          <ac:spMkLst>
            <pc:docMk/>
            <pc:sldMk cId="3398107687" sldId="354"/>
            <ac:spMk id="3" creationId="{3748B251-7F00-511C-F764-AC7B4C6F5077}"/>
          </ac:spMkLst>
        </pc:spChg>
        <pc:spChg chg="mod">
          <ac:chgData name="Yash Jadhav" userId="535c3d6d-72b8-4f77-8155-55f939173cf2" providerId="ADAL" clId="{F33F88E0-3380-47C4-AFDE-F1AC050ADA82}" dt="2026-01-25T16:03:45.621" v="4666" actId="790"/>
          <ac:spMkLst>
            <pc:docMk/>
            <pc:sldMk cId="3398107687" sldId="354"/>
            <ac:spMk id="4" creationId="{430D9919-0D55-31A2-5FDA-3E2B44F4EB40}"/>
          </ac:spMkLst>
        </pc:spChg>
        <pc:spChg chg="mod">
          <ac:chgData name="Yash Jadhav" userId="535c3d6d-72b8-4f77-8155-55f939173cf2" providerId="ADAL" clId="{F33F88E0-3380-47C4-AFDE-F1AC050ADA82}" dt="2026-01-25T16:03:45.626" v="4667" actId="790"/>
          <ac:spMkLst>
            <pc:docMk/>
            <pc:sldMk cId="3398107687" sldId="354"/>
            <ac:spMk id="5" creationId="{30545D5B-47EA-31E9-F9BE-A3B0C85BA0C7}"/>
          </ac:spMkLst>
        </pc:spChg>
        <pc:spChg chg="mod">
          <ac:chgData name="Yash Jadhav" userId="535c3d6d-72b8-4f77-8155-55f939173cf2" providerId="ADAL" clId="{F33F88E0-3380-47C4-AFDE-F1AC050ADA82}" dt="2026-01-25T16:03:45.630" v="4668" actId="790"/>
          <ac:spMkLst>
            <pc:docMk/>
            <pc:sldMk cId="3398107687" sldId="354"/>
            <ac:spMk id="6" creationId="{589C7E2B-DB69-64B1-C3D7-25245A04453B}"/>
          </ac:spMkLst>
        </pc:spChg>
        <pc:spChg chg="mod">
          <ac:chgData name="Yash Jadhav" userId="535c3d6d-72b8-4f77-8155-55f939173cf2" providerId="ADAL" clId="{F33F88E0-3380-47C4-AFDE-F1AC050ADA82}" dt="2026-01-25T16:03:45.635" v="4669" actId="790"/>
          <ac:spMkLst>
            <pc:docMk/>
            <pc:sldMk cId="3398107687" sldId="354"/>
            <ac:spMk id="7" creationId="{1B069BCF-9C15-5420-7B7E-3580436D309C}"/>
          </ac:spMkLst>
        </pc:spChg>
        <pc:spChg chg="add del mod">
          <ac:chgData name="Yash Jadhav" userId="535c3d6d-72b8-4f77-8155-55f939173cf2" providerId="ADAL" clId="{F33F88E0-3380-47C4-AFDE-F1AC050ADA82}" dt="2026-01-25T16:06:14.662" v="8413" actId="6264"/>
          <ac:spMkLst>
            <pc:docMk/>
            <pc:sldMk cId="3398107687" sldId="354"/>
            <ac:spMk id="8" creationId="{D079E9B6-EDE3-B164-2EF6-32052CA714CC}"/>
          </ac:spMkLst>
        </pc:spChg>
        <pc:spChg chg="mod">
          <ac:chgData name="Yash Jadhav" userId="535c3d6d-72b8-4f77-8155-55f939173cf2" providerId="ADAL" clId="{F33F88E0-3380-47C4-AFDE-F1AC050ADA82}" dt="2026-01-25T16:03:45.579" v="4651" actId="790"/>
          <ac:spMkLst>
            <pc:docMk/>
            <pc:sldMk cId="3398107687" sldId="354"/>
            <ac:spMk id="12" creationId="{19D2AE38-C6A5-6C73-2948-C303B1D73025}"/>
          </ac:spMkLst>
        </pc:spChg>
        <pc:spChg chg="mod">
          <ac:chgData name="Yash Jadhav" userId="535c3d6d-72b8-4f77-8155-55f939173cf2" providerId="ADAL" clId="{F33F88E0-3380-47C4-AFDE-F1AC050ADA82}" dt="2026-01-25T16:03:45.582" v="4652" actId="790"/>
          <ac:spMkLst>
            <pc:docMk/>
            <pc:sldMk cId="3398107687" sldId="354"/>
            <ac:spMk id="13" creationId="{1BB20A7F-80C5-4DF2-9735-ADA01F97F0AE}"/>
          </ac:spMkLst>
        </pc:spChg>
        <pc:spChg chg="mod">
          <ac:chgData name="Yash Jadhav" userId="535c3d6d-72b8-4f77-8155-55f939173cf2" providerId="ADAL" clId="{F33F88E0-3380-47C4-AFDE-F1AC050ADA82}" dt="2026-01-25T16:03:45.585" v="4653" actId="790"/>
          <ac:spMkLst>
            <pc:docMk/>
            <pc:sldMk cId="3398107687" sldId="354"/>
            <ac:spMk id="14" creationId="{0FACE455-5877-FF60-8CC8-B8E452E007AE}"/>
          </ac:spMkLst>
        </pc:spChg>
        <pc:spChg chg="mod">
          <ac:chgData name="Yash Jadhav" userId="535c3d6d-72b8-4f77-8155-55f939173cf2" providerId="ADAL" clId="{F33F88E0-3380-47C4-AFDE-F1AC050ADA82}" dt="2026-01-25T16:03:45.587" v="4654" actId="790"/>
          <ac:spMkLst>
            <pc:docMk/>
            <pc:sldMk cId="3398107687" sldId="354"/>
            <ac:spMk id="15" creationId="{F56A8453-08C3-ECF9-F873-148645A1616F}"/>
          </ac:spMkLst>
        </pc:spChg>
        <pc:spChg chg="mod">
          <ac:chgData name="Yash Jadhav" userId="535c3d6d-72b8-4f77-8155-55f939173cf2" providerId="ADAL" clId="{F33F88E0-3380-47C4-AFDE-F1AC050ADA82}" dt="2026-01-25T16:03:45.589" v="4655" actId="790"/>
          <ac:spMkLst>
            <pc:docMk/>
            <pc:sldMk cId="3398107687" sldId="354"/>
            <ac:spMk id="16" creationId="{2F98E8E4-CFAE-BA97-71F0-EADA22382E9B}"/>
          </ac:spMkLst>
        </pc:spChg>
        <pc:spChg chg="mod">
          <ac:chgData name="Yash Jadhav" userId="535c3d6d-72b8-4f77-8155-55f939173cf2" providerId="ADAL" clId="{F33F88E0-3380-47C4-AFDE-F1AC050ADA82}" dt="2026-01-25T16:03:45.591" v="4656" actId="790"/>
          <ac:spMkLst>
            <pc:docMk/>
            <pc:sldMk cId="3398107687" sldId="354"/>
            <ac:spMk id="17" creationId="{9C59489A-2F46-8587-F740-3ABF106F457B}"/>
          </ac:spMkLst>
        </pc:spChg>
        <pc:spChg chg="mod">
          <ac:chgData name="Yash Jadhav" userId="535c3d6d-72b8-4f77-8155-55f939173cf2" providerId="ADAL" clId="{F33F88E0-3380-47C4-AFDE-F1AC050ADA82}" dt="2026-01-25T16:03:45.593" v="4657" actId="790"/>
          <ac:spMkLst>
            <pc:docMk/>
            <pc:sldMk cId="3398107687" sldId="354"/>
            <ac:spMk id="18" creationId="{BD49E90F-5C71-08A5-E7EF-DD1BEC706A7A}"/>
          </ac:spMkLst>
        </pc:spChg>
        <pc:spChg chg="mod">
          <ac:chgData name="Yash Jadhav" userId="535c3d6d-72b8-4f77-8155-55f939173cf2" providerId="ADAL" clId="{F33F88E0-3380-47C4-AFDE-F1AC050ADA82}" dt="2026-01-25T16:03:45.595" v="4658" actId="790"/>
          <ac:spMkLst>
            <pc:docMk/>
            <pc:sldMk cId="3398107687" sldId="354"/>
            <ac:spMk id="19" creationId="{187E0EA9-F99E-E8D4-4AEF-2D3E917AF023}"/>
          </ac:spMkLst>
        </pc:spChg>
        <pc:spChg chg="mod">
          <ac:chgData name="Yash Jadhav" userId="535c3d6d-72b8-4f77-8155-55f939173cf2" providerId="ADAL" clId="{F33F88E0-3380-47C4-AFDE-F1AC050ADA82}" dt="2026-01-25T16:03:45.597" v="4659" actId="790"/>
          <ac:spMkLst>
            <pc:docMk/>
            <pc:sldMk cId="3398107687" sldId="354"/>
            <ac:spMk id="20" creationId="{936BE828-0CD4-B10C-3579-D8B8931E7848}"/>
          </ac:spMkLst>
        </pc:spChg>
        <pc:spChg chg="mod">
          <ac:chgData name="Yash Jadhav" userId="535c3d6d-72b8-4f77-8155-55f939173cf2" providerId="ADAL" clId="{F33F88E0-3380-47C4-AFDE-F1AC050ADA82}" dt="2026-01-25T16:03:45.598" v="4660" actId="790"/>
          <ac:spMkLst>
            <pc:docMk/>
            <pc:sldMk cId="3398107687" sldId="354"/>
            <ac:spMk id="21" creationId="{15A69897-7AD7-3832-FC31-95F09944C932}"/>
          </ac:spMkLst>
        </pc:spChg>
        <pc:spChg chg="mod">
          <ac:chgData name="Yash Jadhav" userId="535c3d6d-72b8-4f77-8155-55f939173cf2" providerId="ADAL" clId="{F33F88E0-3380-47C4-AFDE-F1AC050ADA82}" dt="2026-01-25T16:03:45.602" v="4661" actId="790"/>
          <ac:spMkLst>
            <pc:docMk/>
            <pc:sldMk cId="3398107687" sldId="354"/>
            <ac:spMk id="22" creationId="{3C0574FF-3FE3-9518-8E7A-17FD278594FD}"/>
          </ac:spMkLst>
        </pc:spChg>
        <pc:spChg chg="mod">
          <ac:chgData name="Yash Jadhav" userId="535c3d6d-72b8-4f77-8155-55f939173cf2" providerId="ADAL" clId="{F33F88E0-3380-47C4-AFDE-F1AC050ADA82}" dt="2026-01-25T16:03:45.605" v="4662" actId="790"/>
          <ac:spMkLst>
            <pc:docMk/>
            <pc:sldMk cId="3398107687" sldId="354"/>
            <ac:spMk id="23" creationId="{74933F66-7D0D-7996-888C-F4E1C85A6942}"/>
          </ac:spMkLst>
        </pc:spChg>
        <pc:spChg chg="mod">
          <ac:chgData name="Yash Jadhav" userId="535c3d6d-72b8-4f77-8155-55f939173cf2" providerId="ADAL" clId="{F33F88E0-3380-47C4-AFDE-F1AC050ADA82}" dt="2026-01-25T16:03:45.608" v="4663" actId="790"/>
          <ac:spMkLst>
            <pc:docMk/>
            <pc:sldMk cId="3398107687" sldId="354"/>
            <ac:spMk id="24" creationId="{97FC1BED-2F18-024F-CEE8-737DFEC841EB}"/>
          </ac:spMkLst>
        </pc:spChg>
        <pc:spChg chg="mod">
          <ac:chgData name="Yash Jadhav" userId="535c3d6d-72b8-4f77-8155-55f939173cf2" providerId="ADAL" clId="{F33F88E0-3380-47C4-AFDE-F1AC050ADA82}" dt="2026-01-25T16:03:45.610" v="4664" actId="790"/>
          <ac:spMkLst>
            <pc:docMk/>
            <pc:sldMk cId="3398107687" sldId="354"/>
            <ac:spMk id="25" creationId="{6B4EA995-909A-593D-AB7D-9E050CEF85A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4993778" sldId="355"/>
        </pc:sldMkLst>
        <pc:spChg chg="mod ord">
          <ac:chgData name="Yash Jadhav" userId="535c3d6d-72b8-4f77-8155-55f939173cf2" providerId="ADAL" clId="{F33F88E0-3380-47C4-AFDE-F1AC050ADA82}" dt="2026-01-25T16:06:14.662" v="8413" actId="6264"/>
          <ac:spMkLst>
            <pc:docMk/>
            <pc:sldMk cId="1934993778" sldId="355"/>
            <ac:spMk id="2" creationId="{C01CF80D-0E29-D770-E9B5-9086FB3BFD95}"/>
          </ac:spMkLst>
        </pc:spChg>
        <pc:spChg chg="mod">
          <ac:chgData name="Yash Jadhav" userId="535c3d6d-72b8-4f77-8155-55f939173cf2" providerId="ADAL" clId="{F33F88E0-3380-47C4-AFDE-F1AC050ADA82}" dt="2026-01-25T16:03:47.671" v="4675" actId="790"/>
          <ac:spMkLst>
            <pc:docMk/>
            <pc:sldMk cId="1934993778" sldId="355"/>
            <ac:spMk id="3" creationId="{DC0F81E6-4EE6-FE52-299C-C1CBAC971B3F}"/>
          </ac:spMkLst>
        </pc:spChg>
        <pc:spChg chg="mod">
          <ac:chgData name="Yash Jadhav" userId="535c3d6d-72b8-4f77-8155-55f939173cf2" providerId="ADAL" clId="{F33F88E0-3380-47C4-AFDE-F1AC050ADA82}" dt="2026-01-25T16:03:47.674" v="4676" actId="790"/>
          <ac:spMkLst>
            <pc:docMk/>
            <pc:sldMk cId="1934993778" sldId="355"/>
            <ac:spMk id="4" creationId="{E33EFF23-5AF6-AA17-6B86-394378D81FB8}"/>
          </ac:spMkLst>
        </pc:spChg>
        <pc:spChg chg="mod">
          <ac:chgData name="Yash Jadhav" userId="535c3d6d-72b8-4f77-8155-55f939173cf2" providerId="ADAL" clId="{F33F88E0-3380-47C4-AFDE-F1AC050ADA82}" dt="2026-01-25T16:03:47.677" v="4677" actId="790"/>
          <ac:spMkLst>
            <pc:docMk/>
            <pc:sldMk cId="1934993778" sldId="355"/>
            <ac:spMk id="5" creationId="{27AEB9B4-8464-B800-096A-1F3395835CE8}"/>
          </ac:spMkLst>
        </pc:spChg>
        <pc:spChg chg="add del mod">
          <ac:chgData name="Yash Jadhav" userId="535c3d6d-72b8-4f77-8155-55f939173cf2" providerId="ADAL" clId="{F33F88E0-3380-47C4-AFDE-F1AC050ADA82}" dt="2026-01-25T16:06:14.662" v="8413" actId="6264"/>
          <ac:spMkLst>
            <pc:docMk/>
            <pc:sldMk cId="1934993778" sldId="355"/>
            <ac:spMk id="6" creationId="{4F6122C8-8AD1-6BC9-6487-5D26ABE80BBC}"/>
          </ac:spMkLst>
        </pc:spChg>
        <pc:spChg chg="mod">
          <ac:chgData name="Yash Jadhav" userId="535c3d6d-72b8-4f77-8155-55f939173cf2" providerId="ADAL" clId="{F33F88E0-3380-47C4-AFDE-F1AC050ADA82}" dt="2026-01-25T16:03:47.680" v="4678" actId="790"/>
          <ac:spMkLst>
            <pc:docMk/>
            <pc:sldMk cId="1934993778" sldId="355"/>
            <ac:spMk id="7" creationId="{98C0D815-7C7C-F52A-4F9E-729BA582B332}"/>
          </ac:spMkLst>
        </pc:spChg>
        <pc:spChg chg="mod">
          <ac:chgData name="Yash Jadhav" userId="535c3d6d-72b8-4f77-8155-55f939173cf2" providerId="ADAL" clId="{F33F88E0-3380-47C4-AFDE-F1AC050ADA82}" dt="2026-01-25T16:03:47.682" v="4679" actId="790"/>
          <ac:spMkLst>
            <pc:docMk/>
            <pc:sldMk cId="1934993778" sldId="355"/>
            <ac:spMk id="8" creationId="{598F6B44-0D53-BB72-5ED3-6C2300FB81CD}"/>
          </ac:spMkLst>
        </pc:spChg>
        <pc:spChg chg="mod">
          <ac:chgData name="Yash Jadhav" userId="535c3d6d-72b8-4f77-8155-55f939173cf2" providerId="ADAL" clId="{F33F88E0-3380-47C4-AFDE-F1AC050ADA82}" dt="2026-01-25T16:03:47.685" v="4680" actId="790"/>
          <ac:spMkLst>
            <pc:docMk/>
            <pc:sldMk cId="1934993778" sldId="355"/>
            <ac:spMk id="9" creationId="{396747EE-FDAE-B155-6D4D-CD08373E5B8E}"/>
          </ac:spMkLst>
        </pc:spChg>
        <pc:spChg chg="mod">
          <ac:chgData name="Yash Jadhav" userId="535c3d6d-72b8-4f77-8155-55f939173cf2" providerId="ADAL" clId="{F33F88E0-3380-47C4-AFDE-F1AC050ADA82}" dt="2026-01-25T16:03:47.688" v="4681" actId="790"/>
          <ac:spMkLst>
            <pc:docMk/>
            <pc:sldMk cId="1934993778" sldId="355"/>
            <ac:spMk id="10" creationId="{E34ACC94-6045-EB31-6CF0-F4B37AE1F2F7}"/>
          </ac:spMkLst>
        </pc:spChg>
        <pc:spChg chg="mod">
          <ac:chgData name="Yash Jadhav" userId="535c3d6d-72b8-4f77-8155-55f939173cf2" providerId="ADAL" clId="{F33F88E0-3380-47C4-AFDE-F1AC050ADA82}" dt="2026-01-25T16:03:47.692" v="4683" actId="790"/>
          <ac:spMkLst>
            <pc:docMk/>
            <pc:sldMk cId="1934993778" sldId="355"/>
            <ac:spMk id="16" creationId="{73042838-C161-1DF3-95C6-BA58D5388543}"/>
          </ac:spMkLst>
        </pc:spChg>
        <pc:spChg chg="mod">
          <ac:chgData name="Yash Jadhav" userId="535c3d6d-72b8-4f77-8155-55f939173cf2" providerId="ADAL" clId="{F33F88E0-3380-47C4-AFDE-F1AC050ADA82}" dt="2026-01-25T16:03:47.690" v="4682" actId="790"/>
          <ac:spMkLst>
            <pc:docMk/>
            <pc:sldMk cId="1934993778" sldId="355"/>
            <ac:spMk id="22" creationId="{58DF38ED-320D-47FA-D704-C15C6A11EFC3}"/>
          </ac:spMkLst>
        </pc:spChg>
        <pc:spChg chg="mod">
          <ac:chgData name="Yash Jadhav" userId="535c3d6d-72b8-4f77-8155-55f939173cf2" providerId="ADAL" clId="{F33F88E0-3380-47C4-AFDE-F1AC050ADA82}" dt="2026-01-25T16:03:47.694" v="4684" actId="790"/>
          <ac:spMkLst>
            <pc:docMk/>
            <pc:sldMk cId="1934993778" sldId="355"/>
            <ac:spMk id="25" creationId="{0BF7C2D4-209A-4557-A6E2-1CFC33DFBE41}"/>
          </ac:spMkLst>
        </pc:spChg>
        <pc:spChg chg="mod">
          <ac:chgData name="Yash Jadhav" userId="535c3d6d-72b8-4f77-8155-55f939173cf2" providerId="ADAL" clId="{F33F88E0-3380-47C4-AFDE-F1AC050ADA82}" dt="2026-01-25T16:03:47.696" v="4685" actId="790"/>
          <ac:spMkLst>
            <pc:docMk/>
            <pc:sldMk cId="1934993778" sldId="355"/>
            <ac:spMk id="26" creationId="{103925FB-69D3-FB4D-7055-6AF675BE197C}"/>
          </ac:spMkLst>
        </pc:spChg>
        <pc:spChg chg="mod">
          <ac:chgData name="Yash Jadhav" userId="535c3d6d-72b8-4f77-8155-55f939173cf2" providerId="ADAL" clId="{F33F88E0-3380-47C4-AFDE-F1AC050ADA82}" dt="2026-01-25T16:03:47.698" v="4686" actId="790"/>
          <ac:spMkLst>
            <pc:docMk/>
            <pc:sldMk cId="1934993778" sldId="355"/>
            <ac:spMk id="28" creationId="{CBA0E52E-F93A-90F4-DAC4-158A8E177F1A}"/>
          </ac:spMkLst>
        </pc:spChg>
        <pc:spChg chg="mod">
          <ac:chgData name="Yash Jadhav" userId="535c3d6d-72b8-4f77-8155-55f939173cf2" providerId="ADAL" clId="{F33F88E0-3380-47C4-AFDE-F1AC050ADA82}" dt="2026-01-25T16:03:47.701" v="4687" actId="790"/>
          <ac:spMkLst>
            <pc:docMk/>
            <pc:sldMk cId="1934993778" sldId="355"/>
            <ac:spMk id="29" creationId="{17B2BA83-5244-677F-CDE2-2EEA5D560939}"/>
          </ac:spMkLst>
        </pc:spChg>
        <pc:spChg chg="mod">
          <ac:chgData name="Yash Jadhav" userId="535c3d6d-72b8-4f77-8155-55f939173cf2" providerId="ADAL" clId="{F33F88E0-3380-47C4-AFDE-F1AC050ADA82}" dt="2026-01-25T16:03:47.703" v="4688" actId="790"/>
          <ac:spMkLst>
            <pc:docMk/>
            <pc:sldMk cId="1934993778" sldId="355"/>
            <ac:spMk id="31" creationId="{FB101358-1274-069E-7338-F087ACDD9375}"/>
          </ac:spMkLst>
        </pc:spChg>
        <pc:spChg chg="mod">
          <ac:chgData name="Yash Jadhav" userId="535c3d6d-72b8-4f77-8155-55f939173cf2" providerId="ADAL" clId="{F33F88E0-3380-47C4-AFDE-F1AC050ADA82}" dt="2026-01-25T16:03:47.706" v="4689" actId="790"/>
          <ac:spMkLst>
            <pc:docMk/>
            <pc:sldMk cId="1934993778" sldId="355"/>
            <ac:spMk id="32" creationId="{377AD57B-6249-D037-639F-E7442F61BACA}"/>
          </ac:spMkLst>
        </pc:spChg>
        <pc:spChg chg="mod">
          <ac:chgData name="Yash Jadhav" userId="535c3d6d-72b8-4f77-8155-55f939173cf2" providerId="ADAL" clId="{F33F88E0-3380-47C4-AFDE-F1AC050ADA82}" dt="2026-01-25T16:03:47.708" v="4690" actId="790"/>
          <ac:spMkLst>
            <pc:docMk/>
            <pc:sldMk cId="1934993778" sldId="355"/>
            <ac:spMk id="35" creationId="{236B315E-BC2D-BBA6-1975-3D08FC5E7677}"/>
          </ac:spMkLst>
        </pc:spChg>
        <pc:spChg chg="mod">
          <ac:chgData name="Yash Jadhav" userId="535c3d6d-72b8-4f77-8155-55f939173cf2" providerId="ADAL" clId="{F33F88E0-3380-47C4-AFDE-F1AC050ADA82}" dt="2026-01-25T16:03:47.731" v="4697" actId="790"/>
          <ac:spMkLst>
            <pc:docMk/>
            <pc:sldMk cId="1934993778" sldId="355"/>
            <ac:spMk id="40" creationId="{899CD62C-9398-FAB3-05DD-EF5FDB0839C4}"/>
          </ac:spMkLst>
        </pc:spChg>
        <pc:spChg chg="mod">
          <ac:chgData name="Yash Jadhav" userId="535c3d6d-72b8-4f77-8155-55f939173cf2" providerId="ADAL" clId="{F33F88E0-3380-47C4-AFDE-F1AC050ADA82}" dt="2026-01-25T16:03:47.735" v="4698" actId="790"/>
          <ac:spMkLst>
            <pc:docMk/>
            <pc:sldMk cId="1934993778" sldId="355"/>
            <ac:spMk id="41" creationId="{2924DB56-5A81-B1BF-3320-1F8FC335E900}"/>
          </ac:spMkLst>
        </pc:spChg>
        <pc:spChg chg="mod">
          <ac:chgData name="Yash Jadhav" userId="535c3d6d-72b8-4f77-8155-55f939173cf2" providerId="ADAL" clId="{F33F88E0-3380-47C4-AFDE-F1AC050ADA82}" dt="2026-01-25T16:03:47.723" v="4695" actId="790"/>
          <ac:spMkLst>
            <pc:docMk/>
            <pc:sldMk cId="1934993778" sldId="355"/>
            <ac:spMk id="42" creationId="{3855B366-9F2F-71B9-6A51-73C09661571A}"/>
          </ac:spMkLst>
        </pc:spChg>
        <pc:spChg chg="mod">
          <ac:chgData name="Yash Jadhav" userId="535c3d6d-72b8-4f77-8155-55f939173cf2" providerId="ADAL" clId="{F33F88E0-3380-47C4-AFDE-F1AC050ADA82}" dt="2026-01-25T16:03:47.727" v="4696" actId="790"/>
          <ac:spMkLst>
            <pc:docMk/>
            <pc:sldMk cId="1934993778" sldId="355"/>
            <ac:spMk id="43" creationId="{BB0E20AF-2484-1AF1-3A9C-241794D5A6A4}"/>
          </ac:spMkLst>
        </pc:spChg>
        <pc:spChg chg="mod">
          <ac:chgData name="Yash Jadhav" userId="535c3d6d-72b8-4f77-8155-55f939173cf2" providerId="ADAL" clId="{F33F88E0-3380-47C4-AFDE-F1AC050ADA82}" dt="2026-01-25T16:03:47.715" v="4693" actId="790"/>
          <ac:spMkLst>
            <pc:docMk/>
            <pc:sldMk cId="1934993778" sldId="355"/>
            <ac:spMk id="44" creationId="{326D842F-6120-3E42-6DCF-FEB7FC7F2E5F}"/>
          </ac:spMkLst>
        </pc:spChg>
        <pc:spChg chg="mod">
          <ac:chgData name="Yash Jadhav" userId="535c3d6d-72b8-4f77-8155-55f939173cf2" providerId="ADAL" clId="{F33F88E0-3380-47C4-AFDE-F1AC050ADA82}" dt="2026-01-25T16:03:47.718" v="4694" actId="790"/>
          <ac:spMkLst>
            <pc:docMk/>
            <pc:sldMk cId="1934993778" sldId="355"/>
            <ac:spMk id="45" creationId="{ADE067E5-E482-FC98-183C-6BA6C8F11E08}"/>
          </ac:spMkLst>
        </pc:spChg>
        <pc:spChg chg="mod">
          <ac:chgData name="Yash Jadhav" userId="535c3d6d-72b8-4f77-8155-55f939173cf2" providerId="ADAL" clId="{F33F88E0-3380-47C4-AFDE-F1AC050ADA82}" dt="2026-01-25T16:03:47.710" v="4691" actId="790"/>
          <ac:spMkLst>
            <pc:docMk/>
            <pc:sldMk cId="1934993778" sldId="355"/>
            <ac:spMk id="46" creationId="{0F33F1D5-F9F2-B585-A975-A5196B1226CA}"/>
          </ac:spMkLst>
        </pc:spChg>
        <pc:spChg chg="mod">
          <ac:chgData name="Yash Jadhav" userId="535c3d6d-72b8-4f77-8155-55f939173cf2" providerId="ADAL" clId="{F33F88E0-3380-47C4-AFDE-F1AC050ADA82}" dt="2026-01-25T16:03:47.712" v="4692" actId="790"/>
          <ac:spMkLst>
            <pc:docMk/>
            <pc:sldMk cId="1934993778" sldId="355"/>
            <ac:spMk id="47" creationId="{81F4852B-54D0-4CB3-8D44-73FBE2C5A211}"/>
          </ac:spMkLst>
        </pc:spChg>
        <pc:spChg chg="mod">
          <ac:chgData name="Yash Jadhav" userId="535c3d6d-72b8-4f77-8155-55f939173cf2" providerId="ADAL" clId="{F33F88E0-3380-47C4-AFDE-F1AC050ADA82}" dt="2026-01-25T16:03:47.738" v="4699" actId="790"/>
          <ac:spMkLst>
            <pc:docMk/>
            <pc:sldMk cId="1934993778" sldId="355"/>
            <ac:spMk id="49" creationId="{C0F1DAA8-51F5-77D2-2AD6-16BE6B2E649A}"/>
          </ac:spMkLst>
        </pc:spChg>
        <pc:spChg chg="mod">
          <ac:chgData name="Yash Jadhav" userId="535c3d6d-72b8-4f77-8155-55f939173cf2" providerId="ADAL" clId="{F33F88E0-3380-47C4-AFDE-F1AC050ADA82}" dt="2026-01-25T16:03:47.761" v="4706" actId="790"/>
          <ac:spMkLst>
            <pc:docMk/>
            <pc:sldMk cId="1934993778" sldId="355"/>
            <ac:spMk id="54" creationId="{E13CE476-641E-0D7A-26C9-DDD4F3D743FA}"/>
          </ac:spMkLst>
        </pc:spChg>
        <pc:spChg chg="mod">
          <ac:chgData name="Yash Jadhav" userId="535c3d6d-72b8-4f77-8155-55f939173cf2" providerId="ADAL" clId="{F33F88E0-3380-47C4-AFDE-F1AC050ADA82}" dt="2026-01-25T16:03:47.763" v="4707" actId="790"/>
          <ac:spMkLst>
            <pc:docMk/>
            <pc:sldMk cId="1934993778" sldId="355"/>
            <ac:spMk id="55" creationId="{158985B6-F66B-AA4C-8B04-ACC66D676BEC}"/>
          </ac:spMkLst>
        </pc:spChg>
        <pc:spChg chg="mod">
          <ac:chgData name="Yash Jadhav" userId="535c3d6d-72b8-4f77-8155-55f939173cf2" providerId="ADAL" clId="{F33F88E0-3380-47C4-AFDE-F1AC050ADA82}" dt="2026-01-25T16:03:47.756" v="4704" actId="790"/>
          <ac:spMkLst>
            <pc:docMk/>
            <pc:sldMk cId="1934993778" sldId="355"/>
            <ac:spMk id="56" creationId="{499FED83-9A17-497E-7038-E4C64BAB1211}"/>
          </ac:spMkLst>
        </pc:spChg>
        <pc:spChg chg="mod">
          <ac:chgData name="Yash Jadhav" userId="535c3d6d-72b8-4f77-8155-55f939173cf2" providerId="ADAL" clId="{F33F88E0-3380-47C4-AFDE-F1AC050ADA82}" dt="2026-01-25T16:03:47.758" v="4705" actId="790"/>
          <ac:spMkLst>
            <pc:docMk/>
            <pc:sldMk cId="1934993778" sldId="355"/>
            <ac:spMk id="57" creationId="{10B659CA-5FF8-EF75-9491-2AF78EE83DE3}"/>
          </ac:spMkLst>
        </pc:spChg>
        <pc:spChg chg="mod">
          <ac:chgData name="Yash Jadhav" userId="535c3d6d-72b8-4f77-8155-55f939173cf2" providerId="ADAL" clId="{F33F88E0-3380-47C4-AFDE-F1AC050ADA82}" dt="2026-01-25T16:03:47.748" v="4702" actId="790"/>
          <ac:spMkLst>
            <pc:docMk/>
            <pc:sldMk cId="1934993778" sldId="355"/>
            <ac:spMk id="58" creationId="{E3000F0F-EA7A-6CC0-A5E2-B86EC12E2D06}"/>
          </ac:spMkLst>
        </pc:spChg>
        <pc:spChg chg="mod">
          <ac:chgData name="Yash Jadhav" userId="535c3d6d-72b8-4f77-8155-55f939173cf2" providerId="ADAL" clId="{F33F88E0-3380-47C4-AFDE-F1AC050ADA82}" dt="2026-01-25T16:03:47.751" v="4703" actId="790"/>
          <ac:spMkLst>
            <pc:docMk/>
            <pc:sldMk cId="1934993778" sldId="355"/>
            <ac:spMk id="59" creationId="{E2316B21-81E9-05C4-48C8-C6138E457141}"/>
          </ac:spMkLst>
        </pc:spChg>
        <pc:spChg chg="mod">
          <ac:chgData name="Yash Jadhav" userId="535c3d6d-72b8-4f77-8155-55f939173cf2" providerId="ADAL" clId="{F33F88E0-3380-47C4-AFDE-F1AC050ADA82}" dt="2026-01-25T16:03:47.741" v="4700" actId="790"/>
          <ac:spMkLst>
            <pc:docMk/>
            <pc:sldMk cId="1934993778" sldId="355"/>
            <ac:spMk id="60" creationId="{8FDACBCF-10C0-3AED-54AB-1F16E120C8B1}"/>
          </ac:spMkLst>
        </pc:spChg>
        <pc:spChg chg="mod">
          <ac:chgData name="Yash Jadhav" userId="535c3d6d-72b8-4f77-8155-55f939173cf2" providerId="ADAL" clId="{F33F88E0-3380-47C4-AFDE-F1AC050ADA82}" dt="2026-01-25T16:03:47.744" v="4701" actId="790"/>
          <ac:spMkLst>
            <pc:docMk/>
            <pc:sldMk cId="1934993778" sldId="355"/>
            <ac:spMk id="61" creationId="{B5C85C2B-BDD4-FCEC-CBD5-98EF0EC3C37F}"/>
          </ac:spMkLst>
        </pc:spChg>
        <pc:spChg chg="mod">
          <ac:chgData name="Yash Jadhav" userId="535c3d6d-72b8-4f77-8155-55f939173cf2" providerId="ADAL" clId="{F33F88E0-3380-47C4-AFDE-F1AC050ADA82}" dt="2026-01-25T16:03:47.765" v="4708" actId="790"/>
          <ac:spMkLst>
            <pc:docMk/>
            <pc:sldMk cId="1934993778" sldId="355"/>
            <ac:spMk id="64" creationId="{34DBCBC7-CD57-75CE-9ADB-DE4F4E4957EF}"/>
          </ac:spMkLst>
        </pc:spChg>
        <pc:spChg chg="mod">
          <ac:chgData name="Yash Jadhav" userId="535c3d6d-72b8-4f77-8155-55f939173cf2" providerId="ADAL" clId="{F33F88E0-3380-47C4-AFDE-F1AC050ADA82}" dt="2026-01-25T16:03:47.768" v="4709" actId="790"/>
          <ac:spMkLst>
            <pc:docMk/>
            <pc:sldMk cId="1934993778" sldId="355"/>
            <ac:spMk id="69" creationId="{4E9C76B5-FD5F-67B7-B6D1-AFECB04B874B}"/>
          </ac:spMkLst>
        </pc:spChg>
        <pc:spChg chg="mod">
          <ac:chgData name="Yash Jadhav" userId="535c3d6d-72b8-4f77-8155-55f939173cf2" providerId="ADAL" clId="{F33F88E0-3380-47C4-AFDE-F1AC050ADA82}" dt="2026-01-25T16:03:47.771" v="4710" actId="790"/>
          <ac:spMkLst>
            <pc:docMk/>
            <pc:sldMk cId="1934993778" sldId="355"/>
            <ac:spMk id="72" creationId="{9EDD015E-89ED-4621-5D7A-8D744EC20223}"/>
          </ac:spMkLst>
        </pc:spChg>
        <pc:spChg chg="mod">
          <ac:chgData name="Yash Jadhav" userId="535c3d6d-72b8-4f77-8155-55f939173cf2" providerId="ADAL" clId="{F33F88E0-3380-47C4-AFDE-F1AC050ADA82}" dt="2026-01-25T16:03:47.773" v="4711" actId="790"/>
          <ac:spMkLst>
            <pc:docMk/>
            <pc:sldMk cId="1934993778" sldId="355"/>
            <ac:spMk id="75" creationId="{58143EC5-3EFB-6D6B-235C-E0AEF7D96519}"/>
          </ac:spMkLst>
        </pc:spChg>
        <pc:spChg chg="mod">
          <ac:chgData name="Yash Jadhav" userId="535c3d6d-72b8-4f77-8155-55f939173cf2" providerId="ADAL" clId="{F33F88E0-3380-47C4-AFDE-F1AC050ADA82}" dt="2026-01-25T16:03:47.776" v="4712" actId="790"/>
          <ac:spMkLst>
            <pc:docMk/>
            <pc:sldMk cId="1934993778" sldId="355"/>
            <ac:spMk id="78" creationId="{8DB18BED-0641-A1F6-E94A-A986A9833D8A}"/>
          </ac:spMkLst>
        </pc:spChg>
        <pc:spChg chg="mod">
          <ac:chgData name="Yash Jadhav" userId="535c3d6d-72b8-4f77-8155-55f939173cf2" providerId="ADAL" clId="{F33F88E0-3380-47C4-AFDE-F1AC050ADA82}" dt="2026-01-25T16:03:47.778" v="4713" actId="790"/>
          <ac:spMkLst>
            <pc:docMk/>
            <pc:sldMk cId="1934993778" sldId="355"/>
            <ac:spMk id="81" creationId="{04175F8A-1009-634B-E321-5EAD1B14D25F}"/>
          </ac:spMkLst>
        </pc:spChg>
        <pc:spChg chg="mod">
          <ac:chgData name="Yash Jadhav" userId="535c3d6d-72b8-4f77-8155-55f939173cf2" providerId="ADAL" clId="{F33F88E0-3380-47C4-AFDE-F1AC050ADA82}" dt="2026-01-25T16:03:47.781" v="4714" actId="790"/>
          <ac:spMkLst>
            <pc:docMk/>
            <pc:sldMk cId="1934993778" sldId="355"/>
            <ac:spMk id="84" creationId="{4294F310-55F3-F823-8458-B775AE128E92}"/>
          </ac:spMkLst>
        </pc:spChg>
        <pc:spChg chg="mod">
          <ac:chgData name="Yash Jadhav" userId="535c3d6d-72b8-4f77-8155-55f939173cf2" providerId="ADAL" clId="{F33F88E0-3380-47C4-AFDE-F1AC050ADA82}" dt="2026-01-25T16:03:47.783" v="4715" actId="790"/>
          <ac:spMkLst>
            <pc:docMk/>
            <pc:sldMk cId="1934993778" sldId="355"/>
            <ac:spMk id="87" creationId="{6640ED30-4EDE-AACE-7F2F-9DE9B60AB564}"/>
          </ac:spMkLst>
        </pc:spChg>
        <pc:spChg chg="mod">
          <ac:chgData name="Yash Jadhav" userId="535c3d6d-72b8-4f77-8155-55f939173cf2" providerId="ADAL" clId="{F33F88E0-3380-47C4-AFDE-F1AC050ADA82}" dt="2026-01-25T16:03:47.785" v="4716" actId="790"/>
          <ac:spMkLst>
            <pc:docMk/>
            <pc:sldMk cId="1934993778" sldId="355"/>
            <ac:spMk id="90" creationId="{F253844D-81BD-B27C-BC42-71CE6BACAB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10767417" sldId="356"/>
        </pc:sldMkLst>
        <pc:spChg chg="mod ord">
          <ac:chgData name="Yash Jadhav" userId="535c3d6d-72b8-4f77-8155-55f939173cf2" providerId="ADAL" clId="{F33F88E0-3380-47C4-AFDE-F1AC050ADA82}" dt="2026-01-25T16:06:14.662" v="8413" actId="6264"/>
          <ac:spMkLst>
            <pc:docMk/>
            <pc:sldMk cId="2510767417" sldId="356"/>
            <ac:spMk id="2" creationId="{9F47994B-892D-6E46-BBAA-08A531265A4C}"/>
          </ac:spMkLst>
        </pc:spChg>
        <pc:spChg chg="add del mod">
          <ac:chgData name="Yash Jadhav" userId="535c3d6d-72b8-4f77-8155-55f939173cf2" providerId="ADAL" clId="{F33F88E0-3380-47C4-AFDE-F1AC050ADA82}" dt="2026-01-25T16:06:14.662" v="8413" actId="6264"/>
          <ac:spMkLst>
            <pc:docMk/>
            <pc:sldMk cId="2510767417" sldId="356"/>
            <ac:spMk id="3" creationId="{629338CC-A9AF-9B0E-21AF-AB4E21CFE8AF}"/>
          </ac:spMkLst>
        </pc:spChg>
        <pc:spChg chg="mod">
          <ac:chgData name="Yash Jadhav" userId="535c3d6d-72b8-4f77-8155-55f939173cf2" providerId="ADAL" clId="{F33F88E0-3380-47C4-AFDE-F1AC050ADA82}" dt="2026-01-25T16:03:49.426" v="4732" actId="790"/>
          <ac:spMkLst>
            <pc:docMk/>
            <pc:sldMk cId="2510767417" sldId="356"/>
            <ac:spMk id="7" creationId="{7703D822-027C-75CA-61DE-1FFCA1E9BAE4}"/>
          </ac:spMkLst>
        </pc:spChg>
        <pc:spChg chg="mod">
          <ac:chgData name="Yash Jadhav" userId="535c3d6d-72b8-4f77-8155-55f939173cf2" providerId="ADAL" clId="{F33F88E0-3380-47C4-AFDE-F1AC050ADA82}" dt="2026-01-25T16:03:49.430" v="4734" actId="790"/>
          <ac:spMkLst>
            <pc:docMk/>
            <pc:sldMk cId="2510767417" sldId="356"/>
            <ac:spMk id="8" creationId="{8C73B73B-1C20-1F24-1016-062F6019CDFC}"/>
          </ac:spMkLst>
        </pc:spChg>
        <pc:spChg chg="mod">
          <ac:chgData name="Yash Jadhav" userId="535c3d6d-72b8-4f77-8155-55f939173cf2" providerId="ADAL" clId="{F33F88E0-3380-47C4-AFDE-F1AC050ADA82}" dt="2026-01-25T16:03:49.434" v="4736" actId="790"/>
          <ac:spMkLst>
            <pc:docMk/>
            <pc:sldMk cId="2510767417" sldId="356"/>
            <ac:spMk id="9" creationId="{C288A1C1-5F0E-A9FA-DCB2-6CBAD9AD51E7}"/>
          </ac:spMkLst>
        </pc:spChg>
        <pc:spChg chg="mod">
          <ac:chgData name="Yash Jadhav" userId="535c3d6d-72b8-4f77-8155-55f939173cf2" providerId="ADAL" clId="{F33F88E0-3380-47C4-AFDE-F1AC050ADA82}" dt="2026-01-25T16:03:49.445" v="4740" actId="790"/>
          <ac:spMkLst>
            <pc:docMk/>
            <pc:sldMk cId="2510767417" sldId="356"/>
            <ac:spMk id="10" creationId="{52399894-5C56-FD8C-A701-35F47909C770}"/>
          </ac:spMkLst>
        </pc:spChg>
        <pc:spChg chg="mod">
          <ac:chgData name="Yash Jadhav" userId="535c3d6d-72b8-4f77-8155-55f939173cf2" providerId="ADAL" clId="{F33F88E0-3380-47C4-AFDE-F1AC050ADA82}" dt="2026-01-25T16:03:49.449" v="4742" actId="790"/>
          <ac:spMkLst>
            <pc:docMk/>
            <pc:sldMk cId="2510767417" sldId="356"/>
            <ac:spMk id="11" creationId="{665901FA-D0C0-5BE5-2662-DE4D43CC5F16}"/>
          </ac:spMkLst>
        </pc:spChg>
        <pc:spChg chg="mod">
          <ac:chgData name="Yash Jadhav" userId="535c3d6d-72b8-4f77-8155-55f939173cf2" providerId="ADAL" clId="{F33F88E0-3380-47C4-AFDE-F1AC050ADA82}" dt="2026-01-25T16:03:49.452" v="4744" actId="790"/>
          <ac:spMkLst>
            <pc:docMk/>
            <pc:sldMk cId="2510767417" sldId="356"/>
            <ac:spMk id="12" creationId="{FFC90639-AA11-C28C-8B32-FE1918A3657B}"/>
          </ac:spMkLst>
        </pc:spChg>
        <pc:spChg chg="mod">
          <ac:chgData name="Yash Jadhav" userId="535c3d6d-72b8-4f77-8155-55f939173cf2" providerId="ADAL" clId="{F33F88E0-3380-47C4-AFDE-F1AC050ADA82}" dt="2026-01-25T16:03:49.456" v="4746" actId="790"/>
          <ac:spMkLst>
            <pc:docMk/>
            <pc:sldMk cId="2510767417" sldId="356"/>
            <ac:spMk id="13" creationId="{0CBC39DC-54DE-7C4E-5467-280071C28430}"/>
          </ac:spMkLst>
        </pc:spChg>
        <pc:spChg chg="mod">
          <ac:chgData name="Yash Jadhav" userId="535c3d6d-72b8-4f77-8155-55f939173cf2" providerId="ADAL" clId="{F33F88E0-3380-47C4-AFDE-F1AC050ADA82}" dt="2026-01-25T16:03:49.460" v="4748" actId="790"/>
          <ac:spMkLst>
            <pc:docMk/>
            <pc:sldMk cId="2510767417" sldId="356"/>
            <ac:spMk id="14" creationId="{49D38D0C-93B2-A167-F414-69EA2045BF9A}"/>
          </ac:spMkLst>
        </pc:spChg>
        <pc:spChg chg="mod">
          <ac:chgData name="Yash Jadhav" userId="535c3d6d-72b8-4f77-8155-55f939173cf2" providerId="ADAL" clId="{F33F88E0-3380-47C4-AFDE-F1AC050ADA82}" dt="2026-01-25T16:03:49.440" v="4738" actId="790"/>
          <ac:spMkLst>
            <pc:docMk/>
            <pc:sldMk cId="2510767417" sldId="356"/>
            <ac:spMk id="41" creationId="{571C772A-B6F8-5C27-DAF6-72EF554D5519}"/>
          </ac:spMkLst>
        </pc:spChg>
        <pc:spChg chg="mod">
          <ac:chgData name="Yash Jadhav" userId="535c3d6d-72b8-4f77-8155-55f939173cf2" providerId="ADAL" clId="{F33F88E0-3380-47C4-AFDE-F1AC050ADA82}" dt="2026-01-25T16:03:49.403" v="4722" actId="790"/>
          <ac:spMkLst>
            <pc:docMk/>
            <pc:sldMk cId="2510767417" sldId="356"/>
            <ac:spMk id="45" creationId="{A607A907-F62B-006A-23C6-C82DD67AD8C4}"/>
          </ac:spMkLst>
        </pc:spChg>
        <pc:spChg chg="mod">
          <ac:chgData name="Yash Jadhav" userId="535c3d6d-72b8-4f77-8155-55f939173cf2" providerId="ADAL" clId="{F33F88E0-3380-47C4-AFDE-F1AC050ADA82}" dt="2026-01-25T16:03:49.406" v="4723" actId="790"/>
          <ac:spMkLst>
            <pc:docMk/>
            <pc:sldMk cId="2510767417" sldId="356"/>
            <ac:spMk id="46" creationId="{FE2C617C-47E9-F720-35A3-0A8C5ABBF8AE}"/>
          </ac:spMkLst>
        </pc:spChg>
        <pc:spChg chg="mod">
          <ac:chgData name="Yash Jadhav" userId="535c3d6d-72b8-4f77-8155-55f939173cf2" providerId="ADAL" clId="{F33F88E0-3380-47C4-AFDE-F1AC050ADA82}" dt="2026-01-25T16:03:49.408" v="4724" actId="790"/>
          <ac:spMkLst>
            <pc:docMk/>
            <pc:sldMk cId="2510767417" sldId="356"/>
            <ac:spMk id="47" creationId="{1ABCE3E3-BFE9-4D2D-4429-92466C21BBE4}"/>
          </ac:spMkLst>
        </pc:spChg>
        <pc:spChg chg="mod">
          <ac:chgData name="Yash Jadhav" userId="535c3d6d-72b8-4f77-8155-55f939173cf2" providerId="ADAL" clId="{F33F88E0-3380-47C4-AFDE-F1AC050ADA82}" dt="2026-01-25T16:03:49.410" v="4725" actId="790"/>
          <ac:spMkLst>
            <pc:docMk/>
            <pc:sldMk cId="2510767417" sldId="356"/>
            <ac:spMk id="48" creationId="{19502975-FF4F-0E2D-FDD3-8DC83B82E74F}"/>
          </ac:spMkLst>
        </pc:spChg>
        <pc:spChg chg="mod">
          <ac:chgData name="Yash Jadhav" userId="535c3d6d-72b8-4f77-8155-55f939173cf2" providerId="ADAL" clId="{F33F88E0-3380-47C4-AFDE-F1AC050ADA82}" dt="2026-01-25T16:03:49.413" v="4726" actId="790"/>
          <ac:spMkLst>
            <pc:docMk/>
            <pc:sldMk cId="2510767417" sldId="356"/>
            <ac:spMk id="49" creationId="{E0A6D7B0-951C-3EBA-2A0B-1F0E1DD2E42C}"/>
          </ac:spMkLst>
        </pc:spChg>
        <pc:spChg chg="mod">
          <ac:chgData name="Yash Jadhav" userId="535c3d6d-72b8-4f77-8155-55f939173cf2" providerId="ADAL" clId="{F33F88E0-3380-47C4-AFDE-F1AC050ADA82}" dt="2026-01-25T16:03:49.415" v="4727" actId="790"/>
          <ac:spMkLst>
            <pc:docMk/>
            <pc:sldMk cId="2510767417" sldId="356"/>
            <ac:spMk id="50" creationId="{F7BE3A4B-8C90-082B-4845-751CA768D04B}"/>
          </ac:spMkLst>
        </pc:spChg>
        <pc:spChg chg="mod">
          <ac:chgData name="Yash Jadhav" userId="535c3d6d-72b8-4f77-8155-55f939173cf2" providerId="ADAL" clId="{F33F88E0-3380-47C4-AFDE-F1AC050ADA82}" dt="2026-01-25T16:03:49.417" v="4728" actId="790"/>
          <ac:spMkLst>
            <pc:docMk/>
            <pc:sldMk cId="2510767417" sldId="356"/>
            <ac:spMk id="51" creationId="{3F1DF0CA-7694-B255-BBE2-52A05F484F11}"/>
          </ac:spMkLst>
        </pc:spChg>
        <pc:spChg chg="mod">
          <ac:chgData name="Yash Jadhav" userId="535c3d6d-72b8-4f77-8155-55f939173cf2" providerId="ADAL" clId="{F33F88E0-3380-47C4-AFDE-F1AC050ADA82}" dt="2026-01-25T16:03:49.420" v="4729" actId="790"/>
          <ac:spMkLst>
            <pc:docMk/>
            <pc:sldMk cId="2510767417" sldId="356"/>
            <ac:spMk id="52" creationId="{6164A230-79F2-3F26-100D-A84FAB2FAA2A}"/>
          </ac:spMkLst>
        </pc:spChg>
        <pc:spChg chg="mod">
          <ac:chgData name="Yash Jadhav" userId="535c3d6d-72b8-4f77-8155-55f939173cf2" providerId="ADAL" clId="{F33F88E0-3380-47C4-AFDE-F1AC050ADA82}" dt="2026-01-25T16:03:49.422" v="4730" actId="790"/>
          <ac:spMkLst>
            <pc:docMk/>
            <pc:sldMk cId="2510767417" sldId="356"/>
            <ac:spMk id="53" creationId="{DE2C1DEC-CA82-9505-1EBB-3B2C68D85B2A}"/>
          </ac:spMkLst>
        </pc:spChg>
        <pc:spChg chg="mod">
          <ac:chgData name="Yash Jadhav" userId="535c3d6d-72b8-4f77-8155-55f939173cf2" providerId="ADAL" clId="{F33F88E0-3380-47C4-AFDE-F1AC050ADA82}" dt="2026-01-25T16:03:49.424" v="4731" actId="790"/>
          <ac:spMkLst>
            <pc:docMk/>
            <pc:sldMk cId="2510767417" sldId="356"/>
            <ac:spMk id="54" creationId="{4A9836BB-FEB0-795E-50D2-30F755C3BE91}"/>
          </ac:spMkLst>
        </pc:spChg>
        <pc:spChg chg="mod">
          <ac:chgData name="Yash Jadhav" userId="535c3d6d-72b8-4f77-8155-55f939173cf2" providerId="ADAL" clId="{F33F88E0-3380-47C4-AFDE-F1AC050ADA82}" dt="2026-01-25T16:03:49.428" v="4733" actId="790"/>
          <ac:spMkLst>
            <pc:docMk/>
            <pc:sldMk cId="2510767417" sldId="356"/>
            <ac:spMk id="61" creationId="{D96FBA60-4A15-0293-20C1-78514C6D1FD8}"/>
          </ac:spMkLst>
        </pc:spChg>
        <pc:spChg chg="mod">
          <ac:chgData name="Yash Jadhav" userId="535c3d6d-72b8-4f77-8155-55f939173cf2" providerId="ADAL" clId="{F33F88E0-3380-47C4-AFDE-F1AC050ADA82}" dt="2026-01-25T16:03:49.432" v="4735" actId="790"/>
          <ac:spMkLst>
            <pc:docMk/>
            <pc:sldMk cId="2510767417" sldId="356"/>
            <ac:spMk id="63" creationId="{FFEA55C4-5754-DDB2-FAC5-ACD695E415A9}"/>
          </ac:spMkLst>
        </pc:spChg>
        <pc:spChg chg="mod">
          <ac:chgData name="Yash Jadhav" userId="535c3d6d-72b8-4f77-8155-55f939173cf2" providerId="ADAL" clId="{F33F88E0-3380-47C4-AFDE-F1AC050ADA82}" dt="2026-01-25T16:03:49.437" v="4737" actId="790"/>
          <ac:spMkLst>
            <pc:docMk/>
            <pc:sldMk cId="2510767417" sldId="356"/>
            <ac:spMk id="69" creationId="{02562F2F-78AB-9B85-FA94-EFBAACC9AE42}"/>
          </ac:spMkLst>
        </pc:spChg>
        <pc:spChg chg="mod">
          <ac:chgData name="Yash Jadhav" userId="535c3d6d-72b8-4f77-8155-55f939173cf2" providerId="ADAL" clId="{F33F88E0-3380-47C4-AFDE-F1AC050ADA82}" dt="2026-01-25T16:03:49.442" v="4739" actId="790"/>
          <ac:spMkLst>
            <pc:docMk/>
            <pc:sldMk cId="2510767417" sldId="356"/>
            <ac:spMk id="70" creationId="{ECDC3D65-375C-38A5-D66B-94B30606B620}"/>
          </ac:spMkLst>
        </pc:spChg>
        <pc:spChg chg="mod">
          <ac:chgData name="Yash Jadhav" userId="535c3d6d-72b8-4f77-8155-55f939173cf2" providerId="ADAL" clId="{F33F88E0-3380-47C4-AFDE-F1AC050ADA82}" dt="2026-01-25T16:03:49.447" v="4741" actId="790"/>
          <ac:spMkLst>
            <pc:docMk/>
            <pc:sldMk cId="2510767417" sldId="356"/>
            <ac:spMk id="77" creationId="{3DFCB896-AD40-E3E0-BEFB-FA9042BEDAAB}"/>
          </ac:spMkLst>
        </pc:spChg>
        <pc:spChg chg="mod">
          <ac:chgData name="Yash Jadhav" userId="535c3d6d-72b8-4f77-8155-55f939173cf2" providerId="ADAL" clId="{F33F88E0-3380-47C4-AFDE-F1AC050ADA82}" dt="2026-01-25T16:03:49.450" v="4743" actId="790"/>
          <ac:spMkLst>
            <pc:docMk/>
            <pc:sldMk cId="2510767417" sldId="356"/>
            <ac:spMk id="78" creationId="{A1CA50C4-16C7-37CD-0939-CF778D20EBB2}"/>
          </ac:spMkLst>
        </pc:spChg>
        <pc:spChg chg="mod">
          <ac:chgData name="Yash Jadhav" userId="535c3d6d-72b8-4f77-8155-55f939173cf2" providerId="ADAL" clId="{F33F88E0-3380-47C4-AFDE-F1AC050ADA82}" dt="2026-01-25T16:03:49.454" v="4745" actId="790"/>
          <ac:spMkLst>
            <pc:docMk/>
            <pc:sldMk cId="2510767417" sldId="356"/>
            <ac:spMk id="79" creationId="{06ACB193-EA75-E0D9-0A4E-C067A350718F}"/>
          </ac:spMkLst>
        </pc:spChg>
        <pc:spChg chg="mod">
          <ac:chgData name="Yash Jadhav" userId="535c3d6d-72b8-4f77-8155-55f939173cf2" providerId="ADAL" clId="{F33F88E0-3380-47C4-AFDE-F1AC050ADA82}" dt="2026-01-25T16:03:49.458" v="4747" actId="790"/>
          <ac:spMkLst>
            <pc:docMk/>
            <pc:sldMk cId="2510767417" sldId="356"/>
            <ac:spMk id="80" creationId="{18893F6B-0DCF-64EB-21BB-2EB87B819374}"/>
          </ac:spMkLst>
        </pc:spChg>
        <pc:spChg chg="mod">
          <ac:chgData name="Yash Jadhav" userId="535c3d6d-72b8-4f77-8155-55f939173cf2" providerId="ADAL" clId="{F33F88E0-3380-47C4-AFDE-F1AC050ADA82}" dt="2026-01-25T16:03:49.461" v="4749" actId="790"/>
          <ac:spMkLst>
            <pc:docMk/>
            <pc:sldMk cId="2510767417" sldId="356"/>
            <ac:spMk id="81" creationId="{71D5F086-181E-7D05-DBFB-8854925B0E1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80136044" sldId="357"/>
        </pc:sldMkLst>
        <pc:spChg chg="mod ord">
          <ac:chgData name="Yash Jadhav" userId="535c3d6d-72b8-4f77-8155-55f939173cf2" providerId="ADAL" clId="{F33F88E0-3380-47C4-AFDE-F1AC050ADA82}" dt="2026-01-25T16:06:14.662" v="8413" actId="6264"/>
          <ac:spMkLst>
            <pc:docMk/>
            <pc:sldMk cId="580136044" sldId="357"/>
            <ac:spMk id="2" creationId="{3CB4A4B1-2B71-605D-2714-AA1BCFC58FF2}"/>
          </ac:spMkLst>
        </pc:spChg>
        <pc:spChg chg="mod">
          <ac:chgData name="Yash Jadhav" userId="535c3d6d-72b8-4f77-8155-55f939173cf2" providerId="ADAL" clId="{F33F88E0-3380-47C4-AFDE-F1AC050ADA82}" dt="2026-01-25T16:03:51.342" v="4786" actId="790"/>
          <ac:spMkLst>
            <pc:docMk/>
            <pc:sldMk cId="580136044" sldId="357"/>
            <ac:spMk id="3" creationId="{57FF8EBE-CB86-21EB-9DEA-3B327D13B499}"/>
          </ac:spMkLst>
        </pc:spChg>
        <pc:spChg chg="add del mod">
          <ac:chgData name="Yash Jadhav" userId="535c3d6d-72b8-4f77-8155-55f939173cf2" providerId="ADAL" clId="{F33F88E0-3380-47C4-AFDE-F1AC050ADA82}" dt="2026-01-25T16:06:14.662" v="8413" actId="6264"/>
          <ac:spMkLst>
            <pc:docMk/>
            <pc:sldMk cId="580136044" sldId="357"/>
            <ac:spMk id="4" creationId="{B0F6AFEE-22FE-E003-62B2-D5359A41E76D}"/>
          </ac:spMkLst>
        </pc:spChg>
        <pc:spChg chg="mod">
          <ac:chgData name="Yash Jadhav" userId="535c3d6d-72b8-4f77-8155-55f939173cf2" providerId="ADAL" clId="{F33F88E0-3380-47C4-AFDE-F1AC050ADA82}" dt="2026-01-25T16:03:51.344" v="4787" actId="790"/>
          <ac:spMkLst>
            <pc:docMk/>
            <pc:sldMk cId="580136044" sldId="357"/>
            <ac:spMk id="5" creationId="{C27ED107-7359-1E85-08DC-617C64E2B82E}"/>
          </ac:spMkLst>
        </pc:spChg>
        <pc:spChg chg="mod">
          <ac:chgData name="Yash Jadhav" userId="535c3d6d-72b8-4f77-8155-55f939173cf2" providerId="ADAL" clId="{F33F88E0-3380-47C4-AFDE-F1AC050ADA82}" dt="2026-01-25T16:03:51.347" v="4788" actId="790"/>
          <ac:spMkLst>
            <pc:docMk/>
            <pc:sldMk cId="580136044" sldId="357"/>
            <ac:spMk id="7" creationId="{5E9A5312-5FD2-04D3-DB33-D81CBF0A31EB}"/>
          </ac:spMkLst>
        </pc:spChg>
        <pc:spChg chg="mod">
          <ac:chgData name="Yash Jadhav" userId="535c3d6d-72b8-4f77-8155-55f939173cf2" providerId="ADAL" clId="{F33F88E0-3380-47C4-AFDE-F1AC050ADA82}" dt="2026-01-25T16:03:51.349" v="4789" actId="790"/>
          <ac:spMkLst>
            <pc:docMk/>
            <pc:sldMk cId="580136044" sldId="357"/>
            <ac:spMk id="10" creationId="{91B05B58-A517-E4C8-A2FD-09C88116E2F0}"/>
          </ac:spMkLst>
        </pc:spChg>
        <pc:spChg chg="mod">
          <ac:chgData name="Yash Jadhav" userId="535c3d6d-72b8-4f77-8155-55f939173cf2" providerId="ADAL" clId="{F33F88E0-3380-47C4-AFDE-F1AC050ADA82}" dt="2026-01-25T16:03:51.363" v="4793" actId="790"/>
          <ac:spMkLst>
            <pc:docMk/>
            <pc:sldMk cId="580136044" sldId="357"/>
            <ac:spMk id="11" creationId="{B0078ED2-B79B-BC82-E88B-CEA7854C2E05}"/>
          </ac:spMkLst>
        </pc:spChg>
        <pc:spChg chg="mod">
          <ac:chgData name="Yash Jadhav" userId="535c3d6d-72b8-4f77-8155-55f939173cf2" providerId="ADAL" clId="{F33F88E0-3380-47C4-AFDE-F1AC050ADA82}" dt="2026-01-25T16:03:51.353" v="4790" actId="790"/>
          <ac:spMkLst>
            <pc:docMk/>
            <pc:sldMk cId="580136044" sldId="357"/>
            <ac:spMk id="12" creationId="{5CECA22D-5421-8BAC-A50F-706A5404BCB7}"/>
          </ac:spMkLst>
        </pc:spChg>
        <pc:spChg chg="mod">
          <ac:chgData name="Yash Jadhav" userId="535c3d6d-72b8-4f77-8155-55f939173cf2" providerId="ADAL" clId="{F33F88E0-3380-47C4-AFDE-F1AC050ADA82}" dt="2026-01-25T16:03:51.367" v="4794" actId="790"/>
          <ac:spMkLst>
            <pc:docMk/>
            <pc:sldMk cId="580136044" sldId="357"/>
            <ac:spMk id="18" creationId="{7C6815F4-37F3-6BE2-9586-0A8B00E3FE6B}"/>
          </ac:spMkLst>
        </pc:spChg>
        <pc:spChg chg="mod">
          <ac:chgData name="Yash Jadhav" userId="535c3d6d-72b8-4f77-8155-55f939173cf2" providerId="ADAL" clId="{F33F88E0-3380-47C4-AFDE-F1AC050ADA82}" dt="2026-01-25T16:03:51.371" v="4795" actId="790"/>
          <ac:spMkLst>
            <pc:docMk/>
            <pc:sldMk cId="580136044" sldId="357"/>
            <ac:spMk id="27" creationId="{E42E0AB3-AE46-F126-D42B-6B1CD6EE2C11}"/>
          </ac:spMkLst>
        </pc:spChg>
        <pc:spChg chg="mod">
          <ac:chgData name="Yash Jadhav" userId="535c3d6d-72b8-4f77-8155-55f939173cf2" providerId="ADAL" clId="{F33F88E0-3380-47C4-AFDE-F1AC050ADA82}" dt="2026-01-25T16:03:51.373" v="4796" actId="790"/>
          <ac:spMkLst>
            <pc:docMk/>
            <pc:sldMk cId="580136044" sldId="357"/>
            <ac:spMk id="28" creationId="{6F3CD67B-E1EC-FB02-B19A-2AB64FD7DD7D}"/>
          </ac:spMkLst>
        </pc:spChg>
        <pc:spChg chg="mod">
          <ac:chgData name="Yash Jadhav" userId="535c3d6d-72b8-4f77-8155-55f939173cf2" providerId="ADAL" clId="{F33F88E0-3380-47C4-AFDE-F1AC050ADA82}" dt="2026-01-25T16:03:51.356" v="4791" actId="790"/>
          <ac:spMkLst>
            <pc:docMk/>
            <pc:sldMk cId="580136044" sldId="357"/>
            <ac:spMk id="32" creationId="{566B25A6-AE48-0490-D78F-4D67CB023C88}"/>
          </ac:spMkLst>
        </pc:spChg>
        <pc:spChg chg="mod">
          <ac:chgData name="Yash Jadhav" userId="535c3d6d-72b8-4f77-8155-55f939173cf2" providerId="ADAL" clId="{F33F88E0-3380-47C4-AFDE-F1AC050ADA82}" dt="2026-01-25T16:03:51.360" v="4792" actId="790"/>
          <ac:spMkLst>
            <pc:docMk/>
            <pc:sldMk cId="580136044" sldId="357"/>
            <ac:spMk id="33" creationId="{39916954-4F90-7A12-AE56-FFDD8792C97C}"/>
          </ac:spMkLst>
        </pc:spChg>
        <pc:spChg chg="mod">
          <ac:chgData name="Yash Jadhav" userId="535c3d6d-72b8-4f77-8155-55f939173cf2" providerId="ADAL" clId="{F33F88E0-3380-47C4-AFDE-F1AC050ADA82}" dt="2026-01-25T16:03:51.277" v="4765" actId="790"/>
          <ac:spMkLst>
            <pc:docMk/>
            <pc:sldMk cId="580136044" sldId="357"/>
            <ac:spMk id="42" creationId="{F0578BEC-4DFD-1CD5-DA07-1BB49D16C1FF}"/>
          </ac:spMkLst>
        </pc:spChg>
        <pc:spChg chg="mod">
          <ac:chgData name="Yash Jadhav" userId="535c3d6d-72b8-4f77-8155-55f939173cf2" providerId="ADAL" clId="{F33F88E0-3380-47C4-AFDE-F1AC050ADA82}" dt="2026-01-25T16:03:51.280" v="4766" actId="790"/>
          <ac:spMkLst>
            <pc:docMk/>
            <pc:sldMk cId="580136044" sldId="357"/>
            <ac:spMk id="43" creationId="{82272C94-F8B9-8989-5D90-3D607CF75B97}"/>
          </ac:spMkLst>
        </pc:spChg>
        <pc:spChg chg="mod">
          <ac:chgData name="Yash Jadhav" userId="535c3d6d-72b8-4f77-8155-55f939173cf2" providerId="ADAL" clId="{F33F88E0-3380-47C4-AFDE-F1AC050ADA82}" dt="2026-01-25T16:03:51.265" v="4762" actId="790"/>
          <ac:spMkLst>
            <pc:docMk/>
            <pc:sldMk cId="580136044" sldId="357"/>
            <ac:spMk id="45" creationId="{BA3DCD31-846B-1C3E-E587-ADA275F11072}"/>
          </ac:spMkLst>
        </pc:spChg>
        <pc:spChg chg="mod">
          <ac:chgData name="Yash Jadhav" userId="535c3d6d-72b8-4f77-8155-55f939173cf2" providerId="ADAL" clId="{F33F88E0-3380-47C4-AFDE-F1AC050ADA82}" dt="2026-01-25T16:03:51.269" v="4763" actId="790"/>
          <ac:spMkLst>
            <pc:docMk/>
            <pc:sldMk cId="580136044" sldId="357"/>
            <ac:spMk id="46" creationId="{7668DF0A-A412-488E-A56D-F3D8C0952280}"/>
          </ac:spMkLst>
        </pc:spChg>
        <pc:spChg chg="mod">
          <ac:chgData name="Yash Jadhav" userId="535c3d6d-72b8-4f77-8155-55f939173cf2" providerId="ADAL" clId="{F33F88E0-3380-47C4-AFDE-F1AC050ADA82}" dt="2026-01-25T16:03:51.296" v="4771" actId="790"/>
          <ac:spMkLst>
            <pc:docMk/>
            <pc:sldMk cId="580136044" sldId="357"/>
            <ac:spMk id="48" creationId="{10B94FC1-7A68-4B21-B8B8-D448951CB5F2}"/>
          </ac:spMkLst>
        </pc:spChg>
        <pc:spChg chg="mod">
          <ac:chgData name="Yash Jadhav" userId="535c3d6d-72b8-4f77-8155-55f939173cf2" providerId="ADAL" clId="{F33F88E0-3380-47C4-AFDE-F1AC050ADA82}" dt="2026-01-25T16:03:51.299" v="4772" actId="790"/>
          <ac:spMkLst>
            <pc:docMk/>
            <pc:sldMk cId="580136044" sldId="357"/>
            <ac:spMk id="49" creationId="{CBE32250-623A-D0A1-74E6-0147499D9336}"/>
          </ac:spMkLst>
        </pc:spChg>
        <pc:spChg chg="mod">
          <ac:chgData name="Yash Jadhav" userId="535c3d6d-72b8-4f77-8155-55f939173cf2" providerId="ADAL" clId="{F33F88E0-3380-47C4-AFDE-F1AC050ADA82}" dt="2026-01-25T16:03:51.286" v="4768" actId="790"/>
          <ac:spMkLst>
            <pc:docMk/>
            <pc:sldMk cId="580136044" sldId="357"/>
            <ac:spMk id="51" creationId="{ED0C917D-3F26-A3A1-9174-95CCE9281CAA}"/>
          </ac:spMkLst>
        </pc:spChg>
        <pc:spChg chg="mod">
          <ac:chgData name="Yash Jadhav" userId="535c3d6d-72b8-4f77-8155-55f939173cf2" providerId="ADAL" clId="{F33F88E0-3380-47C4-AFDE-F1AC050ADA82}" dt="2026-01-25T16:03:51.289" v="4769" actId="790"/>
          <ac:spMkLst>
            <pc:docMk/>
            <pc:sldMk cId="580136044" sldId="357"/>
            <ac:spMk id="52" creationId="{3E79D11E-618B-F17D-6146-B1ABCA233EA2}"/>
          </ac:spMkLst>
        </pc:spChg>
        <pc:spChg chg="mod">
          <ac:chgData name="Yash Jadhav" userId="535c3d6d-72b8-4f77-8155-55f939173cf2" providerId="ADAL" clId="{F33F88E0-3380-47C4-AFDE-F1AC050ADA82}" dt="2026-01-25T16:03:51.246" v="4755" actId="790"/>
          <ac:spMkLst>
            <pc:docMk/>
            <pc:sldMk cId="580136044" sldId="357"/>
            <ac:spMk id="55" creationId="{241860BC-CCF6-B041-6BA4-30739022C812}"/>
          </ac:spMkLst>
        </pc:spChg>
        <pc:spChg chg="mod">
          <ac:chgData name="Yash Jadhav" userId="535c3d6d-72b8-4f77-8155-55f939173cf2" providerId="ADAL" clId="{F33F88E0-3380-47C4-AFDE-F1AC050ADA82}" dt="2026-01-25T16:03:51.248" v="4756" actId="790"/>
          <ac:spMkLst>
            <pc:docMk/>
            <pc:sldMk cId="580136044" sldId="357"/>
            <ac:spMk id="56" creationId="{8BA52F5B-AD57-ECA1-E65F-727B40A5875E}"/>
          </ac:spMkLst>
        </pc:spChg>
        <pc:spChg chg="mod">
          <ac:chgData name="Yash Jadhav" userId="535c3d6d-72b8-4f77-8155-55f939173cf2" providerId="ADAL" clId="{F33F88E0-3380-47C4-AFDE-F1AC050ADA82}" dt="2026-01-25T16:03:51.250" v="4757" actId="790"/>
          <ac:spMkLst>
            <pc:docMk/>
            <pc:sldMk cId="580136044" sldId="357"/>
            <ac:spMk id="57" creationId="{6672B1F5-FCF1-8570-3A61-9B47B81722B7}"/>
          </ac:spMkLst>
        </pc:spChg>
        <pc:spChg chg="mod">
          <ac:chgData name="Yash Jadhav" userId="535c3d6d-72b8-4f77-8155-55f939173cf2" providerId="ADAL" clId="{F33F88E0-3380-47C4-AFDE-F1AC050ADA82}" dt="2026-01-25T16:03:51.254" v="4758" actId="790"/>
          <ac:spMkLst>
            <pc:docMk/>
            <pc:sldMk cId="580136044" sldId="357"/>
            <ac:spMk id="58" creationId="{E36DC4F0-782D-260F-6C93-98E07421EF44}"/>
          </ac:spMkLst>
        </pc:spChg>
        <pc:spChg chg="mod">
          <ac:chgData name="Yash Jadhav" userId="535c3d6d-72b8-4f77-8155-55f939173cf2" providerId="ADAL" clId="{F33F88E0-3380-47C4-AFDE-F1AC050ADA82}" dt="2026-01-25T16:03:51.257" v="4759" actId="790"/>
          <ac:spMkLst>
            <pc:docMk/>
            <pc:sldMk cId="580136044" sldId="357"/>
            <ac:spMk id="59" creationId="{8B9D3DC9-1D84-DA9A-336F-0BCF508F8BEC}"/>
          </ac:spMkLst>
        </pc:spChg>
        <pc:spChg chg="mod">
          <ac:chgData name="Yash Jadhav" userId="535c3d6d-72b8-4f77-8155-55f939173cf2" providerId="ADAL" clId="{F33F88E0-3380-47C4-AFDE-F1AC050ADA82}" dt="2026-01-25T16:03:51.260" v="4760" actId="790"/>
          <ac:spMkLst>
            <pc:docMk/>
            <pc:sldMk cId="580136044" sldId="357"/>
            <ac:spMk id="66" creationId="{B6002CF4-DD9F-F72D-C6C1-4900AF23F689}"/>
          </ac:spMkLst>
        </pc:spChg>
        <pc:spChg chg="mod">
          <ac:chgData name="Yash Jadhav" userId="535c3d6d-72b8-4f77-8155-55f939173cf2" providerId="ADAL" clId="{F33F88E0-3380-47C4-AFDE-F1AC050ADA82}" dt="2026-01-25T16:03:51.262" v="4761" actId="790"/>
          <ac:spMkLst>
            <pc:docMk/>
            <pc:sldMk cId="580136044" sldId="357"/>
            <ac:spMk id="70" creationId="{2AD03C23-F8D6-C5F8-B901-C5BA09B1CC71}"/>
          </ac:spMkLst>
        </pc:spChg>
        <pc:spChg chg="mod">
          <ac:chgData name="Yash Jadhav" userId="535c3d6d-72b8-4f77-8155-55f939173cf2" providerId="ADAL" clId="{F33F88E0-3380-47C4-AFDE-F1AC050ADA82}" dt="2026-01-25T16:03:51.274" v="4764" actId="790"/>
          <ac:spMkLst>
            <pc:docMk/>
            <pc:sldMk cId="580136044" sldId="357"/>
            <ac:spMk id="75" creationId="{13F35D9F-733B-0D9F-3560-38C13D70A4E7}"/>
          </ac:spMkLst>
        </pc:spChg>
        <pc:spChg chg="mod">
          <ac:chgData name="Yash Jadhav" userId="535c3d6d-72b8-4f77-8155-55f939173cf2" providerId="ADAL" clId="{F33F88E0-3380-47C4-AFDE-F1AC050ADA82}" dt="2026-01-25T16:03:51.283" v="4767" actId="790"/>
          <ac:spMkLst>
            <pc:docMk/>
            <pc:sldMk cId="580136044" sldId="357"/>
            <ac:spMk id="78" creationId="{21310CBB-9450-50A0-1681-0D639112957F}"/>
          </ac:spMkLst>
        </pc:spChg>
        <pc:spChg chg="mod">
          <ac:chgData name="Yash Jadhav" userId="535c3d6d-72b8-4f77-8155-55f939173cf2" providerId="ADAL" clId="{F33F88E0-3380-47C4-AFDE-F1AC050ADA82}" dt="2026-01-25T16:03:51.293" v="4770" actId="790"/>
          <ac:spMkLst>
            <pc:docMk/>
            <pc:sldMk cId="580136044" sldId="357"/>
            <ac:spMk id="81" creationId="{3806AFBF-FDEB-08FC-E004-D1EEFBD15B62}"/>
          </ac:spMkLst>
        </pc:spChg>
        <pc:spChg chg="mod">
          <ac:chgData name="Yash Jadhav" userId="535c3d6d-72b8-4f77-8155-55f939173cf2" providerId="ADAL" clId="{F33F88E0-3380-47C4-AFDE-F1AC050ADA82}" dt="2026-01-25T16:03:51.302" v="4773" actId="790"/>
          <ac:spMkLst>
            <pc:docMk/>
            <pc:sldMk cId="580136044" sldId="357"/>
            <ac:spMk id="84" creationId="{AB18EC54-2035-211D-ECEB-0505EE1B6BA2}"/>
          </ac:spMkLst>
        </pc:spChg>
        <pc:spChg chg="mod">
          <ac:chgData name="Yash Jadhav" userId="535c3d6d-72b8-4f77-8155-55f939173cf2" providerId="ADAL" clId="{F33F88E0-3380-47C4-AFDE-F1AC050ADA82}" dt="2026-01-25T16:03:51.312" v="4776" actId="790"/>
          <ac:spMkLst>
            <pc:docMk/>
            <pc:sldMk cId="580136044" sldId="357"/>
            <ac:spMk id="87" creationId="{120996E8-36C1-A464-E62F-8959D2289B06}"/>
          </ac:spMkLst>
        </pc:spChg>
        <pc:spChg chg="mod">
          <ac:chgData name="Yash Jadhav" userId="535c3d6d-72b8-4f77-8155-55f939173cf2" providerId="ADAL" clId="{F33F88E0-3380-47C4-AFDE-F1AC050ADA82}" dt="2026-01-25T16:03:51.323" v="4779" actId="790"/>
          <ac:spMkLst>
            <pc:docMk/>
            <pc:sldMk cId="580136044" sldId="357"/>
            <ac:spMk id="90" creationId="{9918D45E-264F-F5D7-C2A5-EEA0F9201648}"/>
          </ac:spMkLst>
        </pc:spChg>
        <pc:spChg chg="mod">
          <ac:chgData name="Yash Jadhav" userId="535c3d6d-72b8-4f77-8155-55f939173cf2" providerId="ADAL" clId="{F33F88E0-3380-47C4-AFDE-F1AC050ADA82}" dt="2026-01-25T16:03:51.331" v="4782" actId="790"/>
          <ac:spMkLst>
            <pc:docMk/>
            <pc:sldMk cId="580136044" sldId="357"/>
            <ac:spMk id="93" creationId="{15DA2D13-91F3-780F-AE57-47FC79EA2112}"/>
          </ac:spMkLst>
        </pc:spChg>
        <pc:spChg chg="mod">
          <ac:chgData name="Yash Jadhav" userId="535c3d6d-72b8-4f77-8155-55f939173cf2" providerId="ADAL" clId="{F33F88E0-3380-47C4-AFDE-F1AC050ADA82}" dt="2026-01-25T16:03:51.340" v="4785" actId="790"/>
          <ac:spMkLst>
            <pc:docMk/>
            <pc:sldMk cId="580136044" sldId="357"/>
            <ac:spMk id="96" creationId="{5B7922CD-9FC9-FE14-8D25-FC18309954CB}"/>
          </ac:spMkLst>
        </pc:spChg>
        <pc:spChg chg="mod">
          <ac:chgData name="Yash Jadhav" userId="535c3d6d-72b8-4f77-8155-55f939173cf2" providerId="ADAL" clId="{F33F88E0-3380-47C4-AFDE-F1AC050ADA82}" dt="2026-01-25T16:03:51.315" v="4777" actId="790"/>
          <ac:spMkLst>
            <pc:docMk/>
            <pc:sldMk cId="580136044" sldId="357"/>
            <ac:spMk id="118" creationId="{5BEE7DB9-D7E9-2F23-605D-F8E4140B5E71}"/>
          </ac:spMkLst>
        </pc:spChg>
        <pc:spChg chg="mod">
          <ac:chgData name="Yash Jadhav" userId="535c3d6d-72b8-4f77-8155-55f939173cf2" providerId="ADAL" clId="{F33F88E0-3380-47C4-AFDE-F1AC050ADA82}" dt="2026-01-25T16:03:51.320" v="4778" actId="790"/>
          <ac:spMkLst>
            <pc:docMk/>
            <pc:sldMk cId="580136044" sldId="357"/>
            <ac:spMk id="119" creationId="{9E2CBF80-1E8B-072E-4691-7EE0C8E1E379}"/>
          </ac:spMkLst>
        </pc:spChg>
        <pc:spChg chg="mod">
          <ac:chgData name="Yash Jadhav" userId="535c3d6d-72b8-4f77-8155-55f939173cf2" providerId="ADAL" clId="{F33F88E0-3380-47C4-AFDE-F1AC050ADA82}" dt="2026-01-25T16:03:51.306" v="4774" actId="790"/>
          <ac:spMkLst>
            <pc:docMk/>
            <pc:sldMk cId="580136044" sldId="357"/>
            <ac:spMk id="121" creationId="{1C62842A-D8BD-E5AB-C711-57C5D51E6349}"/>
          </ac:spMkLst>
        </pc:spChg>
        <pc:spChg chg="mod">
          <ac:chgData name="Yash Jadhav" userId="535c3d6d-72b8-4f77-8155-55f939173cf2" providerId="ADAL" clId="{F33F88E0-3380-47C4-AFDE-F1AC050ADA82}" dt="2026-01-25T16:03:51.308" v="4775" actId="790"/>
          <ac:spMkLst>
            <pc:docMk/>
            <pc:sldMk cId="580136044" sldId="357"/>
            <ac:spMk id="122" creationId="{7021BFDB-B7EE-2540-12B8-795F10E4936A}"/>
          </ac:spMkLst>
        </pc:spChg>
        <pc:spChg chg="mod">
          <ac:chgData name="Yash Jadhav" userId="535c3d6d-72b8-4f77-8155-55f939173cf2" providerId="ADAL" clId="{F33F88E0-3380-47C4-AFDE-F1AC050ADA82}" dt="2026-01-25T16:03:51.334" v="4783" actId="790"/>
          <ac:spMkLst>
            <pc:docMk/>
            <pc:sldMk cId="580136044" sldId="357"/>
            <ac:spMk id="124" creationId="{5569A438-4465-A7E9-1D1A-1730FC1BEA18}"/>
          </ac:spMkLst>
        </pc:spChg>
        <pc:spChg chg="mod">
          <ac:chgData name="Yash Jadhav" userId="535c3d6d-72b8-4f77-8155-55f939173cf2" providerId="ADAL" clId="{F33F88E0-3380-47C4-AFDE-F1AC050ADA82}" dt="2026-01-25T16:03:51.336" v="4784" actId="790"/>
          <ac:spMkLst>
            <pc:docMk/>
            <pc:sldMk cId="580136044" sldId="357"/>
            <ac:spMk id="125" creationId="{7CD815BB-091D-EA7C-D65C-FD4C4A2B677F}"/>
          </ac:spMkLst>
        </pc:spChg>
        <pc:spChg chg="mod">
          <ac:chgData name="Yash Jadhav" userId="535c3d6d-72b8-4f77-8155-55f939173cf2" providerId="ADAL" clId="{F33F88E0-3380-47C4-AFDE-F1AC050ADA82}" dt="2026-01-25T16:03:51.326" v="4780" actId="790"/>
          <ac:spMkLst>
            <pc:docMk/>
            <pc:sldMk cId="580136044" sldId="357"/>
            <ac:spMk id="127" creationId="{59B31FB9-3CCE-B00B-CE70-883AF78C8B7F}"/>
          </ac:spMkLst>
        </pc:spChg>
        <pc:spChg chg="mod">
          <ac:chgData name="Yash Jadhav" userId="535c3d6d-72b8-4f77-8155-55f939173cf2" providerId="ADAL" clId="{F33F88E0-3380-47C4-AFDE-F1AC050ADA82}" dt="2026-01-25T16:03:51.328" v="4781" actId="790"/>
          <ac:spMkLst>
            <pc:docMk/>
            <pc:sldMk cId="580136044" sldId="357"/>
            <ac:spMk id="128" creationId="{6FC64436-4972-64E9-B6B9-1EDF52DCCD8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7166" sldId="358"/>
        </pc:sldMkLst>
        <pc:spChg chg="mod ord">
          <ac:chgData name="Yash Jadhav" userId="535c3d6d-72b8-4f77-8155-55f939173cf2" providerId="ADAL" clId="{F33F88E0-3380-47C4-AFDE-F1AC050ADA82}" dt="2026-01-25T16:06:14.662" v="8413" actId="6264"/>
          <ac:spMkLst>
            <pc:docMk/>
            <pc:sldMk cId="16417166" sldId="358"/>
            <ac:spMk id="2" creationId="{3CB4A4B1-2B71-605D-2714-AA1BCFC58FF2}"/>
          </ac:spMkLst>
        </pc:spChg>
        <pc:spChg chg="mod">
          <ac:chgData name="Yash Jadhav" userId="535c3d6d-72b8-4f77-8155-55f939173cf2" providerId="ADAL" clId="{F33F88E0-3380-47C4-AFDE-F1AC050ADA82}" dt="2026-01-25T16:03:55.250" v="4841" actId="790"/>
          <ac:spMkLst>
            <pc:docMk/>
            <pc:sldMk cId="16417166" sldId="358"/>
            <ac:spMk id="3" creationId="{57FF8EBE-CB86-21EB-9DEA-3B327D13B499}"/>
          </ac:spMkLst>
        </pc:spChg>
        <pc:spChg chg="add del mod">
          <ac:chgData name="Yash Jadhav" userId="535c3d6d-72b8-4f77-8155-55f939173cf2" providerId="ADAL" clId="{F33F88E0-3380-47C4-AFDE-F1AC050ADA82}" dt="2026-01-25T16:06:14.662" v="8413" actId="6264"/>
          <ac:spMkLst>
            <pc:docMk/>
            <pc:sldMk cId="16417166" sldId="358"/>
            <ac:spMk id="4" creationId="{84E554DC-F353-5687-8188-3BB68A936DB7}"/>
          </ac:spMkLst>
        </pc:spChg>
        <pc:spChg chg="mod">
          <ac:chgData name="Yash Jadhav" userId="535c3d6d-72b8-4f77-8155-55f939173cf2" providerId="ADAL" clId="{F33F88E0-3380-47C4-AFDE-F1AC050ADA82}" dt="2026-01-25T16:03:55.252" v="4842" actId="790"/>
          <ac:spMkLst>
            <pc:docMk/>
            <pc:sldMk cId="16417166" sldId="358"/>
            <ac:spMk id="5" creationId="{C27ED107-7359-1E85-08DC-617C64E2B82E}"/>
          </ac:spMkLst>
        </pc:spChg>
        <pc:spChg chg="mod">
          <ac:chgData name="Yash Jadhav" userId="535c3d6d-72b8-4f77-8155-55f939173cf2" providerId="ADAL" clId="{F33F88E0-3380-47C4-AFDE-F1AC050ADA82}" dt="2026-01-25T16:03:55.254" v="4843" actId="790"/>
          <ac:spMkLst>
            <pc:docMk/>
            <pc:sldMk cId="16417166" sldId="358"/>
            <ac:spMk id="7" creationId="{5E9A5312-5FD2-04D3-DB33-D81CBF0A31EB}"/>
          </ac:spMkLst>
        </pc:spChg>
        <pc:spChg chg="mod">
          <ac:chgData name="Yash Jadhav" userId="535c3d6d-72b8-4f77-8155-55f939173cf2" providerId="ADAL" clId="{F33F88E0-3380-47C4-AFDE-F1AC050ADA82}" dt="2026-01-25T16:03:55.256" v="4844" actId="790"/>
          <ac:spMkLst>
            <pc:docMk/>
            <pc:sldMk cId="16417166" sldId="358"/>
            <ac:spMk id="10" creationId="{91B05B58-A517-E4C8-A2FD-09C88116E2F0}"/>
          </ac:spMkLst>
        </pc:spChg>
        <pc:spChg chg="mod">
          <ac:chgData name="Yash Jadhav" userId="535c3d6d-72b8-4f77-8155-55f939173cf2" providerId="ADAL" clId="{F33F88E0-3380-47C4-AFDE-F1AC050ADA82}" dt="2026-01-25T16:03:55.258" v="4845" actId="790"/>
          <ac:spMkLst>
            <pc:docMk/>
            <pc:sldMk cId="16417166" sldId="358"/>
            <ac:spMk id="12" creationId="{5CECA22D-5421-8BAC-A50F-706A5404BCB7}"/>
          </ac:spMkLst>
        </pc:spChg>
        <pc:spChg chg="mod">
          <ac:chgData name="Yash Jadhav" userId="535c3d6d-72b8-4f77-8155-55f939173cf2" providerId="ADAL" clId="{F33F88E0-3380-47C4-AFDE-F1AC050ADA82}" dt="2026-01-25T16:03:55.266" v="4848" actId="790"/>
          <ac:spMkLst>
            <pc:docMk/>
            <pc:sldMk cId="16417166" sldId="358"/>
            <ac:spMk id="27" creationId="{E42E0AB3-AE46-F126-D42B-6B1CD6EE2C11}"/>
          </ac:spMkLst>
        </pc:spChg>
        <pc:spChg chg="mod">
          <ac:chgData name="Yash Jadhav" userId="535c3d6d-72b8-4f77-8155-55f939173cf2" providerId="ADAL" clId="{F33F88E0-3380-47C4-AFDE-F1AC050ADA82}" dt="2026-01-25T16:03:55.268" v="4849" actId="790"/>
          <ac:spMkLst>
            <pc:docMk/>
            <pc:sldMk cId="16417166" sldId="358"/>
            <ac:spMk id="28" creationId="{6F3CD67B-E1EC-FB02-B19A-2AB64FD7DD7D}"/>
          </ac:spMkLst>
        </pc:spChg>
        <pc:spChg chg="mod">
          <ac:chgData name="Yash Jadhav" userId="535c3d6d-72b8-4f77-8155-55f939173cf2" providerId="ADAL" clId="{F33F88E0-3380-47C4-AFDE-F1AC050ADA82}" dt="2026-01-25T16:03:55.260" v="4846" actId="790"/>
          <ac:spMkLst>
            <pc:docMk/>
            <pc:sldMk cId="16417166" sldId="358"/>
            <ac:spMk id="32" creationId="{566B25A6-AE48-0490-D78F-4D67CB023C88}"/>
          </ac:spMkLst>
        </pc:spChg>
        <pc:spChg chg="mod">
          <ac:chgData name="Yash Jadhav" userId="535c3d6d-72b8-4f77-8155-55f939173cf2" providerId="ADAL" clId="{F33F88E0-3380-47C4-AFDE-F1AC050ADA82}" dt="2026-01-25T16:03:55.263" v="4847" actId="790"/>
          <ac:spMkLst>
            <pc:docMk/>
            <pc:sldMk cId="16417166" sldId="358"/>
            <ac:spMk id="33" creationId="{39916954-4F90-7A12-AE56-FFDD8792C97C}"/>
          </ac:spMkLst>
        </pc:spChg>
        <pc:spChg chg="mod">
          <ac:chgData name="Yash Jadhav" userId="535c3d6d-72b8-4f77-8155-55f939173cf2" providerId="ADAL" clId="{F33F88E0-3380-47C4-AFDE-F1AC050ADA82}" dt="2026-01-25T16:03:55.174" v="4813" actId="790"/>
          <ac:spMkLst>
            <pc:docMk/>
            <pc:sldMk cId="16417166" sldId="358"/>
            <ac:spMk id="42" creationId="{F0578BEC-4DFD-1CD5-DA07-1BB49D16C1FF}"/>
          </ac:spMkLst>
        </pc:spChg>
        <pc:spChg chg="mod">
          <ac:chgData name="Yash Jadhav" userId="535c3d6d-72b8-4f77-8155-55f939173cf2" providerId="ADAL" clId="{F33F88E0-3380-47C4-AFDE-F1AC050ADA82}" dt="2026-01-25T16:03:55.176" v="4814" actId="790"/>
          <ac:spMkLst>
            <pc:docMk/>
            <pc:sldMk cId="16417166" sldId="358"/>
            <ac:spMk id="43" creationId="{82272C94-F8B9-8989-5D90-3D607CF75B97}"/>
          </ac:spMkLst>
        </pc:spChg>
        <pc:spChg chg="mod">
          <ac:chgData name="Yash Jadhav" userId="535c3d6d-72b8-4f77-8155-55f939173cf2" providerId="ADAL" clId="{F33F88E0-3380-47C4-AFDE-F1AC050ADA82}" dt="2026-01-25T16:03:55.162" v="4810" actId="790"/>
          <ac:spMkLst>
            <pc:docMk/>
            <pc:sldMk cId="16417166" sldId="358"/>
            <ac:spMk id="45" creationId="{BA3DCD31-846B-1C3E-E587-ADA275F11072}"/>
          </ac:spMkLst>
        </pc:spChg>
        <pc:spChg chg="mod">
          <ac:chgData name="Yash Jadhav" userId="535c3d6d-72b8-4f77-8155-55f939173cf2" providerId="ADAL" clId="{F33F88E0-3380-47C4-AFDE-F1AC050ADA82}" dt="2026-01-25T16:03:55.165" v="4811" actId="790"/>
          <ac:spMkLst>
            <pc:docMk/>
            <pc:sldMk cId="16417166" sldId="358"/>
            <ac:spMk id="46" creationId="{7668DF0A-A412-488E-A56D-F3D8C0952280}"/>
          </ac:spMkLst>
        </pc:spChg>
        <pc:spChg chg="mod">
          <ac:chgData name="Yash Jadhav" userId="535c3d6d-72b8-4f77-8155-55f939173cf2" providerId="ADAL" clId="{F33F88E0-3380-47C4-AFDE-F1AC050ADA82}" dt="2026-01-25T16:03:55.191" v="4819" actId="790"/>
          <ac:spMkLst>
            <pc:docMk/>
            <pc:sldMk cId="16417166" sldId="358"/>
            <ac:spMk id="48" creationId="{10B94FC1-7A68-4B21-B8B8-D448951CB5F2}"/>
          </ac:spMkLst>
        </pc:spChg>
        <pc:spChg chg="mod">
          <ac:chgData name="Yash Jadhav" userId="535c3d6d-72b8-4f77-8155-55f939173cf2" providerId="ADAL" clId="{F33F88E0-3380-47C4-AFDE-F1AC050ADA82}" dt="2026-01-25T16:03:55.193" v="4820" actId="790"/>
          <ac:spMkLst>
            <pc:docMk/>
            <pc:sldMk cId="16417166" sldId="358"/>
            <ac:spMk id="49" creationId="{CBE32250-623A-D0A1-74E6-0147499D9336}"/>
          </ac:spMkLst>
        </pc:spChg>
        <pc:spChg chg="mod">
          <ac:chgData name="Yash Jadhav" userId="535c3d6d-72b8-4f77-8155-55f939173cf2" providerId="ADAL" clId="{F33F88E0-3380-47C4-AFDE-F1AC050ADA82}" dt="2026-01-25T16:03:55.182" v="4816" actId="790"/>
          <ac:spMkLst>
            <pc:docMk/>
            <pc:sldMk cId="16417166" sldId="358"/>
            <ac:spMk id="51" creationId="{ED0C917D-3F26-A3A1-9174-95CCE9281CAA}"/>
          </ac:spMkLst>
        </pc:spChg>
        <pc:spChg chg="mod">
          <ac:chgData name="Yash Jadhav" userId="535c3d6d-72b8-4f77-8155-55f939173cf2" providerId="ADAL" clId="{F33F88E0-3380-47C4-AFDE-F1AC050ADA82}" dt="2026-01-25T16:03:55.186" v="4817" actId="790"/>
          <ac:spMkLst>
            <pc:docMk/>
            <pc:sldMk cId="16417166" sldId="358"/>
            <ac:spMk id="52" creationId="{3E79D11E-618B-F17D-6146-B1ABCA233EA2}"/>
          </ac:spMkLst>
        </pc:spChg>
        <pc:spChg chg="mod">
          <ac:chgData name="Yash Jadhav" userId="535c3d6d-72b8-4f77-8155-55f939173cf2" providerId="ADAL" clId="{F33F88E0-3380-47C4-AFDE-F1AC050ADA82}" dt="2026-01-25T16:03:55.142" v="4802" actId="790"/>
          <ac:spMkLst>
            <pc:docMk/>
            <pc:sldMk cId="16417166" sldId="358"/>
            <ac:spMk id="55" creationId="{241860BC-CCF6-B041-6BA4-30739022C812}"/>
          </ac:spMkLst>
        </pc:spChg>
        <pc:spChg chg="mod">
          <ac:chgData name="Yash Jadhav" userId="535c3d6d-72b8-4f77-8155-55f939173cf2" providerId="ADAL" clId="{F33F88E0-3380-47C4-AFDE-F1AC050ADA82}" dt="2026-01-25T16:03:55.144" v="4803" actId="790"/>
          <ac:spMkLst>
            <pc:docMk/>
            <pc:sldMk cId="16417166" sldId="358"/>
            <ac:spMk id="56" creationId="{8BA52F5B-AD57-ECA1-E65F-727B40A5875E}"/>
          </ac:spMkLst>
        </pc:spChg>
        <pc:spChg chg="mod">
          <ac:chgData name="Yash Jadhav" userId="535c3d6d-72b8-4f77-8155-55f939173cf2" providerId="ADAL" clId="{F33F88E0-3380-47C4-AFDE-F1AC050ADA82}" dt="2026-01-25T16:03:55.146" v="4804" actId="790"/>
          <ac:spMkLst>
            <pc:docMk/>
            <pc:sldMk cId="16417166" sldId="358"/>
            <ac:spMk id="57" creationId="{6672B1F5-FCF1-8570-3A61-9B47B81722B7}"/>
          </ac:spMkLst>
        </pc:spChg>
        <pc:spChg chg="mod">
          <ac:chgData name="Yash Jadhav" userId="535c3d6d-72b8-4f77-8155-55f939173cf2" providerId="ADAL" clId="{F33F88E0-3380-47C4-AFDE-F1AC050ADA82}" dt="2026-01-25T16:03:55.148" v="4805" actId="790"/>
          <ac:spMkLst>
            <pc:docMk/>
            <pc:sldMk cId="16417166" sldId="358"/>
            <ac:spMk id="58" creationId="{E36DC4F0-782D-260F-6C93-98E07421EF44}"/>
          </ac:spMkLst>
        </pc:spChg>
        <pc:spChg chg="mod">
          <ac:chgData name="Yash Jadhav" userId="535c3d6d-72b8-4f77-8155-55f939173cf2" providerId="ADAL" clId="{F33F88E0-3380-47C4-AFDE-F1AC050ADA82}" dt="2026-01-25T16:03:55.150" v="4806" actId="790"/>
          <ac:spMkLst>
            <pc:docMk/>
            <pc:sldMk cId="16417166" sldId="358"/>
            <ac:spMk id="59" creationId="{8B9D3DC9-1D84-DA9A-336F-0BCF508F8BEC}"/>
          </ac:spMkLst>
        </pc:spChg>
        <pc:spChg chg="mod">
          <ac:chgData name="Yash Jadhav" userId="535c3d6d-72b8-4f77-8155-55f939173cf2" providerId="ADAL" clId="{F33F88E0-3380-47C4-AFDE-F1AC050ADA82}" dt="2026-01-25T16:03:55.152" v="4807" actId="790"/>
          <ac:spMkLst>
            <pc:docMk/>
            <pc:sldMk cId="16417166" sldId="358"/>
            <ac:spMk id="60" creationId="{D1D72769-55FF-3B89-154F-1ADF6CAAEEDA}"/>
          </ac:spMkLst>
        </pc:spChg>
        <pc:spChg chg="mod">
          <ac:chgData name="Yash Jadhav" userId="535c3d6d-72b8-4f77-8155-55f939173cf2" providerId="ADAL" clId="{F33F88E0-3380-47C4-AFDE-F1AC050ADA82}" dt="2026-01-25T16:03:55.156" v="4808" actId="790"/>
          <ac:spMkLst>
            <pc:docMk/>
            <pc:sldMk cId="16417166" sldId="358"/>
            <ac:spMk id="66" creationId="{B6002CF4-DD9F-F72D-C6C1-4900AF23F689}"/>
          </ac:spMkLst>
        </pc:spChg>
        <pc:spChg chg="mod">
          <ac:chgData name="Yash Jadhav" userId="535c3d6d-72b8-4f77-8155-55f939173cf2" providerId="ADAL" clId="{F33F88E0-3380-47C4-AFDE-F1AC050ADA82}" dt="2026-01-25T16:03:55.160" v="4809" actId="790"/>
          <ac:spMkLst>
            <pc:docMk/>
            <pc:sldMk cId="16417166" sldId="358"/>
            <ac:spMk id="70" creationId="{2AD03C23-F8D6-C5F8-B901-C5BA09B1CC71}"/>
          </ac:spMkLst>
        </pc:spChg>
        <pc:spChg chg="mod">
          <ac:chgData name="Yash Jadhav" userId="535c3d6d-72b8-4f77-8155-55f939173cf2" providerId="ADAL" clId="{F33F88E0-3380-47C4-AFDE-F1AC050ADA82}" dt="2026-01-25T16:03:55.171" v="4812" actId="790"/>
          <ac:spMkLst>
            <pc:docMk/>
            <pc:sldMk cId="16417166" sldId="358"/>
            <ac:spMk id="75" creationId="{13F35D9F-733B-0D9F-3560-38C13D70A4E7}"/>
          </ac:spMkLst>
        </pc:spChg>
        <pc:spChg chg="mod">
          <ac:chgData name="Yash Jadhav" userId="535c3d6d-72b8-4f77-8155-55f939173cf2" providerId="ADAL" clId="{F33F88E0-3380-47C4-AFDE-F1AC050ADA82}" dt="2026-01-25T16:03:55.180" v="4815" actId="790"/>
          <ac:spMkLst>
            <pc:docMk/>
            <pc:sldMk cId="16417166" sldId="358"/>
            <ac:spMk id="78" creationId="{21310CBB-9450-50A0-1681-0D639112957F}"/>
          </ac:spMkLst>
        </pc:spChg>
        <pc:spChg chg="mod">
          <ac:chgData name="Yash Jadhav" userId="535c3d6d-72b8-4f77-8155-55f939173cf2" providerId="ADAL" clId="{F33F88E0-3380-47C4-AFDE-F1AC050ADA82}" dt="2026-01-25T16:03:55.189" v="4818" actId="790"/>
          <ac:spMkLst>
            <pc:docMk/>
            <pc:sldMk cId="16417166" sldId="358"/>
            <ac:spMk id="81" creationId="{3806AFBF-FDEB-08FC-E004-D1EEFBD15B62}"/>
          </ac:spMkLst>
        </pc:spChg>
        <pc:spChg chg="mod">
          <ac:chgData name="Yash Jadhav" userId="535c3d6d-72b8-4f77-8155-55f939173cf2" providerId="ADAL" clId="{F33F88E0-3380-47C4-AFDE-F1AC050ADA82}" dt="2026-01-25T16:03:55.196" v="4821" actId="790"/>
          <ac:spMkLst>
            <pc:docMk/>
            <pc:sldMk cId="16417166" sldId="358"/>
            <ac:spMk id="84" creationId="{AB18EC54-2035-211D-ECEB-0505EE1B6BA2}"/>
          </ac:spMkLst>
        </pc:spChg>
        <pc:spChg chg="mod">
          <ac:chgData name="Yash Jadhav" userId="535c3d6d-72b8-4f77-8155-55f939173cf2" providerId="ADAL" clId="{F33F88E0-3380-47C4-AFDE-F1AC050ADA82}" dt="2026-01-25T16:03:55.205" v="4824" actId="790"/>
          <ac:spMkLst>
            <pc:docMk/>
            <pc:sldMk cId="16417166" sldId="358"/>
            <ac:spMk id="87" creationId="{120996E8-36C1-A464-E62F-8959D2289B06}"/>
          </ac:spMkLst>
        </pc:spChg>
        <pc:spChg chg="mod">
          <ac:chgData name="Yash Jadhav" userId="535c3d6d-72b8-4f77-8155-55f939173cf2" providerId="ADAL" clId="{F33F88E0-3380-47C4-AFDE-F1AC050ADA82}" dt="2026-01-25T16:03:55.213" v="4827" actId="790"/>
          <ac:spMkLst>
            <pc:docMk/>
            <pc:sldMk cId="16417166" sldId="358"/>
            <ac:spMk id="90" creationId="{9918D45E-264F-F5D7-C2A5-EEA0F9201648}"/>
          </ac:spMkLst>
        </pc:spChg>
        <pc:spChg chg="mod">
          <ac:chgData name="Yash Jadhav" userId="535c3d6d-72b8-4f77-8155-55f939173cf2" providerId="ADAL" clId="{F33F88E0-3380-47C4-AFDE-F1AC050ADA82}" dt="2026-01-25T16:03:55.221" v="4830" actId="790"/>
          <ac:spMkLst>
            <pc:docMk/>
            <pc:sldMk cId="16417166" sldId="358"/>
            <ac:spMk id="93" creationId="{15DA2D13-91F3-780F-AE57-47FC79EA2112}"/>
          </ac:spMkLst>
        </pc:spChg>
        <pc:spChg chg="mod">
          <ac:chgData name="Yash Jadhav" userId="535c3d6d-72b8-4f77-8155-55f939173cf2" providerId="ADAL" clId="{F33F88E0-3380-47C4-AFDE-F1AC050ADA82}" dt="2026-01-25T16:03:55.229" v="4833" actId="790"/>
          <ac:spMkLst>
            <pc:docMk/>
            <pc:sldMk cId="16417166" sldId="358"/>
            <ac:spMk id="96" creationId="{5B7922CD-9FC9-FE14-8D25-FC18309954CB}"/>
          </ac:spMkLst>
        </pc:spChg>
        <pc:spChg chg="mod">
          <ac:chgData name="Yash Jadhav" userId="535c3d6d-72b8-4f77-8155-55f939173cf2" providerId="ADAL" clId="{F33F88E0-3380-47C4-AFDE-F1AC050ADA82}" dt="2026-01-25T16:03:55.238" v="4836" actId="790"/>
          <ac:spMkLst>
            <pc:docMk/>
            <pc:sldMk cId="16417166" sldId="358"/>
            <ac:spMk id="99" creationId="{850FB251-EBA8-DBA8-9D0C-39554D104494}"/>
          </ac:spMkLst>
        </pc:spChg>
        <pc:spChg chg="mod">
          <ac:chgData name="Yash Jadhav" userId="535c3d6d-72b8-4f77-8155-55f939173cf2" providerId="ADAL" clId="{F33F88E0-3380-47C4-AFDE-F1AC050ADA82}" dt="2026-01-25T16:03:55.247" v="4839" actId="790"/>
          <ac:spMkLst>
            <pc:docMk/>
            <pc:sldMk cId="16417166" sldId="358"/>
            <ac:spMk id="102" creationId="{F22D17F2-D2C1-8D60-01BC-8A14BF2A0B65}"/>
          </ac:spMkLst>
        </pc:spChg>
        <pc:spChg chg="mod">
          <ac:chgData name="Yash Jadhav" userId="535c3d6d-72b8-4f77-8155-55f939173cf2" providerId="ADAL" clId="{F33F88E0-3380-47C4-AFDE-F1AC050ADA82}" dt="2026-01-25T16:03:55.249" v="4840" actId="790"/>
          <ac:spMkLst>
            <pc:docMk/>
            <pc:sldMk cId="16417166" sldId="358"/>
            <ac:spMk id="103" creationId="{B0078ED2-B79B-BC82-E88B-CEA7854C2E05}"/>
          </ac:spMkLst>
        </pc:spChg>
        <pc:spChg chg="mod">
          <ac:chgData name="Yash Jadhav" userId="535c3d6d-72b8-4f77-8155-55f939173cf2" providerId="ADAL" clId="{F33F88E0-3380-47C4-AFDE-F1AC050ADA82}" dt="2026-01-25T16:03:55.207" v="4825" actId="790"/>
          <ac:spMkLst>
            <pc:docMk/>
            <pc:sldMk cId="16417166" sldId="358"/>
            <ac:spMk id="118" creationId="{5BEE7DB9-D7E9-2F23-605D-F8E4140B5E71}"/>
          </ac:spMkLst>
        </pc:spChg>
        <pc:spChg chg="mod">
          <ac:chgData name="Yash Jadhav" userId="535c3d6d-72b8-4f77-8155-55f939173cf2" providerId="ADAL" clId="{F33F88E0-3380-47C4-AFDE-F1AC050ADA82}" dt="2026-01-25T16:03:55.209" v="4826" actId="790"/>
          <ac:spMkLst>
            <pc:docMk/>
            <pc:sldMk cId="16417166" sldId="358"/>
            <ac:spMk id="119" creationId="{9E2CBF80-1E8B-072E-4691-7EE0C8E1E379}"/>
          </ac:spMkLst>
        </pc:spChg>
        <pc:spChg chg="mod">
          <ac:chgData name="Yash Jadhav" userId="535c3d6d-72b8-4f77-8155-55f939173cf2" providerId="ADAL" clId="{F33F88E0-3380-47C4-AFDE-F1AC050ADA82}" dt="2026-01-25T16:03:55.199" v="4822" actId="790"/>
          <ac:spMkLst>
            <pc:docMk/>
            <pc:sldMk cId="16417166" sldId="358"/>
            <ac:spMk id="121" creationId="{1C62842A-D8BD-E5AB-C711-57C5D51E6349}"/>
          </ac:spMkLst>
        </pc:spChg>
        <pc:spChg chg="mod">
          <ac:chgData name="Yash Jadhav" userId="535c3d6d-72b8-4f77-8155-55f939173cf2" providerId="ADAL" clId="{F33F88E0-3380-47C4-AFDE-F1AC050ADA82}" dt="2026-01-25T16:03:55.202" v="4823" actId="790"/>
          <ac:spMkLst>
            <pc:docMk/>
            <pc:sldMk cId="16417166" sldId="358"/>
            <ac:spMk id="122" creationId="{7021BFDB-B7EE-2540-12B8-795F10E4936A}"/>
          </ac:spMkLst>
        </pc:spChg>
        <pc:spChg chg="mod">
          <ac:chgData name="Yash Jadhav" userId="535c3d6d-72b8-4f77-8155-55f939173cf2" providerId="ADAL" clId="{F33F88E0-3380-47C4-AFDE-F1AC050ADA82}" dt="2026-01-25T16:03:55.223" v="4831" actId="790"/>
          <ac:spMkLst>
            <pc:docMk/>
            <pc:sldMk cId="16417166" sldId="358"/>
            <ac:spMk id="124" creationId="{5569A438-4465-A7E9-1D1A-1730FC1BEA18}"/>
          </ac:spMkLst>
        </pc:spChg>
        <pc:spChg chg="mod">
          <ac:chgData name="Yash Jadhav" userId="535c3d6d-72b8-4f77-8155-55f939173cf2" providerId="ADAL" clId="{F33F88E0-3380-47C4-AFDE-F1AC050ADA82}" dt="2026-01-25T16:03:55.226" v="4832" actId="790"/>
          <ac:spMkLst>
            <pc:docMk/>
            <pc:sldMk cId="16417166" sldId="358"/>
            <ac:spMk id="125" creationId="{7CD815BB-091D-EA7C-D65C-FD4C4A2B677F}"/>
          </ac:spMkLst>
        </pc:spChg>
        <pc:spChg chg="mod">
          <ac:chgData name="Yash Jadhav" userId="535c3d6d-72b8-4f77-8155-55f939173cf2" providerId="ADAL" clId="{F33F88E0-3380-47C4-AFDE-F1AC050ADA82}" dt="2026-01-25T16:03:55.215" v="4828" actId="790"/>
          <ac:spMkLst>
            <pc:docMk/>
            <pc:sldMk cId="16417166" sldId="358"/>
            <ac:spMk id="127" creationId="{59B31FB9-3CCE-B00B-CE70-883AF78C8B7F}"/>
          </ac:spMkLst>
        </pc:spChg>
        <pc:spChg chg="mod">
          <ac:chgData name="Yash Jadhav" userId="535c3d6d-72b8-4f77-8155-55f939173cf2" providerId="ADAL" clId="{F33F88E0-3380-47C4-AFDE-F1AC050ADA82}" dt="2026-01-25T16:03:55.218" v="4829" actId="790"/>
          <ac:spMkLst>
            <pc:docMk/>
            <pc:sldMk cId="16417166" sldId="358"/>
            <ac:spMk id="128" creationId="{6FC64436-4972-64E9-B6B9-1EDF52DCCD8D}"/>
          </ac:spMkLst>
        </pc:spChg>
        <pc:spChg chg="mod">
          <ac:chgData name="Yash Jadhav" userId="535c3d6d-72b8-4f77-8155-55f939173cf2" providerId="ADAL" clId="{F33F88E0-3380-47C4-AFDE-F1AC050ADA82}" dt="2026-01-25T16:03:55.240" v="4837" actId="790"/>
          <ac:spMkLst>
            <pc:docMk/>
            <pc:sldMk cId="16417166" sldId="358"/>
            <ac:spMk id="130" creationId="{3A8EBA85-0C68-9AF6-530B-7C97B83BE243}"/>
          </ac:spMkLst>
        </pc:spChg>
        <pc:spChg chg="mod">
          <ac:chgData name="Yash Jadhav" userId="535c3d6d-72b8-4f77-8155-55f939173cf2" providerId="ADAL" clId="{F33F88E0-3380-47C4-AFDE-F1AC050ADA82}" dt="2026-01-25T16:03:55.242" v="4838" actId="790"/>
          <ac:spMkLst>
            <pc:docMk/>
            <pc:sldMk cId="16417166" sldId="358"/>
            <ac:spMk id="131" creationId="{9A3B4983-6B4D-0506-F6B8-AEBE73CF5CDA}"/>
          </ac:spMkLst>
        </pc:spChg>
        <pc:spChg chg="mod">
          <ac:chgData name="Yash Jadhav" userId="535c3d6d-72b8-4f77-8155-55f939173cf2" providerId="ADAL" clId="{F33F88E0-3380-47C4-AFDE-F1AC050ADA82}" dt="2026-01-25T16:03:55.231" v="4834" actId="790"/>
          <ac:spMkLst>
            <pc:docMk/>
            <pc:sldMk cId="16417166" sldId="358"/>
            <ac:spMk id="133" creationId="{1908C523-F95D-8C2C-D53D-857520FF90A6}"/>
          </ac:spMkLst>
        </pc:spChg>
        <pc:spChg chg="mod">
          <ac:chgData name="Yash Jadhav" userId="535c3d6d-72b8-4f77-8155-55f939173cf2" providerId="ADAL" clId="{F33F88E0-3380-47C4-AFDE-F1AC050ADA82}" dt="2026-01-25T16:03:55.234" v="4835" actId="790"/>
          <ac:spMkLst>
            <pc:docMk/>
            <pc:sldMk cId="16417166" sldId="358"/>
            <ac:spMk id="134" creationId="{E7C0BA11-F4CF-8300-655B-4FB3B7E44777}"/>
          </ac:spMkLst>
        </pc:spChg>
        <pc:spChg chg="mod">
          <ac:chgData name="Yash Jadhav" userId="535c3d6d-72b8-4f77-8155-55f939173cf2" providerId="ADAL" clId="{F33F88E0-3380-47C4-AFDE-F1AC050ADA82}" dt="2026-01-25T16:03:55.272" v="4850" actId="790"/>
          <ac:spMkLst>
            <pc:docMk/>
            <pc:sldMk cId="16417166" sldId="358"/>
            <ac:spMk id="155" creationId="{98E07D13-B919-99F7-91A1-FA8C1BC11BE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38128771" sldId="359"/>
        </pc:sldMkLst>
        <pc:spChg chg="mod ord">
          <ac:chgData name="Yash Jadhav" userId="535c3d6d-72b8-4f77-8155-55f939173cf2" providerId="ADAL" clId="{F33F88E0-3380-47C4-AFDE-F1AC050ADA82}" dt="2026-01-25T16:06:14.662" v="8413" actId="6264"/>
          <ac:spMkLst>
            <pc:docMk/>
            <pc:sldMk cId="2238128771" sldId="359"/>
            <ac:spMk id="2" creationId="{524837EB-8D39-9865-F852-FE13B648A997}"/>
          </ac:spMkLst>
        </pc:spChg>
        <pc:spChg chg="mod">
          <ac:chgData name="Yash Jadhav" userId="535c3d6d-72b8-4f77-8155-55f939173cf2" providerId="ADAL" clId="{F33F88E0-3380-47C4-AFDE-F1AC050ADA82}" dt="2026-01-25T16:03:56.728" v="4856" actId="790"/>
          <ac:spMkLst>
            <pc:docMk/>
            <pc:sldMk cId="2238128771" sldId="359"/>
            <ac:spMk id="4" creationId="{9AEBE0A8-BDDE-00F5-52E1-9F4055D4603B}"/>
          </ac:spMkLst>
        </pc:spChg>
        <pc:spChg chg="mod">
          <ac:chgData name="Yash Jadhav" userId="535c3d6d-72b8-4f77-8155-55f939173cf2" providerId="ADAL" clId="{F33F88E0-3380-47C4-AFDE-F1AC050ADA82}" dt="2026-01-25T16:03:56.731" v="4857" actId="790"/>
          <ac:spMkLst>
            <pc:docMk/>
            <pc:sldMk cId="2238128771" sldId="359"/>
            <ac:spMk id="5" creationId="{ACBE0969-D301-788C-79EA-2616FF7A9B91}"/>
          </ac:spMkLst>
        </pc:spChg>
        <pc:spChg chg="mod">
          <ac:chgData name="Yash Jadhav" userId="535c3d6d-72b8-4f77-8155-55f939173cf2" providerId="ADAL" clId="{F33F88E0-3380-47C4-AFDE-F1AC050ADA82}" dt="2026-01-25T16:03:56.733" v="4858" actId="790"/>
          <ac:spMkLst>
            <pc:docMk/>
            <pc:sldMk cId="2238128771" sldId="359"/>
            <ac:spMk id="6" creationId="{B19FBCBA-91FD-5AFF-E4D5-E146098D61CC}"/>
          </ac:spMkLst>
        </pc:spChg>
        <pc:spChg chg="mod">
          <ac:chgData name="Yash Jadhav" userId="535c3d6d-72b8-4f77-8155-55f939173cf2" providerId="ADAL" clId="{F33F88E0-3380-47C4-AFDE-F1AC050ADA82}" dt="2026-01-25T16:03:56.736" v="4859" actId="790"/>
          <ac:spMkLst>
            <pc:docMk/>
            <pc:sldMk cId="2238128771" sldId="359"/>
            <ac:spMk id="11" creationId="{26160FC4-CAF1-C813-6F7B-1FD7C849B7DD}"/>
          </ac:spMkLst>
        </pc:spChg>
        <pc:spChg chg="mod">
          <ac:chgData name="Yash Jadhav" userId="535c3d6d-72b8-4f77-8155-55f939173cf2" providerId="ADAL" clId="{F33F88E0-3380-47C4-AFDE-F1AC050ADA82}" dt="2026-01-25T16:03:56.738" v="4860" actId="790"/>
          <ac:spMkLst>
            <pc:docMk/>
            <pc:sldMk cId="2238128771" sldId="359"/>
            <ac:spMk id="12" creationId="{AD28908E-58BE-4267-C2FF-AAEE5ABCDAEA}"/>
          </ac:spMkLst>
        </pc:spChg>
        <pc:spChg chg="mod">
          <ac:chgData name="Yash Jadhav" userId="535c3d6d-72b8-4f77-8155-55f939173cf2" providerId="ADAL" clId="{F33F88E0-3380-47C4-AFDE-F1AC050ADA82}" dt="2026-01-25T16:03:56.740" v="4861" actId="790"/>
          <ac:spMkLst>
            <pc:docMk/>
            <pc:sldMk cId="2238128771" sldId="359"/>
            <ac:spMk id="14" creationId="{5776BF22-251F-1E08-D22A-073DE23BB43B}"/>
          </ac:spMkLst>
        </pc:spChg>
        <pc:spChg chg="mod">
          <ac:chgData name="Yash Jadhav" userId="535c3d6d-72b8-4f77-8155-55f939173cf2" providerId="ADAL" clId="{F33F88E0-3380-47C4-AFDE-F1AC050ADA82}" dt="2026-01-25T16:03:56.742" v="4862" actId="790"/>
          <ac:spMkLst>
            <pc:docMk/>
            <pc:sldMk cId="2238128771" sldId="359"/>
            <ac:spMk id="15" creationId="{64A10E02-9083-51DA-B646-00E4D8F30FAD}"/>
          </ac:spMkLst>
        </pc:spChg>
        <pc:spChg chg="mod">
          <ac:chgData name="Yash Jadhav" userId="535c3d6d-72b8-4f77-8155-55f939173cf2" providerId="ADAL" clId="{F33F88E0-3380-47C4-AFDE-F1AC050ADA82}" dt="2026-01-25T16:03:56.744" v="4863" actId="790"/>
          <ac:spMkLst>
            <pc:docMk/>
            <pc:sldMk cId="2238128771" sldId="359"/>
            <ac:spMk id="17" creationId="{731BB79F-110E-8A49-0DEC-2FBEC1EE4D08}"/>
          </ac:spMkLst>
        </pc:spChg>
        <pc:spChg chg="mod">
          <ac:chgData name="Yash Jadhav" userId="535c3d6d-72b8-4f77-8155-55f939173cf2" providerId="ADAL" clId="{F33F88E0-3380-47C4-AFDE-F1AC050ADA82}" dt="2026-01-25T16:03:56.745" v="4864" actId="790"/>
          <ac:spMkLst>
            <pc:docMk/>
            <pc:sldMk cId="2238128771" sldId="359"/>
            <ac:spMk id="18" creationId="{2EBA457A-5A9A-E907-D2F6-22297344B96C}"/>
          </ac:spMkLst>
        </pc:spChg>
        <pc:spChg chg="mod">
          <ac:chgData name="Yash Jadhav" userId="535c3d6d-72b8-4f77-8155-55f939173cf2" providerId="ADAL" clId="{F33F88E0-3380-47C4-AFDE-F1AC050ADA82}" dt="2026-01-25T16:03:56.747" v="4865" actId="790"/>
          <ac:spMkLst>
            <pc:docMk/>
            <pc:sldMk cId="2238128771" sldId="359"/>
            <ac:spMk id="20" creationId="{6AC47D77-9421-8625-B553-759229D6746B}"/>
          </ac:spMkLst>
        </pc:spChg>
        <pc:spChg chg="mod">
          <ac:chgData name="Yash Jadhav" userId="535c3d6d-72b8-4f77-8155-55f939173cf2" providerId="ADAL" clId="{F33F88E0-3380-47C4-AFDE-F1AC050ADA82}" dt="2026-01-25T16:03:56.749" v="4866" actId="790"/>
          <ac:spMkLst>
            <pc:docMk/>
            <pc:sldMk cId="2238128771" sldId="359"/>
            <ac:spMk id="21" creationId="{AC148290-957D-7401-B858-E28854F12123}"/>
          </ac:spMkLst>
        </pc:spChg>
        <pc:spChg chg="mod">
          <ac:chgData name="Yash Jadhav" userId="535c3d6d-72b8-4f77-8155-55f939173cf2" providerId="ADAL" clId="{F33F88E0-3380-47C4-AFDE-F1AC050ADA82}" dt="2026-01-25T16:03:56.754" v="4867" actId="790"/>
          <ac:spMkLst>
            <pc:docMk/>
            <pc:sldMk cId="2238128771" sldId="359"/>
            <ac:spMk id="22" creationId="{AA3F7B56-67F3-8C6B-1F05-4760712A4CFD}"/>
          </ac:spMkLst>
        </pc:spChg>
        <pc:spChg chg="mod">
          <ac:chgData name="Yash Jadhav" userId="535c3d6d-72b8-4f77-8155-55f939173cf2" providerId="ADAL" clId="{F33F88E0-3380-47C4-AFDE-F1AC050ADA82}" dt="2026-01-25T16:03:56.759" v="4868" actId="790"/>
          <ac:spMkLst>
            <pc:docMk/>
            <pc:sldMk cId="2238128771" sldId="359"/>
            <ac:spMk id="23" creationId="{941A10E1-E404-84EB-5F91-61E0EBA8DD71}"/>
          </ac:spMkLst>
        </pc:spChg>
        <pc:spChg chg="mod">
          <ac:chgData name="Yash Jadhav" userId="535c3d6d-72b8-4f77-8155-55f939173cf2" providerId="ADAL" clId="{F33F88E0-3380-47C4-AFDE-F1AC050ADA82}" dt="2026-01-25T16:03:56.764" v="4869" actId="790"/>
          <ac:spMkLst>
            <pc:docMk/>
            <pc:sldMk cId="2238128771" sldId="359"/>
            <ac:spMk id="24" creationId="{461552EA-9004-DF49-F8D7-B9D3D084DA46}"/>
          </ac:spMkLst>
        </pc:spChg>
        <pc:spChg chg="mod">
          <ac:chgData name="Yash Jadhav" userId="535c3d6d-72b8-4f77-8155-55f939173cf2" providerId="ADAL" clId="{F33F88E0-3380-47C4-AFDE-F1AC050ADA82}" dt="2026-01-25T16:03:56.769" v="4870" actId="790"/>
          <ac:spMkLst>
            <pc:docMk/>
            <pc:sldMk cId="2238128771" sldId="359"/>
            <ac:spMk id="25" creationId="{70C23443-7064-1CF4-347C-6F900F78ECA2}"/>
          </ac:spMkLst>
        </pc:spChg>
        <pc:spChg chg="add del mod">
          <ac:chgData name="Yash Jadhav" userId="535c3d6d-72b8-4f77-8155-55f939173cf2" providerId="ADAL" clId="{F33F88E0-3380-47C4-AFDE-F1AC050ADA82}" dt="2026-01-25T16:06:14.662" v="8413" actId="6264"/>
          <ac:spMkLst>
            <pc:docMk/>
            <pc:sldMk cId="2238128771" sldId="359"/>
            <ac:spMk id="26" creationId="{31818006-12DF-4369-42A9-4DAC1FDCDA6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93253893" sldId="360"/>
        </pc:sldMkLst>
        <pc:spChg chg="mod ord">
          <ac:chgData name="Yash Jadhav" userId="535c3d6d-72b8-4f77-8155-55f939173cf2" providerId="ADAL" clId="{F33F88E0-3380-47C4-AFDE-F1AC050ADA82}" dt="2026-01-25T16:06:14.662" v="8413" actId="6264"/>
          <ac:spMkLst>
            <pc:docMk/>
            <pc:sldMk cId="2093253893" sldId="360"/>
            <ac:spMk id="2" creationId="{EE0945EC-7C5C-21A9-EECE-4AC4F7D77870}"/>
          </ac:spMkLst>
        </pc:spChg>
        <pc:spChg chg="mod">
          <ac:chgData name="Yash Jadhav" userId="535c3d6d-72b8-4f77-8155-55f939173cf2" providerId="ADAL" clId="{F33F88E0-3380-47C4-AFDE-F1AC050ADA82}" dt="2026-01-25T16:03:57.493" v="4893" actId="790"/>
          <ac:spMkLst>
            <pc:docMk/>
            <pc:sldMk cId="2093253893" sldId="360"/>
            <ac:spMk id="3" creationId="{75C07FBD-E800-392B-8777-47395E043CFF}"/>
          </ac:spMkLst>
        </pc:spChg>
        <pc:spChg chg="mod">
          <ac:chgData name="Yash Jadhav" userId="535c3d6d-72b8-4f77-8155-55f939173cf2" providerId="ADAL" clId="{F33F88E0-3380-47C4-AFDE-F1AC050ADA82}" dt="2026-01-25T16:03:57.480" v="4889" actId="790"/>
          <ac:spMkLst>
            <pc:docMk/>
            <pc:sldMk cId="2093253893" sldId="360"/>
            <ac:spMk id="4" creationId="{2A5B46D5-6450-41C5-F68B-C11293931063}"/>
          </ac:spMkLst>
        </pc:spChg>
        <pc:spChg chg="mod">
          <ac:chgData name="Yash Jadhav" userId="535c3d6d-72b8-4f77-8155-55f939173cf2" providerId="ADAL" clId="{F33F88E0-3380-47C4-AFDE-F1AC050ADA82}" dt="2026-01-25T16:03:57.482" v="4890" actId="790"/>
          <ac:spMkLst>
            <pc:docMk/>
            <pc:sldMk cId="2093253893" sldId="360"/>
            <ac:spMk id="5" creationId="{F692FD43-1A61-DDF9-4265-C6673063F153}"/>
          </ac:spMkLst>
        </pc:spChg>
        <pc:spChg chg="mod">
          <ac:chgData name="Yash Jadhav" userId="535c3d6d-72b8-4f77-8155-55f939173cf2" providerId="ADAL" clId="{F33F88E0-3380-47C4-AFDE-F1AC050ADA82}" dt="2026-01-25T16:03:57.485" v="4891" actId="790"/>
          <ac:spMkLst>
            <pc:docMk/>
            <pc:sldMk cId="2093253893" sldId="360"/>
            <ac:spMk id="7" creationId="{402D1E27-145A-BCA3-B85A-205502225134}"/>
          </ac:spMkLst>
        </pc:spChg>
        <pc:spChg chg="mod">
          <ac:chgData name="Yash Jadhav" userId="535c3d6d-72b8-4f77-8155-55f939173cf2" providerId="ADAL" clId="{F33F88E0-3380-47C4-AFDE-F1AC050ADA82}" dt="2026-01-25T16:03:57.489" v="4892" actId="790"/>
          <ac:spMkLst>
            <pc:docMk/>
            <pc:sldMk cId="2093253893" sldId="360"/>
            <ac:spMk id="8" creationId="{9E8E81E6-3AE0-59DE-61DD-89B78D15EB20}"/>
          </ac:spMkLst>
        </pc:spChg>
        <pc:spChg chg="mod">
          <ac:chgData name="Yash Jadhav" userId="535c3d6d-72b8-4f77-8155-55f939173cf2" providerId="ADAL" clId="{F33F88E0-3380-47C4-AFDE-F1AC050ADA82}" dt="2026-01-25T16:03:57.521" v="4895" actId="790"/>
          <ac:spMkLst>
            <pc:docMk/>
            <pc:sldMk cId="2093253893" sldId="360"/>
            <ac:spMk id="9" creationId="{90BF36D1-CC27-925D-2BB8-4270FB1C3390}"/>
          </ac:spMkLst>
        </pc:spChg>
        <pc:spChg chg="mod">
          <ac:chgData name="Yash Jadhav" userId="535c3d6d-72b8-4f77-8155-55f939173cf2" providerId="ADAL" clId="{F33F88E0-3380-47C4-AFDE-F1AC050ADA82}" dt="2026-01-25T16:03:57.588" v="4922"/>
          <ac:spMkLst>
            <pc:docMk/>
            <pc:sldMk cId="2093253893" sldId="360"/>
            <ac:spMk id="10" creationId="{6718AA51-D525-6360-481E-83E0129C9910}"/>
          </ac:spMkLst>
        </pc:spChg>
        <pc:spChg chg="add del mod">
          <ac:chgData name="Yash Jadhav" userId="535c3d6d-72b8-4f77-8155-55f939173cf2" providerId="ADAL" clId="{F33F88E0-3380-47C4-AFDE-F1AC050ADA82}" dt="2026-01-25T16:06:14.662" v="8413" actId="6264"/>
          <ac:spMkLst>
            <pc:docMk/>
            <pc:sldMk cId="2093253893" sldId="360"/>
            <ac:spMk id="12" creationId="{B1BB209E-6537-8443-608C-064DF89DC90D}"/>
          </ac:spMkLst>
        </pc:spChg>
        <pc:spChg chg="mod">
          <ac:chgData name="Yash Jadhav" userId="535c3d6d-72b8-4f77-8155-55f939173cf2" providerId="ADAL" clId="{F33F88E0-3380-47C4-AFDE-F1AC050ADA82}" dt="2026-01-25T16:03:57.450" v="4876" actId="790"/>
          <ac:spMkLst>
            <pc:docMk/>
            <pc:sldMk cId="2093253893" sldId="360"/>
            <ac:spMk id="13" creationId="{449BDA2A-B73F-D9A9-0B11-E2FC3B5E0826}"/>
          </ac:spMkLst>
        </pc:spChg>
        <pc:spChg chg="mod">
          <ac:chgData name="Yash Jadhav" userId="535c3d6d-72b8-4f77-8155-55f939173cf2" providerId="ADAL" clId="{F33F88E0-3380-47C4-AFDE-F1AC050ADA82}" dt="2026-01-25T16:03:57.453" v="4877" actId="790"/>
          <ac:spMkLst>
            <pc:docMk/>
            <pc:sldMk cId="2093253893" sldId="360"/>
            <ac:spMk id="15" creationId="{2B3E7B43-E634-B9D9-F8F9-B2D60B998D1B}"/>
          </ac:spMkLst>
        </pc:spChg>
        <pc:spChg chg="mod">
          <ac:chgData name="Yash Jadhav" userId="535c3d6d-72b8-4f77-8155-55f939173cf2" providerId="ADAL" clId="{F33F88E0-3380-47C4-AFDE-F1AC050ADA82}" dt="2026-01-25T16:03:57.456" v="4878" actId="790"/>
          <ac:spMkLst>
            <pc:docMk/>
            <pc:sldMk cId="2093253893" sldId="360"/>
            <ac:spMk id="16" creationId="{292EC00B-A2DB-2149-C098-3325E9C189DF}"/>
          </ac:spMkLst>
        </pc:spChg>
        <pc:spChg chg="mod">
          <ac:chgData name="Yash Jadhav" userId="535c3d6d-72b8-4f77-8155-55f939173cf2" providerId="ADAL" clId="{F33F88E0-3380-47C4-AFDE-F1AC050ADA82}" dt="2026-01-25T16:03:57.458" v="4879" actId="790"/>
          <ac:spMkLst>
            <pc:docMk/>
            <pc:sldMk cId="2093253893" sldId="360"/>
            <ac:spMk id="17" creationId="{55BF4EF3-0CF0-9C5F-3637-86A527A67A65}"/>
          </ac:spMkLst>
        </pc:spChg>
        <pc:spChg chg="mod">
          <ac:chgData name="Yash Jadhav" userId="535c3d6d-72b8-4f77-8155-55f939173cf2" providerId="ADAL" clId="{F33F88E0-3380-47C4-AFDE-F1AC050ADA82}" dt="2026-01-25T16:03:57.461" v="4880" actId="790"/>
          <ac:spMkLst>
            <pc:docMk/>
            <pc:sldMk cId="2093253893" sldId="360"/>
            <ac:spMk id="18" creationId="{8D57EC8C-7D44-B928-1F54-756A3BB50FF2}"/>
          </ac:spMkLst>
        </pc:spChg>
        <pc:spChg chg="mod">
          <ac:chgData name="Yash Jadhav" userId="535c3d6d-72b8-4f77-8155-55f939173cf2" providerId="ADAL" clId="{F33F88E0-3380-47C4-AFDE-F1AC050ADA82}" dt="2026-01-25T16:03:57.463" v="4881" actId="790"/>
          <ac:spMkLst>
            <pc:docMk/>
            <pc:sldMk cId="2093253893" sldId="360"/>
            <ac:spMk id="19" creationId="{1718A087-467C-A62B-97F2-D9D62BE0CAF8}"/>
          </ac:spMkLst>
        </pc:spChg>
        <pc:spChg chg="mod">
          <ac:chgData name="Yash Jadhav" userId="535c3d6d-72b8-4f77-8155-55f939173cf2" providerId="ADAL" clId="{F33F88E0-3380-47C4-AFDE-F1AC050ADA82}" dt="2026-01-25T16:03:57.465" v="4882" actId="790"/>
          <ac:spMkLst>
            <pc:docMk/>
            <pc:sldMk cId="2093253893" sldId="360"/>
            <ac:spMk id="20" creationId="{24CDDABC-C704-07F8-D56D-877938DF7AE4}"/>
          </ac:spMkLst>
        </pc:spChg>
        <pc:spChg chg="mod">
          <ac:chgData name="Yash Jadhav" userId="535c3d6d-72b8-4f77-8155-55f939173cf2" providerId="ADAL" clId="{F33F88E0-3380-47C4-AFDE-F1AC050ADA82}" dt="2026-01-25T16:03:57.467" v="4883" actId="790"/>
          <ac:spMkLst>
            <pc:docMk/>
            <pc:sldMk cId="2093253893" sldId="360"/>
            <ac:spMk id="23" creationId="{F3F22F6C-1F11-41D0-E2E7-E047FEE323F1}"/>
          </ac:spMkLst>
        </pc:spChg>
        <pc:spChg chg="mod">
          <ac:chgData name="Yash Jadhav" userId="535c3d6d-72b8-4f77-8155-55f939173cf2" providerId="ADAL" clId="{F33F88E0-3380-47C4-AFDE-F1AC050ADA82}" dt="2026-01-25T16:03:57.469" v="4884" actId="790"/>
          <ac:spMkLst>
            <pc:docMk/>
            <pc:sldMk cId="2093253893" sldId="360"/>
            <ac:spMk id="24" creationId="{F67B99A8-5A79-F364-0318-563AD22BC177}"/>
          </ac:spMkLst>
        </pc:spChg>
        <pc:spChg chg="mod">
          <ac:chgData name="Yash Jadhav" userId="535c3d6d-72b8-4f77-8155-55f939173cf2" providerId="ADAL" clId="{F33F88E0-3380-47C4-AFDE-F1AC050ADA82}" dt="2026-01-25T16:03:57.472" v="4885" actId="790"/>
          <ac:spMkLst>
            <pc:docMk/>
            <pc:sldMk cId="2093253893" sldId="360"/>
            <ac:spMk id="25" creationId="{FB123453-3790-0B8A-C9E5-D7BF8617A42F}"/>
          </ac:spMkLst>
        </pc:spChg>
        <pc:spChg chg="mod">
          <ac:chgData name="Yash Jadhav" userId="535c3d6d-72b8-4f77-8155-55f939173cf2" providerId="ADAL" clId="{F33F88E0-3380-47C4-AFDE-F1AC050ADA82}" dt="2026-01-25T16:03:57.475" v="4886" actId="790"/>
          <ac:spMkLst>
            <pc:docMk/>
            <pc:sldMk cId="2093253893" sldId="360"/>
            <ac:spMk id="26" creationId="{35D5E4DC-E9FA-9FA9-4BB0-4C35BAFE27D7}"/>
          </ac:spMkLst>
        </pc:spChg>
        <pc:spChg chg="mod">
          <ac:chgData name="Yash Jadhav" userId="535c3d6d-72b8-4f77-8155-55f939173cf2" providerId="ADAL" clId="{F33F88E0-3380-47C4-AFDE-F1AC050ADA82}" dt="2026-01-25T16:03:57.477" v="4887" actId="790"/>
          <ac:spMkLst>
            <pc:docMk/>
            <pc:sldMk cId="2093253893" sldId="360"/>
            <ac:spMk id="27" creationId="{5499C13C-6166-CB32-BABB-E7D64F7F3338}"/>
          </ac:spMkLst>
        </pc:spChg>
        <pc:spChg chg="mod">
          <ac:chgData name="Yash Jadhav" userId="535c3d6d-72b8-4f77-8155-55f939173cf2" providerId="ADAL" clId="{F33F88E0-3380-47C4-AFDE-F1AC050ADA82}" dt="2026-01-25T16:03:57.479" v="4888" actId="790"/>
          <ac:spMkLst>
            <pc:docMk/>
            <pc:sldMk cId="2093253893" sldId="360"/>
            <ac:spMk id="28" creationId="{8A819B55-90D4-56CB-EB64-5EE0A01C8A2D}"/>
          </ac:spMkLst>
        </pc:spChg>
        <pc:spChg chg="mod">
          <ac:chgData name="Yash Jadhav" userId="535c3d6d-72b8-4f77-8155-55f939173cf2" providerId="ADAL" clId="{F33F88E0-3380-47C4-AFDE-F1AC050ADA82}" dt="2026-01-25T16:03:57.589" v="4923"/>
          <ac:spMkLst>
            <pc:docMk/>
            <pc:sldMk cId="2093253893" sldId="360"/>
            <ac:spMk id="29" creationId="{86E36E7C-1A3C-BA20-B8E1-513810ACA805}"/>
          </ac:spMkLst>
        </pc:spChg>
        <pc:spChg chg="mod">
          <ac:chgData name="Yash Jadhav" userId="535c3d6d-72b8-4f77-8155-55f939173cf2" providerId="ADAL" clId="{F33F88E0-3380-47C4-AFDE-F1AC050ADA82}" dt="2026-01-25T16:03:57.590" v="4924"/>
          <ac:spMkLst>
            <pc:docMk/>
            <pc:sldMk cId="2093253893" sldId="360"/>
            <ac:spMk id="30" creationId="{0C612219-CC36-F5DC-2F50-BA7CCC0D7DFA}"/>
          </ac:spMkLst>
        </pc:spChg>
        <pc:spChg chg="mod">
          <ac:chgData name="Yash Jadhav" userId="535c3d6d-72b8-4f77-8155-55f939173cf2" providerId="ADAL" clId="{F33F88E0-3380-47C4-AFDE-F1AC050ADA82}" dt="2026-01-25T16:03:57.519" v="4894" actId="790"/>
          <ac:spMkLst>
            <pc:docMk/>
            <pc:sldMk cId="2093253893" sldId="360"/>
            <ac:spMk id="31" creationId="{B8F6B0A6-3201-03BF-521B-6F8D17E3C033}"/>
          </ac:spMkLst>
        </pc:spChg>
        <pc:spChg chg="mod">
          <ac:chgData name="Yash Jadhav" userId="535c3d6d-72b8-4f77-8155-55f939173cf2" providerId="ADAL" clId="{F33F88E0-3380-47C4-AFDE-F1AC050ADA82}" dt="2026-01-25T16:03:57.591" v="4925"/>
          <ac:spMkLst>
            <pc:docMk/>
            <pc:sldMk cId="2093253893" sldId="360"/>
            <ac:spMk id="53" creationId="{B0294679-272F-F36A-7605-898877E0ACCC}"/>
          </ac:spMkLst>
        </pc:spChg>
        <pc:spChg chg="mod">
          <ac:chgData name="Yash Jadhav" userId="535c3d6d-72b8-4f77-8155-55f939173cf2" providerId="ADAL" clId="{F33F88E0-3380-47C4-AFDE-F1AC050ADA82}" dt="2026-01-25T16:03:57.592" v="4926"/>
          <ac:spMkLst>
            <pc:docMk/>
            <pc:sldMk cId="2093253893" sldId="360"/>
            <ac:spMk id="54" creationId="{DB4E348A-5BDF-2AD2-16FF-E587FDFF93F8}"/>
          </ac:spMkLst>
        </pc:spChg>
        <pc:spChg chg="mod">
          <ac:chgData name="Yash Jadhav" userId="535c3d6d-72b8-4f77-8155-55f939173cf2" providerId="ADAL" clId="{F33F88E0-3380-47C4-AFDE-F1AC050ADA82}" dt="2026-01-25T16:03:57.592" v="4927"/>
          <ac:spMkLst>
            <pc:docMk/>
            <pc:sldMk cId="2093253893" sldId="360"/>
            <ac:spMk id="55" creationId="{EBA36083-B97D-C5C0-B9A3-4AF6BA11ABD3}"/>
          </ac:spMkLst>
        </pc:spChg>
        <pc:spChg chg="mod">
          <ac:chgData name="Yash Jadhav" userId="535c3d6d-72b8-4f77-8155-55f939173cf2" providerId="ADAL" clId="{F33F88E0-3380-47C4-AFDE-F1AC050ADA82}" dt="2026-01-25T16:03:57.593" v="4928"/>
          <ac:spMkLst>
            <pc:docMk/>
            <pc:sldMk cId="2093253893" sldId="360"/>
            <ac:spMk id="56" creationId="{CC2B7967-3A12-775F-1B28-4BA12EC875FA}"/>
          </ac:spMkLst>
        </pc:spChg>
        <pc:spChg chg="mod">
          <ac:chgData name="Yash Jadhav" userId="535c3d6d-72b8-4f77-8155-55f939173cf2" providerId="ADAL" clId="{F33F88E0-3380-47C4-AFDE-F1AC050ADA82}" dt="2026-01-25T16:03:57.594" v="4929"/>
          <ac:spMkLst>
            <pc:docMk/>
            <pc:sldMk cId="2093253893" sldId="360"/>
            <ac:spMk id="57" creationId="{AD349231-DDB5-FD6D-3256-7C3E65C3AA5E}"/>
          </ac:spMkLst>
        </pc:spChg>
        <pc:spChg chg="mod">
          <ac:chgData name="Yash Jadhav" userId="535c3d6d-72b8-4f77-8155-55f939173cf2" providerId="ADAL" clId="{F33F88E0-3380-47C4-AFDE-F1AC050ADA82}" dt="2026-01-25T16:03:57.595" v="4930"/>
          <ac:spMkLst>
            <pc:docMk/>
            <pc:sldMk cId="2093253893" sldId="360"/>
            <ac:spMk id="58" creationId="{E65045E4-12F7-97B1-3DAF-5B6C1726ECE5}"/>
          </ac:spMkLst>
        </pc:spChg>
        <pc:spChg chg="mod">
          <ac:chgData name="Yash Jadhav" userId="535c3d6d-72b8-4f77-8155-55f939173cf2" providerId="ADAL" clId="{F33F88E0-3380-47C4-AFDE-F1AC050ADA82}" dt="2026-01-25T16:03:57.596" v="4931"/>
          <ac:spMkLst>
            <pc:docMk/>
            <pc:sldMk cId="2093253893" sldId="360"/>
            <ac:spMk id="60" creationId="{BCA0F234-4C02-9AA4-33A7-B5AEF3A1AB2F}"/>
          </ac:spMkLst>
        </pc:spChg>
        <pc:spChg chg="mod">
          <ac:chgData name="Yash Jadhav" userId="535c3d6d-72b8-4f77-8155-55f939173cf2" providerId="ADAL" clId="{F33F88E0-3380-47C4-AFDE-F1AC050ADA82}" dt="2026-01-25T16:03:57.597" v="4932"/>
          <ac:spMkLst>
            <pc:docMk/>
            <pc:sldMk cId="2093253893" sldId="360"/>
            <ac:spMk id="61" creationId="{91B86C54-7E59-7EAA-B63D-3423573D2DA9}"/>
          </ac:spMkLst>
        </pc:spChg>
        <pc:spChg chg="mod">
          <ac:chgData name="Yash Jadhav" userId="535c3d6d-72b8-4f77-8155-55f939173cf2" providerId="ADAL" clId="{F33F88E0-3380-47C4-AFDE-F1AC050ADA82}" dt="2026-01-25T16:03:57.598" v="4933"/>
          <ac:spMkLst>
            <pc:docMk/>
            <pc:sldMk cId="2093253893" sldId="360"/>
            <ac:spMk id="62" creationId="{C4132513-3B5B-2380-2A13-524749FAA3AE}"/>
          </ac:spMkLst>
        </pc:spChg>
        <pc:spChg chg="mod">
          <ac:chgData name="Yash Jadhav" userId="535c3d6d-72b8-4f77-8155-55f939173cf2" providerId="ADAL" clId="{F33F88E0-3380-47C4-AFDE-F1AC050ADA82}" dt="2026-01-25T16:03:57.599" v="4934"/>
          <ac:spMkLst>
            <pc:docMk/>
            <pc:sldMk cId="2093253893" sldId="360"/>
            <ac:spMk id="63" creationId="{58A53EB9-8EEB-DD50-9546-DE557890EB02}"/>
          </ac:spMkLst>
        </pc:spChg>
        <pc:spChg chg="mod">
          <ac:chgData name="Yash Jadhav" userId="535c3d6d-72b8-4f77-8155-55f939173cf2" providerId="ADAL" clId="{F33F88E0-3380-47C4-AFDE-F1AC050ADA82}" dt="2026-01-25T16:03:57.599" v="4935"/>
          <ac:spMkLst>
            <pc:docMk/>
            <pc:sldMk cId="2093253893" sldId="360"/>
            <ac:spMk id="64" creationId="{1A194185-3F25-74B7-E44C-440D760190F8}"/>
          </ac:spMkLst>
        </pc:spChg>
        <pc:spChg chg="mod">
          <ac:chgData name="Yash Jadhav" userId="535c3d6d-72b8-4f77-8155-55f939173cf2" providerId="ADAL" clId="{F33F88E0-3380-47C4-AFDE-F1AC050ADA82}" dt="2026-01-25T16:03:57.600" v="4936"/>
          <ac:spMkLst>
            <pc:docMk/>
            <pc:sldMk cId="2093253893" sldId="360"/>
            <ac:spMk id="65" creationId="{D4052E82-159F-548B-E9AA-83C93D4C5096}"/>
          </ac:spMkLst>
        </pc:spChg>
        <pc:spChg chg="mod">
          <ac:chgData name="Yash Jadhav" userId="535c3d6d-72b8-4f77-8155-55f939173cf2" providerId="ADAL" clId="{F33F88E0-3380-47C4-AFDE-F1AC050ADA82}" dt="2026-01-25T16:03:57.602" v="4937"/>
          <ac:spMkLst>
            <pc:docMk/>
            <pc:sldMk cId="2093253893" sldId="360"/>
            <ac:spMk id="66" creationId="{3A9D6995-A62E-12BB-FBB1-DDF093A5728C}"/>
          </ac:spMkLst>
        </pc:spChg>
        <pc:spChg chg="mod">
          <ac:chgData name="Yash Jadhav" userId="535c3d6d-72b8-4f77-8155-55f939173cf2" providerId="ADAL" clId="{F33F88E0-3380-47C4-AFDE-F1AC050ADA82}" dt="2026-01-25T16:03:57.603" v="4938"/>
          <ac:spMkLst>
            <pc:docMk/>
            <pc:sldMk cId="2093253893" sldId="360"/>
            <ac:spMk id="67" creationId="{12259F51-9948-BE1F-9B03-4312F162495B}"/>
          </ac:spMkLst>
        </pc:spChg>
        <pc:spChg chg="mod">
          <ac:chgData name="Yash Jadhav" userId="535c3d6d-72b8-4f77-8155-55f939173cf2" providerId="ADAL" clId="{F33F88E0-3380-47C4-AFDE-F1AC050ADA82}" dt="2026-01-25T16:03:57.604" v="4939"/>
          <ac:spMkLst>
            <pc:docMk/>
            <pc:sldMk cId="2093253893" sldId="360"/>
            <ac:spMk id="68" creationId="{55144F82-DF8E-3AF6-D29F-BB3B2EDE15A8}"/>
          </ac:spMkLst>
        </pc:spChg>
        <pc:spChg chg="mod">
          <ac:chgData name="Yash Jadhav" userId="535c3d6d-72b8-4f77-8155-55f939173cf2" providerId="ADAL" clId="{F33F88E0-3380-47C4-AFDE-F1AC050ADA82}" dt="2026-01-25T16:03:57.605" v="4940"/>
          <ac:spMkLst>
            <pc:docMk/>
            <pc:sldMk cId="2093253893" sldId="360"/>
            <ac:spMk id="69" creationId="{3E802091-8FC0-C9DE-FAF8-2F427D11734C}"/>
          </ac:spMkLst>
        </pc:spChg>
        <pc:spChg chg="mod">
          <ac:chgData name="Yash Jadhav" userId="535c3d6d-72b8-4f77-8155-55f939173cf2" providerId="ADAL" clId="{F33F88E0-3380-47C4-AFDE-F1AC050ADA82}" dt="2026-01-25T16:03:57.605" v="4941"/>
          <ac:spMkLst>
            <pc:docMk/>
            <pc:sldMk cId="2093253893" sldId="360"/>
            <ac:spMk id="70" creationId="{6415546D-269E-3C43-254F-F6C79D2AADE9}"/>
          </ac:spMkLst>
        </pc:spChg>
        <pc:spChg chg="mod">
          <ac:chgData name="Yash Jadhav" userId="535c3d6d-72b8-4f77-8155-55f939173cf2" providerId="ADAL" clId="{F33F88E0-3380-47C4-AFDE-F1AC050ADA82}" dt="2026-01-25T16:03:57.606" v="4942"/>
          <ac:spMkLst>
            <pc:docMk/>
            <pc:sldMk cId="2093253893" sldId="360"/>
            <ac:spMk id="71" creationId="{00B7F255-D448-1813-ADD7-25A5B2CC7AFF}"/>
          </ac:spMkLst>
        </pc:spChg>
        <pc:spChg chg="mod">
          <ac:chgData name="Yash Jadhav" userId="535c3d6d-72b8-4f77-8155-55f939173cf2" providerId="ADAL" clId="{F33F88E0-3380-47C4-AFDE-F1AC050ADA82}" dt="2026-01-25T16:03:57.607" v="4943"/>
          <ac:spMkLst>
            <pc:docMk/>
            <pc:sldMk cId="2093253893" sldId="360"/>
            <ac:spMk id="72" creationId="{5A3FFF12-FA8D-E716-113F-FCEC00201534}"/>
          </ac:spMkLst>
        </pc:spChg>
        <pc:spChg chg="mod">
          <ac:chgData name="Yash Jadhav" userId="535c3d6d-72b8-4f77-8155-55f939173cf2" providerId="ADAL" clId="{F33F88E0-3380-47C4-AFDE-F1AC050ADA82}" dt="2026-01-25T16:03:57.608" v="4944"/>
          <ac:spMkLst>
            <pc:docMk/>
            <pc:sldMk cId="2093253893" sldId="360"/>
            <ac:spMk id="73" creationId="{F8343EED-FEB6-1809-93C7-5C53943F5414}"/>
          </ac:spMkLst>
        </pc:spChg>
        <pc:spChg chg="mod">
          <ac:chgData name="Yash Jadhav" userId="535c3d6d-72b8-4f77-8155-55f939173cf2" providerId="ADAL" clId="{F33F88E0-3380-47C4-AFDE-F1AC050ADA82}" dt="2026-01-25T16:03:57.609" v="4945"/>
          <ac:spMkLst>
            <pc:docMk/>
            <pc:sldMk cId="2093253893" sldId="360"/>
            <ac:spMk id="74" creationId="{917C4C69-C7A9-8BFB-E373-595FB77C705E}"/>
          </ac:spMkLst>
        </pc:spChg>
        <pc:spChg chg="mod">
          <ac:chgData name="Yash Jadhav" userId="535c3d6d-72b8-4f77-8155-55f939173cf2" providerId="ADAL" clId="{F33F88E0-3380-47C4-AFDE-F1AC050ADA82}" dt="2026-01-25T16:03:57.610" v="4946"/>
          <ac:spMkLst>
            <pc:docMk/>
            <pc:sldMk cId="2093253893" sldId="360"/>
            <ac:spMk id="75" creationId="{E0834085-C0AB-7AE4-1D37-96A3E507C528}"/>
          </ac:spMkLst>
        </pc:spChg>
        <pc:spChg chg="mod">
          <ac:chgData name="Yash Jadhav" userId="535c3d6d-72b8-4f77-8155-55f939173cf2" providerId="ADAL" clId="{F33F88E0-3380-47C4-AFDE-F1AC050ADA82}" dt="2026-01-25T16:03:57.611" v="4947"/>
          <ac:spMkLst>
            <pc:docMk/>
            <pc:sldMk cId="2093253893" sldId="360"/>
            <ac:spMk id="76" creationId="{0237EA0E-BE3B-D68C-C83E-187C556613DD}"/>
          </ac:spMkLst>
        </pc:spChg>
        <pc:spChg chg="mod">
          <ac:chgData name="Yash Jadhav" userId="535c3d6d-72b8-4f77-8155-55f939173cf2" providerId="ADAL" clId="{F33F88E0-3380-47C4-AFDE-F1AC050ADA82}" dt="2026-01-25T16:03:57.611" v="4948"/>
          <ac:spMkLst>
            <pc:docMk/>
            <pc:sldMk cId="2093253893" sldId="360"/>
            <ac:spMk id="77" creationId="{AD003997-BFFF-9D4C-9998-3C79B5D9744A}"/>
          </ac:spMkLst>
        </pc:spChg>
        <pc:spChg chg="mod">
          <ac:chgData name="Yash Jadhav" userId="535c3d6d-72b8-4f77-8155-55f939173cf2" providerId="ADAL" clId="{F33F88E0-3380-47C4-AFDE-F1AC050ADA82}" dt="2026-01-25T16:03:57.612" v="4949"/>
          <ac:spMkLst>
            <pc:docMk/>
            <pc:sldMk cId="2093253893" sldId="360"/>
            <ac:spMk id="78" creationId="{1AB65EEB-1E1A-BA8E-7DB7-9AAD4E54DF19}"/>
          </ac:spMkLst>
        </pc:spChg>
        <pc:spChg chg="mod">
          <ac:chgData name="Yash Jadhav" userId="535c3d6d-72b8-4f77-8155-55f939173cf2" providerId="ADAL" clId="{F33F88E0-3380-47C4-AFDE-F1AC050ADA82}" dt="2026-01-25T16:03:57.613" v="4950"/>
          <ac:spMkLst>
            <pc:docMk/>
            <pc:sldMk cId="2093253893" sldId="360"/>
            <ac:spMk id="80" creationId="{59288B1D-AC9F-42D5-556A-FF3D018C8134}"/>
          </ac:spMkLst>
        </pc:spChg>
        <pc:spChg chg="mod">
          <ac:chgData name="Yash Jadhav" userId="535c3d6d-72b8-4f77-8155-55f939173cf2" providerId="ADAL" clId="{F33F88E0-3380-47C4-AFDE-F1AC050ADA82}" dt="2026-01-25T16:03:57.614" v="4951"/>
          <ac:spMkLst>
            <pc:docMk/>
            <pc:sldMk cId="2093253893" sldId="360"/>
            <ac:spMk id="81" creationId="{08275C99-B0A9-B178-B2C1-2E540E178317}"/>
          </ac:spMkLst>
        </pc:spChg>
        <pc:spChg chg="mod">
          <ac:chgData name="Yash Jadhav" userId="535c3d6d-72b8-4f77-8155-55f939173cf2" providerId="ADAL" clId="{F33F88E0-3380-47C4-AFDE-F1AC050ADA82}" dt="2026-01-25T16:03:57.615" v="4952"/>
          <ac:spMkLst>
            <pc:docMk/>
            <pc:sldMk cId="2093253893" sldId="360"/>
            <ac:spMk id="82" creationId="{A333EC79-DEC3-3A16-F31C-9FE6863FD243}"/>
          </ac:spMkLst>
        </pc:spChg>
        <pc:spChg chg="mod">
          <ac:chgData name="Yash Jadhav" userId="535c3d6d-72b8-4f77-8155-55f939173cf2" providerId="ADAL" clId="{F33F88E0-3380-47C4-AFDE-F1AC050ADA82}" dt="2026-01-25T16:03:57.616" v="4953"/>
          <ac:spMkLst>
            <pc:docMk/>
            <pc:sldMk cId="2093253893" sldId="360"/>
            <ac:spMk id="83" creationId="{0E807484-7AA4-2915-0EB0-B4B218FF7BEF}"/>
          </ac:spMkLst>
        </pc:spChg>
        <pc:spChg chg="mod">
          <ac:chgData name="Yash Jadhav" userId="535c3d6d-72b8-4f77-8155-55f939173cf2" providerId="ADAL" clId="{F33F88E0-3380-47C4-AFDE-F1AC050ADA82}" dt="2026-01-25T16:03:57.617" v="4954"/>
          <ac:spMkLst>
            <pc:docMk/>
            <pc:sldMk cId="2093253893" sldId="360"/>
            <ac:spMk id="84" creationId="{2FE32F71-BAAC-78B2-A759-865F56D9E209}"/>
          </ac:spMkLst>
        </pc:spChg>
        <pc:spChg chg="mod">
          <ac:chgData name="Yash Jadhav" userId="535c3d6d-72b8-4f77-8155-55f939173cf2" providerId="ADAL" clId="{F33F88E0-3380-47C4-AFDE-F1AC050ADA82}" dt="2026-01-25T16:03:57.618" v="4955"/>
          <ac:spMkLst>
            <pc:docMk/>
            <pc:sldMk cId="2093253893" sldId="360"/>
            <ac:spMk id="85" creationId="{16A40D6E-0364-73E9-CF24-58490D8EC02E}"/>
          </ac:spMkLst>
        </pc:spChg>
        <pc:spChg chg="mod">
          <ac:chgData name="Yash Jadhav" userId="535c3d6d-72b8-4f77-8155-55f939173cf2" providerId="ADAL" clId="{F33F88E0-3380-47C4-AFDE-F1AC050ADA82}" dt="2026-01-25T16:03:57.619" v="4956"/>
          <ac:spMkLst>
            <pc:docMk/>
            <pc:sldMk cId="2093253893" sldId="360"/>
            <ac:spMk id="86" creationId="{618E14F3-98E5-407C-DE8A-DF3D065CB533}"/>
          </ac:spMkLst>
        </pc:spChg>
        <pc:spChg chg="mod">
          <ac:chgData name="Yash Jadhav" userId="535c3d6d-72b8-4f77-8155-55f939173cf2" providerId="ADAL" clId="{F33F88E0-3380-47C4-AFDE-F1AC050ADA82}" dt="2026-01-25T16:03:57.620" v="4957"/>
          <ac:spMkLst>
            <pc:docMk/>
            <pc:sldMk cId="2093253893" sldId="360"/>
            <ac:spMk id="87" creationId="{734A69C7-874B-EB22-9037-83A4CB01F36D}"/>
          </ac:spMkLst>
        </pc:spChg>
        <pc:spChg chg="mod">
          <ac:chgData name="Yash Jadhav" userId="535c3d6d-72b8-4f77-8155-55f939173cf2" providerId="ADAL" clId="{F33F88E0-3380-47C4-AFDE-F1AC050ADA82}" dt="2026-01-25T16:03:57.623" v="4958"/>
          <ac:spMkLst>
            <pc:docMk/>
            <pc:sldMk cId="2093253893" sldId="360"/>
            <ac:spMk id="88" creationId="{48C2DF8A-392F-D234-0035-6A9867537E87}"/>
          </ac:spMkLst>
        </pc:spChg>
        <pc:spChg chg="mod">
          <ac:chgData name="Yash Jadhav" userId="535c3d6d-72b8-4f77-8155-55f939173cf2" providerId="ADAL" clId="{F33F88E0-3380-47C4-AFDE-F1AC050ADA82}" dt="2026-01-25T16:03:57.623" v="4959"/>
          <ac:spMkLst>
            <pc:docMk/>
            <pc:sldMk cId="2093253893" sldId="360"/>
            <ac:spMk id="89" creationId="{1794C41E-0FF4-7602-798E-8E482E7A9173}"/>
          </ac:spMkLst>
        </pc:spChg>
        <pc:spChg chg="mod">
          <ac:chgData name="Yash Jadhav" userId="535c3d6d-72b8-4f77-8155-55f939173cf2" providerId="ADAL" clId="{F33F88E0-3380-47C4-AFDE-F1AC050ADA82}" dt="2026-01-25T16:03:57.623" v="4960"/>
          <ac:spMkLst>
            <pc:docMk/>
            <pc:sldMk cId="2093253893" sldId="360"/>
            <ac:spMk id="90" creationId="{AB2D984D-D233-7E76-51E7-D80B65EDBE04}"/>
          </ac:spMkLst>
        </pc:spChg>
        <pc:spChg chg="mod">
          <ac:chgData name="Yash Jadhav" userId="535c3d6d-72b8-4f77-8155-55f939173cf2" providerId="ADAL" clId="{F33F88E0-3380-47C4-AFDE-F1AC050ADA82}" dt="2026-01-25T16:03:57.624" v="4961"/>
          <ac:spMkLst>
            <pc:docMk/>
            <pc:sldMk cId="2093253893" sldId="360"/>
            <ac:spMk id="91" creationId="{655A197D-D92E-2187-5C1F-5200D66CBE73}"/>
          </ac:spMkLst>
        </pc:spChg>
        <pc:spChg chg="mod">
          <ac:chgData name="Yash Jadhav" userId="535c3d6d-72b8-4f77-8155-55f939173cf2" providerId="ADAL" clId="{F33F88E0-3380-47C4-AFDE-F1AC050ADA82}" dt="2026-01-25T16:03:57.629" v="4962" actId="790"/>
          <ac:spMkLst>
            <pc:docMk/>
            <pc:sldMk cId="2093253893" sldId="360"/>
            <ac:spMk id="94" creationId="{657D51DE-378D-B754-EE58-B3E88F518165}"/>
          </ac:spMkLst>
        </pc:spChg>
        <pc:spChg chg="mod">
          <ac:chgData name="Yash Jadhav" userId="535c3d6d-72b8-4f77-8155-55f939173cf2" providerId="ADAL" clId="{F33F88E0-3380-47C4-AFDE-F1AC050ADA82}" dt="2026-01-25T16:03:57.631" v="4963" actId="790"/>
          <ac:spMkLst>
            <pc:docMk/>
            <pc:sldMk cId="2093253893" sldId="360"/>
            <ac:spMk id="95" creationId="{B729EE01-0272-FC13-BCBA-19568075D46E}"/>
          </ac:spMkLst>
        </pc:spChg>
        <pc:spChg chg="mod">
          <ac:chgData name="Yash Jadhav" userId="535c3d6d-72b8-4f77-8155-55f939173cf2" providerId="ADAL" clId="{F33F88E0-3380-47C4-AFDE-F1AC050ADA82}" dt="2026-01-25T16:03:57.632" v="4964" actId="790"/>
          <ac:spMkLst>
            <pc:docMk/>
            <pc:sldMk cId="2093253893" sldId="360"/>
            <ac:spMk id="96" creationId="{926A859C-A935-C364-CC05-AF0204DE16B6}"/>
          </ac:spMkLst>
        </pc:spChg>
        <pc:spChg chg="mod">
          <ac:chgData name="Yash Jadhav" userId="535c3d6d-72b8-4f77-8155-55f939173cf2" providerId="ADAL" clId="{F33F88E0-3380-47C4-AFDE-F1AC050ADA82}" dt="2026-01-25T16:03:57.635" v="4965" actId="790"/>
          <ac:spMkLst>
            <pc:docMk/>
            <pc:sldMk cId="2093253893" sldId="360"/>
            <ac:spMk id="97" creationId="{B88D76FA-B7EF-FBBF-BE4A-2B1A5DE653D7}"/>
          </ac:spMkLst>
        </pc:spChg>
        <pc:spChg chg="mod">
          <ac:chgData name="Yash Jadhav" userId="535c3d6d-72b8-4f77-8155-55f939173cf2" providerId="ADAL" clId="{F33F88E0-3380-47C4-AFDE-F1AC050ADA82}" dt="2026-01-25T16:03:57.524" v="4896" actId="790"/>
          <ac:spMkLst>
            <pc:docMk/>
            <pc:sldMk cId="2093253893" sldId="360"/>
            <ac:spMk id="125" creationId="{77E8F57D-4F87-9ABB-5715-F7AB4C7D7986}"/>
          </ac:spMkLst>
        </pc:spChg>
        <pc:spChg chg="mod">
          <ac:chgData name="Yash Jadhav" userId="535c3d6d-72b8-4f77-8155-55f939173cf2" providerId="ADAL" clId="{F33F88E0-3380-47C4-AFDE-F1AC050ADA82}" dt="2026-01-25T16:03:57.525" v="4897" actId="790"/>
          <ac:spMkLst>
            <pc:docMk/>
            <pc:sldMk cId="2093253893" sldId="360"/>
            <ac:spMk id="130" creationId="{564677E2-9E2E-235D-9E0C-2D6BD1790485}"/>
          </ac:spMkLst>
        </pc:spChg>
        <pc:spChg chg="mod">
          <ac:chgData name="Yash Jadhav" userId="535c3d6d-72b8-4f77-8155-55f939173cf2" providerId="ADAL" clId="{F33F88E0-3380-47C4-AFDE-F1AC050ADA82}" dt="2026-01-25T16:03:57.527" v="4898" actId="790"/>
          <ac:spMkLst>
            <pc:docMk/>
            <pc:sldMk cId="2093253893" sldId="360"/>
            <ac:spMk id="136" creationId="{53F81F62-7BA7-FF38-CFC2-4D2D8EC74BB4}"/>
          </ac:spMkLst>
        </pc:spChg>
        <pc:spChg chg="mod">
          <ac:chgData name="Yash Jadhav" userId="535c3d6d-72b8-4f77-8155-55f939173cf2" providerId="ADAL" clId="{F33F88E0-3380-47C4-AFDE-F1AC050ADA82}" dt="2026-01-25T16:03:57.530" v="4899" actId="790"/>
          <ac:spMkLst>
            <pc:docMk/>
            <pc:sldMk cId="2093253893" sldId="360"/>
            <ac:spMk id="138" creationId="{F948DCC5-4974-09E1-C2DB-18904696DC26}"/>
          </ac:spMkLst>
        </pc:spChg>
        <pc:spChg chg="mod">
          <ac:chgData name="Yash Jadhav" userId="535c3d6d-72b8-4f77-8155-55f939173cf2" providerId="ADAL" clId="{F33F88E0-3380-47C4-AFDE-F1AC050ADA82}" dt="2026-01-25T16:03:57.532" v="4900" actId="790"/>
          <ac:spMkLst>
            <pc:docMk/>
            <pc:sldMk cId="2093253893" sldId="360"/>
            <ac:spMk id="141" creationId="{1B6667BD-074F-9AC8-8876-9CF64CBF01C0}"/>
          </ac:spMkLst>
        </pc:spChg>
        <pc:spChg chg="mod">
          <ac:chgData name="Yash Jadhav" userId="535c3d6d-72b8-4f77-8155-55f939173cf2" providerId="ADAL" clId="{F33F88E0-3380-47C4-AFDE-F1AC050ADA82}" dt="2026-01-25T16:03:57.534" v="4901" actId="790"/>
          <ac:spMkLst>
            <pc:docMk/>
            <pc:sldMk cId="2093253893" sldId="360"/>
            <ac:spMk id="179" creationId="{4FC37CE2-FC13-C4CC-5E12-B948ACFE934F}"/>
          </ac:spMkLst>
        </pc:spChg>
        <pc:spChg chg="mod">
          <ac:chgData name="Yash Jadhav" userId="535c3d6d-72b8-4f77-8155-55f939173cf2" providerId="ADAL" clId="{F33F88E0-3380-47C4-AFDE-F1AC050ADA82}" dt="2026-01-25T16:03:57.537" v="4902" actId="790"/>
          <ac:spMkLst>
            <pc:docMk/>
            <pc:sldMk cId="2093253893" sldId="360"/>
            <ac:spMk id="199" creationId="{5D1889B7-A868-08F7-A9A6-8301BFD7E3E2}"/>
          </ac:spMkLst>
        </pc:spChg>
        <pc:spChg chg="mod">
          <ac:chgData name="Yash Jadhav" userId="535c3d6d-72b8-4f77-8155-55f939173cf2" providerId="ADAL" clId="{F33F88E0-3380-47C4-AFDE-F1AC050ADA82}" dt="2026-01-25T16:03:57.538" v="4903" actId="790"/>
          <ac:spMkLst>
            <pc:docMk/>
            <pc:sldMk cId="2093253893" sldId="360"/>
            <ac:spMk id="200" creationId="{0BC571C9-2ABE-5EA6-5280-BF0F83888F54}"/>
          </ac:spMkLst>
        </pc:spChg>
        <pc:spChg chg="mod">
          <ac:chgData name="Yash Jadhav" userId="535c3d6d-72b8-4f77-8155-55f939173cf2" providerId="ADAL" clId="{F33F88E0-3380-47C4-AFDE-F1AC050ADA82}" dt="2026-01-25T16:03:57.540" v="4904" actId="790"/>
          <ac:spMkLst>
            <pc:docMk/>
            <pc:sldMk cId="2093253893" sldId="360"/>
            <ac:spMk id="201" creationId="{60748EE2-55FA-BA4D-A07C-77C6D87AFE04}"/>
          </ac:spMkLst>
        </pc:spChg>
        <pc:spChg chg="mod">
          <ac:chgData name="Yash Jadhav" userId="535c3d6d-72b8-4f77-8155-55f939173cf2" providerId="ADAL" clId="{F33F88E0-3380-47C4-AFDE-F1AC050ADA82}" dt="2026-01-25T16:03:57.542" v="4905" actId="790"/>
          <ac:spMkLst>
            <pc:docMk/>
            <pc:sldMk cId="2093253893" sldId="360"/>
            <ac:spMk id="202" creationId="{DA26AB74-0E77-263F-0509-739EA0E7955B}"/>
          </ac:spMkLst>
        </pc:spChg>
        <pc:spChg chg="mod">
          <ac:chgData name="Yash Jadhav" userId="535c3d6d-72b8-4f77-8155-55f939173cf2" providerId="ADAL" clId="{F33F88E0-3380-47C4-AFDE-F1AC050ADA82}" dt="2026-01-25T16:03:57.543" v="4906" actId="790"/>
          <ac:spMkLst>
            <pc:docMk/>
            <pc:sldMk cId="2093253893" sldId="360"/>
            <ac:spMk id="203" creationId="{93A15F5E-362F-6457-FF24-BCBA8AA4E5AF}"/>
          </ac:spMkLst>
        </pc:spChg>
        <pc:spChg chg="mod">
          <ac:chgData name="Yash Jadhav" userId="535c3d6d-72b8-4f77-8155-55f939173cf2" providerId="ADAL" clId="{F33F88E0-3380-47C4-AFDE-F1AC050ADA82}" dt="2026-01-25T16:03:57.545" v="4907" actId="790"/>
          <ac:spMkLst>
            <pc:docMk/>
            <pc:sldMk cId="2093253893" sldId="360"/>
            <ac:spMk id="204" creationId="{A79E5828-623F-B795-F3CB-EB6A171660E6}"/>
          </ac:spMkLst>
        </pc:spChg>
        <pc:spChg chg="mod">
          <ac:chgData name="Yash Jadhav" userId="535c3d6d-72b8-4f77-8155-55f939173cf2" providerId="ADAL" clId="{F33F88E0-3380-47C4-AFDE-F1AC050ADA82}" dt="2026-01-25T16:03:57.547" v="4908" actId="790"/>
          <ac:spMkLst>
            <pc:docMk/>
            <pc:sldMk cId="2093253893" sldId="360"/>
            <ac:spMk id="205" creationId="{FAB97EC9-B6A6-BCBF-D677-1B772190BF0F}"/>
          </ac:spMkLst>
        </pc:spChg>
        <pc:spChg chg="mod">
          <ac:chgData name="Yash Jadhav" userId="535c3d6d-72b8-4f77-8155-55f939173cf2" providerId="ADAL" clId="{F33F88E0-3380-47C4-AFDE-F1AC050ADA82}" dt="2026-01-25T16:03:57.549" v="4909" actId="790"/>
          <ac:spMkLst>
            <pc:docMk/>
            <pc:sldMk cId="2093253893" sldId="360"/>
            <ac:spMk id="206" creationId="{0892DEE0-C14B-F636-1856-5C3361478F68}"/>
          </ac:spMkLst>
        </pc:spChg>
        <pc:spChg chg="mod">
          <ac:chgData name="Yash Jadhav" userId="535c3d6d-72b8-4f77-8155-55f939173cf2" providerId="ADAL" clId="{F33F88E0-3380-47C4-AFDE-F1AC050ADA82}" dt="2026-01-25T16:03:57.551" v="4910" actId="790"/>
          <ac:spMkLst>
            <pc:docMk/>
            <pc:sldMk cId="2093253893" sldId="360"/>
            <ac:spMk id="207" creationId="{96D01884-FE79-7CE5-5399-80EDB1A7E9E2}"/>
          </ac:spMkLst>
        </pc:spChg>
        <pc:spChg chg="mod">
          <ac:chgData name="Yash Jadhav" userId="535c3d6d-72b8-4f77-8155-55f939173cf2" providerId="ADAL" clId="{F33F88E0-3380-47C4-AFDE-F1AC050ADA82}" dt="2026-01-25T16:03:57.554" v="4911" actId="790"/>
          <ac:spMkLst>
            <pc:docMk/>
            <pc:sldMk cId="2093253893" sldId="360"/>
            <ac:spMk id="208" creationId="{82883E22-FF69-4C6A-AB59-8513B882333A}"/>
          </ac:spMkLst>
        </pc:spChg>
        <pc:spChg chg="mod">
          <ac:chgData name="Yash Jadhav" userId="535c3d6d-72b8-4f77-8155-55f939173cf2" providerId="ADAL" clId="{F33F88E0-3380-47C4-AFDE-F1AC050ADA82}" dt="2026-01-25T16:03:57.556" v="4912" actId="790"/>
          <ac:spMkLst>
            <pc:docMk/>
            <pc:sldMk cId="2093253893" sldId="360"/>
            <ac:spMk id="209" creationId="{4E84A9AA-F94B-9D04-97C6-D1A47779494E}"/>
          </ac:spMkLst>
        </pc:spChg>
        <pc:spChg chg="mod">
          <ac:chgData name="Yash Jadhav" userId="535c3d6d-72b8-4f77-8155-55f939173cf2" providerId="ADAL" clId="{F33F88E0-3380-47C4-AFDE-F1AC050ADA82}" dt="2026-01-25T16:03:57.558" v="4913" actId="790"/>
          <ac:spMkLst>
            <pc:docMk/>
            <pc:sldMk cId="2093253893" sldId="360"/>
            <ac:spMk id="210" creationId="{51B48BEE-DFCF-8F9F-713D-28E397D6C8CD}"/>
          </ac:spMkLst>
        </pc:spChg>
        <pc:spChg chg="mod">
          <ac:chgData name="Yash Jadhav" userId="535c3d6d-72b8-4f77-8155-55f939173cf2" providerId="ADAL" clId="{F33F88E0-3380-47C4-AFDE-F1AC050ADA82}" dt="2026-01-25T16:03:57.561" v="4914" actId="790"/>
          <ac:spMkLst>
            <pc:docMk/>
            <pc:sldMk cId="2093253893" sldId="360"/>
            <ac:spMk id="211" creationId="{4C89E2C6-525C-D07B-A65E-796DA94B3EBE}"/>
          </ac:spMkLst>
        </pc:spChg>
        <pc:spChg chg="mod">
          <ac:chgData name="Yash Jadhav" userId="535c3d6d-72b8-4f77-8155-55f939173cf2" providerId="ADAL" clId="{F33F88E0-3380-47C4-AFDE-F1AC050ADA82}" dt="2026-01-25T16:03:57.563" v="4915" actId="790"/>
          <ac:spMkLst>
            <pc:docMk/>
            <pc:sldMk cId="2093253893" sldId="360"/>
            <ac:spMk id="212" creationId="{4430CD8A-A713-E2F8-93D0-27D282BBB065}"/>
          </ac:spMkLst>
        </pc:spChg>
        <pc:spChg chg="mod">
          <ac:chgData name="Yash Jadhav" userId="535c3d6d-72b8-4f77-8155-55f939173cf2" providerId="ADAL" clId="{F33F88E0-3380-47C4-AFDE-F1AC050ADA82}" dt="2026-01-25T16:03:57.565" v="4916" actId="790"/>
          <ac:spMkLst>
            <pc:docMk/>
            <pc:sldMk cId="2093253893" sldId="360"/>
            <ac:spMk id="213" creationId="{43047639-35BE-573D-9D8F-06991D9B15DB}"/>
          </ac:spMkLst>
        </pc:spChg>
        <pc:spChg chg="mod">
          <ac:chgData name="Yash Jadhav" userId="535c3d6d-72b8-4f77-8155-55f939173cf2" providerId="ADAL" clId="{F33F88E0-3380-47C4-AFDE-F1AC050ADA82}" dt="2026-01-25T16:03:57.567" v="4917" actId="790"/>
          <ac:spMkLst>
            <pc:docMk/>
            <pc:sldMk cId="2093253893" sldId="360"/>
            <ac:spMk id="214" creationId="{5344FF9D-B288-B98C-0D60-8A065A83C332}"/>
          </ac:spMkLst>
        </pc:spChg>
        <pc:spChg chg="mod">
          <ac:chgData name="Yash Jadhav" userId="535c3d6d-72b8-4f77-8155-55f939173cf2" providerId="ADAL" clId="{F33F88E0-3380-47C4-AFDE-F1AC050ADA82}" dt="2026-01-25T16:03:57.570" v="4918" actId="790"/>
          <ac:spMkLst>
            <pc:docMk/>
            <pc:sldMk cId="2093253893" sldId="360"/>
            <ac:spMk id="215" creationId="{FA5E4A9F-ACFD-7550-83AD-F37BE3510B1F}"/>
          </ac:spMkLst>
        </pc:spChg>
        <pc:spChg chg="mod">
          <ac:chgData name="Yash Jadhav" userId="535c3d6d-72b8-4f77-8155-55f939173cf2" providerId="ADAL" clId="{F33F88E0-3380-47C4-AFDE-F1AC050ADA82}" dt="2026-01-25T16:03:57.572" v="4919" actId="790"/>
          <ac:spMkLst>
            <pc:docMk/>
            <pc:sldMk cId="2093253893" sldId="360"/>
            <ac:spMk id="216" creationId="{AA999150-58A2-3C1E-7E50-124E7E80241F}"/>
          </ac:spMkLst>
        </pc:spChg>
        <pc:spChg chg="mod">
          <ac:chgData name="Yash Jadhav" userId="535c3d6d-72b8-4f77-8155-55f939173cf2" providerId="ADAL" clId="{F33F88E0-3380-47C4-AFDE-F1AC050ADA82}" dt="2026-01-25T16:03:57.574" v="4920" actId="790"/>
          <ac:spMkLst>
            <pc:docMk/>
            <pc:sldMk cId="2093253893" sldId="360"/>
            <ac:spMk id="217" creationId="{DA18B35C-6963-9FB9-F837-4E8545400C70}"/>
          </ac:spMkLst>
        </pc:spChg>
        <pc:spChg chg="mod">
          <ac:chgData name="Yash Jadhav" userId="535c3d6d-72b8-4f77-8155-55f939173cf2" providerId="ADAL" clId="{F33F88E0-3380-47C4-AFDE-F1AC050ADA82}" dt="2026-01-25T16:03:57.576" v="4921" actId="790"/>
          <ac:spMkLst>
            <pc:docMk/>
            <pc:sldMk cId="2093253893" sldId="360"/>
            <ac:spMk id="218" creationId="{28BC0B49-43AD-C415-F835-B293640A2E2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043007" sldId="361"/>
        </pc:sldMkLst>
        <pc:spChg chg="mod ord">
          <ac:chgData name="Yash Jadhav" userId="535c3d6d-72b8-4f77-8155-55f939173cf2" providerId="ADAL" clId="{F33F88E0-3380-47C4-AFDE-F1AC050ADA82}" dt="2026-01-25T16:06:14.662" v="8413" actId="6264"/>
          <ac:spMkLst>
            <pc:docMk/>
            <pc:sldMk cId="421043007" sldId="361"/>
            <ac:spMk id="2" creationId="{EE0945EC-7C5C-21A9-EECE-4AC4F7D77870}"/>
          </ac:spMkLst>
        </pc:spChg>
        <pc:spChg chg="add del mod">
          <ac:chgData name="Yash Jadhav" userId="535c3d6d-72b8-4f77-8155-55f939173cf2" providerId="ADAL" clId="{F33F88E0-3380-47C4-AFDE-F1AC050ADA82}" dt="2026-01-25T16:06:14.662" v="8413" actId="6264"/>
          <ac:spMkLst>
            <pc:docMk/>
            <pc:sldMk cId="421043007" sldId="361"/>
            <ac:spMk id="3" creationId="{0647BC67-1C28-8BAF-5DF3-E552915F0CE3}"/>
          </ac:spMkLst>
        </pc:spChg>
        <pc:spChg chg="mod">
          <ac:chgData name="Yash Jadhav" userId="535c3d6d-72b8-4f77-8155-55f939173cf2" providerId="ADAL" clId="{F33F88E0-3380-47C4-AFDE-F1AC050ADA82}" dt="2026-01-25T16:04:00.251" v="4971" actId="790"/>
          <ac:spMkLst>
            <pc:docMk/>
            <pc:sldMk cId="421043007" sldId="361"/>
            <ac:spMk id="115" creationId="{13995369-1F70-4C5C-B1A1-E47D06FA702D}"/>
          </ac:spMkLst>
        </pc:spChg>
        <pc:spChg chg="mod">
          <ac:chgData name="Yash Jadhav" userId="535c3d6d-72b8-4f77-8155-55f939173cf2" providerId="ADAL" clId="{F33F88E0-3380-47C4-AFDE-F1AC050ADA82}" dt="2026-01-25T16:04:00.254" v="4972" actId="790"/>
          <ac:spMkLst>
            <pc:docMk/>
            <pc:sldMk cId="421043007" sldId="361"/>
            <ac:spMk id="116" creationId="{A309C89D-19C4-A38E-FCC2-C1365F4AFF5B}"/>
          </ac:spMkLst>
        </pc:spChg>
        <pc:spChg chg="mod">
          <ac:chgData name="Yash Jadhav" userId="535c3d6d-72b8-4f77-8155-55f939173cf2" providerId="ADAL" clId="{F33F88E0-3380-47C4-AFDE-F1AC050ADA82}" dt="2026-01-25T16:04:00.257" v="4973" actId="790"/>
          <ac:spMkLst>
            <pc:docMk/>
            <pc:sldMk cId="421043007" sldId="361"/>
            <ac:spMk id="117" creationId="{97A1E3BD-7D5F-008E-87BE-B6B6D2C1EBD4}"/>
          </ac:spMkLst>
        </pc:spChg>
        <pc:spChg chg="mod">
          <ac:chgData name="Yash Jadhav" userId="535c3d6d-72b8-4f77-8155-55f939173cf2" providerId="ADAL" clId="{F33F88E0-3380-47C4-AFDE-F1AC050ADA82}" dt="2026-01-25T16:04:00.260" v="4974" actId="790"/>
          <ac:spMkLst>
            <pc:docMk/>
            <pc:sldMk cId="421043007" sldId="361"/>
            <ac:spMk id="118" creationId="{986E3399-865C-EC94-77F3-3C1A307758AC}"/>
          </ac:spMkLst>
        </pc:spChg>
        <pc:spChg chg="mod">
          <ac:chgData name="Yash Jadhav" userId="535c3d6d-72b8-4f77-8155-55f939173cf2" providerId="ADAL" clId="{F33F88E0-3380-47C4-AFDE-F1AC050ADA82}" dt="2026-01-25T16:04:00.263" v="4975" actId="790"/>
          <ac:spMkLst>
            <pc:docMk/>
            <pc:sldMk cId="421043007" sldId="361"/>
            <ac:spMk id="119" creationId="{9D3E0E64-1699-55A5-AC5C-F4DE4DC7F5C6}"/>
          </ac:spMkLst>
        </pc:spChg>
        <pc:spChg chg="mod">
          <ac:chgData name="Yash Jadhav" userId="535c3d6d-72b8-4f77-8155-55f939173cf2" providerId="ADAL" clId="{F33F88E0-3380-47C4-AFDE-F1AC050ADA82}" dt="2026-01-25T16:04:00.265" v="4976" actId="790"/>
          <ac:spMkLst>
            <pc:docMk/>
            <pc:sldMk cId="421043007" sldId="361"/>
            <ac:spMk id="120" creationId="{57C131D7-D377-E807-662D-97C5F280D424}"/>
          </ac:spMkLst>
        </pc:spChg>
        <pc:spChg chg="mod">
          <ac:chgData name="Yash Jadhav" userId="535c3d6d-72b8-4f77-8155-55f939173cf2" providerId="ADAL" clId="{F33F88E0-3380-47C4-AFDE-F1AC050ADA82}" dt="2026-01-25T16:04:00.268" v="4977" actId="790"/>
          <ac:spMkLst>
            <pc:docMk/>
            <pc:sldMk cId="421043007" sldId="361"/>
            <ac:spMk id="132" creationId="{BE5E1F0D-2A8A-CBDA-4BBB-15CF799DE18C}"/>
          </ac:spMkLst>
        </pc:spChg>
        <pc:spChg chg="mod">
          <ac:chgData name="Yash Jadhav" userId="535c3d6d-72b8-4f77-8155-55f939173cf2" providerId="ADAL" clId="{F33F88E0-3380-47C4-AFDE-F1AC050ADA82}" dt="2026-01-25T16:04:00.271" v="4978" actId="790"/>
          <ac:spMkLst>
            <pc:docMk/>
            <pc:sldMk cId="421043007" sldId="361"/>
            <ac:spMk id="133" creationId="{BB93998C-E32F-EA1E-D600-B0711E1A934B}"/>
          </ac:spMkLst>
        </pc:spChg>
        <pc:spChg chg="mod">
          <ac:chgData name="Yash Jadhav" userId="535c3d6d-72b8-4f77-8155-55f939173cf2" providerId="ADAL" clId="{F33F88E0-3380-47C4-AFDE-F1AC050ADA82}" dt="2026-01-25T16:04:00.273" v="4979" actId="790"/>
          <ac:spMkLst>
            <pc:docMk/>
            <pc:sldMk cId="421043007" sldId="361"/>
            <ac:spMk id="134" creationId="{9B900E74-8848-51C8-516D-7228EBC3F7C0}"/>
          </ac:spMkLst>
        </pc:spChg>
        <pc:spChg chg="mod">
          <ac:chgData name="Yash Jadhav" userId="535c3d6d-72b8-4f77-8155-55f939173cf2" providerId="ADAL" clId="{F33F88E0-3380-47C4-AFDE-F1AC050ADA82}" dt="2026-01-25T16:04:00.275" v="4980" actId="790"/>
          <ac:spMkLst>
            <pc:docMk/>
            <pc:sldMk cId="421043007" sldId="361"/>
            <ac:spMk id="135" creationId="{20AB2B16-3559-B520-E96C-363DDB124B51}"/>
          </ac:spMkLst>
        </pc:spChg>
        <pc:spChg chg="mod">
          <ac:chgData name="Yash Jadhav" userId="535c3d6d-72b8-4f77-8155-55f939173cf2" providerId="ADAL" clId="{F33F88E0-3380-47C4-AFDE-F1AC050ADA82}" dt="2026-01-25T16:04:00.277" v="4981" actId="790"/>
          <ac:spMkLst>
            <pc:docMk/>
            <pc:sldMk cId="421043007" sldId="361"/>
            <ac:spMk id="140" creationId="{506806CC-A232-A5A4-4FAF-02575267A0CB}"/>
          </ac:spMkLst>
        </pc:spChg>
        <pc:spChg chg="mod">
          <ac:chgData name="Yash Jadhav" userId="535c3d6d-72b8-4f77-8155-55f939173cf2" providerId="ADAL" clId="{F33F88E0-3380-47C4-AFDE-F1AC050ADA82}" dt="2026-01-25T16:04:00.280" v="4982" actId="790"/>
          <ac:spMkLst>
            <pc:docMk/>
            <pc:sldMk cId="421043007" sldId="361"/>
            <ac:spMk id="142" creationId="{01586AC6-5FD1-0430-D725-BB8C480087E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2621203" sldId="362"/>
        </pc:sldMkLst>
        <pc:spChg chg="mod ord">
          <ac:chgData name="Yash Jadhav" userId="535c3d6d-72b8-4f77-8155-55f939173cf2" providerId="ADAL" clId="{F33F88E0-3380-47C4-AFDE-F1AC050ADA82}" dt="2026-01-25T16:06:14.662" v="8413" actId="6264"/>
          <ac:spMkLst>
            <pc:docMk/>
            <pc:sldMk cId="3192621203" sldId="362"/>
            <ac:spMk id="2" creationId="{2DC275C3-12E1-F73F-D711-07E45136145E}"/>
          </ac:spMkLst>
        </pc:spChg>
        <pc:spChg chg="add del mod">
          <ac:chgData name="Yash Jadhav" userId="535c3d6d-72b8-4f77-8155-55f939173cf2" providerId="ADAL" clId="{F33F88E0-3380-47C4-AFDE-F1AC050ADA82}" dt="2026-01-25T16:06:14.662" v="8413" actId="6264"/>
          <ac:spMkLst>
            <pc:docMk/>
            <pc:sldMk cId="3192621203" sldId="362"/>
            <ac:spMk id="3" creationId="{FB7B328A-7564-34E4-11A0-039E4113010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4403869" sldId="363"/>
        </pc:sldMkLst>
        <pc:spChg chg="mod ord">
          <ac:chgData name="Yash Jadhav" userId="535c3d6d-72b8-4f77-8155-55f939173cf2" providerId="ADAL" clId="{F33F88E0-3380-47C4-AFDE-F1AC050ADA82}" dt="2026-01-25T16:06:14.662" v="8413" actId="6264"/>
          <ac:spMkLst>
            <pc:docMk/>
            <pc:sldMk cId="174403869" sldId="363"/>
            <ac:spMk id="2" creationId="{CE6DC4B1-988B-4E33-B2E7-5662D18C767F}"/>
          </ac:spMkLst>
        </pc:spChg>
        <pc:spChg chg="mod">
          <ac:chgData name="Yash Jadhav" userId="535c3d6d-72b8-4f77-8155-55f939173cf2" providerId="ADAL" clId="{F33F88E0-3380-47C4-AFDE-F1AC050ADA82}" dt="2026-01-25T16:04:05.669" v="5427" actId="790"/>
          <ac:spMkLst>
            <pc:docMk/>
            <pc:sldMk cId="174403869" sldId="363"/>
            <ac:spMk id="6" creationId="{3B0CFF57-6E7E-4A3A-8F7A-9596F80CE2BA}"/>
          </ac:spMkLst>
        </pc:spChg>
        <pc:spChg chg="add del mod">
          <ac:chgData name="Yash Jadhav" userId="535c3d6d-72b8-4f77-8155-55f939173cf2" providerId="ADAL" clId="{F33F88E0-3380-47C4-AFDE-F1AC050ADA82}" dt="2026-01-25T16:06:14.662" v="8413" actId="6264"/>
          <ac:spMkLst>
            <pc:docMk/>
            <pc:sldMk cId="174403869" sldId="363"/>
            <ac:spMk id="7" creationId="{2F89ADD9-A286-8001-AAC7-24EABFCB15D9}"/>
          </ac:spMkLst>
        </pc:spChg>
        <pc:spChg chg="mod">
          <ac:chgData name="Yash Jadhav" userId="535c3d6d-72b8-4f77-8155-55f939173cf2" providerId="ADAL" clId="{F33F88E0-3380-47C4-AFDE-F1AC050ADA82}" dt="2026-01-25T16:04:05.674" v="5428" actId="790"/>
          <ac:spMkLst>
            <pc:docMk/>
            <pc:sldMk cId="174403869" sldId="363"/>
            <ac:spMk id="8" creationId="{627CC572-0473-E214-0B0D-CC930BB58667}"/>
          </ac:spMkLst>
        </pc:spChg>
        <pc:graphicFrameChg chg="modGraphic">
          <ac:chgData name="Yash Jadhav" userId="535c3d6d-72b8-4f77-8155-55f939173cf2" providerId="ADAL" clId="{F33F88E0-3380-47C4-AFDE-F1AC050ADA82}" dt="2026-01-25T16:04:05.667" v="5426" actId="790"/>
          <ac:graphicFrameMkLst>
            <pc:docMk/>
            <pc:sldMk cId="174403869" sldId="363"/>
            <ac:graphicFrameMk id="3" creationId="{1DEA4453-0315-4BFA-8353-78B040DA5AB1}"/>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1923631138" sldId="364"/>
        </pc:sldMkLst>
        <pc:spChg chg="mod ord">
          <ac:chgData name="Yash Jadhav" userId="535c3d6d-72b8-4f77-8155-55f939173cf2" providerId="ADAL" clId="{F33F88E0-3380-47C4-AFDE-F1AC050ADA82}" dt="2026-01-25T16:06:14.662" v="8413" actId="6264"/>
          <ac:spMkLst>
            <pc:docMk/>
            <pc:sldMk cId="1923631138" sldId="364"/>
            <ac:spMk id="2" creationId="{DA0D6506-F761-4B73-8B23-DAF4D5B619DA}"/>
          </ac:spMkLst>
        </pc:spChg>
        <pc:spChg chg="mod">
          <ac:chgData name="Yash Jadhav" userId="535c3d6d-72b8-4f77-8155-55f939173cf2" providerId="ADAL" clId="{F33F88E0-3380-47C4-AFDE-F1AC050ADA82}" dt="2026-01-25T16:04:08.964" v="5868" actId="790"/>
          <ac:spMkLst>
            <pc:docMk/>
            <pc:sldMk cId="1923631138" sldId="364"/>
            <ac:spMk id="6" creationId="{A924A47F-4B62-4DE6-9D75-233739ED99C1}"/>
          </ac:spMkLst>
        </pc:spChg>
        <pc:spChg chg="mod">
          <ac:chgData name="Yash Jadhav" userId="535c3d6d-72b8-4f77-8155-55f939173cf2" providerId="ADAL" clId="{F33F88E0-3380-47C4-AFDE-F1AC050ADA82}" dt="2026-01-25T16:04:08.966" v="5869" actId="790"/>
          <ac:spMkLst>
            <pc:docMk/>
            <pc:sldMk cId="1923631138" sldId="364"/>
            <ac:spMk id="7" creationId="{B82BB1FD-925F-33AA-F667-F9DBC6FB9627}"/>
          </ac:spMkLst>
        </pc:spChg>
        <pc:spChg chg="add del mod">
          <ac:chgData name="Yash Jadhav" userId="535c3d6d-72b8-4f77-8155-55f939173cf2" providerId="ADAL" clId="{F33F88E0-3380-47C4-AFDE-F1AC050ADA82}" dt="2026-01-25T16:06:14.662" v="8413" actId="6264"/>
          <ac:spMkLst>
            <pc:docMk/>
            <pc:sldMk cId="1923631138" sldId="364"/>
            <ac:spMk id="8" creationId="{5EFF54BB-F847-9A86-4FCC-CEFB786160C2}"/>
          </ac:spMkLst>
        </pc:spChg>
        <pc:graphicFrameChg chg="modGraphic">
          <ac:chgData name="Yash Jadhav" userId="535c3d6d-72b8-4f77-8155-55f939173cf2" providerId="ADAL" clId="{F33F88E0-3380-47C4-AFDE-F1AC050ADA82}" dt="2026-01-25T16:04:08.962" v="5867" actId="790"/>
          <ac:graphicFrameMkLst>
            <pc:docMk/>
            <pc:sldMk cId="1923631138" sldId="364"/>
            <ac:graphicFrameMk id="3" creationId="{46109727-AB21-46C6-BCB5-4D1A9FD02B26}"/>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094143148" sldId="365"/>
        </pc:sldMkLst>
        <pc:spChg chg="mod ord">
          <ac:chgData name="Yash Jadhav" userId="535c3d6d-72b8-4f77-8155-55f939173cf2" providerId="ADAL" clId="{F33F88E0-3380-47C4-AFDE-F1AC050ADA82}" dt="2026-01-25T16:06:14.662" v="8413" actId="6264"/>
          <ac:spMkLst>
            <pc:docMk/>
            <pc:sldMk cId="3094143148" sldId="365"/>
            <ac:spMk id="2" creationId="{0B7E1D4E-CC68-67A4-5650-7560A52FF49C}"/>
          </ac:spMkLst>
        </pc:spChg>
        <pc:spChg chg="mod">
          <ac:chgData name="Yash Jadhav" userId="535c3d6d-72b8-4f77-8155-55f939173cf2" providerId="ADAL" clId="{F33F88E0-3380-47C4-AFDE-F1AC050ADA82}" dt="2026-01-25T16:04:12.986" v="5875" actId="790"/>
          <ac:spMkLst>
            <pc:docMk/>
            <pc:sldMk cId="3094143148" sldId="365"/>
            <ac:spMk id="3" creationId="{514955B1-2E13-FB43-9ACE-D204B0699C5A}"/>
          </ac:spMkLst>
        </pc:spChg>
        <pc:spChg chg="mod">
          <ac:chgData name="Yash Jadhav" userId="535c3d6d-72b8-4f77-8155-55f939173cf2" providerId="ADAL" clId="{F33F88E0-3380-47C4-AFDE-F1AC050ADA82}" dt="2026-01-25T16:04:13.243" v="6045" actId="790"/>
          <ac:spMkLst>
            <pc:docMk/>
            <pc:sldMk cId="3094143148" sldId="365"/>
            <ac:spMk id="8" creationId="{2E9021B6-8AE7-6429-445C-71955AF41934}"/>
          </ac:spMkLst>
        </pc:spChg>
        <pc:spChg chg="mod">
          <ac:chgData name="Yash Jadhav" userId="535c3d6d-72b8-4f77-8155-55f939173cf2" providerId="ADAL" clId="{F33F88E0-3380-47C4-AFDE-F1AC050ADA82}" dt="2026-01-25T16:04:13.246" v="6046" actId="790"/>
          <ac:spMkLst>
            <pc:docMk/>
            <pc:sldMk cId="3094143148" sldId="365"/>
            <ac:spMk id="9" creationId="{ABB2BBA4-FE8E-20B7-F700-C9614558D15F}"/>
          </ac:spMkLst>
        </pc:spChg>
        <pc:spChg chg="mod">
          <ac:chgData name="Yash Jadhav" userId="535c3d6d-72b8-4f77-8155-55f939173cf2" providerId="ADAL" clId="{F33F88E0-3380-47C4-AFDE-F1AC050ADA82}" dt="2026-01-25T16:04:13.248" v="6047" actId="790"/>
          <ac:spMkLst>
            <pc:docMk/>
            <pc:sldMk cId="3094143148" sldId="365"/>
            <ac:spMk id="10" creationId="{3356B08E-4A69-D1F2-6F6D-6BC3F3F3E711}"/>
          </ac:spMkLst>
        </pc:spChg>
        <pc:spChg chg="mod">
          <ac:chgData name="Yash Jadhav" userId="535c3d6d-72b8-4f77-8155-55f939173cf2" providerId="ADAL" clId="{F33F88E0-3380-47C4-AFDE-F1AC050ADA82}" dt="2026-01-25T16:04:13.251" v="6048" actId="790"/>
          <ac:spMkLst>
            <pc:docMk/>
            <pc:sldMk cId="3094143148" sldId="365"/>
            <ac:spMk id="11" creationId="{1ADD0FDA-4246-7C5F-C8F1-1D33B7F08CCB}"/>
          </ac:spMkLst>
        </pc:spChg>
        <pc:spChg chg="mod">
          <ac:chgData name="Yash Jadhav" userId="535c3d6d-72b8-4f77-8155-55f939173cf2" providerId="ADAL" clId="{F33F88E0-3380-47C4-AFDE-F1AC050ADA82}" dt="2026-01-25T16:04:13.253" v="6049" actId="790"/>
          <ac:spMkLst>
            <pc:docMk/>
            <pc:sldMk cId="3094143148" sldId="365"/>
            <ac:spMk id="12" creationId="{05C9B42B-D110-826E-588C-D04EDA897BE7}"/>
          </ac:spMkLst>
        </pc:spChg>
        <pc:spChg chg="mod">
          <ac:chgData name="Yash Jadhav" userId="535c3d6d-72b8-4f77-8155-55f939173cf2" providerId="ADAL" clId="{F33F88E0-3380-47C4-AFDE-F1AC050ADA82}" dt="2026-01-25T16:04:13.255" v="6050" actId="790"/>
          <ac:spMkLst>
            <pc:docMk/>
            <pc:sldMk cId="3094143148" sldId="365"/>
            <ac:spMk id="13" creationId="{18AB3973-3768-7812-3A8D-A76251B77745}"/>
          </ac:spMkLst>
        </pc:spChg>
        <pc:spChg chg="mod">
          <ac:chgData name="Yash Jadhav" userId="535c3d6d-72b8-4f77-8155-55f939173cf2" providerId="ADAL" clId="{F33F88E0-3380-47C4-AFDE-F1AC050ADA82}" dt="2026-01-25T16:04:13.257" v="6051" actId="790"/>
          <ac:spMkLst>
            <pc:docMk/>
            <pc:sldMk cId="3094143148" sldId="365"/>
            <ac:spMk id="14" creationId="{719C9175-5970-09F9-E893-091A7A054181}"/>
          </ac:spMkLst>
        </pc:spChg>
        <pc:spChg chg="mod">
          <ac:chgData name="Yash Jadhav" userId="535c3d6d-72b8-4f77-8155-55f939173cf2" providerId="ADAL" clId="{F33F88E0-3380-47C4-AFDE-F1AC050ADA82}" dt="2026-01-25T16:04:13.260" v="6052" actId="790"/>
          <ac:spMkLst>
            <pc:docMk/>
            <pc:sldMk cId="3094143148" sldId="365"/>
            <ac:spMk id="15" creationId="{70B3BEA2-49C1-6648-47B2-DF764E680BE3}"/>
          </ac:spMkLst>
        </pc:spChg>
        <pc:spChg chg="mod">
          <ac:chgData name="Yash Jadhav" userId="535c3d6d-72b8-4f77-8155-55f939173cf2" providerId="ADAL" clId="{F33F88E0-3380-47C4-AFDE-F1AC050ADA82}" dt="2026-01-25T16:04:13.262" v="6053" actId="790"/>
          <ac:spMkLst>
            <pc:docMk/>
            <pc:sldMk cId="3094143148" sldId="365"/>
            <ac:spMk id="16" creationId="{64EEEEB0-37DA-FB3E-0767-472D2C39B9A4}"/>
          </ac:spMkLst>
        </pc:spChg>
        <pc:spChg chg="mod">
          <ac:chgData name="Yash Jadhav" userId="535c3d6d-72b8-4f77-8155-55f939173cf2" providerId="ADAL" clId="{F33F88E0-3380-47C4-AFDE-F1AC050ADA82}" dt="2026-01-25T16:04:13.264" v="6054" actId="790"/>
          <ac:spMkLst>
            <pc:docMk/>
            <pc:sldMk cId="3094143148" sldId="365"/>
            <ac:spMk id="17" creationId="{5D821913-738B-CC78-A0E6-3CF34659B452}"/>
          </ac:spMkLst>
        </pc:spChg>
        <pc:spChg chg="mod">
          <ac:chgData name="Yash Jadhav" userId="535c3d6d-72b8-4f77-8155-55f939173cf2" providerId="ADAL" clId="{F33F88E0-3380-47C4-AFDE-F1AC050ADA82}" dt="2026-01-25T16:04:13.269" v="6055" actId="790"/>
          <ac:spMkLst>
            <pc:docMk/>
            <pc:sldMk cId="3094143148" sldId="365"/>
            <ac:spMk id="22" creationId="{FE69B9DE-DCC1-A47A-4CE5-882C97A0F108}"/>
          </ac:spMkLst>
        </pc:spChg>
        <pc:spChg chg="add del mod">
          <ac:chgData name="Yash Jadhav" userId="535c3d6d-72b8-4f77-8155-55f939173cf2" providerId="ADAL" clId="{F33F88E0-3380-47C4-AFDE-F1AC050ADA82}" dt="2026-01-25T16:06:14.662" v="8413" actId="6264"/>
          <ac:spMkLst>
            <pc:docMk/>
            <pc:sldMk cId="3094143148" sldId="365"/>
            <ac:spMk id="23" creationId="{5866774A-4BB3-64E6-7738-0AF8C89FC946}"/>
          </ac:spMkLst>
        </pc:spChg>
        <pc:graphicFrameChg chg="modGraphic">
          <ac:chgData name="Yash Jadhav" userId="535c3d6d-72b8-4f77-8155-55f939173cf2" providerId="ADAL" clId="{F33F88E0-3380-47C4-AFDE-F1AC050ADA82}" dt="2026-01-25T16:04:13.241" v="6044" actId="790"/>
          <ac:graphicFrameMkLst>
            <pc:docMk/>
            <pc:sldMk cId="3094143148" sldId="365"/>
            <ac:graphicFrameMk id="4" creationId="{CF74EB38-DF66-C94C-B912-323C7F954FE7}"/>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768359525" sldId="366"/>
        </pc:sldMkLst>
        <pc:spChg chg="mod ord">
          <ac:chgData name="Yash Jadhav" userId="535c3d6d-72b8-4f77-8155-55f939173cf2" providerId="ADAL" clId="{F33F88E0-3380-47C4-AFDE-F1AC050ADA82}" dt="2026-01-25T16:06:14.662" v="8413" actId="6264"/>
          <ac:spMkLst>
            <pc:docMk/>
            <pc:sldMk cId="3768359525" sldId="366"/>
            <ac:spMk id="2" creationId="{937B5FC2-FD60-B345-7C0E-B5BB5F9A66AE}"/>
          </ac:spMkLst>
        </pc:spChg>
        <pc:spChg chg="add del mod">
          <ac:chgData name="Yash Jadhav" userId="535c3d6d-72b8-4f77-8155-55f939173cf2" providerId="ADAL" clId="{F33F88E0-3380-47C4-AFDE-F1AC050ADA82}" dt="2026-01-25T16:06:14.662" v="8413" actId="6264"/>
          <ac:spMkLst>
            <pc:docMk/>
            <pc:sldMk cId="3768359525" sldId="366"/>
            <ac:spMk id="3" creationId="{B0E1F525-F040-4176-2D14-08F0F95A412A}"/>
          </ac:spMkLst>
        </pc:spChg>
        <pc:spChg chg="mod">
          <ac:chgData name="Yash Jadhav" userId="535c3d6d-72b8-4f77-8155-55f939173cf2" providerId="ADAL" clId="{F33F88E0-3380-47C4-AFDE-F1AC050ADA82}" dt="2026-01-25T16:04:15.948" v="6065" actId="790"/>
          <ac:spMkLst>
            <pc:docMk/>
            <pc:sldMk cId="3768359525" sldId="366"/>
            <ac:spMk id="8" creationId="{50FC8AE2-1A8A-FB61-2BAD-6E3BAD3754FE}"/>
          </ac:spMkLst>
        </pc:spChg>
        <pc:spChg chg="mod">
          <ac:chgData name="Yash Jadhav" userId="535c3d6d-72b8-4f77-8155-55f939173cf2" providerId="ADAL" clId="{F33F88E0-3380-47C4-AFDE-F1AC050ADA82}" dt="2026-01-25T16:04:15.951" v="6066" actId="790"/>
          <ac:spMkLst>
            <pc:docMk/>
            <pc:sldMk cId="3768359525" sldId="366"/>
            <ac:spMk id="9" creationId="{46795136-F43C-28A0-F87B-39BAB7BEADB2}"/>
          </ac:spMkLst>
        </pc:spChg>
        <pc:spChg chg="mod">
          <ac:chgData name="Yash Jadhav" userId="535c3d6d-72b8-4f77-8155-55f939173cf2" providerId="ADAL" clId="{F33F88E0-3380-47C4-AFDE-F1AC050ADA82}" dt="2026-01-25T16:04:15.953" v="6067" actId="790"/>
          <ac:spMkLst>
            <pc:docMk/>
            <pc:sldMk cId="3768359525" sldId="366"/>
            <ac:spMk id="10" creationId="{8DCCA24F-1F00-FD36-82B6-B5A3D44B9EF9}"/>
          </ac:spMkLst>
        </pc:spChg>
        <pc:spChg chg="mod">
          <ac:chgData name="Yash Jadhav" userId="535c3d6d-72b8-4f77-8155-55f939173cf2" providerId="ADAL" clId="{F33F88E0-3380-47C4-AFDE-F1AC050ADA82}" dt="2026-01-25T16:04:15.956" v="6068" actId="790"/>
          <ac:spMkLst>
            <pc:docMk/>
            <pc:sldMk cId="3768359525" sldId="366"/>
            <ac:spMk id="11" creationId="{F84587C3-FE64-2466-746A-F41E982374B1}"/>
          </ac:spMkLst>
        </pc:spChg>
        <pc:spChg chg="mod">
          <ac:chgData name="Yash Jadhav" userId="535c3d6d-72b8-4f77-8155-55f939173cf2" providerId="ADAL" clId="{F33F88E0-3380-47C4-AFDE-F1AC050ADA82}" dt="2026-01-25T16:04:15.959" v="6069" actId="790"/>
          <ac:spMkLst>
            <pc:docMk/>
            <pc:sldMk cId="3768359525" sldId="366"/>
            <ac:spMk id="12" creationId="{D7BA4076-BED1-864E-527B-7F96D465E9BA}"/>
          </ac:spMkLst>
        </pc:spChg>
        <pc:spChg chg="mod">
          <ac:chgData name="Yash Jadhav" userId="535c3d6d-72b8-4f77-8155-55f939173cf2" providerId="ADAL" clId="{F33F88E0-3380-47C4-AFDE-F1AC050ADA82}" dt="2026-01-25T16:04:15.962" v="6070" actId="790"/>
          <ac:spMkLst>
            <pc:docMk/>
            <pc:sldMk cId="3768359525" sldId="366"/>
            <ac:spMk id="13" creationId="{A756F006-3716-A868-F8F2-D89C006977FC}"/>
          </ac:spMkLst>
        </pc:spChg>
        <pc:spChg chg="mod">
          <ac:chgData name="Yash Jadhav" userId="535c3d6d-72b8-4f77-8155-55f939173cf2" providerId="ADAL" clId="{F33F88E0-3380-47C4-AFDE-F1AC050ADA82}" dt="2026-01-25T16:04:15.966" v="6071" actId="790"/>
          <ac:spMkLst>
            <pc:docMk/>
            <pc:sldMk cId="3768359525" sldId="366"/>
            <ac:spMk id="14" creationId="{5345BEFC-E955-9A5F-DAC0-B6416820E552}"/>
          </ac:spMkLst>
        </pc:spChg>
        <pc:spChg chg="mod">
          <ac:chgData name="Yash Jadhav" userId="535c3d6d-72b8-4f77-8155-55f939173cf2" providerId="ADAL" clId="{F33F88E0-3380-47C4-AFDE-F1AC050ADA82}" dt="2026-01-25T16:04:15.970" v="6072" actId="790"/>
          <ac:spMkLst>
            <pc:docMk/>
            <pc:sldMk cId="3768359525" sldId="366"/>
            <ac:spMk id="15" creationId="{DA0975DB-385A-F565-98AB-D20D552D058D}"/>
          </ac:spMkLst>
        </pc:spChg>
        <pc:spChg chg="mod">
          <ac:chgData name="Yash Jadhav" userId="535c3d6d-72b8-4f77-8155-55f939173cf2" providerId="ADAL" clId="{F33F88E0-3380-47C4-AFDE-F1AC050ADA82}" dt="2026-01-25T16:04:15.982" v="6077" actId="790"/>
          <ac:spMkLst>
            <pc:docMk/>
            <pc:sldMk cId="3768359525" sldId="366"/>
            <ac:spMk id="30" creationId="{EFAADF86-B5B6-43B3-3D18-7749604871B2}"/>
          </ac:spMkLst>
        </pc:spChg>
        <pc:spChg chg="mod">
          <ac:chgData name="Yash Jadhav" userId="535c3d6d-72b8-4f77-8155-55f939173cf2" providerId="ADAL" clId="{F33F88E0-3380-47C4-AFDE-F1AC050ADA82}" dt="2026-01-25T16:04:15.984" v="6078" actId="790"/>
          <ac:spMkLst>
            <pc:docMk/>
            <pc:sldMk cId="3768359525" sldId="366"/>
            <ac:spMk id="31" creationId="{8DB13AE2-81DF-9D0C-65F6-245D23E21173}"/>
          </ac:spMkLst>
        </pc:spChg>
        <pc:spChg chg="mod">
          <ac:chgData name="Yash Jadhav" userId="535c3d6d-72b8-4f77-8155-55f939173cf2" providerId="ADAL" clId="{F33F88E0-3380-47C4-AFDE-F1AC050ADA82}" dt="2026-01-25T16:04:15.986" v="6079" actId="790"/>
          <ac:spMkLst>
            <pc:docMk/>
            <pc:sldMk cId="3768359525" sldId="366"/>
            <ac:spMk id="32" creationId="{5D7383A8-44B4-B47B-DF88-3FBBB18218CB}"/>
          </ac:spMkLst>
        </pc:spChg>
        <pc:spChg chg="mod">
          <ac:chgData name="Yash Jadhav" userId="535c3d6d-72b8-4f77-8155-55f939173cf2" providerId="ADAL" clId="{F33F88E0-3380-47C4-AFDE-F1AC050ADA82}" dt="2026-01-25T16:04:15.988" v="6080" actId="790"/>
          <ac:spMkLst>
            <pc:docMk/>
            <pc:sldMk cId="3768359525" sldId="366"/>
            <ac:spMk id="33" creationId="{0188CADF-A1E3-8F78-4EC9-560E5C7806F7}"/>
          </ac:spMkLst>
        </pc:spChg>
        <pc:spChg chg="mod">
          <ac:chgData name="Yash Jadhav" userId="535c3d6d-72b8-4f77-8155-55f939173cf2" providerId="ADAL" clId="{F33F88E0-3380-47C4-AFDE-F1AC050ADA82}" dt="2026-01-25T16:04:15.990" v="6081" actId="790"/>
          <ac:spMkLst>
            <pc:docMk/>
            <pc:sldMk cId="3768359525" sldId="366"/>
            <ac:spMk id="34" creationId="{375B4F11-CD88-C1BB-EDE8-194E0E397E19}"/>
          </ac:spMkLst>
        </pc:spChg>
        <pc:spChg chg="mod">
          <ac:chgData name="Yash Jadhav" userId="535c3d6d-72b8-4f77-8155-55f939173cf2" providerId="ADAL" clId="{F33F88E0-3380-47C4-AFDE-F1AC050ADA82}" dt="2026-01-25T16:04:15.991" v="6082" actId="790"/>
          <ac:spMkLst>
            <pc:docMk/>
            <pc:sldMk cId="3768359525" sldId="366"/>
            <ac:spMk id="35" creationId="{86C0E2F2-20C2-5F50-15AD-B0B8AC4CE578}"/>
          </ac:spMkLst>
        </pc:spChg>
        <pc:spChg chg="mod">
          <ac:chgData name="Yash Jadhav" userId="535c3d6d-72b8-4f77-8155-55f939173cf2" providerId="ADAL" clId="{F33F88E0-3380-47C4-AFDE-F1AC050ADA82}" dt="2026-01-25T16:04:15.993" v="6083" actId="790"/>
          <ac:spMkLst>
            <pc:docMk/>
            <pc:sldMk cId="3768359525" sldId="366"/>
            <ac:spMk id="36" creationId="{8204F442-345E-8A55-B9AE-2B1D6E892BA0}"/>
          </ac:spMkLst>
        </pc:spChg>
        <pc:spChg chg="mod">
          <ac:chgData name="Yash Jadhav" userId="535c3d6d-72b8-4f77-8155-55f939173cf2" providerId="ADAL" clId="{F33F88E0-3380-47C4-AFDE-F1AC050ADA82}" dt="2026-01-25T16:04:15.994" v="6084" actId="790"/>
          <ac:spMkLst>
            <pc:docMk/>
            <pc:sldMk cId="3768359525" sldId="366"/>
            <ac:spMk id="37" creationId="{B944884F-E738-96D7-AA61-2975944F5FC3}"/>
          </ac:spMkLst>
        </pc:spChg>
        <pc:spChg chg="mod">
          <ac:chgData name="Yash Jadhav" userId="535c3d6d-72b8-4f77-8155-55f939173cf2" providerId="ADAL" clId="{F33F88E0-3380-47C4-AFDE-F1AC050ADA82}" dt="2026-01-25T16:04:15.996" v="6085" actId="790"/>
          <ac:spMkLst>
            <pc:docMk/>
            <pc:sldMk cId="3768359525" sldId="366"/>
            <ac:spMk id="38" creationId="{2CEB7C8D-C8A7-161D-AF45-1D1E9C6B994F}"/>
          </ac:spMkLst>
        </pc:spChg>
        <pc:spChg chg="mod">
          <ac:chgData name="Yash Jadhav" userId="535c3d6d-72b8-4f77-8155-55f939173cf2" providerId="ADAL" clId="{F33F88E0-3380-47C4-AFDE-F1AC050ADA82}" dt="2026-01-25T16:04:15.997" v="6086" actId="790"/>
          <ac:spMkLst>
            <pc:docMk/>
            <pc:sldMk cId="3768359525" sldId="366"/>
            <ac:spMk id="39" creationId="{E379A99C-F8E7-9CC1-5566-911140BEB53D}"/>
          </ac:spMkLst>
        </pc:spChg>
        <pc:spChg chg="mod">
          <ac:chgData name="Yash Jadhav" userId="535c3d6d-72b8-4f77-8155-55f939173cf2" providerId="ADAL" clId="{F33F88E0-3380-47C4-AFDE-F1AC050ADA82}" dt="2026-01-25T16:04:15.999" v="6087" actId="790"/>
          <ac:spMkLst>
            <pc:docMk/>
            <pc:sldMk cId="3768359525" sldId="366"/>
            <ac:spMk id="40" creationId="{4C232426-0D8A-D811-F6D5-EE32DBE6167F}"/>
          </ac:spMkLst>
        </pc:spChg>
        <pc:spChg chg="mod">
          <ac:chgData name="Yash Jadhav" userId="535c3d6d-72b8-4f77-8155-55f939173cf2" providerId="ADAL" clId="{F33F88E0-3380-47C4-AFDE-F1AC050ADA82}" dt="2026-01-25T16:04:16.001" v="6088" actId="790"/>
          <ac:spMkLst>
            <pc:docMk/>
            <pc:sldMk cId="3768359525" sldId="366"/>
            <ac:spMk id="41" creationId="{A61E5869-9D2B-6DC6-96EA-89228558FF54}"/>
          </ac:spMkLst>
        </pc:spChg>
        <pc:spChg chg="mod">
          <ac:chgData name="Yash Jadhav" userId="535c3d6d-72b8-4f77-8155-55f939173cf2" providerId="ADAL" clId="{F33F88E0-3380-47C4-AFDE-F1AC050ADA82}" dt="2026-01-25T16:04:15.972" v="6073" actId="790"/>
          <ac:spMkLst>
            <pc:docMk/>
            <pc:sldMk cId="3768359525" sldId="366"/>
            <ac:spMk id="42" creationId="{DB4CCBB8-B549-DBB6-EFE7-FCC1BBFD6911}"/>
          </ac:spMkLst>
        </pc:spChg>
        <pc:spChg chg="mod">
          <ac:chgData name="Yash Jadhav" userId="535c3d6d-72b8-4f77-8155-55f939173cf2" providerId="ADAL" clId="{F33F88E0-3380-47C4-AFDE-F1AC050ADA82}" dt="2026-01-25T16:04:15.975" v="6074" actId="790"/>
          <ac:spMkLst>
            <pc:docMk/>
            <pc:sldMk cId="3768359525" sldId="366"/>
            <ac:spMk id="43" creationId="{9F43C4F4-1EC4-047B-2200-90CD0FCEEA09}"/>
          </ac:spMkLst>
        </pc:spChg>
        <pc:spChg chg="mod">
          <ac:chgData name="Yash Jadhav" userId="535c3d6d-72b8-4f77-8155-55f939173cf2" providerId="ADAL" clId="{F33F88E0-3380-47C4-AFDE-F1AC050ADA82}" dt="2026-01-25T16:04:15.977" v="6075" actId="790"/>
          <ac:spMkLst>
            <pc:docMk/>
            <pc:sldMk cId="3768359525" sldId="366"/>
            <ac:spMk id="44" creationId="{6E8A492E-6DD9-A5C7-68BD-DE69149EF93C}"/>
          </ac:spMkLst>
        </pc:spChg>
        <pc:spChg chg="mod">
          <ac:chgData name="Yash Jadhav" userId="535c3d6d-72b8-4f77-8155-55f939173cf2" providerId="ADAL" clId="{F33F88E0-3380-47C4-AFDE-F1AC050ADA82}" dt="2026-01-25T16:04:15.979" v="6076" actId="790"/>
          <ac:spMkLst>
            <pc:docMk/>
            <pc:sldMk cId="3768359525" sldId="366"/>
            <ac:spMk id="45" creationId="{3DA97D28-F0D3-9714-8C83-2E98B93FF6BB}"/>
          </ac:spMkLst>
        </pc:spChg>
        <pc:spChg chg="mod">
          <ac:chgData name="Yash Jadhav" userId="535c3d6d-72b8-4f77-8155-55f939173cf2" providerId="ADAL" clId="{F33F88E0-3380-47C4-AFDE-F1AC050ADA82}" dt="2026-01-25T16:04:15.946" v="6064" actId="790"/>
          <ac:spMkLst>
            <pc:docMk/>
            <pc:sldMk cId="3768359525" sldId="366"/>
            <ac:spMk id="47" creationId="{92B00CE3-43E8-8299-3846-11EEA3971B0E}"/>
          </ac:spMkLst>
        </pc:spChg>
        <pc:spChg chg="mod">
          <ac:chgData name="Yash Jadhav" userId="535c3d6d-72b8-4f77-8155-55f939173cf2" providerId="ADAL" clId="{F33F88E0-3380-47C4-AFDE-F1AC050ADA82}" dt="2026-01-25T16:04:15.944" v="6063" actId="790"/>
          <ac:spMkLst>
            <pc:docMk/>
            <pc:sldMk cId="3768359525" sldId="366"/>
            <ac:spMk id="49" creationId="{BEF00269-9BA4-85B1-C269-73DC3E63EA7C}"/>
          </ac:spMkLst>
        </pc:spChg>
        <pc:spChg chg="mod">
          <ac:chgData name="Yash Jadhav" userId="535c3d6d-72b8-4f77-8155-55f939173cf2" providerId="ADAL" clId="{F33F88E0-3380-47C4-AFDE-F1AC050ADA82}" dt="2026-01-25T16:04:15.942" v="6062" actId="790"/>
          <ac:spMkLst>
            <pc:docMk/>
            <pc:sldMk cId="3768359525" sldId="366"/>
            <ac:spMk id="51" creationId="{BFE7E79F-DAA1-6477-F664-45731D872B08}"/>
          </ac:spMkLst>
        </pc:spChg>
        <pc:spChg chg="mod">
          <ac:chgData name="Yash Jadhav" userId="535c3d6d-72b8-4f77-8155-55f939173cf2" providerId="ADAL" clId="{F33F88E0-3380-47C4-AFDE-F1AC050ADA82}" dt="2026-01-25T16:04:15.939" v="6061" actId="790"/>
          <ac:spMkLst>
            <pc:docMk/>
            <pc:sldMk cId="3768359525" sldId="366"/>
            <ac:spMk id="53" creationId="{C7CBB29F-2AA8-D400-11B9-66A582FBBF92}"/>
          </ac:spMkLst>
        </pc:spChg>
        <pc:spChg chg="mod">
          <ac:chgData name="Yash Jadhav" userId="535c3d6d-72b8-4f77-8155-55f939173cf2" providerId="ADAL" clId="{F33F88E0-3380-47C4-AFDE-F1AC050ADA82}" dt="2026-01-25T16:04:16.003" v="6089" actId="790"/>
          <ac:spMkLst>
            <pc:docMk/>
            <pc:sldMk cId="3768359525" sldId="366"/>
            <ac:spMk id="54" creationId="{8A00FC70-C7F7-6417-FEA1-0AF29C4FB287}"/>
          </ac:spMkLst>
        </pc:spChg>
        <pc:spChg chg="mod">
          <ac:chgData name="Yash Jadhav" userId="535c3d6d-72b8-4f77-8155-55f939173cf2" providerId="ADAL" clId="{F33F88E0-3380-47C4-AFDE-F1AC050ADA82}" dt="2026-01-25T16:04:16.006" v="6090" actId="790"/>
          <ac:spMkLst>
            <pc:docMk/>
            <pc:sldMk cId="3768359525" sldId="366"/>
            <ac:spMk id="56" creationId="{BF155C1F-C7ED-42AF-73E8-B2C180C27EE8}"/>
          </ac:spMkLst>
        </pc:spChg>
        <pc:spChg chg="mod">
          <ac:chgData name="Yash Jadhav" userId="535c3d6d-72b8-4f77-8155-55f939173cf2" providerId="ADAL" clId="{F33F88E0-3380-47C4-AFDE-F1AC050ADA82}" dt="2026-01-25T16:04:16.010" v="6091" actId="790"/>
          <ac:spMkLst>
            <pc:docMk/>
            <pc:sldMk cId="3768359525" sldId="366"/>
            <ac:spMk id="57" creationId="{E1197F60-86B0-CDEF-17E0-7CF2FDD8FC26}"/>
          </ac:spMkLst>
        </pc:spChg>
        <pc:spChg chg="mod">
          <ac:chgData name="Yash Jadhav" userId="535c3d6d-72b8-4f77-8155-55f939173cf2" providerId="ADAL" clId="{F33F88E0-3380-47C4-AFDE-F1AC050ADA82}" dt="2026-01-25T16:04:16.012" v="6092" actId="790"/>
          <ac:spMkLst>
            <pc:docMk/>
            <pc:sldMk cId="3768359525" sldId="366"/>
            <ac:spMk id="58" creationId="{31797C61-5510-D9A7-76C4-87F75388E51D}"/>
          </ac:spMkLst>
        </pc:spChg>
        <pc:spChg chg="mod">
          <ac:chgData name="Yash Jadhav" userId="535c3d6d-72b8-4f77-8155-55f939173cf2" providerId="ADAL" clId="{F33F88E0-3380-47C4-AFDE-F1AC050ADA82}" dt="2026-01-25T16:04:16.013" v="6093" actId="790"/>
          <ac:spMkLst>
            <pc:docMk/>
            <pc:sldMk cId="3768359525" sldId="366"/>
            <ac:spMk id="59" creationId="{CF558882-0AB4-9C23-85A8-544104FA9416}"/>
          </ac:spMkLst>
        </pc:spChg>
        <pc:spChg chg="mod">
          <ac:chgData name="Yash Jadhav" userId="535c3d6d-72b8-4f77-8155-55f939173cf2" providerId="ADAL" clId="{F33F88E0-3380-47C4-AFDE-F1AC050ADA82}" dt="2026-01-25T16:04:16.016" v="6094" actId="790"/>
          <ac:spMkLst>
            <pc:docMk/>
            <pc:sldMk cId="3768359525" sldId="366"/>
            <ac:spMk id="60" creationId="{7D444AAA-A358-4782-AAE8-B5DA0746589C}"/>
          </ac:spMkLst>
        </pc:spChg>
        <pc:spChg chg="mod">
          <ac:chgData name="Yash Jadhav" userId="535c3d6d-72b8-4f77-8155-55f939173cf2" providerId="ADAL" clId="{F33F88E0-3380-47C4-AFDE-F1AC050ADA82}" dt="2026-01-25T16:04:16.019" v="6095" actId="790"/>
          <ac:spMkLst>
            <pc:docMk/>
            <pc:sldMk cId="3768359525" sldId="366"/>
            <ac:spMk id="61" creationId="{4BED1779-C5BB-9CAB-9206-966EEAFA1566}"/>
          </ac:spMkLst>
        </pc:spChg>
        <pc:spChg chg="mod">
          <ac:chgData name="Yash Jadhav" userId="535c3d6d-72b8-4f77-8155-55f939173cf2" providerId="ADAL" clId="{F33F88E0-3380-47C4-AFDE-F1AC050ADA82}" dt="2026-01-25T16:04:16.026" v="6096" actId="790"/>
          <ac:spMkLst>
            <pc:docMk/>
            <pc:sldMk cId="3768359525" sldId="366"/>
            <ac:spMk id="69" creationId="{E5A31FE7-5944-8A21-E385-177329BE963D}"/>
          </ac:spMkLst>
        </pc:spChg>
        <pc:spChg chg="mod">
          <ac:chgData name="Yash Jadhav" userId="535c3d6d-72b8-4f77-8155-55f939173cf2" providerId="ADAL" clId="{F33F88E0-3380-47C4-AFDE-F1AC050ADA82}" dt="2026-01-25T16:04:16.028" v="6097" actId="790"/>
          <ac:spMkLst>
            <pc:docMk/>
            <pc:sldMk cId="3768359525" sldId="366"/>
            <ac:spMk id="70" creationId="{FA5B0AAD-03C6-5101-C60A-4FF33FBFD9B0}"/>
          </ac:spMkLst>
        </pc:spChg>
        <pc:spChg chg="mod">
          <ac:chgData name="Yash Jadhav" userId="535c3d6d-72b8-4f77-8155-55f939173cf2" providerId="ADAL" clId="{F33F88E0-3380-47C4-AFDE-F1AC050ADA82}" dt="2026-01-25T16:04:16.030" v="6098" actId="790"/>
          <ac:spMkLst>
            <pc:docMk/>
            <pc:sldMk cId="3768359525" sldId="366"/>
            <ac:spMk id="71" creationId="{B3B7205C-2DCF-2750-0568-C174299A7B39}"/>
          </ac:spMkLst>
        </pc:spChg>
        <pc:spChg chg="mod">
          <ac:chgData name="Yash Jadhav" userId="535c3d6d-72b8-4f77-8155-55f939173cf2" providerId="ADAL" clId="{F33F88E0-3380-47C4-AFDE-F1AC050ADA82}" dt="2026-01-25T16:04:16.032" v="6099" actId="790"/>
          <ac:spMkLst>
            <pc:docMk/>
            <pc:sldMk cId="3768359525" sldId="366"/>
            <ac:spMk id="72" creationId="{79924C7F-5793-8721-81B5-E705F878F6BD}"/>
          </ac:spMkLst>
        </pc:spChg>
        <pc:spChg chg="mod">
          <ac:chgData name="Yash Jadhav" userId="535c3d6d-72b8-4f77-8155-55f939173cf2" providerId="ADAL" clId="{F33F88E0-3380-47C4-AFDE-F1AC050ADA82}" dt="2026-01-25T16:04:16.034" v="6100" actId="790"/>
          <ac:spMkLst>
            <pc:docMk/>
            <pc:sldMk cId="3768359525" sldId="366"/>
            <ac:spMk id="73" creationId="{D9A37483-9AB9-73D6-4053-E223E673DE08}"/>
          </ac:spMkLst>
        </pc:spChg>
        <pc:spChg chg="mod">
          <ac:chgData name="Yash Jadhav" userId="535c3d6d-72b8-4f77-8155-55f939173cf2" providerId="ADAL" clId="{F33F88E0-3380-47C4-AFDE-F1AC050ADA82}" dt="2026-01-25T16:04:16.039" v="6101" actId="790"/>
          <ac:spMkLst>
            <pc:docMk/>
            <pc:sldMk cId="3768359525" sldId="366"/>
            <ac:spMk id="74" creationId="{C6732DA4-EDE5-2347-A294-41E9C16B20F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21781166" sldId="367"/>
        </pc:sldMkLst>
        <pc:spChg chg="mod ord">
          <ac:chgData name="Yash Jadhav" userId="535c3d6d-72b8-4f77-8155-55f939173cf2" providerId="ADAL" clId="{F33F88E0-3380-47C4-AFDE-F1AC050ADA82}" dt="2026-01-25T16:06:14.662" v="8413" actId="6264"/>
          <ac:spMkLst>
            <pc:docMk/>
            <pc:sldMk cId="3321781166" sldId="367"/>
            <ac:spMk id="2" creationId="{9082F047-ADD6-49F6-3370-C5A3F4AC39F0}"/>
          </ac:spMkLst>
        </pc:spChg>
        <pc:spChg chg="mod">
          <ac:chgData name="Yash Jadhav" userId="535c3d6d-72b8-4f77-8155-55f939173cf2" providerId="ADAL" clId="{F33F88E0-3380-47C4-AFDE-F1AC050ADA82}" dt="2026-01-25T16:04:17.823" v="6107" actId="790"/>
          <ac:spMkLst>
            <pc:docMk/>
            <pc:sldMk cId="3321781166" sldId="367"/>
            <ac:spMk id="3" creationId="{FE0C536E-EB07-77C7-916B-21FE5461AD03}"/>
          </ac:spMkLst>
        </pc:spChg>
        <pc:spChg chg="mod">
          <ac:chgData name="Yash Jadhav" userId="535c3d6d-72b8-4f77-8155-55f939173cf2" providerId="ADAL" clId="{F33F88E0-3380-47C4-AFDE-F1AC050ADA82}" dt="2026-01-25T16:04:17.826" v="6108" actId="790"/>
          <ac:spMkLst>
            <pc:docMk/>
            <pc:sldMk cId="3321781166" sldId="367"/>
            <ac:spMk id="4" creationId="{F3B0527A-3847-48BC-DB87-4F454FB51ACC}"/>
          </ac:spMkLst>
        </pc:spChg>
        <pc:spChg chg="mod">
          <ac:chgData name="Yash Jadhav" userId="535c3d6d-72b8-4f77-8155-55f939173cf2" providerId="ADAL" clId="{F33F88E0-3380-47C4-AFDE-F1AC050ADA82}" dt="2026-01-25T16:04:17.829" v="6109" actId="790"/>
          <ac:spMkLst>
            <pc:docMk/>
            <pc:sldMk cId="3321781166" sldId="367"/>
            <ac:spMk id="5" creationId="{E7DF13EA-E1E2-08F3-67C5-E15C45A52053}"/>
          </ac:spMkLst>
        </pc:spChg>
        <pc:spChg chg="mod">
          <ac:chgData name="Yash Jadhav" userId="535c3d6d-72b8-4f77-8155-55f939173cf2" providerId="ADAL" clId="{F33F88E0-3380-47C4-AFDE-F1AC050ADA82}" dt="2026-01-25T16:04:17.832" v="6110" actId="790"/>
          <ac:spMkLst>
            <pc:docMk/>
            <pc:sldMk cId="3321781166" sldId="367"/>
            <ac:spMk id="6" creationId="{4B464020-B959-3A6B-DB70-74B939B7416B}"/>
          </ac:spMkLst>
        </pc:spChg>
        <pc:spChg chg="mod">
          <ac:chgData name="Yash Jadhav" userId="535c3d6d-72b8-4f77-8155-55f939173cf2" providerId="ADAL" clId="{F33F88E0-3380-47C4-AFDE-F1AC050ADA82}" dt="2026-01-25T16:04:17.836" v="6111" actId="790"/>
          <ac:spMkLst>
            <pc:docMk/>
            <pc:sldMk cId="3321781166" sldId="367"/>
            <ac:spMk id="7" creationId="{4CDE0D3C-6A31-7088-4E72-C808902B4A2B}"/>
          </ac:spMkLst>
        </pc:spChg>
        <pc:spChg chg="add del mod">
          <ac:chgData name="Yash Jadhav" userId="535c3d6d-72b8-4f77-8155-55f939173cf2" providerId="ADAL" clId="{F33F88E0-3380-47C4-AFDE-F1AC050ADA82}" dt="2026-01-25T16:06:14.662" v="8413" actId="6264"/>
          <ac:spMkLst>
            <pc:docMk/>
            <pc:sldMk cId="3321781166" sldId="367"/>
            <ac:spMk id="8" creationId="{22888246-3425-32C0-8EAC-F907F5034C6C}"/>
          </ac:spMkLst>
        </pc:spChg>
        <pc:spChg chg="mod">
          <ac:chgData name="Yash Jadhav" userId="535c3d6d-72b8-4f77-8155-55f939173cf2" providerId="ADAL" clId="{F33F88E0-3380-47C4-AFDE-F1AC050ADA82}" dt="2026-01-25T16:04:17.838" v="6112"/>
          <ac:spMkLst>
            <pc:docMk/>
            <pc:sldMk cId="3321781166" sldId="367"/>
            <ac:spMk id="9" creationId="{FB3C3C11-318B-8C3C-9E4D-192B39401826}"/>
          </ac:spMkLst>
        </pc:spChg>
        <pc:spChg chg="mod">
          <ac:chgData name="Yash Jadhav" userId="535c3d6d-72b8-4f77-8155-55f939173cf2" providerId="ADAL" clId="{F33F88E0-3380-47C4-AFDE-F1AC050ADA82}" dt="2026-01-25T16:04:17.839" v="6113"/>
          <ac:spMkLst>
            <pc:docMk/>
            <pc:sldMk cId="3321781166" sldId="367"/>
            <ac:spMk id="10" creationId="{E49689D7-38AB-0199-CFF0-1E5443B652B4}"/>
          </ac:spMkLst>
        </pc:spChg>
        <pc:spChg chg="mod">
          <ac:chgData name="Yash Jadhav" userId="535c3d6d-72b8-4f77-8155-55f939173cf2" providerId="ADAL" clId="{F33F88E0-3380-47C4-AFDE-F1AC050ADA82}" dt="2026-01-25T16:04:17.840" v="6114"/>
          <ac:spMkLst>
            <pc:docMk/>
            <pc:sldMk cId="3321781166" sldId="367"/>
            <ac:spMk id="11" creationId="{250A320A-DBEB-CC84-BFE0-5F27B264565B}"/>
          </ac:spMkLst>
        </pc:spChg>
        <pc:spChg chg="mod">
          <ac:chgData name="Yash Jadhav" userId="535c3d6d-72b8-4f77-8155-55f939173cf2" providerId="ADAL" clId="{F33F88E0-3380-47C4-AFDE-F1AC050ADA82}" dt="2026-01-25T16:04:17.841" v="6115" actId="790"/>
          <ac:spMkLst>
            <pc:docMk/>
            <pc:sldMk cId="3321781166" sldId="367"/>
            <ac:spMk id="12" creationId="{30C97F35-13F9-2362-D706-DE32C585E230}"/>
          </ac:spMkLst>
        </pc:spChg>
        <pc:spChg chg="mod">
          <ac:chgData name="Yash Jadhav" userId="535c3d6d-72b8-4f77-8155-55f939173cf2" providerId="ADAL" clId="{F33F88E0-3380-47C4-AFDE-F1AC050ADA82}" dt="2026-01-25T16:04:17.843" v="6116"/>
          <ac:spMkLst>
            <pc:docMk/>
            <pc:sldMk cId="3321781166" sldId="367"/>
            <ac:spMk id="13" creationId="{408A9744-602B-7009-AF61-38D9E6AD2B4B}"/>
          </ac:spMkLst>
        </pc:spChg>
        <pc:spChg chg="mod">
          <ac:chgData name="Yash Jadhav" userId="535c3d6d-72b8-4f77-8155-55f939173cf2" providerId="ADAL" clId="{F33F88E0-3380-47C4-AFDE-F1AC050ADA82}" dt="2026-01-25T16:04:17.844" v="6117"/>
          <ac:spMkLst>
            <pc:docMk/>
            <pc:sldMk cId="3321781166" sldId="367"/>
            <ac:spMk id="15" creationId="{0CE4FA55-BAB5-090A-1F67-7FE49A59C446}"/>
          </ac:spMkLst>
        </pc:spChg>
        <pc:spChg chg="mod">
          <ac:chgData name="Yash Jadhav" userId="535c3d6d-72b8-4f77-8155-55f939173cf2" providerId="ADAL" clId="{F33F88E0-3380-47C4-AFDE-F1AC050ADA82}" dt="2026-01-25T16:04:17.844" v="6118"/>
          <ac:spMkLst>
            <pc:docMk/>
            <pc:sldMk cId="3321781166" sldId="367"/>
            <ac:spMk id="16" creationId="{F4034FFF-4056-DD6C-B518-7FA01634A6E1}"/>
          </ac:spMkLst>
        </pc:spChg>
        <pc:spChg chg="mod">
          <ac:chgData name="Yash Jadhav" userId="535c3d6d-72b8-4f77-8155-55f939173cf2" providerId="ADAL" clId="{F33F88E0-3380-47C4-AFDE-F1AC050ADA82}" dt="2026-01-25T16:04:17.845" v="6119"/>
          <ac:spMkLst>
            <pc:docMk/>
            <pc:sldMk cId="3321781166" sldId="367"/>
            <ac:spMk id="17" creationId="{182B13E4-1638-71CE-A795-85C291B5F0CE}"/>
          </ac:spMkLst>
        </pc:spChg>
        <pc:spChg chg="mod">
          <ac:chgData name="Yash Jadhav" userId="535c3d6d-72b8-4f77-8155-55f939173cf2" providerId="ADAL" clId="{F33F88E0-3380-47C4-AFDE-F1AC050ADA82}" dt="2026-01-25T16:04:17.846" v="6120"/>
          <ac:spMkLst>
            <pc:docMk/>
            <pc:sldMk cId="3321781166" sldId="367"/>
            <ac:spMk id="18" creationId="{AE3C44AA-27C6-ED63-629D-F7363464BB84}"/>
          </ac:spMkLst>
        </pc:spChg>
        <pc:spChg chg="mod">
          <ac:chgData name="Yash Jadhav" userId="535c3d6d-72b8-4f77-8155-55f939173cf2" providerId="ADAL" clId="{F33F88E0-3380-47C4-AFDE-F1AC050ADA82}" dt="2026-01-25T16:04:17.847" v="6121"/>
          <ac:spMkLst>
            <pc:docMk/>
            <pc:sldMk cId="3321781166" sldId="367"/>
            <ac:spMk id="19" creationId="{4753C43F-B4E6-AE36-736B-35C1E8F99EEA}"/>
          </ac:spMkLst>
        </pc:spChg>
        <pc:spChg chg="mod">
          <ac:chgData name="Yash Jadhav" userId="535c3d6d-72b8-4f77-8155-55f939173cf2" providerId="ADAL" clId="{F33F88E0-3380-47C4-AFDE-F1AC050ADA82}" dt="2026-01-25T16:04:17.849" v="6122" actId="790"/>
          <ac:spMkLst>
            <pc:docMk/>
            <pc:sldMk cId="3321781166" sldId="367"/>
            <ac:spMk id="20" creationId="{0D691130-D008-FA5C-B0E7-03CA11E3FDD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17871138" sldId="368"/>
        </pc:sldMkLst>
        <pc:spChg chg="mod ord">
          <ac:chgData name="Yash Jadhav" userId="535c3d6d-72b8-4f77-8155-55f939173cf2" providerId="ADAL" clId="{F33F88E0-3380-47C4-AFDE-F1AC050ADA82}" dt="2026-01-25T16:06:14.662" v="8413" actId="6264"/>
          <ac:spMkLst>
            <pc:docMk/>
            <pc:sldMk cId="3917871138" sldId="368"/>
            <ac:spMk id="2" creationId="{00000000-0000-0000-0000-000000000000}"/>
          </ac:spMkLst>
        </pc:spChg>
        <pc:spChg chg="mod">
          <ac:chgData name="Yash Jadhav" userId="535c3d6d-72b8-4f77-8155-55f939173cf2" providerId="ADAL" clId="{F33F88E0-3380-47C4-AFDE-F1AC050ADA82}" dt="2026-01-25T16:04:20.761" v="6127" actId="790"/>
          <ac:spMkLst>
            <pc:docMk/>
            <pc:sldMk cId="3917871138" sldId="368"/>
            <ac:spMk id="3" creationId="{00000000-0000-0000-0000-000000000000}"/>
          </ac:spMkLst>
        </pc:spChg>
        <pc:spChg chg="mod">
          <ac:chgData name="Yash Jadhav" userId="535c3d6d-72b8-4f77-8155-55f939173cf2" providerId="ADAL" clId="{F33F88E0-3380-47C4-AFDE-F1AC050ADA82}" dt="2026-01-25T16:04:20.765" v="6128" actId="790"/>
          <ac:spMkLst>
            <pc:docMk/>
            <pc:sldMk cId="3917871138" sldId="368"/>
            <ac:spMk id="5" creationId="{00000000-0000-0000-0000-000000000000}"/>
          </ac:spMkLst>
        </pc:spChg>
        <pc:spChg chg="mod">
          <ac:chgData name="Yash Jadhav" userId="535c3d6d-72b8-4f77-8155-55f939173cf2" providerId="ADAL" clId="{F33F88E0-3380-47C4-AFDE-F1AC050ADA82}" dt="2026-01-25T16:04:20.773" v="6129" actId="790"/>
          <ac:spMkLst>
            <pc:docMk/>
            <pc:sldMk cId="3917871138" sldId="368"/>
            <ac:spMk id="6" creationId="{00000000-0000-0000-0000-000000000000}"/>
          </ac:spMkLst>
        </pc:spChg>
        <pc:spChg chg="mod">
          <ac:chgData name="Yash Jadhav" userId="535c3d6d-72b8-4f77-8155-55f939173cf2" providerId="ADAL" clId="{F33F88E0-3380-47C4-AFDE-F1AC050ADA82}" dt="2026-01-25T16:04:20.776" v="6130" actId="790"/>
          <ac:spMkLst>
            <pc:docMk/>
            <pc:sldMk cId="3917871138" sldId="368"/>
            <ac:spMk id="7" creationId="{00000000-0000-0000-0000-000000000000}"/>
          </ac:spMkLst>
        </pc:spChg>
        <pc:spChg chg="mod">
          <ac:chgData name="Yash Jadhav" userId="535c3d6d-72b8-4f77-8155-55f939173cf2" providerId="ADAL" clId="{F33F88E0-3380-47C4-AFDE-F1AC050ADA82}" dt="2026-01-25T16:04:20.783" v="6131" actId="790"/>
          <ac:spMkLst>
            <pc:docMk/>
            <pc:sldMk cId="3917871138" sldId="368"/>
            <ac:spMk id="8" creationId="{00000000-0000-0000-0000-000000000000}"/>
          </ac:spMkLst>
        </pc:spChg>
        <pc:spChg chg="mod">
          <ac:chgData name="Yash Jadhav" userId="535c3d6d-72b8-4f77-8155-55f939173cf2" providerId="ADAL" clId="{F33F88E0-3380-47C4-AFDE-F1AC050ADA82}" dt="2026-01-25T16:04:20.790" v="6132" actId="790"/>
          <ac:spMkLst>
            <pc:docMk/>
            <pc:sldMk cId="3917871138" sldId="368"/>
            <ac:spMk id="9" creationId="{00000000-0000-0000-0000-000000000000}"/>
          </ac:spMkLst>
        </pc:spChg>
        <pc:spChg chg="mod">
          <ac:chgData name="Yash Jadhav" userId="535c3d6d-72b8-4f77-8155-55f939173cf2" providerId="ADAL" clId="{F33F88E0-3380-47C4-AFDE-F1AC050ADA82}" dt="2026-01-25T16:04:20.793" v="6133" actId="790"/>
          <ac:spMkLst>
            <pc:docMk/>
            <pc:sldMk cId="3917871138" sldId="368"/>
            <ac:spMk id="10" creationId="{00000000-0000-0000-0000-000000000000}"/>
          </ac:spMkLst>
        </pc:spChg>
        <pc:spChg chg="mod">
          <ac:chgData name="Yash Jadhav" userId="535c3d6d-72b8-4f77-8155-55f939173cf2" providerId="ADAL" clId="{F33F88E0-3380-47C4-AFDE-F1AC050ADA82}" dt="2026-01-25T16:04:20.855" v="6152" actId="790"/>
          <ac:spMkLst>
            <pc:docMk/>
            <pc:sldMk cId="3917871138" sldId="368"/>
            <ac:spMk id="12" creationId="{28917C55-5C79-8CD6-7FEE-B03546F63DF3}"/>
          </ac:spMkLst>
        </pc:spChg>
        <pc:spChg chg="add del mod">
          <ac:chgData name="Yash Jadhav" userId="535c3d6d-72b8-4f77-8155-55f939173cf2" providerId="ADAL" clId="{F33F88E0-3380-47C4-AFDE-F1AC050ADA82}" dt="2026-01-25T16:06:14.662" v="8413" actId="6264"/>
          <ac:spMkLst>
            <pc:docMk/>
            <pc:sldMk cId="3917871138" sldId="368"/>
            <ac:spMk id="13" creationId="{C42B1E6E-9353-3B88-067E-5DDC7397C469}"/>
          </ac:spMkLst>
        </pc:spChg>
        <pc:spChg chg="mod">
          <ac:chgData name="Yash Jadhav" userId="535c3d6d-72b8-4f77-8155-55f939173cf2" providerId="ADAL" clId="{F33F88E0-3380-47C4-AFDE-F1AC050ADA82}" dt="2026-01-25T16:04:20.795" v="6134" actId="790"/>
          <ac:spMkLst>
            <pc:docMk/>
            <pc:sldMk cId="3917871138" sldId="368"/>
            <ac:spMk id="23" creationId="{00000000-0000-0000-0000-000000000000}"/>
          </ac:spMkLst>
        </pc:spChg>
        <pc:spChg chg="mod">
          <ac:chgData name="Yash Jadhav" userId="535c3d6d-72b8-4f77-8155-55f939173cf2" providerId="ADAL" clId="{F33F88E0-3380-47C4-AFDE-F1AC050ADA82}" dt="2026-01-25T16:04:20.798" v="6135" actId="790"/>
          <ac:spMkLst>
            <pc:docMk/>
            <pc:sldMk cId="3917871138" sldId="368"/>
            <ac:spMk id="24" creationId="{00000000-0000-0000-0000-000000000000}"/>
          </ac:spMkLst>
        </pc:spChg>
        <pc:spChg chg="mod">
          <ac:chgData name="Yash Jadhav" userId="535c3d6d-72b8-4f77-8155-55f939173cf2" providerId="ADAL" clId="{F33F88E0-3380-47C4-AFDE-F1AC050ADA82}" dt="2026-01-25T16:04:20.800" v="6136" actId="790"/>
          <ac:spMkLst>
            <pc:docMk/>
            <pc:sldMk cId="3917871138" sldId="368"/>
            <ac:spMk id="26" creationId="{00000000-0000-0000-0000-000000000000}"/>
          </ac:spMkLst>
        </pc:spChg>
        <pc:spChg chg="mod">
          <ac:chgData name="Yash Jadhav" userId="535c3d6d-72b8-4f77-8155-55f939173cf2" providerId="ADAL" clId="{F33F88E0-3380-47C4-AFDE-F1AC050ADA82}" dt="2026-01-25T16:04:20.804" v="6137" actId="790"/>
          <ac:spMkLst>
            <pc:docMk/>
            <pc:sldMk cId="3917871138" sldId="368"/>
            <ac:spMk id="27" creationId="{00000000-0000-0000-0000-000000000000}"/>
          </ac:spMkLst>
        </pc:spChg>
        <pc:spChg chg="mod">
          <ac:chgData name="Yash Jadhav" userId="535c3d6d-72b8-4f77-8155-55f939173cf2" providerId="ADAL" clId="{F33F88E0-3380-47C4-AFDE-F1AC050ADA82}" dt="2026-01-25T16:04:20.807" v="6138" actId="790"/>
          <ac:spMkLst>
            <pc:docMk/>
            <pc:sldMk cId="3917871138" sldId="368"/>
            <ac:spMk id="28" creationId="{00000000-0000-0000-0000-000000000000}"/>
          </ac:spMkLst>
        </pc:spChg>
        <pc:spChg chg="mod">
          <ac:chgData name="Yash Jadhav" userId="535c3d6d-72b8-4f77-8155-55f939173cf2" providerId="ADAL" clId="{F33F88E0-3380-47C4-AFDE-F1AC050ADA82}" dt="2026-01-25T16:04:20.811" v="6139" actId="790"/>
          <ac:spMkLst>
            <pc:docMk/>
            <pc:sldMk cId="3917871138" sldId="368"/>
            <ac:spMk id="29" creationId="{00000000-0000-0000-0000-000000000000}"/>
          </ac:spMkLst>
        </pc:spChg>
        <pc:spChg chg="mod">
          <ac:chgData name="Yash Jadhav" userId="535c3d6d-72b8-4f77-8155-55f939173cf2" providerId="ADAL" clId="{F33F88E0-3380-47C4-AFDE-F1AC050ADA82}" dt="2026-01-25T16:04:20.813" v="6140" actId="790"/>
          <ac:spMkLst>
            <pc:docMk/>
            <pc:sldMk cId="3917871138" sldId="368"/>
            <ac:spMk id="30" creationId="{00000000-0000-0000-0000-000000000000}"/>
          </ac:spMkLst>
        </pc:spChg>
        <pc:spChg chg="mod">
          <ac:chgData name="Yash Jadhav" userId="535c3d6d-72b8-4f77-8155-55f939173cf2" providerId="ADAL" clId="{F33F88E0-3380-47C4-AFDE-F1AC050ADA82}" dt="2026-01-25T16:04:20.818" v="6141" actId="790"/>
          <ac:spMkLst>
            <pc:docMk/>
            <pc:sldMk cId="3917871138" sldId="368"/>
            <ac:spMk id="31" creationId="{00000000-0000-0000-0000-000000000000}"/>
          </ac:spMkLst>
        </pc:spChg>
        <pc:spChg chg="mod">
          <ac:chgData name="Yash Jadhav" userId="535c3d6d-72b8-4f77-8155-55f939173cf2" providerId="ADAL" clId="{F33F88E0-3380-47C4-AFDE-F1AC050ADA82}" dt="2026-01-25T16:04:20.823" v="6142" actId="790"/>
          <ac:spMkLst>
            <pc:docMk/>
            <pc:sldMk cId="3917871138" sldId="368"/>
            <ac:spMk id="32" creationId="{00000000-0000-0000-0000-000000000000}"/>
          </ac:spMkLst>
        </pc:spChg>
        <pc:spChg chg="mod">
          <ac:chgData name="Yash Jadhav" userId="535c3d6d-72b8-4f77-8155-55f939173cf2" providerId="ADAL" clId="{F33F88E0-3380-47C4-AFDE-F1AC050ADA82}" dt="2026-01-25T16:04:20.826" v="6143" actId="790"/>
          <ac:spMkLst>
            <pc:docMk/>
            <pc:sldMk cId="3917871138" sldId="368"/>
            <ac:spMk id="33" creationId="{00000000-0000-0000-0000-000000000000}"/>
          </ac:spMkLst>
        </pc:spChg>
        <pc:spChg chg="mod">
          <ac:chgData name="Yash Jadhav" userId="535c3d6d-72b8-4f77-8155-55f939173cf2" providerId="ADAL" clId="{F33F88E0-3380-47C4-AFDE-F1AC050ADA82}" dt="2026-01-25T16:04:20.829" v="6144" actId="790"/>
          <ac:spMkLst>
            <pc:docMk/>
            <pc:sldMk cId="3917871138" sldId="368"/>
            <ac:spMk id="34" creationId="{00000000-0000-0000-0000-000000000000}"/>
          </ac:spMkLst>
        </pc:spChg>
        <pc:spChg chg="mod">
          <ac:chgData name="Yash Jadhav" userId="535c3d6d-72b8-4f77-8155-55f939173cf2" providerId="ADAL" clId="{F33F88E0-3380-47C4-AFDE-F1AC050ADA82}" dt="2026-01-25T16:04:20.831" v="6145" actId="790"/>
          <ac:spMkLst>
            <pc:docMk/>
            <pc:sldMk cId="3917871138" sldId="368"/>
            <ac:spMk id="35" creationId="{00000000-0000-0000-0000-000000000000}"/>
          </ac:spMkLst>
        </pc:spChg>
        <pc:spChg chg="mod">
          <ac:chgData name="Yash Jadhav" userId="535c3d6d-72b8-4f77-8155-55f939173cf2" providerId="ADAL" clId="{F33F88E0-3380-47C4-AFDE-F1AC050ADA82}" dt="2026-01-25T16:04:20.836" v="6146" actId="790"/>
          <ac:spMkLst>
            <pc:docMk/>
            <pc:sldMk cId="3917871138" sldId="368"/>
            <ac:spMk id="36" creationId="{00000000-0000-0000-0000-000000000000}"/>
          </ac:spMkLst>
        </pc:spChg>
        <pc:spChg chg="mod">
          <ac:chgData name="Yash Jadhav" userId="535c3d6d-72b8-4f77-8155-55f939173cf2" providerId="ADAL" clId="{F33F88E0-3380-47C4-AFDE-F1AC050ADA82}" dt="2026-01-25T16:04:20.840" v="6147" actId="790"/>
          <ac:spMkLst>
            <pc:docMk/>
            <pc:sldMk cId="3917871138" sldId="368"/>
            <ac:spMk id="37" creationId="{00000000-0000-0000-0000-000000000000}"/>
          </ac:spMkLst>
        </pc:spChg>
        <pc:spChg chg="mod">
          <ac:chgData name="Yash Jadhav" userId="535c3d6d-72b8-4f77-8155-55f939173cf2" providerId="ADAL" clId="{F33F88E0-3380-47C4-AFDE-F1AC050ADA82}" dt="2026-01-25T16:04:20.843" v="6148" actId="790"/>
          <ac:spMkLst>
            <pc:docMk/>
            <pc:sldMk cId="3917871138" sldId="368"/>
            <ac:spMk id="38" creationId="{00000000-0000-0000-0000-000000000000}"/>
          </ac:spMkLst>
        </pc:spChg>
        <pc:spChg chg="mod">
          <ac:chgData name="Yash Jadhav" userId="535c3d6d-72b8-4f77-8155-55f939173cf2" providerId="ADAL" clId="{F33F88E0-3380-47C4-AFDE-F1AC050ADA82}" dt="2026-01-25T16:04:20.846" v="6149" actId="790"/>
          <ac:spMkLst>
            <pc:docMk/>
            <pc:sldMk cId="3917871138" sldId="368"/>
            <ac:spMk id="141" creationId="{00000000-0000-0000-0000-000000000000}"/>
          </ac:spMkLst>
        </pc:spChg>
        <pc:spChg chg="mod">
          <ac:chgData name="Yash Jadhav" userId="535c3d6d-72b8-4f77-8155-55f939173cf2" providerId="ADAL" clId="{F33F88E0-3380-47C4-AFDE-F1AC050ADA82}" dt="2026-01-25T16:04:20.849" v="6150" actId="790"/>
          <ac:spMkLst>
            <pc:docMk/>
            <pc:sldMk cId="3917871138" sldId="368"/>
            <ac:spMk id="142" creationId="{00000000-0000-0000-0000-000000000000}"/>
          </ac:spMkLst>
        </pc:spChg>
        <pc:spChg chg="mod">
          <ac:chgData name="Yash Jadhav" userId="535c3d6d-72b8-4f77-8155-55f939173cf2" providerId="ADAL" clId="{F33F88E0-3380-47C4-AFDE-F1AC050ADA82}" dt="2026-01-25T16:04:20.858" v="6153" actId="790"/>
          <ac:spMkLst>
            <pc:docMk/>
            <pc:sldMk cId="3917871138" sldId="368"/>
            <ac:spMk id="143" creationId="{EE3A5508-7C37-BD51-9E29-F1DE1847BDAD}"/>
          </ac:spMkLst>
        </pc:spChg>
        <pc:spChg chg="mod">
          <ac:chgData name="Yash Jadhav" userId="535c3d6d-72b8-4f77-8155-55f939173cf2" providerId="ADAL" clId="{F33F88E0-3380-47C4-AFDE-F1AC050ADA82}" dt="2026-01-25T16:04:20.860" v="6154" actId="790"/>
          <ac:spMkLst>
            <pc:docMk/>
            <pc:sldMk cId="3917871138" sldId="368"/>
            <ac:spMk id="144" creationId="{921FD89A-E3FE-1953-1584-BF37A084E3D7}"/>
          </ac:spMkLst>
        </pc:spChg>
        <pc:spChg chg="mod">
          <ac:chgData name="Yash Jadhav" userId="535c3d6d-72b8-4f77-8155-55f939173cf2" providerId="ADAL" clId="{F33F88E0-3380-47C4-AFDE-F1AC050ADA82}" dt="2026-01-25T16:04:20.862" v="6155" actId="790"/>
          <ac:spMkLst>
            <pc:docMk/>
            <pc:sldMk cId="3917871138" sldId="368"/>
            <ac:spMk id="145" creationId="{3369F807-C950-1C81-00EF-091404793AB9}"/>
          </ac:spMkLst>
        </pc:spChg>
        <pc:spChg chg="mod">
          <ac:chgData name="Yash Jadhav" userId="535c3d6d-72b8-4f77-8155-55f939173cf2" providerId="ADAL" clId="{F33F88E0-3380-47C4-AFDE-F1AC050ADA82}" dt="2026-01-25T16:04:20.866" v="6156" actId="790"/>
          <ac:spMkLst>
            <pc:docMk/>
            <pc:sldMk cId="3917871138" sldId="368"/>
            <ac:spMk id="146" creationId="{200F6ED0-4ECF-5722-3461-B2939A022A6E}"/>
          </ac:spMkLst>
        </pc:spChg>
        <pc:spChg chg="mod">
          <ac:chgData name="Yash Jadhav" userId="535c3d6d-72b8-4f77-8155-55f939173cf2" providerId="ADAL" clId="{F33F88E0-3380-47C4-AFDE-F1AC050ADA82}" dt="2026-01-25T16:04:20.869" v="6157" actId="790"/>
          <ac:spMkLst>
            <pc:docMk/>
            <pc:sldMk cId="3917871138" sldId="368"/>
            <ac:spMk id="147" creationId="{FFC65FDB-4DE0-D9ED-FD7F-BDA0E86082A4}"/>
          </ac:spMkLst>
        </pc:spChg>
        <pc:spChg chg="mod">
          <ac:chgData name="Yash Jadhav" userId="535c3d6d-72b8-4f77-8155-55f939173cf2" providerId="ADAL" clId="{F33F88E0-3380-47C4-AFDE-F1AC050ADA82}" dt="2026-01-25T16:04:20.873" v="6158" actId="790"/>
          <ac:spMkLst>
            <pc:docMk/>
            <pc:sldMk cId="3917871138" sldId="368"/>
            <ac:spMk id="148" creationId="{ECE91C76-6FAE-452A-A88E-C447C00077A0}"/>
          </ac:spMkLst>
        </pc:spChg>
        <pc:spChg chg="mod">
          <ac:chgData name="Yash Jadhav" userId="535c3d6d-72b8-4f77-8155-55f939173cf2" providerId="ADAL" clId="{F33F88E0-3380-47C4-AFDE-F1AC050ADA82}" dt="2026-01-25T16:04:20.875" v="6159" actId="790"/>
          <ac:spMkLst>
            <pc:docMk/>
            <pc:sldMk cId="3917871138" sldId="368"/>
            <ac:spMk id="149" creationId="{A53162A2-A5C1-D440-6A8F-C5482B9F10B9}"/>
          </ac:spMkLst>
        </pc:spChg>
        <pc:spChg chg="mod">
          <ac:chgData name="Yash Jadhav" userId="535c3d6d-72b8-4f77-8155-55f939173cf2" providerId="ADAL" clId="{F33F88E0-3380-47C4-AFDE-F1AC050ADA82}" dt="2026-01-25T16:04:20.878" v="6160" actId="790"/>
          <ac:spMkLst>
            <pc:docMk/>
            <pc:sldMk cId="3917871138" sldId="368"/>
            <ac:spMk id="150" creationId="{9FC48F73-6D23-F97C-DF85-EFF4C32EB0DD}"/>
          </ac:spMkLst>
        </pc:spChg>
        <pc:spChg chg="mod">
          <ac:chgData name="Yash Jadhav" userId="535c3d6d-72b8-4f77-8155-55f939173cf2" providerId="ADAL" clId="{F33F88E0-3380-47C4-AFDE-F1AC050ADA82}" dt="2026-01-25T16:04:20.881" v="6161" actId="790"/>
          <ac:spMkLst>
            <pc:docMk/>
            <pc:sldMk cId="3917871138" sldId="368"/>
            <ac:spMk id="151" creationId="{0C45BC63-68FD-F080-9D16-FA6C77C42581}"/>
          </ac:spMkLst>
        </pc:spChg>
        <pc:spChg chg="mod">
          <ac:chgData name="Yash Jadhav" userId="535c3d6d-72b8-4f77-8155-55f939173cf2" providerId="ADAL" clId="{F33F88E0-3380-47C4-AFDE-F1AC050ADA82}" dt="2026-01-25T16:04:20.885" v="6162" actId="790"/>
          <ac:spMkLst>
            <pc:docMk/>
            <pc:sldMk cId="3917871138" sldId="368"/>
            <ac:spMk id="152" creationId="{7AF673BE-66B3-0E8B-94A9-4DFA55775F35}"/>
          </ac:spMkLst>
        </pc:spChg>
        <pc:spChg chg="mod">
          <ac:chgData name="Yash Jadhav" userId="535c3d6d-72b8-4f77-8155-55f939173cf2" providerId="ADAL" clId="{F33F88E0-3380-47C4-AFDE-F1AC050ADA82}" dt="2026-01-25T16:04:20.888" v="6163" actId="790"/>
          <ac:spMkLst>
            <pc:docMk/>
            <pc:sldMk cId="3917871138" sldId="368"/>
            <ac:spMk id="153" creationId="{3AEA5132-E637-E3A7-164A-850C92A13681}"/>
          </ac:spMkLst>
        </pc:spChg>
        <pc:spChg chg="mod">
          <ac:chgData name="Yash Jadhav" userId="535c3d6d-72b8-4f77-8155-55f939173cf2" providerId="ADAL" clId="{F33F88E0-3380-47C4-AFDE-F1AC050ADA82}" dt="2026-01-25T16:04:20.891" v="6164" actId="790"/>
          <ac:spMkLst>
            <pc:docMk/>
            <pc:sldMk cId="3917871138" sldId="368"/>
            <ac:spMk id="154" creationId="{586BC140-1565-BA84-97F8-E735CBA3F021}"/>
          </ac:spMkLst>
        </pc:spChg>
        <pc:spChg chg="mod">
          <ac:chgData name="Yash Jadhav" userId="535c3d6d-72b8-4f77-8155-55f939173cf2" providerId="ADAL" clId="{F33F88E0-3380-47C4-AFDE-F1AC050ADA82}" dt="2026-01-25T16:04:20.893" v="6165" actId="790"/>
          <ac:spMkLst>
            <pc:docMk/>
            <pc:sldMk cId="3917871138" sldId="368"/>
            <ac:spMk id="155" creationId="{A946C709-2C2C-71AE-8862-46F110DAC69D}"/>
          </ac:spMkLst>
        </pc:spChg>
        <pc:spChg chg="mod">
          <ac:chgData name="Yash Jadhav" userId="535c3d6d-72b8-4f77-8155-55f939173cf2" providerId="ADAL" clId="{F33F88E0-3380-47C4-AFDE-F1AC050ADA82}" dt="2026-01-25T16:04:20.897" v="6166" actId="790"/>
          <ac:spMkLst>
            <pc:docMk/>
            <pc:sldMk cId="3917871138" sldId="368"/>
            <ac:spMk id="156" creationId="{21E5E17E-C7A1-9732-52C6-E5D6C4100D92}"/>
          </ac:spMkLst>
        </pc:spChg>
        <pc:spChg chg="mod">
          <ac:chgData name="Yash Jadhav" userId="535c3d6d-72b8-4f77-8155-55f939173cf2" providerId="ADAL" clId="{F33F88E0-3380-47C4-AFDE-F1AC050ADA82}" dt="2026-01-25T16:04:20.900" v="6167" actId="790"/>
          <ac:spMkLst>
            <pc:docMk/>
            <pc:sldMk cId="3917871138" sldId="368"/>
            <ac:spMk id="157" creationId="{79F9A484-D384-0F6B-1DB8-A46E48946139}"/>
          </ac:spMkLst>
        </pc:spChg>
        <pc:spChg chg="mod">
          <ac:chgData name="Yash Jadhav" userId="535c3d6d-72b8-4f77-8155-55f939173cf2" providerId="ADAL" clId="{F33F88E0-3380-47C4-AFDE-F1AC050ADA82}" dt="2026-01-25T16:04:20.903" v="6168" actId="790"/>
          <ac:spMkLst>
            <pc:docMk/>
            <pc:sldMk cId="3917871138" sldId="368"/>
            <ac:spMk id="158" creationId="{C40305A9-A493-2EED-0B74-F3CAB993AB55}"/>
          </ac:spMkLst>
        </pc:spChg>
        <pc:spChg chg="mod">
          <ac:chgData name="Yash Jadhav" userId="535c3d6d-72b8-4f77-8155-55f939173cf2" providerId="ADAL" clId="{F33F88E0-3380-47C4-AFDE-F1AC050ADA82}" dt="2026-01-25T16:04:20.905" v="6169" actId="790"/>
          <ac:spMkLst>
            <pc:docMk/>
            <pc:sldMk cId="3917871138" sldId="368"/>
            <ac:spMk id="159" creationId="{8A327047-52E4-77E0-9462-9CAF1D43F9D2}"/>
          </ac:spMkLst>
        </pc:spChg>
        <pc:spChg chg="mod">
          <ac:chgData name="Yash Jadhav" userId="535c3d6d-72b8-4f77-8155-55f939173cf2" providerId="ADAL" clId="{F33F88E0-3380-47C4-AFDE-F1AC050ADA82}" dt="2026-01-25T16:04:20.908" v="6170" actId="790"/>
          <ac:spMkLst>
            <pc:docMk/>
            <pc:sldMk cId="3917871138" sldId="368"/>
            <ac:spMk id="160" creationId="{D965F275-AAF6-82E7-D0CA-0396B64CFCED}"/>
          </ac:spMkLst>
        </pc:spChg>
        <pc:spChg chg="mod">
          <ac:chgData name="Yash Jadhav" userId="535c3d6d-72b8-4f77-8155-55f939173cf2" providerId="ADAL" clId="{F33F88E0-3380-47C4-AFDE-F1AC050ADA82}" dt="2026-01-25T16:04:20.912" v="6171" actId="790"/>
          <ac:spMkLst>
            <pc:docMk/>
            <pc:sldMk cId="3917871138" sldId="368"/>
            <ac:spMk id="161" creationId="{A56E4635-407C-207A-92A4-733A1153E2B8}"/>
          </ac:spMkLst>
        </pc:spChg>
        <pc:spChg chg="mod">
          <ac:chgData name="Yash Jadhav" userId="535c3d6d-72b8-4f77-8155-55f939173cf2" providerId="ADAL" clId="{F33F88E0-3380-47C4-AFDE-F1AC050ADA82}" dt="2026-01-25T16:04:20.914" v="6172" actId="790"/>
          <ac:spMkLst>
            <pc:docMk/>
            <pc:sldMk cId="3917871138" sldId="368"/>
            <ac:spMk id="162" creationId="{5A3482D4-AFBB-5C0C-004A-C17D4307E815}"/>
          </ac:spMkLst>
        </pc:spChg>
        <pc:spChg chg="mod">
          <ac:chgData name="Yash Jadhav" userId="535c3d6d-72b8-4f77-8155-55f939173cf2" providerId="ADAL" clId="{F33F88E0-3380-47C4-AFDE-F1AC050ADA82}" dt="2026-01-25T16:04:20.918" v="6173" actId="790"/>
          <ac:spMkLst>
            <pc:docMk/>
            <pc:sldMk cId="3917871138" sldId="368"/>
            <ac:spMk id="163" creationId="{25DA7A9F-A697-6F6D-6908-CE1484EF1778}"/>
          </ac:spMkLst>
        </pc:spChg>
        <pc:spChg chg="mod">
          <ac:chgData name="Yash Jadhav" userId="535c3d6d-72b8-4f77-8155-55f939173cf2" providerId="ADAL" clId="{F33F88E0-3380-47C4-AFDE-F1AC050ADA82}" dt="2026-01-25T16:04:20.921" v="6174" actId="790"/>
          <ac:spMkLst>
            <pc:docMk/>
            <pc:sldMk cId="3917871138" sldId="368"/>
            <ac:spMk id="164" creationId="{4649660A-8365-1410-2269-1488F9EFD060}"/>
          </ac:spMkLst>
        </pc:spChg>
        <pc:spChg chg="mod">
          <ac:chgData name="Yash Jadhav" userId="535c3d6d-72b8-4f77-8155-55f939173cf2" providerId="ADAL" clId="{F33F88E0-3380-47C4-AFDE-F1AC050ADA82}" dt="2026-01-25T16:04:20.923" v="6175" actId="790"/>
          <ac:spMkLst>
            <pc:docMk/>
            <pc:sldMk cId="3917871138" sldId="368"/>
            <ac:spMk id="165" creationId="{2B95730C-4632-0065-262C-632ABF749C0F}"/>
          </ac:spMkLst>
        </pc:spChg>
        <pc:spChg chg="mod">
          <ac:chgData name="Yash Jadhav" userId="535c3d6d-72b8-4f77-8155-55f939173cf2" providerId="ADAL" clId="{F33F88E0-3380-47C4-AFDE-F1AC050ADA82}" dt="2026-01-25T16:04:20.926" v="6176" actId="790"/>
          <ac:spMkLst>
            <pc:docMk/>
            <pc:sldMk cId="3917871138" sldId="368"/>
            <ac:spMk id="166" creationId="{1CE485F9-A66C-7CA8-4064-45B6188C70BB}"/>
          </ac:spMkLst>
        </pc:spChg>
        <pc:spChg chg="mod">
          <ac:chgData name="Yash Jadhav" userId="535c3d6d-72b8-4f77-8155-55f939173cf2" providerId="ADAL" clId="{F33F88E0-3380-47C4-AFDE-F1AC050ADA82}" dt="2026-01-25T16:04:20.930" v="6177" actId="790"/>
          <ac:spMkLst>
            <pc:docMk/>
            <pc:sldMk cId="3917871138" sldId="368"/>
            <ac:spMk id="167" creationId="{7329E67B-BCC1-BF0B-95F7-2022EDD0BA52}"/>
          </ac:spMkLst>
        </pc:spChg>
        <pc:spChg chg="mod">
          <ac:chgData name="Yash Jadhav" userId="535c3d6d-72b8-4f77-8155-55f939173cf2" providerId="ADAL" clId="{F33F88E0-3380-47C4-AFDE-F1AC050ADA82}" dt="2026-01-25T16:04:20.933" v="6178" actId="790"/>
          <ac:spMkLst>
            <pc:docMk/>
            <pc:sldMk cId="3917871138" sldId="368"/>
            <ac:spMk id="168" creationId="{90A4B022-0A18-7A09-F3F7-1C1D69075A61}"/>
          </ac:spMkLst>
        </pc:spChg>
        <pc:spChg chg="mod">
          <ac:chgData name="Yash Jadhav" userId="535c3d6d-72b8-4f77-8155-55f939173cf2" providerId="ADAL" clId="{F33F88E0-3380-47C4-AFDE-F1AC050ADA82}" dt="2026-01-25T16:04:20.936" v="6179" actId="790"/>
          <ac:spMkLst>
            <pc:docMk/>
            <pc:sldMk cId="3917871138" sldId="368"/>
            <ac:spMk id="169" creationId="{7C1DFDEA-2C9C-E92A-11D7-2DDBE9B652E1}"/>
          </ac:spMkLst>
        </pc:spChg>
        <pc:spChg chg="mod">
          <ac:chgData name="Yash Jadhav" userId="535c3d6d-72b8-4f77-8155-55f939173cf2" providerId="ADAL" clId="{F33F88E0-3380-47C4-AFDE-F1AC050ADA82}" dt="2026-01-25T16:04:20.939" v="6180" actId="790"/>
          <ac:spMkLst>
            <pc:docMk/>
            <pc:sldMk cId="3917871138" sldId="368"/>
            <ac:spMk id="170" creationId="{2E6A76F2-F7F6-0A68-3645-4ABFD1FC65FD}"/>
          </ac:spMkLst>
        </pc:spChg>
        <pc:spChg chg="mod">
          <ac:chgData name="Yash Jadhav" userId="535c3d6d-72b8-4f77-8155-55f939173cf2" providerId="ADAL" clId="{F33F88E0-3380-47C4-AFDE-F1AC050ADA82}" dt="2026-01-25T16:04:20.941" v="6181" actId="790"/>
          <ac:spMkLst>
            <pc:docMk/>
            <pc:sldMk cId="3917871138" sldId="368"/>
            <ac:spMk id="171" creationId="{356E68FD-A8F9-EF58-B68D-A205BBEF87FA}"/>
          </ac:spMkLst>
        </pc:spChg>
        <pc:spChg chg="mod">
          <ac:chgData name="Yash Jadhav" userId="535c3d6d-72b8-4f77-8155-55f939173cf2" providerId="ADAL" clId="{F33F88E0-3380-47C4-AFDE-F1AC050ADA82}" dt="2026-01-25T16:04:20.943" v="6182" actId="790"/>
          <ac:spMkLst>
            <pc:docMk/>
            <pc:sldMk cId="3917871138" sldId="368"/>
            <ac:spMk id="172" creationId="{23E71A4C-6CA8-6C65-4845-29BE556BE3D9}"/>
          </ac:spMkLst>
        </pc:spChg>
        <pc:spChg chg="mod">
          <ac:chgData name="Yash Jadhav" userId="535c3d6d-72b8-4f77-8155-55f939173cf2" providerId="ADAL" clId="{F33F88E0-3380-47C4-AFDE-F1AC050ADA82}" dt="2026-01-25T16:04:20.946" v="6183" actId="790"/>
          <ac:spMkLst>
            <pc:docMk/>
            <pc:sldMk cId="3917871138" sldId="368"/>
            <ac:spMk id="173" creationId="{0A16C37F-4593-3216-F480-98C020D080D7}"/>
          </ac:spMkLst>
        </pc:spChg>
        <pc:spChg chg="mod">
          <ac:chgData name="Yash Jadhav" userId="535c3d6d-72b8-4f77-8155-55f939173cf2" providerId="ADAL" clId="{F33F88E0-3380-47C4-AFDE-F1AC050ADA82}" dt="2026-01-25T16:04:20.948" v="6184" actId="790"/>
          <ac:spMkLst>
            <pc:docMk/>
            <pc:sldMk cId="3917871138" sldId="368"/>
            <ac:spMk id="174" creationId="{70A1D418-780D-3B3F-5827-8DB72D190D1F}"/>
          </ac:spMkLst>
        </pc:spChg>
        <pc:spChg chg="mod">
          <ac:chgData name="Yash Jadhav" userId="535c3d6d-72b8-4f77-8155-55f939173cf2" providerId="ADAL" clId="{F33F88E0-3380-47C4-AFDE-F1AC050ADA82}" dt="2026-01-25T16:04:20.952" v="6185" actId="790"/>
          <ac:spMkLst>
            <pc:docMk/>
            <pc:sldMk cId="3917871138" sldId="368"/>
            <ac:spMk id="175" creationId="{29BBED75-DFFD-2479-97BE-91B747CB743F}"/>
          </ac:spMkLst>
        </pc:spChg>
        <pc:spChg chg="mod">
          <ac:chgData name="Yash Jadhav" userId="535c3d6d-72b8-4f77-8155-55f939173cf2" providerId="ADAL" clId="{F33F88E0-3380-47C4-AFDE-F1AC050ADA82}" dt="2026-01-25T16:04:20.955" v="6186" actId="790"/>
          <ac:spMkLst>
            <pc:docMk/>
            <pc:sldMk cId="3917871138" sldId="368"/>
            <ac:spMk id="176" creationId="{4CD86CA4-7D52-A804-5731-0CF13F057E49}"/>
          </ac:spMkLst>
        </pc:spChg>
        <pc:spChg chg="mod">
          <ac:chgData name="Yash Jadhav" userId="535c3d6d-72b8-4f77-8155-55f939173cf2" providerId="ADAL" clId="{F33F88E0-3380-47C4-AFDE-F1AC050ADA82}" dt="2026-01-25T16:04:20.957" v="6187" actId="790"/>
          <ac:spMkLst>
            <pc:docMk/>
            <pc:sldMk cId="3917871138" sldId="368"/>
            <ac:spMk id="177" creationId="{CB87ED4B-FA70-0B69-1276-B77455D293A7}"/>
          </ac:spMkLst>
        </pc:spChg>
        <pc:spChg chg="mod">
          <ac:chgData name="Yash Jadhav" userId="535c3d6d-72b8-4f77-8155-55f939173cf2" providerId="ADAL" clId="{F33F88E0-3380-47C4-AFDE-F1AC050ADA82}" dt="2026-01-25T16:04:20.960" v="6188" actId="790"/>
          <ac:spMkLst>
            <pc:docMk/>
            <pc:sldMk cId="3917871138" sldId="368"/>
            <ac:spMk id="178" creationId="{51E92BFF-F4E1-A606-8381-4536EE71A87B}"/>
          </ac:spMkLst>
        </pc:spChg>
        <pc:spChg chg="mod">
          <ac:chgData name="Yash Jadhav" userId="535c3d6d-72b8-4f77-8155-55f939173cf2" providerId="ADAL" clId="{F33F88E0-3380-47C4-AFDE-F1AC050ADA82}" dt="2026-01-25T16:04:20.963" v="6189" actId="790"/>
          <ac:spMkLst>
            <pc:docMk/>
            <pc:sldMk cId="3917871138" sldId="368"/>
            <ac:spMk id="179" creationId="{4661A331-C901-B631-BB2B-AB8A006531A0}"/>
          </ac:spMkLst>
        </pc:spChg>
        <pc:spChg chg="mod">
          <ac:chgData name="Yash Jadhav" userId="535c3d6d-72b8-4f77-8155-55f939173cf2" providerId="ADAL" clId="{F33F88E0-3380-47C4-AFDE-F1AC050ADA82}" dt="2026-01-25T16:04:20.965" v="6190" actId="790"/>
          <ac:spMkLst>
            <pc:docMk/>
            <pc:sldMk cId="3917871138" sldId="368"/>
            <ac:spMk id="180" creationId="{1E239033-6D2A-D12B-D54E-0C5D741D3D17}"/>
          </ac:spMkLst>
        </pc:spChg>
        <pc:spChg chg="mod">
          <ac:chgData name="Yash Jadhav" userId="535c3d6d-72b8-4f77-8155-55f939173cf2" providerId="ADAL" clId="{F33F88E0-3380-47C4-AFDE-F1AC050ADA82}" dt="2026-01-25T16:04:20.968" v="6191" actId="790"/>
          <ac:spMkLst>
            <pc:docMk/>
            <pc:sldMk cId="3917871138" sldId="368"/>
            <ac:spMk id="181" creationId="{103D28BB-4F60-CA85-A206-8810C15A852C}"/>
          </ac:spMkLst>
        </pc:spChg>
        <pc:spChg chg="mod">
          <ac:chgData name="Yash Jadhav" userId="535c3d6d-72b8-4f77-8155-55f939173cf2" providerId="ADAL" clId="{F33F88E0-3380-47C4-AFDE-F1AC050ADA82}" dt="2026-01-25T16:04:20.971" v="6192" actId="790"/>
          <ac:spMkLst>
            <pc:docMk/>
            <pc:sldMk cId="3917871138" sldId="368"/>
            <ac:spMk id="182" creationId="{30041402-78FF-8123-A754-DDB003B4B3B3}"/>
          </ac:spMkLst>
        </pc:spChg>
        <pc:spChg chg="mod">
          <ac:chgData name="Yash Jadhav" userId="535c3d6d-72b8-4f77-8155-55f939173cf2" providerId="ADAL" clId="{F33F88E0-3380-47C4-AFDE-F1AC050ADA82}" dt="2026-01-25T16:04:20.974" v="6193" actId="790"/>
          <ac:spMkLst>
            <pc:docMk/>
            <pc:sldMk cId="3917871138" sldId="368"/>
            <ac:spMk id="183" creationId="{B4C1DA85-11FB-19B0-784A-17306A28CDC9}"/>
          </ac:spMkLst>
        </pc:spChg>
        <pc:spChg chg="mod">
          <ac:chgData name="Yash Jadhav" userId="535c3d6d-72b8-4f77-8155-55f939173cf2" providerId="ADAL" clId="{F33F88E0-3380-47C4-AFDE-F1AC050ADA82}" dt="2026-01-25T16:04:20.976" v="6194" actId="790"/>
          <ac:spMkLst>
            <pc:docMk/>
            <pc:sldMk cId="3917871138" sldId="368"/>
            <ac:spMk id="184" creationId="{896944EA-098C-8A41-6F87-10EC00B3A06C}"/>
          </ac:spMkLst>
        </pc:spChg>
        <pc:spChg chg="mod">
          <ac:chgData name="Yash Jadhav" userId="535c3d6d-72b8-4f77-8155-55f939173cf2" providerId="ADAL" clId="{F33F88E0-3380-47C4-AFDE-F1AC050ADA82}" dt="2026-01-25T16:04:20.978" v="6195" actId="790"/>
          <ac:spMkLst>
            <pc:docMk/>
            <pc:sldMk cId="3917871138" sldId="368"/>
            <ac:spMk id="185" creationId="{42C3B2DA-BACD-4C13-E612-2710B9942E46}"/>
          </ac:spMkLst>
        </pc:spChg>
        <pc:spChg chg="mod">
          <ac:chgData name="Yash Jadhav" userId="535c3d6d-72b8-4f77-8155-55f939173cf2" providerId="ADAL" clId="{F33F88E0-3380-47C4-AFDE-F1AC050ADA82}" dt="2026-01-25T16:04:20.980" v="6196" actId="790"/>
          <ac:spMkLst>
            <pc:docMk/>
            <pc:sldMk cId="3917871138" sldId="368"/>
            <ac:spMk id="186" creationId="{F01B214B-0597-1FF2-CD0A-671A664BB627}"/>
          </ac:spMkLst>
        </pc:spChg>
        <pc:spChg chg="mod">
          <ac:chgData name="Yash Jadhav" userId="535c3d6d-72b8-4f77-8155-55f939173cf2" providerId="ADAL" clId="{F33F88E0-3380-47C4-AFDE-F1AC050ADA82}" dt="2026-01-25T16:04:20.981" v="6197"/>
          <ac:spMkLst>
            <pc:docMk/>
            <pc:sldMk cId="3917871138" sldId="368"/>
            <ac:spMk id="187" creationId="{154A902B-0379-6280-3342-164CC9DD45D7}"/>
          </ac:spMkLst>
        </pc:spChg>
        <pc:spChg chg="mod">
          <ac:chgData name="Yash Jadhav" userId="535c3d6d-72b8-4f77-8155-55f939173cf2" providerId="ADAL" clId="{F33F88E0-3380-47C4-AFDE-F1AC050ADA82}" dt="2026-01-25T16:04:20.984" v="6198" actId="790"/>
          <ac:spMkLst>
            <pc:docMk/>
            <pc:sldMk cId="3917871138" sldId="368"/>
            <ac:spMk id="188" creationId="{35CAD667-A3B0-1A7D-6CC5-C0BC07E8AC33}"/>
          </ac:spMkLst>
        </pc:spChg>
        <pc:spChg chg="mod">
          <ac:chgData name="Yash Jadhav" userId="535c3d6d-72b8-4f77-8155-55f939173cf2" providerId="ADAL" clId="{F33F88E0-3380-47C4-AFDE-F1AC050ADA82}" dt="2026-01-25T16:04:20.986" v="6199" actId="790"/>
          <ac:spMkLst>
            <pc:docMk/>
            <pc:sldMk cId="3917871138" sldId="368"/>
            <ac:spMk id="189" creationId="{6432AA0B-2DA5-F207-7CF5-E2E0517246B7}"/>
          </ac:spMkLst>
        </pc:spChg>
        <pc:spChg chg="mod">
          <ac:chgData name="Yash Jadhav" userId="535c3d6d-72b8-4f77-8155-55f939173cf2" providerId="ADAL" clId="{F33F88E0-3380-47C4-AFDE-F1AC050ADA82}" dt="2026-01-25T16:04:20.989" v="6200" actId="790"/>
          <ac:spMkLst>
            <pc:docMk/>
            <pc:sldMk cId="3917871138" sldId="368"/>
            <ac:spMk id="190" creationId="{319FBD89-5959-D9B1-FE73-9745636CC8E3}"/>
          </ac:spMkLst>
        </pc:spChg>
        <pc:spChg chg="mod">
          <ac:chgData name="Yash Jadhav" userId="535c3d6d-72b8-4f77-8155-55f939173cf2" providerId="ADAL" clId="{F33F88E0-3380-47C4-AFDE-F1AC050ADA82}" dt="2026-01-25T16:04:20.992" v="6201" actId="790"/>
          <ac:spMkLst>
            <pc:docMk/>
            <pc:sldMk cId="3917871138" sldId="368"/>
            <ac:spMk id="191" creationId="{D29E980E-5899-82C6-9EA4-051F2EC10BE6}"/>
          </ac:spMkLst>
        </pc:spChg>
        <pc:spChg chg="mod">
          <ac:chgData name="Yash Jadhav" userId="535c3d6d-72b8-4f77-8155-55f939173cf2" providerId="ADAL" clId="{F33F88E0-3380-47C4-AFDE-F1AC050ADA82}" dt="2026-01-25T16:04:20.995" v="6202" actId="790"/>
          <ac:spMkLst>
            <pc:docMk/>
            <pc:sldMk cId="3917871138" sldId="368"/>
            <ac:spMk id="193" creationId="{6661A5DA-0EC3-77AC-87B4-92662E96B6FC}"/>
          </ac:spMkLst>
        </pc:spChg>
        <pc:spChg chg="mod">
          <ac:chgData name="Yash Jadhav" userId="535c3d6d-72b8-4f77-8155-55f939173cf2" providerId="ADAL" clId="{F33F88E0-3380-47C4-AFDE-F1AC050ADA82}" dt="2026-01-25T16:04:20.999" v="6203" actId="790"/>
          <ac:spMkLst>
            <pc:docMk/>
            <pc:sldMk cId="3917871138" sldId="368"/>
            <ac:spMk id="194" creationId="{AADE9AFF-F949-E9E1-DF75-6DCD85CD8055}"/>
          </ac:spMkLst>
        </pc:spChg>
        <pc:spChg chg="mod">
          <ac:chgData name="Yash Jadhav" userId="535c3d6d-72b8-4f77-8155-55f939173cf2" providerId="ADAL" clId="{F33F88E0-3380-47C4-AFDE-F1AC050ADA82}" dt="2026-01-25T16:04:21.002" v="6204" actId="790"/>
          <ac:spMkLst>
            <pc:docMk/>
            <pc:sldMk cId="3917871138" sldId="368"/>
            <ac:spMk id="195" creationId="{EF649C23-86D3-0B3B-6F61-0001B04C210E}"/>
          </ac:spMkLst>
        </pc:spChg>
        <pc:spChg chg="mod">
          <ac:chgData name="Yash Jadhav" userId="535c3d6d-72b8-4f77-8155-55f939173cf2" providerId="ADAL" clId="{F33F88E0-3380-47C4-AFDE-F1AC050ADA82}" dt="2026-01-25T16:04:21.006" v="6205" actId="790"/>
          <ac:spMkLst>
            <pc:docMk/>
            <pc:sldMk cId="3917871138" sldId="368"/>
            <ac:spMk id="196" creationId="{621B3760-0AA5-F562-78DA-EA851926F42D}"/>
          </ac:spMkLst>
        </pc:spChg>
        <pc:spChg chg="mod">
          <ac:chgData name="Yash Jadhav" userId="535c3d6d-72b8-4f77-8155-55f939173cf2" providerId="ADAL" clId="{F33F88E0-3380-47C4-AFDE-F1AC050ADA82}" dt="2026-01-25T16:04:21.009" v="6206" actId="790"/>
          <ac:spMkLst>
            <pc:docMk/>
            <pc:sldMk cId="3917871138" sldId="368"/>
            <ac:spMk id="197" creationId="{320BDC72-025A-5612-0BC2-B23387547E81}"/>
          </ac:spMkLst>
        </pc:spChg>
        <pc:spChg chg="mod">
          <ac:chgData name="Yash Jadhav" userId="535c3d6d-72b8-4f77-8155-55f939173cf2" providerId="ADAL" clId="{F33F88E0-3380-47C4-AFDE-F1AC050ADA82}" dt="2026-01-25T16:04:21.011" v="6207" actId="790"/>
          <ac:spMkLst>
            <pc:docMk/>
            <pc:sldMk cId="3917871138" sldId="368"/>
            <ac:spMk id="198" creationId="{C0E2D4EC-F5A8-3F55-BEB4-1C6170796840}"/>
          </ac:spMkLst>
        </pc:spChg>
        <pc:spChg chg="mod">
          <ac:chgData name="Yash Jadhav" userId="535c3d6d-72b8-4f77-8155-55f939173cf2" providerId="ADAL" clId="{F33F88E0-3380-47C4-AFDE-F1AC050ADA82}" dt="2026-01-25T16:04:21.014" v="6208" actId="790"/>
          <ac:spMkLst>
            <pc:docMk/>
            <pc:sldMk cId="3917871138" sldId="368"/>
            <ac:spMk id="199" creationId="{12145380-A1E1-9DB4-96BA-5034877F3F0B}"/>
          </ac:spMkLst>
        </pc:spChg>
        <pc:spChg chg="mod">
          <ac:chgData name="Yash Jadhav" userId="535c3d6d-72b8-4f77-8155-55f939173cf2" providerId="ADAL" clId="{F33F88E0-3380-47C4-AFDE-F1AC050ADA82}" dt="2026-01-25T16:04:21.016" v="6209" actId="790"/>
          <ac:spMkLst>
            <pc:docMk/>
            <pc:sldMk cId="3917871138" sldId="368"/>
            <ac:spMk id="200" creationId="{CDB9CA9D-8A59-1220-DD8B-E3ADDB24D731}"/>
          </ac:spMkLst>
        </pc:spChg>
        <pc:spChg chg="mod">
          <ac:chgData name="Yash Jadhav" userId="535c3d6d-72b8-4f77-8155-55f939173cf2" providerId="ADAL" clId="{F33F88E0-3380-47C4-AFDE-F1AC050ADA82}" dt="2026-01-25T16:04:21.019" v="6210" actId="790"/>
          <ac:spMkLst>
            <pc:docMk/>
            <pc:sldMk cId="3917871138" sldId="368"/>
            <ac:spMk id="201" creationId="{B3A04D9F-B087-BCB1-80E5-AF8D62D2B127}"/>
          </ac:spMkLst>
        </pc:spChg>
        <pc:spChg chg="mod">
          <ac:chgData name="Yash Jadhav" userId="535c3d6d-72b8-4f77-8155-55f939173cf2" providerId="ADAL" clId="{F33F88E0-3380-47C4-AFDE-F1AC050ADA82}" dt="2026-01-25T16:04:21.022" v="6211" actId="790"/>
          <ac:spMkLst>
            <pc:docMk/>
            <pc:sldMk cId="3917871138" sldId="368"/>
            <ac:spMk id="202" creationId="{107A8B45-6831-C764-A0CB-EF4E8590A4FA}"/>
          </ac:spMkLst>
        </pc:spChg>
        <pc:spChg chg="mod">
          <ac:chgData name="Yash Jadhav" userId="535c3d6d-72b8-4f77-8155-55f939173cf2" providerId="ADAL" clId="{F33F88E0-3380-47C4-AFDE-F1AC050ADA82}" dt="2026-01-25T16:04:21.024" v="6212" actId="790"/>
          <ac:spMkLst>
            <pc:docMk/>
            <pc:sldMk cId="3917871138" sldId="368"/>
            <ac:spMk id="203" creationId="{B319A99D-5138-5319-BDE4-DB7DF4B005CD}"/>
          </ac:spMkLst>
        </pc:spChg>
        <pc:spChg chg="mod">
          <ac:chgData name="Yash Jadhav" userId="535c3d6d-72b8-4f77-8155-55f939173cf2" providerId="ADAL" clId="{F33F88E0-3380-47C4-AFDE-F1AC050ADA82}" dt="2026-01-25T16:04:21.027" v="6213" actId="790"/>
          <ac:spMkLst>
            <pc:docMk/>
            <pc:sldMk cId="3917871138" sldId="368"/>
            <ac:spMk id="204" creationId="{B1F3A550-CE53-A70B-CACA-F72ACBE3BC75}"/>
          </ac:spMkLst>
        </pc:spChg>
        <pc:spChg chg="mod">
          <ac:chgData name="Yash Jadhav" userId="535c3d6d-72b8-4f77-8155-55f939173cf2" providerId="ADAL" clId="{F33F88E0-3380-47C4-AFDE-F1AC050ADA82}" dt="2026-01-25T16:04:21.029" v="6214" actId="790"/>
          <ac:spMkLst>
            <pc:docMk/>
            <pc:sldMk cId="3917871138" sldId="368"/>
            <ac:spMk id="205" creationId="{CBCE7C3B-43CF-657C-F958-76D6B5F5109B}"/>
          </ac:spMkLst>
        </pc:spChg>
        <pc:spChg chg="mod">
          <ac:chgData name="Yash Jadhav" userId="535c3d6d-72b8-4f77-8155-55f939173cf2" providerId="ADAL" clId="{F33F88E0-3380-47C4-AFDE-F1AC050ADA82}" dt="2026-01-25T16:04:21.031" v="6215" actId="790"/>
          <ac:spMkLst>
            <pc:docMk/>
            <pc:sldMk cId="3917871138" sldId="368"/>
            <ac:spMk id="206" creationId="{48D7DA54-93B6-23D2-6690-81E03B74A9C7}"/>
          </ac:spMkLst>
        </pc:spChg>
        <pc:spChg chg="mod">
          <ac:chgData name="Yash Jadhav" userId="535c3d6d-72b8-4f77-8155-55f939173cf2" providerId="ADAL" clId="{F33F88E0-3380-47C4-AFDE-F1AC050ADA82}" dt="2026-01-25T16:04:21.035" v="6216" actId="790"/>
          <ac:spMkLst>
            <pc:docMk/>
            <pc:sldMk cId="3917871138" sldId="368"/>
            <ac:spMk id="207" creationId="{23B87910-74A9-0F84-6F2B-A29F24E59BFF}"/>
          </ac:spMkLst>
        </pc:spChg>
        <pc:spChg chg="mod">
          <ac:chgData name="Yash Jadhav" userId="535c3d6d-72b8-4f77-8155-55f939173cf2" providerId="ADAL" clId="{F33F88E0-3380-47C4-AFDE-F1AC050ADA82}" dt="2026-01-25T16:04:21.040" v="6217" actId="790"/>
          <ac:spMkLst>
            <pc:docMk/>
            <pc:sldMk cId="3917871138" sldId="368"/>
            <ac:spMk id="208" creationId="{4A916027-AEA1-FA58-404E-00F8DA472E23}"/>
          </ac:spMkLst>
        </pc:spChg>
        <pc:spChg chg="mod">
          <ac:chgData name="Yash Jadhav" userId="535c3d6d-72b8-4f77-8155-55f939173cf2" providerId="ADAL" clId="{F33F88E0-3380-47C4-AFDE-F1AC050ADA82}" dt="2026-01-25T16:04:21.043" v="6218" actId="790"/>
          <ac:spMkLst>
            <pc:docMk/>
            <pc:sldMk cId="3917871138" sldId="368"/>
            <ac:spMk id="209" creationId="{7EDFDAD8-EC6A-F5D2-701D-F401F6C75DF1}"/>
          </ac:spMkLst>
        </pc:spChg>
        <pc:spChg chg="mod">
          <ac:chgData name="Yash Jadhav" userId="535c3d6d-72b8-4f77-8155-55f939173cf2" providerId="ADAL" clId="{F33F88E0-3380-47C4-AFDE-F1AC050ADA82}" dt="2026-01-25T16:04:21.046" v="6219" actId="790"/>
          <ac:spMkLst>
            <pc:docMk/>
            <pc:sldMk cId="3917871138" sldId="368"/>
            <ac:spMk id="210" creationId="{CB111ECE-42C7-89AD-BA17-DD03D7D7A7F6}"/>
          </ac:spMkLst>
        </pc:spChg>
        <pc:spChg chg="mod">
          <ac:chgData name="Yash Jadhav" userId="535c3d6d-72b8-4f77-8155-55f939173cf2" providerId="ADAL" clId="{F33F88E0-3380-47C4-AFDE-F1AC050ADA82}" dt="2026-01-25T16:04:21.048" v="6220" actId="790"/>
          <ac:spMkLst>
            <pc:docMk/>
            <pc:sldMk cId="3917871138" sldId="368"/>
            <ac:spMk id="211" creationId="{BDC6036D-96CE-F398-4575-AE81111AE74D}"/>
          </ac:spMkLst>
        </pc:spChg>
        <pc:spChg chg="mod">
          <ac:chgData name="Yash Jadhav" userId="535c3d6d-72b8-4f77-8155-55f939173cf2" providerId="ADAL" clId="{F33F88E0-3380-47C4-AFDE-F1AC050ADA82}" dt="2026-01-25T16:04:21.051" v="6221" actId="790"/>
          <ac:spMkLst>
            <pc:docMk/>
            <pc:sldMk cId="3917871138" sldId="368"/>
            <ac:spMk id="212" creationId="{E466B655-48B5-B036-D64D-4CE30DC7F217}"/>
          </ac:spMkLst>
        </pc:spChg>
        <pc:spChg chg="mod">
          <ac:chgData name="Yash Jadhav" userId="535c3d6d-72b8-4f77-8155-55f939173cf2" providerId="ADAL" clId="{F33F88E0-3380-47C4-AFDE-F1AC050ADA82}" dt="2026-01-25T16:04:21.056" v="6222" actId="790"/>
          <ac:spMkLst>
            <pc:docMk/>
            <pc:sldMk cId="3917871138" sldId="368"/>
            <ac:spMk id="213" creationId="{08FE0F8C-FD22-C64F-D2FF-938FC521D1A8}"/>
          </ac:spMkLst>
        </pc:spChg>
        <pc:spChg chg="mod">
          <ac:chgData name="Yash Jadhav" userId="535c3d6d-72b8-4f77-8155-55f939173cf2" providerId="ADAL" clId="{F33F88E0-3380-47C4-AFDE-F1AC050ADA82}" dt="2026-01-25T16:04:21.059" v="6223" actId="790"/>
          <ac:spMkLst>
            <pc:docMk/>
            <pc:sldMk cId="3917871138" sldId="368"/>
            <ac:spMk id="214" creationId="{28DE41D6-73F2-2E82-C237-915699D57E85}"/>
          </ac:spMkLst>
        </pc:spChg>
        <pc:spChg chg="mod">
          <ac:chgData name="Yash Jadhav" userId="535c3d6d-72b8-4f77-8155-55f939173cf2" providerId="ADAL" clId="{F33F88E0-3380-47C4-AFDE-F1AC050ADA82}" dt="2026-01-25T16:04:21.063" v="6224" actId="790"/>
          <ac:spMkLst>
            <pc:docMk/>
            <pc:sldMk cId="3917871138" sldId="368"/>
            <ac:spMk id="215" creationId="{BC1FE8FC-84B4-16CA-5A79-2612704CD5A3}"/>
          </ac:spMkLst>
        </pc:spChg>
        <pc:spChg chg="mod">
          <ac:chgData name="Yash Jadhav" userId="535c3d6d-72b8-4f77-8155-55f939173cf2" providerId="ADAL" clId="{F33F88E0-3380-47C4-AFDE-F1AC050ADA82}" dt="2026-01-25T16:04:21.066" v="6225" actId="790"/>
          <ac:spMkLst>
            <pc:docMk/>
            <pc:sldMk cId="3917871138" sldId="368"/>
            <ac:spMk id="216" creationId="{6382BE8C-D12D-EA54-A0D4-5086A380933F}"/>
          </ac:spMkLst>
        </pc:spChg>
        <pc:spChg chg="mod">
          <ac:chgData name="Yash Jadhav" userId="535c3d6d-72b8-4f77-8155-55f939173cf2" providerId="ADAL" clId="{F33F88E0-3380-47C4-AFDE-F1AC050ADA82}" dt="2026-01-25T16:04:21.070" v="6226" actId="790"/>
          <ac:spMkLst>
            <pc:docMk/>
            <pc:sldMk cId="3917871138" sldId="368"/>
            <ac:spMk id="217" creationId="{7F3613E2-33BE-C7E0-CBE9-0C6F2397A5D7}"/>
          </ac:spMkLst>
        </pc:spChg>
        <pc:spChg chg="mod">
          <ac:chgData name="Yash Jadhav" userId="535c3d6d-72b8-4f77-8155-55f939173cf2" providerId="ADAL" clId="{F33F88E0-3380-47C4-AFDE-F1AC050ADA82}" dt="2026-01-25T16:04:21.072" v="6227" actId="790"/>
          <ac:spMkLst>
            <pc:docMk/>
            <pc:sldMk cId="3917871138" sldId="368"/>
            <ac:spMk id="218" creationId="{F206759A-E0C7-3631-F89D-32F694815E14}"/>
          </ac:spMkLst>
        </pc:spChg>
        <pc:spChg chg="mod">
          <ac:chgData name="Yash Jadhav" userId="535c3d6d-72b8-4f77-8155-55f939173cf2" providerId="ADAL" clId="{F33F88E0-3380-47C4-AFDE-F1AC050ADA82}" dt="2026-01-25T16:04:21.075" v="6228" actId="790"/>
          <ac:spMkLst>
            <pc:docMk/>
            <pc:sldMk cId="3917871138" sldId="368"/>
            <ac:spMk id="219" creationId="{CBE49D66-ED13-F06F-ED6B-812B2C14F9C1}"/>
          </ac:spMkLst>
        </pc:spChg>
        <pc:spChg chg="mod">
          <ac:chgData name="Yash Jadhav" userId="535c3d6d-72b8-4f77-8155-55f939173cf2" providerId="ADAL" clId="{F33F88E0-3380-47C4-AFDE-F1AC050ADA82}" dt="2026-01-25T16:04:21.077" v="6229" actId="790"/>
          <ac:spMkLst>
            <pc:docMk/>
            <pc:sldMk cId="3917871138" sldId="368"/>
            <ac:spMk id="220" creationId="{6B4C2E32-8F0B-5F1A-92EC-5B921C65CA01}"/>
          </ac:spMkLst>
        </pc:spChg>
        <pc:spChg chg="mod">
          <ac:chgData name="Yash Jadhav" userId="535c3d6d-72b8-4f77-8155-55f939173cf2" providerId="ADAL" clId="{F33F88E0-3380-47C4-AFDE-F1AC050ADA82}" dt="2026-01-25T16:04:21.079" v="6230" actId="790"/>
          <ac:spMkLst>
            <pc:docMk/>
            <pc:sldMk cId="3917871138" sldId="368"/>
            <ac:spMk id="221" creationId="{3F4BAC04-C198-D1D6-38E9-E9C827C25E60}"/>
          </ac:spMkLst>
        </pc:spChg>
        <pc:spChg chg="mod">
          <ac:chgData name="Yash Jadhav" userId="535c3d6d-72b8-4f77-8155-55f939173cf2" providerId="ADAL" clId="{F33F88E0-3380-47C4-AFDE-F1AC050ADA82}" dt="2026-01-25T16:04:21.082" v="6231" actId="790"/>
          <ac:spMkLst>
            <pc:docMk/>
            <pc:sldMk cId="3917871138" sldId="368"/>
            <ac:spMk id="222" creationId="{FB4D6A44-1268-6F50-B47C-3A42B121E592}"/>
          </ac:spMkLst>
        </pc:spChg>
        <pc:spChg chg="mod">
          <ac:chgData name="Yash Jadhav" userId="535c3d6d-72b8-4f77-8155-55f939173cf2" providerId="ADAL" clId="{F33F88E0-3380-47C4-AFDE-F1AC050ADA82}" dt="2026-01-25T16:04:21.084" v="6232" actId="790"/>
          <ac:spMkLst>
            <pc:docMk/>
            <pc:sldMk cId="3917871138" sldId="368"/>
            <ac:spMk id="223" creationId="{3CD9C6F7-50AD-9250-5348-873496868657}"/>
          </ac:spMkLst>
        </pc:spChg>
        <pc:spChg chg="mod">
          <ac:chgData name="Yash Jadhav" userId="535c3d6d-72b8-4f77-8155-55f939173cf2" providerId="ADAL" clId="{F33F88E0-3380-47C4-AFDE-F1AC050ADA82}" dt="2026-01-25T16:04:21.087" v="6233" actId="790"/>
          <ac:spMkLst>
            <pc:docMk/>
            <pc:sldMk cId="3917871138" sldId="368"/>
            <ac:spMk id="224" creationId="{A1887EE6-10B2-83B0-1F54-BE2DE8A2AEC0}"/>
          </ac:spMkLst>
        </pc:spChg>
        <pc:spChg chg="mod">
          <ac:chgData name="Yash Jadhav" userId="535c3d6d-72b8-4f77-8155-55f939173cf2" providerId="ADAL" clId="{F33F88E0-3380-47C4-AFDE-F1AC050ADA82}" dt="2026-01-25T16:04:21.089" v="6234" actId="790"/>
          <ac:spMkLst>
            <pc:docMk/>
            <pc:sldMk cId="3917871138" sldId="368"/>
            <ac:spMk id="225" creationId="{8A0FF224-8BF9-666A-50A7-0AD26A24B4CC}"/>
          </ac:spMkLst>
        </pc:spChg>
        <pc:spChg chg="mod">
          <ac:chgData name="Yash Jadhav" userId="535c3d6d-72b8-4f77-8155-55f939173cf2" providerId="ADAL" clId="{F33F88E0-3380-47C4-AFDE-F1AC050ADA82}" dt="2026-01-25T16:04:21.091" v="6235" actId="790"/>
          <ac:spMkLst>
            <pc:docMk/>
            <pc:sldMk cId="3917871138" sldId="368"/>
            <ac:spMk id="226" creationId="{9A1FE915-A840-4F27-6CEE-2FDE9CB8BE79}"/>
          </ac:spMkLst>
        </pc:spChg>
        <pc:spChg chg="mod">
          <ac:chgData name="Yash Jadhav" userId="535c3d6d-72b8-4f77-8155-55f939173cf2" providerId="ADAL" clId="{F33F88E0-3380-47C4-AFDE-F1AC050ADA82}" dt="2026-01-25T16:04:21.094" v="6236" actId="790"/>
          <ac:spMkLst>
            <pc:docMk/>
            <pc:sldMk cId="3917871138" sldId="368"/>
            <ac:spMk id="227" creationId="{81BF8881-9E6C-F26D-E823-3BB9CAB7D8D3}"/>
          </ac:spMkLst>
        </pc:spChg>
        <pc:spChg chg="mod">
          <ac:chgData name="Yash Jadhav" userId="535c3d6d-72b8-4f77-8155-55f939173cf2" providerId="ADAL" clId="{F33F88E0-3380-47C4-AFDE-F1AC050ADA82}" dt="2026-01-25T16:04:21.096" v="6237" actId="790"/>
          <ac:spMkLst>
            <pc:docMk/>
            <pc:sldMk cId="3917871138" sldId="368"/>
            <ac:spMk id="228" creationId="{AC50B47F-020B-DEAF-202E-EC791045B1B4}"/>
          </ac:spMkLst>
        </pc:spChg>
        <pc:spChg chg="mod">
          <ac:chgData name="Yash Jadhav" userId="535c3d6d-72b8-4f77-8155-55f939173cf2" providerId="ADAL" clId="{F33F88E0-3380-47C4-AFDE-F1AC050ADA82}" dt="2026-01-25T16:04:21.098" v="6238" actId="790"/>
          <ac:spMkLst>
            <pc:docMk/>
            <pc:sldMk cId="3917871138" sldId="368"/>
            <ac:spMk id="229" creationId="{87850660-1BA7-4EEF-F765-4E0404241D32}"/>
          </ac:spMkLst>
        </pc:spChg>
        <pc:spChg chg="mod">
          <ac:chgData name="Yash Jadhav" userId="535c3d6d-72b8-4f77-8155-55f939173cf2" providerId="ADAL" clId="{F33F88E0-3380-47C4-AFDE-F1AC050ADA82}" dt="2026-01-25T16:04:21.100" v="6239" actId="790"/>
          <ac:spMkLst>
            <pc:docMk/>
            <pc:sldMk cId="3917871138" sldId="368"/>
            <ac:spMk id="230" creationId="{4CAB6D2B-12C0-7B82-C9FD-DB44CC657A67}"/>
          </ac:spMkLst>
        </pc:spChg>
        <pc:spChg chg="mod">
          <ac:chgData name="Yash Jadhav" userId="535c3d6d-72b8-4f77-8155-55f939173cf2" providerId="ADAL" clId="{F33F88E0-3380-47C4-AFDE-F1AC050ADA82}" dt="2026-01-25T16:04:21.103" v="6240" actId="790"/>
          <ac:spMkLst>
            <pc:docMk/>
            <pc:sldMk cId="3917871138" sldId="368"/>
            <ac:spMk id="231" creationId="{5D2768B5-0BDD-A593-BB98-55F71F20F388}"/>
          </ac:spMkLst>
        </pc:spChg>
        <pc:spChg chg="mod">
          <ac:chgData name="Yash Jadhav" userId="535c3d6d-72b8-4f77-8155-55f939173cf2" providerId="ADAL" clId="{F33F88E0-3380-47C4-AFDE-F1AC050ADA82}" dt="2026-01-25T16:04:21.105" v="6241" actId="790"/>
          <ac:spMkLst>
            <pc:docMk/>
            <pc:sldMk cId="3917871138" sldId="368"/>
            <ac:spMk id="232" creationId="{AF71339F-2927-B679-DE74-FB2A0CB2D0ED}"/>
          </ac:spMkLst>
        </pc:spChg>
        <pc:spChg chg="mod">
          <ac:chgData name="Yash Jadhav" userId="535c3d6d-72b8-4f77-8155-55f939173cf2" providerId="ADAL" clId="{F33F88E0-3380-47C4-AFDE-F1AC050ADA82}" dt="2026-01-25T16:04:21.108" v="6242" actId="790"/>
          <ac:spMkLst>
            <pc:docMk/>
            <pc:sldMk cId="3917871138" sldId="368"/>
            <ac:spMk id="233" creationId="{3F09EBF6-50A0-D5EC-F76C-0DD52B8F9BAC}"/>
          </ac:spMkLst>
        </pc:spChg>
        <pc:spChg chg="mod">
          <ac:chgData name="Yash Jadhav" userId="535c3d6d-72b8-4f77-8155-55f939173cf2" providerId="ADAL" clId="{F33F88E0-3380-47C4-AFDE-F1AC050ADA82}" dt="2026-01-25T16:04:21.110" v="6243" actId="790"/>
          <ac:spMkLst>
            <pc:docMk/>
            <pc:sldMk cId="3917871138" sldId="368"/>
            <ac:spMk id="234" creationId="{B09A3E4E-971B-FC59-77F4-739828654126}"/>
          </ac:spMkLst>
        </pc:spChg>
        <pc:spChg chg="mod">
          <ac:chgData name="Yash Jadhav" userId="535c3d6d-72b8-4f77-8155-55f939173cf2" providerId="ADAL" clId="{F33F88E0-3380-47C4-AFDE-F1AC050ADA82}" dt="2026-01-25T16:04:21.113" v="6244" actId="790"/>
          <ac:spMkLst>
            <pc:docMk/>
            <pc:sldMk cId="3917871138" sldId="368"/>
            <ac:spMk id="235" creationId="{0A4D4614-3F77-A0FE-08E0-FE32710E9319}"/>
          </ac:spMkLst>
        </pc:spChg>
        <pc:spChg chg="mod">
          <ac:chgData name="Yash Jadhav" userId="535c3d6d-72b8-4f77-8155-55f939173cf2" providerId="ADAL" clId="{F33F88E0-3380-47C4-AFDE-F1AC050ADA82}" dt="2026-01-25T16:04:21.116" v="6245" actId="790"/>
          <ac:spMkLst>
            <pc:docMk/>
            <pc:sldMk cId="3917871138" sldId="368"/>
            <ac:spMk id="236" creationId="{5EBA0E42-8988-B0D5-79E9-C279CC19D82B}"/>
          </ac:spMkLst>
        </pc:spChg>
        <pc:spChg chg="mod">
          <ac:chgData name="Yash Jadhav" userId="535c3d6d-72b8-4f77-8155-55f939173cf2" providerId="ADAL" clId="{F33F88E0-3380-47C4-AFDE-F1AC050ADA82}" dt="2026-01-25T16:04:21.118" v="6246" actId="790"/>
          <ac:spMkLst>
            <pc:docMk/>
            <pc:sldMk cId="3917871138" sldId="368"/>
            <ac:spMk id="237" creationId="{D55942A0-C5BD-70B7-F423-5F59126584E1}"/>
          </ac:spMkLst>
        </pc:spChg>
        <pc:spChg chg="mod">
          <ac:chgData name="Yash Jadhav" userId="535c3d6d-72b8-4f77-8155-55f939173cf2" providerId="ADAL" clId="{F33F88E0-3380-47C4-AFDE-F1AC050ADA82}" dt="2026-01-25T16:04:21.120" v="6247" actId="790"/>
          <ac:spMkLst>
            <pc:docMk/>
            <pc:sldMk cId="3917871138" sldId="368"/>
            <ac:spMk id="238" creationId="{9B90C85C-66F9-BA11-F0EE-9389AD4E4D09}"/>
          </ac:spMkLst>
        </pc:spChg>
        <pc:spChg chg="mod">
          <ac:chgData name="Yash Jadhav" userId="535c3d6d-72b8-4f77-8155-55f939173cf2" providerId="ADAL" clId="{F33F88E0-3380-47C4-AFDE-F1AC050ADA82}" dt="2026-01-25T16:04:21.122" v="6248" actId="790"/>
          <ac:spMkLst>
            <pc:docMk/>
            <pc:sldMk cId="3917871138" sldId="368"/>
            <ac:spMk id="239" creationId="{7FF616E6-41BB-6C59-7B0A-053C2258ECEC}"/>
          </ac:spMkLst>
        </pc:spChg>
        <pc:spChg chg="mod">
          <ac:chgData name="Yash Jadhav" userId="535c3d6d-72b8-4f77-8155-55f939173cf2" providerId="ADAL" clId="{F33F88E0-3380-47C4-AFDE-F1AC050ADA82}" dt="2026-01-25T16:04:21.123" v="6249" actId="790"/>
          <ac:spMkLst>
            <pc:docMk/>
            <pc:sldMk cId="3917871138" sldId="368"/>
            <ac:spMk id="240" creationId="{894C4519-9715-51EA-AFC1-89166FE23826}"/>
          </ac:spMkLst>
        </pc:spChg>
        <pc:spChg chg="mod">
          <ac:chgData name="Yash Jadhav" userId="535c3d6d-72b8-4f77-8155-55f939173cf2" providerId="ADAL" clId="{F33F88E0-3380-47C4-AFDE-F1AC050ADA82}" dt="2026-01-25T16:04:21.125" v="6250" actId="790"/>
          <ac:spMkLst>
            <pc:docMk/>
            <pc:sldMk cId="3917871138" sldId="368"/>
            <ac:spMk id="241" creationId="{CB7447B6-668F-1103-D559-CCF34A92BEB9}"/>
          </ac:spMkLst>
        </pc:spChg>
        <pc:spChg chg="mod">
          <ac:chgData name="Yash Jadhav" userId="535c3d6d-72b8-4f77-8155-55f939173cf2" providerId="ADAL" clId="{F33F88E0-3380-47C4-AFDE-F1AC050ADA82}" dt="2026-01-25T16:04:21.128" v="6251" actId="790"/>
          <ac:spMkLst>
            <pc:docMk/>
            <pc:sldMk cId="3917871138" sldId="368"/>
            <ac:spMk id="242" creationId="{272CFAA6-7656-45B6-E20C-389FEB5BD416}"/>
          </ac:spMkLst>
        </pc:spChg>
        <pc:spChg chg="mod">
          <ac:chgData name="Yash Jadhav" userId="535c3d6d-72b8-4f77-8155-55f939173cf2" providerId="ADAL" clId="{F33F88E0-3380-47C4-AFDE-F1AC050ADA82}" dt="2026-01-25T16:04:21.130" v="6252" actId="790"/>
          <ac:spMkLst>
            <pc:docMk/>
            <pc:sldMk cId="3917871138" sldId="368"/>
            <ac:spMk id="244" creationId="{4ECB4653-31F3-A53D-4428-63FC6E5757E7}"/>
          </ac:spMkLst>
        </pc:spChg>
        <pc:spChg chg="mod">
          <ac:chgData name="Yash Jadhav" userId="535c3d6d-72b8-4f77-8155-55f939173cf2" providerId="ADAL" clId="{F33F88E0-3380-47C4-AFDE-F1AC050ADA82}" dt="2026-01-25T16:04:21.132" v="6253" actId="790"/>
          <ac:spMkLst>
            <pc:docMk/>
            <pc:sldMk cId="3917871138" sldId="368"/>
            <ac:spMk id="245" creationId="{85AC29F8-CB11-7B2E-7D70-773113DC8F62}"/>
          </ac:spMkLst>
        </pc:spChg>
        <pc:spChg chg="mod">
          <ac:chgData name="Yash Jadhav" userId="535c3d6d-72b8-4f77-8155-55f939173cf2" providerId="ADAL" clId="{F33F88E0-3380-47C4-AFDE-F1AC050ADA82}" dt="2026-01-25T16:04:21.137" v="6254" actId="790"/>
          <ac:spMkLst>
            <pc:docMk/>
            <pc:sldMk cId="3917871138" sldId="368"/>
            <ac:spMk id="247" creationId="{5FAF8376-3E26-53B5-228C-514BCEC82851}"/>
          </ac:spMkLst>
        </pc:spChg>
        <pc:spChg chg="mod">
          <ac:chgData name="Yash Jadhav" userId="535c3d6d-72b8-4f77-8155-55f939173cf2" providerId="ADAL" clId="{F33F88E0-3380-47C4-AFDE-F1AC050ADA82}" dt="2026-01-25T16:04:21.140" v="6255" actId="790"/>
          <ac:spMkLst>
            <pc:docMk/>
            <pc:sldMk cId="3917871138" sldId="368"/>
            <ac:spMk id="248" creationId="{1DA8DA15-076B-6989-BA6F-8C18B7F822B8}"/>
          </ac:spMkLst>
        </pc:spChg>
        <pc:spChg chg="mod">
          <ac:chgData name="Yash Jadhav" userId="535c3d6d-72b8-4f77-8155-55f939173cf2" providerId="ADAL" clId="{F33F88E0-3380-47C4-AFDE-F1AC050ADA82}" dt="2026-01-25T16:04:21.142" v="6256" actId="790"/>
          <ac:spMkLst>
            <pc:docMk/>
            <pc:sldMk cId="3917871138" sldId="368"/>
            <ac:spMk id="249" creationId="{4EFE4226-3AA9-9907-5425-8A24FED49961}"/>
          </ac:spMkLst>
        </pc:spChg>
        <pc:spChg chg="mod">
          <ac:chgData name="Yash Jadhav" userId="535c3d6d-72b8-4f77-8155-55f939173cf2" providerId="ADAL" clId="{F33F88E0-3380-47C4-AFDE-F1AC050ADA82}" dt="2026-01-25T16:04:21.145" v="6257" actId="790"/>
          <ac:spMkLst>
            <pc:docMk/>
            <pc:sldMk cId="3917871138" sldId="368"/>
            <ac:spMk id="250" creationId="{1793F05B-C565-B085-05E1-8107375B9942}"/>
          </ac:spMkLst>
        </pc:spChg>
        <pc:spChg chg="mod">
          <ac:chgData name="Yash Jadhav" userId="535c3d6d-72b8-4f77-8155-55f939173cf2" providerId="ADAL" clId="{F33F88E0-3380-47C4-AFDE-F1AC050ADA82}" dt="2026-01-25T16:04:21.147" v="6258" actId="790"/>
          <ac:spMkLst>
            <pc:docMk/>
            <pc:sldMk cId="3917871138" sldId="368"/>
            <ac:spMk id="251" creationId="{F4C2279C-5CD0-6A4F-D40D-BB473219D2F2}"/>
          </ac:spMkLst>
        </pc:spChg>
        <pc:spChg chg="mod">
          <ac:chgData name="Yash Jadhav" userId="535c3d6d-72b8-4f77-8155-55f939173cf2" providerId="ADAL" clId="{F33F88E0-3380-47C4-AFDE-F1AC050ADA82}" dt="2026-01-25T16:04:21.148" v="6259" actId="790"/>
          <ac:spMkLst>
            <pc:docMk/>
            <pc:sldMk cId="3917871138" sldId="368"/>
            <ac:spMk id="252" creationId="{7E7AD5F1-C027-9C98-415B-674EFB0A111D}"/>
          </ac:spMkLst>
        </pc:spChg>
        <pc:spChg chg="mod">
          <ac:chgData name="Yash Jadhav" userId="535c3d6d-72b8-4f77-8155-55f939173cf2" providerId="ADAL" clId="{F33F88E0-3380-47C4-AFDE-F1AC050ADA82}" dt="2026-01-25T16:04:21.150" v="6260" actId="790"/>
          <ac:spMkLst>
            <pc:docMk/>
            <pc:sldMk cId="3917871138" sldId="368"/>
            <ac:spMk id="253" creationId="{66E2234D-06D5-2C82-178D-D3E766329B35}"/>
          </ac:spMkLst>
        </pc:spChg>
        <pc:spChg chg="mod">
          <ac:chgData name="Yash Jadhav" userId="535c3d6d-72b8-4f77-8155-55f939173cf2" providerId="ADAL" clId="{F33F88E0-3380-47C4-AFDE-F1AC050ADA82}" dt="2026-01-25T16:04:21.152" v="6261" actId="790"/>
          <ac:spMkLst>
            <pc:docMk/>
            <pc:sldMk cId="3917871138" sldId="368"/>
            <ac:spMk id="254" creationId="{19F7EBFD-23DE-2365-3364-37B1C05C6148}"/>
          </ac:spMkLst>
        </pc:spChg>
        <pc:spChg chg="mod">
          <ac:chgData name="Yash Jadhav" userId="535c3d6d-72b8-4f77-8155-55f939173cf2" providerId="ADAL" clId="{F33F88E0-3380-47C4-AFDE-F1AC050ADA82}" dt="2026-01-25T16:04:21.153" v="6262" actId="790"/>
          <ac:spMkLst>
            <pc:docMk/>
            <pc:sldMk cId="3917871138" sldId="368"/>
            <ac:spMk id="256" creationId="{C476F340-4618-FED6-20FA-5D335FED82A3}"/>
          </ac:spMkLst>
        </pc:spChg>
        <pc:spChg chg="mod">
          <ac:chgData name="Yash Jadhav" userId="535c3d6d-72b8-4f77-8155-55f939173cf2" providerId="ADAL" clId="{F33F88E0-3380-47C4-AFDE-F1AC050ADA82}" dt="2026-01-25T16:04:21.155" v="6263" actId="790"/>
          <ac:spMkLst>
            <pc:docMk/>
            <pc:sldMk cId="3917871138" sldId="368"/>
            <ac:spMk id="257" creationId="{C83E1A7A-CE55-C489-4224-89DFA20CCBCE}"/>
          </ac:spMkLst>
        </pc:spChg>
        <pc:spChg chg="mod">
          <ac:chgData name="Yash Jadhav" userId="535c3d6d-72b8-4f77-8155-55f939173cf2" providerId="ADAL" clId="{F33F88E0-3380-47C4-AFDE-F1AC050ADA82}" dt="2026-01-25T16:04:21.156" v="6264" actId="790"/>
          <ac:spMkLst>
            <pc:docMk/>
            <pc:sldMk cId="3917871138" sldId="368"/>
            <ac:spMk id="258" creationId="{25419A0E-697D-1F76-5728-E9E2223749B5}"/>
          </ac:spMkLst>
        </pc:spChg>
        <pc:spChg chg="mod">
          <ac:chgData name="Yash Jadhav" userId="535c3d6d-72b8-4f77-8155-55f939173cf2" providerId="ADAL" clId="{F33F88E0-3380-47C4-AFDE-F1AC050ADA82}" dt="2026-01-25T16:04:21.158" v="6265" actId="790"/>
          <ac:spMkLst>
            <pc:docMk/>
            <pc:sldMk cId="3917871138" sldId="368"/>
            <ac:spMk id="259" creationId="{0A14868D-3965-731E-22C1-FB1AE16B9257}"/>
          </ac:spMkLst>
        </pc:spChg>
        <pc:spChg chg="mod">
          <ac:chgData name="Yash Jadhav" userId="535c3d6d-72b8-4f77-8155-55f939173cf2" providerId="ADAL" clId="{F33F88E0-3380-47C4-AFDE-F1AC050ADA82}" dt="2026-01-25T16:04:21.160" v="6266" actId="790"/>
          <ac:spMkLst>
            <pc:docMk/>
            <pc:sldMk cId="3917871138" sldId="368"/>
            <ac:spMk id="260" creationId="{19418388-4955-2252-A023-A27812E085A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67568953" sldId="369"/>
        </pc:sldMkLst>
        <pc:spChg chg="mod ord">
          <ac:chgData name="Yash Jadhav" userId="535c3d6d-72b8-4f77-8155-55f939173cf2" providerId="ADAL" clId="{F33F88E0-3380-47C4-AFDE-F1AC050ADA82}" dt="2026-01-25T16:06:14.662" v="8413" actId="6264"/>
          <ac:spMkLst>
            <pc:docMk/>
            <pc:sldMk cId="1567568953" sldId="3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67568953" sldId="369"/>
            <ac:spMk id="3" creationId="{B6017F61-729D-885D-C17D-81ECB57ADA2C}"/>
          </ac:spMkLst>
        </pc:spChg>
        <pc:spChg chg="mod">
          <ac:chgData name="Yash Jadhav" userId="535c3d6d-72b8-4f77-8155-55f939173cf2" providerId="ADAL" clId="{F33F88E0-3380-47C4-AFDE-F1AC050ADA82}" dt="2026-01-25T16:04:22.480" v="6272" actId="790"/>
          <ac:spMkLst>
            <pc:docMk/>
            <pc:sldMk cId="1567568953" sldId="369"/>
            <ac:spMk id="4" creationId="{00000000-0000-0000-0000-000000000000}"/>
          </ac:spMkLst>
        </pc:spChg>
        <pc:spChg chg="mod">
          <ac:chgData name="Yash Jadhav" userId="535c3d6d-72b8-4f77-8155-55f939173cf2" providerId="ADAL" clId="{F33F88E0-3380-47C4-AFDE-F1AC050ADA82}" dt="2026-01-25T16:04:22.506" v="6283" actId="790"/>
          <ac:spMkLst>
            <pc:docMk/>
            <pc:sldMk cId="1567568953" sldId="369"/>
            <ac:spMk id="6" creationId="{00000000-0000-0000-0000-000000000000}"/>
          </ac:spMkLst>
        </pc:spChg>
        <pc:spChg chg="mod">
          <ac:chgData name="Yash Jadhav" userId="535c3d6d-72b8-4f77-8155-55f939173cf2" providerId="ADAL" clId="{F33F88E0-3380-47C4-AFDE-F1AC050ADA82}" dt="2026-01-25T16:04:22.509" v="6284" actId="790"/>
          <ac:spMkLst>
            <pc:docMk/>
            <pc:sldMk cId="1567568953" sldId="369"/>
            <ac:spMk id="7" creationId="{00000000-0000-0000-0000-000000000000}"/>
          </ac:spMkLst>
        </pc:spChg>
        <pc:spChg chg="mod">
          <ac:chgData name="Yash Jadhav" userId="535c3d6d-72b8-4f77-8155-55f939173cf2" providerId="ADAL" clId="{F33F88E0-3380-47C4-AFDE-F1AC050ADA82}" dt="2026-01-25T16:04:22.483" v="6273" actId="790"/>
          <ac:spMkLst>
            <pc:docMk/>
            <pc:sldMk cId="1567568953" sldId="369"/>
            <ac:spMk id="9" creationId="{00000000-0000-0000-0000-000000000000}"/>
          </ac:spMkLst>
        </pc:spChg>
        <pc:spChg chg="mod">
          <ac:chgData name="Yash Jadhav" userId="535c3d6d-72b8-4f77-8155-55f939173cf2" providerId="ADAL" clId="{F33F88E0-3380-47C4-AFDE-F1AC050ADA82}" dt="2026-01-25T16:04:22.486" v="6274" actId="790"/>
          <ac:spMkLst>
            <pc:docMk/>
            <pc:sldMk cId="1567568953" sldId="369"/>
            <ac:spMk id="10" creationId="{00000000-0000-0000-0000-000000000000}"/>
          </ac:spMkLst>
        </pc:spChg>
        <pc:spChg chg="mod">
          <ac:chgData name="Yash Jadhav" userId="535c3d6d-72b8-4f77-8155-55f939173cf2" providerId="ADAL" clId="{F33F88E0-3380-47C4-AFDE-F1AC050ADA82}" dt="2026-01-25T16:04:22.489" v="6275" actId="790"/>
          <ac:spMkLst>
            <pc:docMk/>
            <pc:sldMk cId="1567568953" sldId="369"/>
            <ac:spMk id="12" creationId="{00000000-0000-0000-0000-000000000000}"/>
          </ac:spMkLst>
        </pc:spChg>
        <pc:spChg chg="mod">
          <ac:chgData name="Yash Jadhav" userId="535c3d6d-72b8-4f77-8155-55f939173cf2" providerId="ADAL" clId="{F33F88E0-3380-47C4-AFDE-F1AC050ADA82}" dt="2026-01-25T16:04:22.491" v="6276" actId="790"/>
          <ac:spMkLst>
            <pc:docMk/>
            <pc:sldMk cId="1567568953" sldId="369"/>
            <ac:spMk id="13" creationId="{00000000-0000-0000-0000-000000000000}"/>
          </ac:spMkLst>
        </pc:spChg>
        <pc:spChg chg="mod">
          <ac:chgData name="Yash Jadhav" userId="535c3d6d-72b8-4f77-8155-55f939173cf2" providerId="ADAL" clId="{F33F88E0-3380-47C4-AFDE-F1AC050ADA82}" dt="2026-01-25T16:04:22.493" v="6277" actId="790"/>
          <ac:spMkLst>
            <pc:docMk/>
            <pc:sldMk cId="1567568953" sldId="369"/>
            <ac:spMk id="15" creationId="{00000000-0000-0000-0000-000000000000}"/>
          </ac:spMkLst>
        </pc:spChg>
        <pc:spChg chg="mod">
          <ac:chgData name="Yash Jadhav" userId="535c3d6d-72b8-4f77-8155-55f939173cf2" providerId="ADAL" clId="{F33F88E0-3380-47C4-AFDE-F1AC050ADA82}" dt="2026-01-25T16:04:22.495" v="6278" actId="790"/>
          <ac:spMkLst>
            <pc:docMk/>
            <pc:sldMk cId="1567568953" sldId="369"/>
            <ac:spMk id="16" creationId="{00000000-0000-0000-0000-000000000000}"/>
          </ac:spMkLst>
        </pc:spChg>
        <pc:spChg chg="mod">
          <ac:chgData name="Yash Jadhav" userId="535c3d6d-72b8-4f77-8155-55f939173cf2" providerId="ADAL" clId="{F33F88E0-3380-47C4-AFDE-F1AC050ADA82}" dt="2026-01-25T16:04:22.497" v="6279" actId="790"/>
          <ac:spMkLst>
            <pc:docMk/>
            <pc:sldMk cId="1567568953" sldId="369"/>
            <ac:spMk id="18" creationId="{00000000-0000-0000-0000-000000000000}"/>
          </ac:spMkLst>
        </pc:spChg>
        <pc:spChg chg="mod">
          <ac:chgData name="Yash Jadhav" userId="535c3d6d-72b8-4f77-8155-55f939173cf2" providerId="ADAL" clId="{F33F88E0-3380-47C4-AFDE-F1AC050ADA82}" dt="2026-01-25T16:04:22.500" v="6280" actId="790"/>
          <ac:spMkLst>
            <pc:docMk/>
            <pc:sldMk cId="1567568953" sldId="369"/>
            <ac:spMk id="19" creationId="{00000000-0000-0000-0000-000000000000}"/>
          </ac:spMkLst>
        </pc:spChg>
        <pc:spChg chg="mod">
          <ac:chgData name="Yash Jadhav" userId="535c3d6d-72b8-4f77-8155-55f939173cf2" providerId="ADAL" clId="{F33F88E0-3380-47C4-AFDE-F1AC050ADA82}" dt="2026-01-25T16:04:22.502" v="6281" actId="790"/>
          <ac:spMkLst>
            <pc:docMk/>
            <pc:sldMk cId="1567568953" sldId="369"/>
            <ac:spMk id="21" creationId="{00000000-0000-0000-0000-000000000000}"/>
          </ac:spMkLst>
        </pc:spChg>
        <pc:spChg chg="mod">
          <ac:chgData name="Yash Jadhav" userId="535c3d6d-72b8-4f77-8155-55f939173cf2" providerId="ADAL" clId="{F33F88E0-3380-47C4-AFDE-F1AC050ADA82}" dt="2026-01-25T16:04:22.504" v="6282" actId="790"/>
          <ac:spMkLst>
            <pc:docMk/>
            <pc:sldMk cId="1567568953" sldId="369"/>
            <ac:spMk id="22" creationId="{00000000-0000-0000-0000-000000000000}"/>
          </ac:spMkLst>
        </pc:spChg>
        <pc:spChg chg="mod">
          <ac:chgData name="Yash Jadhav" userId="535c3d6d-72b8-4f77-8155-55f939173cf2" providerId="ADAL" clId="{F33F88E0-3380-47C4-AFDE-F1AC050ADA82}" dt="2026-01-25T16:04:22.511" v="6285" actId="790"/>
          <ac:spMkLst>
            <pc:docMk/>
            <pc:sldMk cId="1567568953" sldId="369"/>
            <ac:spMk id="23" creationId="{00000000-0000-0000-0000-000000000000}"/>
          </ac:spMkLst>
        </pc:spChg>
        <pc:spChg chg="mod">
          <ac:chgData name="Yash Jadhav" userId="535c3d6d-72b8-4f77-8155-55f939173cf2" providerId="ADAL" clId="{F33F88E0-3380-47C4-AFDE-F1AC050ADA82}" dt="2026-01-25T16:04:22.512" v="6286" actId="790"/>
          <ac:spMkLst>
            <pc:docMk/>
            <pc:sldMk cId="1567568953" sldId="369"/>
            <ac:spMk id="24" creationId="{00000000-0000-0000-0000-000000000000}"/>
          </ac:spMkLst>
        </pc:spChg>
        <pc:spChg chg="mod">
          <ac:chgData name="Yash Jadhav" userId="535c3d6d-72b8-4f77-8155-55f939173cf2" providerId="ADAL" clId="{F33F88E0-3380-47C4-AFDE-F1AC050ADA82}" dt="2026-01-25T16:04:22.514" v="6287" actId="790"/>
          <ac:spMkLst>
            <pc:docMk/>
            <pc:sldMk cId="1567568953" sldId="369"/>
            <ac:spMk id="25" creationId="{00000000-0000-0000-0000-000000000000}"/>
          </ac:spMkLst>
        </pc:spChg>
        <pc:spChg chg="mod">
          <ac:chgData name="Yash Jadhav" userId="535c3d6d-72b8-4f77-8155-55f939173cf2" providerId="ADAL" clId="{F33F88E0-3380-47C4-AFDE-F1AC050ADA82}" dt="2026-01-25T16:04:22.516" v="6288" actId="790"/>
          <ac:spMkLst>
            <pc:docMk/>
            <pc:sldMk cId="1567568953" sldId="369"/>
            <ac:spMk id="26" creationId="{00000000-0000-0000-0000-000000000000}"/>
          </ac:spMkLst>
        </pc:spChg>
        <pc:spChg chg="mod">
          <ac:chgData name="Yash Jadhav" userId="535c3d6d-72b8-4f77-8155-55f939173cf2" providerId="ADAL" clId="{F33F88E0-3380-47C4-AFDE-F1AC050ADA82}" dt="2026-01-25T16:04:22.519" v="6289" actId="790"/>
          <ac:spMkLst>
            <pc:docMk/>
            <pc:sldMk cId="1567568953" sldId="369"/>
            <ac:spMk id="27" creationId="{00000000-0000-0000-0000-000000000000}"/>
          </ac:spMkLst>
        </pc:spChg>
        <pc:spChg chg="mod">
          <ac:chgData name="Yash Jadhav" userId="535c3d6d-72b8-4f77-8155-55f939173cf2" providerId="ADAL" clId="{F33F88E0-3380-47C4-AFDE-F1AC050ADA82}" dt="2026-01-25T16:04:22.521" v="6290" actId="790"/>
          <ac:spMkLst>
            <pc:docMk/>
            <pc:sldMk cId="1567568953" sldId="369"/>
            <ac:spMk id="28" creationId="{00000000-0000-0000-0000-000000000000}"/>
          </ac:spMkLst>
        </pc:spChg>
        <pc:spChg chg="mod">
          <ac:chgData name="Yash Jadhav" userId="535c3d6d-72b8-4f77-8155-55f939173cf2" providerId="ADAL" clId="{F33F88E0-3380-47C4-AFDE-F1AC050ADA82}" dt="2026-01-25T16:04:22.524" v="6291" actId="790"/>
          <ac:spMkLst>
            <pc:docMk/>
            <pc:sldMk cId="1567568953" sldId="369"/>
            <ac:spMk id="29" creationId="{00000000-0000-0000-0000-000000000000}"/>
          </ac:spMkLst>
        </pc:spChg>
        <pc:spChg chg="mod">
          <ac:chgData name="Yash Jadhav" userId="535c3d6d-72b8-4f77-8155-55f939173cf2" providerId="ADAL" clId="{F33F88E0-3380-47C4-AFDE-F1AC050ADA82}" dt="2026-01-25T16:04:22.525" v="6292" actId="790"/>
          <ac:spMkLst>
            <pc:docMk/>
            <pc:sldMk cId="1567568953" sldId="369"/>
            <ac:spMk id="30" creationId="{00000000-0000-0000-0000-000000000000}"/>
          </ac:spMkLst>
        </pc:spChg>
        <pc:spChg chg="mod">
          <ac:chgData name="Yash Jadhav" userId="535c3d6d-72b8-4f77-8155-55f939173cf2" providerId="ADAL" clId="{F33F88E0-3380-47C4-AFDE-F1AC050ADA82}" dt="2026-01-25T16:04:22.527" v="6293" actId="790"/>
          <ac:spMkLst>
            <pc:docMk/>
            <pc:sldMk cId="1567568953" sldId="369"/>
            <ac:spMk id="38" creationId="{00000000-0000-0000-0000-000000000000}"/>
          </ac:spMkLst>
        </pc:spChg>
        <pc:spChg chg="mod">
          <ac:chgData name="Yash Jadhav" userId="535c3d6d-72b8-4f77-8155-55f939173cf2" providerId="ADAL" clId="{F33F88E0-3380-47C4-AFDE-F1AC050ADA82}" dt="2026-01-25T16:04:22.529" v="6294" actId="790"/>
          <ac:spMkLst>
            <pc:docMk/>
            <pc:sldMk cId="1567568953" sldId="369"/>
            <ac:spMk id="39" creationId="{00000000-0000-0000-0000-000000000000}"/>
          </ac:spMkLst>
        </pc:spChg>
        <pc:spChg chg="mod">
          <ac:chgData name="Yash Jadhav" userId="535c3d6d-72b8-4f77-8155-55f939173cf2" providerId="ADAL" clId="{F33F88E0-3380-47C4-AFDE-F1AC050ADA82}" dt="2026-01-25T16:04:22.532" v="6295" actId="790"/>
          <ac:spMkLst>
            <pc:docMk/>
            <pc:sldMk cId="1567568953" sldId="369"/>
            <ac:spMk id="47" creationId="{00000000-0000-0000-0000-000000000000}"/>
          </ac:spMkLst>
        </pc:spChg>
        <pc:spChg chg="mod">
          <ac:chgData name="Yash Jadhav" userId="535c3d6d-72b8-4f77-8155-55f939173cf2" providerId="ADAL" clId="{F33F88E0-3380-47C4-AFDE-F1AC050ADA82}" dt="2026-01-25T16:04:22.534" v="6296" actId="790"/>
          <ac:spMkLst>
            <pc:docMk/>
            <pc:sldMk cId="1567568953" sldId="369"/>
            <ac:spMk id="48" creationId="{00000000-0000-0000-0000-000000000000}"/>
          </ac:spMkLst>
        </pc:spChg>
        <pc:spChg chg="mod">
          <ac:chgData name="Yash Jadhav" userId="535c3d6d-72b8-4f77-8155-55f939173cf2" providerId="ADAL" clId="{F33F88E0-3380-47C4-AFDE-F1AC050ADA82}" dt="2026-01-25T16:04:22.538" v="6297" actId="790"/>
          <ac:spMkLst>
            <pc:docMk/>
            <pc:sldMk cId="1567568953" sldId="369"/>
            <ac:spMk id="49" creationId="{00000000-0000-0000-0000-000000000000}"/>
          </ac:spMkLst>
        </pc:spChg>
        <pc:spChg chg="mod">
          <ac:chgData name="Yash Jadhav" userId="535c3d6d-72b8-4f77-8155-55f939173cf2" providerId="ADAL" clId="{F33F88E0-3380-47C4-AFDE-F1AC050ADA82}" dt="2026-01-25T16:04:22.539" v="6298" actId="790"/>
          <ac:spMkLst>
            <pc:docMk/>
            <pc:sldMk cId="1567568953" sldId="369"/>
            <ac:spMk id="50" creationId="{00000000-0000-0000-0000-000000000000}"/>
          </ac:spMkLst>
        </pc:spChg>
        <pc:spChg chg="mod">
          <ac:chgData name="Yash Jadhav" userId="535c3d6d-72b8-4f77-8155-55f939173cf2" providerId="ADAL" clId="{F33F88E0-3380-47C4-AFDE-F1AC050ADA82}" dt="2026-01-25T16:04:22.543" v="6299" actId="790"/>
          <ac:spMkLst>
            <pc:docMk/>
            <pc:sldMk cId="1567568953" sldId="369"/>
            <ac:spMk id="5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22122359" sldId="370"/>
        </pc:sldMkLst>
        <pc:spChg chg="add del mod">
          <ac:chgData name="Yash Jadhav" userId="535c3d6d-72b8-4f77-8155-55f939173cf2" providerId="ADAL" clId="{F33F88E0-3380-47C4-AFDE-F1AC050ADA82}" dt="2026-01-25T16:06:14.662" v="8413" actId="6264"/>
          <ac:spMkLst>
            <pc:docMk/>
            <pc:sldMk cId="3022122359" sldId="370"/>
            <ac:spMk id="2" creationId="{A7CB87CD-B82D-018C-964F-349363A407E5}"/>
          </ac:spMkLst>
        </pc:spChg>
        <pc:spChg chg="mod">
          <ac:chgData name="Yash Jadhav" userId="535c3d6d-72b8-4f77-8155-55f939173cf2" providerId="ADAL" clId="{F33F88E0-3380-47C4-AFDE-F1AC050ADA82}" dt="2026-01-25T16:04:23.645" v="6324" actId="790"/>
          <ac:spMkLst>
            <pc:docMk/>
            <pc:sldMk cId="3022122359" sldId="370"/>
            <ac:spMk id="7" creationId="{00000000-0000-0000-0000-000000000000}"/>
          </ac:spMkLst>
        </pc:spChg>
        <pc:spChg chg="mod ord">
          <ac:chgData name="Yash Jadhav" userId="535c3d6d-72b8-4f77-8155-55f939173cf2" providerId="ADAL" clId="{F33F88E0-3380-47C4-AFDE-F1AC050ADA82}" dt="2026-01-25T16:06:14.662" v="8413" actId="6264"/>
          <ac:spMkLst>
            <pc:docMk/>
            <pc:sldMk cId="3022122359" sldId="370"/>
            <ac:spMk id="77" creationId="{00000000-0000-0000-0000-000000000000}"/>
          </ac:spMkLst>
        </pc:spChg>
        <pc:spChg chg="mod">
          <ac:chgData name="Yash Jadhav" userId="535c3d6d-72b8-4f77-8155-55f939173cf2" providerId="ADAL" clId="{F33F88E0-3380-47C4-AFDE-F1AC050ADA82}" dt="2026-01-25T16:04:23.700" v="6334" actId="790"/>
          <ac:spMkLst>
            <pc:docMk/>
            <pc:sldMk cId="3022122359" sldId="370"/>
            <ac:spMk id="81" creationId="{00000000-0000-0000-0000-000000000000}"/>
          </ac:spMkLst>
        </pc:spChg>
        <pc:spChg chg="mod">
          <ac:chgData name="Yash Jadhav" userId="535c3d6d-72b8-4f77-8155-55f939173cf2" providerId="ADAL" clId="{F33F88E0-3380-47C4-AFDE-F1AC050ADA82}" dt="2026-01-25T16:04:23.704" v="6335" actId="790"/>
          <ac:spMkLst>
            <pc:docMk/>
            <pc:sldMk cId="3022122359" sldId="370"/>
            <ac:spMk id="86" creationId="{00000000-0000-0000-0000-000000000000}"/>
          </ac:spMkLst>
        </pc:spChg>
        <pc:spChg chg="mod">
          <ac:chgData name="Yash Jadhav" userId="535c3d6d-72b8-4f77-8155-55f939173cf2" providerId="ADAL" clId="{F33F88E0-3380-47C4-AFDE-F1AC050ADA82}" dt="2026-01-25T16:04:23.706" v="6336" actId="790"/>
          <ac:spMkLst>
            <pc:docMk/>
            <pc:sldMk cId="3022122359" sldId="370"/>
            <ac:spMk id="89" creationId="{00000000-0000-0000-0000-000000000000}"/>
          </ac:spMkLst>
        </pc:spChg>
        <pc:spChg chg="mod">
          <ac:chgData name="Yash Jadhav" userId="535c3d6d-72b8-4f77-8155-55f939173cf2" providerId="ADAL" clId="{F33F88E0-3380-47C4-AFDE-F1AC050ADA82}" dt="2026-01-25T16:04:23.708" v="6337" actId="790"/>
          <ac:spMkLst>
            <pc:docMk/>
            <pc:sldMk cId="3022122359" sldId="370"/>
            <ac:spMk id="94" creationId="{00000000-0000-0000-0000-000000000000}"/>
          </ac:spMkLst>
        </pc:spChg>
        <pc:spChg chg="mod">
          <ac:chgData name="Yash Jadhav" userId="535c3d6d-72b8-4f77-8155-55f939173cf2" providerId="ADAL" clId="{F33F88E0-3380-47C4-AFDE-F1AC050ADA82}" dt="2026-01-25T16:04:23.598" v="6304" actId="790"/>
          <ac:spMkLst>
            <pc:docMk/>
            <pc:sldMk cId="3022122359" sldId="370"/>
            <ac:spMk id="116" creationId="{00000000-0000-0000-0000-000000000000}"/>
          </ac:spMkLst>
        </pc:spChg>
        <pc:spChg chg="mod">
          <ac:chgData name="Yash Jadhav" userId="535c3d6d-72b8-4f77-8155-55f939173cf2" providerId="ADAL" clId="{F33F88E0-3380-47C4-AFDE-F1AC050ADA82}" dt="2026-01-25T16:04:23.615" v="6310" actId="790"/>
          <ac:spMkLst>
            <pc:docMk/>
            <pc:sldMk cId="3022122359" sldId="370"/>
            <ac:spMk id="119" creationId="{00000000-0000-0000-0000-000000000000}"/>
          </ac:spMkLst>
        </pc:spChg>
        <pc:spChg chg="mod">
          <ac:chgData name="Yash Jadhav" userId="535c3d6d-72b8-4f77-8155-55f939173cf2" providerId="ADAL" clId="{F33F88E0-3380-47C4-AFDE-F1AC050ADA82}" dt="2026-01-25T16:04:23.632" v="6317" actId="790"/>
          <ac:spMkLst>
            <pc:docMk/>
            <pc:sldMk cId="3022122359" sldId="370"/>
            <ac:spMk id="122" creationId="{00000000-0000-0000-0000-000000000000}"/>
          </ac:spMkLst>
        </pc:spChg>
        <pc:spChg chg="mod">
          <ac:chgData name="Yash Jadhav" userId="535c3d6d-72b8-4f77-8155-55f939173cf2" providerId="ADAL" clId="{F33F88E0-3380-47C4-AFDE-F1AC050ADA82}" dt="2026-01-25T16:04:23.603" v="6305" actId="790"/>
          <ac:spMkLst>
            <pc:docMk/>
            <pc:sldMk cId="3022122359" sldId="370"/>
            <ac:spMk id="128" creationId="{00000000-0000-0000-0000-000000000000}"/>
          </ac:spMkLst>
        </pc:spChg>
        <pc:spChg chg="mod">
          <ac:chgData name="Yash Jadhav" userId="535c3d6d-72b8-4f77-8155-55f939173cf2" providerId="ADAL" clId="{F33F88E0-3380-47C4-AFDE-F1AC050ADA82}" dt="2026-01-25T16:04:23.634" v="6318" actId="790"/>
          <ac:spMkLst>
            <pc:docMk/>
            <pc:sldMk cId="3022122359" sldId="370"/>
            <ac:spMk id="134" creationId="{00000000-0000-0000-0000-000000000000}"/>
          </ac:spMkLst>
        </pc:spChg>
        <pc:spChg chg="mod">
          <ac:chgData name="Yash Jadhav" userId="535c3d6d-72b8-4f77-8155-55f939173cf2" providerId="ADAL" clId="{F33F88E0-3380-47C4-AFDE-F1AC050ADA82}" dt="2026-01-25T16:04:23.605" v="6306" actId="790"/>
          <ac:spMkLst>
            <pc:docMk/>
            <pc:sldMk cId="3022122359" sldId="370"/>
            <ac:spMk id="140" creationId="{00000000-0000-0000-0000-000000000000}"/>
          </ac:spMkLst>
        </pc:spChg>
        <pc:spChg chg="mod">
          <ac:chgData name="Yash Jadhav" userId="535c3d6d-72b8-4f77-8155-55f939173cf2" providerId="ADAL" clId="{F33F88E0-3380-47C4-AFDE-F1AC050ADA82}" dt="2026-01-25T16:04:23.636" v="6319" actId="790"/>
          <ac:spMkLst>
            <pc:docMk/>
            <pc:sldMk cId="3022122359" sldId="370"/>
            <ac:spMk id="142" creationId="{00000000-0000-0000-0000-000000000000}"/>
          </ac:spMkLst>
        </pc:spChg>
        <pc:spChg chg="mod">
          <ac:chgData name="Yash Jadhav" userId="535c3d6d-72b8-4f77-8155-55f939173cf2" providerId="ADAL" clId="{F33F88E0-3380-47C4-AFDE-F1AC050ADA82}" dt="2026-01-25T16:04:23.608" v="6307" actId="790"/>
          <ac:spMkLst>
            <pc:docMk/>
            <pc:sldMk cId="3022122359" sldId="370"/>
            <ac:spMk id="143" creationId="{00000000-0000-0000-0000-000000000000}"/>
          </ac:spMkLst>
        </pc:spChg>
        <pc:spChg chg="mod">
          <ac:chgData name="Yash Jadhav" userId="535c3d6d-72b8-4f77-8155-55f939173cf2" providerId="ADAL" clId="{F33F88E0-3380-47C4-AFDE-F1AC050ADA82}" dt="2026-01-25T16:04:23.618" v="6311" actId="790"/>
          <ac:spMkLst>
            <pc:docMk/>
            <pc:sldMk cId="3022122359" sldId="370"/>
            <ac:spMk id="146" creationId="{00000000-0000-0000-0000-000000000000}"/>
          </ac:spMkLst>
        </pc:spChg>
        <pc:spChg chg="mod">
          <ac:chgData name="Yash Jadhav" userId="535c3d6d-72b8-4f77-8155-55f939173cf2" providerId="ADAL" clId="{F33F88E0-3380-47C4-AFDE-F1AC050ADA82}" dt="2026-01-25T16:04:23.620" v="6312" actId="790"/>
          <ac:spMkLst>
            <pc:docMk/>
            <pc:sldMk cId="3022122359" sldId="370"/>
            <ac:spMk id="147" creationId="{00000000-0000-0000-0000-000000000000}"/>
          </ac:spMkLst>
        </pc:spChg>
        <pc:spChg chg="mod">
          <ac:chgData name="Yash Jadhav" userId="535c3d6d-72b8-4f77-8155-55f939173cf2" providerId="ADAL" clId="{F33F88E0-3380-47C4-AFDE-F1AC050ADA82}" dt="2026-01-25T16:04:23.610" v="6308" actId="790"/>
          <ac:spMkLst>
            <pc:docMk/>
            <pc:sldMk cId="3022122359" sldId="370"/>
            <ac:spMk id="150" creationId="{00000000-0000-0000-0000-000000000000}"/>
          </ac:spMkLst>
        </pc:spChg>
        <pc:spChg chg="mod">
          <ac:chgData name="Yash Jadhav" userId="535c3d6d-72b8-4f77-8155-55f939173cf2" providerId="ADAL" clId="{F33F88E0-3380-47C4-AFDE-F1AC050ADA82}" dt="2026-01-25T16:04:23.637" v="6320" actId="790"/>
          <ac:spMkLst>
            <pc:docMk/>
            <pc:sldMk cId="3022122359" sldId="370"/>
            <ac:spMk id="151" creationId="{00000000-0000-0000-0000-000000000000}"/>
          </ac:spMkLst>
        </pc:spChg>
        <pc:spChg chg="mod">
          <ac:chgData name="Yash Jadhav" userId="535c3d6d-72b8-4f77-8155-55f939173cf2" providerId="ADAL" clId="{F33F88E0-3380-47C4-AFDE-F1AC050ADA82}" dt="2026-01-25T16:04:23.612" v="6309" actId="790"/>
          <ac:spMkLst>
            <pc:docMk/>
            <pc:sldMk cId="3022122359" sldId="370"/>
            <ac:spMk id="152" creationId="{00000000-0000-0000-0000-000000000000}"/>
          </ac:spMkLst>
        </pc:spChg>
        <pc:spChg chg="mod">
          <ac:chgData name="Yash Jadhav" userId="535c3d6d-72b8-4f77-8155-55f939173cf2" providerId="ADAL" clId="{F33F88E0-3380-47C4-AFDE-F1AC050ADA82}" dt="2026-01-25T16:04:23.622" v="6313" actId="790"/>
          <ac:spMkLst>
            <pc:docMk/>
            <pc:sldMk cId="3022122359" sldId="370"/>
            <ac:spMk id="155" creationId="{00000000-0000-0000-0000-000000000000}"/>
          </ac:spMkLst>
        </pc:spChg>
        <pc:spChg chg="mod">
          <ac:chgData name="Yash Jadhav" userId="535c3d6d-72b8-4f77-8155-55f939173cf2" providerId="ADAL" clId="{F33F88E0-3380-47C4-AFDE-F1AC050ADA82}" dt="2026-01-25T16:04:23.639" v="6321" actId="790"/>
          <ac:spMkLst>
            <pc:docMk/>
            <pc:sldMk cId="3022122359" sldId="370"/>
            <ac:spMk id="157" creationId="{00000000-0000-0000-0000-000000000000}"/>
          </ac:spMkLst>
        </pc:spChg>
        <pc:spChg chg="mod">
          <ac:chgData name="Yash Jadhav" userId="535c3d6d-72b8-4f77-8155-55f939173cf2" providerId="ADAL" clId="{F33F88E0-3380-47C4-AFDE-F1AC050ADA82}" dt="2026-01-25T16:04:23.641" v="6322" actId="790"/>
          <ac:spMkLst>
            <pc:docMk/>
            <pc:sldMk cId="3022122359" sldId="370"/>
            <ac:spMk id="159" creationId="{00000000-0000-0000-0000-000000000000}"/>
          </ac:spMkLst>
        </pc:spChg>
        <pc:spChg chg="mod">
          <ac:chgData name="Yash Jadhav" userId="535c3d6d-72b8-4f77-8155-55f939173cf2" providerId="ADAL" clId="{F33F88E0-3380-47C4-AFDE-F1AC050ADA82}" dt="2026-01-25T16:04:23.626" v="6314" actId="790"/>
          <ac:spMkLst>
            <pc:docMk/>
            <pc:sldMk cId="3022122359" sldId="370"/>
            <ac:spMk id="163" creationId="{00000000-0000-0000-0000-000000000000}"/>
          </ac:spMkLst>
        </pc:spChg>
        <pc:spChg chg="mod">
          <ac:chgData name="Yash Jadhav" userId="535c3d6d-72b8-4f77-8155-55f939173cf2" providerId="ADAL" clId="{F33F88E0-3380-47C4-AFDE-F1AC050ADA82}" dt="2026-01-25T16:04:23.643" v="6323" actId="790"/>
          <ac:spMkLst>
            <pc:docMk/>
            <pc:sldMk cId="3022122359" sldId="370"/>
            <ac:spMk id="165" creationId="{00000000-0000-0000-0000-000000000000}"/>
          </ac:spMkLst>
        </pc:spChg>
        <pc:spChg chg="mod">
          <ac:chgData name="Yash Jadhav" userId="535c3d6d-72b8-4f77-8155-55f939173cf2" providerId="ADAL" clId="{F33F88E0-3380-47C4-AFDE-F1AC050ADA82}" dt="2026-01-25T16:04:23.628" v="6315" actId="790"/>
          <ac:spMkLst>
            <pc:docMk/>
            <pc:sldMk cId="3022122359" sldId="370"/>
            <ac:spMk id="173" creationId="{00000000-0000-0000-0000-000000000000}"/>
          </ac:spMkLst>
        </pc:spChg>
        <pc:spChg chg="mod">
          <ac:chgData name="Yash Jadhav" userId="535c3d6d-72b8-4f77-8155-55f939173cf2" providerId="ADAL" clId="{F33F88E0-3380-47C4-AFDE-F1AC050ADA82}" dt="2026-01-25T16:04:23.629" v="6316" actId="790"/>
          <ac:spMkLst>
            <pc:docMk/>
            <pc:sldMk cId="3022122359" sldId="370"/>
            <ac:spMk id="176" creationId="{00000000-0000-0000-0000-000000000000}"/>
          </ac:spMkLst>
        </pc:spChg>
        <pc:spChg chg="mod">
          <ac:chgData name="Yash Jadhav" userId="535c3d6d-72b8-4f77-8155-55f939173cf2" providerId="ADAL" clId="{F33F88E0-3380-47C4-AFDE-F1AC050ADA82}" dt="2026-01-25T16:04:23.648" v="6326" actId="790"/>
          <ac:spMkLst>
            <pc:docMk/>
            <pc:sldMk cId="3022122359" sldId="370"/>
            <ac:spMk id="183" creationId="{00000000-0000-0000-0000-000000000000}"/>
          </ac:spMkLst>
        </pc:spChg>
        <pc:spChg chg="mod">
          <ac:chgData name="Yash Jadhav" userId="535c3d6d-72b8-4f77-8155-55f939173cf2" providerId="ADAL" clId="{F33F88E0-3380-47C4-AFDE-F1AC050ADA82}" dt="2026-01-25T16:04:23.651" v="6327" actId="790"/>
          <ac:spMkLst>
            <pc:docMk/>
            <pc:sldMk cId="3022122359" sldId="370"/>
            <ac:spMk id="184" creationId="{00000000-0000-0000-0000-000000000000}"/>
          </ac:spMkLst>
        </pc:spChg>
        <pc:spChg chg="mod">
          <ac:chgData name="Yash Jadhav" userId="535c3d6d-72b8-4f77-8155-55f939173cf2" providerId="ADAL" clId="{F33F88E0-3380-47C4-AFDE-F1AC050ADA82}" dt="2026-01-25T16:04:23.646" v="6325" actId="790"/>
          <ac:spMkLst>
            <pc:docMk/>
            <pc:sldMk cId="3022122359" sldId="370"/>
            <ac:spMk id="190" creationId="{00000000-0000-0000-0000-000000000000}"/>
          </ac:spMkLst>
        </pc:spChg>
        <pc:spChg chg="mod">
          <ac:chgData name="Yash Jadhav" userId="535c3d6d-72b8-4f77-8155-55f939173cf2" providerId="ADAL" clId="{F33F88E0-3380-47C4-AFDE-F1AC050ADA82}" dt="2026-01-25T16:04:23.653" v="6328" actId="790"/>
          <ac:spMkLst>
            <pc:docMk/>
            <pc:sldMk cId="3022122359" sldId="370"/>
            <ac:spMk id="193" creationId="{00000000-0000-0000-0000-000000000000}"/>
          </ac:spMkLst>
        </pc:spChg>
        <pc:spChg chg="mod">
          <ac:chgData name="Yash Jadhav" userId="535c3d6d-72b8-4f77-8155-55f939173cf2" providerId="ADAL" clId="{F33F88E0-3380-47C4-AFDE-F1AC050ADA82}" dt="2026-01-25T16:04:23.655" v="6329" actId="790"/>
          <ac:spMkLst>
            <pc:docMk/>
            <pc:sldMk cId="3022122359" sldId="370"/>
            <ac:spMk id="194" creationId="{00000000-0000-0000-0000-000000000000}"/>
          </ac:spMkLst>
        </pc:spChg>
        <pc:spChg chg="mod">
          <ac:chgData name="Yash Jadhav" userId="535c3d6d-72b8-4f77-8155-55f939173cf2" providerId="ADAL" clId="{F33F88E0-3380-47C4-AFDE-F1AC050ADA82}" dt="2026-01-25T16:04:23.657" v="6330" actId="790"/>
          <ac:spMkLst>
            <pc:docMk/>
            <pc:sldMk cId="3022122359" sldId="370"/>
            <ac:spMk id="200" creationId="{00000000-0000-0000-0000-000000000000}"/>
          </ac:spMkLst>
        </pc:spChg>
        <pc:spChg chg="mod">
          <ac:chgData name="Yash Jadhav" userId="535c3d6d-72b8-4f77-8155-55f939173cf2" providerId="ADAL" clId="{F33F88E0-3380-47C4-AFDE-F1AC050ADA82}" dt="2026-01-25T16:04:23.659" v="6331" actId="790"/>
          <ac:spMkLst>
            <pc:docMk/>
            <pc:sldMk cId="3022122359" sldId="370"/>
            <ac:spMk id="201" creationId="{00000000-0000-0000-0000-000000000000}"/>
          </ac:spMkLst>
        </pc:spChg>
        <pc:spChg chg="mod">
          <ac:chgData name="Yash Jadhav" userId="535c3d6d-72b8-4f77-8155-55f939173cf2" providerId="ADAL" clId="{F33F88E0-3380-47C4-AFDE-F1AC050ADA82}" dt="2026-01-25T16:04:23.694" v="6332" actId="790"/>
          <ac:spMkLst>
            <pc:docMk/>
            <pc:sldMk cId="3022122359" sldId="370"/>
            <ac:spMk id="203" creationId="{00000000-0000-0000-0000-000000000000}"/>
          </ac:spMkLst>
        </pc:spChg>
        <pc:spChg chg="mod">
          <ac:chgData name="Yash Jadhav" userId="535c3d6d-72b8-4f77-8155-55f939173cf2" providerId="ADAL" clId="{F33F88E0-3380-47C4-AFDE-F1AC050ADA82}" dt="2026-01-25T16:04:23.697" v="6333" actId="790"/>
          <ac:spMkLst>
            <pc:docMk/>
            <pc:sldMk cId="3022122359" sldId="370"/>
            <ac:spMk id="20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49760646" sldId="371"/>
        </pc:sldMkLst>
        <pc:spChg chg="mod ord">
          <ac:chgData name="Yash Jadhav" userId="535c3d6d-72b8-4f77-8155-55f939173cf2" providerId="ADAL" clId="{F33F88E0-3380-47C4-AFDE-F1AC050ADA82}" dt="2026-01-25T16:06:14.662" v="8413" actId="6264"/>
          <ac:spMkLst>
            <pc:docMk/>
            <pc:sldMk cId="1149760646" sldId="37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149760646" sldId="371"/>
            <ac:spMk id="4" creationId="{F5514FEF-7093-7E7E-C733-7BE1C98FD688}"/>
          </ac:spMkLst>
        </pc:spChg>
        <pc:spChg chg="mod">
          <ac:chgData name="Yash Jadhav" userId="535c3d6d-72b8-4f77-8155-55f939173cf2" providerId="ADAL" clId="{F33F88E0-3380-47C4-AFDE-F1AC050ADA82}" dt="2026-01-25T16:04:24.750" v="6344" actId="790"/>
          <ac:spMkLst>
            <pc:docMk/>
            <pc:sldMk cId="1149760646" sldId="371"/>
            <ac:spMk id="18" creationId="{00000000-0000-0000-0000-000000000000}"/>
          </ac:spMkLst>
        </pc:spChg>
        <pc:spChg chg="mod">
          <ac:chgData name="Yash Jadhav" userId="535c3d6d-72b8-4f77-8155-55f939173cf2" providerId="ADAL" clId="{F33F88E0-3380-47C4-AFDE-F1AC050ADA82}" dt="2026-01-25T16:04:24.755" v="6345" actId="790"/>
          <ac:spMkLst>
            <pc:docMk/>
            <pc:sldMk cId="1149760646" sldId="371"/>
            <ac:spMk id="19" creationId="{00000000-0000-0000-0000-000000000000}"/>
          </ac:spMkLst>
        </pc:spChg>
        <pc:spChg chg="mod">
          <ac:chgData name="Yash Jadhav" userId="535c3d6d-72b8-4f77-8155-55f939173cf2" providerId="ADAL" clId="{F33F88E0-3380-47C4-AFDE-F1AC050ADA82}" dt="2026-01-25T16:04:24.758" v="6346" actId="790"/>
          <ac:spMkLst>
            <pc:docMk/>
            <pc:sldMk cId="1149760646" sldId="371"/>
            <ac:spMk id="20" creationId="{00000000-0000-0000-0000-000000000000}"/>
          </ac:spMkLst>
        </pc:spChg>
        <pc:spChg chg="mod">
          <ac:chgData name="Yash Jadhav" userId="535c3d6d-72b8-4f77-8155-55f939173cf2" providerId="ADAL" clId="{F33F88E0-3380-47C4-AFDE-F1AC050ADA82}" dt="2026-01-25T16:04:24.761" v="6347" actId="790"/>
          <ac:spMkLst>
            <pc:docMk/>
            <pc:sldMk cId="1149760646" sldId="371"/>
            <ac:spMk id="21" creationId="{00000000-0000-0000-0000-000000000000}"/>
          </ac:spMkLst>
        </pc:spChg>
        <pc:spChg chg="mod">
          <ac:chgData name="Yash Jadhav" userId="535c3d6d-72b8-4f77-8155-55f939173cf2" providerId="ADAL" clId="{F33F88E0-3380-47C4-AFDE-F1AC050ADA82}" dt="2026-01-25T16:04:24.763" v="6348" actId="790"/>
          <ac:spMkLst>
            <pc:docMk/>
            <pc:sldMk cId="1149760646" sldId="371"/>
            <ac:spMk id="22" creationId="{00000000-0000-0000-0000-000000000000}"/>
          </ac:spMkLst>
        </pc:spChg>
        <pc:spChg chg="mod">
          <ac:chgData name="Yash Jadhav" userId="535c3d6d-72b8-4f77-8155-55f939173cf2" providerId="ADAL" clId="{F33F88E0-3380-47C4-AFDE-F1AC050ADA82}" dt="2026-01-25T16:04:24.769" v="6350" actId="790"/>
          <ac:spMkLst>
            <pc:docMk/>
            <pc:sldMk cId="1149760646" sldId="371"/>
            <ac:spMk id="23" creationId="{00000000-0000-0000-0000-000000000000}"/>
          </ac:spMkLst>
        </pc:spChg>
        <pc:spChg chg="mod">
          <ac:chgData name="Yash Jadhav" userId="535c3d6d-72b8-4f77-8155-55f939173cf2" providerId="ADAL" clId="{F33F88E0-3380-47C4-AFDE-F1AC050ADA82}" dt="2026-01-25T16:04:24.765" v="6349" actId="790"/>
          <ac:spMkLst>
            <pc:docMk/>
            <pc:sldMk cId="1149760646" sldId="371"/>
            <ac:spMk id="24" creationId="{00000000-0000-0000-0000-000000000000}"/>
          </ac:spMkLst>
        </pc:spChg>
        <pc:spChg chg="mod">
          <ac:chgData name="Yash Jadhav" userId="535c3d6d-72b8-4f77-8155-55f939173cf2" providerId="ADAL" clId="{F33F88E0-3380-47C4-AFDE-F1AC050ADA82}" dt="2026-01-25T16:04:24.771" v="6351" actId="790"/>
          <ac:spMkLst>
            <pc:docMk/>
            <pc:sldMk cId="1149760646" sldId="371"/>
            <ac:spMk id="25" creationId="{00000000-0000-0000-0000-000000000000}"/>
          </ac:spMkLst>
        </pc:spChg>
        <pc:spChg chg="mod">
          <ac:chgData name="Yash Jadhav" userId="535c3d6d-72b8-4f77-8155-55f939173cf2" providerId="ADAL" clId="{F33F88E0-3380-47C4-AFDE-F1AC050ADA82}" dt="2026-01-25T16:04:24.774" v="6352" actId="790"/>
          <ac:spMkLst>
            <pc:docMk/>
            <pc:sldMk cId="1149760646" sldId="371"/>
            <ac:spMk id="26" creationId="{00000000-0000-0000-0000-000000000000}"/>
          </ac:spMkLst>
        </pc:spChg>
        <pc:spChg chg="mod">
          <ac:chgData name="Yash Jadhav" userId="535c3d6d-72b8-4f77-8155-55f939173cf2" providerId="ADAL" clId="{F33F88E0-3380-47C4-AFDE-F1AC050ADA82}" dt="2026-01-25T16:04:24.776" v="6353" actId="790"/>
          <ac:spMkLst>
            <pc:docMk/>
            <pc:sldMk cId="1149760646" sldId="371"/>
            <ac:spMk id="27" creationId="{00000000-0000-0000-0000-000000000000}"/>
          </ac:spMkLst>
        </pc:spChg>
        <pc:spChg chg="mod">
          <ac:chgData name="Yash Jadhav" userId="535c3d6d-72b8-4f77-8155-55f939173cf2" providerId="ADAL" clId="{F33F88E0-3380-47C4-AFDE-F1AC050ADA82}" dt="2026-01-25T16:04:24.777" v="6354" actId="790"/>
          <ac:spMkLst>
            <pc:docMk/>
            <pc:sldMk cId="1149760646" sldId="371"/>
            <ac:spMk id="28" creationId="{00000000-0000-0000-0000-000000000000}"/>
          </ac:spMkLst>
        </pc:spChg>
        <pc:spChg chg="mod">
          <ac:chgData name="Yash Jadhav" userId="535c3d6d-72b8-4f77-8155-55f939173cf2" providerId="ADAL" clId="{F33F88E0-3380-47C4-AFDE-F1AC050ADA82}" dt="2026-01-25T16:04:24.779" v="6355" actId="790"/>
          <ac:spMkLst>
            <pc:docMk/>
            <pc:sldMk cId="1149760646" sldId="371"/>
            <ac:spMk id="29" creationId="{00000000-0000-0000-0000-000000000000}"/>
          </ac:spMkLst>
        </pc:spChg>
        <pc:spChg chg="mod">
          <ac:chgData name="Yash Jadhav" userId="535c3d6d-72b8-4f77-8155-55f939173cf2" providerId="ADAL" clId="{F33F88E0-3380-47C4-AFDE-F1AC050ADA82}" dt="2026-01-25T16:04:24.781" v="6356" actId="790"/>
          <ac:spMkLst>
            <pc:docMk/>
            <pc:sldMk cId="1149760646" sldId="371"/>
            <ac:spMk id="30" creationId="{00000000-0000-0000-0000-000000000000}"/>
          </ac:spMkLst>
        </pc:spChg>
        <pc:spChg chg="mod">
          <ac:chgData name="Yash Jadhav" userId="535c3d6d-72b8-4f77-8155-55f939173cf2" providerId="ADAL" clId="{F33F88E0-3380-47C4-AFDE-F1AC050ADA82}" dt="2026-01-25T16:04:24.783" v="6357" actId="790"/>
          <ac:spMkLst>
            <pc:docMk/>
            <pc:sldMk cId="1149760646" sldId="371"/>
            <ac:spMk id="31" creationId="{00000000-0000-0000-0000-000000000000}"/>
          </ac:spMkLst>
        </pc:spChg>
        <pc:spChg chg="mod">
          <ac:chgData name="Yash Jadhav" userId="535c3d6d-72b8-4f77-8155-55f939173cf2" providerId="ADAL" clId="{F33F88E0-3380-47C4-AFDE-F1AC050ADA82}" dt="2026-01-25T16:04:24.786" v="6358" actId="790"/>
          <ac:spMkLst>
            <pc:docMk/>
            <pc:sldMk cId="1149760646" sldId="371"/>
            <ac:spMk id="3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39080243" sldId="372"/>
        </pc:sldMkLst>
        <pc:spChg chg="mod">
          <ac:chgData name="Yash Jadhav" userId="535c3d6d-72b8-4f77-8155-55f939173cf2" providerId="ADAL" clId="{F33F88E0-3380-47C4-AFDE-F1AC050ADA82}" dt="2026-01-25T16:04:29.342" v="6390" actId="790"/>
          <ac:spMkLst>
            <pc:docMk/>
            <pc:sldMk cId="1039080243" sldId="372"/>
            <ac:spMk id="2" creationId="{00000000-0000-0000-0000-000000000000}"/>
          </ac:spMkLst>
        </pc:spChg>
        <pc:spChg chg="mod">
          <ac:chgData name="Yash Jadhav" userId="535c3d6d-72b8-4f77-8155-55f939173cf2" providerId="ADAL" clId="{F33F88E0-3380-47C4-AFDE-F1AC050ADA82}" dt="2026-01-25T16:04:29.326" v="6384" actId="790"/>
          <ac:spMkLst>
            <pc:docMk/>
            <pc:sldMk cId="1039080243" sldId="372"/>
            <ac:spMk id="3" creationId="{00000000-0000-0000-0000-000000000000}"/>
          </ac:spMkLst>
        </pc:spChg>
        <pc:spChg chg="mod">
          <ac:chgData name="Yash Jadhav" userId="535c3d6d-72b8-4f77-8155-55f939173cf2" providerId="ADAL" clId="{F33F88E0-3380-47C4-AFDE-F1AC050ADA82}" dt="2026-01-25T16:04:29.212" v="6363" actId="790"/>
          <ac:spMkLst>
            <pc:docMk/>
            <pc:sldMk cId="1039080243" sldId="372"/>
            <ac:spMk id="4" creationId="{00000000-0000-0000-0000-000000000000}"/>
          </ac:spMkLst>
        </pc:spChg>
        <pc:spChg chg="mod">
          <ac:chgData name="Yash Jadhav" userId="535c3d6d-72b8-4f77-8155-55f939173cf2" providerId="ADAL" clId="{F33F88E0-3380-47C4-AFDE-F1AC050ADA82}" dt="2026-01-25T16:04:29.255" v="6366" actId="790"/>
          <ac:spMkLst>
            <pc:docMk/>
            <pc:sldMk cId="1039080243" sldId="372"/>
            <ac:spMk id="5" creationId="{00000000-0000-0000-0000-000000000000}"/>
          </ac:spMkLst>
        </pc:spChg>
        <pc:spChg chg="mod">
          <ac:chgData name="Yash Jadhav" userId="535c3d6d-72b8-4f77-8155-55f939173cf2" providerId="ADAL" clId="{F33F88E0-3380-47C4-AFDE-F1AC050ADA82}" dt="2026-01-25T16:04:29.329" v="6385"/>
          <ac:spMkLst>
            <pc:docMk/>
            <pc:sldMk cId="1039080243" sldId="372"/>
            <ac:spMk id="6" creationId="{00000000-0000-0000-0000-000000000000}"/>
          </ac:spMkLst>
        </pc:spChg>
        <pc:spChg chg="mod">
          <ac:chgData name="Yash Jadhav" userId="535c3d6d-72b8-4f77-8155-55f939173cf2" providerId="ADAL" clId="{F33F88E0-3380-47C4-AFDE-F1AC050ADA82}" dt="2026-01-25T16:04:29.232" v="6365" actId="790"/>
          <ac:spMkLst>
            <pc:docMk/>
            <pc:sldMk cId="1039080243" sldId="372"/>
            <ac:spMk id="8" creationId="{00000000-0000-0000-0000-000000000000}"/>
          </ac:spMkLst>
        </pc:spChg>
        <pc:spChg chg="mod">
          <ac:chgData name="Yash Jadhav" userId="535c3d6d-72b8-4f77-8155-55f939173cf2" providerId="ADAL" clId="{F33F88E0-3380-47C4-AFDE-F1AC050ADA82}" dt="2026-01-25T16:04:29.344" v="6391"/>
          <ac:spMkLst>
            <pc:docMk/>
            <pc:sldMk cId="1039080243" sldId="372"/>
            <ac:spMk id="9" creationId="{00000000-0000-0000-0000-000000000000}"/>
          </ac:spMkLst>
        </pc:spChg>
        <pc:spChg chg="add del mod">
          <ac:chgData name="Yash Jadhav" userId="535c3d6d-72b8-4f77-8155-55f939173cf2" providerId="ADAL" clId="{F33F88E0-3380-47C4-AFDE-F1AC050ADA82}" dt="2026-01-25T16:06:14.662" v="8413" actId="6264"/>
          <ac:spMkLst>
            <pc:docMk/>
            <pc:sldMk cId="1039080243" sldId="372"/>
            <ac:spMk id="11" creationId="{20D70EC5-8792-50D0-AFB9-8132B16CE654}"/>
          </ac:spMkLst>
        </pc:spChg>
        <pc:spChg chg="mod">
          <ac:chgData name="Yash Jadhav" userId="535c3d6d-72b8-4f77-8155-55f939173cf2" providerId="ADAL" clId="{F33F88E0-3380-47C4-AFDE-F1AC050ADA82}" dt="2026-01-25T16:04:29.276" v="6368" actId="790"/>
          <ac:spMkLst>
            <pc:docMk/>
            <pc:sldMk cId="1039080243" sldId="372"/>
            <ac:spMk id="12" creationId="{00000000-0000-0000-0000-000000000000}"/>
          </ac:spMkLst>
        </pc:spChg>
        <pc:spChg chg="mod">
          <ac:chgData name="Yash Jadhav" userId="535c3d6d-72b8-4f77-8155-55f939173cf2" providerId="ADAL" clId="{F33F88E0-3380-47C4-AFDE-F1AC050ADA82}" dt="2026-01-25T16:04:29.284" v="6371" actId="790"/>
          <ac:spMkLst>
            <pc:docMk/>
            <pc:sldMk cId="1039080243" sldId="372"/>
            <ac:spMk id="13" creationId="{00000000-0000-0000-0000-000000000000}"/>
          </ac:spMkLst>
        </pc:spChg>
        <pc:spChg chg="mod">
          <ac:chgData name="Yash Jadhav" userId="535c3d6d-72b8-4f77-8155-55f939173cf2" providerId="ADAL" clId="{F33F88E0-3380-47C4-AFDE-F1AC050ADA82}" dt="2026-01-25T16:04:29.281" v="6370" actId="790"/>
          <ac:spMkLst>
            <pc:docMk/>
            <pc:sldMk cId="1039080243" sldId="372"/>
            <ac:spMk id="16" creationId="{00000000-0000-0000-0000-000000000000}"/>
          </ac:spMkLst>
        </pc:spChg>
        <pc:spChg chg="mod">
          <ac:chgData name="Yash Jadhav" userId="535c3d6d-72b8-4f77-8155-55f939173cf2" providerId="ADAL" clId="{F33F88E0-3380-47C4-AFDE-F1AC050ADA82}" dt="2026-01-25T16:04:29.290" v="6373" actId="790"/>
          <ac:spMkLst>
            <pc:docMk/>
            <pc:sldMk cId="1039080243" sldId="372"/>
            <ac:spMk id="20" creationId="{00000000-0000-0000-0000-000000000000}"/>
          </ac:spMkLst>
        </pc:spChg>
        <pc:spChg chg="mod">
          <ac:chgData name="Yash Jadhav" userId="535c3d6d-72b8-4f77-8155-55f939173cf2" providerId="ADAL" clId="{F33F88E0-3380-47C4-AFDE-F1AC050ADA82}" dt="2026-01-25T16:04:29.299" v="6376" actId="790"/>
          <ac:spMkLst>
            <pc:docMk/>
            <pc:sldMk cId="1039080243" sldId="372"/>
            <ac:spMk id="21" creationId="{00000000-0000-0000-0000-000000000000}"/>
          </ac:spMkLst>
        </pc:spChg>
        <pc:spChg chg="mod">
          <ac:chgData name="Yash Jadhav" userId="535c3d6d-72b8-4f77-8155-55f939173cf2" providerId="ADAL" clId="{F33F88E0-3380-47C4-AFDE-F1AC050ADA82}" dt="2026-01-25T16:04:29.295" v="6375" actId="790"/>
          <ac:spMkLst>
            <pc:docMk/>
            <pc:sldMk cId="1039080243" sldId="372"/>
            <ac:spMk id="23" creationId="{00000000-0000-0000-0000-000000000000}"/>
          </ac:spMkLst>
        </pc:spChg>
        <pc:spChg chg="mod">
          <ac:chgData name="Yash Jadhav" userId="535c3d6d-72b8-4f77-8155-55f939173cf2" providerId="ADAL" clId="{F33F88E0-3380-47C4-AFDE-F1AC050ADA82}" dt="2026-01-25T16:04:29.215" v="6364" actId="790"/>
          <ac:spMkLst>
            <pc:docMk/>
            <pc:sldMk cId="1039080243" sldId="372"/>
            <ac:spMk id="25" creationId="{00000000-0000-0000-0000-000000000000}"/>
          </ac:spMkLst>
        </pc:spChg>
        <pc:spChg chg="mod">
          <ac:chgData name="Yash Jadhav" userId="535c3d6d-72b8-4f77-8155-55f939173cf2" providerId="ADAL" clId="{F33F88E0-3380-47C4-AFDE-F1AC050ADA82}" dt="2026-01-25T16:04:29.278" v="6369" actId="790"/>
          <ac:spMkLst>
            <pc:docMk/>
            <pc:sldMk cId="1039080243" sldId="372"/>
            <ac:spMk id="26" creationId="{00000000-0000-0000-0000-000000000000}"/>
          </ac:spMkLst>
        </pc:spChg>
        <pc:spChg chg="mod">
          <ac:chgData name="Yash Jadhav" userId="535c3d6d-72b8-4f77-8155-55f939173cf2" providerId="ADAL" clId="{F33F88E0-3380-47C4-AFDE-F1AC050ADA82}" dt="2026-01-25T16:04:29.293" v="6374" actId="790"/>
          <ac:spMkLst>
            <pc:docMk/>
            <pc:sldMk cId="1039080243" sldId="372"/>
            <ac:spMk id="27" creationId="{00000000-0000-0000-0000-000000000000}"/>
          </ac:spMkLst>
        </pc:spChg>
        <pc:spChg chg="mod">
          <ac:chgData name="Yash Jadhav" userId="535c3d6d-72b8-4f77-8155-55f939173cf2" providerId="ADAL" clId="{F33F88E0-3380-47C4-AFDE-F1AC050ADA82}" dt="2026-01-25T16:04:29.347" v="6392" actId="790"/>
          <ac:spMkLst>
            <pc:docMk/>
            <pc:sldMk cId="1039080243" sldId="372"/>
            <ac:spMk id="51" creationId="{00000000-0000-0000-0000-000000000000}"/>
          </ac:spMkLst>
        </pc:spChg>
        <pc:spChg chg="mod">
          <ac:chgData name="Yash Jadhav" userId="535c3d6d-72b8-4f77-8155-55f939173cf2" providerId="ADAL" clId="{F33F88E0-3380-47C4-AFDE-F1AC050ADA82}" dt="2026-01-25T16:04:29.349" v="6393"/>
          <ac:spMkLst>
            <pc:docMk/>
            <pc:sldMk cId="1039080243" sldId="372"/>
            <ac:spMk id="52" creationId="{00000000-0000-0000-0000-000000000000}"/>
          </ac:spMkLst>
        </pc:spChg>
        <pc:spChg chg="mod ord">
          <ac:chgData name="Yash Jadhav" userId="535c3d6d-72b8-4f77-8155-55f939173cf2" providerId="ADAL" clId="{F33F88E0-3380-47C4-AFDE-F1AC050ADA82}" dt="2026-01-25T16:06:14.662" v="8413" actId="6264"/>
          <ac:spMkLst>
            <pc:docMk/>
            <pc:sldMk cId="1039080243" sldId="372"/>
            <ac:spMk id="53" creationId="{00000000-0000-0000-0000-000000000000}"/>
          </ac:spMkLst>
        </pc:spChg>
        <pc:spChg chg="mod">
          <ac:chgData name="Yash Jadhav" userId="535c3d6d-72b8-4f77-8155-55f939173cf2" providerId="ADAL" clId="{F33F88E0-3380-47C4-AFDE-F1AC050ADA82}" dt="2026-01-25T16:04:29.351" v="6394" actId="790"/>
          <ac:spMkLst>
            <pc:docMk/>
            <pc:sldMk cId="1039080243" sldId="372"/>
            <ac:spMk id="55" creationId="{00000000-0000-0000-0000-000000000000}"/>
          </ac:spMkLst>
        </pc:spChg>
        <pc:spChg chg="mod">
          <ac:chgData name="Yash Jadhav" userId="535c3d6d-72b8-4f77-8155-55f939173cf2" providerId="ADAL" clId="{F33F88E0-3380-47C4-AFDE-F1AC050ADA82}" dt="2026-01-25T16:04:29.353" v="6395"/>
          <ac:spMkLst>
            <pc:docMk/>
            <pc:sldMk cId="1039080243" sldId="372"/>
            <ac:spMk id="56" creationId="{00000000-0000-0000-0000-000000000000}"/>
          </ac:spMkLst>
        </pc:spChg>
        <pc:spChg chg="mod">
          <ac:chgData name="Yash Jadhav" userId="535c3d6d-72b8-4f77-8155-55f939173cf2" providerId="ADAL" clId="{F33F88E0-3380-47C4-AFDE-F1AC050ADA82}" dt="2026-01-25T16:04:29.356" v="6396" actId="790"/>
          <ac:spMkLst>
            <pc:docMk/>
            <pc:sldMk cId="1039080243" sldId="372"/>
            <ac:spMk id="58" creationId="{00000000-0000-0000-0000-000000000000}"/>
          </ac:spMkLst>
        </pc:spChg>
        <pc:spChg chg="mod">
          <ac:chgData name="Yash Jadhav" userId="535c3d6d-72b8-4f77-8155-55f939173cf2" providerId="ADAL" clId="{F33F88E0-3380-47C4-AFDE-F1AC050ADA82}" dt="2026-01-25T16:04:29.358" v="6397"/>
          <ac:spMkLst>
            <pc:docMk/>
            <pc:sldMk cId="1039080243" sldId="372"/>
            <ac:spMk id="59" creationId="{00000000-0000-0000-0000-000000000000}"/>
          </ac:spMkLst>
        </pc:spChg>
        <pc:spChg chg="mod">
          <ac:chgData name="Yash Jadhav" userId="535c3d6d-72b8-4f77-8155-55f939173cf2" providerId="ADAL" clId="{F33F88E0-3380-47C4-AFDE-F1AC050ADA82}" dt="2026-01-25T16:04:29.360" v="6398" actId="790"/>
          <ac:spMkLst>
            <pc:docMk/>
            <pc:sldMk cId="1039080243" sldId="372"/>
            <ac:spMk id="63" creationId="{00000000-0000-0000-0000-000000000000}"/>
          </ac:spMkLst>
        </pc:spChg>
        <pc:spChg chg="mod">
          <ac:chgData name="Yash Jadhav" userId="535c3d6d-72b8-4f77-8155-55f939173cf2" providerId="ADAL" clId="{F33F88E0-3380-47C4-AFDE-F1AC050ADA82}" dt="2026-01-25T16:04:29.362" v="6399"/>
          <ac:spMkLst>
            <pc:docMk/>
            <pc:sldMk cId="1039080243" sldId="372"/>
            <ac:spMk id="65" creationId="{00000000-0000-0000-0000-000000000000}"/>
          </ac:spMkLst>
        </pc:spChg>
        <pc:spChg chg="mod">
          <ac:chgData name="Yash Jadhav" userId="535c3d6d-72b8-4f77-8155-55f939173cf2" providerId="ADAL" clId="{F33F88E0-3380-47C4-AFDE-F1AC050ADA82}" dt="2026-01-25T16:04:29.331" v="6386" actId="790"/>
          <ac:spMkLst>
            <pc:docMk/>
            <pc:sldMk cId="1039080243" sldId="372"/>
            <ac:spMk id="69" creationId="{00000000-0000-0000-0000-000000000000}"/>
          </ac:spMkLst>
        </pc:spChg>
        <pc:spChg chg="mod">
          <ac:chgData name="Yash Jadhav" userId="535c3d6d-72b8-4f77-8155-55f939173cf2" providerId="ADAL" clId="{F33F88E0-3380-47C4-AFDE-F1AC050ADA82}" dt="2026-01-25T16:04:29.332" v="6387"/>
          <ac:spMkLst>
            <pc:docMk/>
            <pc:sldMk cId="1039080243" sldId="372"/>
            <ac:spMk id="70" creationId="{00000000-0000-0000-0000-000000000000}"/>
          </ac:spMkLst>
        </pc:spChg>
        <pc:spChg chg="mod">
          <ac:chgData name="Yash Jadhav" userId="535c3d6d-72b8-4f77-8155-55f939173cf2" providerId="ADAL" clId="{F33F88E0-3380-47C4-AFDE-F1AC050ADA82}" dt="2026-01-25T16:04:29.306" v="6378" actId="790"/>
          <ac:spMkLst>
            <pc:docMk/>
            <pc:sldMk cId="1039080243" sldId="372"/>
            <ac:spMk id="73" creationId="{00000000-0000-0000-0000-000000000000}"/>
          </ac:spMkLst>
        </pc:spChg>
        <pc:spChg chg="mod">
          <ac:chgData name="Yash Jadhav" userId="535c3d6d-72b8-4f77-8155-55f939173cf2" providerId="ADAL" clId="{F33F88E0-3380-47C4-AFDE-F1AC050ADA82}" dt="2026-01-25T16:04:29.316" v="6381" actId="790"/>
          <ac:spMkLst>
            <pc:docMk/>
            <pc:sldMk cId="1039080243" sldId="372"/>
            <ac:spMk id="74" creationId="{00000000-0000-0000-0000-000000000000}"/>
          </ac:spMkLst>
        </pc:spChg>
        <pc:spChg chg="mod">
          <ac:chgData name="Yash Jadhav" userId="535c3d6d-72b8-4f77-8155-55f939173cf2" providerId="ADAL" clId="{F33F88E0-3380-47C4-AFDE-F1AC050ADA82}" dt="2026-01-25T16:04:29.309" v="6379" actId="790"/>
          <ac:spMkLst>
            <pc:docMk/>
            <pc:sldMk cId="1039080243" sldId="372"/>
            <ac:spMk id="75" creationId="{00000000-0000-0000-0000-000000000000}"/>
          </ac:spMkLst>
        </pc:spChg>
        <pc:spChg chg="mod">
          <ac:chgData name="Yash Jadhav" userId="535c3d6d-72b8-4f77-8155-55f939173cf2" providerId="ADAL" clId="{F33F88E0-3380-47C4-AFDE-F1AC050ADA82}" dt="2026-01-25T16:04:29.312" v="6380" actId="790"/>
          <ac:spMkLst>
            <pc:docMk/>
            <pc:sldMk cId="1039080243" sldId="372"/>
            <ac:spMk id="76" creationId="{00000000-0000-0000-0000-000000000000}"/>
          </ac:spMkLst>
        </pc:spChg>
        <pc:spChg chg="mod">
          <ac:chgData name="Yash Jadhav" userId="535c3d6d-72b8-4f77-8155-55f939173cf2" providerId="ADAL" clId="{F33F88E0-3380-47C4-AFDE-F1AC050ADA82}" dt="2026-01-25T16:04:29.338" v="6389" actId="790"/>
          <ac:spMkLst>
            <pc:docMk/>
            <pc:sldMk cId="1039080243" sldId="372"/>
            <ac:spMk id="80" creationId="{00000000-0000-0000-0000-000000000000}"/>
          </ac:spMkLst>
        </pc:spChg>
        <pc:spChg chg="mod">
          <ac:chgData name="Yash Jadhav" userId="535c3d6d-72b8-4f77-8155-55f939173cf2" providerId="ADAL" clId="{F33F88E0-3380-47C4-AFDE-F1AC050ADA82}" dt="2026-01-25T16:04:29.334" v="6388"/>
          <ac:spMkLst>
            <pc:docMk/>
            <pc:sldMk cId="1039080243" sldId="372"/>
            <ac:spMk id="81" creationId="{00000000-0000-0000-0000-000000000000}"/>
          </ac:spMkLst>
        </pc:spChg>
        <pc:spChg chg="mod">
          <ac:chgData name="Yash Jadhav" userId="535c3d6d-72b8-4f77-8155-55f939173cf2" providerId="ADAL" clId="{F33F88E0-3380-47C4-AFDE-F1AC050ADA82}" dt="2026-01-25T16:04:29.272" v="6367" actId="790"/>
          <ac:spMkLst>
            <pc:docMk/>
            <pc:sldMk cId="1039080243" sldId="372"/>
            <ac:spMk id="95" creationId="{00000000-0000-0000-0000-000000000000}"/>
          </ac:spMkLst>
        </pc:spChg>
        <pc:spChg chg="mod">
          <ac:chgData name="Yash Jadhav" userId="535c3d6d-72b8-4f77-8155-55f939173cf2" providerId="ADAL" clId="{F33F88E0-3380-47C4-AFDE-F1AC050ADA82}" dt="2026-01-25T16:04:29.287" v="6372" actId="790"/>
          <ac:spMkLst>
            <pc:docMk/>
            <pc:sldMk cId="1039080243" sldId="372"/>
            <ac:spMk id="98" creationId="{00000000-0000-0000-0000-000000000000}"/>
          </ac:spMkLst>
        </pc:spChg>
        <pc:spChg chg="mod">
          <ac:chgData name="Yash Jadhav" userId="535c3d6d-72b8-4f77-8155-55f939173cf2" providerId="ADAL" clId="{F33F88E0-3380-47C4-AFDE-F1AC050ADA82}" dt="2026-01-25T16:04:29.302" v="6377" actId="790"/>
          <ac:spMkLst>
            <pc:docMk/>
            <pc:sldMk cId="1039080243" sldId="372"/>
            <ac:spMk id="99" creationId="{00000000-0000-0000-0000-000000000000}"/>
          </ac:spMkLst>
        </pc:spChg>
        <pc:spChg chg="mod">
          <ac:chgData name="Yash Jadhav" userId="535c3d6d-72b8-4f77-8155-55f939173cf2" providerId="ADAL" clId="{F33F88E0-3380-47C4-AFDE-F1AC050ADA82}" dt="2026-01-25T16:04:29.321" v="6382" actId="790"/>
          <ac:spMkLst>
            <pc:docMk/>
            <pc:sldMk cId="1039080243" sldId="372"/>
            <ac:spMk id="10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07980274" sldId="373"/>
        </pc:sldMkLst>
        <pc:spChg chg="mod ord">
          <ac:chgData name="Yash Jadhav" userId="535c3d6d-72b8-4f77-8155-55f939173cf2" providerId="ADAL" clId="{F33F88E0-3380-47C4-AFDE-F1AC050ADA82}" dt="2026-01-25T16:06:14.662" v="8413" actId="6264"/>
          <ac:spMkLst>
            <pc:docMk/>
            <pc:sldMk cId="3507980274" sldId="373"/>
            <ac:spMk id="2" creationId="{00000000-0000-0000-0000-000000000000}"/>
          </ac:spMkLst>
        </pc:spChg>
        <pc:spChg chg="mod">
          <ac:chgData name="Yash Jadhav" userId="535c3d6d-72b8-4f77-8155-55f939173cf2" providerId="ADAL" clId="{F33F88E0-3380-47C4-AFDE-F1AC050ADA82}" dt="2026-01-25T16:04:30.539" v="6425" actId="790"/>
          <ac:spMkLst>
            <pc:docMk/>
            <pc:sldMk cId="3507980274" sldId="373"/>
            <ac:spMk id="3" creationId="{E4636138-3B94-5F07-3708-04B521F4D0C0}"/>
          </ac:spMkLst>
        </pc:spChg>
        <pc:spChg chg="mod">
          <ac:chgData name="Yash Jadhav" userId="535c3d6d-72b8-4f77-8155-55f939173cf2" providerId="ADAL" clId="{F33F88E0-3380-47C4-AFDE-F1AC050ADA82}" dt="2026-01-25T16:04:30.476" v="6405" actId="790"/>
          <ac:spMkLst>
            <pc:docMk/>
            <pc:sldMk cId="3507980274" sldId="373"/>
            <ac:spMk id="4" creationId="{00000000-0000-0000-0000-000000000000}"/>
          </ac:spMkLst>
        </pc:spChg>
        <pc:spChg chg="mod">
          <ac:chgData name="Yash Jadhav" userId="535c3d6d-72b8-4f77-8155-55f939173cf2" providerId="ADAL" clId="{F33F88E0-3380-47C4-AFDE-F1AC050ADA82}" dt="2026-01-25T16:04:30.507" v="6414" actId="790"/>
          <ac:spMkLst>
            <pc:docMk/>
            <pc:sldMk cId="3507980274" sldId="373"/>
            <ac:spMk id="5" creationId="{00000000-0000-0000-0000-000000000000}"/>
          </ac:spMkLst>
        </pc:spChg>
        <pc:spChg chg="mod">
          <ac:chgData name="Yash Jadhav" userId="535c3d6d-72b8-4f77-8155-55f939173cf2" providerId="ADAL" clId="{F33F88E0-3380-47C4-AFDE-F1AC050ADA82}" dt="2026-01-25T16:04:30.532" v="6424" actId="790"/>
          <ac:spMkLst>
            <pc:docMk/>
            <pc:sldMk cId="3507980274" sldId="373"/>
            <ac:spMk id="6" creationId="{00000000-0000-0000-0000-000000000000}"/>
          </ac:spMkLst>
        </pc:spChg>
        <pc:spChg chg="mod">
          <ac:chgData name="Yash Jadhav" userId="535c3d6d-72b8-4f77-8155-55f939173cf2" providerId="ADAL" clId="{F33F88E0-3380-47C4-AFDE-F1AC050ADA82}" dt="2026-01-25T16:04:30.509" v="6415" actId="790"/>
          <ac:spMkLst>
            <pc:docMk/>
            <pc:sldMk cId="3507980274" sldId="373"/>
            <ac:spMk id="7" creationId="{00000000-0000-0000-0000-000000000000}"/>
          </ac:spMkLst>
        </pc:spChg>
        <pc:spChg chg="mod">
          <ac:chgData name="Yash Jadhav" userId="535c3d6d-72b8-4f77-8155-55f939173cf2" providerId="ADAL" clId="{F33F88E0-3380-47C4-AFDE-F1AC050ADA82}" dt="2026-01-25T16:04:30.479" v="6406" actId="790"/>
          <ac:spMkLst>
            <pc:docMk/>
            <pc:sldMk cId="3507980274" sldId="373"/>
            <ac:spMk id="8" creationId="{00000000-0000-0000-0000-000000000000}"/>
          </ac:spMkLst>
        </pc:spChg>
        <pc:spChg chg="mod">
          <ac:chgData name="Yash Jadhav" userId="535c3d6d-72b8-4f77-8155-55f939173cf2" providerId="ADAL" clId="{F33F88E0-3380-47C4-AFDE-F1AC050ADA82}" dt="2026-01-25T16:04:30.481" v="6407" actId="790"/>
          <ac:spMkLst>
            <pc:docMk/>
            <pc:sldMk cId="3507980274" sldId="373"/>
            <ac:spMk id="9" creationId="{00000000-0000-0000-0000-000000000000}"/>
          </ac:spMkLst>
        </pc:spChg>
        <pc:spChg chg="mod">
          <ac:chgData name="Yash Jadhav" userId="535c3d6d-72b8-4f77-8155-55f939173cf2" providerId="ADAL" clId="{F33F88E0-3380-47C4-AFDE-F1AC050ADA82}" dt="2026-01-25T16:04:30.484" v="6408" actId="790"/>
          <ac:spMkLst>
            <pc:docMk/>
            <pc:sldMk cId="3507980274" sldId="373"/>
            <ac:spMk id="10" creationId="{00000000-0000-0000-0000-000000000000}"/>
          </ac:spMkLst>
        </pc:spChg>
        <pc:spChg chg="mod">
          <ac:chgData name="Yash Jadhav" userId="535c3d6d-72b8-4f77-8155-55f939173cf2" providerId="ADAL" clId="{F33F88E0-3380-47C4-AFDE-F1AC050ADA82}" dt="2026-01-25T16:04:30.486" v="6409" actId="790"/>
          <ac:spMkLst>
            <pc:docMk/>
            <pc:sldMk cId="3507980274" sldId="373"/>
            <ac:spMk id="11" creationId="{00000000-0000-0000-0000-000000000000}"/>
          </ac:spMkLst>
        </pc:spChg>
        <pc:spChg chg="add del mod">
          <ac:chgData name="Yash Jadhav" userId="535c3d6d-72b8-4f77-8155-55f939173cf2" providerId="ADAL" clId="{F33F88E0-3380-47C4-AFDE-F1AC050ADA82}" dt="2026-01-25T16:06:14.662" v="8413" actId="6264"/>
          <ac:spMkLst>
            <pc:docMk/>
            <pc:sldMk cId="3507980274" sldId="373"/>
            <ac:spMk id="12" creationId="{702A6AA3-3422-85A4-DE0D-35B0464219C1}"/>
          </ac:spMkLst>
        </pc:spChg>
        <pc:spChg chg="mod">
          <ac:chgData name="Yash Jadhav" userId="535c3d6d-72b8-4f77-8155-55f939173cf2" providerId="ADAL" clId="{F33F88E0-3380-47C4-AFDE-F1AC050ADA82}" dt="2026-01-25T16:04:30.511" v="6416" actId="790"/>
          <ac:spMkLst>
            <pc:docMk/>
            <pc:sldMk cId="3507980274" sldId="373"/>
            <ac:spMk id="13" creationId="{00000000-0000-0000-0000-000000000000}"/>
          </ac:spMkLst>
        </pc:spChg>
        <pc:spChg chg="mod">
          <ac:chgData name="Yash Jadhav" userId="535c3d6d-72b8-4f77-8155-55f939173cf2" providerId="ADAL" clId="{F33F88E0-3380-47C4-AFDE-F1AC050ADA82}" dt="2026-01-25T16:04:30.513" v="6417" actId="790"/>
          <ac:spMkLst>
            <pc:docMk/>
            <pc:sldMk cId="3507980274" sldId="373"/>
            <ac:spMk id="14" creationId="{00000000-0000-0000-0000-000000000000}"/>
          </ac:spMkLst>
        </pc:spChg>
        <pc:spChg chg="mod">
          <ac:chgData name="Yash Jadhav" userId="535c3d6d-72b8-4f77-8155-55f939173cf2" providerId="ADAL" clId="{F33F88E0-3380-47C4-AFDE-F1AC050ADA82}" dt="2026-01-25T16:04:30.515" v="6418" actId="790"/>
          <ac:spMkLst>
            <pc:docMk/>
            <pc:sldMk cId="3507980274" sldId="373"/>
            <ac:spMk id="15" creationId="{00000000-0000-0000-0000-000000000000}"/>
          </ac:spMkLst>
        </pc:spChg>
        <pc:spChg chg="mod">
          <ac:chgData name="Yash Jadhav" userId="535c3d6d-72b8-4f77-8155-55f939173cf2" providerId="ADAL" clId="{F33F88E0-3380-47C4-AFDE-F1AC050ADA82}" dt="2026-01-25T16:04:30.516" v="6419" actId="790"/>
          <ac:spMkLst>
            <pc:docMk/>
            <pc:sldMk cId="3507980274" sldId="373"/>
            <ac:spMk id="16" creationId="{00000000-0000-0000-0000-000000000000}"/>
          </ac:spMkLst>
        </pc:spChg>
        <pc:spChg chg="mod">
          <ac:chgData name="Yash Jadhav" userId="535c3d6d-72b8-4f77-8155-55f939173cf2" providerId="ADAL" clId="{F33F88E0-3380-47C4-AFDE-F1AC050ADA82}" dt="2026-01-25T16:04:30.492" v="6410" actId="790"/>
          <ac:spMkLst>
            <pc:docMk/>
            <pc:sldMk cId="3507980274" sldId="373"/>
            <ac:spMk id="18" creationId="{00000000-0000-0000-0000-000000000000}"/>
          </ac:spMkLst>
        </pc:spChg>
        <pc:spChg chg="mod">
          <ac:chgData name="Yash Jadhav" userId="535c3d6d-72b8-4f77-8155-55f939173cf2" providerId="ADAL" clId="{F33F88E0-3380-47C4-AFDE-F1AC050ADA82}" dt="2026-01-25T16:04:30.496" v="6411" actId="790"/>
          <ac:spMkLst>
            <pc:docMk/>
            <pc:sldMk cId="3507980274" sldId="373"/>
            <ac:spMk id="19" creationId="{00000000-0000-0000-0000-000000000000}"/>
          </ac:spMkLst>
        </pc:spChg>
        <pc:spChg chg="mod">
          <ac:chgData name="Yash Jadhav" userId="535c3d6d-72b8-4f77-8155-55f939173cf2" providerId="ADAL" clId="{F33F88E0-3380-47C4-AFDE-F1AC050ADA82}" dt="2026-01-25T16:04:30.500" v="6412" actId="790"/>
          <ac:spMkLst>
            <pc:docMk/>
            <pc:sldMk cId="3507980274" sldId="373"/>
            <ac:spMk id="20" creationId="{00000000-0000-0000-0000-000000000000}"/>
          </ac:spMkLst>
        </pc:spChg>
        <pc:spChg chg="mod">
          <ac:chgData name="Yash Jadhav" userId="535c3d6d-72b8-4f77-8155-55f939173cf2" providerId="ADAL" clId="{F33F88E0-3380-47C4-AFDE-F1AC050ADA82}" dt="2026-01-25T16:04:30.504" v="6413" actId="790"/>
          <ac:spMkLst>
            <pc:docMk/>
            <pc:sldMk cId="3507980274" sldId="373"/>
            <ac:spMk id="21" creationId="{00000000-0000-0000-0000-000000000000}"/>
          </ac:spMkLst>
        </pc:spChg>
        <pc:spChg chg="mod">
          <ac:chgData name="Yash Jadhav" userId="535c3d6d-72b8-4f77-8155-55f939173cf2" providerId="ADAL" clId="{F33F88E0-3380-47C4-AFDE-F1AC050ADA82}" dt="2026-01-25T16:04:30.520" v="6420" actId="790"/>
          <ac:spMkLst>
            <pc:docMk/>
            <pc:sldMk cId="3507980274" sldId="373"/>
            <ac:spMk id="23" creationId="{00000000-0000-0000-0000-000000000000}"/>
          </ac:spMkLst>
        </pc:spChg>
        <pc:spChg chg="mod">
          <ac:chgData name="Yash Jadhav" userId="535c3d6d-72b8-4f77-8155-55f939173cf2" providerId="ADAL" clId="{F33F88E0-3380-47C4-AFDE-F1AC050ADA82}" dt="2026-01-25T16:04:30.523" v="6421" actId="790"/>
          <ac:spMkLst>
            <pc:docMk/>
            <pc:sldMk cId="3507980274" sldId="373"/>
            <ac:spMk id="24" creationId="{00000000-0000-0000-0000-000000000000}"/>
          </ac:spMkLst>
        </pc:spChg>
        <pc:spChg chg="mod">
          <ac:chgData name="Yash Jadhav" userId="535c3d6d-72b8-4f77-8155-55f939173cf2" providerId="ADAL" clId="{F33F88E0-3380-47C4-AFDE-F1AC050ADA82}" dt="2026-01-25T16:04:30.526" v="6422" actId="790"/>
          <ac:spMkLst>
            <pc:docMk/>
            <pc:sldMk cId="3507980274" sldId="373"/>
            <ac:spMk id="25" creationId="{00000000-0000-0000-0000-000000000000}"/>
          </ac:spMkLst>
        </pc:spChg>
        <pc:spChg chg="mod">
          <ac:chgData name="Yash Jadhav" userId="535c3d6d-72b8-4f77-8155-55f939173cf2" providerId="ADAL" clId="{F33F88E0-3380-47C4-AFDE-F1AC050ADA82}" dt="2026-01-25T16:04:30.529" v="6423" actId="790"/>
          <ac:spMkLst>
            <pc:docMk/>
            <pc:sldMk cId="3507980274" sldId="373"/>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81620356" sldId="374"/>
        </pc:sldMkLst>
        <pc:spChg chg="mod ord">
          <ac:chgData name="Yash Jadhav" userId="535c3d6d-72b8-4f77-8155-55f939173cf2" providerId="ADAL" clId="{F33F88E0-3380-47C4-AFDE-F1AC050ADA82}" dt="2026-01-25T16:06:14.662" v="8413" actId="6264"/>
          <ac:spMkLst>
            <pc:docMk/>
            <pc:sldMk cId="2381620356" sldId="374"/>
            <ac:spMk id="2" creationId="{00000000-0000-0000-0000-000000000000}"/>
          </ac:spMkLst>
        </pc:spChg>
        <pc:spChg chg="mod">
          <ac:chgData name="Yash Jadhav" userId="535c3d6d-72b8-4f77-8155-55f939173cf2" providerId="ADAL" clId="{F33F88E0-3380-47C4-AFDE-F1AC050ADA82}" dt="2026-01-25T16:04:31.957" v="6441" actId="790"/>
          <ac:spMkLst>
            <pc:docMk/>
            <pc:sldMk cId="2381620356" sldId="374"/>
            <ac:spMk id="4" creationId="{F4ACB6C7-52FF-5A5F-0E12-67850BE4DA49}"/>
          </ac:spMkLst>
        </pc:spChg>
        <pc:spChg chg="mod">
          <ac:chgData name="Yash Jadhav" userId="535c3d6d-72b8-4f77-8155-55f939173cf2" providerId="ADAL" clId="{F33F88E0-3380-47C4-AFDE-F1AC050ADA82}" dt="2026-01-25T16:04:31.959" v="6442" actId="790"/>
          <ac:spMkLst>
            <pc:docMk/>
            <pc:sldMk cId="2381620356" sldId="374"/>
            <ac:spMk id="5" creationId="{0575D19D-F432-3E8A-B989-F3D998D46D20}"/>
          </ac:spMkLst>
        </pc:spChg>
        <pc:spChg chg="mod">
          <ac:chgData name="Yash Jadhav" userId="535c3d6d-72b8-4f77-8155-55f939173cf2" providerId="ADAL" clId="{F33F88E0-3380-47C4-AFDE-F1AC050ADA82}" dt="2026-01-25T16:04:31.962" v="6443" actId="790"/>
          <ac:spMkLst>
            <pc:docMk/>
            <pc:sldMk cId="2381620356" sldId="374"/>
            <ac:spMk id="6" creationId="{0CF93841-DBDB-76FA-8559-17A9842E73EF}"/>
          </ac:spMkLst>
        </pc:spChg>
        <pc:spChg chg="mod">
          <ac:chgData name="Yash Jadhav" userId="535c3d6d-72b8-4f77-8155-55f939173cf2" providerId="ADAL" clId="{F33F88E0-3380-47C4-AFDE-F1AC050ADA82}" dt="2026-01-25T16:04:31.964" v="6444" actId="790"/>
          <ac:spMkLst>
            <pc:docMk/>
            <pc:sldMk cId="2381620356" sldId="374"/>
            <ac:spMk id="7" creationId="{0264DC44-81C4-C6E7-9F16-33B1F5A85494}"/>
          </ac:spMkLst>
        </pc:spChg>
        <pc:spChg chg="mod">
          <ac:chgData name="Yash Jadhav" userId="535c3d6d-72b8-4f77-8155-55f939173cf2" providerId="ADAL" clId="{F33F88E0-3380-47C4-AFDE-F1AC050ADA82}" dt="2026-01-25T16:04:31.967" v="6445" actId="790"/>
          <ac:spMkLst>
            <pc:docMk/>
            <pc:sldMk cId="2381620356" sldId="374"/>
            <ac:spMk id="8" creationId="{1C9219DB-E6F0-B6D0-0A64-9EA115784D27}"/>
          </ac:spMkLst>
        </pc:spChg>
        <pc:spChg chg="mod">
          <ac:chgData name="Yash Jadhav" userId="535c3d6d-72b8-4f77-8155-55f939173cf2" providerId="ADAL" clId="{F33F88E0-3380-47C4-AFDE-F1AC050ADA82}" dt="2026-01-25T16:04:31.970" v="6446" actId="790"/>
          <ac:spMkLst>
            <pc:docMk/>
            <pc:sldMk cId="2381620356" sldId="374"/>
            <ac:spMk id="9" creationId="{B957E85C-8A82-DD41-B68D-FD63388301CB}"/>
          </ac:spMkLst>
        </pc:spChg>
        <pc:spChg chg="mod">
          <ac:chgData name="Yash Jadhav" userId="535c3d6d-72b8-4f77-8155-55f939173cf2" providerId="ADAL" clId="{F33F88E0-3380-47C4-AFDE-F1AC050ADA82}" dt="2026-01-25T16:04:31.974" v="6447" actId="790"/>
          <ac:spMkLst>
            <pc:docMk/>
            <pc:sldMk cId="2381620356" sldId="374"/>
            <ac:spMk id="10" creationId="{359F2310-23E2-32A9-0167-6713B714B5EF}"/>
          </ac:spMkLst>
        </pc:spChg>
        <pc:spChg chg="mod">
          <ac:chgData name="Yash Jadhav" userId="535c3d6d-72b8-4f77-8155-55f939173cf2" providerId="ADAL" clId="{F33F88E0-3380-47C4-AFDE-F1AC050ADA82}" dt="2026-01-25T16:04:31.978" v="6448" actId="790"/>
          <ac:spMkLst>
            <pc:docMk/>
            <pc:sldMk cId="2381620356" sldId="374"/>
            <ac:spMk id="11" creationId="{5104D1EF-DFFC-16F5-01BB-A7C7480351E7}"/>
          </ac:spMkLst>
        </pc:spChg>
        <pc:spChg chg="mod">
          <ac:chgData name="Yash Jadhav" userId="535c3d6d-72b8-4f77-8155-55f939173cf2" providerId="ADAL" clId="{F33F88E0-3380-47C4-AFDE-F1AC050ADA82}" dt="2026-01-25T16:04:31.980" v="6449" actId="790"/>
          <ac:spMkLst>
            <pc:docMk/>
            <pc:sldMk cId="2381620356" sldId="374"/>
            <ac:spMk id="12" creationId="{8ADA0666-8A07-75FA-E6B3-D15F4B35665B}"/>
          </ac:spMkLst>
        </pc:spChg>
        <pc:spChg chg="mod">
          <ac:chgData name="Yash Jadhav" userId="535c3d6d-72b8-4f77-8155-55f939173cf2" providerId="ADAL" clId="{F33F88E0-3380-47C4-AFDE-F1AC050ADA82}" dt="2026-01-25T16:04:31.915" v="6431" actId="790"/>
          <ac:spMkLst>
            <pc:docMk/>
            <pc:sldMk cId="2381620356" sldId="374"/>
            <ac:spMk id="13" creationId="{00000000-0000-0000-0000-000000000000}"/>
          </ac:spMkLst>
        </pc:spChg>
        <pc:spChg chg="mod">
          <ac:chgData name="Yash Jadhav" userId="535c3d6d-72b8-4f77-8155-55f939173cf2" providerId="ADAL" clId="{F33F88E0-3380-47C4-AFDE-F1AC050ADA82}" dt="2026-01-25T16:04:31.920" v="6432" actId="790"/>
          <ac:spMkLst>
            <pc:docMk/>
            <pc:sldMk cId="2381620356" sldId="374"/>
            <ac:spMk id="14" creationId="{00000000-0000-0000-0000-000000000000}"/>
          </ac:spMkLst>
        </pc:spChg>
        <pc:spChg chg="mod">
          <ac:chgData name="Yash Jadhav" userId="535c3d6d-72b8-4f77-8155-55f939173cf2" providerId="ADAL" clId="{F33F88E0-3380-47C4-AFDE-F1AC050ADA82}" dt="2026-01-25T16:04:31.926" v="6433" actId="790"/>
          <ac:spMkLst>
            <pc:docMk/>
            <pc:sldMk cId="2381620356" sldId="374"/>
            <ac:spMk id="15" creationId="{00000000-0000-0000-0000-000000000000}"/>
          </ac:spMkLst>
        </pc:spChg>
        <pc:spChg chg="mod">
          <ac:chgData name="Yash Jadhav" userId="535c3d6d-72b8-4f77-8155-55f939173cf2" providerId="ADAL" clId="{F33F88E0-3380-47C4-AFDE-F1AC050ADA82}" dt="2026-01-25T16:04:31.931" v="6434" actId="790"/>
          <ac:spMkLst>
            <pc:docMk/>
            <pc:sldMk cId="2381620356" sldId="374"/>
            <ac:spMk id="16" creationId="{00000000-0000-0000-0000-000000000000}"/>
          </ac:spMkLst>
        </pc:spChg>
        <pc:spChg chg="mod">
          <ac:chgData name="Yash Jadhav" userId="535c3d6d-72b8-4f77-8155-55f939173cf2" providerId="ADAL" clId="{F33F88E0-3380-47C4-AFDE-F1AC050ADA82}" dt="2026-01-25T16:04:31.983" v="6450" actId="790"/>
          <ac:spMkLst>
            <pc:docMk/>
            <pc:sldMk cId="2381620356" sldId="374"/>
            <ac:spMk id="17" creationId="{E6919F5D-CFDC-09BC-3BCA-F930367BBBB3}"/>
          </ac:spMkLst>
        </pc:spChg>
        <pc:spChg chg="mod">
          <ac:chgData name="Yash Jadhav" userId="535c3d6d-72b8-4f77-8155-55f939173cf2" providerId="ADAL" clId="{F33F88E0-3380-47C4-AFDE-F1AC050ADA82}" dt="2026-01-25T16:04:31.985" v="6451" actId="790"/>
          <ac:spMkLst>
            <pc:docMk/>
            <pc:sldMk cId="2381620356" sldId="374"/>
            <ac:spMk id="18" creationId="{80BE82BB-27F3-9E84-995A-1441060C7FAE}"/>
          </ac:spMkLst>
        </pc:spChg>
        <pc:spChg chg="mod">
          <ac:chgData name="Yash Jadhav" userId="535c3d6d-72b8-4f77-8155-55f939173cf2" providerId="ADAL" clId="{F33F88E0-3380-47C4-AFDE-F1AC050ADA82}" dt="2026-01-25T16:04:31.936" v="6435" actId="790"/>
          <ac:spMkLst>
            <pc:docMk/>
            <pc:sldMk cId="2381620356" sldId="374"/>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2381620356" sldId="374"/>
            <ac:spMk id="20" creationId="{7BABECF6-D791-1507-E9C7-4A4C9705A557}"/>
          </ac:spMkLst>
        </pc:spChg>
        <pc:spChg chg="mod">
          <ac:chgData name="Yash Jadhav" userId="535c3d6d-72b8-4f77-8155-55f939173cf2" providerId="ADAL" clId="{F33F88E0-3380-47C4-AFDE-F1AC050ADA82}" dt="2026-01-25T16:04:31.988" v="6452" actId="790"/>
          <ac:spMkLst>
            <pc:docMk/>
            <pc:sldMk cId="2381620356" sldId="374"/>
            <ac:spMk id="32" creationId="{3D85DA7C-A562-2E4A-E8CF-0FE19284C921}"/>
          </ac:spMkLst>
        </pc:spChg>
        <pc:spChg chg="mod">
          <ac:chgData name="Yash Jadhav" userId="535c3d6d-72b8-4f77-8155-55f939173cf2" providerId="ADAL" clId="{F33F88E0-3380-47C4-AFDE-F1AC050ADA82}" dt="2026-01-25T16:04:31.940" v="6436" actId="790"/>
          <ac:spMkLst>
            <pc:docMk/>
            <pc:sldMk cId="2381620356" sldId="374"/>
            <ac:spMk id="48" creationId="{00000000-0000-0000-0000-000000000000}"/>
          </ac:spMkLst>
        </pc:spChg>
        <pc:spChg chg="mod">
          <ac:chgData name="Yash Jadhav" userId="535c3d6d-72b8-4f77-8155-55f939173cf2" providerId="ADAL" clId="{F33F88E0-3380-47C4-AFDE-F1AC050ADA82}" dt="2026-01-25T16:04:31.943" v="6437" actId="790"/>
          <ac:spMkLst>
            <pc:docMk/>
            <pc:sldMk cId="2381620356" sldId="374"/>
            <ac:spMk id="49" creationId="{00000000-0000-0000-0000-000000000000}"/>
          </ac:spMkLst>
        </pc:spChg>
        <pc:spChg chg="mod">
          <ac:chgData name="Yash Jadhav" userId="535c3d6d-72b8-4f77-8155-55f939173cf2" providerId="ADAL" clId="{F33F88E0-3380-47C4-AFDE-F1AC050ADA82}" dt="2026-01-25T16:04:31.946" v="6438" actId="790"/>
          <ac:spMkLst>
            <pc:docMk/>
            <pc:sldMk cId="2381620356" sldId="374"/>
            <ac:spMk id="50" creationId="{00000000-0000-0000-0000-000000000000}"/>
          </ac:spMkLst>
        </pc:spChg>
        <pc:spChg chg="mod">
          <ac:chgData name="Yash Jadhav" userId="535c3d6d-72b8-4f77-8155-55f939173cf2" providerId="ADAL" clId="{F33F88E0-3380-47C4-AFDE-F1AC050ADA82}" dt="2026-01-25T16:04:31.950" v="6439" actId="790"/>
          <ac:spMkLst>
            <pc:docMk/>
            <pc:sldMk cId="2381620356" sldId="374"/>
            <ac:spMk id="51" creationId="{00000000-0000-0000-0000-000000000000}"/>
          </ac:spMkLst>
        </pc:spChg>
        <pc:spChg chg="mod">
          <ac:chgData name="Yash Jadhav" userId="535c3d6d-72b8-4f77-8155-55f939173cf2" providerId="ADAL" clId="{F33F88E0-3380-47C4-AFDE-F1AC050ADA82}" dt="2026-01-25T16:04:31.953" v="6440" actId="790"/>
          <ac:spMkLst>
            <pc:docMk/>
            <pc:sldMk cId="2381620356" sldId="374"/>
            <ac:spMk id="52" creationId="{00000000-0000-0000-0000-000000000000}"/>
          </ac:spMkLst>
        </pc:spChg>
        <pc:spChg chg="mod">
          <ac:chgData name="Yash Jadhav" userId="535c3d6d-72b8-4f77-8155-55f939173cf2" providerId="ADAL" clId="{F33F88E0-3380-47C4-AFDE-F1AC050ADA82}" dt="2026-01-25T16:04:31.990" v="6453" actId="790"/>
          <ac:spMkLst>
            <pc:docMk/>
            <pc:sldMk cId="2381620356" sldId="374"/>
            <ac:spMk id="53" creationId="{0875164D-2E67-AEEA-149F-E721587248DC}"/>
          </ac:spMkLst>
        </pc:spChg>
        <pc:spChg chg="mod">
          <ac:chgData name="Yash Jadhav" userId="535c3d6d-72b8-4f77-8155-55f939173cf2" providerId="ADAL" clId="{F33F88E0-3380-47C4-AFDE-F1AC050ADA82}" dt="2026-01-25T16:04:31.993" v="6454" actId="790"/>
          <ac:spMkLst>
            <pc:docMk/>
            <pc:sldMk cId="2381620356" sldId="374"/>
            <ac:spMk id="55" creationId="{7C8EB6DD-C78A-9BCC-BBE2-FA0DDE10D605}"/>
          </ac:spMkLst>
        </pc:spChg>
        <pc:spChg chg="mod">
          <ac:chgData name="Yash Jadhav" userId="535c3d6d-72b8-4f77-8155-55f939173cf2" providerId="ADAL" clId="{F33F88E0-3380-47C4-AFDE-F1AC050ADA82}" dt="2026-01-25T16:04:31.995" v="6455" actId="790"/>
          <ac:spMkLst>
            <pc:docMk/>
            <pc:sldMk cId="2381620356" sldId="374"/>
            <ac:spMk id="56" creationId="{9518DD3E-6BE1-71F7-5721-1A9814E4132C}"/>
          </ac:spMkLst>
        </pc:spChg>
        <pc:spChg chg="mod">
          <ac:chgData name="Yash Jadhav" userId="535c3d6d-72b8-4f77-8155-55f939173cf2" providerId="ADAL" clId="{F33F88E0-3380-47C4-AFDE-F1AC050ADA82}" dt="2026-01-25T16:04:31.997" v="6456" actId="790"/>
          <ac:spMkLst>
            <pc:docMk/>
            <pc:sldMk cId="2381620356" sldId="374"/>
            <ac:spMk id="57" creationId="{03D242D0-DA6C-71BE-A5DF-C16B8281DF58}"/>
          </ac:spMkLst>
        </pc:spChg>
        <pc:spChg chg="mod">
          <ac:chgData name="Yash Jadhav" userId="535c3d6d-72b8-4f77-8155-55f939173cf2" providerId="ADAL" clId="{F33F88E0-3380-47C4-AFDE-F1AC050ADA82}" dt="2026-01-25T16:04:31.999" v="6457" actId="790"/>
          <ac:spMkLst>
            <pc:docMk/>
            <pc:sldMk cId="2381620356" sldId="374"/>
            <ac:spMk id="58" creationId="{1008618A-221E-26F8-08A1-4A446550B408}"/>
          </ac:spMkLst>
        </pc:spChg>
        <pc:spChg chg="mod">
          <ac:chgData name="Yash Jadhav" userId="535c3d6d-72b8-4f77-8155-55f939173cf2" providerId="ADAL" clId="{F33F88E0-3380-47C4-AFDE-F1AC050ADA82}" dt="2026-01-25T16:04:32.001" v="6458" actId="790"/>
          <ac:spMkLst>
            <pc:docMk/>
            <pc:sldMk cId="2381620356" sldId="374"/>
            <ac:spMk id="59" creationId="{96A8EDAD-8D43-8B0A-2D4F-81982C0B7182}"/>
          </ac:spMkLst>
        </pc:spChg>
        <pc:spChg chg="mod">
          <ac:chgData name="Yash Jadhav" userId="535c3d6d-72b8-4f77-8155-55f939173cf2" providerId="ADAL" clId="{F33F88E0-3380-47C4-AFDE-F1AC050ADA82}" dt="2026-01-25T16:04:32.004" v="6459" actId="790"/>
          <ac:spMkLst>
            <pc:docMk/>
            <pc:sldMk cId="2381620356" sldId="374"/>
            <ac:spMk id="60" creationId="{0087EB1A-2897-A866-5FA0-A11ECE370F8A}"/>
          </ac:spMkLst>
        </pc:spChg>
        <pc:spChg chg="mod">
          <ac:chgData name="Yash Jadhav" userId="535c3d6d-72b8-4f77-8155-55f939173cf2" providerId="ADAL" clId="{F33F88E0-3380-47C4-AFDE-F1AC050ADA82}" dt="2026-01-25T16:04:32.007" v="6460" actId="790"/>
          <ac:spMkLst>
            <pc:docMk/>
            <pc:sldMk cId="2381620356" sldId="374"/>
            <ac:spMk id="61" creationId="{4708B484-2D81-5EEB-9CBC-EF8518E7CA94}"/>
          </ac:spMkLst>
        </pc:spChg>
        <pc:spChg chg="mod">
          <ac:chgData name="Yash Jadhav" userId="535c3d6d-72b8-4f77-8155-55f939173cf2" providerId="ADAL" clId="{F33F88E0-3380-47C4-AFDE-F1AC050ADA82}" dt="2026-01-25T16:04:32.009" v="6461" actId="790"/>
          <ac:spMkLst>
            <pc:docMk/>
            <pc:sldMk cId="2381620356" sldId="374"/>
            <ac:spMk id="62" creationId="{35E275A2-2E41-7DEC-A311-A6D67C57D4BA}"/>
          </ac:spMkLst>
        </pc:spChg>
        <pc:spChg chg="mod">
          <ac:chgData name="Yash Jadhav" userId="535c3d6d-72b8-4f77-8155-55f939173cf2" providerId="ADAL" clId="{F33F88E0-3380-47C4-AFDE-F1AC050ADA82}" dt="2026-01-25T16:04:32.012" v="6462" actId="790"/>
          <ac:spMkLst>
            <pc:docMk/>
            <pc:sldMk cId="2381620356" sldId="374"/>
            <ac:spMk id="63" creationId="{F4D1F0C9-B997-3410-A79B-D43141D22D27}"/>
          </ac:spMkLst>
        </pc:spChg>
        <pc:spChg chg="mod">
          <ac:chgData name="Yash Jadhav" userId="535c3d6d-72b8-4f77-8155-55f939173cf2" providerId="ADAL" clId="{F33F88E0-3380-47C4-AFDE-F1AC050ADA82}" dt="2026-01-25T16:04:32.014" v="6463" actId="790"/>
          <ac:spMkLst>
            <pc:docMk/>
            <pc:sldMk cId="2381620356" sldId="374"/>
            <ac:spMk id="64" creationId="{477D5CDE-62EE-4065-16FE-0EAC71C05589}"/>
          </ac:spMkLst>
        </pc:spChg>
        <pc:spChg chg="mod">
          <ac:chgData name="Yash Jadhav" userId="535c3d6d-72b8-4f77-8155-55f939173cf2" providerId="ADAL" clId="{F33F88E0-3380-47C4-AFDE-F1AC050ADA82}" dt="2026-01-25T16:04:32.016" v="6464"/>
          <ac:spMkLst>
            <pc:docMk/>
            <pc:sldMk cId="2381620356" sldId="374"/>
            <ac:spMk id="66" creationId="{9CAC0E9A-6D9D-C859-CAD0-0FB1E8BF7B9F}"/>
          </ac:spMkLst>
        </pc:spChg>
        <pc:spChg chg="mod">
          <ac:chgData name="Yash Jadhav" userId="535c3d6d-72b8-4f77-8155-55f939173cf2" providerId="ADAL" clId="{F33F88E0-3380-47C4-AFDE-F1AC050ADA82}" dt="2026-01-25T16:04:32.018" v="6465"/>
          <ac:spMkLst>
            <pc:docMk/>
            <pc:sldMk cId="2381620356" sldId="374"/>
            <ac:spMk id="67" creationId="{94BD3659-473D-29F0-BCD9-1EC51D6B0E55}"/>
          </ac:spMkLst>
        </pc:spChg>
        <pc:spChg chg="mod">
          <ac:chgData name="Yash Jadhav" userId="535c3d6d-72b8-4f77-8155-55f939173cf2" providerId="ADAL" clId="{F33F88E0-3380-47C4-AFDE-F1AC050ADA82}" dt="2026-01-25T16:04:32.019" v="6466"/>
          <ac:spMkLst>
            <pc:docMk/>
            <pc:sldMk cId="2381620356" sldId="374"/>
            <ac:spMk id="68" creationId="{AF911304-F0A7-2294-C7C1-9366E739CFF7}"/>
          </ac:spMkLst>
        </pc:spChg>
        <pc:spChg chg="mod">
          <ac:chgData name="Yash Jadhav" userId="535c3d6d-72b8-4f77-8155-55f939173cf2" providerId="ADAL" clId="{F33F88E0-3380-47C4-AFDE-F1AC050ADA82}" dt="2026-01-25T16:04:32.020" v="6467"/>
          <ac:spMkLst>
            <pc:docMk/>
            <pc:sldMk cId="2381620356" sldId="374"/>
            <ac:spMk id="69" creationId="{BEADFACB-A6E6-3AEB-A31B-172BB48BF5BC}"/>
          </ac:spMkLst>
        </pc:spChg>
        <pc:spChg chg="mod">
          <ac:chgData name="Yash Jadhav" userId="535c3d6d-72b8-4f77-8155-55f939173cf2" providerId="ADAL" clId="{F33F88E0-3380-47C4-AFDE-F1AC050ADA82}" dt="2026-01-25T16:04:32.021" v="6468"/>
          <ac:spMkLst>
            <pc:docMk/>
            <pc:sldMk cId="2381620356" sldId="374"/>
            <ac:spMk id="70" creationId="{CC0936B8-4BEB-0F17-D77A-9EF83002D632}"/>
          </ac:spMkLst>
        </pc:spChg>
        <pc:spChg chg="mod">
          <ac:chgData name="Yash Jadhav" userId="535c3d6d-72b8-4f77-8155-55f939173cf2" providerId="ADAL" clId="{F33F88E0-3380-47C4-AFDE-F1AC050ADA82}" dt="2026-01-25T16:04:32.022" v="6469"/>
          <ac:spMkLst>
            <pc:docMk/>
            <pc:sldMk cId="2381620356" sldId="374"/>
            <ac:spMk id="71" creationId="{04185443-A562-74BA-502A-E49EE71A5700}"/>
          </ac:spMkLst>
        </pc:spChg>
        <pc:spChg chg="mod">
          <ac:chgData name="Yash Jadhav" userId="535c3d6d-72b8-4f77-8155-55f939173cf2" providerId="ADAL" clId="{F33F88E0-3380-47C4-AFDE-F1AC050ADA82}" dt="2026-01-25T16:04:32.023" v="6470"/>
          <ac:spMkLst>
            <pc:docMk/>
            <pc:sldMk cId="2381620356" sldId="374"/>
            <ac:spMk id="72" creationId="{2C3E43F0-6B09-8BBF-E6F7-47B8F1DC346B}"/>
          </ac:spMkLst>
        </pc:spChg>
        <pc:spChg chg="mod">
          <ac:chgData name="Yash Jadhav" userId="535c3d6d-72b8-4f77-8155-55f939173cf2" providerId="ADAL" clId="{F33F88E0-3380-47C4-AFDE-F1AC050ADA82}" dt="2026-01-25T16:04:32.024" v="6471"/>
          <ac:spMkLst>
            <pc:docMk/>
            <pc:sldMk cId="2381620356" sldId="374"/>
            <ac:spMk id="73" creationId="{97DD45FA-DB90-F786-0374-08486B7FF925}"/>
          </ac:spMkLst>
        </pc:spChg>
        <pc:spChg chg="mod">
          <ac:chgData name="Yash Jadhav" userId="535c3d6d-72b8-4f77-8155-55f939173cf2" providerId="ADAL" clId="{F33F88E0-3380-47C4-AFDE-F1AC050ADA82}" dt="2026-01-25T16:04:32.024" v="6472"/>
          <ac:spMkLst>
            <pc:docMk/>
            <pc:sldMk cId="2381620356" sldId="374"/>
            <ac:spMk id="74" creationId="{354F7192-6BA0-2B3C-C41B-2796A4F2BE53}"/>
          </ac:spMkLst>
        </pc:spChg>
        <pc:spChg chg="mod">
          <ac:chgData name="Yash Jadhav" userId="535c3d6d-72b8-4f77-8155-55f939173cf2" providerId="ADAL" clId="{F33F88E0-3380-47C4-AFDE-F1AC050ADA82}" dt="2026-01-25T16:04:32.025" v="6473"/>
          <ac:spMkLst>
            <pc:docMk/>
            <pc:sldMk cId="2381620356" sldId="374"/>
            <ac:spMk id="75" creationId="{2DB1562A-6A17-ABF8-F97D-E1C8B3854609}"/>
          </ac:spMkLst>
        </pc:spChg>
        <pc:spChg chg="mod">
          <ac:chgData name="Yash Jadhav" userId="535c3d6d-72b8-4f77-8155-55f939173cf2" providerId="ADAL" clId="{F33F88E0-3380-47C4-AFDE-F1AC050ADA82}" dt="2026-01-25T16:04:32.026" v="6474"/>
          <ac:spMkLst>
            <pc:docMk/>
            <pc:sldMk cId="2381620356" sldId="374"/>
            <ac:spMk id="76" creationId="{43CC9694-8270-CAF2-887D-2002858BC6F5}"/>
          </ac:spMkLst>
        </pc:spChg>
        <pc:spChg chg="mod">
          <ac:chgData name="Yash Jadhav" userId="535c3d6d-72b8-4f77-8155-55f939173cf2" providerId="ADAL" clId="{F33F88E0-3380-47C4-AFDE-F1AC050ADA82}" dt="2026-01-25T16:04:32.027" v="6475"/>
          <ac:spMkLst>
            <pc:docMk/>
            <pc:sldMk cId="2381620356" sldId="374"/>
            <ac:spMk id="77" creationId="{7F931280-DB93-842E-DF9B-CD7EB7A9F981}"/>
          </ac:spMkLst>
        </pc:spChg>
        <pc:spChg chg="mod">
          <ac:chgData name="Yash Jadhav" userId="535c3d6d-72b8-4f77-8155-55f939173cf2" providerId="ADAL" clId="{F33F88E0-3380-47C4-AFDE-F1AC050ADA82}" dt="2026-01-25T16:04:32.027" v="6476"/>
          <ac:spMkLst>
            <pc:docMk/>
            <pc:sldMk cId="2381620356" sldId="374"/>
            <ac:spMk id="78" creationId="{EFB83E7C-C110-78EA-F7C5-91D59B93C64F}"/>
          </ac:spMkLst>
        </pc:spChg>
        <pc:spChg chg="mod">
          <ac:chgData name="Yash Jadhav" userId="535c3d6d-72b8-4f77-8155-55f939173cf2" providerId="ADAL" clId="{F33F88E0-3380-47C4-AFDE-F1AC050ADA82}" dt="2026-01-25T16:04:32.029" v="6477"/>
          <ac:spMkLst>
            <pc:docMk/>
            <pc:sldMk cId="2381620356" sldId="374"/>
            <ac:spMk id="79" creationId="{4ED9DBAE-ED3C-2BEB-55CD-6166D99180DF}"/>
          </ac:spMkLst>
        </pc:spChg>
        <pc:spChg chg="mod">
          <ac:chgData name="Yash Jadhav" userId="535c3d6d-72b8-4f77-8155-55f939173cf2" providerId="ADAL" clId="{F33F88E0-3380-47C4-AFDE-F1AC050ADA82}" dt="2026-01-25T16:04:32.033" v="6478" actId="790"/>
          <ac:spMkLst>
            <pc:docMk/>
            <pc:sldMk cId="2381620356" sldId="374"/>
            <ac:spMk id="81" creationId="{4E02E321-E791-1D4E-4E5D-21BCD9C9D8C0}"/>
          </ac:spMkLst>
        </pc:spChg>
        <pc:spChg chg="mod">
          <ac:chgData name="Yash Jadhav" userId="535c3d6d-72b8-4f77-8155-55f939173cf2" providerId="ADAL" clId="{F33F88E0-3380-47C4-AFDE-F1AC050ADA82}" dt="2026-01-25T16:04:32.036" v="6479" actId="790"/>
          <ac:spMkLst>
            <pc:docMk/>
            <pc:sldMk cId="2381620356" sldId="374"/>
            <ac:spMk id="82" creationId="{B918288E-3662-F40E-8885-A57292AE1578}"/>
          </ac:spMkLst>
        </pc:spChg>
        <pc:spChg chg="mod">
          <ac:chgData name="Yash Jadhav" userId="535c3d6d-72b8-4f77-8155-55f939173cf2" providerId="ADAL" clId="{F33F88E0-3380-47C4-AFDE-F1AC050ADA82}" dt="2026-01-25T16:04:32.038" v="6480" actId="790"/>
          <ac:spMkLst>
            <pc:docMk/>
            <pc:sldMk cId="2381620356" sldId="374"/>
            <ac:spMk id="83" creationId="{B73F0B32-4B1D-055E-8158-65E387845BF6}"/>
          </ac:spMkLst>
        </pc:spChg>
        <pc:spChg chg="mod">
          <ac:chgData name="Yash Jadhav" userId="535c3d6d-72b8-4f77-8155-55f939173cf2" providerId="ADAL" clId="{F33F88E0-3380-47C4-AFDE-F1AC050ADA82}" dt="2026-01-25T16:04:32.039" v="6481" actId="790"/>
          <ac:spMkLst>
            <pc:docMk/>
            <pc:sldMk cId="2381620356" sldId="374"/>
            <ac:spMk id="84" creationId="{2BA169F4-51DB-64D7-B203-BC0B7DBF60F6}"/>
          </ac:spMkLst>
        </pc:spChg>
        <pc:spChg chg="mod">
          <ac:chgData name="Yash Jadhav" userId="535c3d6d-72b8-4f77-8155-55f939173cf2" providerId="ADAL" clId="{F33F88E0-3380-47C4-AFDE-F1AC050ADA82}" dt="2026-01-25T16:04:32.041" v="6482" actId="790"/>
          <ac:spMkLst>
            <pc:docMk/>
            <pc:sldMk cId="2381620356" sldId="374"/>
            <ac:spMk id="85" creationId="{4867E109-5440-4EA2-C16D-C2F716C020FB}"/>
          </ac:spMkLst>
        </pc:spChg>
        <pc:spChg chg="mod">
          <ac:chgData name="Yash Jadhav" userId="535c3d6d-72b8-4f77-8155-55f939173cf2" providerId="ADAL" clId="{F33F88E0-3380-47C4-AFDE-F1AC050ADA82}" dt="2026-01-25T16:04:32.044" v="6483" actId="790"/>
          <ac:spMkLst>
            <pc:docMk/>
            <pc:sldMk cId="2381620356" sldId="374"/>
            <ac:spMk id="86" creationId="{7E222C6C-E08A-5E4F-C328-440725D7DD6E}"/>
          </ac:spMkLst>
        </pc:spChg>
        <pc:spChg chg="mod">
          <ac:chgData name="Yash Jadhav" userId="535c3d6d-72b8-4f77-8155-55f939173cf2" providerId="ADAL" clId="{F33F88E0-3380-47C4-AFDE-F1AC050ADA82}" dt="2026-01-25T16:04:32.045" v="6484" actId="790"/>
          <ac:spMkLst>
            <pc:docMk/>
            <pc:sldMk cId="2381620356" sldId="374"/>
            <ac:spMk id="87" creationId="{A772DEA9-443D-108E-BAE1-5E8D256046D6}"/>
          </ac:spMkLst>
        </pc:spChg>
        <pc:spChg chg="mod">
          <ac:chgData name="Yash Jadhav" userId="535c3d6d-72b8-4f77-8155-55f939173cf2" providerId="ADAL" clId="{F33F88E0-3380-47C4-AFDE-F1AC050ADA82}" dt="2026-01-25T16:04:32.047" v="6485" actId="790"/>
          <ac:spMkLst>
            <pc:docMk/>
            <pc:sldMk cId="2381620356" sldId="374"/>
            <ac:spMk id="88" creationId="{BDC61557-C4BE-049F-824E-E86F6E74C27F}"/>
          </ac:spMkLst>
        </pc:spChg>
        <pc:spChg chg="mod">
          <ac:chgData name="Yash Jadhav" userId="535c3d6d-72b8-4f77-8155-55f939173cf2" providerId="ADAL" clId="{F33F88E0-3380-47C4-AFDE-F1AC050ADA82}" dt="2026-01-25T16:04:32.050" v="6486" actId="790"/>
          <ac:spMkLst>
            <pc:docMk/>
            <pc:sldMk cId="2381620356" sldId="374"/>
            <ac:spMk id="89" creationId="{BE8572BB-543C-F55D-2FA6-350AF1C8C8C1}"/>
          </ac:spMkLst>
        </pc:spChg>
        <pc:spChg chg="mod">
          <ac:chgData name="Yash Jadhav" userId="535c3d6d-72b8-4f77-8155-55f939173cf2" providerId="ADAL" clId="{F33F88E0-3380-47C4-AFDE-F1AC050ADA82}" dt="2026-01-25T16:04:32.054" v="6487" actId="790"/>
          <ac:spMkLst>
            <pc:docMk/>
            <pc:sldMk cId="2381620356" sldId="374"/>
            <ac:spMk id="90" creationId="{B5E5585F-5E9D-46A9-411A-7ACC89694B5D}"/>
          </ac:spMkLst>
        </pc:spChg>
        <pc:spChg chg="mod">
          <ac:chgData name="Yash Jadhav" userId="535c3d6d-72b8-4f77-8155-55f939173cf2" providerId="ADAL" clId="{F33F88E0-3380-47C4-AFDE-F1AC050ADA82}" dt="2026-01-25T16:04:32.058" v="6488" actId="790"/>
          <ac:spMkLst>
            <pc:docMk/>
            <pc:sldMk cId="2381620356" sldId="374"/>
            <ac:spMk id="91" creationId="{314337DB-E4C2-9ED8-3332-6C93F5B10637}"/>
          </ac:spMkLst>
        </pc:spChg>
        <pc:spChg chg="mod">
          <ac:chgData name="Yash Jadhav" userId="535c3d6d-72b8-4f77-8155-55f939173cf2" providerId="ADAL" clId="{F33F88E0-3380-47C4-AFDE-F1AC050ADA82}" dt="2026-01-25T16:04:32.060" v="6489" actId="790"/>
          <ac:spMkLst>
            <pc:docMk/>
            <pc:sldMk cId="2381620356" sldId="374"/>
            <ac:spMk id="92" creationId="{DB1751E5-4F76-D3AE-BAC3-4720787AC895}"/>
          </ac:spMkLst>
        </pc:spChg>
        <pc:spChg chg="mod">
          <ac:chgData name="Yash Jadhav" userId="535c3d6d-72b8-4f77-8155-55f939173cf2" providerId="ADAL" clId="{F33F88E0-3380-47C4-AFDE-F1AC050ADA82}" dt="2026-01-25T16:04:32.063" v="6490" actId="790"/>
          <ac:spMkLst>
            <pc:docMk/>
            <pc:sldMk cId="2381620356" sldId="374"/>
            <ac:spMk id="93" creationId="{A4D84B83-AE2C-00DF-C0F1-50139268F9DA}"/>
          </ac:spMkLst>
        </pc:spChg>
        <pc:spChg chg="mod">
          <ac:chgData name="Yash Jadhav" userId="535c3d6d-72b8-4f77-8155-55f939173cf2" providerId="ADAL" clId="{F33F88E0-3380-47C4-AFDE-F1AC050ADA82}" dt="2026-01-25T16:04:32.065" v="6491" actId="790"/>
          <ac:spMkLst>
            <pc:docMk/>
            <pc:sldMk cId="2381620356" sldId="374"/>
            <ac:spMk id="94" creationId="{0DEB4AE5-F3E6-8B0D-9C4F-18490FC33D3D}"/>
          </ac:spMkLst>
        </pc:spChg>
        <pc:spChg chg="mod">
          <ac:chgData name="Yash Jadhav" userId="535c3d6d-72b8-4f77-8155-55f939173cf2" providerId="ADAL" clId="{F33F88E0-3380-47C4-AFDE-F1AC050ADA82}" dt="2026-01-25T16:04:32.072" v="6492" actId="790"/>
          <ac:spMkLst>
            <pc:docMk/>
            <pc:sldMk cId="2381620356" sldId="374"/>
            <ac:spMk id="95" creationId="{A1571914-1930-0142-509B-D5B2BA6DFBD7}"/>
          </ac:spMkLst>
        </pc:spChg>
        <pc:spChg chg="mod">
          <ac:chgData name="Yash Jadhav" userId="535c3d6d-72b8-4f77-8155-55f939173cf2" providerId="ADAL" clId="{F33F88E0-3380-47C4-AFDE-F1AC050ADA82}" dt="2026-01-25T16:04:32.076" v="6493" actId="790"/>
          <ac:spMkLst>
            <pc:docMk/>
            <pc:sldMk cId="2381620356" sldId="374"/>
            <ac:spMk id="96" creationId="{514A998E-9DB5-48F7-A93A-474160196829}"/>
          </ac:spMkLst>
        </pc:spChg>
        <pc:spChg chg="mod">
          <ac:chgData name="Yash Jadhav" userId="535c3d6d-72b8-4f77-8155-55f939173cf2" providerId="ADAL" clId="{F33F88E0-3380-47C4-AFDE-F1AC050ADA82}" dt="2026-01-25T16:04:32.079" v="6494" actId="790"/>
          <ac:spMkLst>
            <pc:docMk/>
            <pc:sldMk cId="2381620356" sldId="374"/>
            <ac:spMk id="97" creationId="{EE0C3477-A6C2-18B3-DD07-72B01A2C6AC6}"/>
          </ac:spMkLst>
        </pc:spChg>
        <pc:spChg chg="mod">
          <ac:chgData name="Yash Jadhav" userId="535c3d6d-72b8-4f77-8155-55f939173cf2" providerId="ADAL" clId="{F33F88E0-3380-47C4-AFDE-F1AC050ADA82}" dt="2026-01-25T16:04:32.081" v="6495" actId="790"/>
          <ac:spMkLst>
            <pc:docMk/>
            <pc:sldMk cId="2381620356" sldId="374"/>
            <ac:spMk id="98" creationId="{2714418F-4893-623D-69AA-D5D55F08E925}"/>
          </ac:spMkLst>
        </pc:spChg>
        <pc:spChg chg="mod">
          <ac:chgData name="Yash Jadhav" userId="535c3d6d-72b8-4f77-8155-55f939173cf2" providerId="ADAL" clId="{F33F88E0-3380-47C4-AFDE-F1AC050ADA82}" dt="2026-01-25T16:04:32.084" v="6496" actId="790"/>
          <ac:spMkLst>
            <pc:docMk/>
            <pc:sldMk cId="2381620356" sldId="374"/>
            <ac:spMk id="99" creationId="{AF6881C0-7ED7-6BC9-C8BB-02B3316107DB}"/>
          </ac:spMkLst>
        </pc:spChg>
        <pc:spChg chg="mod">
          <ac:chgData name="Yash Jadhav" userId="535c3d6d-72b8-4f77-8155-55f939173cf2" providerId="ADAL" clId="{F33F88E0-3380-47C4-AFDE-F1AC050ADA82}" dt="2026-01-25T16:04:32.086" v="6497" actId="790"/>
          <ac:spMkLst>
            <pc:docMk/>
            <pc:sldMk cId="2381620356" sldId="374"/>
            <ac:spMk id="100" creationId="{F5A0441D-B83D-E459-726D-B7A00818508F}"/>
          </ac:spMkLst>
        </pc:spChg>
        <pc:spChg chg="mod">
          <ac:chgData name="Yash Jadhav" userId="535c3d6d-72b8-4f77-8155-55f939173cf2" providerId="ADAL" clId="{F33F88E0-3380-47C4-AFDE-F1AC050ADA82}" dt="2026-01-25T16:04:32.088" v="6498" actId="790"/>
          <ac:spMkLst>
            <pc:docMk/>
            <pc:sldMk cId="2381620356" sldId="374"/>
            <ac:spMk id="101" creationId="{D9993326-C3EB-1D86-7B04-40207783F3F3}"/>
          </ac:spMkLst>
        </pc:spChg>
        <pc:spChg chg="mod">
          <ac:chgData name="Yash Jadhav" userId="535c3d6d-72b8-4f77-8155-55f939173cf2" providerId="ADAL" clId="{F33F88E0-3380-47C4-AFDE-F1AC050ADA82}" dt="2026-01-25T16:04:32.089" v="6499" actId="790"/>
          <ac:spMkLst>
            <pc:docMk/>
            <pc:sldMk cId="2381620356" sldId="374"/>
            <ac:spMk id="102" creationId="{4BD3117F-FDF0-CF05-936B-D9D21702BF20}"/>
          </ac:spMkLst>
        </pc:spChg>
        <pc:spChg chg="mod">
          <ac:chgData name="Yash Jadhav" userId="535c3d6d-72b8-4f77-8155-55f939173cf2" providerId="ADAL" clId="{F33F88E0-3380-47C4-AFDE-F1AC050ADA82}" dt="2026-01-25T16:04:32.091" v="6500" actId="790"/>
          <ac:spMkLst>
            <pc:docMk/>
            <pc:sldMk cId="2381620356" sldId="374"/>
            <ac:spMk id="103" creationId="{2266674E-3A71-DD44-BB1D-BC26C0CF7EAD}"/>
          </ac:spMkLst>
        </pc:spChg>
        <pc:spChg chg="mod">
          <ac:chgData name="Yash Jadhav" userId="535c3d6d-72b8-4f77-8155-55f939173cf2" providerId="ADAL" clId="{F33F88E0-3380-47C4-AFDE-F1AC050ADA82}" dt="2026-01-25T16:04:32.093" v="6501" actId="790"/>
          <ac:spMkLst>
            <pc:docMk/>
            <pc:sldMk cId="2381620356" sldId="374"/>
            <ac:spMk id="104" creationId="{EFC4BE35-6383-4FB8-6CEC-6E63D7A0AD48}"/>
          </ac:spMkLst>
        </pc:spChg>
        <pc:spChg chg="mod">
          <ac:chgData name="Yash Jadhav" userId="535c3d6d-72b8-4f77-8155-55f939173cf2" providerId="ADAL" clId="{F33F88E0-3380-47C4-AFDE-F1AC050ADA82}" dt="2026-01-25T16:04:32.094" v="6502" actId="790"/>
          <ac:spMkLst>
            <pc:docMk/>
            <pc:sldMk cId="2381620356" sldId="374"/>
            <ac:spMk id="105" creationId="{9438C394-8024-E304-F55F-2178ABA1CBB3}"/>
          </ac:spMkLst>
        </pc:spChg>
        <pc:spChg chg="mod">
          <ac:chgData name="Yash Jadhav" userId="535c3d6d-72b8-4f77-8155-55f939173cf2" providerId="ADAL" clId="{F33F88E0-3380-47C4-AFDE-F1AC050ADA82}" dt="2026-01-25T16:04:32.096" v="6503" actId="790"/>
          <ac:spMkLst>
            <pc:docMk/>
            <pc:sldMk cId="2381620356" sldId="374"/>
            <ac:spMk id="106" creationId="{EBC6B2C1-A979-C08C-8BFF-837CA2078280}"/>
          </ac:spMkLst>
        </pc:spChg>
        <pc:spChg chg="mod">
          <ac:chgData name="Yash Jadhav" userId="535c3d6d-72b8-4f77-8155-55f939173cf2" providerId="ADAL" clId="{F33F88E0-3380-47C4-AFDE-F1AC050ADA82}" dt="2026-01-25T16:04:32.098" v="6504" actId="790"/>
          <ac:spMkLst>
            <pc:docMk/>
            <pc:sldMk cId="2381620356" sldId="374"/>
            <ac:spMk id="107" creationId="{6713979F-9B48-2199-ACFE-9A06477842C3}"/>
          </ac:spMkLst>
        </pc:spChg>
        <pc:spChg chg="mod">
          <ac:chgData name="Yash Jadhav" userId="535c3d6d-72b8-4f77-8155-55f939173cf2" providerId="ADAL" clId="{F33F88E0-3380-47C4-AFDE-F1AC050ADA82}" dt="2026-01-25T16:04:32.099" v="6505" actId="790"/>
          <ac:spMkLst>
            <pc:docMk/>
            <pc:sldMk cId="2381620356" sldId="374"/>
            <ac:spMk id="108" creationId="{7199778B-806B-CDB6-338B-49D1F57FDAEA}"/>
          </ac:spMkLst>
        </pc:spChg>
        <pc:spChg chg="mod">
          <ac:chgData name="Yash Jadhav" userId="535c3d6d-72b8-4f77-8155-55f939173cf2" providerId="ADAL" clId="{F33F88E0-3380-47C4-AFDE-F1AC050ADA82}" dt="2026-01-25T16:04:32.101" v="6506" actId="790"/>
          <ac:spMkLst>
            <pc:docMk/>
            <pc:sldMk cId="2381620356" sldId="374"/>
            <ac:spMk id="109" creationId="{3FB44153-4124-3B87-1B24-BB383779B8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70498053" sldId="375"/>
        </pc:sldMkLst>
        <pc:spChg chg="mod ord">
          <ac:chgData name="Yash Jadhav" userId="535c3d6d-72b8-4f77-8155-55f939173cf2" providerId="ADAL" clId="{F33F88E0-3380-47C4-AFDE-F1AC050ADA82}" dt="2026-01-25T16:06:14.662" v="8413" actId="6264"/>
          <ac:spMkLst>
            <pc:docMk/>
            <pc:sldMk cId="2570498053" sldId="375"/>
            <ac:spMk id="2" creationId="{00000000-0000-0000-0000-000000000000}"/>
          </ac:spMkLst>
        </pc:spChg>
        <pc:spChg chg="mod">
          <ac:chgData name="Yash Jadhav" userId="535c3d6d-72b8-4f77-8155-55f939173cf2" providerId="ADAL" clId="{F33F88E0-3380-47C4-AFDE-F1AC050ADA82}" dt="2026-01-25T16:04:33.385" v="6512" actId="790"/>
          <ac:spMkLst>
            <pc:docMk/>
            <pc:sldMk cId="2570498053" sldId="375"/>
            <ac:spMk id="5" creationId="{7249EB57-B791-42E6-A12C-FAE4348DED26}"/>
          </ac:spMkLst>
        </pc:spChg>
        <pc:spChg chg="mod">
          <ac:chgData name="Yash Jadhav" userId="535c3d6d-72b8-4f77-8155-55f939173cf2" providerId="ADAL" clId="{F33F88E0-3380-47C4-AFDE-F1AC050ADA82}" dt="2026-01-25T16:04:33.516" v="6561" actId="790"/>
          <ac:spMkLst>
            <pc:docMk/>
            <pc:sldMk cId="2570498053" sldId="375"/>
            <ac:spMk id="6" creationId="{4E071564-D3E3-AD97-DB2E-4B5F9EC4236E}"/>
          </ac:spMkLst>
        </pc:spChg>
        <pc:spChg chg="mod">
          <ac:chgData name="Yash Jadhav" userId="535c3d6d-72b8-4f77-8155-55f939173cf2" providerId="ADAL" clId="{F33F88E0-3380-47C4-AFDE-F1AC050ADA82}" dt="2026-01-25T16:04:33.519" v="6562" actId="790"/>
          <ac:spMkLst>
            <pc:docMk/>
            <pc:sldMk cId="2570498053" sldId="375"/>
            <ac:spMk id="7" creationId="{B6C7FD1B-ECDD-AF75-72DF-08DA4346A5EB}"/>
          </ac:spMkLst>
        </pc:spChg>
        <pc:spChg chg="mod">
          <ac:chgData name="Yash Jadhav" userId="535c3d6d-72b8-4f77-8155-55f939173cf2" providerId="ADAL" clId="{F33F88E0-3380-47C4-AFDE-F1AC050ADA82}" dt="2026-01-25T16:04:33.522" v="6563" actId="790"/>
          <ac:spMkLst>
            <pc:docMk/>
            <pc:sldMk cId="2570498053" sldId="375"/>
            <ac:spMk id="8" creationId="{051D5141-5BC9-0A28-DFDE-ED684D370DC3}"/>
          </ac:spMkLst>
        </pc:spChg>
        <pc:spChg chg="mod">
          <ac:chgData name="Yash Jadhav" userId="535c3d6d-72b8-4f77-8155-55f939173cf2" providerId="ADAL" clId="{F33F88E0-3380-47C4-AFDE-F1AC050ADA82}" dt="2026-01-25T16:04:33.525" v="6564" actId="790"/>
          <ac:spMkLst>
            <pc:docMk/>
            <pc:sldMk cId="2570498053" sldId="375"/>
            <ac:spMk id="9" creationId="{541624C4-39D3-ABEE-0CC0-A655C20C404A}"/>
          </ac:spMkLst>
        </pc:spChg>
        <pc:spChg chg="mod">
          <ac:chgData name="Yash Jadhav" userId="535c3d6d-72b8-4f77-8155-55f939173cf2" providerId="ADAL" clId="{F33F88E0-3380-47C4-AFDE-F1AC050ADA82}" dt="2026-01-25T16:04:33.528" v="6565" actId="790"/>
          <ac:spMkLst>
            <pc:docMk/>
            <pc:sldMk cId="2570498053" sldId="375"/>
            <ac:spMk id="10" creationId="{62D5DB1C-9028-E6A4-D9E6-EE8926047A48}"/>
          </ac:spMkLst>
        </pc:spChg>
        <pc:spChg chg="mod">
          <ac:chgData name="Yash Jadhav" userId="535c3d6d-72b8-4f77-8155-55f939173cf2" providerId="ADAL" clId="{F33F88E0-3380-47C4-AFDE-F1AC050ADA82}" dt="2026-01-25T16:04:33.529" v="6566" actId="790"/>
          <ac:spMkLst>
            <pc:docMk/>
            <pc:sldMk cId="2570498053" sldId="375"/>
            <ac:spMk id="11" creationId="{92A16B29-8519-3A80-4D67-255766CBE04F}"/>
          </ac:spMkLst>
        </pc:spChg>
        <pc:spChg chg="mod">
          <ac:chgData name="Yash Jadhav" userId="535c3d6d-72b8-4f77-8155-55f939173cf2" providerId="ADAL" clId="{F33F88E0-3380-47C4-AFDE-F1AC050ADA82}" dt="2026-01-25T16:04:33.533" v="6567" actId="790"/>
          <ac:spMkLst>
            <pc:docMk/>
            <pc:sldMk cId="2570498053" sldId="375"/>
            <ac:spMk id="12" creationId="{4C0A47A2-53DE-2C1C-AC0C-7A2BE0B4384B}"/>
          </ac:spMkLst>
        </pc:spChg>
        <pc:spChg chg="mod">
          <ac:chgData name="Yash Jadhav" userId="535c3d6d-72b8-4f77-8155-55f939173cf2" providerId="ADAL" clId="{F33F88E0-3380-47C4-AFDE-F1AC050ADA82}" dt="2026-01-25T16:04:33.535" v="6568" actId="790"/>
          <ac:spMkLst>
            <pc:docMk/>
            <pc:sldMk cId="2570498053" sldId="375"/>
            <ac:spMk id="13" creationId="{9CA2020C-5399-B6C7-A28D-FE12C2ECC52E}"/>
          </ac:spMkLst>
        </pc:spChg>
        <pc:spChg chg="mod">
          <ac:chgData name="Yash Jadhav" userId="535c3d6d-72b8-4f77-8155-55f939173cf2" providerId="ADAL" clId="{F33F88E0-3380-47C4-AFDE-F1AC050ADA82}" dt="2026-01-25T16:04:33.538" v="6569" actId="790"/>
          <ac:spMkLst>
            <pc:docMk/>
            <pc:sldMk cId="2570498053" sldId="375"/>
            <ac:spMk id="14" creationId="{FB38F1D9-262C-029E-BE86-A340A2FBC772}"/>
          </ac:spMkLst>
        </pc:spChg>
        <pc:spChg chg="mod">
          <ac:chgData name="Yash Jadhav" userId="535c3d6d-72b8-4f77-8155-55f939173cf2" providerId="ADAL" clId="{F33F88E0-3380-47C4-AFDE-F1AC050ADA82}" dt="2026-01-25T16:04:33.540" v="6570" actId="790"/>
          <ac:spMkLst>
            <pc:docMk/>
            <pc:sldMk cId="2570498053" sldId="375"/>
            <ac:spMk id="15" creationId="{C2BFB1DA-6271-FA7A-49BD-927786ED199E}"/>
          </ac:spMkLst>
        </pc:spChg>
        <pc:spChg chg="mod">
          <ac:chgData name="Yash Jadhav" userId="535c3d6d-72b8-4f77-8155-55f939173cf2" providerId="ADAL" clId="{F33F88E0-3380-47C4-AFDE-F1AC050ADA82}" dt="2026-01-25T16:04:33.542" v="6571" actId="790"/>
          <ac:spMkLst>
            <pc:docMk/>
            <pc:sldMk cId="2570498053" sldId="375"/>
            <ac:spMk id="16" creationId="{2CCACBF4-CE17-5700-FE39-06EBB54A25F2}"/>
          </ac:spMkLst>
        </pc:spChg>
        <pc:spChg chg="mod">
          <ac:chgData name="Yash Jadhav" userId="535c3d6d-72b8-4f77-8155-55f939173cf2" providerId="ADAL" clId="{F33F88E0-3380-47C4-AFDE-F1AC050ADA82}" dt="2026-01-25T16:04:33.544" v="6572" actId="790"/>
          <ac:spMkLst>
            <pc:docMk/>
            <pc:sldMk cId="2570498053" sldId="375"/>
            <ac:spMk id="17" creationId="{4F5400AA-E4A6-4CCF-26E3-FDCCDA42B40B}"/>
          </ac:spMkLst>
        </pc:spChg>
        <pc:spChg chg="mod">
          <ac:chgData name="Yash Jadhav" userId="535c3d6d-72b8-4f77-8155-55f939173cf2" providerId="ADAL" clId="{F33F88E0-3380-47C4-AFDE-F1AC050ADA82}" dt="2026-01-25T16:04:33.546" v="6573" actId="790"/>
          <ac:spMkLst>
            <pc:docMk/>
            <pc:sldMk cId="2570498053" sldId="375"/>
            <ac:spMk id="18" creationId="{288E5528-369B-89E4-1B6D-31AB7ED72175}"/>
          </ac:spMkLst>
        </pc:spChg>
        <pc:spChg chg="mod">
          <ac:chgData name="Yash Jadhav" userId="535c3d6d-72b8-4f77-8155-55f939173cf2" providerId="ADAL" clId="{F33F88E0-3380-47C4-AFDE-F1AC050ADA82}" dt="2026-01-25T16:04:33.548" v="6574" actId="790"/>
          <ac:spMkLst>
            <pc:docMk/>
            <pc:sldMk cId="2570498053" sldId="375"/>
            <ac:spMk id="20" creationId="{786D969E-D7FD-6FD0-5E03-E83C72EC4C2F}"/>
          </ac:spMkLst>
        </pc:spChg>
        <pc:spChg chg="mod">
          <ac:chgData name="Yash Jadhav" userId="535c3d6d-72b8-4f77-8155-55f939173cf2" providerId="ADAL" clId="{F33F88E0-3380-47C4-AFDE-F1AC050ADA82}" dt="2026-01-25T16:04:33.549" v="6575" actId="790"/>
          <ac:spMkLst>
            <pc:docMk/>
            <pc:sldMk cId="2570498053" sldId="375"/>
            <ac:spMk id="21" creationId="{76350699-B00A-B425-DD1F-62473D750D4C}"/>
          </ac:spMkLst>
        </pc:spChg>
        <pc:spChg chg="add del mod">
          <ac:chgData name="Yash Jadhav" userId="535c3d6d-72b8-4f77-8155-55f939173cf2" providerId="ADAL" clId="{F33F88E0-3380-47C4-AFDE-F1AC050ADA82}" dt="2026-01-25T16:06:14.662" v="8413" actId="6264"/>
          <ac:spMkLst>
            <pc:docMk/>
            <pc:sldMk cId="2570498053" sldId="375"/>
            <ac:spMk id="22" creationId="{7E7D22DC-3F60-AD1E-FBD5-BC9602CD9D6C}"/>
          </ac:spMkLst>
        </pc:spChg>
        <pc:spChg chg="mod">
          <ac:chgData name="Yash Jadhav" userId="535c3d6d-72b8-4f77-8155-55f939173cf2" providerId="ADAL" clId="{F33F88E0-3380-47C4-AFDE-F1AC050ADA82}" dt="2026-01-25T16:04:33.387" v="6513" actId="790"/>
          <ac:spMkLst>
            <pc:docMk/>
            <pc:sldMk cId="2570498053" sldId="375"/>
            <ac:spMk id="53" creationId="{DF20DEE4-8759-48A9-B147-5D1EB1280471}"/>
          </ac:spMkLst>
        </pc:spChg>
        <pc:spChg chg="mod">
          <ac:chgData name="Yash Jadhav" userId="535c3d6d-72b8-4f77-8155-55f939173cf2" providerId="ADAL" clId="{F33F88E0-3380-47C4-AFDE-F1AC050ADA82}" dt="2026-01-25T16:04:33.390" v="6514" actId="790"/>
          <ac:spMkLst>
            <pc:docMk/>
            <pc:sldMk cId="2570498053" sldId="375"/>
            <ac:spMk id="54" creationId="{D0DB09D0-1A21-4C26-810D-B38408AA337B}"/>
          </ac:spMkLst>
        </pc:spChg>
        <pc:spChg chg="mod">
          <ac:chgData name="Yash Jadhav" userId="535c3d6d-72b8-4f77-8155-55f939173cf2" providerId="ADAL" clId="{F33F88E0-3380-47C4-AFDE-F1AC050ADA82}" dt="2026-01-25T16:04:33.393" v="6515" actId="790"/>
          <ac:spMkLst>
            <pc:docMk/>
            <pc:sldMk cId="2570498053" sldId="375"/>
            <ac:spMk id="76" creationId="{84845BD8-A4B5-40B1-91FF-C6192333FB6A}"/>
          </ac:spMkLst>
        </pc:spChg>
        <pc:spChg chg="mod">
          <ac:chgData name="Yash Jadhav" userId="535c3d6d-72b8-4f77-8155-55f939173cf2" providerId="ADAL" clId="{F33F88E0-3380-47C4-AFDE-F1AC050ADA82}" dt="2026-01-25T16:04:33.498" v="6556" actId="790"/>
          <ac:spMkLst>
            <pc:docMk/>
            <pc:sldMk cId="2570498053" sldId="375"/>
            <ac:spMk id="77" creationId="{76D0908B-A6AA-4AF3-9223-4A456A684AE0}"/>
          </ac:spMkLst>
        </pc:spChg>
        <pc:spChg chg="mod">
          <ac:chgData name="Yash Jadhav" userId="535c3d6d-72b8-4f77-8155-55f939173cf2" providerId="ADAL" clId="{F33F88E0-3380-47C4-AFDE-F1AC050ADA82}" dt="2026-01-25T16:04:33.501" v="6557" actId="790"/>
          <ac:spMkLst>
            <pc:docMk/>
            <pc:sldMk cId="2570498053" sldId="375"/>
            <ac:spMk id="78" creationId="{24A72EA4-D002-4099-9ACA-D5BF2258A8BE}"/>
          </ac:spMkLst>
        </pc:spChg>
        <pc:spChg chg="mod">
          <ac:chgData name="Yash Jadhav" userId="535c3d6d-72b8-4f77-8155-55f939173cf2" providerId="ADAL" clId="{F33F88E0-3380-47C4-AFDE-F1AC050ADA82}" dt="2026-01-25T16:04:33.396" v="6516" actId="790"/>
          <ac:spMkLst>
            <pc:docMk/>
            <pc:sldMk cId="2570498053" sldId="375"/>
            <ac:spMk id="81" creationId="{C32F864A-A57A-4854-855D-93E3AFD59E30}"/>
          </ac:spMkLst>
        </pc:spChg>
        <pc:spChg chg="mod">
          <ac:chgData name="Yash Jadhav" userId="535c3d6d-72b8-4f77-8155-55f939173cf2" providerId="ADAL" clId="{F33F88E0-3380-47C4-AFDE-F1AC050ADA82}" dt="2026-01-25T16:04:33.399" v="6517" actId="790"/>
          <ac:spMkLst>
            <pc:docMk/>
            <pc:sldMk cId="2570498053" sldId="375"/>
            <ac:spMk id="82" creationId="{E428479F-F14D-4FAF-8B0E-CCDD511E9477}"/>
          </ac:spMkLst>
        </pc:spChg>
        <pc:spChg chg="mod">
          <ac:chgData name="Yash Jadhav" userId="535c3d6d-72b8-4f77-8155-55f939173cf2" providerId="ADAL" clId="{F33F88E0-3380-47C4-AFDE-F1AC050ADA82}" dt="2026-01-25T16:04:33.402" v="6518" actId="790"/>
          <ac:spMkLst>
            <pc:docMk/>
            <pc:sldMk cId="2570498053" sldId="375"/>
            <ac:spMk id="83" creationId="{5DA8050F-0700-43B6-8722-C71A7E1B8DFE}"/>
          </ac:spMkLst>
        </pc:spChg>
        <pc:spChg chg="mod">
          <ac:chgData name="Yash Jadhav" userId="535c3d6d-72b8-4f77-8155-55f939173cf2" providerId="ADAL" clId="{F33F88E0-3380-47C4-AFDE-F1AC050ADA82}" dt="2026-01-25T16:04:33.404" v="6519" actId="790"/>
          <ac:spMkLst>
            <pc:docMk/>
            <pc:sldMk cId="2570498053" sldId="375"/>
            <ac:spMk id="84" creationId="{327CB20F-69A7-45EE-9027-057E46C58611}"/>
          </ac:spMkLst>
        </pc:spChg>
        <pc:spChg chg="mod">
          <ac:chgData name="Yash Jadhav" userId="535c3d6d-72b8-4f77-8155-55f939173cf2" providerId="ADAL" clId="{F33F88E0-3380-47C4-AFDE-F1AC050ADA82}" dt="2026-01-25T16:04:33.406" v="6520" actId="790"/>
          <ac:spMkLst>
            <pc:docMk/>
            <pc:sldMk cId="2570498053" sldId="375"/>
            <ac:spMk id="85" creationId="{23C28960-66DE-428E-8286-21B731D2370D}"/>
          </ac:spMkLst>
        </pc:spChg>
        <pc:spChg chg="mod">
          <ac:chgData name="Yash Jadhav" userId="535c3d6d-72b8-4f77-8155-55f939173cf2" providerId="ADAL" clId="{F33F88E0-3380-47C4-AFDE-F1AC050ADA82}" dt="2026-01-25T16:04:33.408" v="6521" actId="790"/>
          <ac:spMkLst>
            <pc:docMk/>
            <pc:sldMk cId="2570498053" sldId="375"/>
            <ac:spMk id="86" creationId="{7C712716-5837-4FCC-B664-269B06FD8085}"/>
          </ac:spMkLst>
        </pc:spChg>
        <pc:spChg chg="mod">
          <ac:chgData name="Yash Jadhav" userId="535c3d6d-72b8-4f77-8155-55f939173cf2" providerId="ADAL" clId="{F33F88E0-3380-47C4-AFDE-F1AC050ADA82}" dt="2026-01-25T16:04:33.411" v="6522" actId="790"/>
          <ac:spMkLst>
            <pc:docMk/>
            <pc:sldMk cId="2570498053" sldId="375"/>
            <ac:spMk id="87" creationId="{E033CCCB-B8D2-4E03-A4D4-EBBCC798C1B3}"/>
          </ac:spMkLst>
        </pc:spChg>
        <pc:spChg chg="mod">
          <ac:chgData name="Yash Jadhav" userId="535c3d6d-72b8-4f77-8155-55f939173cf2" providerId="ADAL" clId="{F33F88E0-3380-47C4-AFDE-F1AC050ADA82}" dt="2026-01-25T16:04:33.414" v="6523" actId="790"/>
          <ac:spMkLst>
            <pc:docMk/>
            <pc:sldMk cId="2570498053" sldId="375"/>
            <ac:spMk id="88" creationId="{6E043B43-C493-4434-B8C5-37C713C1D338}"/>
          </ac:spMkLst>
        </pc:spChg>
        <pc:spChg chg="mod">
          <ac:chgData name="Yash Jadhav" userId="535c3d6d-72b8-4f77-8155-55f939173cf2" providerId="ADAL" clId="{F33F88E0-3380-47C4-AFDE-F1AC050ADA82}" dt="2026-01-25T16:04:33.417" v="6524" actId="790"/>
          <ac:spMkLst>
            <pc:docMk/>
            <pc:sldMk cId="2570498053" sldId="375"/>
            <ac:spMk id="89" creationId="{41961196-960D-4B7B-863A-90B3CDF73233}"/>
          </ac:spMkLst>
        </pc:spChg>
        <pc:spChg chg="mod">
          <ac:chgData name="Yash Jadhav" userId="535c3d6d-72b8-4f77-8155-55f939173cf2" providerId="ADAL" clId="{F33F88E0-3380-47C4-AFDE-F1AC050ADA82}" dt="2026-01-25T16:04:33.419" v="6525" actId="790"/>
          <ac:spMkLst>
            <pc:docMk/>
            <pc:sldMk cId="2570498053" sldId="375"/>
            <ac:spMk id="90" creationId="{C99944D3-8107-43C9-804A-B1920AB1C50C}"/>
          </ac:spMkLst>
        </pc:spChg>
        <pc:spChg chg="mod">
          <ac:chgData name="Yash Jadhav" userId="535c3d6d-72b8-4f77-8155-55f939173cf2" providerId="ADAL" clId="{F33F88E0-3380-47C4-AFDE-F1AC050ADA82}" dt="2026-01-25T16:04:33.421" v="6526" actId="790"/>
          <ac:spMkLst>
            <pc:docMk/>
            <pc:sldMk cId="2570498053" sldId="375"/>
            <ac:spMk id="91" creationId="{F0D00159-8984-4182-9DA4-63FDBD77B0F3}"/>
          </ac:spMkLst>
        </pc:spChg>
        <pc:spChg chg="mod">
          <ac:chgData name="Yash Jadhav" userId="535c3d6d-72b8-4f77-8155-55f939173cf2" providerId="ADAL" clId="{F33F88E0-3380-47C4-AFDE-F1AC050ADA82}" dt="2026-01-25T16:04:33.424" v="6527" actId="790"/>
          <ac:spMkLst>
            <pc:docMk/>
            <pc:sldMk cId="2570498053" sldId="375"/>
            <ac:spMk id="92" creationId="{02812017-6946-4E84-89A3-5F42EFF9574B}"/>
          </ac:spMkLst>
        </pc:spChg>
        <pc:spChg chg="mod">
          <ac:chgData name="Yash Jadhav" userId="535c3d6d-72b8-4f77-8155-55f939173cf2" providerId="ADAL" clId="{F33F88E0-3380-47C4-AFDE-F1AC050ADA82}" dt="2026-01-25T16:04:33.429" v="6528" actId="790"/>
          <ac:spMkLst>
            <pc:docMk/>
            <pc:sldMk cId="2570498053" sldId="375"/>
            <ac:spMk id="93" creationId="{3290ED02-903A-4355-B832-0CC3B2D083C3}"/>
          </ac:spMkLst>
        </pc:spChg>
        <pc:spChg chg="mod">
          <ac:chgData name="Yash Jadhav" userId="535c3d6d-72b8-4f77-8155-55f939173cf2" providerId="ADAL" clId="{F33F88E0-3380-47C4-AFDE-F1AC050ADA82}" dt="2026-01-25T16:04:33.433" v="6529" actId="790"/>
          <ac:spMkLst>
            <pc:docMk/>
            <pc:sldMk cId="2570498053" sldId="375"/>
            <ac:spMk id="94" creationId="{35271702-FD77-4F6B-99F9-1CD1F944E5CF}"/>
          </ac:spMkLst>
        </pc:spChg>
        <pc:spChg chg="mod">
          <ac:chgData name="Yash Jadhav" userId="535c3d6d-72b8-4f77-8155-55f939173cf2" providerId="ADAL" clId="{F33F88E0-3380-47C4-AFDE-F1AC050ADA82}" dt="2026-01-25T16:04:33.437" v="6530" actId="790"/>
          <ac:spMkLst>
            <pc:docMk/>
            <pc:sldMk cId="2570498053" sldId="375"/>
            <ac:spMk id="95" creationId="{55AD4D28-F487-4CF9-8AFA-0C11DCD2AACE}"/>
          </ac:spMkLst>
        </pc:spChg>
        <pc:spChg chg="mod">
          <ac:chgData name="Yash Jadhav" userId="535c3d6d-72b8-4f77-8155-55f939173cf2" providerId="ADAL" clId="{F33F88E0-3380-47C4-AFDE-F1AC050ADA82}" dt="2026-01-25T16:04:33.440" v="6531" actId="790"/>
          <ac:spMkLst>
            <pc:docMk/>
            <pc:sldMk cId="2570498053" sldId="375"/>
            <ac:spMk id="96" creationId="{CAEE5884-5C68-4ED2-B934-612E3239072E}"/>
          </ac:spMkLst>
        </pc:spChg>
        <pc:spChg chg="mod">
          <ac:chgData name="Yash Jadhav" userId="535c3d6d-72b8-4f77-8155-55f939173cf2" providerId="ADAL" clId="{F33F88E0-3380-47C4-AFDE-F1AC050ADA82}" dt="2026-01-25T16:04:33.442" v="6532" actId="790"/>
          <ac:spMkLst>
            <pc:docMk/>
            <pc:sldMk cId="2570498053" sldId="375"/>
            <ac:spMk id="97" creationId="{26E3C795-1F12-4270-A849-6F52A576AB49}"/>
          </ac:spMkLst>
        </pc:spChg>
        <pc:spChg chg="mod">
          <ac:chgData name="Yash Jadhav" userId="535c3d6d-72b8-4f77-8155-55f939173cf2" providerId="ADAL" clId="{F33F88E0-3380-47C4-AFDE-F1AC050ADA82}" dt="2026-01-25T16:04:33.444" v="6533" actId="790"/>
          <ac:spMkLst>
            <pc:docMk/>
            <pc:sldMk cId="2570498053" sldId="375"/>
            <ac:spMk id="98" creationId="{16468A58-5607-4C69-A3C8-924253552DEC}"/>
          </ac:spMkLst>
        </pc:spChg>
        <pc:spChg chg="mod">
          <ac:chgData name="Yash Jadhav" userId="535c3d6d-72b8-4f77-8155-55f939173cf2" providerId="ADAL" clId="{F33F88E0-3380-47C4-AFDE-F1AC050ADA82}" dt="2026-01-25T16:04:33.446" v="6534" actId="790"/>
          <ac:spMkLst>
            <pc:docMk/>
            <pc:sldMk cId="2570498053" sldId="375"/>
            <ac:spMk id="99" creationId="{D6BECB5D-BB52-43A3-B26A-58F139317D10}"/>
          </ac:spMkLst>
        </pc:spChg>
        <pc:spChg chg="mod">
          <ac:chgData name="Yash Jadhav" userId="535c3d6d-72b8-4f77-8155-55f939173cf2" providerId="ADAL" clId="{F33F88E0-3380-47C4-AFDE-F1AC050ADA82}" dt="2026-01-25T16:04:33.447" v="6535" actId="790"/>
          <ac:spMkLst>
            <pc:docMk/>
            <pc:sldMk cId="2570498053" sldId="375"/>
            <ac:spMk id="100" creationId="{A24378DE-60C0-415B-8EF2-BE49FC2D1643}"/>
          </ac:spMkLst>
        </pc:spChg>
        <pc:spChg chg="mod">
          <ac:chgData name="Yash Jadhav" userId="535c3d6d-72b8-4f77-8155-55f939173cf2" providerId="ADAL" clId="{F33F88E0-3380-47C4-AFDE-F1AC050ADA82}" dt="2026-01-25T16:04:33.450" v="6536" actId="790"/>
          <ac:spMkLst>
            <pc:docMk/>
            <pc:sldMk cId="2570498053" sldId="375"/>
            <ac:spMk id="101" creationId="{E9F0E926-6422-47CD-A05E-B0A4296546F1}"/>
          </ac:spMkLst>
        </pc:spChg>
        <pc:spChg chg="mod">
          <ac:chgData name="Yash Jadhav" userId="535c3d6d-72b8-4f77-8155-55f939173cf2" providerId="ADAL" clId="{F33F88E0-3380-47C4-AFDE-F1AC050ADA82}" dt="2026-01-25T16:04:33.453" v="6537" actId="790"/>
          <ac:spMkLst>
            <pc:docMk/>
            <pc:sldMk cId="2570498053" sldId="375"/>
            <ac:spMk id="102" creationId="{B00B6291-FB7F-4482-A80F-D01A1711C3E0}"/>
          </ac:spMkLst>
        </pc:spChg>
        <pc:spChg chg="mod">
          <ac:chgData name="Yash Jadhav" userId="535c3d6d-72b8-4f77-8155-55f939173cf2" providerId="ADAL" clId="{F33F88E0-3380-47C4-AFDE-F1AC050ADA82}" dt="2026-01-25T16:04:33.455" v="6538" actId="790"/>
          <ac:spMkLst>
            <pc:docMk/>
            <pc:sldMk cId="2570498053" sldId="375"/>
            <ac:spMk id="103" creationId="{124A3079-90D2-438D-BEAE-0BB3FE9E0C44}"/>
          </ac:spMkLst>
        </pc:spChg>
        <pc:spChg chg="mod">
          <ac:chgData name="Yash Jadhav" userId="535c3d6d-72b8-4f77-8155-55f939173cf2" providerId="ADAL" clId="{F33F88E0-3380-47C4-AFDE-F1AC050ADA82}" dt="2026-01-25T16:04:33.458" v="6539" actId="790"/>
          <ac:spMkLst>
            <pc:docMk/>
            <pc:sldMk cId="2570498053" sldId="375"/>
            <ac:spMk id="104" creationId="{5ECD22B9-120D-4859-BF97-0282843283B2}"/>
          </ac:spMkLst>
        </pc:spChg>
        <pc:spChg chg="mod">
          <ac:chgData name="Yash Jadhav" userId="535c3d6d-72b8-4f77-8155-55f939173cf2" providerId="ADAL" clId="{F33F88E0-3380-47C4-AFDE-F1AC050ADA82}" dt="2026-01-25T16:04:33.461" v="6540" actId="790"/>
          <ac:spMkLst>
            <pc:docMk/>
            <pc:sldMk cId="2570498053" sldId="375"/>
            <ac:spMk id="105" creationId="{D9FFE1A8-A4BB-44F6-93C3-2DDC9B4A8839}"/>
          </ac:spMkLst>
        </pc:spChg>
        <pc:spChg chg="mod">
          <ac:chgData name="Yash Jadhav" userId="535c3d6d-72b8-4f77-8155-55f939173cf2" providerId="ADAL" clId="{F33F88E0-3380-47C4-AFDE-F1AC050ADA82}" dt="2026-01-25T16:04:33.463" v="6541" actId="790"/>
          <ac:spMkLst>
            <pc:docMk/>
            <pc:sldMk cId="2570498053" sldId="375"/>
            <ac:spMk id="106" creationId="{C956FAF1-194E-49AB-8EEC-8564E7473EF8}"/>
          </ac:spMkLst>
        </pc:spChg>
        <pc:spChg chg="mod">
          <ac:chgData name="Yash Jadhav" userId="535c3d6d-72b8-4f77-8155-55f939173cf2" providerId="ADAL" clId="{F33F88E0-3380-47C4-AFDE-F1AC050ADA82}" dt="2026-01-25T16:04:33.465" v="6542" actId="790"/>
          <ac:spMkLst>
            <pc:docMk/>
            <pc:sldMk cId="2570498053" sldId="375"/>
            <ac:spMk id="107" creationId="{24B0E064-81C8-44F0-8C0F-BEC12663DAE4}"/>
          </ac:spMkLst>
        </pc:spChg>
        <pc:spChg chg="mod">
          <ac:chgData name="Yash Jadhav" userId="535c3d6d-72b8-4f77-8155-55f939173cf2" providerId="ADAL" clId="{F33F88E0-3380-47C4-AFDE-F1AC050ADA82}" dt="2026-01-25T16:04:33.467" v="6543" actId="790"/>
          <ac:spMkLst>
            <pc:docMk/>
            <pc:sldMk cId="2570498053" sldId="375"/>
            <ac:spMk id="108" creationId="{3351CB9F-3C02-4993-8F25-59D47F06E690}"/>
          </ac:spMkLst>
        </pc:spChg>
        <pc:spChg chg="mod">
          <ac:chgData name="Yash Jadhav" userId="535c3d6d-72b8-4f77-8155-55f939173cf2" providerId="ADAL" clId="{F33F88E0-3380-47C4-AFDE-F1AC050ADA82}" dt="2026-01-25T16:04:33.470" v="6544" actId="790"/>
          <ac:spMkLst>
            <pc:docMk/>
            <pc:sldMk cId="2570498053" sldId="375"/>
            <ac:spMk id="109" creationId="{231FF20E-14AF-4EF2-8A63-A510A4571D86}"/>
          </ac:spMkLst>
        </pc:spChg>
        <pc:spChg chg="mod">
          <ac:chgData name="Yash Jadhav" userId="535c3d6d-72b8-4f77-8155-55f939173cf2" providerId="ADAL" clId="{F33F88E0-3380-47C4-AFDE-F1AC050ADA82}" dt="2026-01-25T16:04:33.472" v="6545" actId="790"/>
          <ac:spMkLst>
            <pc:docMk/>
            <pc:sldMk cId="2570498053" sldId="375"/>
            <ac:spMk id="110" creationId="{7F6100D6-19D4-4007-A3CE-7A067F6482D9}"/>
          </ac:spMkLst>
        </pc:spChg>
        <pc:spChg chg="mod">
          <ac:chgData name="Yash Jadhav" userId="535c3d6d-72b8-4f77-8155-55f939173cf2" providerId="ADAL" clId="{F33F88E0-3380-47C4-AFDE-F1AC050ADA82}" dt="2026-01-25T16:04:33.473" v="6546" actId="790"/>
          <ac:spMkLst>
            <pc:docMk/>
            <pc:sldMk cId="2570498053" sldId="375"/>
            <ac:spMk id="111" creationId="{F13F0958-18E7-428C-8059-57C564CA9C42}"/>
          </ac:spMkLst>
        </pc:spChg>
        <pc:spChg chg="mod">
          <ac:chgData name="Yash Jadhav" userId="535c3d6d-72b8-4f77-8155-55f939173cf2" providerId="ADAL" clId="{F33F88E0-3380-47C4-AFDE-F1AC050ADA82}" dt="2026-01-25T16:04:33.475" v="6547" actId="790"/>
          <ac:spMkLst>
            <pc:docMk/>
            <pc:sldMk cId="2570498053" sldId="375"/>
            <ac:spMk id="112" creationId="{E43EABBE-9A45-4C68-ABC7-8A48C4BECADC}"/>
          </ac:spMkLst>
        </pc:spChg>
        <pc:spChg chg="mod">
          <ac:chgData name="Yash Jadhav" userId="535c3d6d-72b8-4f77-8155-55f939173cf2" providerId="ADAL" clId="{F33F88E0-3380-47C4-AFDE-F1AC050ADA82}" dt="2026-01-25T16:04:33.477" v="6548" actId="790"/>
          <ac:spMkLst>
            <pc:docMk/>
            <pc:sldMk cId="2570498053" sldId="375"/>
            <ac:spMk id="113" creationId="{4E2F95B9-BF14-4C1F-A0F3-DD58785B33D0}"/>
          </ac:spMkLst>
        </pc:spChg>
        <pc:spChg chg="mod">
          <ac:chgData name="Yash Jadhav" userId="535c3d6d-72b8-4f77-8155-55f939173cf2" providerId="ADAL" clId="{F33F88E0-3380-47C4-AFDE-F1AC050ADA82}" dt="2026-01-25T16:04:33.479" v="6549" actId="790"/>
          <ac:spMkLst>
            <pc:docMk/>
            <pc:sldMk cId="2570498053" sldId="375"/>
            <ac:spMk id="114" creationId="{26195DFD-C0F8-4B19-8570-8215A861B782}"/>
          </ac:spMkLst>
        </pc:spChg>
        <pc:spChg chg="mod">
          <ac:chgData name="Yash Jadhav" userId="535c3d6d-72b8-4f77-8155-55f939173cf2" providerId="ADAL" clId="{F33F88E0-3380-47C4-AFDE-F1AC050ADA82}" dt="2026-01-25T16:04:33.483" v="6550" actId="790"/>
          <ac:spMkLst>
            <pc:docMk/>
            <pc:sldMk cId="2570498053" sldId="375"/>
            <ac:spMk id="115" creationId="{DFC928BF-7071-4307-BED5-8B596D3FBEEE}"/>
          </ac:spMkLst>
        </pc:spChg>
        <pc:spChg chg="mod">
          <ac:chgData name="Yash Jadhav" userId="535c3d6d-72b8-4f77-8155-55f939173cf2" providerId="ADAL" clId="{F33F88E0-3380-47C4-AFDE-F1AC050ADA82}" dt="2026-01-25T16:04:33.486" v="6551" actId="790"/>
          <ac:spMkLst>
            <pc:docMk/>
            <pc:sldMk cId="2570498053" sldId="375"/>
            <ac:spMk id="116" creationId="{2C5470C8-8EFB-4B31-8F4F-72E8C69A4850}"/>
          </ac:spMkLst>
        </pc:spChg>
        <pc:spChg chg="mod">
          <ac:chgData name="Yash Jadhav" userId="535c3d6d-72b8-4f77-8155-55f939173cf2" providerId="ADAL" clId="{F33F88E0-3380-47C4-AFDE-F1AC050ADA82}" dt="2026-01-25T16:04:33.489" v="6552" actId="790"/>
          <ac:spMkLst>
            <pc:docMk/>
            <pc:sldMk cId="2570498053" sldId="375"/>
            <ac:spMk id="117" creationId="{13200C11-782F-48EA-97E3-92F71C52A687}"/>
          </ac:spMkLst>
        </pc:spChg>
        <pc:spChg chg="mod">
          <ac:chgData name="Yash Jadhav" userId="535c3d6d-72b8-4f77-8155-55f939173cf2" providerId="ADAL" clId="{F33F88E0-3380-47C4-AFDE-F1AC050ADA82}" dt="2026-01-25T16:04:33.491" v="6553" actId="790"/>
          <ac:spMkLst>
            <pc:docMk/>
            <pc:sldMk cId="2570498053" sldId="375"/>
            <ac:spMk id="118" creationId="{C144F7C0-6377-4D6C-8957-A4FE6B08477B}"/>
          </ac:spMkLst>
        </pc:spChg>
        <pc:spChg chg="mod">
          <ac:chgData name="Yash Jadhav" userId="535c3d6d-72b8-4f77-8155-55f939173cf2" providerId="ADAL" clId="{F33F88E0-3380-47C4-AFDE-F1AC050ADA82}" dt="2026-01-25T16:04:33.494" v="6554" actId="790"/>
          <ac:spMkLst>
            <pc:docMk/>
            <pc:sldMk cId="2570498053" sldId="375"/>
            <ac:spMk id="119" creationId="{A66E873F-1BB5-4BAB-99F9-FCA3CFF279A7}"/>
          </ac:spMkLst>
        </pc:spChg>
        <pc:spChg chg="mod">
          <ac:chgData name="Yash Jadhav" userId="535c3d6d-72b8-4f77-8155-55f939173cf2" providerId="ADAL" clId="{F33F88E0-3380-47C4-AFDE-F1AC050ADA82}" dt="2026-01-25T16:04:33.496" v="6555" actId="790"/>
          <ac:spMkLst>
            <pc:docMk/>
            <pc:sldMk cId="2570498053" sldId="375"/>
            <ac:spMk id="120" creationId="{DE8C7B06-B741-4264-A9E4-E9539E69A639}"/>
          </ac:spMkLst>
        </pc:spChg>
        <pc:spChg chg="mod">
          <ac:chgData name="Yash Jadhav" userId="535c3d6d-72b8-4f77-8155-55f939173cf2" providerId="ADAL" clId="{F33F88E0-3380-47C4-AFDE-F1AC050ADA82}" dt="2026-01-25T16:04:33.505" v="6558" actId="790"/>
          <ac:spMkLst>
            <pc:docMk/>
            <pc:sldMk cId="2570498053" sldId="375"/>
            <ac:spMk id="193" creationId="{3C5B9B5F-DF3D-4AA0-8EC3-FACE103B480F}"/>
          </ac:spMkLst>
        </pc:spChg>
        <pc:spChg chg="mod">
          <ac:chgData name="Yash Jadhav" userId="535c3d6d-72b8-4f77-8155-55f939173cf2" providerId="ADAL" clId="{F33F88E0-3380-47C4-AFDE-F1AC050ADA82}" dt="2026-01-25T16:04:33.509" v="6559" actId="790"/>
          <ac:spMkLst>
            <pc:docMk/>
            <pc:sldMk cId="2570498053" sldId="375"/>
            <ac:spMk id="194" creationId="{819C64E3-9C8A-4CD8-A4F8-A4F2BCFE2984}"/>
          </ac:spMkLst>
        </pc:spChg>
        <pc:spChg chg="mod">
          <ac:chgData name="Yash Jadhav" userId="535c3d6d-72b8-4f77-8155-55f939173cf2" providerId="ADAL" clId="{F33F88E0-3380-47C4-AFDE-F1AC050ADA82}" dt="2026-01-25T16:04:33.513" v="6560" actId="790"/>
          <ac:spMkLst>
            <pc:docMk/>
            <pc:sldMk cId="2570498053" sldId="375"/>
            <ac:spMk id="195" creationId="{BE23D109-8451-4958-B1AB-01D187EAF50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10805272" sldId="376"/>
        </pc:sldMkLst>
        <pc:spChg chg="mod ord">
          <ac:chgData name="Yash Jadhav" userId="535c3d6d-72b8-4f77-8155-55f939173cf2" providerId="ADAL" clId="{F33F88E0-3380-47C4-AFDE-F1AC050ADA82}" dt="2026-01-25T16:06:14.662" v="8413" actId="6264"/>
          <ac:spMkLst>
            <pc:docMk/>
            <pc:sldMk cId="2110805272" sldId="376"/>
            <ac:spMk id="2" creationId="{00000000-0000-0000-0000-000000000000}"/>
          </ac:spMkLst>
        </pc:spChg>
        <pc:spChg chg="mod">
          <ac:chgData name="Yash Jadhav" userId="535c3d6d-72b8-4f77-8155-55f939173cf2" providerId="ADAL" clId="{F33F88E0-3380-47C4-AFDE-F1AC050ADA82}" dt="2026-01-25T16:04:37.083" v="6581" actId="790"/>
          <ac:spMkLst>
            <pc:docMk/>
            <pc:sldMk cId="2110805272" sldId="376"/>
            <ac:spMk id="5" creationId="{7249EB57-B791-42E6-A12C-FAE4348DED26}"/>
          </ac:spMkLst>
        </pc:spChg>
        <pc:spChg chg="mod">
          <ac:chgData name="Yash Jadhav" userId="535c3d6d-72b8-4f77-8155-55f939173cf2" providerId="ADAL" clId="{F33F88E0-3380-47C4-AFDE-F1AC050ADA82}" dt="2026-01-25T16:04:37.227" v="6638" actId="790"/>
          <ac:spMkLst>
            <pc:docMk/>
            <pc:sldMk cId="2110805272" sldId="376"/>
            <ac:spMk id="6" creationId="{64E620BA-1AD9-B137-EEAF-3C8C352DFB39}"/>
          </ac:spMkLst>
        </pc:spChg>
        <pc:spChg chg="mod">
          <ac:chgData name="Yash Jadhav" userId="535c3d6d-72b8-4f77-8155-55f939173cf2" providerId="ADAL" clId="{F33F88E0-3380-47C4-AFDE-F1AC050ADA82}" dt="2026-01-25T16:04:37.230" v="6639" actId="790"/>
          <ac:spMkLst>
            <pc:docMk/>
            <pc:sldMk cId="2110805272" sldId="376"/>
            <ac:spMk id="7" creationId="{1DFC2DB7-DE57-CA89-8B76-FFC030F8E3A8}"/>
          </ac:spMkLst>
        </pc:spChg>
        <pc:spChg chg="mod">
          <ac:chgData name="Yash Jadhav" userId="535c3d6d-72b8-4f77-8155-55f939173cf2" providerId="ADAL" clId="{F33F88E0-3380-47C4-AFDE-F1AC050ADA82}" dt="2026-01-25T16:04:37.232" v="6640" actId="790"/>
          <ac:spMkLst>
            <pc:docMk/>
            <pc:sldMk cId="2110805272" sldId="376"/>
            <ac:spMk id="8" creationId="{ED6148AB-FA63-30B9-3924-AFADC8B99E72}"/>
          </ac:spMkLst>
        </pc:spChg>
        <pc:spChg chg="mod">
          <ac:chgData name="Yash Jadhav" userId="535c3d6d-72b8-4f77-8155-55f939173cf2" providerId="ADAL" clId="{F33F88E0-3380-47C4-AFDE-F1AC050ADA82}" dt="2026-01-25T16:04:37.235" v="6641" actId="790"/>
          <ac:spMkLst>
            <pc:docMk/>
            <pc:sldMk cId="2110805272" sldId="376"/>
            <ac:spMk id="9" creationId="{D715A302-183A-3DBC-9FFD-E86F416F391A}"/>
          </ac:spMkLst>
        </pc:spChg>
        <pc:spChg chg="mod">
          <ac:chgData name="Yash Jadhav" userId="535c3d6d-72b8-4f77-8155-55f939173cf2" providerId="ADAL" clId="{F33F88E0-3380-47C4-AFDE-F1AC050ADA82}" dt="2026-01-25T16:04:37.237" v="6642" actId="790"/>
          <ac:spMkLst>
            <pc:docMk/>
            <pc:sldMk cId="2110805272" sldId="376"/>
            <ac:spMk id="10" creationId="{E47CB91D-B1F2-AD11-895A-2C29DEBE12DC}"/>
          </ac:spMkLst>
        </pc:spChg>
        <pc:spChg chg="mod">
          <ac:chgData name="Yash Jadhav" userId="535c3d6d-72b8-4f77-8155-55f939173cf2" providerId="ADAL" clId="{F33F88E0-3380-47C4-AFDE-F1AC050ADA82}" dt="2026-01-25T16:04:37.240" v="6643" actId="790"/>
          <ac:spMkLst>
            <pc:docMk/>
            <pc:sldMk cId="2110805272" sldId="376"/>
            <ac:spMk id="11" creationId="{95464FF6-7B63-B86E-8612-980DCF498AC7}"/>
          </ac:spMkLst>
        </pc:spChg>
        <pc:spChg chg="mod">
          <ac:chgData name="Yash Jadhav" userId="535c3d6d-72b8-4f77-8155-55f939173cf2" providerId="ADAL" clId="{F33F88E0-3380-47C4-AFDE-F1AC050ADA82}" dt="2026-01-25T16:04:37.242" v="6644" actId="790"/>
          <ac:spMkLst>
            <pc:docMk/>
            <pc:sldMk cId="2110805272" sldId="376"/>
            <ac:spMk id="12" creationId="{33A48AB8-9C17-BB03-8BEB-EF0E54ED1295}"/>
          </ac:spMkLst>
        </pc:spChg>
        <pc:spChg chg="mod">
          <ac:chgData name="Yash Jadhav" userId="535c3d6d-72b8-4f77-8155-55f939173cf2" providerId="ADAL" clId="{F33F88E0-3380-47C4-AFDE-F1AC050ADA82}" dt="2026-01-25T16:04:37.244" v="6645" actId="790"/>
          <ac:spMkLst>
            <pc:docMk/>
            <pc:sldMk cId="2110805272" sldId="376"/>
            <ac:spMk id="13" creationId="{5C91715D-49B8-2CC6-D62F-096D064A2BDF}"/>
          </ac:spMkLst>
        </pc:spChg>
        <pc:spChg chg="mod">
          <ac:chgData name="Yash Jadhav" userId="535c3d6d-72b8-4f77-8155-55f939173cf2" providerId="ADAL" clId="{F33F88E0-3380-47C4-AFDE-F1AC050ADA82}" dt="2026-01-25T16:04:37.246" v="6646" actId="790"/>
          <ac:spMkLst>
            <pc:docMk/>
            <pc:sldMk cId="2110805272" sldId="376"/>
            <ac:spMk id="14" creationId="{14CEAEE2-6D91-E919-B787-22357CAB2E95}"/>
          </ac:spMkLst>
        </pc:spChg>
        <pc:spChg chg="mod">
          <ac:chgData name="Yash Jadhav" userId="535c3d6d-72b8-4f77-8155-55f939173cf2" providerId="ADAL" clId="{F33F88E0-3380-47C4-AFDE-F1AC050ADA82}" dt="2026-01-25T16:04:37.247" v="6647" actId="790"/>
          <ac:spMkLst>
            <pc:docMk/>
            <pc:sldMk cId="2110805272" sldId="376"/>
            <ac:spMk id="15" creationId="{BE8A0361-E671-ECF3-8048-07CB02923F5B}"/>
          </ac:spMkLst>
        </pc:spChg>
        <pc:spChg chg="mod">
          <ac:chgData name="Yash Jadhav" userId="535c3d6d-72b8-4f77-8155-55f939173cf2" providerId="ADAL" clId="{F33F88E0-3380-47C4-AFDE-F1AC050ADA82}" dt="2026-01-25T16:04:37.250" v="6648" actId="790"/>
          <ac:spMkLst>
            <pc:docMk/>
            <pc:sldMk cId="2110805272" sldId="376"/>
            <ac:spMk id="16" creationId="{25DCD825-1730-DB79-7415-5FDD98A5D1B8}"/>
          </ac:spMkLst>
        </pc:spChg>
        <pc:spChg chg="mod">
          <ac:chgData name="Yash Jadhav" userId="535c3d6d-72b8-4f77-8155-55f939173cf2" providerId="ADAL" clId="{F33F88E0-3380-47C4-AFDE-F1AC050ADA82}" dt="2026-01-25T16:04:37.252" v="6649" actId="790"/>
          <ac:spMkLst>
            <pc:docMk/>
            <pc:sldMk cId="2110805272" sldId="376"/>
            <ac:spMk id="17" creationId="{1277C043-B790-DC79-2234-F8D2DE77AC8F}"/>
          </ac:spMkLst>
        </pc:spChg>
        <pc:spChg chg="mod">
          <ac:chgData name="Yash Jadhav" userId="535c3d6d-72b8-4f77-8155-55f939173cf2" providerId="ADAL" clId="{F33F88E0-3380-47C4-AFDE-F1AC050ADA82}" dt="2026-01-25T16:04:37.254" v="6650" actId="790"/>
          <ac:spMkLst>
            <pc:docMk/>
            <pc:sldMk cId="2110805272" sldId="376"/>
            <ac:spMk id="18" creationId="{DA876D66-B83F-7785-C98F-318BE1092EBD}"/>
          </ac:spMkLst>
        </pc:spChg>
        <pc:spChg chg="mod">
          <ac:chgData name="Yash Jadhav" userId="535c3d6d-72b8-4f77-8155-55f939173cf2" providerId="ADAL" clId="{F33F88E0-3380-47C4-AFDE-F1AC050ADA82}" dt="2026-01-25T16:04:37.255" v="6651" actId="790"/>
          <ac:spMkLst>
            <pc:docMk/>
            <pc:sldMk cId="2110805272" sldId="376"/>
            <ac:spMk id="20" creationId="{F090BFDC-5005-2BFE-FD7E-8CAAB35058B4}"/>
          </ac:spMkLst>
        </pc:spChg>
        <pc:spChg chg="mod">
          <ac:chgData name="Yash Jadhav" userId="535c3d6d-72b8-4f77-8155-55f939173cf2" providerId="ADAL" clId="{F33F88E0-3380-47C4-AFDE-F1AC050ADA82}" dt="2026-01-25T16:04:37.257" v="6652" actId="790"/>
          <ac:spMkLst>
            <pc:docMk/>
            <pc:sldMk cId="2110805272" sldId="376"/>
            <ac:spMk id="21" creationId="{D36A089B-C73B-E1B5-A88E-1DD7364690DB}"/>
          </ac:spMkLst>
        </pc:spChg>
        <pc:spChg chg="add del mod">
          <ac:chgData name="Yash Jadhav" userId="535c3d6d-72b8-4f77-8155-55f939173cf2" providerId="ADAL" clId="{F33F88E0-3380-47C4-AFDE-F1AC050ADA82}" dt="2026-01-25T16:06:14.662" v="8413" actId="6264"/>
          <ac:spMkLst>
            <pc:docMk/>
            <pc:sldMk cId="2110805272" sldId="376"/>
            <ac:spMk id="22" creationId="{B957EFCB-41DC-A04A-6A8F-8AD608281E9B}"/>
          </ac:spMkLst>
        </pc:spChg>
        <pc:spChg chg="mod">
          <ac:chgData name="Yash Jadhav" userId="535c3d6d-72b8-4f77-8155-55f939173cf2" providerId="ADAL" clId="{F33F88E0-3380-47C4-AFDE-F1AC050ADA82}" dt="2026-01-25T16:04:37.087" v="6582" actId="790"/>
          <ac:spMkLst>
            <pc:docMk/>
            <pc:sldMk cId="2110805272" sldId="376"/>
            <ac:spMk id="53" creationId="{DF20DEE4-8759-48A9-B147-5D1EB1280471}"/>
          </ac:spMkLst>
        </pc:spChg>
        <pc:spChg chg="mod">
          <ac:chgData name="Yash Jadhav" userId="535c3d6d-72b8-4f77-8155-55f939173cf2" providerId="ADAL" clId="{F33F88E0-3380-47C4-AFDE-F1AC050ADA82}" dt="2026-01-25T16:04:37.090" v="6583" actId="790"/>
          <ac:spMkLst>
            <pc:docMk/>
            <pc:sldMk cId="2110805272" sldId="376"/>
            <ac:spMk id="54" creationId="{D0DB09D0-1A21-4C26-810D-B38408AA337B}"/>
          </ac:spMkLst>
        </pc:spChg>
        <pc:spChg chg="mod">
          <ac:chgData name="Yash Jadhav" userId="535c3d6d-72b8-4f77-8155-55f939173cf2" providerId="ADAL" clId="{F33F88E0-3380-47C4-AFDE-F1AC050ADA82}" dt="2026-01-25T16:04:37.093" v="6584" actId="790"/>
          <ac:spMkLst>
            <pc:docMk/>
            <pc:sldMk cId="2110805272" sldId="376"/>
            <ac:spMk id="55" creationId="{97FE0BBF-F54E-41D0-870B-86CFDAF494F6}"/>
          </ac:spMkLst>
        </pc:spChg>
        <pc:spChg chg="mod">
          <ac:chgData name="Yash Jadhav" userId="535c3d6d-72b8-4f77-8155-55f939173cf2" providerId="ADAL" clId="{F33F88E0-3380-47C4-AFDE-F1AC050ADA82}" dt="2026-01-25T16:04:37.095" v="6585" actId="790"/>
          <ac:spMkLst>
            <pc:docMk/>
            <pc:sldMk cId="2110805272" sldId="376"/>
            <ac:spMk id="76" creationId="{84845BD8-A4B5-40B1-91FF-C6192333FB6A}"/>
          </ac:spMkLst>
        </pc:spChg>
        <pc:spChg chg="mod">
          <ac:chgData name="Yash Jadhav" userId="535c3d6d-72b8-4f77-8155-55f939173cf2" providerId="ADAL" clId="{F33F88E0-3380-47C4-AFDE-F1AC050ADA82}" dt="2026-01-25T16:04:37.191" v="6626" actId="790"/>
          <ac:spMkLst>
            <pc:docMk/>
            <pc:sldMk cId="2110805272" sldId="376"/>
            <ac:spMk id="77" creationId="{76D0908B-A6AA-4AF3-9223-4A456A684AE0}"/>
          </ac:spMkLst>
        </pc:spChg>
        <pc:spChg chg="mod">
          <ac:chgData name="Yash Jadhav" userId="535c3d6d-72b8-4f77-8155-55f939173cf2" providerId="ADAL" clId="{F33F88E0-3380-47C4-AFDE-F1AC050ADA82}" dt="2026-01-25T16:04:37.193" v="6627" actId="790"/>
          <ac:spMkLst>
            <pc:docMk/>
            <pc:sldMk cId="2110805272" sldId="376"/>
            <ac:spMk id="78" creationId="{24A72EA4-D002-4099-9ACA-D5BF2258A8BE}"/>
          </ac:spMkLst>
        </pc:spChg>
        <pc:spChg chg="mod">
          <ac:chgData name="Yash Jadhav" userId="535c3d6d-72b8-4f77-8155-55f939173cf2" providerId="ADAL" clId="{F33F88E0-3380-47C4-AFDE-F1AC050ADA82}" dt="2026-01-25T16:04:37.195" v="6628" actId="790"/>
          <ac:spMkLst>
            <pc:docMk/>
            <pc:sldMk cId="2110805272" sldId="376"/>
            <ac:spMk id="79" creationId="{573FFF26-141C-4351-A311-673BB6D4AE1A}"/>
          </ac:spMkLst>
        </pc:spChg>
        <pc:spChg chg="mod">
          <ac:chgData name="Yash Jadhav" userId="535c3d6d-72b8-4f77-8155-55f939173cf2" providerId="ADAL" clId="{F33F88E0-3380-47C4-AFDE-F1AC050ADA82}" dt="2026-01-25T16:04:37.097" v="6586" actId="790"/>
          <ac:spMkLst>
            <pc:docMk/>
            <pc:sldMk cId="2110805272" sldId="376"/>
            <ac:spMk id="81" creationId="{C32F864A-A57A-4854-855D-93E3AFD59E30}"/>
          </ac:spMkLst>
        </pc:spChg>
        <pc:spChg chg="mod">
          <ac:chgData name="Yash Jadhav" userId="535c3d6d-72b8-4f77-8155-55f939173cf2" providerId="ADAL" clId="{F33F88E0-3380-47C4-AFDE-F1AC050ADA82}" dt="2026-01-25T16:04:37.099" v="6587" actId="790"/>
          <ac:spMkLst>
            <pc:docMk/>
            <pc:sldMk cId="2110805272" sldId="376"/>
            <ac:spMk id="82" creationId="{E428479F-F14D-4FAF-8B0E-CCDD511E9477}"/>
          </ac:spMkLst>
        </pc:spChg>
        <pc:spChg chg="mod">
          <ac:chgData name="Yash Jadhav" userId="535c3d6d-72b8-4f77-8155-55f939173cf2" providerId="ADAL" clId="{F33F88E0-3380-47C4-AFDE-F1AC050ADA82}" dt="2026-01-25T16:04:37.102" v="6588" actId="790"/>
          <ac:spMkLst>
            <pc:docMk/>
            <pc:sldMk cId="2110805272" sldId="376"/>
            <ac:spMk id="83" creationId="{5DA8050F-0700-43B6-8722-C71A7E1B8DFE}"/>
          </ac:spMkLst>
        </pc:spChg>
        <pc:spChg chg="mod">
          <ac:chgData name="Yash Jadhav" userId="535c3d6d-72b8-4f77-8155-55f939173cf2" providerId="ADAL" clId="{F33F88E0-3380-47C4-AFDE-F1AC050ADA82}" dt="2026-01-25T16:04:37.104" v="6589" actId="790"/>
          <ac:spMkLst>
            <pc:docMk/>
            <pc:sldMk cId="2110805272" sldId="376"/>
            <ac:spMk id="84" creationId="{327CB20F-69A7-45EE-9027-057E46C58611}"/>
          </ac:spMkLst>
        </pc:spChg>
        <pc:spChg chg="mod">
          <ac:chgData name="Yash Jadhav" userId="535c3d6d-72b8-4f77-8155-55f939173cf2" providerId="ADAL" clId="{F33F88E0-3380-47C4-AFDE-F1AC050ADA82}" dt="2026-01-25T16:04:37.106" v="6590" actId="790"/>
          <ac:spMkLst>
            <pc:docMk/>
            <pc:sldMk cId="2110805272" sldId="376"/>
            <ac:spMk id="85" creationId="{23C28960-66DE-428E-8286-21B731D2370D}"/>
          </ac:spMkLst>
        </pc:spChg>
        <pc:spChg chg="mod">
          <ac:chgData name="Yash Jadhav" userId="535c3d6d-72b8-4f77-8155-55f939173cf2" providerId="ADAL" clId="{F33F88E0-3380-47C4-AFDE-F1AC050ADA82}" dt="2026-01-25T16:04:37.109" v="6591" actId="790"/>
          <ac:spMkLst>
            <pc:docMk/>
            <pc:sldMk cId="2110805272" sldId="376"/>
            <ac:spMk id="86" creationId="{7C712716-5837-4FCC-B664-269B06FD8085}"/>
          </ac:spMkLst>
        </pc:spChg>
        <pc:spChg chg="mod">
          <ac:chgData name="Yash Jadhav" userId="535c3d6d-72b8-4f77-8155-55f939173cf2" providerId="ADAL" clId="{F33F88E0-3380-47C4-AFDE-F1AC050ADA82}" dt="2026-01-25T16:04:37.111" v="6592" actId="790"/>
          <ac:spMkLst>
            <pc:docMk/>
            <pc:sldMk cId="2110805272" sldId="376"/>
            <ac:spMk id="87" creationId="{E033CCCB-B8D2-4E03-A4D4-EBBCC798C1B3}"/>
          </ac:spMkLst>
        </pc:spChg>
        <pc:spChg chg="mod">
          <ac:chgData name="Yash Jadhav" userId="535c3d6d-72b8-4f77-8155-55f939173cf2" providerId="ADAL" clId="{F33F88E0-3380-47C4-AFDE-F1AC050ADA82}" dt="2026-01-25T16:04:37.113" v="6593" actId="790"/>
          <ac:spMkLst>
            <pc:docMk/>
            <pc:sldMk cId="2110805272" sldId="376"/>
            <ac:spMk id="88" creationId="{6E043B43-C493-4434-B8C5-37C713C1D338}"/>
          </ac:spMkLst>
        </pc:spChg>
        <pc:spChg chg="mod">
          <ac:chgData name="Yash Jadhav" userId="535c3d6d-72b8-4f77-8155-55f939173cf2" providerId="ADAL" clId="{F33F88E0-3380-47C4-AFDE-F1AC050ADA82}" dt="2026-01-25T16:04:37.115" v="6594" actId="790"/>
          <ac:spMkLst>
            <pc:docMk/>
            <pc:sldMk cId="2110805272" sldId="376"/>
            <ac:spMk id="89" creationId="{41961196-960D-4B7B-863A-90B3CDF73233}"/>
          </ac:spMkLst>
        </pc:spChg>
        <pc:spChg chg="mod">
          <ac:chgData name="Yash Jadhav" userId="535c3d6d-72b8-4f77-8155-55f939173cf2" providerId="ADAL" clId="{F33F88E0-3380-47C4-AFDE-F1AC050ADA82}" dt="2026-01-25T16:04:37.117" v="6595" actId="790"/>
          <ac:spMkLst>
            <pc:docMk/>
            <pc:sldMk cId="2110805272" sldId="376"/>
            <ac:spMk id="90" creationId="{C99944D3-8107-43C9-804A-B1920AB1C50C}"/>
          </ac:spMkLst>
        </pc:spChg>
        <pc:spChg chg="mod">
          <ac:chgData name="Yash Jadhav" userId="535c3d6d-72b8-4f77-8155-55f939173cf2" providerId="ADAL" clId="{F33F88E0-3380-47C4-AFDE-F1AC050ADA82}" dt="2026-01-25T16:04:37.120" v="6596" actId="790"/>
          <ac:spMkLst>
            <pc:docMk/>
            <pc:sldMk cId="2110805272" sldId="376"/>
            <ac:spMk id="91" creationId="{F0D00159-8984-4182-9DA4-63FDBD77B0F3}"/>
          </ac:spMkLst>
        </pc:spChg>
        <pc:spChg chg="mod">
          <ac:chgData name="Yash Jadhav" userId="535c3d6d-72b8-4f77-8155-55f939173cf2" providerId="ADAL" clId="{F33F88E0-3380-47C4-AFDE-F1AC050ADA82}" dt="2026-01-25T16:04:37.122" v="6597" actId="790"/>
          <ac:spMkLst>
            <pc:docMk/>
            <pc:sldMk cId="2110805272" sldId="376"/>
            <ac:spMk id="92" creationId="{02812017-6946-4E84-89A3-5F42EFF9574B}"/>
          </ac:spMkLst>
        </pc:spChg>
        <pc:spChg chg="mod">
          <ac:chgData name="Yash Jadhav" userId="535c3d6d-72b8-4f77-8155-55f939173cf2" providerId="ADAL" clId="{F33F88E0-3380-47C4-AFDE-F1AC050ADA82}" dt="2026-01-25T16:04:37.125" v="6598" actId="790"/>
          <ac:spMkLst>
            <pc:docMk/>
            <pc:sldMk cId="2110805272" sldId="376"/>
            <ac:spMk id="93" creationId="{3290ED02-903A-4355-B832-0CC3B2D083C3}"/>
          </ac:spMkLst>
        </pc:spChg>
        <pc:spChg chg="mod">
          <ac:chgData name="Yash Jadhav" userId="535c3d6d-72b8-4f77-8155-55f939173cf2" providerId="ADAL" clId="{F33F88E0-3380-47C4-AFDE-F1AC050ADA82}" dt="2026-01-25T16:04:37.127" v="6599" actId="790"/>
          <ac:spMkLst>
            <pc:docMk/>
            <pc:sldMk cId="2110805272" sldId="376"/>
            <ac:spMk id="94" creationId="{35271702-FD77-4F6B-99F9-1CD1F944E5CF}"/>
          </ac:spMkLst>
        </pc:spChg>
        <pc:spChg chg="mod">
          <ac:chgData name="Yash Jadhav" userId="535c3d6d-72b8-4f77-8155-55f939173cf2" providerId="ADAL" clId="{F33F88E0-3380-47C4-AFDE-F1AC050ADA82}" dt="2026-01-25T16:04:37.130" v="6600" actId="790"/>
          <ac:spMkLst>
            <pc:docMk/>
            <pc:sldMk cId="2110805272" sldId="376"/>
            <ac:spMk id="95" creationId="{55AD4D28-F487-4CF9-8AFA-0C11DCD2AACE}"/>
          </ac:spMkLst>
        </pc:spChg>
        <pc:spChg chg="mod">
          <ac:chgData name="Yash Jadhav" userId="535c3d6d-72b8-4f77-8155-55f939173cf2" providerId="ADAL" clId="{F33F88E0-3380-47C4-AFDE-F1AC050ADA82}" dt="2026-01-25T16:04:37.132" v="6601" actId="790"/>
          <ac:spMkLst>
            <pc:docMk/>
            <pc:sldMk cId="2110805272" sldId="376"/>
            <ac:spMk id="96" creationId="{CAEE5884-5C68-4ED2-B934-612E3239072E}"/>
          </ac:spMkLst>
        </pc:spChg>
        <pc:spChg chg="mod">
          <ac:chgData name="Yash Jadhav" userId="535c3d6d-72b8-4f77-8155-55f939173cf2" providerId="ADAL" clId="{F33F88E0-3380-47C4-AFDE-F1AC050ADA82}" dt="2026-01-25T16:04:37.135" v="6602" actId="790"/>
          <ac:spMkLst>
            <pc:docMk/>
            <pc:sldMk cId="2110805272" sldId="376"/>
            <ac:spMk id="97" creationId="{26E3C795-1F12-4270-A849-6F52A576AB49}"/>
          </ac:spMkLst>
        </pc:spChg>
        <pc:spChg chg="mod">
          <ac:chgData name="Yash Jadhav" userId="535c3d6d-72b8-4f77-8155-55f939173cf2" providerId="ADAL" clId="{F33F88E0-3380-47C4-AFDE-F1AC050ADA82}" dt="2026-01-25T16:04:37.137" v="6603" actId="790"/>
          <ac:spMkLst>
            <pc:docMk/>
            <pc:sldMk cId="2110805272" sldId="376"/>
            <ac:spMk id="98" creationId="{16468A58-5607-4C69-A3C8-924253552DEC}"/>
          </ac:spMkLst>
        </pc:spChg>
        <pc:spChg chg="mod">
          <ac:chgData name="Yash Jadhav" userId="535c3d6d-72b8-4f77-8155-55f939173cf2" providerId="ADAL" clId="{F33F88E0-3380-47C4-AFDE-F1AC050ADA82}" dt="2026-01-25T16:04:37.140" v="6604" actId="790"/>
          <ac:spMkLst>
            <pc:docMk/>
            <pc:sldMk cId="2110805272" sldId="376"/>
            <ac:spMk id="99" creationId="{D6BECB5D-BB52-43A3-B26A-58F139317D10}"/>
          </ac:spMkLst>
        </pc:spChg>
        <pc:spChg chg="mod">
          <ac:chgData name="Yash Jadhav" userId="535c3d6d-72b8-4f77-8155-55f939173cf2" providerId="ADAL" clId="{F33F88E0-3380-47C4-AFDE-F1AC050ADA82}" dt="2026-01-25T16:04:37.143" v="6605" actId="790"/>
          <ac:spMkLst>
            <pc:docMk/>
            <pc:sldMk cId="2110805272" sldId="376"/>
            <ac:spMk id="100" creationId="{A24378DE-60C0-415B-8EF2-BE49FC2D1643}"/>
          </ac:spMkLst>
        </pc:spChg>
        <pc:spChg chg="mod">
          <ac:chgData name="Yash Jadhav" userId="535c3d6d-72b8-4f77-8155-55f939173cf2" providerId="ADAL" clId="{F33F88E0-3380-47C4-AFDE-F1AC050ADA82}" dt="2026-01-25T16:04:37.145" v="6606" actId="790"/>
          <ac:spMkLst>
            <pc:docMk/>
            <pc:sldMk cId="2110805272" sldId="376"/>
            <ac:spMk id="101" creationId="{E9F0E926-6422-47CD-A05E-B0A4296546F1}"/>
          </ac:spMkLst>
        </pc:spChg>
        <pc:spChg chg="mod">
          <ac:chgData name="Yash Jadhav" userId="535c3d6d-72b8-4f77-8155-55f939173cf2" providerId="ADAL" clId="{F33F88E0-3380-47C4-AFDE-F1AC050ADA82}" dt="2026-01-25T16:04:37.146" v="6607" actId="790"/>
          <ac:spMkLst>
            <pc:docMk/>
            <pc:sldMk cId="2110805272" sldId="376"/>
            <ac:spMk id="102" creationId="{B00B6291-FB7F-4482-A80F-D01A1711C3E0}"/>
          </ac:spMkLst>
        </pc:spChg>
        <pc:spChg chg="mod">
          <ac:chgData name="Yash Jadhav" userId="535c3d6d-72b8-4f77-8155-55f939173cf2" providerId="ADAL" clId="{F33F88E0-3380-47C4-AFDE-F1AC050ADA82}" dt="2026-01-25T16:04:37.149" v="6608" actId="790"/>
          <ac:spMkLst>
            <pc:docMk/>
            <pc:sldMk cId="2110805272" sldId="376"/>
            <ac:spMk id="103" creationId="{124A3079-90D2-438D-BEAE-0BB3FE9E0C44}"/>
          </ac:spMkLst>
        </pc:spChg>
        <pc:spChg chg="mod">
          <ac:chgData name="Yash Jadhav" userId="535c3d6d-72b8-4f77-8155-55f939173cf2" providerId="ADAL" clId="{F33F88E0-3380-47C4-AFDE-F1AC050ADA82}" dt="2026-01-25T16:04:37.151" v="6609" actId="790"/>
          <ac:spMkLst>
            <pc:docMk/>
            <pc:sldMk cId="2110805272" sldId="376"/>
            <ac:spMk id="104" creationId="{5ECD22B9-120D-4859-BF97-0282843283B2}"/>
          </ac:spMkLst>
        </pc:spChg>
        <pc:spChg chg="mod">
          <ac:chgData name="Yash Jadhav" userId="535c3d6d-72b8-4f77-8155-55f939173cf2" providerId="ADAL" clId="{F33F88E0-3380-47C4-AFDE-F1AC050ADA82}" dt="2026-01-25T16:04:37.153" v="6610" actId="790"/>
          <ac:spMkLst>
            <pc:docMk/>
            <pc:sldMk cId="2110805272" sldId="376"/>
            <ac:spMk id="105" creationId="{D9FFE1A8-A4BB-44F6-93C3-2DDC9B4A8839}"/>
          </ac:spMkLst>
        </pc:spChg>
        <pc:spChg chg="mod">
          <ac:chgData name="Yash Jadhav" userId="535c3d6d-72b8-4f77-8155-55f939173cf2" providerId="ADAL" clId="{F33F88E0-3380-47C4-AFDE-F1AC050ADA82}" dt="2026-01-25T16:04:37.156" v="6611" actId="790"/>
          <ac:spMkLst>
            <pc:docMk/>
            <pc:sldMk cId="2110805272" sldId="376"/>
            <ac:spMk id="106" creationId="{C956FAF1-194E-49AB-8EEC-8564E7473EF8}"/>
          </ac:spMkLst>
        </pc:spChg>
        <pc:spChg chg="mod">
          <ac:chgData name="Yash Jadhav" userId="535c3d6d-72b8-4f77-8155-55f939173cf2" providerId="ADAL" clId="{F33F88E0-3380-47C4-AFDE-F1AC050ADA82}" dt="2026-01-25T16:04:37.158" v="6612" actId="790"/>
          <ac:spMkLst>
            <pc:docMk/>
            <pc:sldMk cId="2110805272" sldId="376"/>
            <ac:spMk id="107" creationId="{24B0E064-81C8-44F0-8C0F-BEC12663DAE4}"/>
          </ac:spMkLst>
        </pc:spChg>
        <pc:spChg chg="mod">
          <ac:chgData name="Yash Jadhav" userId="535c3d6d-72b8-4f77-8155-55f939173cf2" providerId="ADAL" clId="{F33F88E0-3380-47C4-AFDE-F1AC050ADA82}" dt="2026-01-25T16:04:37.160" v="6613" actId="790"/>
          <ac:spMkLst>
            <pc:docMk/>
            <pc:sldMk cId="2110805272" sldId="376"/>
            <ac:spMk id="108" creationId="{3351CB9F-3C02-4993-8F25-59D47F06E690}"/>
          </ac:spMkLst>
        </pc:spChg>
        <pc:spChg chg="mod">
          <ac:chgData name="Yash Jadhav" userId="535c3d6d-72b8-4f77-8155-55f939173cf2" providerId="ADAL" clId="{F33F88E0-3380-47C4-AFDE-F1AC050ADA82}" dt="2026-01-25T16:04:37.162" v="6614" actId="790"/>
          <ac:spMkLst>
            <pc:docMk/>
            <pc:sldMk cId="2110805272" sldId="376"/>
            <ac:spMk id="109" creationId="{231FF20E-14AF-4EF2-8A63-A510A4571D86}"/>
          </ac:spMkLst>
        </pc:spChg>
        <pc:spChg chg="mod">
          <ac:chgData name="Yash Jadhav" userId="535c3d6d-72b8-4f77-8155-55f939173cf2" providerId="ADAL" clId="{F33F88E0-3380-47C4-AFDE-F1AC050ADA82}" dt="2026-01-25T16:04:37.164" v="6615" actId="790"/>
          <ac:spMkLst>
            <pc:docMk/>
            <pc:sldMk cId="2110805272" sldId="376"/>
            <ac:spMk id="110" creationId="{7F6100D6-19D4-4007-A3CE-7A067F6482D9}"/>
          </ac:spMkLst>
        </pc:spChg>
        <pc:spChg chg="mod">
          <ac:chgData name="Yash Jadhav" userId="535c3d6d-72b8-4f77-8155-55f939173cf2" providerId="ADAL" clId="{F33F88E0-3380-47C4-AFDE-F1AC050ADA82}" dt="2026-01-25T16:04:37.166" v="6616" actId="790"/>
          <ac:spMkLst>
            <pc:docMk/>
            <pc:sldMk cId="2110805272" sldId="376"/>
            <ac:spMk id="111" creationId="{F13F0958-18E7-428C-8059-57C564CA9C42}"/>
          </ac:spMkLst>
        </pc:spChg>
        <pc:spChg chg="mod">
          <ac:chgData name="Yash Jadhav" userId="535c3d6d-72b8-4f77-8155-55f939173cf2" providerId="ADAL" clId="{F33F88E0-3380-47C4-AFDE-F1AC050ADA82}" dt="2026-01-25T16:04:37.168" v="6617" actId="790"/>
          <ac:spMkLst>
            <pc:docMk/>
            <pc:sldMk cId="2110805272" sldId="376"/>
            <ac:spMk id="112" creationId="{E43EABBE-9A45-4C68-ABC7-8A48C4BECADC}"/>
          </ac:spMkLst>
        </pc:spChg>
        <pc:spChg chg="mod">
          <ac:chgData name="Yash Jadhav" userId="535c3d6d-72b8-4f77-8155-55f939173cf2" providerId="ADAL" clId="{F33F88E0-3380-47C4-AFDE-F1AC050ADA82}" dt="2026-01-25T16:04:37.170" v="6618" actId="790"/>
          <ac:spMkLst>
            <pc:docMk/>
            <pc:sldMk cId="2110805272" sldId="376"/>
            <ac:spMk id="113" creationId="{4E2F95B9-BF14-4C1F-A0F3-DD58785B33D0}"/>
          </ac:spMkLst>
        </pc:spChg>
        <pc:spChg chg="mod">
          <ac:chgData name="Yash Jadhav" userId="535c3d6d-72b8-4f77-8155-55f939173cf2" providerId="ADAL" clId="{F33F88E0-3380-47C4-AFDE-F1AC050ADA82}" dt="2026-01-25T16:04:37.173" v="6619" actId="790"/>
          <ac:spMkLst>
            <pc:docMk/>
            <pc:sldMk cId="2110805272" sldId="376"/>
            <ac:spMk id="114" creationId="{26195DFD-C0F8-4B19-8570-8215A861B782}"/>
          </ac:spMkLst>
        </pc:spChg>
        <pc:spChg chg="mod">
          <ac:chgData name="Yash Jadhav" userId="535c3d6d-72b8-4f77-8155-55f939173cf2" providerId="ADAL" clId="{F33F88E0-3380-47C4-AFDE-F1AC050ADA82}" dt="2026-01-25T16:04:37.175" v="6620" actId="790"/>
          <ac:spMkLst>
            <pc:docMk/>
            <pc:sldMk cId="2110805272" sldId="376"/>
            <ac:spMk id="115" creationId="{DFC928BF-7071-4307-BED5-8B596D3FBEEE}"/>
          </ac:spMkLst>
        </pc:spChg>
        <pc:spChg chg="mod">
          <ac:chgData name="Yash Jadhav" userId="535c3d6d-72b8-4f77-8155-55f939173cf2" providerId="ADAL" clId="{F33F88E0-3380-47C4-AFDE-F1AC050ADA82}" dt="2026-01-25T16:04:37.177" v="6621" actId="790"/>
          <ac:spMkLst>
            <pc:docMk/>
            <pc:sldMk cId="2110805272" sldId="376"/>
            <ac:spMk id="116" creationId="{2C5470C8-8EFB-4B31-8F4F-72E8C69A4850}"/>
          </ac:spMkLst>
        </pc:spChg>
        <pc:spChg chg="mod">
          <ac:chgData name="Yash Jadhav" userId="535c3d6d-72b8-4f77-8155-55f939173cf2" providerId="ADAL" clId="{F33F88E0-3380-47C4-AFDE-F1AC050ADA82}" dt="2026-01-25T16:04:37.179" v="6622" actId="790"/>
          <ac:spMkLst>
            <pc:docMk/>
            <pc:sldMk cId="2110805272" sldId="376"/>
            <ac:spMk id="117" creationId="{13200C11-782F-48EA-97E3-92F71C52A687}"/>
          </ac:spMkLst>
        </pc:spChg>
        <pc:spChg chg="mod">
          <ac:chgData name="Yash Jadhav" userId="535c3d6d-72b8-4f77-8155-55f939173cf2" providerId="ADAL" clId="{F33F88E0-3380-47C4-AFDE-F1AC050ADA82}" dt="2026-01-25T16:04:37.181" v="6623" actId="790"/>
          <ac:spMkLst>
            <pc:docMk/>
            <pc:sldMk cId="2110805272" sldId="376"/>
            <ac:spMk id="118" creationId="{C144F7C0-6377-4D6C-8957-A4FE6B08477B}"/>
          </ac:spMkLst>
        </pc:spChg>
        <pc:spChg chg="mod">
          <ac:chgData name="Yash Jadhav" userId="535c3d6d-72b8-4f77-8155-55f939173cf2" providerId="ADAL" clId="{F33F88E0-3380-47C4-AFDE-F1AC050ADA82}" dt="2026-01-25T16:04:37.184" v="6624" actId="790"/>
          <ac:spMkLst>
            <pc:docMk/>
            <pc:sldMk cId="2110805272" sldId="376"/>
            <ac:spMk id="119" creationId="{A66E873F-1BB5-4BAB-99F9-FCA3CFF279A7}"/>
          </ac:spMkLst>
        </pc:spChg>
        <pc:spChg chg="mod">
          <ac:chgData name="Yash Jadhav" userId="535c3d6d-72b8-4f77-8155-55f939173cf2" providerId="ADAL" clId="{F33F88E0-3380-47C4-AFDE-F1AC050ADA82}" dt="2026-01-25T16:04:37.188" v="6625" actId="790"/>
          <ac:spMkLst>
            <pc:docMk/>
            <pc:sldMk cId="2110805272" sldId="376"/>
            <ac:spMk id="120" creationId="{DE8C7B06-B741-4264-A9E4-E9539E69A639}"/>
          </ac:spMkLst>
        </pc:spChg>
        <pc:spChg chg="mod">
          <ac:chgData name="Yash Jadhav" userId="535c3d6d-72b8-4f77-8155-55f939173cf2" providerId="ADAL" clId="{F33F88E0-3380-47C4-AFDE-F1AC050ADA82}" dt="2026-01-25T16:04:37.197" v="6629" actId="790"/>
          <ac:spMkLst>
            <pc:docMk/>
            <pc:sldMk cId="2110805272" sldId="376"/>
            <ac:spMk id="148" creationId="{79A7F37D-0813-4C84-97B1-48719C7F38F0}"/>
          </ac:spMkLst>
        </pc:spChg>
        <pc:spChg chg="mod">
          <ac:chgData name="Yash Jadhav" userId="535c3d6d-72b8-4f77-8155-55f939173cf2" providerId="ADAL" clId="{F33F88E0-3380-47C4-AFDE-F1AC050ADA82}" dt="2026-01-25T16:04:37.199" v="6630" actId="790"/>
          <ac:spMkLst>
            <pc:docMk/>
            <pc:sldMk cId="2110805272" sldId="376"/>
            <ac:spMk id="149" creationId="{1EB38B4E-0EC9-4A97-AC9F-83155AFF4D10}"/>
          </ac:spMkLst>
        </pc:spChg>
        <pc:spChg chg="mod">
          <ac:chgData name="Yash Jadhav" userId="535c3d6d-72b8-4f77-8155-55f939173cf2" providerId="ADAL" clId="{F33F88E0-3380-47C4-AFDE-F1AC050ADA82}" dt="2026-01-25T16:04:37.203" v="6631" actId="790"/>
          <ac:spMkLst>
            <pc:docMk/>
            <pc:sldMk cId="2110805272" sldId="376"/>
            <ac:spMk id="150" creationId="{FFBE2522-C085-4DDF-98C6-436AD9A6B4FD}"/>
          </ac:spMkLst>
        </pc:spChg>
        <pc:spChg chg="mod">
          <ac:chgData name="Yash Jadhav" userId="535c3d6d-72b8-4f77-8155-55f939173cf2" providerId="ADAL" clId="{F33F88E0-3380-47C4-AFDE-F1AC050ADA82}" dt="2026-01-25T16:04:37.204" v="6632" actId="790"/>
          <ac:spMkLst>
            <pc:docMk/>
            <pc:sldMk cId="2110805272" sldId="376"/>
            <ac:spMk id="151" creationId="{79557DBA-BAB9-4BDA-BFD8-46281B897559}"/>
          </ac:spMkLst>
        </pc:spChg>
        <pc:spChg chg="mod">
          <ac:chgData name="Yash Jadhav" userId="535c3d6d-72b8-4f77-8155-55f939173cf2" providerId="ADAL" clId="{F33F88E0-3380-47C4-AFDE-F1AC050ADA82}" dt="2026-01-25T16:04:37.208" v="6633" actId="790"/>
          <ac:spMkLst>
            <pc:docMk/>
            <pc:sldMk cId="2110805272" sldId="376"/>
            <ac:spMk id="152" creationId="{1BCAAB67-1654-43EE-8685-08D617EF52B4}"/>
          </ac:spMkLst>
        </pc:spChg>
        <pc:spChg chg="mod">
          <ac:chgData name="Yash Jadhav" userId="535c3d6d-72b8-4f77-8155-55f939173cf2" providerId="ADAL" clId="{F33F88E0-3380-47C4-AFDE-F1AC050ADA82}" dt="2026-01-25T16:04:37.211" v="6634" actId="790"/>
          <ac:spMkLst>
            <pc:docMk/>
            <pc:sldMk cId="2110805272" sldId="376"/>
            <ac:spMk id="193" creationId="{3C5B9B5F-DF3D-4AA0-8EC3-FACE103B480F}"/>
          </ac:spMkLst>
        </pc:spChg>
        <pc:spChg chg="mod">
          <ac:chgData name="Yash Jadhav" userId="535c3d6d-72b8-4f77-8155-55f939173cf2" providerId="ADAL" clId="{F33F88E0-3380-47C4-AFDE-F1AC050ADA82}" dt="2026-01-25T16:04:37.216" v="6635" actId="790"/>
          <ac:spMkLst>
            <pc:docMk/>
            <pc:sldMk cId="2110805272" sldId="376"/>
            <ac:spMk id="194" creationId="{819C64E3-9C8A-4CD8-A4F8-A4F2BCFE2984}"/>
          </ac:spMkLst>
        </pc:spChg>
        <pc:spChg chg="mod">
          <ac:chgData name="Yash Jadhav" userId="535c3d6d-72b8-4f77-8155-55f939173cf2" providerId="ADAL" clId="{F33F88E0-3380-47C4-AFDE-F1AC050ADA82}" dt="2026-01-25T16:04:37.220" v="6636" actId="790"/>
          <ac:spMkLst>
            <pc:docMk/>
            <pc:sldMk cId="2110805272" sldId="376"/>
            <ac:spMk id="195" creationId="{BE23D109-8451-4958-B1AB-01D187EAF50A}"/>
          </ac:spMkLst>
        </pc:spChg>
        <pc:spChg chg="mod">
          <ac:chgData name="Yash Jadhav" userId="535c3d6d-72b8-4f77-8155-55f939173cf2" providerId="ADAL" clId="{F33F88E0-3380-47C4-AFDE-F1AC050ADA82}" dt="2026-01-25T16:04:37.224" v="6637" actId="790"/>
          <ac:spMkLst>
            <pc:docMk/>
            <pc:sldMk cId="2110805272" sldId="376"/>
            <ac:spMk id="196" creationId="{B50CA240-40C8-45A2-8C1E-E78BEC4135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01768624" sldId="377"/>
        </pc:sldMkLst>
        <pc:spChg chg="mod ord">
          <ac:chgData name="Yash Jadhav" userId="535c3d6d-72b8-4f77-8155-55f939173cf2" providerId="ADAL" clId="{F33F88E0-3380-47C4-AFDE-F1AC050ADA82}" dt="2026-01-25T16:06:14.662" v="8413" actId="6264"/>
          <ac:spMkLst>
            <pc:docMk/>
            <pc:sldMk cId="2601768624" sldId="377"/>
            <ac:spMk id="2" creationId="{00000000-0000-0000-0000-000000000000}"/>
          </ac:spMkLst>
        </pc:spChg>
        <pc:spChg chg="mod">
          <ac:chgData name="Yash Jadhav" userId="535c3d6d-72b8-4f77-8155-55f939173cf2" providerId="ADAL" clId="{F33F88E0-3380-47C4-AFDE-F1AC050ADA82}" dt="2026-01-25T16:04:39.356" v="6658" actId="790"/>
          <ac:spMkLst>
            <pc:docMk/>
            <pc:sldMk cId="2601768624" sldId="377"/>
            <ac:spMk id="5" creationId="{7249EB57-B791-42E6-A12C-FAE4348DED26}"/>
          </ac:spMkLst>
        </pc:spChg>
        <pc:spChg chg="mod">
          <ac:chgData name="Yash Jadhav" userId="535c3d6d-72b8-4f77-8155-55f939173cf2" providerId="ADAL" clId="{F33F88E0-3380-47C4-AFDE-F1AC050ADA82}" dt="2026-01-25T16:04:39.529" v="6718" actId="790"/>
          <ac:spMkLst>
            <pc:docMk/>
            <pc:sldMk cId="2601768624" sldId="377"/>
            <ac:spMk id="6" creationId="{3B5D4015-8AD7-8484-502C-F0768260FAB5}"/>
          </ac:spMkLst>
        </pc:spChg>
        <pc:spChg chg="mod">
          <ac:chgData name="Yash Jadhav" userId="535c3d6d-72b8-4f77-8155-55f939173cf2" providerId="ADAL" clId="{F33F88E0-3380-47C4-AFDE-F1AC050ADA82}" dt="2026-01-25T16:04:39.531" v="6719" actId="790"/>
          <ac:spMkLst>
            <pc:docMk/>
            <pc:sldMk cId="2601768624" sldId="377"/>
            <ac:spMk id="7" creationId="{EE2A40F7-074B-057A-CF91-78CA25FC608C}"/>
          </ac:spMkLst>
        </pc:spChg>
        <pc:spChg chg="mod">
          <ac:chgData name="Yash Jadhav" userId="535c3d6d-72b8-4f77-8155-55f939173cf2" providerId="ADAL" clId="{F33F88E0-3380-47C4-AFDE-F1AC050ADA82}" dt="2026-01-25T16:04:39.533" v="6720" actId="790"/>
          <ac:spMkLst>
            <pc:docMk/>
            <pc:sldMk cId="2601768624" sldId="377"/>
            <ac:spMk id="8" creationId="{552EF72C-B94E-52BB-F249-933A537713D5}"/>
          </ac:spMkLst>
        </pc:spChg>
        <pc:spChg chg="mod">
          <ac:chgData name="Yash Jadhav" userId="535c3d6d-72b8-4f77-8155-55f939173cf2" providerId="ADAL" clId="{F33F88E0-3380-47C4-AFDE-F1AC050ADA82}" dt="2026-01-25T16:04:39.536" v="6721" actId="790"/>
          <ac:spMkLst>
            <pc:docMk/>
            <pc:sldMk cId="2601768624" sldId="377"/>
            <ac:spMk id="9" creationId="{813A7619-096C-D94C-1C16-BCAEBE8622DF}"/>
          </ac:spMkLst>
        </pc:spChg>
        <pc:spChg chg="mod">
          <ac:chgData name="Yash Jadhav" userId="535c3d6d-72b8-4f77-8155-55f939173cf2" providerId="ADAL" clId="{F33F88E0-3380-47C4-AFDE-F1AC050ADA82}" dt="2026-01-25T16:04:39.538" v="6722" actId="790"/>
          <ac:spMkLst>
            <pc:docMk/>
            <pc:sldMk cId="2601768624" sldId="377"/>
            <ac:spMk id="10" creationId="{D548B4DB-F144-3407-E672-7D6854AA2491}"/>
          </ac:spMkLst>
        </pc:spChg>
        <pc:spChg chg="mod">
          <ac:chgData name="Yash Jadhav" userId="535c3d6d-72b8-4f77-8155-55f939173cf2" providerId="ADAL" clId="{F33F88E0-3380-47C4-AFDE-F1AC050ADA82}" dt="2026-01-25T16:04:39.540" v="6723" actId="790"/>
          <ac:spMkLst>
            <pc:docMk/>
            <pc:sldMk cId="2601768624" sldId="377"/>
            <ac:spMk id="11" creationId="{68AF4EE5-1648-0639-DD83-16E4B41DFA4F}"/>
          </ac:spMkLst>
        </pc:spChg>
        <pc:spChg chg="mod">
          <ac:chgData name="Yash Jadhav" userId="535c3d6d-72b8-4f77-8155-55f939173cf2" providerId="ADAL" clId="{F33F88E0-3380-47C4-AFDE-F1AC050ADA82}" dt="2026-01-25T16:04:39.542" v="6724" actId="790"/>
          <ac:spMkLst>
            <pc:docMk/>
            <pc:sldMk cId="2601768624" sldId="377"/>
            <ac:spMk id="12" creationId="{0E3A59D5-57ED-2848-894E-DED5C1CD5A36}"/>
          </ac:spMkLst>
        </pc:spChg>
        <pc:spChg chg="mod">
          <ac:chgData name="Yash Jadhav" userId="535c3d6d-72b8-4f77-8155-55f939173cf2" providerId="ADAL" clId="{F33F88E0-3380-47C4-AFDE-F1AC050ADA82}" dt="2026-01-25T16:04:39.544" v="6725" actId="790"/>
          <ac:spMkLst>
            <pc:docMk/>
            <pc:sldMk cId="2601768624" sldId="377"/>
            <ac:spMk id="13" creationId="{CEB39216-DA13-3C01-F49B-E79436C0E751}"/>
          </ac:spMkLst>
        </pc:spChg>
        <pc:spChg chg="mod">
          <ac:chgData name="Yash Jadhav" userId="535c3d6d-72b8-4f77-8155-55f939173cf2" providerId="ADAL" clId="{F33F88E0-3380-47C4-AFDE-F1AC050ADA82}" dt="2026-01-25T16:04:39.546" v="6726" actId="790"/>
          <ac:spMkLst>
            <pc:docMk/>
            <pc:sldMk cId="2601768624" sldId="377"/>
            <ac:spMk id="14" creationId="{C3604BAC-77D9-F8EF-1210-D1C2F6954BDD}"/>
          </ac:spMkLst>
        </pc:spChg>
        <pc:spChg chg="mod">
          <ac:chgData name="Yash Jadhav" userId="535c3d6d-72b8-4f77-8155-55f939173cf2" providerId="ADAL" clId="{F33F88E0-3380-47C4-AFDE-F1AC050ADA82}" dt="2026-01-25T16:04:39.548" v="6727" actId="790"/>
          <ac:spMkLst>
            <pc:docMk/>
            <pc:sldMk cId="2601768624" sldId="377"/>
            <ac:spMk id="15" creationId="{11D952C5-178A-82B7-CC29-114BA812AC31}"/>
          </ac:spMkLst>
        </pc:spChg>
        <pc:spChg chg="mod">
          <ac:chgData name="Yash Jadhav" userId="535c3d6d-72b8-4f77-8155-55f939173cf2" providerId="ADAL" clId="{F33F88E0-3380-47C4-AFDE-F1AC050ADA82}" dt="2026-01-25T16:04:39.549" v="6728" actId="790"/>
          <ac:spMkLst>
            <pc:docMk/>
            <pc:sldMk cId="2601768624" sldId="377"/>
            <ac:spMk id="16" creationId="{9495953F-FB94-DFB6-97B2-D8E718573E6F}"/>
          </ac:spMkLst>
        </pc:spChg>
        <pc:spChg chg="mod">
          <ac:chgData name="Yash Jadhav" userId="535c3d6d-72b8-4f77-8155-55f939173cf2" providerId="ADAL" clId="{F33F88E0-3380-47C4-AFDE-F1AC050ADA82}" dt="2026-01-25T16:04:39.551" v="6729" actId="790"/>
          <ac:spMkLst>
            <pc:docMk/>
            <pc:sldMk cId="2601768624" sldId="377"/>
            <ac:spMk id="17" creationId="{9A2FF35B-7E6E-DAC7-C4C2-105E89E6E7B1}"/>
          </ac:spMkLst>
        </pc:spChg>
        <pc:spChg chg="mod">
          <ac:chgData name="Yash Jadhav" userId="535c3d6d-72b8-4f77-8155-55f939173cf2" providerId="ADAL" clId="{F33F88E0-3380-47C4-AFDE-F1AC050ADA82}" dt="2026-01-25T16:04:39.553" v="6730" actId="790"/>
          <ac:spMkLst>
            <pc:docMk/>
            <pc:sldMk cId="2601768624" sldId="377"/>
            <ac:spMk id="18" creationId="{4ED5CD14-A209-9A60-F7F6-FDE870A9D418}"/>
          </ac:spMkLst>
        </pc:spChg>
        <pc:spChg chg="mod">
          <ac:chgData name="Yash Jadhav" userId="535c3d6d-72b8-4f77-8155-55f939173cf2" providerId="ADAL" clId="{F33F88E0-3380-47C4-AFDE-F1AC050ADA82}" dt="2026-01-25T16:04:39.556" v="6731" actId="790"/>
          <ac:spMkLst>
            <pc:docMk/>
            <pc:sldMk cId="2601768624" sldId="377"/>
            <ac:spMk id="20" creationId="{30E88572-9233-4F06-9E3B-C1DEE96E51DF}"/>
          </ac:spMkLst>
        </pc:spChg>
        <pc:spChg chg="mod">
          <ac:chgData name="Yash Jadhav" userId="535c3d6d-72b8-4f77-8155-55f939173cf2" providerId="ADAL" clId="{F33F88E0-3380-47C4-AFDE-F1AC050ADA82}" dt="2026-01-25T16:04:39.558" v="6732" actId="790"/>
          <ac:spMkLst>
            <pc:docMk/>
            <pc:sldMk cId="2601768624" sldId="377"/>
            <ac:spMk id="21" creationId="{74CB84F2-EAD9-D8A6-4883-D2DE398FBECE}"/>
          </ac:spMkLst>
        </pc:spChg>
        <pc:spChg chg="mod">
          <ac:chgData name="Yash Jadhav" userId="535c3d6d-72b8-4f77-8155-55f939173cf2" providerId="ADAL" clId="{F33F88E0-3380-47C4-AFDE-F1AC050ADA82}" dt="2026-01-25T16:04:39.566" v="6733" actId="790"/>
          <ac:spMkLst>
            <pc:docMk/>
            <pc:sldMk cId="2601768624" sldId="377"/>
            <ac:spMk id="23" creationId="{85A42BCC-44B8-6C3A-FED5-B991CCF0B36E}"/>
          </ac:spMkLst>
        </pc:spChg>
        <pc:spChg chg="mod">
          <ac:chgData name="Yash Jadhav" userId="535c3d6d-72b8-4f77-8155-55f939173cf2" providerId="ADAL" clId="{F33F88E0-3380-47C4-AFDE-F1AC050ADA82}" dt="2026-01-25T16:04:39.569" v="6734" actId="790"/>
          <ac:spMkLst>
            <pc:docMk/>
            <pc:sldMk cId="2601768624" sldId="377"/>
            <ac:spMk id="24" creationId="{0A0E6C29-6B03-4E17-D6DF-AB9763E2EB49}"/>
          </ac:spMkLst>
        </pc:spChg>
        <pc:spChg chg="mod">
          <ac:chgData name="Yash Jadhav" userId="535c3d6d-72b8-4f77-8155-55f939173cf2" providerId="ADAL" clId="{F33F88E0-3380-47C4-AFDE-F1AC050ADA82}" dt="2026-01-25T16:04:39.572" v="6735" actId="790"/>
          <ac:spMkLst>
            <pc:docMk/>
            <pc:sldMk cId="2601768624" sldId="377"/>
            <ac:spMk id="25" creationId="{A349A096-6B8E-9751-0770-8FC0B9263CF9}"/>
          </ac:spMkLst>
        </pc:spChg>
        <pc:spChg chg="mod">
          <ac:chgData name="Yash Jadhav" userId="535c3d6d-72b8-4f77-8155-55f939173cf2" providerId="ADAL" clId="{F33F88E0-3380-47C4-AFDE-F1AC050ADA82}" dt="2026-01-25T16:04:39.573" v="6736" actId="790"/>
          <ac:spMkLst>
            <pc:docMk/>
            <pc:sldMk cId="2601768624" sldId="377"/>
            <ac:spMk id="26" creationId="{96628875-28D9-84CC-9819-AD7262478A78}"/>
          </ac:spMkLst>
        </pc:spChg>
        <pc:spChg chg="mod">
          <ac:chgData name="Yash Jadhav" userId="535c3d6d-72b8-4f77-8155-55f939173cf2" providerId="ADAL" clId="{F33F88E0-3380-47C4-AFDE-F1AC050ADA82}" dt="2026-01-25T16:04:39.576" v="6737" actId="790"/>
          <ac:spMkLst>
            <pc:docMk/>
            <pc:sldMk cId="2601768624" sldId="377"/>
            <ac:spMk id="27" creationId="{E21EA09B-062F-77E4-8572-30588ADB2BCF}"/>
          </ac:spMkLst>
        </pc:spChg>
        <pc:spChg chg="mod">
          <ac:chgData name="Yash Jadhav" userId="535c3d6d-72b8-4f77-8155-55f939173cf2" providerId="ADAL" clId="{F33F88E0-3380-47C4-AFDE-F1AC050ADA82}" dt="2026-01-25T16:04:39.578" v="6738" actId="790"/>
          <ac:spMkLst>
            <pc:docMk/>
            <pc:sldMk cId="2601768624" sldId="377"/>
            <ac:spMk id="28" creationId="{AE5110E9-E439-FD0E-28AD-5103A7A18B89}"/>
          </ac:spMkLst>
        </pc:spChg>
        <pc:spChg chg="mod">
          <ac:chgData name="Yash Jadhav" userId="535c3d6d-72b8-4f77-8155-55f939173cf2" providerId="ADAL" clId="{F33F88E0-3380-47C4-AFDE-F1AC050ADA82}" dt="2026-01-25T16:04:39.579" v="6739" actId="790"/>
          <ac:spMkLst>
            <pc:docMk/>
            <pc:sldMk cId="2601768624" sldId="377"/>
            <ac:spMk id="29" creationId="{EF6BF9AF-5CC3-57DD-8160-F6CA1DBBA67C}"/>
          </ac:spMkLst>
        </pc:spChg>
        <pc:spChg chg="mod">
          <ac:chgData name="Yash Jadhav" userId="535c3d6d-72b8-4f77-8155-55f939173cf2" providerId="ADAL" clId="{F33F88E0-3380-47C4-AFDE-F1AC050ADA82}" dt="2026-01-25T16:04:39.582" v="6740" actId="790"/>
          <ac:spMkLst>
            <pc:docMk/>
            <pc:sldMk cId="2601768624" sldId="377"/>
            <ac:spMk id="30" creationId="{0F4DABA4-0400-EC2B-B0DE-E53E6D96B6D1}"/>
          </ac:spMkLst>
        </pc:spChg>
        <pc:spChg chg="add del mod">
          <ac:chgData name="Yash Jadhav" userId="535c3d6d-72b8-4f77-8155-55f939173cf2" providerId="ADAL" clId="{F33F88E0-3380-47C4-AFDE-F1AC050ADA82}" dt="2026-01-25T16:06:14.662" v="8413" actId="6264"/>
          <ac:spMkLst>
            <pc:docMk/>
            <pc:sldMk cId="2601768624" sldId="377"/>
            <ac:spMk id="31" creationId="{AC3B98DC-4355-4247-4B98-39DDEFA20CB2}"/>
          </ac:spMkLst>
        </pc:spChg>
        <pc:spChg chg="mod">
          <ac:chgData name="Yash Jadhav" userId="535c3d6d-72b8-4f77-8155-55f939173cf2" providerId="ADAL" clId="{F33F88E0-3380-47C4-AFDE-F1AC050ADA82}" dt="2026-01-25T16:04:39.359" v="6659" actId="790"/>
          <ac:spMkLst>
            <pc:docMk/>
            <pc:sldMk cId="2601768624" sldId="377"/>
            <ac:spMk id="53" creationId="{DF20DEE4-8759-48A9-B147-5D1EB1280471}"/>
          </ac:spMkLst>
        </pc:spChg>
        <pc:spChg chg="mod">
          <ac:chgData name="Yash Jadhav" userId="535c3d6d-72b8-4f77-8155-55f939173cf2" providerId="ADAL" clId="{F33F88E0-3380-47C4-AFDE-F1AC050ADA82}" dt="2026-01-25T16:04:39.362" v="6660" actId="790"/>
          <ac:spMkLst>
            <pc:docMk/>
            <pc:sldMk cId="2601768624" sldId="377"/>
            <ac:spMk id="54" creationId="{D0DB09D0-1A21-4C26-810D-B38408AA337B}"/>
          </ac:spMkLst>
        </pc:spChg>
        <pc:spChg chg="mod">
          <ac:chgData name="Yash Jadhav" userId="535c3d6d-72b8-4f77-8155-55f939173cf2" providerId="ADAL" clId="{F33F88E0-3380-47C4-AFDE-F1AC050ADA82}" dt="2026-01-25T16:04:39.365" v="6661" actId="790"/>
          <ac:spMkLst>
            <pc:docMk/>
            <pc:sldMk cId="2601768624" sldId="377"/>
            <ac:spMk id="55" creationId="{97FE0BBF-F54E-41D0-870B-86CFDAF494F6}"/>
          </ac:spMkLst>
        </pc:spChg>
        <pc:spChg chg="mod">
          <ac:chgData name="Yash Jadhav" userId="535c3d6d-72b8-4f77-8155-55f939173cf2" providerId="ADAL" clId="{F33F88E0-3380-47C4-AFDE-F1AC050ADA82}" dt="2026-01-25T16:04:39.370" v="6662" actId="790"/>
          <ac:spMkLst>
            <pc:docMk/>
            <pc:sldMk cId="2601768624" sldId="377"/>
            <ac:spMk id="56" creationId="{10C91452-BDB3-4B1B-9DF2-46FD5EC1DBE7}"/>
          </ac:spMkLst>
        </pc:spChg>
        <pc:spChg chg="mod">
          <ac:chgData name="Yash Jadhav" userId="535c3d6d-72b8-4f77-8155-55f939173cf2" providerId="ADAL" clId="{F33F88E0-3380-47C4-AFDE-F1AC050ADA82}" dt="2026-01-25T16:04:39.491" v="6707" actId="790"/>
          <ac:spMkLst>
            <pc:docMk/>
            <pc:sldMk cId="2601768624" sldId="377"/>
            <ac:spMk id="57" creationId="{A787D835-F2D2-4A37-97B4-53EA125F7FB0}"/>
          </ac:spMkLst>
        </pc:spChg>
        <pc:spChg chg="mod">
          <ac:chgData name="Yash Jadhav" userId="535c3d6d-72b8-4f77-8155-55f939173cf2" providerId="ADAL" clId="{F33F88E0-3380-47C4-AFDE-F1AC050ADA82}" dt="2026-01-25T16:04:39.373" v="6663" actId="790"/>
          <ac:spMkLst>
            <pc:docMk/>
            <pc:sldMk cId="2601768624" sldId="377"/>
            <ac:spMk id="76" creationId="{84845BD8-A4B5-40B1-91FF-C6192333FB6A}"/>
          </ac:spMkLst>
        </pc:spChg>
        <pc:spChg chg="mod">
          <ac:chgData name="Yash Jadhav" userId="535c3d6d-72b8-4f77-8155-55f939173cf2" providerId="ADAL" clId="{F33F88E0-3380-47C4-AFDE-F1AC050ADA82}" dt="2026-01-25T16:04:39.480" v="6704" actId="790"/>
          <ac:spMkLst>
            <pc:docMk/>
            <pc:sldMk cId="2601768624" sldId="377"/>
            <ac:spMk id="77" creationId="{76D0908B-A6AA-4AF3-9223-4A456A684AE0}"/>
          </ac:spMkLst>
        </pc:spChg>
        <pc:spChg chg="mod">
          <ac:chgData name="Yash Jadhav" userId="535c3d6d-72b8-4f77-8155-55f939173cf2" providerId="ADAL" clId="{F33F88E0-3380-47C4-AFDE-F1AC050ADA82}" dt="2026-01-25T16:04:39.483" v="6705" actId="790"/>
          <ac:spMkLst>
            <pc:docMk/>
            <pc:sldMk cId="2601768624" sldId="377"/>
            <ac:spMk id="78" creationId="{24A72EA4-D002-4099-9ACA-D5BF2258A8BE}"/>
          </ac:spMkLst>
        </pc:spChg>
        <pc:spChg chg="mod">
          <ac:chgData name="Yash Jadhav" userId="535c3d6d-72b8-4f77-8155-55f939173cf2" providerId="ADAL" clId="{F33F88E0-3380-47C4-AFDE-F1AC050ADA82}" dt="2026-01-25T16:04:39.486" v="6706" actId="790"/>
          <ac:spMkLst>
            <pc:docMk/>
            <pc:sldMk cId="2601768624" sldId="377"/>
            <ac:spMk id="79" creationId="{573FFF26-141C-4351-A311-673BB6D4AE1A}"/>
          </ac:spMkLst>
        </pc:spChg>
        <pc:spChg chg="mod">
          <ac:chgData name="Yash Jadhav" userId="535c3d6d-72b8-4f77-8155-55f939173cf2" providerId="ADAL" clId="{F33F88E0-3380-47C4-AFDE-F1AC050ADA82}" dt="2026-01-25T16:04:39.376" v="6664" actId="790"/>
          <ac:spMkLst>
            <pc:docMk/>
            <pc:sldMk cId="2601768624" sldId="377"/>
            <ac:spMk id="81" creationId="{C32F864A-A57A-4854-855D-93E3AFD59E30}"/>
          </ac:spMkLst>
        </pc:spChg>
        <pc:spChg chg="mod">
          <ac:chgData name="Yash Jadhav" userId="535c3d6d-72b8-4f77-8155-55f939173cf2" providerId="ADAL" clId="{F33F88E0-3380-47C4-AFDE-F1AC050ADA82}" dt="2026-01-25T16:04:39.378" v="6665" actId="790"/>
          <ac:spMkLst>
            <pc:docMk/>
            <pc:sldMk cId="2601768624" sldId="377"/>
            <ac:spMk id="82" creationId="{E428479F-F14D-4FAF-8B0E-CCDD511E9477}"/>
          </ac:spMkLst>
        </pc:spChg>
        <pc:spChg chg="mod">
          <ac:chgData name="Yash Jadhav" userId="535c3d6d-72b8-4f77-8155-55f939173cf2" providerId="ADAL" clId="{F33F88E0-3380-47C4-AFDE-F1AC050ADA82}" dt="2026-01-25T16:04:39.382" v="6666" actId="790"/>
          <ac:spMkLst>
            <pc:docMk/>
            <pc:sldMk cId="2601768624" sldId="377"/>
            <ac:spMk id="83" creationId="{5DA8050F-0700-43B6-8722-C71A7E1B8DFE}"/>
          </ac:spMkLst>
        </pc:spChg>
        <pc:spChg chg="mod">
          <ac:chgData name="Yash Jadhav" userId="535c3d6d-72b8-4f77-8155-55f939173cf2" providerId="ADAL" clId="{F33F88E0-3380-47C4-AFDE-F1AC050ADA82}" dt="2026-01-25T16:04:39.384" v="6667" actId="790"/>
          <ac:spMkLst>
            <pc:docMk/>
            <pc:sldMk cId="2601768624" sldId="377"/>
            <ac:spMk id="84" creationId="{327CB20F-69A7-45EE-9027-057E46C58611}"/>
          </ac:spMkLst>
        </pc:spChg>
        <pc:spChg chg="mod">
          <ac:chgData name="Yash Jadhav" userId="535c3d6d-72b8-4f77-8155-55f939173cf2" providerId="ADAL" clId="{F33F88E0-3380-47C4-AFDE-F1AC050ADA82}" dt="2026-01-25T16:04:39.388" v="6668" actId="790"/>
          <ac:spMkLst>
            <pc:docMk/>
            <pc:sldMk cId="2601768624" sldId="377"/>
            <ac:spMk id="85" creationId="{23C28960-66DE-428E-8286-21B731D2370D}"/>
          </ac:spMkLst>
        </pc:spChg>
        <pc:spChg chg="mod">
          <ac:chgData name="Yash Jadhav" userId="535c3d6d-72b8-4f77-8155-55f939173cf2" providerId="ADAL" clId="{F33F88E0-3380-47C4-AFDE-F1AC050ADA82}" dt="2026-01-25T16:04:39.390" v="6669" actId="790"/>
          <ac:spMkLst>
            <pc:docMk/>
            <pc:sldMk cId="2601768624" sldId="377"/>
            <ac:spMk id="86" creationId="{7C712716-5837-4FCC-B664-269B06FD8085}"/>
          </ac:spMkLst>
        </pc:spChg>
        <pc:spChg chg="mod">
          <ac:chgData name="Yash Jadhav" userId="535c3d6d-72b8-4f77-8155-55f939173cf2" providerId="ADAL" clId="{F33F88E0-3380-47C4-AFDE-F1AC050ADA82}" dt="2026-01-25T16:04:39.393" v="6670" actId="790"/>
          <ac:spMkLst>
            <pc:docMk/>
            <pc:sldMk cId="2601768624" sldId="377"/>
            <ac:spMk id="87" creationId="{E033CCCB-B8D2-4E03-A4D4-EBBCC798C1B3}"/>
          </ac:spMkLst>
        </pc:spChg>
        <pc:spChg chg="mod">
          <ac:chgData name="Yash Jadhav" userId="535c3d6d-72b8-4f77-8155-55f939173cf2" providerId="ADAL" clId="{F33F88E0-3380-47C4-AFDE-F1AC050ADA82}" dt="2026-01-25T16:04:39.395" v="6671" actId="790"/>
          <ac:spMkLst>
            <pc:docMk/>
            <pc:sldMk cId="2601768624" sldId="377"/>
            <ac:spMk id="88" creationId="{6E043B43-C493-4434-B8C5-37C713C1D338}"/>
          </ac:spMkLst>
        </pc:spChg>
        <pc:spChg chg="mod">
          <ac:chgData name="Yash Jadhav" userId="535c3d6d-72b8-4f77-8155-55f939173cf2" providerId="ADAL" clId="{F33F88E0-3380-47C4-AFDE-F1AC050ADA82}" dt="2026-01-25T16:04:39.398" v="6672" actId="790"/>
          <ac:spMkLst>
            <pc:docMk/>
            <pc:sldMk cId="2601768624" sldId="377"/>
            <ac:spMk id="89" creationId="{41961196-960D-4B7B-863A-90B3CDF73233}"/>
          </ac:spMkLst>
        </pc:spChg>
        <pc:spChg chg="mod">
          <ac:chgData name="Yash Jadhav" userId="535c3d6d-72b8-4f77-8155-55f939173cf2" providerId="ADAL" clId="{F33F88E0-3380-47C4-AFDE-F1AC050ADA82}" dt="2026-01-25T16:04:39.401" v="6673" actId="790"/>
          <ac:spMkLst>
            <pc:docMk/>
            <pc:sldMk cId="2601768624" sldId="377"/>
            <ac:spMk id="90" creationId="{C99944D3-8107-43C9-804A-B1920AB1C50C}"/>
          </ac:spMkLst>
        </pc:spChg>
        <pc:spChg chg="mod">
          <ac:chgData name="Yash Jadhav" userId="535c3d6d-72b8-4f77-8155-55f939173cf2" providerId="ADAL" clId="{F33F88E0-3380-47C4-AFDE-F1AC050ADA82}" dt="2026-01-25T16:04:39.404" v="6674" actId="790"/>
          <ac:spMkLst>
            <pc:docMk/>
            <pc:sldMk cId="2601768624" sldId="377"/>
            <ac:spMk id="91" creationId="{F0D00159-8984-4182-9DA4-63FDBD77B0F3}"/>
          </ac:spMkLst>
        </pc:spChg>
        <pc:spChg chg="mod">
          <ac:chgData name="Yash Jadhav" userId="535c3d6d-72b8-4f77-8155-55f939173cf2" providerId="ADAL" clId="{F33F88E0-3380-47C4-AFDE-F1AC050ADA82}" dt="2026-01-25T16:04:39.406" v="6675" actId="790"/>
          <ac:spMkLst>
            <pc:docMk/>
            <pc:sldMk cId="2601768624" sldId="377"/>
            <ac:spMk id="92" creationId="{02812017-6946-4E84-89A3-5F42EFF9574B}"/>
          </ac:spMkLst>
        </pc:spChg>
        <pc:spChg chg="mod">
          <ac:chgData name="Yash Jadhav" userId="535c3d6d-72b8-4f77-8155-55f939173cf2" providerId="ADAL" clId="{F33F88E0-3380-47C4-AFDE-F1AC050ADA82}" dt="2026-01-25T16:04:39.408" v="6676" actId="790"/>
          <ac:spMkLst>
            <pc:docMk/>
            <pc:sldMk cId="2601768624" sldId="377"/>
            <ac:spMk id="93" creationId="{3290ED02-903A-4355-B832-0CC3B2D083C3}"/>
          </ac:spMkLst>
        </pc:spChg>
        <pc:spChg chg="mod">
          <ac:chgData name="Yash Jadhav" userId="535c3d6d-72b8-4f77-8155-55f939173cf2" providerId="ADAL" clId="{F33F88E0-3380-47C4-AFDE-F1AC050ADA82}" dt="2026-01-25T16:04:39.410" v="6677" actId="790"/>
          <ac:spMkLst>
            <pc:docMk/>
            <pc:sldMk cId="2601768624" sldId="377"/>
            <ac:spMk id="94" creationId="{35271702-FD77-4F6B-99F9-1CD1F944E5CF}"/>
          </ac:spMkLst>
        </pc:spChg>
        <pc:spChg chg="mod">
          <ac:chgData name="Yash Jadhav" userId="535c3d6d-72b8-4f77-8155-55f939173cf2" providerId="ADAL" clId="{F33F88E0-3380-47C4-AFDE-F1AC050ADA82}" dt="2026-01-25T16:04:39.413" v="6678" actId="790"/>
          <ac:spMkLst>
            <pc:docMk/>
            <pc:sldMk cId="2601768624" sldId="377"/>
            <ac:spMk id="95" creationId="{55AD4D28-F487-4CF9-8AFA-0C11DCD2AACE}"/>
          </ac:spMkLst>
        </pc:spChg>
        <pc:spChg chg="mod">
          <ac:chgData name="Yash Jadhav" userId="535c3d6d-72b8-4f77-8155-55f939173cf2" providerId="ADAL" clId="{F33F88E0-3380-47C4-AFDE-F1AC050ADA82}" dt="2026-01-25T16:04:39.415" v="6679" actId="790"/>
          <ac:spMkLst>
            <pc:docMk/>
            <pc:sldMk cId="2601768624" sldId="377"/>
            <ac:spMk id="96" creationId="{CAEE5884-5C68-4ED2-B934-612E3239072E}"/>
          </ac:spMkLst>
        </pc:spChg>
        <pc:spChg chg="mod">
          <ac:chgData name="Yash Jadhav" userId="535c3d6d-72b8-4f77-8155-55f939173cf2" providerId="ADAL" clId="{F33F88E0-3380-47C4-AFDE-F1AC050ADA82}" dt="2026-01-25T16:04:39.417" v="6680" actId="790"/>
          <ac:spMkLst>
            <pc:docMk/>
            <pc:sldMk cId="2601768624" sldId="377"/>
            <ac:spMk id="97" creationId="{26E3C795-1F12-4270-A849-6F52A576AB49}"/>
          </ac:spMkLst>
        </pc:spChg>
        <pc:spChg chg="mod">
          <ac:chgData name="Yash Jadhav" userId="535c3d6d-72b8-4f77-8155-55f939173cf2" providerId="ADAL" clId="{F33F88E0-3380-47C4-AFDE-F1AC050ADA82}" dt="2026-01-25T16:04:39.419" v="6681" actId="790"/>
          <ac:spMkLst>
            <pc:docMk/>
            <pc:sldMk cId="2601768624" sldId="377"/>
            <ac:spMk id="98" creationId="{16468A58-5607-4C69-A3C8-924253552DEC}"/>
          </ac:spMkLst>
        </pc:spChg>
        <pc:spChg chg="mod">
          <ac:chgData name="Yash Jadhav" userId="535c3d6d-72b8-4f77-8155-55f939173cf2" providerId="ADAL" clId="{F33F88E0-3380-47C4-AFDE-F1AC050ADA82}" dt="2026-01-25T16:04:39.421" v="6682" actId="790"/>
          <ac:spMkLst>
            <pc:docMk/>
            <pc:sldMk cId="2601768624" sldId="377"/>
            <ac:spMk id="99" creationId="{D6BECB5D-BB52-43A3-B26A-58F139317D10}"/>
          </ac:spMkLst>
        </pc:spChg>
        <pc:spChg chg="mod">
          <ac:chgData name="Yash Jadhav" userId="535c3d6d-72b8-4f77-8155-55f939173cf2" providerId="ADAL" clId="{F33F88E0-3380-47C4-AFDE-F1AC050ADA82}" dt="2026-01-25T16:04:39.423" v="6683" actId="790"/>
          <ac:spMkLst>
            <pc:docMk/>
            <pc:sldMk cId="2601768624" sldId="377"/>
            <ac:spMk id="100" creationId="{A24378DE-60C0-415B-8EF2-BE49FC2D1643}"/>
          </ac:spMkLst>
        </pc:spChg>
        <pc:spChg chg="mod">
          <ac:chgData name="Yash Jadhav" userId="535c3d6d-72b8-4f77-8155-55f939173cf2" providerId="ADAL" clId="{F33F88E0-3380-47C4-AFDE-F1AC050ADA82}" dt="2026-01-25T16:04:39.425" v="6684" actId="790"/>
          <ac:spMkLst>
            <pc:docMk/>
            <pc:sldMk cId="2601768624" sldId="377"/>
            <ac:spMk id="101" creationId="{E9F0E926-6422-47CD-A05E-B0A4296546F1}"/>
          </ac:spMkLst>
        </pc:spChg>
        <pc:spChg chg="mod">
          <ac:chgData name="Yash Jadhav" userId="535c3d6d-72b8-4f77-8155-55f939173cf2" providerId="ADAL" clId="{F33F88E0-3380-47C4-AFDE-F1AC050ADA82}" dt="2026-01-25T16:04:39.428" v="6685" actId="790"/>
          <ac:spMkLst>
            <pc:docMk/>
            <pc:sldMk cId="2601768624" sldId="377"/>
            <ac:spMk id="102" creationId="{B00B6291-FB7F-4482-A80F-D01A1711C3E0}"/>
          </ac:spMkLst>
        </pc:spChg>
        <pc:spChg chg="mod">
          <ac:chgData name="Yash Jadhav" userId="535c3d6d-72b8-4f77-8155-55f939173cf2" providerId="ADAL" clId="{F33F88E0-3380-47C4-AFDE-F1AC050ADA82}" dt="2026-01-25T16:04:39.431" v="6686" actId="790"/>
          <ac:spMkLst>
            <pc:docMk/>
            <pc:sldMk cId="2601768624" sldId="377"/>
            <ac:spMk id="103" creationId="{124A3079-90D2-438D-BEAE-0BB3FE9E0C44}"/>
          </ac:spMkLst>
        </pc:spChg>
        <pc:spChg chg="mod">
          <ac:chgData name="Yash Jadhav" userId="535c3d6d-72b8-4f77-8155-55f939173cf2" providerId="ADAL" clId="{F33F88E0-3380-47C4-AFDE-F1AC050ADA82}" dt="2026-01-25T16:04:39.434" v="6687" actId="790"/>
          <ac:spMkLst>
            <pc:docMk/>
            <pc:sldMk cId="2601768624" sldId="377"/>
            <ac:spMk id="104" creationId="{5ECD22B9-120D-4859-BF97-0282843283B2}"/>
          </ac:spMkLst>
        </pc:spChg>
        <pc:spChg chg="mod">
          <ac:chgData name="Yash Jadhav" userId="535c3d6d-72b8-4f77-8155-55f939173cf2" providerId="ADAL" clId="{F33F88E0-3380-47C4-AFDE-F1AC050ADA82}" dt="2026-01-25T16:04:39.436" v="6688" actId="790"/>
          <ac:spMkLst>
            <pc:docMk/>
            <pc:sldMk cId="2601768624" sldId="377"/>
            <ac:spMk id="105" creationId="{D9FFE1A8-A4BB-44F6-93C3-2DDC9B4A8839}"/>
          </ac:spMkLst>
        </pc:spChg>
        <pc:spChg chg="mod">
          <ac:chgData name="Yash Jadhav" userId="535c3d6d-72b8-4f77-8155-55f939173cf2" providerId="ADAL" clId="{F33F88E0-3380-47C4-AFDE-F1AC050ADA82}" dt="2026-01-25T16:04:39.439" v="6689" actId="790"/>
          <ac:spMkLst>
            <pc:docMk/>
            <pc:sldMk cId="2601768624" sldId="377"/>
            <ac:spMk id="106" creationId="{C956FAF1-194E-49AB-8EEC-8564E7473EF8}"/>
          </ac:spMkLst>
        </pc:spChg>
        <pc:spChg chg="mod">
          <ac:chgData name="Yash Jadhav" userId="535c3d6d-72b8-4f77-8155-55f939173cf2" providerId="ADAL" clId="{F33F88E0-3380-47C4-AFDE-F1AC050ADA82}" dt="2026-01-25T16:04:39.441" v="6690" actId="790"/>
          <ac:spMkLst>
            <pc:docMk/>
            <pc:sldMk cId="2601768624" sldId="377"/>
            <ac:spMk id="107" creationId="{24B0E064-81C8-44F0-8C0F-BEC12663DAE4}"/>
          </ac:spMkLst>
        </pc:spChg>
        <pc:spChg chg="mod">
          <ac:chgData name="Yash Jadhav" userId="535c3d6d-72b8-4f77-8155-55f939173cf2" providerId="ADAL" clId="{F33F88E0-3380-47C4-AFDE-F1AC050ADA82}" dt="2026-01-25T16:04:39.443" v="6691" actId="790"/>
          <ac:spMkLst>
            <pc:docMk/>
            <pc:sldMk cId="2601768624" sldId="377"/>
            <ac:spMk id="108" creationId="{3351CB9F-3C02-4993-8F25-59D47F06E690}"/>
          </ac:spMkLst>
        </pc:spChg>
        <pc:spChg chg="mod">
          <ac:chgData name="Yash Jadhav" userId="535c3d6d-72b8-4f77-8155-55f939173cf2" providerId="ADAL" clId="{F33F88E0-3380-47C4-AFDE-F1AC050ADA82}" dt="2026-01-25T16:04:39.446" v="6692" actId="790"/>
          <ac:spMkLst>
            <pc:docMk/>
            <pc:sldMk cId="2601768624" sldId="377"/>
            <ac:spMk id="109" creationId="{231FF20E-14AF-4EF2-8A63-A510A4571D86}"/>
          </ac:spMkLst>
        </pc:spChg>
        <pc:spChg chg="mod">
          <ac:chgData name="Yash Jadhav" userId="535c3d6d-72b8-4f77-8155-55f939173cf2" providerId="ADAL" clId="{F33F88E0-3380-47C4-AFDE-F1AC050ADA82}" dt="2026-01-25T16:04:39.448" v="6693" actId="790"/>
          <ac:spMkLst>
            <pc:docMk/>
            <pc:sldMk cId="2601768624" sldId="377"/>
            <ac:spMk id="110" creationId="{7F6100D6-19D4-4007-A3CE-7A067F6482D9}"/>
          </ac:spMkLst>
        </pc:spChg>
        <pc:spChg chg="mod">
          <ac:chgData name="Yash Jadhav" userId="535c3d6d-72b8-4f77-8155-55f939173cf2" providerId="ADAL" clId="{F33F88E0-3380-47C4-AFDE-F1AC050ADA82}" dt="2026-01-25T16:04:39.450" v="6694" actId="790"/>
          <ac:spMkLst>
            <pc:docMk/>
            <pc:sldMk cId="2601768624" sldId="377"/>
            <ac:spMk id="111" creationId="{F13F0958-18E7-428C-8059-57C564CA9C42}"/>
          </ac:spMkLst>
        </pc:spChg>
        <pc:spChg chg="mod">
          <ac:chgData name="Yash Jadhav" userId="535c3d6d-72b8-4f77-8155-55f939173cf2" providerId="ADAL" clId="{F33F88E0-3380-47C4-AFDE-F1AC050ADA82}" dt="2026-01-25T16:04:39.453" v="6695" actId="790"/>
          <ac:spMkLst>
            <pc:docMk/>
            <pc:sldMk cId="2601768624" sldId="377"/>
            <ac:spMk id="112" creationId="{E43EABBE-9A45-4C68-ABC7-8A48C4BECADC}"/>
          </ac:spMkLst>
        </pc:spChg>
        <pc:spChg chg="mod">
          <ac:chgData name="Yash Jadhav" userId="535c3d6d-72b8-4f77-8155-55f939173cf2" providerId="ADAL" clId="{F33F88E0-3380-47C4-AFDE-F1AC050ADA82}" dt="2026-01-25T16:04:39.456" v="6696" actId="790"/>
          <ac:spMkLst>
            <pc:docMk/>
            <pc:sldMk cId="2601768624" sldId="377"/>
            <ac:spMk id="113" creationId="{4E2F95B9-BF14-4C1F-A0F3-DD58785B33D0}"/>
          </ac:spMkLst>
        </pc:spChg>
        <pc:spChg chg="mod">
          <ac:chgData name="Yash Jadhav" userId="535c3d6d-72b8-4f77-8155-55f939173cf2" providerId="ADAL" clId="{F33F88E0-3380-47C4-AFDE-F1AC050ADA82}" dt="2026-01-25T16:04:39.458" v="6697" actId="790"/>
          <ac:spMkLst>
            <pc:docMk/>
            <pc:sldMk cId="2601768624" sldId="377"/>
            <ac:spMk id="114" creationId="{26195DFD-C0F8-4B19-8570-8215A861B782}"/>
          </ac:spMkLst>
        </pc:spChg>
        <pc:spChg chg="mod">
          <ac:chgData name="Yash Jadhav" userId="535c3d6d-72b8-4f77-8155-55f939173cf2" providerId="ADAL" clId="{F33F88E0-3380-47C4-AFDE-F1AC050ADA82}" dt="2026-01-25T16:04:39.461" v="6698" actId="790"/>
          <ac:spMkLst>
            <pc:docMk/>
            <pc:sldMk cId="2601768624" sldId="377"/>
            <ac:spMk id="115" creationId="{DFC928BF-7071-4307-BED5-8B596D3FBEEE}"/>
          </ac:spMkLst>
        </pc:spChg>
        <pc:spChg chg="mod">
          <ac:chgData name="Yash Jadhav" userId="535c3d6d-72b8-4f77-8155-55f939173cf2" providerId="ADAL" clId="{F33F88E0-3380-47C4-AFDE-F1AC050ADA82}" dt="2026-01-25T16:04:39.463" v="6699" actId="790"/>
          <ac:spMkLst>
            <pc:docMk/>
            <pc:sldMk cId="2601768624" sldId="377"/>
            <ac:spMk id="116" creationId="{2C5470C8-8EFB-4B31-8F4F-72E8C69A4850}"/>
          </ac:spMkLst>
        </pc:spChg>
        <pc:spChg chg="mod">
          <ac:chgData name="Yash Jadhav" userId="535c3d6d-72b8-4f77-8155-55f939173cf2" providerId="ADAL" clId="{F33F88E0-3380-47C4-AFDE-F1AC050ADA82}" dt="2026-01-25T16:04:39.467" v="6700" actId="790"/>
          <ac:spMkLst>
            <pc:docMk/>
            <pc:sldMk cId="2601768624" sldId="377"/>
            <ac:spMk id="117" creationId="{13200C11-782F-48EA-97E3-92F71C52A687}"/>
          </ac:spMkLst>
        </pc:spChg>
        <pc:spChg chg="mod">
          <ac:chgData name="Yash Jadhav" userId="535c3d6d-72b8-4f77-8155-55f939173cf2" providerId="ADAL" clId="{F33F88E0-3380-47C4-AFDE-F1AC050ADA82}" dt="2026-01-25T16:04:39.470" v="6701" actId="790"/>
          <ac:spMkLst>
            <pc:docMk/>
            <pc:sldMk cId="2601768624" sldId="377"/>
            <ac:spMk id="118" creationId="{C144F7C0-6377-4D6C-8957-A4FE6B08477B}"/>
          </ac:spMkLst>
        </pc:spChg>
        <pc:spChg chg="mod">
          <ac:chgData name="Yash Jadhav" userId="535c3d6d-72b8-4f77-8155-55f939173cf2" providerId="ADAL" clId="{F33F88E0-3380-47C4-AFDE-F1AC050ADA82}" dt="2026-01-25T16:04:39.474" v="6702" actId="790"/>
          <ac:spMkLst>
            <pc:docMk/>
            <pc:sldMk cId="2601768624" sldId="377"/>
            <ac:spMk id="119" creationId="{A66E873F-1BB5-4BAB-99F9-FCA3CFF279A7}"/>
          </ac:spMkLst>
        </pc:spChg>
        <pc:spChg chg="mod">
          <ac:chgData name="Yash Jadhav" userId="535c3d6d-72b8-4f77-8155-55f939173cf2" providerId="ADAL" clId="{F33F88E0-3380-47C4-AFDE-F1AC050ADA82}" dt="2026-01-25T16:04:39.477" v="6703" actId="790"/>
          <ac:spMkLst>
            <pc:docMk/>
            <pc:sldMk cId="2601768624" sldId="377"/>
            <ac:spMk id="120" creationId="{DE8C7B06-B741-4264-A9E4-E9539E69A639}"/>
          </ac:spMkLst>
        </pc:spChg>
        <pc:spChg chg="mod">
          <ac:chgData name="Yash Jadhav" userId="535c3d6d-72b8-4f77-8155-55f939173cf2" providerId="ADAL" clId="{F33F88E0-3380-47C4-AFDE-F1AC050ADA82}" dt="2026-01-25T16:04:39.494" v="6708" actId="790"/>
          <ac:spMkLst>
            <pc:docMk/>
            <pc:sldMk cId="2601768624" sldId="377"/>
            <ac:spMk id="148" creationId="{79A7F37D-0813-4C84-97B1-48719C7F38F0}"/>
          </ac:spMkLst>
        </pc:spChg>
        <pc:spChg chg="mod">
          <ac:chgData name="Yash Jadhav" userId="535c3d6d-72b8-4f77-8155-55f939173cf2" providerId="ADAL" clId="{F33F88E0-3380-47C4-AFDE-F1AC050ADA82}" dt="2026-01-25T16:04:39.497" v="6709" actId="790"/>
          <ac:spMkLst>
            <pc:docMk/>
            <pc:sldMk cId="2601768624" sldId="377"/>
            <ac:spMk id="149" creationId="{1EB38B4E-0EC9-4A97-AC9F-83155AFF4D10}"/>
          </ac:spMkLst>
        </pc:spChg>
        <pc:spChg chg="mod">
          <ac:chgData name="Yash Jadhav" userId="535c3d6d-72b8-4f77-8155-55f939173cf2" providerId="ADAL" clId="{F33F88E0-3380-47C4-AFDE-F1AC050ADA82}" dt="2026-01-25T16:04:39.501" v="6710" actId="790"/>
          <ac:spMkLst>
            <pc:docMk/>
            <pc:sldMk cId="2601768624" sldId="377"/>
            <ac:spMk id="150" creationId="{FFBE2522-C085-4DDF-98C6-436AD9A6B4FD}"/>
          </ac:spMkLst>
        </pc:spChg>
        <pc:spChg chg="mod">
          <ac:chgData name="Yash Jadhav" userId="535c3d6d-72b8-4f77-8155-55f939173cf2" providerId="ADAL" clId="{F33F88E0-3380-47C4-AFDE-F1AC050ADA82}" dt="2026-01-25T16:04:39.505" v="6711" actId="790"/>
          <ac:spMkLst>
            <pc:docMk/>
            <pc:sldMk cId="2601768624" sldId="377"/>
            <ac:spMk id="151" creationId="{79557DBA-BAB9-4BDA-BFD8-46281B897559}"/>
          </ac:spMkLst>
        </pc:spChg>
        <pc:spChg chg="mod">
          <ac:chgData name="Yash Jadhav" userId="535c3d6d-72b8-4f77-8155-55f939173cf2" providerId="ADAL" clId="{F33F88E0-3380-47C4-AFDE-F1AC050ADA82}" dt="2026-01-25T16:04:39.509" v="6712" actId="790"/>
          <ac:spMkLst>
            <pc:docMk/>
            <pc:sldMk cId="2601768624" sldId="377"/>
            <ac:spMk id="152" creationId="{1BCAAB67-1654-43EE-8685-08D617EF52B4}"/>
          </ac:spMkLst>
        </pc:spChg>
        <pc:spChg chg="mod">
          <ac:chgData name="Yash Jadhav" userId="535c3d6d-72b8-4f77-8155-55f939173cf2" providerId="ADAL" clId="{F33F88E0-3380-47C4-AFDE-F1AC050ADA82}" dt="2026-01-25T16:04:39.513" v="6713" actId="790"/>
          <ac:spMkLst>
            <pc:docMk/>
            <pc:sldMk cId="2601768624" sldId="377"/>
            <ac:spMk id="193" creationId="{3C5B9B5F-DF3D-4AA0-8EC3-FACE103B480F}"/>
          </ac:spMkLst>
        </pc:spChg>
        <pc:spChg chg="mod">
          <ac:chgData name="Yash Jadhav" userId="535c3d6d-72b8-4f77-8155-55f939173cf2" providerId="ADAL" clId="{F33F88E0-3380-47C4-AFDE-F1AC050ADA82}" dt="2026-01-25T16:04:39.516" v="6714" actId="790"/>
          <ac:spMkLst>
            <pc:docMk/>
            <pc:sldMk cId="2601768624" sldId="377"/>
            <ac:spMk id="194" creationId="{819C64E3-9C8A-4CD8-A4F8-A4F2BCFE2984}"/>
          </ac:spMkLst>
        </pc:spChg>
        <pc:spChg chg="mod">
          <ac:chgData name="Yash Jadhav" userId="535c3d6d-72b8-4f77-8155-55f939173cf2" providerId="ADAL" clId="{F33F88E0-3380-47C4-AFDE-F1AC050ADA82}" dt="2026-01-25T16:04:39.520" v="6715" actId="790"/>
          <ac:spMkLst>
            <pc:docMk/>
            <pc:sldMk cId="2601768624" sldId="377"/>
            <ac:spMk id="195" creationId="{BE23D109-8451-4958-B1AB-01D187EAF50A}"/>
          </ac:spMkLst>
        </pc:spChg>
        <pc:spChg chg="mod">
          <ac:chgData name="Yash Jadhav" userId="535c3d6d-72b8-4f77-8155-55f939173cf2" providerId="ADAL" clId="{F33F88E0-3380-47C4-AFDE-F1AC050ADA82}" dt="2026-01-25T16:04:39.523" v="6716" actId="790"/>
          <ac:spMkLst>
            <pc:docMk/>
            <pc:sldMk cId="2601768624" sldId="377"/>
            <ac:spMk id="196" creationId="{B50CA240-40C8-45A2-8C1E-E78BEC413576}"/>
          </ac:spMkLst>
        </pc:spChg>
        <pc:spChg chg="mod">
          <ac:chgData name="Yash Jadhav" userId="535c3d6d-72b8-4f77-8155-55f939173cf2" providerId="ADAL" clId="{F33F88E0-3380-47C4-AFDE-F1AC050ADA82}" dt="2026-01-25T16:04:39.527" v="6717" actId="790"/>
          <ac:spMkLst>
            <pc:docMk/>
            <pc:sldMk cId="2601768624" sldId="377"/>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6204411" sldId="378"/>
        </pc:sldMkLst>
        <pc:spChg chg="mod ord">
          <ac:chgData name="Yash Jadhav" userId="535c3d6d-72b8-4f77-8155-55f939173cf2" providerId="ADAL" clId="{F33F88E0-3380-47C4-AFDE-F1AC050ADA82}" dt="2026-01-25T16:06:14.662" v="8413" actId="6264"/>
          <ac:spMkLst>
            <pc:docMk/>
            <pc:sldMk cId="3396204411" sldId="37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396204411" sldId="378"/>
            <ac:spMk id="3" creationId="{0BEC14CF-1344-385E-6C80-6ABBF1963A4D}"/>
          </ac:spMkLst>
        </pc:spChg>
        <pc:spChg chg="mod">
          <ac:chgData name="Yash Jadhav" userId="535c3d6d-72b8-4f77-8155-55f939173cf2" providerId="ADAL" clId="{F33F88E0-3380-47C4-AFDE-F1AC050ADA82}" dt="2026-01-25T16:04:40.686" v="6746" actId="790"/>
          <ac:spMkLst>
            <pc:docMk/>
            <pc:sldMk cId="3396204411" sldId="378"/>
            <ac:spMk id="5" creationId="{7249EB57-B791-42E6-A12C-FAE4348DED26}"/>
          </ac:spMkLst>
        </pc:spChg>
        <pc:spChg chg="mod">
          <ac:chgData name="Yash Jadhav" userId="535c3d6d-72b8-4f77-8155-55f939173cf2" providerId="ADAL" clId="{F33F88E0-3380-47C4-AFDE-F1AC050ADA82}" dt="2026-01-25T16:04:40.821" v="6806" actId="790"/>
          <ac:spMkLst>
            <pc:docMk/>
            <pc:sldMk cId="3396204411" sldId="378"/>
            <ac:spMk id="6" creationId="{54A73C9C-AF3D-7204-AB3D-FC461C8C98E2}"/>
          </ac:spMkLst>
        </pc:spChg>
        <pc:spChg chg="mod">
          <ac:chgData name="Yash Jadhav" userId="535c3d6d-72b8-4f77-8155-55f939173cf2" providerId="ADAL" clId="{F33F88E0-3380-47C4-AFDE-F1AC050ADA82}" dt="2026-01-25T16:04:40.823" v="6807" actId="790"/>
          <ac:spMkLst>
            <pc:docMk/>
            <pc:sldMk cId="3396204411" sldId="378"/>
            <ac:spMk id="7" creationId="{61A9B851-4F9C-D8FE-0E1C-42B221CC0B70}"/>
          </ac:spMkLst>
        </pc:spChg>
        <pc:spChg chg="mod">
          <ac:chgData name="Yash Jadhav" userId="535c3d6d-72b8-4f77-8155-55f939173cf2" providerId="ADAL" clId="{F33F88E0-3380-47C4-AFDE-F1AC050ADA82}" dt="2026-01-25T16:04:40.864" v="6826" actId="790"/>
          <ac:spMkLst>
            <pc:docMk/>
            <pc:sldMk cId="3396204411" sldId="378"/>
            <ac:spMk id="17" creationId="{88A7AEE1-A791-CFC7-D584-85A35A182179}"/>
          </ac:spMkLst>
        </pc:spChg>
        <pc:spChg chg="mod">
          <ac:chgData name="Yash Jadhav" userId="535c3d6d-72b8-4f77-8155-55f939173cf2" providerId="ADAL" clId="{F33F88E0-3380-47C4-AFDE-F1AC050ADA82}" dt="2026-01-25T16:04:40.866" v="6827" actId="790"/>
          <ac:spMkLst>
            <pc:docMk/>
            <pc:sldMk cId="3396204411" sldId="378"/>
            <ac:spMk id="18" creationId="{AB115649-A349-11DB-7BC6-4419387E6441}"/>
          </ac:spMkLst>
        </pc:spChg>
        <pc:spChg chg="mod">
          <ac:chgData name="Yash Jadhav" userId="535c3d6d-72b8-4f77-8155-55f939173cf2" providerId="ADAL" clId="{F33F88E0-3380-47C4-AFDE-F1AC050ADA82}" dt="2026-01-25T16:04:40.870" v="6828" actId="790"/>
          <ac:spMkLst>
            <pc:docMk/>
            <pc:sldMk cId="3396204411" sldId="378"/>
            <ac:spMk id="19" creationId="{D9212186-212B-4507-C699-4B43CA67F08B}"/>
          </ac:spMkLst>
        </pc:spChg>
        <pc:spChg chg="mod">
          <ac:chgData name="Yash Jadhav" userId="535c3d6d-72b8-4f77-8155-55f939173cf2" providerId="ADAL" clId="{F33F88E0-3380-47C4-AFDE-F1AC050ADA82}" dt="2026-01-25T16:04:40.872" v="6829" actId="790"/>
          <ac:spMkLst>
            <pc:docMk/>
            <pc:sldMk cId="3396204411" sldId="378"/>
            <ac:spMk id="20" creationId="{EAB7A42C-14AA-385C-765E-C2410038D92D}"/>
          </ac:spMkLst>
        </pc:spChg>
        <pc:spChg chg="mod">
          <ac:chgData name="Yash Jadhav" userId="535c3d6d-72b8-4f77-8155-55f939173cf2" providerId="ADAL" clId="{F33F88E0-3380-47C4-AFDE-F1AC050ADA82}" dt="2026-01-25T16:04:40.873" v="6830" actId="790"/>
          <ac:spMkLst>
            <pc:docMk/>
            <pc:sldMk cId="3396204411" sldId="378"/>
            <ac:spMk id="21" creationId="{E17B2002-995A-0ECA-A064-90C9FA71BDC3}"/>
          </ac:spMkLst>
        </pc:spChg>
        <pc:spChg chg="mod">
          <ac:chgData name="Yash Jadhav" userId="535c3d6d-72b8-4f77-8155-55f939173cf2" providerId="ADAL" clId="{F33F88E0-3380-47C4-AFDE-F1AC050ADA82}" dt="2026-01-25T16:04:40.875" v="6831" actId="790"/>
          <ac:spMkLst>
            <pc:docMk/>
            <pc:sldMk cId="3396204411" sldId="378"/>
            <ac:spMk id="22" creationId="{81AEAE80-173D-3767-E1BA-9B43C3A6623D}"/>
          </ac:spMkLst>
        </pc:spChg>
        <pc:spChg chg="mod">
          <ac:chgData name="Yash Jadhav" userId="535c3d6d-72b8-4f77-8155-55f939173cf2" providerId="ADAL" clId="{F33F88E0-3380-47C4-AFDE-F1AC050ADA82}" dt="2026-01-25T16:04:40.877" v="6832" actId="790"/>
          <ac:spMkLst>
            <pc:docMk/>
            <pc:sldMk cId="3396204411" sldId="378"/>
            <ac:spMk id="23" creationId="{CC73FB56-36F5-9C12-18BB-277C3C30FC87}"/>
          </ac:spMkLst>
        </pc:spChg>
        <pc:spChg chg="mod">
          <ac:chgData name="Yash Jadhav" userId="535c3d6d-72b8-4f77-8155-55f939173cf2" providerId="ADAL" clId="{F33F88E0-3380-47C4-AFDE-F1AC050ADA82}" dt="2026-01-25T16:04:40.878" v="6833" actId="790"/>
          <ac:spMkLst>
            <pc:docMk/>
            <pc:sldMk cId="3396204411" sldId="378"/>
            <ac:spMk id="24" creationId="{18B52758-FBBC-D536-3A9C-437F1A2B5D3A}"/>
          </ac:spMkLst>
        </pc:spChg>
        <pc:spChg chg="mod">
          <ac:chgData name="Yash Jadhav" userId="535c3d6d-72b8-4f77-8155-55f939173cf2" providerId="ADAL" clId="{F33F88E0-3380-47C4-AFDE-F1AC050ADA82}" dt="2026-01-25T16:04:40.880" v="6834" actId="790"/>
          <ac:spMkLst>
            <pc:docMk/>
            <pc:sldMk cId="3396204411" sldId="378"/>
            <ac:spMk id="25" creationId="{38F55257-B6C0-0B4B-8573-5D6D1C95C743}"/>
          </ac:spMkLst>
        </pc:spChg>
        <pc:spChg chg="mod">
          <ac:chgData name="Yash Jadhav" userId="535c3d6d-72b8-4f77-8155-55f939173cf2" providerId="ADAL" clId="{F33F88E0-3380-47C4-AFDE-F1AC050ADA82}" dt="2026-01-25T16:04:40.882" v="6835" actId="790"/>
          <ac:spMkLst>
            <pc:docMk/>
            <pc:sldMk cId="3396204411" sldId="378"/>
            <ac:spMk id="26" creationId="{46910566-BE85-C9E1-309A-185EED53683C}"/>
          </ac:spMkLst>
        </pc:spChg>
        <pc:spChg chg="mod">
          <ac:chgData name="Yash Jadhav" userId="535c3d6d-72b8-4f77-8155-55f939173cf2" providerId="ADAL" clId="{F33F88E0-3380-47C4-AFDE-F1AC050ADA82}" dt="2026-01-25T16:04:40.825" v="6808" actId="790"/>
          <ac:spMkLst>
            <pc:docMk/>
            <pc:sldMk cId="3396204411" sldId="378"/>
            <ac:spMk id="27" creationId="{6F63D05F-08A7-EE50-349F-56AF58F70992}"/>
          </ac:spMkLst>
        </pc:spChg>
        <pc:spChg chg="mod">
          <ac:chgData name="Yash Jadhav" userId="535c3d6d-72b8-4f77-8155-55f939173cf2" providerId="ADAL" clId="{F33F88E0-3380-47C4-AFDE-F1AC050ADA82}" dt="2026-01-25T16:04:40.828" v="6809" actId="790"/>
          <ac:spMkLst>
            <pc:docMk/>
            <pc:sldMk cId="3396204411" sldId="378"/>
            <ac:spMk id="29" creationId="{5818A1D7-5A23-8367-D94B-249C4BFACEA1}"/>
          </ac:spMkLst>
        </pc:spChg>
        <pc:spChg chg="mod">
          <ac:chgData name="Yash Jadhav" userId="535c3d6d-72b8-4f77-8155-55f939173cf2" providerId="ADAL" clId="{F33F88E0-3380-47C4-AFDE-F1AC050ADA82}" dt="2026-01-25T16:04:40.830" v="6810" actId="790"/>
          <ac:spMkLst>
            <pc:docMk/>
            <pc:sldMk cId="3396204411" sldId="378"/>
            <ac:spMk id="30" creationId="{16263E7E-77FA-A565-1E26-09E490377C60}"/>
          </ac:spMkLst>
        </pc:spChg>
        <pc:spChg chg="mod">
          <ac:chgData name="Yash Jadhav" userId="535c3d6d-72b8-4f77-8155-55f939173cf2" providerId="ADAL" clId="{F33F88E0-3380-47C4-AFDE-F1AC050ADA82}" dt="2026-01-25T16:04:40.831" v="6811" actId="790"/>
          <ac:spMkLst>
            <pc:docMk/>
            <pc:sldMk cId="3396204411" sldId="378"/>
            <ac:spMk id="31" creationId="{A5F2581D-A498-C5B5-07EF-EC639D20FD8A}"/>
          </ac:spMkLst>
        </pc:spChg>
        <pc:spChg chg="mod">
          <ac:chgData name="Yash Jadhav" userId="535c3d6d-72b8-4f77-8155-55f939173cf2" providerId="ADAL" clId="{F33F88E0-3380-47C4-AFDE-F1AC050ADA82}" dt="2026-01-25T16:04:40.833" v="6812" actId="790"/>
          <ac:spMkLst>
            <pc:docMk/>
            <pc:sldMk cId="3396204411" sldId="378"/>
            <ac:spMk id="32" creationId="{B0F68A69-D3D6-AC25-514E-0D57CF058080}"/>
          </ac:spMkLst>
        </pc:spChg>
        <pc:spChg chg="mod">
          <ac:chgData name="Yash Jadhav" userId="535c3d6d-72b8-4f77-8155-55f939173cf2" providerId="ADAL" clId="{F33F88E0-3380-47C4-AFDE-F1AC050ADA82}" dt="2026-01-25T16:04:40.835" v="6813" actId="790"/>
          <ac:spMkLst>
            <pc:docMk/>
            <pc:sldMk cId="3396204411" sldId="378"/>
            <ac:spMk id="33" creationId="{FB53C5AB-EA7A-E508-888C-5D370BC4C68C}"/>
          </ac:spMkLst>
        </pc:spChg>
        <pc:spChg chg="mod">
          <ac:chgData name="Yash Jadhav" userId="535c3d6d-72b8-4f77-8155-55f939173cf2" providerId="ADAL" clId="{F33F88E0-3380-47C4-AFDE-F1AC050ADA82}" dt="2026-01-25T16:04:40.837" v="6814" actId="790"/>
          <ac:spMkLst>
            <pc:docMk/>
            <pc:sldMk cId="3396204411" sldId="378"/>
            <ac:spMk id="34" creationId="{8A564D3F-0CE5-957A-4BE2-E5D96001E752}"/>
          </ac:spMkLst>
        </pc:spChg>
        <pc:spChg chg="mod">
          <ac:chgData name="Yash Jadhav" userId="535c3d6d-72b8-4f77-8155-55f939173cf2" providerId="ADAL" clId="{F33F88E0-3380-47C4-AFDE-F1AC050ADA82}" dt="2026-01-25T16:04:40.838" v="6815" actId="790"/>
          <ac:spMkLst>
            <pc:docMk/>
            <pc:sldMk cId="3396204411" sldId="378"/>
            <ac:spMk id="35" creationId="{F80FCF73-8AEA-6E9E-C56A-F289A62C5F9C}"/>
          </ac:spMkLst>
        </pc:spChg>
        <pc:spChg chg="mod">
          <ac:chgData name="Yash Jadhav" userId="535c3d6d-72b8-4f77-8155-55f939173cf2" providerId="ADAL" clId="{F33F88E0-3380-47C4-AFDE-F1AC050ADA82}" dt="2026-01-25T16:04:40.840" v="6816" actId="790"/>
          <ac:spMkLst>
            <pc:docMk/>
            <pc:sldMk cId="3396204411" sldId="378"/>
            <ac:spMk id="36" creationId="{EDE86297-5698-61D2-6D8A-04DBA36E0458}"/>
          </ac:spMkLst>
        </pc:spChg>
        <pc:spChg chg="mod">
          <ac:chgData name="Yash Jadhav" userId="535c3d6d-72b8-4f77-8155-55f939173cf2" providerId="ADAL" clId="{F33F88E0-3380-47C4-AFDE-F1AC050ADA82}" dt="2026-01-25T16:04:40.841" v="6817" actId="790"/>
          <ac:spMkLst>
            <pc:docMk/>
            <pc:sldMk cId="3396204411" sldId="378"/>
            <ac:spMk id="37" creationId="{FA3C4134-19A5-D2A0-ACF0-3FE825722268}"/>
          </ac:spMkLst>
        </pc:spChg>
        <pc:spChg chg="mod">
          <ac:chgData name="Yash Jadhav" userId="535c3d6d-72b8-4f77-8155-55f939173cf2" providerId="ADAL" clId="{F33F88E0-3380-47C4-AFDE-F1AC050ADA82}" dt="2026-01-25T16:04:40.843" v="6818" actId="790"/>
          <ac:spMkLst>
            <pc:docMk/>
            <pc:sldMk cId="3396204411" sldId="378"/>
            <ac:spMk id="38" creationId="{7A16FA7F-7F11-7E07-908D-CE19403297ED}"/>
          </ac:spMkLst>
        </pc:spChg>
        <pc:spChg chg="mod">
          <ac:chgData name="Yash Jadhav" userId="535c3d6d-72b8-4f77-8155-55f939173cf2" providerId="ADAL" clId="{F33F88E0-3380-47C4-AFDE-F1AC050ADA82}" dt="2026-01-25T16:04:40.845" v="6819" actId="790"/>
          <ac:spMkLst>
            <pc:docMk/>
            <pc:sldMk cId="3396204411" sldId="378"/>
            <ac:spMk id="39" creationId="{196761D4-FACE-3714-3843-981F2E5E9242}"/>
          </ac:spMkLst>
        </pc:spChg>
        <pc:spChg chg="mod">
          <ac:chgData name="Yash Jadhav" userId="535c3d6d-72b8-4f77-8155-55f939173cf2" providerId="ADAL" clId="{F33F88E0-3380-47C4-AFDE-F1AC050ADA82}" dt="2026-01-25T16:04:40.847" v="6820" actId="790"/>
          <ac:spMkLst>
            <pc:docMk/>
            <pc:sldMk cId="3396204411" sldId="378"/>
            <ac:spMk id="40" creationId="{2B4099E6-049D-75DA-68ED-3F5013B6E179}"/>
          </ac:spMkLst>
        </pc:spChg>
        <pc:spChg chg="mod">
          <ac:chgData name="Yash Jadhav" userId="535c3d6d-72b8-4f77-8155-55f939173cf2" providerId="ADAL" clId="{F33F88E0-3380-47C4-AFDE-F1AC050ADA82}" dt="2026-01-25T16:04:40.850" v="6821" actId="790"/>
          <ac:spMkLst>
            <pc:docMk/>
            <pc:sldMk cId="3396204411" sldId="378"/>
            <ac:spMk id="41" creationId="{0E20A15D-B42B-81AB-70A0-39A3C4FFAB32}"/>
          </ac:spMkLst>
        </pc:spChg>
        <pc:spChg chg="mod">
          <ac:chgData name="Yash Jadhav" userId="535c3d6d-72b8-4f77-8155-55f939173cf2" providerId="ADAL" clId="{F33F88E0-3380-47C4-AFDE-F1AC050ADA82}" dt="2026-01-25T16:04:40.852" v="6822" actId="790"/>
          <ac:spMkLst>
            <pc:docMk/>
            <pc:sldMk cId="3396204411" sldId="378"/>
            <ac:spMk id="42" creationId="{09252939-C57B-A574-7CFE-114B1464203E}"/>
          </ac:spMkLst>
        </pc:spChg>
        <pc:spChg chg="mod">
          <ac:chgData name="Yash Jadhav" userId="535c3d6d-72b8-4f77-8155-55f939173cf2" providerId="ADAL" clId="{F33F88E0-3380-47C4-AFDE-F1AC050ADA82}" dt="2026-01-25T16:04:40.855" v="6823" actId="790"/>
          <ac:spMkLst>
            <pc:docMk/>
            <pc:sldMk cId="3396204411" sldId="378"/>
            <ac:spMk id="43" creationId="{C74CA92A-07A1-58AA-2A30-B441EC7A81C8}"/>
          </ac:spMkLst>
        </pc:spChg>
        <pc:spChg chg="mod">
          <ac:chgData name="Yash Jadhav" userId="535c3d6d-72b8-4f77-8155-55f939173cf2" providerId="ADAL" clId="{F33F88E0-3380-47C4-AFDE-F1AC050ADA82}" dt="2026-01-25T16:04:40.857" v="6824" actId="790"/>
          <ac:spMkLst>
            <pc:docMk/>
            <pc:sldMk cId="3396204411" sldId="378"/>
            <ac:spMk id="44" creationId="{50DBF546-54A0-CAA5-3A16-71A5866D180C}"/>
          </ac:spMkLst>
        </pc:spChg>
        <pc:spChg chg="mod">
          <ac:chgData name="Yash Jadhav" userId="535c3d6d-72b8-4f77-8155-55f939173cf2" providerId="ADAL" clId="{F33F88E0-3380-47C4-AFDE-F1AC050ADA82}" dt="2026-01-25T16:04:40.858" v="6825" actId="790"/>
          <ac:spMkLst>
            <pc:docMk/>
            <pc:sldMk cId="3396204411" sldId="378"/>
            <ac:spMk id="45" creationId="{7476153C-11C8-7DC7-8F37-B7E69F3D07D3}"/>
          </ac:spMkLst>
        </pc:spChg>
        <pc:spChg chg="mod">
          <ac:chgData name="Yash Jadhav" userId="535c3d6d-72b8-4f77-8155-55f939173cf2" providerId="ADAL" clId="{F33F88E0-3380-47C4-AFDE-F1AC050ADA82}" dt="2026-01-25T16:04:40.884" v="6836" actId="790"/>
          <ac:spMkLst>
            <pc:docMk/>
            <pc:sldMk cId="3396204411" sldId="378"/>
            <ac:spMk id="46" creationId="{E1EAF479-774B-64FE-07FD-AB8BD99CBFE3}"/>
          </ac:spMkLst>
        </pc:spChg>
        <pc:spChg chg="mod">
          <ac:chgData name="Yash Jadhav" userId="535c3d6d-72b8-4f77-8155-55f939173cf2" providerId="ADAL" clId="{F33F88E0-3380-47C4-AFDE-F1AC050ADA82}" dt="2026-01-25T16:04:40.886" v="6837" actId="790"/>
          <ac:spMkLst>
            <pc:docMk/>
            <pc:sldMk cId="3396204411" sldId="378"/>
            <ac:spMk id="47" creationId="{6624FE9A-03BC-91EB-4684-8BDCB4D4E7C9}"/>
          </ac:spMkLst>
        </pc:spChg>
        <pc:spChg chg="mod">
          <ac:chgData name="Yash Jadhav" userId="535c3d6d-72b8-4f77-8155-55f939173cf2" providerId="ADAL" clId="{F33F88E0-3380-47C4-AFDE-F1AC050ADA82}" dt="2026-01-25T16:04:40.888" v="6838" actId="790"/>
          <ac:spMkLst>
            <pc:docMk/>
            <pc:sldMk cId="3396204411" sldId="378"/>
            <ac:spMk id="48" creationId="{BA503A35-3BEF-539F-25CE-A6D4073C0C96}"/>
          </ac:spMkLst>
        </pc:spChg>
        <pc:spChg chg="mod">
          <ac:chgData name="Yash Jadhav" userId="535c3d6d-72b8-4f77-8155-55f939173cf2" providerId="ADAL" clId="{F33F88E0-3380-47C4-AFDE-F1AC050ADA82}" dt="2026-01-25T16:04:40.889" v="6839" actId="790"/>
          <ac:spMkLst>
            <pc:docMk/>
            <pc:sldMk cId="3396204411" sldId="378"/>
            <ac:spMk id="50" creationId="{54A410AB-0B8F-E415-B18F-4A9C5DC1A9C1}"/>
          </ac:spMkLst>
        </pc:spChg>
        <pc:spChg chg="mod">
          <ac:chgData name="Yash Jadhav" userId="535c3d6d-72b8-4f77-8155-55f939173cf2" providerId="ADAL" clId="{F33F88E0-3380-47C4-AFDE-F1AC050ADA82}" dt="2026-01-25T16:04:40.891" v="6840" actId="790"/>
          <ac:spMkLst>
            <pc:docMk/>
            <pc:sldMk cId="3396204411" sldId="378"/>
            <ac:spMk id="51" creationId="{3B193B55-71E8-CF62-B759-1933A4ABEC99}"/>
          </ac:spMkLst>
        </pc:spChg>
        <pc:spChg chg="mod">
          <ac:chgData name="Yash Jadhav" userId="535c3d6d-72b8-4f77-8155-55f939173cf2" providerId="ADAL" clId="{F33F88E0-3380-47C4-AFDE-F1AC050ADA82}" dt="2026-01-25T16:04:40.690" v="6747" actId="790"/>
          <ac:spMkLst>
            <pc:docMk/>
            <pc:sldMk cId="3396204411" sldId="378"/>
            <ac:spMk id="53" creationId="{DF20DEE4-8759-48A9-B147-5D1EB1280471}"/>
          </ac:spMkLst>
        </pc:spChg>
        <pc:spChg chg="mod">
          <ac:chgData name="Yash Jadhav" userId="535c3d6d-72b8-4f77-8155-55f939173cf2" providerId="ADAL" clId="{F33F88E0-3380-47C4-AFDE-F1AC050ADA82}" dt="2026-01-25T16:04:40.692" v="6748" actId="790"/>
          <ac:spMkLst>
            <pc:docMk/>
            <pc:sldMk cId="3396204411" sldId="378"/>
            <ac:spMk id="54" creationId="{D0DB09D0-1A21-4C26-810D-B38408AA337B}"/>
          </ac:spMkLst>
        </pc:spChg>
        <pc:spChg chg="mod">
          <ac:chgData name="Yash Jadhav" userId="535c3d6d-72b8-4f77-8155-55f939173cf2" providerId="ADAL" clId="{F33F88E0-3380-47C4-AFDE-F1AC050ADA82}" dt="2026-01-25T16:04:40.694" v="6749" actId="790"/>
          <ac:spMkLst>
            <pc:docMk/>
            <pc:sldMk cId="3396204411" sldId="378"/>
            <ac:spMk id="55" creationId="{97FE0BBF-F54E-41D0-870B-86CFDAF494F6}"/>
          </ac:spMkLst>
        </pc:spChg>
        <pc:spChg chg="mod">
          <ac:chgData name="Yash Jadhav" userId="535c3d6d-72b8-4f77-8155-55f939173cf2" providerId="ADAL" clId="{F33F88E0-3380-47C4-AFDE-F1AC050ADA82}" dt="2026-01-25T16:04:40.697" v="6750" actId="790"/>
          <ac:spMkLst>
            <pc:docMk/>
            <pc:sldMk cId="3396204411" sldId="378"/>
            <ac:spMk id="56" creationId="{10C91452-BDB3-4B1B-9DF2-46FD5EC1DBE7}"/>
          </ac:spMkLst>
        </pc:spChg>
        <pc:spChg chg="mod">
          <ac:chgData name="Yash Jadhav" userId="535c3d6d-72b8-4f77-8155-55f939173cf2" providerId="ADAL" clId="{F33F88E0-3380-47C4-AFDE-F1AC050ADA82}" dt="2026-01-25T16:04:40.790" v="6795" actId="790"/>
          <ac:spMkLst>
            <pc:docMk/>
            <pc:sldMk cId="3396204411" sldId="378"/>
            <ac:spMk id="57" creationId="{A787D835-F2D2-4A37-97B4-53EA125F7FB0}"/>
          </ac:spMkLst>
        </pc:spChg>
        <pc:spChg chg="mod">
          <ac:chgData name="Yash Jadhav" userId="535c3d6d-72b8-4f77-8155-55f939173cf2" providerId="ADAL" clId="{F33F88E0-3380-47C4-AFDE-F1AC050ADA82}" dt="2026-01-25T16:04:40.699" v="6751" actId="790"/>
          <ac:spMkLst>
            <pc:docMk/>
            <pc:sldMk cId="3396204411" sldId="378"/>
            <ac:spMk id="76" creationId="{84845BD8-A4B5-40B1-91FF-C6192333FB6A}"/>
          </ac:spMkLst>
        </pc:spChg>
        <pc:spChg chg="mod">
          <ac:chgData name="Yash Jadhav" userId="535c3d6d-72b8-4f77-8155-55f939173cf2" providerId="ADAL" clId="{F33F88E0-3380-47C4-AFDE-F1AC050ADA82}" dt="2026-01-25T16:04:40.782" v="6792" actId="790"/>
          <ac:spMkLst>
            <pc:docMk/>
            <pc:sldMk cId="3396204411" sldId="378"/>
            <ac:spMk id="77" creationId="{76D0908B-A6AA-4AF3-9223-4A456A684AE0}"/>
          </ac:spMkLst>
        </pc:spChg>
        <pc:spChg chg="mod">
          <ac:chgData name="Yash Jadhav" userId="535c3d6d-72b8-4f77-8155-55f939173cf2" providerId="ADAL" clId="{F33F88E0-3380-47C4-AFDE-F1AC050ADA82}" dt="2026-01-25T16:04:40.785" v="6793" actId="790"/>
          <ac:spMkLst>
            <pc:docMk/>
            <pc:sldMk cId="3396204411" sldId="378"/>
            <ac:spMk id="78" creationId="{24A72EA4-D002-4099-9ACA-D5BF2258A8BE}"/>
          </ac:spMkLst>
        </pc:spChg>
        <pc:spChg chg="mod">
          <ac:chgData name="Yash Jadhav" userId="535c3d6d-72b8-4f77-8155-55f939173cf2" providerId="ADAL" clId="{F33F88E0-3380-47C4-AFDE-F1AC050ADA82}" dt="2026-01-25T16:04:40.787" v="6794" actId="790"/>
          <ac:spMkLst>
            <pc:docMk/>
            <pc:sldMk cId="3396204411" sldId="378"/>
            <ac:spMk id="79" creationId="{573FFF26-141C-4351-A311-673BB6D4AE1A}"/>
          </ac:spMkLst>
        </pc:spChg>
        <pc:spChg chg="mod">
          <ac:chgData name="Yash Jadhav" userId="535c3d6d-72b8-4f77-8155-55f939173cf2" providerId="ADAL" clId="{F33F88E0-3380-47C4-AFDE-F1AC050ADA82}" dt="2026-01-25T16:04:40.702" v="6752" actId="790"/>
          <ac:spMkLst>
            <pc:docMk/>
            <pc:sldMk cId="3396204411" sldId="378"/>
            <ac:spMk id="81" creationId="{C32F864A-A57A-4854-855D-93E3AFD59E30}"/>
          </ac:spMkLst>
        </pc:spChg>
        <pc:spChg chg="mod">
          <ac:chgData name="Yash Jadhav" userId="535c3d6d-72b8-4f77-8155-55f939173cf2" providerId="ADAL" clId="{F33F88E0-3380-47C4-AFDE-F1AC050ADA82}" dt="2026-01-25T16:04:40.704" v="6753" actId="790"/>
          <ac:spMkLst>
            <pc:docMk/>
            <pc:sldMk cId="3396204411" sldId="378"/>
            <ac:spMk id="82" creationId="{E428479F-F14D-4FAF-8B0E-CCDD511E9477}"/>
          </ac:spMkLst>
        </pc:spChg>
        <pc:spChg chg="mod">
          <ac:chgData name="Yash Jadhav" userId="535c3d6d-72b8-4f77-8155-55f939173cf2" providerId="ADAL" clId="{F33F88E0-3380-47C4-AFDE-F1AC050ADA82}" dt="2026-01-25T16:04:40.706" v="6754" actId="790"/>
          <ac:spMkLst>
            <pc:docMk/>
            <pc:sldMk cId="3396204411" sldId="378"/>
            <ac:spMk id="83" creationId="{5DA8050F-0700-43B6-8722-C71A7E1B8DFE}"/>
          </ac:spMkLst>
        </pc:spChg>
        <pc:spChg chg="mod">
          <ac:chgData name="Yash Jadhav" userId="535c3d6d-72b8-4f77-8155-55f939173cf2" providerId="ADAL" clId="{F33F88E0-3380-47C4-AFDE-F1AC050ADA82}" dt="2026-01-25T16:04:40.708" v="6755" actId="790"/>
          <ac:spMkLst>
            <pc:docMk/>
            <pc:sldMk cId="3396204411" sldId="378"/>
            <ac:spMk id="84" creationId="{327CB20F-69A7-45EE-9027-057E46C58611}"/>
          </ac:spMkLst>
        </pc:spChg>
        <pc:spChg chg="mod">
          <ac:chgData name="Yash Jadhav" userId="535c3d6d-72b8-4f77-8155-55f939173cf2" providerId="ADAL" clId="{F33F88E0-3380-47C4-AFDE-F1AC050ADA82}" dt="2026-01-25T16:04:40.710" v="6756" actId="790"/>
          <ac:spMkLst>
            <pc:docMk/>
            <pc:sldMk cId="3396204411" sldId="378"/>
            <ac:spMk id="85" creationId="{23C28960-66DE-428E-8286-21B731D2370D}"/>
          </ac:spMkLst>
        </pc:spChg>
        <pc:spChg chg="mod">
          <ac:chgData name="Yash Jadhav" userId="535c3d6d-72b8-4f77-8155-55f939173cf2" providerId="ADAL" clId="{F33F88E0-3380-47C4-AFDE-F1AC050ADA82}" dt="2026-01-25T16:04:40.712" v="6757" actId="790"/>
          <ac:spMkLst>
            <pc:docMk/>
            <pc:sldMk cId="3396204411" sldId="378"/>
            <ac:spMk id="86" creationId="{7C712716-5837-4FCC-B664-269B06FD8085}"/>
          </ac:spMkLst>
        </pc:spChg>
        <pc:spChg chg="mod">
          <ac:chgData name="Yash Jadhav" userId="535c3d6d-72b8-4f77-8155-55f939173cf2" providerId="ADAL" clId="{F33F88E0-3380-47C4-AFDE-F1AC050ADA82}" dt="2026-01-25T16:04:40.714" v="6758" actId="790"/>
          <ac:spMkLst>
            <pc:docMk/>
            <pc:sldMk cId="3396204411" sldId="378"/>
            <ac:spMk id="87" creationId="{E033CCCB-B8D2-4E03-A4D4-EBBCC798C1B3}"/>
          </ac:spMkLst>
        </pc:spChg>
        <pc:spChg chg="mod">
          <ac:chgData name="Yash Jadhav" userId="535c3d6d-72b8-4f77-8155-55f939173cf2" providerId="ADAL" clId="{F33F88E0-3380-47C4-AFDE-F1AC050ADA82}" dt="2026-01-25T16:04:40.716" v="6759" actId="790"/>
          <ac:spMkLst>
            <pc:docMk/>
            <pc:sldMk cId="3396204411" sldId="378"/>
            <ac:spMk id="88" creationId="{6E043B43-C493-4434-B8C5-37C713C1D338}"/>
          </ac:spMkLst>
        </pc:spChg>
        <pc:spChg chg="mod">
          <ac:chgData name="Yash Jadhav" userId="535c3d6d-72b8-4f77-8155-55f939173cf2" providerId="ADAL" clId="{F33F88E0-3380-47C4-AFDE-F1AC050ADA82}" dt="2026-01-25T16:04:40.718" v="6760" actId="790"/>
          <ac:spMkLst>
            <pc:docMk/>
            <pc:sldMk cId="3396204411" sldId="378"/>
            <ac:spMk id="89" creationId="{41961196-960D-4B7B-863A-90B3CDF73233}"/>
          </ac:spMkLst>
        </pc:spChg>
        <pc:spChg chg="mod">
          <ac:chgData name="Yash Jadhav" userId="535c3d6d-72b8-4f77-8155-55f939173cf2" providerId="ADAL" clId="{F33F88E0-3380-47C4-AFDE-F1AC050ADA82}" dt="2026-01-25T16:04:40.720" v="6761" actId="790"/>
          <ac:spMkLst>
            <pc:docMk/>
            <pc:sldMk cId="3396204411" sldId="378"/>
            <ac:spMk id="90" creationId="{C99944D3-8107-43C9-804A-B1920AB1C50C}"/>
          </ac:spMkLst>
        </pc:spChg>
        <pc:spChg chg="mod">
          <ac:chgData name="Yash Jadhav" userId="535c3d6d-72b8-4f77-8155-55f939173cf2" providerId="ADAL" clId="{F33F88E0-3380-47C4-AFDE-F1AC050ADA82}" dt="2026-01-25T16:04:40.723" v="6762" actId="790"/>
          <ac:spMkLst>
            <pc:docMk/>
            <pc:sldMk cId="3396204411" sldId="378"/>
            <ac:spMk id="91" creationId="{F0D00159-8984-4182-9DA4-63FDBD77B0F3}"/>
          </ac:spMkLst>
        </pc:spChg>
        <pc:spChg chg="mod">
          <ac:chgData name="Yash Jadhav" userId="535c3d6d-72b8-4f77-8155-55f939173cf2" providerId="ADAL" clId="{F33F88E0-3380-47C4-AFDE-F1AC050ADA82}" dt="2026-01-25T16:04:40.725" v="6763" actId="790"/>
          <ac:spMkLst>
            <pc:docMk/>
            <pc:sldMk cId="3396204411" sldId="378"/>
            <ac:spMk id="92" creationId="{02812017-6946-4E84-89A3-5F42EFF9574B}"/>
          </ac:spMkLst>
        </pc:spChg>
        <pc:spChg chg="mod">
          <ac:chgData name="Yash Jadhav" userId="535c3d6d-72b8-4f77-8155-55f939173cf2" providerId="ADAL" clId="{F33F88E0-3380-47C4-AFDE-F1AC050ADA82}" dt="2026-01-25T16:04:40.726" v="6764" actId="790"/>
          <ac:spMkLst>
            <pc:docMk/>
            <pc:sldMk cId="3396204411" sldId="378"/>
            <ac:spMk id="93" creationId="{3290ED02-903A-4355-B832-0CC3B2D083C3}"/>
          </ac:spMkLst>
        </pc:spChg>
        <pc:spChg chg="mod">
          <ac:chgData name="Yash Jadhav" userId="535c3d6d-72b8-4f77-8155-55f939173cf2" providerId="ADAL" clId="{F33F88E0-3380-47C4-AFDE-F1AC050ADA82}" dt="2026-01-25T16:04:40.729" v="6765" actId="790"/>
          <ac:spMkLst>
            <pc:docMk/>
            <pc:sldMk cId="3396204411" sldId="378"/>
            <ac:spMk id="94" creationId="{35271702-FD77-4F6B-99F9-1CD1F944E5CF}"/>
          </ac:spMkLst>
        </pc:spChg>
        <pc:spChg chg="mod">
          <ac:chgData name="Yash Jadhav" userId="535c3d6d-72b8-4f77-8155-55f939173cf2" providerId="ADAL" clId="{F33F88E0-3380-47C4-AFDE-F1AC050ADA82}" dt="2026-01-25T16:04:40.731" v="6766" actId="790"/>
          <ac:spMkLst>
            <pc:docMk/>
            <pc:sldMk cId="3396204411" sldId="378"/>
            <ac:spMk id="95" creationId="{55AD4D28-F487-4CF9-8AFA-0C11DCD2AACE}"/>
          </ac:spMkLst>
        </pc:spChg>
        <pc:spChg chg="mod">
          <ac:chgData name="Yash Jadhav" userId="535c3d6d-72b8-4f77-8155-55f939173cf2" providerId="ADAL" clId="{F33F88E0-3380-47C4-AFDE-F1AC050ADA82}" dt="2026-01-25T16:04:40.733" v="6767" actId="790"/>
          <ac:spMkLst>
            <pc:docMk/>
            <pc:sldMk cId="3396204411" sldId="378"/>
            <ac:spMk id="96" creationId="{CAEE5884-5C68-4ED2-B934-612E3239072E}"/>
          </ac:spMkLst>
        </pc:spChg>
        <pc:spChg chg="mod">
          <ac:chgData name="Yash Jadhav" userId="535c3d6d-72b8-4f77-8155-55f939173cf2" providerId="ADAL" clId="{F33F88E0-3380-47C4-AFDE-F1AC050ADA82}" dt="2026-01-25T16:04:40.735" v="6768" actId="790"/>
          <ac:spMkLst>
            <pc:docMk/>
            <pc:sldMk cId="3396204411" sldId="378"/>
            <ac:spMk id="97" creationId="{26E3C795-1F12-4270-A849-6F52A576AB49}"/>
          </ac:spMkLst>
        </pc:spChg>
        <pc:spChg chg="mod">
          <ac:chgData name="Yash Jadhav" userId="535c3d6d-72b8-4f77-8155-55f939173cf2" providerId="ADAL" clId="{F33F88E0-3380-47C4-AFDE-F1AC050ADA82}" dt="2026-01-25T16:04:40.736" v="6769" actId="790"/>
          <ac:spMkLst>
            <pc:docMk/>
            <pc:sldMk cId="3396204411" sldId="378"/>
            <ac:spMk id="98" creationId="{16468A58-5607-4C69-A3C8-924253552DEC}"/>
          </ac:spMkLst>
        </pc:spChg>
        <pc:spChg chg="mod">
          <ac:chgData name="Yash Jadhav" userId="535c3d6d-72b8-4f77-8155-55f939173cf2" providerId="ADAL" clId="{F33F88E0-3380-47C4-AFDE-F1AC050ADA82}" dt="2026-01-25T16:04:40.738" v="6770" actId="790"/>
          <ac:spMkLst>
            <pc:docMk/>
            <pc:sldMk cId="3396204411" sldId="378"/>
            <ac:spMk id="99" creationId="{D6BECB5D-BB52-43A3-B26A-58F139317D10}"/>
          </ac:spMkLst>
        </pc:spChg>
        <pc:spChg chg="mod">
          <ac:chgData name="Yash Jadhav" userId="535c3d6d-72b8-4f77-8155-55f939173cf2" providerId="ADAL" clId="{F33F88E0-3380-47C4-AFDE-F1AC050ADA82}" dt="2026-01-25T16:04:40.740" v="6771" actId="790"/>
          <ac:spMkLst>
            <pc:docMk/>
            <pc:sldMk cId="3396204411" sldId="378"/>
            <ac:spMk id="100" creationId="{A24378DE-60C0-415B-8EF2-BE49FC2D1643}"/>
          </ac:spMkLst>
        </pc:spChg>
        <pc:spChg chg="mod">
          <ac:chgData name="Yash Jadhav" userId="535c3d6d-72b8-4f77-8155-55f939173cf2" providerId="ADAL" clId="{F33F88E0-3380-47C4-AFDE-F1AC050ADA82}" dt="2026-01-25T16:04:40.742" v="6772" actId="790"/>
          <ac:spMkLst>
            <pc:docMk/>
            <pc:sldMk cId="3396204411" sldId="378"/>
            <ac:spMk id="101" creationId="{E9F0E926-6422-47CD-A05E-B0A4296546F1}"/>
          </ac:spMkLst>
        </pc:spChg>
        <pc:spChg chg="mod">
          <ac:chgData name="Yash Jadhav" userId="535c3d6d-72b8-4f77-8155-55f939173cf2" providerId="ADAL" clId="{F33F88E0-3380-47C4-AFDE-F1AC050ADA82}" dt="2026-01-25T16:04:40.744" v="6773" actId="790"/>
          <ac:spMkLst>
            <pc:docMk/>
            <pc:sldMk cId="3396204411" sldId="378"/>
            <ac:spMk id="102" creationId="{B00B6291-FB7F-4482-A80F-D01A1711C3E0}"/>
          </ac:spMkLst>
        </pc:spChg>
        <pc:spChg chg="mod">
          <ac:chgData name="Yash Jadhav" userId="535c3d6d-72b8-4f77-8155-55f939173cf2" providerId="ADAL" clId="{F33F88E0-3380-47C4-AFDE-F1AC050ADA82}" dt="2026-01-25T16:04:40.746" v="6774" actId="790"/>
          <ac:spMkLst>
            <pc:docMk/>
            <pc:sldMk cId="3396204411" sldId="378"/>
            <ac:spMk id="103" creationId="{124A3079-90D2-438D-BEAE-0BB3FE9E0C44}"/>
          </ac:spMkLst>
        </pc:spChg>
        <pc:spChg chg="mod">
          <ac:chgData name="Yash Jadhav" userId="535c3d6d-72b8-4f77-8155-55f939173cf2" providerId="ADAL" clId="{F33F88E0-3380-47C4-AFDE-F1AC050ADA82}" dt="2026-01-25T16:04:40.747" v="6775" actId="790"/>
          <ac:spMkLst>
            <pc:docMk/>
            <pc:sldMk cId="3396204411" sldId="378"/>
            <ac:spMk id="104" creationId="{5ECD22B9-120D-4859-BF97-0282843283B2}"/>
          </ac:spMkLst>
        </pc:spChg>
        <pc:spChg chg="mod">
          <ac:chgData name="Yash Jadhav" userId="535c3d6d-72b8-4f77-8155-55f939173cf2" providerId="ADAL" clId="{F33F88E0-3380-47C4-AFDE-F1AC050ADA82}" dt="2026-01-25T16:04:40.750" v="6776" actId="790"/>
          <ac:spMkLst>
            <pc:docMk/>
            <pc:sldMk cId="3396204411" sldId="378"/>
            <ac:spMk id="105" creationId="{D9FFE1A8-A4BB-44F6-93C3-2DDC9B4A8839}"/>
          </ac:spMkLst>
        </pc:spChg>
        <pc:spChg chg="mod">
          <ac:chgData name="Yash Jadhav" userId="535c3d6d-72b8-4f77-8155-55f939173cf2" providerId="ADAL" clId="{F33F88E0-3380-47C4-AFDE-F1AC050ADA82}" dt="2026-01-25T16:04:40.752" v="6777" actId="790"/>
          <ac:spMkLst>
            <pc:docMk/>
            <pc:sldMk cId="3396204411" sldId="378"/>
            <ac:spMk id="106" creationId="{C956FAF1-194E-49AB-8EEC-8564E7473EF8}"/>
          </ac:spMkLst>
        </pc:spChg>
        <pc:spChg chg="mod">
          <ac:chgData name="Yash Jadhav" userId="535c3d6d-72b8-4f77-8155-55f939173cf2" providerId="ADAL" clId="{F33F88E0-3380-47C4-AFDE-F1AC050ADA82}" dt="2026-01-25T16:04:40.754" v="6778" actId="790"/>
          <ac:spMkLst>
            <pc:docMk/>
            <pc:sldMk cId="3396204411" sldId="378"/>
            <ac:spMk id="107" creationId="{24B0E064-81C8-44F0-8C0F-BEC12663DAE4}"/>
          </ac:spMkLst>
        </pc:spChg>
        <pc:spChg chg="mod">
          <ac:chgData name="Yash Jadhav" userId="535c3d6d-72b8-4f77-8155-55f939173cf2" providerId="ADAL" clId="{F33F88E0-3380-47C4-AFDE-F1AC050ADA82}" dt="2026-01-25T16:04:40.756" v="6779" actId="790"/>
          <ac:spMkLst>
            <pc:docMk/>
            <pc:sldMk cId="3396204411" sldId="378"/>
            <ac:spMk id="108" creationId="{3351CB9F-3C02-4993-8F25-59D47F06E690}"/>
          </ac:spMkLst>
        </pc:spChg>
        <pc:spChg chg="mod">
          <ac:chgData name="Yash Jadhav" userId="535c3d6d-72b8-4f77-8155-55f939173cf2" providerId="ADAL" clId="{F33F88E0-3380-47C4-AFDE-F1AC050ADA82}" dt="2026-01-25T16:04:40.758" v="6780" actId="790"/>
          <ac:spMkLst>
            <pc:docMk/>
            <pc:sldMk cId="3396204411" sldId="378"/>
            <ac:spMk id="109" creationId="{231FF20E-14AF-4EF2-8A63-A510A4571D86}"/>
          </ac:spMkLst>
        </pc:spChg>
        <pc:spChg chg="mod">
          <ac:chgData name="Yash Jadhav" userId="535c3d6d-72b8-4f77-8155-55f939173cf2" providerId="ADAL" clId="{F33F88E0-3380-47C4-AFDE-F1AC050ADA82}" dt="2026-01-25T16:04:40.759" v="6781" actId="790"/>
          <ac:spMkLst>
            <pc:docMk/>
            <pc:sldMk cId="3396204411" sldId="378"/>
            <ac:spMk id="110" creationId="{7F6100D6-19D4-4007-A3CE-7A067F6482D9}"/>
          </ac:spMkLst>
        </pc:spChg>
        <pc:spChg chg="mod">
          <ac:chgData name="Yash Jadhav" userId="535c3d6d-72b8-4f77-8155-55f939173cf2" providerId="ADAL" clId="{F33F88E0-3380-47C4-AFDE-F1AC050ADA82}" dt="2026-01-25T16:04:40.762" v="6782" actId="790"/>
          <ac:spMkLst>
            <pc:docMk/>
            <pc:sldMk cId="3396204411" sldId="378"/>
            <ac:spMk id="111" creationId="{F13F0958-18E7-428C-8059-57C564CA9C42}"/>
          </ac:spMkLst>
        </pc:spChg>
        <pc:spChg chg="mod">
          <ac:chgData name="Yash Jadhav" userId="535c3d6d-72b8-4f77-8155-55f939173cf2" providerId="ADAL" clId="{F33F88E0-3380-47C4-AFDE-F1AC050ADA82}" dt="2026-01-25T16:04:40.764" v="6783" actId="790"/>
          <ac:spMkLst>
            <pc:docMk/>
            <pc:sldMk cId="3396204411" sldId="378"/>
            <ac:spMk id="112" creationId="{E43EABBE-9A45-4C68-ABC7-8A48C4BECADC}"/>
          </ac:spMkLst>
        </pc:spChg>
        <pc:spChg chg="mod">
          <ac:chgData name="Yash Jadhav" userId="535c3d6d-72b8-4f77-8155-55f939173cf2" providerId="ADAL" clId="{F33F88E0-3380-47C4-AFDE-F1AC050ADA82}" dt="2026-01-25T16:04:40.766" v="6784" actId="790"/>
          <ac:spMkLst>
            <pc:docMk/>
            <pc:sldMk cId="3396204411" sldId="378"/>
            <ac:spMk id="113" creationId="{4E2F95B9-BF14-4C1F-A0F3-DD58785B33D0}"/>
          </ac:spMkLst>
        </pc:spChg>
        <pc:spChg chg="mod">
          <ac:chgData name="Yash Jadhav" userId="535c3d6d-72b8-4f77-8155-55f939173cf2" providerId="ADAL" clId="{F33F88E0-3380-47C4-AFDE-F1AC050ADA82}" dt="2026-01-25T16:04:40.767" v="6785" actId="790"/>
          <ac:spMkLst>
            <pc:docMk/>
            <pc:sldMk cId="3396204411" sldId="378"/>
            <ac:spMk id="114" creationId="{26195DFD-C0F8-4B19-8570-8215A861B782}"/>
          </ac:spMkLst>
        </pc:spChg>
        <pc:spChg chg="mod">
          <ac:chgData name="Yash Jadhav" userId="535c3d6d-72b8-4f77-8155-55f939173cf2" providerId="ADAL" clId="{F33F88E0-3380-47C4-AFDE-F1AC050ADA82}" dt="2026-01-25T16:04:40.769" v="6786" actId="790"/>
          <ac:spMkLst>
            <pc:docMk/>
            <pc:sldMk cId="3396204411" sldId="378"/>
            <ac:spMk id="115" creationId="{DFC928BF-7071-4307-BED5-8B596D3FBEEE}"/>
          </ac:spMkLst>
        </pc:spChg>
        <pc:spChg chg="mod">
          <ac:chgData name="Yash Jadhav" userId="535c3d6d-72b8-4f77-8155-55f939173cf2" providerId="ADAL" clId="{F33F88E0-3380-47C4-AFDE-F1AC050ADA82}" dt="2026-01-25T16:04:40.771" v="6787" actId="790"/>
          <ac:spMkLst>
            <pc:docMk/>
            <pc:sldMk cId="3396204411" sldId="378"/>
            <ac:spMk id="116" creationId="{2C5470C8-8EFB-4B31-8F4F-72E8C69A4850}"/>
          </ac:spMkLst>
        </pc:spChg>
        <pc:spChg chg="mod">
          <ac:chgData name="Yash Jadhav" userId="535c3d6d-72b8-4f77-8155-55f939173cf2" providerId="ADAL" clId="{F33F88E0-3380-47C4-AFDE-F1AC050ADA82}" dt="2026-01-25T16:04:40.773" v="6788" actId="790"/>
          <ac:spMkLst>
            <pc:docMk/>
            <pc:sldMk cId="3396204411" sldId="378"/>
            <ac:spMk id="117" creationId="{13200C11-782F-48EA-97E3-92F71C52A687}"/>
          </ac:spMkLst>
        </pc:spChg>
        <pc:spChg chg="mod">
          <ac:chgData name="Yash Jadhav" userId="535c3d6d-72b8-4f77-8155-55f939173cf2" providerId="ADAL" clId="{F33F88E0-3380-47C4-AFDE-F1AC050ADA82}" dt="2026-01-25T16:04:40.774" v="6789" actId="790"/>
          <ac:spMkLst>
            <pc:docMk/>
            <pc:sldMk cId="3396204411" sldId="378"/>
            <ac:spMk id="118" creationId="{C144F7C0-6377-4D6C-8957-A4FE6B08477B}"/>
          </ac:spMkLst>
        </pc:spChg>
        <pc:spChg chg="mod">
          <ac:chgData name="Yash Jadhav" userId="535c3d6d-72b8-4f77-8155-55f939173cf2" providerId="ADAL" clId="{F33F88E0-3380-47C4-AFDE-F1AC050ADA82}" dt="2026-01-25T16:04:40.776" v="6790" actId="790"/>
          <ac:spMkLst>
            <pc:docMk/>
            <pc:sldMk cId="3396204411" sldId="378"/>
            <ac:spMk id="119" creationId="{A66E873F-1BB5-4BAB-99F9-FCA3CFF279A7}"/>
          </ac:spMkLst>
        </pc:spChg>
        <pc:spChg chg="mod">
          <ac:chgData name="Yash Jadhav" userId="535c3d6d-72b8-4f77-8155-55f939173cf2" providerId="ADAL" clId="{F33F88E0-3380-47C4-AFDE-F1AC050ADA82}" dt="2026-01-25T16:04:40.778" v="6791" actId="790"/>
          <ac:spMkLst>
            <pc:docMk/>
            <pc:sldMk cId="3396204411" sldId="378"/>
            <ac:spMk id="120" creationId="{DE8C7B06-B741-4264-A9E4-E9539E69A639}"/>
          </ac:spMkLst>
        </pc:spChg>
        <pc:spChg chg="mod">
          <ac:chgData name="Yash Jadhav" userId="535c3d6d-72b8-4f77-8155-55f939173cf2" providerId="ADAL" clId="{F33F88E0-3380-47C4-AFDE-F1AC050ADA82}" dt="2026-01-25T16:04:40.791" v="6796" actId="790"/>
          <ac:spMkLst>
            <pc:docMk/>
            <pc:sldMk cId="3396204411" sldId="378"/>
            <ac:spMk id="148" creationId="{79A7F37D-0813-4C84-97B1-48719C7F38F0}"/>
          </ac:spMkLst>
        </pc:spChg>
        <pc:spChg chg="mod">
          <ac:chgData name="Yash Jadhav" userId="535c3d6d-72b8-4f77-8155-55f939173cf2" providerId="ADAL" clId="{F33F88E0-3380-47C4-AFDE-F1AC050ADA82}" dt="2026-01-25T16:04:40.793" v="6797" actId="790"/>
          <ac:spMkLst>
            <pc:docMk/>
            <pc:sldMk cId="3396204411" sldId="378"/>
            <ac:spMk id="149" creationId="{1EB38B4E-0EC9-4A97-AC9F-83155AFF4D10}"/>
          </ac:spMkLst>
        </pc:spChg>
        <pc:spChg chg="mod">
          <ac:chgData name="Yash Jadhav" userId="535c3d6d-72b8-4f77-8155-55f939173cf2" providerId="ADAL" clId="{F33F88E0-3380-47C4-AFDE-F1AC050ADA82}" dt="2026-01-25T16:04:40.796" v="6798" actId="790"/>
          <ac:spMkLst>
            <pc:docMk/>
            <pc:sldMk cId="3396204411" sldId="378"/>
            <ac:spMk id="150" creationId="{FFBE2522-C085-4DDF-98C6-436AD9A6B4FD}"/>
          </ac:spMkLst>
        </pc:spChg>
        <pc:spChg chg="mod">
          <ac:chgData name="Yash Jadhav" userId="535c3d6d-72b8-4f77-8155-55f939173cf2" providerId="ADAL" clId="{F33F88E0-3380-47C4-AFDE-F1AC050ADA82}" dt="2026-01-25T16:04:40.798" v="6799" actId="790"/>
          <ac:spMkLst>
            <pc:docMk/>
            <pc:sldMk cId="3396204411" sldId="378"/>
            <ac:spMk id="151" creationId="{79557DBA-BAB9-4BDA-BFD8-46281B897559}"/>
          </ac:spMkLst>
        </pc:spChg>
        <pc:spChg chg="mod">
          <ac:chgData name="Yash Jadhav" userId="535c3d6d-72b8-4f77-8155-55f939173cf2" providerId="ADAL" clId="{F33F88E0-3380-47C4-AFDE-F1AC050ADA82}" dt="2026-01-25T16:04:40.799" v="6800" actId="790"/>
          <ac:spMkLst>
            <pc:docMk/>
            <pc:sldMk cId="3396204411" sldId="378"/>
            <ac:spMk id="152" creationId="{1BCAAB67-1654-43EE-8685-08D617EF52B4}"/>
          </ac:spMkLst>
        </pc:spChg>
        <pc:spChg chg="mod">
          <ac:chgData name="Yash Jadhav" userId="535c3d6d-72b8-4f77-8155-55f939173cf2" providerId="ADAL" clId="{F33F88E0-3380-47C4-AFDE-F1AC050ADA82}" dt="2026-01-25T16:04:40.896" v="6841" actId="790"/>
          <ac:spMkLst>
            <pc:docMk/>
            <pc:sldMk cId="3396204411" sldId="378"/>
            <ac:spMk id="153" creationId="{B8F048E8-E434-2B4E-1538-C0A818A6B7BA}"/>
          </ac:spMkLst>
        </pc:spChg>
        <pc:spChg chg="mod">
          <ac:chgData name="Yash Jadhav" userId="535c3d6d-72b8-4f77-8155-55f939173cf2" providerId="ADAL" clId="{F33F88E0-3380-47C4-AFDE-F1AC050ADA82}" dt="2026-01-25T16:04:40.898" v="6842" actId="790"/>
          <ac:spMkLst>
            <pc:docMk/>
            <pc:sldMk cId="3396204411" sldId="378"/>
            <ac:spMk id="154" creationId="{F371F148-8DC8-215C-AC46-F734021CD236}"/>
          </ac:spMkLst>
        </pc:spChg>
        <pc:spChg chg="mod">
          <ac:chgData name="Yash Jadhav" userId="535c3d6d-72b8-4f77-8155-55f939173cf2" providerId="ADAL" clId="{F33F88E0-3380-47C4-AFDE-F1AC050ADA82}" dt="2026-01-25T16:04:40.901" v="6843" actId="790"/>
          <ac:spMkLst>
            <pc:docMk/>
            <pc:sldMk cId="3396204411" sldId="378"/>
            <ac:spMk id="155" creationId="{3535FBAC-DBCF-156F-8983-84FDC5AE79E8}"/>
          </ac:spMkLst>
        </pc:spChg>
        <pc:spChg chg="mod">
          <ac:chgData name="Yash Jadhav" userId="535c3d6d-72b8-4f77-8155-55f939173cf2" providerId="ADAL" clId="{F33F88E0-3380-47C4-AFDE-F1AC050ADA82}" dt="2026-01-25T16:04:40.904" v="6844" actId="790"/>
          <ac:spMkLst>
            <pc:docMk/>
            <pc:sldMk cId="3396204411" sldId="378"/>
            <ac:spMk id="156" creationId="{751E934E-C494-C090-C187-50DD59613886}"/>
          </ac:spMkLst>
        </pc:spChg>
        <pc:spChg chg="mod">
          <ac:chgData name="Yash Jadhav" userId="535c3d6d-72b8-4f77-8155-55f939173cf2" providerId="ADAL" clId="{F33F88E0-3380-47C4-AFDE-F1AC050ADA82}" dt="2026-01-25T16:04:40.905" v="6845" actId="790"/>
          <ac:spMkLst>
            <pc:docMk/>
            <pc:sldMk cId="3396204411" sldId="378"/>
            <ac:spMk id="157" creationId="{95C3BBA9-8C2B-4726-E45D-E5994946FA12}"/>
          </ac:spMkLst>
        </pc:spChg>
        <pc:spChg chg="mod">
          <ac:chgData name="Yash Jadhav" userId="535c3d6d-72b8-4f77-8155-55f939173cf2" providerId="ADAL" clId="{F33F88E0-3380-47C4-AFDE-F1AC050ADA82}" dt="2026-01-25T16:04:40.910" v="6846" actId="790"/>
          <ac:spMkLst>
            <pc:docMk/>
            <pc:sldMk cId="3396204411" sldId="378"/>
            <ac:spMk id="158" creationId="{A7D781A1-5169-57C7-6C9B-720CC29D5A4A}"/>
          </ac:spMkLst>
        </pc:spChg>
        <pc:spChg chg="mod">
          <ac:chgData name="Yash Jadhav" userId="535c3d6d-72b8-4f77-8155-55f939173cf2" providerId="ADAL" clId="{F33F88E0-3380-47C4-AFDE-F1AC050ADA82}" dt="2026-01-25T16:04:40.911" v="6847" actId="790"/>
          <ac:spMkLst>
            <pc:docMk/>
            <pc:sldMk cId="3396204411" sldId="378"/>
            <ac:spMk id="159" creationId="{180E4234-870E-6434-D0E0-80751B8EF2D9}"/>
          </ac:spMkLst>
        </pc:spChg>
        <pc:spChg chg="mod">
          <ac:chgData name="Yash Jadhav" userId="535c3d6d-72b8-4f77-8155-55f939173cf2" providerId="ADAL" clId="{F33F88E0-3380-47C4-AFDE-F1AC050ADA82}" dt="2026-01-25T16:04:40.913" v="6848" actId="790"/>
          <ac:spMkLst>
            <pc:docMk/>
            <pc:sldMk cId="3396204411" sldId="378"/>
            <ac:spMk id="160" creationId="{88DA3D3F-2EBC-C011-E1A2-30385960F8A0}"/>
          </ac:spMkLst>
        </pc:spChg>
        <pc:spChg chg="mod">
          <ac:chgData name="Yash Jadhav" userId="535c3d6d-72b8-4f77-8155-55f939173cf2" providerId="ADAL" clId="{F33F88E0-3380-47C4-AFDE-F1AC050ADA82}" dt="2026-01-25T16:04:40.804" v="6801" actId="790"/>
          <ac:spMkLst>
            <pc:docMk/>
            <pc:sldMk cId="3396204411" sldId="378"/>
            <ac:spMk id="193" creationId="{3C5B9B5F-DF3D-4AA0-8EC3-FACE103B480F}"/>
          </ac:spMkLst>
        </pc:spChg>
        <pc:spChg chg="mod">
          <ac:chgData name="Yash Jadhav" userId="535c3d6d-72b8-4f77-8155-55f939173cf2" providerId="ADAL" clId="{F33F88E0-3380-47C4-AFDE-F1AC050ADA82}" dt="2026-01-25T16:04:40.808" v="6802" actId="790"/>
          <ac:spMkLst>
            <pc:docMk/>
            <pc:sldMk cId="3396204411" sldId="378"/>
            <ac:spMk id="194" creationId="{819C64E3-9C8A-4CD8-A4F8-A4F2BCFE2984}"/>
          </ac:spMkLst>
        </pc:spChg>
        <pc:spChg chg="mod">
          <ac:chgData name="Yash Jadhav" userId="535c3d6d-72b8-4f77-8155-55f939173cf2" providerId="ADAL" clId="{F33F88E0-3380-47C4-AFDE-F1AC050ADA82}" dt="2026-01-25T16:04:40.811" v="6803" actId="790"/>
          <ac:spMkLst>
            <pc:docMk/>
            <pc:sldMk cId="3396204411" sldId="378"/>
            <ac:spMk id="195" creationId="{BE23D109-8451-4958-B1AB-01D187EAF50A}"/>
          </ac:spMkLst>
        </pc:spChg>
        <pc:spChg chg="mod">
          <ac:chgData name="Yash Jadhav" userId="535c3d6d-72b8-4f77-8155-55f939173cf2" providerId="ADAL" clId="{F33F88E0-3380-47C4-AFDE-F1AC050ADA82}" dt="2026-01-25T16:04:40.814" v="6804" actId="790"/>
          <ac:spMkLst>
            <pc:docMk/>
            <pc:sldMk cId="3396204411" sldId="378"/>
            <ac:spMk id="196" creationId="{B50CA240-40C8-45A2-8C1E-E78BEC413576}"/>
          </ac:spMkLst>
        </pc:spChg>
        <pc:spChg chg="mod">
          <ac:chgData name="Yash Jadhav" userId="535c3d6d-72b8-4f77-8155-55f939173cf2" providerId="ADAL" clId="{F33F88E0-3380-47C4-AFDE-F1AC050ADA82}" dt="2026-01-25T16:04:40.819" v="6805" actId="790"/>
          <ac:spMkLst>
            <pc:docMk/>
            <pc:sldMk cId="3396204411" sldId="378"/>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88279795" sldId="379"/>
        </pc:sldMkLst>
        <pc:spChg chg="mod ord">
          <ac:chgData name="Yash Jadhav" userId="535c3d6d-72b8-4f77-8155-55f939173cf2" providerId="ADAL" clId="{F33F88E0-3380-47C4-AFDE-F1AC050ADA82}" dt="2026-01-25T16:06:14.662" v="8413" actId="6264"/>
          <ac:spMkLst>
            <pc:docMk/>
            <pc:sldMk cId="1688279795" sldId="379"/>
            <ac:spMk id="2" creationId="{27597BA3-FE78-4E4D-B727-75E58F17E2A9}"/>
          </ac:spMkLst>
        </pc:spChg>
        <pc:spChg chg="mod">
          <ac:chgData name="Yash Jadhav" userId="535c3d6d-72b8-4f77-8155-55f939173cf2" providerId="ADAL" clId="{F33F88E0-3380-47C4-AFDE-F1AC050ADA82}" dt="2026-01-25T16:04:43.276" v="6969" actId="790"/>
          <ac:spMkLst>
            <pc:docMk/>
            <pc:sldMk cId="1688279795" sldId="379"/>
            <ac:spMk id="4" creationId="{9457E4BA-89A6-B287-03D0-3062E30E9CBE}"/>
          </ac:spMkLst>
        </pc:spChg>
        <pc:spChg chg="mod">
          <ac:chgData name="Yash Jadhav" userId="535c3d6d-72b8-4f77-8155-55f939173cf2" providerId="ADAL" clId="{F33F88E0-3380-47C4-AFDE-F1AC050ADA82}" dt="2026-01-25T16:04:43.280" v="6970" actId="790"/>
          <ac:spMkLst>
            <pc:docMk/>
            <pc:sldMk cId="1688279795" sldId="379"/>
            <ac:spMk id="5" creationId="{7FF6F29C-A276-4D7E-9708-FE3FB5DAA10A}"/>
          </ac:spMkLst>
        </pc:spChg>
        <pc:spChg chg="mod">
          <ac:chgData name="Yash Jadhav" userId="535c3d6d-72b8-4f77-8155-55f939173cf2" providerId="ADAL" clId="{F33F88E0-3380-47C4-AFDE-F1AC050ADA82}" dt="2026-01-25T16:04:43.284" v="6971" actId="790"/>
          <ac:spMkLst>
            <pc:docMk/>
            <pc:sldMk cId="1688279795" sldId="379"/>
            <ac:spMk id="6" creationId="{52D68B3B-A290-5854-C77F-B4C62F0421C0}"/>
          </ac:spMkLst>
        </pc:spChg>
        <pc:spChg chg="mod">
          <ac:chgData name="Yash Jadhav" userId="535c3d6d-72b8-4f77-8155-55f939173cf2" providerId="ADAL" clId="{F33F88E0-3380-47C4-AFDE-F1AC050ADA82}" dt="2026-01-25T16:04:43.287" v="6972" actId="790"/>
          <ac:spMkLst>
            <pc:docMk/>
            <pc:sldMk cId="1688279795" sldId="379"/>
            <ac:spMk id="7" creationId="{8D74A184-61CC-9D73-B1B9-6C70523ED56F}"/>
          </ac:spMkLst>
        </pc:spChg>
        <pc:spChg chg="mod">
          <ac:chgData name="Yash Jadhav" userId="535c3d6d-72b8-4f77-8155-55f939173cf2" providerId="ADAL" clId="{F33F88E0-3380-47C4-AFDE-F1AC050ADA82}" dt="2026-01-25T16:04:43.315" v="6981" actId="790"/>
          <ac:spMkLst>
            <pc:docMk/>
            <pc:sldMk cId="1688279795" sldId="379"/>
            <ac:spMk id="9" creationId="{7F162014-2D7A-7467-E30D-323AFE44A52F}"/>
          </ac:spMkLst>
        </pc:spChg>
        <pc:spChg chg="mod">
          <ac:chgData name="Yash Jadhav" userId="535c3d6d-72b8-4f77-8155-55f939173cf2" providerId="ADAL" clId="{F33F88E0-3380-47C4-AFDE-F1AC050ADA82}" dt="2026-01-25T16:04:43.317" v="6982" actId="790"/>
          <ac:spMkLst>
            <pc:docMk/>
            <pc:sldMk cId="1688279795" sldId="379"/>
            <ac:spMk id="10" creationId="{C9AAED1D-6D21-6547-05EB-C1C92E7E40D6}"/>
          </ac:spMkLst>
        </pc:spChg>
        <pc:spChg chg="mod">
          <ac:chgData name="Yash Jadhav" userId="535c3d6d-72b8-4f77-8155-55f939173cf2" providerId="ADAL" clId="{F33F88E0-3380-47C4-AFDE-F1AC050ADA82}" dt="2026-01-25T16:04:43.320" v="6983" actId="790"/>
          <ac:spMkLst>
            <pc:docMk/>
            <pc:sldMk cId="1688279795" sldId="379"/>
            <ac:spMk id="11" creationId="{F6ED71D7-6A39-4B6C-661A-2828EC3B38C8}"/>
          </ac:spMkLst>
        </pc:spChg>
        <pc:spChg chg="mod">
          <ac:chgData name="Yash Jadhav" userId="535c3d6d-72b8-4f77-8155-55f939173cf2" providerId="ADAL" clId="{F33F88E0-3380-47C4-AFDE-F1AC050ADA82}" dt="2026-01-25T16:04:43.321" v="6984" actId="790"/>
          <ac:spMkLst>
            <pc:docMk/>
            <pc:sldMk cId="1688279795" sldId="379"/>
            <ac:spMk id="12" creationId="{AC036D3D-F3A9-9965-95CD-66DC91B81670}"/>
          </ac:spMkLst>
        </pc:spChg>
        <pc:spChg chg="mod">
          <ac:chgData name="Yash Jadhav" userId="535c3d6d-72b8-4f77-8155-55f939173cf2" providerId="ADAL" clId="{F33F88E0-3380-47C4-AFDE-F1AC050ADA82}" dt="2026-01-25T16:04:43.328" v="6985" actId="790"/>
          <ac:spMkLst>
            <pc:docMk/>
            <pc:sldMk cId="1688279795" sldId="379"/>
            <ac:spMk id="14" creationId="{9282E6C6-A0A4-73FB-3383-25BD5FA47658}"/>
          </ac:spMkLst>
        </pc:spChg>
        <pc:spChg chg="mod">
          <ac:chgData name="Yash Jadhav" userId="535c3d6d-72b8-4f77-8155-55f939173cf2" providerId="ADAL" clId="{F33F88E0-3380-47C4-AFDE-F1AC050ADA82}" dt="2026-01-25T16:04:43.331" v="6986" actId="790"/>
          <ac:spMkLst>
            <pc:docMk/>
            <pc:sldMk cId="1688279795" sldId="379"/>
            <ac:spMk id="15" creationId="{52028A62-87D7-EB18-3717-6525C69F521A}"/>
          </ac:spMkLst>
        </pc:spChg>
        <pc:spChg chg="mod">
          <ac:chgData name="Yash Jadhav" userId="535c3d6d-72b8-4f77-8155-55f939173cf2" providerId="ADAL" clId="{F33F88E0-3380-47C4-AFDE-F1AC050ADA82}" dt="2026-01-25T16:04:43.334" v="6987" actId="790"/>
          <ac:spMkLst>
            <pc:docMk/>
            <pc:sldMk cId="1688279795" sldId="379"/>
            <ac:spMk id="16" creationId="{5117E829-CE09-87B7-C7A3-2BAE4847BB4E}"/>
          </ac:spMkLst>
        </pc:spChg>
        <pc:spChg chg="mod">
          <ac:chgData name="Yash Jadhav" userId="535c3d6d-72b8-4f77-8155-55f939173cf2" providerId="ADAL" clId="{F33F88E0-3380-47C4-AFDE-F1AC050ADA82}" dt="2026-01-25T16:04:43.338" v="6988" actId="790"/>
          <ac:spMkLst>
            <pc:docMk/>
            <pc:sldMk cId="1688279795" sldId="379"/>
            <ac:spMk id="17" creationId="{0F5F48E1-7654-DF93-4976-CE6985451354}"/>
          </ac:spMkLst>
        </pc:spChg>
        <pc:spChg chg="mod">
          <ac:chgData name="Yash Jadhav" userId="535c3d6d-72b8-4f77-8155-55f939173cf2" providerId="ADAL" clId="{F33F88E0-3380-47C4-AFDE-F1AC050ADA82}" dt="2026-01-25T16:04:43.341" v="6989" actId="790"/>
          <ac:spMkLst>
            <pc:docMk/>
            <pc:sldMk cId="1688279795" sldId="379"/>
            <ac:spMk id="18" creationId="{F0758D06-A578-209E-C12F-EC9337A302DE}"/>
          </ac:spMkLst>
        </pc:spChg>
        <pc:spChg chg="mod">
          <ac:chgData name="Yash Jadhav" userId="535c3d6d-72b8-4f77-8155-55f939173cf2" providerId="ADAL" clId="{F33F88E0-3380-47C4-AFDE-F1AC050ADA82}" dt="2026-01-25T16:04:43.345" v="6990" actId="790"/>
          <ac:spMkLst>
            <pc:docMk/>
            <pc:sldMk cId="1688279795" sldId="379"/>
            <ac:spMk id="19" creationId="{5943C253-2B19-EE4B-54EC-0F754B2CD2D0}"/>
          </ac:spMkLst>
        </pc:spChg>
        <pc:spChg chg="mod">
          <ac:chgData name="Yash Jadhav" userId="535c3d6d-72b8-4f77-8155-55f939173cf2" providerId="ADAL" clId="{F33F88E0-3380-47C4-AFDE-F1AC050ADA82}" dt="2026-01-25T16:04:43.352" v="6991"/>
          <ac:spMkLst>
            <pc:docMk/>
            <pc:sldMk cId="1688279795" sldId="379"/>
            <ac:spMk id="21" creationId="{B3F38225-AC82-992D-A87D-A7A265404310}"/>
          </ac:spMkLst>
        </pc:spChg>
        <pc:spChg chg="mod">
          <ac:chgData name="Yash Jadhav" userId="535c3d6d-72b8-4f77-8155-55f939173cf2" providerId="ADAL" clId="{F33F88E0-3380-47C4-AFDE-F1AC050ADA82}" dt="2026-01-25T16:04:43.355" v="6992"/>
          <ac:spMkLst>
            <pc:docMk/>
            <pc:sldMk cId="1688279795" sldId="379"/>
            <ac:spMk id="22" creationId="{B6A865E3-D817-51F8-76CD-A3D43D82F63F}"/>
          </ac:spMkLst>
        </pc:spChg>
        <pc:spChg chg="mod">
          <ac:chgData name="Yash Jadhav" userId="535c3d6d-72b8-4f77-8155-55f939173cf2" providerId="ADAL" clId="{F33F88E0-3380-47C4-AFDE-F1AC050ADA82}" dt="2026-01-25T16:04:43.356" v="6993"/>
          <ac:spMkLst>
            <pc:docMk/>
            <pc:sldMk cId="1688279795" sldId="379"/>
            <ac:spMk id="23" creationId="{FEC7B6B1-54B2-EE24-30B5-DA3EADAE1279}"/>
          </ac:spMkLst>
        </pc:spChg>
        <pc:spChg chg="mod">
          <ac:chgData name="Yash Jadhav" userId="535c3d6d-72b8-4f77-8155-55f939173cf2" providerId="ADAL" clId="{F33F88E0-3380-47C4-AFDE-F1AC050ADA82}" dt="2026-01-25T16:04:43.358" v="6994"/>
          <ac:spMkLst>
            <pc:docMk/>
            <pc:sldMk cId="1688279795" sldId="379"/>
            <ac:spMk id="24" creationId="{64319EEF-7113-924C-7A54-2DE00DC8C5A7}"/>
          </ac:spMkLst>
        </pc:spChg>
        <pc:spChg chg="mod">
          <ac:chgData name="Yash Jadhav" userId="535c3d6d-72b8-4f77-8155-55f939173cf2" providerId="ADAL" clId="{F33F88E0-3380-47C4-AFDE-F1AC050ADA82}" dt="2026-01-25T16:04:43.359" v="6995"/>
          <ac:spMkLst>
            <pc:docMk/>
            <pc:sldMk cId="1688279795" sldId="379"/>
            <ac:spMk id="25" creationId="{744967C9-BA4E-6A32-34C4-744DC22F4413}"/>
          </ac:spMkLst>
        </pc:spChg>
        <pc:spChg chg="mod">
          <ac:chgData name="Yash Jadhav" userId="535c3d6d-72b8-4f77-8155-55f939173cf2" providerId="ADAL" clId="{F33F88E0-3380-47C4-AFDE-F1AC050ADA82}" dt="2026-01-25T16:04:43.361" v="6996"/>
          <ac:spMkLst>
            <pc:docMk/>
            <pc:sldMk cId="1688279795" sldId="379"/>
            <ac:spMk id="26" creationId="{45745011-412D-2788-B442-0D7F0CE94F1C}"/>
          </ac:spMkLst>
        </pc:spChg>
        <pc:spChg chg="mod">
          <ac:chgData name="Yash Jadhav" userId="535c3d6d-72b8-4f77-8155-55f939173cf2" providerId="ADAL" clId="{F33F88E0-3380-47C4-AFDE-F1AC050ADA82}" dt="2026-01-25T16:04:43.362" v="6997"/>
          <ac:spMkLst>
            <pc:docMk/>
            <pc:sldMk cId="1688279795" sldId="379"/>
            <ac:spMk id="27" creationId="{D0A943C5-FBC7-6264-3062-9811A3508EFD}"/>
          </ac:spMkLst>
        </pc:spChg>
        <pc:spChg chg="mod">
          <ac:chgData name="Yash Jadhav" userId="535c3d6d-72b8-4f77-8155-55f939173cf2" providerId="ADAL" clId="{F33F88E0-3380-47C4-AFDE-F1AC050ADA82}" dt="2026-01-25T16:04:43.363" v="6998"/>
          <ac:spMkLst>
            <pc:docMk/>
            <pc:sldMk cId="1688279795" sldId="379"/>
            <ac:spMk id="28" creationId="{746D195F-FB34-E191-A1B2-A072C18B57F6}"/>
          </ac:spMkLst>
        </pc:spChg>
        <pc:spChg chg="mod">
          <ac:chgData name="Yash Jadhav" userId="535c3d6d-72b8-4f77-8155-55f939173cf2" providerId="ADAL" clId="{F33F88E0-3380-47C4-AFDE-F1AC050ADA82}" dt="2026-01-25T16:04:43.364" v="6999"/>
          <ac:spMkLst>
            <pc:docMk/>
            <pc:sldMk cId="1688279795" sldId="379"/>
            <ac:spMk id="29" creationId="{9F921D4F-DFC5-5193-1268-D9CA7839C250}"/>
          </ac:spMkLst>
        </pc:spChg>
        <pc:spChg chg="mod">
          <ac:chgData name="Yash Jadhav" userId="535c3d6d-72b8-4f77-8155-55f939173cf2" providerId="ADAL" clId="{F33F88E0-3380-47C4-AFDE-F1AC050ADA82}" dt="2026-01-25T16:04:43.366" v="7000"/>
          <ac:spMkLst>
            <pc:docMk/>
            <pc:sldMk cId="1688279795" sldId="379"/>
            <ac:spMk id="30" creationId="{B7203655-41A2-7619-4FCF-10BF51603783}"/>
          </ac:spMkLst>
        </pc:spChg>
        <pc:spChg chg="mod">
          <ac:chgData name="Yash Jadhav" userId="535c3d6d-72b8-4f77-8155-55f939173cf2" providerId="ADAL" clId="{F33F88E0-3380-47C4-AFDE-F1AC050ADA82}" dt="2026-01-25T16:04:43.367" v="7001"/>
          <ac:spMkLst>
            <pc:docMk/>
            <pc:sldMk cId="1688279795" sldId="379"/>
            <ac:spMk id="31" creationId="{4E0B8D0F-318B-F1B4-2296-9F551332BDD3}"/>
          </ac:spMkLst>
        </pc:spChg>
        <pc:spChg chg="mod">
          <ac:chgData name="Yash Jadhav" userId="535c3d6d-72b8-4f77-8155-55f939173cf2" providerId="ADAL" clId="{F33F88E0-3380-47C4-AFDE-F1AC050ADA82}" dt="2026-01-25T16:04:43.368" v="7002"/>
          <ac:spMkLst>
            <pc:docMk/>
            <pc:sldMk cId="1688279795" sldId="379"/>
            <ac:spMk id="32" creationId="{6944D3F7-918C-244E-3AE3-FB1CEA215D28}"/>
          </ac:spMkLst>
        </pc:spChg>
        <pc:spChg chg="mod">
          <ac:chgData name="Yash Jadhav" userId="535c3d6d-72b8-4f77-8155-55f939173cf2" providerId="ADAL" clId="{F33F88E0-3380-47C4-AFDE-F1AC050ADA82}" dt="2026-01-25T16:04:43.369" v="7003"/>
          <ac:spMkLst>
            <pc:docMk/>
            <pc:sldMk cId="1688279795" sldId="379"/>
            <ac:spMk id="34" creationId="{D81EFC00-7CE8-8DAA-DA20-F71FD87147A7}"/>
          </ac:spMkLst>
        </pc:spChg>
        <pc:spChg chg="mod">
          <ac:chgData name="Yash Jadhav" userId="535c3d6d-72b8-4f77-8155-55f939173cf2" providerId="ADAL" clId="{F33F88E0-3380-47C4-AFDE-F1AC050ADA82}" dt="2026-01-25T16:04:43.370" v="7004"/>
          <ac:spMkLst>
            <pc:docMk/>
            <pc:sldMk cId="1688279795" sldId="379"/>
            <ac:spMk id="35" creationId="{B7F7F694-71B0-2D5A-259E-57ABCF3BC12F}"/>
          </ac:spMkLst>
        </pc:spChg>
        <pc:spChg chg="mod">
          <ac:chgData name="Yash Jadhav" userId="535c3d6d-72b8-4f77-8155-55f939173cf2" providerId="ADAL" clId="{F33F88E0-3380-47C4-AFDE-F1AC050ADA82}" dt="2026-01-25T16:04:43.371" v="7005"/>
          <ac:spMkLst>
            <pc:docMk/>
            <pc:sldMk cId="1688279795" sldId="379"/>
            <ac:spMk id="36" creationId="{CB3F3942-C7F4-8D37-4FE6-930B35D8E0DC}"/>
          </ac:spMkLst>
        </pc:spChg>
        <pc:spChg chg="mod">
          <ac:chgData name="Yash Jadhav" userId="535c3d6d-72b8-4f77-8155-55f939173cf2" providerId="ADAL" clId="{F33F88E0-3380-47C4-AFDE-F1AC050ADA82}" dt="2026-01-25T16:04:43.372" v="7006"/>
          <ac:spMkLst>
            <pc:docMk/>
            <pc:sldMk cId="1688279795" sldId="379"/>
            <ac:spMk id="37" creationId="{44FCA0A5-8B80-8ACD-964B-A7177B8D048C}"/>
          </ac:spMkLst>
        </pc:spChg>
        <pc:spChg chg="mod">
          <ac:chgData name="Yash Jadhav" userId="535c3d6d-72b8-4f77-8155-55f939173cf2" providerId="ADAL" clId="{F33F88E0-3380-47C4-AFDE-F1AC050ADA82}" dt="2026-01-25T16:04:43.372" v="7007"/>
          <ac:spMkLst>
            <pc:docMk/>
            <pc:sldMk cId="1688279795" sldId="379"/>
            <ac:spMk id="38" creationId="{54934C4C-7016-C021-D02C-551B4455F107}"/>
          </ac:spMkLst>
        </pc:spChg>
        <pc:spChg chg="mod">
          <ac:chgData name="Yash Jadhav" userId="535c3d6d-72b8-4f77-8155-55f939173cf2" providerId="ADAL" clId="{F33F88E0-3380-47C4-AFDE-F1AC050ADA82}" dt="2026-01-25T16:04:43.374" v="7008"/>
          <ac:spMkLst>
            <pc:docMk/>
            <pc:sldMk cId="1688279795" sldId="379"/>
            <ac:spMk id="39" creationId="{FEA54CBC-7DC2-F6AE-1B36-BCFB44AAF3BC}"/>
          </ac:spMkLst>
        </pc:spChg>
        <pc:spChg chg="mod">
          <ac:chgData name="Yash Jadhav" userId="535c3d6d-72b8-4f77-8155-55f939173cf2" providerId="ADAL" clId="{F33F88E0-3380-47C4-AFDE-F1AC050ADA82}" dt="2026-01-25T16:04:43.375" v="7009"/>
          <ac:spMkLst>
            <pc:docMk/>
            <pc:sldMk cId="1688279795" sldId="379"/>
            <ac:spMk id="40" creationId="{50871B81-E7CB-62B9-3375-BA128C845611}"/>
          </ac:spMkLst>
        </pc:spChg>
        <pc:spChg chg="mod">
          <ac:chgData name="Yash Jadhav" userId="535c3d6d-72b8-4f77-8155-55f939173cf2" providerId="ADAL" clId="{F33F88E0-3380-47C4-AFDE-F1AC050ADA82}" dt="2026-01-25T16:04:43.376" v="7010"/>
          <ac:spMkLst>
            <pc:docMk/>
            <pc:sldMk cId="1688279795" sldId="379"/>
            <ac:spMk id="41" creationId="{6AF4E03C-19A3-020A-5D91-4D7EEFC8EFB2}"/>
          </ac:spMkLst>
        </pc:spChg>
        <pc:spChg chg="mod">
          <ac:chgData name="Yash Jadhav" userId="535c3d6d-72b8-4f77-8155-55f939173cf2" providerId="ADAL" clId="{F33F88E0-3380-47C4-AFDE-F1AC050ADA82}" dt="2026-01-25T16:04:43.378" v="7011"/>
          <ac:spMkLst>
            <pc:docMk/>
            <pc:sldMk cId="1688279795" sldId="379"/>
            <ac:spMk id="42" creationId="{10069549-1E4F-101B-052C-B0886F0A0B30}"/>
          </ac:spMkLst>
        </pc:spChg>
        <pc:spChg chg="mod">
          <ac:chgData name="Yash Jadhav" userId="535c3d6d-72b8-4f77-8155-55f939173cf2" providerId="ADAL" clId="{F33F88E0-3380-47C4-AFDE-F1AC050ADA82}" dt="2026-01-25T16:04:43.379" v="7012"/>
          <ac:spMkLst>
            <pc:docMk/>
            <pc:sldMk cId="1688279795" sldId="379"/>
            <ac:spMk id="43" creationId="{AF45C90B-AA46-519E-D2CE-BFAE88AE7F5D}"/>
          </ac:spMkLst>
        </pc:spChg>
        <pc:spChg chg="mod">
          <ac:chgData name="Yash Jadhav" userId="535c3d6d-72b8-4f77-8155-55f939173cf2" providerId="ADAL" clId="{F33F88E0-3380-47C4-AFDE-F1AC050ADA82}" dt="2026-01-25T16:04:43.380" v="7013"/>
          <ac:spMkLst>
            <pc:docMk/>
            <pc:sldMk cId="1688279795" sldId="379"/>
            <ac:spMk id="44" creationId="{08278C19-BB62-E7B1-7957-04A65104EA0A}"/>
          </ac:spMkLst>
        </pc:spChg>
        <pc:spChg chg="mod">
          <ac:chgData name="Yash Jadhav" userId="535c3d6d-72b8-4f77-8155-55f939173cf2" providerId="ADAL" clId="{F33F88E0-3380-47C4-AFDE-F1AC050ADA82}" dt="2026-01-25T16:04:43.382" v="7014"/>
          <ac:spMkLst>
            <pc:docMk/>
            <pc:sldMk cId="1688279795" sldId="379"/>
            <ac:spMk id="45" creationId="{8C567EDB-8D10-B7EE-3EB9-9717CCBB26CB}"/>
          </ac:spMkLst>
        </pc:spChg>
        <pc:spChg chg="mod">
          <ac:chgData name="Yash Jadhav" userId="535c3d6d-72b8-4f77-8155-55f939173cf2" providerId="ADAL" clId="{F33F88E0-3380-47C4-AFDE-F1AC050ADA82}" dt="2026-01-25T16:04:43.383" v="7015"/>
          <ac:spMkLst>
            <pc:docMk/>
            <pc:sldMk cId="1688279795" sldId="379"/>
            <ac:spMk id="46" creationId="{043AC21B-66B9-F121-E174-DFCB624CE41F}"/>
          </ac:spMkLst>
        </pc:spChg>
        <pc:spChg chg="mod">
          <ac:chgData name="Yash Jadhav" userId="535c3d6d-72b8-4f77-8155-55f939173cf2" providerId="ADAL" clId="{F33F88E0-3380-47C4-AFDE-F1AC050ADA82}" dt="2026-01-25T16:04:43.385" v="7016" actId="790"/>
          <ac:spMkLst>
            <pc:docMk/>
            <pc:sldMk cId="1688279795" sldId="379"/>
            <ac:spMk id="47" creationId="{C6C6F409-29D3-2174-0D43-C9B5DA4EC960}"/>
          </ac:spMkLst>
        </pc:spChg>
        <pc:spChg chg="mod">
          <ac:chgData name="Yash Jadhav" userId="535c3d6d-72b8-4f77-8155-55f939173cf2" providerId="ADAL" clId="{F33F88E0-3380-47C4-AFDE-F1AC050ADA82}" dt="2026-01-25T16:04:43.390" v="7017" actId="790"/>
          <ac:spMkLst>
            <pc:docMk/>
            <pc:sldMk cId="1688279795" sldId="379"/>
            <ac:spMk id="49" creationId="{77C32FF4-4659-822D-C7B7-B87F79217054}"/>
          </ac:spMkLst>
        </pc:spChg>
        <pc:spChg chg="mod">
          <ac:chgData name="Yash Jadhav" userId="535c3d6d-72b8-4f77-8155-55f939173cf2" providerId="ADAL" clId="{F33F88E0-3380-47C4-AFDE-F1AC050ADA82}" dt="2026-01-25T16:04:43.393" v="7018" actId="790"/>
          <ac:spMkLst>
            <pc:docMk/>
            <pc:sldMk cId="1688279795" sldId="379"/>
            <ac:spMk id="50" creationId="{D4D8DAF0-47FE-7FE1-ABAF-3A7F357AD4B7}"/>
          </ac:spMkLst>
        </pc:spChg>
        <pc:spChg chg="mod">
          <ac:chgData name="Yash Jadhav" userId="535c3d6d-72b8-4f77-8155-55f939173cf2" providerId="ADAL" clId="{F33F88E0-3380-47C4-AFDE-F1AC050ADA82}" dt="2026-01-25T16:04:43.395" v="7019" actId="790"/>
          <ac:spMkLst>
            <pc:docMk/>
            <pc:sldMk cId="1688279795" sldId="379"/>
            <ac:spMk id="51" creationId="{D4F81494-73B3-8DA7-04A7-E46ACB3FCA13}"/>
          </ac:spMkLst>
        </pc:spChg>
        <pc:spChg chg="mod">
          <ac:chgData name="Yash Jadhav" userId="535c3d6d-72b8-4f77-8155-55f939173cf2" providerId="ADAL" clId="{F33F88E0-3380-47C4-AFDE-F1AC050ADA82}" dt="2026-01-25T16:04:43.397" v="7020" actId="790"/>
          <ac:spMkLst>
            <pc:docMk/>
            <pc:sldMk cId="1688279795" sldId="379"/>
            <ac:spMk id="52" creationId="{758EFBF4-5803-4885-4C76-1002914090F9}"/>
          </ac:spMkLst>
        </pc:spChg>
        <pc:spChg chg="mod">
          <ac:chgData name="Yash Jadhav" userId="535c3d6d-72b8-4f77-8155-55f939173cf2" providerId="ADAL" clId="{F33F88E0-3380-47C4-AFDE-F1AC050ADA82}" dt="2026-01-25T16:04:43.400" v="7021" actId="790"/>
          <ac:spMkLst>
            <pc:docMk/>
            <pc:sldMk cId="1688279795" sldId="379"/>
            <ac:spMk id="53" creationId="{11CE3BED-B3F0-D768-5D52-E5529DC45E68}"/>
          </ac:spMkLst>
        </pc:spChg>
        <pc:spChg chg="mod">
          <ac:chgData name="Yash Jadhav" userId="535c3d6d-72b8-4f77-8155-55f939173cf2" providerId="ADAL" clId="{F33F88E0-3380-47C4-AFDE-F1AC050ADA82}" dt="2026-01-25T16:04:43.403" v="7022" actId="790"/>
          <ac:spMkLst>
            <pc:docMk/>
            <pc:sldMk cId="1688279795" sldId="379"/>
            <ac:spMk id="54" creationId="{AD4148AF-1E98-23EC-D7A6-5AA2D2FE2C97}"/>
          </ac:spMkLst>
        </pc:spChg>
        <pc:spChg chg="mod">
          <ac:chgData name="Yash Jadhav" userId="535c3d6d-72b8-4f77-8155-55f939173cf2" providerId="ADAL" clId="{F33F88E0-3380-47C4-AFDE-F1AC050ADA82}" dt="2026-01-25T16:04:43.405" v="7023" actId="790"/>
          <ac:spMkLst>
            <pc:docMk/>
            <pc:sldMk cId="1688279795" sldId="379"/>
            <ac:spMk id="55" creationId="{B6C8B93A-4E0A-F2CC-9F65-C8CD33E4114B}"/>
          </ac:spMkLst>
        </pc:spChg>
        <pc:spChg chg="mod">
          <ac:chgData name="Yash Jadhav" userId="535c3d6d-72b8-4f77-8155-55f939173cf2" providerId="ADAL" clId="{F33F88E0-3380-47C4-AFDE-F1AC050ADA82}" dt="2026-01-25T16:04:43.408" v="7024" actId="790"/>
          <ac:spMkLst>
            <pc:docMk/>
            <pc:sldMk cId="1688279795" sldId="379"/>
            <ac:spMk id="56" creationId="{E5D6F05C-D2F7-F738-F235-9A5A0556D1F6}"/>
          </ac:spMkLst>
        </pc:spChg>
        <pc:spChg chg="mod">
          <ac:chgData name="Yash Jadhav" userId="535c3d6d-72b8-4f77-8155-55f939173cf2" providerId="ADAL" clId="{F33F88E0-3380-47C4-AFDE-F1AC050ADA82}" dt="2026-01-25T16:04:43.410" v="7025" actId="790"/>
          <ac:spMkLst>
            <pc:docMk/>
            <pc:sldMk cId="1688279795" sldId="379"/>
            <ac:spMk id="57" creationId="{45C11A7A-797B-211B-154A-F54FF548FDE6}"/>
          </ac:spMkLst>
        </pc:spChg>
        <pc:spChg chg="mod">
          <ac:chgData name="Yash Jadhav" userId="535c3d6d-72b8-4f77-8155-55f939173cf2" providerId="ADAL" clId="{F33F88E0-3380-47C4-AFDE-F1AC050ADA82}" dt="2026-01-25T16:04:43.412" v="7026" actId="790"/>
          <ac:spMkLst>
            <pc:docMk/>
            <pc:sldMk cId="1688279795" sldId="379"/>
            <ac:spMk id="58" creationId="{88A195B4-CDB4-7AFE-623D-4342BF92E78A}"/>
          </ac:spMkLst>
        </pc:spChg>
        <pc:spChg chg="mod">
          <ac:chgData name="Yash Jadhav" userId="535c3d6d-72b8-4f77-8155-55f939173cf2" providerId="ADAL" clId="{F33F88E0-3380-47C4-AFDE-F1AC050ADA82}" dt="2026-01-25T16:04:43.414" v="7027" actId="790"/>
          <ac:spMkLst>
            <pc:docMk/>
            <pc:sldMk cId="1688279795" sldId="379"/>
            <ac:spMk id="59" creationId="{A5C0EC22-BD72-3125-D970-F9EC88E6F24D}"/>
          </ac:spMkLst>
        </pc:spChg>
        <pc:spChg chg="mod">
          <ac:chgData name="Yash Jadhav" userId="535c3d6d-72b8-4f77-8155-55f939173cf2" providerId="ADAL" clId="{F33F88E0-3380-47C4-AFDE-F1AC050ADA82}" dt="2026-01-25T16:04:43.417" v="7028" actId="790"/>
          <ac:spMkLst>
            <pc:docMk/>
            <pc:sldMk cId="1688279795" sldId="379"/>
            <ac:spMk id="60" creationId="{2F687315-73BB-05E8-F266-41C761B58611}"/>
          </ac:spMkLst>
        </pc:spChg>
        <pc:spChg chg="add del mod">
          <ac:chgData name="Yash Jadhav" userId="535c3d6d-72b8-4f77-8155-55f939173cf2" providerId="ADAL" clId="{F33F88E0-3380-47C4-AFDE-F1AC050ADA82}" dt="2026-01-25T16:06:14.662" v="8413" actId="6264"/>
          <ac:spMkLst>
            <pc:docMk/>
            <pc:sldMk cId="1688279795" sldId="379"/>
            <ac:spMk id="61" creationId="{B34160F5-185B-E5E1-2CA9-5FD8A9DE6EA3}"/>
          </ac:spMkLst>
        </pc:spChg>
        <pc:spChg chg="mod">
          <ac:chgData name="Yash Jadhav" userId="535c3d6d-72b8-4f77-8155-55f939173cf2" providerId="ADAL" clId="{F33F88E0-3380-47C4-AFDE-F1AC050ADA82}" dt="2026-01-25T16:04:42.950" v="6859" actId="790"/>
          <ac:spMkLst>
            <pc:docMk/>
            <pc:sldMk cId="1688279795" sldId="379"/>
            <ac:spMk id="128" creationId="{751B7075-3EC1-4784-A439-AC0A2F2AAF3B}"/>
          </ac:spMkLst>
        </pc:spChg>
        <pc:spChg chg="mod">
          <ac:chgData name="Yash Jadhav" userId="535c3d6d-72b8-4f77-8155-55f939173cf2" providerId="ADAL" clId="{F33F88E0-3380-47C4-AFDE-F1AC050ADA82}" dt="2026-01-25T16:04:42.942" v="6857" actId="790"/>
          <ac:spMkLst>
            <pc:docMk/>
            <pc:sldMk cId="1688279795" sldId="379"/>
            <ac:spMk id="129" creationId="{12DE5F2A-F4D4-495D-BFE2-2740EFFD3A18}"/>
          </ac:spMkLst>
        </pc:spChg>
        <pc:spChg chg="mod">
          <ac:chgData name="Yash Jadhav" userId="535c3d6d-72b8-4f77-8155-55f939173cf2" providerId="ADAL" clId="{F33F88E0-3380-47C4-AFDE-F1AC050ADA82}" dt="2026-01-25T16:04:42.946" v="6858" actId="790"/>
          <ac:spMkLst>
            <pc:docMk/>
            <pc:sldMk cId="1688279795" sldId="379"/>
            <ac:spMk id="130" creationId="{042759AE-C1D4-4D6C-A7D3-BD21880B25BF}"/>
          </ac:spMkLst>
        </pc:spChg>
        <pc:spChg chg="mod">
          <ac:chgData name="Yash Jadhav" userId="535c3d6d-72b8-4f77-8155-55f939173cf2" providerId="ADAL" clId="{F33F88E0-3380-47C4-AFDE-F1AC050ADA82}" dt="2026-01-25T16:04:42.954" v="6860" actId="790"/>
          <ac:spMkLst>
            <pc:docMk/>
            <pc:sldMk cId="1688279795" sldId="379"/>
            <ac:spMk id="131" creationId="{5466D4CE-9254-48BC-8CA4-C42E965B68D7}"/>
          </ac:spMkLst>
        </pc:spChg>
        <pc:spChg chg="mod">
          <ac:chgData name="Yash Jadhav" userId="535c3d6d-72b8-4f77-8155-55f939173cf2" providerId="ADAL" clId="{F33F88E0-3380-47C4-AFDE-F1AC050ADA82}" dt="2026-01-25T16:04:42.928" v="6854" actId="790"/>
          <ac:spMkLst>
            <pc:docMk/>
            <pc:sldMk cId="1688279795" sldId="379"/>
            <ac:spMk id="136" creationId="{78077D7D-24F9-4792-AC62-EA64E79BC7E9}"/>
          </ac:spMkLst>
        </pc:spChg>
        <pc:spChg chg="mod">
          <ac:chgData name="Yash Jadhav" userId="535c3d6d-72b8-4f77-8155-55f939173cf2" providerId="ADAL" clId="{F33F88E0-3380-47C4-AFDE-F1AC050ADA82}" dt="2026-01-25T16:04:42.924" v="6853" actId="790"/>
          <ac:spMkLst>
            <pc:docMk/>
            <pc:sldMk cId="1688279795" sldId="379"/>
            <ac:spMk id="137" creationId="{051AE5E0-5C37-419E-BF3A-C7C0FAC77981}"/>
          </ac:spMkLst>
        </pc:spChg>
        <pc:spChg chg="mod">
          <ac:chgData name="Yash Jadhav" userId="535c3d6d-72b8-4f77-8155-55f939173cf2" providerId="ADAL" clId="{F33F88E0-3380-47C4-AFDE-F1AC050ADA82}" dt="2026-01-25T16:04:42.931" v="6855" actId="790"/>
          <ac:spMkLst>
            <pc:docMk/>
            <pc:sldMk cId="1688279795" sldId="379"/>
            <ac:spMk id="138" creationId="{5B3B82AD-5210-4E80-B1EF-637445FF4CF7}"/>
          </ac:spMkLst>
        </pc:spChg>
        <pc:spChg chg="mod">
          <ac:chgData name="Yash Jadhav" userId="535c3d6d-72b8-4f77-8155-55f939173cf2" providerId="ADAL" clId="{F33F88E0-3380-47C4-AFDE-F1AC050ADA82}" dt="2026-01-25T16:04:42.937" v="6856" actId="790"/>
          <ac:spMkLst>
            <pc:docMk/>
            <pc:sldMk cId="1688279795" sldId="379"/>
            <ac:spMk id="139" creationId="{271F4B9E-5B27-4C14-902C-483D395C9B2C}"/>
          </ac:spMkLst>
        </pc:spChg>
        <pc:spChg chg="mod">
          <ac:chgData name="Yash Jadhav" userId="535c3d6d-72b8-4f77-8155-55f939173cf2" providerId="ADAL" clId="{F33F88E0-3380-47C4-AFDE-F1AC050ADA82}" dt="2026-01-25T16:04:42.962" v="6862" actId="790"/>
          <ac:spMkLst>
            <pc:docMk/>
            <pc:sldMk cId="1688279795" sldId="379"/>
            <ac:spMk id="144" creationId="{72A50892-6D1B-4A0F-B8D0-67BFA56B76F5}"/>
          </ac:spMkLst>
        </pc:spChg>
        <pc:spChg chg="mod">
          <ac:chgData name="Yash Jadhav" userId="535c3d6d-72b8-4f77-8155-55f939173cf2" providerId="ADAL" clId="{F33F88E0-3380-47C4-AFDE-F1AC050ADA82}" dt="2026-01-25T16:04:42.960" v="6861" actId="790"/>
          <ac:spMkLst>
            <pc:docMk/>
            <pc:sldMk cId="1688279795" sldId="379"/>
            <ac:spMk id="146" creationId="{3262E438-1A28-4A27-B628-D061B1D22CBF}"/>
          </ac:spMkLst>
        </pc:spChg>
        <pc:spChg chg="mod">
          <ac:chgData name="Yash Jadhav" userId="535c3d6d-72b8-4f77-8155-55f939173cf2" providerId="ADAL" clId="{F33F88E0-3380-47C4-AFDE-F1AC050ADA82}" dt="2026-01-25T16:04:42.966" v="6863" actId="790"/>
          <ac:spMkLst>
            <pc:docMk/>
            <pc:sldMk cId="1688279795" sldId="379"/>
            <ac:spMk id="147" creationId="{CCE0432B-BEFE-4328-9895-764DA4664953}"/>
          </ac:spMkLst>
        </pc:spChg>
        <pc:spChg chg="mod">
          <ac:chgData name="Yash Jadhav" userId="535c3d6d-72b8-4f77-8155-55f939173cf2" providerId="ADAL" clId="{F33F88E0-3380-47C4-AFDE-F1AC050ADA82}" dt="2026-01-25T16:04:42.970" v="6864" actId="790"/>
          <ac:spMkLst>
            <pc:docMk/>
            <pc:sldMk cId="1688279795" sldId="379"/>
            <ac:spMk id="148" creationId="{7153AC84-67FC-4CA4-A0DA-BDD625D1A5F2}"/>
          </ac:spMkLst>
        </pc:spChg>
        <pc:spChg chg="mod">
          <ac:chgData name="Yash Jadhav" userId="535c3d6d-72b8-4f77-8155-55f939173cf2" providerId="ADAL" clId="{F33F88E0-3380-47C4-AFDE-F1AC050ADA82}" dt="2026-01-25T16:04:42.979" v="6866" actId="790"/>
          <ac:spMkLst>
            <pc:docMk/>
            <pc:sldMk cId="1688279795" sldId="379"/>
            <ac:spMk id="149" creationId="{DF0059D4-DBFD-4BC1-8BFE-2FADF19C7523}"/>
          </ac:spMkLst>
        </pc:spChg>
        <pc:spChg chg="mod">
          <ac:chgData name="Yash Jadhav" userId="535c3d6d-72b8-4f77-8155-55f939173cf2" providerId="ADAL" clId="{F33F88E0-3380-47C4-AFDE-F1AC050ADA82}" dt="2026-01-25T16:04:42.976" v="6865" actId="790"/>
          <ac:spMkLst>
            <pc:docMk/>
            <pc:sldMk cId="1688279795" sldId="379"/>
            <ac:spMk id="150" creationId="{FC63C31F-EC5B-4A55-8270-84D3A20A03FD}"/>
          </ac:spMkLst>
        </pc:spChg>
        <pc:spChg chg="mod">
          <ac:chgData name="Yash Jadhav" userId="535c3d6d-72b8-4f77-8155-55f939173cf2" providerId="ADAL" clId="{F33F88E0-3380-47C4-AFDE-F1AC050ADA82}" dt="2026-01-25T16:04:42.982" v="6867" actId="790"/>
          <ac:spMkLst>
            <pc:docMk/>
            <pc:sldMk cId="1688279795" sldId="379"/>
            <ac:spMk id="151" creationId="{57A927E2-0774-4550-B6B9-23E7EA54D4E8}"/>
          </ac:spMkLst>
        </pc:spChg>
        <pc:spChg chg="mod">
          <ac:chgData name="Yash Jadhav" userId="535c3d6d-72b8-4f77-8155-55f939173cf2" providerId="ADAL" clId="{F33F88E0-3380-47C4-AFDE-F1AC050ADA82}" dt="2026-01-25T16:04:42.986" v="6868" actId="790"/>
          <ac:spMkLst>
            <pc:docMk/>
            <pc:sldMk cId="1688279795" sldId="379"/>
            <ac:spMk id="152" creationId="{2990CDAB-9E2F-4856-AD68-185612A7AE97}"/>
          </ac:spMkLst>
        </pc:spChg>
        <pc:spChg chg="mod">
          <ac:chgData name="Yash Jadhav" userId="535c3d6d-72b8-4f77-8155-55f939173cf2" providerId="ADAL" clId="{F33F88E0-3380-47C4-AFDE-F1AC050ADA82}" dt="2026-01-25T16:04:42.993" v="6870" actId="790"/>
          <ac:spMkLst>
            <pc:docMk/>
            <pc:sldMk cId="1688279795" sldId="379"/>
            <ac:spMk id="153" creationId="{C18A0069-3439-45C6-BA49-E5F74C1C1ED0}"/>
          </ac:spMkLst>
        </pc:spChg>
        <pc:spChg chg="mod">
          <ac:chgData name="Yash Jadhav" userId="535c3d6d-72b8-4f77-8155-55f939173cf2" providerId="ADAL" clId="{F33F88E0-3380-47C4-AFDE-F1AC050ADA82}" dt="2026-01-25T16:04:42.989" v="6869" actId="790"/>
          <ac:spMkLst>
            <pc:docMk/>
            <pc:sldMk cId="1688279795" sldId="379"/>
            <ac:spMk id="154" creationId="{DD453DDF-2793-4644-9E47-B9D15CBF5DF1}"/>
          </ac:spMkLst>
        </pc:spChg>
        <pc:spChg chg="mod">
          <ac:chgData name="Yash Jadhav" userId="535c3d6d-72b8-4f77-8155-55f939173cf2" providerId="ADAL" clId="{F33F88E0-3380-47C4-AFDE-F1AC050ADA82}" dt="2026-01-25T16:04:42.996" v="6871" actId="790"/>
          <ac:spMkLst>
            <pc:docMk/>
            <pc:sldMk cId="1688279795" sldId="379"/>
            <ac:spMk id="155" creationId="{40B0013A-369F-49A6-A65E-FCD59EB31EC4}"/>
          </ac:spMkLst>
        </pc:spChg>
        <pc:spChg chg="mod">
          <ac:chgData name="Yash Jadhav" userId="535c3d6d-72b8-4f77-8155-55f939173cf2" providerId="ADAL" clId="{F33F88E0-3380-47C4-AFDE-F1AC050ADA82}" dt="2026-01-25T16:04:43" v="6872" actId="790"/>
          <ac:spMkLst>
            <pc:docMk/>
            <pc:sldMk cId="1688279795" sldId="379"/>
            <ac:spMk id="156" creationId="{FBB6B99F-E623-42D3-A205-D9961C6CFDA8}"/>
          </ac:spMkLst>
        </pc:spChg>
        <pc:spChg chg="mod">
          <ac:chgData name="Yash Jadhav" userId="535c3d6d-72b8-4f77-8155-55f939173cf2" providerId="ADAL" clId="{F33F88E0-3380-47C4-AFDE-F1AC050ADA82}" dt="2026-01-25T16:04:43.005" v="6873" actId="790"/>
          <ac:spMkLst>
            <pc:docMk/>
            <pc:sldMk cId="1688279795" sldId="379"/>
            <ac:spMk id="157" creationId="{8EE7B1B9-B9DD-48C1-9877-C1DEBF1E0383}"/>
          </ac:spMkLst>
        </pc:spChg>
        <pc:spChg chg="mod">
          <ac:chgData name="Yash Jadhav" userId="535c3d6d-72b8-4f77-8155-55f939173cf2" providerId="ADAL" clId="{F33F88E0-3380-47C4-AFDE-F1AC050ADA82}" dt="2026-01-25T16:04:43.009" v="6874" actId="790"/>
          <ac:spMkLst>
            <pc:docMk/>
            <pc:sldMk cId="1688279795" sldId="379"/>
            <ac:spMk id="158" creationId="{006D402F-D3A9-44AA-87EE-59BF884BFBC2}"/>
          </ac:spMkLst>
        </pc:spChg>
        <pc:spChg chg="mod">
          <ac:chgData name="Yash Jadhav" userId="535c3d6d-72b8-4f77-8155-55f939173cf2" providerId="ADAL" clId="{F33F88E0-3380-47C4-AFDE-F1AC050ADA82}" dt="2026-01-25T16:04:43.012" v="6875" actId="790"/>
          <ac:spMkLst>
            <pc:docMk/>
            <pc:sldMk cId="1688279795" sldId="379"/>
            <ac:spMk id="159" creationId="{63B20B9F-C392-428F-A3AB-079A88CA5403}"/>
          </ac:spMkLst>
        </pc:spChg>
        <pc:spChg chg="mod">
          <ac:chgData name="Yash Jadhav" userId="535c3d6d-72b8-4f77-8155-55f939173cf2" providerId="ADAL" clId="{F33F88E0-3380-47C4-AFDE-F1AC050ADA82}" dt="2026-01-25T16:04:43.017" v="6876" actId="790"/>
          <ac:spMkLst>
            <pc:docMk/>
            <pc:sldMk cId="1688279795" sldId="379"/>
            <ac:spMk id="160" creationId="{086F7A7B-3156-407A-A2A3-F064985C6AB2}"/>
          </ac:spMkLst>
        </pc:spChg>
        <pc:spChg chg="mod">
          <ac:chgData name="Yash Jadhav" userId="535c3d6d-72b8-4f77-8155-55f939173cf2" providerId="ADAL" clId="{F33F88E0-3380-47C4-AFDE-F1AC050ADA82}" dt="2026-01-25T16:04:43.027" v="6877" actId="790"/>
          <ac:spMkLst>
            <pc:docMk/>
            <pc:sldMk cId="1688279795" sldId="379"/>
            <ac:spMk id="161" creationId="{09502CA0-DECD-404E-BFB8-7582DDCD5CCF}"/>
          </ac:spMkLst>
        </pc:spChg>
        <pc:spChg chg="mod">
          <ac:chgData name="Yash Jadhav" userId="535c3d6d-72b8-4f77-8155-55f939173cf2" providerId="ADAL" clId="{F33F88E0-3380-47C4-AFDE-F1AC050ADA82}" dt="2026-01-25T16:04:43.033" v="6878" actId="790"/>
          <ac:spMkLst>
            <pc:docMk/>
            <pc:sldMk cId="1688279795" sldId="379"/>
            <ac:spMk id="162" creationId="{BBF13617-DE3F-4471-B0EA-F1CD112440F5}"/>
          </ac:spMkLst>
        </pc:spChg>
        <pc:spChg chg="mod">
          <ac:chgData name="Yash Jadhav" userId="535c3d6d-72b8-4f77-8155-55f939173cf2" providerId="ADAL" clId="{F33F88E0-3380-47C4-AFDE-F1AC050ADA82}" dt="2026-01-25T16:04:43.039" v="6879" actId="790"/>
          <ac:spMkLst>
            <pc:docMk/>
            <pc:sldMk cId="1688279795" sldId="379"/>
            <ac:spMk id="163" creationId="{6C90A915-2D77-4EF9-AA64-F704ED6D0D36}"/>
          </ac:spMkLst>
        </pc:spChg>
        <pc:spChg chg="mod">
          <ac:chgData name="Yash Jadhav" userId="535c3d6d-72b8-4f77-8155-55f939173cf2" providerId="ADAL" clId="{F33F88E0-3380-47C4-AFDE-F1AC050ADA82}" dt="2026-01-25T16:04:43.042" v="6880" actId="790"/>
          <ac:spMkLst>
            <pc:docMk/>
            <pc:sldMk cId="1688279795" sldId="379"/>
            <ac:spMk id="164" creationId="{41C79B35-7758-48BB-A11C-73681B3ABE3A}"/>
          </ac:spMkLst>
        </pc:spChg>
        <pc:spChg chg="mod">
          <ac:chgData name="Yash Jadhav" userId="535c3d6d-72b8-4f77-8155-55f939173cf2" providerId="ADAL" clId="{F33F88E0-3380-47C4-AFDE-F1AC050ADA82}" dt="2026-01-25T16:04:43.046" v="6881" actId="790"/>
          <ac:spMkLst>
            <pc:docMk/>
            <pc:sldMk cId="1688279795" sldId="379"/>
            <ac:spMk id="165" creationId="{FFEEE704-FA63-4907-8594-4060C5A8E58C}"/>
          </ac:spMkLst>
        </pc:spChg>
        <pc:spChg chg="mod">
          <ac:chgData name="Yash Jadhav" userId="535c3d6d-72b8-4f77-8155-55f939173cf2" providerId="ADAL" clId="{F33F88E0-3380-47C4-AFDE-F1AC050ADA82}" dt="2026-01-25T16:04:43.049" v="6882" actId="790"/>
          <ac:spMkLst>
            <pc:docMk/>
            <pc:sldMk cId="1688279795" sldId="379"/>
            <ac:spMk id="166" creationId="{0EAC4B67-54D5-4A19-9A92-6F23E53D2724}"/>
          </ac:spMkLst>
        </pc:spChg>
        <pc:spChg chg="mod">
          <ac:chgData name="Yash Jadhav" userId="535c3d6d-72b8-4f77-8155-55f939173cf2" providerId="ADAL" clId="{F33F88E0-3380-47C4-AFDE-F1AC050ADA82}" dt="2026-01-25T16:04:43.053" v="6883" actId="790"/>
          <ac:spMkLst>
            <pc:docMk/>
            <pc:sldMk cId="1688279795" sldId="379"/>
            <ac:spMk id="167" creationId="{3350BCFE-62D0-40C7-9809-971D4E01B2E0}"/>
          </ac:spMkLst>
        </pc:spChg>
        <pc:spChg chg="mod">
          <ac:chgData name="Yash Jadhav" userId="535c3d6d-72b8-4f77-8155-55f939173cf2" providerId="ADAL" clId="{F33F88E0-3380-47C4-AFDE-F1AC050ADA82}" dt="2026-01-25T16:04:43.056" v="6884" actId="790"/>
          <ac:spMkLst>
            <pc:docMk/>
            <pc:sldMk cId="1688279795" sldId="379"/>
            <ac:spMk id="168" creationId="{967715FC-909E-4D93-99F5-D886FDBA9C97}"/>
          </ac:spMkLst>
        </pc:spChg>
        <pc:spChg chg="mod">
          <ac:chgData name="Yash Jadhav" userId="535c3d6d-72b8-4f77-8155-55f939173cf2" providerId="ADAL" clId="{F33F88E0-3380-47C4-AFDE-F1AC050ADA82}" dt="2026-01-25T16:04:43.058" v="6885" actId="790"/>
          <ac:spMkLst>
            <pc:docMk/>
            <pc:sldMk cId="1688279795" sldId="379"/>
            <ac:spMk id="169" creationId="{F0E21D12-3DBD-4D06-9710-9CE96FE38089}"/>
          </ac:spMkLst>
        </pc:spChg>
        <pc:spChg chg="mod">
          <ac:chgData name="Yash Jadhav" userId="535c3d6d-72b8-4f77-8155-55f939173cf2" providerId="ADAL" clId="{F33F88E0-3380-47C4-AFDE-F1AC050ADA82}" dt="2026-01-25T16:04:43.060" v="6886" actId="790"/>
          <ac:spMkLst>
            <pc:docMk/>
            <pc:sldMk cId="1688279795" sldId="379"/>
            <ac:spMk id="171" creationId="{D6938A85-7262-4E2A-98FD-B7D40B2E0EE6}"/>
          </ac:spMkLst>
        </pc:spChg>
        <pc:spChg chg="mod">
          <ac:chgData name="Yash Jadhav" userId="535c3d6d-72b8-4f77-8155-55f939173cf2" providerId="ADAL" clId="{F33F88E0-3380-47C4-AFDE-F1AC050ADA82}" dt="2026-01-25T16:04:43.062" v="6887" actId="790"/>
          <ac:spMkLst>
            <pc:docMk/>
            <pc:sldMk cId="1688279795" sldId="379"/>
            <ac:spMk id="172" creationId="{F39E9EE8-FFB8-4DE5-B086-0769D794133B}"/>
          </ac:spMkLst>
        </pc:spChg>
        <pc:spChg chg="mod">
          <ac:chgData name="Yash Jadhav" userId="535c3d6d-72b8-4f77-8155-55f939173cf2" providerId="ADAL" clId="{F33F88E0-3380-47C4-AFDE-F1AC050ADA82}" dt="2026-01-25T16:04:43.064" v="6888" actId="790"/>
          <ac:spMkLst>
            <pc:docMk/>
            <pc:sldMk cId="1688279795" sldId="379"/>
            <ac:spMk id="173" creationId="{7FE0B483-8A9C-43AD-9A11-13E0187FEBDB}"/>
          </ac:spMkLst>
        </pc:spChg>
        <pc:spChg chg="mod">
          <ac:chgData name="Yash Jadhav" userId="535c3d6d-72b8-4f77-8155-55f939173cf2" providerId="ADAL" clId="{F33F88E0-3380-47C4-AFDE-F1AC050ADA82}" dt="2026-01-25T16:04:43.067" v="6889" actId="790"/>
          <ac:spMkLst>
            <pc:docMk/>
            <pc:sldMk cId="1688279795" sldId="379"/>
            <ac:spMk id="174" creationId="{AD63F3ED-15C9-4C0C-AB10-A3006F16B08A}"/>
          </ac:spMkLst>
        </pc:spChg>
        <pc:spChg chg="mod">
          <ac:chgData name="Yash Jadhav" userId="535c3d6d-72b8-4f77-8155-55f939173cf2" providerId="ADAL" clId="{F33F88E0-3380-47C4-AFDE-F1AC050ADA82}" dt="2026-01-25T16:04:43.070" v="6890" actId="790"/>
          <ac:spMkLst>
            <pc:docMk/>
            <pc:sldMk cId="1688279795" sldId="379"/>
            <ac:spMk id="175" creationId="{6CC4A12C-25F9-443F-B1BE-7F7CA0AF93CF}"/>
          </ac:spMkLst>
        </pc:spChg>
        <pc:spChg chg="mod">
          <ac:chgData name="Yash Jadhav" userId="535c3d6d-72b8-4f77-8155-55f939173cf2" providerId="ADAL" clId="{F33F88E0-3380-47C4-AFDE-F1AC050ADA82}" dt="2026-01-25T16:04:43.072" v="6891" actId="790"/>
          <ac:spMkLst>
            <pc:docMk/>
            <pc:sldMk cId="1688279795" sldId="379"/>
            <ac:spMk id="176" creationId="{944FDAFE-CEC6-4227-8977-861E6693AA26}"/>
          </ac:spMkLst>
        </pc:spChg>
        <pc:spChg chg="mod">
          <ac:chgData name="Yash Jadhav" userId="535c3d6d-72b8-4f77-8155-55f939173cf2" providerId="ADAL" clId="{F33F88E0-3380-47C4-AFDE-F1AC050ADA82}" dt="2026-01-25T16:04:43.074" v="6892" actId="790"/>
          <ac:spMkLst>
            <pc:docMk/>
            <pc:sldMk cId="1688279795" sldId="379"/>
            <ac:spMk id="177" creationId="{55BCE5BA-1271-4765-A39B-AA81B0175AA5}"/>
          </ac:spMkLst>
        </pc:spChg>
        <pc:spChg chg="mod">
          <ac:chgData name="Yash Jadhav" userId="535c3d6d-72b8-4f77-8155-55f939173cf2" providerId="ADAL" clId="{F33F88E0-3380-47C4-AFDE-F1AC050ADA82}" dt="2026-01-25T16:04:43.076" v="6893" actId="790"/>
          <ac:spMkLst>
            <pc:docMk/>
            <pc:sldMk cId="1688279795" sldId="379"/>
            <ac:spMk id="178" creationId="{573B24C7-6AB1-4006-B74B-3372AC424BDD}"/>
          </ac:spMkLst>
        </pc:spChg>
        <pc:spChg chg="mod">
          <ac:chgData name="Yash Jadhav" userId="535c3d6d-72b8-4f77-8155-55f939173cf2" providerId="ADAL" clId="{F33F88E0-3380-47C4-AFDE-F1AC050ADA82}" dt="2026-01-25T16:04:43.078" v="6894" actId="790"/>
          <ac:spMkLst>
            <pc:docMk/>
            <pc:sldMk cId="1688279795" sldId="379"/>
            <ac:spMk id="179" creationId="{6039A63C-3096-4696-B5A0-8B10C3443839}"/>
          </ac:spMkLst>
        </pc:spChg>
        <pc:spChg chg="mod">
          <ac:chgData name="Yash Jadhav" userId="535c3d6d-72b8-4f77-8155-55f939173cf2" providerId="ADAL" clId="{F33F88E0-3380-47C4-AFDE-F1AC050ADA82}" dt="2026-01-25T16:04:43.080" v="6895" actId="790"/>
          <ac:spMkLst>
            <pc:docMk/>
            <pc:sldMk cId="1688279795" sldId="379"/>
            <ac:spMk id="180" creationId="{2D2D6AE3-8D24-4B98-85C9-A5F5826D2B8D}"/>
          </ac:spMkLst>
        </pc:spChg>
        <pc:spChg chg="mod">
          <ac:chgData name="Yash Jadhav" userId="535c3d6d-72b8-4f77-8155-55f939173cf2" providerId="ADAL" clId="{F33F88E0-3380-47C4-AFDE-F1AC050ADA82}" dt="2026-01-25T16:04:43.082" v="6896" actId="790"/>
          <ac:spMkLst>
            <pc:docMk/>
            <pc:sldMk cId="1688279795" sldId="379"/>
            <ac:spMk id="181" creationId="{58DEB3A1-776E-42E0-B567-E78AFF70A79F}"/>
          </ac:spMkLst>
        </pc:spChg>
        <pc:spChg chg="mod">
          <ac:chgData name="Yash Jadhav" userId="535c3d6d-72b8-4f77-8155-55f939173cf2" providerId="ADAL" clId="{F33F88E0-3380-47C4-AFDE-F1AC050ADA82}" dt="2026-01-25T16:04:43.084" v="6897" actId="790"/>
          <ac:spMkLst>
            <pc:docMk/>
            <pc:sldMk cId="1688279795" sldId="379"/>
            <ac:spMk id="182" creationId="{57E63E1E-E929-40A6-A30D-331140D2EB7D}"/>
          </ac:spMkLst>
        </pc:spChg>
        <pc:spChg chg="mod">
          <ac:chgData name="Yash Jadhav" userId="535c3d6d-72b8-4f77-8155-55f939173cf2" providerId="ADAL" clId="{F33F88E0-3380-47C4-AFDE-F1AC050ADA82}" dt="2026-01-25T16:04:43.087" v="6898" actId="790"/>
          <ac:spMkLst>
            <pc:docMk/>
            <pc:sldMk cId="1688279795" sldId="379"/>
            <ac:spMk id="183" creationId="{BF6A7C21-088F-4FA8-B3FD-981DA90BFFBE}"/>
          </ac:spMkLst>
        </pc:spChg>
        <pc:spChg chg="mod">
          <ac:chgData name="Yash Jadhav" userId="535c3d6d-72b8-4f77-8155-55f939173cf2" providerId="ADAL" clId="{F33F88E0-3380-47C4-AFDE-F1AC050ADA82}" dt="2026-01-25T16:04:43.089" v="6899" actId="790"/>
          <ac:spMkLst>
            <pc:docMk/>
            <pc:sldMk cId="1688279795" sldId="379"/>
            <ac:spMk id="184" creationId="{1CE9B6B0-4E18-4741-BE0A-F5B4919D50AD}"/>
          </ac:spMkLst>
        </pc:spChg>
        <pc:spChg chg="mod">
          <ac:chgData name="Yash Jadhav" userId="535c3d6d-72b8-4f77-8155-55f939173cf2" providerId="ADAL" clId="{F33F88E0-3380-47C4-AFDE-F1AC050ADA82}" dt="2026-01-25T16:04:43.091" v="6900" actId="790"/>
          <ac:spMkLst>
            <pc:docMk/>
            <pc:sldMk cId="1688279795" sldId="379"/>
            <ac:spMk id="185" creationId="{36261AD1-A423-4AE1-99D5-93D7250A3636}"/>
          </ac:spMkLst>
        </pc:spChg>
        <pc:spChg chg="mod">
          <ac:chgData name="Yash Jadhav" userId="535c3d6d-72b8-4f77-8155-55f939173cf2" providerId="ADAL" clId="{F33F88E0-3380-47C4-AFDE-F1AC050ADA82}" dt="2026-01-25T16:04:43.094" v="6901" actId="790"/>
          <ac:spMkLst>
            <pc:docMk/>
            <pc:sldMk cId="1688279795" sldId="379"/>
            <ac:spMk id="187" creationId="{D8EF2586-2AE4-4D6D-B057-CCA6206295BC}"/>
          </ac:spMkLst>
        </pc:spChg>
        <pc:spChg chg="mod">
          <ac:chgData name="Yash Jadhav" userId="535c3d6d-72b8-4f77-8155-55f939173cf2" providerId="ADAL" clId="{F33F88E0-3380-47C4-AFDE-F1AC050ADA82}" dt="2026-01-25T16:04:43.096" v="6902" actId="790"/>
          <ac:spMkLst>
            <pc:docMk/>
            <pc:sldMk cId="1688279795" sldId="379"/>
            <ac:spMk id="188" creationId="{64F57FA6-B50A-4536-8DE1-7CF627A5DA4B}"/>
          </ac:spMkLst>
        </pc:spChg>
        <pc:spChg chg="mod">
          <ac:chgData name="Yash Jadhav" userId="535c3d6d-72b8-4f77-8155-55f939173cf2" providerId="ADAL" clId="{F33F88E0-3380-47C4-AFDE-F1AC050ADA82}" dt="2026-01-25T16:04:43.098" v="6903" actId="790"/>
          <ac:spMkLst>
            <pc:docMk/>
            <pc:sldMk cId="1688279795" sldId="379"/>
            <ac:spMk id="189" creationId="{629D6976-5660-432A-AA5D-7845207D1258}"/>
          </ac:spMkLst>
        </pc:spChg>
        <pc:spChg chg="mod">
          <ac:chgData name="Yash Jadhav" userId="535c3d6d-72b8-4f77-8155-55f939173cf2" providerId="ADAL" clId="{F33F88E0-3380-47C4-AFDE-F1AC050ADA82}" dt="2026-01-25T16:04:43.100" v="6904" actId="790"/>
          <ac:spMkLst>
            <pc:docMk/>
            <pc:sldMk cId="1688279795" sldId="379"/>
            <ac:spMk id="190" creationId="{06EB6D6D-AC3A-450E-8020-40BAE2F98C96}"/>
          </ac:spMkLst>
        </pc:spChg>
        <pc:spChg chg="mod">
          <ac:chgData name="Yash Jadhav" userId="535c3d6d-72b8-4f77-8155-55f939173cf2" providerId="ADAL" clId="{F33F88E0-3380-47C4-AFDE-F1AC050ADA82}" dt="2026-01-25T16:04:43.102" v="6905" actId="790"/>
          <ac:spMkLst>
            <pc:docMk/>
            <pc:sldMk cId="1688279795" sldId="379"/>
            <ac:spMk id="191" creationId="{E1D7BAF8-3DCD-4A22-949B-EA24F0237A4D}"/>
          </ac:spMkLst>
        </pc:spChg>
        <pc:spChg chg="mod">
          <ac:chgData name="Yash Jadhav" userId="535c3d6d-72b8-4f77-8155-55f939173cf2" providerId="ADAL" clId="{F33F88E0-3380-47C4-AFDE-F1AC050ADA82}" dt="2026-01-25T16:04:43.105" v="6906" actId="790"/>
          <ac:spMkLst>
            <pc:docMk/>
            <pc:sldMk cId="1688279795" sldId="379"/>
            <ac:spMk id="192" creationId="{3BBD58EF-1F2F-4C23-9136-3B04830649E6}"/>
          </ac:spMkLst>
        </pc:spChg>
        <pc:spChg chg="mod">
          <ac:chgData name="Yash Jadhav" userId="535c3d6d-72b8-4f77-8155-55f939173cf2" providerId="ADAL" clId="{F33F88E0-3380-47C4-AFDE-F1AC050ADA82}" dt="2026-01-25T16:04:43.107" v="6907" actId="790"/>
          <ac:spMkLst>
            <pc:docMk/>
            <pc:sldMk cId="1688279795" sldId="379"/>
            <ac:spMk id="193" creationId="{8199E904-534C-4BEA-BB1F-C408EF524383}"/>
          </ac:spMkLst>
        </pc:spChg>
        <pc:spChg chg="mod">
          <ac:chgData name="Yash Jadhav" userId="535c3d6d-72b8-4f77-8155-55f939173cf2" providerId="ADAL" clId="{F33F88E0-3380-47C4-AFDE-F1AC050ADA82}" dt="2026-01-25T16:04:43.110" v="6908" actId="790"/>
          <ac:spMkLst>
            <pc:docMk/>
            <pc:sldMk cId="1688279795" sldId="379"/>
            <ac:spMk id="194" creationId="{05BE9935-AFDB-454B-AA79-A3E651CF1572}"/>
          </ac:spMkLst>
        </pc:spChg>
        <pc:spChg chg="mod">
          <ac:chgData name="Yash Jadhav" userId="535c3d6d-72b8-4f77-8155-55f939173cf2" providerId="ADAL" clId="{F33F88E0-3380-47C4-AFDE-F1AC050ADA82}" dt="2026-01-25T16:04:43.113" v="6909" actId="790"/>
          <ac:spMkLst>
            <pc:docMk/>
            <pc:sldMk cId="1688279795" sldId="379"/>
            <ac:spMk id="195" creationId="{6926AF77-201C-4D48-99AE-A1AFD1DB2C9D}"/>
          </ac:spMkLst>
        </pc:spChg>
        <pc:spChg chg="mod">
          <ac:chgData name="Yash Jadhav" userId="535c3d6d-72b8-4f77-8155-55f939173cf2" providerId="ADAL" clId="{F33F88E0-3380-47C4-AFDE-F1AC050ADA82}" dt="2026-01-25T16:04:43.117" v="6910" actId="790"/>
          <ac:spMkLst>
            <pc:docMk/>
            <pc:sldMk cId="1688279795" sldId="379"/>
            <ac:spMk id="196" creationId="{FD04144A-861F-4BF6-A04B-53AA8738EF07}"/>
          </ac:spMkLst>
        </pc:spChg>
        <pc:spChg chg="mod">
          <ac:chgData name="Yash Jadhav" userId="535c3d6d-72b8-4f77-8155-55f939173cf2" providerId="ADAL" clId="{F33F88E0-3380-47C4-AFDE-F1AC050ADA82}" dt="2026-01-25T16:04:43.120" v="6911" actId="790"/>
          <ac:spMkLst>
            <pc:docMk/>
            <pc:sldMk cId="1688279795" sldId="379"/>
            <ac:spMk id="197" creationId="{F3DE4B5D-0F6E-4D15-8F62-402A119853CB}"/>
          </ac:spMkLst>
        </pc:spChg>
        <pc:spChg chg="mod">
          <ac:chgData name="Yash Jadhav" userId="535c3d6d-72b8-4f77-8155-55f939173cf2" providerId="ADAL" clId="{F33F88E0-3380-47C4-AFDE-F1AC050ADA82}" dt="2026-01-25T16:04:43.123" v="6912" actId="790"/>
          <ac:spMkLst>
            <pc:docMk/>
            <pc:sldMk cId="1688279795" sldId="379"/>
            <ac:spMk id="198" creationId="{96C4BFD4-7B7D-4E00-8487-D7DCD96B5EA7}"/>
          </ac:spMkLst>
        </pc:spChg>
        <pc:spChg chg="mod">
          <ac:chgData name="Yash Jadhav" userId="535c3d6d-72b8-4f77-8155-55f939173cf2" providerId="ADAL" clId="{F33F88E0-3380-47C4-AFDE-F1AC050ADA82}" dt="2026-01-25T16:04:43.125" v="6913" actId="790"/>
          <ac:spMkLst>
            <pc:docMk/>
            <pc:sldMk cId="1688279795" sldId="379"/>
            <ac:spMk id="199" creationId="{E67098A4-294F-4CF2-9906-C82FD68E9F9C}"/>
          </ac:spMkLst>
        </pc:spChg>
        <pc:spChg chg="mod">
          <ac:chgData name="Yash Jadhav" userId="535c3d6d-72b8-4f77-8155-55f939173cf2" providerId="ADAL" clId="{F33F88E0-3380-47C4-AFDE-F1AC050ADA82}" dt="2026-01-25T16:04:43.127" v="6914" actId="790"/>
          <ac:spMkLst>
            <pc:docMk/>
            <pc:sldMk cId="1688279795" sldId="379"/>
            <ac:spMk id="200" creationId="{55983023-C91A-4FB4-9DEF-B300272E4714}"/>
          </ac:spMkLst>
        </pc:spChg>
        <pc:spChg chg="mod">
          <ac:chgData name="Yash Jadhav" userId="535c3d6d-72b8-4f77-8155-55f939173cf2" providerId="ADAL" clId="{F33F88E0-3380-47C4-AFDE-F1AC050ADA82}" dt="2026-01-25T16:04:43.129" v="6915" actId="790"/>
          <ac:spMkLst>
            <pc:docMk/>
            <pc:sldMk cId="1688279795" sldId="379"/>
            <ac:spMk id="201" creationId="{80F3720F-CDC0-4BB0-B26A-309A58C9EEFA}"/>
          </ac:spMkLst>
        </pc:spChg>
        <pc:spChg chg="mod">
          <ac:chgData name="Yash Jadhav" userId="535c3d6d-72b8-4f77-8155-55f939173cf2" providerId="ADAL" clId="{F33F88E0-3380-47C4-AFDE-F1AC050ADA82}" dt="2026-01-25T16:04:43.130" v="6916" actId="790"/>
          <ac:spMkLst>
            <pc:docMk/>
            <pc:sldMk cId="1688279795" sldId="379"/>
            <ac:spMk id="202" creationId="{A424A47E-441D-431E-BF91-6452DF43BC12}"/>
          </ac:spMkLst>
        </pc:spChg>
        <pc:spChg chg="mod">
          <ac:chgData name="Yash Jadhav" userId="535c3d6d-72b8-4f77-8155-55f939173cf2" providerId="ADAL" clId="{F33F88E0-3380-47C4-AFDE-F1AC050ADA82}" dt="2026-01-25T16:04:43.132" v="6917" actId="790"/>
          <ac:spMkLst>
            <pc:docMk/>
            <pc:sldMk cId="1688279795" sldId="379"/>
            <ac:spMk id="203" creationId="{1CE9AF76-C969-4015-8D18-182981E00D34}"/>
          </ac:spMkLst>
        </pc:spChg>
        <pc:spChg chg="mod">
          <ac:chgData name="Yash Jadhav" userId="535c3d6d-72b8-4f77-8155-55f939173cf2" providerId="ADAL" clId="{F33F88E0-3380-47C4-AFDE-F1AC050ADA82}" dt="2026-01-25T16:04:43.134" v="6918" actId="790"/>
          <ac:spMkLst>
            <pc:docMk/>
            <pc:sldMk cId="1688279795" sldId="379"/>
            <ac:spMk id="205" creationId="{5C75E4DE-16F5-4287-A0F9-74C81D2CAC30}"/>
          </ac:spMkLst>
        </pc:spChg>
        <pc:spChg chg="mod">
          <ac:chgData name="Yash Jadhav" userId="535c3d6d-72b8-4f77-8155-55f939173cf2" providerId="ADAL" clId="{F33F88E0-3380-47C4-AFDE-F1AC050ADA82}" dt="2026-01-25T16:04:43.136" v="6919" actId="790"/>
          <ac:spMkLst>
            <pc:docMk/>
            <pc:sldMk cId="1688279795" sldId="379"/>
            <ac:spMk id="206" creationId="{8CEDAA70-0D00-4543-8BD3-25871939FE3B}"/>
          </ac:spMkLst>
        </pc:spChg>
        <pc:spChg chg="mod">
          <ac:chgData name="Yash Jadhav" userId="535c3d6d-72b8-4f77-8155-55f939173cf2" providerId="ADAL" clId="{F33F88E0-3380-47C4-AFDE-F1AC050ADA82}" dt="2026-01-25T16:04:43.138" v="6920" actId="790"/>
          <ac:spMkLst>
            <pc:docMk/>
            <pc:sldMk cId="1688279795" sldId="379"/>
            <ac:spMk id="207" creationId="{AFB8847B-6410-443E-A5E3-D3065F911EAD}"/>
          </ac:spMkLst>
        </pc:spChg>
        <pc:spChg chg="mod">
          <ac:chgData name="Yash Jadhav" userId="535c3d6d-72b8-4f77-8155-55f939173cf2" providerId="ADAL" clId="{F33F88E0-3380-47C4-AFDE-F1AC050ADA82}" dt="2026-01-25T16:04:43.140" v="6921" actId="790"/>
          <ac:spMkLst>
            <pc:docMk/>
            <pc:sldMk cId="1688279795" sldId="379"/>
            <ac:spMk id="208" creationId="{D1BF8713-F64B-421F-B4D5-A91CAC7C191C}"/>
          </ac:spMkLst>
        </pc:spChg>
        <pc:spChg chg="mod">
          <ac:chgData name="Yash Jadhav" userId="535c3d6d-72b8-4f77-8155-55f939173cf2" providerId="ADAL" clId="{F33F88E0-3380-47C4-AFDE-F1AC050ADA82}" dt="2026-01-25T16:04:43.143" v="6922" actId="790"/>
          <ac:spMkLst>
            <pc:docMk/>
            <pc:sldMk cId="1688279795" sldId="379"/>
            <ac:spMk id="209" creationId="{6AD81704-6AE8-448A-A8B0-7A2AAEBF2C02}"/>
          </ac:spMkLst>
        </pc:spChg>
        <pc:spChg chg="mod">
          <ac:chgData name="Yash Jadhav" userId="535c3d6d-72b8-4f77-8155-55f939173cf2" providerId="ADAL" clId="{F33F88E0-3380-47C4-AFDE-F1AC050ADA82}" dt="2026-01-25T16:04:43.145" v="6923" actId="790"/>
          <ac:spMkLst>
            <pc:docMk/>
            <pc:sldMk cId="1688279795" sldId="379"/>
            <ac:spMk id="210" creationId="{417EEFDD-7EF6-4AB1-B9FF-91904D9F1136}"/>
          </ac:spMkLst>
        </pc:spChg>
        <pc:spChg chg="mod">
          <ac:chgData name="Yash Jadhav" userId="535c3d6d-72b8-4f77-8155-55f939173cf2" providerId="ADAL" clId="{F33F88E0-3380-47C4-AFDE-F1AC050ADA82}" dt="2026-01-25T16:04:43.147" v="6924" actId="790"/>
          <ac:spMkLst>
            <pc:docMk/>
            <pc:sldMk cId="1688279795" sldId="379"/>
            <ac:spMk id="211" creationId="{C4D015B6-4E88-44DF-85EA-6D6574D82624}"/>
          </ac:spMkLst>
        </pc:spChg>
        <pc:spChg chg="mod">
          <ac:chgData name="Yash Jadhav" userId="535c3d6d-72b8-4f77-8155-55f939173cf2" providerId="ADAL" clId="{F33F88E0-3380-47C4-AFDE-F1AC050ADA82}" dt="2026-01-25T16:04:43.149" v="6925" actId="790"/>
          <ac:spMkLst>
            <pc:docMk/>
            <pc:sldMk cId="1688279795" sldId="379"/>
            <ac:spMk id="212" creationId="{7B0FC67B-F91E-4A77-961F-5C34E0D08C39}"/>
          </ac:spMkLst>
        </pc:spChg>
        <pc:spChg chg="mod">
          <ac:chgData name="Yash Jadhav" userId="535c3d6d-72b8-4f77-8155-55f939173cf2" providerId="ADAL" clId="{F33F88E0-3380-47C4-AFDE-F1AC050ADA82}" dt="2026-01-25T16:04:43.152" v="6926" actId="790"/>
          <ac:spMkLst>
            <pc:docMk/>
            <pc:sldMk cId="1688279795" sldId="379"/>
            <ac:spMk id="213" creationId="{D16DC8A5-AF24-466A-8100-A3C800764866}"/>
          </ac:spMkLst>
        </pc:spChg>
        <pc:spChg chg="mod">
          <ac:chgData name="Yash Jadhav" userId="535c3d6d-72b8-4f77-8155-55f939173cf2" providerId="ADAL" clId="{F33F88E0-3380-47C4-AFDE-F1AC050ADA82}" dt="2026-01-25T16:04:43.154" v="6927" actId="790"/>
          <ac:spMkLst>
            <pc:docMk/>
            <pc:sldMk cId="1688279795" sldId="379"/>
            <ac:spMk id="214" creationId="{B3656FD3-C19C-4327-A79E-9875E62F59FE}"/>
          </ac:spMkLst>
        </pc:spChg>
        <pc:spChg chg="mod">
          <ac:chgData name="Yash Jadhav" userId="535c3d6d-72b8-4f77-8155-55f939173cf2" providerId="ADAL" clId="{F33F88E0-3380-47C4-AFDE-F1AC050ADA82}" dt="2026-01-25T16:04:43.156" v="6928" actId="790"/>
          <ac:spMkLst>
            <pc:docMk/>
            <pc:sldMk cId="1688279795" sldId="379"/>
            <ac:spMk id="215" creationId="{C5605BEF-C5DB-4549-891A-A7FC52A0E943}"/>
          </ac:spMkLst>
        </pc:spChg>
        <pc:spChg chg="mod">
          <ac:chgData name="Yash Jadhav" userId="535c3d6d-72b8-4f77-8155-55f939173cf2" providerId="ADAL" clId="{F33F88E0-3380-47C4-AFDE-F1AC050ADA82}" dt="2026-01-25T16:04:43.160" v="6929" actId="790"/>
          <ac:spMkLst>
            <pc:docMk/>
            <pc:sldMk cId="1688279795" sldId="379"/>
            <ac:spMk id="216" creationId="{C9C49187-9082-49C5-AE26-8DBBF2218993}"/>
          </ac:spMkLst>
        </pc:spChg>
        <pc:spChg chg="mod">
          <ac:chgData name="Yash Jadhav" userId="535c3d6d-72b8-4f77-8155-55f939173cf2" providerId="ADAL" clId="{F33F88E0-3380-47C4-AFDE-F1AC050ADA82}" dt="2026-01-25T16:04:43.163" v="6930" actId="790"/>
          <ac:spMkLst>
            <pc:docMk/>
            <pc:sldMk cId="1688279795" sldId="379"/>
            <ac:spMk id="217" creationId="{0C2EE26D-8AB3-45B6-8C12-7FC9CC1B29B9}"/>
          </ac:spMkLst>
        </pc:spChg>
        <pc:spChg chg="mod">
          <ac:chgData name="Yash Jadhav" userId="535c3d6d-72b8-4f77-8155-55f939173cf2" providerId="ADAL" clId="{F33F88E0-3380-47C4-AFDE-F1AC050ADA82}" dt="2026-01-25T16:04:43.169" v="6931" actId="790"/>
          <ac:spMkLst>
            <pc:docMk/>
            <pc:sldMk cId="1688279795" sldId="379"/>
            <ac:spMk id="218" creationId="{40D15549-31CF-4F31-872B-2FBF52F554BD}"/>
          </ac:spMkLst>
        </pc:spChg>
        <pc:spChg chg="mod">
          <ac:chgData name="Yash Jadhav" userId="535c3d6d-72b8-4f77-8155-55f939173cf2" providerId="ADAL" clId="{F33F88E0-3380-47C4-AFDE-F1AC050ADA82}" dt="2026-01-25T16:04:43.174" v="6932" actId="790"/>
          <ac:spMkLst>
            <pc:docMk/>
            <pc:sldMk cId="1688279795" sldId="379"/>
            <ac:spMk id="230" creationId="{F0E7D167-F2F7-463A-B761-63F86349A707}"/>
          </ac:spMkLst>
        </pc:spChg>
        <pc:spChg chg="mod">
          <ac:chgData name="Yash Jadhav" userId="535c3d6d-72b8-4f77-8155-55f939173cf2" providerId="ADAL" clId="{F33F88E0-3380-47C4-AFDE-F1AC050ADA82}" dt="2026-01-25T16:04:43.178" v="6933" actId="790"/>
          <ac:spMkLst>
            <pc:docMk/>
            <pc:sldMk cId="1688279795" sldId="379"/>
            <ac:spMk id="231" creationId="{C2EF3C77-1881-44B2-B0BE-55D25D3C3903}"/>
          </ac:spMkLst>
        </pc:spChg>
        <pc:spChg chg="mod">
          <ac:chgData name="Yash Jadhav" userId="535c3d6d-72b8-4f77-8155-55f939173cf2" providerId="ADAL" clId="{F33F88E0-3380-47C4-AFDE-F1AC050ADA82}" dt="2026-01-25T16:04:43.180" v="6934" actId="790"/>
          <ac:spMkLst>
            <pc:docMk/>
            <pc:sldMk cId="1688279795" sldId="379"/>
            <ac:spMk id="232" creationId="{594BEC41-B0FF-478F-9EC9-D7557512C75F}"/>
          </ac:spMkLst>
        </pc:spChg>
        <pc:spChg chg="mod">
          <ac:chgData name="Yash Jadhav" userId="535c3d6d-72b8-4f77-8155-55f939173cf2" providerId="ADAL" clId="{F33F88E0-3380-47C4-AFDE-F1AC050ADA82}" dt="2026-01-25T16:04:43.182" v="6935" actId="790"/>
          <ac:spMkLst>
            <pc:docMk/>
            <pc:sldMk cId="1688279795" sldId="379"/>
            <ac:spMk id="233" creationId="{7A016911-7673-473C-B0EA-EFA8C61FB811}"/>
          </ac:spMkLst>
        </pc:spChg>
        <pc:spChg chg="mod">
          <ac:chgData name="Yash Jadhav" userId="535c3d6d-72b8-4f77-8155-55f939173cf2" providerId="ADAL" clId="{F33F88E0-3380-47C4-AFDE-F1AC050ADA82}" dt="2026-01-25T16:04:43.184" v="6936" actId="790"/>
          <ac:spMkLst>
            <pc:docMk/>
            <pc:sldMk cId="1688279795" sldId="379"/>
            <ac:spMk id="234" creationId="{2741B063-A237-40C5-9812-E6692AD28F21}"/>
          </ac:spMkLst>
        </pc:spChg>
        <pc:spChg chg="mod">
          <ac:chgData name="Yash Jadhav" userId="535c3d6d-72b8-4f77-8155-55f939173cf2" providerId="ADAL" clId="{F33F88E0-3380-47C4-AFDE-F1AC050ADA82}" dt="2026-01-25T16:04:43.186" v="6937" actId="790"/>
          <ac:spMkLst>
            <pc:docMk/>
            <pc:sldMk cId="1688279795" sldId="379"/>
            <ac:spMk id="235" creationId="{57284129-56A5-4AF2-A482-F6F382696EB9}"/>
          </ac:spMkLst>
        </pc:spChg>
        <pc:spChg chg="mod">
          <ac:chgData name="Yash Jadhav" userId="535c3d6d-72b8-4f77-8155-55f939173cf2" providerId="ADAL" clId="{F33F88E0-3380-47C4-AFDE-F1AC050ADA82}" dt="2026-01-25T16:04:43.188" v="6938" actId="790"/>
          <ac:spMkLst>
            <pc:docMk/>
            <pc:sldMk cId="1688279795" sldId="379"/>
            <ac:spMk id="236" creationId="{F09270E3-B216-4EAF-9774-DB4949F37F7C}"/>
          </ac:spMkLst>
        </pc:spChg>
        <pc:spChg chg="mod">
          <ac:chgData name="Yash Jadhav" userId="535c3d6d-72b8-4f77-8155-55f939173cf2" providerId="ADAL" clId="{F33F88E0-3380-47C4-AFDE-F1AC050ADA82}" dt="2026-01-25T16:04:43.190" v="6939" actId="790"/>
          <ac:spMkLst>
            <pc:docMk/>
            <pc:sldMk cId="1688279795" sldId="379"/>
            <ac:spMk id="250" creationId="{C00DB8AF-D9F1-4413-AEC5-A4017BA3DCEA}"/>
          </ac:spMkLst>
        </pc:spChg>
        <pc:spChg chg="mod">
          <ac:chgData name="Yash Jadhav" userId="535c3d6d-72b8-4f77-8155-55f939173cf2" providerId="ADAL" clId="{F33F88E0-3380-47C4-AFDE-F1AC050ADA82}" dt="2026-01-25T16:04:43.191" v="6940" actId="790"/>
          <ac:spMkLst>
            <pc:docMk/>
            <pc:sldMk cId="1688279795" sldId="379"/>
            <ac:spMk id="251" creationId="{D815FD23-8CA0-42BA-BF09-B261B48AB0FF}"/>
          </ac:spMkLst>
        </pc:spChg>
        <pc:spChg chg="mod">
          <ac:chgData name="Yash Jadhav" userId="535c3d6d-72b8-4f77-8155-55f939173cf2" providerId="ADAL" clId="{F33F88E0-3380-47C4-AFDE-F1AC050ADA82}" dt="2026-01-25T16:04:43.193" v="6941" actId="790"/>
          <ac:spMkLst>
            <pc:docMk/>
            <pc:sldMk cId="1688279795" sldId="379"/>
            <ac:spMk id="252" creationId="{17BB3D99-2A3B-4EC0-87D1-5BDE3F5A4EE5}"/>
          </ac:spMkLst>
        </pc:spChg>
        <pc:spChg chg="mod">
          <ac:chgData name="Yash Jadhav" userId="535c3d6d-72b8-4f77-8155-55f939173cf2" providerId="ADAL" clId="{F33F88E0-3380-47C4-AFDE-F1AC050ADA82}" dt="2026-01-25T16:04:43.195" v="6942" actId="790"/>
          <ac:spMkLst>
            <pc:docMk/>
            <pc:sldMk cId="1688279795" sldId="379"/>
            <ac:spMk id="253" creationId="{A3A47AD3-9CE2-4008-8A50-C7AD49D3E839}"/>
          </ac:spMkLst>
        </pc:spChg>
        <pc:spChg chg="mod">
          <ac:chgData name="Yash Jadhav" userId="535c3d6d-72b8-4f77-8155-55f939173cf2" providerId="ADAL" clId="{F33F88E0-3380-47C4-AFDE-F1AC050ADA82}" dt="2026-01-25T16:04:43.196" v="6943" actId="790"/>
          <ac:spMkLst>
            <pc:docMk/>
            <pc:sldMk cId="1688279795" sldId="379"/>
            <ac:spMk id="254" creationId="{404A2A6C-184A-480B-B662-DCA2A9DD4842}"/>
          </ac:spMkLst>
        </pc:spChg>
        <pc:spChg chg="mod">
          <ac:chgData name="Yash Jadhav" userId="535c3d6d-72b8-4f77-8155-55f939173cf2" providerId="ADAL" clId="{F33F88E0-3380-47C4-AFDE-F1AC050ADA82}" dt="2026-01-25T16:04:43.198" v="6944" actId="790"/>
          <ac:spMkLst>
            <pc:docMk/>
            <pc:sldMk cId="1688279795" sldId="379"/>
            <ac:spMk id="286" creationId="{39DFEF19-64B3-4C70-A54A-42713BED3A9B}"/>
          </ac:spMkLst>
        </pc:spChg>
        <pc:spChg chg="mod">
          <ac:chgData name="Yash Jadhav" userId="535c3d6d-72b8-4f77-8155-55f939173cf2" providerId="ADAL" clId="{F33F88E0-3380-47C4-AFDE-F1AC050ADA82}" dt="2026-01-25T16:04:43.200" v="6945" actId="790"/>
          <ac:spMkLst>
            <pc:docMk/>
            <pc:sldMk cId="1688279795" sldId="379"/>
            <ac:spMk id="287" creationId="{004BBE3F-3E0A-48F0-ABB1-F51CF4C1230C}"/>
          </ac:spMkLst>
        </pc:spChg>
        <pc:spChg chg="mod">
          <ac:chgData name="Yash Jadhav" userId="535c3d6d-72b8-4f77-8155-55f939173cf2" providerId="ADAL" clId="{F33F88E0-3380-47C4-AFDE-F1AC050ADA82}" dt="2026-01-25T16:04:43.202" v="6946" actId="790"/>
          <ac:spMkLst>
            <pc:docMk/>
            <pc:sldMk cId="1688279795" sldId="379"/>
            <ac:spMk id="288" creationId="{0E6E35DE-34AE-4B33-A82F-586DF067128C}"/>
          </ac:spMkLst>
        </pc:spChg>
        <pc:spChg chg="mod">
          <ac:chgData name="Yash Jadhav" userId="535c3d6d-72b8-4f77-8155-55f939173cf2" providerId="ADAL" clId="{F33F88E0-3380-47C4-AFDE-F1AC050ADA82}" dt="2026-01-25T16:04:43.204" v="6947" actId="790"/>
          <ac:spMkLst>
            <pc:docMk/>
            <pc:sldMk cId="1688279795" sldId="379"/>
            <ac:spMk id="289" creationId="{24B4E2C5-A57B-42CC-97C0-EDB6BE29D707}"/>
          </ac:spMkLst>
        </pc:spChg>
        <pc:spChg chg="mod">
          <ac:chgData name="Yash Jadhav" userId="535c3d6d-72b8-4f77-8155-55f939173cf2" providerId="ADAL" clId="{F33F88E0-3380-47C4-AFDE-F1AC050ADA82}" dt="2026-01-25T16:04:43.206" v="6948" actId="790"/>
          <ac:spMkLst>
            <pc:docMk/>
            <pc:sldMk cId="1688279795" sldId="379"/>
            <ac:spMk id="290" creationId="{EEF1B4E5-2F03-41E3-9D13-ABBA2D9CEC48}"/>
          </ac:spMkLst>
        </pc:spChg>
        <pc:spChg chg="mod">
          <ac:chgData name="Yash Jadhav" userId="535c3d6d-72b8-4f77-8155-55f939173cf2" providerId="ADAL" clId="{F33F88E0-3380-47C4-AFDE-F1AC050ADA82}" dt="2026-01-25T16:04:43.208" v="6949" actId="790"/>
          <ac:spMkLst>
            <pc:docMk/>
            <pc:sldMk cId="1688279795" sldId="379"/>
            <ac:spMk id="291" creationId="{69B2FC04-4032-40A9-A0D6-CD2433AC4421}"/>
          </ac:spMkLst>
        </pc:spChg>
        <pc:spChg chg="mod">
          <ac:chgData name="Yash Jadhav" userId="535c3d6d-72b8-4f77-8155-55f939173cf2" providerId="ADAL" clId="{F33F88E0-3380-47C4-AFDE-F1AC050ADA82}" dt="2026-01-25T16:04:43.210" v="6950" actId="790"/>
          <ac:spMkLst>
            <pc:docMk/>
            <pc:sldMk cId="1688279795" sldId="379"/>
            <ac:spMk id="292" creationId="{738D40BA-EAE8-4220-8FFB-5DF6AD03C26B}"/>
          </ac:spMkLst>
        </pc:spChg>
        <pc:spChg chg="mod">
          <ac:chgData name="Yash Jadhav" userId="535c3d6d-72b8-4f77-8155-55f939173cf2" providerId="ADAL" clId="{F33F88E0-3380-47C4-AFDE-F1AC050ADA82}" dt="2026-01-25T16:04:43.212" v="6951" actId="790"/>
          <ac:spMkLst>
            <pc:docMk/>
            <pc:sldMk cId="1688279795" sldId="379"/>
            <ac:spMk id="293" creationId="{BA9E7DB3-4C81-434E-A0EF-6027E3A72B88}"/>
          </ac:spMkLst>
        </pc:spChg>
        <pc:spChg chg="mod">
          <ac:chgData name="Yash Jadhav" userId="535c3d6d-72b8-4f77-8155-55f939173cf2" providerId="ADAL" clId="{F33F88E0-3380-47C4-AFDE-F1AC050ADA82}" dt="2026-01-25T16:04:43.214" v="6952" actId="790"/>
          <ac:spMkLst>
            <pc:docMk/>
            <pc:sldMk cId="1688279795" sldId="379"/>
            <ac:spMk id="294" creationId="{EE52A46E-66DF-452F-9B3E-66B5AAC4AB0F}"/>
          </ac:spMkLst>
        </pc:spChg>
        <pc:spChg chg="mod">
          <ac:chgData name="Yash Jadhav" userId="535c3d6d-72b8-4f77-8155-55f939173cf2" providerId="ADAL" clId="{F33F88E0-3380-47C4-AFDE-F1AC050ADA82}" dt="2026-01-25T16:04:43.218" v="6953" actId="790"/>
          <ac:spMkLst>
            <pc:docMk/>
            <pc:sldMk cId="1688279795" sldId="379"/>
            <ac:spMk id="303" creationId="{8501F23C-0A22-41DC-8B5F-01A064C29AE4}"/>
          </ac:spMkLst>
        </pc:spChg>
        <pc:spChg chg="mod">
          <ac:chgData name="Yash Jadhav" userId="535c3d6d-72b8-4f77-8155-55f939173cf2" providerId="ADAL" clId="{F33F88E0-3380-47C4-AFDE-F1AC050ADA82}" dt="2026-01-25T16:04:43.222" v="6954" actId="790"/>
          <ac:spMkLst>
            <pc:docMk/>
            <pc:sldMk cId="1688279795" sldId="379"/>
            <ac:spMk id="304" creationId="{54BE6572-0A4A-496B-844C-61B88453D0A2}"/>
          </ac:spMkLst>
        </pc:spChg>
        <pc:spChg chg="mod">
          <ac:chgData name="Yash Jadhav" userId="535c3d6d-72b8-4f77-8155-55f939173cf2" providerId="ADAL" clId="{F33F88E0-3380-47C4-AFDE-F1AC050ADA82}" dt="2026-01-25T16:04:43.228" v="6955" actId="790"/>
          <ac:spMkLst>
            <pc:docMk/>
            <pc:sldMk cId="1688279795" sldId="379"/>
            <ac:spMk id="305" creationId="{A0E95364-C5F3-4E1E-97DB-00F47D40C843}"/>
          </ac:spMkLst>
        </pc:spChg>
        <pc:spChg chg="mod">
          <ac:chgData name="Yash Jadhav" userId="535c3d6d-72b8-4f77-8155-55f939173cf2" providerId="ADAL" clId="{F33F88E0-3380-47C4-AFDE-F1AC050ADA82}" dt="2026-01-25T16:04:43.230" v="6956" actId="790"/>
          <ac:spMkLst>
            <pc:docMk/>
            <pc:sldMk cId="1688279795" sldId="379"/>
            <ac:spMk id="306" creationId="{6C6DE122-73D6-4646-8742-E0A4868160DA}"/>
          </ac:spMkLst>
        </pc:spChg>
        <pc:spChg chg="mod">
          <ac:chgData name="Yash Jadhav" userId="535c3d6d-72b8-4f77-8155-55f939173cf2" providerId="ADAL" clId="{F33F88E0-3380-47C4-AFDE-F1AC050ADA82}" dt="2026-01-25T16:04:43.234" v="6957" actId="790"/>
          <ac:spMkLst>
            <pc:docMk/>
            <pc:sldMk cId="1688279795" sldId="379"/>
            <ac:spMk id="307" creationId="{1AEB63C5-6BA4-4A69-8819-B590A0F45A90}"/>
          </ac:spMkLst>
        </pc:spChg>
        <pc:spChg chg="mod">
          <ac:chgData name="Yash Jadhav" userId="535c3d6d-72b8-4f77-8155-55f939173cf2" providerId="ADAL" clId="{F33F88E0-3380-47C4-AFDE-F1AC050ADA82}" dt="2026-01-25T16:04:43.237" v="6958" actId="790"/>
          <ac:spMkLst>
            <pc:docMk/>
            <pc:sldMk cId="1688279795" sldId="379"/>
            <ac:spMk id="308" creationId="{31580647-7B1E-48DF-809F-99A22A76F01F}"/>
          </ac:spMkLst>
        </pc:spChg>
        <pc:spChg chg="mod">
          <ac:chgData name="Yash Jadhav" userId="535c3d6d-72b8-4f77-8155-55f939173cf2" providerId="ADAL" clId="{F33F88E0-3380-47C4-AFDE-F1AC050ADA82}" dt="2026-01-25T16:04:43.240" v="6959" actId="790"/>
          <ac:spMkLst>
            <pc:docMk/>
            <pc:sldMk cId="1688279795" sldId="379"/>
            <ac:spMk id="309" creationId="{B4B31038-0B16-4695-B51B-331AB5C58CF8}"/>
          </ac:spMkLst>
        </pc:spChg>
        <pc:spChg chg="mod">
          <ac:chgData name="Yash Jadhav" userId="535c3d6d-72b8-4f77-8155-55f939173cf2" providerId="ADAL" clId="{F33F88E0-3380-47C4-AFDE-F1AC050ADA82}" dt="2026-01-25T16:04:43.242" v="6960" actId="790"/>
          <ac:spMkLst>
            <pc:docMk/>
            <pc:sldMk cId="1688279795" sldId="379"/>
            <ac:spMk id="310" creationId="{532C3D26-A400-438F-8924-B095EB2E0ABF}"/>
          </ac:spMkLst>
        </pc:spChg>
        <pc:spChg chg="mod">
          <ac:chgData name="Yash Jadhav" userId="535c3d6d-72b8-4f77-8155-55f939173cf2" providerId="ADAL" clId="{F33F88E0-3380-47C4-AFDE-F1AC050ADA82}" dt="2026-01-25T16:04:43.245" v="6961" actId="790"/>
          <ac:spMkLst>
            <pc:docMk/>
            <pc:sldMk cId="1688279795" sldId="379"/>
            <ac:spMk id="311" creationId="{2A6CDD5A-57A4-4834-B40C-B90A40B7C9B5}"/>
          </ac:spMkLst>
        </pc:spChg>
        <pc:spChg chg="mod">
          <ac:chgData name="Yash Jadhav" userId="535c3d6d-72b8-4f77-8155-55f939173cf2" providerId="ADAL" clId="{F33F88E0-3380-47C4-AFDE-F1AC050ADA82}" dt="2026-01-25T16:04:43.247" v="6962" actId="790"/>
          <ac:spMkLst>
            <pc:docMk/>
            <pc:sldMk cId="1688279795" sldId="379"/>
            <ac:spMk id="312" creationId="{5F06280F-5938-4A6F-BE85-6EB5E0B40722}"/>
          </ac:spMkLst>
        </pc:spChg>
        <pc:spChg chg="mod">
          <ac:chgData name="Yash Jadhav" userId="535c3d6d-72b8-4f77-8155-55f939173cf2" providerId="ADAL" clId="{F33F88E0-3380-47C4-AFDE-F1AC050ADA82}" dt="2026-01-25T16:04:43.251" v="6963" actId="790"/>
          <ac:spMkLst>
            <pc:docMk/>
            <pc:sldMk cId="1688279795" sldId="379"/>
            <ac:spMk id="313" creationId="{848D3929-9A98-4B58-B7A5-079C3D2C0C35}"/>
          </ac:spMkLst>
        </pc:spChg>
        <pc:spChg chg="mod">
          <ac:chgData name="Yash Jadhav" userId="535c3d6d-72b8-4f77-8155-55f939173cf2" providerId="ADAL" clId="{F33F88E0-3380-47C4-AFDE-F1AC050ADA82}" dt="2026-01-25T16:04:43.255" v="6964" actId="790"/>
          <ac:spMkLst>
            <pc:docMk/>
            <pc:sldMk cId="1688279795" sldId="379"/>
            <ac:spMk id="314" creationId="{0960D37A-0DC2-4B8B-B9A2-9E9A6925A51C}"/>
          </ac:spMkLst>
        </pc:spChg>
        <pc:spChg chg="mod">
          <ac:chgData name="Yash Jadhav" userId="535c3d6d-72b8-4f77-8155-55f939173cf2" providerId="ADAL" clId="{F33F88E0-3380-47C4-AFDE-F1AC050ADA82}" dt="2026-01-25T16:04:43.259" v="6965" actId="790"/>
          <ac:spMkLst>
            <pc:docMk/>
            <pc:sldMk cId="1688279795" sldId="379"/>
            <ac:spMk id="352" creationId="{6B1E2749-3D90-4E85-96C5-C3243B3CF5F3}"/>
          </ac:spMkLst>
        </pc:spChg>
        <pc:spChg chg="mod">
          <ac:chgData name="Yash Jadhav" userId="535c3d6d-72b8-4f77-8155-55f939173cf2" providerId="ADAL" clId="{F33F88E0-3380-47C4-AFDE-F1AC050ADA82}" dt="2026-01-25T16:04:43.262" v="6966" actId="790"/>
          <ac:spMkLst>
            <pc:docMk/>
            <pc:sldMk cId="1688279795" sldId="379"/>
            <ac:spMk id="353" creationId="{5EEF20C2-7150-4D2A-B2F9-4FF4931DAE48}"/>
          </ac:spMkLst>
        </pc:spChg>
        <pc:spChg chg="mod">
          <ac:chgData name="Yash Jadhav" userId="535c3d6d-72b8-4f77-8155-55f939173cf2" providerId="ADAL" clId="{F33F88E0-3380-47C4-AFDE-F1AC050ADA82}" dt="2026-01-25T16:04:43.264" v="6967" actId="790"/>
          <ac:spMkLst>
            <pc:docMk/>
            <pc:sldMk cId="1688279795" sldId="379"/>
            <ac:spMk id="354" creationId="{19671BD6-7AF2-4548-99FF-34CE663648C0}"/>
          </ac:spMkLst>
        </pc:spChg>
        <pc:spChg chg="mod">
          <ac:chgData name="Yash Jadhav" userId="535c3d6d-72b8-4f77-8155-55f939173cf2" providerId="ADAL" clId="{F33F88E0-3380-47C4-AFDE-F1AC050ADA82}" dt="2026-01-25T16:04:43.293" v="6973" actId="790"/>
          <ac:spMkLst>
            <pc:docMk/>
            <pc:sldMk cId="1688279795" sldId="379"/>
            <ac:spMk id="401" creationId="{02F04D6E-2AA6-E090-26AA-72DC15A37AFB}"/>
          </ac:spMkLst>
        </pc:spChg>
        <pc:spChg chg="mod">
          <ac:chgData name="Yash Jadhav" userId="535c3d6d-72b8-4f77-8155-55f939173cf2" providerId="ADAL" clId="{F33F88E0-3380-47C4-AFDE-F1AC050ADA82}" dt="2026-01-25T16:04:43.297" v="6974" actId="790"/>
          <ac:spMkLst>
            <pc:docMk/>
            <pc:sldMk cId="1688279795" sldId="379"/>
            <ac:spMk id="402" creationId="{AA11EAF9-5956-D9F2-26C8-36DDED11AF08}"/>
          </ac:spMkLst>
        </pc:spChg>
        <pc:spChg chg="mod">
          <ac:chgData name="Yash Jadhav" userId="535c3d6d-72b8-4f77-8155-55f939173cf2" providerId="ADAL" clId="{F33F88E0-3380-47C4-AFDE-F1AC050ADA82}" dt="2026-01-25T16:04:43.300" v="6975" actId="790"/>
          <ac:spMkLst>
            <pc:docMk/>
            <pc:sldMk cId="1688279795" sldId="379"/>
            <ac:spMk id="403" creationId="{89C87428-01A9-C540-E52D-3F55CFC7AC4C}"/>
          </ac:spMkLst>
        </pc:spChg>
        <pc:spChg chg="mod">
          <ac:chgData name="Yash Jadhav" userId="535c3d6d-72b8-4f77-8155-55f939173cf2" providerId="ADAL" clId="{F33F88E0-3380-47C4-AFDE-F1AC050ADA82}" dt="2026-01-25T16:04:43.302" v="6976" actId="790"/>
          <ac:spMkLst>
            <pc:docMk/>
            <pc:sldMk cId="1688279795" sldId="379"/>
            <ac:spMk id="404" creationId="{3C232620-2E04-4D42-F9EC-332BC21E940C}"/>
          </ac:spMkLst>
        </pc:spChg>
        <pc:spChg chg="mod">
          <ac:chgData name="Yash Jadhav" userId="535c3d6d-72b8-4f77-8155-55f939173cf2" providerId="ADAL" clId="{F33F88E0-3380-47C4-AFDE-F1AC050ADA82}" dt="2026-01-25T16:04:43.304" v="6977" actId="790"/>
          <ac:spMkLst>
            <pc:docMk/>
            <pc:sldMk cId="1688279795" sldId="379"/>
            <ac:spMk id="405" creationId="{00156373-F056-7238-0C0D-8EDCA3B860D8}"/>
          </ac:spMkLst>
        </pc:spChg>
        <pc:spChg chg="mod">
          <ac:chgData name="Yash Jadhav" userId="535c3d6d-72b8-4f77-8155-55f939173cf2" providerId="ADAL" clId="{F33F88E0-3380-47C4-AFDE-F1AC050ADA82}" dt="2026-01-25T16:04:43.307" v="6978" actId="790"/>
          <ac:spMkLst>
            <pc:docMk/>
            <pc:sldMk cId="1688279795" sldId="379"/>
            <ac:spMk id="406" creationId="{BCAF301B-7F7E-3C70-FBC6-F44017E87A4F}"/>
          </ac:spMkLst>
        </pc:spChg>
        <pc:spChg chg="mod">
          <ac:chgData name="Yash Jadhav" userId="535c3d6d-72b8-4f77-8155-55f939173cf2" providerId="ADAL" clId="{F33F88E0-3380-47C4-AFDE-F1AC050ADA82}" dt="2026-01-25T16:04:43.309" v="6979" actId="790"/>
          <ac:spMkLst>
            <pc:docMk/>
            <pc:sldMk cId="1688279795" sldId="379"/>
            <ac:spMk id="407" creationId="{A769F5FF-7205-B893-59F8-798FE56CD58F}"/>
          </ac:spMkLst>
        </pc:spChg>
        <pc:spChg chg="mod">
          <ac:chgData name="Yash Jadhav" userId="535c3d6d-72b8-4f77-8155-55f939173cf2" providerId="ADAL" clId="{F33F88E0-3380-47C4-AFDE-F1AC050ADA82}" dt="2026-01-25T16:04:43.312" v="6980" actId="790"/>
          <ac:spMkLst>
            <pc:docMk/>
            <pc:sldMk cId="1688279795" sldId="379"/>
            <ac:spMk id="408" creationId="{4785A75B-0768-2B98-7A0D-9227C5A1E9C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77931972" sldId="380"/>
        </pc:sldMkLst>
        <pc:spChg chg="mod ord">
          <ac:chgData name="Yash Jadhav" userId="535c3d6d-72b8-4f77-8155-55f939173cf2" providerId="ADAL" clId="{F33F88E0-3380-47C4-AFDE-F1AC050ADA82}" dt="2026-01-25T16:06:14.662" v="8413" actId="6264"/>
          <ac:spMkLst>
            <pc:docMk/>
            <pc:sldMk cId="3177931972" sldId="380"/>
            <ac:spMk id="2" creationId="{65C6364A-480D-0685-FF71-2A839B7E3C75}"/>
          </ac:spMkLst>
        </pc:spChg>
        <pc:spChg chg="mod">
          <ac:chgData name="Yash Jadhav" userId="535c3d6d-72b8-4f77-8155-55f939173cf2" providerId="ADAL" clId="{F33F88E0-3380-47C4-AFDE-F1AC050ADA82}" dt="2026-01-25T16:04:46.894" v="7042" actId="790"/>
          <ac:spMkLst>
            <pc:docMk/>
            <pc:sldMk cId="3177931972" sldId="380"/>
            <ac:spMk id="8" creationId="{86EBA5C6-0242-47FD-F279-828B8EA1DF64}"/>
          </ac:spMkLst>
        </pc:spChg>
        <pc:spChg chg="mod">
          <ac:chgData name="Yash Jadhav" userId="535c3d6d-72b8-4f77-8155-55f939173cf2" providerId="ADAL" clId="{F33F88E0-3380-47C4-AFDE-F1AC050ADA82}" dt="2026-01-25T16:04:46.896" v="7043" actId="790"/>
          <ac:spMkLst>
            <pc:docMk/>
            <pc:sldMk cId="3177931972" sldId="380"/>
            <ac:spMk id="9" creationId="{FE16B352-0BFF-0FD2-491D-B65E37BF2F89}"/>
          </ac:spMkLst>
        </pc:spChg>
        <pc:spChg chg="mod">
          <ac:chgData name="Yash Jadhav" userId="535c3d6d-72b8-4f77-8155-55f939173cf2" providerId="ADAL" clId="{F33F88E0-3380-47C4-AFDE-F1AC050ADA82}" dt="2026-01-25T16:04:46.889" v="7040" actId="790"/>
          <ac:spMkLst>
            <pc:docMk/>
            <pc:sldMk cId="3177931972" sldId="380"/>
            <ac:spMk id="10" creationId="{0D655D09-B42D-074C-969C-65ECFFB9233C}"/>
          </ac:spMkLst>
        </pc:spChg>
        <pc:spChg chg="mod">
          <ac:chgData name="Yash Jadhav" userId="535c3d6d-72b8-4f77-8155-55f939173cf2" providerId="ADAL" clId="{F33F88E0-3380-47C4-AFDE-F1AC050ADA82}" dt="2026-01-25T16:04:46.892" v="7041" actId="790"/>
          <ac:spMkLst>
            <pc:docMk/>
            <pc:sldMk cId="3177931972" sldId="380"/>
            <ac:spMk id="11" creationId="{2683B729-9943-728C-6AD6-123828F4D469}"/>
          </ac:spMkLst>
        </pc:spChg>
        <pc:spChg chg="mod">
          <ac:chgData name="Yash Jadhav" userId="535c3d6d-72b8-4f77-8155-55f939173cf2" providerId="ADAL" clId="{F33F88E0-3380-47C4-AFDE-F1AC050ADA82}" dt="2026-01-25T16:04:46.883" v="7038" actId="790"/>
          <ac:spMkLst>
            <pc:docMk/>
            <pc:sldMk cId="3177931972" sldId="380"/>
            <ac:spMk id="12" creationId="{2191EF63-E5C4-CE21-BE85-93CB200D2C47}"/>
          </ac:spMkLst>
        </pc:spChg>
        <pc:spChg chg="mod">
          <ac:chgData name="Yash Jadhav" userId="535c3d6d-72b8-4f77-8155-55f939173cf2" providerId="ADAL" clId="{F33F88E0-3380-47C4-AFDE-F1AC050ADA82}" dt="2026-01-25T16:04:46.886" v="7039" actId="790"/>
          <ac:spMkLst>
            <pc:docMk/>
            <pc:sldMk cId="3177931972" sldId="380"/>
            <ac:spMk id="13" creationId="{D0C7BDC2-248E-166E-D6F1-B7C5EA23F65E}"/>
          </ac:spMkLst>
        </pc:spChg>
        <pc:spChg chg="mod">
          <ac:chgData name="Yash Jadhav" userId="535c3d6d-72b8-4f77-8155-55f939173cf2" providerId="ADAL" clId="{F33F88E0-3380-47C4-AFDE-F1AC050ADA82}" dt="2026-01-25T16:04:46.878" v="7036" actId="790"/>
          <ac:spMkLst>
            <pc:docMk/>
            <pc:sldMk cId="3177931972" sldId="380"/>
            <ac:spMk id="16" creationId="{B9F599ED-6747-90ED-3D9D-C5370D18409A}"/>
          </ac:spMkLst>
        </pc:spChg>
        <pc:spChg chg="mod">
          <ac:chgData name="Yash Jadhav" userId="535c3d6d-72b8-4f77-8155-55f939173cf2" providerId="ADAL" clId="{F33F88E0-3380-47C4-AFDE-F1AC050ADA82}" dt="2026-01-25T16:04:46.881" v="7037" actId="790"/>
          <ac:spMkLst>
            <pc:docMk/>
            <pc:sldMk cId="3177931972" sldId="380"/>
            <ac:spMk id="17" creationId="{5274830B-08E4-A9E5-650D-5C3909F7C139}"/>
          </ac:spMkLst>
        </pc:spChg>
        <pc:spChg chg="mod">
          <ac:chgData name="Yash Jadhav" userId="535c3d6d-72b8-4f77-8155-55f939173cf2" providerId="ADAL" clId="{F33F88E0-3380-47C4-AFDE-F1AC050ADA82}" dt="2026-01-25T16:04:46.873" v="7034" actId="790"/>
          <ac:spMkLst>
            <pc:docMk/>
            <pc:sldMk cId="3177931972" sldId="380"/>
            <ac:spMk id="18" creationId="{F39740AB-2CA3-4564-B1AA-FBA26F7C4BD1}"/>
          </ac:spMkLst>
        </pc:spChg>
        <pc:spChg chg="mod">
          <ac:chgData name="Yash Jadhav" userId="535c3d6d-72b8-4f77-8155-55f939173cf2" providerId="ADAL" clId="{F33F88E0-3380-47C4-AFDE-F1AC050ADA82}" dt="2026-01-25T16:04:46.875" v="7035" actId="790"/>
          <ac:spMkLst>
            <pc:docMk/>
            <pc:sldMk cId="3177931972" sldId="380"/>
            <ac:spMk id="19" creationId="{FC08AD7E-27EC-124B-8C73-65B12B46545B}"/>
          </ac:spMkLst>
        </pc:spChg>
        <pc:spChg chg="add del mod">
          <ac:chgData name="Yash Jadhav" userId="535c3d6d-72b8-4f77-8155-55f939173cf2" providerId="ADAL" clId="{F33F88E0-3380-47C4-AFDE-F1AC050ADA82}" dt="2026-01-25T16:06:14.662" v="8413" actId="6264"/>
          <ac:spMkLst>
            <pc:docMk/>
            <pc:sldMk cId="3177931972" sldId="380"/>
            <ac:spMk id="20" creationId="{3103ECD0-4412-5FE5-90A2-FF10BD778502}"/>
          </ac:spMkLst>
        </pc:spChg>
        <pc:spChg chg="mod">
          <ac:chgData name="Yash Jadhav" userId="535c3d6d-72b8-4f77-8155-55f939173cf2" providerId="ADAL" clId="{F33F88E0-3380-47C4-AFDE-F1AC050ADA82}" dt="2026-01-25T16:04:46.899" v="7044" actId="790"/>
          <ac:spMkLst>
            <pc:docMk/>
            <pc:sldMk cId="3177931972" sldId="380"/>
            <ac:spMk id="22" creationId="{8F6A028B-E4F5-1627-269D-49228E04E14E}"/>
          </ac:spMkLst>
        </pc:spChg>
        <pc:spChg chg="mod">
          <ac:chgData name="Yash Jadhav" userId="535c3d6d-72b8-4f77-8155-55f939173cf2" providerId="ADAL" clId="{F33F88E0-3380-47C4-AFDE-F1AC050ADA82}" dt="2026-01-25T16:04:46.901" v="7045" actId="790"/>
          <ac:spMkLst>
            <pc:docMk/>
            <pc:sldMk cId="3177931972" sldId="380"/>
            <ac:spMk id="23" creationId="{3E7B7BB9-E1BA-D6AB-A823-544C4BB804F2}"/>
          </ac:spMkLst>
        </pc:spChg>
        <pc:spChg chg="mod">
          <ac:chgData name="Yash Jadhav" userId="535c3d6d-72b8-4f77-8155-55f939173cf2" providerId="ADAL" clId="{F33F88E0-3380-47C4-AFDE-F1AC050ADA82}" dt="2026-01-25T16:04:46.905" v="7046" actId="790"/>
          <ac:spMkLst>
            <pc:docMk/>
            <pc:sldMk cId="3177931972" sldId="380"/>
            <ac:spMk id="25" creationId="{EBB68F5A-B698-1827-E9E9-FE7B08224B59}"/>
          </ac:spMkLst>
        </pc:spChg>
        <pc:spChg chg="mod">
          <ac:chgData name="Yash Jadhav" userId="535c3d6d-72b8-4f77-8155-55f939173cf2" providerId="ADAL" clId="{F33F88E0-3380-47C4-AFDE-F1AC050ADA82}" dt="2026-01-25T16:04:46.907" v="7047" actId="790"/>
          <ac:spMkLst>
            <pc:docMk/>
            <pc:sldMk cId="3177931972" sldId="380"/>
            <ac:spMk id="26" creationId="{BF480DB6-739D-E0C4-706F-233B2BB4A65A}"/>
          </ac:spMkLst>
        </pc:spChg>
        <pc:spChg chg="mod">
          <ac:chgData name="Yash Jadhav" userId="535c3d6d-72b8-4f77-8155-55f939173cf2" providerId="ADAL" clId="{F33F88E0-3380-47C4-AFDE-F1AC050ADA82}" dt="2026-01-25T16:04:46.909" v="7048" actId="790"/>
          <ac:spMkLst>
            <pc:docMk/>
            <pc:sldMk cId="3177931972" sldId="380"/>
            <ac:spMk id="28" creationId="{FA44F4E0-FD1F-1A4B-DD8B-D6849D7B78DE}"/>
          </ac:spMkLst>
        </pc:spChg>
        <pc:spChg chg="mod">
          <ac:chgData name="Yash Jadhav" userId="535c3d6d-72b8-4f77-8155-55f939173cf2" providerId="ADAL" clId="{F33F88E0-3380-47C4-AFDE-F1AC050ADA82}" dt="2026-01-25T16:04:46.912" v="7049" actId="790"/>
          <ac:spMkLst>
            <pc:docMk/>
            <pc:sldMk cId="3177931972" sldId="380"/>
            <ac:spMk id="29" creationId="{2A7ED047-09BC-7463-416F-E3D7F68867A0}"/>
          </ac:spMkLst>
        </pc:spChg>
        <pc:spChg chg="mod">
          <ac:chgData name="Yash Jadhav" userId="535c3d6d-72b8-4f77-8155-55f939173cf2" providerId="ADAL" clId="{F33F88E0-3380-47C4-AFDE-F1AC050ADA82}" dt="2026-01-25T16:04:46.913" v="7050" actId="790"/>
          <ac:spMkLst>
            <pc:docMk/>
            <pc:sldMk cId="3177931972" sldId="380"/>
            <ac:spMk id="31" creationId="{DC58BB71-5AC2-7504-422B-73BFC5180110}"/>
          </ac:spMkLst>
        </pc:spChg>
        <pc:spChg chg="mod">
          <ac:chgData name="Yash Jadhav" userId="535c3d6d-72b8-4f77-8155-55f939173cf2" providerId="ADAL" clId="{F33F88E0-3380-47C4-AFDE-F1AC050ADA82}" dt="2026-01-25T16:04:46.915" v="7051" actId="790"/>
          <ac:spMkLst>
            <pc:docMk/>
            <pc:sldMk cId="3177931972" sldId="380"/>
            <ac:spMk id="32" creationId="{A534D566-4512-46B4-C0D8-6BA2AF92C496}"/>
          </ac:spMkLst>
        </pc:spChg>
        <pc:spChg chg="mod">
          <ac:chgData name="Yash Jadhav" userId="535c3d6d-72b8-4f77-8155-55f939173cf2" providerId="ADAL" clId="{F33F88E0-3380-47C4-AFDE-F1AC050ADA82}" dt="2026-01-25T16:04:46.918" v="7052" actId="790"/>
          <ac:spMkLst>
            <pc:docMk/>
            <pc:sldMk cId="3177931972" sldId="380"/>
            <ac:spMk id="34" creationId="{2A06AA2C-2040-32DD-4F91-103F1B5F4D0A}"/>
          </ac:spMkLst>
        </pc:spChg>
        <pc:spChg chg="mod">
          <ac:chgData name="Yash Jadhav" userId="535c3d6d-72b8-4f77-8155-55f939173cf2" providerId="ADAL" clId="{F33F88E0-3380-47C4-AFDE-F1AC050ADA82}" dt="2026-01-25T16:04:46.920" v="7053" actId="790"/>
          <ac:spMkLst>
            <pc:docMk/>
            <pc:sldMk cId="3177931972" sldId="380"/>
            <ac:spMk id="35" creationId="{31A4FABE-7AC6-7037-3BF4-11D816EA74CA}"/>
          </ac:spMkLst>
        </pc:spChg>
        <pc:spChg chg="mod">
          <ac:chgData name="Yash Jadhav" userId="535c3d6d-72b8-4f77-8155-55f939173cf2" providerId="ADAL" clId="{F33F88E0-3380-47C4-AFDE-F1AC050ADA82}" dt="2026-01-25T16:04:46.923" v="7054" actId="790"/>
          <ac:spMkLst>
            <pc:docMk/>
            <pc:sldMk cId="3177931972" sldId="380"/>
            <ac:spMk id="36" creationId="{78880EAD-1903-9425-B0BE-59AEA88068B2}"/>
          </ac:spMkLst>
        </pc:spChg>
        <pc:spChg chg="mod">
          <ac:chgData name="Yash Jadhav" userId="535c3d6d-72b8-4f77-8155-55f939173cf2" providerId="ADAL" clId="{F33F88E0-3380-47C4-AFDE-F1AC050ADA82}" dt="2026-01-25T16:04:46.926" v="7055" actId="790"/>
          <ac:spMkLst>
            <pc:docMk/>
            <pc:sldMk cId="3177931972" sldId="380"/>
            <ac:spMk id="37" creationId="{DCD89226-CACE-71DF-81DB-66AB1FC81B2E}"/>
          </ac:spMkLst>
        </pc:spChg>
        <pc:spChg chg="mod">
          <ac:chgData name="Yash Jadhav" userId="535c3d6d-72b8-4f77-8155-55f939173cf2" providerId="ADAL" clId="{F33F88E0-3380-47C4-AFDE-F1AC050ADA82}" dt="2026-01-25T16:04:46.928" v="7056" actId="790"/>
          <ac:spMkLst>
            <pc:docMk/>
            <pc:sldMk cId="3177931972" sldId="380"/>
            <ac:spMk id="38" creationId="{B3F198DE-7917-C767-BA5B-3D6EF86C23CB}"/>
          </ac:spMkLst>
        </pc:spChg>
        <pc:spChg chg="mod">
          <ac:chgData name="Yash Jadhav" userId="535c3d6d-72b8-4f77-8155-55f939173cf2" providerId="ADAL" clId="{F33F88E0-3380-47C4-AFDE-F1AC050ADA82}" dt="2026-01-25T16:04:46.931" v="7057" actId="790"/>
          <ac:spMkLst>
            <pc:docMk/>
            <pc:sldMk cId="3177931972" sldId="380"/>
            <ac:spMk id="39" creationId="{FE9F0407-BA6F-7D0F-2990-A6DA3B5AF422}"/>
          </ac:spMkLst>
        </pc:spChg>
        <pc:spChg chg="mod">
          <ac:chgData name="Yash Jadhav" userId="535c3d6d-72b8-4f77-8155-55f939173cf2" providerId="ADAL" clId="{F33F88E0-3380-47C4-AFDE-F1AC050ADA82}" dt="2026-01-25T16:04:46.934" v="7058" actId="790"/>
          <ac:spMkLst>
            <pc:docMk/>
            <pc:sldMk cId="3177931972" sldId="380"/>
            <ac:spMk id="40" creationId="{649DA4B1-7305-2415-4EA9-59D6477876C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9787587" sldId="381"/>
        </pc:sldMkLst>
        <pc:spChg chg="mod ord">
          <ac:chgData name="Yash Jadhav" userId="535c3d6d-72b8-4f77-8155-55f939173cf2" providerId="ADAL" clId="{F33F88E0-3380-47C4-AFDE-F1AC050ADA82}" dt="2026-01-25T16:06:14.662" v="8413" actId="6264"/>
          <ac:spMkLst>
            <pc:docMk/>
            <pc:sldMk cId="1289787587" sldId="381"/>
            <ac:spMk id="2" creationId="{EBB570EE-E348-137C-5D2D-DEBEE2F37E4B}"/>
          </ac:spMkLst>
        </pc:spChg>
        <pc:spChg chg="add del mod">
          <ac:chgData name="Yash Jadhav" userId="535c3d6d-72b8-4f77-8155-55f939173cf2" providerId="ADAL" clId="{F33F88E0-3380-47C4-AFDE-F1AC050ADA82}" dt="2026-01-25T16:06:14.662" v="8413" actId="6264"/>
          <ac:spMkLst>
            <pc:docMk/>
            <pc:sldMk cId="1289787587" sldId="381"/>
            <ac:spMk id="3" creationId="{564D6797-CF4E-7CA8-644E-1A8093A0A9A2}"/>
          </ac:spMkLst>
        </pc:spChg>
        <pc:spChg chg="mod">
          <ac:chgData name="Yash Jadhav" userId="535c3d6d-72b8-4f77-8155-55f939173cf2" providerId="ADAL" clId="{F33F88E0-3380-47C4-AFDE-F1AC050ADA82}" dt="2026-01-25T16:04:48.503" v="7064" actId="790"/>
          <ac:spMkLst>
            <pc:docMk/>
            <pc:sldMk cId="1289787587" sldId="381"/>
            <ac:spMk id="4" creationId="{0D71FC2F-EAE7-095A-772D-C2BF1B8522F9}"/>
          </ac:spMkLst>
        </pc:spChg>
        <pc:spChg chg="mod">
          <ac:chgData name="Yash Jadhav" userId="535c3d6d-72b8-4f77-8155-55f939173cf2" providerId="ADAL" clId="{F33F88E0-3380-47C4-AFDE-F1AC050ADA82}" dt="2026-01-25T16:04:48.506" v="7065" actId="790"/>
          <ac:spMkLst>
            <pc:docMk/>
            <pc:sldMk cId="1289787587" sldId="381"/>
            <ac:spMk id="7" creationId="{A5827629-85A3-7167-AFC0-6C51F3791DDD}"/>
          </ac:spMkLst>
        </pc:spChg>
        <pc:spChg chg="mod">
          <ac:chgData name="Yash Jadhav" userId="535c3d6d-72b8-4f77-8155-55f939173cf2" providerId="ADAL" clId="{F33F88E0-3380-47C4-AFDE-F1AC050ADA82}" dt="2026-01-25T16:04:48.508" v="7066" actId="790"/>
          <ac:spMkLst>
            <pc:docMk/>
            <pc:sldMk cId="1289787587" sldId="381"/>
            <ac:spMk id="8" creationId="{4C73322D-8BA5-F452-9188-7B58955CC22F}"/>
          </ac:spMkLst>
        </pc:spChg>
        <pc:spChg chg="mod">
          <ac:chgData name="Yash Jadhav" userId="535c3d6d-72b8-4f77-8155-55f939173cf2" providerId="ADAL" clId="{F33F88E0-3380-47C4-AFDE-F1AC050ADA82}" dt="2026-01-25T16:04:48.510" v="7067" actId="790"/>
          <ac:spMkLst>
            <pc:docMk/>
            <pc:sldMk cId="1289787587" sldId="381"/>
            <ac:spMk id="9" creationId="{9CF1CCFC-4C0F-DD25-2ED3-C0A786C712EA}"/>
          </ac:spMkLst>
        </pc:spChg>
        <pc:spChg chg="mod">
          <ac:chgData name="Yash Jadhav" userId="535c3d6d-72b8-4f77-8155-55f939173cf2" providerId="ADAL" clId="{F33F88E0-3380-47C4-AFDE-F1AC050ADA82}" dt="2026-01-25T16:04:48.512" v="7068" actId="790"/>
          <ac:spMkLst>
            <pc:docMk/>
            <pc:sldMk cId="1289787587" sldId="381"/>
            <ac:spMk id="10" creationId="{537B6AF3-0611-9CC0-32AD-B591316A8B2F}"/>
          </ac:spMkLst>
        </pc:spChg>
        <pc:spChg chg="mod">
          <ac:chgData name="Yash Jadhav" userId="535c3d6d-72b8-4f77-8155-55f939173cf2" providerId="ADAL" clId="{F33F88E0-3380-47C4-AFDE-F1AC050ADA82}" dt="2026-01-25T16:04:48.515" v="7069" actId="790"/>
          <ac:spMkLst>
            <pc:docMk/>
            <pc:sldMk cId="1289787587" sldId="381"/>
            <ac:spMk id="11" creationId="{B7BB7A29-1422-3F40-3E48-9496B293AE01}"/>
          </ac:spMkLst>
        </pc:spChg>
        <pc:spChg chg="mod">
          <ac:chgData name="Yash Jadhav" userId="535c3d6d-72b8-4f77-8155-55f939173cf2" providerId="ADAL" clId="{F33F88E0-3380-47C4-AFDE-F1AC050ADA82}" dt="2026-01-25T16:04:48.517" v="7070" actId="790"/>
          <ac:spMkLst>
            <pc:docMk/>
            <pc:sldMk cId="1289787587" sldId="381"/>
            <ac:spMk id="12" creationId="{E50DBAFF-3B0D-1044-510F-2E5DFCA99ADB}"/>
          </ac:spMkLst>
        </pc:spChg>
        <pc:spChg chg="mod">
          <ac:chgData name="Yash Jadhav" userId="535c3d6d-72b8-4f77-8155-55f939173cf2" providerId="ADAL" clId="{F33F88E0-3380-47C4-AFDE-F1AC050ADA82}" dt="2026-01-25T16:04:48.521" v="7071" actId="790"/>
          <ac:spMkLst>
            <pc:docMk/>
            <pc:sldMk cId="1289787587" sldId="381"/>
            <ac:spMk id="23" creationId="{57371AFD-F2C2-7CD7-3270-6752AAA2F024}"/>
          </ac:spMkLst>
        </pc:spChg>
        <pc:spChg chg="mod">
          <ac:chgData name="Yash Jadhav" userId="535c3d6d-72b8-4f77-8155-55f939173cf2" providerId="ADAL" clId="{F33F88E0-3380-47C4-AFDE-F1AC050ADA82}" dt="2026-01-25T16:04:48.524" v="7072" actId="790"/>
          <ac:spMkLst>
            <pc:docMk/>
            <pc:sldMk cId="1289787587" sldId="381"/>
            <ac:spMk id="25" creationId="{E4E8EF9C-9A27-AC08-BBDE-0ABCFA4DB08B}"/>
          </ac:spMkLst>
        </pc:spChg>
        <pc:spChg chg="mod">
          <ac:chgData name="Yash Jadhav" userId="535c3d6d-72b8-4f77-8155-55f939173cf2" providerId="ADAL" clId="{F33F88E0-3380-47C4-AFDE-F1AC050ADA82}" dt="2026-01-25T16:04:48.528" v="7073" actId="790"/>
          <ac:spMkLst>
            <pc:docMk/>
            <pc:sldMk cId="1289787587" sldId="381"/>
            <ac:spMk id="26" creationId="{E86C05EC-1EEA-A6A6-A755-FDF04DFE3C3D}"/>
          </ac:spMkLst>
        </pc:spChg>
        <pc:spChg chg="mod">
          <ac:chgData name="Yash Jadhav" userId="535c3d6d-72b8-4f77-8155-55f939173cf2" providerId="ADAL" clId="{F33F88E0-3380-47C4-AFDE-F1AC050ADA82}" dt="2026-01-25T16:04:48.531" v="7074" actId="790"/>
          <ac:spMkLst>
            <pc:docMk/>
            <pc:sldMk cId="1289787587" sldId="381"/>
            <ac:spMk id="31" creationId="{5BF302D8-BC61-8898-E379-0FBE2815749F}"/>
          </ac:spMkLst>
        </pc:spChg>
        <pc:spChg chg="mod">
          <ac:chgData name="Yash Jadhav" userId="535c3d6d-72b8-4f77-8155-55f939173cf2" providerId="ADAL" clId="{F33F88E0-3380-47C4-AFDE-F1AC050ADA82}" dt="2026-01-25T16:04:48.535" v="7075" actId="790"/>
          <ac:spMkLst>
            <pc:docMk/>
            <pc:sldMk cId="1289787587" sldId="381"/>
            <ac:spMk id="32" creationId="{937DE373-BE82-33C5-52E7-73538E540977}"/>
          </ac:spMkLst>
        </pc:spChg>
        <pc:spChg chg="mod">
          <ac:chgData name="Yash Jadhav" userId="535c3d6d-72b8-4f77-8155-55f939173cf2" providerId="ADAL" clId="{F33F88E0-3380-47C4-AFDE-F1AC050ADA82}" dt="2026-01-25T16:04:48.539" v="7076" actId="790"/>
          <ac:spMkLst>
            <pc:docMk/>
            <pc:sldMk cId="1289787587" sldId="381"/>
            <ac:spMk id="33" creationId="{EF5B5CF5-219C-975B-B70C-9F5C19C2136E}"/>
          </ac:spMkLst>
        </pc:spChg>
        <pc:spChg chg="mod">
          <ac:chgData name="Yash Jadhav" userId="535c3d6d-72b8-4f77-8155-55f939173cf2" providerId="ADAL" clId="{F33F88E0-3380-47C4-AFDE-F1AC050ADA82}" dt="2026-01-25T16:04:48.542" v="7077" actId="790"/>
          <ac:spMkLst>
            <pc:docMk/>
            <pc:sldMk cId="1289787587" sldId="381"/>
            <ac:spMk id="34" creationId="{64596E83-DF11-BCF9-D08F-67E83236326F}"/>
          </ac:spMkLst>
        </pc:spChg>
        <pc:spChg chg="mod">
          <ac:chgData name="Yash Jadhav" userId="535c3d6d-72b8-4f77-8155-55f939173cf2" providerId="ADAL" clId="{F33F88E0-3380-47C4-AFDE-F1AC050ADA82}" dt="2026-01-25T16:04:48.553" v="7080" actId="790"/>
          <ac:spMkLst>
            <pc:docMk/>
            <pc:sldMk cId="1289787587" sldId="381"/>
            <ac:spMk id="36" creationId="{2BA4E72D-29A9-9137-7E3B-F260B98D6DFB}"/>
          </ac:spMkLst>
        </pc:spChg>
        <pc:spChg chg="mod">
          <ac:chgData name="Yash Jadhav" userId="535c3d6d-72b8-4f77-8155-55f939173cf2" providerId="ADAL" clId="{F33F88E0-3380-47C4-AFDE-F1AC050ADA82}" dt="2026-01-25T16:04:48.556" v="7081" actId="790"/>
          <ac:spMkLst>
            <pc:docMk/>
            <pc:sldMk cId="1289787587" sldId="381"/>
            <ac:spMk id="37" creationId="{7E00B25B-4BBB-9454-DC82-390FFC0526CE}"/>
          </ac:spMkLst>
        </pc:spChg>
        <pc:spChg chg="mod">
          <ac:chgData name="Yash Jadhav" userId="535c3d6d-72b8-4f77-8155-55f939173cf2" providerId="ADAL" clId="{F33F88E0-3380-47C4-AFDE-F1AC050ADA82}" dt="2026-01-25T16:04:48.546" v="7078" actId="790"/>
          <ac:spMkLst>
            <pc:docMk/>
            <pc:sldMk cId="1289787587" sldId="381"/>
            <ac:spMk id="39" creationId="{B2B7396D-E35D-B4D6-C707-A383F1DFBC27}"/>
          </ac:spMkLst>
        </pc:spChg>
        <pc:spChg chg="mod">
          <ac:chgData name="Yash Jadhav" userId="535c3d6d-72b8-4f77-8155-55f939173cf2" providerId="ADAL" clId="{F33F88E0-3380-47C4-AFDE-F1AC050ADA82}" dt="2026-01-25T16:04:48.549" v="7079" actId="790"/>
          <ac:spMkLst>
            <pc:docMk/>
            <pc:sldMk cId="1289787587" sldId="381"/>
            <ac:spMk id="40" creationId="{F5C4186C-4E1D-01B2-6A20-C1A411862604}"/>
          </ac:spMkLst>
        </pc:spChg>
        <pc:spChg chg="mod">
          <ac:chgData name="Yash Jadhav" userId="535c3d6d-72b8-4f77-8155-55f939173cf2" providerId="ADAL" clId="{F33F88E0-3380-47C4-AFDE-F1AC050ADA82}" dt="2026-01-25T16:04:48.574" v="7088" actId="790"/>
          <ac:spMkLst>
            <pc:docMk/>
            <pc:sldMk cId="1289787587" sldId="381"/>
            <ac:spMk id="42" creationId="{92D80233-8533-BB7C-10D0-7CD9648F4495}"/>
          </ac:spMkLst>
        </pc:spChg>
        <pc:spChg chg="mod">
          <ac:chgData name="Yash Jadhav" userId="535c3d6d-72b8-4f77-8155-55f939173cf2" providerId="ADAL" clId="{F33F88E0-3380-47C4-AFDE-F1AC050ADA82}" dt="2026-01-25T16:04:48.576" v="7089" actId="790"/>
          <ac:spMkLst>
            <pc:docMk/>
            <pc:sldMk cId="1289787587" sldId="381"/>
            <ac:spMk id="43" creationId="{50E5909C-4FA6-A5AC-D694-4F337C261117}"/>
          </ac:spMkLst>
        </pc:spChg>
        <pc:spChg chg="mod">
          <ac:chgData name="Yash Jadhav" userId="535c3d6d-72b8-4f77-8155-55f939173cf2" providerId="ADAL" clId="{F33F88E0-3380-47C4-AFDE-F1AC050ADA82}" dt="2026-01-25T16:04:48.562" v="7084" actId="790"/>
          <ac:spMkLst>
            <pc:docMk/>
            <pc:sldMk cId="1289787587" sldId="381"/>
            <ac:spMk id="45" creationId="{A31206E0-2991-E564-1EDB-865639E1A469}"/>
          </ac:spMkLst>
        </pc:spChg>
        <pc:spChg chg="mod">
          <ac:chgData name="Yash Jadhav" userId="535c3d6d-72b8-4f77-8155-55f939173cf2" providerId="ADAL" clId="{F33F88E0-3380-47C4-AFDE-F1AC050ADA82}" dt="2026-01-25T16:04:48.566" v="7085" actId="790"/>
          <ac:spMkLst>
            <pc:docMk/>
            <pc:sldMk cId="1289787587" sldId="381"/>
            <ac:spMk id="46" creationId="{668514D5-3627-3DB6-EF75-335771D8DB6F}"/>
          </ac:spMkLst>
        </pc:spChg>
        <pc:spChg chg="mod">
          <ac:chgData name="Yash Jadhav" userId="535c3d6d-72b8-4f77-8155-55f939173cf2" providerId="ADAL" clId="{F33F88E0-3380-47C4-AFDE-F1AC050ADA82}" dt="2026-01-25T16:04:48.569" v="7086" actId="790"/>
          <ac:spMkLst>
            <pc:docMk/>
            <pc:sldMk cId="1289787587" sldId="381"/>
            <ac:spMk id="48" creationId="{F29F31BE-30B1-948D-8678-088D331A1C0E}"/>
          </ac:spMkLst>
        </pc:spChg>
        <pc:spChg chg="mod">
          <ac:chgData name="Yash Jadhav" userId="535c3d6d-72b8-4f77-8155-55f939173cf2" providerId="ADAL" clId="{F33F88E0-3380-47C4-AFDE-F1AC050ADA82}" dt="2026-01-25T16:04:48.571" v="7087" actId="790"/>
          <ac:spMkLst>
            <pc:docMk/>
            <pc:sldMk cId="1289787587" sldId="381"/>
            <ac:spMk id="49" creationId="{211078E1-9F61-FC81-0A61-D7855F602F0F}"/>
          </ac:spMkLst>
        </pc:spChg>
        <pc:spChg chg="mod">
          <ac:chgData name="Yash Jadhav" userId="535c3d6d-72b8-4f77-8155-55f939173cf2" providerId="ADAL" clId="{F33F88E0-3380-47C4-AFDE-F1AC050ADA82}" dt="2026-01-25T16:04:48.558" v="7082" actId="790"/>
          <ac:spMkLst>
            <pc:docMk/>
            <pc:sldMk cId="1289787587" sldId="381"/>
            <ac:spMk id="51" creationId="{F2E72519-2231-8C92-07E0-25D50B031C5C}"/>
          </ac:spMkLst>
        </pc:spChg>
        <pc:spChg chg="mod">
          <ac:chgData name="Yash Jadhav" userId="535c3d6d-72b8-4f77-8155-55f939173cf2" providerId="ADAL" clId="{F33F88E0-3380-47C4-AFDE-F1AC050ADA82}" dt="2026-01-25T16:04:48.560" v="7083" actId="790"/>
          <ac:spMkLst>
            <pc:docMk/>
            <pc:sldMk cId="1289787587" sldId="381"/>
            <ac:spMk id="52" creationId="{1365A049-9F86-1F58-3C46-E2821A9E5CC0}"/>
          </ac:spMkLst>
        </pc:spChg>
        <pc:spChg chg="mod">
          <ac:chgData name="Yash Jadhav" userId="535c3d6d-72b8-4f77-8155-55f939173cf2" providerId="ADAL" clId="{F33F88E0-3380-47C4-AFDE-F1AC050ADA82}" dt="2026-01-25T16:04:48.580" v="7090" actId="790"/>
          <ac:spMkLst>
            <pc:docMk/>
            <pc:sldMk cId="1289787587" sldId="381"/>
            <ac:spMk id="54" creationId="{FC6286CC-487F-D284-096D-66E057774F82}"/>
          </ac:spMkLst>
        </pc:spChg>
        <pc:spChg chg="mod">
          <ac:chgData name="Yash Jadhav" userId="535c3d6d-72b8-4f77-8155-55f939173cf2" providerId="ADAL" clId="{F33F88E0-3380-47C4-AFDE-F1AC050ADA82}" dt="2026-01-25T16:04:48.583" v="7091" actId="790"/>
          <ac:spMkLst>
            <pc:docMk/>
            <pc:sldMk cId="1289787587" sldId="381"/>
            <ac:spMk id="55" creationId="{5BE8C7FD-36C4-72C0-4DA1-F91F911DBAD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48958680" sldId="382"/>
        </pc:sldMkLst>
        <pc:spChg chg="mod ord">
          <ac:chgData name="Yash Jadhav" userId="535c3d6d-72b8-4f77-8155-55f939173cf2" providerId="ADAL" clId="{F33F88E0-3380-47C4-AFDE-F1AC050ADA82}" dt="2026-01-25T16:06:14.662" v="8413" actId="6264"/>
          <ac:spMkLst>
            <pc:docMk/>
            <pc:sldMk cId="3048958680" sldId="382"/>
            <ac:spMk id="2" creationId="{95B9FB57-4BE1-70D4-FD6F-F7E81870635C}"/>
          </ac:spMkLst>
        </pc:spChg>
        <pc:spChg chg="add del mod">
          <ac:chgData name="Yash Jadhav" userId="535c3d6d-72b8-4f77-8155-55f939173cf2" providerId="ADAL" clId="{F33F88E0-3380-47C4-AFDE-F1AC050ADA82}" dt="2026-01-25T16:06:14.662" v="8413" actId="6264"/>
          <ac:spMkLst>
            <pc:docMk/>
            <pc:sldMk cId="3048958680" sldId="382"/>
            <ac:spMk id="3" creationId="{7FD17D6F-9B7B-993E-A3D4-A98712B856AB}"/>
          </ac:spMkLst>
        </pc:spChg>
        <pc:spChg chg="mod">
          <ac:chgData name="Yash Jadhav" userId="535c3d6d-72b8-4f77-8155-55f939173cf2" providerId="ADAL" clId="{F33F88E0-3380-47C4-AFDE-F1AC050ADA82}" dt="2026-01-25T16:04:49.631" v="7113" actId="790"/>
          <ac:spMkLst>
            <pc:docMk/>
            <pc:sldMk cId="3048958680" sldId="382"/>
            <ac:spMk id="11" creationId="{9C204E64-836B-3964-6C04-92D1ECC9F9D6}"/>
          </ac:spMkLst>
        </pc:spChg>
        <pc:spChg chg="mod">
          <ac:chgData name="Yash Jadhav" userId="535c3d6d-72b8-4f77-8155-55f939173cf2" providerId="ADAL" clId="{F33F88E0-3380-47C4-AFDE-F1AC050ADA82}" dt="2026-01-25T16:04:49.633" v="7114" actId="790"/>
          <ac:spMkLst>
            <pc:docMk/>
            <pc:sldMk cId="3048958680" sldId="382"/>
            <ac:spMk id="12" creationId="{83A0F3BF-44A5-B885-6874-9624013C2B33}"/>
          </ac:spMkLst>
        </pc:spChg>
        <pc:spChg chg="mod">
          <ac:chgData name="Yash Jadhav" userId="535c3d6d-72b8-4f77-8155-55f939173cf2" providerId="ADAL" clId="{F33F88E0-3380-47C4-AFDE-F1AC050ADA82}" dt="2026-01-25T16:04:49.627" v="7111" actId="790"/>
          <ac:spMkLst>
            <pc:docMk/>
            <pc:sldMk cId="3048958680" sldId="382"/>
            <ac:spMk id="13" creationId="{A056F045-C2CF-8D23-2640-1590C905B487}"/>
          </ac:spMkLst>
        </pc:spChg>
        <pc:spChg chg="mod">
          <ac:chgData name="Yash Jadhav" userId="535c3d6d-72b8-4f77-8155-55f939173cf2" providerId="ADAL" clId="{F33F88E0-3380-47C4-AFDE-F1AC050ADA82}" dt="2026-01-25T16:04:49.629" v="7112" actId="790"/>
          <ac:spMkLst>
            <pc:docMk/>
            <pc:sldMk cId="3048958680" sldId="382"/>
            <ac:spMk id="14" creationId="{59E5E277-C216-E165-677C-C34C5AE7A0B1}"/>
          </ac:spMkLst>
        </pc:spChg>
        <pc:spChg chg="mod">
          <ac:chgData name="Yash Jadhav" userId="535c3d6d-72b8-4f77-8155-55f939173cf2" providerId="ADAL" clId="{F33F88E0-3380-47C4-AFDE-F1AC050ADA82}" dt="2026-01-25T16:04:49.623" v="7109" actId="790"/>
          <ac:spMkLst>
            <pc:docMk/>
            <pc:sldMk cId="3048958680" sldId="382"/>
            <ac:spMk id="15" creationId="{A0C07316-9D06-C368-61BE-45AEE7D778EA}"/>
          </ac:spMkLst>
        </pc:spChg>
        <pc:spChg chg="mod">
          <ac:chgData name="Yash Jadhav" userId="535c3d6d-72b8-4f77-8155-55f939173cf2" providerId="ADAL" clId="{F33F88E0-3380-47C4-AFDE-F1AC050ADA82}" dt="2026-01-25T16:04:49.626" v="7110" actId="790"/>
          <ac:spMkLst>
            <pc:docMk/>
            <pc:sldMk cId="3048958680" sldId="382"/>
            <ac:spMk id="16" creationId="{28B2A925-CE2D-FD41-BEA2-0FF2DFE8976B}"/>
          </ac:spMkLst>
        </pc:spChg>
        <pc:spChg chg="mod">
          <ac:chgData name="Yash Jadhav" userId="535c3d6d-72b8-4f77-8155-55f939173cf2" providerId="ADAL" clId="{F33F88E0-3380-47C4-AFDE-F1AC050ADA82}" dt="2026-01-25T16:04:49.618" v="7107" actId="790"/>
          <ac:spMkLst>
            <pc:docMk/>
            <pc:sldMk cId="3048958680" sldId="382"/>
            <ac:spMk id="17" creationId="{9C5E64D0-8672-3792-83B6-0CF995BCE37D}"/>
          </ac:spMkLst>
        </pc:spChg>
        <pc:spChg chg="mod">
          <ac:chgData name="Yash Jadhav" userId="535c3d6d-72b8-4f77-8155-55f939173cf2" providerId="ADAL" clId="{F33F88E0-3380-47C4-AFDE-F1AC050ADA82}" dt="2026-01-25T16:04:49.621" v="7108" actId="790"/>
          <ac:spMkLst>
            <pc:docMk/>
            <pc:sldMk cId="3048958680" sldId="382"/>
            <ac:spMk id="18" creationId="{1EDE5F55-87E7-F7FC-C794-89211BFEDBA1}"/>
          </ac:spMkLst>
        </pc:spChg>
        <pc:spChg chg="mod">
          <ac:chgData name="Yash Jadhav" userId="535c3d6d-72b8-4f77-8155-55f939173cf2" providerId="ADAL" clId="{F33F88E0-3380-47C4-AFDE-F1AC050ADA82}" dt="2026-01-25T16:04:49.613" v="7105" actId="790"/>
          <ac:spMkLst>
            <pc:docMk/>
            <pc:sldMk cId="3048958680" sldId="382"/>
            <ac:spMk id="19" creationId="{18122AE1-93D5-DB95-3A75-D7FA96373A18}"/>
          </ac:spMkLst>
        </pc:spChg>
        <pc:spChg chg="mod">
          <ac:chgData name="Yash Jadhav" userId="535c3d6d-72b8-4f77-8155-55f939173cf2" providerId="ADAL" clId="{F33F88E0-3380-47C4-AFDE-F1AC050ADA82}" dt="2026-01-25T16:04:49.615" v="7106" actId="790"/>
          <ac:spMkLst>
            <pc:docMk/>
            <pc:sldMk cId="3048958680" sldId="382"/>
            <ac:spMk id="20" creationId="{BB4BAF71-9BA0-0AD9-35FE-1B5B6C744689}"/>
          </ac:spMkLst>
        </pc:spChg>
        <pc:spChg chg="mod">
          <ac:chgData name="Yash Jadhav" userId="535c3d6d-72b8-4f77-8155-55f939173cf2" providerId="ADAL" clId="{F33F88E0-3380-47C4-AFDE-F1AC050ADA82}" dt="2026-01-25T16:04:49.609" v="7103" actId="790"/>
          <ac:spMkLst>
            <pc:docMk/>
            <pc:sldMk cId="3048958680" sldId="382"/>
            <ac:spMk id="25" creationId="{97399B05-6EB2-D5B0-ADF3-21834939A0AA}"/>
          </ac:spMkLst>
        </pc:spChg>
        <pc:spChg chg="mod">
          <ac:chgData name="Yash Jadhav" userId="535c3d6d-72b8-4f77-8155-55f939173cf2" providerId="ADAL" clId="{F33F88E0-3380-47C4-AFDE-F1AC050ADA82}" dt="2026-01-25T16:04:49.611" v="7104" actId="790"/>
          <ac:spMkLst>
            <pc:docMk/>
            <pc:sldMk cId="3048958680" sldId="382"/>
            <ac:spMk id="26" creationId="{A8452AD0-12A3-18BA-90F1-93FFD17869B8}"/>
          </ac:spMkLst>
        </pc:spChg>
        <pc:spChg chg="mod">
          <ac:chgData name="Yash Jadhav" userId="535c3d6d-72b8-4f77-8155-55f939173cf2" providerId="ADAL" clId="{F33F88E0-3380-47C4-AFDE-F1AC050ADA82}" dt="2026-01-25T16:04:49.604" v="7101" actId="790"/>
          <ac:spMkLst>
            <pc:docMk/>
            <pc:sldMk cId="3048958680" sldId="382"/>
            <ac:spMk id="27" creationId="{FA6BBE81-A95A-5392-645F-D7A649843D0F}"/>
          </ac:spMkLst>
        </pc:spChg>
        <pc:spChg chg="mod">
          <ac:chgData name="Yash Jadhav" userId="535c3d6d-72b8-4f77-8155-55f939173cf2" providerId="ADAL" clId="{F33F88E0-3380-47C4-AFDE-F1AC050ADA82}" dt="2026-01-25T16:04:49.606" v="7102" actId="790"/>
          <ac:spMkLst>
            <pc:docMk/>
            <pc:sldMk cId="3048958680" sldId="382"/>
            <ac:spMk id="28" creationId="{10670C85-3297-F139-0CFA-19B21903FD3A}"/>
          </ac:spMkLst>
        </pc:spChg>
        <pc:spChg chg="mod">
          <ac:chgData name="Yash Jadhav" userId="535c3d6d-72b8-4f77-8155-55f939173cf2" providerId="ADAL" clId="{F33F88E0-3380-47C4-AFDE-F1AC050ADA82}" dt="2026-01-25T16:04:49.598" v="7099" actId="790"/>
          <ac:spMkLst>
            <pc:docMk/>
            <pc:sldMk cId="3048958680" sldId="382"/>
            <ac:spMk id="29" creationId="{9F69A012-F564-54E9-5498-7DE1FC35913D}"/>
          </ac:spMkLst>
        </pc:spChg>
        <pc:spChg chg="mod">
          <ac:chgData name="Yash Jadhav" userId="535c3d6d-72b8-4f77-8155-55f939173cf2" providerId="ADAL" clId="{F33F88E0-3380-47C4-AFDE-F1AC050ADA82}" dt="2026-01-25T16:04:49.601" v="7100" actId="790"/>
          <ac:spMkLst>
            <pc:docMk/>
            <pc:sldMk cId="3048958680" sldId="382"/>
            <ac:spMk id="30" creationId="{8E81C52E-4EFE-A79D-55BF-D75DED5C77E2}"/>
          </ac:spMkLst>
        </pc:spChg>
        <pc:spChg chg="mod">
          <ac:chgData name="Yash Jadhav" userId="535c3d6d-72b8-4f77-8155-55f939173cf2" providerId="ADAL" clId="{F33F88E0-3380-47C4-AFDE-F1AC050ADA82}" dt="2026-01-25T16:04:49.593" v="7097" actId="790"/>
          <ac:spMkLst>
            <pc:docMk/>
            <pc:sldMk cId="3048958680" sldId="382"/>
            <ac:spMk id="31" creationId="{0A3F8D45-9B5C-25EB-51B1-CC8E5B8802FC}"/>
          </ac:spMkLst>
        </pc:spChg>
        <pc:spChg chg="mod">
          <ac:chgData name="Yash Jadhav" userId="535c3d6d-72b8-4f77-8155-55f939173cf2" providerId="ADAL" clId="{F33F88E0-3380-47C4-AFDE-F1AC050ADA82}" dt="2026-01-25T16:04:49.596" v="7098" actId="790"/>
          <ac:spMkLst>
            <pc:docMk/>
            <pc:sldMk cId="3048958680" sldId="382"/>
            <ac:spMk id="32" creationId="{D9842A6B-F9D8-15C0-9F56-D62E7FCA718C}"/>
          </ac:spMkLst>
        </pc:spChg>
        <pc:spChg chg="mod">
          <ac:chgData name="Yash Jadhav" userId="535c3d6d-72b8-4f77-8155-55f939173cf2" providerId="ADAL" clId="{F33F88E0-3380-47C4-AFDE-F1AC050ADA82}" dt="2026-01-25T16:04:49.637" v="7115" actId="790"/>
          <ac:spMkLst>
            <pc:docMk/>
            <pc:sldMk cId="3048958680" sldId="382"/>
            <ac:spMk id="35" creationId="{4EEBC68A-ECCB-BF11-8F4D-C6BE8DC5B207}"/>
          </ac:spMkLst>
        </pc:spChg>
        <pc:spChg chg="mod">
          <ac:chgData name="Yash Jadhav" userId="535c3d6d-72b8-4f77-8155-55f939173cf2" providerId="ADAL" clId="{F33F88E0-3380-47C4-AFDE-F1AC050ADA82}" dt="2026-01-25T16:04:49.640" v="7116" actId="790"/>
          <ac:spMkLst>
            <pc:docMk/>
            <pc:sldMk cId="3048958680" sldId="382"/>
            <ac:spMk id="36" creationId="{502250B4-21E4-D26B-A484-22903918EF7F}"/>
          </ac:spMkLst>
        </pc:spChg>
        <pc:spChg chg="mod">
          <ac:chgData name="Yash Jadhav" userId="535c3d6d-72b8-4f77-8155-55f939173cf2" providerId="ADAL" clId="{F33F88E0-3380-47C4-AFDE-F1AC050ADA82}" dt="2026-01-25T16:04:49.642" v="7117" actId="790"/>
          <ac:spMkLst>
            <pc:docMk/>
            <pc:sldMk cId="3048958680" sldId="382"/>
            <ac:spMk id="38" creationId="{1DA5B040-D86D-99F7-C46C-9DABD7EE6116}"/>
          </ac:spMkLst>
        </pc:spChg>
        <pc:spChg chg="mod">
          <ac:chgData name="Yash Jadhav" userId="535c3d6d-72b8-4f77-8155-55f939173cf2" providerId="ADAL" clId="{F33F88E0-3380-47C4-AFDE-F1AC050ADA82}" dt="2026-01-25T16:04:49.644" v="7118" actId="790"/>
          <ac:spMkLst>
            <pc:docMk/>
            <pc:sldMk cId="3048958680" sldId="382"/>
            <ac:spMk id="39" creationId="{D9204661-4CA2-6461-2EEE-8A2634431398}"/>
          </ac:spMkLst>
        </pc:spChg>
        <pc:spChg chg="mod">
          <ac:chgData name="Yash Jadhav" userId="535c3d6d-72b8-4f77-8155-55f939173cf2" providerId="ADAL" clId="{F33F88E0-3380-47C4-AFDE-F1AC050ADA82}" dt="2026-01-25T16:04:49.646" v="7119" actId="790"/>
          <ac:spMkLst>
            <pc:docMk/>
            <pc:sldMk cId="3048958680" sldId="382"/>
            <ac:spMk id="41" creationId="{CAD347E1-20A9-621F-26C3-648EF45D6586}"/>
          </ac:spMkLst>
        </pc:spChg>
        <pc:spChg chg="mod">
          <ac:chgData name="Yash Jadhav" userId="535c3d6d-72b8-4f77-8155-55f939173cf2" providerId="ADAL" clId="{F33F88E0-3380-47C4-AFDE-F1AC050ADA82}" dt="2026-01-25T16:04:49.649" v="7120" actId="790"/>
          <ac:spMkLst>
            <pc:docMk/>
            <pc:sldMk cId="3048958680" sldId="382"/>
            <ac:spMk id="42" creationId="{22F68056-726A-8557-5E5C-2E0F89736992}"/>
          </ac:spMkLst>
        </pc:spChg>
        <pc:spChg chg="mod">
          <ac:chgData name="Yash Jadhav" userId="535c3d6d-72b8-4f77-8155-55f939173cf2" providerId="ADAL" clId="{F33F88E0-3380-47C4-AFDE-F1AC050ADA82}" dt="2026-01-25T16:04:49.651" v="7121" actId="790"/>
          <ac:spMkLst>
            <pc:docMk/>
            <pc:sldMk cId="3048958680" sldId="382"/>
            <ac:spMk id="44" creationId="{86A11CDB-C445-8762-EF77-3921F8E6A986}"/>
          </ac:spMkLst>
        </pc:spChg>
        <pc:spChg chg="mod">
          <ac:chgData name="Yash Jadhav" userId="535c3d6d-72b8-4f77-8155-55f939173cf2" providerId="ADAL" clId="{F33F88E0-3380-47C4-AFDE-F1AC050ADA82}" dt="2026-01-25T16:04:49.654" v="7122" actId="790"/>
          <ac:spMkLst>
            <pc:docMk/>
            <pc:sldMk cId="3048958680" sldId="382"/>
            <ac:spMk id="45" creationId="{1D663A5F-972F-878C-986B-55149233DAB4}"/>
          </ac:spMkLst>
        </pc:spChg>
        <pc:spChg chg="mod">
          <ac:chgData name="Yash Jadhav" userId="535c3d6d-72b8-4f77-8155-55f939173cf2" providerId="ADAL" clId="{F33F88E0-3380-47C4-AFDE-F1AC050ADA82}" dt="2026-01-25T16:04:49.656" v="7123" actId="790"/>
          <ac:spMkLst>
            <pc:docMk/>
            <pc:sldMk cId="3048958680" sldId="382"/>
            <ac:spMk id="47" creationId="{D2BEEE12-1889-7342-8A53-D44CABC6545C}"/>
          </ac:spMkLst>
        </pc:spChg>
        <pc:spChg chg="mod">
          <ac:chgData name="Yash Jadhav" userId="535c3d6d-72b8-4f77-8155-55f939173cf2" providerId="ADAL" clId="{F33F88E0-3380-47C4-AFDE-F1AC050ADA82}" dt="2026-01-25T16:04:49.657" v="7124" actId="790"/>
          <ac:spMkLst>
            <pc:docMk/>
            <pc:sldMk cId="3048958680" sldId="382"/>
            <ac:spMk id="48" creationId="{1DD6A08D-CD3F-833D-94CB-D15B3BB39187}"/>
          </ac:spMkLst>
        </pc:spChg>
        <pc:spChg chg="mod">
          <ac:chgData name="Yash Jadhav" userId="535c3d6d-72b8-4f77-8155-55f939173cf2" providerId="ADAL" clId="{F33F88E0-3380-47C4-AFDE-F1AC050ADA82}" dt="2026-01-25T16:04:49.661" v="7125" actId="790"/>
          <ac:spMkLst>
            <pc:docMk/>
            <pc:sldMk cId="3048958680" sldId="382"/>
            <ac:spMk id="49" creationId="{F0A60272-1905-80DF-CE28-CAC95DA9530B}"/>
          </ac:spMkLst>
        </pc:spChg>
        <pc:spChg chg="mod">
          <ac:chgData name="Yash Jadhav" userId="535c3d6d-72b8-4f77-8155-55f939173cf2" providerId="ADAL" clId="{F33F88E0-3380-47C4-AFDE-F1AC050ADA82}" dt="2026-01-25T16:04:49.663" v="7126" actId="790"/>
          <ac:spMkLst>
            <pc:docMk/>
            <pc:sldMk cId="3048958680" sldId="382"/>
            <ac:spMk id="50" creationId="{158C55FD-D34B-12AB-981E-C7025B9B250C}"/>
          </ac:spMkLst>
        </pc:spChg>
        <pc:spChg chg="mod">
          <ac:chgData name="Yash Jadhav" userId="535c3d6d-72b8-4f77-8155-55f939173cf2" providerId="ADAL" clId="{F33F88E0-3380-47C4-AFDE-F1AC050ADA82}" dt="2026-01-25T16:04:49.669" v="7127" actId="790"/>
          <ac:spMkLst>
            <pc:docMk/>
            <pc:sldMk cId="3048958680" sldId="382"/>
            <ac:spMk id="51" creationId="{674A0D75-119C-FC27-1E0F-93475F5051A2}"/>
          </ac:spMkLst>
        </pc:spChg>
        <pc:spChg chg="mod">
          <ac:chgData name="Yash Jadhav" userId="535c3d6d-72b8-4f77-8155-55f939173cf2" providerId="ADAL" clId="{F33F88E0-3380-47C4-AFDE-F1AC050ADA82}" dt="2026-01-25T16:04:49.673" v="7128" actId="790"/>
          <ac:spMkLst>
            <pc:docMk/>
            <pc:sldMk cId="3048958680" sldId="382"/>
            <ac:spMk id="52" creationId="{9C3A51E7-5292-306F-CC63-795EA6A42246}"/>
          </ac:spMkLst>
        </pc:spChg>
        <pc:spChg chg="mod">
          <ac:chgData name="Yash Jadhav" userId="535c3d6d-72b8-4f77-8155-55f939173cf2" providerId="ADAL" clId="{F33F88E0-3380-47C4-AFDE-F1AC050ADA82}" dt="2026-01-25T16:04:49.676" v="7129" actId="790"/>
          <ac:spMkLst>
            <pc:docMk/>
            <pc:sldMk cId="3048958680" sldId="382"/>
            <ac:spMk id="53" creationId="{C8D61B10-B547-6263-8DAB-93579EC5E81F}"/>
          </ac:spMkLst>
        </pc:spChg>
        <pc:spChg chg="mod">
          <ac:chgData name="Yash Jadhav" userId="535c3d6d-72b8-4f77-8155-55f939173cf2" providerId="ADAL" clId="{F33F88E0-3380-47C4-AFDE-F1AC050ADA82}" dt="2026-01-25T16:04:49.678" v="7130" actId="790"/>
          <ac:spMkLst>
            <pc:docMk/>
            <pc:sldMk cId="3048958680" sldId="382"/>
            <ac:spMk id="59" creationId="{FA767BF6-BE3D-7B53-A9FC-9F61E026561C}"/>
          </ac:spMkLst>
        </pc:spChg>
        <pc:spChg chg="mod">
          <ac:chgData name="Yash Jadhav" userId="535c3d6d-72b8-4f77-8155-55f939173cf2" providerId="ADAL" clId="{F33F88E0-3380-47C4-AFDE-F1AC050ADA82}" dt="2026-01-25T16:04:49.680" v="7131" actId="790"/>
          <ac:spMkLst>
            <pc:docMk/>
            <pc:sldMk cId="3048958680" sldId="382"/>
            <ac:spMk id="60" creationId="{11892FDD-9EDE-0103-F3BD-E90241E0928B}"/>
          </ac:spMkLst>
        </pc:spChg>
        <pc:spChg chg="mod">
          <ac:chgData name="Yash Jadhav" userId="535c3d6d-72b8-4f77-8155-55f939173cf2" providerId="ADAL" clId="{F33F88E0-3380-47C4-AFDE-F1AC050ADA82}" dt="2026-01-25T16:04:49.684" v="7132" actId="790"/>
          <ac:spMkLst>
            <pc:docMk/>
            <pc:sldMk cId="3048958680" sldId="382"/>
            <ac:spMk id="61" creationId="{58F72C60-B6F2-69E7-B4C7-AB15E1DF10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72132067" sldId="383"/>
        </pc:sldMkLst>
        <pc:spChg chg="mod ord">
          <ac:chgData name="Yash Jadhav" userId="535c3d6d-72b8-4f77-8155-55f939173cf2" providerId="ADAL" clId="{F33F88E0-3380-47C4-AFDE-F1AC050ADA82}" dt="2026-01-25T16:06:14.662" v="8413" actId="6264"/>
          <ac:spMkLst>
            <pc:docMk/>
            <pc:sldMk cId="2372132067" sldId="383"/>
            <ac:spMk id="2" creationId="{EBB570EE-E348-137C-5D2D-DEBEE2F37E4B}"/>
          </ac:spMkLst>
        </pc:spChg>
        <pc:spChg chg="add del mod">
          <ac:chgData name="Yash Jadhav" userId="535c3d6d-72b8-4f77-8155-55f939173cf2" providerId="ADAL" clId="{F33F88E0-3380-47C4-AFDE-F1AC050ADA82}" dt="2026-01-25T16:06:14.662" v="8413" actId="6264"/>
          <ac:spMkLst>
            <pc:docMk/>
            <pc:sldMk cId="2372132067" sldId="383"/>
            <ac:spMk id="3" creationId="{C658F153-5712-ACDF-5A9D-86D3EB3EA6F7}"/>
          </ac:spMkLst>
        </pc:spChg>
        <pc:spChg chg="mod">
          <ac:chgData name="Yash Jadhav" userId="535c3d6d-72b8-4f77-8155-55f939173cf2" providerId="ADAL" clId="{F33F88E0-3380-47C4-AFDE-F1AC050ADA82}" dt="2026-01-25T16:04:50.938" v="7138" actId="790"/>
          <ac:spMkLst>
            <pc:docMk/>
            <pc:sldMk cId="2372132067" sldId="383"/>
            <ac:spMk id="77" creationId="{2E6911ED-3ED5-F48F-CD8E-174A0842B729}"/>
          </ac:spMkLst>
        </pc:spChg>
        <pc:spChg chg="mod">
          <ac:chgData name="Yash Jadhav" userId="535c3d6d-72b8-4f77-8155-55f939173cf2" providerId="ADAL" clId="{F33F88E0-3380-47C4-AFDE-F1AC050ADA82}" dt="2026-01-25T16:04:50.941" v="7139" actId="790"/>
          <ac:spMkLst>
            <pc:docMk/>
            <pc:sldMk cId="2372132067" sldId="383"/>
            <ac:spMk id="86" creationId="{2447FA4F-0C9A-015B-0630-CEB1CB81ADD4}"/>
          </ac:spMkLst>
        </pc:spChg>
        <pc:spChg chg="mod">
          <ac:chgData name="Yash Jadhav" userId="535c3d6d-72b8-4f77-8155-55f939173cf2" providerId="ADAL" clId="{F33F88E0-3380-47C4-AFDE-F1AC050ADA82}" dt="2026-01-25T16:04:50.944" v="7140" actId="790"/>
          <ac:spMkLst>
            <pc:docMk/>
            <pc:sldMk cId="2372132067" sldId="383"/>
            <ac:spMk id="102" creationId="{6FC2E530-AA53-CB5C-58F9-4C0583DE67F2}"/>
          </ac:spMkLst>
        </pc:spChg>
        <pc:spChg chg="mod">
          <ac:chgData name="Yash Jadhav" userId="535c3d6d-72b8-4f77-8155-55f939173cf2" providerId="ADAL" clId="{F33F88E0-3380-47C4-AFDE-F1AC050ADA82}" dt="2026-01-25T16:04:50.947" v="7141" actId="790"/>
          <ac:spMkLst>
            <pc:docMk/>
            <pc:sldMk cId="2372132067" sldId="383"/>
            <ac:spMk id="103" creationId="{74E30F4F-E5A0-9F81-23E0-DE9FB0CD1C09}"/>
          </ac:spMkLst>
        </pc:spChg>
        <pc:spChg chg="mod">
          <ac:chgData name="Yash Jadhav" userId="535c3d6d-72b8-4f77-8155-55f939173cf2" providerId="ADAL" clId="{F33F88E0-3380-47C4-AFDE-F1AC050ADA82}" dt="2026-01-25T16:04:50.949" v="7142" actId="790"/>
          <ac:spMkLst>
            <pc:docMk/>
            <pc:sldMk cId="2372132067" sldId="383"/>
            <ac:spMk id="105" creationId="{B7D271FC-B24F-D707-5749-ED5C793B8D92}"/>
          </ac:spMkLst>
        </pc:spChg>
        <pc:spChg chg="mod">
          <ac:chgData name="Yash Jadhav" userId="535c3d6d-72b8-4f77-8155-55f939173cf2" providerId="ADAL" clId="{F33F88E0-3380-47C4-AFDE-F1AC050ADA82}" dt="2026-01-25T16:04:50.953" v="7143" actId="790"/>
          <ac:spMkLst>
            <pc:docMk/>
            <pc:sldMk cId="2372132067" sldId="383"/>
            <ac:spMk id="106" creationId="{0340B09B-96A5-5C43-6E66-D416722966DB}"/>
          </ac:spMkLst>
        </pc:spChg>
        <pc:spChg chg="mod">
          <ac:chgData name="Yash Jadhav" userId="535c3d6d-72b8-4f77-8155-55f939173cf2" providerId="ADAL" clId="{F33F88E0-3380-47C4-AFDE-F1AC050ADA82}" dt="2026-01-25T16:04:50.955" v="7144" actId="790"/>
          <ac:spMkLst>
            <pc:docMk/>
            <pc:sldMk cId="2372132067" sldId="383"/>
            <ac:spMk id="111" creationId="{0861A874-139B-24FC-4F62-935DC858CFF0}"/>
          </ac:spMkLst>
        </pc:spChg>
        <pc:spChg chg="mod">
          <ac:chgData name="Yash Jadhav" userId="535c3d6d-72b8-4f77-8155-55f939173cf2" providerId="ADAL" clId="{F33F88E0-3380-47C4-AFDE-F1AC050ADA82}" dt="2026-01-25T16:04:50.958" v="7145" actId="790"/>
          <ac:spMkLst>
            <pc:docMk/>
            <pc:sldMk cId="2372132067" sldId="383"/>
            <ac:spMk id="112" creationId="{5349A3E9-B5E7-0725-2802-019E68BFBBA1}"/>
          </ac:spMkLst>
        </pc:spChg>
        <pc:spChg chg="mod">
          <ac:chgData name="Yash Jadhav" userId="535c3d6d-72b8-4f77-8155-55f939173cf2" providerId="ADAL" clId="{F33F88E0-3380-47C4-AFDE-F1AC050ADA82}" dt="2026-01-25T16:04:50.959" v="7146" actId="790"/>
          <ac:spMkLst>
            <pc:docMk/>
            <pc:sldMk cId="2372132067" sldId="383"/>
            <ac:spMk id="114" creationId="{A488F37B-ABC9-B381-F2E2-2E0E3EFCD47A}"/>
          </ac:spMkLst>
        </pc:spChg>
        <pc:spChg chg="mod">
          <ac:chgData name="Yash Jadhav" userId="535c3d6d-72b8-4f77-8155-55f939173cf2" providerId="ADAL" clId="{F33F88E0-3380-47C4-AFDE-F1AC050ADA82}" dt="2026-01-25T16:04:50.962" v="7147" actId="790"/>
          <ac:spMkLst>
            <pc:docMk/>
            <pc:sldMk cId="2372132067" sldId="383"/>
            <ac:spMk id="115" creationId="{B061EA61-D3F5-D5A8-350E-279F3DD080BA}"/>
          </ac:spMkLst>
        </pc:spChg>
        <pc:spChg chg="mod">
          <ac:chgData name="Yash Jadhav" userId="535c3d6d-72b8-4f77-8155-55f939173cf2" providerId="ADAL" clId="{F33F88E0-3380-47C4-AFDE-F1AC050ADA82}" dt="2026-01-25T16:04:50.972" v="7150" actId="790"/>
          <ac:spMkLst>
            <pc:docMk/>
            <pc:sldMk cId="2372132067" sldId="383"/>
            <ac:spMk id="123" creationId="{3BDD0CCF-4A6B-027D-1807-9FEDCED0B4AF}"/>
          </ac:spMkLst>
        </pc:spChg>
        <pc:spChg chg="mod">
          <ac:chgData name="Yash Jadhav" userId="535c3d6d-72b8-4f77-8155-55f939173cf2" providerId="ADAL" clId="{F33F88E0-3380-47C4-AFDE-F1AC050ADA82}" dt="2026-01-25T16:04:50.974" v="7151" actId="790"/>
          <ac:spMkLst>
            <pc:docMk/>
            <pc:sldMk cId="2372132067" sldId="383"/>
            <ac:spMk id="124" creationId="{5E27F983-463D-790B-B7DA-569F5561CEB1}"/>
          </ac:spMkLst>
        </pc:spChg>
        <pc:spChg chg="mod">
          <ac:chgData name="Yash Jadhav" userId="535c3d6d-72b8-4f77-8155-55f939173cf2" providerId="ADAL" clId="{F33F88E0-3380-47C4-AFDE-F1AC050ADA82}" dt="2026-01-25T16:04:50.964" v="7148" actId="790"/>
          <ac:spMkLst>
            <pc:docMk/>
            <pc:sldMk cId="2372132067" sldId="383"/>
            <ac:spMk id="125" creationId="{BC6A4ABE-00FE-6149-53FD-50FECA137399}"/>
          </ac:spMkLst>
        </pc:spChg>
        <pc:spChg chg="mod">
          <ac:chgData name="Yash Jadhav" userId="535c3d6d-72b8-4f77-8155-55f939173cf2" providerId="ADAL" clId="{F33F88E0-3380-47C4-AFDE-F1AC050ADA82}" dt="2026-01-25T16:04:50.969" v="7149" actId="790"/>
          <ac:spMkLst>
            <pc:docMk/>
            <pc:sldMk cId="2372132067" sldId="383"/>
            <ac:spMk id="126" creationId="{4A48BD99-9BB9-B4DF-8A71-A0769327E360}"/>
          </ac:spMkLst>
        </pc:spChg>
        <pc:spChg chg="mod">
          <ac:chgData name="Yash Jadhav" userId="535c3d6d-72b8-4f77-8155-55f939173cf2" providerId="ADAL" clId="{F33F88E0-3380-47C4-AFDE-F1AC050ADA82}" dt="2026-01-25T16:04:50.980" v="7154" actId="790"/>
          <ac:spMkLst>
            <pc:docMk/>
            <pc:sldMk cId="2372132067" sldId="383"/>
            <ac:spMk id="133" creationId="{7927EA7A-C120-CBF2-C937-F44DE0D47591}"/>
          </ac:spMkLst>
        </pc:spChg>
        <pc:spChg chg="mod">
          <ac:chgData name="Yash Jadhav" userId="535c3d6d-72b8-4f77-8155-55f939173cf2" providerId="ADAL" clId="{F33F88E0-3380-47C4-AFDE-F1AC050ADA82}" dt="2026-01-25T16:04:50.982" v="7155" actId="790"/>
          <ac:spMkLst>
            <pc:docMk/>
            <pc:sldMk cId="2372132067" sldId="383"/>
            <ac:spMk id="134" creationId="{EFF8564B-1F10-9AF7-AAC9-8EDDAE91B636}"/>
          </ac:spMkLst>
        </pc:spChg>
        <pc:spChg chg="mod">
          <ac:chgData name="Yash Jadhav" userId="535c3d6d-72b8-4f77-8155-55f939173cf2" providerId="ADAL" clId="{F33F88E0-3380-47C4-AFDE-F1AC050ADA82}" dt="2026-01-25T16:04:50.976" v="7152" actId="790"/>
          <ac:spMkLst>
            <pc:docMk/>
            <pc:sldMk cId="2372132067" sldId="383"/>
            <ac:spMk id="135" creationId="{816C3C32-9FED-A0FD-DB71-7854AE115449}"/>
          </ac:spMkLst>
        </pc:spChg>
        <pc:spChg chg="mod">
          <ac:chgData name="Yash Jadhav" userId="535c3d6d-72b8-4f77-8155-55f939173cf2" providerId="ADAL" clId="{F33F88E0-3380-47C4-AFDE-F1AC050ADA82}" dt="2026-01-25T16:04:50.978" v="7153" actId="790"/>
          <ac:spMkLst>
            <pc:docMk/>
            <pc:sldMk cId="2372132067" sldId="383"/>
            <ac:spMk id="136" creationId="{1605215C-BD25-CD9C-F744-BAD3D4EBED38}"/>
          </ac:spMkLst>
        </pc:spChg>
        <pc:spChg chg="mod">
          <ac:chgData name="Yash Jadhav" userId="535c3d6d-72b8-4f77-8155-55f939173cf2" providerId="ADAL" clId="{F33F88E0-3380-47C4-AFDE-F1AC050ADA82}" dt="2026-01-25T16:04:50.984" v="7156" actId="790"/>
          <ac:spMkLst>
            <pc:docMk/>
            <pc:sldMk cId="2372132067" sldId="383"/>
            <ac:spMk id="141" creationId="{5D73E652-7A03-8F58-E2EF-4050BBC7E6ED}"/>
          </ac:spMkLst>
        </pc:spChg>
        <pc:spChg chg="mod">
          <ac:chgData name="Yash Jadhav" userId="535c3d6d-72b8-4f77-8155-55f939173cf2" providerId="ADAL" clId="{F33F88E0-3380-47C4-AFDE-F1AC050ADA82}" dt="2026-01-25T16:04:50.987" v="7157" actId="790"/>
          <ac:spMkLst>
            <pc:docMk/>
            <pc:sldMk cId="2372132067" sldId="383"/>
            <ac:spMk id="142" creationId="{BAA2761C-6711-F804-6BF5-1A1B976B594E}"/>
          </ac:spMkLst>
        </pc:spChg>
        <pc:spChg chg="mod">
          <ac:chgData name="Yash Jadhav" userId="535c3d6d-72b8-4f77-8155-55f939173cf2" providerId="ADAL" clId="{F33F88E0-3380-47C4-AFDE-F1AC050ADA82}" dt="2026-01-25T16:04:50.989" v="7158" actId="790"/>
          <ac:spMkLst>
            <pc:docMk/>
            <pc:sldMk cId="2372132067" sldId="383"/>
            <ac:spMk id="151" creationId="{A2F92EEF-A90B-9FFA-091E-5BF75FE7A2E8}"/>
          </ac:spMkLst>
        </pc:spChg>
        <pc:spChg chg="mod">
          <ac:chgData name="Yash Jadhav" userId="535c3d6d-72b8-4f77-8155-55f939173cf2" providerId="ADAL" clId="{F33F88E0-3380-47C4-AFDE-F1AC050ADA82}" dt="2026-01-25T16:04:50.991" v="7159" actId="790"/>
          <ac:spMkLst>
            <pc:docMk/>
            <pc:sldMk cId="2372132067" sldId="383"/>
            <ac:spMk id="152" creationId="{13FF97F7-48B4-618A-816D-7C9FFDC81E6C}"/>
          </ac:spMkLst>
        </pc:spChg>
        <pc:spChg chg="mod">
          <ac:chgData name="Yash Jadhav" userId="535c3d6d-72b8-4f77-8155-55f939173cf2" providerId="ADAL" clId="{F33F88E0-3380-47C4-AFDE-F1AC050ADA82}" dt="2026-01-25T16:04:50.994" v="7160" actId="790"/>
          <ac:spMkLst>
            <pc:docMk/>
            <pc:sldMk cId="2372132067" sldId="383"/>
            <ac:spMk id="153" creationId="{B97A5585-A78A-76DB-F686-9341F18162DA}"/>
          </ac:spMkLst>
        </pc:spChg>
        <pc:spChg chg="mod">
          <ac:chgData name="Yash Jadhav" userId="535c3d6d-72b8-4f77-8155-55f939173cf2" providerId="ADAL" clId="{F33F88E0-3380-47C4-AFDE-F1AC050ADA82}" dt="2026-01-25T16:04:50.996" v="7161" actId="790"/>
          <ac:spMkLst>
            <pc:docMk/>
            <pc:sldMk cId="2372132067" sldId="383"/>
            <ac:spMk id="161" creationId="{5E3BC9FE-7EAA-FE30-1A69-1D77302E787F}"/>
          </ac:spMkLst>
        </pc:spChg>
        <pc:spChg chg="mod">
          <ac:chgData name="Yash Jadhav" userId="535c3d6d-72b8-4f77-8155-55f939173cf2" providerId="ADAL" clId="{F33F88E0-3380-47C4-AFDE-F1AC050ADA82}" dt="2026-01-25T16:04:50.997" v="7162" actId="790"/>
          <ac:spMkLst>
            <pc:docMk/>
            <pc:sldMk cId="2372132067" sldId="383"/>
            <ac:spMk id="162" creationId="{0C4D01D9-11DC-80D9-E339-E99F13C46467}"/>
          </ac:spMkLst>
        </pc:spChg>
        <pc:spChg chg="mod">
          <ac:chgData name="Yash Jadhav" userId="535c3d6d-72b8-4f77-8155-55f939173cf2" providerId="ADAL" clId="{F33F88E0-3380-47C4-AFDE-F1AC050ADA82}" dt="2026-01-25T16:04:51.001" v="7163" actId="790"/>
          <ac:spMkLst>
            <pc:docMk/>
            <pc:sldMk cId="2372132067" sldId="383"/>
            <ac:spMk id="163" creationId="{ADE46BEF-244D-CE36-37F2-3BE518A1AF8F}"/>
          </ac:spMkLst>
        </pc:spChg>
        <pc:spChg chg="mod">
          <ac:chgData name="Yash Jadhav" userId="535c3d6d-72b8-4f77-8155-55f939173cf2" providerId="ADAL" clId="{F33F88E0-3380-47C4-AFDE-F1AC050ADA82}" dt="2026-01-25T16:04:51.003" v="7164" actId="790"/>
          <ac:spMkLst>
            <pc:docMk/>
            <pc:sldMk cId="2372132067" sldId="383"/>
            <ac:spMk id="165" creationId="{004321C7-D48C-592E-4698-09BD3B96193F}"/>
          </ac:spMkLst>
        </pc:spChg>
        <pc:spChg chg="mod">
          <ac:chgData name="Yash Jadhav" userId="535c3d6d-72b8-4f77-8155-55f939173cf2" providerId="ADAL" clId="{F33F88E0-3380-47C4-AFDE-F1AC050ADA82}" dt="2026-01-25T16:04:51.005" v="7165" actId="790"/>
          <ac:spMkLst>
            <pc:docMk/>
            <pc:sldMk cId="2372132067" sldId="383"/>
            <ac:spMk id="166" creationId="{BA86EEFD-EC32-E2C2-4B69-74A262BBE1DE}"/>
          </ac:spMkLst>
        </pc:spChg>
        <pc:spChg chg="mod">
          <ac:chgData name="Yash Jadhav" userId="535c3d6d-72b8-4f77-8155-55f939173cf2" providerId="ADAL" clId="{F33F88E0-3380-47C4-AFDE-F1AC050ADA82}" dt="2026-01-25T16:04:51.008" v="7166" actId="790"/>
          <ac:spMkLst>
            <pc:docMk/>
            <pc:sldMk cId="2372132067" sldId="383"/>
            <ac:spMk id="167" creationId="{88436BC8-D7FB-2C9B-BDE3-C0F5CD9FAD98}"/>
          </ac:spMkLst>
        </pc:spChg>
        <pc:spChg chg="mod">
          <ac:chgData name="Yash Jadhav" userId="535c3d6d-72b8-4f77-8155-55f939173cf2" providerId="ADAL" clId="{F33F88E0-3380-47C4-AFDE-F1AC050ADA82}" dt="2026-01-25T16:04:51.010" v="7167" actId="790"/>
          <ac:spMkLst>
            <pc:docMk/>
            <pc:sldMk cId="2372132067" sldId="383"/>
            <ac:spMk id="169" creationId="{7F07769C-CCD7-59BE-62AD-B32BD8E28857}"/>
          </ac:spMkLst>
        </pc:spChg>
        <pc:spChg chg="mod">
          <ac:chgData name="Yash Jadhav" userId="535c3d6d-72b8-4f77-8155-55f939173cf2" providerId="ADAL" clId="{F33F88E0-3380-47C4-AFDE-F1AC050ADA82}" dt="2026-01-25T16:04:51.012" v="7168" actId="790"/>
          <ac:spMkLst>
            <pc:docMk/>
            <pc:sldMk cId="2372132067" sldId="383"/>
            <ac:spMk id="170" creationId="{12A01714-CB00-FD46-EF38-8AE683478174}"/>
          </ac:spMkLst>
        </pc:spChg>
        <pc:spChg chg="mod">
          <ac:chgData name="Yash Jadhav" userId="535c3d6d-72b8-4f77-8155-55f939173cf2" providerId="ADAL" clId="{F33F88E0-3380-47C4-AFDE-F1AC050ADA82}" dt="2026-01-25T16:04:51.015" v="7169" actId="790"/>
          <ac:spMkLst>
            <pc:docMk/>
            <pc:sldMk cId="2372132067" sldId="383"/>
            <ac:spMk id="171" creationId="{4735472E-F0CA-15F4-34F8-852B3045173E}"/>
          </ac:spMkLst>
        </pc:spChg>
        <pc:spChg chg="mod">
          <ac:chgData name="Yash Jadhav" userId="535c3d6d-72b8-4f77-8155-55f939173cf2" providerId="ADAL" clId="{F33F88E0-3380-47C4-AFDE-F1AC050ADA82}" dt="2026-01-25T16:04:51.019" v="7170" actId="790"/>
          <ac:spMkLst>
            <pc:docMk/>
            <pc:sldMk cId="2372132067" sldId="383"/>
            <ac:spMk id="172" creationId="{E9A769E2-A20F-84A8-725B-529826E48CC9}"/>
          </ac:spMkLst>
        </pc:spChg>
        <pc:spChg chg="mod">
          <ac:chgData name="Yash Jadhav" userId="535c3d6d-72b8-4f77-8155-55f939173cf2" providerId="ADAL" clId="{F33F88E0-3380-47C4-AFDE-F1AC050ADA82}" dt="2026-01-25T16:04:51.022" v="7171" actId="790"/>
          <ac:spMkLst>
            <pc:docMk/>
            <pc:sldMk cId="2372132067" sldId="383"/>
            <ac:spMk id="174" creationId="{7B60CD55-4946-BAE1-4F92-DF9F216B4767}"/>
          </ac:spMkLst>
        </pc:spChg>
        <pc:spChg chg="mod">
          <ac:chgData name="Yash Jadhav" userId="535c3d6d-72b8-4f77-8155-55f939173cf2" providerId="ADAL" clId="{F33F88E0-3380-47C4-AFDE-F1AC050ADA82}" dt="2026-01-25T16:04:51.025" v="7172" actId="790"/>
          <ac:spMkLst>
            <pc:docMk/>
            <pc:sldMk cId="2372132067" sldId="383"/>
            <ac:spMk id="175" creationId="{F06B3113-0FD6-633F-896D-A0CCBAC34136}"/>
          </ac:spMkLst>
        </pc:spChg>
        <pc:spChg chg="mod">
          <ac:chgData name="Yash Jadhav" userId="535c3d6d-72b8-4f77-8155-55f939173cf2" providerId="ADAL" clId="{F33F88E0-3380-47C4-AFDE-F1AC050ADA82}" dt="2026-01-25T16:04:51.026" v="7173" actId="790"/>
          <ac:spMkLst>
            <pc:docMk/>
            <pc:sldMk cId="2372132067" sldId="383"/>
            <ac:spMk id="177" creationId="{8F857A45-A54D-CA71-D162-981960AEE631}"/>
          </ac:spMkLst>
        </pc:spChg>
        <pc:spChg chg="mod">
          <ac:chgData name="Yash Jadhav" userId="535c3d6d-72b8-4f77-8155-55f939173cf2" providerId="ADAL" clId="{F33F88E0-3380-47C4-AFDE-F1AC050ADA82}" dt="2026-01-25T16:04:51.028" v="7174" actId="790"/>
          <ac:spMkLst>
            <pc:docMk/>
            <pc:sldMk cId="2372132067" sldId="383"/>
            <ac:spMk id="178" creationId="{3225E05A-1716-7636-D111-614D495CEEB5}"/>
          </ac:spMkLst>
        </pc:spChg>
        <pc:spChg chg="mod">
          <ac:chgData name="Yash Jadhav" userId="535c3d6d-72b8-4f77-8155-55f939173cf2" providerId="ADAL" clId="{F33F88E0-3380-47C4-AFDE-F1AC050ADA82}" dt="2026-01-25T16:04:51.032" v="7175" actId="790"/>
          <ac:spMkLst>
            <pc:docMk/>
            <pc:sldMk cId="2372132067" sldId="383"/>
            <ac:spMk id="179" creationId="{91A6E3A3-F1A3-A36D-BE3F-7F43DB377E6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19159272" sldId="384"/>
        </pc:sldMkLst>
        <pc:spChg chg="mod ord">
          <ac:chgData name="Yash Jadhav" userId="535c3d6d-72b8-4f77-8155-55f939173cf2" providerId="ADAL" clId="{F33F88E0-3380-47C4-AFDE-F1AC050ADA82}" dt="2026-01-25T16:06:14.662" v="8413" actId="6264"/>
          <ac:spMkLst>
            <pc:docMk/>
            <pc:sldMk cId="2319159272" sldId="384"/>
            <ac:spMk id="2" creationId="{57629346-3E18-1D8C-20E0-2D6E6C78F43A}"/>
          </ac:spMkLst>
        </pc:spChg>
        <pc:spChg chg="mod">
          <ac:chgData name="Yash Jadhav" userId="535c3d6d-72b8-4f77-8155-55f939173cf2" providerId="ADAL" clId="{F33F88E0-3380-47C4-AFDE-F1AC050ADA82}" dt="2026-01-25T16:04:53.744" v="7181" actId="790"/>
          <ac:spMkLst>
            <pc:docMk/>
            <pc:sldMk cId="2319159272" sldId="384"/>
            <ac:spMk id="3" creationId="{16DBA5F8-1933-A847-67DC-0086678B0946}"/>
          </ac:spMkLst>
        </pc:spChg>
        <pc:spChg chg="mod">
          <ac:chgData name="Yash Jadhav" userId="535c3d6d-72b8-4f77-8155-55f939173cf2" providerId="ADAL" clId="{F33F88E0-3380-47C4-AFDE-F1AC050ADA82}" dt="2026-01-25T16:04:53.747" v="7182" actId="790"/>
          <ac:spMkLst>
            <pc:docMk/>
            <pc:sldMk cId="2319159272" sldId="384"/>
            <ac:spMk id="4" creationId="{114A11B5-6490-3E90-43EF-690871D88CAB}"/>
          </ac:spMkLst>
        </pc:spChg>
        <pc:spChg chg="mod">
          <ac:chgData name="Yash Jadhav" userId="535c3d6d-72b8-4f77-8155-55f939173cf2" providerId="ADAL" clId="{F33F88E0-3380-47C4-AFDE-F1AC050ADA82}" dt="2026-01-25T16:04:53.751" v="7183" actId="790"/>
          <ac:spMkLst>
            <pc:docMk/>
            <pc:sldMk cId="2319159272" sldId="384"/>
            <ac:spMk id="6" creationId="{66D3C2DA-7CAE-8279-94E5-FF1EB29B91DA}"/>
          </ac:spMkLst>
        </pc:spChg>
        <pc:spChg chg="mod">
          <ac:chgData name="Yash Jadhav" userId="535c3d6d-72b8-4f77-8155-55f939173cf2" providerId="ADAL" clId="{F33F88E0-3380-47C4-AFDE-F1AC050ADA82}" dt="2026-01-25T16:04:53.753" v="7184" actId="790"/>
          <ac:spMkLst>
            <pc:docMk/>
            <pc:sldMk cId="2319159272" sldId="384"/>
            <ac:spMk id="7" creationId="{860B46DD-9D77-7D01-D31A-A0EEB0E9850F}"/>
          </ac:spMkLst>
        </pc:spChg>
        <pc:spChg chg="mod">
          <ac:chgData name="Yash Jadhav" userId="535c3d6d-72b8-4f77-8155-55f939173cf2" providerId="ADAL" clId="{F33F88E0-3380-47C4-AFDE-F1AC050ADA82}" dt="2026-01-25T16:04:53.756" v="7185" actId="790"/>
          <ac:spMkLst>
            <pc:docMk/>
            <pc:sldMk cId="2319159272" sldId="384"/>
            <ac:spMk id="9" creationId="{FE5457BE-DE9D-34E5-0B75-130DD881637B}"/>
          </ac:spMkLst>
        </pc:spChg>
        <pc:spChg chg="mod">
          <ac:chgData name="Yash Jadhav" userId="535c3d6d-72b8-4f77-8155-55f939173cf2" providerId="ADAL" clId="{F33F88E0-3380-47C4-AFDE-F1AC050ADA82}" dt="2026-01-25T16:04:53.759" v="7186" actId="790"/>
          <ac:spMkLst>
            <pc:docMk/>
            <pc:sldMk cId="2319159272" sldId="384"/>
            <ac:spMk id="10" creationId="{2DF10E87-5823-3387-B94C-5E8989F113E3}"/>
          </ac:spMkLst>
        </pc:spChg>
        <pc:spChg chg="mod">
          <ac:chgData name="Yash Jadhav" userId="535c3d6d-72b8-4f77-8155-55f939173cf2" providerId="ADAL" clId="{F33F88E0-3380-47C4-AFDE-F1AC050ADA82}" dt="2026-01-25T16:04:53.762" v="7187" actId="790"/>
          <ac:spMkLst>
            <pc:docMk/>
            <pc:sldMk cId="2319159272" sldId="384"/>
            <ac:spMk id="12" creationId="{235BBD77-94BA-D9BB-ED95-5F606DBC5916}"/>
          </ac:spMkLst>
        </pc:spChg>
        <pc:spChg chg="mod">
          <ac:chgData name="Yash Jadhav" userId="535c3d6d-72b8-4f77-8155-55f939173cf2" providerId="ADAL" clId="{F33F88E0-3380-47C4-AFDE-F1AC050ADA82}" dt="2026-01-25T16:04:53.765" v="7188" actId="790"/>
          <ac:spMkLst>
            <pc:docMk/>
            <pc:sldMk cId="2319159272" sldId="384"/>
            <ac:spMk id="13" creationId="{F4862DD1-0AF8-F14D-F29F-7D1A22E8E462}"/>
          </ac:spMkLst>
        </pc:spChg>
        <pc:spChg chg="mod">
          <ac:chgData name="Yash Jadhav" userId="535c3d6d-72b8-4f77-8155-55f939173cf2" providerId="ADAL" clId="{F33F88E0-3380-47C4-AFDE-F1AC050ADA82}" dt="2026-01-25T16:04:53.768" v="7189" actId="790"/>
          <ac:spMkLst>
            <pc:docMk/>
            <pc:sldMk cId="2319159272" sldId="384"/>
            <ac:spMk id="15" creationId="{170B7582-07B5-D82A-4DEF-DF2C18B45867}"/>
          </ac:spMkLst>
        </pc:spChg>
        <pc:spChg chg="mod">
          <ac:chgData name="Yash Jadhav" userId="535c3d6d-72b8-4f77-8155-55f939173cf2" providerId="ADAL" clId="{F33F88E0-3380-47C4-AFDE-F1AC050ADA82}" dt="2026-01-25T16:04:53.770" v="7190" actId="790"/>
          <ac:spMkLst>
            <pc:docMk/>
            <pc:sldMk cId="2319159272" sldId="384"/>
            <ac:spMk id="16" creationId="{D116B94B-D18C-8E9A-3389-4F07E36F8333}"/>
          </ac:spMkLst>
        </pc:spChg>
        <pc:spChg chg="mod">
          <ac:chgData name="Yash Jadhav" userId="535c3d6d-72b8-4f77-8155-55f939173cf2" providerId="ADAL" clId="{F33F88E0-3380-47C4-AFDE-F1AC050ADA82}" dt="2026-01-25T16:04:53.775" v="7191" actId="790"/>
          <ac:spMkLst>
            <pc:docMk/>
            <pc:sldMk cId="2319159272" sldId="384"/>
            <ac:spMk id="17" creationId="{24A8443B-0311-7195-3C92-6E93699F180C}"/>
          </ac:spMkLst>
        </pc:spChg>
        <pc:spChg chg="mod">
          <ac:chgData name="Yash Jadhav" userId="535c3d6d-72b8-4f77-8155-55f939173cf2" providerId="ADAL" clId="{F33F88E0-3380-47C4-AFDE-F1AC050ADA82}" dt="2026-01-25T16:04:53.778" v="7192" actId="790"/>
          <ac:spMkLst>
            <pc:docMk/>
            <pc:sldMk cId="2319159272" sldId="384"/>
            <ac:spMk id="18" creationId="{4FAC4121-CACD-0C53-6FE6-D001893CD85E}"/>
          </ac:spMkLst>
        </pc:spChg>
        <pc:spChg chg="mod">
          <ac:chgData name="Yash Jadhav" userId="535c3d6d-72b8-4f77-8155-55f939173cf2" providerId="ADAL" clId="{F33F88E0-3380-47C4-AFDE-F1AC050ADA82}" dt="2026-01-25T16:04:53.782" v="7193" actId="790"/>
          <ac:spMkLst>
            <pc:docMk/>
            <pc:sldMk cId="2319159272" sldId="384"/>
            <ac:spMk id="19" creationId="{05EEAADE-B12B-6537-F267-E3E59AF8529E}"/>
          </ac:spMkLst>
        </pc:spChg>
        <pc:spChg chg="mod">
          <ac:chgData name="Yash Jadhav" userId="535c3d6d-72b8-4f77-8155-55f939173cf2" providerId="ADAL" clId="{F33F88E0-3380-47C4-AFDE-F1AC050ADA82}" dt="2026-01-25T16:04:53.786" v="7194" actId="790"/>
          <ac:spMkLst>
            <pc:docMk/>
            <pc:sldMk cId="2319159272" sldId="384"/>
            <ac:spMk id="20" creationId="{AC5B0F83-3A6F-A7F0-4D8C-94D83B328D18}"/>
          </ac:spMkLst>
        </pc:spChg>
        <pc:spChg chg="mod">
          <ac:chgData name="Yash Jadhav" userId="535c3d6d-72b8-4f77-8155-55f939173cf2" providerId="ADAL" clId="{F33F88E0-3380-47C4-AFDE-F1AC050ADA82}" dt="2026-01-25T16:04:53.790" v="7195" actId="790"/>
          <ac:spMkLst>
            <pc:docMk/>
            <pc:sldMk cId="2319159272" sldId="384"/>
            <ac:spMk id="21" creationId="{3CBFBC06-40BB-9493-D55A-5BD033C5CBEA}"/>
          </ac:spMkLst>
        </pc:spChg>
        <pc:spChg chg="mod">
          <ac:chgData name="Yash Jadhav" userId="535c3d6d-72b8-4f77-8155-55f939173cf2" providerId="ADAL" clId="{F33F88E0-3380-47C4-AFDE-F1AC050ADA82}" dt="2026-01-25T16:04:53.793" v="7196" actId="790"/>
          <ac:spMkLst>
            <pc:docMk/>
            <pc:sldMk cId="2319159272" sldId="384"/>
            <ac:spMk id="22" creationId="{3AE1A7F7-69B4-2804-F2C6-EBC94F2C84F7}"/>
          </ac:spMkLst>
        </pc:spChg>
        <pc:spChg chg="mod">
          <ac:chgData name="Yash Jadhav" userId="535c3d6d-72b8-4f77-8155-55f939173cf2" providerId="ADAL" clId="{F33F88E0-3380-47C4-AFDE-F1AC050ADA82}" dt="2026-01-25T16:04:53.797" v="7197" actId="790"/>
          <ac:spMkLst>
            <pc:docMk/>
            <pc:sldMk cId="2319159272" sldId="384"/>
            <ac:spMk id="23" creationId="{80DC889E-841C-3326-69CD-9E088F8E9372}"/>
          </ac:spMkLst>
        </pc:spChg>
        <pc:spChg chg="mod">
          <ac:chgData name="Yash Jadhav" userId="535c3d6d-72b8-4f77-8155-55f939173cf2" providerId="ADAL" clId="{F33F88E0-3380-47C4-AFDE-F1AC050ADA82}" dt="2026-01-25T16:04:53.800" v="7198" actId="790"/>
          <ac:spMkLst>
            <pc:docMk/>
            <pc:sldMk cId="2319159272" sldId="384"/>
            <ac:spMk id="24" creationId="{EEC8FF4D-6304-E6AA-9F9D-A7E6A056DA14}"/>
          </ac:spMkLst>
        </pc:spChg>
        <pc:spChg chg="add del mod">
          <ac:chgData name="Yash Jadhav" userId="535c3d6d-72b8-4f77-8155-55f939173cf2" providerId="ADAL" clId="{F33F88E0-3380-47C4-AFDE-F1AC050ADA82}" dt="2026-01-25T16:06:14.662" v="8413" actId="6264"/>
          <ac:spMkLst>
            <pc:docMk/>
            <pc:sldMk cId="2319159272" sldId="384"/>
            <ac:spMk id="25" creationId="{89AA1602-F4B6-DA03-C45E-7A2C8F8A801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61960170" sldId="385"/>
        </pc:sldMkLst>
        <pc:spChg chg="mod ord">
          <ac:chgData name="Yash Jadhav" userId="535c3d6d-72b8-4f77-8155-55f939173cf2" providerId="ADAL" clId="{F33F88E0-3380-47C4-AFDE-F1AC050ADA82}" dt="2026-01-25T16:06:14.662" v="8413" actId="6264"/>
          <ac:spMkLst>
            <pc:docMk/>
            <pc:sldMk cId="2861960170" sldId="385"/>
            <ac:spMk id="2" creationId="{2568FBED-452A-CA8E-2577-8D248D3DB517}"/>
          </ac:spMkLst>
        </pc:spChg>
        <pc:spChg chg="mod">
          <ac:chgData name="Yash Jadhav" userId="535c3d6d-72b8-4f77-8155-55f939173cf2" providerId="ADAL" clId="{F33F88E0-3380-47C4-AFDE-F1AC050ADA82}" dt="2026-01-25T16:04:54.763" v="7204" actId="790"/>
          <ac:spMkLst>
            <pc:docMk/>
            <pc:sldMk cId="2861960170" sldId="385"/>
            <ac:spMk id="3" creationId="{120DC381-53D8-1424-0B72-6A12FFB4ED7E}"/>
          </ac:spMkLst>
        </pc:spChg>
        <pc:spChg chg="mod">
          <ac:chgData name="Yash Jadhav" userId="535c3d6d-72b8-4f77-8155-55f939173cf2" providerId="ADAL" clId="{F33F88E0-3380-47C4-AFDE-F1AC050ADA82}" dt="2026-01-25T16:04:54.767" v="7205" actId="790"/>
          <ac:spMkLst>
            <pc:docMk/>
            <pc:sldMk cId="2861960170" sldId="385"/>
            <ac:spMk id="4" creationId="{413E5DC2-B897-1D5C-EAC9-F2B8BD9B0695}"/>
          </ac:spMkLst>
        </pc:spChg>
        <pc:spChg chg="mod">
          <ac:chgData name="Yash Jadhav" userId="535c3d6d-72b8-4f77-8155-55f939173cf2" providerId="ADAL" clId="{F33F88E0-3380-47C4-AFDE-F1AC050ADA82}" dt="2026-01-25T16:04:54.770" v="7206" actId="790"/>
          <ac:spMkLst>
            <pc:docMk/>
            <pc:sldMk cId="2861960170" sldId="385"/>
            <ac:spMk id="5" creationId="{F7B0B37B-E3F3-8AFD-10AE-4D47CA7531C4}"/>
          </ac:spMkLst>
        </pc:spChg>
        <pc:spChg chg="mod">
          <ac:chgData name="Yash Jadhav" userId="535c3d6d-72b8-4f77-8155-55f939173cf2" providerId="ADAL" clId="{F33F88E0-3380-47C4-AFDE-F1AC050ADA82}" dt="2026-01-25T16:04:54.773" v="7207" actId="790"/>
          <ac:spMkLst>
            <pc:docMk/>
            <pc:sldMk cId="2861960170" sldId="385"/>
            <ac:spMk id="6" creationId="{CBFD4A99-A963-1781-0706-CFF85688C2EF}"/>
          </ac:spMkLst>
        </pc:spChg>
        <pc:spChg chg="mod">
          <ac:chgData name="Yash Jadhav" userId="535c3d6d-72b8-4f77-8155-55f939173cf2" providerId="ADAL" clId="{F33F88E0-3380-47C4-AFDE-F1AC050ADA82}" dt="2026-01-25T16:04:54.775" v="7208" actId="790"/>
          <ac:spMkLst>
            <pc:docMk/>
            <pc:sldMk cId="2861960170" sldId="385"/>
            <ac:spMk id="7" creationId="{B531965C-7357-B1FD-A559-FB0608540702}"/>
          </ac:spMkLst>
        </pc:spChg>
        <pc:spChg chg="mod">
          <ac:chgData name="Yash Jadhav" userId="535c3d6d-72b8-4f77-8155-55f939173cf2" providerId="ADAL" clId="{F33F88E0-3380-47C4-AFDE-F1AC050ADA82}" dt="2026-01-25T16:04:54.777" v="7209" actId="790"/>
          <ac:spMkLst>
            <pc:docMk/>
            <pc:sldMk cId="2861960170" sldId="385"/>
            <ac:spMk id="8" creationId="{40218DFB-9BAC-2C64-FD7A-EB0A0F728CB0}"/>
          </ac:spMkLst>
        </pc:spChg>
        <pc:spChg chg="mod">
          <ac:chgData name="Yash Jadhav" userId="535c3d6d-72b8-4f77-8155-55f939173cf2" providerId="ADAL" clId="{F33F88E0-3380-47C4-AFDE-F1AC050ADA82}" dt="2026-01-25T16:04:54.779" v="7210" actId="790"/>
          <ac:spMkLst>
            <pc:docMk/>
            <pc:sldMk cId="2861960170" sldId="385"/>
            <ac:spMk id="9" creationId="{C5925B03-1E98-6A23-DEEF-4643BFB92498}"/>
          </ac:spMkLst>
        </pc:spChg>
        <pc:spChg chg="add del mod">
          <ac:chgData name="Yash Jadhav" userId="535c3d6d-72b8-4f77-8155-55f939173cf2" providerId="ADAL" clId="{F33F88E0-3380-47C4-AFDE-F1AC050ADA82}" dt="2026-01-25T16:06:14.662" v="8413" actId="6264"/>
          <ac:spMkLst>
            <pc:docMk/>
            <pc:sldMk cId="2861960170" sldId="385"/>
            <ac:spMk id="10" creationId="{D3E38F66-E304-27C3-8327-ACC9E9726AB4}"/>
          </ac:spMkLst>
        </pc:spChg>
        <pc:spChg chg="mod">
          <ac:chgData name="Yash Jadhav" userId="535c3d6d-72b8-4f77-8155-55f939173cf2" providerId="ADAL" clId="{F33F88E0-3380-47C4-AFDE-F1AC050ADA82}" dt="2026-01-25T16:04:54.783" v="7211" actId="790"/>
          <ac:spMkLst>
            <pc:docMk/>
            <pc:sldMk cId="2861960170" sldId="385"/>
            <ac:spMk id="19" creationId="{556E69F7-0D8C-4C3E-92E9-C31DF3AC3AE5}"/>
          </ac:spMkLst>
        </pc:spChg>
        <pc:spChg chg="mod">
          <ac:chgData name="Yash Jadhav" userId="535c3d6d-72b8-4f77-8155-55f939173cf2" providerId="ADAL" clId="{F33F88E0-3380-47C4-AFDE-F1AC050ADA82}" dt="2026-01-25T16:04:54.786" v="7212" actId="790"/>
          <ac:spMkLst>
            <pc:docMk/>
            <pc:sldMk cId="2861960170" sldId="385"/>
            <ac:spMk id="20" creationId="{CA4DCCF1-C82E-5A34-42AD-8DA103A7B256}"/>
          </ac:spMkLst>
        </pc:spChg>
        <pc:spChg chg="mod">
          <ac:chgData name="Yash Jadhav" userId="535c3d6d-72b8-4f77-8155-55f939173cf2" providerId="ADAL" clId="{F33F88E0-3380-47C4-AFDE-F1AC050ADA82}" dt="2026-01-25T16:04:54.789" v="7213" actId="790"/>
          <ac:spMkLst>
            <pc:docMk/>
            <pc:sldMk cId="2861960170" sldId="385"/>
            <ac:spMk id="21" creationId="{CBE78C56-00FB-222A-5EB2-940171B84B7B}"/>
          </ac:spMkLst>
        </pc:spChg>
        <pc:spChg chg="mod">
          <ac:chgData name="Yash Jadhav" userId="535c3d6d-72b8-4f77-8155-55f939173cf2" providerId="ADAL" clId="{F33F88E0-3380-47C4-AFDE-F1AC050ADA82}" dt="2026-01-25T16:04:54.792" v="7214" actId="790"/>
          <ac:spMkLst>
            <pc:docMk/>
            <pc:sldMk cId="2861960170" sldId="385"/>
            <ac:spMk id="22" creationId="{05EAEC54-47FE-50B7-0688-A3069B77E7CB}"/>
          </ac:spMkLst>
        </pc:spChg>
        <pc:spChg chg="mod">
          <ac:chgData name="Yash Jadhav" userId="535c3d6d-72b8-4f77-8155-55f939173cf2" providerId="ADAL" clId="{F33F88E0-3380-47C4-AFDE-F1AC050ADA82}" dt="2026-01-25T16:04:54.794" v="7215" actId="790"/>
          <ac:spMkLst>
            <pc:docMk/>
            <pc:sldMk cId="2861960170" sldId="385"/>
            <ac:spMk id="23" creationId="{B7CDECA9-D5FA-83F5-1EEE-53DB516F3B7E}"/>
          </ac:spMkLst>
        </pc:spChg>
        <pc:spChg chg="mod">
          <ac:chgData name="Yash Jadhav" userId="535c3d6d-72b8-4f77-8155-55f939173cf2" providerId="ADAL" clId="{F33F88E0-3380-47C4-AFDE-F1AC050ADA82}" dt="2026-01-25T16:04:54.796" v="7216" actId="790"/>
          <ac:spMkLst>
            <pc:docMk/>
            <pc:sldMk cId="2861960170" sldId="385"/>
            <ac:spMk id="24" creationId="{051A1488-3866-0215-C115-E4380C509B36}"/>
          </ac:spMkLst>
        </pc:spChg>
        <pc:spChg chg="mod">
          <ac:chgData name="Yash Jadhav" userId="535c3d6d-72b8-4f77-8155-55f939173cf2" providerId="ADAL" clId="{F33F88E0-3380-47C4-AFDE-F1AC050ADA82}" dt="2026-01-25T16:04:54.799" v="7217" actId="790"/>
          <ac:spMkLst>
            <pc:docMk/>
            <pc:sldMk cId="2861960170" sldId="385"/>
            <ac:spMk id="25" creationId="{5AD66230-A32E-7611-E4BD-A65573F97513}"/>
          </ac:spMkLst>
        </pc:spChg>
        <pc:spChg chg="mod">
          <ac:chgData name="Yash Jadhav" userId="535c3d6d-72b8-4f77-8155-55f939173cf2" providerId="ADAL" clId="{F33F88E0-3380-47C4-AFDE-F1AC050ADA82}" dt="2026-01-25T16:04:54.802" v="7218" actId="790"/>
          <ac:spMkLst>
            <pc:docMk/>
            <pc:sldMk cId="2861960170" sldId="385"/>
            <ac:spMk id="26" creationId="{DF80EBD8-7104-1632-7FB3-F2FA802118E1}"/>
          </ac:spMkLst>
        </pc:spChg>
        <pc:spChg chg="mod">
          <ac:chgData name="Yash Jadhav" userId="535c3d6d-72b8-4f77-8155-55f939173cf2" providerId="ADAL" clId="{F33F88E0-3380-47C4-AFDE-F1AC050ADA82}" dt="2026-01-25T16:04:54.806" v="7219" actId="790"/>
          <ac:spMkLst>
            <pc:docMk/>
            <pc:sldMk cId="2861960170" sldId="385"/>
            <ac:spMk id="27" creationId="{B43BC384-308B-9237-4BBD-E9C3083BDEDF}"/>
          </ac:spMkLst>
        </pc:spChg>
        <pc:spChg chg="mod">
          <ac:chgData name="Yash Jadhav" userId="535c3d6d-72b8-4f77-8155-55f939173cf2" providerId="ADAL" clId="{F33F88E0-3380-47C4-AFDE-F1AC050ADA82}" dt="2026-01-25T16:04:54.809" v="7220" actId="790"/>
          <ac:spMkLst>
            <pc:docMk/>
            <pc:sldMk cId="2861960170" sldId="385"/>
            <ac:spMk id="28" creationId="{EAC9B843-3C8A-9B57-A2C3-EBA652BA09BE}"/>
          </ac:spMkLst>
        </pc:spChg>
        <pc:spChg chg="mod">
          <ac:chgData name="Yash Jadhav" userId="535c3d6d-72b8-4f77-8155-55f939173cf2" providerId="ADAL" clId="{F33F88E0-3380-47C4-AFDE-F1AC050ADA82}" dt="2026-01-25T16:04:54.812" v="7221" actId="790"/>
          <ac:spMkLst>
            <pc:docMk/>
            <pc:sldMk cId="2861960170" sldId="385"/>
            <ac:spMk id="29" creationId="{43809797-29EA-F909-127A-84B728C2481F}"/>
          </ac:spMkLst>
        </pc:spChg>
        <pc:spChg chg="mod">
          <ac:chgData name="Yash Jadhav" userId="535c3d6d-72b8-4f77-8155-55f939173cf2" providerId="ADAL" clId="{F33F88E0-3380-47C4-AFDE-F1AC050ADA82}" dt="2026-01-25T16:04:54.817" v="7222" actId="790"/>
          <ac:spMkLst>
            <pc:docMk/>
            <pc:sldMk cId="2861960170" sldId="385"/>
            <ac:spMk id="30" creationId="{42995E4A-2E92-7FED-6553-DC09508B74A0}"/>
          </ac:spMkLst>
        </pc:spChg>
        <pc:spChg chg="mod">
          <ac:chgData name="Yash Jadhav" userId="535c3d6d-72b8-4f77-8155-55f939173cf2" providerId="ADAL" clId="{F33F88E0-3380-47C4-AFDE-F1AC050ADA82}" dt="2026-01-25T16:04:54.820" v="7223" actId="790"/>
          <ac:spMkLst>
            <pc:docMk/>
            <pc:sldMk cId="2861960170" sldId="385"/>
            <ac:spMk id="31" creationId="{DB39990F-2CD5-4BE2-1F4F-745F99798BDD}"/>
          </ac:spMkLst>
        </pc:spChg>
        <pc:spChg chg="mod">
          <ac:chgData name="Yash Jadhav" userId="535c3d6d-72b8-4f77-8155-55f939173cf2" providerId="ADAL" clId="{F33F88E0-3380-47C4-AFDE-F1AC050ADA82}" dt="2026-01-25T16:04:54.822" v="7224" actId="790"/>
          <ac:spMkLst>
            <pc:docMk/>
            <pc:sldMk cId="2861960170" sldId="385"/>
            <ac:spMk id="33" creationId="{7223BA36-DEBB-B14E-F3B5-2A7762F09E6B}"/>
          </ac:spMkLst>
        </pc:spChg>
        <pc:spChg chg="mod">
          <ac:chgData name="Yash Jadhav" userId="535c3d6d-72b8-4f77-8155-55f939173cf2" providerId="ADAL" clId="{F33F88E0-3380-47C4-AFDE-F1AC050ADA82}" dt="2026-01-25T16:04:54.825" v="7225" actId="790"/>
          <ac:spMkLst>
            <pc:docMk/>
            <pc:sldMk cId="2861960170" sldId="385"/>
            <ac:spMk id="34" creationId="{0BA90740-7C88-B712-00F8-666F97E5AB0A}"/>
          </ac:spMkLst>
        </pc:spChg>
        <pc:spChg chg="mod">
          <ac:chgData name="Yash Jadhav" userId="535c3d6d-72b8-4f77-8155-55f939173cf2" providerId="ADAL" clId="{F33F88E0-3380-47C4-AFDE-F1AC050ADA82}" dt="2026-01-25T16:04:54.827" v="7226" actId="790"/>
          <ac:spMkLst>
            <pc:docMk/>
            <pc:sldMk cId="2861960170" sldId="385"/>
            <ac:spMk id="35" creationId="{2F0B62A5-5E32-C4A9-D07C-01C3567E54FC}"/>
          </ac:spMkLst>
        </pc:spChg>
        <pc:spChg chg="mod">
          <ac:chgData name="Yash Jadhav" userId="535c3d6d-72b8-4f77-8155-55f939173cf2" providerId="ADAL" clId="{F33F88E0-3380-47C4-AFDE-F1AC050ADA82}" dt="2026-01-25T16:04:54.830" v="7227" actId="790"/>
          <ac:spMkLst>
            <pc:docMk/>
            <pc:sldMk cId="2861960170" sldId="385"/>
            <ac:spMk id="36" creationId="{46025E5D-D842-6B02-799A-EE19AB38F012}"/>
          </ac:spMkLst>
        </pc:spChg>
        <pc:spChg chg="mod">
          <ac:chgData name="Yash Jadhav" userId="535c3d6d-72b8-4f77-8155-55f939173cf2" providerId="ADAL" clId="{F33F88E0-3380-47C4-AFDE-F1AC050ADA82}" dt="2026-01-25T16:04:54.833" v="7228" actId="790"/>
          <ac:spMkLst>
            <pc:docMk/>
            <pc:sldMk cId="2861960170" sldId="385"/>
            <ac:spMk id="37" creationId="{13BD8606-D3F2-245A-9942-98BB24CA6F9D}"/>
          </ac:spMkLst>
        </pc:spChg>
        <pc:spChg chg="mod">
          <ac:chgData name="Yash Jadhav" userId="535c3d6d-72b8-4f77-8155-55f939173cf2" providerId="ADAL" clId="{F33F88E0-3380-47C4-AFDE-F1AC050ADA82}" dt="2026-01-25T16:04:54.836" v="7229" actId="790"/>
          <ac:spMkLst>
            <pc:docMk/>
            <pc:sldMk cId="2861960170" sldId="385"/>
            <ac:spMk id="38" creationId="{849FC943-6708-9AD2-D367-276E5DE61848}"/>
          </ac:spMkLst>
        </pc:spChg>
        <pc:spChg chg="mod">
          <ac:chgData name="Yash Jadhav" userId="535c3d6d-72b8-4f77-8155-55f939173cf2" providerId="ADAL" clId="{F33F88E0-3380-47C4-AFDE-F1AC050ADA82}" dt="2026-01-25T16:04:54.839" v="7230" actId="790"/>
          <ac:spMkLst>
            <pc:docMk/>
            <pc:sldMk cId="2861960170" sldId="385"/>
            <ac:spMk id="39" creationId="{3E7F1A69-C0D2-6DFF-37F0-B530E28EB423}"/>
          </ac:spMkLst>
        </pc:spChg>
        <pc:spChg chg="mod">
          <ac:chgData name="Yash Jadhav" userId="535c3d6d-72b8-4f77-8155-55f939173cf2" providerId="ADAL" clId="{F33F88E0-3380-47C4-AFDE-F1AC050ADA82}" dt="2026-01-25T16:04:54.842" v="7231" actId="790"/>
          <ac:spMkLst>
            <pc:docMk/>
            <pc:sldMk cId="2861960170" sldId="385"/>
            <ac:spMk id="40" creationId="{855FC042-A860-3745-0489-4607A1FFB851}"/>
          </ac:spMkLst>
        </pc:spChg>
        <pc:spChg chg="mod">
          <ac:chgData name="Yash Jadhav" userId="535c3d6d-72b8-4f77-8155-55f939173cf2" providerId="ADAL" clId="{F33F88E0-3380-47C4-AFDE-F1AC050ADA82}" dt="2026-01-25T16:04:54.844" v="7232" actId="790"/>
          <ac:spMkLst>
            <pc:docMk/>
            <pc:sldMk cId="2861960170" sldId="385"/>
            <ac:spMk id="41" creationId="{B6545837-31C7-8240-4821-E20ED03A7372}"/>
          </ac:spMkLst>
        </pc:spChg>
        <pc:spChg chg="mod">
          <ac:chgData name="Yash Jadhav" userId="535c3d6d-72b8-4f77-8155-55f939173cf2" providerId="ADAL" clId="{F33F88E0-3380-47C4-AFDE-F1AC050ADA82}" dt="2026-01-25T16:04:54.846" v="7233" actId="790"/>
          <ac:spMkLst>
            <pc:docMk/>
            <pc:sldMk cId="2861960170" sldId="385"/>
            <ac:spMk id="86" creationId="{0EEDC422-B9A2-D32A-8833-B49211E892DF}"/>
          </ac:spMkLst>
        </pc:spChg>
        <pc:spChg chg="mod">
          <ac:chgData name="Yash Jadhav" userId="535c3d6d-72b8-4f77-8155-55f939173cf2" providerId="ADAL" clId="{F33F88E0-3380-47C4-AFDE-F1AC050ADA82}" dt="2026-01-25T16:04:54.850" v="7234" actId="790"/>
          <ac:spMkLst>
            <pc:docMk/>
            <pc:sldMk cId="2861960170" sldId="385"/>
            <ac:spMk id="87" creationId="{3DAD1F35-398A-6141-3CEA-00953B827B6C}"/>
          </ac:spMkLst>
        </pc:spChg>
        <pc:spChg chg="mod">
          <ac:chgData name="Yash Jadhav" userId="535c3d6d-72b8-4f77-8155-55f939173cf2" providerId="ADAL" clId="{F33F88E0-3380-47C4-AFDE-F1AC050ADA82}" dt="2026-01-25T16:04:54.853" v="7235" actId="790"/>
          <ac:spMkLst>
            <pc:docMk/>
            <pc:sldMk cId="2861960170" sldId="385"/>
            <ac:spMk id="88" creationId="{31EA170A-55E7-CDB3-DA07-2877138AF7F0}"/>
          </ac:spMkLst>
        </pc:spChg>
        <pc:spChg chg="mod">
          <ac:chgData name="Yash Jadhav" userId="535c3d6d-72b8-4f77-8155-55f939173cf2" providerId="ADAL" clId="{F33F88E0-3380-47C4-AFDE-F1AC050ADA82}" dt="2026-01-25T16:04:54.858" v="7236" actId="790"/>
          <ac:spMkLst>
            <pc:docMk/>
            <pc:sldMk cId="2861960170" sldId="385"/>
            <ac:spMk id="89" creationId="{032FE712-1494-2AB6-7924-F2813219B562}"/>
          </ac:spMkLst>
        </pc:spChg>
        <pc:spChg chg="mod">
          <ac:chgData name="Yash Jadhav" userId="535c3d6d-72b8-4f77-8155-55f939173cf2" providerId="ADAL" clId="{F33F88E0-3380-47C4-AFDE-F1AC050ADA82}" dt="2026-01-25T16:04:54.861" v="7237" actId="790"/>
          <ac:spMkLst>
            <pc:docMk/>
            <pc:sldMk cId="2861960170" sldId="385"/>
            <ac:spMk id="90" creationId="{F10F9193-28F7-BBB4-0B7A-12DA712A576A}"/>
          </ac:spMkLst>
        </pc:spChg>
        <pc:spChg chg="mod">
          <ac:chgData name="Yash Jadhav" userId="535c3d6d-72b8-4f77-8155-55f939173cf2" providerId="ADAL" clId="{F33F88E0-3380-47C4-AFDE-F1AC050ADA82}" dt="2026-01-25T16:04:54.864" v="7238" actId="790"/>
          <ac:spMkLst>
            <pc:docMk/>
            <pc:sldMk cId="2861960170" sldId="385"/>
            <ac:spMk id="91" creationId="{782C70C3-E4F0-89E3-A6F7-52D5D7D778AF}"/>
          </ac:spMkLst>
        </pc:spChg>
        <pc:spChg chg="mod">
          <ac:chgData name="Yash Jadhav" userId="535c3d6d-72b8-4f77-8155-55f939173cf2" providerId="ADAL" clId="{F33F88E0-3380-47C4-AFDE-F1AC050ADA82}" dt="2026-01-25T16:04:54.867" v="7239" actId="790"/>
          <ac:spMkLst>
            <pc:docMk/>
            <pc:sldMk cId="2861960170" sldId="385"/>
            <ac:spMk id="92" creationId="{A9B959D3-8975-41A1-7B99-8112D3AC769C}"/>
          </ac:spMkLst>
        </pc:spChg>
        <pc:spChg chg="mod">
          <ac:chgData name="Yash Jadhav" userId="535c3d6d-72b8-4f77-8155-55f939173cf2" providerId="ADAL" clId="{F33F88E0-3380-47C4-AFDE-F1AC050ADA82}" dt="2026-01-25T16:04:54.871" v="7240" actId="790"/>
          <ac:spMkLst>
            <pc:docMk/>
            <pc:sldMk cId="2861960170" sldId="385"/>
            <ac:spMk id="93" creationId="{7B3C2B29-4D07-FFAF-51BF-A4B332C0DF64}"/>
          </ac:spMkLst>
        </pc:spChg>
        <pc:spChg chg="mod">
          <ac:chgData name="Yash Jadhav" userId="535c3d6d-72b8-4f77-8155-55f939173cf2" providerId="ADAL" clId="{F33F88E0-3380-47C4-AFDE-F1AC050ADA82}" dt="2026-01-25T16:04:54.874" v="7241" actId="790"/>
          <ac:spMkLst>
            <pc:docMk/>
            <pc:sldMk cId="2861960170" sldId="385"/>
            <ac:spMk id="94" creationId="{167F7D44-E9E9-B0EC-3187-EC8998EAD202}"/>
          </ac:spMkLst>
        </pc:spChg>
        <pc:spChg chg="mod">
          <ac:chgData name="Yash Jadhav" userId="535c3d6d-72b8-4f77-8155-55f939173cf2" providerId="ADAL" clId="{F33F88E0-3380-47C4-AFDE-F1AC050ADA82}" dt="2026-01-25T16:04:54.878" v="7242" actId="790"/>
          <ac:spMkLst>
            <pc:docMk/>
            <pc:sldMk cId="2861960170" sldId="385"/>
            <ac:spMk id="95" creationId="{C95669D7-F2D1-BC12-3878-FA43E7B08663}"/>
          </ac:spMkLst>
        </pc:spChg>
        <pc:spChg chg="mod">
          <ac:chgData name="Yash Jadhav" userId="535c3d6d-72b8-4f77-8155-55f939173cf2" providerId="ADAL" clId="{F33F88E0-3380-47C4-AFDE-F1AC050ADA82}" dt="2026-01-25T16:04:54.886" v="7243" actId="790"/>
          <ac:spMkLst>
            <pc:docMk/>
            <pc:sldMk cId="2861960170" sldId="385"/>
            <ac:spMk id="97" creationId="{BB9DD1A3-5D7A-245B-DAAD-6AEB60BB0414}"/>
          </ac:spMkLst>
        </pc:spChg>
        <pc:spChg chg="mod">
          <ac:chgData name="Yash Jadhav" userId="535c3d6d-72b8-4f77-8155-55f939173cf2" providerId="ADAL" clId="{F33F88E0-3380-47C4-AFDE-F1AC050ADA82}" dt="2026-01-25T16:04:54.889" v="7244" actId="790"/>
          <ac:spMkLst>
            <pc:docMk/>
            <pc:sldMk cId="2861960170" sldId="385"/>
            <ac:spMk id="98" creationId="{B16352C5-2DF9-AF44-4C7A-EAB130B4A170}"/>
          </ac:spMkLst>
        </pc:spChg>
        <pc:spChg chg="mod">
          <ac:chgData name="Yash Jadhav" userId="535c3d6d-72b8-4f77-8155-55f939173cf2" providerId="ADAL" clId="{F33F88E0-3380-47C4-AFDE-F1AC050ADA82}" dt="2026-01-25T16:04:54.893" v="7245" actId="790"/>
          <ac:spMkLst>
            <pc:docMk/>
            <pc:sldMk cId="2861960170" sldId="385"/>
            <ac:spMk id="99" creationId="{C30E2A3F-7FB8-0253-CC02-ECF829C518FE}"/>
          </ac:spMkLst>
        </pc:spChg>
        <pc:spChg chg="mod">
          <ac:chgData name="Yash Jadhav" userId="535c3d6d-72b8-4f77-8155-55f939173cf2" providerId="ADAL" clId="{F33F88E0-3380-47C4-AFDE-F1AC050ADA82}" dt="2026-01-25T16:04:54.896" v="7246" actId="790"/>
          <ac:spMkLst>
            <pc:docMk/>
            <pc:sldMk cId="2861960170" sldId="385"/>
            <ac:spMk id="100" creationId="{417D90EA-D15E-0BF2-BD83-531D968D2F9F}"/>
          </ac:spMkLst>
        </pc:spChg>
        <pc:spChg chg="mod">
          <ac:chgData name="Yash Jadhav" userId="535c3d6d-72b8-4f77-8155-55f939173cf2" providerId="ADAL" clId="{F33F88E0-3380-47C4-AFDE-F1AC050ADA82}" dt="2026-01-25T16:04:54.899" v="7247" actId="790"/>
          <ac:spMkLst>
            <pc:docMk/>
            <pc:sldMk cId="2861960170" sldId="385"/>
            <ac:spMk id="101" creationId="{10445DDF-3BB9-F739-791F-E58D21883D0F}"/>
          </ac:spMkLst>
        </pc:spChg>
        <pc:spChg chg="mod">
          <ac:chgData name="Yash Jadhav" userId="535c3d6d-72b8-4f77-8155-55f939173cf2" providerId="ADAL" clId="{F33F88E0-3380-47C4-AFDE-F1AC050ADA82}" dt="2026-01-25T16:04:54.902" v="7248" actId="790"/>
          <ac:spMkLst>
            <pc:docMk/>
            <pc:sldMk cId="2861960170" sldId="385"/>
            <ac:spMk id="102" creationId="{05E80405-B01C-5D7D-C466-78A347CC8F99}"/>
          </ac:spMkLst>
        </pc:spChg>
        <pc:spChg chg="mod">
          <ac:chgData name="Yash Jadhav" userId="535c3d6d-72b8-4f77-8155-55f939173cf2" providerId="ADAL" clId="{F33F88E0-3380-47C4-AFDE-F1AC050ADA82}" dt="2026-01-25T16:04:54.904" v="7249"/>
          <ac:spMkLst>
            <pc:docMk/>
            <pc:sldMk cId="2861960170" sldId="385"/>
            <ac:spMk id="104" creationId="{A7770EF8-337B-3608-09F4-DC7975B602F1}"/>
          </ac:spMkLst>
        </pc:spChg>
        <pc:spChg chg="mod">
          <ac:chgData name="Yash Jadhav" userId="535c3d6d-72b8-4f77-8155-55f939173cf2" providerId="ADAL" clId="{F33F88E0-3380-47C4-AFDE-F1AC050ADA82}" dt="2026-01-25T16:04:54.906" v="7250"/>
          <ac:spMkLst>
            <pc:docMk/>
            <pc:sldMk cId="2861960170" sldId="385"/>
            <ac:spMk id="105" creationId="{4F63EAA0-E821-87B0-4944-ACA03E1ABAE0}"/>
          </ac:spMkLst>
        </pc:spChg>
        <pc:spChg chg="mod">
          <ac:chgData name="Yash Jadhav" userId="535c3d6d-72b8-4f77-8155-55f939173cf2" providerId="ADAL" clId="{F33F88E0-3380-47C4-AFDE-F1AC050ADA82}" dt="2026-01-25T16:04:54.907" v="7251"/>
          <ac:spMkLst>
            <pc:docMk/>
            <pc:sldMk cId="2861960170" sldId="385"/>
            <ac:spMk id="106" creationId="{37652EC4-4F96-8708-F9CE-FE1A5E3A561F}"/>
          </ac:spMkLst>
        </pc:spChg>
        <pc:spChg chg="mod">
          <ac:chgData name="Yash Jadhav" userId="535c3d6d-72b8-4f77-8155-55f939173cf2" providerId="ADAL" clId="{F33F88E0-3380-47C4-AFDE-F1AC050ADA82}" dt="2026-01-25T16:04:54.908" v="7252"/>
          <ac:spMkLst>
            <pc:docMk/>
            <pc:sldMk cId="2861960170" sldId="385"/>
            <ac:spMk id="107" creationId="{C14B4133-5DF0-1800-15EB-E2567A98BFB2}"/>
          </ac:spMkLst>
        </pc:spChg>
        <pc:spChg chg="mod">
          <ac:chgData name="Yash Jadhav" userId="535c3d6d-72b8-4f77-8155-55f939173cf2" providerId="ADAL" clId="{F33F88E0-3380-47C4-AFDE-F1AC050ADA82}" dt="2026-01-25T16:04:54.908" v="7253"/>
          <ac:spMkLst>
            <pc:docMk/>
            <pc:sldMk cId="2861960170" sldId="385"/>
            <ac:spMk id="108" creationId="{6BB64E55-930D-B557-EC38-113C164F4492}"/>
          </ac:spMkLst>
        </pc:spChg>
        <pc:spChg chg="mod">
          <ac:chgData name="Yash Jadhav" userId="535c3d6d-72b8-4f77-8155-55f939173cf2" providerId="ADAL" clId="{F33F88E0-3380-47C4-AFDE-F1AC050ADA82}" dt="2026-01-25T16:04:54.909" v="7254"/>
          <ac:spMkLst>
            <pc:docMk/>
            <pc:sldMk cId="2861960170" sldId="385"/>
            <ac:spMk id="109" creationId="{79AB54A3-4D58-853D-392A-05E968592ADD}"/>
          </ac:spMkLst>
        </pc:spChg>
        <pc:spChg chg="mod">
          <ac:chgData name="Yash Jadhav" userId="535c3d6d-72b8-4f77-8155-55f939173cf2" providerId="ADAL" clId="{F33F88E0-3380-47C4-AFDE-F1AC050ADA82}" dt="2026-01-25T16:04:54.911" v="7255"/>
          <ac:spMkLst>
            <pc:docMk/>
            <pc:sldMk cId="2861960170" sldId="385"/>
            <ac:spMk id="110" creationId="{7788D3B9-346C-BBF8-1EDB-445012903353}"/>
          </ac:spMkLst>
        </pc:spChg>
        <pc:spChg chg="mod">
          <ac:chgData name="Yash Jadhav" userId="535c3d6d-72b8-4f77-8155-55f939173cf2" providerId="ADAL" clId="{F33F88E0-3380-47C4-AFDE-F1AC050ADA82}" dt="2026-01-25T16:04:54.912" v="7256"/>
          <ac:spMkLst>
            <pc:docMk/>
            <pc:sldMk cId="2861960170" sldId="385"/>
            <ac:spMk id="111" creationId="{F6977C9C-68E4-6001-1805-FC61B4267F7D}"/>
          </ac:spMkLst>
        </pc:spChg>
        <pc:spChg chg="mod">
          <ac:chgData name="Yash Jadhav" userId="535c3d6d-72b8-4f77-8155-55f939173cf2" providerId="ADAL" clId="{F33F88E0-3380-47C4-AFDE-F1AC050ADA82}" dt="2026-01-25T16:04:54.913" v="7257"/>
          <ac:spMkLst>
            <pc:docMk/>
            <pc:sldMk cId="2861960170" sldId="385"/>
            <ac:spMk id="112" creationId="{94B6FCF2-AE6D-F0CE-5A27-F1279D4D9201}"/>
          </ac:spMkLst>
        </pc:spChg>
        <pc:spChg chg="mod">
          <ac:chgData name="Yash Jadhav" userId="535c3d6d-72b8-4f77-8155-55f939173cf2" providerId="ADAL" clId="{F33F88E0-3380-47C4-AFDE-F1AC050ADA82}" dt="2026-01-25T16:04:54.913" v="7258"/>
          <ac:spMkLst>
            <pc:docMk/>
            <pc:sldMk cId="2861960170" sldId="385"/>
            <ac:spMk id="113" creationId="{B7DA715E-8309-E6AC-25DE-CDA4CEAD0927}"/>
          </ac:spMkLst>
        </pc:spChg>
        <pc:spChg chg="mod">
          <ac:chgData name="Yash Jadhav" userId="535c3d6d-72b8-4f77-8155-55f939173cf2" providerId="ADAL" clId="{F33F88E0-3380-47C4-AFDE-F1AC050ADA82}" dt="2026-01-25T16:04:54.914" v="7259"/>
          <ac:spMkLst>
            <pc:docMk/>
            <pc:sldMk cId="2861960170" sldId="385"/>
            <ac:spMk id="114" creationId="{2CFDEE48-9E9E-1D9E-B1B6-10327728048F}"/>
          </ac:spMkLst>
        </pc:spChg>
        <pc:spChg chg="mod">
          <ac:chgData name="Yash Jadhav" userId="535c3d6d-72b8-4f77-8155-55f939173cf2" providerId="ADAL" clId="{F33F88E0-3380-47C4-AFDE-F1AC050ADA82}" dt="2026-01-25T16:04:54.915" v="7260"/>
          <ac:spMkLst>
            <pc:docMk/>
            <pc:sldMk cId="2861960170" sldId="385"/>
            <ac:spMk id="115" creationId="{888E8207-F2A4-17DD-2EC9-FF3DB08756FC}"/>
          </ac:spMkLst>
        </pc:spChg>
        <pc:spChg chg="mod">
          <ac:chgData name="Yash Jadhav" userId="535c3d6d-72b8-4f77-8155-55f939173cf2" providerId="ADAL" clId="{F33F88E0-3380-47C4-AFDE-F1AC050ADA82}" dt="2026-01-25T16:04:54.920" v="7261" actId="790"/>
          <ac:spMkLst>
            <pc:docMk/>
            <pc:sldMk cId="2861960170" sldId="385"/>
            <ac:spMk id="116" creationId="{6F3793B6-C0E9-86B2-46A4-061B0B35FC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5772899" sldId="386"/>
        </pc:sldMkLst>
        <pc:spChg chg="mod ord">
          <ac:chgData name="Yash Jadhav" userId="535c3d6d-72b8-4f77-8155-55f939173cf2" providerId="ADAL" clId="{F33F88E0-3380-47C4-AFDE-F1AC050ADA82}" dt="2026-01-25T16:06:14.662" v="8413" actId="6264"/>
          <ac:spMkLst>
            <pc:docMk/>
            <pc:sldMk cId="1475772899" sldId="386"/>
            <ac:spMk id="2" creationId="{411F5EE1-13CA-5052-620B-797423B69F5E}"/>
          </ac:spMkLst>
        </pc:spChg>
        <pc:spChg chg="mod">
          <ac:chgData name="Yash Jadhav" userId="535c3d6d-72b8-4f77-8155-55f939173cf2" providerId="ADAL" clId="{F33F88E0-3380-47C4-AFDE-F1AC050ADA82}" dt="2026-01-25T16:04:57.486" v="7267"/>
          <ac:spMkLst>
            <pc:docMk/>
            <pc:sldMk cId="1475772899" sldId="386"/>
            <ac:spMk id="3" creationId="{85B7C0AB-1015-AEAD-E1E5-00E0AF1C6D78}"/>
          </ac:spMkLst>
        </pc:spChg>
        <pc:spChg chg="mod">
          <ac:chgData name="Yash Jadhav" userId="535c3d6d-72b8-4f77-8155-55f939173cf2" providerId="ADAL" clId="{F33F88E0-3380-47C4-AFDE-F1AC050ADA82}" dt="2026-01-25T16:04:57.487" v="7268"/>
          <ac:spMkLst>
            <pc:docMk/>
            <pc:sldMk cId="1475772899" sldId="386"/>
            <ac:spMk id="4" creationId="{C361CCCC-4AFA-9F8B-DEDB-74ECB09AD0BD}"/>
          </ac:spMkLst>
        </pc:spChg>
        <pc:spChg chg="mod">
          <ac:chgData name="Yash Jadhav" userId="535c3d6d-72b8-4f77-8155-55f939173cf2" providerId="ADAL" clId="{F33F88E0-3380-47C4-AFDE-F1AC050ADA82}" dt="2026-01-25T16:04:57.491" v="7269" actId="790"/>
          <ac:spMkLst>
            <pc:docMk/>
            <pc:sldMk cId="1475772899" sldId="386"/>
            <ac:spMk id="5" creationId="{0C9487DF-6D8D-E1B6-EAAA-1DF612C19A50}"/>
          </ac:spMkLst>
        </pc:spChg>
        <pc:spChg chg="mod">
          <ac:chgData name="Yash Jadhav" userId="535c3d6d-72b8-4f77-8155-55f939173cf2" providerId="ADAL" clId="{F33F88E0-3380-47C4-AFDE-F1AC050ADA82}" dt="2026-01-25T16:04:57.493" v="7270" actId="790"/>
          <ac:spMkLst>
            <pc:docMk/>
            <pc:sldMk cId="1475772899" sldId="386"/>
            <ac:spMk id="7" creationId="{34D12772-7D60-6EE5-3BF5-392149DA0603}"/>
          </ac:spMkLst>
        </pc:spChg>
        <pc:spChg chg="mod">
          <ac:chgData name="Yash Jadhav" userId="535c3d6d-72b8-4f77-8155-55f939173cf2" providerId="ADAL" clId="{F33F88E0-3380-47C4-AFDE-F1AC050ADA82}" dt="2026-01-25T16:04:57.496" v="7271" actId="790"/>
          <ac:spMkLst>
            <pc:docMk/>
            <pc:sldMk cId="1475772899" sldId="386"/>
            <ac:spMk id="9" creationId="{07CFF481-2053-1862-4D09-9CE82D3D9F01}"/>
          </ac:spMkLst>
        </pc:spChg>
        <pc:spChg chg="mod">
          <ac:chgData name="Yash Jadhav" userId="535c3d6d-72b8-4f77-8155-55f939173cf2" providerId="ADAL" clId="{F33F88E0-3380-47C4-AFDE-F1AC050ADA82}" dt="2026-01-25T16:04:57.498" v="7272" actId="790"/>
          <ac:spMkLst>
            <pc:docMk/>
            <pc:sldMk cId="1475772899" sldId="386"/>
            <ac:spMk id="11" creationId="{82185FF6-DB42-C016-8F4D-431B5CECD5F9}"/>
          </ac:spMkLst>
        </pc:spChg>
        <pc:spChg chg="mod">
          <ac:chgData name="Yash Jadhav" userId="535c3d6d-72b8-4f77-8155-55f939173cf2" providerId="ADAL" clId="{F33F88E0-3380-47C4-AFDE-F1AC050ADA82}" dt="2026-01-25T16:04:57.503" v="7273" actId="790"/>
          <ac:spMkLst>
            <pc:docMk/>
            <pc:sldMk cId="1475772899" sldId="386"/>
            <ac:spMk id="13" creationId="{AC341AD6-7D81-682A-B40E-D3141FEC6C72}"/>
          </ac:spMkLst>
        </pc:spChg>
        <pc:spChg chg="mod">
          <ac:chgData name="Yash Jadhav" userId="535c3d6d-72b8-4f77-8155-55f939173cf2" providerId="ADAL" clId="{F33F88E0-3380-47C4-AFDE-F1AC050ADA82}" dt="2026-01-25T16:04:57.506" v="7274" actId="790"/>
          <ac:spMkLst>
            <pc:docMk/>
            <pc:sldMk cId="1475772899" sldId="386"/>
            <ac:spMk id="14" creationId="{A93F32A8-E41E-CFF1-B329-2CB37B0AFA62}"/>
          </ac:spMkLst>
        </pc:spChg>
        <pc:spChg chg="mod">
          <ac:chgData name="Yash Jadhav" userId="535c3d6d-72b8-4f77-8155-55f939173cf2" providerId="ADAL" clId="{F33F88E0-3380-47C4-AFDE-F1AC050ADA82}" dt="2026-01-25T16:04:57.511" v="7275" actId="790"/>
          <ac:spMkLst>
            <pc:docMk/>
            <pc:sldMk cId="1475772899" sldId="386"/>
            <ac:spMk id="15" creationId="{50E944E2-F481-4812-B2A5-183AE11FF37A}"/>
          </ac:spMkLst>
        </pc:spChg>
        <pc:spChg chg="mod">
          <ac:chgData name="Yash Jadhav" userId="535c3d6d-72b8-4f77-8155-55f939173cf2" providerId="ADAL" clId="{F33F88E0-3380-47C4-AFDE-F1AC050ADA82}" dt="2026-01-25T16:04:57.513" v="7276" actId="790"/>
          <ac:spMkLst>
            <pc:docMk/>
            <pc:sldMk cId="1475772899" sldId="386"/>
            <ac:spMk id="16" creationId="{625E010E-D7DB-7062-4F8C-FFF7CAB30B64}"/>
          </ac:spMkLst>
        </pc:spChg>
        <pc:spChg chg="add del mod">
          <ac:chgData name="Yash Jadhav" userId="535c3d6d-72b8-4f77-8155-55f939173cf2" providerId="ADAL" clId="{F33F88E0-3380-47C4-AFDE-F1AC050ADA82}" dt="2026-01-25T16:06:14.662" v="8413" actId="6264"/>
          <ac:spMkLst>
            <pc:docMk/>
            <pc:sldMk cId="1475772899" sldId="386"/>
            <ac:spMk id="17" creationId="{6982F1A9-7E34-BAB7-F589-A43A2C4C3182}"/>
          </ac:spMkLst>
        </pc:spChg>
        <pc:spChg chg="mod">
          <ac:chgData name="Yash Jadhav" userId="535c3d6d-72b8-4f77-8155-55f939173cf2" providerId="ADAL" clId="{F33F88E0-3380-47C4-AFDE-F1AC050ADA82}" dt="2026-01-25T16:04:57.516" v="7277" actId="790"/>
          <ac:spMkLst>
            <pc:docMk/>
            <pc:sldMk cId="1475772899" sldId="386"/>
            <ac:spMk id="18" creationId="{5DAD2553-6B1D-8E80-BCB8-323D5715C2A6}"/>
          </ac:spMkLst>
        </pc:spChg>
        <pc:spChg chg="mod">
          <ac:chgData name="Yash Jadhav" userId="535c3d6d-72b8-4f77-8155-55f939173cf2" providerId="ADAL" clId="{F33F88E0-3380-47C4-AFDE-F1AC050ADA82}" dt="2026-01-25T16:04:57.519" v="7278" actId="790"/>
          <ac:spMkLst>
            <pc:docMk/>
            <pc:sldMk cId="1475772899" sldId="386"/>
            <ac:spMk id="19" creationId="{69519F71-7484-9EAB-B149-F8FB4E6FFF45}"/>
          </ac:spMkLst>
        </pc:spChg>
        <pc:spChg chg="mod">
          <ac:chgData name="Yash Jadhav" userId="535c3d6d-72b8-4f77-8155-55f939173cf2" providerId="ADAL" clId="{F33F88E0-3380-47C4-AFDE-F1AC050ADA82}" dt="2026-01-25T16:04:57.522" v="7279" actId="790"/>
          <ac:spMkLst>
            <pc:docMk/>
            <pc:sldMk cId="1475772899" sldId="386"/>
            <ac:spMk id="20" creationId="{A12B37E2-32E8-F56D-52B9-BD0ABB70A04A}"/>
          </ac:spMkLst>
        </pc:spChg>
        <pc:spChg chg="mod">
          <ac:chgData name="Yash Jadhav" userId="535c3d6d-72b8-4f77-8155-55f939173cf2" providerId="ADAL" clId="{F33F88E0-3380-47C4-AFDE-F1AC050ADA82}" dt="2026-01-25T16:04:57.524" v="7280" actId="790"/>
          <ac:spMkLst>
            <pc:docMk/>
            <pc:sldMk cId="1475772899" sldId="386"/>
            <ac:spMk id="21" creationId="{4F619292-0BD8-7A63-7F37-203A753CFFA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63609025" sldId="387"/>
        </pc:sldMkLst>
        <pc:spChg chg="add del mod">
          <ac:chgData name="Yash Jadhav" userId="535c3d6d-72b8-4f77-8155-55f939173cf2" providerId="ADAL" clId="{F33F88E0-3380-47C4-AFDE-F1AC050ADA82}" dt="2026-01-25T16:06:14.662" v="8413" actId="6264"/>
          <ac:spMkLst>
            <pc:docMk/>
            <pc:sldMk cId="1263609025" sldId="387"/>
            <ac:spMk id="2" creationId="{3CE7DE96-22A5-820D-FF81-155C3F28712E}"/>
          </ac:spMkLst>
        </pc:spChg>
        <pc:spChg chg="mod ord">
          <ac:chgData name="Yash Jadhav" userId="535c3d6d-72b8-4f77-8155-55f939173cf2" providerId="ADAL" clId="{F33F88E0-3380-47C4-AFDE-F1AC050ADA82}" dt="2026-01-25T16:06:14.662" v="8413" actId="6264"/>
          <ac:spMkLst>
            <pc:docMk/>
            <pc:sldMk cId="1263609025" sldId="387"/>
            <ac:spMk id="5" creationId="{00000000-0000-0000-0000-000000000000}"/>
          </ac:spMkLst>
        </pc:spChg>
        <pc:spChg chg="mod">
          <ac:chgData name="Yash Jadhav" userId="535c3d6d-72b8-4f77-8155-55f939173cf2" providerId="ADAL" clId="{F33F88E0-3380-47C4-AFDE-F1AC050ADA82}" dt="2026-01-25T16:04:58.463" v="7286" actId="790"/>
          <ac:spMkLst>
            <pc:docMk/>
            <pc:sldMk cId="1263609025" sldId="387"/>
            <ac:spMk id="9" creationId="{00000000-0000-0000-0000-000000000000}"/>
          </ac:spMkLst>
        </pc:spChg>
        <pc:spChg chg="mod">
          <ac:chgData name="Yash Jadhav" userId="535c3d6d-72b8-4f77-8155-55f939173cf2" providerId="ADAL" clId="{F33F88E0-3380-47C4-AFDE-F1AC050ADA82}" dt="2026-01-25T16:04:58.467" v="7287" actId="790"/>
          <ac:spMkLst>
            <pc:docMk/>
            <pc:sldMk cId="1263609025" sldId="387"/>
            <ac:spMk id="10" creationId="{00000000-0000-0000-0000-000000000000}"/>
          </ac:spMkLst>
        </pc:spChg>
        <pc:spChg chg="mod">
          <ac:chgData name="Yash Jadhav" userId="535c3d6d-72b8-4f77-8155-55f939173cf2" providerId="ADAL" clId="{F33F88E0-3380-47C4-AFDE-F1AC050ADA82}" dt="2026-01-25T16:04:58.471" v="7288" actId="790"/>
          <ac:spMkLst>
            <pc:docMk/>
            <pc:sldMk cId="1263609025" sldId="387"/>
            <ac:spMk id="11" creationId="{00000000-0000-0000-0000-000000000000}"/>
          </ac:spMkLst>
        </pc:spChg>
        <pc:spChg chg="mod">
          <ac:chgData name="Yash Jadhav" userId="535c3d6d-72b8-4f77-8155-55f939173cf2" providerId="ADAL" clId="{F33F88E0-3380-47C4-AFDE-F1AC050ADA82}" dt="2026-01-25T16:04:58.475" v="7289" actId="790"/>
          <ac:spMkLst>
            <pc:docMk/>
            <pc:sldMk cId="1263609025" sldId="387"/>
            <ac:spMk id="12" creationId="{00000000-0000-0000-0000-000000000000}"/>
          </ac:spMkLst>
        </pc:spChg>
        <pc:spChg chg="mod">
          <ac:chgData name="Yash Jadhav" userId="535c3d6d-72b8-4f77-8155-55f939173cf2" providerId="ADAL" clId="{F33F88E0-3380-47C4-AFDE-F1AC050ADA82}" dt="2026-01-25T16:04:58.477" v="7290" actId="790"/>
          <ac:spMkLst>
            <pc:docMk/>
            <pc:sldMk cId="1263609025" sldId="387"/>
            <ac:spMk id="13" creationId="{00000000-0000-0000-0000-000000000000}"/>
          </ac:spMkLst>
        </pc:spChg>
        <pc:spChg chg="mod">
          <ac:chgData name="Yash Jadhav" userId="535c3d6d-72b8-4f77-8155-55f939173cf2" providerId="ADAL" clId="{F33F88E0-3380-47C4-AFDE-F1AC050ADA82}" dt="2026-01-25T16:04:58.482" v="7291" actId="790"/>
          <ac:spMkLst>
            <pc:docMk/>
            <pc:sldMk cId="1263609025" sldId="387"/>
            <ac:spMk id="14" creationId="{00000000-0000-0000-0000-000000000000}"/>
          </ac:spMkLst>
        </pc:spChg>
        <pc:spChg chg="mod">
          <ac:chgData name="Yash Jadhav" userId="535c3d6d-72b8-4f77-8155-55f939173cf2" providerId="ADAL" clId="{F33F88E0-3380-47C4-AFDE-F1AC050ADA82}" dt="2026-01-25T16:04:58.497" v="7295" actId="790"/>
          <ac:spMkLst>
            <pc:docMk/>
            <pc:sldMk cId="1263609025" sldId="387"/>
            <ac:spMk id="15" creationId="{00000000-0000-0000-0000-000000000000}"/>
          </ac:spMkLst>
        </pc:spChg>
        <pc:spChg chg="mod">
          <ac:chgData name="Yash Jadhav" userId="535c3d6d-72b8-4f77-8155-55f939173cf2" providerId="ADAL" clId="{F33F88E0-3380-47C4-AFDE-F1AC050ADA82}" dt="2026-01-25T16:04:58.485" v="7292" actId="790"/>
          <ac:spMkLst>
            <pc:docMk/>
            <pc:sldMk cId="1263609025" sldId="387"/>
            <ac:spMk id="17" creationId="{00000000-0000-0000-0000-000000000000}"/>
          </ac:spMkLst>
        </pc:spChg>
        <pc:spChg chg="mod">
          <ac:chgData name="Yash Jadhav" userId="535c3d6d-72b8-4f77-8155-55f939173cf2" providerId="ADAL" clId="{F33F88E0-3380-47C4-AFDE-F1AC050ADA82}" dt="2026-01-25T16:04:58.489" v="7293" actId="790"/>
          <ac:spMkLst>
            <pc:docMk/>
            <pc:sldMk cId="1263609025" sldId="387"/>
            <ac:spMk id="18" creationId="{00000000-0000-0000-0000-000000000000}"/>
          </ac:spMkLst>
        </pc:spChg>
        <pc:spChg chg="mod">
          <ac:chgData name="Yash Jadhav" userId="535c3d6d-72b8-4f77-8155-55f939173cf2" providerId="ADAL" clId="{F33F88E0-3380-47C4-AFDE-F1AC050ADA82}" dt="2026-01-25T16:04:58.493" v="7294" actId="790"/>
          <ac:spMkLst>
            <pc:docMk/>
            <pc:sldMk cId="1263609025" sldId="387"/>
            <ac:spMk id="19" creationId="{00000000-0000-0000-0000-000000000000}"/>
          </ac:spMkLst>
        </pc:spChg>
        <pc:spChg chg="mod">
          <ac:chgData name="Yash Jadhav" userId="535c3d6d-72b8-4f77-8155-55f939173cf2" providerId="ADAL" clId="{F33F88E0-3380-47C4-AFDE-F1AC050ADA82}" dt="2026-01-25T16:04:58.504" v="7296" actId="790"/>
          <ac:spMkLst>
            <pc:docMk/>
            <pc:sldMk cId="1263609025" sldId="387"/>
            <ac:spMk id="25" creationId="{00000000-0000-0000-0000-000000000000}"/>
          </ac:spMkLst>
        </pc:spChg>
        <pc:spChg chg="mod">
          <ac:chgData name="Yash Jadhav" userId="535c3d6d-72b8-4f77-8155-55f939173cf2" providerId="ADAL" clId="{F33F88E0-3380-47C4-AFDE-F1AC050ADA82}" dt="2026-01-25T16:04:58.510" v="7297" actId="790"/>
          <ac:spMkLst>
            <pc:docMk/>
            <pc:sldMk cId="1263609025" sldId="387"/>
            <ac:spMk id="30" creationId="{00000000-0000-0000-0000-000000000000}"/>
          </ac:spMkLst>
        </pc:spChg>
        <pc:spChg chg="mod">
          <ac:chgData name="Yash Jadhav" userId="535c3d6d-72b8-4f77-8155-55f939173cf2" providerId="ADAL" clId="{F33F88E0-3380-47C4-AFDE-F1AC050ADA82}" dt="2026-01-25T16:04:58.515" v="7298" actId="790"/>
          <ac:spMkLst>
            <pc:docMk/>
            <pc:sldMk cId="1263609025" sldId="387"/>
            <ac:spMk id="32" creationId="{00000000-0000-0000-0000-000000000000}"/>
          </ac:spMkLst>
        </pc:spChg>
        <pc:spChg chg="mod">
          <ac:chgData name="Yash Jadhav" userId="535c3d6d-72b8-4f77-8155-55f939173cf2" providerId="ADAL" clId="{F33F88E0-3380-47C4-AFDE-F1AC050ADA82}" dt="2026-01-25T16:04:58.521" v="7299" actId="790"/>
          <ac:spMkLst>
            <pc:docMk/>
            <pc:sldMk cId="1263609025" sldId="387"/>
            <ac:spMk id="34"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25717985" sldId="388"/>
        </pc:sldMkLst>
        <pc:spChg chg="mod">
          <ac:chgData name="Yash Jadhav" userId="535c3d6d-72b8-4f77-8155-55f939173cf2" providerId="ADAL" clId="{F33F88E0-3380-47C4-AFDE-F1AC050ADA82}" dt="2026-01-25T16:04:59.910" v="7345" actId="790"/>
          <ac:spMkLst>
            <pc:docMk/>
            <pc:sldMk cId="2825717985" sldId="388"/>
            <ac:spMk id="3" creationId="{6FECF1D4-0607-3EFE-5E0B-94C231E8BB02}"/>
          </ac:spMkLst>
        </pc:spChg>
        <pc:spChg chg="mod">
          <ac:chgData name="Yash Jadhav" userId="535c3d6d-72b8-4f77-8155-55f939173cf2" providerId="ADAL" clId="{F33F88E0-3380-47C4-AFDE-F1AC050ADA82}" dt="2026-01-25T16:04:59.912" v="7346" actId="790"/>
          <ac:spMkLst>
            <pc:docMk/>
            <pc:sldMk cId="2825717985" sldId="388"/>
            <ac:spMk id="4" creationId="{8B681074-AE7A-4ECB-C027-497FC17F5A54}"/>
          </ac:spMkLst>
        </pc:spChg>
        <pc:spChg chg="mod ord">
          <ac:chgData name="Yash Jadhav" userId="535c3d6d-72b8-4f77-8155-55f939173cf2" providerId="ADAL" clId="{F33F88E0-3380-47C4-AFDE-F1AC050ADA82}" dt="2026-01-25T16:06:14.662" v="8413" actId="6264"/>
          <ac:spMkLst>
            <pc:docMk/>
            <pc:sldMk cId="2825717985" sldId="388"/>
            <ac:spMk id="5" creationId="{00000000-0000-0000-0000-000000000000}"/>
          </ac:spMkLst>
        </pc:spChg>
        <pc:spChg chg="mod">
          <ac:chgData name="Yash Jadhav" userId="535c3d6d-72b8-4f77-8155-55f939173cf2" providerId="ADAL" clId="{F33F88E0-3380-47C4-AFDE-F1AC050ADA82}" dt="2026-01-25T16:04:59.913" v="7347" actId="790"/>
          <ac:spMkLst>
            <pc:docMk/>
            <pc:sldMk cId="2825717985" sldId="388"/>
            <ac:spMk id="6" creationId="{2E51E49A-B8EB-48AE-DC78-6A803313A026}"/>
          </ac:spMkLst>
        </pc:spChg>
        <pc:spChg chg="mod">
          <ac:chgData name="Yash Jadhav" userId="535c3d6d-72b8-4f77-8155-55f939173cf2" providerId="ADAL" clId="{F33F88E0-3380-47C4-AFDE-F1AC050ADA82}" dt="2026-01-25T16:04:59.916" v="7348" actId="790"/>
          <ac:spMkLst>
            <pc:docMk/>
            <pc:sldMk cId="2825717985" sldId="388"/>
            <ac:spMk id="8" creationId="{96E0C058-5C86-20EC-E8CA-3AEE91ED86D8}"/>
          </ac:spMkLst>
        </pc:spChg>
        <pc:spChg chg="mod">
          <ac:chgData name="Yash Jadhav" userId="535c3d6d-72b8-4f77-8155-55f939173cf2" providerId="ADAL" clId="{F33F88E0-3380-47C4-AFDE-F1AC050ADA82}" dt="2026-01-25T16:04:59.919" v="7349" actId="790"/>
          <ac:spMkLst>
            <pc:docMk/>
            <pc:sldMk cId="2825717985" sldId="388"/>
            <ac:spMk id="9" creationId="{DBDAC5D6-2A4B-65C3-9623-652554B9BC66}"/>
          </ac:spMkLst>
        </pc:spChg>
        <pc:spChg chg="mod">
          <ac:chgData name="Yash Jadhav" userId="535c3d6d-72b8-4f77-8155-55f939173cf2" providerId="ADAL" clId="{F33F88E0-3380-47C4-AFDE-F1AC050ADA82}" dt="2026-01-25T16:04:59.922" v="7350" actId="790"/>
          <ac:spMkLst>
            <pc:docMk/>
            <pc:sldMk cId="2825717985" sldId="388"/>
            <ac:spMk id="10" creationId="{E801306B-67F4-C833-9B2B-DCCFC51FCA31}"/>
          </ac:spMkLst>
        </pc:spChg>
        <pc:spChg chg="mod">
          <ac:chgData name="Yash Jadhav" userId="535c3d6d-72b8-4f77-8155-55f939173cf2" providerId="ADAL" clId="{F33F88E0-3380-47C4-AFDE-F1AC050ADA82}" dt="2026-01-25T16:04:59.924" v="7351" actId="790"/>
          <ac:spMkLst>
            <pc:docMk/>
            <pc:sldMk cId="2825717985" sldId="388"/>
            <ac:spMk id="11" creationId="{FA631E44-6252-EBCD-16F4-546A6B824ACB}"/>
          </ac:spMkLst>
        </pc:spChg>
        <pc:spChg chg="add del mod">
          <ac:chgData name="Yash Jadhav" userId="535c3d6d-72b8-4f77-8155-55f939173cf2" providerId="ADAL" clId="{F33F88E0-3380-47C4-AFDE-F1AC050ADA82}" dt="2026-01-25T16:06:14.662" v="8413" actId="6264"/>
          <ac:spMkLst>
            <pc:docMk/>
            <pc:sldMk cId="2825717985" sldId="388"/>
            <ac:spMk id="12" creationId="{3980556F-6EE1-BC31-D915-33C13F69C429}"/>
          </ac:spMkLst>
        </pc:spChg>
        <pc:spChg chg="mod">
          <ac:chgData name="Yash Jadhav" userId="535c3d6d-72b8-4f77-8155-55f939173cf2" providerId="ADAL" clId="{F33F88E0-3380-47C4-AFDE-F1AC050ADA82}" dt="2026-01-25T16:04:59.767" v="7305" actId="790"/>
          <ac:spMkLst>
            <pc:docMk/>
            <pc:sldMk cId="2825717985" sldId="388"/>
            <ac:spMk id="31" creationId="{00000000-0000-0000-0000-000000000000}"/>
          </ac:spMkLst>
        </pc:spChg>
        <pc:spChg chg="mod">
          <ac:chgData name="Yash Jadhav" userId="535c3d6d-72b8-4f77-8155-55f939173cf2" providerId="ADAL" clId="{F33F88E0-3380-47C4-AFDE-F1AC050ADA82}" dt="2026-01-25T16:04:59.779" v="7306" actId="790"/>
          <ac:spMkLst>
            <pc:docMk/>
            <pc:sldMk cId="2825717985" sldId="388"/>
            <ac:spMk id="32" creationId="{00000000-0000-0000-0000-000000000000}"/>
          </ac:spMkLst>
        </pc:spChg>
        <pc:spChg chg="mod">
          <ac:chgData name="Yash Jadhav" userId="535c3d6d-72b8-4f77-8155-55f939173cf2" providerId="ADAL" clId="{F33F88E0-3380-47C4-AFDE-F1AC050ADA82}" dt="2026-01-25T16:04:59.783" v="7307" actId="790"/>
          <ac:spMkLst>
            <pc:docMk/>
            <pc:sldMk cId="2825717985" sldId="388"/>
            <ac:spMk id="33" creationId="{00000000-0000-0000-0000-000000000000}"/>
          </ac:spMkLst>
        </pc:spChg>
        <pc:spChg chg="mod">
          <ac:chgData name="Yash Jadhav" userId="535c3d6d-72b8-4f77-8155-55f939173cf2" providerId="ADAL" clId="{F33F88E0-3380-47C4-AFDE-F1AC050ADA82}" dt="2026-01-25T16:04:59.786" v="7308" actId="790"/>
          <ac:spMkLst>
            <pc:docMk/>
            <pc:sldMk cId="2825717985" sldId="388"/>
            <ac:spMk id="63" creationId="{353A9C00-889A-405A-BDFE-C4D470BE3218}"/>
          </ac:spMkLst>
        </pc:spChg>
        <pc:spChg chg="mod">
          <ac:chgData name="Yash Jadhav" userId="535c3d6d-72b8-4f77-8155-55f939173cf2" providerId="ADAL" clId="{F33F88E0-3380-47C4-AFDE-F1AC050ADA82}" dt="2026-01-25T16:04:59.789" v="7309" actId="790"/>
          <ac:spMkLst>
            <pc:docMk/>
            <pc:sldMk cId="2825717985" sldId="388"/>
            <ac:spMk id="65" creationId="{540AB831-B9FF-4444-B98B-A58282129ADD}"/>
          </ac:spMkLst>
        </pc:spChg>
        <pc:spChg chg="mod">
          <ac:chgData name="Yash Jadhav" userId="535c3d6d-72b8-4f77-8155-55f939173cf2" providerId="ADAL" clId="{F33F88E0-3380-47C4-AFDE-F1AC050ADA82}" dt="2026-01-25T16:04:59.795" v="7312" actId="790"/>
          <ac:spMkLst>
            <pc:docMk/>
            <pc:sldMk cId="2825717985" sldId="388"/>
            <ac:spMk id="70" creationId="{DF9567B2-C25C-413C-92E3-B0ACCF8E41C9}"/>
          </ac:spMkLst>
        </pc:spChg>
        <pc:spChg chg="mod">
          <ac:chgData name="Yash Jadhav" userId="535c3d6d-72b8-4f77-8155-55f939173cf2" providerId="ADAL" clId="{F33F88E0-3380-47C4-AFDE-F1AC050ADA82}" dt="2026-01-25T16:04:59.798" v="7313" actId="790"/>
          <ac:spMkLst>
            <pc:docMk/>
            <pc:sldMk cId="2825717985" sldId="388"/>
            <ac:spMk id="72" creationId="{0ABA294D-2990-4F58-A026-359F3DF76E07}"/>
          </ac:spMkLst>
        </pc:spChg>
        <pc:spChg chg="mod">
          <ac:chgData name="Yash Jadhav" userId="535c3d6d-72b8-4f77-8155-55f939173cf2" providerId="ADAL" clId="{F33F88E0-3380-47C4-AFDE-F1AC050ADA82}" dt="2026-01-25T16:04:59.791" v="7310" actId="790"/>
          <ac:spMkLst>
            <pc:docMk/>
            <pc:sldMk cId="2825717985" sldId="388"/>
            <ac:spMk id="74" creationId="{6F158DC9-0662-4D06-A32B-658D1FDCCCA7}"/>
          </ac:spMkLst>
        </pc:spChg>
        <pc:spChg chg="mod">
          <ac:chgData name="Yash Jadhav" userId="535c3d6d-72b8-4f77-8155-55f939173cf2" providerId="ADAL" clId="{F33F88E0-3380-47C4-AFDE-F1AC050ADA82}" dt="2026-01-25T16:04:59.793" v="7311" actId="790"/>
          <ac:spMkLst>
            <pc:docMk/>
            <pc:sldMk cId="2825717985" sldId="388"/>
            <ac:spMk id="76" creationId="{E69C1BCA-4173-4AC3-8FD6-45EBB3B7261B}"/>
          </ac:spMkLst>
        </pc:spChg>
        <pc:spChg chg="mod">
          <ac:chgData name="Yash Jadhav" userId="535c3d6d-72b8-4f77-8155-55f939173cf2" providerId="ADAL" clId="{F33F88E0-3380-47C4-AFDE-F1AC050ADA82}" dt="2026-01-25T16:04:59.802" v="7314" actId="790"/>
          <ac:spMkLst>
            <pc:docMk/>
            <pc:sldMk cId="2825717985" sldId="388"/>
            <ac:spMk id="78" creationId="{B7394C3B-3212-4F1A-8F5A-9343361161BB}"/>
          </ac:spMkLst>
        </pc:spChg>
        <pc:spChg chg="mod">
          <ac:chgData name="Yash Jadhav" userId="535c3d6d-72b8-4f77-8155-55f939173cf2" providerId="ADAL" clId="{F33F88E0-3380-47C4-AFDE-F1AC050ADA82}" dt="2026-01-25T16:04:59.804" v="7315" actId="790"/>
          <ac:spMkLst>
            <pc:docMk/>
            <pc:sldMk cId="2825717985" sldId="388"/>
            <ac:spMk id="80" creationId="{3312076E-E0DA-494B-A312-491EC9ED820C}"/>
          </ac:spMkLst>
        </pc:spChg>
        <pc:spChg chg="mod">
          <ac:chgData name="Yash Jadhav" userId="535c3d6d-72b8-4f77-8155-55f939173cf2" providerId="ADAL" clId="{F33F88E0-3380-47C4-AFDE-F1AC050ADA82}" dt="2026-01-25T16:04:59.885" v="7335" actId="790"/>
          <ac:spMkLst>
            <pc:docMk/>
            <pc:sldMk cId="2825717985" sldId="388"/>
            <ac:spMk id="95" creationId="{8A363DCC-D34D-A1F1-D581-3C64CB45E0AE}"/>
          </ac:spMkLst>
        </pc:spChg>
        <pc:spChg chg="mod">
          <ac:chgData name="Yash Jadhav" userId="535c3d6d-72b8-4f77-8155-55f939173cf2" providerId="ADAL" clId="{F33F88E0-3380-47C4-AFDE-F1AC050ADA82}" dt="2026-01-25T16:04:59.888" v="7336" actId="790"/>
          <ac:spMkLst>
            <pc:docMk/>
            <pc:sldMk cId="2825717985" sldId="388"/>
            <ac:spMk id="96" creationId="{846E3327-2CC9-1463-7A00-B24284C1388E}"/>
          </ac:spMkLst>
        </pc:spChg>
        <pc:spChg chg="mod">
          <ac:chgData name="Yash Jadhav" userId="535c3d6d-72b8-4f77-8155-55f939173cf2" providerId="ADAL" clId="{F33F88E0-3380-47C4-AFDE-F1AC050ADA82}" dt="2026-01-25T16:04:59.891" v="7337" actId="790"/>
          <ac:spMkLst>
            <pc:docMk/>
            <pc:sldMk cId="2825717985" sldId="388"/>
            <ac:spMk id="97" creationId="{9C40C972-BD4B-FAB8-F175-775452A55CC0}"/>
          </ac:spMkLst>
        </pc:spChg>
        <pc:spChg chg="mod">
          <ac:chgData name="Yash Jadhav" userId="535c3d6d-72b8-4f77-8155-55f939173cf2" providerId="ADAL" clId="{F33F88E0-3380-47C4-AFDE-F1AC050ADA82}" dt="2026-01-25T16:04:59.893" v="7338" actId="790"/>
          <ac:spMkLst>
            <pc:docMk/>
            <pc:sldMk cId="2825717985" sldId="388"/>
            <ac:spMk id="98" creationId="{AC92C00A-DE37-757E-C905-20E6DC0497C7}"/>
          </ac:spMkLst>
        </pc:spChg>
        <pc:spChg chg="mod">
          <ac:chgData name="Yash Jadhav" userId="535c3d6d-72b8-4f77-8155-55f939173cf2" providerId="ADAL" clId="{F33F88E0-3380-47C4-AFDE-F1AC050ADA82}" dt="2026-01-25T16:04:59.895" v="7339" actId="790"/>
          <ac:spMkLst>
            <pc:docMk/>
            <pc:sldMk cId="2825717985" sldId="388"/>
            <ac:spMk id="99" creationId="{F0A3AF2A-E55A-BC28-B5AA-6C9BDC182468}"/>
          </ac:spMkLst>
        </pc:spChg>
        <pc:spChg chg="mod">
          <ac:chgData name="Yash Jadhav" userId="535c3d6d-72b8-4f77-8155-55f939173cf2" providerId="ADAL" clId="{F33F88E0-3380-47C4-AFDE-F1AC050ADA82}" dt="2026-01-25T16:04:59.897" v="7340" actId="790"/>
          <ac:spMkLst>
            <pc:docMk/>
            <pc:sldMk cId="2825717985" sldId="388"/>
            <ac:spMk id="100" creationId="{112B8D13-1F80-7DFE-19A3-13610A866D50}"/>
          </ac:spMkLst>
        </pc:spChg>
        <pc:spChg chg="mod">
          <ac:chgData name="Yash Jadhav" userId="535c3d6d-72b8-4f77-8155-55f939173cf2" providerId="ADAL" clId="{F33F88E0-3380-47C4-AFDE-F1AC050ADA82}" dt="2026-01-25T16:04:59.908" v="7344" actId="790"/>
          <ac:spMkLst>
            <pc:docMk/>
            <pc:sldMk cId="2825717985" sldId="388"/>
            <ac:spMk id="102" creationId="{9EF01084-5A2B-6969-6D6A-3372B5786947}"/>
          </ac:spMkLst>
        </pc:spChg>
        <pc:spChg chg="mod">
          <ac:chgData name="Yash Jadhav" userId="535c3d6d-72b8-4f77-8155-55f939173cf2" providerId="ADAL" clId="{F33F88E0-3380-47C4-AFDE-F1AC050ADA82}" dt="2026-01-25T16:04:59.900" v="7341" actId="790"/>
          <ac:spMkLst>
            <pc:docMk/>
            <pc:sldMk cId="2825717985" sldId="388"/>
            <ac:spMk id="103" creationId="{7A75099C-A6BF-7B15-2CFA-D5C14E70AA17}"/>
          </ac:spMkLst>
        </pc:spChg>
        <pc:spChg chg="mod">
          <ac:chgData name="Yash Jadhav" userId="535c3d6d-72b8-4f77-8155-55f939173cf2" providerId="ADAL" clId="{F33F88E0-3380-47C4-AFDE-F1AC050ADA82}" dt="2026-01-25T16:04:59.903" v="7342" actId="790"/>
          <ac:spMkLst>
            <pc:docMk/>
            <pc:sldMk cId="2825717985" sldId="388"/>
            <ac:spMk id="104" creationId="{180EA9D7-EAF2-18E6-27AF-C0B5F5ACE7DA}"/>
          </ac:spMkLst>
        </pc:spChg>
        <pc:spChg chg="mod">
          <ac:chgData name="Yash Jadhav" userId="535c3d6d-72b8-4f77-8155-55f939173cf2" providerId="ADAL" clId="{F33F88E0-3380-47C4-AFDE-F1AC050ADA82}" dt="2026-01-25T16:04:59.906" v="7343" actId="790"/>
          <ac:spMkLst>
            <pc:docMk/>
            <pc:sldMk cId="2825717985" sldId="388"/>
            <ac:spMk id="105" creationId="{CA92557F-87EA-CB03-B80A-B9DFDDC3F0E4}"/>
          </ac:spMkLst>
        </pc:spChg>
        <pc:spChg chg="mod">
          <ac:chgData name="Yash Jadhav" userId="535c3d6d-72b8-4f77-8155-55f939173cf2" providerId="ADAL" clId="{F33F88E0-3380-47C4-AFDE-F1AC050ADA82}" dt="2026-01-25T16:04:59.808" v="7316" actId="790"/>
          <ac:spMkLst>
            <pc:docMk/>
            <pc:sldMk cId="2825717985" sldId="388"/>
            <ac:spMk id="129" creationId="{BE298799-7FC8-4C74-83AD-F4A4C24114BA}"/>
          </ac:spMkLst>
        </pc:spChg>
        <pc:spChg chg="mod">
          <ac:chgData name="Yash Jadhav" userId="535c3d6d-72b8-4f77-8155-55f939173cf2" providerId="ADAL" clId="{F33F88E0-3380-47C4-AFDE-F1AC050ADA82}" dt="2026-01-25T16:04:59.810" v="7317" actId="790"/>
          <ac:spMkLst>
            <pc:docMk/>
            <pc:sldMk cId="2825717985" sldId="388"/>
            <ac:spMk id="130" creationId="{CAFD09CD-4836-4C56-8555-A979470A1806}"/>
          </ac:spMkLst>
        </pc:spChg>
        <pc:spChg chg="mod">
          <ac:chgData name="Yash Jadhav" userId="535c3d6d-72b8-4f77-8155-55f939173cf2" providerId="ADAL" clId="{F33F88E0-3380-47C4-AFDE-F1AC050ADA82}" dt="2026-01-25T16:04:59.813" v="7318" actId="790"/>
          <ac:spMkLst>
            <pc:docMk/>
            <pc:sldMk cId="2825717985" sldId="388"/>
            <ac:spMk id="131" creationId="{AD26D4D4-46EC-4914-A49B-87A59678F765}"/>
          </ac:spMkLst>
        </pc:spChg>
        <pc:spChg chg="mod">
          <ac:chgData name="Yash Jadhav" userId="535c3d6d-72b8-4f77-8155-55f939173cf2" providerId="ADAL" clId="{F33F88E0-3380-47C4-AFDE-F1AC050ADA82}" dt="2026-01-25T16:04:59.817" v="7319" actId="790"/>
          <ac:spMkLst>
            <pc:docMk/>
            <pc:sldMk cId="2825717985" sldId="388"/>
            <ac:spMk id="132" creationId="{31BE5DD6-B556-4A69-A18E-4E21E139B5A7}"/>
          </ac:spMkLst>
        </pc:spChg>
        <pc:spChg chg="mod">
          <ac:chgData name="Yash Jadhav" userId="535c3d6d-72b8-4f77-8155-55f939173cf2" providerId="ADAL" clId="{F33F88E0-3380-47C4-AFDE-F1AC050ADA82}" dt="2026-01-25T16:04:59.820" v="7320" actId="790"/>
          <ac:spMkLst>
            <pc:docMk/>
            <pc:sldMk cId="2825717985" sldId="388"/>
            <ac:spMk id="133" creationId="{B4397C91-45B9-4944-A5CD-CFB69C9AAEE7}"/>
          </ac:spMkLst>
        </pc:spChg>
        <pc:spChg chg="mod">
          <ac:chgData name="Yash Jadhav" userId="535c3d6d-72b8-4f77-8155-55f939173cf2" providerId="ADAL" clId="{F33F88E0-3380-47C4-AFDE-F1AC050ADA82}" dt="2026-01-25T16:04:59.823" v="7321" actId="790"/>
          <ac:spMkLst>
            <pc:docMk/>
            <pc:sldMk cId="2825717985" sldId="388"/>
            <ac:spMk id="134" creationId="{9E5534E5-C000-45AA-9C3D-71EC0A81AFC8}"/>
          </ac:spMkLst>
        </pc:spChg>
        <pc:spChg chg="mod">
          <ac:chgData name="Yash Jadhav" userId="535c3d6d-72b8-4f77-8155-55f939173cf2" providerId="ADAL" clId="{F33F88E0-3380-47C4-AFDE-F1AC050ADA82}" dt="2026-01-25T16:04:59.824" v="7322" actId="790"/>
          <ac:spMkLst>
            <pc:docMk/>
            <pc:sldMk cId="2825717985" sldId="388"/>
            <ac:spMk id="135" creationId="{5B3DF4D4-B92E-44D2-AE69-5560A947F5D3}"/>
          </ac:spMkLst>
        </pc:spChg>
        <pc:spChg chg="mod">
          <ac:chgData name="Yash Jadhav" userId="535c3d6d-72b8-4f77-8155-55f939173cf2" providerId="ADAL" clId="{F33F88E0-3380-47C4-AFDE-F1AC050ADA82}" dt="2026-01-25T16:04:59.826" v="7323" actId="790"/>
          <ac:spMkLst>
            <pc:docMk/>
            <pc:sldMk cId="2825717985" sldId="388"/>
            <ac:spMk id="136" creationId="{DDC9E5DD-3E89-4E1B-A0E9-3094315E2142}"/>
          </ac:spMkLst>
        </pc:spChg>
        <pc:spChg chg="mod">
          <ac:chgData name="Yash Jadhav" userId="535c3d6d-72b8-4f77-8155-55f939173cf2" providerId="ADAL" clId="{F33F88E0-3380-47C4-AFDE-F1AC050ADA82}" dt="2026-01-25T16:04:59.829" v="7324" actId="790"/>
          <ac:spMkLst>
            <pc:docMk/>
            <pc:sldMk cId="2825717985" sldId="388"/>
            <ac:spMk id="137" creationId="{9B665678-95CC-40B1-A4DA-F3C1E48E52F4}"/>
          </ac:spMkLst>
        </pc:spChg>
        <pc:spChg chg="mod">
          <ac:chgData name="Yash Jadhav" userId="535c3d6d-72b8-4f77-8155-55f939173cf2" providerId="ADAL" clId="{F33F88E0-3380-47C4-AFDE-F1AC050ADA82}" dt="2026-01-25T16:04:59.831" v="7325" actId="790"/>
          <ac:spMkLst>
            <pc:docMk/>
            <pc:sldMk cId="2825717985" sldId="388"/>
            <ac:spMk id="138" creationId="{4B1DB4A8-E2A6-4FB3-8B3C-4B431F963227}"/>
          </ac:spMkLst>
        </pc:spChg>
        <pc:spChg chg="mod">
          <ac:chgData name="Yash Jadhav" userId="535c3d6d-72b8-4f77-8155-55f939173cf2" providerId="ADAL" clId="{F33F88E0-3380-47C4-AFDE-F1AC050ADA82}" dt="2026-01-25T16:04:59.832" v="7326" actId="790"/>
          <ac:spMkLst>
            <pc:docMk/>
            <pc:sldMk cId="2825717985" sldId="388"/>
            <ac:spMk id="139" creationId="{08B843FF-44F7-4A45-9750-DA7BA40FEC95}"/>
          </ac:spMkLst>
        </pc:spChg>
        <pc:spChg chg="mod">
          <ac:chgData name="Yash Jadhav" userId="535c3d6d-72b8-4f77-8155-55f939173cf2" providerId="ADAL" clId="{F33F88E0-3380-47C4-AFDE-F1AC050ADA82}" dt="2026-01-25T16:04:59.835" v="7327" actId="790"/>
          <ac:spMkLst>
            <pc:docMk/>
            <pc:sldMk cId="2825717985" sldId="388"/>
            <ac:spMk id="156" creationId="{51AD4FD8-ECB9-4A4D-A788-1BB321713B09}"/>
          </ac:spMkLst>
        </pc:spChg>
        <pc:spChg chg="mod">
          <ac:chgData name="Yash Jadhav" userId="535c3d6d-72b8-4f77-8155-55f939173cf2" providerId="ADAL" clId="{F33F88E0-3380-47C4-AFDE-F1AC050ADA82}" dt="2026-01-25T16:04:59.837" v="7328" actId="790"/>
          <ac:spMkLst>
            <pc:docMk/>
            <pc:sldMk cId="2825717985" sldId="388"/>
            <ac:spMk id="157" creationId="{2C8637FE-BC29-455C-ABDC-4DB2D62A39C6}"/>
          </ac:spMkLst>
        </pc:spChg>
        <pc:spChg chg="mod">
          <ac:chgData name="Yash Jadhav" userId="535c3d6d-72b8-4f77-8155-55f939173cf2" providerId="ADAL" clId="{F33F88E0-3380-47C4-AFDE-F1AC050ADA82}" dt="2026-01-25T16:04:59.839" v="7329" actId="790"/>
          <ac:spMkLst>
            <pc:docMk/>
            <pc:sldMk cId="2825717985" sldId="388"/>
            <ac:spMk id="158" creationId="{F75BCD8F-C5E3-4618-AF4D-2380F83D6816}"/>
          </ac:spMkLst>
        </pc:spChg>
        <pc:spChg chg="mod">
          <ac:chgData name="Yash Jadhav" userId="535c3d6d-72b8-4f77-8155-55f939173cf2" providerId="ADAL" clId="{F33F88E0-3380-47C4-AFDE-F1AC050ADA82}" dt="2026-01-25T16:04:59.843" v="7330" actId="790"/>
          <ac:spMkLst>
            <pc:docMk/>
            <pc:sldMk cId="2825717985" sldId="388"/>
            <ac:spMk id="173" creationId="{BEBB52E7-CFD8-464F-882E-FD2ABC72755B}"/>
          </ac:spMkLst>
        </pc:spChg>
        <pc:spChg chg="mod">
          <ac:chgData name="Yash Jadhav" userId="535c3d6d-72b8-4f77-8155-55f939173cf2" providerId="ADAL" clId="{F33F88E0-3380-47C4-AFDE-F1AC050ADA82}" dt="2026-01-25T16:04:59.845" v="7331" actId="790"/>
          <ac:spMkLst>
            <pc:docMk/>
            <pc:sldMk cId="2825717985" sldId="388"/>
            <ac:spMk id="174" creationId="{F9E0D750-CE15-46EE-B684-47A6781463F3}"/>
          </ac:spMkLst>
        </pc:spChg>
        <pc:spChg chg="mod">
          <ac:chgData name="Yash Jadhav" userId="535c3d6d-72b8-4f77-8155-55f939173cf2" providerId="ADAL" clId="{F33F88E0-3380-47C4-AFDE-F1AC050ADA82}" dt="2026-01-25T16:04:59.858" v="7332" actId="790"/>
          <ac:spMkLst>
            <pc:docMk/>
            <pc:sldMk cId="2825717985" sldId="388"/>
            <ac:spMk id="175" creationId="{E2C8B1D2-B4BD-405B-8618-91DEFAC0D22B}"/>
          </ac:spMkLst>
        </pc:spChg>
        <pc:spChg chg="mod">
          <ac:chgData name="Yash Jadhav" userId="535c3d6d-72b8-4f77-8155-55f939173cf2" providerId="ADAL" clId="{F33F88E0-3380-47C4-AFDE-F1AC050ADA82}" dt="2026-01-25T16:04:59.870" v="7333" actId="790"/>
          <ac:spMkLst>
            <pc:docMk/>
            <pc:sldMk cId="2825717985" sldId="388"/>
            <ac:spMk id="176" creationId="{6A2BFF18-6BA4-47C7-991E-11B9EC2110F6}"/>
          </ac:spMkLst>
        </pc:spChg>
        <pc:spChg chg="mod">
          <ac:chgData name="Yash Jadhav" userId="535c3d6d-72b8-4f77-8155-55f939173cf2" providerId="ADAL" clId="{F33F88E0-3380-47C4-AFDE-F1AC050ADA82}" dt="2026-01-25T16:04:59.882" v="7334" actId="790"/>
          <ac:spMkLst>
            <pc:docMk/>
            <pc:sldMk cId="2825717985" sldId="388"/>
            <ac:spMk id="177" creationId="{C4897728-F663-445A-8CA9-428CD71AB6E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9295949" sldId="389"/>
        </pc:sldMkLst>
        <pc:spChg chg="mod ord">
          <ac:chgData name="Yash Jadhav" userId="535c3d6d-72b8-4f77-8155-55f939173cf2" providerId="ADAL" clId="{F33F88E0-3380-47C4-AFDE-F1AC050ADA82}" dt="2026-01-25T16:06:14.662" v="8413" actId="6264"/>
          <ac:spMkLst>
            <pc:docMk/>
            <pc:sldMk cId="1939295949" sldId="389"/>
            <ac:spMk id="2" creationId="{A340D739-1BF4-C8EE-2821-8ED9CE6A5320}"/>
          </ac:spMkLst>
        </pc:spChg>
        <pc:spChg chg="mod">
          <ac:chgData name="Yash Jadhav" userId="535c3d6d-72b8-4f77-8155-55f939173cf2" providerId="ADAL" clId="{F33F88E0-3380-47C4-AFDE-F1AC050ADA82}" dt="2026-01-25T16:05:01.082" v="7357" actId="790"/>
          <ac:spMkLst>
            <pc:docMk/>
            <pc:sldMk cId="1939295949" sldId="389"/>
            <ac:spMk id="4" creationId="{0AA93E13-F3CC-075A-0518-74AEBF1447B2}"/>
          </ac:spMkLst>
        </pc:spChg>
        <pc:spChg chg="mod">
          <ac:chgData name="Yash Jadhav" userId="535c3d6d-72b8-4f77-8155-55f939173cf2" providerId="ADAL" clId="{F33F88E0-3380-47C4-AFDE-F1AC050ADA82}" dt="2026-01-25T16:05:01.085" v="7358" actId="790"/>
          <ac:spMkLst>
            <pc:docMk/>
            <pc:sldMk cId="1939295949" sldId="389"/>
            <ac:spMk id="5" creationId="{9B8BC6C9-0CCA-39A0-AB5B-FF3F14196E4E}"/>
          </ac:spMkLst>
        </pc:spChg>
        <pc:spChg chg="mod">
          <ac:chgData name="Yash Jadhav" userId="535c3d6d-72b8-4f77-8155-55f939173cf2" providerId="ADAL" clId="{F33F88E0-3380-47C4-AFDE-F1AC050ADA82}" dt="2026-01-25T16:05:01.088" v="7359" actId="790"/>
          <ac:spMkLst>
            <pc:docMk/>
            <pc:sldMk cId="1939295949" sldId="389"/>
            <ac:spMk id="6" creationId="{5557E3D8-B6F6-B9AB-BF44-7CBBDAD20113}"/>
          </ac:spMkLst>
        </pc:spChg>
        <pc:spChg chg="mod">
          <ac:chgData name="Yash Jadhav" userId="535c3d6d-72b8-4f77-8155-55f939173cf2" providerId="ADAL" clId="{F33F88E0-3380-47C4-AFDE-F1AC050ADA82}" dt="2026-01-25T16:05:01.091" v="7360" actId="790"/>
          <ac:spMkLst>
            <pc:docMk/>
            <pc:sldMk cId="1939295949" sldId="389"/>
            <ac:spMk id="7" creationId="{8E50C43E-C2A2-D182-AE96-35F7C1F90DC4}"/>
          </ac:spMkLst>
        </pc:spChg>
        <pc:spChg chg="mod">
          <ac:chgData name="Yash Jadhav" userId="535c3d6d-72b8-4f77-8155-55f939173cf2" providerId="ADAL" clId="{F33F88E0-3380-47C4-AFDE-F1AC050ADA82}" dt="2026-01-25T16:05:01.100" v="7363" actId="790"/>
          <ac:spMkLst>
            <pc:docMk/>
            <pc:sldMk cId="1939295949" sldId="389"/>
            <ac:spMk id="11" creationId="{0ED43280-A37D-1D6A-0B60-580DFAE5D010}"/>
          </ac:spMkLst>
        </pc:spChg>
        <pc:spChg chg="mod">
          <ac:chgData name="Yash Jadhav" userId="535c3d6d-72b8-4f77-8155-55f939173cf2" providerId="ADAL" clId="{F33F88E0-3380-47C4-AFDE-F1AC050ADA82}" dt="2026-01-25T16:05:01.136" v="7374" actId="790"/>
          <ac:spMkLst>
            <pc:docMk/>
            <pc:sldMk cId="1939295949" sldId="389"/>
            <ac:spMk id="14" creationId="{735054C1-843B-820D-3BB6-35BCC38B64EC}"/>
          </ac:spMkLst>
        </pc:spChg>
        <pc:spChg chg="mod">
          <ac:chgData name="Yash Jadhav" userId="535c3d6d-72b8-4f77-8155-55f939173cf2" providerId="ADAL" clId="{F33F88E0-3380-47C4-AFDE-F1AC050ADA82}" dt="2026-01-25T16:05:01.129" v="7372" actId="790"/>
          <ac:spMkLst>
            <pc:docMk/>
            <pc:sldMk cId="1939295949" sldId="389"/>
            <ac:spMk id="15" creationId="{A5EB4C7D-45D4-F05E-3DF3-BB9506256077}"/>
          </ac:spMkLst>
        </pc:spChg>
        <pc:spChg chg="mod">
          <ac:chgData name="Yash Jadhav" userId="535c3d6d-72b8-4f77-8155-55f939173cf2" providerId="ADAL" clId="{F33F88E0-3380-47C4-AFDE-F1AC050ADA82}" dt="2026-01-25T16:05:01.132" v="7373" actId="790"/>
          <ac:spMkLst>
            <pc:docMk/>
            <pc:sldMk cId="1939295949" sldId="389"/>
            <ac:spMk id="16" creationId="{E208FFAD-5811-427E-B7E7-1B67E41F8EDC}"/>
          </ac:spMkLst>
        </pc:spChg>
        <pc:spChg chg="mod">
          <ac:chgData name="Yash Jadhav" userId="535c3d6d-72b8-4f77-8155-55f939173cf2" providerId="ADAL" clId="{F33F88E0-3380-47C4-AFDE-F1AC050ADA82}" dt="2026-01-25T16:05:01.123" v="7370" actId="790"/>
          <ac:spMkLst>
            <pc:docMk/>
            <pc:sldMk cId="1939295949" sldId="389"/>
            <ac:spMk id="18" creationId="{5577A642-ADE1-D11C-4DEA-1D9E46F328CD}"/>
          </ac:spMkLst>
        </pc:spChg>
        <pc:spChg chg="mod">
          <ac:chgData name="Yash Jadhav" userId="535c3d6d-72b8-4f77-8155-55f939173cf2" providerId="ADAL" clId="{F33F88E0-3380-47C4-AFDE-F1AC050ADA82}" dt="2026-01-25T16:05:01.126" v="7371" actId="790"/>
          <ac:spMkLst>
            <pc:docMk/>
            <pc:sldMk cId="1939295949" sldId="389"/>
            <ac:spMk id="19" creationId="{890EE12D-29FD-6BA6-9EDF-670E1E885160}"/>
          </ac:spMkLst>
        </pc:spChg>
        <pc:spChg chg="mod">
          <ac:chgData name="Yash Jadhav" userId="535c3d6d-72b8-4f77-8155-55f939173cf2" providerId="ADAL" clId="{F33F88E0-3380-47C4-AFDE-F1AC050ADA82}" dt="2026-01-25T16:05:01.105" v="7364" actId="790"/>
          <ac:spMkLst>
            <pc:docMk/>
            <pc:sldMk cId="1939295949" sldId="389"/>
            <ac:spMk id="20" creationId="{8C2F9623-3D2D-5A9F-A898-3001EF232EC4}"/>
          </ac:spMkLst>
        </pc:spChg>
        <pc:spChg chg="mod">
          <ac:chgData name="Yash Jadhav" userId="535c3d6d-72b8-4f77-8155-55f939173cf2" providerId="ADAL" clId="{F33F88E0-3380-47C4-AFDE-F1AC050ADA82}" dt="2026-01-25T16:05:01.108" v="7365" actId="790"/>
          <ac:spMkLst>
            <pc:docMk/>
            <pc:sldMk cId="1939295949" sldId="389"/>
            <ac:spMk id="21" creationId="{68636C71-26C1-6DDE-A995-E7B44F6F4503}"/>
          </ac:spMkLst>
        </pc:spChg>
        <pc:spChg chg="mod">
          <ac:chgData name="Yash Jadhav" userId="535c3d6d-72b8-4f77-8155-55f939173cf2" providerId="ADAL" clId="{F33F88E0-3380-47C4-AFDE-F1AC050ADA82}" dt="2026-01-25T16:05:01.111" v="7366" actId="790"/>
          <ac:spMkLst>
            <pc:docMk/>
            <pc:sldMk cId="1939295949" sldId="389"/>
            <ac:spMk id="22" creationId="{C6F85076-2F87-A558-666E-E08AE9C01E35}"/>
          </ac:spMkLst>
        </pc:spChg>
        <pc:spChg chg="mod">
          <ac:chgData name="Yash Jadhav" userId="535c3d6d-72b8-4f77-8155-55f939173cf2" providerId="ADAL" clId="{F33F88E0-3380-47C4-AFDE-F1AC050ADA82}" dt="2026-01-25T16:05:01.114" v="7367" actId="790"/>
          <ac:spMkLst>
            <pc:docMk/>
            <pc:sldMk cId="1939295949" sldId="389"/>
            <ac:spMk id="23" creationId="{71655AB3-4F9B-593D-ACC7-84C5E28B4CB9}"/>
          </ac:spMkLst>
        </pc:spChg>
        <pc:spChg chg="mod">
          <ac:chgData name="Yash Jadhav" userId="535c3d6d-72b8-4f77-8155-55f939173cf2" providerId="ADAL" clId="{F33F88E0-3380-47C4-AFDE-F1AC050ADA82}" dt="2026-01-25T16:05:01.116" v="7368" actId="790"/>
          <ac:spMkLst>
            <pc:docMk/>
            <pc:sldMk cId="1939295949" sldId="389"/>
            <ac:spMk id="24" creationId="{F3894759-4E38-823A-6A0E-0031BDC28332}"/>
          </ac:spMkLst>
        </pc:spChg>
        <pc:spChg chg="mod">
          <ac:chgData name="Yash Jadhav" userId="535c3d6d-72b8-4f77-8155-55f939173cf2" providerId="ADAL" clId="{F33F88E0-3380-47C4-AFDE-F1AC050ADA82}" dt="2026-01-25T16:05:01.120" v="7369" actId="790"/>
          <ac:spMkLst>
            <pc:docMk/>
            <pc:sldMk cId="1939295949" sldId="389"/>
            <ac:spMk id="25" creationId="{332E4587-5FE5-1B2D-8F25-EC32C1EF7F5F}"/>
          </ac:spMkLst>
        </pc:spChg>
        <pc:spChg chg="mod">
          <ac:chgData name="Yash Jadhav" userId="535c3d6d-72b8-4f77-8155-55f939173cf2" providerId="ADAL" clId="{F33F88E0-3380-47C4-AFDE-F1AC050ADA82}" dt="2026-01-25T16:05:01.094" v="7361" actId="790"/>
          <ac:spMkLst>
            <pc:docMk/>
            <pc:sldMk cId="1939295949" sldId="389"/>
            <ac:spMk id="26" creationId="{141A5574-5614-2177-DA29-FDA652ED9AFB}"/>
          </ac:spMkLst>
        </pc:spChg>
        <pc:spChg chg="mod">
          <ac:chgData name="Yash Jadhav" userId="535c3d6d-72b8-4f77-8155-55f939173cf2" providerId="ADAL" clId="{F33F88E0-3380-47C4-AFDE-F1AC050ADA82}" dt="2026-01-25T16:05:01.096" v="7362" actId="790"/>
          <ac:spMkLst>
            <pc:docMk/>
            <pc:sldMk cId="1939295949" sldId="389"/>
            <ac:spMk id="27" creationId="{72339737-8BA2-F068-2CC7-56579DA42571}"/>
          </ac:spMkLst>
        </pc:spChg>
        <pc:spChg chg="mod">
          <ac:chgData name="Yash Jadhav" userId="535c3d6d-72b8-4f77-8155-55f939173cf2" providerId="ADAL" clId="{F33F88E0-3380-47C4-AFDE-F1AC050ADA82}" dt="2026-01-25T16:05:01.139" v="7375" actId="790"/>
          <ac:spMkLst>
            <pc:docMk/>
            <pc:sldMk cId="1939295949" sldId="389"/>
            <ac:spMk id="32" creationId="{DEFDB489-F612-D3B9-F085-12CE088894C2}"/>
          </ac:spMkLst>
        </pc:spChg>
        <pc:spChg chg="mod">
          <ac:chgData name="Yash Jadhav" userId="535c3d6d-72b8-4f77-8155-55f939173cf2" providerId="ADAL" clId="{F33F88E0-3380-47C4-AFDE-F1AC050ADA82}" dt="2026-01-25T16:05:01.143" v="7376" actId="790"/>
          <ac:spMkLst>
            <pc:docMk/>
            <pc:sldMk cId="1939295949" sldId="389"/>
            <ac:spMk id="33" creationId="{CC94B033-B407-A9E8-7EA8-43D84A880F58}"/>
          </ac:spMkLst>
        </pc:spChg>
        <pc:spChg chg="mod">
          <ac:chgData name="Yash Jadhav" userId="535c3d6d-72b8-4f77-8155-55f939173cf2" providerId="ADAL" clId="{F33F88E0-3380-47C4-AFDE-F1AC050ADA82}" dt="2026-01-25T16:05:01.146" v="7377" actId="790"/>
          <ac:spMkLst>
            <pc:docMk/>
            <pc:sldMk cId="1939295949" sldId="389"/>
            <ac:spMk id="34" creationId="{114C6677-7ED5-527C-A461-5E0E705B6C55}"/>
          </ac:spMkLst>
        </pc:spChg>
        <pc:spChg chg="mod">
          <ac:chgData name="Yash Jadhav" userId="535c3d6d-72b8-4f77-8155-55f939173cf2" providerId="ADAL" clId="{F33F88E0-3380-47C4-AFDE-F1AC050ADA82}" dt="2026-01-25T16:05:01.149" v="7378" actId="790"/>
          <ac:spMkLst>
            <pc:docMk/>
            <pc:sldMk cId="1939295949" sldId="389"/>
            <ac:spMk id="35" creationId="{91D69EB3-DAF3-178F-61E9-5F1E9AF59AD2}"/>
          </ac:spMkLst>
        </pc:spChg>
        <pc:spChg chg="mod">
          <ac:chgData name="Yash Jadhav" userId="535c3d6d-72b8-4f77-8155-55f939173cf2" providerId="ADAL" clId="{F33F88E0-3380-47C4-AFDE-F1AC050ADA82}" dt="2026-01-25T16:05:01.153" v="7379" actId="790"/>
          <ac:spMkLst>
            <pc:docMk/>
            <pc:sldMk cId="1939295949" sldId="389"/>
            <ac:spMk id="36" creationId="{21797F0A-F021-D4FC-D0F8-BD47947EE00C}"/>
          </ac:spMkLst>
        </pc:spChg>
        <pc:spChg chg="mod">
          <ac:chgData name="Yash Jadhav" userId="535c3d6d-72b8-4f77-8155-55f939173cf2" providerId="ADAL" clId="{F33F88E0-3380-47C4-AFDE-F1AC050ADA82}" dt="2026-01-25T16:05:01.156" v="7380" actId="790"/>
          <ac:spMkLst>
            <pc:docMk/>
            <pc:sldMk cId="1939295949" sldId="389"/>
            <ac:spMk id="37" creationId="{4F5AC81D-94FA-3929-E1EA-2540E519A4BD}"/>
          </ac:spMkLst>
        </pc:spChg>
        <pc:spChg chg="mod">
          <ac:chgData name="Yash Jadhav" userId="535c3d6d-72b8-4f77-8155-55f939173cf2" providerId="ADAL" clId="{F33F88E0-3380-47C4-AFDE-F1AC050ADA82}" dt="2026-01-25T16:05:01.159" v="7381" actId="790"/>
          <ac:spMkLst>
            <pc:docMk/>
            <pc:sldMk cId="1939295949" sldId="389"/>
            <ac:spMk id="38" creationId="{989B57F1-FDBE-AD7A-0C5F-513E57D019B0}"/>
          </ac:spMkLst>
        </pc:spChg>
        <pc:spChg chg="mod">
          <ac:chgData name="Yash Jadhav" userId="535c3d6d-72b8-4f77-8155-55f939173cf2" providerId="ADAL" clId="{F33F88E0-3380-47C4-AFDE-F1AC050ADA82}" dt="2026-01-25T16:05:01.162" v="7382" actId="790"/>
          <ac:spMkLst>
            <pc:docMk/>
            <pc:sldMk cId="1939295949" sldId="389"/>
            <ac:spMk id="39" creationId="{E507917E-3B3F-D9B2-EC80-6275014C53CD}"/>
          </ac:spMkLst>
        </pc:spChg>
        <pc:spChg chg="add del mod">
          <ac:chgData name="Yash Jadhav" userId="535c3d6d-72b8-4f77-8155-55f939173cf2" providerId="ADAL" clId="{F33F88E0-3380-47C4-AFDE-F1AC050ADA82}" dt="2026-01-25T16:06:14.662" v="8413" actId="6264"/>
          <ac:spMkLst>
            <pc:docMk/>
            <pc:sldMk cId="1939295949" sldId="389"/>
            <ac:spMk id="40" creationId="{9B151CE8-E5A3-AC5B-B594-6D99CB50BD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22864612" sldId="390"/>
        </pc:sldMkLst>
        <pc:spChg chg="mod ord">
          <ac:chgData name="Yash Jadhav" userId="535c3d6d-72b8-4f77-8155-55f939173cf2" providerId="ADAL" clId="{F33F88E0-3380-47C4-AFDE-F1AC050ADA82}" dt="2026-01-25T16:06:14.662" v="8413" actId="6264"/>
          <ac:spMkLst>
            <pc:docMk/>
            <pc:sldMk cId="522864612" sldId="390"/>
            <ac:spMk id="2" creationId="{171DDAFE-C39E-7158-53DA-B154E2C08CCF}"/>
          </ac:spMkLst>
        </pc:spChg>
        <pc:spChg chg="add del mod">
          <ac:chgData name="Yash Jadhav" userId="535c3d6d-72b8-4f77-8155-55f939173cf2" providerId="ADAL" clId="{F33F88E0-3380-47C4-AFDE-F1AC050ADA82}" dt="2026-01-25T16:06:14.662" v="8413" actId="6264"/>
          <ac:spMkLst>
            <pc:docMk/>
            <pc:sldMk cId="522864612" sldId="390"/>
            <ac:spMk id="3" creationId="{F4B2CCEE-A7E0-0C0C-0E38-079E64078624}"/>
          </ac:spMkLst>
        </pc:spChg>
        <pc:spChg chg="mod">
          <ac:chgData name="Yash Jadhav" userId="535c3d6d-72b8-4f77-8155-55f939173cf2" providerId="ADAL" clId="{F33F88E0-3380-47C4-AFDE-F1AC050ADA82}" dt="2026-01-25T16:05:05.546" v="7402" actId="790"/>
          <ac:spMkLst>
            <pc:docMk/>
            <pc:sldMk cId="522864612" sldId="390"/>
            <ac:spMk id="6" creationId="{317C6990-3D97-B884-6C03-41347BF2EB39}"/>
          </ac:spMkLst>
        </pc:spChg>
        <pc:spChg chg="mod">
          <ac:chgData name="Yash Jadhav" userId="535c3d6d-72b8-4f77-8155-55f939173cf2" providerId="ADAL" clId="{F33F88E0-3380-47C4-AFDE-F1AC050ADA82}" dt="2026-01-25T16:05:05.549" v="7403" actId="790"/>
          <ac:spMkLst>
            <pc:docMk/>
            <pc:sldMk cId="522864612" sldId="390"/>
            <ac:spMk id="8" creationId="{A9373C89-D67F-7872-D9C5-2E3AF56D91E5}"/>
          </ac:spMkLst>
        </pc:spChg>
        <pc:spChg chg="mod">
          <ac:chgData name="Yash Jadhav" userId="535c3d6d-72b8-4f77-8155-55f939173cf2" providerId="ADAL" clId="{F33F88E0-3380-47C4-AFDE-F1AC050ADA82}" dt="2026-01-25T16:05:05.507" v="7390" actId="790"/>
          <ac:spMkLst>
            <pc:docMk/>
            <pc:sldMk cId="522864612" sldId="390"/>
            <ac:spMk id="11" creationId="{B8213CB3-A2D8-C7C1-8A70-F18C5FEDBE31}"/>
          </ac:spMkLst>
        </pc:spChg>
        <pc:spChg chg="mod">
          <ac:chgData name="Yash Jadhav" userId="535c3d6d-72b8-4f77-8155-55f939173cf2" providerId="ADAL" clId="{F33F88E0-3380-47C4-AFDE-F1AC050ADA82}" dt="2026-01-25T16:05:05.509" v="7391" actId="790"/>
          <ac:spMkLst>
            <pc:docMk/>
            <pc:sldMk cId="522864612" sldId="390"/>
            <ac:spMk id="12" creationId="{2BF70EE5-6799-8227-2DDC-86C8FA152E3E}"/>
          </ac:spMkLst>
        </pc:spChg>
        <pc:spChg chg="mod">
          <ac:chgData name="Yash Jadhav" userId="535c3d6d-72b8-4f77-8155-55f939173cf2" providerId="ADAL" clId="{F33F88E0-3380-47C4-AFDE-F1AC050ADA82}" dt="2026-01-25T16:05:05.511" v="7392" actId="790"/>
          <ac:spMkLst>
            <pc:docMk/>
            <pc:sldMk cId="522864612" sldId="390"/>
            <ac:spMk id="13" creationId="{4B97F44D-9437-19A1-BB88-E8FA21F6E8BD}"/>
          </ac:spMkLst>
        </pc:spChg>
        <pc:spChg chg="mod">
          <ac:chgData name="Yash Jadhav" userId="535c3d6d-72b8-4f77-8155-55f939173cf2" providerId="ADAL" clId="{F33F88E0-3380-47C4-AFDE-F1AC050ADA82}" dt="2026-01-25T16:05:05.515" v="7393" actId="790"/>
          <ac:spMkLst>
            <pc:docMk/>
            <pc:sldMk cId="522864612" sldId="390"/>
            <ac:spMk id="14" creationId="{54635D4B-BD59-B0A3-F036-4F1C9FD25373}"/>
          </ac:spMkLst>
        </pc:spChg>
        <pc:spChg chg="mod">
          <ac:chgData name="Yash Jadhav" userId="535c3d6d-72b8-4f77-8155-55f939173cf2" providerId="ADAL" clId="{F33F88E0-3380-47C4-AFDE-F1AC050ADA82}" dt="2026-01-25T16:05:05.517" v="7394" actId="790"/>
          <ac:spMkLst>
            <pc:docMk/>
            <pc:sldMk cId="522864612" sldId="390"/>
            <ac:spMk id="15" creationId="{92620375-92B7-0552-D182-CF1D8C145C71}"/>
          </ac:spMkLst>
        </pc:spChg>
        <pc:spChg chg="mod">
          <ac:chgData name="Yash Jadhav" userId="535c3d6d-72b8-4f77-8155-55f939173cf2" providerId="ADAL" clId="{F33F88E0-3380-47C4-AFDE-F1AC050ADA82}" dt="2026-01-25T16:05:05.520" v="7395" actId="790"/>
          <ac:spMkLst>
            <pc:docMk/>
            <pc:sldMk cId="522864612" sldId="390"/>
            <ac:spMk id="16" creationId="{8A9A185D-6DBA-D695-BF0E-AF5D4D094C0C}"/>
          </ac:spMkLst>
        </pc:spChg>
        <pc:spChg chg="mod">
          <ac:chgData name="Yash Jadhav" userId="535c3d6d-72b8-4f77-8155-55f939173cf2" providerId="ADAL" clId="{F33F88E0-3380-47C4-AFDE-F1AC050ADA82}" dt="2026-01-25T16:05:05.523" v="7396" actId="790"/>
          <ac:spMkLst>
            <pc:docMk/>
            <pc:sldMk cId="522864612" sldId="390"/>
            <ac:spMk id="17" creationId="{04DD144B-4830-E8B0-180C-B621CF5CC2AD}"/>
          </ac:spMkLst>
        </pc:spChg>
        <pc:spChg chg="mod">
          <ac:chgData name="Yash Jadhav" userId="535c3d6d-72b8-4f77-8155-55f939173cf2" providerId="ADAL" clId="{F33F88E0-3380-47C4-AFDE-F1AC050ADA82}" dt="2026-01-25T16:05:05.527" v="7397" actId="790"/>
          <ac:spMkLst>
            <pc:docMk/>
            <pc:sldMk cId="522864612" sldId="390"/>
            <ac:spMk id="18" creationId="{0572B82D-C2EE-8D71-05A8-12E935696607}"/>
          </ac:spMkLst>
        </pc:spChg>
        <pc:spChg chg="mod">
          <ac:chgData name="Yash Jadhav" userId="535c3d6d-72b8-4f77-8155-55f939173cf2" providerId="ADAL" clId="{F33F88E0-3380-47C4-AFDE-F1AC050ADA82}" dt="2026-01-25T16:05:05.530" v="7398" actId="790"/>
          <ac:spMkLst>
            <pc:docMk/>
            <pc:sldMk cId="522864612" sldId="390"/>
            <ac:spMk id="19" creationId="{4406523A-975A-3663-1BA7-569D7B111783}"/>
          </ac:spMkLst>
        </pc:spChg>
        <pc:spChg chg="mod">
          <ac:chgData name="Yash Jadhav" userId="535c3d6d-72b8-4f77-8155-55f939173cf2" providerId="ADAL" clId="{F33F88E0-3380-47C4-AFDE-F1AC050ADA82}" dt="2026-01-25T16:05:05.538" v="7401" actId="790"/>
          <ac:spMkLst>
            <pc:docMk/>
            <pc:sldMk cId="522864612" sldId="390"/>
            <ac:spMk id="21" creationId="{E8520009-F3BB-3474-4C33-A2417C6AB146}"/>
          </ac:spMkLst>
        </pc:spChg>
        <pc:spChg chg="mod">
          <ac:chgData name="Yash Jadhav" userId="535c3d6d-72b8-4f77-8155-55f939173cf2" providerId="ADAL" clId="{F33F88E0-3380-47C4-AFDE-F1AC050ADA82}" dt="2026-01-25T16:05:05.533" v="7399" actId="790"/>
          <ac:spMkLst>
            <pc:docMk/>
            <pc:sldMk cId="522864612" sldId="390"/>
            <ac:spMk id="22" creationId="{2B28FD10-8F71-84F4-E3F6-E8BDB44E8088}"/>
          </ac:spMkLst>
        </pc:spChg>
        <pc:spChg chg="mod">
          <ac:chgData name="Yash Jadhav" userId="535c3d6d-72b8-4f77-8155-55f939173cf2" providerId="ADAL" clId="{F33F88E0-3380-47C4-AFDE-F1AC050ADA82}" dt="2026-01-25T16:05:05.536" v="7400" actId="790"/>
          <ac:spMkLst>
            <pc:docMk/>
            <pc:sldMk cId="522864612" sldId="390"/>
            <ac:spMk id="23" creationId="{E0766ED0-CB04-A681-9895-D24C946629E2}"/>
          </ac:spMkLst>
        </pc:spChg>
        <pc:spChg chg="mod">
          <ac:chgData name="Yash Jadhav" userId="535c3d6d-72b8-4f77-8155-55f939173cf2" providerId="ADAL" clId="{F33F88E0-3380-47C4-AFDE-F1AC050ADA82}" dt="2026-01-25T16:05:05.501" v="7388" actId="790"/>
          <ac:spMkLst>
            <pc:docMk/>
            <pc:sldMk cId="522864612" sldId="390"/>
            <ac:spMk id="24" creationId="{D3940530-F8FB-BA33-C095-4DF1B16853B0}"/>
          </ac:spMkLst>
        </pc:spChg>
        <pc:spChg chg="mod">
          <ac:chgData name="Yash Jadhav" userId="535c3d6d-72b8-4f77-8155-55f939173cf2" providerId="ADAL" clId="{F33F88E0-3380-47C4-AFDE-F1AC050ADA82}" dt="2026-01-25T16:05:05.503" v="7389" actId="790"/>
          <ac:spMkLst>
            <pc:docMk/>
            <pc:sldMk cId="522864612" sldId="390"/>
            <ac:spMk id="25" creationId="{A7A1D43A-77AD-6785-63F2-A4401473FB16}"/>
          </ac:spMkLst>
        </pc:spChg>
        <pc:spChg chg="mod">
          <ac:chgData name="Yash Jadhav" userId="535c3d6d-72b8-4f77-8155-55f939173cf2" providerId="ADAL" clId="{F33F88E0-3380-47C4-AFDE-F1AC050ADA82}" dt="2026-01-25T16:05:05.594" v="7418" actId="790"/>
          <ac:spMkLst>
            <pc:docMk/>
            <pc:sldMk cId="522864612" sldId="390"/>
            <ac:spMk id="29" creationId="{E50DF596-B698-3F76-CF0C-8BDC374E60ED}"/>
          </ac:spMkLst>
        </pc:spChg>
        <pc:spChg chg="mod">
          <ac:chgData name="Yash Jadhav" userId="535c3d6d-72b8-4f77-8155-55f939173cf2" providerId="ADAL" clId="{F33F88E0-3380-47C4-AFDE-F1AC050ADA82}" dt="2026-01-25T16:05:05.597" v="7419" actId="790"/>
          <ac:spMkLst>
            <pc:docMk/>
            <pc:sldMk cId="522864612" sldId="390"/>
            <ac:spMk id="31" creationId="{477E828D-6BF9-011F-F073-59BCBC3357C6}"/>
          </ac:spMkLst>
        </pc:spChg>
        <pc:spChg chg="mod">
          <ac:chgData name="Yash Jadhav" userId="535c3d6d-72b8-4f77-8155-55f939173cf2" providerId="ADAL" clId="{F33F88E0-3380-47C4-AFDE-F1AC050ADA82}" dt="2026-01-25T16:05:05.558" v="7406" actId="790"/>
          <ac:spMkLst>
            <pc:docMk/>
            <pc:sldMk cId="522864612" sldId="390"/>
            <ac:spMk id="34" creationId="{2078BD42-AB47-1E46-8C01-8CDE64DE6529}"/>
          </ac:spMkLst>
        </pc:spChg>
        <pc:spChg chg="mod">
          <ac:chgData name="Yash Jadhav" userId="535c3d6d-72b8-4f77-8155-55f939173cf2" providerId="ADAL" clId="{F33F88E0-3380-47C4-AFDE-F1AC050ADA82}" dt="2026-01-25T16:05:05.560" v="7407" actId="790"/>
          <ac:spMkLst>
            <pc:docMk/>
            <pc:sldMk cId="522864612" sldId="390"/>
            <ac:spMk id="35" creationId="{9EFB71F6-6C38-043F-F127-280F535267E6}"/>
          </ac:spMkLst>
        </pc:spChg>
        <pc:spChg chg="mod">
          <ac:chgData name="Yash Jadhav" userId="535c3d6d-72b8-4f77-8155-55f939173cf2" providerId="ADAL" clId="{F33F88E0-3380-47C4-AFDE-F1AC050ADA82}" dt="2026-01-25T16:05:05.562" v="7408" actId="790"/>
          <ac:spMkLst>
            <pc:docMk/>
            <pc:sldMk cId="522864612" sldId="390"/>
            <ac:spMk id="36" creationId="{B80DA03E-E916-8113-1A8B-D26C5DCE1510}"/>
          </ac:spMkLst>
        </pc:spChg>
        <pc:spChg chg="mod">
          <ac:chgData name="Yash Jadhav" userId="535c3d6d-72b8-4f77-8155-55f939173cf2" providerId="ADAL" clId="{F33F88E0-3380-47C4-AFDE-F1AC050ADA82}" dt="2026-01-25T16:05:05.565" v="7409" actId="790"/>
          <ac:spMkLst>
            <pc:docMk/>
            <pc:sldMk cId="522864612" sldId="390"/>
            <ac:spMk id="37" creationId="{EE816183-2546-2D3D-F64F-A1336F3F394A}"/>
          </ac:spMkLst>
        </pc:spChg>
        <pc:spChg chg="mod">
          <ac:chgData name="Yash Jadhav" userId="535c3d6d-72b8-4f77-8155-55f939173cf2" providerId="ADAL" clId="{F33F88E0-3380-47C4-AFDE-F1AC050ADA82}" dt="2026-01-25T16:05:05.567" v="7410" actId="790"/>
          <ac:spMkLst>
            <pc:docMk/>
            <pc:sldMk cId="522864612" sldId="390"/>
            <ac:spMk id="38" creationId="{AAAC26D0-2C56-A1CB-C944-81E617B9007A}"/>
          </ac:spMkLst>
        </pc:spChg>
        <pc:spChg chg="mod">
          <ac:chgData name="Yash Jadhav" userId="535c3d6d-72b8-4f77-8155-55f939173cf2" providerId="ADAL" clId="{F33F88E0-3380-47C4-AFDE-F1AC050ADA82}" dt="2026-01-25T16:05:05.570" v="7411" actId="790"/>
          <ac:spMkLst>
            <pc:docMk/>
            <pc:sldMk cId="522864612" sldId="390"/>
            <ac:spMk id="39" creationId="{1AFDF888-9DD6-B715-2845-64F441D727A0}"/>
          </ac:spMkLst>
        </pc:spChg>
        <pc:spChg chg="mod">
          <ac:chgData name="Yash Jadhav" userId="535c3d6d-72b8-4f77-8155-55f939173cf2" providerId="ADAL" clId="{F33F88E0-3380-47C4-AFDE-F1AC050ADA82}" dt="2026-01-25T16:05:05.574" v="7412" actId="790"/>
          <ac:spMkLst>
            <pc:docMk/>
            <pc:sldMk cId="522864612" sldId="390"/>
            <ac:spMk id="40" creationId="{5E47C950-B6A2-2409-E0D5-7EA7B5906C0C}"/>
          </ac:spMkLst>
        </pc:spChg>
        <pc:spChg chg="mod">
          <ac:chgData name="Yash Jadhav" userId="535c3d6d-72b8-4f77-8155-55f939173cf2" providerId="ADAL" clId="{F33F88E0-3380-47C4-AFDE-F1AC050ADA82}" dt="2026-01-25T16:05:05.576" v="7413" actId="790"/>
          <ac:spMkLst>
            <pc:docMk/>
            <pc:sldMk cId="522864612" sldId="390"/>
            <ac:spMk id="41" creationId="{E59139F9-9A4B-6D86-4656-EE37F9CC213C}"/>
          </ac:spMkLst>
        </pc:spChg>
        <pc:spChg chg="mod">
          <ac:chgData name="Yash Jadhav" userId="535c3d6d-72b8-4f77-8155-55f939173cf2" providerId="ADAL" clId="{F33F88E0-3380-47C4-AFDE-F1AC050ADA82}" dt="2026-01-25T16:05:05.578" v="7414" actId="790"/>
          <ac:spMkLst>
            <pc:docMk/>
            <pc:sldMk cId="522864612" sldId="390"/>
            <ac:spMk id="42" creationId="{F6B430E0-A4B9-373A-4553-6F3AEE0AC6EC}"/>
          </ac:spMkLst>
        </pc:spChg>
        <pc:spChg chg="mod">
          <ac:chgData name="Yash Jadhav" userId="535c3d6d-72b8-4f77-8155-55f939173cf2" providerId="ADAL" clId="{F33F88E0-3380-47C4-AFDE-F1AC050ADA82}" dt="2026-01-25T16:05:05.588" v="7417" actId="790"/>
          <ac:spMkLst>
            <pc:docMk/>
            <pc:sldMk cId="522864612" sldId="390"/>
            <ac:spMk id="44" creationId="{FC9B332F-6998-385F-3DDA-200915D2F67D}"/>
          </ac:spMkLst>
        </pc:spChg>
        <pc:spChg chg="mod">
          <ac:chgData name="Yash Jadhav" userId="535c3d6d-72b8-4f77-8155-55f939173cf2" providerId="ADAL" clId="{F33F88E0-3380-47C4-AFDE-F1AC050ADA82}" dt="2026-01-25T16:05:05.582" v="7415" actId="790"/>
          <ac:spMkLst>
            <pc:docMk/>
            <pc:sldMk cId="522864612" sldId="390"/>
            <ac:spMk id="45" creationId="{D90ABCE3-02CB-E630-36A7-B24996CDD017}"/>
          </ac:spMkLst>
        </pc:spChg>
        <pc:spChg chg="mod">
          <ac:chgData name="Yash Jadhav" userId="535c3d6d-72b8-4f77-8155-55f939173cf2" providerId="ADAL" clId="{F33F88E0-3380-47C4-AFDE-F1AC050ADA82}" dt="2026-01-25T16:05:05.585" v="7416" actId="790"/>
          <ac:spMkLst>
            <pc:docMk/>
            <pc:sldMk cId="522864612" sldId="390"/>
            <ac:spMk id="46" creationId="{E29AC13A-9AFF-6215-E508-C5951644FBA4}"/>
          </ac:spMkLst>
        </pc:spChg>
        <pc:spChg chg="mod">
          <ac:chgData name="Yash Jadhav" userId="535c3d6d-72b8-4f77-8155-55f939173cf2" providerId="ADAL" clId="{F33F88E0-3380-47C4-AFDE-F1AC050ADA82}" dt="2026-01-25T16:05:05.552" v="7404" actId="790"/>
          <ac:spMkLst>
            <pc:docMk/>
            <pc:sldMk cId="522864612" sldId="390"/>
            <ac:spMk id="47" creationId="{19AD3967-1C6A-3E3E-D414-94095F8A32E1}"/>
          </ac:spMkLst>
        </pc:spChg>
        <pc:spChg chg="mod">
          <ac:chgData name="Yash Jadhav" userId="535c3d6d-72b8-4f77-8155-55f939173cf2" providerId="ADAL" clId="{F33F88E0-3380-47C4-AFDE-F1AC050ADA82}" dt="2026-01-25T16:05:05.555" v="7405" actId="790"/>
          <ac:spMkLst>
            <pc:docMk/>
            <pc:sldMk cId="522864612" sldId="390"/>
            <ac:spMk id="48" creationId="{93F380D1-D83C-9C1D-F309-FFBD445796AA}"/>
          </ac:spMkLst>
        </pc:spChg>
        <pc:spChg chg="mod">
          <ac:chgData name="Yash Jadhav" userId="535c3d6d-72b8-4f77-8155-55f939173cf2" providerId="ADAL" clId="{F33F88E0-3380-47C4-AFDE-F1AC050ADA82}" dt="2026-01-25T16:05:05.641" v="7434" actId="790"/>
          <ac:spMkLst>
            <pc:docMk/>
            <pc:sldMk cId="522864612" sldId="390"/>
            <ac:spMk id="52" creationId="{DE6D4C1A-40A8-4A9E-4670-0648FABC47B4}"/>
          </ac:spMkLst>
        </pc:spChg>
        <pc:spChg chg="mod">
          <ac:chgData name="Yash Jadhav" userId="535c3d6d-72b8-4f77-8155-55f939173cf2" providerId="ADAL" clId="{F33F88E0-3380-47C4-AFDE-F1AC050ADA82}" dt="2026-01-25T16:05:05.644" v="7435" actId="790"/>
          <ac:spMkLst>
            <pc:docMk/>
            <pc:sldMk cId="522864612" sldId="390"/>
            <ac:spMk id="54" creationId="{24641D46-0EBD-00AC-AAFA-13D60915D47F}"/>
          </ac:spMkLst>
        </pc:spChg>
        <pc:spChg chg="mod">
          <ac:chgData name="Yash Jadhav" userId="535c3d6d-72b8-4f77-8155-55f939173cf2" providerId="ADAL" clId="{F33F88E0-3380-47C4-AFDE-F1AC050ADA82}" dt="2026-01-25T16:05:05.605" v="7422" actId="790"/>
          <ac:spMkLst>
            <pc:docMk/>
            <pc:sldMk cId="522864612" sldId="390"/>
            <ac:spMk id="57" creationId="{6539BCD8-0B5D-D9A0-A7EC-F96156937C56}"/>
          </ac:spMkLst>
        </pc:spChg>
        <pc:spChg chg="mod">
          <ac:chgData name="Yash Jadhav" userId="535c3d6d-72b8-4f77-8155-55f939173cf2" providerId="ADAL" clId="{F33F88E0-3380-47C4-AFDE-F1AC050ADA82}" dt="2026-01-25T16:05:05.607" v="7423" actId="790"/>
          <ac:spMkLst>
            <pc:docMk/>
            <pc:sldMk cId="522864612" sldId="390"/>
            <ac:spMk id="58" creationId="{7501567E-EE9C-D148-781F-DF3FB95BF65F}"/>
          </ac:spMkLst>
        </pc:spChg>
        <pc:spChg chg="mod">
          <ac:chgData name="Yash Jadhav" userId="535c3d6d-72b8-4f77-8155-55f939173cf2" providerId="ADAL" clId="{F33F88E0-3380-47C4-AFDE-F1AC050ADA82}" dt="2026-01-25T16:05:05.609" v="7424" actId="790"/>
          <ac:spMkLst>
            <pc:docMk/>
            <pc:sldMk cId="522864612" sldId="390"/>
            <ac:spMk id="59" creationId="{CFA75F1A-FEC3-B7E1-A8C9-BF3CFB6A08C7}"/>
          </ac:spMkLst>
        </pc:spChg>
        <pc:spChg chg="mod">
          <ac:chgData name="Yash Jadhav" userId="535c3d6d-72b8-4f77-8155-55f939173cf2" providerId="ADAL" clId="{F33F88E0-3380-47C4-AFDE-F1AC050ADA82}" dt="2026-01-25T16:05:05.611" v="7425" actId="790"/>
          <ac:spMkLst>
            <pc:docMk/>
            <pc:sldMk cId="522864612" sldId="390"/>
            <ac:spMk id="60" creationId="{4DB4431F-D7DF-C3E5-09E4-6F935F136421}"/>
          </ac:spMkLst>
        </pc:spChg>
        <pc:spChg chg="mod">
          <ac:chgData name="Yash Jadhav" userId="535c3d6d-72b8-4f77-8155-55f939173cf2" providerId="ADAL" clId="{F33F88E0-3380-47C4-AFDE-F1AC050ADA82}" dt="2026-01-25T16:05:05.614" v="7426" actId="790"/>
          <ac:spMkLst>
            <pc:docMk/>
            <pc:sldMk cId="522864612" sldId="390"/>
            <ac:spMk id="61" creationId="{9FA881E8-5E40-5489-7CB7-2823D2145C08}"/>
          </ac:spMkLst>
        </pc:spChg>
        <pc:spChg chg="mod">
          <ac:chgData name="Yash Jadhav" userId="535c3d6d-72b8-4f77-8155-55f939173cf2" providerId="ADAL" clId="{F33F88E0-3380-47C4-AFDE-F1AC050ADA82}" dt="2026-01-25T16:05:05.616" v="7427" actId="790"/>
          <ac:spMkLst>
            <pc:docMk/>
            <pc:sldMk cId="522864612" sldId="390"/>
            <ac:spMk id="62" creationId="{3A21A762-8ABF-FDD9-91CF-D034B9003CD8}"/>
          </ac:spMkLst>
        </pc:spChg>
        <pc:spChg chg="mod">
          <ac:chgData name="Yash Jadhav" userId="535c3d6d-72b8-4f77-8155-55f939173cf2" providerId="ADAL" clId="{F33F88E0-3380-47C4-AFDE-F1AC050ADA82}" dt="2026-01-25T16:05:05.619" v="7428" actId="790"/>
          <ac:spMkLst>
            <pc:docMk/>
            <pc:sldMk cId="522864612" sldId="390"/>
            <ac:spMk id="63" creationId="{F974ACB5-5B7D-3117-12A9-3D4AEAB1E954}"/>
          </ac:spMkLst>
        </pc:spChg>
        <pc:spChg chg="mod">
          <ac:chgData name="Yash Jadhav" userId="535c3d6d-72b8-4f77-8155-55f939173cf2" providerId="ADAL" clId="{F33F88E0-3380-47C4-AFDE-F1AC050ADA82}" dt="2026-01-25T16:05:05.623" v="7429" actId="790"/>
          <ac:spMkLst>
            <pc:docMk/>
            <pc:sldMk cId="522864612" sldId="390"/>
            <ac:spMk id="64" creationId="{FABCBC9A-EB65-7D2B-DDDF-7CF4E3ABC6BA}"/>
          </ac:spMkLst>
        </pc:spChg>
        <pc:spChg chg="mod">
          <ac:chgData name="Yash Jadhav" userId="535c3d6d-72b8-4f77-8155-55f939173cf2" providerId="ADAL" clId="{F33F88E0-3380-47C4-AFDE-F1AC050ADA82}" dt="2026-01-25T16:05:05.626" v="7430" actId="790"/>
          <ac:spMkLst>
            <pc:docMk/>
            <pc:sldMk cId="522864612" sldId="390"/>
            <ac:spMk id="65" creationId="{E370917D-61BD-78E6-8177-D2B0C043DC7E}"/>
          </ac:spMkLst>
        </pc:spChg>
        <pc:spChg chg="mod">
          <ac:chgData name="Yash Jadhav" userId="535c3d6d-72b8-4f77-8155-55f939173cf2" providerId="ADAL" clId="{F33F88E0-3380-47C4-AFDE-F1AC050ADA82}" dt="2026-01-25T16:05:05.633" v="7433" actId="790"/>
          <ac:spMkLst>
            <pc:docMk/>
            <pc:sldMk cId="522864612" sldId="390"/>
            <ac:spMk id="67" creationId="{2C0B6D88-68F0-0581-F93E-6A8C76498DCA}"/>
          </ac:spMkLst>
        </pc:spChg>
        <pc:spChg chg="mod">
          <ac:chgData name="Yash Jadhav" userId="535c3d6d-72b8-4f77-8155-55f939173cf2" providerId="ADAL" clId="{F33F88E0-3380-47C4-AFDE-F1AC050ADA82}" dt="2026-01-25T16:05:05.628" v="7431" actId="790"/>
          <ac:spMkLst>
            <pc:docMk/>
            <pc:sldMk cId="522864612" sldId="390"/>
            <ac:spMk id="68" creationId="{C2DF13FE-6023-0661-316C-8177CAE53BD4}"/>
          </ac:spMkLst>
        </pc:spChg>
        <pc:spChg chg="mod">
          <ac:chgData name="Yash Jadhav" userId="535c3d6d-72b8-4f77-8155-55f939173cf2" providerId="ADAL" clId="{F33F88E0-3380-47C4-AFDE-F1AC050ADA82}" dt="2026-01-25T16:05:05.631" v="7432" actId="790"/>
          <ac:spMkLst>
            <pc:docMk/>
            <pc:sldMk cId="522864612" sldId="390"/>
            <ac:spMk id="69" creationId="{085415FD-308E-CB12-39E9-3397BCAE0965}"/>
          </ac:spMkLst>
        </pc:spChg>
        <pc:spChg chg="mod">
          <ac:chgData name="Yash Jadhav" userId="535c3d6d-72b8-4f77-8155-55f939173cf2" providerId="ADAL" clId="{F33F88E0-3380-47C4-AFDE-F1AC050ADA82}" dt="2026-01-25T16:05:05.600" v="7420" actId="790"/>
          <ac:spMkLst>
            <pc:docMk/>
            <pc:sldMk cId="522864612" sldId="390"/>
            <ac:spMk id="70" creationId="{21B22543-7BF4-9A3D-E316-498C6C6FABAE}"/>
          </ac:spMkLst>
        </pc:spChg>
        <pc:spChg chg="mod">
          <ac:chgData name="Yash Jadhav" userId="535c3d6d-72b8-4f77-8155-55f939173cf2" providerId="ADAL" clId="{F33F88E0-3380-47C4-AFDE-F1AC050ADA82}" dt="2026-01-25T16:05:05.602" v="7421" actId="790"/>
          <ac:spMkLst>
            <pc:docMk/>
            <pc:sldMk cId="522864612" sldId="390"/>
            <ac:spMk id="71" creationId="{386E8156-4C59-97F5-ADB9-643B8048E10E}"/>
          </ac:spMkLst>
        </pc:spChg>
        <pc:spChg chg="mod">
          <ac:chgData name="Yash Jadhav" userId="535c3d6d-72b8-4f77-8155-55f939173cf2" providerId="ADAL" clId="{F33F88E0-3380-47C4-AFDE-F1AC050ADA82}" dt="2026-01-25T16:05:05.684" v="7450" actId="790"/>
          <ac:spMkLst>
            <pc:docMk/>
            <pc:sldMk cId="522864612" sldId="390"/>
            <ac:spMk id="75" creationId="{71BB9FC5-81BE-2EE5-05AF-57145EE0EC3D}"/>
          </ac:spMkLst>
        </pc:spChg>
        <pc:spChg chg="mod">
          <ac:chgData name="Yash Jadhav" userId="535c3d6d-72b8-4f77-8155-55f939173cf2" providerId="ADAL" clId="{F33F88E0-3380-47C4-AFDE-F1AC050ADA82}" dt="2026-01-25T16:05:05.687" v="7451" actId="790"/>
          <ac:spMkLst>
            <pc:docMk/>
            <pc:sldMk cId="522864612" sldId="390"/>
            <ac:spMk id="77" creationId="{F44495A8-A951-B57B-0F79-243101B81D36}"/>
          </ac:spMkLst>
        </pc:spChg>
        <pc:spChg chg="mod">
          <ac:chgData name="Yash Jadhav" userId="535c3d6d-72b8-4f77-8155-55f939173cf2" providerId="ADAL" clId="{F33F88E0-3380-47C4-AFDE-F1AC050ADA82}" dt="2026-01-25T16:05:05.652" v="7438" actId="790"/>
          <ac:spMkLst>
            <pc:docMk/>
            <pc:sldMk cId="522864612" sldId="390"/>
            <ac:spMk id="80" creationId="{0F513ADA-DD1B-BB70-DBB1-11A594EF7EDA}"/>
          </ac:spMkLst>
        </pc:spChg>
        <pc:spChg chg="mod">
          <ac:chgData name="Yash Jadhav" userId="535c3d6d-72b8-4f77-8155-55f939173cf2" providerId="ADAL" clId="{F33F88E0-3380-47C4-AFDE-F1AC050ADA82}" dt="2026-01-25T16:05:05.655" v="7439" actId="790"/>
          <ac:spMkLst>
            <pc:docMk/>
            <pc:sldMk cId="522864612" sldId="390"/>
            <ac:spMk id="81" creationId="{31984C7C-6C71-4067-F3E9-54551A92CAA3}"/>
          </ac:spMkLst>
        </pc:spChg>
        <pc:spChg chg="mod">
          <ac:chgData name="Yash Jadhav" userId="535c3d6d-72b8-4f77-8155-55f939173cf2" providerId="ADAL" clId="{F33F88E0-3380-47C4-AFDE-F1AC050ADA82}" dt="2026-01-25T16:05:05.657" v="7440" actId="790"/>
          <ac:spMkLst>
            <pc:docMk/>
            <pc:sldMk cId="522864612" sldId="390"/>
            <ac:spMk id="82" creationId="{84F7D07D-22A5-C5BA-45CF-744ABF1C5C4D}"/>
          </ac:spMkLst>
        </pc:spChg>
        <pc:spChg chg="mod">
          <ac:chgData name="Yash Jadhav" userId="535c3d6d-72b8-4f77-8155-55f939173cf2" providerId="ADAL" clId="{F33F88E0-3380-47C4-AFDE-F1AC050ADA82}" dt="2026-01-25T16:05:05.659" v="7441" actId="790"/>
          <ac:spMkLst>
            <pc:docMk/>
            <pc:sldMk cId="522864612" sldId="390"/>
            <ac:spMk id="83" creationId="{51125FCD-1E51-1214-0D66-615D81383EDC}"/>
          </ac:spMkLst>
        </pc:spChg>
        <pc:spChg chg="mod">
          <ac:chgData name="Yash Jadhav" userId="535c3d6d-72b8-4f77-8155-55f939173cf2" providerId="ADAL" clId="{F33F88E0-3380-47C4-AFDE-F1AC050ADA82}" dt="2026-01-25T16:05:05.661" v="7442" actId="790"/>
          <ac:spMkLst>
            <pc:docMk/>
            <pc:sldMk cId="522864612" sldId="390"/>
            <ac:spMk id="84" creationId="{62387E91-1E64-3B9D-93A9-40BC826C04A3}"/>
          </ac:spMkLst>
        </pc:spChg>
        <pc:spChg chg="mod">
          <ac:chgData name="Yash Jadhav" userId="535c3d6d-72b8-4f77-8155-55f939173cf2" providerId="ADAL" clId="{F33F88E0-3380-47C4-AFDE-F1AC050ADA82}" dt="2026-01-25T16:05:05.663" v="7443" actId="790"/>
          <ac:spMkLst>
            <pc:docMk/>
            <pc:sldMk cId="522864612" sldId="390"/>
            <ac:spMk id="85" creationId="{4BB8E439-A84B-4455-0BCF-6343C36F94A4}"/>
          </ac:spMkLst>
        </pc:spChg>
        <pc:spChg chg="mod">
          <ac:chgData name="Yash Jadhav" userId="535c3d6d-72b8-4f77-8155-55f939173cf2" providerId="ADAL" clId="{F33F88E0-3380-47C4-AFDE-F1AC050ADA82}" dt="2026-01-25T16:05:05.665" v="7444" actId="790"/>
          <ac:spMkLst>
            <pc:docMk/>
            <pc:sldMk cId="522864612" sldId="390"/>
            <ac:spMk id="86" creationId="{CED66C6E-75FA-2C06-7DFE-6209B8D3411C}"/>
          </ac:spMkLst>
        </pc:spChg>
        <pc:spChg chg="mod">
          <ac:chgData name="Yash Jadhav" userId="535c3d6d-72b8-4f77-8155-55f939173cf2" providerId="ADAL" clId="{F33F88E0-3380-47C4-AFDE-F1AC050ADA82}" dt="2026-01-25T16:05:05.668" v="7445" actId="790"/>
          <ac:spMkLst>
            <pc:docMk/>
            <pc:sldMk cId="522864612" sldId="390"/>
            <ac:spMk id="87" creationId="{CB27F37D-810D-2C3E-2AB9-6E3C0A0B4A09}"/>
          </ac:spMkLst>
        </pc:spChg>
        <pc:spChg chg="mod">
          <ac:chgData name="Yash Jadhav" userId="535c3d6d-72b8-4f77-8155-55f939173cf2" providerId="ADAL" clId="{F33F88E0-3380-47C4-AFDE-F1AC050ADA82}" dt="2026-01-25T16:05:05.671" v="7446" actId="790"/>
          <ac:spMkLst>
            <pc:docMk/>
            <pc:sldMk cId="522864612" sldId="390"/>
            <ac:spMk id="88" creationId="{9769EC68-9182-061E-03E0-244CC5EFC1BF}"/>
          </ac:spMkLst>
        </pc:spChg>
        <pc:spChg chg="mod">
          <ac:chgData name="Yash Jadhav" userId="535c3d6d-72b8-4f77-8155-55f939173cf2" providerId="ADAL" clId="{F33F88E0-3380-47C4-AFDE-F1AC050ADA82}" dt="2026-01-25T16:05:05.678" v="7449" actId="790"/>
          <ac:spMkLst>
            <pc:docMk/>
            <pc:sldMk cId="522864612" sldId="390"/>
            <ac:spMk id="90" creationId="{B55F4532-D204-030B-BADD-29629EC4F132}"/>
          </ac:spMkLst>
        </pc:spChg>
        <pc:spChg chg="mod">
          <ac:chgData name="Yash Jadhav" userId="535c3d6d-72b8-4f77-8155-55f939173cf2" providerId="ADAL" clId="{F33F88E0-3380-47C4-AFDE-F1AC050ADA82}" dt="2026-01-25T16:05:05.674" v="7447" actId="790"/>
          <ac:spMkLst>
            <pc:docMk/>
            <pc:sldMk cId="522864612" sldId="390"/>
            <ac:spMk id="91" creationId="{8F58FE6D-D705-3447-453F-630C54DBCB5C}"/>
          </ac:spMkLst>
        </pc:spChg>
        <pc:spChg chg="mod">
          <ac:chgData name="Yash Jadhav" userId="535c3d6d-72b8-4f77-8155-55f939173cf2" providerId="ADAL" clId="{F33F88E0-3380-47C4-AFDE-F1AC050ADA82}" dt="2026-01-25T16:05:05.676" v="7448" actId="790"/>
          <ac:spMkLst>
            <pc:docMk/>
            <pc:sldMk cId="522864612" sldId="390"/>
            <ac:spMk id="92" creationId="{FD50D2FA-9E8D-39CE-5E06-67071562230A}"/>
          </ac:spMkLst>
        </pc:spChg>
        <pc:spChg chg="mod">
          <ac:chgData name="Yash Jadhav" userId="535c3d6d-72b8-4f77-8155-55f939173cf2" providerId="ADAL" clId="{F33F88E0-3380-47C4-AFDE-F1AC050ADA82}" dt="2026-01-25T16:05:05.647" v="7436" actId="790"/>
          <ac:spMkLst>
            <pc:docMk/>
            <pc:sldMk cId="522864612" sldId="390"/>
            <ac:spMk id="93" creationId="{1938C963-9628-F050-1D67-7D6A743C814E}"/>
          </ac:spMkLst>
        </pc:spChg>
        <pc:spChg chg="mod">
          <ac:chgData name="Yash Jadhav" userId="535c3d6d-72b8-4f77-8155-55f939173cf2" providerId="ADAL" clId="{F33F88E0-3380-47C4-AFDE-F1AC050ADA82}" dt="2026-01-25T16:05:05.650" v="7437" actId="790"/>
          <ac:spMkLst>
            <pc:docMk/>
            <pc:sldMk cId="522864612" sldId="390"/>
            <ac:spMk id="94" creationId="{80D3FC48-2F3E-2FE7-03E4-9C872B7DA11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5695902" sldId="391"/>
        </pc:sldMkLst>
        <pc:spChg chg="mod">
          <ac:chgData name="Yash Jadhav" userId="535c3d6d-72b8-4f77-8155-55f939173cf2" providerId="ADAL" clId="{F33F88E0-3380-47C4-AFDE-F1AC050ADA82}" dt="2026-01-25T16:05:06.956" v="7456"/>
          <ac:spMkLst>
            <pc:docMk/>
            <pc:sldMk cId="4215695902" sldId="391"/>
            <ac:spMk id="2" creationId="{00000000-0000-0000-0000-000000000000}"/>
          </ac:spMkLst>
        </pc:spChg>
        <pc:spChg chg="mod">
          <ac:chgData name="Yash Jadhav" userId="535c3d6d-72b8-4f77-8155-55f939173cf2" providerId="ADAL" clId="{F33F88E0-3380-47C4-AFDE-F1AC050ADA82}" dt="2026-01-25T16:05:06.959" v="7457"/>
          <ac:spMkLst>
            <pc:docMk/>
            <pc:sldMk cId="4215695902" sldId="391"/>
            <ac:spMk id="3" creationId="{00000000-0000-0000-0000-000000000000}"/>
          </ac:spMkLst>
        </pc:spChg>
        <pc:spChg chg="mod">
          <ac:chgData name="Yash Jadhav" userId="535c3d6d-72b8-4f77-8155-55f939173cf2" providerId="ADAL" clId="{F33F88E0-3380-47C4-AFDE-F1AC050ADA82}" dt="2026-01-25T16:05:06.961" v="7458"/>
          <ac:spMkLst>
            <pc:docMk/>
            <pc:sldMk cId="4215695902" sldId="391"/>
            <ac:spMk id="4" creationId="{00000000-0000-0000-0000-000000000000}"/>
          </ac:spMkLst>
        </pc:spChg>
        <pc:spChg chg="mod">
          <ac:chgData name="Yash Jadhav" userId="535c3d6d-72b8-4f77-8155-55f939173cf2" providerId="ADAL" clId="{F33F88E0-3380-47C4-AFDE-F1AC050ADA82}" dt="2026-01-25T16:05:06.964" v="7459"/>
          <ac:spMkLst>
            <pc:docMk/>
            <pc:sldMk cId="4215695902" sldId="391"/>
            <ac:spMk id="5" creationId="{00000000-0000-0000-0000-000000000000}"/>
          </ac:spMkLst>
        </pc:spChg>
        <pc:spChg chg="mod">
          <ac:chgData name="Yash Jadhav" userId="535c3d6d-72b8-4f77-8155-55f939173cf2" providerId="ADAL" clId="{F33F88E0-3380-47C4-AFDE-F1AC050ADA82}" dt="2026-01-25T16:05:06.966" v="7460"/>
          <ac:spMkLst>
            <pc:docMk/>
            <pc:sldMk cId="4215695902" sldId="391"/>
            <ac:spMk id="6" creationId="{00000000-0000-0000-0000-000000000000}"/>
          </ac:spMkLst>
        </pc:spChg>
        <pc:spChg chg="mod">
          <ac:chgData name="Yash Jadhav" userId="535c3d6d-72b8-4f77-8155-55f939173cf2" providerId="ADAL" clId="{F33F88E0-3380-47C4-AFDE-F1AC050ADA82}" dt="2026-01-25T16:05:06.969" v="7461"/>
          <ac:spMkLst>
            <pc:docMk/>
            <pc:sldMk cId="4215695902" sldId="391"/>
            <ac:spMk id="7" creationId="{00000000-0000-0000-0000-000000000000}"/>
          </ac:spMkLst>
        </pc:spChg>
        <pc:spChg chg="mod">
          <ac:chgData name="Yash Jadhav" userId="535c3d6d-72b8-4f77-8155-55f939173cf2" providerId="ADAL" clId="{F33F88E0-3380-47C4-AFDE-F1AC050ADA82}" dt="2026-01-25T16:05:06.973" v="7462"/>
          <ac:spMkLst>
            <pc:docMk/>
            <pc:sldMk cId="4215695902" sldId="391"/>
            <ac:spMk id="8" creationId="{00000000-0000-0000-0000-000000000000}"/>
          </ac:spMkLst>
        </pc:spChg>
        <pc:spChg chg="mod">
          <ac:chgData name="Yash Jadhav" userId="535c3d6d-72b8-4f77-8155-55f939173cf2" providerId="ADAL" clId="{F33F88E0-3380-47C4-AFDE-F1AC050ADA82}" dt="2026-01-25T16:05:06.976" v="7463" actId="790"/>
          <ac:spMkLst>
            <pc:docMk/>
            <pc:sldMk cId="4215695902" sldId="391"/>
            <ac:spMk id="9" creationId="{00000000-0000-0000-0000-000000000000}"/>
          </ac:spMkLst>
        </pc:spChg>
        <pc:spChg chg="mod">
          <ac:chgData name="Yash Jadhav" userId="535c3d6d-72b8-4f77-8155-55f939173cf2" providerId="ADAL" clId="{F33F88E0-3380-47C4-AFDE-F1AC050ADA82}" dt="2026-01-25T16:05:06.979" v="7464" actId="790"/>
          <ac:spMkLst>
            <pc:docMk/>
            <pc:sldMk cId="4215695902" sldId="391"/>
            <ac:spMk id="10" creationId="{00000000-0000-0000-0000-000000000000}"/>
          </ac:spMkLst>
        </pc:spChg>
        <pc:spChg chg="mod">
          <ac:chgData name="Yash Jadhav" userId="535c3d6d-72b8-4f77-8155-55f939173cf2" providerId="ADAL" clId="{F33F88E0-3380-47C4-AFDE-F1AC050ADA82}" dt="2026-01-25T16:05:06.982" v="7465" actId="790"/>
          <ac:spMkLst>
            <pc:docMk/>
            <pc:sldMk cId="4215695902" sldId="391"/>
            <ac:spMk id="11" creationId="{00000000-0000-0000-0000-000000000000}"/>
          </ac:spMkLst>
        </pc:spChg>
        <pc:spChg chg="mod">
          <ac:chgData name="Yash Jadhav" userId="535c3d6d-72b8-4f77-8155-55f939173cf2" providerId="ADAL" clId="{F33F88E0-3380-47C4-AFDE-F1AC050ADA82}" dt="2026-01-25T16:05:06.985" v="7466" actId="790"/>
          <ac:spMkLst>
            <pc:docMk/>
            <pc:sldMk cId="4215695902" sldId="391"/>
            <ac:spMk id="12" creationId="{00000000-0000-0000-0000-000000000000}"/>
          </ac:spMkLst>
        </pc:spChg>
        <pc:spChg chg="mod">
          <ac:chgData name="Yash Jadhav" userId="535c3d6d-72b8-4f77-8155-55f939173cf2" providerId="ADAL" clId="{F33F88E0-3380-47C4-AFDE-F1AC050ADA82}" dt="2026-01-25T16:05:06.987" v="7467" actId="790"/>
          <ac:spMkLst>
            <pc:docMk/>
            <pc:sldMk cId="4215695902" sldId="391"/>
            <ac:spMk id="13" creationId="{00000000-0000-0000-0000-000000000000}"/>
          </ac:spMkLst>
        </pc:spChg>
        <pc:spChg chg="mod ord">
          <ac:chgData name="Yash Jadhav" userId="535c3d6d-72b8-4f77-8155-55f939173cf2" providerId="ADAL" clId="{F33F88E0-3380-47C4-AFDE-F1AC050ADA82}" dt="2026-01-25T16:06:14.662" v="8413" actId="6264"/>
          <ac:spMkLst>
            <pc:docMk/>
            <pc:sldMk cId="4215695902" sldId="391"/>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4215695902" sldId="391"/>
            <ac:spMk id="15" creationId="{1211D8C4-77C3-07B2-DB57-69DB4C2007EC}"/>
          </ac:spMkLst>
        </pc:spChg>
        <pc:spChg chg="mod">
          <ac:chgData name="Yash Jadhav" userId="535c3d6d-72b8-4f77-8155-55f939173cf2" providerId="ADAL" clId="{F33F88E0-3380-47C4-AFDE-F1AC050ADA82}" dt="2026-01-25T16:05:06.991" v="7468"/>
          <ac:spMkLst>
            <pc:docMk/>
            <pc:sldMk cId="4215695902" sldId="391"/>
            <ac:spMk id="19" creationId="{00000000-0000-0000-0000-000000000000}"/>
          </ac:spMkLst>
        </pc:spChg>
        <pc:spChg chg="mod">
          <ac:chgData name="Yash Jadhav" userId="535c3d6d-72b8-4f77-8155-55f939173cf2" providerId="ADAL" clId="{F33F88E0-3380-47C4-AFDE-F1AC050ADA82}" dt="2026-01-25T16:05:06.993" v="7469"/>
          <ac:spMkLst>
            <pc:docMk/>
            <pc:sldMk cId="4215695902" sldId="391"/>
            <ac:spMk id="20" creationId="{00000000-0000-0000-0000-000000000000}"/>
          </ac:spMkLst>
        </pc:spChg>
        <pc:spChg chg="mod">
          <ac:chgData name="Yash Jadhav" userId="535c3d6d-72b8-4f77-8155-55f939173cf2" providerId="ADAL" clId="{F33F88E0-3380-47C4-AFDE-F1AC050ADA82}" dt="2026-01-25T16:05:06.995" v="7470"/>
          <ac:spMkLst>
            <pc:docMk/>
            <pc:sldMk cId="4215695902" sldId="391"/>
            <ac:spMk id="21" creationId="{00000000-0000-0000-0000-000000000000}"/>
          </ac:spMkLst>
        </pc:spChg>
        <pc:spChg chg="mod">
          <ac:chgData name="Yash Jadhav" userId="535c3d6d-72b8-4f77-8155-55f939173cf2" providerId="ADAL" clId="{F33F88E0-3380-47C4-AFDE-F1AC050ADA82}" dt="2026-01-25T16:05:06.998" v="7471"/>
          <ac:spMkLst>
            <pc:docMk/>
            <pc:sldMk cId="4215695902" sldId="391"/>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53452319" sldId="392"/>
        </pc:sldMkLst>
        <pc:spChg chg="mod ord">
          <ac:chgData name="Yash Jadhav" userId="535c3d6d-72b8-4f77-8155-55f939173cf2" providerId="ADAL" clId="{F33F88E0-3380-47C4-AFDE-F1AC050ADA82}" dt="2026-01-25T16:06:14.662" v="8413" actId="6264"/>
          <ac:spMkLst>
            <pc:docMk/>
            <pc:sldMk cId="2053452319" sldId="392"/>
            <ac:spMk id="2" creationId="{00000000-0000-0000-0000-000000000000}"/>
          </ac:spMkLst>
        </pc:spChg>
        <pc:spChg chg="mod">
          <ac:chgData name="Yash Jadhav" userId="535c3d6d-72b8-4f77-8155-55f939173cf2" providerId="ADAL" clId="{F33F88E0-3380-47C4-AFDE-F1AC050ADA82}" dt="2026-01-25T16:05:08.345" v="7478" actId="790"/>
          <ac:spMkLst>
            <pc:docMk/>
            <pc:sldMk cId="2053452319" sldId="392"/>
            <ac:spMk id="3" creationId="{00000000-0000-0000-0000-000000000000}"/>
          </ac:spMkLst>
        </pc:spChg>
        <pc:spChg chg="mod">
          <ac:chgData name="Yash Jadhav" userId="535c3d6d-72b8-4f77-8155-55f939173cf2" providerId="ADAL" clId="{F33F88E0-3380-47C4-AFDE-F1AC050ADA82}" dt="2026-01-25T16:05:08.348" v="7479" actId="790"/>
          <ac:spMkLst>
            <pc:docMk/>
            <pc:sldMk cId="2053452319" sldId="392"/>
            <ac:spMk id="4" creationId="{00000000-0000-0000-0000-000000000000}"/>
          </ac:spMkLst>
        </pc:spChg>
        <pc:spChg chg="mod">
          <ac:chgData name="Yash Jadhav" userId="535c3d6d-72b8-4f77-8155-55f939173cf2" providerId="ADAL" clId="{F33F88E0-3380-47C4-AFDE-F1AC050ADA82}" dt="2026-01-25T16:05:08.352" v="7480" actId="790"/>
          <ac:spMkLst>
            <pc:docMk/>
            <pc:sldMk cId="2053452319" sldId="392"/>
            <ac:spMk id="5" creationId="{00000000-0000-0000-0000-000000000000}"/>
          </ac:spMkLst>
        </pc:spChg>
        <pc:spChg chg="mod">
          <ac:chgData name="Yash Jadhav" userId="535c3d6d-72b8-4f77-8155-55f939173cf2" providerId="ADAL" clId="{F33F88E0-3380-47C4-AFDE-F1AC050ADA82}" dt="2026-01-25T16:05:08.355" v="7481" actId="790"/>
          <ac:spMkLst>
            <pc:docMk/>
            <pc:sldMk cId="2053452319" sldId="392"/>
            <ac:spMk id="6" creationId="{00000000-0000-0000-0000-000000000000}"/>
          </ac:spMkLst>
        </pc:spChg>
        <pc:spChg chg="add del mod">
          <ac:chgData name="Yash Jadhav" userId="535c3d6d-72b8-4f77-8155-55f939173cf2" providerId="ADAL" clId="{F33F88E0-3380-47C4-AFDE-F1AC050ADA82}" dt="2026-01-25T16:06:14.662" v="8413" actId="6264"/>
          <ac:spMkLst>
            <pc:docMk/>
            <pc:sldMk cId="2053452319" sldId="392"/>
            <ac:spMk id="7" creationId="{FABC5D2F-BD65-65F0-54EE-A435432A21C4}"/>
          </ac:spMkLst>
        </pc:spChg>
        <pc:spChg chg="mod">
          <ac:chgData name="Yash Jadhav" userId="535c3d6d-72b8-4f77-8155-55f939173cf2" providerId="ADAL" clId="{F33F88E0-3380-47C4-AFDE-F1AC050ADA82}" dt="2026-01-25T16:05:08.358" v="7482" actId="790"/>
          <ac:spMkLst>
            <pc:docMk/>
            <pc:sldMk cId="2053452319" sldId="392"/>
            <ac:spMk id="10" creationId="{00000000-0000-0000-0000-000000000000}"/>
          </ac:spMkLst>
        </pc:spChg>
        <pc:spChg chg="mod">
          <ac:chgData name="Yash Jadhav" userId="535c3d6d-72b8-4f77-8155-55f939173cf2" providerId="ADAL" clId="{F33F88E0-3380-47C4-AFDE-F1AC050ADA82}" dt="2026-01-25T16:05:08.360" v="7483" actId="790"/>
          <ac:spMkLst>
            <pc:docMk/>
            <pc:sldMk cId="2053452319" sldId="392"/>
            <ac:spMk id="11" creationId="{00000000-0000-0000-0000-000000000000}"/>
          </ac:spMkLst>
        </pc:spChg>
        <pc:spChg chg="mod">
          <ac:chgData name="Yash Jadhav" userId="535c3d6d-72b8-4f77-8155-55f939173cf2" providerId="ADAL" clId="{F33F88E0-3380-47C4-AFDE-F1AC050ADA82}" dt="2026-01-25T16:05:08.362" v="7484" actId="790"/>
          <ac:spMkLst>
            <pc:docMk/>
            <pc:sldMk cId="2053452319" sldId="392"/>
            <ac:spMk id="14" creationId="{00000000-0000-0000-0000-000000000000}"/>
          </ac:spMkLst>
        </pc:spChg>
        <pc:spChg chg="mod">
          <ac:chgData name="Yash Jadhav" userId="535c3d6d-72b8-4f77-8155-55f939173cf2" providerId="ADAL" clId="{F33F88E0-3380-47C4-AFDE-F1AC050ADA82}" dt="2026-01-25T16:05:08.367" v="7485" actId="790"/>
          <ac:spMkLst>
            <pc:docMk/>
            <pc:sldMk cId="2053452319" sldId="392"/>
            <ac:spMk id="15" creationId="{00000000-0000-0000-0000-000000000000}"/>
          </ac:spMkLst>
        </pc:spChg>
        <pc:spChg chg="mod">
          <ac:chgData name="Yash Jadhav" userId="535c3d6d-72b8-4f77-8155-55f939173cf2" providerId="ADAL" clId="{F33F88E0-3380-47C4-AFDE-F1AC050ADA82}" dt="2026-01-25T16:05:08.370" v="7486" actId="790"/>
          <ac:spMkLst>
            <pc:docMk/>
            <pc:sldMk cId="2053452319" sldId="392"/>
            <ac:spMk id="16" creationId="{00000000-0000-0000-0000-000000000000}"/>
          </ac:spMkLst>
        </pc:spChg>
        <pc:spChg chg="mod">
          <ac:chgData name="Yash Jadhav" userId="535c3d6d-72b8-4f77-8155-55f939173cf2" providerId="ADAL" clId="{F33F88E0-3380-47C4-AFDE-F1AC050ADA82}" dt="2026-01-25T16:05:08.373" v="7487" actId="790"/>
          <ac:spMkLst>
            <pc:docMk/>
            <pc:sldMk cId="2053452319" sldId="392"/>
            <ac:spMk id="17" creationId="{00000000-0000-0000-0000-000000000000}"/>
          </ac:spMkLst>
        </pc:spChg>
        <pc:spChg chg="mod">
          <ac:chgData name="Yash Jadhav" userId="535c3d6d-72b8-4f77-8155-55f939173cf2" providerId="ADAL" clId="{F33F88E0-3380-47C4-AFDE-F1AC050ADA82}" dt="2026-01-25T16:05:08.375" v="7488" actId="790"/>
          <ac:spMkLst>
            <pc:docMk/>
            <pc:sldMk cId="2053452319" sldId="392"/>
            <ac:spMk id="18" creationId="{00000000-0000-0000-0000-000000000000}"/>
          </ac:spMkLst>
        </pc:spChg>
        <pc:spChg chg="mod">
          <ac:chgData name="Yash Jadhav" userId="535c3d6d-72b8-4f77-8155-55f939173cf2" providerId="ADAL" clId="{F33F88E0-3380-47C4-AFDE-F1AC050ADA82}" dt="2026-01-25T16:05:08.377" v="7489" actId="790"/>
          <ac:spMkLst>
            <pc:docMk/>
            <pc:sldMk cId="2053452319" sldId="392"/>
            <ac:spMk id="19" creationId="{00000000-0000-0000-0000-000000000000}"/>
          </ac:spMkLst>
        </pc:spChg>
        <pc:spChg chg="mod">
          <ac:chgData name="Yash Jadhav" userId="535c3d6d-72b8-4f77-8155-55f939173cf2" providerId="ADAL" clId="{F33F88E0-3380-47C4-AFDE-F1AC050ADA82}" dt="2026-01-25T16:05:08.379" v="7490" actId="790"/>
          <ac:spMkLst>
            <pc:docMk/>
            <pc:sldMk cId="2053452319" sldId="392"/>
            <ac:spMk id="20" creationId="{00000000-0000-0000-0000-000000000000}"/>
          </ac:spMkLst>
        </pc:spChg>
        <pc:spChg chg="mod">
          <ac:chgData name="Yash Jadhav" userId="535c3d6d-72b8-4f77-8155-55f939173cf2" providerId="ADAL" clId="{F33F88E0-3380-47C4-AFDE-F1AC050ADA82}" dt="2026-01-25T16:05:08.381" v="7491" actId="790"/>
          <ac:spMkLst>
            <pc:docMk/>
            <pc:sldMk cId="2053452319" sldId="392"/>
            <ac:spMk id="21" creationId="{00000000-0000-0000-0000-000000000000}"/>
          </ac:spMkLst>
        </pc:spChg>
        <pc:spChg chg="mod">
          <ac:chgData name="Yash Jadhav" userId="535c3d6d-72b8-4f77-8155-55f939173cf2" providerId="ADAL" clId="{F33F88E0-3380-47C4-AFDE-F1AC050ADA82}" dt="2026-01-25T16:05:08.384" v="7492" actId="790"/>
          <ac:spMkLst>
            <pc:docMk/>
            <pc:sldMk cId="2053452319" sldId="392"/>
            <ac:spMk id="22" creationId="{00000000-0000-0000-0000-000000000000}"/>
          </ac:spMkLst>
        </pc:spChg>
        <pc:spChg chg="mod">
          <ac:chgData name="Yash Jadhav" userId="535c3d6d-72b8-4f77-8155-55f939173cf2" providerId="ADAL" clId="{F33F88E0-3380-47C4-AFDE-F1AC050ADA82}" dt="2026-01-25T16:05:08.387" v="7493" actId="790"/>
          <ac:spMkLst>
            <pc:docMk/>
            <pc:sldMk cId="2053452319" sldId="392"/>
            <ac:spMk id="23" creationId="{00000000-0000-0000-0000-000000000000}"/>
          </ac:spMkLst>
        </pc:spChg>
        <pc:spChg chg="mod">
          <ac:chgData name="Yash Jadhav" userId="535c3d6d-72b8-4f77-8155-55f939173cf2" providerId="ADAL" clId="{F33F88E0-3380-47C4-AFDE-F1AC050ADA82}" dt="2026-01-25T16:05:08.389" v="7494" actId="790"/>
          <ac:spMkLst>
            <pc:docMk/>
            <pc:sldMk cId="2053452319" sldId="392"/>
            <ac:spMk id="24" creationId="{00000000-0000-0000-0000-000000000000}"/>
          </ac:spMkLst>
        </pc:spChg>
        <pc:spChg chg="mod">
          <ac:chgData name="Yash Jadhav" userId="535c3d6d-72b8-4f77-8155-55f939173cf2" providerId="ADAL" clId="{F33F88E0-3380-47C4-AFDE-F1AC050ADA82}" dt="2026-01-25T16:05:08.391" v="7495" actId="790"/>
          <ac:spMkLst>
            <pc:docMk/>
            <pc:sldMk cId="2053452319" sldId="392"/>
            <ac:spMk id="25" creationId="{00000000-0000-0000-0000-000000000000}"/>
          </ac:spMkLst>
        </pc:spChg>
        <pc:spChg chg="mod">
          <ac:chgData name="Yash Jadhav" userId="535c3d6d-72b8-4f77-8155-55f939173cf2" providerId="ADAL" clId="{F33F88E0-3380-47C4-AFDE-F1AC050ADA82}" dt="2026-01-25T16:05:08.392" v="7496" actId="790"/>
          <ac:spMkLst>
            <pc:docMk/>
            <pc:sldMk cId="2053452319" sldId="392"/>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401172" sldId="393"/>
        </pc:sldMkLst>
        <pc:spChg chg="mod ord">
          <ac:chgData name="Yash Jadhav" userId="535c3d6d-72b8-4f77-8155-55f939173cf2" providerId="ADAL" clId="{F33F88E0-3380-47C4-AFDE-F1AC050ADA82}" dt="2026-01-25T16:06:14.662" v="8413" actId="6264"/>
          <ac:spMkLst>
            <pc:docMk/>
            <pc:sldMk cId="2772401172" sldId="39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401172" sldId="393"/>
            <ac:spMk id="3" creationId="{8A560EBE-579B-3FD1-CF8B-A4F639B80DF7}"/>
          </ac:spMkLst>
        </pc:spChg>
        <pc:spChg chg="mod">
          <ac:chgData name="Yash Jadhav" userId="535c3d6d-72b8-4f77-8155-55f939173cf2" providerId="ADAL" clId="{F33F88E0-3380-47C4-AFDE-F1AC050ADA82}" dt="2026-01-25T16:05:10.258" v="7502" actId="790"/>
          <ac:spMkLst>
            <pc:docMk/>
            <pc:sldMk cId="2772401172" sldId="393"/>
            <ac:spMk id="4" creationId="{00000000-0000-0000-0000-000000000000}"/>
          </ac:spMkLst>
        </pc:spChg>
        <pc:spChg chg="mod">
          <ac:chgData name="Yash Jadhav" userId="535c3d6d-72b8-4f77-8155-55f939173cf2" providerId="ADAL" clId="{F33F88E0-3380-47C4-AFDE-F1AC050ADA82}" dt="2026-01-25T16:05:10.270" v="7503" actId="790"/>
          <ac:spMkLst>
            <pc:docMk/>
            <pc:sldMk cId="2772401172" sldId="393"/>
            <ac:spMk id="5" creationId="{00000000-0000-0000-0000-000000000000}"/>
          </ac:spMkLst>
        </pc:spChg>
        <pc:spChg chg="mod">
          <ac:chgData name="Yash Jadhav" userId="535c3d6d-72b8-4f77-8155-55f939173cf2" providerId="ADAL" clId="{F33F88E0-3380-47C4-AFDE-F1AC050ADA82}" dt="2026-01-25T16:05:10.283" v="7504" actId="790"/>
          <ac:spMkLst>
            <pc:docMk/>
            <pc:sldMk cId="2772401172" sldId="393"/>
            <ac:spMk id="6" creationId="{00000000-0000-0000-0000-000000000000}"/>
          </ac:spMkLst>
        </pc:spChg>
        <pc:spChg chg="mod">
          <ac:chgData name="Yash Jadhav" userId="535c3d6d-72b8-4f77-8155-55f939173cf2" providerId="ADAL" clId="{F33F88E0-3380-47C4-AFDE-F1AC050ADA82}" dt="2026-01-25T16:05:10.294" v="7505" actId="790"/>
          <ac:spMkLst>
            <pc:docMk/>
            <pc:sldMk cId="2772401172" sldId="393"/>
            <ac:spMk id="7" creationId="{00000000-0000-0000-0000-000000000000}"/>
          </ac:spMkLst>
        </pc:spChg>
        <pc:spChg chg="mod">
          <ac:chgData name="Yash Jadhav" userId="535c3d6d-72b8-4f77-8155-55f939173cf2" providerId="ADAL" clId="{F33F88E0-3380-47C4-AFDE-F1AC050ADA82}" dt="2026-01-25T16:05:10.299" v="7506" actId="790"/>
          <ac:spMkLst>
            <pc:docMk/>
            <pc:sldMk cId="2772401172" sldId="393"/>
            <ac:spMk id="9" creationId="{00000000-0000-0000-0000-000000000000}"/>
          </ac:spMkLst>
        </pc:spChg>
        <pc:spChg chg="mod">
          <ac:chgData name="Yash Jadhav" userId="535c3d6d-72b8-4f77-8155-55f939173cf2" providerId="ADAL" clId="{F33F88E0-3380-47C4-AFDE-F1AC050ADA82}" dt="2026-01-25T16:05:10.302" v="7507" actId="790"/>
          <ac:spMkLst>
            <pc:docMk/>
            <pc:sldMk cId="2772401172" sldId="393"/>
            <ac:spMk id="24" creationId="{00000000-0000-0000-0000-000000000000}"/>
          </ac:spMkLst>
        </pc:spChg>
        <pc:spChg chg="mod">
          <ac:chgData name="Yash Jadhav" userId="535c3d6d-72b8-4f77-8155-55f939173cf2" providerId="ADAL" clId="{F33F88E0-3380-47C4-AFDE-F1AC050ADA82}" dt="2026-01-25T16:05:10.304" v="7508" actId="790"/>
          <ac:spMkLst>
            <pc:docMk/>
            <pc:sldMk cId="2772401172" sldId="393"/>
            <ac:spMk id="27" creationId="{00000000-0000-0000-0000-000000000000}"/>
          </ac:spMkLst>
        </pc:spChg>
        <pc:spChg chg="mod">
          <ac:chgData name="Yash Jadhav" userId="535c3d6d-72b8-4f77-8155-55f939173cf2" providerId="ADAL" clId="{F33F88E0-3380-47C4-AFDE-F1AC050ADA82}" dt="2026-01-25T16:05:10.307" v="7509" actId="790"/>
          <ac:spMkLst>
            <pc:docMk/>
            <pc:sldMk cId="2772401172" sldId="393"/>
            <ac:spMk id="28" creationId="{00000000-0000-0000-0000-000000000000}"/>
          </ac:spMkLst>
        </pc:spChg>
        <pc:spChg chg="mod">
          <ac:chgData name="Yash Jadhav" userId="535c3d6d-72b8-4f77-8155-55f939173cf2" providerId="ADAL" clId="{F33F88E0-3380-47C4-AFDE-F1AC050ADA82}" dt="2026-01-25T16:05:10.309" v="7510" actId="790"/>
          <ac:spMkLst>
            <pc:docMk/>
            <pc:sldMk cId="2772401172" sldId="393"/>
            <ac:spMk id="29" creationId="{00000000-0000-0000-0000-000000000000}"/>
          </ac:spMkLst>
        </pc:spChg>
        <pc:spChg chg="mod">
          <ac:chgData name="Yash Jadhav" userId="535c3d6d-72b8-4f77-8155-55f939173cf2" providerId="ADAL" clId="{F33F88E0-3380-47C4-AFDE-F1AC050ADA82}" dt="2026-01-25T16:05:10.312" v="7511" actId="790"/>
          <ac:spMkLst>
            <pc:docMk/>
            <pc:sldMk cId="2772401172" sldId="393"/>
            <ac:spMk id="30" creationId="{00000000-0000-0000-0000-000000000000}"/>
          </ac:spMkLst>
        </pc:spChg>
        <pc:spChg chg="mod">
          <ac:chgData name="Yash Jadhav" userId="535c3d6d-72b8-4f77-8155-55f939173cf2" providerId="ADAL" clId="{F33F88E0-3380-47C4-AFDE-F1AC050ADA82}" dt="2026-01-25T16:05:10.315" v="7512" actId="790"/>
          <ac:spMkLst>
            <pc:docMk/>
            <pc:sldMk cId="2772401172" sldId="39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10115088" sldId="394"/>
        </pc:sldMkLst>
        <pc:spChg chg="mod ord">
          <ac:chgData name="Yash Jadhav" userId="535c3d6d-72b8-4f77-8155-55f939173cf2" providerId="ADAL" clId="{F33F88E0-3380-47C4-AFDE-F1AC050ADA82}" dt="2026-01-25T16:06:14.662" v="8413" actId="6264"/>
          <ac:spMkLst>
            <pc:docMk/>
            <pc:sldMk cId="1310115088" sldId="394"/>
            <ac:spMk id="2" creationId="{00000000-0000-0000-0000-000000000000}"/>
          </ac:spMkLst>
        </pc:spChg>
        <pc:spChg chg="mod">
          <ac:chgData name="Yash Jadhav" userId="535c3d6d-72b8-4f77-8155-55f939173cf2" providerId="ADAL" clId="{F33F88E0-3380-47C4-AFDE-F1AC050ADA82}" dt="2026-01-25T16:05:12.816" v="7518" actId="790"/>
          <ac:spMkLst>
            <pc:docMk/>
            <pc:sldMk cId="1310115088" sldId="394"/>
            <ac:spMk id="3" creationId="{00000000-0000-0000-0000-000000000000}"/>
          </ac:spMkLst>
        </pc:spChg>
        <pc:spChg chg="mod">
          <ac:chgData name="Yash Jadhav" userId="535c3d6d-72b8-4f77-8155-55f939173cf2" providerId="ADAL" clId="{F33F88E0-3380-47C4-AFDE-F1AC050ADA82}" dt="2026-01-25T16:05:12.820" v="7519" actId="790"/>
          <ac:spMkLst>
            <pc:docMk/>
            <pc:sldMk cId="1310115088" sldId="394"/>
            <ac:spMk id="4" creationId="{00000000-0000-0000-0000-000000000000}"/>
          </ac:spMkLst>
        </pc:spChg>
        <pc:spChg chg="mod">
          <ac:chgData name="Yash Jadhav" userId="535c3d6d-72b8-4f77-8155-55f939173cf2" providerId="ADAL" clId="{F33F88E0-3380-47C4-AFDE-F1AC050ADA82}" dt="2026-01-25T16:05:12.823" v="7520" actId="790"/>
          <ac:spMkLst>
            <pc:docMk/>
            <pc:sldMk cId="1310115088" sldId="394"/>
            <ac:spMk id="5" creationId="{00000000-0000-0000-0000-000000000000}"/>
          </ac:spMkLst>
        </pc:spChg>
        <pc:spChg chg="mod">
          <ac:chgData name="Yash Jadhav" userId="535c3d6d-72b8-4f77-8155-55f939173cf2" providerId="ADAL" clId="{F33F88E0-3380-47C4-AFDE-F1AC050ADA82}" dt="2026-01-25T16:05:12.827" v="7521" actId="790"/>
          <ac:spMkLst>
            <pc:docMk/>
            <pc:sldMk cId="1310115088" sldId="394"/>
            <ac:spMk id="6" creationId="{00000000-0000-0000-0000-000000000000}"/>
          </ac:spMkLst>
        </pc:spChg>
        <pc:spChg chg="mod">
          <ac:chgData name="Yash Jadhav" userId="535c3d6d-72b8-4f77-8155-55f939173cf2" providerId="ADAL" clId="{F33F88E0-3380-47C4-AFDE-F1AC050ADA82}" dt="2026-01-25T16:05:12.831" v="7522" actId="790"/>
          <ac:spMkLst>
            <pc:docMk/>
            <pc:sldMk cId="1310115088" sldId="394"/>
            <ac:spMk id="7" creationId="{00000000-0000-0000-0000-000000000000}"/>
          </ac:spMkLst>
        </pc:spChg>
        <pc:spChg chg="mod">
          <ac:chgData name="Yash Jadhav" userId="535c3d6d-72b8-4f77-8155-55f939173cf2" providerId="ADAL" clId="{F33F88E0-3380-47C4-AFDE-F1AC050ADA82}" dt="2026-01-25T16:05:12.838" v="7523" actId="790"/>
          <ac:spMkLst>
            <pc:docMk/>
            <pc:sldMk cId="1310115088" sldId="394"/>
            <ac:spMk id="8" creationId="{00000000-0000-0000-0000-000000000000}"/>
          </ac:spMkLst>
        </pc:spChg>
        <pc:spChg chg="mod">
          <ac:chgData name="Yash Jadhav" userId="535c3d6d-72b8-4f77-8155-55f939173cf2" providerId="ADAL" clId="{F33F88E0-3380-47C4-AFDE-F1AC050ADA82}" dt="2026-01-25T16:05:12.841" v="7524" actId="790"/>
          <ac:spMkLst>
            <pc:docMk/>
            <pc:sldMk cId="1310115088" sldId="394"/>
            <ac:spMk id="9" creationId="{00000000-0000-0000-0000-000000000000}"/>
          </ac:spMkLst>
        </pc:spChg>
        <pc:spChg chg="mod">
          <ac:chgData name="Yash Jadhav" userId="535c3d6d-72b8-4f77-8155-55f939173cf2" providerId="ADAL" clId="{F33F88E0-3380-47C4-AFDE-F1AC050ADA82}" dt="2026-01-25T16:05:12.844" v="7525" actId="790"/>
          <ac:spMkLst>
            <pc:docMk/>
            <pc:sldMk cId="1310115088" sldId="394"/>
            <ac:spMk id="10" creationId="{00000000-0000-0000-0000-000000000000}"/>
          </ac:spMkLst>
        </pc:spChg>
        <pc:spChg chg="mod">
          <ac:chgData name="Yash Jadhav" userId="535c3d6d-72b8-4f77-8155-55f939173cf2" providerId="ADAL" clId="{F33F88E0-3380-47C4-AFDE-F1AC050ADA82}" dt="2026-01-25T16:05:12.846" v="7526" actId="790"/>
          <ac:spMkLst>
            <pc:docMk/>
            <pc:sldMk cId="1310115088" sldId="394"/>
            <ac:spMk id="11" creationId="{00000000-0000-0000-0000-000000000000}"/>
          </ac:spMkLst>
        </pc:spChg>
        <pc:spChg chg="mod">
          <ac:chgData name="Yash Jadhav" userId="535c3d6d-72b8-4f77-8155-55f939173cf2" providerId="ADAL" clId="{F33F88E0-3380-47C4-AFDE-F1AC050ADA82}" dt="2026-01-25T16:05:12.849" v="7527" actId="790"/>
          <ac:spMkLst>
            <pc:docMk/>
            <pc:sldMk cId="1310115088" sldId="394"/>
            <ac:spMk id="12" creationId="{00000000-0000-0000-0000-000000000000}"/>
          </ac:spMkLst>
        </pc:spChg>
        <pc:spChg chg="mod">
          <ac:chgData name="Yash Jadhav" userId="535c3d6d-72b8-4f77-8155-55f939173cf2" providerId="ADAL" clId="{F33F88E0-3380-47C4-AFDE-F1AC050ADA82}" dt="2026-01-25T16:05:12.852" v="7528" actId="790"/>
          <ac:spMkLst>
            <pc:docMk/>
            <pc:sldMk cId="1310115088" sldId="394"/>
            <ac:spMk id="13" creationId="{00000000-0000-0000-0000-000000000000}"/>
          </ac:spMkLst>
        </pc:spChg>
        <pc:spChg chg="mod">
          <ac:chgData name="Yash Jadhav" userId="535c3d6d-72b8-4f77-8155-55f939173cf2" providerId="ADAL" clId="{F33F88E0-3380-47C4-AFDE-F1AC050ADA82}" dt="2026-01-25T16:05:12.854" v="7529" actId="790"/>
          <ac:spMkLst>
            <pc:docMk/>
            <pc:sldMk cId="1310115088" sldId="394"/>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1310115088" sldId="394"/>
            <ac:spMk id="15" creationId="{2D9532CF-1B6D-F1F8-0A36-9127874A6ACE}"/>
          </ac:spMkLst>
        </pc:spChg>
        <pc:spChg chg="mod">
          <ac:chgData name="Yash Jadhav" userId="535c3d6d-72b8-4f77-8155-55f939173cf2" providerId="ADAL" clId="{F33F88E0-3380-47C4-AFDE-F1AC050ADA82}" dt="2026-01-25T16:05:12.860" v="7530"/>
          <ac:spMkLst>
            <pc:docMk/>
            <pc:sldMk cId="1310115088" sldId="394"/>
            <ac:spMk id="33" creationId="{DDAB0503-C0D3-8234-B11B-9F7EC08650CE}"/>
          </ac:spMkLst>
        </pc:spChg>
        <pc:spChg chg="mod">
          <ac:chgData name="Yash Jadhav" userId="535c3d6d-72b8-4f77-8155-55f939173cf2" providerId="ADAL" clId="{F33F88E0-3380-47C4-AFDE-F1AC050ADA82}" dt="2026-01-25T16:05:12.861" v="7531"/>
          <ac:spMkLst>
            <pc:docMk/>
            <pc:sldMk cId="1310115088" sldId="394"/>
            <ac:spMk id="34" creationId="{2BBA982A-32AD-9A79-D11C-647EB795AD42}"/>
          </ac:spMkLst>
        </pc:spChg>
        <pc:spChg chg="mod">
          <ac:chgData name="Yash Jadhav" userId="535c3d6d-72b8-4f77-8155-55f939173cf2" providerId="ADAL" clId="{F33F88E0-3380-47C4-AFDE-F1AC050ADA82}" dt="2026-01-25T16:05:12.862" v="7532"/>
          <ac:spMkLst>
            <pc:docMk/>
            <pc:sldMk cId="1310115088" sldId="394"/>
            <ac:spMk id="35" creationId="{2313837E-96F8-86BE-C558-04FFF2B2D4C3}"/>
          </ac:spMkLst>
        </pc:spChg>
        <pc:spChg chg="mod">
          <ac:chgData name="Yash Jadhav" userId="535c3d6d-72b8-4f77-8155-55f939173cf2" providerId="ADAL" clId="{F33F88E0-3380-47C4-AFDE-F1AC050ADA82}" dt="2026-01-25T16:05:12.863" v="7533"/>
          <ac:spMkLst>
            <pc:docMk/>
            <pc:sldMk cId="1310115088" sldId="394"/>
            <ac:spMk id="36" creationId="{CAA2EA93-98D6-9012-E0A1-53C93D9E0126}"/>
          </ac:spMkLst>
        </pc:spChg>
        <pc:spChg chg="mod">
          <ac:chgData name="Yash Jadhav" userId="535c3d6d-72b8-4f77-8155-55f939173cf2" providerId="ADAL" clId="{F33F88E0-3380-47C4-AFDE-F1AC050ADA82}" dt="2026-01-25T16:05:12.864" v="7534"/>
          <ac:spMkLst>
            <pc:docMk/>
            <pc:sldMk cId="1310115088" sldId="394"/>
            <ac:spMk id="37" creationId="{F13A8020-6E0D-590F-006B-2316E379CFBC}"/>
          </ac:spMkLst>
        </pc:spChg>
        <pc:spChg chg="mod">
          <ac:chgData name="Yash Jadhav" userId="535c3d6d-72b8-4f77-8155-55f939173cf2" providerId="ADAL" clId="{F33F88E0-3380-47C4-AFDE-F1AC050ADA82}" dt="2026-01-25T16:05:12.865" v="7535"/>
          <ac:spMkLst>
            <pc:docMk/>
            <pc:sldMk cId="1310115088" sldId="394"/>
            <ac:spMk id="38" creationId="{0A3C2896-B80E-1035-2F9F-4EE7E79E1A95}"/>
          </ac:spMkLst>
        </pc:spChg>
        <pc:spChg chg="mod">
          <ac:chgData name="Yash Jadhav" userId="535c3d6d-72b8-4f77-8155-55f939173cf2" providerId="ADAL" clId="{F33F88E0-3380-47C4-AFDE-F1AC050ADA82}" dt="2026-01-25T16:05:12.866" v="7536"/>
          <ac:spMkLst>
            <pc:docMk/>
            <pc:sldMk cId="1310115088" sldId="394"/>
            <ac:spMk id="39" creationId="{5DFF87D5-567A-D7DA-9050-81A952DCB2B2}"/>
          </ac:spMkLst>
        </pc:spChg>
        <pc:spChg chg="mod">
          <ac:chgData name="Yash Jadhav" userId="535c3d6d-72b8-4f77-8155-55f939173cf2" providerId="ADAL" clId="{F33F88E0-3380-47C4-AFDE-F1AC050ADA82}" dt="2026-01-25T16:05:12.868" v="7537"/>
          <ac:spMkLst>
            <pc:docMk/>
            <pc:sldMk cId="1310115088" sldId="394"/>
            <ac:spMk id="40" creationId="{653D3AD4-9A67-9E21-9690-EB3C1E1ADDFA}"/>
          </ac:spMkLst>
        </pc:spChg>
        <pc:spChg chg="mod">
          <ac:chgData name="Yash Jadhav" userId="535c3d6d-72b8-4f77-8155-55f939173cf2" providerId="ADAL" clId="{F33F88E0-3380-47C4-AFDE-F1AC050ADA82}" dt="2026-01-25T16:05:12.869" v="7538"/>
          <ac:spMkLst>
            <pc:docMk/>
            <pc:sldMk cId="1310115088" sldId="394"/>
            <ac:spMk id="41" creationId="{66EEAD30-EA91-C215-E983-8A56F843B3D2}"/>
          </ac:spMkLst>
        </pc:spChg>
        <pc:spChg chg="mod">
          <ac:chgData name="Yash Jadhav" userId="535c3d6d-72b8-4f77-8155-55f939173cf2" providerId="ADAL" clId="{F33F88E0-3380-47C4-AFDE-F1AC050ADA82}" dt="2026-01-25T16:05:12.870" v="7539"/>
          <ac:spMkLst>
            <pc:docMk/>
            <pc:sldMk cId="1310115088" sldId="394"/>
            <ac:spMk id="42" creationId="{3E77D8A7-9591-144F-7B9B-58C76D6D5F93}"/>
          </ac:spMkLst>
        </pc:spChg>
        <pc:spChg chg="mod">
          <ac:chgData name="Yash Jadhav" userId="535c3d6d-72b8-4f77-8155-55f939173cf2" providerId="ADAL" clId="{F33F88E0-3380-47C4-AFDE-F1AC050ADA82}" dt="2026-01-25T16:05:12.871" v="7540"/>
          <ac:spMkLst>
            <pc:docMk/>
            <pc:sldMk cId="1310115088" sldId="394"/>
            <ac:spMk id="43" creationId="{094EAD8F-A444-A607-9750-8B7AB6F3941C}"/>
          </ac:spMkLst>
        </pc:spChg>
        <pc:spChg chg="mod">
          <ac:chgData name="Yash Jadhav" userId="535c3d6d-72b8-4f77-8155-55f939173cf2" providerId="ADAL" clId="{F33F88E0-3380-47C4-AFDE-F1AC050ADA82}" dt="2026-01-25T16:05:12.872" v="7541"/>
          <ac:spMkLst>
            <pc:docMk/>
            <pc:sldMk cId="1310115088" sldId="394"/>
            <ac:spMk id="44" creationId="{1B0C5DCF-CE3E-CBF7-44D2-8D0C57B8BCAA}"/>
          </ac:spMkLst>
        </pc:spChg>
        <pc:spChg chg="mod">
          <ac:chgData name="Yash Jadhav" userId="535c3d6d-72b8-4f77-8155-55f939173cf2" providerId="ADAL" clId="{F33F88E0-3380-47C4-AFDE-F1AC050ADA82}" dt="2026-01-25T16:05:12.873" v="7542"/>
          <ac:spMkLst>
            <pc:docMk/>
            <pc:sldMk cId="1310115088" sldId="394"/>
            <ac:spMk id="45" creationId="{636B66B0-19D1-92CB-FD95-E5228D44BDF5}"/>
          </ac:spMkLst>
        </pc:spChg>
        <pc:spChg chg="mod">
          <ac:chgData name="Yash Jadhav" userId="535c3d6d-72b8-4f77-8155-55f939173cf2" providerId="ADAL" clId="{F33F88E0-3380-47C4-AFDE-F1AC050ADA82}" dt="2026-01-25T16:05:12.873" v="7543"/>
          <ac:spMkLst>
            <pc:docMk/>
            <pc:sldMk cId="1310115088" sldId="394"/>
            <ac:spMk id="46" creationId="{98FB2D0C-C477-F8C1-CECA-8CA5862215EB}"/>
          </ac:spMkLst>
        </pc:spChg>
        <pc:spChg chg="mod">
          <ac:chgData name="Yash Jadhav" userId="535c3d6d-72b8-4f77-8155-55f939173cf2" providerId="ADAL" clId="{F33F88E0-3380-47C4-AFDE-F1AC050ADA82}" dt="2026-01-25T16:05:12.874" v="7544"/>
          <ac:spMkLst>
            <pc:docMk/>
            <pc:sldMk cId="1310115088" sldId="394"/>
            <ac:spMk id="47" creationId="{EC8AFF39-70A4-8B39-616A-17A2DD7DD40B}"/>
          </ac:spMkLst>
        </pc:spChg>
        <pc:spChg chg="mod">
          <ac:chgData name="Yash Jadhav" userId="535c3d6d-72b8-4f77-8155-55f939173cf2" providerId="ADAL" clId="{F33F88E0-3380-47C4-AFDE-F1AC050ADA82}" dt="2026-01-25T16:05:12.876" v="7545"/>
          <ac:spMkLst>
            <pc:docMk/>
            <pc:sldMk cId="1310115088" sldId="394"/>
            <ac:spMk id="48" creationId="{A74DA861-7509-0AB5-B69F-85610F74A130}"/>
          </ac:spMkLst>
        </pc:spChg>
        <pc:spChg chg="mod">
          <ac:chgData name="Yash Jadhav" userId="535c3d6d-72b8-4f77-8155-55f939173cf2" providerId="ADAL" clId="{F33F88E0-3380-47C4-AFDE-F1AC050ADA82}" dt="2026-01-25T16:05:12.879" v="7546" actId="790"/>
          <ac:spMkLst>
            <pc:docMk/>
            <pc:sldMk cId="1310115088" sldId="394"/>
            <ac:spMk id="49" creationId="{5EBA7619-F267-68D4-CE4D-F4C60A799388}"/>
          </ac:spMkLst>
        </pc:spChg>
        <pc:spChg chg="mod">
          <ac:chgData name="Yash Jadhav" userId="535c3d6d-72b8-4f77-8155-55f939173cf2" providerId="ADAL" clId="{F33F88E0-3380-47C4-AFDE-F1AC050ADA82}" dt="2026-01-25T16:05:12.882" v="7547" actId="790"/>
          <ac:spMkLst>
            <pc:docMk/>
            <pc:sldMk cId="1310115088" sldId="394"/>
            <ac:spMk id="51" creationId="{E3B411D8-5E2E-9DA1-C25B-5111C6273055}"/>
          </ac:spMkLst>
        </pc:spChg>
        <pc:spChg chg="mod">
          <ac:chgData name="Yash Jadhav" userId="535c3d6d-72b8-4f77-8155-55f939173cf2" providerId="ADAL" clId="{F33F88E0-3380-47C4-AFDE-F1AC050ADA82}" dt="2026-01-25T16:05:12.885" v="7548" actId="790"/>
          <ac:spMkLst>
            <pc:docMk/>
            <pc:sldMk cId="1310115088" sldId="394"/>
            <ac:spMk id="52" creationId="{AA72D14F-AF12-A38A-3A6B-8351AE153B07}"/>
          </ac:spMkLst>
        </pc:spChg>
        <pc:spChg chg="mod">
          <ac:chgData name="Yash Jadhav" userId="535c3d6d-72b8-4f77-8155-55f939173cf2" providerId="ADAL" clId="{F33F88E0-3380-47C4-AFDE-F1AC050ADA82}" dt="2026-01-25T16:05:12.886" v="7549" actId="790"/>
          <ac:spMkLst>
            <pc:docMk/>
            <pc:sldMk cId="1310115088" sldId="394"/>
            <ac:spMk id="53" creationId="{C6AAF75D-4385-9634-4EC6-2B8408E27961}"/>
          </ac:spMkLst>
        </pc:spChg>
        <pc:spChg chg="mod">
          <ac:chgData name="Yash Jadhav" userId="535c3d6d-72b8-4f77-8155-55f939173cf2" providerId="ADAL" clId="{F33F88E0-3380-47C4-AFDE-F1AC050ADA82}" dt="2026-01-25T16:05:12.889" v="7550" actId="790"/>
          <ac:spMkLst>
            <pc:docMk/>
            <pc:sldMk cId="1310115088" sldId="394"/>
            <ac:spMk id="54" creationId="{26FEBB21-BB00-4227-386A-F6E5AA190E1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30306584" sldId="395"/>
        </pc:sldMkLst>
        <pc:spChg chg="mod ord">
          <ac:chgData name="Yash Jadhav" userId="535c3d6d-72b8-4f77-8155-55f939173cf2" providerId="ADAL" clId="{F33F88E0-3380-47C4-AFDE-F1AC050ADA82}" dt="2026-01-25T16:06:14.662" v="8413" actId="6264"/>
          <ac:spMkLst>
            <pc:docMk/>
            <pc:sldMk cId="3530306584" sldId="395"/>
            <ac:spMk id="3" creationId="{00000000-0000-0000-0000-000000000000}"/>
          </ac:spMkLst>
        </pc:spChg>
        <pc:spChg chg="mod">
          <ac:chgData name="Yash Jadhav" userId="535c3d6d-72b8-4f77-8155-55f939173cf2" providerId="ADAL" clId="{F33F88E0-3380-47C4-AFDE-F1AC050ADA82}" dt="2026-01-25T16:05:13.734" v="7564" actId="790"/>
          <ac:spMkLst>
            <pc:docMk/>
            <pc:sldMk cId="3530306584" sldId="395"/>
            <ac:spMk id="4" creationId="{15C88972-34DF-E4AD-485A-AE25DE0F72CA}"/>
          </ac:spMkLst>
        </pc:spChg>
        <pc:spChg chg="mod">
          <ac:chgData name="Yash Jadhav" userId="535c3d6d-72b8-4f77-8155-55f939173cf2" providerId="ADAL" clId="{F33F88E0-3380-47C4-AFDE-F1AC050ADA82}" dt="2026-01-25T16:05:13.709" v="7561" actId="790"/>
          <ac:spMkLst>
            <pc:docMk/>
            <pc:sldMk cId="3530306584" sldId="395"/>
            <ac:spMk id="5" creationId="{00000000-0000-0000-0000-000000000000}"/>
          </ac:spMkLst>
        </pc:spChg>
        <pc:spChg chg="mod">
          <ac:chgData name="Yash Jadhav" userId="535c3d6d-72b8-4f77-8155-55f939173cf2" providerId="ADAL" clId="{F33F88E0-3380-47C4-AFDE-F1AC050ADA82}" dt="2026-01-25T16:05:13.699" v="7557" actId="790"/>
          <ac:spMkLst>
            <pc:docMk/>
            <pc:sldMk cId="3530306584" sldId="395"/>
            <ac:spMk id="6" creationId="{00000000-0000-0000-0000-000000000000}"/>
          </ac:spMkLst>
        </pc:spChg>
        <pc:spChg chg="mod">
          <ac:chgData name="Yash Jadhav" userId="535c3d6d-72b8-4f77-8155-55f939173cf2" providerId="ADAL" clId="{F33F88E0-3380-47C4-AFDE-F1AC050ADA82}" dt="2026-01-25T16:05:13.705" v="7559" actId="790"/>
          <ac:spMkLst>
            <pc:docMk/>
            <pc:sldMk cId="3530306584" sldId="395"/>
            <ac:spMk id="7" creationId="{00000000-0000-0000-0000-000000000000}"/>
          </ac:spMkLst>
        </pc:spChg>
        <pc:spChg chg="mod">
          <ac:chgData name="Yash Jadhav" userId="535c3d6d-72b8-4f77-8155-55f939173cf2" providerId="ADAL" clId="{F33F88E0-3380-47C4-AFDE-F1AC050ADA82}" dt="2026-01-25T16:05:13.702" v="7558" actId="790"/>
          <ac:spMkLst>
            <pc:docMk/>
            <pc:sldMk cId="3530306584" sldId="395"/>
            <ac:spMk id="8" creationId="{00000000-0000-0000-0000-000000000000}"/>
          </ac:spMkLst>
        </pc:spChg>
        <pc:spChg chg="mod">
          <ac:chgData name="Yash Jadhav" userId="535c3d6d-72b8-4f77-8155-55f939173cf2" providerId="ADAL" clId="{F33F88E0-3380-47C4-AFDE-F1AC050ADA82}" dt="2026-01-25T16:05:13.737" v="7565" actId="790"/>
          <ac:spMkLst>
            <pc:docMk/>
            <pc:sldMk cId="3530306584" sldId="395"/>
            <ac:spMk id="9" creationId="{A8568F4D-0C71-BB48-4833-234D069ADB06}"/>
          </ac:spMkLst>
        </pc:spChg>
        <pc:spChg chg="mod">
          <ac:chgData name="Yash Jadhav" userId="535c3d6d-72b8-4f77-8155-55f939173cf2" providerId="ADAL" clId="{F33F88E0-3380-47C4-AFDE-F1AC050ADA82}" dt="2026-01-25T16:05:13.739" v="7566" actId="790"/>
          <ac:spMkLst>
            <pc:docMk/>
            <pc:sldMk cId="3530306584" sldId="395"/>
            <ac:spMk id="10" creationId="{B6B1CB85-15E6-B7F1-7CE6-803B0F3B1179}"/>
          </ac:spMkLst>
        </pc:spChg>
        <pc:spChg chg="mod">
          <ac:chgData name="Yash Jadhav" userId="535c3d6d-72b8-4f77-8155-55f939173cf2" providerId="ADAL" clId="{F33F88E0-3380-47C4-AFDE-F1AC050ADA82}" dt="2026-01-25T16:05:13.707" v="7560" actId="790"/>
          <ac:spMkLst>
            <pc:docMk/>
            <pc:sldMk cId="3530306584" sldId="395"/>
            <ac:spMk id="11" creationId="{00000000-0000-0000-0000-000000000000}"/>
          </ac:spMkLst>
        </pc:spChg>
        <pc:spChg chg="mod">
          <ac:chgData name="Yash Jadhav" userId="535c3d6d-72b8-4f77-8155-55f939173cf2" providerId="ADAL" clId="{F33F88E0-3380-47C4-AFDE-F1AC050ADA82}" dt="2026-01-25T16:05:13.741" v="7567" actId="790"/>
          <ac:spMkLst>
            <pc:docMk/>
            <pc:sldMk cId="3530306584" sldId="395"/>
            <ac:spMk id="12" creationId="{53B924BD-4E16-565F-843C-021D052B42E7}"/>
          </ac:spMkLst>
        </pc:spChg>
        <pc:spChg chg="mod">
          <ac:chgData name="Yash Jadhav" userId="535c3d6d-72b8-4f77-8155-55f939173cf2" providerId="ADAL" clId="{F33F88E0-3380-47C4-AFDE-F1AC050ADA82}" dt="2026-01-25T16:05:13.743" v="7568" actId="790"/>
          <ac:spMkLst>
            <pc:docMk/>
            <pc:sldMk cId="3530306584" sldId="395"/>
            <ac:spMk id="13" creationId="{0AC1B5AC-5368-CE39-FBCA-113DBA13BE15}"/>
          </ac:spMkLst>
        </pc:spChg>
        <pc:spChg chg="mod">
          <ac:chgData name="Yash Jadhav" userId="535c3d6d-72b8-4f77-8155-55f939173cf2" providerId="ADAL" clId="{F33F88E0-3380-47C4-AFDE-F1AC050ADA82}" dt="2026-01-25T16:05:14.078" v="7596" actId="27636"/>
          <ac:spMkLst>
            <pc:docMk/>
            <pc:sldMk cId="3530306584" sldId="395"/>
            <ac:spMk id="14" creationId="{00000000-0000-0000-0000-000000000000}"/>
          </ac:spMkLst>
        </pc:spChg>
        <pc:spChg chg="mod">
          <ac:chgData name="Yash Jadhav" userId="535c3d6d-72b8-4f77-8155-55f939173cf2" providerId="ADAL" clId="{F33F88E0-3380-47C4-AFDE-F1AC050ADA82}" dt="2026-01-25T16:05:14.062" v="7595" actId="27636"/>
          <ac:spMkLst>
            <pc:docMk/>
            <pc:sldMk cId="3530306584" sldId="395"/>
            <ac:spMk id="15" creationId="{00000000-0000-0000-0000-000000000000}"/>
          </ac:spMkLst>
        </pc:spChg>
        <pc:spChg chg="mod">
          <ac:chgData name="Yash Jadhav" userId="535c3d6d-72b8-4f77-8155-55f939173cf2" providerId="ADAL" clId="{F33F88E0-3380-47C4-AFDE-F1AC050ADA82}" dt="2026-01-25T16:05:14.078" v="7597" actId="27636"/>
          <ac:spMkLst>
            <pc:docMk/>
            <pc:sldMk cId="3530306584" sldId="395"/>
            <ac:spMk id="16" creationId="{00000000-0000-0000-0000-000000000000}"/>
          </ac:spMkLst>
        </pc:spChg>
        <pc:spChg chg="add del mod">
          <ac:chgData name="Yash Jadhav" userId="535c3d6d-72b8-4f77-8155-55f939173cf2" providerId="ADAL" clId="{F33F88E0-3380-47C4-AFDE-F1AC050ADA82}" dt="2026-01-25T16:06:14.662" v="8413" actId="6264"/>
          <ac:spMkLst>
            <pc:docMk/>
            <pc:sldMk cId="3530306584" sldId="395"/>
            <ac:spMk id="21" creationId="{6E7CF407-B4E8-042B-318E-61577DF276DE}"/>
          </ac:spMkLst>
        </pc:spChg>
        <pc:spChg chg="mod">
          <ac:chgData name="Yash Jadhav" userId="535c3d6d-72b8-4f77-8155-55f939173cf2" providerId="ADAL" clId="{F33F88E0-3380-47C4-AFDE-F1AC050ADA82}" dt="2026-01-25T16:05:13.745" v="7569"/>
          <ac:spMkLst>
            <pc:docMk/>
            <pc:sldMk cId="3530306584" sldId="395"/>
            <ac:spMk id="38" creationId="{2C720774-BE31-A692-F98D-A72DA50BD94D}"/>
          </ac:spMkLst>
        </pc:spChg>
        <pc:spChg chg="mod">
          <ac:chgData name="Yash Jadhav" userId="535c3d6d-72b8-4f77-8155-55f939173cf2" providerId="ADAL" clId="{F33F88E0-3380-47C4-AFDE-F1AC050ADA82}" dt="2026-01-25T16:05:13.747" v="7570"/>
          <ac:spMkLst>
            <pc:docMk/>
            <pc:sldMk cId="3530306584" sldId="395"/>
            <ac:spMk id="39" creationId="{6C565F45-65CA-0139-D22D-15D80A32DDFF}"/>
          </ac:spMkLst>
        </pc:spChg>
        <pc:spChg chg="mod">
          <ac:chgData name="Yash Jadhav" userId="535c3d6d-72b8-4f77-8155-55f939173cf2" providerId="ADAL" clId="{F33F88E0-3380-47C4-AFDE-F1AC050ADA82}" dt="2026-01-25T16:05:13.748" v="7571"/>
          <ac:spMkLst>
            <pc:docMk/>
            <pc:sldMk cId="3530306584" sldId="395"/>
            <ac:spMk id="40" creationId="{974E91F0-EF9D-09AE-C2FF-C1BF87BC5F67}"/>
          </ac:spMkLst>
        </pc:spChg>
        <pc:spChg chg="mod">
          <ac:chgData name="Yash Jadhav" userId="535c3d6d-72b8-4f77-8155-55f939173cf2" providerId="ADAL" clId="{F33F88E0-3380-47C4-AFDE-F1AC050ADA82}" dt="2026-01-25T16:05:13.750" v="7572"/>
          <ac:spMkLst>
            <pc:docMk/>
            <pc:sldMk cId="3530306584" sldId="395"/>
            <ac:spMk id="41" creationId="{94AA08B0-E24D-88B8-3C9F-B76539D12755}"/>
          </ac:spMkLst>
        </pc:spChg>
        <pc:spChg chg="mod">
          <ac:chgData name="Yash Jadhav" userId="535c3d6d-72b8-4f77-8155-55f939173cf2" providerId="ADAL" clId="{F33F88E0-3380-47C4-AFDE-F1AC050ADA82}" dt="2026-01-25T16:05:13.751" v="7573"/>
          <ac:spMkLst>
            <pc:docMk/>
            <pc:sldMk cId="3530306584" sldId="395"/>
            <ac:spMk id="42" creationId="{4EEB4874-47A3-836B-50E4-0B97F6D7BDD8}"/>
          </ac:spMkLst>
        </pc:spChg>
        <pc:spChg chg="mod">
          <ac:chgData name="Yash Jadhav" userId="535c3d6d-72b8-4f77-8155-55f939173cf2" providerId="ADAL" clId="{F33F88E0-3380-47C4-AFDE-F1AC050ADA82}" dt="2026-01-25T16:05:13.752" v="7574"/>
          <ac:spMkLst>
            <pc:docMk/>
            <pc:sldMk cId="3530306584" sldId="395"/>
            <ac:spMk id="43" creationId="{64A18457-C962-4F9E-9D54-206AA1415915}"/>
          </ac:spMkLst>
        </pc:spChg>
        <pc:spChg chg="mod">
          <ac:chgData name="Yash Jadhav" userId="535c3d6d-72b8-4f77-8155-55f939173cf2" providerId="ADAL" clId="{F33F88E0-3380-47C4-AFDE-F1AC050ADA82}" dt="2026-01-25T16:05:13.753" v="7575"/>
          <ac:spMkLst>
            <pc:docMk/>
            <pc:sldMk cId="3530306584" sldId="395"/>
            <ac:spMk id="44" creationId="{26845AEB-7B66-11EA-349D-96B8D9779B1D}"/>
          </ac:spMkLst>
        </pc:spChg>
        <pc:spChg chg="mod">
          <ac:chgData name="Yash Jadhav" userId="535c3d6d-72b8-4f77-8155-55f939173cf2" providerId="ADAL" clId="{F33F88E0-3380-47C4-AFDE-F1AC050ADA82}" dt="2026-01-25T16:05:13.753" v="7576"/>
          <ac:spMkLst>
            <pc:docMk/>
            <pc:sldMk cId="3530306584" sldId="395"/>
            <ac:spMk id="45" creationId="{CB1E7F5B-42BA-D6A5-A42E-87FE151A1722}"/>
          </ac:spMkLst>
        </pc:spChg>
        <pc:spChg chg="mod">
          <ac:chgData name="Yash Jadhav" userId="535c3d6d-72b8-4f77-8155-55f939173cf2" providerId="ADAL" clId="{F33F88E0-3380-47C4-AFDE-F1AC050ADA82}" dt="2026-01-25T16:05:13.754" v="7577"/>
          <ac:spMkLst>
            <pc:docMk/>
            <pc:sldMk cId="3530306584" sldId="395"/>
            <ac:spMk id="46" creationId="{C076D439-E978-F5A5-3F3E-67C43D8B990F}"/>
          </ac:spMkLst>
        </pc:spChg>
        <pc:spChg chg="mod">
          <ac:chgData name="Yash Jadhav" userId="535c3d6d-72b8-4f77-8155-55f939173cf2" providerId="ADAL" clId="{F33F88E0-3380-47C4-AFDE-F1AC050ADA82}" dt="2026-01-25T16:05:13.755" v="7578"/>
          <ac:spMkLst>
            <pc:docMk/>
            <pc:sldMk cId="3530306584" sldId="395"/>
            <ac:spMk id="47" creationId="{40261637-9ED8-11C4-4E35-9FFB57871B7D}"/>
          </ac:spMkLst>
        </pc:spChg>
        <pc:spChg chg="mod">
          <ac:chgData name="Yash Jadhav" userId="535c3d6d-72b8-4f77-8155-55f939173cf2" providerId="ADAL" clId="{F33F88E0-3380-47C4-AFDE-F1AC050ADA82}" dt="2026-01-25T16:05:13.756" v="7579"/>
          <ac:spMkLst>
            <pc:docMk/>
            <pc:sldMk cId="3530306584" sldId="395"/>
            <ac:spMk id="48" creationId="{E90F2131-F748-1F09-8501-2455AD18835C}"/>
          </ac:spMkLst>
        </pc:spChg>
        <pc:spChg chg="mod">
          <ac:chgData name="Yash Jadhav" userId="535c3d6d-72b8-4f77-8155-55f939173cf2" providerId="ADAL" clId="{F33F88E0-3380-47C4-AFDE-F1AC050ADA82}" dt="2026-01-25T16:05:13.757" v="7580"/>
          <ac:spMkLst>
            <pc:docMk/>
            <pc:sldMk cId="3530306584" sldId="395"/>
            <ac:spMk id="49" creationId="{20EE9C57-DC84-86A5-0096-F8E82204FDF9}"/>
          </ac:spMkLst>
        </pc:spChg>
        <pc:spChg chg="mod">
          <ac:chgData name="Yash Jadhav" userId="535c3d6d-72b8-4f77-8155-55f939173cf2" providerId="ADAL" clId="{F33F88E0-3380-47C4-AFDE-F1AC050ADA82}" dt="2026-01-25T16:05:13.757" v="7581"/>
          <ac:spMkLst>
            <pc:docMk/>
            <pc:sldMk cId="3530306584" sldId="395"/>
            <ac:spMk id="50" creationId="{0BA854F0-5964-F8C2-99C9-B5023478C2E7}"/>
          </ac:spMkLst>
        </pc:spChg>
        <pc:spChg chg="mod">
          <ac:chgData name="Yash Jadhav" userId="535c3d6d-72b8-4f77-8155-55f939173cf2" providerId="ADAL" clId="{F33F88E0-3380-47C4-AFDE-F1AC050ADA82}" dt="2026-01-25T16:05:13.758" v="7582"/>
          <ac:spMkLst>
            <pc:docMk/>
            <pc:sldMk cId="3530306584" sldId="395"/>
            <ac:spMk id="51" creationId="{9FA2CA75-7874-7F48-E04F-E5AAC8A006CE}"/>
          </ac:spMkLst>
        </pc:spChg>
        <pc:spChg chg="mod">
          <ac:chgData name="Yash Jadhav" userId="535c3d6d-72b8-4f77-8155-55f939173cf2" providerId="ADAL" clId="{F33F88E0-3380-47C4-AFDE-F1AC050ADA82}" dt="2026-01-25T16:05:13.762" v="7583" actId="790"/>
          <ac:spMkLst>
            <pc:docMk/>
            <pc:sldMk cId="3530306584" sldId="395"/>
            <ac:spMk id="53" creationId="{E673EAB4-C0C1-0749-D347-4B9AE805D02D}"/>
          </ac:spMkLst>
        </pc:spChg>
        <pc:spChg chg="mod">
          <ac:chgData name="Yash Jadhav" userId="535c3d6d-72b8-4f77-8155-55f939173cf2" providerId="ADAL" clId="{F33F88E0-3380-47C4-AFDE-F1AC050ADA82}" dt="2026-01-25T16:05:13.766" v="7584" actId="790"/>
          <ac:spMkLst>
            <pc:docMk/>
            <pc:sldMk cId="3530306584" sldId="395"/>
            <ac:spMk id="54" creationId="{83AA861E-27D9-ED52-AABD-93D79D066852}"/>
          </ac:spMkLst>
        </pc:spChg>
        <pc:spChg chg="mod">
          <ac:chgData name="Yash Jadhav" userId="535c3d6d-72b8-4f77-8155-55f939173cf2" providerId="ADAL" clId="{F33F88E0-3380-47C4-AFDE-F1AC050ADA82}" dt="2026-01-25T16:05:13.769" v="7585" actId="790"/>
          <ac:spMkLst>
            <pc:docMk/>
            <pc:sldMk cId="3530306584" sldId="395"/>
            <ac:spMk id="55" creationId="{A5F138E6-C31B-90A1-32A7-62993D2C1023}"/>
          </ac:spMkLst>
        </pc:spChg>
        <pc:spChg chg="mod">
          <ac:chgData name="Yash Jadhav" userId="535c3d6d-72b8-4f77-8155-55f939173cf2" providerId="ADAL" clId="{F33F88E0-3380-47C4-AFDE-F1AC050ADA82}" dt="2026-01-25T16:05:13.771" v="7586" actId="790"/>
          <ac:spMkLst>
            <pc:docMk/>
            <pc:sldMk cId="3530306584" sldId="395"/>
            <ac:spMk id="56" creationId="{3EE285C0-659D-5DF7-4714-96DC8FAFF334}"/>
          </ac:spMkLst>
        </pc:spChg>
        <pc:spChg chg="mod">
          <ac:chgData name="Yash Jadhav" userId="535c3d6d-72b8-4f77-8155-55f939173cf2" providerId="ADAL" clId="{F33F88E0-3380-47C4-AFDE-F1AC050ADA82}" dt="2026-01-25T16:05:13.774" v="7587" actId="790"/>
          <ac:spMkLst>
            <pc:docMk/>
            <pc:sldMk cId="3530306584" sldId="395"/>
            <ac:spMk id="57" creationId="{71BA631D-A51B-F818-11DE-FADE7EB84FB3}"/>
          </ac:spMkLst>
        </pc:spChg>
        <pc:spChg chg="mod">
          <ac:chgData name="Yash Jadhav" userId="535c3d6d-72b8-4f77-8155-55f939173cf2" providerId="ADAL" clId="{F33F88E0-3380-47C4-AFDE-F1AC050ADA82}" dt="2026-01-25T16:05:13.775" v="7588" actId="790"/>
          <ac:spMkLst>
            <pc:docMk/>
            <pc:sldMk cId="3530306584" sldId="395"/>
            <ac:spMk id="58" creationId="{2B6FD72C-D3E2-7F6F-42DD-31F4E9E9AE65}"/>
          </ac:spMkLst>
        </pc:spChg>
        <pc:spChg chg="mod">
          <ac:chgData name="Yash Jadhav" userId="535c3d6d-72b8-4f77-8155-55f939173cf2" providerId="ADAL" clId="{F33F88E0-3380-47C4-AFDE-F1AC050ADA82}" dt="2026-01-25T16:05:13.777" v="7589" actId="790"/>
          <ac:spMkLst>
            <pc:docMk/>
            <pc:sldMk cId="3530306584" sldId="395"/>
            <ac:spMk id="59" creationId="{CA7A64A8-EA0C-F331-C577-AE768528FFEE}"/>
          </ac:spMkLst>
        </pc:spChg>
        <pc:spChg chg="mod">
          <ac:chgData name="Yash Jadhav" userId="535c3d6d-72b8-4f77-8155-55f939173cf2" providerId="ADAL" clId="{F33F88E0-3380-47C4-AFDE-F1AC050ADA82}" dt="2026-01-25T16:05:13.780" v="7590" actId="790"/>
          <ac:spMkLst>
            <pc:docMk/>
            <pc:sldMk cId="3530306584" sldId="395"/>
            <ac:spMk id="60" creationId="{ACE1CFB0-1A44-1BE7-0A25-F3E59F546EAC}"/>
          </ac:spMkLst>
        </pc:spChg>
        <pc:spChg chg="mod">
          <ac:chgData name="Yash Jadhav" userId="535c3d6d-72b8-4f77-8155-55f939173cf2" providerId="ADAL" clId="{F33F88E0-3380-47C4-AFDE-F1AC050ADA82}" dt="2026-01-25T16:05:13.783" v="7591" actId="790"/>
          <ac:spMkLst>
            <pc:docMk/>
            <pc:sldMk cId="3530306584" sldId="395"/>
            <ac:spMk id="61" creationId="{FE43008B-753F-B25D-AE75-7687AF21C26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21523977" sldId="396"/>
        </pc:sldMkLst>
        <pc:spChg chg="add del mod">
          <ac:chgData name="Yash Jadhav" userId="535c3d6d-72b8-4f77-8155-55f939173cf2" providerId="ADAL" clId="{F33F88E0-3380-47C4-AFDE-F1AC050ADA82}" dt="2026-01-25T16:06:14.662" v="8413" actId="6264"/>
          <ac:spMkLst>
            <pc:docMk/>
            <pc:sldMk cId="1821523977" sldId="396"/>
            <ac:spMk id="2" creationId="{EB08E952-A0DE-3FB8-8D0E-4579D8376207}"/>
          </ac:spMkLst>
        </pc:spChg>
        <pc:spChg chg="mod ord">
          <ac:chgData name="Yash Jadhav" userId="535c3d6d-72b8-4f77-8155-55f939173cf2" providerId="ADAL" clId="{F33F88E0-3380-47C4-AFDE-F1AC050ADA82}" dt="2026-01-25T16:06:14.662" v="8413" actId="6264"/>
          <ac:spMkLst>
            <pc:docMk/>
            <pc:sldMk cId="1821523977" sldId="396"/>
            <ac:spMk id="3" creationId="{00000000-0000-0000-0000-000000000000}"/>
          </ac:spMkLst>
        </pc:spChg>
        <pc:spChg chg="mod">
          <ac:chgData name="Yash Jadhav" userId="535c3d6d-72b8-4f77-8155-55f939173cf2" providerId="ADAL" clId="{F33F88E0-3380-47C4-AFDE-F1AC050ADA82}" dt="2026-01-25T16:05:14.833" v="7599" actId="790"/>
          <ac:spMkLst>
            <pc:docMk/>
            <pc:sldMk cId="1821523977" sldId="396"/>
            <ac:spMk id="6" creationId="{00000000-0000-0000-0000-000000000000}"/>
          </ac:spMkLst>
        </pc:spChg>
        <pc:spChg chg="mod">
          <ac:chgData name="Yash Jadhav" userId="535c3d6d-72b8-4f77-8155-55f939173cf2" providerId="ADAL" clId="{F33F88E0-3380-47C4-AFDE-F1AC050ADA82}" dt="2026-01-25T16:05:14.838" v="7600" actId="790"/>
          <ac:spMkLst>
            <pc:docMk/>
            <pc:sldMk cId="1821523977" sldId="396"/>
            <ac:spMk id="7" creationId="{00000000-0000-0000-0000-000000000000}"/>
          </ac:spMkLst>
        </pc:spChg>
        <pc:spChg chg="mod">
          <ac:chgData name="Yash Jadhav" userId="535c3d6d-72b8-4f77-8155-55f939173cf2" providerId="ADAL" clId="{F33F88E0-3380-47C4-AFDE-F1AC050ADA82}" dt="2026-01-25T16:05:14.840" v="7601" actId="790"/>
          <ac:spMkLst>
            <pc:docMk/>
            <pc:sldMk cId="1821523977" sldId="396"/>
            <ac:spMk id="8" creationId="{00000000-0000-0000-0000-000000000000}"/>
          </ac:spMkLst>
        </pc:spChg>
        <pc:spChg chg="mod">
          <ac:chgData name="Yash Jadhav" userId="535c3d6d-72b8-4f77-8155-55f939173cf2" providerId="ADAL" clId="{F33F88E0-3380-47C4-AFDE-F1AC050ADA82}" dt="2026-01-25T16:05:14.845" v="7602" actId="790"/>
          <ac:spMkLst>
            <pc:docMk/>
            <pc:sldMk cId="1821523977" sldId="396"/>
            <ac:spMk id="9" creationId="{00000000-0000-0000-0000-000000000000}"/>
          </ac:spMkLst>
        </pc:spChg>
        <pc:spChg chg="mod">
          <ac:chgData name="Yash Jadhav" userId="535c3d6d-72b8-4f77-8155-55f939173cf2" providerId="ADAL" clId="{F33F88E0-3380-47C4-AFDE-F1AC050ADA82}" dt="2026-01-25T16:05:14.849" v="7603" actId="790"/>
          <ac:spMkLst>
            <pc:docMk/>
            <pc:sldMk cId="1821523977" sldId="396"/>
            <ac:spMk id="10" creationId="{00000000-0000-0000-0000-000000000000}"/>
          </ac:spMkLst>
        </pc:spChg>
        <pc:spChg chg="mod">
          <ac:chgData name="Yash Jadhav" userId="535c3d6d-72b8-4f77-8155-55f939173cf2" providerId="ADAL" clId="{F33F88E0-3380-47C4-AFDE-F1AC050ADA82}" dt="2026-01-25T16:05:14.853" v="7604" actId="790"/>
          <ac:spMkLst>
            <pc:docMk/>
            <pc:sldMk cId="1821523977" sldId="396"/>
            <ac:spMk id="11" creationId="{00000000-0000-0000-0000-000000000000}"/>
          </ac:spMkLst>
        </pc:spChg>
        <pc:spChg chg="mod">
          <ac:chgData name="Yash Jadhav" userId="535c3d6d-72b8-4f77-8155-55f939173cf2" providerId="ADAL" clId="{F33F88E0-3380-47C4-AFDE-F1AC050ADA82}" dt="2026-01-25T16:05:14.857" v="7605" actId="790"/>
          <ac:spMkLst>
            <pc:docMk/>
            <pc:sldMk cId="1821523977" sldId="396"/>
            <ac:spMk id="12" creationId="{00000000-0000-0000-0000-000000000000}"/>
          </ac:spMkLst>
        </pc:spChg>
        <pc:spChg chg="mod">
          <ac:chgData name="Yash Jadhav" userId="535c3d6d-72b8-4f77-8155-55f939173cf2" providerId="ADAL" clId="{F33F88E0-3380-47C4-AFDE-F1AC050ADA82}" dt="2026-01-25T16:05:14.862" v="7606" actId="790"/>
          <ac:spMkLst>
            <pc:docMk/>
            <pc:sldMk cId="1821523977" sldId="396"/>
            <ac:spMk id="13" creationId="{00000000-0000-0000-0000-000000000000}"/>
          </ac:spMkLst>
        </pc:spChg>
        <pc:spChg chg="mod">
          <ac:chgData name="Yash Jadhav" userId="535c3d6d-72b8-4f77-8155-55f939173cf2" providerId="ADAL" clId="{F33F88E0-3380-47C4-AFDE-F1AC050ADA82}" dt="2026-01-25T16:05:14.867" v="7607" actId="790"/>
          <ac:spMkLst>
            <pc:docMk/>
            <pc:sldMk cId="1821523977" sldId="396"/>
            <ac:spMk id="14" creationId="{00000000-0000-0000-0000-000000000000}"/>
          </ac:spMkLst>
        </pc:spChg>
        <pc:spChg chg="mod">
          <ac:chgData name="Yash Jadhav" userId="535c3d6d-72b8-4f77-8155-55f939173cf2" providerId="ADAL" clId="{F33F88E0-3380-47C4-AFDE-F1AC050ADA82}" dt="2026-01-25T16:05:14.872" v="7608" actId="790"/>
          <ac:spMkLst>
            <pc:docMk/>
            <pc:sldMk cId="1821523977" sldId="396"/>
            <ac:spMk id="15" creationId="{00000000-0000-0000-0000-000000000000}"/>
          </ac:spMkLst>
        </pc:spChg>
        <pc:spChg chg="mod">
          <ac:chgData name="Yash Jadhav" userId="535c3d6d-72b8-4f77-8155-55f939173cf2" providerId="ADAL" clId="{F33F88E0-3380-47C4-AFDE-F1AC050ADA82}" dt="2026-01-25T16:05:14.876" v="7609" actId="790"/>
          <ac:spMkLst>
            <pc:docMk/>
            <pc:sldMk cId="1821523977" sldId="396"/>
            <ac:spMk id="16" creationId="{00000000-0000-0000-0000-000000000000}"/>
          </ac:spMkLst>
        </pc:spChg>
        <pc:spChg chg="mod">
          <ac:chgData name="Yash Jadhav" userId="535c3d6d-72b8-4f77-8155-55f939173cf2" providerId="ADAL" clId="{F33F88E0-3380-47C4-AFDE-F1AC050ADA82}" dt="2026-01-25T16:05:14.878" v="7610" actId="790"/>
          <ac:spMkLst>
            <pc:docMk/>
            <pc:sldMk cId="1821523977" sldId="396"/>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9685858" sldId="397"/>
        </pc:sldMkLst>
        <pc:spChg chg="mod ord">
          <ac:chgData name="Yash Jadhav" userId="535c3d6d-72b8-4f77-8155-55f939173cf2" providerId="ADAL" clId="{F33F88E0-3380-47C4-AFDE-F1AC050ADA82}" dt="2026-01-25T16:06:14.662" v="8413" actId="6264"/>
          <ac:spMkLst>
            <pc:docMk/>
            <pc:sldMk cId="4219685858" sldId="397"/>
            <ac:spMk id="2" creationId="{C51DD2DA-9255-183D-6CB6-0CF5F1F9672B}"/>
          </ac:spMkLst>
        </pc:spChg>
        <pc:spChg chg="mod">
          <ac:chgData name="Yash Jadhav" userId="535c3d6d-72b8-4f77-8155-55f939173cf2" providerId="ADAL" clId="{F33F88E0-3380-47C4-AFDE-F1AC050ADA82}" dt="2026-01-25T16:05:15.948" v="7617" actId="790"/>
          <ac:spMkLst>
            <pc:docMk/>
            <pc:sldMk cId="4219685858" sldId="397"/>
            <ac:spMk id="4" creationId="{9295176E-7571-A603-1D85-3BF58A9DEDD4}"/>
          </ac:spMkLst>
        </pc:spChg>
        <pc:spChg chg="mod">
          <ac:chgData name="Yash Jadhav" userId="535c3d6d-72b8-4f77-8155-55f939173cf2" providerId="ADAL" clId="{F33F88E0-3380-47C4-AFDE-F1AC050ADA82}" dt="2026-01-25T16:05:15.950" v="7618" actId="790"/>
          <ac:spMkLst>
            <pc:docMk/>
            <pc:sldMk cId="4219685858" sldId="397"/>
            <ac:spMk id="5" creationId="{BB276F50-17BD-9F7E-91CE-7FA14EF09EE8}"/>
          </ac:spMkLst>
        </pc:spChg>
        <pc:spChg chg="mod">
          <ac:chgData name="Yash Jadhav" userId="535c3d6d-72b8-4f77-8155-55f939173cf2" providerId="ADAL" clId="{F33F88E0-3380-47C4-AFDE-F1AC050ADA82}" dt="2026-01-25T16:05:15.954" v="7619" actId="790"/>
          <ac:spMkLst>
            <pc:docMk/>
            <pc:sldMk cId="4219685858" sldId="397"/>
            <ac:spMk id="6" creationId="{28161997-C3A2-0170-6087-48CCAF6583E2}"/>
          </ac:spMkLst>
        </pc:spChg>
        <pc:spChg chg="mod">
          <ac:chgData name="Yash Jadhav" userId="535c3d6d-72b8-4f77-8155-55f939173cf2" providerId="ADAL" clId="{F33F88E0-3380-47C4-AFDE-F1AC050ADA82}" dt="2026-01-25T16:05:15.958" v="7620" actId="790"/>
          <ac:spMkLst>
            <pc:docMk/>
            <pc:sldMk cId="4219685858" sldId="397"/>
            <ac:spMk id="10" creationId="{A0BEB242-161E-B340-EFA1-17C4B81A73E0}"/>
          </ac:spMkLst>
        </pc:spChg>
        <pc:spChg chg="mod">
          <ac:chgData name="Yash Jadhav" userId="535c3d6d-72b8-4f77-8155-55f939173cf2" providerId="ADAL" clId="{F33F88E0-3380-47C4-AFDE-F1AC050ADA82}" dt="2026-01-25T16:05:15.960" v="7621" actId="790"/>
          <ac:spMkLst>
            <pc:docMk/>
            <pc:sldMk cId="4219685858" sldId="397"/>
            <ac:spMk id="11" creationId="{9FADC78A-B38C-36B4-D358-DCB7E1C2EDD9}"/>
          </ac:spMkLst>
        </pc:spChg>
        <pc:spChg chg="mod">
          <ac:chgData name="Yash Jadhav" userId="535c3d6d-72b8-4f77-8155-55f939173cf2" providerId="ADAL" clId="{F33F88E0-3380-47C4-AFDE-F1AC050ADA82}" dt="2026-01-25T16:05:15.963" v="7622" actId="790"/>
          <ac:spMkLst>
            <pc:docMk/>
            <pc:sldMk cId="4219685858" sldId="397"/>
            <ac:spMk id="15" creationId="{4F35DC1E-786D-1767-2D93-CD89525809F9}"/>
          </ac:spMkLst>
        </pc:spChg>
        <pc:spChg chg="mod">
          <ac:chgData name="Yash Jadhav" userId="535c3d6d-72b8-4f77-8155-55f939173cf2" providerId="ADAL" clId="{F33F88E0-3380-47C4-AFDE-F1AC050ADA82}" dt="2026-01-25T16:05:15.965" v="7623" actId="790"/>
          <ac:spMkLst>
            <pc:docMk/>
            <pc:sldMk cId="4219685858" sldId="397"/>
            <ac:spMk id="16" creationId="{0BF47977-2E73-F144-7571-B1CF0CB88F8B}"/>
          </ac:spMkLst>
        </pc:spChg>
        <pc:spChg chg="mod">
          <ac:chgData name="Yash Jadhav" userId="535c3d6d-72b8-4f77-8155-55f939173cf2" providerId="ADAL" clId="{F33F88E0-3380-47C4-AFDE-F1AC050ADA82}" dt="2026-01-25T16:05:15.970" v="7624" actId="790"/>
          <ac:spMkLst>
            <pc:docMk/>
            <pc:sldMk cId="4219685858" sldId="397"/>
            <ac:spMk id="20" creationId="{DFFD9469-EAED-7FC0-896E-D6EBD9BD7E27}"/>
          </ac:spMkLst>
        </pc:spChg>
        <pc:spChg chg="mod">
          <ac:chgData name="Yash Jadhav" userId="535c3d6d-72b8-4f77-8155-55f939173cf2" providerId="ADAL" clId="{F33F88E0-3380-47C4-AFDE-F1AC050ADA82}" dt="2026-01-25T16:05:15.972" v="7625" actId="790"/>
          <ac:spMkLst>
            <pc:docMk/>
            <pc:sldMk cId="4219685858" sldId="397"/>
            <ac:spMk id="21" creationId="{5D444680-C3BF-2BF2-C2D7-57664891F6EA}"/>
          </ac:spMkLst>
        </pc:spChg>
        <pc:spChg chg="mod">
          <ac:chgData name="Yash Jadhav" userId="535c3d6d-72b8-4f77-8155-55f939173cf2" providerId="ADAL" clId="{F33F88E0-3380-47C4-AFDE-F1AC050ADA82}" dt="2026-01-25T16:05:15.975" v="7626" actId="790"/>
          <ac:spMkLst>
            <pc:docMk/>
            <pc:sldMk cId="4219685858" sldId="397"/>
            <ac:spMk id="25" creationId="{95FA1693-0553-30AF-1526-EF3144329E0F}"/>
          </ac:spMkLst>
        </pc:spChg>
        <pc:spChg chg="mod">
          <ac:chgData name="Yash Jadhav" userId="535c3d6d-72b8-4f77-8155-55f939173cf2" providerId="ADAL" clId="{F33F88E0-3380-47C4-AFDE-F1AC050ADA82}" dt="2026-01-25T16:05:15.978" v="7627" actId="790"/>
          <ac:spMkLst>
            <pc:docMk/>
            <pc:sldMk cId="4219685858" sldId="397"/>
            <ac:spMk id="26" creationId="{ACB1DCE1-31B5-508B-15AB-65662DD56977}"/>
          </ac:spMkLst>
        </pc:spChg>
        <pc:spChg chg="mod">
          <ac:chgData name="Yash Jadhav" userId="535c3d6d-72b8-4f77-8155-55f939173cf2" providerId="ADAL" clId="{F33F88E0-3380-47C4-AFDE-F1AC050ADA82}" dt="2026-01-25T16:05:15.980" v="7628" actId="790"/>
          <ac:spMkLst>
            <pc:docMk/>
            <pc:sldMk cId="4219685858" sldId="397"/>
            <ac:spMk id="30" creationId="{805AE571-90D7-46F2-9010-F2ECC69F6719}"/>
          </ac:spMkLst>
        </pc:spChg>
        <pc:spChg chg="mod">
          <ac:chgData name="Yash Jadhav" userId="535c3d6d-72b8-4f77-8155-55f939173cf2" providerId="ADAL" clId="{F33F88E0-3380-47C4-AFDE-F1AC050ADA82}" dt="2026-01-25T16:05:15.983" v="7629" actId="790"/>
          <ac:spMkLst>
            <pc:docMk/>
            <pc:sldMk cId="4219685858" sldId="397"/>
            <ac:spMk id="31" creationId="{5BF0DAB9-D23E-EA0C-5445-0964DEE651C3}"/>
          </ac:spMkLst>
        </pc:spChg>
        <pc:spChg chg="mod">
          <ac:chgData name="Yash Jadhav" userId="535c3d6d-72b8-4f77-8155-55f939173cf2" providerId="ADAL" clId="{F33F88E0-3380-47C4-AFDE-F1AC050ADA82}" dt="2026-01-25T16:05:15.988" v="7630" actId="790"/>
          <ac:spMkLst>
            <pc:docMk/>
            <pc:sldMk cId="4219685858" sldId="397"/>
            <ac:spMk id="32" creationId="{9383D8DD-2907-E7BC-9BA3-D189A3B032F7}"/>
          </ac:spMkLst>
        </pc:spChg>
        <pc:spChg chg="mod">
          <ac:chgData name="Yash Jadhav" userId="535c3d6d-72b8-4f77-8155-55f939173cf2" providerId="ADAL" clId="{F33F88E0-3380-47C4-AFDE-F1AC050ADA82}" dt="2026-01-25T16:05:15.992" v="7631" actId="790"/>
          <ac:spMkLst>
            <pc:docMk/>
            <pc:sldMk cId="4219685858" sldId="397"/>
            <ac:spMk id="33" creationId="{72F14210-CC86-F379-BAC0-B84726D0ED6B}"/>
          </ac:spMkLst>
        </pc:spChg>
        <pc:spChg chg="mod">
          <ac:chgData name="Yash Jadhav" userId="535c3d6d-72b8-4f77-8155-55f939173cf2" providerId="ADAL" clId="{F33F88E0-3380-47C4-AFDE-F1AC050ADA82}" dt="2026-01-25T16:05:15.996" v="7632" actId="790"/>
          <ac:spMkLst>
            <pc:docMk/>
            <pc:sldMk cId="4219685858" sldId="397"/>
            <ac:spMk id="34" creationId="{02624F87-A481-691B-829C-1160860078E3}"/>
          </ac:spMkLst>
        </pc:spChg>
        <pc:spChg chg="mod">
          <ac:chgData name="Yash Jadhav" userId="535c3d6d-72b8-4f77-8155-55f939173cf2" providerId="ADAL" clId="{F33F88E0-3380-47C4-AFDE-F1AC050ADA82}" dt="2026-01-25T16:05:16.001" v="7633" actId="790"/>
          <ac:spMkLst>
            <pc:docMk/>
            <pc:sldMk cId="4219685858" sldId="397"/>
            <ac:spMk id="35" creationId="{8688A71C-440E-64A9-71C0-D6750D3A7E9A}"/>
          </ac:spMkLst>
        </pc:spChg>
        <pc:spChg chg="mod">
          <ac:chgData name="Yash Jadhav" userId="535c3d6d-72b8-4f77-8155-55f939173cf2" providerId="ADAL" clId="{F33F88E0-3380-47C4-AFDE-F1AC050ADA82}" dt="2026-01-25T16:05:16.007" v="7634" actId="790"/>
          <ac:spMkLst>
            <pc:docMk/>
            <pc:sldMk cId="4219685858" sldId="397"/>
            <ac:spMk id="36" creationId="{E1D9A34E-E2CD-603D-CFFC-7A32FF47D9AC}"/>
          </ac:spMkLst>
        </pc:spChg>
        <pc:spChg chg="add del mod">
          <ac:chgData name="Yash Jadhav" userId="535c3d6d-72b8-4f77-8155-55f939173cf2" providerId="ADAL" clId="{F33F88E0-3380-47C4-AFDE-F1AC050ADA82}" dt="2026-01-25T16:06:14.662" v="8413" actId="6264"/>
          <ac:spMkLst>
            <pc:docMk/>
            <pc:sldMk cId="4219685858" sldId="397"/>
            <ac:spMk id="37" creationId="{F3BBDDC9-1B94-A76C-DD08-9F25EFEC067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80968427" sldId="398"/>
        </pc:sldMkLst>
        <pc:spChg chg="mod ord">
          <ac:chgData name="Yash Jadhav" userId="535c3d6d-72b8-4f77-8155-55f939173cf2" providerId="ADAL" clId="{F33F88E0-3380-47C4-AFDE-F1AC050ADA82}" dt="2026-01-25T16:06:14.662" v="8413" actId="6264"/>
          <ac:spMkLst>
            <pc:docMk/>
            <pc:sldMk cId="3480968427" sldId="398"/>
            <ac:spMk id="2" creationId="{00000000-0000-0000-0000-000000000000}"/>
          </ac:spMkLst>
        </pc:spChg>
        <pc:spChg chg="mod">
          <ac:chgData name="Yash Jadhav" userId="535c3d6d-72b8-4f77-8155-55f939173cf2" providerId="ADAL" clId="{F33F88E0-3380-47C4-AFDE-F1AC050ADA82}" dt="2026-01-25T16:05:19.062" v="7646"/>
          <ac:spMkLst>
            <pc:docMk/>
            <pc:sldMk cId="3480968427" sldId="398"/>
            <ac:spMk id="6" creationId="{00000000-0000-0000-0000-000000000000}"/>
          </ac:spMkLst>
        </pc:spChg>
        <pc:spChg chg="mod">
          <ac:chgData name="Yash Jadhav" userId="535c3d6d-72b8-4f77-8155-55f939173cf2" providerId="ADAL" clId="{F33F88E0-3380-47C4-AFDE-F1AC050ADA82}" dt="2026-01-25T16:05:19.056" v="7643"/>
          <ac:spMkLst>
            <pc:docMk/>
            <pc:sldMk cId="3480968427" sldId="398"/>
            <ac:spMk id="7" creationId="{00000000-0000-0000-0000-000000000000}"/>
          </ac:spMkLst>
        </pc:spChg>
        <pc:spChg chg="add del mod">
          <ac:chgData name="Yash Jadhav" userId="535c3d6d-72b8-4f77-8155-55f939173cf2" providerId="ADAL" clId="{F33F88E0-3380-47C4-AFDE-F1AC050ADA82}" dt="2026-01-25T16:06:14.662" v="8413" actId="6264"/>
          <ac:spMkLst>
            <pc:docMk/>
            <pc:sldMk cId="3480968427" sldId="398"/>
            <ac:spMk id="8" creationId="{90CFFAC5-4161-1D24-DDE0-014D87A5CF2A}"/>
          </ac:spMkLst>
        </pc:spChg>
        <pc:spChg chg="mod">
          <ac:chgData name="Yash Jadhav" userId="535c3d6d-72b8-4f77-8155-55f939173cf2" providerId="ADAL" clId="{F33F88E0-3380-47C4-AFDE-F1AC050ADA82}" dt="2026-01-25T16:05:19.083" v="7656"/>
          <ac:spMkLst>
            <pc:docMk/>
            <pc:sldMk cId="3480968427" sldId="398"/>
            <ac:spMk id="11" creationId="{00000000-0000-0000-0000-000000000000}"/>
          </ac:spMkLst>
        </pc:spChg>
        <pc:spChg chg="mod">
          <ac:chgData name="Yash Jadhav" userId="535c3d6d-72b8-4f77-8155-55f939173cf2" providerId="ADAL" clId="{F33F88E0-3380-47C4-AFDE-F1AC050ADA82}" dt="2026-01-25T16:05:19.042" v="7640" actId="790"/>
          <ac:spMkLst>
            <pc:docMk/>
            <pc:sldMk cId="3480968427" sldId="398"/>
            <ac:spMk id="15" creationId="{00000000-0000-0000-0000-000000000000}"/>
          </ac:spMkLst>
        </pc:spChg>
        <pc:spChg chg="mod">
          <ac:chgData name="Yash Jadhav" userId="535c3d6d-72b8-4f77-8155-55f939173cf2" providerId="ADAL" clId="{F33F88E0-3380-47C4-AFDE-F1AC050ADA82}" dt="2026-01-25T16:05:19.058" v="7644" actId="790"/>
          <ac:spMkLst>
            <pc:docMk/>
            <pc:sldMk cId="3480968427" sldId="398"/>
            <ac:spMk id="17" creationId="{00000000-0000-0000-0000-000000000000}"/>
          </ac:spMkLst>
        </pc:spChg>
        <pc:spChg chg="mod">
          <ac:chgData name="Yash Jadhav" userId="535c3d6d-72b8-4f77-8155-55f939173cf2" providerId="ADAL" clId="{F33F88E0-3380-47C4-AFDE-F1AC050ADA82}" dt="2026-01-25T16:05:19.060" v="7645" actId="790"/>
          <ac:spMkLst>
            <pc:docMk/>
            <pc:sldMk cId="3480968427" sldId="398"/>
            <ac:spMk id="18" creationId="{00000000-0000-0000-0000-000000000000}"/>
          </ac:spMkLst>
        </pc:spChg>
        <pc:spChg chg="mod">
          <ac:chgData name="Yash Jadhav" userId="535c3d6d-72b8-4f77-8155-55f939173cf2" providerId="ADAL" clId="{F33F88E0-3380-47C4-AFDE-F1AC050ADA82}" dt="2026-01-25T16:05:19.048" v="7641" actId="790"/>
          <ac:spMkLst>
            <pc:docMk/>
            <pc:sldMk cId="3480968427" sldId="398"/>
            <ac:spMk id="20" creationId="{00000000-0000-0000-0000-000000000000}"/>
          </ac:spMkLst>
        </pc:spChg>
        <pc:spChg chg="mod">
          <ac:chgData name="Yash Jadhav" userId="535c3d6d-72b8-4f77-8155-55f939173cf2" providerId="ADAL" clId="{F33F88E0-3380-47C4-AFDE-F1AC050ADA82}" dt="2026-01-25T16:05:19.054" v="7642" actId="790"/>
          <ac:spMkLst>
            <pc:docMk/>
            <pc:sldMk cId="3480968427" sldId="398"/>
            <ac:spMk id="21" creationId="{00000000-0000-0000-0000-000000000000}"/>
          </ac:spMkLst>
        </pc:spChg>
        <pc:spChg chg="mod">
          <ac:chgData name="Yash Jadhav" userId="535c3d6d-72b8-4f77-8155-55f939173cf2" providerId="ADAL" clId="{F33F88E0-3380-47C4-AFDE-F1AC050ADA82}" dt="2026-01-25T16:05:19.063" v="7647" actId="790"/>
          <ac:spMkLst>
            <pc:docMk/>
            <pc:sldMk cId="3480968427" sldId="398"/>
            <ac:spMk id="24" creationId="{00000000-0000-0000-0000-000000000000}"/>
          </ac:spMkLst>
        </pc:spChg>
        <pc:spChg chg="mod">
          <ac:chgData name="Yash Jadhav" userId="535c3d6d-72b8-4f77-8155-55f939173cf2" providerId="ADAL" clId="{F33F88E0-3380-47C4-AFDE-F1AC050ADA82}" dt="2026-01-25T16:05:19.065" v="7648" actId="790"/>
          <ac:spMkLst>
            <pc:docMk/>
            <pc:sldMk cId="3480968427" sldId="398"/>
            <ac:spMk id="25" creationId="{00000000-0000-0000-0000-000000000000}"/>
          </ac:spMkLst>
        </pc:spChg>
        <pc:spChg chg="mod">
          <ac:chgData name="Yash Jadhav" userId="535c3d6d-72b8-4f77-8155-55f939173cf2" providerId="ADAL" clId="{F33F88E0-3380-47C4-AFDE-F1AC050ADA82}" dt="2026-01-25T16:05:19.068" v="7649" actId="790"/>
          <ac:spMkLst>
            <pc:docMk/>
            <pc:sldMk cId="3480968427" sldId="398"/>
            <ac:spMk id="26" creationId="{00000000-0000-0000-0000-000000000000}"/>
          </ac:spMkLst>
        </pc:spChg>
        <pc:spChg chg="mod">
          <ac:chgData name="Yash Jadhav" userId="535c3d6d-72b8-4f77-8155-55f939173cf2" providerId="ADAL" clId="{F33F88E0-3380-47C4-AFDE-F1AC050ADA82}" dt="2026-01-25T16:05:19.071" v="7650" actId="790"/>
          <ac:spMkLst>
            <pc:docMk/>
            <pc:sldMk cId="3480968427" sldId="398"/>
            <ac:spMk id="27" creationId="{00000000-0000-0000-0000-000000000000}"/>
          </ac:spMkLst>
        </pc:spChg>
        <pc:spChg chg="mod">
          <ac:chgData name="Yash Jadhav" userId="535c3d6d-72b8-4f77-8155-55f939173cf2" providerId="ADAL" clId="{F33F88E0-3380-47C4-AFDE-F1AC050ADA82}" dt="2026-01-25T16:05:19.073" v="7651" actId="790"/>
          <ac:spMkLst>
            <pc:docMk/>
            <pc:sldMk cId="3480968427" sldId="398"/>
            <ac:spMk id="28" creationId="{00000000-0000-0000-0000-000000000000}"/>
          </ac:spMkLst>
        </pc:spChg>
        <pc:spChg chg="mod">
          <ac:chgData name="Yash Jadhav" userId="535c3d6d-72b8-4f77-8155-55f939173cf2" providerId="ADAL" clId="{F33F88E0-3380-47C4-AFDE-F1AC050ADA82}" dt="2026-01-25T16:05:19.075" v="7652" actId="790"/>
          <ac:spMkLst>
            <pc:docMk/>
            <pc:sldMk cId="3480968427" sldId="398"/>
            <ac:spMk id="29" creationId="{00000000-0000-0000-0000-000000000000}"/>
          </ac:spMkLst>
        </pc:spChg>
        <pc:spChg chg="mod">
          <ac:chgData name="Yash Jadhav" userId="535c3d6d-72b8-4f77-8155-55f939173cf2" providerId="ADAL" clId="{F33F88E0-3380-47C4-AFDE-F1AC050ADA82}" dt="2026-01-25T16:05:19.077" v="7653" actId="790"/>
          <ac:spMkLst>
            <pc:docMk/>
            <pc:sldMk cId="3480968427" sldId="398"/>
            <ac:spMk id="30" creationId="{00000000-0000-0000-0000-000000000000}"/>
          </ac:spMkLst>
        </pc:spChg>
        <pc:spChg chg="mod">
          <ac:chgData name="Yash Jadhav" userId="535c3d6d-72b8-4f77-8155-55f939173cf2" providerId="ADAL" clId="{F33F88E0-3380-47C4-AFDE-F1AC050ADA82}" dt="2026-01-25T16:05:19.079" v="7654" actId="790"/>
          <ac:spMkLst>
            <pc:docMk/>
            <pc:sldMk cId="3480968427" sldId="398"/>
            <ac:spMk id="31" creationId="{00000000-0000-0000-0000-000000000000}"/>
          </ac:spMkLst>
        </pc:spChg>
        <pc:spChg chg="mod">
          <ac:chgData name="Yash Jadhav" userId="535c3d6d-72b8-4f77-8155-55f939173cf2" providerId="ADAL" clId="{F33F88E0-3380-47C4-AFDE-F1AC050ADA82}" dt="2026-01-25T16:05:19.081" v="7655" actId="790"/>
          <ac:spMkLst>
            <pc:docMk/>
            <pc:sldMk cId="3480968427" sldId="398"/>
            <ac:spMk id="32" creationId="{00000000-0000-0000-0000-000000000000}"/>
          </ac:spMkLst>
        </pc:spChg>
        <pc:spChg chg="mod">
          <ac:chgData name="Yash Jadhav" userId="535c3d6d-72b8-4f77-8155-55f939173cf2" providerId="ADAL" clId="{F33F88E0-3380-47C4-AFDE-F1AC050ADA82}" dt="2026-01-25T16:05:19.085" v="7657" actId="790"/>
          <ac:spMkLst>
            <pc:docMk/>
            <pc:sldMk cId="3480968427" sldId="398"/>
            <ac:spMk id="34" creationId="{00000000-0000-0000-0000-000000000000}"/>
          </ac:spMkLst>
        </pc:spChg>
        <pc:spChg chg="mod">
          <ac:chgData name="Yash Jadhav" userId="535c3d6d-72b8-4f77-8155-55f939173cf2" providerId="ADAL" clId="{F33F88E0-3380-47C4-AFDE-F1AC050ADA82}" dt="2026-01-25T16:05:19.089" v="7658" actId="790"/>
          <ac:spMkLst>
            <pc:docMk/>
            <pc:sldMk cId="3480968427" sldId="398"/>
            <ac:spMk id="35" creationId="{00000000-0000-0000-0000-000000000000}"/>
          </ac:spMkLst>
        </pc:spChg>
        <pc:spChg chg="mod">
          <ac:chgData name="Yash Jadhav" userId="535c3d6d-72b8-4f77-8155-55f939173cf2" providerId="ADAL" clId="{F33F88E0-3380-47C4-AFDE-F1AC050ADA82}" dt="2026-01-25T16:05:19.091" v="7659" actId="790"/>
          <ac:spMkLst>
            <pc:docMk/>
            <pc:sldMk cId="3480968427" sldId="398"/>
            <ac:spMk id="36" creationId="{00000000-0000-0000-0000-000000000000}"/>
          </ac:spMkLst>
        </pc:spChg>
        <pc:spChg chg="mod">
          <ac:chgData name="Yash Jadhav" userId="535c3d6d-72b8-4f77-8155-55f939173cf2" providerId="ADAL" clId="{F33F88E0-3380-47C4-AFDE-F1AC050ADA82}" dt="2026-01-25T16:05:19.095" v="7660" actId="790"/>
          <ac:spMkLst>
            <pc:docMk/>
            <pc:sldMk cId="3480968427" sldId="398"/>
            <ac:spMk id="37" creationId="{00000000-0000-0000-0000-000000000000}"/>
          </ac:spMkLst>
        </pc:spChg>
        <pc:spChg chg="mod">
          <ac:chgData name="Yash Jadhav" userId="535c3d6d-72b8-4f77-8155-55f939173cf2" providerId="ADAL" clId="{F33F88E0-3380-47C4-AFDE-F1AC050ADA82}" dt="2026-01-25T16:05:19.098" v="7661" actId="790"/>
          <ac:spMkLst>
            <pc:docMk/>
            <pc:sldMk cId="3480968427" sldId="398"/>
            <ac:spMk id="38" creationId="{00000000-0000-0000-0000-000000000000}"/>
          </ac:spMkLst>
        </pc:spChg>
        <pc:spChg chg="mod">
          <ac:chgData name="Yash Jadhav" userId="535c3d6d-72b8-4f77-8155-55f939173cf2" providerId="ADAL" clId="{F33F88E0-3380-47C4-AFDE-F1AC050ADA82}" dt="2026-01-25T16:05:19.103" v="7662" actId="790"/>
          <ac:spMkLst>
            <pc:docMk/>
            <pc:sldMk cId="3480968427" sldId="398"/>
            <ac:spMk id="39" creationId="{00000000-0000-0000-0000-000000000000}"/>
          </ac:spMkLst>
        </pc:spChg>
        <pc:spChg chg="mod">
          <ac:chgData name="Yash Jadhav" userId="535c3d6d-72b8-4f77-8155-55f939173cf2" providerId="ADAL" clId="{F33F88E0-3380-47C4-AFDE-F1AC050ADA82}" dt="2026-01-25T16:05:19.107" v="7663" actId="790"/>
          <ac:spMkLst>
            <pc:docMk/>
            <pc:sldMk cId="3480968427" sldId="398"/>
            <ac:spMk id="40" creationId="{00000000-0000-0000-0000-000000000000}"/>
          </ac:spMkLst>
        </pc:spChg>
        <pc:spChg chg="mod">
          <ac:chgData name="Yash Jadhav" userId="535c3d6d-72b8-4f77-8155-55f939173cf2" providerId="ADAL" clId="{F33F88E0-3380-47C4-AFDE-F1AC050ADA82}" dt="2026-01-25T16:05:19.109" v="7664" actId="790"/>
          <ac:spMkLst>
            <pc:docMk/>
            <pc:sldMk cId="3480968427" sldId="398"/>
            <ac:spMk id="41" creationId="{00000000-0000-0000-0000-000000000000}"/>
          </ac:spMkLst>
        </pc:spChg>
        <pc:spChg chg="mod">
          <ac:chgData name="Yash Jadhav" userId="535c3d6d-72b8-4f77-8155-55f939173cf2" providerId="ADAL" clId="{F33F88E0-3380-47C4-AFDE-F1AC050ADA82}" dt="2026-01-25T16:05:19.111" v="7665" actId="790"/>
          <ac:spMkLst>
            <pc:docMk/>
            <pc:sldMk cId="3480968427" sldId="398"/>
            <ac:spMk id="42" creationId="{00000000-0000-0000-0000-000000000000}"/>
          </ac:spMkLst>
        </pc:spChg>
        <pc:spChg chg="mod">
          <ac:chgData name="Yash Jadhav" userId="535c3d6d-72b8-4f77-8155-55f939173cf2" providerId="ADAL" clId="{F33F88E0-3380-47C4-AFDE-F1AC050ADA82}" dt="2026-01-25T16:05:19.113" v="7666" actId="790"/>
          <ac:spMkLst>
            <pc:docMk/>
            <pc:sldMk cId="3480968427" sldId="398"/>
            <ac:spMk id="43" creationId="{00000000-0000-0000-0000-000000000000}"/>
          </ac:spMkLst>
        </pc:spChg>
        <pc:spChg chg="mod">
          <ac:chgData name="Yash Jadhav" userId="535c3d6d-72b8-4f77-8155-55f939173cf2" providerId="ADAL" clId="{F33F88E0-3380-47C4-AFDE-F1AC050ADA82}" dt="2026-01-25T16:05:19.115" v="7667" actId="790"/>
          <ac:spMkLst>
            <pc:docMk/>
            <pc:sldMk cId="3480968427" sldId="398"/>
            <ac:spMk id="44" creationId="{00000000-0000-0000-0000-000000000000}"/>
          </ac:spMkLst>
        </pc:spChg>
        <pc:spChg chg="mod">
          <ac:chgData name="Yash Jadhav" userId="535c3d6d-72b8-4f77-8155-55f939173cf2" providerId="ADAL" clId="{F33F88E0-3380-47C4-AFDE-F1AC050ADA82}" dt="2026-01-25T16:05:19.119" v="7668" actId="790"/>
          <ac:spMkLst>
            <pc:docMk/>
            <pc:sldMk cId="3480968427" sldId="398"/>
            <ac:spMk id="45" creationId="{00000000-0000-0000-0000-000000000000}"/>
          </ac:spMkLst>
        </pc:spChg>
        <pc:spChg chg="mod">
          <ac:chgData name="Yash Jadhav" userId="535c3d6d-72b8-4f77-8155-55f939173cf2" providerId="ADAL" clId="{F33F88E0-3380-47C4-AFDE-F1AC050ADA82}" dt="2026-01-25T16:05:19.123" v="7669" actId="790"/>
          <ac:spMkLst>
            <pc:docMk/>
            <pc:sldMk cId="3480968427" sldId="398"/>
            <ac:spMk id="46" creationId="{00000000-0000-0000-0000-000000000000}"/>
          </ac:spMkLst>
        </pc:spChg>
        <pc:spChg chg="mod">
          <ac:chgData name="Yash Jadhav" userId="535c3d6d-72b8-4f77-8155-55f939173cf2" providerId="ADAL" clId="{F33F88E0-3380-47C4-AFDE-F1AC050ADA82}" dt="2026-01-25T16:05:19.125" v="7670" actId="790"/>
          <ac:spMkLst>
            <pc:docMk/>
            <pc:sldMk cId="3480968427" sldId="398"/>
            <ac:spMk id="47" creationId="{00000000-0000-0000-0000-000000000000}"/>
          </ac:spMkLst>
        </pc:spChg>
        <pc:spChg chg="mod">
          <ac:chgData name="Yash Jadhav" userId="535c3d6d-72b8-4f77-8155-55f939173cf2" providerId="ADAL" clId="{F33F88E0-3380-47C4-AFDE-F1AC050ADA82}" dt="2026-01-25T16:05:19.127" v="7671" actId="790"/>
          <ac:spMkLst>
            <pc:docMk/>
            <pc:sldMk cId="3480968427" sldId="398"/>
            <ac:spMk id="48" creationId="{00000000-0000-0000-0000-000000000000}"/>
          </ac:spMkLst>
        </pc:spChg>
        <pc:spChg chg="mod">
          <ac:chgData name="Yash Jadhav" userId="535c3d6d-72b8-4f77-8155-55f939173cf2" providerId="ADAL" clId="{F33F88E0-3380-47C4-AFDE-F1AC050ADA82}" dt="2026-01-25T16:05:19.130" v="7672" actId="790"/>
          <ac:spMkLst>
            <pc:docMk/>
            <pc:sldMk cId="3480968427" sldId="398"/>
            <ac:spMk id="4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15467235" sldId="399"/>
        </pc:sldMkLst>
        <pc:spChg chg="mod ord">
          <ac:chgData name="Yash Jadhav" userId="535c3d6d-72b8-4f77-8155-55f939173cf2" providerId="ADAL" clId="{F33F88E0-3380-47C4-AFDE-F1AC050ADA82}" dt="2026-01-25T16:06:14.662" v="8413" actId="6264"/>
          <ac:spMkLst>
            <pc:docMk/>
            <pc:sldMk cId="3515467235" sldId="39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15467235" sldId="399"/>
            <ac:spMk id="3" creationId="{75B705CA-5C21-8343-1C53-1CCCC52BDC36}"/>
          </ac:spMkLst>
        </pc:spChg>
        <pc:spChg chg="mod">
          <ac:chgData name="Yash Jadhav" userId="535c3d6d-72b8-4f77-8155-55f939173cf2" providerId="ADAL" clId="{F33F88E0-3380-47C4-AFDE-F1AC050ADA82}" dt="2026-01-25T16:05:20.109" v="7678" actId="790"/>
          <ac:spMkLst>
            <pc:docMk/>
            <pc:sldMk cId="3515467235" sldId="399"/>
            <ac:spMk id="5" creationId="{00000000-0000-0000-0000-000000000000}"/>
          </ac:spMkLst>
        </pc:spChg>
        <pc:spChg chg="mod">
          <ac:chgData name="Yash Jadhav" userId="535c3d6d-72b8-4f77-8155-55f939173cf2" providerId="ADAL" clId="{F33F88E0-3380-47C4-AFDE-F1AC050ADA82}" dt="2026-01-25T16:05:20.112" v="7679" actId="790"/>
          <ac:spMkLst>
            <pc:docMk/>
            <pc:sldMk cId="3515467235" sldId="399"/>
            <ac:spMk id="6" creationId="{00000000-0000-0000-0000-000000000000}"/>
          </ac:spMkLst>
        </pc:spChg>
        <pc:spChg chg="mod">
          <ac:chgData name="Yash Jadhav" userId="535c3d6d-72b8-4f77-8155-55f939173cf2" providerId="ADAL" clId="{F33F88E0-3380-47C4-AFDE-F1AC050ADA82}" dt="2026-01-25T16:05:20.116" v="7680" actId="790"/>
          <ac:spMkLst>
            <pc:docMk/>
            <pc:sldMk cId="3515467235" sldId="399"/>
            <ac:spMk id="7" creationId="{00000000-0000-0000-0000-000000000000}"/>
          </ac:spMkLst>
        </pc:spChg>
        <pc:spChg chg="mod">
          <ac:chgData name="Yash Jadhav" userId="535c3d6d-72b8-4f77-8155-55f939173cf2" providerId="ADAL" clId="{F33F88E0-3380-47C4-AFDE-F1AC050ADA82}" dt="2026-01-25T16:05:20.119" v="7681" actId="790"/>
          <ac:spMkLst>
            <pc:docMk/>
            <pc:sldMk cId="3515467235" sldId="399"/>
            <ac:spMk id="8" creationId="{00000000-0000-0000-0000-000000000000}"/>
          </ac:spMkLst>
        </pc:spChg>
        <pc:spChg chg="mod">
          <ac:chgData name="Yash Jadhav" userId="535c3d6d-72b8-4f77-8155-55f939173cf2" providerId="ADAL" clId="{F33F88E0-3380-47C4-AFDE-F1AC050ADA82}" dt="2026-01-25T16:05:20.121" v="7682" actId="790"/>
          <ac:spMkLst>
            <pc:docMk/>
            <pc:sldMk cId="3515467235" sldId="399"/>
            <ac:spMk id="9" creationId="{00000000-0000-0000-0000-000000000000}"/>
          </ac:spMkLst>
        </pc:spChg>
        <pc:spChg chg="mod">
          <ac:chgData name="Yash Jadhav" userId="535c3d6d-72b8-4f77-8155-55f939173cf2" providerId="ADAL" clId="{F33F88E0-3380-47C4-AFDE-F1AC050ADA82}" dt="2026-01-25T16:05:20.123" v="7683" actId="790"/>
          <ac:spMkLst>
            <pc:docMk/>
            <pc:sldMk cId="3515467235" sldId="399"/>
            <ac:spMk id="10" creationId="{00000000-0000-0000-0000-000000000000}"/>
          </ac:spMkLst>
        </pc:spChg>
        <pc:spChg chg="mod">
          <ac:chgData name="Yash Jadhav" userId="535c3d6d-72b8-4f77-8155-55f939173cf2" providerId="ADAL" clId="{F33F88E0-3380-47C4-AFDE-F1AC050ADA82}" dt="2026-01-25T16:05:20.125" v="7684" actId="790"/>
          <ac:spMkLst>
            <pc:docMk/>
            <pc:sldMk cId="3515467235" sldId="399"/>
            <ac:spMk id="11" creationId="{00000000-0000-0000-0000-000000000000}"/>
          </ac:spMkLst>
        </pc:spChg>
        <pc:spChg chg="mod">
          <ac:chgData name="Yash Jadhav" userId="535c3d6d-72b8-4f77-8155-55f939173cf2" providerId="ADAL" clId="{F33F88E0-3380-47C4-AFDE-F1AC050ADA82}" dt="2026-01-25T16:05:20.131" v="7685" actId="790"/>
          <ac:spMkLst>
            <pc:docMk/>
            <pc:sldMk cId="3515467235" sldId="399"/>
            <ac:spMk id="16" creationId="{00000000-0000-0000-0000-000000000000}"/>
          </ac:spMkLst>
        </pc:spChg>
        <pc:spChg chg="mod">
          <ac:chgData name="Yash Jadhav" userId="535c3d6d-72b8-4f77-8155-55f939173cf2" providerId="ADAL" clId="{F33F88E0-3380-47C4-AFDE-F1AC050ADA82}" dt="2026-01-25T16:05:20.138" v="7686" actId="790"/>
          <ac:spMkLst>
            <pc:docMk/>
            <pc:sldMk cId="3515467235" sldId="399"/>
            <ac:spMk id="17" creationId="{00000000-0000-0000-0000-000000000000}"/>
          </ac:spMkLst>
        </pc:spChg>
        <pc:spChg chg="mod">
          <ac:chgData name="Yash Jadhav" userId="535c3d6d-72b8-4f77-8155-55f939173cf2" providerId="ADAL" clId="{F33F88E0-3380-47C4-AFDE-F1AC050ADA82}" dt="2026-01-25T16:05:20.143" v="7687" actId="790"/>
          <ac:spMkLst>
            <pc:docMk/>
            <pc:sldMk cId="3515467235" sldId="399"/>
            <ac:spMk id="18" creationId="{00000000-0000-0000-0000-000000000000}"/>
          </ac:spMkLst>
        </pc:spChg>
        <pc:spChg chg="mod">
          <ac:chgData name="Yash Jadhav" userId="535c3d6d-72b8-4f77-8155-55f939173cf2" providerId="ADAL" clId="{F33F88E0-3380-47C4-AFDE-F1AC050ADA82}" dt="2026-01-25T16:05:20.151" v="7688" actId="790"/>
          <ac:spMkLst>
            <pc:docMk/>
            <pc:sldMk cId="3515467235" sldId="399"/>
            <ac:spMk id="1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97232054" sldId="400"/>
        </pc:sldMkLst>
        <pc:spChg chg="mod ord">
          <ac:chgData name="Yash Jadhav" userId="535c3d6d-72b8-4f77-8155-55f939173cf2" providerId="ADAL" clId="{F33F88E0-3380-47C4-AFDE-F1AC050ADA82}" dt="2026-01-25T16:06:14.662" v="8413" actId="6264"/>
          <ac:spMkLst>
            <pc:docMk/>
            <pc:sldMk cId="1097232054" sldId="40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097232054" sldId="400"/>
            <ac:spMk id="3" creationId="{C3CAE530-ABB4-9D5B-7B95-EA03E3781040}"/>
          </ac:spMkLst>
        </pc:spChg>
        <pc:spChg chg="mod">
          <ac:chgData name="Yash Jadhav" userId="535c3d6d-72b8-4f77-8155-55f939173cf2" providerId="ADAL" clId="{F33F88E0-3380-47C4-AFDE-F1AC050ADA82}" dt="2026-01-25T16:05:21.451" v="7694" actId="790"/>
          <ac:spMkLst>
            <pc:docMk/>
            <pc:sldMk cId="1097232054" sldId="400"/>
            <ac:spMk id="32" creationId="{00000000-0000-0000-0000-000000000000}"/>
          </ac:spMkLst>
        </pc:spChg>
        <pc:spChg chg="mod">
          <ac:chgData name="Yash Jadhav" userId="535c3d6d-72b8-4f77-8155-55f939173cf2" providerId="ADAL" clId="{F33F88E0-3380-47C4-AFDE-F1AC050ADA82}" dt="2026-01-25T16:05:21.454" v="7695" actId="790"/>
          <ac:spMkLst>
            <pc:docMk/>
            <pc:sldMk cId="1097232054" sldId="400"/>
            <ac:spMk id="3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5390935" sldId="401"/>
        </pc:sldMkLst>
        <pc:spChg chg="mod ord">
          <ac:chgData name="Yash Jadhav" userId="535c3d6d-72b8-4f77-8155-55f939173cf2" providerId="ADAL" clId="{F33F88E0-3380-47C4-AFDE-F1AC050ADA82}" dt="2026-01-25T16:06:14.662" v="8413" actId="6264"/>
          <ac:spMkLst>
            <pc:docMk/>
            <pc:sldMk cId="3545390935" sldId="401"/>
            <ac:spMk id="2" creationId="{00000000-0000-0000-0000-000000000000}"/>
          </ac:spMkLst>
        </pc:spChg>
        <pc:spChg chg="mod">
          <ac:chgData name="Yash Jadhav" userId="535c3d6d-72b8-4f77-8155-55f939173cf2" providerId="ADAL" clId="{F33F88E0-3380-47C4-AFDE-F1AC050ADA82}" dt="2026-01-25T16:05:22.740" v="7704" actId="790"/>
          <ac:spMkLst>
            <pc:docMk/>
            <pc:sldMk cId="3545390935" sldId="4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545390935" sldId="401"/>
            <ac:spMk id="4" creationId="{A9597AA6-69CD-1D93-625B-7B95AB6E3E3C}"/>
          </ac:spMkLst>
        </pc:spChg>
        <pc:spChg chg="mod">
          <ac:chgData name="Yash Jadhav" userId="535c3d6d-72b8-4f77-8155-55f939173cf2" providerId="ADAL" clId="{F33F88E0-3380-47C4-AFDE-F1AC050ADA82}" dt="2026-01-25T16:05:22.744" v="7705" actId="790"/>
          <ac:spMkLst>
            <pc:docMk/>
            <pc:sldMk cId="3545390935" sldId="401"/>
            <ac:spMk id="18" creationId="{00000000-0000-0000-0000-000000000000}"/>
          </ac:spMkLst>
        </pc:spChg>
        <pc:spChg chg="mod">
          <ac:chgData name="Yash Jadhav" userId="535c3d6d-72b8-4f77-8155-55f939173cf2" providerId="ADAL" clId="{F33F88E0-3380-47C4-AFDE-F1AC050ADA82}" dt="2026-01-25T16:05:22.746" v="7706" actId="790"/>
          <ac:spMkLst>
            <pc:docMk/>
            <pc:sldMk cId="3545390935" sldId="401"/>
            <ac:spMk id="19" creationId="{00000000-0000-0000-0000-000000000000}"/>
          </ac:spMkLst>
        </pc:spChg>
        <pc:spChg chg="mod">
          <ac:chgData name="Yash Jadhav" userId="535c3d6d-72b8-4f77-8155-55f939173cf2" providerId="ADAL" clId="{F33F88E0-3380-47C4-AFDE-F1AC050ADA82}" dt="2026-01-25T16:05:22.750" v="7707" actId="790"/>
          <ac:spMkLst>
            <pc:docMk/>
            <pc:sldMk cId="3545390935" sldId="401"/>
            <ac:spMk id="20" creationId="{00000000-0000-0000-0000-000000000000}"/>
          </ac:spMkLst>
        </pc:spChg>
        <pc:spChg chg="mod">
          <ac:chgData name="Yash Jadhav" userId="535c3d6d-72b8-4f77-8155-55f939173cf2" providerId="ADAL" clId="{F33F88E0-3380-47C4-AFDE-F1AC050ADA82}" dt="2026-01-25T16:05:22.754" v="7708" actId="790"/>
          <ac:spMkLst>
            <pc:docMk/>
            <pc:sldMk cId="3545390935" sldId="401"/>
            <ac:spMk id="21" creationId="{00000000-0000-0000-0000-000000000000}"/>
          </ac:spMkLst>
        </pc:spChg>
        <pc:spChg chg="mod">
          <ac:chgData name="Yash Jadhav" userId="535c3d6d-72b8-4f77-8155-55f939173cf2" providerId="ADAL" clId="{F33F88E0-3380-47C4-AFDE-F1AC050ADA82}" dt="2026-01-25T16:05:22.726" v="7700" actId="790"/>
          <ac:spMkLst>
            <pc:docMk/>
            <pc:sldMk cId="3545390935" sldId="401"/>
            <ac:spMk id="44" creationId="{00000000-0000-0000-0000-000000000000}"/>
          </ac:spMkLst>
        </pc:spChg>
        <pc:spChg chg="mod">
          <ac:chgData name="Yash Jadhav" userId="535c3d6d-72b8-4f77-8155-55f939173cf2" providerId="ADAL" clId="{F33F88E0-3380-47C4-AFDE-F1AC050ADA82}" dt="2026-01-25T16:05:22.730" v="7701" actId="790"/>
          <ac:spMkLst>
            <pc:docMk/>
            <pc:sldMk cId="3545390935" sldId="401"/>
            <ac:spMk id="45" creationId="{00000000-0000-0000-0000-000000000000}"/>
          </ac:spMkLst>
        </pc:spChg>
        <pc:spChg chg="mod">
          <ac:chgData name="Yash Jadhav" userId="535c3d6d-72b8-4f77-8155-55f939173cf2" providerId="ADAL" clId="{F33F88E0-3380-47C4-AFDE-F1AC050ADA82}" dt="2026-01-25T16:05:22.734" v="7702" actId="790"/>
          <ac:spMkLst>
            <pc:docMk/>
            <pc:sldMk cId="3545390935" sldId="401"/>
            <ac:spMk id="4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65261985" sldId="402"/>
        </pc:sldMkLst>
        <pc:spChg chg="add del mod">
          <ac:chgData name="Yash Jadhav" userId="535c3d6d-72b8-4f77-8155-55f939173cf2" providerId="ADAL" clId="{F33F88E0-3380-47C4-AFDE-F1AC050ADA82}" dt="2026-01-25T16:06:14.662" v="8413" actId="6264"/>
          <ac:spMkLst>
            <pc:docMk/>
            <pc:sldMk cId="1865261985" sldId="402"/>
            <ac:spMk id="2" creationId="{D9E79B9C-601F-71FB-DD57-AD36EF3B3EFB}"/>
          </ac:spMkLst>
        </pc:spChg>
        <pc:spChg chg="mod ord">
          <ac:chgData name="Yash Jadhav" userId="535c3d6d-72b8-4f77-8155-55f939173cf2" providerId="ADAL" clId="{F33F88E0-3380-47C4-AFDE-F1AC050ADA82}" dt="2026-01-25T16:06:14.662" v="8413" actId="6264"/>
          <ac:spMkLst>
            <pc:docMk/>
            <pc:sldMk cId="1865261985" sldId="402"/>
            <ac:spMk id="3" creationId="{00000000-0000-0000-0000-000000000000}"/>
          </ac:spMkLst>
        </pc:spChg>
        <pc:spChg chg="mod">
          <ac:chgData name="Yash Jadhav" userId="535c3d6d-72b8-4f77-8155-55f939173cf2" providerId="ADAL" clId="{F33F88E0-3380-47C4-AFDE-F1AC050ADA82}" dt="2026-01-25T16:05:25.436" v="7714" actId="790"/>
          <ac:spMkLst>
            <pc:docMk/>
            <pc:sldMk cId="1865261985" sldId="402"/>
            <ac:spMk id="6" creationId="{00000000-0000-0000-0000-000000000000}"/>
          </ac:spMkLst>
        </pc:spChg>
        <pc:spChg chg="mod">
          <ac:chgData name="Yash Jadhav" userId="535c3d6d-72b8-4f77-8155-55f939173cf2" providerId="ADAL" clId="{F33F88E0-3380-47C4-AFDE-F1AC050ADA82}" dt="2026-01-25T16:05:25.439" v="7715" actId="790"/>
          <ac:spMkLst>
            <pc:docMk/>
            <pc:sldMk cId="1865261985" sldId="402"/>
            <ac:spMk id="7" creationId="{00000000-0000-0000-0000-000000000000}"/>
          </ac:spMkLst>
        </pc:spChg>
        <pc:spChg chg="mod">
          <ac:chgData name="Yash Jadhav" userId="535c3d6d-72b8-4f77-8155-55f939173cf2" providerId="ADAL" clId="{F33F88E0-3380-47C4-AFDE-F1AC050ADA82}" dt="2026-01-25T16:05:25.441" v="7716" actId="790"/>
          <ac:spMkLst>
            <pc:docMk/>
            <pc:sldMk cId="1865261985" sldId="402"/>
            <ac:spMk id="8" creationId="{00000000-0000-0000-0000-000000000000}"/>
          </ac:spMkLst>
        </pc:spChg>
        <pc:spChg chg="mod">
          <ac:chgData name="Yash Jadhav" userId="535c3d6d-72b8-4f77-8155-55f939173cf2" providerId="ADAL" clId="{F33F88E0-3380-47C4-AFDE-F1AC050ADA82}" dt="2026-01-25T16:05:25.443" v="7717" actId="790"/>
          <ac:spMkLst>
            <pc:docMk/>
            <pc:sldMk cId="1865261985" sldId="402"/>
            <ac:spMk id="9" creationId="{00000000-0000-0000-0000-000000000000}"/>
          </ac:spMkLst>
        </pc:spChg>
        <pc:spChg chg="mod">
          <ac:chgData name="Yash Jadhav" userId="535c3d6d-72b8-4f77-8155-55f939173cf2" providerId="ADAL" clId="{F33F88E0-3380-47C4-AFDE-F1AC050ADA82}" dt="2026-01-25T16:05:25.446" v="7718" actId="790"/>
          <ac:spMkLst>
            <pc:docMk/>
            <pc:sldMk cId="1865261985" sldId="402"/>
            <ac:spMk id="10" creationId="{00000000-0000-0000-0000-000000000000}"/>
          </ac:spMkLst>
        </pc:spChg>
        <pc:spChg chg="mod">
          <ac:chgData name="Yash Jadhav" userId="535c3d6d-72b8-4f77-8155-55f939173cf2" providerId="ADAL" clId="{F33F88E0-3380-47C4-AFDE-F1AC050ADA82}" dt="2026-01-25T16:05:25.448" v="7719" actId="790"/>
          <ac:spMkLst>
            <pc:docMk/>
            <pc:sldMk cId="1865261985" sldId="402"/>
            <ac:spMk id="11" creationId="{00000000-0000-0000-0000-000000000000}"/>
          </ac:spMkLst>
        </pc:spChg>
        <pc:spChg chg="mod">
          <ac:chgData name="Yash Jadhav" userId="535c3d6d-72b8-4f77-8155-55f939173cf2" providerId="ADAL" clId="{F33F88E0-3380-47C4-AFDE-F1AC050ADA82}" dt="2026-01-25T16:05:25.452" v="7720" actId="790"/>
          <ac:spMkLst>
            <pc:docMk/>
            <pc:sldMk cId="1865261985" sldId="402"/>
            <ac:spMk id="12" creationId="{00000000-0000-0000-0000-000000000000}"/>
          </ac:spMkLst>
        </pc:spChg>
        <pc:spChg chg="mod">
          <ac:chgData name="Yash Jadhav" userId="535c3d6d-72b8-4f77-8155-55f939173cf2" providerId="ADAL" clId="{F33F88E0-3380-47C4-AFDE-F1AC050ADA82}" dt="2026-01-25T16:05:25.455" v="7721" actId="790"/>
          <ac:spMkLst>
            <pc:docMk/>
            <pc:sldMk cId="1865261985" sldId="402"/>
            <ac:spMk id="13" creationId="{00000000-0000-0000-0000-000000000000}"/>
          </ac:spMkLst>
        </pc:spChg>
        <pc:spChg chg="mod">
          <ac:chgData name="Yash Jadhav" userId="535c3d6d-72b8-4f77-8155-55f939173cf2" providerId="ADAL" clId="{F33F88E0-3380-47C4-AFDE-F1AC050ADA82}" dt="2026-01-25T16:05:25.457" v="7722" actId="790"/>
          <ac:spMkLst>
            <pc:docMk/>
            <pc:sldMk cId="1865261985" sldId="402"/>
            <ac:spMk id="14" creationId="{00000000-0000-0000-0000-000000000000}"/>
          </ac:spMkLst>
        </pc:spChg>
        <pc:spChg chg="mod">
          <ac:chgData name="Yash Jadhav" userId="535c3d6d-72b8-4f77-8155-55f939173cf2" providerId="ADAL" clId="{F33F88E0-3380-47C4-AFDE-F1AC050ADA82}" dt="2026-01-25T16:05:25.459" v="7723" actId="790"/>
          <ac:spMkLst>
            <pc:docMk/>
            <pc:sldMk cId="1865261985" sldId="402"/>
            <ac:spMk id="15" creationId="{00000000-0000-0000-0000-000000000000}"/>
          </ac:spMkLst>
        </pc:spChg>
        <pc:spChg chg="mod">
          <ac:chgData name="Yash Jadhav" userId="535c3d6d-72b8-4f77-8155-55f939173cf2" providerId="ADAL" clId="{F33F88E0-3380-47C4-AFDE-F1AC050ADA82}" dt="2026-01-25T16:05:25.461" v="7724" actId="790"/>
          <ac:spMkLst>
            <pc:docMk/>
            <pc:sldMk cId="1865261985" sldId="402"/>
            <ac:spMk id="16" creationId="{00000000-0000-0000-0000-000000000000}"/>
          </ac:spMkLst>
        </pc:spChg>
        <pc:spChg chg="mod">
          <ac:chgData name="Yash Jadhav" userId="535c3d6d-72b8-4f77-8155-55f939173cf2" providerId="ADAL" clId="{F33F88E0-3380-47C4-AFDE-F1AC050ADA82}" dt="2026-01-25T16:05:25.463" v="7725" actId="790"/>
          <ac:spMkLst>
            <pc:docMk/>
            <pc:sldMk cId="1865261985" sldId="402"/>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94773172" sldId="403"/>
        </pc:sldMkLst>
        <pc:spChg chg="mod ord">
          <ac:chgData name="Yash Jadhav" userId="535c3d6d-72b8-4f77-8155-55f939173cf2" providerId="ADAL" clId="{F33F88E0-3380-47C4-AFDE-F1AC050ADA82}" dt="2026-01-25T16:06:14.662" v="8413" actId="6264"/>
          <ac:spMkLst>
            <pc:docMk/>
            <pc:sldMk cId="1894773172" sldId="403"/>
            <ac:spMk id="2" creationId="{6612DF50-855D-7892-5672-B0640848C445}"/>
          </ac:spMkLst>
        </pc:spChg>
        <pc:spChg chg="mod">
          <ac:chgData name="Yash Jadhav" userId="535c3d6d-72b8-4f77-8155-55f939173cf2" providerId="ADAL" clId="{F33F88E0-3380-47C4-AFDE-F1AC050ADA82}" dt="2026-01-25T16:05:26.667" v="7731" actId="790"/>
          <ac:spMkLst>
            <pc:docMk/>
            <pc:sldMk cId="1894773172" sldId="403"/>
            <ac:spMk id="4" creationId="{55212856-6CCF-7DF5-1FDE-7C1540C77D2C}"/>
          </ac:spMkLst>
        </pc:spChg>
        <pc:spChg chg="mod">
          <ac:chgData name="Yash Jadhav" userId="535c3d6d-72b8-4f77-8155-55f939173cf2" providerId="ADAL" clId="{F33F88E0-3380-47C4-AFDE-F1AC050ADA82}" dt="2026-01-25T16:05:26.672" v="7732" actId="790"/>
          <ac:spMkLst>
            <pc:docMk/>
            <pc:sldMk cId="1894773172" sldId="403"/>
            <ac:spMk id="5" creationId="{CEFC37BD-A2CA-A657-046A-14A1D350C99D}"/>
          </ac:spMkLst>
        </pc:spChg>
        <pc:spChg chg="mod">
          <ac:chgData name="Yash Jadhav" userId="535c3d6d-72b8-4f77-8155-55f939173cf2" providerId="ADAL" clId="{F33F88E0-3380-47C4-AFDE-F1AC050ADA82}" dt="2026-01-25T16:05:26.675" v="7733" actId="790"/>
          <ac:spMkLst>
            <pc:docMk/>
            <pc:sldMk cId="1894773172" sldId="403"/>
            <ac:spMk id="6" creationId="{0E9CF325-C8FA-EA9D-7C4F-EF60950824DF}"/>
          </ac:spMkLst>
        </pc:spChg>
        <pc:spChg chg="mod">
          <ac:chgData name="Yash Jadhav" userId="535c3d6d-72b8-4f77-8155-55f939173cf2" providerId="ADAL" clId="{F33F88E0-3380-47C4-AFDE-F1AC050ADA82}" dt="2026-01-25T16:05:26.678" v="7734" actId="790"/>
          <ac:spMkLst>
            <pc:docMk/>
            <pc:sldMk cId="1894773172" sldId="403"/>
            <ac:spMk id="7" creationId="{805370A0-4E1D-D09C-3E42-40BA9B427095}"/>
          </ac:spMkLst>
        </pc:spChg>
        <pc:spChg chg="mod">
          <ac:chgData name="Yash Jadhav" userId="535c3d6d-72b8-4f77-8155-55f939173cf2" providerId="ADAL" clId="{F33F88E0-3380-47C4-AFDE-F1AC050ADA82}" dt="2026-01-25T16:05:26.680" v="7735" actId="790"/>
          <ac:spMkLst>
            <pc:docMk/>
            <pc:sldMk cId="1894773172" sldId="403"/>
            <ac:spMk id="8" creationId="{10E586D5-3FBC-32C8-4847-4909B90C2659}"/>
          </ac:spMkLst>
        </pc:spChg>
        <pc:spChg chg="mod">
          <ac:chgData name="Yash Jadhav" userId="535c3d6d-72b8-4f77-8155-55f939173cf2" providerId="ADAL" clId="{F33F88E0-3380-47C4-AFDE-F1AC050ADA82}" dt="2026-01-25T16:05:26.682" v="7736" actId="790"/>
          <ac:spMkLst>
            <pc:docMk/>
            <pc:sldMk cId="1894773172" sldId="403"/>
            <ac:spMk id="9" creationId="{530A5AA3-418A-8DB7-934E-746C2A8DC110}"/>
          </ac:spMkLst>
        </pc:spChg>
        <pc:spChg chg="mod">
          <ac:chgData name="Yash Jadhav" userId="535c3d6d-72b8-4f77-8155-55f939173cf2" providerId="ADAL" clId="{F33F88E0-3380-47C4-AFDE-F1AC050ADA82}" dt="2026-01-25T16:05:26.685" v="7737" actId="790"/>
          <ac:spMkLst>
            <pc:docMk/>
            <pc:sldMk cId="1894773172" sldId="403"/>
            <ac:spMk id="10" creationId="{EB7184D4-5E27-47F5-BFA6-7466912BACE1}"/>
          </ac:spMkLst>
        </pc:spChg>
        <pc:spChg chg="mod">
          <ac:chgData name="Yash Jadhav" userId="535c3d6d-72b8-4f77-8155-55f939173cf2" providerId="ADAL" clId="{F33F88E0-3380-47C4-AFDE-F1AC050ADA82}" dt="2026-01-25T16:05:26.689" v="7738" actId="790"/>
          <ac:spMkLst>
            <pc:docMk/>
            <pc:sldMk cId="1894773172" sldId="403"/>
            <ac:spMk id="11" creationId="{00BCC4CF-E605-CCB5-B8D3-69967D57831E}"/>
          </ac:spMkLst>
        </pc:spChg>
        <pc:spChg chg="mod">
          <ac:chgData name="Yash Jadhav" userId="535c3d6d-72b8-4f77-8155-55f939173cf2" providerId="ADAL" clId="{F33F88E0-3380-47C4-AFDE-F1AC050ADA82}" dt="2026-01-25T16:05:26.692" v="7739" actId="790"/>
          <ac:spMkLst>
            <pc:docMk/>
            <pc:sldMk cId="1894773172" sldId="403"/>
            <ac:spMk id="12" creationId="{22ACB3BE-47A1-FA8F-4297-986F52C3098A}"/>
          </ac:spMkLst>
        </pc:spChg>
        <pc:spChg chg="mod">
          <ac:chgData name="Yash Jadhav" userId="535c3d6d-72b8-4f77-8155-55f939173cf2" providerId="ADAL" clId="{F33F88E0-3380-47C4-AFDE-F1AC050ADA82}" dt="2026-01-25T16:05:26.694" v="7740" actId="790"/>
          <ac:spMkLst>
            <pc:docMk/>
            <pc:sldMk cId="1894773172" sldId="403"/>
            <ac:spMk id="13" creationId="{A8476932-A189-CDC5-9838-29E55CD8FC56}"/>
          </ac:spMkLst>
        </pc:spChg>
        <pc:spChg chg="mod">
          <ac:chgData name="Yash Jadhav" userId="535c3d6d-72b8-4f77-8155-55f939173cf2" providerId="ADAL" clId="{F33F88E0-3380-47C4-AFDE-F1AC050ADA82}" dt="2026-01-25T16:05:26.698" v="7741" actId="790"/>
          <ac:spMkLst>
            <pc:docMk/>
            <pc:sldMk cId="1894773172" sldId="403"/>
            <ac:spMk id="14" creationId="{A57C9040-D363-EAA4-70E9-F4D5BA0B1E7E}"/>
          </ac:spMkLst>
        </pc:spChg>
        <pc:spChg chg="mod">
          <ac:chgData name="Yash Jadhav" userId="535c3d6d-72b8-4f77-8155-55f939173cf2" providerId="ADAL" clId="{F33F88E0-3380-47C4-AFDE-F1AC050ADA82}" dt="2026-01-25T16:05:26.700" v="7742" actId="790"/>
          <ac:spMkLst>
            <pc:docMk/>
            <pc:sldMk cId="1894773172" sldId="403"/>
            <ac:spMk id="15" creationId="{6DF8EDE6-5411-3D8C-7DF5-B6AFFADA0AA9}"/>
          </ac:spMkLst>
        </pc:spChg>
        <pc:spChg chg="mod">
          <ac:chgData name="Yash Jadhav" userId="535c3d6d-72b8-4f77-8155-55f939173cf2" providerId="ADAL" clId="{F33F88E0-3380-47C4-AFDE-F1AC050ADA82}" dt="2026-01-25T16:05:26.703" v="7743" actId="790"/>
          <ac:spMkLst>
            <pc:docMk/>
            <pc:sldMk cId="1894773172" sldId="403"/>
            <ac:spMk id="16" creationId="{CDC6D908-7ACB-8ADB-ABB4-3B98844C9151}"/>
          </ac:spMkLst>
        </pc:spChg>
        <pc:spChg chg="mod">
          <ac:chgData name="Yash Jadhav" userId="535c3d6d-72b8-4f77-8155-55f939173cf2" providerId="ADAL" clId="{F33F88E0-3380-47C4-AFDE-F1AC050ADA82}" dt="2026-01-25T16:05:26.706" v="7744" actId="790"/>
          <ac:spMkLst>
            <pc:docMk/>
            <pc:sldMk cId="1894773172" sldId="403"/>
            <ac:spMk id="17" creationId="{077D85BF-AB86-4C90-B2E7-C5AE65466A1B}"/>
          </ac:spMkLst>
        </pc:spChg>
        <pc:spChg chg="mod">
          <ac:chgData name="Yash Jadhav" userId="535c3d6d-72b8-4f77-8155-55f939173cf2" providerId="ADAL" clId="{F33F88E0-3380-47C4-AFDE-F1AC050ADA82}" dt="2026-01-25T16:05:26.709" v="7745" actId="790"/>
          <ac:spMkLst>
            <pc:docMk/>
            <pc:sldMk cId="1894773172" sldId="403"/>
            <ac:spMk id="18" creationId="{8993FAF4-536C-C218-A92B-8510DBFE0002}"/>
          </ac:spMkLst>
        </pc:spChg>
        <pc:spChg chg="mod">
          <ac:chgData name="Yash Jadhav" userId="535c3d6d-72b8-4f77-8155-55f939173cf2" providerId="ADAL" clId="{F33F88E0-3380-47C4-AFDE-F1AC050ADA82}" dt="2026-01-25T16:05:26.712" v="7746" actId="790"/>
          <ac:spMkLst>
            <pc:docMk/>
            <pc:sldMk cId="1894773172" sldId="403"/>
            <ac:spMk id="19" creationId="{9AC8046B-8A52-D038-9A77-B6395C1DA1AB}"/>
          </ac:spMkLst>
        </pc:spChg>
        <pc:spChg chg="mod">
          <ac:chgData name="Yash Jadhav" userId="535c3d6d-72b8-4f77-8155-55f939173cf2" providerId="ADAL" clId="{F33F88E0-3380-47C4-AFDE-F1AC050ADA82}" dt="2026-01-25T16:05:26.715" v="7747" actId="790"/>
          <ac:spMkLst>
            <pc:docMk/>
            <pc:sldMk cId="1894773172" sldId="403"/>
            <ac:spMk id="20" creationId="{EFC68F70-6DC8-F79B-F2EC-5FEBD1B7C15D}"/>
          </ac:spMkLst>
        </pc:spChg>
        <pc:spChg chg="add del mod">
          <ac:chgData name="Yash Jadhav" userId="535c3d6d-72b8-4f77-8155-55f939173cf2" providerId="ADAL" clId="{F33F88E0-3380-47C4-AFDE-F1AC050ADA82}" dt="2026-01-25T16:06:14.662" v="8413" actId="6264"/>
          <ac:spMkLst>
            <pc:docMk/>
            <pc:sldMk cId="1894773172" sldId="403"/>
            <ac:spMk id="21" creationId="{9154598A-B7EE-1876-A6F4-B02C4B5B1CC2}"/>
          </ac:spMkLst>
        </pc:spChg>
        <pc:spChg chg="mod">
          <ac:chgData name="Yash Jadhav" userId="535c3d6d-72b8-4f77-8155-55f939173cf2" providerId="ADAL" clId="{F33F88E0-3380-47C4-AFDE-F1AC050ADA82}" dt="2026-01-25T16:05:26.719" v="7748" actId="790"/>
          <ac:spMkLst>
            <pc:docMk/>
            <pc:sldMk cId="1894773172" sldId="403"/>
            <ac:spMk id="69" creationId="{73F04BD9-837D-8072-2473-7EBE819E9709}"/>
          </ac:spMkLst>
        </pc:spChg>
        <pc:spChg chg="mod">
          <ac:chgData name="Yash Jadhav" userId="535c3d6d-72b8-4f77-8155-55f939173cf2" providerId="ADAL" clId="{F33F88E0-3380-47C4-AFDE-F1AC050ADA82}" dt="2026-01-25T16:05:26.724" v="7749" actId="790"/>
          <ac:spMkLst>
            <pc:docMk/>
            <pc:sldMk cId="1894773172" sldId="403"/>
            <ac:spMk id="70" creationId="{B60ABA6F-B197-940A-7B70-5946688EFD56}"/>
          </ac:spMkLst>
        </pc:spChg>
        <pc:spChg chg="mod">
          <ac:chgData name="Yash Jadhav" userId="535c3d6d-72b8-4f77-8155-55f939173cf2" providerId="ADAL" clId="{F33F88E0-3380-47C4-AFDE-F1AC050ADA82}" dt="2026-01-25T16:05:26.728" v="7750" actId="790"/>
          <ac:spMkLst>
            <pc:docMk/>
            <pc:sldMk cId="1894773172" sldId="403"/>
            <ac:spMk id="71" creationId="{23DCF175-E21B-25F1-EE5B-FCCE747F369B}"/>
          </ac:spMkLst>
        </pc:spChg>
        <pc:spChg chg="mod">
          <ac:chgData name="Yash Jadhav" userId="535c3d6d-72b8-4f77-8155-55f939173cf2" providerId="ADAL" clId="{F33F88E0-3380-47C4-AFDE-F1AC050ADA82}" dt="2026-01-25T16:05:26.732" v="7751" actId="790"/>
          <ac:spMkLst>
            <pc:docMk/>
            <pc:sldMk cId="1894773172" sldId="403"/>
            <ac:spMk id="72" creationId="{69EBBF1C-06EF-20FB-EB56-26F779D0D38B}"/>
          </ac:spMkLst>
        </pc:spChg>
        <pc:spChg chg="mod">
          <ac:chgData name="Yash Jadhav" userId="535c3d6d-72b8-4f77-8155-55f939173cf2" providerId="ADAL" clId="{F33F88E0-3380-47C4-AFDE-F1AC050ADA82}" dt="2026-01-25T16:05:26.738" v="7752" actId="790"/>
          <ac:spMkLst>
            <pc:docMk/>
            <pc:sldMk cId="1894773172" sldId="403"/>
            <ac:spMk id="74" creationId="{CDF2EDB0-7B41-67A3-E353-72F8BF78B714}"/>
          </ac:spMkLst>
        </pc:spChg>
        <pc:spChg chg="mod">
          <ac:chgData name="Yash Jadhav" userId="535c3d6d-72b8-4f77-8155-55f939173cf2" providerId="ADAL" clId="{F33F88E0-3380-47C4-AFDE-F1AC050ADA82}" dt="2026-01-25T16:05:26.744" v="7753" actId="790"/>
          <ac:spMkLst>
            <pc:docMk/>
            <pc:sldMk cId="1894773172" sldId="403"/>
            <ac:spMk id="75" creationId="{96CB41BE-416F-2F35-C60A-08F4C0D28C05}"/>
          </ac:spMkLst>
        </pc:spChg>
        <pc:spChg chg="mod">
          <ac:chgData name="Yash Jadhav" userId="535c3d6d-72b8-4f77-8155-55f939173cf2" providerId="ADAL" clId="{F33F88E0-3380-47C4-AFDE-F1AC050ADA82}" dt="2026-01-25T16:05:26.747" v="7754" actId="790"/>
          <ac:spMkLst>
            <pc:docMk/>
            <pc:sldMk cId="1894773172" sldId="403"/>
            <ac:spMk id="76" creationId="{4BE2BB10-189B-C092-6287-5DC299ABEED9}"/>
          </ac:spMkLst>
        </pc:spChg>
        <pc:spChg chg="mod">
          <ac:chgData name="Yash Jadhav" userId="535c3d6d-72b8-4f77-8155-55f939173cf2" providerId="ADAL" clId="{F33F88E0-3380-47C4-AFDE-F1AC050ADA82}" dt="2026-01-25T16:05:26.751" v="7755" actId="790"/>
          <ac:spMkLst>
            <pc:docMk/>
            <pc:sldMk cId="1894773172" sldId="403"/>
            <ac:spMk id="77" creationId="{C0F1ED9B-9BE3-E3D6-19B5-A5FEC9D48486}"/>
          </ac:spMkLst>
        </pc:spChg>
        <pc:spChg chg="mod">
          <ac:chgData name="Yash Jadhav" userId="535c3d6d-72b8-4f77-8155-55f939173cf2" providerId="ADAL" clId="{F33F88E0-3380-47C4-AFDE-F1AC050ADA82}" dt="2026-01-25T16:05:26.755" v="7756" actId="790"/>
          <ac:spMkLst>
            <pc:docMk/>
            <pc:sldMk cId="1894773172" sldId="403"/>
            <ac:spMk id="78" creationId="{4FA0559A-6B43-8F37-BDC4-3B44127D332E}"/>
          </ac:spMkLst>
        </pc:spChg>
        <pc:spChg chg="mod">
          <ac:chgData name="Yash Jadhav" userId="535c3d6d-72b8-4f77-8155-55f939173cf2" providerId="ADAL" clId="{F33F88E0-3380-47C4-AFDE-F1AC050ADA82}" dt="2026-01-25T16:05:26.758" v="7757" actId="790"/>
          <ac:spMkLst>
            <pc:docMk/>
            <pc:sldMk cId="1894773172" sldId="403"/>
            <ac:spMk id="79" creationId="{213B99F7-1CE6-C493-452C-2ADE85AA0D16}"/>
          </ac:spMkLst>
        </pc:spChg>
        <pc:spChg chg="mod">
          <ac:chgData name="Yash Jadhav" userId="535c3d6d-72b8-4f77-8155-55f939173cf2" providerId="ADAL" clId="{F33F88E0-3380-47C4-AFDE-F1AC050ADA82}" dt="2026-01-25T16:05:26.761" v="7758" actId="790"/>
          <ac:spMkLst>
            <pc:docMk/>
            <pc:sldMk cId="1894773172" sldId="403"/>
            <ac:spMk id="80" creationId="{C0213DBC-88C5-7CD3-639D-FDCD3F8F130C}"/>
          </ac:spMkLst>
        </pc:spChg>
        <pc:spChg chg="mod">
          <ac:chgData name="Yash Jadhav" userId="535c3d6d-72b8-4f77-8155-55f939173cf2" providerId="ADAL" clId="{F33F88E0-3380-47C4-AFDE-F1AC050ADA82}" dt="2026-01-25T16:05:26.764" v="7759" actId="790"/>
          <ac:spMkLst>
            <pc:docMk/>
            <pc:sldMk cId="1894773172" sldId="403"/>
            <ac:spMk id="81" creationId="{95C00FB9-42B4-4F04-CA3E-DA91628B758A}"/>
          </ac:spMkLst>
        </pc:spChg>
        <pc:spChg chg="mod">
          <ac:chgData name="Yash Jadhav" userId="535c3d6d-72b8-4f77-8155-55f939173cf2" providerId="ADAL" clId="{F33F88E0-3380-47C4-AFDE-F1AC050ADA82}" dt="2026-01-25T16:05:26.768" v="7760" actId="790"/>
          <ac:spMkLst>
            <pc:docMk/>
            <pc:sldMk cId="1894773172" sldId="403"/>
            <ac:spMk id="82" creationId="{D5BD8B1A-18D5-6BFC-3266-3F1E5A029E50}"/>
          </ac:spMkLst>
        </pc:spChg>
        <pc:spChg chg="mod">
          <ac:chgData name="Yash Jadhav" userId="535c3d6d-72b8-4f77-8155-55f939173cf2" providerId="ADAL" clId="{F33F88E0-3380-47C4-AFDE-F1AC050ADA82}" dt="2026-01-25T16:05:26.771" v="7761" actId="790"/>
          <ac:spMkLst>
            <pc:docMk/>
            <pc:sldMk cId="1894773172" sldId="403"/>
            <ac:spMk id="83" creationId="{70127B77-4256-73DD-08CC-1EF3A3B04F8B}"/>
          </ac:spMkLst>
        </pc:spChg>
        <pc:spChg chg="mod">
          <ac:chgData name="Yash Jadhav" userId="535c3d6d-72b8-4f77-8155-55f939173cf2" providerId="ADAL" clId="{F33F88E0-3380-47C4-AFDE-F1AC050ADA82}" dt="2026-01-25T16:05:26.773" v="7762" actId="790"/>
          <ac:spMkLst>
            <pc:docMk/>
            <pc:sldMk cId="1894773172" sldId="403"/>
            <ac:spMk id="84" creationId="{84D41E39-C13D-E116-015A-B28D62310BF4}"/>
          </ac:spMkLst>
        </pc:spChg>
        <pc:spChg chg="mod">
          <ac:chgData name="Yash Jadhav" userId="535c3d6d-72b8-4f77-8155-55f939173cf2" providerId="ADAL" clId="{F33F88E0-3380-47C4-AFDE-F1AC050ADA82}" dt="2026-01-25T16:05:26.775" v="7763" actId="790"/>
          <ac:spMkLst>
            <pc:docMk/>
            <pc:sldMk cId="1894773172" sldId="403"/>
            <ac:spMk id="85" creationId="{2E542B08-6E9D-27E3-39AD-56871252D97B}"/>
          </ac:spMkLst>
        </pc:spChg>
        <pc:spChg chg="mod">
          <ac:chgData name="Yash Jadhav" userId="535c3d6d-72b8-4f77-8155-55f939173cf2" providerId="ADAL" clId="{F33F88E0-3380-47C4-AFDE-F1AC050ADA82}" dt="2026-01-25T16:05:26.778" v="7764" actId="790"/>
          <ac:spMkLst>
            <pc:docMk/>
            <pc:sldMk cId="1894773172" sldId="403"/>
            <ac:spMk id="86" creationId="{D16CA1EC-D8E9-54FD-BEBA-3627EDA138A5}"/>
          </ac:spMkLst>
        </pc:spChg>
        <pc:spChg chg="mod">
          <ac:chgData name="Yash Jadhav" userId="535c3d6d-72b8-4f77-8155-55f939173cf2" providerId="ADAL" clId="{F33F88E0-3380-47C4-AFDE-F1AC050ADA82}" dt="2026-01-25T16:05:26.780" v="7765" actId="790"/>
          <ac:spMkLst>
            <pc:docMk/>
            <pc:sldMk cId="1894773172" sldId="403"/>
            <ac:spMk id="87" creationId="{71F8C3BB-2D4E-597D-69FD-94C7F35413C6}"/>
          </ac:spMkLst>
        </pc:spChg>
        <pc:spChg chg="mod">
          <ac:chgData name="Yash Jadhav" userId="535c3d6d-72b8-4f77-8155-55f939173cf2" providerId="ADAL" clId="{F33F88E0-3380-47C4-AFDE-F1AC050ADA82}" dt="2026-01-25T16:05:26.782" v="7766" actId="790"/>
          <ac:spMkLst>
            <pc:docMk/>
            <pc:sldMk cId="1894773172" sldId="403"/>
            <ac:spMk id="88" creationId="{65462E5D-7328-39F3-3DDA-8AAA7CEF1E77}"/>
          </ac:spMkLst>
        </pc:spChg>
        <pc:spChg chg="mod">
          <ac:chgData name="Yash Jadhav" userId="535c3d6d-72b8-4f77-8155-55f939173cf2" providerId="ADAL" clId="{F33F88E0-3380-47C4-AFDE-F1AC050ADA82}" dt="2026-01-25T16:05:26.785" v="7767" actId="790"/>
          <ac:spMkLst>
            <pc:docMk/>
            <pc:sldMk cId="1894773172" sldId="403"/>
            <ac:spMk id="89" creationId="{F791F90F-0715-F16C-8144-F0AF8A88ED62}"/>
          </ac:spMkLst>
        </pc:spChg>
        <pc:spChg chg="mod">
          <ac:chgData name="Yash Jadhav" userId="535c3d6d-72b8-4f77-8155-55f939173cf2" providerId="ADAL" clId="{F33F88E0-3380-47C4-AFDE-F1AC050ADA82}" dt="2026-01-25T16:05:26.787" v="7768" actId="790"/>
          <ac:spMkLst>
            <pc:docMk/>
            <pc:sldMk cId="1894773172" sldId="403"/>
            <ac:spMk id="90" creationId="{AA976B4B-A882-C165-1F4F-02EE84185EC7}"/>
          </ac:spMkLst>
        </pc:spChg>
        <pc:spChg chg="mod">
          <ac:chgData name="Yash Jadhav" userId="535c3d6d-72b8-4f77-8155-55f939173cf2" providerId="ADAL" clId="{F33F88E0-3380-47C4-AFDE-F1AC050ADA82}" dt="2026-01-25T16:05:26.789" v="7769" actId="790"/>
          <ac:spMkLst>
            <pc:docMk/>
            <pc:sldMk cId="1894773172" sldId="403"/>
            <ac:spMk id="92" creationId="{0244E5CE-B735-63F2-021B-EB53ED0A7C3D}"/>
          </ac:spMkLst>
        </pc:spChg>
        <pc:spChg chg="mod">
          <ac:chgData name="Yash Jadhav" userId="535c3d6d-72b8-4f77-8155-55f939173cf2" providerId="ADAL" clId="{F33F88E0-3380-47C4-AFDE-F1AC050ADA82}" dt="2026-01-25T16:05:26.790" v="7770" actId="790"/>
          <ac:spMkLst>
            <pc:docMk/>
            <pc:sldMk cId="1894773172" sldId="403"/>
            <ac:spMk id="93" creationId="{7B7DE270-542B-ED07-7902-5F632D066B05}"/>
          </ac:spMkLst>
        </pc:spChg>
        <pc:spChg chg="mod">
          <ac:chgData name="Yash Jadhav" userId="535c3d6d-72b8-4f77-8155-55f939173cf2" providerId="ADAL" clId="{F33F88E0-3380-47C4-AFDE-F1AC050ADA82}" dt="2026-01-25T16:05:26.792" v="7771" actId="790"/>
          <ac:spMkLst>
            <pc:docMk/>
            <pc:sldMk cId="1894773172" sldId="403"/>
            <ac:spMk id="94" creationId="{C17754A6-B174-796E-0544-F2FCD7EBEFB8}"/>
          </ac:spMkLst>
        </pc:spChg>
        <pc:spChg chg="mod">
          <ac:chgData name="Yash Jadhav" userId="535c3d6d-72b8-4f77-8155-55f939173cf2" providerId="ADAL" clId="{F33F88E0-3380-47C4-AFDE-F1AC050ADA82}" dt="2026-01-25T16:05:26.794" v="7772" actId="790"/>
          <ac:spMkLst>
            <pc:docMk/>
            <pc:sldMk cId="1894773172" sldId="403"/>
            <ac:spMk id="95" creationId="{5B387E03-2313-F1C9-EB23-EA52DBB3C3BC}"/>
          </ac:spMkLst>
        </pc:spChg>
        <pc:spChg chg="mod">
          <ac:chgData name="Yash Jadhav" userId="535c3d6d-72b8-4f77-8155-55f939173cf2" providerId="ADAL" clId="{F33F88E0-3380-47C4-AFDE-F1AC050ADA82}" dt="2026-01-25T16:05:26.795" v="7773" actId="790"/>
          <ac:spMkLst>
            <pc:docMk/>
            <pc:sldMk cId="1894773172" sldId="403"/>
            <ac:spMk id="96" creationId="{114B64FB-FB09-032E-777B-9CDF83AB29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69789725" sldId="404"/>
        </pc:sldMkLst>
        <pc:spChg chg="mod ord">
          <ac:chgData name="Yash Jadhav" userId="535c3d6d-72b8-4f77-8155-55f939173cf2" providerId="ADAL" clId="{F33F88E0-3380-47C4-AFDE-F1AC050ADA82}" dt="2026-01-25T16:06:14.662" v="8413" actId="6264"/>
          <ac:spMkLst>
            <pc:docMk/>
            <pc:sldMk cId="2369789725" sldId="404"/>
            <ac:spMk id="2" creationId="{00000000-0000-0000-0000-000000000000}"/>
          </ac:spMkLst>
        </pc:spChg>
        <pc:spChg chg="mod">
          <ac:chgData name="Yash Jadhav" userId="535c3d6d-72b8-4f77-8155-55f939173cf2" providerId="ADAL" clId="{F33F88E0-3380-47C4-AFDE-F1AC050ADA82}" dt="2026-01-25T16:05:29.439" v="7795" actId="790"/>
          <ac:spMkLst>
            <pc:docMk/>
            <pc:sldMk cId="2369789725" sldId="404"/>
            <ac:spMk id="3" creationId="{5C6B2708-022F-00F4-9657-89E7793728E6}"/>
          </ac:spMkLst>
        </pc:spChg>
        <pc:spChg chg="add del mod">
          <ac:chgData name="Yash Jadhav" userId="535c3d6d-72b8-4f77-8155-55f939173cf2" providerId="ADAL" clId="{F33F88E0-3380-47C4-AFDE-F1AC050ADA82}" dt="2026-01-25T16:06:14.662" v="8413" actId="6264"/>
          <ac:spMkLst>
            <pc:docMk/>
            <pc:sldMk cId="2369789725" sldId="404"/>
            <ac:spMk id="4" creationId="{B60E1A58-5B57-4D93-9A2C-A6E02F04C656}"/>
          </ac:spMkLst>
        </pc:spChg>
        <pc:spChg chg="mod">
          <ac:chgData name="Yash Jadhav" userId="535c3d6d-72b8-4f77-8155-55f939173cf2" providerId="ADAL" clId="{F33F88E0-3380-47C4-AFDE-F1AC050ADA82}" dt="2026-01-25T16:05:29.405" v="7784" actId="790"/>
          <ac:spMkLst>
            <pc:docMk/>
            <pc:sldMk cId="2369789725" sldId="404"/>
            <ac:spMk id="35" creationId="{00000000-0000-0000-0000-000000000000}"/>
          </ac:spMkLst>
        </pc:spChg>
        <pc:spChg chg="mod">
          <ac:chgData name="Yash Jadhav" userId="535c3d6d-72b8-4f77-8155-55f939173cf2" providerId="ADAL" clId="{F33F88E0-3380-47C4-AFDE-F1AC050ADA82}" dt="2026-01-25T16:05:29.396" v="7782" actId="790"/>
          <ac:spMkLst>
            <pc:docMk/>
            <pc:sldMk cId="2369789725" sldId="404"/>
            <ac:spMk id="36" creationId="{00000000-0000-0000-0000-000000000000}"/>
          </ac:spMkLst>
        </pc:spChg>
        <pc:spChg chg="mod">
          <ac:chgData name="Yash Jadhav" userId="535c3d6d-72b8-4f77-8155-55f939173cf2" providerId="ADAL" clId="{F33F88E0-3380-47C4-AFDE-F1AC050ADA82}" dt="2026-01-25T16:05:29.389" v="7780" actId="790"/>
          <ac:spMkLst>
            <pc:docMk/>
            <pc:sldMk cId="2369789725" sldId="404"/>
            <ac:spMk id="37" creationId="{00000000-0000-0000-0000-000000000000}"/>
          </ac:spMkLst>
        </pc:spChg>
        <pc:spChg chg="mod">
          <ac:chgData name="Yash Jadhav" userId="535c3d6d-72b8-4f77-8155-55f939173cf2" providerId="ADAL" clId="{F33F88E0-3380-47C4-AFDE-F1AC050ADA82}" dt="2026-01-25T16:05:29.409" v="7785" actId="790"/>
          <ac:spMkLst>
            <pc:docMk/>
            <pc:sldMk cId="2369789725" sldId="404"/>
            <ac:spMk id="38" creationId="{00000000-0000-0000-0000-000000000000}"/>
          </ac:spMkLst>
        </pc:spChg>
        <pc:spChg chg="mod">
          <ac:chgData name="Yash Jadhav" userId="535c3d6d-72b8-4f77-8155-55f939173cf2" providerId="ADAL" clId="{F33F88E0-3380-47C4-AFDE-F1AC050ADA82}" dt="2026-01-25T16:05:29.401" v="7783" actId="790"/>
          <ac:spMkLst>
            <pc:docMk/>
            <pc:sldMk cId="2369789725" sldId="404"/>
            <ac:spMk id="39" creationId="{00000000-0000-0000-0000-000000000000}"/>
          </ac:spMkLst>
        </pc:spChg>
        <pc:spChg chg="mod">
          <ac:chgData name="Yash Jadhav" userId="535c3d6d-72b8-4f77-8155-55f939173cf2" providerId="ADAL" clId="{F33F88E0-3380-47C4-AFDE-F1AC050ADA82}" dt="2026-01-25T16:05:29.433" v="7793" actId="790"/>
          <ac:spMkLst>
            <pc:docMk/>
            <pc:sldMk cId="2369789725" sldId="404"/>
            <ac:spMk id="42" creationId="{00000000-0000-0000-0000-000000000000}"/>
          </ac:spMkLst>
        </pc:spChg>
        <pc:spChg chg="mod">
          <ac:chgData name="Yash Jadhav" userId="535c3d6d-72b8-4f77-8155-55f939173cf2" providerId="ADAL" clId="{F33F88E0-3380-47C4-AFDE-F1AC050ADA82}" dt="2026-01-25T16:05:29.393" v="7781" actId="790"/>
          <ac:spMkLst>
            <pc:docMk/>
            <pc:sldMk cId="2369789725" sldId="404"/>
            <ac:spMk id="44" creationId="{00000000-0000-0000-0000-000000000000}"/>
          </ac:spMkLst>
        </pc:spChg>
        <pc:spChg chg="mod">
          <ac:chgData name="Yash Jadhav" userId="535c3d6d-72b8-4f77-8155-55f939173cf2" providerId="ADAL" clId="{F33F88E0-3380-47C4-AFDE-F1AC050ADA82}" dt="2026-01-25T16:05:29.379" v="7778" actId="790"/>
          <ac:spMkLst>
            <pc:docMk/>
            <pc:sldMk cId="2369789725" sldId="404"/>
            <ac:spMk id="45" creationId="{00000000-0000-0000-0000-000000000000}"/>
          </ac:spMkLst>
        </pc:spChg>
        <pc:spChg chg="mod">
          <ac:chgData name="Yash Jadhav" userId="535c3d6d-72b8-4f77-8155-55f939173cf2" providerId="ADAL" clId="{F33F88E0-3380-47C4-AFDE-F1AC050ADA82}" dt="2026-01-25T16:05:29.435" v="7794" actId="790"/>
          <ac:spMkLst>
            <pc:docMk/>
            <pc:sldMk cId="2369789725" sldId="404"/>
            <ac:spMk id="47" creationId="{00000000-0000-0000-0000-000000000000}"/>
          </ac:spMkLst>
        </pc:spChg>
        <pc:spChg chg="mod">
          <ac:chgData name="Yash Jadhav" userId="535c3d6d-72b8-4f77-8155-55f939173cf2" providerId="ADAL" clId="{F33F88E0-3380-47C4-AFDE-F1AC050ADA82}" dt="2026-01-25T16:05:29.413" v="7786" actId="790"/>
          <ac:spMkLst>
            <pc:docMk/>
            <pc:sldMk cId="2369789725" sldId="404"/>
            <ac:spMk id="101" creationId="{00000000-0000-0000-0000-000000000000}"/>
          </ac:spMkLst>
        </pc:spChg>
        <pc:spChg chg="mod">
          <ac:chgData name="Yash Jadhav" userId="535c3d6d-72b8-4f77-8155-55f939173cf2" providerId="ADAL" clId="{F33F88E0-3380-47C4-AFDE-F1AC050ADA82}" dt="2026-01-25T16:05:29.417" v="7787" actId="790"/>
          <ac:spMkLst>
            <pc:docMk/>
            <pc:sldMk cId="2369789725" sldId="404"/>
            <ac:spMk id="102" creationId="{00000000-0000-0000-0000-000000000000}"/>
          </ac:spMkLst>
        </pc:spChg>
        <pc:spChg chg="mod">
          <ac:chgData name="Yash Jadhav" userId="535c3d6d-72b8-4f77-8155-55f939173cf2" providerId="ADAL" clId="{F33F88E0-3380-47C4-AFDE-F1AC050ADA82}" dt="2026-01-25T16:05:29.420" v="7788" actId="790"/>
          <ac:spMkLst>
            <pc:docMk/>
            <pc:sldMk cId="2369789725" sldId="404"/>
            <ac:spMk id="103" creationId="{00000000-0000-0000-0000-000000000000}"/>
          </ac:spMkLst>
        </pc:spChg>
        <pc:spChg chg="mod">
          <ac:chgData name="Yash Jadhav" userId="535c3d6d-72b8-4f77-8155-55f939173cf2" providerId="ADAL" clId="{F33F88E0-3380-47C4-AFDE-F1AC050ADA82}" dt="2026-01-25T16:05:29.422" v="7789" actId="790"/>
          <ac:spMkLst>
            <pc:docMk/>
            <pc:sldMk cId="2369789725" sldId="404"/>
            <ac:spMk id="112" creationId="{00000000-0000-0000-0000-000000000000}"/>
          </ac:spMkLst>
        </pc:spChg>
        <pc:spChg chg="mod">
          <ac:chgData name="Yash Jadhav" userId="535c3d6d-72b8-4f77-8155-55f939173cf2" providerId="ADAL" clId="{F33F88E0-3380-47C4-AFDE-F1AC050ADA82}" dt="2026-01-25T16:05:29.425" v="7790" actId="790"/>
          <ac:spMkLst>
            <pc:docMk/>
            <pc:sldMk cId="2369789725" sldId="404"/>
            <ac:spMk id="113" creationId="{00000000-0000-0000-0000-000000000000}"/>
          </ac:spMkLst>
        </pc:spChg>
        <pc:spChg chg="mod">
          <ac:chgData name="Yash Jadhav" userId="535c3d6d-72b8-4f77-8155-55f939173cf2" providerId="ADAL" clId="{F33F88E0-3380-47C4-AFDE-F1AC050ADA82}" dt="2026-01-25T16:05:29.428" v="7791" actId="790"/>
          <ac:spMkLst>
            <pc:docMk/>
            <pc:sldMk cId="2369789725" sldId="404"/>
            <ac:spMk id="114" creationId="{00000000-0000-0000-0000-000000000000}"/>
          </ac:spMkLst>
        </pc:spChg>
        <pc:spChg chg="mod">
          <ac:chgData name="Yash Jadhav" userId="535c3d6d-72b8-4f77-8155-55f939173cf2" providerId="ADAL" clId="{F33F88E0-3380-47C4-AFDE-F1AC050ADA82}" dt="2026-01-25T16:05:29.430" v="7792" actId="790"/>
          <ac:spMkLst>
            <pc:docMk/>
            <pc:sldMk cId="2369789725" sldId="404"/>
            <ac:spMk id="12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27680639" sldId="405"/>
        </pc:sldMkLst>
        <pc:spChg chg="add del mod">
          <ac:chgData name="Yash Jadhav" userId="535c3d6d-72b8-4f77-8155-55f939173cf2" providerId="ADAL" clId="{F33F88E0-3380-47C4-AFDE-F1AC050ADA82}" dt="2026-01-25T16:06:14.662" v="8413" actId="6264"/>
          <ac:spMkLst>
            <pc:docMk/>
            <pc:sldMk cId="2227680639" sldId="405"/>
            <ac:spMk id="3" creationId="{A67CE62B-AD80-FDC5-5E78-06FDBC127420}"/>
          </ac:spMkLst>
        </pc:spChg>
        <pc:spChg chg="mod">
          <ac:chgData name="Yash Jadhav" userId="535c3d6d-72b8-4f77-8155-55f939173cf2" providerId="ADAL" clId="{F33F88E0-3380-47C4-AFDE-F1AC050ADA82}" dt="2026-01-25T16:05:30.836" v="7800" actId="790"/>
          <ac:spMkLst>
            <pc:docMk/>
            <pc:sldMk cId="2227680639" sldId="405"/>
            <ac:spMk id="12" creationId="{00000000-0000-0000-0000-000000000000}"/>
          </ac:spMkLst>
        </pc:spChg>
        <pc:spChg chg="mod">
          <ac:chgData name="Yash Jadhav" userId="535c3d6d-72b8-4f77-8155-55f939173cf2" providerId="ADAL" clId="{F33F88E0-3380-47C4-AFDE-F1AC050ADA82}" dt="2026-01-25T16:05:30.840" v="7801" actId="790"/>
          <ac:spMkLst>
            <pc:docMk/>
            <pc:sldMk cId="2227680639" sldId="405"/>
            <ac:spMk id="15" creationId="{00000000-0000-0000-0000-000000000000}"/>
          </ac:spMkLst>
        </pc:spChg>
        <pc:spChg chg="mod">
          <ac:chgData name="Yash Jadhav" userId="535c3d6d-72b8-4f77-8155-55f939173cf2" providerId="ADAL" clId="{F33F88E0-3380-47C4-AFDE-F1AC050ADA82}" dt="2026-01-25T16:05:30.844" v="7802" actId="790"/>
          <ac:spMkLst>
            <pc:docMk/>
            <pc:sldMk cId="2227680639" sldId="405"/>
            <ac:spMk id="16" creationId="{00000000-0000-0000-0000-000000000000}"/>
          </ac:spMkLst>
        </pc:spChg>
        <pc:spChg chg="mod">
          <ac:chgData name="Yash Jadhav" userId="535c3d6d-72b8-4f77-8155-55f939173cf2" providerId="ADAL" clId="{F33F88E0-3380-47C4-AFDE-F1AC050ADA82}" dt="2026-01-25T16:05:30.849" v="7803" actId="790"/>
          <ac:spMkLst>
            <pc:docMk/>
            <pc:sldMk cId="2227680639" sldId="405"/>
            <ac:spMk id="20" creationId="{00000000-0000-0000-0000-000000000000}"/>
          </ac:spMkLst>
        </pc:spChg>
        <pc:spChg chg="mod">
          <ac:chgData name="Yash Jadhav" userId="535c3d6d-72b8-4f77-8155-55f939173cf2" providerId="ADAL" clId="{F33F88E0-3380-47C4-AFDE-F1AC050ADA82}" dt="2026-01-25T16:05:30.855" v="7804" actId="790"/>
          <ac:spMkLst>
            <pc:docMk/>
            <pc:sldMk cId="2227680639" sldId="405"/>
            <ac:spMk id="27" creationId="{00000000-0000-0000-0000-000000000000}"/>
          </ac:spMkLst>
        </pc:spChg>
        <pc:spChg chg="mod">
          <ac:chgData name="Yash Jadhav" userId="535c3d6d-72b8-4f77-8155-55f939173cf2" providerId="ADAL" clId="{F33F88E0-3380-47C4-AFDE-F1AC050ADA82}" dt="2026-01-25T16:05:30.859" v="7805" actId="790"/>
          <ac:spMkLst>
            <pc:docMk/>
            <pc:sldMk cId="2227680639" sldId="405"/>
            <ac:spMk id="28" creationId="{00000000-0000-0000-0000-000000000000}"/>
          </ac:spMkLst>
        </pc:spChg>
        <pc:spChg chg="mod">
          <ac:chgData name="Yash Jadhav" userId="535c3d6d-72b8-4f77-8155-55f939173cf2" providerId="ADAL" clId="{F33F88E0-3380-47C4-AFDE-F1AC050ADA82}" dt="2026-01-25T16:05:30.863" v="7806" actId="790"/>
          <ac:spMkLst>
            <pc:docMk/>
            <pc:sldMk cId="2227680639" sldId="405"/>
            <ac:spMk id="30" creationId="{00000000-0000-0000-0000-000000000000}"/>
          </ac:spMkLst>
        </pc:spChg>
        <pc:spChg chg="mod">
          <ac:chgData name="Yash Jadhav" userId="535c3d6d-72b8-4f77-8155-55f939173cf2" providerId="ADAL" clId="{F33F88E0-3380-47C4-AFDE-F1AC050ADA82}" dt="2026-01-25T16:05:30.869" v="7807" actId="790"/>
          <ac:spMkLst>
            <pc:docMk/>
            <pc:sldMk cId="2227680639" sldId="405"/>
            <ac:spMk id="31" creationId="{00000000-0000-0000-0000-000000000000}"/>
          </ac:spMkLst>
        </pc:spChg>
        <pc:spChg chg="mod">
          <ac:chgData name="Yash Jadhav" userId="535c3d6d-72b8-4f77-8155-55f939173cf2" providerId="ADAL" clId="{F33F88E0-3380-47C4-AFDE-F1AC050ADA82}" dt="2026-01-25T16:05:30.873" v="7808" actId="790"/>
          <ac:spMkLst>
            <pc:docMk/>
            <pc:sldMk cId="2227680639" sldId="405"/>
            <ac:spMk id="35" creationId="{00000000-0000-0000-0000-000000000000}"/>
          </ac:spMkLst>
        </pc:spChg>
        <pc:spChg chg="mod">
          <ac:chgData name="Yash Jadhav" userId="535c3d6d-72b8-4f77-8155-55f939173cf2" providerId="ADAL" clId="{F33F88E0-3380-47C4-AFDE-F1AC050ADA82}" dt="2026-01-25T16:05:30.876" v="7809" actId="790"/>
          <ac:spMkLst>
            <pc:docMk/>
            <pc:sldMk cId="2227680639" sldId="405"/>
            <ac:spMk id="42" creationId="{00000000-0000-0000-0000-000000000000}"/>
          </ac:spMkLst>
        </pc:spChg>
        <pc:spChg chg="mod">
          <ac:chgData name="Yash Jadhav" userId="535c3d6d-72b8-4f77-8155-55f939173cf2" providerId="ADAL" clId="{F33F88E0-3380-47C4-AFDE-F1AC050ADA82}" dt="2026-01-25T16:05:30.879" v="7810" actId="790"/>
          <ac:spMkLst>
            <pc:docMk/>
            <pc:sldMk cId="2227680639" sldId="405"/>
            <ac:spMk id="47" creationId="{00000000-0000-0000-0000-000000000000}"/>
          </ac:spMkLst>
        </pc:spChg>
        <pc:spChg chg="mod ord">
          <ac:chgData name="Yash Jadhav" userId="535c3d6d-72b8-4f77-8155-55f939173cf2" providerId="ADAL" clId="{F33F88E0-3380-47C4-AFDE-F1AC050ADA82}" dt="2026-01-25T16:06:14.662" v="8413" actId="6264"/>
          <ac:spMkLst>
            <pc:docMk/>
            <pc:sldMk cId="2227680639" sldId="405"/>
            <ac:spMk id="49" creationId="{00000000-0000-0000-0000-000000000000}"/>
          </ac:spMkLst>
        </pc:spChg>
        <pc:spChg chg="mod">
          <ac:chgData name="Yash Jadhav" userId="535c3d6d-72b8-4f77-8155-55f939173cf2" providerId="ADAL" clId="{F33F88E0-3380-47C4-AFDE-F1AC050ADA82}" dt="2026-01-25T16:05:30.882" v="7811" actId="790"/>
          <ac:spMkLst>
            <pc:docMk/>
            <pc:sldMk cId="2227680639" sldId="405"/>
            <ac:spMk id="52" creationId="{00000000-0000-0000-0000-000000000000}"/>
          </ac:spMkLst>
        </pc:spChg>
        <pc:spChg chg="mod">
          <ac:chgData name="Yash Jadhav" userId="535c3d6d-72b8-4f77-8155-55f939173cf2" providerId="ADAL" clId="{F33F88E0-3380-47C4-AFDE-F1AC050ADA82}" dt="2026-01-25T16:05:30.887" v="7812" actId="790"/>
          <ac:spMkLst>
            <pc:docMk/>
            <pc:sldMk cId="2227680639" sldId="405"/>
            <ac:spMk id="54" creationId="{00000000-0000-0000-0000-000000000000}"/>
          </ac:spMkLst>
        </pc:spChg>
        <pc:spChg chg="mod">
          <ac:chgData name="Yash Jadhav" userId="535c3d6d-72b8-4f77-8155-55f939173cf2" providerId="ADAL" clId="{F33F88E0-3380-47C4-AFDE-F1AC050ADA82}" dt="2026-01-25T16:05:30.892" v="7813" actId="790"/>
          <ac:spMkLst>
            <pc:docMk/>
            <pc:sldMk cId="2227680639" sldId="405"/>
            <ac:spMk id="59" creationId="{00000000-0000-0000-0000-000000000000}"/>
          </ac:spMkLst>
        </pc:spChg>
        <pc:spChg chg="mod">
          <ac:chgData name="Yash Jadhav" userId="535c3d6d-72b8-4f77-8155-55f939173cf2" providerId="ADAL" clId="{F33F88E0-3380-47C4-AFDE-F1AC050ADA82}" dt="2026-01-25T16:05:30.894" v="7814" actId="790"/>
          <ac:spMkLst>
            <pc:docMk/>
            <pc:sldMk cId="2227680639" sldId="405"/>
            <ac:spMk id="61" creationId="{00000000-0000-0000-0000-000000000000}"/>
          </ac:spMkLst>
        </pc:spChg>
        <pc:spChg chg="mod">
          <ac:chgData name="Yash Jadhav" userId="535c3d6d-72b8-4f77-8155-55f939173cf2" providerId="ADAL" clId="{F33F88E0-3380-47C4-AFDE-F1AC050ADA82}" dt="2026-01-25T16:05:30.902" v="7815" actId="790"/>
          <ac:spMkLst>
            <pc:docMk/>
            <pc:sldMk cId="2227680639" sldId="405"/>
            <ac:spMk id="70" creationId="{00000000-0000-0000-0000-000000000000}"/>
          </ac:spMkLst>
        </pc:spChg>
        <pc:spChg chg="mod">
          <ac:chgData name="Yash Jadhav" userId="535c3d6d-72b8-4f77-8155-55f939173cf2" providerId="ADAL" clId="{F33F88E0-3380-47C4-AFDE-F1AC050ADA82}" dt="2026-01-25T16:05:30.907" v="7816" actId="790"/>
          <ac:spMkLst>
            <pc:docMk/>
            <pc:sldMk cId="2227680639" sldId="405"/>
            <ac:spMk id="71" creationId="{00000000-0000-0000-0000-000000000000}"/>
          </ac:spMkLst>
        </pc:spChg>
        <pc:spChg chg="mod">
          <ac:chgData name="Yash Jadhav" userId="535c3d6d-72b8-4f77-8155-55f939173cf2" providerId="ADAL" clId="{F33F88E0-3380-47C4-AFDE-F1AC050ADA82}" dt="2026-01-25T16:05:30.913" v="7817" actId="790"/>
          <ac:spMkLst>
            <pc:docMk/>
            <pc:sldMk cId="2227680639" sldId="405"/>
            <ac:spMk id="72" creationId="{00000000-0000-0000-0000-000000000000}"/>
          </ac:spMkLst>
        </pc:spChg>
        <pc:spChg chg="mod">
          <ac:chgData name="Yash Jadhav" userId="535c3d6d-72b8-4f77-8155-55f939173cf2" providerId="ADAL" clId="{F33F88E0-3380-47C4-AFDE-F1AC050ADA82}" dt="2026-01-25T16:05:30.918" v="7818" actId="790"/>
          <ac:spMkLst>
            <pc:docMk/>
            <pc:sldMk cId="2227680639" sldId="405"/>
            <ac:spMk id="73" creationId="{00000000-0000-0000-0000-000000000000}"/>
          </ac:spMkLst>
        </pc:spChg>
        <pc:spChg chg="mod">
          <ac:chgData name="Yash Jadhav" userId="535c3d6d-72b8-4f77-8155-55f939173cf2" providerId="ADAL" clId="{F33F88E0-3380-47C4-AFDE-F1AC050ADA82}" dt="2026-01-25T16:05:30.922" v="7819" actId="790"/>
          <ac:spMkLst>
            <pc:docMk/>
            <pc:sldMk cId="2227680639" sldId="405"/>
            <ac:spMk id="74" creationId="{00000000-0000-0000-0000-000000000000}"/>
          </ac:spMkLst>
        </pc:spChg>
        <pc:spChg chg="mod">
          <ac:chgData name="Yash Jadhav" userId="535c3d6d-72b8-4f77-8155-55f939173cf2" providerId="ADAL" clId="{F33F88E0-3380-47C4-AFDE-F1AC050ADA82}" dt="2026-01-25T16:05:30.925" v="7820" actId="790"/>
          <ac:spMkLst>
            <pc:docMk/>
            <pc:sldMk cId="2227680639" sldId="405"/>
            <ac:spMk id="75" creationId="{00000000-0000-0000-0000-000000000000}"/>
          </ac:spMkLst>
        </pc:spChg>
        <pc:spChg chg="mod">
          <ac:chgData name="Yash Jadhav" userId="535c3d6d-72b8-4f77-8155-55f939173cf2" providerId="ADAL" clId="{F33F88E0-3380-47C4-AFDE-F1AC050ADA82}" dt="2026-01-25T16:05:30.930" v="7821" actId="790"/>
          <ac:spMkLst>
            <pc:docMk/>
            <pc:sldMk cId="2227680639" sldId="405"/>
            <ac:spMk id="76" creationId="{00000000-0000-0000-0000-000000000000}"/>
          </ac:spMkLst>
        </pc:spChg>
        <pc:spChg chg="mod">
          <ac:chgData name="Yash Jadhav" userId="535c3d6d-72b8-4f77-8155-55f939173cf2" providerId="ADAL" clId="{F33F88E0-3380-47C4-AFDE-F1AC050ADA82}" dt="2026-01-25T16:05:30.935" v="7822" actId="790"/>
          <ac:spMkLst>
            <pc:docMk/>
            <pc:sldMk cId="2227680639" sldId="405"/>
            <ac:spMk id="77" creationId="{00000000-0000-0000-0000-000000000000}"/>
          </ac:spMkLst>
        </pc:spChg>
        <pc:spChg chg="mod">
          <ac:chgData name="Yash Jadhav" userId="535c3d6d-72b8-4f77-8155-55f939173cf2" providerId="ADAL" clId="{F33F88E0-3380-47C4-AFDE-F1AC050ADA82}" dt="2026-01-25T16:05:30.940" v="7823" actId="790"/>
          <ac:spMkLst>
            <pc:docMk/>
            <pc:sldMk cId="2227680639" sldId="405"/>
            <ac:spMk id="7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59552378" sldId="406"/>
        </pc:sldMkLst>
        <pc:spChg chg="mod ord">
          <ac:chgData name="Yash Jadhav" userId="535c3d6d-72b8-4f77-8155-55f939173cf2" providerId="ADAL" clId="{F33F88E0-3380-47C4-AFDE-F1AC050ADA82}" dt="2026-01-25T16:06:14.662" v="8413" actId="6264"/>
          <ac:spMkLst>
            <pc:docMk/>
            <pc:sldMk cId="1559552378" sldId="40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59552378" sldId="406"/>
            <ac:spMk id="3" creationId="{8217F433-B516-A125-568A-21B34BBFECC5}"/>
          </ac:spMkLst>
        </pc:spChg>
        <pc:spChg chg="mod">
          <ac:chgData name="Yash Jadhav" userId="535c3d6d-72b8-4f77-8155-55f939173cf2" providerId="ADAL" clId="{F33F88E0-3380-47C4-AFDE-F1AC050ADA82}" dt="2026-01-25T16:05:33.441" v="7830" actId="790"/>
          <ac:spMkLst>
            <pc:docMk/>
            <pc:sldMk cId="1559552378" sldId="406"/>
            <ac:spMk id="7" creationId="{00000000-0000-0000-0000-000000000000}"/>
          </ac:spMkLst>
        </pc:spChg>
        <pc:spChg chg="mod">
          <ac:chgData name="Yash Jadhav" userId="535c3d6d-72b8-4f77-8155-55f939173cf2" providerId="ADAL" clId="{F33F88E0-3380-47C4-AFDE-F1AC050ADA82}" dt="2026-01-25T16:05:33.444" v="7831" actId="790"/>
          <ac:spMkLst>
            <pc:docMk/>
            <pc:sldMk cId="1559552378" sldId="406"/>
            <ac:spMk id="8" creationId="{00000000-0000-0000-0000-000000000000}"/>
          </ac:spMkLst>
        </pc:spChg>
        <pc:spChg chg="mod">
          <ac:chgData name="Yash Jadhav" userId="535c3d6d-72b8-4f77-8155-55f939173cf2" providerId="ADAL" clId="{F33F88E0-3380-47C4-AFDE-F1AC050ADA82}" dt="2026-01-25T16:05:33.447" v="7832" actId="790"/>
          <ac:spMkLst>
            <pc:docMk/>
            <pc:sldMk cId="1559552378" sldId="406"/>
            <ac:spMk id="9" creationId="{00000000-0000-0000-0000-000000000000}"/>
          </ac:spMkLst>
        </pc:spChg>
        <pc:spChg chg="mod">
          <ac:chgData name="Yash Jadhav" userId="535c3d6d-72b8-4f77-8155-55f939173cf2" providerId="ADAL" clId="{F33F88E0-3380-47C4-AFDE-F1AC050ADA82}" dt="2026-01-25T16:05:33.451" v="7833" actId="790"/>
          <ac:spMkLst>
            <pc:docMk/>
            <pc:sldMk cId="1559552378" sldId="406"/>
            <ac:spMk id="10" creationId="{00000000-0000-0000-0000-000000000000}"/>
          </ac:spMkLst>
        </pc:spChg>
        <pc:spChg chg="mod">
          <ac:chgData name="Yash Jadhav" userId="535c3d6d-72b8-4f77-8155-55f939173cf2" providerId="ADAL" clId="{F33F88E0-3380-47C4-AFDE-F1AC050ADA82}" dt="2026-01-25T16:05:33.454" v="7834" actId="790"/>
          <ac:spMkLst>
            <pc:docMk/>
            <pc:sldMk cId="1559552378" sldId="406"/>
            <ac:spMk id="11" creationId="{00000000-0000-0000-0000-000000000000}"/>
          </ac:spMkLst>
        </pc:spChg>
        <pc:spChg chg="mod">
          <ac:chgData name="Yash Jadhav" userId="535c3d6d-72b8-4f77-8155-55f939173cf2" providerId="ADAL" clId="{F33F88E0-3380-47C4-AFDE-F1AC050ADA82}" dt="2026-01-25T16:05:33.457" v="7835" actId="790"/>
          <ac:spMkLst>
            <pc:docMk/>
            <pc:sldMk cId="1559552378" sldId="406"/>
            <ac:spMk id="12" creationId="{00000000-0000-0000-0000-000000000000}"/>
          </ac:spMkLst>
        </pc:spChg>
        <pc:spChg chg="mod">
          <ac:chgData name="Yash Jadhav" userId="535c3d6d-72b8-4f77-8155-55f939173cf2" providerId="ADAL" clId="{F33F88E0-3380-47C4-AFDE-F1AC050ADA82}" dt="2026-01-25T16:05:33.459" v="7836" actId="790"/>
          <ac:spMkLst>
            <pc:docMk/>
            <pc:sldMk cId="1559552378" sldId="406"/>
            <ac:spMk id="13" creationId="{00000000-0000-0000-0000-000000000000}"/>
          </ac:spMkLst>
        </pc:spChg>
        <pc:spChg chg="mod">
          <ac:chgData name="Yash Jadhav" userId="535c3d6d-72b8-4f77-8155-55f939173cf2" providerId="ADAL" clId="{F33F88E0-3380-47C4-AFDE-F1AC050ADA82}" dt="2026-01-25T16:05:33.462" v="7837" actId="790"/>
          <ac:spMkLst>
            <pc:docMk/>
            <pc:sldMk cId="1559552378" sldId="406"/>
            <ac:spMk id="15" creationId="{00000000-0000-0000-0000-000000000000}"/>
          </ac:spMkLst>
        </pc:spChg>
        <pc:spChg chg="mod">
          <ac:chgData name="Yash Jadhav" userId="535c3d6d-72b8-4f77-8155-55f939173cf2" providerId="ADAL" clId="{F33F88E0-3380-47C4-AFDE-F1AC050ADA82}" dt="2026-01-25T16:05:33.465" v="7838" actId="790"/>
          <ac:spMkLst>
            <pc:docMk/>
            <pc:sldMk cId="1559552378" sldId="406"/>
            <ac:spMk id="16" creationId="{00000000-0000-0000-0000-000000000000}"/>
          </ac:spMkLst>
        </pc:spChg>
        <pc:spChg chg="mod">
          <ac:chgData name="Yash Jadhav" userId="535c3d6d-72b8-4f77-8155-55f939173cf2" providerId="ADAL" clId="{F33F88E0-3380-47C4-AFDE-F1AC050ADA82}" dt="2026-01-25T16:05:33.468" v="7839" actId="790"/>
          <ac:spMkLst>
            <pc:docMk/>
            <pc:sldMk cId="1559552378" sldId="406"/>
            <ac:spMk id="17" creationId="{00000000-0000-0000-0000-000000000000}"/>
          </ac:spMkLst>
        </pc:spChg>
        <pc:spChg chg="mod">
          <ac:chgData name="Yash Jadhav" userId="535c3d6d-72b8-4f77-8155-55f939173cf2" providerId="ADAL" clId="{F33F88E0-3380-47C4-AFDE-F1AC050ADA82}" dt="2026-01-25T16:05:33.471" v="7840" actId="790"/>
          <ac:spMkLst>
            <pc:docMk/>
            <pc:sldMk cId="1559552378" sldId="406"/>
            <ac:spMk id="18" creationId="{00000000-0000-0000-0000-000000000000}"/>
          </ac:spMkLst>
        </pc:spChg>
        <pc:spChg chg="mod">
          <ac:chgData name="Yash Jadhav" userId="535c3d6d-72b8-4f77-8155-55f939173cf2" providerId="ADAL" clId="{F33F88E0-3380-47C4-AFDE-F1AC050ADA82}" dt="2026-01-25T16:05:33.474" v="7841" actId="790"/>
          <ac:spMkLst>
            <pc:docMk/>
            <pc:sldMk cId="1559552378" sldId="406"/>
            <ac:spMk id="19" creationId="{00000000-0000-0000-0000-000000000000}"/>
          </ac:spMkLst>
        </pc:spChg>
        <pc:spChg chg="mod">
          <ac:chgData name="Yash Jadhav" userId="535c3d6d-72b8-4f77-8155-55f939173cf2" providerId="ADAL" clId="{F33F88E0-3380-47C4-AFDE-F1AC050ADA82}" dt="2026-01-25T16:05:33.477" v="7842" actId="790"/>
          <ac:spMkLst>
            <pc:docMk/>
            <pc:sldMk cId="1559552378" sldId="406"/>
            <ac:spMk id="20" creationId="{00000000-0000-0000-0000-000000000000}"/>
          </ac:spMkLst>
        </pc:spChg>
        <pc:spChg chg="mod">
          <ac:chgData name="Yash Jadhav" userId="535c3d6d-72b8-4f77-8155-55f939173cf2" providerId="ADAL" clId="{F33F88E0-3380-47C4-AFDE-F1AC050ADA82}" dt="2026-01-25T16:05:33.479" v="7843" actId="790"/>
          <ac:spMkLst>
            <pc:docMk/>
            <pc:sldMk cId="1559552378" sldId="406"/>
            <ac:spMk id="21" creationId="{00000000-0000-0000-0000-000000000000}"/>
          </ac:spMkLst>
        </pc:spChg>
        <pc:spChg chg="mod">
          <ac:chgData name="Yash Jadhav" userId="535c3d6d-72b8-4f77-8155-55f939173cf2" providerId="ADAL" clId="{F33F88E0-3380-47C4-AFDE-F1AC050ADA82}" dt="2026-01-25T16:05:33.484" v="7844" actId="790"/>
          <ac:spMkLst>
            <pc:docMk/>
            <pc:sldMk cId="1559552378" sldId="406"/>
            <ac:spMk id="22" creationId="{00000000-0000-0000-0000-000000000000}"/>
          </ac:spMkLst>
        </pc:spChg>
        <pc:spChg chg="mod">
          <ac:chgData name="Yash Jadhav" userId="535c3d6d-72b8-4f77-8155-55f939173cf2" providerId="ADAL" clId="{F33F88E0-3380-47C4-AFDE-F1AC050ADA82}" dt="2026-01-25T16:05:33.489" v="7845" actId="790"/>
          <ac:spMkLst>
            <pc:docMk/>
            <pc:sldMk cId="1559552378" sldId="406"/>
            <ac:spMk id="23" creationId="{00000000-0000-0000-0000-000000000000}"/>
          </ac:spMkLst>
        </pc:spChg>
        <pc:spChg chg="mod">
          <ac:chgData name="Yash Jadhav" userId="535c3d6d-72b8-4f77-8155-55f939173cf2" providerId="ADAL" clId="{F33F88E0-3380-47C4-AFDE-F1AC050ADA82}" dt="2026-01-25T16:05:33.493" v="7846" actId="790"/>
          <ac:spMkLst>
            <pc:docMk/>
            <pc:sldMk cId="1559552378" sldId="406"/>
            <ac:spMk id="24" creationId="{00000000-0000-0000-0000-000000000000}"/>
          </ac:spMkLst>
        </pc:spChg>
        <pc:spChg chg="mod">
          <ac:chgData name="Yash Jadhav" userId="535c3d6d-72b8-4f77-8155-55f939173cf2" providerId="ADAL" clId="{F33F88E0-3380-47C4-AFDE-F1AC050ADA82}" dt="2026-01-25T16:05:33.497" v="7847" actId="790"/>
          <ac:spMkLst>
            <pc:docMk/>
            <pc:sldMk cId="1559552378" sldId="406"/>
            <ac:spMk id="25" creationId="{00000000-0000-0000-0000-000000000000}"/>
          </ac:spMkLst>
        </pc:spChg>
        <pc:spChg chg="mod">
          <ac:chgData name="Yash Jadhav" userId="535c3d6d-72b8-4f77-8155-55f939173cf2" providerId="ADAL" clId="{F33F88E0-3380-47C4-AFDE-F1AC050ADA82}" dt="2026-01-25T16:05:33.502" v="7848" actId="790"/>
          <ac:spMkLst>
            <pc:docMk/>
            <pc:sldMk cId="1559552378" sldId="406"/>
            <ac:spMk id="26" creationId="{00000000-0000-0000-0000-000000000000}"/>
          </ac:spMkLst>
        </pc:spChg>
        <pc:spChg chg="mod">
          <ac:chgData name="Yash Jadhav" userId="535c3d6d-72b8-4f77-8155-55f939173cf2" providerId="ADAL" clId="{F33F88E0-3380-47C4-AFDE-F1AC050ADA82}" dt="2026-01-25T16:05:33.506" v="7849" actId="790"/>
          <ac:spMkLst>
            <pc:docMk/>
            <pc:sldMk cId="1559552378" sldId="406"/>
            <ac:spMk id="27" creationId="{00000000-0000-0000-0000-000000000000}"/>
          </ac:spMkLst>
        </pc:spChg>
        <pc:spChg chg="mod">
          <ac:chgData name="Yash Jadhav" userId="535c3d6d-72b8-4f77-8155-55f939173cf2" providerId="ADAL" clId="{F33F88E0-3380-47C4-AFDE-F1AC050ADA82}" dt="2026-01-25T16:05:33.510" v="7850" actId="790"/>
          <ac:spMkLst>
            <pc:docMk/>
            <pc:sldMk cId="1559552378" sldId="406"/>
            <ac:spMk id="2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7266585" sldId="407"/>
        </pc:sldMkLst>
        <pc:spChg chg="mod ord">
          <ac:chgData name="Yash Jadhav" userId="535c3d6d-72b8-4f77-8155-55f939173cf2" providerId="ADAL" clId="{F33F88E0-3380-47C4-AFDE-F1AC050ADA82}" dt="2026-01-25T16:06:14.662" v="8413" actId="6264"/>
          <ac:spMkLst>
            <pc:docMk/>
            <pc:sldMk cId="297266585" sldId="407"/>
            <ac:spMk id="2" creationId="{00000000-0000-0000-0000-000000000000}"/>
          </ac:spMkLst>
        </pc:spChg>
        <pc:spChg chg="mod">
          <ac:chgData name="Yash Jadhav" userId="535c3d6d-72b8-4f77-8155-55f939173cf2" providerId="ADAL" clId="{F33F88E0-3380-47C4-AFDE-F1AC050ADA82}" dt="2026-01-25T16:05:34.626" v="7882" actId="790"/>
          <ac:spMkLst>
            <pc:docMk/>
            <pc:sldMk cId="297266585" sldId="407"/>
            <ac:spMk id="4" creationId="{98B31715-581D-2F44-8232-53B1C473FE87}"/>
          </ac:spMkLst>
        </pc:spChg>
        <pc:spChg chg="mod">
          <ac:chgData name="Yash Jadhav" userId="535c3d6d-72b8-4f77-8155-55f939173cf2" providerId="ADAL" clId="{F33F88E0-3380-47C4-AFDE-F1AC050ADA82}" dt="2026-01-25T16:05:34.630" v="7883" actId="790"/>
          <ac:spMkLst>
            <pc:docMk/>
            <pc:sldMk cId="297266585" sldId="407"/>
            <ac:spMk id="5" creationId="{55327A20-C630-9F71-B598-360C833AC526}"/>
          </ac:spMkLst>
        </pc:spChg>
        <pc:spChg chg="mod">
          <ac:chgData name="Yash Jadhav" userId="535c3d6d-72b8-4f77-8155-55f939173cf2" providerId="ADAL" clId="{F33F88E0-3380-47C4-AFDE-F1AC050ADA82}" dt="2026-01-25T16:05:34.634" v="7884" actId="790"/>
          <ac:spMkLst>
            <pc:docMk/>
            <pc:sldMk cId="297266585" sldId="407"/>
            <ac:spMk id="6" creationId="{5B3913B1-2D0F-C61B-80DB-DB730A5907B2}"/>
          </ac:spMkLst>
        </pc:spChg>
        <pc:spChg chg="mod">
          <ac:chgData name="Yash Jadhav" userId="535c3d6d-72b8-4f77-8155-55f939173cf2" providerId="ADAL" clId="{F33F88E0-3380-47C4-AFDE-F1AC050ADA82}" dt="2026-01-25T16:05:34.556" v="7859" actId="790"/>
          <ac:spMkLst>
            <pc:docMk/>
            <pc:sldMk cId="297266585" sldId="407"/>
            <ac:spMk id="7" creationId="{00000000-0000-0000-0000-000000000000}"/>
          </ac:spMkLst>
        </pc:spChg>
        <pc:spChg chg="mod">
          <ac:chgData name="Yash Jadhav" userId="535c3d6d-72b8-4f77-8155-55f939173cf2" providerId="ADAL" clId="{F33F88E0-3380-47C4-AFDE-F1AC050ADA82}" dt="2026-01-25T16:05:34.636" v="7885" actId="790"/>
          <ac:spMkLst>
            <pc:docMk/>
            <pc:sldMk cId="297266585" sldId="407"/>
            <ac:spMk id="8" creationId="{946CAD1C-0A0D-CFA0-3AC1-65AA52525015}"/>
          </ac:spMkLst>
        </pc:spChg>
        <pc:spChg chg="mod">
          <ac:chgData name="Yash Jadhav" userId="535c3d6d-72b8-4f77-8155-55f939173cf2" providerId="ADAL" clId="{F33F88E0-3380-47C4-AFDE-F1AC050ADA82}" dt="2026-01-25T16:05:34.559" v="7860" actId="790"/>
          <ac:spMkLst>
            <pc:docMk/>
            <pc:sldMk cId="297266585" sldId="407"/>
            <ac:spMk id="9" creationId="{00000000-0000-0000-0000-000000000000}"/>
          </ac:spMkLst>
        </pc:spChg>
        <pc:spChg chg="mod">
          <ac:chgData name="Yash Jadhav" userId="535c3d6d-72b8-4f77-8155-55f939173cf2" providerId="ADAL" clId="{F33F88E0-3380-47C4-AFDE-F1AC050ADA82}" dt="2026-01-25T16:05:34.561" v="7861" actId="790"/>
          <ac:spMkLst>
            <pc:docMk/>
            <pc:sldMk cId="297266585" sldId="407"/>
            <ac:spMk id="10" creationId="{00000000-0000-0000-0000-000000000000}"/>
          </ac:spMkLst>
        </pc:spChg>
        <pc:spChg chg="mod">
          <ac:chgData name="Yash Jadhav" userId="535c3d6d-72b8-4f77-8155-55f939173cf2" providerId="ADAL" clId="{F33F88E0-3380-47C4-AFDE-F1AC050ADA82}" dt="2026-01-25T16:05:34.563" v="7862" actId="790"/>
          <ac:spMkLst>
            <pc:docMk/>
            <pc:sldMk cId="297266585" sldId="407"/>
            <ac:spMk id="12" creationId="{00000000-0000-0000-0000-000000000000}"/>
          </ac:spMkLst>
        </pc:spChg>
        <pc:spChg chg="mod">
          <ac:chgData name="Yash Jadhav" userId="535c3d6d-72b8-4f77-8155-55f939173cf2" providerId="ADAL" clId="{F33F88E0-3380-47C4-AFDE-F1AC050ADA82}" dt="2026-01-25T16:05:34.565" v="7863" actId="790"/>
          <ac:spMkLst>
            <pc:docMk/>
            <pc:sldMk cId="297266585" sldId="407"/>
            <ac:spMk id="13" creationId="{00000000-0000-0000-0000-000000000000}"/>
          </ac:spMkLst>
        </pc:spChg>
        <pc:spChg chg="mod">
          <ac:chgData name="Yash Jadhav" userId="535c3d6d-72b8-4f77-8155-55f939173cf2" providerId="ADAL" clId="{F33F88E0-3380-47C4-AFDE-F1AC050ADA82}" dt="2026-01-25T16:05:34.567" v="7864" actId="790"/>
          <ac:spMkLst>
            <pc:docMk/>
            <pc:sldMk cId="297266585" sldId="407"/>
            <ac:spMk id="14" creationId="{00000000-0000-0000-0000-000000000000}"/>
          </ac:spMkLst>
        </pc:spChg>
        <pc:spChg chg="mod">
          <ac:chgData name="Yash Jadhav" userId="535c3d6d-72b8-4f77-8155-55f939173cf2" providerId="ADAL" clId="{F33F88E0-3380-47C4-AFDE-F1AC050ADA82}" dt="2026-01-25T16:05:34.571" v="7865" actId="790"/>
          <ac:spMkLst>
            <pc:docMk/>
            <pc:sldMk cId="297266585" sldId="407"/>
            <ac:spMk id="15" creationId="{00000000-0000-0000-0000-000000000000}"/>
          </ac:spMkLst>
        </pc:spChg>
        <pc:spChg chg="mod">
          <ac:chgData name="Yash Jadhav" userId="535c3d6d-72b8-4f77-8155-55f939173cf2" providerId="ADAL" clId="{F33F88E0-3380-47C4-AFDE-F1AC050ADA82}" dt="2026-01-25T16:05:34.574" v="7866" actId="790"/>
          <ac:spMkLst>
            <pc:docMk/>
            <pc:sldMk cId="297266585" sldId="407"/>
            <ac:spMk id="16" creationId="{00000000-0000-0000-0000-000000000000}"/>
          </ac:spMkLst>
        </pc:spChg>
        <pc:spChg chg="mod">
          <ac:chgData name="Yash Jadhav" userId="535c3d6d-72b8-4f77-8155-55f939173cf2" providerId="ADAL" clId="{F33F88E0-3380-47C4-AFDE-F1AC050ADA82}" dt="2026-01-25T16:05:34.641" v="7886" actId="790"/>
          <ac:spMkLst>
            <pc:docMk/>
            <pc:sldMk cId="297266585" sldId="407"/>
            <ac:spMk id="17" creationId="{213E5A3D-8716-C616-B3FC-2E5B4E30D56C}"/>
          </ac:spMkLst>
        </pc:spChg>
        <pc:spChg chg="mod">
          <ac:chgData name="Yash Jadhav" userId="535c3d6d-72b8-4f77-8155-55f939173cf2" providerId="ADAL" clId="{F33F88E0-3380-47C4-AFDE-F1AC050ADA82}" dt="2026-01-25T16:05:34.645" v="7887" actId="790"/>
          <ac:spMkLst>
            <pc:docMk/>
            <pc:sldMk cId="297266585" sldId="407"/>
            <ac:spMk id="18" creationId="{F3917985-19A1-90D6-858B-D6DE62C58C25}"/>
          </ac:spMkLst>
        </pc:spChg>
        <pc:spChg chg="mod">
          <ac:chgData name="Yash Jadhav" userId="535c3d6d-72b8-4f77-8155-55f939173cf2" providerId="ADAL" clId="{F33F88E0-3380-47C4-AFDE-F1AC050ADA82}" dt="2026-01-25T16:05:34.647" v="7888" actId="790"/>
          <ac:spMkLst>
            <pc:docMk/>
            <pc:sldMk cId="297266585" sldId="407"/>
            <ac:spMk id="19" creationId="{424D52A5-C916-5294-E464-4E12F097B9D1}"/>
          </ac:spMkLst>
        </pc:spChg>
        <pc:spChg chg="mod">
          <ac:chgData name="Yash Jadhav" userId="535c3d6d-72b8-4f77-8155-55f939173cf2" providerId="ADAL" clId="{F33F88E0-3380-47C4-AFDE-F1AC050ADA82}" dt="2026-01-25T16:05:34.651" v="7889" actId="790"/>
          <ac:spMkLst>
            <pc:docMk/>
            <pc:sldMk cId="297266585" sldId="407"/>
            <ac:spMk id="21" creationId="{0E6B0859-7C77-DBE8-99D8-8A5532B9763A}"/>
          </ac:spMkLst>
        </pc:spChg>
        <pc:spChg chg="mod">
          <ac:chgData name="Yash Jadhav" userId="535c3d6d-72b8-4f77-8155-55f939173cf2" providerId="ADAL" clId="{F33F88E0-3380-47C4-AFDE-F1AC050ADA82}" dt="2026-01-25T16:05:34.653" v="7890" actId="790"/>
          <ac:spMkLst>
            <pc:docMk/>
            <pc:sldMk cId="297266585" sldId="407"/>
            <ac:spMk id="22" creationId="{C493D9A9-99EE-B6AF-00E6-EA1EEF11F1BC}"/>
          </ac:spMkLst>
        </pc:spChg>
        <pc:spChg chg="mod">
          <ac:chgData name="Yash Jadhav" userId="535c3d6d-72b8-4f77-8155-55f939173cf2" providerId="ADAL" clId="{F33F88E0-3380-47C4-AFDE-F1AC050ADA82}" dt="2026-01-25T16:05:34.656" v="7891" actId="790"/>
          <ac:spMkLst>
            <pc:docMk/>
            <pc:sldMk cId="297266585" sldId="407"/>
            <ac:spMk id="23" creationId="{1438577F-23EF-B43C-E88B-5F19243E5AFB}"/>
          </ac:spMkLst>
        </pc:spChg>
        <pc:spChg chg="mod">
          <ac:chgData name="Yash Jadhav" userId="535c3d6d-72b8-4f77-8155-55f939173cf2" providerId="ADAL" clId="{F33F88E0-3380-47C4-AFDE-F1AC050ADA82}" dt="2026-01-25T16:05:34.658" v="7892" actId="790"/>
          <ac:spMkLst>
            <pc:docMk/>
            <pc:sldMk cId="297266585" sldId="407"/>
            <ac:spMk id="24" creationId="{F5D7AD04-A73D-A2BB-EAF9-C2CC7EFF1B61}"/>
          </ac:spMkLst>
        </pc:spChg>
        <pc:spChg chg="mod">
          <ac:chgData name="Yash Jadhav" userId="535c3d6d-72b8-4f77-8155-55f939173cf2" providerId="ADAL" clId="{F33F88E0-3380-47C4-AFDE-F1AC050ADA82}" dt="2026-01-25T16:05:34.660" v="7893" actId="790"/>
          <ac:spMkLst>
            <pc:docMk/>
            <pc:sldMk cId="297266585" sldId="407"/>
            <ac:spMk id="25" creationId="{B7564E04-07AE-7A94-99BE-1AFB57C7D965}"/>
          </ac:spMkLst>
        </pc:spChg>
        <pc:spChg chg="mod">
          <ac:chgData name="Yash Jadhav" userId="535c3d6d-72b8-4f77-8155-55f939173cf2" providerId="ADAL" clId="{F33F88E0-3380-47C4-AFDE-F1AC050ADA82}" dt="2026-01-25T16:05:34.662" v="7894" actId="790"/>
          <ac:spMkLst>
            <pc:docMk/>
            <pc:sldMk cId="297266585" sldId="407"/>
            <ac:spMk id="26" creationId="{174FD451-F74B-1411-18B5-D35F0C520266}"/>
          </ac:spMkLst>
        </pc:spChg>
        <pc:spChg chg="mod">
          <ac:chgData name="Yash Jadhav" userId="535c3d6d-72b8-4f77-8155-55f939173cf2" providerId="ADAL" clId="{F33F88E0-3380-47C4-AFDE-F1AC050ADA82}" dt="2026-01-25T16:05:34.664" v="7895" actId="790"/>
          <ac:spMkLst>
            <pc:docMk/>
            <pc:sldMk cId="297266585" sldId="407"/>
            <ac:spMk id="27" creationId="{55B606DA-E936-0E8F-67D2-054501005F43}"/>
          </ac:spMkLst>
        </pc:spChg>
        <pc:spChg chg="mod">
          <ac:chgData name="Yash Jadhav" userId="535c3d6d-72b8-4f77-8155-55f939173cf2" providerId="ADAL" clId="{F33F88E0-3380-47C4-AFDE-F1AC050ADA82}" dt="2026-01-25T16:05:34.667" v="7896" actId="790"/>
          <ac:spMkLst>
            <pc:docMk/>
            <pc:sldMk cId="297266585" sldId="407"/>
            <ac:spMk id="28" creationId="{4CA093B0-54BB-8EF2-42E3-83DDBD58480D}"/>
          </ac:spMkLst>
        </pc:spChg>
        <pc:spChg chg="mod">
          <ac:chgData name="Yash Jadhav" userId="535c3d6d-72b8-4f77-8155-55f939173cf2" providerId="ADAL" clId="{F33F88E0-3380-47C4-AFDE-F1AC050ADA82}" dt="2026-01-25T16:05:34.670" v="7897" actId="790"/>
          <ac:spMkLst>
            <pc:docMk/>
            <pc:sldMk cId="297266585" sldId="407"/>
            <ac:spMk id="29" creationId="{B7D41920-2829-0FF8-FD67-BF7AAEC02B81}"/>
          </ac:spMkLst>
        </pc:spChg>
        <pc:spChg chg="mod">
          <ac:chgData name="Yash Jadhav" userId="535c3d6d-72b8-4f77-8155-55f939173cf2" providerId="ADAL" clId="{F33F88E0-3380-47C4-AFDE-F1AC050ADA82}" dt="2026-01-25T16:05:34.672" v="7898" actId="790"/>
          <ac:spMkLst>
            <pc:docMk/>
            <pc:sldMk cId="297266585" sldId="407"/>
            <ac:spMk id="30" creationId="{DFB8A951-BF55-4DFA-10D3-6DCB5F96B53E}"/>
          </ac:spMkLst>
        </pc:spChg>
        <pc:spChg chg="mod">
          <ac:chgData name="Yash Jadhav" userId="535c3d6d-72b8-4f77-8155-55f939173cf2" providerId="ADAL" clId="{F33F88E0-3380-47C4-AFDE-F1AC050ADA82}" dt="2026-01-25T16:05:34.675" v="7899" actId="790"/>
          <ac:spMkLst>
            <pc:docMk/>
            <pc:sldMk cId="297266585" sldId="407"/>
            <ac:spMk id="31" creationId="{8756B67B-2983-116E-1A65-88DC88D1E874}"/>
          </ac:spMkLst>
        </pc:spChg>
        <pc:spChg chg="mod">
          <ac:chgData name="Yash Jadhav" userId="535c3d6d-72b8-4f77-8155-55f939173cf2" providerId="ADAL" clId="{F33F88E0-3380-47C4-AFDE-F1AC050ADA82}" dt="2026-01-25T16:05:34.677" v="7900" actId="790"/>
          <ac:spMkLst>
            <pc:docMk/>
            <pc:sldMk cId="297266585" sldId="407"/>
            <ac:spMk id="32" creationId="{8889AE46-EA14-B021-B520-A0A59E265203}"/>
          </ac:spMkLst>
        </pc:spChg>
        <pc:spChg chg="mod">
          <ac:chgData name="Yash Jadhav" userId="535c3d6d-72b8-4f77-8155-55f939173cf2" providerId="ADAL" clId="{F33F88E0-3380-47C4-AFDE-F1AC050ADA82}" dt="2026-01-25T16:05:34.680" v="7901" actId="790"/>
          <ac:spMkLst>
            <pc:docMk/>
            <pc:sldMk cId="297266585" sldId="407"/>
            <ac:spMk id="33" creationId="{B13C12CA-9995-AB32-63CE-30B7AD44684A}"/>
          </ac:spMkLst>
        </pc:spChg>
        <pc:spChg chg="add del mod">
          <ac:chgData name="Yash Jadhav" userId="535c3d6d-72b8-4f77-8155-55f939173cf2" providerId="ADAL" clId="{F33F88E0-3380-47C4-AFDE-F1AC050ADA82}" dt="2026-01-25T16:06:14.662" v="8413" actId="6264"/>
          <ac:spMkLst>
            <pc:docMk/>
            <pc:sldMk cId="297266585" sldId="407"/>
            <ac:spMk id="34" creationId="{17DCBC5F-85F3-1939-7B37-636234EA2720}"/>
          </ac:spMkLst>
        </pc:spChg>
        <pc:spChg chg="mod">
          <ac:chgData name="Yash Jadhav" userId="535c3d6d-72b8-4f77-8155-55f939173cf2" providerId="ADAL" clId="{F33F88E0-3380-47C4-AFDE-F1AC050ADA82}" dt="2026-01-25T16:05:34.577" v="7867" actId="790"/>
          <ac:spMkLst>
            <pc:docMk/>
            <pc:sldMk cId="297266585" sldId="407"/>
            <ac:spMk id="36" creationId="{00000000-0000-0000-0000-000000000000}"/>
          </ac:spMkLst>
        </pc:spChg>
        <pc:spChg chg="mod">
          <ac:chgData name="Yash Jadhav" userId="535c3d6d-72b8-4f77-8155-55f939173cf2" providerId="ADAL" clId="{F33F88E0-3380-47C4-AFDE-F1AC050ADA82}" dt="2026-01-25T16:05:34.579" v="7868" actId="790"/>
          <ac:spMkLst>
            <pc:docMk/>
            <pc:sldMk cId="297266585" sldId="407"/>
            <ac:spMk id="39" creationId="{00000000-0000-0000-0000-000000000000}"/>
          </ac:spMkLst>
        </pc:spChg>
        <pc:spChg chg="mod">
          <ac:chgData name="Yash Jadhav" userId="535c3d6d-72b8-4f77-8155-55f939173cf2" providerId="ADAL" clId="{F33F88E0-3380-47C4-AFDE-F1AC050ADA82}" dt="2026-01-25T16:05:34.581" v="7869" actId="790"/>
          <ac:spMkLst>
            <pc:docMk/>
            <pc:sldMk cId="297266585" sldId="407"/>
            <ac:spMk id="44" creationId="{00000000-0000-0000-0000-000000000000}"/>
          </ac:spMkLst>
        </pc:spChg>
        <pc:spChg chg="mod">
          <ac:chgData name="Yash Jadhav" userId="535c3d6d-72b8-4f77-8155-55f939173cf2" providerId="ADAL" clId="{F33F88E0-3380-47C4-AFDE-F1AC050ADA82}" dt="2026-01-25T16:05:34.585" v="7870" actId="790"/>
          <ac:spMkLst>
            <pc:docMk/>
            <pc:sldMk cId="297266585" sldId="407"/>
            <ac:spMk id="51" creationId="{00000000-0000-0000-0000-000000000000}"/>
          </ac:spMkLst>
        </pc:spChg>
        <pc:spChg chg="mod">
          <ac:chgData name="Yash Jadhav" userId="535c3d6d-72b8-4f77-8155-55f939173cf2" providerId="ADAL" clId="{F33F88E0-3380-47C4-AFDE-F1AC050ADA82}" dt="2026-01-25T16:05:34.590" v="7871" actId="790"/>
          <ac:spMkLst>
            <pc:docMk/>
            <pc:sldMk cId="297266585" sldId="407"/>
            <ac:spMk id="52" creationId="{00000000-0000-0000-0000-000000000000}"/>
          </ac:spMkLst>
        </pc:spChg>
        <pc:spChg chg="mod">
          <ac:chgData name="Yash Jadhav" userId="535c3d6d-72b8-4f77-8155-55f939173cf2" providerId="ADAL" clId="{F33F88E0-3380-47C4-AFDE-F1AC050ADA82}" dt="2026-01-25T16:05:34.593" v="7872" actId="790"/>
          <ac:spMkLst>
            <pc:docMk/>
            <pc:sldMk cId="297266585" sldId="407"/>
            <ac:spMk id="53" creationId="{00000000-0000-0000-0000-000000000000}"/>
          </ac:spMkLst>
        </pc:spChg>
        <pc:spChg chg="mod">
          <ac:chgData name="Yash Jadhav" userId="535c3d6d-72b8-4f77-8155-55f939173cf2" providerId="ADAL" clId="{F33F88E0-3380-47C4-AFDE-F1AC050ADA82}" dt="2026-01-25T16:05:34.596" v="7873" actId="790"/>
          <ac:spMkLst>
            <pc:docMk/>
            <pc:sldMk cId="297266585" sldId="407"/>
            <ac:spMk id="54" creationId="{00000000-0000-0000-0000-000000000000}"/>
          </ac:spMkLst>
        </pc:spChg>
        <pc:spChg chg="mod">
          <ac:chgData name="Yash Jadhav" userId="535c3d6d-72b8-4f77-8155-55f939173cf2" providerId="ADAL" clId="{F33F88E0-3380-47C4-AFDE-F1AC050ADA82}" dt="2026-01-25T16:05:34.599" v="7874" actId="790"/>
          <ac:spMkLst>
            <pc:docMk/>
            <pc:sldMk cId="297266585" sldId="407"/>
            <ac:spMk id="55" creationId="{00000000-0000-0000-0000-000000000000}"/>
          </ac:spMkLst>
        </pc:spChg>
        <pc:spChg chg="mod">
          <ac:chgData name="Yash Jadhav" userId="535c3d6d-72b8-4f77-8155-55f939173cf2" providerId="ADAL" clId="{F33F88E0-3380-47C4-AFDE-F1AC050ADA82}" dt="2026-01-25T16:05:34.602" v="7875" actId="790"/>
          <ac:spMkLst>
            <pc:docMk/>
            <pc:sldMk cId="297266585" sldId="407"/>
            <ac:spMk id="56" creationId="{00000000-0000-0000-0000-000000000000}"/>
          </ac:spMkLst>
        </pc:spChg>
        <pc:spChg chg="mod">
          <ac:chgData name="Yash Jadhav" userId="535c3d6d-72b8-4f77-8155-55f939173cf2" providerId="ADAL" clId="{F33F88E0-3380-47C4-AFDE-F1AC050ADA82}" dt="2026-01-25T16:05:34.544" v="7855" actId="790"/>
          <ac:spMkLst>
            <pc:docMk/>
            <pc:sldMk cId="297266585" sldId="407"/>
            <ac:spMk id="57" creationId="{00000000-0000-0000-0000-000000000000}"/>
          </ac:spMkLst>
        </pc:spChg>
        <pc:spChg chg="mod">
          <ac:chgData name="Yash Jadhav" userId="535c3d6d-72b8-4f77-8155-55f939173cf2" providerId="ADAL" clId="{F33F88E0-3380-47C4-AFDE-F1AC050ADA82}" dt="2026-01-25T16:05:34.547" v="7856" actId="790"/>
          <ac:spMkLst>
            <pc:docMk/>
            <pc:sldMk cId="297266585" sldId="407"/>
            <ac:spMk id="60" creationId="{00000000-0000-0000-0000-000000000000}"/>
          </ac:spMkLst>
        </pc:spChg>
        <pc:spChg chg="mod">
          <ac:chgData name="Yash Jadhav" userId="535c3d6d-72b8-4f77-8155-55f939173cf2" providerId="ADAL" clId="{F33F88E0-3380-47C4-AFDE-F1AC050ADA82}" dt="2026-01-25T16:05:34.606" v="7876" actId="790"/>
          <ac:spMkLst>
            <pc:docMk/>
            <pc:sldMk cId="297266585" sldId="407"/>
            <ac:spMk id="61" creationId="{00000000-0000-0000-0000-000000000000}"/>
          </ac:spMkLst>
        </pc:spChg>
        <pc:spChg chg="mod">
          <ac:chgData name="Yash Jadhav" userId="535c3d6d-72b8-4f77-8155-55f939173cf2" providerId="ADAL" clId="{F33F88E0-3380-47C4-AFDE-F1AC050ADA82}" dt="2026-01-25T16:05:34.550" v="7857" actId="790"/>
          <ac:spMkLst>
            <pc:docMk/>
            <pc:sldMk cId="297266585" sldId="407"/>
            <ac:spMk id="62" creationId="{00000000-0000-0000-0000-000000000000}"/>
          </ac:spMkLst>
        </pc:spChg>
        <pc:spChg chg="mod">
          <ac:chgData name="Yash Jadhav" userId="535c3d6d-72b8-4f77-8155-55f939173cf2" providerId="ADAL" clId="{F33F88E0-3380-47C4-AFDE-F1AC050ADA82}" dt="2026-01-25T16:05:34.608" v="7877" actId="790"/>
          <ac:spMkLst>
            <pc:docMk/>
            <pc:sldMk cId="297266585" sldId="407"/>
            <ac:spMk id="63" creationId="{00000000-0000-0000-0000-000000000000}"/>
          </ac:spMkLst>
        </pc:spChg>
        <pc:spChg chg="mod">
          <ac:chgData name="Yash Jadhav" userId="535c3d6d-72b8-4f77-8155-55f939173cf2" providerId="ADAL" clId="{F33F88E0-3380-47C4-AFDE-F1AC050ADA82}" dt="2026-01-25T16:05:34.611" v="7878" actId="790"/>
          <ac:spMkLst>
            <pc:docMk/>
            <pc:sldMk cId="297266585" sldId="407"/>
            <ac:spMk id="64" creationId="{00000000-0000-0000-0000-000000000000}"/>
          </ac:spMkLst>
        </pc:spChg>
        <pc:spChg chg="mod">
          <ac:chgData name="Yash Jadhav" userId="535c3d6d-72b8-4f77-8155-55f939173cf2" providerId="ADAL" clId="{F33F88E0-3380-47C4-AFDE-F1AC050ADA82}" dt="2026-01-25T16:05:34.614" v="7879" actId="790"/>
          <ac:spMkLst>
            <pc:docMk/>
            <pc:sldMk cId="297266585" sldId="407"/>
            <ac:spMk id="65" creationId="{00000000-0000-0000-0000-000000000000}"/>
          </ac:spMkLst>
        </pc:spChg>
        <pc:spChg chg="mod">
          <ac:chgData name="Yash Jadhav" userId="535c3d6d-72b8-4f77-8155-55f939173cf2" providerId="ADAL" clId="{F33F88E0-3380-47C4-AFDE-F1AC050ADA82}" dt="2026-01-25T16:05:34.617" v="7880" actId="790"/>
          <ac:spMkLst>
            <pc:docMk/>
            <pc:sldMk cId="297266585" sldId="407"/>
            <ac:spMk id="66" creationId="{00000000-0000-0000-0000-000000000000}"/>
          </ac:spMkLst>
        </pc:spChg>
        <pc:spChg chg="mod">
          <ac:chgData name="Yash Jadhav" userId="535c3d6d-72b8-4f77-8155-55f939173cf2" providerId="ADAL" clId="{F33F88E0-3380-47C4-AFDE-F1AC050ADA82}" dt="2026-01-25T16:05:34.620" v="7881" actId="790"/>
          <ac:spMkLst>
            <pc:docMk/>
            <pc:sldMk cId="297266585" sldId="407"/>
            <ac:spMk id="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3561408" sldId="408"/>
        </pc:sldMkLst>
        <pc:spChg chg="mod ord">
          <ac:chgData name="Yash Jadhav" userId="535c3d6d-72b8-4f77-8155-55f939173cf2" providerId="ADAL" clId="{F33F88E0-3380-47C4-AFDE-F1AC050ADA82}" dt="2026-01-25T16:06:14.662" v="8413" actId="6264"/>
          <ac:spMkLst>
            <pc:docMk/>
            <pc:sldMk cId="1813561408" sldId="40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3561408" sldId="408"/>
            <ac:spMk id="3" creationId="{A8E62760-4785-5391-3C9E-67BC0774E8E7}"/>
          </ac:spMkLst>
        </pc:spChg>
        <pc:spChg chg="mod">
          <ac:chgData name="Yash Jadhav" userId="535c3d6d-72b8-4f77-8155-55f939173cf2" providerId="ADAL" clId="{F33F88E0-3380-47C4-AFDE-F1AC050ADA82}" dt="2026-01-25T16:05:35.601" v="7908" actId="790"/>
          <ac:spMkLst>
            <pc:docMk/>
            <pc:sldMk cId="1813561408" sldId="408"/>
            <ac:spMk id="6" creationId="{00000000-0000-0000-0000-000000000000}"/>
          </ac:spMkLst>
        </pc:spChg>
        <pc:spChg chg="mod">
          <ac:chgData name="Yash Jadhav" userId="535c3d6d-72b8-4f77-8155-55f939173cf2" providerId="ADAL" clId="{F33F88E0-3380-47C4-AFDE-F1AC050ADA82}" dt="2026-01-25T16:05:35.596" v="7907" actId="790"/>
          <ac:spMkLst>
            <pc:docMk/>
            <pc:sldMk cId="1813561408" sldId="408"/>
            <ac:spMk id="12" creationId="{00000000-0000-0000-0000-000000000000}"/>
          </ac:spMkLst>
        </pc:spChg>
        <pc:spChg chg="mod">
          <ac:chgData name="Yash Jadhav" userId="535c3d6d-72b8-4f77-8155-55f939173cf2" providerId="ADAL" clId="{F33F88E0-3380-47C4-AFDE-F1AC050ADA82}" dt="2026-01-25T16:05:35.604" v="7909" actId="790"/>
          <ac:spMkLst>
            <pc:docMk/>
            <pc:sldMk cId="1813561408" sldId="408"/>
            <ac:spMk id="28" creationId="{00000000-0000-0000-0000-000000000000}"/>
          </ac:spMkLst>
        </pc:spChg>
        <pc:spChg chg="mod">
          <ac:chgData name="Yash Jadhav" userId="535c3d6d-72b8-4f77-8155-55f939173cf2" providerId="ADAL" clId="{F33F88E0-3380-47C4-AFDE-F1AC050ADA82}" dt="2026-01-25T16:05:35.607" v="7910" actId="790"/>
          <ac:spMkLst>
            <pc:docMk/>
            <pc:sldMk cId="1813561408" sldId="408"/>
            <ac:spMk id="29" creationId="{00000000-0000-0000-0000-000000000000}"/>
          </ac:spMkLst>
        </pc:spChg>
        <pc:spChg chg="mod">
          <ac:chgData name="Yash Jadhav" userId="535c3d6d-72b8-4f77-8155-55f939173cf2" providerId="ADAL" clId="{F33F88E0-3380-47C4-AFDE-F1AC050ADA82}" dt="2026-01-25T16:05:35.609" v="7911" actId="790"/>
          <ac:spMkLst>
            <pc:docMk/>
            <pc:sldMk cId="1813561408" sldId="408"/>
            <ac:spMk id="38" creationId="{00000000-0000-0000-0000-000000000000}"/>
          </ac:spMkLst>
        </pc:spChg>
        <pc:spChg chg="mod">
          <ac:chgData name="Yash Jadhav" userId="535c3d6d-72b8-4f77-8155-55f939173cf2" providerId="ADAL" clId="{F33F88E0-3380-47C4-AFDE-F1AC050ADA82}" dt="2026-01-25T16:05:35.612" v="7912" actId="790"/>
          <ac:spMkLst>
            <pc:docMk/>
            <pc:sldMk cId="1813561408" sldId="408"/>
            <ac:spMk id="39" creationId="{00000000-0000-0000-0000-000000000000}"/>
          </ac:spMkLst>
        </pc:spChg>
        <pc:spChg chg="mod">
          <ac:chgData name="Yash Jadhav" userId="535c3d6d-72b8-4f77-8155-55f939173cf2" providerId="ADAL" clId="{F33F88E0-3380-47C4-AFDE-F1AC050ADA82}" dt="2026-01-25T16:05:35.614" v="7913" actId="790"/>
          <ac:spMkLst>
            <pc:docMk/>
            <pc:sldMk cId="1813561408" sldId="408"/>
            <ac:spMk id="48" creationId="{00000000-0000-0000-0000-000000000000}"/>
          </ac:spMkLst>
        </pc:spChg>
        <pc:spChg chg="mod">
          <ac:chgData name="Yash Jadhav" userId="535c3d6d-72b8-4f77-8155-55f939173cf2" providerId="ADAL" clId="{F33F88E0-3380-47C4-AFDE-F1AC050ADA82}" dt="2026-01-25T16:05:35.617" v="7914" actId="790"/>
          <ac:spMkLst>
            <pc:docMk/>
            <pc:sldMk cId="1813561408" sldId="408"/>
            <ac:spMk id="49" creationId="{00000000-0000-0000-0000-000000000000}"/>
          </ac:spMkLst>
        </pc:spChg>
        <pc:spChg chg="mod">
          <ac:chgData name="Yash Jadhav" userId="535c3d6d-72b8-4f77-8155-55f939173cf2" providerId="ADAL" clId="{F33F88E0-3380-47C4-AFDE-F1AC050ADA82}" dt="2026-01-25T16:05:35.620" v="7915" actId="790"/>
          <ac:spMkLst>
            <pc:docMk/>
            <pc:sldMk cId="1813561408" sldId="408"/>
            <ac:spMk id="57" creationId="{00000000-0000-0000-0000-000000000000}"/>
          </ac:spMkLst>
        </pc:spChg>
        <pc:spChg chg="mod">
          <ac:chgData name="Yash Jadhav" userId="535c3d6d-72b8-4f77-8155-55f939173cf2" providerId="ADAL" clId="{F33F88E0-3380-47C4-AFDE-F1AC050ADA82}" dt="2026-01-25T16:05:35.622" v="7916" actId="790"/>
          <ac:spMkLst>
            <pc:docMk/>
            <pc:sldMk cId="1813561408" sldId="408"/>
            <ac:spMk id="58" creationId="{00000000-0000-0000-0000-000000000000}"/>
          </ac:spMkLst>
        </pc:spChg>
        <pc:spChg chg="mod">
          <ac:chgData name="Yash Jadhav" userId="535c3d6d-72b8-4f77-8155-55f939173cf2" providerId="ADAL" clId="{F33F88E0-3380-47C4-AFDE-F1AC050ADA82}" dt="2026-01-25T16:05:35.624" v="7917" actId="790"/>
          <ac:spMkLst>
            <pc:docMk/>
            <pc:sldMk cId="1813561408" sldId="408"/>
            <ac:spMk id="60" creationId="{00000000-0000-0000-0000-000000000000}"/>
          </ac:spMkLst>
        </pc:spChg>
        <pc:spChg chg="mod">
          <ac:chgData name="Yash Jadhav" userId="535c3d6d-72b8-4f77-8155-55f939173cf2" providerId="ADAL" clId="{F33F88E0-3380-47C4-AFDE-F1AC050ADA82}" dt="2026-01-25T16:05:35.628" v="7918" actId="790"/>
          <ac:spMkLst>
            <pc:docMk/>
            <pc:sldMk cId="1813561408" sldId="408"/>
            <ac:spMk id="61" creationId="{00000000-0000-0000-0000-000000000000}"/>
          </ac:spMkLst>
        </pc:spChg>
        <pc:spChg chg="mod">
          <ac:chgData name="Yash Jadhav" userId="535c3d6d-72b8-4f77-8155-55f939173cf2" providerId="ADAL" clId="{F33F88E0-3380-47C4-AFDE-F1AC050ADA82}" dt="2026-01-25T16:05:35.631" v="7919" actId="790"/>
          <ac:spMkLst>
            <pc:docMk/>
            <pc:sldMk cId="1813561408" sldId="408"/>
            <ac:spMk id="63" creationId="{00000000-0000-0000-0000-000000000000}"/>
          </ac:spMkLst>
        </pc:spChg>
        <pc:spChg chg="mod">
          <ac:chgData name="Yash Jadhav" userId="535c3d6d-72b8-4f77-8155-55f939173cf2" providerId="ADAL" clId="{F33F88E0-3380-47C4-AFDE-F1AC050ADA82}" dt="2026-01-25T16:05:35.635" v="7920" actId="790"/>
          <ac:spMkLst>
            <pc:docMk/>
            <pc:sldMk cId="1813561408" sldId="408"/>
            <ac:spMk id="64" creationId="{00000000-0000-0000-0000-000000000000}"/>
          </ac:spMkLst>
        </pc:spChg>
        <pc:spChg chg="mod">
          <ac:chgData name="Yash Jadhav" userId="535c3d6d-72b8-4f77-8155-55f939173cf2" providerId="ADAL" clId="{F33F88E0-3380-47C4-AFDE-F1AC050ADA82}" dt="2026-01-25T16:05:35.639" v="7921" actId="790"/>
          <ac:spMkLst>
            <pc:docMk/>
            <pc:sldMk cId="1813561408" sldId="408"/>
            <ac:spMk id="73" creationId="{00000000-0000-0000-0000-000000000000}"/>
          </ac:spMkLst>
        </pc:spChg>
        <pc:spChg chg="mod">
          <ac:chgData name="Yash Jadhav" userId="535c3d6d-72b8-4f77-8155-55f939173cf2" providerId="ADAL" clId="{F33F88E0-3380-47C4-AFDE-F1AC050ADA82}" dt="2026-01-25T16:05:35.641" v="7922" actId="790"/>
          <ac:spMkLst>
            <pc:docMk/>
            <pc:sldMk cId="1813561408" sldId="408"/>
            <ac:spMk id="74" creationId="{00000000-0000-0000-0000-000000000000}"/>
          </ac:spMkLst>
        </pc:spChg>
        <pc:spChg chg="mod">
          <ac:chgData name="Yash Jadhav" userId="535c3d6d-72b8-4f77-8155-55f939173cf2" providerId="ADAL" clId="{F33F88E0-3380-47C4-AFDE-F1AC050ADA82}" dt="2026-01-25T16:05:35.644" v="7923" actId="790"/>
          <ac:spMkLst>
            <pc:docMk/>
            <pc:sldMk cId="1813561408" sldId="408"/>
            <ac:spMk id="83" creationId="{00000000-0000-0000-0000-000000000000}"/>
          </ac:spMkLst>
        </pc:spChg>
        <pc:spChg chg="mod">
          <ac:chgData name="Yash Jadhav" userId="535c3d6d-72b8-4f77-8155-55f939173cf2" providerId="ADAL" clId="{F33F88E0-3380-47C4-AFDE-F1AC050ADA82}" dt="2026-01-25T16:05:35.646" v="7924" actId="790"/>
          <ac:spMkLst>
            <pc:docMk/>
            <pc:sldMk cId="1813561408" sldId="408"/>
            <ac:spMk id="84" creationId="{00000000-0000-0000-0000-000000000000}"/>
          </ac:spMkLst>
        </pc:spChg>
        <pc:spChg chg="mod">
          <ac:chgData name="Yash Jadhav" userId="535c3d6d-72b8-4f77-8155-55f939173cf2" providerId="ADAL" clId="{F33F88E0-3380-47C4-AFDE-F1AC050ADA82}" dt="2026-01-25T16:05:35.648" v="7925" actId="790"/>
          <ac:spMkLst>
            <pc:docMk/>
            <pc:sldMk cId="1813561408" sldId="408"/>
            <ac:spMk id="102" creationId="{00000000-0000-0000-0000-000000000000}"/>
          </ac:spMkLst>
        </pc:spChg>
        <pc:spChg chg="mod">
          <ac:chgData name="Yash Jadhav" userId="535c3d6d-72b8-4f77-8155-55f939173cf2" providerId="ADAL" clId="{F33F88E0-3380-47C4-AFDE-F1AC050ADA82}" dt="2026-01-25T16:05:35.652" v="7926" actId="790"/>
          <ac:spMkLst>
            <pc:docMk/>
            <pc:sldMk cId="1813561408" sldId="408"/>
            <ac:spMk id="103" creationId="{00000000-0000-0000-0000-000000000000}"/>
          </ac:spMkLst>
        </pc:spChg>
        <pc:spChg chg="mod">
          <ac:chgData name="Yash Jadhav" userId="535c3d6d-72b8-4f77-8155-55f939173cf2" providerId="ADAL" clId="{F33F88E0-3380-47C4-AFDE-F1AC050ADA82}" dt="2026-01-25T16:05:35.655" v="7927" actId="790"/>
          <ac:spMkLst>
            <pc:docMk/>
            <pc:sldMk cId="1813561408" sldId="408"/>
            <ac:spMk id="136" creationId="{00000000-0000-0000-0000-000000000000}"/>
          </ac:spMkLst>
        </pc:spChg>
        <pc:spChg chg="mod">
          <ac:chgData name="Yash Jadhav" userId="535c3d6d-72b8-4f77-8155-55f939173cf2" providerId="ADAL" clId="{F33F88E0-3380-47C4-AFDE-F1AC050ADA82}" dt="2026-01-25T16:05:35.657" v="7928" actId="790"/>
          <ac:spMkLst>
            <pc:docMk/>
            <pc:sldMk cId="1813561408" sldId="408"/>
            <ac:spMk id="137" creationId="{00000000-0000-0000-0000-000000000000}"/>
          </ac:spMkLst>
        </pc:spChg>
        <pc:spChg chg="mod">
          <ac:chgData name="Yash Jadhav" userId="535c3d6d-72b8-4f77-8155-55f939173cf2" providerId="ADAL" clId="{F33F88E0-3380-47C4-AFDE-F1AC050ADA82}" dt="2026-01-25T16:05:35.659" v="7929" actId="790"/>
          <ac:spMkLst>
            <pc:docMk/>
            <pc:sldMk cId="1813561408" sldId="408"/>
            <ac:spMk id="146" creationId="{00000000-0000-0000-0000-000000000000}"/>
          </ac:spMkLst>
        </pc:spChg>
        <pc:spChg chg="mod">
          <ac:chgData name="Yash Jadhav" userId="535c3d6d-72b8-4f77-8155-55f939173cf2" providerId="ADAL" clId="{F33F88E0-3380-47C4-AFDE-F1AC050ADA82}" dt="2026-01-25T16:05:35.661" v="7930" actId="790"/>
          <ac:spMkLst>
            <pc:docMk/>
            <pc:sldMk cId="1813561408" sldId="408"/>
            <ac:spMk id="155" creationId="{00000000-0000-0000-0000-000000000000}"/>
          </ac:spMkLst>
        </pc:spChg>
        <pc:spChg chg="mod">
          <ac:chgData name="Yash Jadhav" userId="535c3d6d-72b8-4f77-8155-55f939173cf2" providerId="ADAL" clId="{F33F88E0-3380-47C4-AFDE-F1AC050ADA82}" dt="2026-01-25T16:05:35.665" v="7931" actId="790"/>
          <ac:spMkLst>
            <pc:docMk/>
            <pc:sldMk cId="1813561408" sldId="408"/>
            <ac:spMk id="156" creationId="{00000000-0000-0000-0000-000000000000}"/>
          </ac:spMkLst>
        </pc:spChg>
        <pc:spChg chg="mod">
          <ac:chgData name="Yash Jadhav" userId="535c3d6d-72b8-4f77-8155-55f939173cf2" providerId="ADAL" clId="{F33F88E0-3380-47C4-AFDE-F1AC050ADA82}" dt="2026-01-25T16:05:35.670" v="7932" actId="790"/>
          <ac:spMkLst>
            <pc:docMk/>
            <pc:sldMk cId="1813561408" sldId="408"/>
            <ac:spMk id="157" creationId="{00000000-0000-0000-0000-000000000000}"/>
          </ac:spMkLst>
        </pc:spChg>
        <pc:spChg chg="mod">
          <ac:chgData name="Yash Jadhav" userId="535c3d6d-72b8-4f77-8155-55f939173cf2" providerId="ADAL" clId="{F33F88E0-3380-47C4-AFDE-F1AC050ADA82}" dt="2026-01-25T16:05:35.674" v="7933" actId="790"/>
          <ac:spMkLst>
            <pc:docMk/>
            <pc:sldMk cId="1813561408" sldId="408"/>
            <ac:spMk id="158" creationId="{00000000-0000-0000-0000-000000000000}"/>
          </ac:spMkLst>
        </pc:spChg>
        <pc:spChg chg="mod">
          <ac:chgData name="Yash Jadhav" userId="535c3d6d-72b8-4f77-8155-55f939173cf2" providerId="ADAL" clId="{F33F88E0-3380-47C4-AFDE-F1AC050ADA82}" dt="2026-01-25T16:05:35.677" v="7934" actId="790"/>
          <ac:spMkLst>
            <pc:docMk/>
            <pc:sldMk cId="1813561408" sldId="408"/>
            <ac:spMk id="159" creationId="{00000000-0000-0000-0000-000000000000}"/>
          </ac:spMkLst>
        </pc:spChg>
        <pc:spChg chg="mod">
          <ac:chgData name="Yash Jadhav" userId="535c3d6d-72b8-4f77-8155-55f939173cf2" providerId="ADAL" clId="{F33F88E0-3380-47C4-AFDE-F1AC050ADA82}" dt="2026-01-25T16:05:35.681" v="7935" actId="790"/>
          <ac:spMkLst>
            <pc:docMk/>
            <pc:sldMk cId="1813561408" sldId="408"/>
            <ac:spMk id="164" creationId="{00000000-0000-0000-0000-000000000000}"/>
          </ac:spMkLst>
        </pc:spChg>
        <pc:spChg chg="mod">
          <ac:chgData name="Yash Jadhav" userId="535c3d6d-72b8-4f77-8155-55f939173cf2" providerId="ADAL" clId="{F33F88E0-3380-47C4-AFDE-F1AC050ADA82}" dt="2026-01-25T16:05:35.684" v="7936" actId="790"/>
          <ac:spMkLst>
            <pc:docMk/>
            <pc:sldMk cId="1813561408" sldId="408"/>
            <ac:spMk id="165" creationId="{00000000-0000-0000-0000-000000000000}"/>
          </ac:spMkLst>
        </pc:spChg>
        <pc:spChg chg="mod">
          <ac:chgData name="Yash Jadhav" userId="535c3d6d-72b8-4f77-8155-55f939173cf2" providerId="ADAL" clId="{F33F88E0-3380-47C4-AFDE-F1AC050ADA82}" dt="2026-01-25T16:05:35.688" v="7937" actId="790"/>
          <ac:spMkLst>
            <pc:docMk/>
            <pc:sldMk cId="1813561408" sldId="408"/>
            <ac:spMk id="166" creationId="{00000000-0000-0000-0000-000000000000}"/>
          </ac:spMkLst>
        </pc:spChg>
        <pc:spChg chg="mod">
          <ac:chgData name="Yash Jadhav" userId="535c3d6d-72b8-4f77-8155-55f939173cf2" providerId="ADAL" clId="{F33F88E0-3380-47C4-AFDE-F1AC050ADA82}" dt="2026-01-25T16:05:35.691" v="7938" actId="790"/>
          <ac:spMkLst>
            <pc:docMk/>
            <pc:sldMk cId="1813561408" sldId="408"/>
            <ac:spMk id="1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53563907" sldId="409"/>
        </pc:sldMkLst>
        <pc:spChg chg="mod ord">
          <ac:chgData name="Yash Jadhav" userId="535c3d6d-72b8-4f77-8155-55f939173cf2" providerId="ADAL" clId="{F33F88E0-3380-47C4-AFDE-F1AC050ADA82}" dt="2026-01-25T16:06:14.662" v="8413" actId="6264"/>
          <ac:spMkLst>
            <pc:docMk/>
            <pc:sldMk cId="4153563907" sldId="409"/>
            <ac:spMk id="2" creationId="{00000000-0000-0000-0000-000000000000}"/>
          </ac:spMkLst>
        </pc:spChg>
        <pc:spChg chg="mod">
          <ac:chgData name="Yash Jadhav" userId="535c3d6d-72b8-4f77-8155-55f939173cf2" providerId="ADAL" clId="{F33F88E0-3380-47C4-AFDE-F1AC050ADA82}" dt="2026-01-25T16:05:37.924" v="7963" actId="790"/>
          <ac:spMkLst>
            <pc:docMk/>
            <pc:sldMk cId="4153563907" sldId="409"/>
            <ac:spMk id="3" creationId="{9C6E6723-1226-1749-53D0-29006BCEB965}"/>
          </ac:spMkLst>
        </pc:spChg>
        <pc:spChg chg="mod">
          <ac:chgData name="Yash Jadhav" userId="535c3d6d-72b8-4f77-8155-55f939173cf2" providerId="ADAL" clId="{F33F88E0-3380-47C4-AFDE-F1AC050ADA82}" dt="2026-01-25T16:05:37.926" v="7964" actId="790"/>
          <ac:spMkLst>
            <pc:docMk/>
            <pc:sldMk cId="4153563907" sldId="409"/>
            <ac:spMk id="5" creationId="{1734CDA2-AED0-377D-30DE-3FCE62AE5AC8}"/>
          </ac:spMkLst>
        </pc:spChg>
        <pc:spChg chg="mod">
          <ac:chgData name="Yash Jadhav" userId="535c3d6d-72b8-4f77-8155-55f939173cf2" providerId="ADAL" clId="{F33F88E0-3380-47C4-AFDE-F1AC050ADA82}" dt="2026-01-25T16:05:37.927" v="7965" actId="790"/>
          <ac:spMkLst>
            <pc:docMk/>
            <pc:sldMk cId="4153563907" sldId="409"/>
            <ac:spMk id="6" creationId="{B48BD4B8-E7F6-9A94-FD97-8119D345CC7C}"/>
          </ac:spMkLst>
        </pc:spChg>
        <pc:spChg chg="mod">
          <ac:chgData name="Yash Jadhav" userId="535c3d6d-72b8-4f77-8155-55f939173cf2" providerId="ADAL" clId="{F33F88E0-3380-47C4-AFDE-F1AC050ADA82}" dt="2026-01-25T16:05:37.929" v="7966" actId="790"/>
          <ac:spMkLst>
            <pc:docMk/>
            <pc:sldMk cId="4153563907" sldId="409"/>
            <ac:spMk id="7" creationId="{94B0A4AB-7AC2-6A0A-112E-E9528BCA1295}"/>
          </ac:spMkLst>
        </pc:spChg>
        <pc:spChg chg="mod">
          <ac:chgData name="Yash Jadhav" userId="535c3d6d-72b8-4f77-8155-55f939173cf2" providerId="ADAL" clId="{F33F88E0-3380-47C4-AFDE-F1AC050ADA82}" dt="2026-01-25T16:05:37.931" v="7967" actId="790"/>
          <ac:spMkLst>
            <pc:docMk/>
            <pc:sldMk cId="4153563907" sldId="409"/>
            <ac:spMk id="8" creationId="{6D9D2ECC-DFDB-B9F0-99C8-8E5F883E780F}"/>
          </ac:spMkLst>
        </pc:spChg>
        <pc:spChg chg="mod">
          <ac:chgData name="Yash Jadhav" userId="535c3d6d-72b8-4f77-8155-55f939173cf2" providerId="ADAL" clId="{F33F88E0-3380-47C4-AFDE-F1AC050ADA82}" dt="2026-01-25T16:05:37.934" v="7968" actId="790"/>
          <ac:spMkLst>
            <pc:docMk/>
            <pc:sldMk cId="4153563907" sldId="409"/>
            <ac:spMk id="9" creationId="{7B1A7C86-DAEF-70BC-CC3A-AA5548957713}"/>
          </ac:spMkLst>
        </pc:spChg>
        <pc:spChg chg="mod">
          <ac:chgData name="Yash Jadhav" userId="535c3d6d-72b8-4f77-8155-55f939173cf2" providerId="ADAL" clId="{F33F88E0-3380-47C4-AFDE-F1AC050ADA82}" dt="2026-01-25T16:05:37.937" v="7969" actId="790"/>
          <ac:spMkLst>
            <pc:docMk/>
            <pc:sldMk cId="4153563907" sldId="409"/>
            <ac:spMk id="10" creationId="{5D0915D1-10DD-BA4D-54BF-92DFA975CC13}"/>
          </ac:spMkLst>
        </pc:spChg>
        <pc:spChg chg="mod">
          <ac:chgData name="Yash Jadhav" userId="535c3d6d-72b8-4f77-8155-55f939173cf2" providerId="ADAL" clId="{F33F88E0-3380-47C4-AFDE-F1AC050ADA82}" dt="2026-01-25T16:05:37.938" v="7970" actId="790"/>
          <ac:spMkLst>
            <pc:docMk/>
            <pc:sldMk cId="4153563907" sldId="409"/>
            <ac:spMk id="11" creationId="{952B5956-B38D-BA83-47FB-B6F9DA56CBB7}"/>
          </ac:spMkLst>
        </pc:spChg>
        <pc:spChg chg="mod">
          <ac:chgData name="Yash Jadhav" userId="535c3d6d-72b8-4f77-8155-55f939173cf2" providerId="ADAL" clId="{F33F88E0-3380-47C4-AFDE-F1AC050ADA82}" dt="2026-01-25T16:05:37.940" v="7971" actId="790"/>
          <ac:spMkLst>
            <pc:docMk/>
            <pc:sldMk cId="4153563907" sldId="409"/>
            <ac:spMk id="12" creationId="{05386E25-779C-55CA-3900-E6994041EA80}"/>
          </ac:spMkLst>
        </pc:spChg>
        <pc:spChg chg="mod">
          <ac:chgData name="Yash Jadhav" userId="535c3d6d-72b8-4f77-8155-55f939173cf2" providerId="ADAL" clId="{F33F88E0-3380-47C4-AFDE-F1AC050ADA82}" dt="2026-01-25T16:05:37.942" v="7972" actId="790"/>
          <ac:spMkLst>
            <pc:docMk/>
            <pc:sldMk cId="4153563907" sldId="409"/>
            <ac:spMk id="13" creationId="{A6C15534-F9C6-3D39-ACE9-5F8E16DB00F0}"/>
          </ac:spMkLst>
        </pc:spChg>
        <pc:spChg chg="mod">
          <ac:chgData name="Yash Jadhav" userId="535c3d6d-72b8-4f77-8155-55f939173cf2" providerId="ADAL" clId="{F33F88E0-3380-47C4-AFDE-F1AC050ADA82}" dt="2026-01-25T16:05:37.944" v="7973" actId="790"/>
          <ac:spMkLst>
            <pc:docMk/>
            <pc:sldMk cId="4153563907" sldId="409"/>
            <ac:spMk id="14" creationId="{DB2F8E96-528B-34CD-733B-00C601ED90F8}"/>
          </ac:spMkLst>
        </pc:spChg>
        <pc:spChg chg="mod">
          <ac:chgData name="Yash Jadhav" userId="535c3d6d-72b8-4f77-8155-55f939173cf2" providerId="ADAL" clId="{F33F88E0-3380-47C4-AFDE-F1AC050ADA82}" dt="2026-01-25T16:05:37.946" v="7974" actId="790"/>
          <ac:spMkLst>
            <pc:docMk/>
            <pc:sldMk cId="4153563907" sldId="409"/>
            <ac:spMk id="15" creationId="{A437D801-B3F7-0AEE-FA04-FE857F55BFBE}"/>
          </ac:spMkLst>
        </pc:spChg>
        <pc:spChg chg="mod">
          <ac:chgData name="Yash Jadhav" userId="535c3d6d-72b8-4f77-8155-55f939173cf2" providerId="ADAL" clId="{F33F88E0-3380-47C4-AFDE-F1AC050ADA82}" dt="2026-01-25T16:05:37.948" v="7975" actId="790"/>
          <ac:spMkLst>
            <pc:docMk/>
            <pc:sldMk cId="4153563907" sldId="409"/>
            <ac:spMk id="16" creationId="{B195BC7E-9F6F-021A-3112-EF321808E3E5}"/>
          </ac:spMkLst>
        </pc:spChg>
        <pc:spChg chg="mod">
          <ac:chgData name="Yash Jadhav" userId="535c3d6d-72b8-4f77-8155-55f939173cf2" providerId="ADAL" clId="{F33F88E0-3380-47C4-AFDE-F1AC050ADA82}" dt="2026-01-25T16:05:37.950" v="7976" actId="790"/>
          <ac:spMkLst>
            <pc:docMk/>
            <pc:sldMk cId="4153563907" sldId="409"/>
            <ac:spMk id="18" creationId="{3F22FBE0-15C6-34B5-769C-C8C66CFD7403}"/>
          </ac:spMkLst>
        </pc:spChg>
        <pc:spChg chg="mod">
          <ac:chgData name="Yash Jadhav" userId="535c3d6d-72b8-4f77-8155-55f939173cf2" providerId="ADAL" clId="{F33F88E0-3380-47C4-AFDE-F1AC050ADA82}" dt="2026-01-25T16:05:37.953" v="7977" actId="790"/>
          <ac:spMkLst>
            <pc:docMk/>
            <pc:sldMk cId="4153563907" sldId="409"/>
            <ac:spMk id="19" creationId="{03213635-7D57-B659-4B7A-15C183E755B2}"/>
          </ac:spMkLst>
        </pc:spChg>
        <pc:spChg chg="mod">
          <ac:chgData name="Yash Jadhav" userId="535c3d6d-72b8-4f77-8155-55f939173cf2" providerId="ADAL" clId="{F33F88E0-3380-47C4-AFDE-F1AC050ADA82}" dt="2026-01-25T16:05:37.954" v="7978" actId="790"/>
          <ac:spMkLst>
            <pc:docMk/>
            <pc:sldMk cId="4153563907" sldId="409"/>
            <ac:spMk id="20" creationId="{F4D37B0D-FBE8-49EE-0EDB-3850B6B65A65}"/>
          </ac:spMkLst>
        </pc:spChg>
        <pc:spChg chg="mod">
          <ac:chgData name="Yash Jadhav" userId="535c3d6d-72b8-4f77-8155-55f939173cf2" providerId="ADAL" clId="{F33F88E0-3380-47C4-AFDE-F1AC050ADA82}" dt="2026-01-25T16:05:37.956" v="7979" actId="790"/>
          <ac:spMkLst>
            <pc:docMk/>
            <pc:sldMk cId="4153563907" sldId="409"/>
            <ac:spMk id="21" creationId="{FF1CC4C7-B2AC-7238-00D7-8FBF3130A335}"/>
          </ac:spMkLst>
        </pc:spChg>
        <pc:spChg chg="mod">
          <ac:chgData name="Yash Jadhav" userId="535c3d6d-72b8-4f77-8155-55f939173cf2" providerId="ADAL" clId="{F33F88E0-3380-47C4-AFDE-F1AC050ADA82}" dt="2026-01-25T16:05:37.958" v="7980" actId="790"/>
          <ac:spMkLst>
            <pc:docMk/>
            <pc:sldMk cId="4153563907" sldId="409"/>
            <ac:spMk id="22" creationId="{1A4779B2-54D2-809E-0443-6C8966F205C5}"/>
          </ac:spMkLst>
        </pc:spChg>
        <pc:spChg chg="mod">
          <ac:chgData name="Yash Jadhav" userId="535c3d6d-72b8-4f77-8155-55f939173cf2" providerId="ADAL" clId="{F33F88E0-3380-47C4-AFDE-F1AC050ADA82}" dt="2026-01-25T16:05:37.960" v="7981" actId="790"/>
          <ac:spMkLst>
            <pc:docMk/>
            <pc:sldMk cId="4153563907" sldId="409"/>
            <ac:spMk id="23" creationId="{E75BC2C6-F4B5-6A43-131B-33B9963944CB}"/>
          </ac:spMkLst>
        </pc:spChg>
        <pc:spChg chg="mod">
          <ac:chgData name="Yash Jadhav" userId="535c3d6d-72b8-4f77-8155-55f939173cf2" providerId="ADAL" clId="{F33F88E0-3380-47C4-AFDE-F1AC050ADA82}" dt="2026-01-25T16:05:37.962" v="7982" actId="790"/>
          <ac:spMkLst>
            <pc:docMk/>
            <pc:sldMk cId="4153563907" sldId="409"/>
            <ac:spMk id="24" creationId="{39A964A8-F164-F9BA-8798-1D6EB3548AB8}"/>
          </ac:spMkLst>
        </pc:spChg>
        <pc:spChg chg="mod">
          <ac:chgData name="Yash Jadhav" userId="535c3d6d-72b8-4f77-8155-55f939173cf2" providerId="ADAL" clId="{F33F88E0-3380-47C4-AFDE-F1AC050ADA82}" dt="2026-01-25T16:05:37.901" v="7958" actId="790"/>
          <ac:spMkLst>
            <pc:docMk/>
            <pc:sldMk cId="4153563907" sldId="409"/>
            <ac:spMk id="25" creationId="{00000000-0000-0000-0000-000000000000}"/>
          </ac:spMkLst>
        </pc:spChg>
        <pc:spChg chg="mod">
          <ac:chgData name="Yash Jadhav" userId="535c3d6d-72b8-4f77-8155-55f939173cf2" providerId="ADAL" clId="{F33F88E0-3380-47C4-AFDE-F1AC050ADA82}" dt="2026-01-25T16:05:37.964" v="7983" actId="790"/>
          <ac:spMkLst>
            <pc:docMk/>
            <pc:sldMk cId="4153563907" sldId="409"/>
            <ac:spMk id="26" creationId="{C1EDC280-92C5-5043-04CB-1C658884CD7B}"/>
          </ac:spMkLst>
        </pc:spChg>
        <pc:spChg chg="add del mod">
          <ac:chgData name="Yash Jadhav" userId="535c3d6d-72b8-4f77-8155-55f939173cf2" providerId="ADAL" clId="{F33F88E0-3380-47C4-AFDE-F1AC050ADA82}" dt="2026-01-25T16:06:14.662" v="8413" actId="6264"/>
          <ac:spMkLst>
            <pc:docMk/>
            <pc:sldMk cId="4153563907" sldId="409"/>
            <ac:spMk id="27" creationId="{7CE400D0-9057-B981-7191-39FA7026F304}"/>
          </ac:spMkLst>
        </pc:spChg>
        <pc:spChg chg="mod">
          <ac:chgData name="Yash Jadhav" userId="535c3d6d-72b8-4f77-8155-55f939173cf2" providerId="ADAL" clId="{F33F88E0-3380-47C4-AFDE-F1AC050ADA82}" dt="2026-01-25T16:05:37.874" v="7950" actId="790"/>
          <ac:spMkLst>
            <pc:docMk/>
            <pc:sldMk cId="4153563907" sldId="409"/>
            <ac:spMk id="35" creationId="{00000000-0000-0000-0000-000000000000}"/>
          </ac:spMkLst>
        </pc:spChg>
        <pc:spChg chg="mod">
          <ac:chgData name="Yash Jadhav" userId="535c3d6d-72b8-4f77-8155-55f939173cf2" providerId="ADAL" clId="{F33F88E0-3380-47C4-AFDE-F1AC050ADA82}" dt="2026-01-25T16:05:37.877" v="7951" actId="790"/>
          <ac:spMkLst>
            <pc:docMk/>
            <pc:sldMk cId="4153563907" sldId="409"/>
            <ac:spMk id="36" creationId="{00000000-0000-0000-0000-000000000000}"/>
          </ac:spMkLst>
        </pc:spChg>
        <pc:spChg chg="mod">
          <ac:chgData name="Yash Jadhav" userId="535c3d6d-72b8-4f77-8155-55f939173cf2" providerId="ADAL" clId="{F33F88E0-3380-47C4-AFDE-F1AC050ADA82}" dt="2026-01-25T16:05:37.880" v="7952" actId="790"/>
          <ac:spMkLst>
            <pc:docMk/>
            <pc:sldMk cId="4153563907" sldId="409"/>
            <ac:spMk id="37" creationId="{00000000-0000-0000-0000-000000000000}"/>
          </ac:spMkLst>
        </pc:spChg>
        <pc:spChg chg="mod">
          <ac:chgData name="Yash Jadhav" userId="535c3d6d-72b8-4f77-8155-55f939173cf2" providerId="ADAL" clId="{F33F88E0-3380-47C4-AFDE-F1AC050ADA82}" dt="2026-01-25T16:05:37.871" v="7949" actId="790"/>
          <ac:spMkLst>
            <pc:docMk/>
            <pc:sldMk cId="4153563907" sldId="409"/>
            <ac:spMk id="38" creationId="{00000000-0000-0000-0000-000000000000}"/>
          </ac:spMkLst>
        </pc:spChg>
        <pc:spChg chg="mod">
          <ac:chgData name="Yash Jadhav" userId="535c3d6d-72b8-4f77-8155-55f939173cf2" providerId="ADAL" clId="{F33F88E0-3380-47C4-AFDE-F1AC050ADA82}" dt="2026-01-25T16:05:37.968" v="7984" actId="790"/>
          <ac:spMkLst>
            <pc:docMk/>
            <pc:sldMk cId="4153563907" sldId="409"/>
            <ac:spMk id="39" creationId="{ED97F3AB-A09D-7807-A184-4FC71FE656B3}"/>
          </ac:spMkLst>
        </pc:spChg>
        <pc:spChg chg="mod">
          <ac:chgData name="Yash Jadhav" userId="535c3d6d-72b8-4f77-8155-55f939173cf2" providerId="ADAL" clId="{F33F88E0-3380-47C4-AFDE-F1AC050ADA82}" dt="2026-01-25T16:05:37.972" v="7985" actId="790"/>
          <ac:spMkLst>
            <pc:docMk/>
            <pc:sldMk cId="4153563907" sldId="409"/>
            <ac:spMk id="40" creationId="{D59255B1-950D-8F5F-A1D4-17D24855D9B4}"/>
          </ac:spMkLst>
        </pc:spChg>
        <pc:spChg chg="mod">
          <ac:chgData name="Yash Jadhav" userId="535c3d6d-72b8-4f77-8155-55f939173cf2" providerId="ADAL" clId="{F33F88E0-3380-47C4-AFDE-F1AC050ADA82}" dt="2026-01-25T16:05:37.975" v="7986" actId="790"/>
          <ac:spMkLst>
            <pc:docMk/>
            <pc:sldMk cId="4153563907" sldId="409"/>
            <ac:spMk id="41" creationId="{8D1405EE-9840-AA71-A8A8-EC720232E3C2}"/>
          </ac:spMkLst>
        </pc:spChg>
        <pc:spChg chg="mod">
          <ac:chgData name="Yash Jadhav" userId="535c3d6d-72b8-4f77-8155-55f939173cf2" providerId="ADAL" clId="{F33F88E0-3380-47C4-AFDE-F1AC050ADA82}" dt="2026-01-25T16:05:37.980" v="7987" actId="790"/>
          <ac:spMkLst>
            <pc:docMk/>
            <pc:sldMk cId="4153563907" sldId="409"/>
            <ac:spMk id="42" creationId="{B34A3D3F-D44B-61C8-0178-918A323C7618}"/>
          </ac:spMkLst>
        </pc:spChg>
        <pc:spChg chg="mod">
          <ac:chgData name="Yash Jadhav" userId="535c3d6d-72b8-4f77-8155-55f939173cf2" providerId="ADAL" clId="{F33F88E0-3380-47C4-AFDE-F1AC050ADA82}" dt="2026-01-25T16:05:37.985" v="7988" actId="790"/>
          <ac:spMkLst>
            <pc:docMk/>
            <pc:sldMk cId="4153563907" sldId="409"/>
            <ac:spMk id="49" creationId="{47E8F8A9-C4F3-C1B2-43E9-D20CF9FBB81D}"/>
          </ac:spMkLst>
        </pc:spChg>
        <pc:spChg chg="mod">
          <ac:chgData name="Yash Jadhav" userId="535c3d6d-72b8-4f77-8155-55f939173cf2" providerId="ADAL" clId="{F33F88E0-3380-47C4-AFDE-F1AC050ADA82}" dt="2026-01-25T16:05:37.988" v="7989" actId="790"/>
          <ac:spMkLst>
            <pc:docMk/>
            <pc:sldMk cId="4153563907" sldId="409"/>
            <ac:spMk id="50" creationId="{C66046E4-CF4D-B1BD-E1E0-09B459BEB4B6}"/>
          </ac:spMkLst>
        </pc:spChg>
        <pc:spChg chg="mod">
          <ac:chgData name="Yash Jadhav" userId="535c3d6d-72b8-4f77-8155-55f939173cf2" providerId="ADAL" clId="{F33F88E0-3380-47C4-AFDE-F1AC050ADA82}" dt="2026-01-25T16:05:37.992" v="7990" actId="790"/>
          <ac:spMkLst>
            <pc:docMk/>
            <pc:sldMk cId="4153563907" sldId="409"/>
            <ac:spMk id="51" creationId="{C5EEDCE3-E5BD-5E80-4D0B-6831A31541EE}"/>
          </ac:spMkLst>
        </pc:spChg>
        <pc:spChg chg="mod">
          <ac:chgData name="Yash Jadhav" userId="535c3d6d-72b8-4f77-8155-55f939173cf2" providerId="ADAL" clId="{F33F88E0-3380-47C4-AFDE-F1AC050ADA82}" dt="2026-01-25T16:05:37.995" v="7991" actId="790"/>
          <ac:spMkLst>
            <pc:docMk/>
            <pc:sldMk cId="4153563907" sldId="409"/>
            <ac:spMk id="52" creationId="{53920E70-7C6C-A104-6C99-8C42CE1CFE22}"/>
          </ac:spMkLst>
        </pc:spChg>
        <pc:spChg chg="mod">
          <ac:chgData name="Yash Jadhav" userId="535c3d6d-72b8-4f77-8155-55f939173cf2" providerId="ADAL" clId="{F33F88E0-3380-47C4-AFDE-F1AC050ADA82}" dt="2026-01-25T16:05:37.999" v="7992" actId="790"/>
          <ac:spMkLst>
            <pc:docMk/>
            <pc:sldMk cId="4153563907" sldId="409"/>
            <ac:spMk id="53" creationId="{194E23C7-28E8-BF9C-CB60-4B8B701999DC}"/>
          </ac:spMkLst>
        </pc:spChg>
        <pc:spChg chg="mod">
          <ac:chgData name="Yash Jadhav" userId="535c3d6d-72b8-4f77-8155-55f939173cf2" providerId="ADAL" clId="{F33F88E0-3380-47C4-AFDE-F1AC050ADA82}" dt="2026-01-25T16:05:38.003" v="7993" actId="790"/>
          <ac:spMkLst>
            <pc:docMk/>
            <pc:sldMk cId="4153563907" sldId="409"/>
            <ac:spMk id="54" creationId="{085B4868-27F5-C61C-94E0-C74005D10ADD}"/>
          </ac:spMkLst>
        </pc:spChg>
        <pc:spChg chg="mod">
          <ac:chgData name="Yash Jadhav" userId="535c3d6d-72b8-4f77-8155-55f939173cf2" providerId="ADAL" clId="{F33F88E0-3380-47C4-AFDE-F1AC050ADA82}" dt="2026-01-25T16:05:38.006" v="7994" actId="790"/>
          <ac:spMkLst>
            <pc:docMk/>
            <pc:sldMk cId="4153563907" sldId="409"/>
            <ac:spMk id="55" creationId="{3505BE07-9190-6C99-5B1F-C4E7A6D78075}"/>
          </ac:spMkLst>
        </pc:spChg>
        <pc:spChg chg="mod">
          <ac:chgData name="Yash Jadhav" userId="535c3d6d-72b8-4f77-8155-55f939173cf2" providerId="ADAL" clId="{F33F88E0-3380-47C4-AFDE-F1AC050ADA82}" dt="2026-01-25T16:05:38.008" v="7995" actId="790"/>
          <ac:spMkLst>
            <pc:docMk/>
            <pc:sldMk cId="4153563907" sldId="409"/>
            <ac:spMk id="56" creationId="{1A72652D-5631-A03D-6003-CF15BD05C04E}"/>
          </ac:spMkLst>
        </pc:spChg>
        <pc:spChg chg="mod">
          <ac:chgData name="Yash Jadhav" userId="535c3d6d-72b8-4f77-8155-55f939173cf2" providerId="ADAL" clId="{F33F88E0-3380-47C4-AFDE-F1AC050ADA82}" dt="2026-01-25T16:05:38.011" v="7996" actId="790"/>
          <ac:spMkLst>
            <pc:docMk/>
            <pc:sldMk cId="4153563907" sldId="409"/>
            <ac:spMk id="57" creationId="{7C6CA568-72E4-7C5E-F0E8-8261CE248B47}"/>
          </ac:spMkLst>
        </pc:spChg>
        <pc:spChg chg="mod">
          <ac:chgData name="Yash Jadhav" userId="535c3d6d-72b8-4f77-8155-55f939173cf2" providerId="ADAL" clId="{F33F88E0-3380-47C4-AFDE-F1AC050ADA82}" dt="2026-01-25T16:05:38.015" v="7997" actId="790"/>
          <ac:spMkLst>
            <pc:docMk/>
            <pc:sldMk cId="4153563907" sldId="409"/>
            <ac:spMk id="58" creationId="{31B39413-BBAD-DC06-9E14-663D05CBE5A3}"/>
          </ac:spMkLst>
        </pc:spChg>
        <pc:spChg chg="mod">
          <ac:chgData name="Yash Jadhav" userId="535c3d6d-72b8-4f77-8155-55f939173cf2" providerId="ADAL" clId="{F33F88E0-3380-47C4-AFDE-F1AC050ADA82}" dt="2026-01-25T16:05:38.019" v="7998" actId="790"/>
          <ac:spMkLst>
            <pc:docMk/>
            <pc:sldMk cId="4153563907" sldId="409"/>
            <ac:spMk id="59" creationId="{610C6972-BFC2-6031-06DD-9C591A429B19}"/>
          </ac:spMkLst>
        </pc:spChg>
        <pc:spChg chg="mod">
          <ac:chgData name="Yash Jadhav" userId="535c3d6d-72b8-4f77-8155-55f939173cf2" providerId="ADAL" clId="{F33F88E0-3380-47C4-AFDE-F1AC050ADA82}" dt="2026-01-25T16:05:38.023" v="7999" actId="790"/>
          <ac:spMkLst>
            <pc:docMk/>
            <pc:sldMk cId="4153563907" sldId="409"/>
            <ac:spMk id="60" creationId="{1FE15067-48B3-9C07-2A15-AF62DA58AB16}"/>
          </ac:spMkLst>
        </pc:spChg>
        <pc:spChg chg="mod">
          <ac:chgData name="Yash Jadhav" userId="535c3d6d-72b8-4f77-8155-55f939173cf2" providerId="ADAL" clId="{F33F88E0-3380-47C4-AFDE-F1AC050ADA82}" dt="2026-01-25T16:05:38.027" v="8000" actId="790"/>
          <ac:spMkLst>
            <pc:docMk/>
            <pc:sldMk cId="4153563907" sldId="409"/>
            <ac:spMk id="61" creationId="{81AE9021-D07D-E25A-18F4-A65B4681A8A2}"/>
          </ac:spMkLst>
        </pc:spChg>
        <pc:spChg chg="mod">
          <ac:chgData name="Yash Jadhav" userId="535c3d6d-72b8-4f77-8155-55f939173cf2" providerId="ADAL" clId="{F33F88E0-3380-47C4-AFDE-F1AC050ADA82}" dt="2026-01-25T16:05:38.032" v="8001" actId="790"/>
          <ac:spMkLst>
            <pc:docMk/>
            <pc:sldMk cId="4153563907" sldId="409"/>
            <ac:spMk id="62" creationId="{947C95E4-F054-74C6-923C-F88F57D9025F}"/>
          </ac:spMkLst>
        </pc:spChg>
        <pc:spChg chg="mod">
          <ac:chgData name="Yash Jadhav" userId="535c3d6d-72b8-4f77-8155-55f939173cf2" providerId="ADAL" clId="{F33F88E0-3380-47C4-AFDE-F1AC050ADA82}" dt="2026-01-25T16:05:38.035" v="8002" actId="790"/>
          <ac:spMkLst>
            <pc:docMk/>
            <pc:sldMk cId="4153563907" sldId="409"/>
            <ac:spMk id="63" creationId="{08F93387-0EC0-BCEE-6166-A1B001DA3409}"/>
          </ac:spMkLst>
        </pc:spChg>
        <pc:spChg chg="mod">
          <ac:chgData name="Yash Jadhav" userId="535c3d6d-72b8-4f77-8155-55f939173cf2" providerId="ADAL" clId="{F33F88E0-3380-47C4-AFDE-F1AC050ADA82}" dt="2026-01-25T16:05:37.884" v="7953" actId="790"/>
          <ac:spMkLst>
            <pc:docMk/>
            <pc:sldMk cId="4153563907" sldId="409"/>
            <ac:spMk id="74" creationId="{00000000-0000-0000-0000-000000000000}"/>
          </ac:spMkLst>
        </pc:spChg>
        <pc:spChg chg="mod">
          <ac:chgData name="Yash Jadhav" userId="535c3d6d-72b8-4f77-8155-55f939173cf2" providerId="ADAL" clId="{F33F88E0-3380-47C4-AFDE-F1AC050ADA82}" dt="2026-01-25T16:05:37.887" v="7954" actId="790"/>
          <ac:spMkLst>
            <pc:docMk/>
            <pc:sldMk cId="4153563907" sldId="409"/>
            <ac:spMk id="79" creationId="{00000000-0000-0000-0000-000000000000}"/>
          </ac:spMkLst>
        </pc:spChg>
        <pc:spChg chg="mod">
          <ac:chgData name="Yash Jadhav" userId="535c3d6d-72b8-4f77-8155-55f939173cf2" providerId="ADAL" clId="{F33F88E0-3380-47C4-AFDE-F1AC050ADA82}" dt="2026-01-25T16:05:37.890" v="7955" actId="790"/>
          <ac:spMkLst>
            <pc:docMk/>
            <pc:sldMk cId="4153563907" sldId="409"/>
            <ac:spMk id="80" creationId="{00000000-0000-0000-0000-000000000000}"/>
          </ac:spMkLst>
        </pc:spChg>
        <pc:spChg chg="mod">
          <ac:chgData name="Yash Jadhav" userId="535c3d6d-72b8-4f77-8155-55f939173cf2" providerId="ADAL" clId="{F33F88E0-3380-47C4-AFDE-F1AC050ADA82}" dt="2026-01-25T16:05:37.893" v="7956" actId="790"/>
          <ac:spMkLst>
            <pc:docMk/>
            <pc:sldMk cId="4153563907" sldId="409"/>
            <ac:spMk id="81" creationId="{00000000-0000-0000-0000-000000000000}"/>
          </ac:spMkLst>
        </pc:spChg>
        <pc:spChg chg="mod">
          <ac:chgData name="Yash Jadhav" userId="535c3d6d-72b8-4f77-8155-55f939173cf2" providerId="ADAL" clId="{F33F88E0-3380-47C4-AFDE-F1AC050ADA82}" dt="2026-01-25T16:05:37.896" v="7957" actId="790"/>
          <ac:spMkLst>
            <pc:docMk/>
            <pc:sldMk cId="4153563907" sldId="409"/>
            <ac:spMk id="83" creationId="{00000000-0000-0000-0000-000000000000}"/>
          </ac:spMkLst>
        </pc:spChg>
        <pc:spChg chg="mod">
          <ac:chgData name="Yash Jadhav" userId="535c3d6d-72b8-4f77-8155-55f939173cf2" providerId="ADAL" clId="{F33F88E0-3380-47C4-AFDE-F1AC050ADA82}" dt="2026-01-25T16:05:37.905" v="7959" actId="790"/>
          <ac:spMkLst>
            <pc:docMk/>
            <pc:sldMk cId="4153563907" sldId="409"/>
            <ac:spMk id="87" creationId="{00000000-0000-0000-0000-000000000000}"/>
          </ac:spMkLst>
        </pc:spChg>
        <pc:spChg chg="mod">
          <ac:chgData name="Yash Jadhav" userId="535c3d6d-72b8-4f77-8155-55f939173cf2" providerId="ADAL" clId="{F33F88E0-3380-47C4-AFDE-F1AC050ADA82}" dt="2026-01-25T16:05:37.911" v="7960" actId="790"/>
          <ac:spMkLst>
            <pc:docMk/>
            <pc:sldMk cId="4153563907" sldId="409"/>
            <ac:spMk id="88" creationId="{00000000-0000-0000-0000-000000000000}"/>
          </ac:spMkLst>
        </pc:spChg>
        <pc:spChg chg="mod">
          <ac:chgData name="Yash Jadhav" userId="535c3d6d-72b8-4f77-8155-55f939173cf2" providerId="ADAL" clId="{F33F88E0-3380-47C4-AFDE-F1AC050ADA82}" dt="2026-01-25T16:05:37.918" v="7961" actId="790"/>
          <ac:spMkLst>
            <pc:docMk/>
            <pc:sldMk cId="4153563907" sldId="409"/>
            <ac:spMk id="89" creationId="{00000000-0000-0000-0000-000000000000}"/>
          </ac:spMkLst>
        </pc:spChg>
        <pc:spChg chg="mod">
          <ac:chgData name="Yash Jadhav" userId="535c3d6d-72b8-4f77-8155-55f939173cf2" providerId="ADAL" clId="{F33F88E0-3380-47C4-AFDE-F1AC050ADA82}" dt="2026-01-25T16:05:37.921" v="7962" actId="790"/>
          <ac:spMkLst>
            <pc:docMk/>
            <pc:sldMk cId="4153563907" sldId="409"/>
            <ac:spMk id="90" creationId="{00000000-0000-0000-0000-000000000000}"/>
          </ac:spMkLst>
        </pc:spChg>
        <pc:spChg chg="mod">
          <ac:chgData name="Yash Jadhav" userId="535c3d6d-72b8-4f77-8155-55f939173cf2" providerId="ADAL" clId="{F33F88E0-3380-47C4-AFDE-F1AC050ADA82}" dt="2026-01-25T16:05:37.865" v="7947" actId="790"/>
          <ac:spMkLst>
            <pc:docMk/>
            <pc:sldMk cId="4153563907" sldId="409"/>
            <ac:spMk id="95" creationId="{00000000-0000-0000-0000-000000000000}"/>
          </ac:spMkLst>
        </pc:spChg>
        <pc:spChg chg="mod">
          <ac:chgData name="Yash Jadhav" userId="535c3d6d-72b8-4f77-8155-55f939173cf2" providerId="ADAL" clId="{F33F88E0-3380-47C4-AFDE-F1AC050ADA82}" dt="2026-01-25T16:05:37.862" v="7946" actId="790"/>
          <ac:spMkLst>
            <pc:docMk/>
            <pc:sldMk cId="4153563907" sldId="409"/>
            <ac:spMk id="97" creationId="{00000000-0000-0000-0000-000000000000}"/>
          </ac:spMkLst>
        </pc:spChg>
        <pc:spChg chg="mod">
          <ac:chgData name="Yash Jadhav" userId="535c3d6d-72b8-4f77-8155-55f939173cf2" providerId="ADAL" clId="{F33F88E0-3380-47C4-AFDE-F1AC050ADA82}" dt="2026-01-25T16:05:37.860" v="7945" actId="790"/>
          <ac:spMkLst>
            <pc:docMk/>
            <pc:sldMk cId="4153563907" sldId="409"/>
            <ac:spMk id="98" creationId="{00000000-0000-0000-0000-000000000000}"/>
          </ac:spMkLst>
        </pc:spChg>
        <pc:spChg chg="mod">
          <ac:chgData name="Yash Jadhav" userId="535c3d6d-72b8-4f77-8155-55f939173cf2" providerId="ADAL" clId="{F33F88E0-3380-47C4-AFDE-F1AC050ADA82}" dt="2026-01-25T16:05:37.856" v="7944" actId="790"/>
          <ac:spMkLst>
            <pc:docMk/>
            <pc:sldMk cId="4153563907" sldId="409"/>
            <ac:spMk id="102" creationId="{00000000-0000-0000-0000-000000000000}"/>
          </ac:spMkLst>
        </pc:spChg>
        <pc:spChg chg="mod">
          <ac:chgData name="Yash Jadhav" userId="535c3d6d-72b8-4f77-8155-55f939173cf2" providerId="ADAL" clId="{F33F88E0-3380-47C4-AFDE-F1AC050ADA82}" dt="2026-01-25T16:05:37.853" v="7943" actId="790"/>
          <ac:spMkLst>
            <pc:docMk/>
            <pc:sldMk cId="4153563907" sldId="409"/>
            <ac:spMk id="103" creationId="{00000000-0000-0000-0000-000000000000}"/>
          </ac:spMkLst>
        </pc:spChg>
        <pc:spChg chg="mod">
          <ac:chgData name="Yash Jadhav" userId="535c3d6d-72b8-4f77-8155-55f939173cf2" providerId="ADAL" clId="{F33F88E0-3380-47C4-AFDE-F1AC050ADA82}" dt="2026-01-25T16:05:38.038" v="8003" actId="790"/>
          <ac:spMkLst>
            <pc:docMk/>
            <pc:sldMk cId="4153563907" sldId="409"/>
            <ac:spMk id="448" creationId="{C27A37E7-1B7B-1964-248C-51A7F08CADA0}"/>
          </ac:spMkLst>
        </pc:spChg>
        <pc:spChg chg="mod">
          <ac:chgData name="Yash Jadhav" userId="535c3d6d-72b8-4f77-8155-55f939173cf2" providerId="ADAL" clId="{F33F88E0-3380-47C4-AFDE-F1AC050ADA82}" dt="2026-01-25T16:05:38.041" v="8004" actId="790"/>
          <ac:spMkLst>
            <pc:docMk/>
            <pc:sldMk cId="4153563907" sldId="409"/>
            <ac:spMk id="449" creationId="{42E38294-ADFA-8811-DA5C-E96005DCC7BA}"/>
          </ac:spMkLst>
        </pc:spChg>
        <pc:spChg chg="mod">
          <ac:chgData name="Yash Jadhav" userId="535c3d6d-72b8-4f77-8155-55f939173cf2" providerId="ADAL" clId="{F33F88E0-3380-47C4-AFDE-F1AC050ADA82}" dt="2026-01-25T16:05:38.046" v="8005" actId="790"/>
          <ac:spMkLst>
            <pc:docMk/>
            <pc:sldMk cId="4153563907" sldId="409"/>
            <ac:spMk id="451" creationId="{5895C6EC-2BF7-B473-E921-88BD51921733}"/>
          </ac:spMkLst>
        </pc:spChg>
        <pc:spChg chg="mod">
          <ac:chgData name="Yash Jadhav" userId="535c3d6d-72b8-4f77-8155-55f939173cf2" providerId="ADAL" clId="{F33F88E0-3380-47C4-AFDE-F1AC050ADA82}" dt="2026-01-25T16:05:38.050" v="8006" actId="790"/>
          <ac:spMkLst>
            <pc:docMk/>
            <pc:sldMk cId="4153563907" sldId="409"/>
            <ac:spMk id="452" creationId="{D6C776BB-63CD-B96B-DC97-4682746E3CF8}"/>
          </ac:spMkLst>
        </pc:spChg>
        <pc:spChg chg="mod">
          <ac:chgData name="Yash Jadhav" userId="535c3d6d-72b8-4f77-8155-55f939173cf2" providerId="ADAL" clId="{F33F88E0-3380-47C4-AFDE-F1AC050ADA82}" dt="2026-01-25T16:05:38.053" v="8007" actId="790"/>
          <ac:spMkLst>
            <pc:docMk/>
            <pc:sldMk cId="4153563907" sldId="409"/>
            <ac:spMk id="453" creationId="{CC65FFA3-9B10-2061-478F-0A91F26A77AA}"/>
          </ac:spMkLst>
        </pc:spChg>
        <pc:spChg chg="mod">
          <ac:chgData name="Yash Jadhav" userId="535c3d6d-72b8-4f77-8155-55f939173cf2" providerId="ADAL" clId="{F33F88E0-3380-47C4-AFDE-F1AC050ADA82}" dt="2026-01-25T16:05:38.055" v="8008" actId="790"/>
          <ac:spMkLst>
            <pc:docMk/>
            <pc:sldMk cId="4153563907" sldId="409"/>
            <ac:spMk id="454" creationId="{33AF16C3-207F-4F72-6F37-A63B2DC3D9A4}"/>
          </ac:spMkLst>
        </pc:spChg>
        <pc:spChg chg="mod">
          <ac:chgData name="Yash Jadhav" userId="535c3d6d-72b8-4f77-8155-55f939173cf2" providerId="ADAL" clId="{F33F88E0-3380-47C4-AFDE-F1AC050ADA82}" dt="2026-01-25T16:05:38.057" v="8009" actId="790"/>
          <ac:spMkLst>
            <pc:docMk/>
            <pc:sldMk cId="4153563907" sldId="409"/>
            <ac:spMk id="455" creationId="{8536D6A5-B817-B03D-2AB9-EB50B01271F9}"/>
          </ac:spMkLst>
        </pc:spChg>
        <pc:spChg chg="mod">
          <ac:chgData name="Yash Jadhav" userId="535c3d6d-72b8-4f77-8155-55f939173cf2" providerId="ADAL" clId="{F33F88E0-3380-47C4-AFDE-F1AC050ADA82}" dt="2026-01-25T16:05:38.059" v="8010" actId="790"/>
          <ac:spMkLst>
            <pc:docMk/>
            <pc:sldMk cId="4153563907" sldId="409"/>
            <ac:spMk id="456" creationId="{6EEB2120-8D3C-D507-A52E-7103A8F0C754}"/>
          </ac:spMkLst>
        </pc:spChg>
        <pc:spChg chg="mod">
          <ac:chgData name="Yash Jadhav" userId="535c3d6d-72b8-4f77-8155-55f939173cf2" providerId="ADAL" clId="{F33F88E0-3380-47C4-AFDE-F1AC050ADA82}" dt="2026-01-25T16:05:38.061" v="8011" actId="790"/>
          <ac:spMkLst>
            <pc:docMk/>
            <pc:sldMk cId="4153563907" sldId="409"/>
            <ac:spMk id="457" creationId="{45F03CEC-5BA9-1E42-E0ED-94C6893899B8}"/>
          </ac:spMkLst>
        </pc:spChg>
        <pc:spChg chg="mod">
          <ac:chgData name="Yash Jadhav" userId="535c3d6d-72b8-4f77-8155-55f939173cf2" providerId="ADAL" clId="{F33F88E0-3380-47C4-AFDE-F1AC050ADA82}" dt="2026-01-25T16:05:38.064" v="8012" actId="790"/>
          <ac:spMkLst>
            <pc:docMk/>
            <pc:sldMk cId="4153563907" sldId="409"/>
            <ac:spMk id="458" creationId="{3630BF4E-5026-9D9E-262D-1C62739DACDC}"/>
          </ac:spMkLst>
        </pc:spChg>
        <pc:spChg chg="mod">
          <ac:chgData name="Yash Jadhav" userId="535c3d6d-72b8-4f77-8155-55f939173cf2" providerId="ADAL" clId="{F33F88E0-3380-47C4-AFDE-F1AC050ADA82}" dt="2026-01-25T16:05:38.068" v="8013" actId="790"/>
          <ac:spMkLst>
            <pc:docMk/>
            <pc:sldMk cId="4153563907" sldId="409"/>
            <ac:spMk id="459" creationId="{3D4F7967-FF8D-AC04-936F-D43096FC175E}"/>
          </ac:spMkLst>
        </pc:spChg>
        <pc:spChg chg="mod">
          <ac:chgData name="Yash Jadhav" userId="535c3d6d-72b8-4f77-8155-55f939173cf2" providerId="ADAL" clId="{F33F88E0-3380-47C4-AFDE-F1AC050ADA82}" dt="2026-01-25T16:05:38.072" v="8014" actId="790"/>
          <ac:spMkLst>
            <pc:docMk/>
            <pc:sldMk cId="4153563907" sldId="409"/>
            <ac:spMk id="460" creationId="{BE0E0A92-2866-E4E7-3F61-A514BA37B18C}"/>
          </ac:spMkLst>
        </pc:spChg>
        <pc:spChg chg="mod">
          <ac:chgData name="Yash Jadhav" userId="535c3d6d-72b8-4f77-8155-55f939173cf2" providerId="ADAL" clId="{F33F88E0-3380-47C4-AFDE-F1AC050ADA82}" dt="2026-01-25T16:05:38.074" v="8015" actId="790"/>
          <ac:spMkLst>
            <pc:docMk/>
            <pc:sldMk cId="4153563907" sldId="409"/>
            <ac:spMk id="461" creationId="{CA7CAB0E-3D88-EA18-4B37-7335C3225FEE}"/>
          </ac:spMkLst>
        </pc:spChg>
        <pc:spChg chg="mod">
          <ac:chgData name="Yash Jadhav" userId="535c3d6d-72b8-4f77-8155-55f939173cf2" providerId="ADAL" clId="{F33F88E0-3380-47C4-AFDE-F1AC050ADA82}" dt="2026-01-25T16:05:38.077" v="8016" actId="790"/>
          <ac:spMkLst>
            <pc:docMk/>
            <pc:sldMk cId="4153563907" sldId="409"/>
            <ac:spMk id="462" creationId="{DF5CB5D3-99FC-FC71-B28B-61DA263821DB}"/>
          </ac:spMkLst>
        </pc:spChg>
        <pc:spChg chg="mod">
          <ac:chgData name="Yash Jadhav" userId="535c3d6d-72b8-4f77-8155-55f939173cf2" providerId="ADAL" clId="{F33F88E0-3380-47C4-AFDE-F1AC050ADA82}" dt="2026-01-25T16:05:38.080" v="8017" actId="790"/>
          <ac:spMkLst>
            <pc:docMk/>
            <pc:sldMk cId="4153563907" sldId="409"/>
            <ac:spMk id="463" creationId="{6AAE29A9-2397-A14E-CB29-22D1E0019FF7}"/>
          </ac:spMkLst>
        </pc:spChg>
        <pc:spChg chg="mod">
          <ac:chgData name="Yash Jadhav" userId="535c3d6d-72b8-4f77-8155-55f939173cf2" providerId="ADAL" clId="{F33F88E0-3380-47C4-AFDE-F1AC050ADA82}" dt="2026-01-25T16:05:38.086" v="8018" actId="790"/>
          <ac:spMkLst>
            <pc:docMk/>
            <pc:sldMk cId="4153563907" sldId="409"/>
            <ac:spMk id="464" creationId="{9C23A879-4578-046C-3EE3-AB34CCD43A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2485589478" sldId="410"/>
        </pc:sldMkLst>
        <pc:spChg chg="mod ord">
          <ac:chgData name="Yash Jadhav" userId="535c3d6d-72b8-4f77-8155-55f939173cf2" providerId="ADAL" clId="{F33F88E0-3380-47C4-AFDE-F1AC050ADA82}" dt="2026-01-25T16:09:15.875" v="10168" actId="700"/>
          <ac:spMkLst>
            <pc:docMk/>
            <pc:sldMk cId="2485589478" sldId="41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85589478" sldId="410"/>
            <ac:spMk id="3" creationId="{B6DF0BF5-A03C-1CF1-BB03-E776EC141A93}"/>
          </ac:spMkLst>
        </pc:spChg>
        <pc:spChg chg="mod">
          <ac:chgData name="Yash Jadhav" userId="535c3d6d-72b8-4f77-8155-55f939173cf2" providerId="ADAL" clId="{F33F88E0-3380-47C4-AFDE-F1AC050ADA82}" dt="2026-01-25T16:05:40.781" v="8024" actId="790"/>
          <ac:spMkLst>
            <pc:docMk/>
            <pc:sldMk cId="2485589478" sldId="410"/>
            <ac:spMk id="8" creationId="{00000000-0000-0000-0000-000000000000}"/>
          </ac:spMkLst>
        </pc:spChg>
        <pc:spChg chg="mod">
          <ac:chgData name="Yash Jadhav" userId="535c3d6d-72b8-4f77-8155-55f939173cf2" providerId="ADAL" clId="{F33F88E0-3380-47C4-AFDE-F1AC050ADA82}" dt="2026-01-25T16:05:40.786" v="8025" actId="790"/>
          <ac:spMkLst>
            <pc:docMk/>
            <pc:sldMk cId="2485589478" sldId="410"/>
            <ac:spMk id="14" creationId="{00000000-0000-0000-0000-000000000000}"/>
          </ac:spMkLst>
        </pc:spChg>
        <pc:spChg chg="mod">
          <ac:chgData name="Yash Jadhav" userId="535c3d6d-72b8-4f77-8155-55f939173cf2" providerId="ADAL" clId="{F33F88E0-3380-47C4-AFDE-F1AC050ADA82}" dt="2026-01-25T16:05:40.793" v="8026" actId="790"/>
          <ac:spMkLst>
            <pc:docMk/>
            <pc:sldMk cId="2485589478" sldId="410"/>
            <ac:spMk id="20" creationId="{00000000-0000-0000-0000-000000000000}"/>
          </ac:spMkLst>
        </pc:spChg>
        <pc:spChg chg="mod">
          <ac:chgData name="Yash Jadhav" userId="535c3d6d-72b8-4f77-8155-55f939173cf2" providerId="ADAL" clId="{F33F88E0-3380-47C4-AFDE-F1AC050ADA82}" dt="2026-01-25T16:05:40.796" v="8027" actId="790"/>
          <ac:spMkLst>
            <pc:docMk/>
            <pc:sldMk cId="2485589478" sldId="410"/>
            <ac:spMk id="26" creationId="{00000000-0000-0000-0000-000000000000}"/>
          </ac:spMkLst>
        </pc:spChg>
        <pc:spChg chg="mod">
          <ac:chgData name="Yash Jadhav" userId="535c3d6d-72b8-4f77-8155-55f939173cf2" providerId="ADAL" clId="{F33F88E0-3380-47C4-AFDE-F1AC050ADA82}" dt="2026-01-25T16:05:40.801" v="8028" actId="790"/>
          <ac:spMkLst>
            <pc:docMk/>
            <pc:sldMk cId="2485589478" sldId="410"/>
            <ac:spMk id="32" creationId="{00000000-0000-0000-0000-000000000000}"/>
          </ac:spMkLst>
        </pc:spChg>
        <pc:spChg chg="mod">
          <ac:chgData name="Yash Jadhav" userId="535c3d6d-72b8-4f77-8155-55f939173cf2" providerId="ADAL" clId="{F33F88E0-3380-47C4-AFDE-F1AC050ADA82}" dt="2026-01-25T16:05:40.804" v="8029" actId="790"/>
          <ac:spMkLst>
            <pc:docMk/>
            <pc:sldMk cId="2485589478" sldId="410"/>
            <ac:spMk id="35" creationId="{00000000-0000-0000-0000-000000000000}"/>
          </ac:spMkLst>
        </pc:spChg>
        <pc:spChg chg="mod">
          <ac:chgData name="Yash Jadhav" userId="535c3d6d-72b8-4f77-8155-55f939173cf2" providerId="ADAL" clId="{F33F88E0-3380-47C4-AFDE-F1AC050ADA82}" dt="2026-01-25T16:05:40.808" v="8030" actId="790"/>
          <ac:spMkLst>
            <pc:docMk/>
            <pc:sldMk cId="2485589478" sldId="410"/>
            <ac:spMk id="39" creationId="{00000000-0000-0000-0000-000000000000}"/>
          </ac:spMkLst>
        </pc:spChg>
        <pc:spChg chg="mod">
          <ac:chgData name="Yash Jadhav" userId="535c3d6d-72b8-4f77-8155-55f939173cf2" providerId="ADAL" clId="{F33F88E0-3380-47C4-AFDE-F1AC050ADA82}" dt="2026-01-25T16:05:40.811" v="8031" actId="790"/>
          <ac:spMkLst>
            <pc:docMk/>
            <pc:sldMk cId="2485589478" sldId="410"/>
            <ac:spMk id="42" creationId="{00000000-0000-0000-0000-000000000000}"/>
          </ac:spMkLst>
        </pc:spChg>
        <pc:spChg chg="mod">
          <ac:chgData name="Yash Jadhav" userId="535c3d6d-72b8-4f77-8155-55f939173cf2" providerId="ADAL" clId="{F33F88E0-3380-47C4-AFDE-F1AC050ADA82}" dt="2026-01-25T16:05:40.814" v="8032" actId="790"/>
          <ac:spMkLst>
            <pc:docMk/>
            <pc:sldMk cId="2485589478" sldId="410"/>
            <ac:spMk id="45" creationId="{00000000-0000-0000-0000-000000000000}"/>
          </ac:spMkLst>
        </pc:spChg>
        <pc:spChg chg="mod">
          <ac:chgData name="Yash Jadhav" userId="535c3d6d-72b8-4f77-8155-55f939173cf2" providerId="ADAL" clId="{F33F88E0-3380-47C4-AFDE-F1AC050ADA82}" dt="2026-01-25T16:05:40.819" v="8033" actId="790"/>
          <ac:spMkLst>
            <pc:docMk/>
            <pc:sldMk cId="2485589478" sldId="410"/>
            <ac:spMk id="49" creationId="{00000000-0000-0000-0000-000000000000}"/>
          </ac:spMkLst>
        </pc:spChg>
        <pc:spChg chg="mod">
          <ac:chgData name="Yash Jadhav" userId="535c3d6d-72b8-4f77-8155-55f939173cf2" providerId="ADAL" clId="{F33F88E0-3380-47C4-AFDE-F1AC050ADA82}" dt="2026-01-25T16:05:40.824" v="8034" actId="790"/>
          <ac:spMkLst>
            <pc:docMk/>
            <pc:sldMk cId="2485589478" sldId="410"/>
            <ac:spMk id="50" creationId="{00000000-0000-0000-0000-000000000000}"/>
          </ac:spMkLst>
        </pc:spChg>
        <pc:spChg chg="mod">
          <ac:chgData name="Yash Jadhav" userId="535c3d6d-72b8-4f77-8155-55f939173cf2" providerId="ADAL" clId="{F33F88E0-3380-47C4-AFDE-F1AC050ADA82}" dt="2026-01-25T16:05:40.828" v="8035" actId="790"/>
          <ac:spMkLst>
            <pc:docMk/>
            <pc:sldMk cId="2485589478" sldId="410"/>
            <ac:spMk id="51" creationId="{00000000-0000-0000-0000-000000000000}"/>
          </ac:spMkLst>
        </pc:spChg>
        <pc:spChg chg="mod">
          <ac:chgData name="Yash Jadhav" userId="535c3d6d-72b8-4f77-8155-55f939173cf2" providerId="ADAL" clId="{F33F88E0-3380-47C4-AFDE-F1AC050ADA82}" dt="2026-01-25T16:05:40.833" v="8036" actId="790"/>
          <ac:spMkLst>
            <pc:docMk/>
            <pc:sldMk cId="2485589478" sldId="410"/>
            <ac:spMk id="52" creationId="{00000000-0000-0000-0000-000000000000}"/>
          </ac:spMkLst>
        </pc:spChg>
        <pc:spChg chg="mod">
          <ac:chgData name="Yash Jadhav" userId="535c3d6d-72b8-4f77-8155-55f939173cf2" providerId="ADAL" clId="{F33F88E0-3380-47C4-AFDE-F1AC050ADA82}" dt="2026-01-25T16:05:40.837" v="8037" actId="790"/>
          <ac:spMkLst>
            <pc:docMk/>
            <pc:sldMk cId="2485589478" sldId="410"/>
            <ac:spMk id="53" creationId="{00000000-0000-0000-0000-000000000000}"/>
          </ac:spMkLst>
        </pc:spChg>
        <pc:spChg chg="mod">
          <ac:chgData name="Yash Jadhav" userId="535c3d6d-72b8-4f77-8155-55f939173cf2" providerId="ADAL" clId="{F33F88E0-3380-47C4-AFDE-F1AC050ADA82}" dt="2026-01-25T16:05:40.840" v="8038" actId="790"/>
          <ac:spMkLst>
            <pc:docMk/>
            <pc:sldMk cId="2485589478" sldId="410"/>
            <ac:spMk id="57" creationId="{00000000-0000-0000-0000-000000000000}"/>
          </ac:spMkLst>
        </pc:spChg>
        <pc:spChg chg="mod">
          <ac:chgData name="Yash Jadhav" userId="535c3d6d-72b8-4f77-8155-55f939173cf2" providerId="ADAL" clId="{F33F88E0-3380-47C4-AFDE-F1AC050ADA82}" dt="2026-01-25T16:05:40.844" v="8039" actId="790"/>
          <ac:spMkLst>
            <pc:docMk/>
            <pc:sldMk cId="2485589478" sldId="410"/>
            <ac:spMk id="58" creationId="{00000000-0000-0000-0000-000000000000}"/>
          </ac:spMkLst>
        </pc:spChg>
        <pc:spChg chg="mod">
          <ac:chgData name="Yash Jadhav" userId="535c3d6d-72b8-4f77-8155-55f939173cf2" providerId="ADAL" clId="{F33F88E0-3380-47C4-AFDE-F1AC050ADA82}" dt="2026-01-25T16:05:40.846" v="8040" actId="790"/>
          <ac:spMkLst>
            <pc:docMk/>
            <pc:sldMk cId="2485589478" sldId="410"/>
            <ac:spMk id="59" creationId="{00000000-0000-0000-0000-000000000000}"/>
          </ac:spMkLst>
        </pc:spChg>
        <pc:spChg chg="mod">
          <ac:chgData name="Yash Jadhav" userId="535c3d6d-72b8-4f77-8155-55f939173cf2" providerId="ADAL" clId="{F33F88E0-3380-47C4-AFDE-F1AC050ADA82}" dt="2026-01-25T16:05:40.849" v="8041" actId="790"/>
          <ac:spMkLst>
            <pc:docMk/>
            <pc:sldMk cId="2485589478" sldId="410"/>
            <ac:spMk id="60" creationId="{00000000-0000-0000-0000-000000000000}"/>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1333701676" sldId="411"/>
        </pc:sldMkLst>
        <pc:spChg chg="add del mod">
          <ac:chgData name="Yash Jadhav" userId="535c3d6d-72b8-4f77-8155-55f939173cf2" providerId="ADAL" clId="{F33F88E0-3380-47C4-AFDE-F1AC050ADA82}" dt="2026-01-25T16:06:14.662" v="8413" actId="6264"/>
          <ac:spMkLst>
            <pc:docMk/>
            <pc:sldMk cId="1333701676" sldId="411"/>
            <ac:spMk id="2" creationId="{39A88623-578A-9EB7-C9E7-CE7B80C53ACB}"/>
          </ac:spMkLst>
        </pc:spChg>
        <pc:spChg chg="mod ord">
          <ac:chgData name="Yash Jadhav" userId="535c3d6d-72b8-4f77-8155-55f939173cf2" providerId="ADAL" clId="{F33F88E0-3380-47C4-AFDE-F1AC050ADA82}" dt="2026-01-25T16:09:15.875" v="10168" actId="700"/>
          <ac:spMkLst>
            <pc:docMk/>
            <pc:sldMk cId="1333701676" sldId="411"/>
            <ac:spMk id="3" creationId="{00000000-0000-0000-0000-000000000000}"/>
          </ac:spMkLst>
        </pc:spChg>
        <pc:spChg chg="mod">
          <ac:chgData name="Yash Jadhav" userId="535c3d6d-72b8-4f77-8155-55f939173cf2" providerId="ADAL" clId="{F33F88E0-3380-47C4-AFDE-F1AC050ADA82}" dt="2026-01-25T16:05:41.944" v="8047" actId="790"/>
          <ac:spMkLst>
            <pc:docMk/>
            <pc:sldMk cId="1333701676" sldId="411"/>
            <ac:spMk id="6" creationId="{00000000-0000-0000-0000-000000000000}"/>
          </ac:spMkLst>
        </pc:spChg>
        <pc:spChg chg="mod">
          <ac:chgData name="Yash Jadhav" userId="535c3d6d-72b8-4f77-8155-55f939173cf2" providerId="ADAL" clId="{F33F88E0-3380-47C4-AFDE-F1AC050ADA82}" dt="2026-01-25T16:05:41.948" v="8048" actId="790"/>
          <ac:spMkLst>
            <pc:docMk/>
            <pc:sldMk cId="1333701676" sldId="411"/>
            <ac:spMk id="7" creationId="{00000000-0000-0000-0000-000000000000}"/>
          </ac:spMkLst>
        </pc:spChg>
        <pc:spChg chg="mod">
          <ac:chgData name="Yash Jadhav" userId="535c3d6d-72b8-4f77-8155-55f939173cf2" providerId="ADAL" clId="{F33F88E0-3380-47C4-AFDE-F1AC050ADA82}" dt="2026-01-25T16:05:41.951" v="8049" actId="790"/>
          <ac:spMkLst>
            <pc:docMk/>
            <pc:sldMk cId="1333701676" sldId="411"/>
            <ac:spMk id="8" creationId="{00000000-0000-0000-0000-000000000000}"/>
          </ac:spMkLst>
        </pc:spChg>
        <pc:spChg chg="mod">
          <ac:chgData name="Yash Jadhav" userId="535c3d6d-72b8-4f77-8155-55f939173cf2" providerId="ADAL" clId="{F33F88E0-3380-47C4-AFDE-F1AC050ADA82}" dt="2026-01-25T16:05:41.954" v="8050" actId="790"/>
          <ac:spMkLst>
            <pc:docMk/>
            <pc:sldMk cId="1333701676" sldId="411"/>
            <ac:spMk id="9" creationId="{00000000-0000-0000-0000-000000000000}"/>
          </ac:spMkLst>
        </pc:spChg>
        <pc:spChg chg="mod">
          <ac:chgData name="Yash Jadhav" userId="535c3d6d-72b8-4f77-8155-55f939173cf2" providerId="ADAL" clId="{F33F88E0-3380-47C4-AFDE-F1AC050ADA82}" dt="2026-01-25T16:05:41.956" v="8051" actId="790"/>
          <ac:spMkLst>
            <pc:docMk/>
            <pc:sldMk cId="1333701676" sldId="411"/>
            <ac:spMk id="10" creationId="{00000000-0000-0000-0000-000000000000}"/>
          </ac:spMkLst>
        </pc:spChg>
        <pc:spChg chg="mod">
          <ac:chgData name="Yash Jadhav" userId="535c3d6d-72b8-4f77-8155-55f939173cf2" providerId="ADAL" clId="{F33F88E0-3380-47C4-AFDE-F1AC050ADA82}" dt="2026-01-25T16:05:41.960" v="8052" actId="790"/>
          <ac:spMkLst>
            <pc:docMk/>
            <pc:sldMk cId="1333701676" sldId="411"/>
            <ac:spMk id="25" creationId="{00000000-0000-0000-0000-000000000000}"/>
          </ac:spMkLst>
        </pc:spChg>
        <pc:spChg chg="mod">
          <ac:chgData name="Yash Jadhav" userId="535c3d6d-72b8-4f77-8155-55f939173cf2" providerId="ADAL" clId="{F33F88E0-3380-47C4-AFDE-F1AC050ADA82}" dt="2026-01-25T16:05:41.964" v="8053" actId="790"/>
          <ac:spMkLst>
            <pc:docMk/>
            <pc:sldMk cId="1333701676" sldId="411"/>
            <ac:spMk id="26" creationId="{00000000-0000-0000-0000-000000000000}"/>
          </ac:spMkLst>
        </pc:spChg>
        <pc:spChg chg="mod">
          <ac:chgData name="Yash Jadhav" userId="535c3d6d-72b8-4f77-8155-55f939173cf2" providerId="ADAL" clId="{F33F88E0-3380-47C4-AFDE-F1AC050ADA82}" dt="2026-01-25T16:05:41.968" v="8054" actId="790"/>
          <ac:spMkLst>
            <pc:docMk/>
            <pc:sldMk cId="1333701676" sldId="411"/>
            <ac:spMk id="27" creationId="{00000000-0000-0000-0000-000000000000}"/>
          </ac:spMkLst>
        </pc:spChg>
        <pc:spChg chg="mod">
          <ac:chgData name="Yash Jadhav" userId="535c3d6d-72b8-4f77-8155-55f939173cf2" providerId="ADAL" clId="{F33F88E0-3380-47C4-AFDE-F1AC050ADA82}" dt="2026-01-25T16:05:41.973" v="8055" actId="790"/>
          <ac:spMkLst>
            <pc:docMk/>
            <pc:sldMk cId="1333701676" sldId="411"/>
            <ac:spMk id="28" creationId="{00000000-0000-0000-0000-000000000000}"/>
          </ac:spMkLst>
        </pc:spChg>
        <pc:spChg chg="mod">
          <ac:chgData name="Yash Jadhav" userId="535c3d6d-72b8-4f77-8155-55f939173cf2" providerId="ADAL" clId="{F33F88E0-3380-47C4-AFDE-F1AC050ADA82}" dt="2026-01-25T16:05:41.977" v="8056" actId="790"/>
          <ac:spMkLst>
            <pc:docMk/>
            <pc:sldMk cId="1333701676" sldId="411"/>
            <ac:spMk id="29" creationId="{00000000-0000-0000-0000-000000000000}"/>
          </ac:spMkLst>
        </pc:spChg>
        <pc:spChg chg="mod">
          <ac:chgData name="Yash Jadhav" userId="535c3d6d-72b8-4f77-8155-55f939173cf2" providerId="ADAL" clId="{F33F88E0-3380-47C4-AFDE-F1AC050ADA82}" dt="2026-01-25T16:05:41.981" v="8057" actId="790"/>
          <ac:spMkLst>
            <pc:docMk/>
            <pc:sldMk cId="1333701676" sldId="411"/>
            <ac:spMk id="33" creationId="{00000000-0000-0000-0000-000000000000}"/>
          </ac:spMkLst>
        </pc:spChg>
        <pc:spChg chg="mod">
          <ac:chgData name="Yash Jadhav" userId="535c3d6d-72b8-4f77-8155-55f939173cf2" providerId="ADAL" clId="{F33F88E0-3380-47C4-AFDE-F1AC050ADA82}" dt="2026-01-25T16:05:41.984" v="8058" actId="790"/>
          <ac:spMkLst>
            <pc:docMk/>
            <pc:sldMk cId="1333701676" sldId="411"/>
            <ac:spMk id="34" creationId="{00000000-0000-0000-0000-000000000000}"/>
          </ac:spMkLst>
        </pc:spChg>
        <pc:spChg chg="mod">
          <ac:chgData name="Yash Jadhav" userId="535c3d6d-72b8-4f77-8155-55f939173cf2" providerId="ADAL" clId="{F33F88E0-3380-47C4-AFDE-F1AC050ADA82}" dt="2026-01-25T16:05:41.988" v="8059" actId="790"/>
          <ac:spMkLst>
            <pc:docMk/>
            <pc:sldMk cId="1333701676" sldId="411"/>
            <ac:spMk id="35" creationId="{00000000-0000-0000-0000-000000000000}"/>
          </ac:spMkLst>
        </pc:spChg>
        <pc:spChg chg="mod">
          <ac:chgData name="Yash Jadhav" userId="535c3d6d-72b8-4f77-8155-55f939173cf2" providerId="ADAL" clId="{F33F88E0-3380-47C4-AFDE-F1AC050ADA82}" dt="2026-01-25T16:05:41.991" v="8060" actId="790"/>
          <ac:spMkLst>
            <pc:docMk/>
            <pc:sldMk cId="1333701676" sldId="411"/>
            <ac:spMk id="41" creationId="{F0246E9A-B01F-66BA-6E7F-0235A5B9EDC4}"/>
          </ac:spMkLst>
        </pc:spChg>
        <pc:spChg chg="mod">
          <ac:chgData name="Yash Jadhav" userId="535c3d6d-72b8-4f77-8155-55f939173cf2" providerId="ADAL" clId="{F33F88E0-3380-47C4-AFDE-F1AC050ADA82}" dt="2026-01-25T16:05:41.994" v="8061" actId="790"/>
          <ac:spMkLst>
            <pc:docMk/>
            <pc:sldMk cId="1333701676" sldId="411"/>
            <ac:spMk id="42" creationId="{48285DFC-9DA2-1109-6A64-77D63D726F12}"/>
          </ac:spMkLst>
        </pc:spChg>
        <pc:spChg chg="mod">
          <ac:chgData name="Yash Jadhav" userId="535c3d6d-72b8-4f77-8155-55f939173cf2" providerId="ADAL" clId="{F33F88E0-3380-47C4-AFDE-F1AC050ADA82}" dt="2026-01-25T16:05:41.995" v="8062" actId="790"/>
          <ac:spMkLst>
            <pc:docMk/>
            <pc:sldMk cId="1333701676" sldId="411"/>
            <ac:spMk id="43" creationId="{7DB5BB2D-5FA8-7750-78D7-706BFB73AFDA}"/>
          </ac:spMkLst>
        </pc:spChg>
        <pc:spChg chg="mod">
          <ac:chgData name="Yash Jadhav" userId="535c3d6d-72b8-4f77-8155-55f939173cf2" providerId="ADAL" clId="{F33F88E0-3380-47C4-AFDE-F1AC050ADA82}" dt="2026-01-25T16:05:41.998" v="8063" actId="790"/>
          <ac:spMkLst>
            <pc:docMk/>
            <pc:sldMk cId="1333701676" sldId="411"/>
            <ac:spMk id="44" creationId="{35FF3C9C-B751-B2E5-1DC1-BF64A5E70907}"/>
          </ac:spMkLst>
        </pc:spChg>
        <pc:spChg chg="mod">
          <ac:chgData name="Yash Jadhav" userId="535c3d6d-72b8-4f77-8155-55f939173cf2" providerId="ADAL" clId="{F33F88E0-3380-47C4-AFDE-F1AC050ADA82}" dt="2026-01-25T16:05:42.002" v="8064" actId="790"/>
          <ac:spMkLst>
            <pc:docMk/>
            <pc:sldMk cId="1333701676" sldId="411"/>
            <ac:spMk id="45" creationId="{6C27CB55-99D2-4A3B-6BFD-7BA4ECB2B6E7}"/>
          </ac:spMkLst>
        </pc:spChg>
        <pc:spChg chg="mod">
          <ac:chgData name="Yash Jadhav" userId="535c3d6d-72b8-4f77-8155-55f939173cf2" providerId="ADAL" clId="{F33F88E0-3380-47C4-AFDE-F1AC050ADA82}" dt="2026-01-25T16:05:42.005" v="8065" actId="790"/>
          <ac:spMkLst>
            <pc:docMk/>
            <pc:sldMk cId="1333701676" sldId="411"/>
            <ac:spMk id="46" creationId="{4CBB2351-6FDC-A9B1-4731-FA8B495CFB7C}"/>
          </ac:spMkLst>
        </pc:spChg>
        <pc:spChg chg="mod">
          <ac:chgData name="Yash Jadhav" userId="535c3d6d-72b8-4f77-8155-55f939173cf2" providerId="ADAL" clId="{F33F88E0-3380-47C4-AFDE-F1AC050ADA82}" dt="2026-01-25T16:05:42.007" v="8066" actId="790"/>
          <ac:spMkLst>
            <pc:docMk/>
            <pc:sldMk cId="1333701676" sldId="411"/>
            <ac:spMk id="47" creationId="{8D3F95A1-50CC-CA58-D4EB-2C9BD6E6F4DF}"/>
          </ac:spMkLst>
        </pc:spChg>
        <pc:spChg chg="mod">
          <ac:chgData name="Yash Jadhav" userId="535c3d6d-72b8-4f77-8155-55f939173cf2" providerId="ADAL" clId="{F33F88E0-3380-47C4-AFDE-F1AC050ADA82}" dt="2026-01-25T16:05:42.009" v="8067" actId="790"/>
          <ac:spMkLst>
            <pc:docMk/>
            <pc:sldMk cId="1333701676" sldId="411"/>
            <ac:spMk id="48" creationId="{2764D2AE-EB37-E585-2935-4D33015D9AEB}"/>
          </ac:spMkLst>
        </pc:spChg>
        <pc:spChg chg="mod">
          <ac:chgData name="Yash Jadhav" userId="535c3d6d-72b8-4f77-8155-55f939173cf2" providerId="ADAL" clId="{F33F88E0-3380-47C4-AFDE-F1AC050ADA82}" dt="2026-01-25T16:05:42.012" v="8068" actId="790"/>
          <ac:spMkLst>
            <pc:docMk/>
            <pc:sldMk cId="1333701676" sldId="411"/>
            <ac:spMk id="49" creationId="{70363057-DFA1-0708-96ED-E529AF6DD8B2}"/>
          </ac:spMkLst>
        </pc:spChg>
        <pc:spChg chg="mod">
          <ac:chgData name="Yash Jadhav" userId="535c3d6d-72b8-4f77-8155-55f939173cf2" providerId="ADAL" clId="{F33F88E0-3380-47C4-AFDE-F1AC050ADA82}" dt="2026-01-25T16:05:42.015" v="8069" actId="790"/>
          <ac:spMkLst>
            <pc:docMk/>
            <pc:sldMk cId="1333701676" sldId="411"/>
            <ac:spMk id="51" creationId="{20489833-95F4-D44D-7AA7-1DF0E549F31B}"/>
          </ac:spMkLst>
        </pc:spChg>
        <pc:spChg chg="mod">
          <ac:chgData name="Yash Jadhav" userId="535c3d6d-72b8-4f77-8155-55f939173cf2" providerId="ADAL" clId="{F33F88E0-3380-47C4-AFDE-F1AC050ADA82}" dt="2026-01-25T16:05:42.018" v="8070" actId="790"/>
          <ac:spMkLst>
            <pc:docMk/>
            <pc:sldMk cId="1333701676" sldId="411"/>
            <ac:spMk id="52" creationId="{839BF84E-7173-D554-0DEA-AD08DABE3F3A}"/>
          </ac:spMkLst>
        </pc:spChg>
        <pc:spChg chg="mod">
          <ac:chgData name="Yash Jadhav" userId="535c3d6d-72b8-4f77-8155-55f939173cf2" providerId="ADAL" clId="{F33F88E0-3380-47C4-AFDE-F1AC050ADA82}" dt="2026-01-25T16:05:42.020" v="8071" actId="790"/>
          <ac:spMkLst>
            <pc:docMk/>
            <pc:sldMk cId="1333701676" sldId="411"/>
            <ac:spMk id="53" creationId="{F32A754C-E3D5-58BB-264B-59754C548D9E}"/>
          </ac:spMkLst>
        </pc:spChg>
        <pc:spChg chg="mod">
          <ac:chgData name="Yash Jadhav" userId="535c3d6d-72b8-4f77-8155-55f939173cf2" providerId="ADAL" clId="{F33F88E0-3380-47C4-AFDE-F1AC050ADA82}" dt="2026-01-25T16:05:42.022" v="8072" actId="790"/>
          <ac:spMkLst>
            <pc:docMk/>
            <pc:sldMk cId="1333701676" sldId="411"/>
            <ac:spMk id="54" creationId="{E50A3556-4D24-43FB-7819-23F9AEEFEC6F}"/>
          </ac:spMkLst>
        </pc:spChg>
        <pc:spChg chg="mod">
          <ac:chgData name="Yash Jadhav" userId="535c3d6d-72b8-4f77-8155-55f939173cf2" providerId="ADAL" clId="{F33F88E0-3380-47C4-AFDE-F1AC050ADA82}" dt="2026-01-25T16:05:42.025" v="8073" actId="790"/>
          <ac:spMkLst>
            <pc:docMk/>
            <pc:sldMk cId="1333701676" sldId="411"/>
            <ac:spMk id="55" creationId="{B8113D97-DFA5-FAAF-4A73-12498B4C0838}"/>
          </ac:spMkLst>
        </pc:spChg>
        <pc:spChg chg="mod">
          <ac:chgData name="Yash Jadhav" userId="535c3d6d-72b8-4f77-8155-55f939173cf2" providerId="ADAL" clId="{F33F88E0-3380-47C4-AFDE-F1AC050ADA82}" dt="2026-01-25T16:05:42.027" v="8074" actId="790"/>
          <ac:spMkLst>
            <pc:docMk/>
            <pc:sldMk cId="1333701676" sldId="411"/>
            <ac:spMk id="56" creationId="{D4D6F914-D79B-A2E7-6808-7980C3D1957B}"/>
          </ac:spMkLst>
        </pc:spChg>
        <pc:spChg chg="mod">
          <ac:chgData name="Yash Jadhav" userId="535c3d6d-72b8-4f77-8155-55f939173cf2" providerId="ADAL" clId="{F33F88E0-3380-47C4-AFDE-F1AC050ADA82}" dt="2026-01-25T16:05:42.029" v="8075" actId="790"/>
          <ac:spMkLst>
            <pc:docMk/>
            <pc:sldMk cId="1333701676" sldId="411"/>
            <ac:spMk id="57" creationId="{02684CCE-3632-A3F5-A404-E995A329F880}"/>
          </ac:spMkLst>
        </pc:spChg>
        <pc:spChg chg="mod">
          <ac:chgData name="Yash Jadhav" userId="535c3d6d-72b8-4f77-8155-55f939173cf2" providerId="ADAL" clId="{F33F88E0-3380-47C4-AFDE-F1AC050ADA82}" dt="2026-01-25T16:05:42.032" v="8076" actId="790"/>
          <ac:spMkLst>
            <pc:docMk/>
            <pc:sldMk cId="1333701676" sldId="411"/>
            <ac:spMk id="58" creationId="{50792226-AA8B-06AD-9850-AB6F84F76980}"/>
          </ac:spMkLst>
        </pc:spChg>
        <pc:spChg chg="mod">
          <ac:chgData name="Yash Jadhav" userId="535c3d6d-72b8-4f77-8155-55f939173cf2" providerId="ADAL" clId="{F33F88E0-3380-47C4-AFDE-F1AC050ADA82}" dt="2026-01-25T16:05:42.035" v="8077" actId="790"/>
          <ac:spMkLst>
            <pc:docMk/>
            <pc:sldMk cId="1333701676" sldId="411"/>
            <ac:spMk id="59" creationId="{DDDD0D2E-EE7E-9E60-A57A-AB54A0A358F6}"/>
          </ac:spMkLst>
        </pc:spChg>
        <pc:spChg chg="mod">
          <ac:chgData name="Yash Jadhav" userId="535c3d6d-72b8-4f77-8155-55f939173cf2" providerId="ADAL" clId="{F33F88E0-3380-47C4-AFDE-F1AC050ADA82}" dt="2026-01-25T16:05:42.038" v="8078" actId="790"/>
          <ac:spMkLst>
            <pc:docMk/>
            <pc:sldMk cId="1333701676" sldId="411"/>
            <ac:spMk id="60" creationId="{87EF7297-B2F1-ACCF-3036-5DE5B8A5AB22}"/>
          </ac:spMkLst>
        </pc:spChg>
        <pc:spChg chg="mod">
          <ac:chgData name="Yash Jadhav" userId="535c3d6d-72b8-4f77-8155-55f939173cf2" providerId="ADAL" clId="{F33F88E0-3380-47C4-AFDE-F1AC050ADA82}" dt="2026-01-25T16:05:42.040" v="8079" actId="790"/>
          <ac:spMkLst>
            <pc:docMk/>
            <pc:sldMk cId="1333701676" sldId="411"/>
            <ac:spMk id="61" creationId="{307AF885-6160-513A-76F0-288E4A64B9C6}"/>
          </ac:spMkLst>
        </pc:spChg>
        <pc:spChg chg="mod">
          <ac:chgData name="Yash Jadhav" userId="535c3d6d-72b8-4f77-8155-55f939173cf2" providerId="ADAL" clId="{F33F88E0-3380-47C4-AFDE-F1AC050ADA82}" dt="2026-01-25T16:05:42.042" v="8080" actId="790"/>
          <ac:spMkLst>
            <pc:docMk/>
            <pc:sldMk cId="1333701676" sldId="411"/>
            <ac:spMk id="62" creationId="{ED4E5D62-F1E4-741E-CCDE-7CA3FFE8F094}"/>
          </ac:spMkLst>
        </pc:spChg>
        <pc:spChg chg="mod">
          <ac:chgData name="Yash Jadhav" userId="535c3d6d-72b8-4f77-8155-55f939173cf2" providerId="ADAL" clId="{F33F88E0-3380-47C4-AFDE-F1AC050ADA82}" dt="2026-01-25T16:05:42.043" v="8081" actId="790"/>
          <ac:spMkLst>
            <pc:docMk/>
            <pc:sldMk cId="1333701676" sldId="411"/>
            <ac:spMk id="63" creationId="{671A317E-F0D5-0C9B-6551-064D4E42255B}"/>
          </ac:spMkLst>
        </pc:spChg>
        <pc:spChg chg="mod">
          <ac:chgData name="Yash Jadhav" userId="535c3d6d-72b8-4f77-8155-55f939173cf2" providerId="ADAL" clId="{F33F88E0-3380-47C4-AFDE-F1AC050ADA82}" dt="2026-01-25T16:05:42.046" v="8082" actId="790"/>
          <ac:spMkLst>
            <pc:docMk/>
            <pc:sldMk cId="1333701676" sldId="411"/>
            <ac:spMk id="64" creationId="{4DCD1974-2CD1-3745-DFE2-2777CD3AF780}"/>
          </ac:spMkLst>
        </pc:spChg>
        <pc:spChg chg="mod">
          <ac:chgData name="Yash Jadhav" userId="535c3d6d-72b8-4f77-8155-55f939173cf2" providerId="ADAL" clId="{F33F88E0-3380-47C4-AFDE-F1AC050ADA82}" dt="2026-01-25T16:05:42.048" v="8083" actId="790"/>
          <ac:spMkLst>
            <pc:docMk/>
            <pc:sldMk cId="1333701676" sldId="411"/>
            <ac:spMk id="65" creationId="{C66BB034-FA0F-8AE8-55B3-C08708FCC1F2}"/>
          </ac:spMkLst>
        </pc:spChg>
        <pc:spChg chg="mod">
          <ac:chgData name="Yash Jadhav" userId="535c3d6d-72b8-4f77-8155-55f939173cf2" providerId="ADAL" clId="{F33F88E0-3380-47C4-AFDE-F1AC050ADA82}" dt="2026-01-25T16:05:42.051" v="8084" actId="790"/>
          <ac:spMkLst>
            <pc:docMk/>
            <pc:sldMk cId="1333701676" sldId="411"/>
            <ac:spMk id="66" creationId="{77E7CF1F-6DBF-48C0-B384-BACF5CEA3057}"/>
          </ac:spMkLst>
        </pc:spChg>
        <pc:spChg chg="mod">
          <ac:chgData name="Yash Jadhav" userId="535c3d6d-72b8-4f77-8155-55f939173cf2" providerId="ADAL" clId="{F33F88E0-3380-47C4-AFDE-F1AC050ADA82}" dt="2026-01-25T16:05:42.053" v="8085" actId="790"/>
          <ac:spMkLst>
            <pc:docMk/>
            <pc:sldMk cId="1333701676" sldId="411"/>
            <ac:spMk id="67" creationId="{4C9FFD74-0169-BBFF-B2AC-0BAD35C30CE6}"/>
          </ac:spMkLst>
        </pc:spChg>
        <pc:spChg chg="mod">
          <ac:chgData name="Yash Jadhav" userId="535c3d6d-72b8-4f77-8155-55f939173cf2" providerId="ADAL" clId="{F33F88E0-3380-47C4-AFDE-F1AC050ADA82}" dt="2026-01-25T16:05:42.055" v="8086" actId="790"/>
          <ac:spMkLst>
            <pc:docMk/>
            <pc:sldMk cId="1333701676" sldId="411"/>
            <ac:spMk id="68" creationId="{19840B17-743D-6FC4-20D7-8D12E5CBA464}"/>
          </ac:spMkLst>
        </pc:spChg>
        <pc:spChg chg="mod">
          <ac:chgData name="Yash Jadhav" userId="535c3d6d-72b8-4f77-8155-55f939173cf2" providerId="ADAL" clId="{F33F88E0-3380-47C4-AFDE-F1AC050ADA82}" dt="2026-01-25T16:05:42.057" v="8087" actId="790"/>
          <ac:spMkLst>
            <pc:docMk/>
            <pc:sldMk cId="1333701676" sldId="411"/>
            <ac:spMk id="69" creationId="{491D595D-3981-55A4-18C0-A40090609355}"/>
          </ac:spMkLst>
        </pc:spChg>
        <pc:spChg chg="mod">
          <ac:chgData name="Yash Jadhav" userId="535c3d6d-72b8-4f77-8155-55f939173cf2" providerId="ADAL" clId="{F33F88E0-3380-47C4-AFDE-F1AC050ADA82}" dt="2026-01-25T16:05:42.059" v="8088" actId="790"/>
          <ac:spMkLst>
            <pc:docMk/>
            <pc:sldMk cId="1333701676" sldId="411"/>
            <ac:spMk id="70" creationId="{84012B9D-DBA9-B509-E637-91EF815AAC08}"/>
          </ac:spMkLst>
        </pc:spChg>
        <pc:spChg chg="mod">
          <ac:chgData name="Yash Jadhav" userId="535c3d6d-72b8-4f77-8155-55f939173cf2" providerId="ADAL" clId="{F33F88E0-3380-47C4-AFDE-F1AC050ADA82}" dt="2026-01-25T16:05:42.060" v="8089" actId="790"/>
          <ac:spMkLst>
            <pc:docMk/>
            <pc:sldMk cId="1333701676" sldId="411"/>
            <ac:spMk id="71" creationId="{3F8671F0-3CDD-C1C9-03A1-492A803A4444}"/>
          </ac:spMkLst>
        </pc:spChg>
        <pc:spChg chg="mod">
          <ac:chgData name="Yash Jadhav" userId="535c3d6d-72b8-4f77-8155-55f939173cf2" providerId="ADAL" clId="{F33F88E0-3380-47C4-AFDE-F1AC050ADA82}" dt="2026-01-25T16:05:42.062" v="8090" actId="790"/>
          <ac:spMkLst>
            <pc:docMk/>
            <pc:sldMk cId="1333701676" sldId="411"/>
            <ac:spMk id="72" creationId="{5CCB37DF-B11F-EC56-E07B-CDBCDC10B9B9}"/>
          </ac:spMkLst>
        </pc:spChg>
        <pc:spChg chg="mod">
          <ac:chgData name="Yash Jadhav" userId="535c3d6d-72b8-4f77-8155-55f939173cf2" providerId="ADAL" clId="{F33F88E0-3380-47C4-AFDE-F1AC050ADA82}" dt="2026-01-25T16:05:42.064" v="8091" actId="790"/>
          <ac:spMkLst>
            <pc:docMk/>
            <pc:sldMk cId="1333701676" sldId="411"/>
            <ac:spMk id="73" creationId="{4E97CA19-40D8-8DC9-F10E-ECF0FC712108}"/>
          </ac:spMkLst>
        </pc:spChg>
        <pc:spChg chg="mod">
          <ac:chgData name="Yash Jadhav" userId="535c3d6d-72b8-4f77-8155-55f939173cf2" providerId="ADAL" clId="{F33F88E0-3380-47C4-AFDE-F1AC050ADA82}" dt="2026-01-25T16:05:42.067" v="8092" actId="790"/>
          <ac:spMkLst>
            <pc:docMk/>
            <pc:sldMk cId="1333701676" sldId="411"/>
            <ac:spMk id="74" creationId="{62159811-7FA2-EB70-6B6C-2CE026F85F2C}"/>
          </ac:spMkLst>
        </pc:spChg>
        <pc:spChg chg="mod">
          <ac:chgData name="Yash Jadhav" userId="535c3d6d-72b8-4f77-8155-55f939173cf2" providerId="ADAL" clId="{F33F88E0-3380-47C4-AFDE-F1AC050ADA82}" dt="2026-01-25T16:05:42.070" v="8093" actId="790"/>
          <ac:spMkLst>
            <pc:docMk/>
            <pc:sldMk cId="1333701676" sldId="411"/>
            <ac:spMk id="75" creationId="{4753934A-B758-1117-5D3B-70E532A869EB}"/>
          </ac:spMkLst>
        </pc:spChg>
        <pc:spChg chg="mod">
          <ac:chgData name="Yash Jadhav" userId="535c3d6d-72b8-4f77-8155-55f939173cf2" providerId="ADAL" clId="{F33F88E0-3380-47C4-AFDE-F1AC050ADA82}" dt="2026-01-25T16:05:42.073" v="8094" actId="790"/>
          <ac:spMkLst>
            <pc:docMk/>
            <pc:sldMk cId="1333701676" sldId="411"/>
            <ac:spMk id="76" creationId="{DFDF4BD5-E3BF-B76A-2B02-7286DDCBA0BC}"/>
          </ac:spMkLst>
        </pc:spChg>
        <pc:spChg chg="mod">
          <ac:chgData name="Yash Jadhav" userId="535c3d6d-72b8-4f77-8155-55f939173cf2" providerId="ADAL" clId="{F33F88E0-3380-47C4-AFDE-F1AC050ADA82}" dt="2026-01-25T16:05:42.076" v="8095" actId="790"/>
          <ac:spMkLst>
            <pc:docMk/>
            <pc:sldMk cId="1333701676" sldId="411"/>
            <ac:spMk id="77" creationId="{D5734DBD-ED8C-6653-FB10-EB2FFDF5C89D}"/>
          </ac:spMkLst>
        </pc:spChg>
        <pc:spChg chg="mod">
          <ac:chgData name="Yash Jadhav" userId="535c3d6d-72b8-4f77-8155-55f939173cf2" providerId="ADAL" clId="{F33F88E0-3380-47C4-AFDE-F1AC050ADA82}" dt="2026-01-25T16:05:42.078" v="8096" actId="790"/>
          <ac:spMkLst>
            <pc:docMk/>
            <pc:sldMk cId="1333701676" sldId="411"/>
            <ac:spMk id="78" creationId="{2B0C623A-A194-3BCF-D05B-D932A8BA1456}"/>
          </ac:spMkLst>
        </pc:spChg>
        <pc:spChg chg="mod">
          <ac:chgData name="Yash Jadhav" userId="535c3d6d-72b8-4f77-8155-55f939173cf2" providerId="ADAL" clId="{F33F88E0-3380-47C4-AFDE-F1AC050ADA82}" dt="2026-01-25T16:05:42.081" v="8097" actId="790"/>
          <ac:spMkLst>
            <pc:docMk/>
            <pc:sldMk cId="1333701676" sldId="411"/>
            <ac:spMk id="80" creationId="{83D4D2DC-51D6-DC6D-8DC6-5297BF7DD871}"/>
          </ac:spMkLst>
        </pc:spChg>
        <pc:spChg chg="mod">
          <ac:chgData name="Yash Jadhav" userId="535c3d6d-72b8-4f77-8155-55f939173cf2" providerId="ADAL" clId="{F33F88E0-3380-47C4-AFDE-F1AC050ADA82}" dt="2026-01-25T16:05:42.083" v="8098" actId="790"/>
          <ac:spMkLst>
            <pc:docMk/>
            <pc:sldMk cId="1333701676" sldId="411"/>
            <ac:spMk id="81" creationId="{38BEE4E8-B6C7-E7C8-08B3-235FE432332F}"/>
          </ac:spMkLst>
        </pc:spChg>
        <pc:spChg chg="mod">
          <ac:chgData name="Yash Jadhav" userId="535c3d6d-72b8-4f77-8155-55f939173cf2" providerId="ADAL" clId="{F33F88E0-3380-47C4-AFDE-F1AC050ADA82}" dt="2026-01-25T16:05:42.086" v="8099" actId="790"/>
          <ac:spMkLst>
            <pc:docMk/>
            <pc:sldMk cId="1333701676" sldId="411"/>
            <ac:spMk id="82" creationId="{0D9FA015-0188-4578-DC2C-CE0B97F2574D}"/>
          </ac:spMkLst>
        </pc:spChg>
        <pc:spChg chg="mod">
          <ac:chgData name="Yash Jadhav" userId="535c3d6d-72b8-4f77-8155-55f939173cf2" providerId="ADAL" clId="{F33F88E0-3380-47C4-AFDE-F1AC050ADA82}" dt="2026-01-25T16:05:42.088" v="8100" actId="790"/>
          <ac:spMkLst>
            <pc:docMk/>
            <pc:sldMk cId="1333701676" sldId="411"/>
            <ac:spMk id="83" creationId="{2905CDA7-357F-92B7-D365-A859994F21CC}"/>
          </ac:spMkLst>
        </pc:spChg>
        <pc:spChg chg="mod">
          <ac:chgData name="Yash Jadhav" userId="535c3d6d-72b8-4f77-8155-55f939173cf2" providerId="ADAL" clId="{F33F88E0-3380-47C4-AFDE-F1AC050ADA82}" dt="2026-01-25T16:05:42.090" v="8101" actId="790"/>
          <ac:spMkLst>
            <pc:docMk/>
            <pc:sldMk cId="1333701676" sldId="411"/>
            <ac:spMk id="84" creationId="{761E345B-39BB-1A76-40FE-BEAE7408DAD8}"/>
          </ac:spMkLst>
        </pc:spChg>
        <pc:spChg chg="mod">
          <ac:chgData name="Yash Jadhav" userId="535c3d6d-72b8-4f77-8155-55f939173cf2" providerId="ADAL" clId="{F33F88E0-3380-47C4-AFDE-F1AC050ADA82}" dt="2026-01-25T16:05:42.092" v="8102" actId="790"/>
          <ac:spMkLst>
            <pc:docMk/>
            <pc:sldMk cId="1333701676" sldId="411"/>
            <ac:spMk id="85" creationId="{9CD80F67-BE94-6335-4B00-9AED3E3DDB4B}"/>
          </ac:spMkLst>
        </pc:spChg>
        <pc:spChg chg="mod">
          <ac:chgData name="Yash Jadhav" userId="535c3d6d-72b8-4f77-8155-55f939173cf2" providerId="ADAL" clId="{F33F88E0-3380-47C4-AFDE-F1AC050ADA82}" dt="2026-01-25T16:05:42.094" v="8103" actId="790"/>
          <ac:spMkLst>
            <pc:docMk/>
            <pc:sldMk cId="1333701676" sldId="411"/>
            <ac:spMk id="86" creationId="{DC0CE42F-996C-F941-871E-6142CEC6549B}"/>
          </ac:spMkLst>
        </pc:spChg>
        <pc:spChg chg="mod">
          <ac:chgData name="Yash Jadhav" userId="535c3d6d-72b8-4f77-8155-55f939173cf2" providerId="ADAL" clId="{F33F88E0-3380-47C4-AFDE-F1AC050ADA82}" dt="2026-01-25T16:05:42.096" v="8104" actId="790"/>
          <ac:spMkLst>
            <pc:docMk/>
            <pc:sldMk cId="1333701676" sldId="411"/>
            <ac:spMk id="87" creationId="{251D5E96-438C-8D6C-7226-D3AC37CAA92B}"/>
          </ac:spMkLst>
        </pc:spChg>
        <pc:spChg chg="mod">
          <ac:chgData name="Yash Jadhav" userId="535c3d6d-72b8-4f77-8155-55f939173cf2" providerId="ADAL" clId="{F33F88E0-3380-47C4-AFDE-F1AC050ADA82}" dt="2026-01-25T16:05:42.100" v="8105" actId="790"/>
          <ac:spMkLst>
            <pc:docMk/>
            <pc:sldMk cId="1333701676" sldId="411"/>
            <ac:spMk id="88" creationId="{BDEAF897-7DD2-60C0-6546-86DD798A5156}"/>
          </ac:spMkLst>
        </pc:spChg>
        <pc:spChg chg="mod">
          <ac:chgData name="Yash Jadhav" userId="535c3d6d-72b8-4f77-8155-55f939173cf2" providerId="ADAL" clId="{F33F88E0-3380-47C4-AFDE-F1AC050ADA82}" dt="2026-01-25T16:05:42.103" v="8106" actId="790"/>
          <ac:spMkLst>
            <pc:docMk/>
            <pc:sldMk cId="1333701676" sldId="411"/>
            <ac:spMk id="89" creationId="{DA6C63D6-C2F4-E3F7-686E-10215DF81710}"/>
          </ac:spMkLst>
        </pc:spChg>
        <pc:spChg chg="mod">
          <ac:chgData name="Yash Jadhav" userId="535c3d6d-72b8-4f77-8155-55f939173cf2" providerId="ADAL" clId="{F33F88E0-3380-47C4-AFDE-F1AC050ADA82}" dt="2026-01-25T16:05:42.105" v="8107" actId="790"/>
          <ac:spMkLst>
            <pc:docMk/>
            <pc:sldMk cId="1333701676" sldId="411"/>
            <ac:spMk id="90" creationId="{6FD2E061-BEC7-7211-BC44-D53BE41B03E5}"/>
          </ac:spMkLst>
        </pc:spChg>
        <pc:spChg chg="mod">
          <ac:chgData name="Yash Jadhav" userId="535c3d6d-72b8-4f77-8155-55f939173cf2" providerId="ADAL" clId="{F33F88E0-3380-47C4-AFDE-F1AC050ADA82}" dt="2026-01-25T16:05:42.107" v="8108" actId="790"/>
          <ac:spMkLst>
            <pc:docMk/>
            <pc:sldMk cId="1333701676" sldId="411"/>
            <ac:spMk id="91" creationId="{037FBA26-CDBD-9C71-A9F0-2CAC44F7D666}"/>
          </ac:spMkLst>
        </pc:spChg>
        <pc:spChg chg="mod">
          <ac:chgData name="Yash Jadhav" userId="535c3d6d-72b8-4f77-8155-55f939173cf2" providerId="ADAL" clId="{F33F88E0-3380-47C4-AFDE-F1AC050ADA82}" dt="2026-01-25T16:05:42.109" v="8109" actId="790"/>
          <ac:spMkLst>
            <pc:docMk/>
            <pc:sldMk cId="1333701676" sldId="411"/>
            <ac:spMk id="92" creationId="{4D94C913-513B-28B2-3070-B5CA5F7A366C}"/>
          </ac:spMkLst>
        </pc:spChg>
        <pc:spChg chg="mod">
          <ac:chgData name="Yash Jadhav" userId="535c3d6d-72b8-4f77-8155-55f939173cf2" providerId="ADAL" clId="{F33F88E0-3380-47C4-AFDE-F1AC050ADA82}" dt="2026-01-25T16:05:42.111" v="8110" actId="790"/>
          <ac:spMkLst>
            <pc:docMk/>
            <pc:sldMk cId="1333701676" sldId="411"/>
            <ac:spMk id="93" creationId="{738EC223-E31C-FE0F-02CD-FD6FED7711CF}"/>
          </ac:spMkLst>
        </pc:spChg>
        <pc:spChg chg="mod">
          <ac:chgData name="Yash Jadhav" userId="535c3d6d-72b8-4f77-8155-55f939173cf2" providerId="ADAL" clId="{F33F88E0-3380-47C4-AFDE-F1AC050ADA82}" dt="2026-01-25T16:05:42.113" v="8111" actId="790"/>
          <ac:spMkLst>
            <pc:docMk/>
            <pc:sldMk cId="1333701676" sldId="411"/>
            <ac:spMk id="94" creationId="{6E7DC578-87A2-0847-9C2D-6A6BA0E17599}"/>
          </ac:spMkLst>
        </pc:spChg>
        <pc:spChg chg="mod">
          <ac:chgData name="Yash Jadhav" userId="535c3d6d-72b8-4f77-8155-55f939173cf2" providerId="ADAL" clId="{F33F88E0-3380-47C4-AFDE-F1AC050ADA82}" dt="2026-01-25T16:05:42.115" v="8112" actId="790"/>
          <ac:spMkLst>
            <pc:docMk/>
            <pc:sldMk cId="1333701676" sldId="411"/>
            <ac:spMk id="95" creationId="{97E81E7E-502B-D9FF-50B5-D322E5AA721F}"/>
          </ac:spMkLst>
        </pc:spChg>
        <pc:spChg chg="mod">
          <ac:chgData name="Yash Jadhav" userId="535c3d6d-72b8-4f77-8155-55f939173cf2" providerId="ADAL" clId="{F33F88E0-3380-47C4-AFDE-F1AC050ADA82}" dt="2026-01-25T16:05:42.117" v="8113" actId="790"/>
          <ac:spMkLst>
            <pc:docMk/>
            <pc:sldMk cId="1333701676" sldId="411"/>
            <ac:spMk id="96" creationId="{570D2AB0-5279-D65B-F07C-674DC84DF1A6}"/>
          </ac:spMkLst>
        </pc:spChg>
        <pc:spChg chg="mod">
          <ac:chgData name="Yash Jadhav" userId="535c3d6d-72b8-4f77-8155-55f939173cf2" providerId="ADAL" clId="{F33F88E0-3380-47C4-AFDE-F1AC050ADA82}" dt="2026-01-25T16:05:42.120" v="8114" actId="790"/>
          <ac:spMkLst>
            <pc:docMk/>
            <pc:sldMk cId="1333701676" sldId="411"/>
            <ac:spMk id="97" creationId="{9BE46DBC-DDAA-D4A3-EBF4-B07796B7562B}"/>
          </ac:spMkLst>
        </pc:spChg>
        <pc:spChg chg="mod">
          <ac:chgData name="Yash Jadhav" userId="535c3d6d-72b8-4f77-8155-55f939173cf2" providerId="ADAL" clId="{F33F88E0-3380-47C4-AFDE-F1AC050ADA82}" dt="2026-01-25T16:05:42.123" v="8115" actId="790"/>
          <ac:spMkLst>
            <pc:docMk/>
            <pc:sldMk cId="1333701676" sldId="411"/>
            <ac:spMk id="98" creationId="{97D6319C-97E7-C6DC-1ADA-D48D61DF0E71}"/>
          </ac:spMkLst>
        </pc:spChg>
        <pc:spChg chg="mod">
          <ac:chgData name="Yash Jadhav" userId="535c3d6d-72b8-4f77-8155-55f939173cf2" providerId="ADAL" clId="{F33F88E0-3380-47C4-AFDE-F1AC050ADA82}" dt="2026-01-25T16:05:42.125" v="8116" actId="790"/>
          <ac:spMkLst>
            <pc:docMk/>
            <pc:sldMk cId="1333701676" sldId="411"/>
            <ac:spMk id="99" creationId="{9B52104E-2B21-D309-822A-D842EB256AED}"/>
          </ac:spMkLst>
        </pc:spChg>
        <pc:spChg chg="mod">
          <ac:chgData name="Yash Jadhav" userId="535c3d6d-72b8-4f77-8155-55f939173cf2" providerId="ADAL" clId="{F33F88E0-3380-47C4-AFDE-F1AC050ADA82}" dt="2026-01-25T16:05:42.127" v="8117" actId="790"/>
          <ac:spMkLst>
            <pc:docMk/>
            <pc:sldMk cId="1333701676" sldId="411"/>
            <ac:spMk id="100" creationId="{27703203-7BCC-7C60-CD71-185112A45E08}"/>
          </ac:spMkLst>
        </pc:spChg>
        <pc:spChg chg="mod">
          <ac:chgData name="Yash Jadhav" userId="535c3d6d-72b8-4f77-8155-55f939173cf2" providerId="ADAL" clId="{F33F88E0-3380-47C4-AFDE-F1AC050ADA82}" dt="2026-01-25T16:05:42.129" v="8118" actId="790"/>
          <ac:spMkLst>
            <pc:docMk/>
            <pc:sldMk cId="1333701676" sldId="411"/>
            <ac:spMk id="101" creationId="{1DA9D17C-E1A1-6533-E860-CEE0236BE2DE}"/>
          </ac:spMkLst>
        </pc:spChg>
        <pc:spChg chg="mod">
          <ac:chgData name="Yash Jadhav" userId="535c3d6d-72b8-4f77-8155-55f939173cf2" providerId="ADAL" clId="{F33F88E0-3380-47C4-AFDE-F1AC050ADA82}" dt="2026-01-25T16:05:42.132" v="8119" actId="790"/>
          <ac:spMkLst>
            <pc:docMk/>
            <pc:sldMk cId="1333701676" sldId="411"/>
            <ac:spMk id="102" creationId="{8CA5F141-F1DA-4CB4-7A58-4D4C0303959B}"/>
          </ac:spMkLst>
        </pc:spChg>
        <pc:spChg chg="mod">
          <ac:chgData name="Yash Jadhav" userId="535c3d6d-72b8-4f77-8155-55f939173cf2" providerId="ADAL" clId="{F33F88E0-3380-47C4-AFDE-F1AC050ADA82}" dt="2026-01-25T16:05:42.135" v="8120" actId="790"/>
          <ac:spMkLst>
            <pc:docMk/>
            <pc:sldMk cId="1333701676" sldId="411"/>
            <ac:spMk id="103" creationId="{88B7592F-B6E8-DE97-3FA8-79DF8615306D}"/>
          </ac:spMkLst>
        </pc:spChg>
        <pc:spChg chg="mod">
          <ac:chgData name="Yash Jadhav" userId="535c3d6d-72b8-4f77-8155-55f939173cf2" providerId="ADAL" clId="{F33F88E0-3380-47C4-AFDE-F1AC050ADA82}" dt="2026-01-25T16:05:42.137" v="8121" actId="790"/>
          <ac:spMkLst>
            <pc:docMk/>
            <pc:sldMk cId="1333701676" sldId="411"/>
            <ac:spMk id="104" creationId="{512A0CE3-91D0-F114-B953-D056A583C2A0}"/>
          </ac:spMkLst>
        </pc:spChg>
        <pc:spChg chg="mod">
          <ac:chgData name="Yash Jadhav" userId="535c3d6d-72b8-4f77-8155-55f939173cf2" providerId="ADAL" clId="{F33F88E0-3380-47C4-AFDE-F1AC050ADA82}" dt="2026-01-25T16:05:42.140" v="8122" actId="790"/>
          <ac:spMkLst>
            <pc:docMk/>
            <pc:sldMk cId="1333701676" sldId="411"/>
            <ac:spMk id="106" creationId="{07E47E96-EA66-A5BD-1546-DDA176BCE861}"/>
          </ac:spMkLst>
        </pc:spChg>
        <pc:spChg chg="mod">
          <ac:chgData name="Yash Jadhav" userId="535c3d6d-72b8-4f77-8155-55f939173cf2" providerId="ADAL" clId="{F33F88E0-3380-47C4-AFDE-F1AC050ADA82}" dt="2026-01-25T16:05:42.142" v="8123" actId="790"/>
          <ac:spMkLst>
            <pc:docMk/>
            <pc:sldMk cId="1333701676" sldId="411"/>
            <ac:spMk id="107" creationId="{FCCE2CA5-B7D4-11C3-DE6C-A439B9F0DA2E}"/>
          </ac:spMkLst>
        </pc:spChg>
        <pc:spChg chg="mod">
          <ac:chgData name="Yash Jadhav" userId="535c3d6d-72b8-4f77-8155-55f939173cf2" providerId="ADAL" clId="{F33F88E0-3380-47C4-AFDE-F1AC050ADA82}" dt="2026-01-25T16:05:42.144" v="8124" actId="790"/>
          <ac:spMkLst>
            <pc:docMk/>
            <pc:sldMk cId="1333701676" sldId="411"/>
            <ac:spMk id="108" creationId="{381AFD45-AD5C-BB91-72B9-CE1BF68C066B}"/>
          </ac:spMkLst>
        </pc:spChg>
        <pc:spChg chg="mod">
          <ac:chgData name="Yash Jadhav" userId="535c3d6d-72b8-4f77-8155-55f939173cf2" providerId="ADAL" clId="{F33F88E0-3380-47C4-AFDE-F1AC050ADA82}" dt="2026-01-25T16:05:42.147" v="8125" actId="790"/>
          <ac:spMkLst>
            <pc:docMk/>
            <pc:sldMk cId="1333701676" sldId="411"/>
            <ac:spMk id="109" creationId="{3413F45A-3E0F-6303-CDE4-5B683DB739ED}"/>
          </ac:spMkLst>
        </pc:spChg>
        <pc:spChg chg="mod">
          <ac:chgData name="Yash Jadhav" userId="535c3d6d-72b8-4f77-8155-55f939173cf2" providerId="ADAL" clId="{F33F88E0-3380-47C4-AFDE-F1AC050ADA82}" dt="2026-01-25T16:05:42.149" v="8126" actId="790"/>
          <ac:spMkLst>
            <pc:docMk/>
            <pc:sldMk cId="1333701676" sldId="411"/>
            <ac:spMk id="110" creationId="{7BF0668C-AC8B-10CA-F407-F375DCBA15F1}"/>
          </ac:spMkLst>
        </pc:spChg>
        <pc:spChg chg="mod">
          <ac:chgData name="Yash Jadhav" userId="535c3d6d-72b8-4f77-8155-55f939173cf2" providerId="ADAL" clId="{F33F88E0-3380-47C4-AFDE-F1AC050ADA82}" dt="2026-01-25T16:05:42.152" v="8127" actId="790"/>
          <ac:spMkLst>
            <pc:docMk/>
            <pc:sldMk cId="1333701676" sldId="411"/>
            <ac:spMk id="111" creationId="{E5E9E460-B0B3-AB2C-6BED-595FA7F2705B}"/>
          </ac:spMkLst>
        </pc:spChg>
        <pc:spChg chg="mod">
          <ac:chgData name="Yash Jadhav" userId="535c3d6d-72b8-4f77-8155-55f939173cf2" providerId="ADAL" clId="{F33F88E0-3380-47C4-AFDE-F1AC050ADA82}" dt="2026-01-25T16:05:42.154" v="8128" actId="790"/>
          <ac:spMkLst>
            <pc:docMk/>
            <pc:sldMk cId="1333701676" sldId="411"/>
            <ac:spMk id="112" creationId="{678E2D1D-6BD0-E0B1-DABD-9AB9494AF6AB}"/>
          </ac:spMkLst>
        </pc:spChg>
        <pc:spChg chg="mod">
          <ac:chgData name="Yash Jadhav" userId="535c3d6d-72b8-4f77-8155-55f939173cf2" providerId="ADAL" clId="{F33F88E0-3380-47C4-AFDE-F1AC050ADA82}" dt="2026-01-25T16:05:42.156" v="8129" actId="790"/>
          <ac:spMkLst>
            <pc:docMk/>
            <pc:sldMk cId="1333701676" sldId="411"/>
            <ac:spMk id="113" creationId="{9F30AB42-3AC8-F49D-024C-AAC816EF5169}"/>
          </ac:spMkLst>
        </pc:spChg>
        <pc:spChg chg="mod">
          <ac:chgData name="Yash Jadhav" userId="535c3d6d-72b8-4f77-8155-55f939173cf2" providerId="ADAL" clId="{F33F88E0-3380-47C4-AFDE-F1AC050ADA82}" dt="2026-01-25T16:05:42.159" v="8130" actId="790"/>
          <ac:spMkLst>
            <pc:docMk/>
            <pc:sldMk cId="1333701676" sldId="411"/>
            <ac:spMk id="114" creationId="{7CAC7D83-8BCE-8F83-9DDE-4DFD46969E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3042226389" sldId="412"/>
        </pc:sldMkLst>
        <pc:spChg chg="mod ord">
          <ac:chgData name="Yash Jadhav" userId="535c3d6d-72b8-4f77-8155-55f939173cf2" providerId="ADAL" clId="{F33F88E0-3380-47C4-AFDE-F1AC050ADA82}" dt="2026-01-25T16:09:15.875" v="10168" actId="700"/>
          <ac:spMkLst>
            <pc:docMk/>
            <pc:sldMk cId="3042226389" sldId="412"/>
            <ac:spMk id="2" creationId="{00000000-0000-0000-0000-000000000000}"/>
          </ac:spMkLst>
        </pc:spChg>
        <pc:spChg chg="mod">
          <ac:chgData name="Yash Jadhav" userId="535c3d6d-72b8-4f77-8155-55f939173cf2" providerId="ADAL" clId="{F33F88E0-3380-47C4-AFDE-F1AC050ADA82}" dt="2026-01-25T16:05:43.470" v="8136" actId="790"/>
          <ac:spMkLst>
            <pc:docMk/>
            <pc:sldMk cId="3042226389" sldId="412"/>
            <ac:spMk id="4" creationId="{00000000-0000-0000-0000-000000000000}"/>
          </ac:spMkLst>
        </pc:spChg>
        <pc:spChg chg="mod">
          <ac:chgData name="Yash Jadhav" userId="535c3d6d-72b8-4f77-8155-55f939173cf2" providerId="ADAL" clId="{F33F88E0-3380-47C4-AFDE-F1AC050ADA82}" dt="2026-01-25T16:05:43.808" v="8250" actId="790"/>
          <ac:spMkLst>
            <pc:docMk/>
            <pc:sldMk cId="3042226389" sldId="412"/>
            <ac:spMk id="5" creationId="{3937C7DE-7F0B-85D7-BDBE-C974CF256E02}"/>
          </ac:spMkLst>
        </pc:spChg>
        <pc:spChg chg="mod">
          <ac:chgData name="Yash Jadhav" userId="535c3d6d-72b8-4f77-8155-55f939173cf2" providerId="ADAL" clId="{F33F88E0-3380-47C4-AFDE-F1AC050ADA82}" dt="2026-01-25T16:05:43.474" v="8137" actId="790"/>
          <ac:spMkLst>
            <pc:docMk/>
            <pc:sldMk cId="3042226389" sldId="412"/>
            <ac:spMk id="6" creationId="{00000000-0000-0000-0000-000000000000}"/>
          </ac:spMkLst>
        </pc:spChg>
        <pc:spChg chg="mod">
          <ac:chgData name="Yash Jadhav" userId="535c3d6d-72b8-4f77-8155-55f939173cf2" providerId="ADAL" clId="{F33F88E0-3380-47C4-AFDE-F1AC050ADA82}" dt="2026-01-25T16:05:43.810" v="8251" actId="790"/>
          <ac:spMkLst>
            <pc:docMk/>
            <pc:sldMk cId="3042226389" sldId="412"/>
            <ac:spMk id="7" creationId="{4BC11F98-2773-2FF5-74DD-8B80A20354F0}"/>
          </ac:spMkLst>
        </pc:spChg>
        <pc:spChg chg="mod">
          <ac:chgData name="Yash Jadhav" userId="535c3d6d-72b8-4f77-8155-55f939173cf2" providerId="ADAL" clId="{F33F88E0-3380-47C4-AFDE-F1AC050ADA82}" dt="2026-01-25T16:05:43.477" v="8138" actId="790"/>
          <ac:spMkLst>
            <pc:docMk/>
            <pc:sldMk cId="3042226389" sldId="412"/>
            <ac:spMk id="8" creationId="{00000000-0000-0000-0000-000000000000}"/>
          </ac:spMkLst>
        </pc:spChg>
        <pc:spChg chg="mod">
          <ac:chgData name="Yash Jadhav" userId="535c3d6d-72b8-4f77-8155-55f939173cf2" providerId="ADAL" clId="{F33F88E0-3380-47C4-AFDE-F1AC050ADA82}" dt="2026-01-25T16:05:43.813" v="8252" actId="790"/>
          <ac:spMkLst>
            <pc:docMk/>
            <pc:sldMk cId="3042226389" sldId="412"/>
            <ac:spMk id="9" creationId="{74580C72-1342-1438-D644-8C5A7683BEA1}"/>
          </ac:spMkLst>
        </pc:spChg>
        <pc:spChg chg="mod">
          <ac:chgData name="Yash Jadhav" userId="535c3d6d-72b8-4f77-8155-55f939173cf2" providerId="ADAL" clId="{F33F88E0-3380-47C4-AFDE-F1AC050ADA82}" dt="2026-01-25T16:05:43.481" v="8139" actId="790"/>
          <ac:spMkLst>
            <pc:docMk/>
            <pc:sldMk cId="3042226389" sldId="412"/>
            <ac:spMk id="10" creationId="{00000000-0000-0000-0000-000000000000}"/>
          </ac:spMkLst>
        </pc:spChg>
        <pc:spChg chg="mod">
          <ac:chgData name="Yash Jadhav" userId="535c3d6d-72b8-4f77-8155-55f939173cf2" providerId="ADAL" clId="{F33F88E0-3380-47C4-AFDE-F1AC050ADA82}" dt="2026-01-25T16:05:43.815" v="8253" actId="790"/>
          <ac:spMkLst>
            <pc:docMk/>
            <pc:sldMk cId="3042226389" sldId="412"/>
            <ac:spMk id="11" creationId="{3B279A5B-1D7A-2904-DFA9-7A555379B852}"/>
          </ac:spMkLst>
        </pc:spChg>
        <pc:spChg chg="mod">
          <ac:chgData name="Yash Jadhav" userId="535c3d6d-72b8-4f77-8155-55f939173cf2" providerId="ADAL" clId="{F33F88E0-3380-47C4-AFDE-F1AC050ADA82}" dt="2026-01-25T16:05:43.484" v="8140" actId="790"/>
          <ac:spMkLst>
            <pc:docMk/>
            <pc:sldMk cId="3042226389" sldId="412"/>
            <ac:spMk id="12" creationId="{00000000-0000-0000-0000-000000000000}"/>
          </ac:spMkLst>
        </pc:spChg>
        <pc:spChg chg="mod">
          <ac:chgData name="Yash Jadhav" userId="535c3d6d-72b8-4f77-8155-55f939173cf2" providerId="ADAL" clId="{F33F88E0-3380-47C4-AFDE-F1AC050ADA82}" dt="2026-01-25T16:05:43.818" v="8254" actId="790"/>
          <ac:spMkLst>
            <pc:docMk/>
            <pc:sldMk cId="3042226389" sldId="412"/>
            <ac:spMk id="13" creationId="{4AB1EB06-989C-8239-9839-6EA117B01C30}"/>
          </ac:spMkLst>
        </pc:spChg>
        <pc:spChg chg="mod">
          <ac:chgData name="Yash Jadhav" userId="535c3d6d-72b8-4f77-8155-55f939173cf2" providerId="ADAL" clId="{F33F88E0-3380-47C4-AFDE-F1AC050ADA82}" dt="2026-01-25T16:05:43.488" v="8141" actId="790"/>
          <ac:spMkLst>
            <pc:docMk/>
            <pc:sldMk cId="3042226389" sldId="412"/>
            <ac:spMk id="14" creationId="{00000000-0000-0000-0000-000000000000}"/>
          </ac:spMkLst>
        </pc:spChg>
        <pc:spChg chg="mod">
          <ac:chgData name="Yash Jadhav" userId="535c3d6d-72b8-4f77-8155-55f939173cf2" providerId="ADAL" clId="{F33F88E0-3380-47C4-AFDE-F1AC050ADA82}" dt="2026-01-25T16:05:43.822" v="8255" actId="790"/>
          <ac:spMkLst>
            <pc:docMk/>
            <pc:sldMk cId="3042226389" sldId="412"/>
            <ac:spMk id="15" creationId="{F9D5C4C9-2361-BAE1-A1FC-0B3C4AB24FA6}"/>
          </ac:spMkLst>
        </pc:spChg>
        <pc:spChg chg="mod">
          <ac:chgData name="Yash Jadhav" userId="535c3d6d-72b8-4f77-8155-55f939173cf2" providerId="ADAL" clId="{F33F88E0-3380-47C4-AFDE-F1AC050ADA82}" dt="2026-01-25T16:05:43.825" v="8256" actId="790"/>
          <ac:spMkLst>
            <pc:docMk/>
            <pc:sldMk cId="3042226389" sldId="412"/>
            <ac:spMk id="16" creationId="{060F6CEA-8BBF-6764-B6E6-7C941AB429E9}"/>
          </ac:spMkLst>
        </pc:spChg>
        <pc:spChg chg="mod">
          <ac:chgData name="Yash Jadhav" userId="535c3d6d-72b8-4f77-8155-55f939173cf2" providerId="ADAL" clId="{F33F88E0-3380-47C4-AFDE-F1AC050ADA82}" dt="2026-01-25T16:05:43.493" v="8142" actId="790"/>
          <ac:spMkLst>
            <pc:docMk/>
            <pc:sldMk cId="3042226389" sldId="412"/>
            <ac:spMk id="17" creationId="{00000000-0000-0000-0000-000000000000}"/>
          </ac:spMkLst>
        </pc:spChg>
        <pc:spChg chg="mod">
          <ac:chgData name="Yash Jadhav" userId="535c3d6d-72b8-4f77-8155-55f939173cf2" providerId="ADAL" clId="{F33F88E0-3380-47C4-AFDE-F1AC050ADA82}" dt="2026-01-25T16:05:43.498" v="8143" actId="790"/>
          <ac:spMkLst>
            <pc:docMk/>
            <pc:sldMk cId="3042226389" sldId="412"/>
            <ac:spMk id="18" creationId="{00000000-0000-0000-0000-000000000000}"/>
          </ac:spMkLst>
        </pc:spChg>
        <pc:spChg chg="mod">
          <ac:chgData name="Yash Jadhav" userId="535c3d6d-72b8-4f77-8155-55f939173cf2" providerId="ADAL" clId="{F33F88E0-3380-47C4-AFDE-F1AC050ADA82}" dt="2026-01-25T16:05:43.505" v="8144" actId="790"/>
          <ac:spMkLst>
            <pc:docMk/>
            <pc:sldMk cId="3042226389" sldId="412"/>
            <ac:spMk id="19" creationId="{00000000-0000-0000-0000-000000000000}"/>
          </ac:spMkLst>
        </pc:spChg>
        <pc:spChg chg="mod">
          <ac:chgData name="Yash Jadhav" userId="535c3d6d-72b8-4f77-8155-55f939173cf2" providerId="ADAL" clId="{F33F88E0-3380-47C4-AFDE-F1AC050ADA82}" dt="2026-01-25T16:05:43.509" v="8145" actId="790"/>
          <ac:spMkLst>
            <pc:docMk/>
            <pc:sldMk cId="3042226389" sldId="412"/>
            <ac:spMk id="20" creationId="{00000000-0000-0000-0000-000000000000}"/>
          </ac:spMkLst>
        </pc:spChg>
        <pc:spChg chg="mod">
          <ac:chgData name="Yash Jadhav" userId="535c3d6d-72b8-4f77-8155-55f939173cf2" providerId="ADAL" clId="{F33F88E0-3380-47C4-AFDE-F1AC050ADA82}" dt="2026-01-25T16:05:43.512" v="8146" actId="790"/>
          <ac:spMkLst>
            <pc:docMk/>
            <pc:sldMk cId="3042226389" sldId="412"/>
            <ac:spMk id="21" creationId="{00000000-0000-0000-0000-000000000000}"/>
          </ac:spMkLst>
        </pc:spChg>
        <pc:spChg chg="mod">
          <ac:chgData name="Yash Jadhav" userId="535c3d6d-72b8-4f77-8155-55f939173cf2" providerId="ADAL" clId="{F33F88E0-3380-47C4-AFDE-F1AC050ADA82}" dt="2026-01-25T16:05:43.516" v="8147" actId="790"/>
          <ac:spMkLst>
            <pc:docMk/>
            <pc:sldMk cId="3042226389" sldId="412"/>
            <ac:spMk id="22" creationId="{00000000-0000-0000-0000-000000000000}"/>
          </ac:spMkLst>
        </pc:spChg>
        <pc:spChg chg="mod">
          <ac:chgData name="Yash Jadhav" userId="535c3d6d-72b8-4f77-8155-55f939173cf2" providerId="ADAL" clId="{F33F88E0-3380-47C4-AFDE-F1AC050ADA82}" dt="2026-01-25T16:05:43.523" v="8148" actId="790"/>
          <ac:spMkLst>
            <pc:docMk/>
            <pc:sldMk cId="3042226389" sldId="412"/>
            <ac:spMk id="23" creationId="{00000000-0000-0000-0000-000000000000}"/>
          </ac:spMkLst>
        </pc:spChg>
        <pc:spChg chg="mod">
          <ac:chgData name="Yash Jadhav" userId="535c3d6d-72b8-4f77-8155-55f939173cf2" providerId="ADAL" clId="{F33F88E0-3380-47C4-AFDE-F1AC050ADA82}" dt="2026-01-25T16:05:43.530" v="8149" actId="790"/>
          <ac:spMkLst>
            <pc:docMk/>
            <pc:sldMk cId="3042226389" sldId="412"/>
            <ac:spMk id="24" creationId="{00000000-0000-0000-0000-000000000000}"/>
          </ac:spMkLst>
        </pc:spChg>
        <pc:spChg chg="mod">
          <ac:chgData name="Yash Jadhav" userId="535c3d6d-72b8-4f77-8155-55f939173cf2" providerId="ADAL" clId="{F33F88E0-3380-47C4-AFDE-F1AC050ADA82}" dt="2026-01-25T16:05:43.536" v="8150" actId="790"/>
          <ac:spMkLst>
            <pc:docMk/>
            <pc:sldMk cId="3042226389" sldId="412"/>
            <ac:spMk id="25" creationId="{00000000-0000-0000-0000-000000000000}"/>
          </ac:spMkLst>
        </pc:spChg>
        <pc:spChg chg="mod">
          <ac:chgData name="Yash Jadhav" userId="535c3d6d-72b8-4f77-8155-55f939173cf2" providerId="ADAL" clId="{F33F88E0-3380-47C4-AFDE-F1AC050ADA82}" dt="2026-01-25T16:05:43.539" v="8151" actId="790"/>
          <ac:spMkLst>
            <pc:docMk/>
            <pc:sldMk cId="3042226389" sldId="412"/>
            <ac:spMk id="26" creationId="{00000000-0000-0000-0000-000000000000}"/>
          </ac:spMkLst>
        </pc:spChg>
        <pc:spChg chg="mod">
          <ac:chgData name="Yash Jadhav" userId="535c3d6d-72b8-4f77-8155-55f939173cf2" providerId="ADAL" clId="{F33F88E0-3380-47C4-AFDE-F1AC050ADA82}" dt="2026-01-25T16:05:43.542" v="8152" actId="790"/>
          <ac:spMkLst>
            <pc:docMk/>
            <pc:sldMk cId="3042226389" sldId="412"/>
            <ac:spMk id="27" creationId="{00000000-0000-0000-0000-000000000000}"/>
          </ac:spMkLst>
        </pc:spChg>
        <pc:spChg chg="mod">
          <ac:chgData name="Yash Jadhav" userId="535c3d6d-72b8-4f77-8155-55f939173cf2" providerId="ADAL" clId="{F33F88E0-3380-47C4-AFDE-F1AC050ADA82}" dt="2026-01-25T16:05:43.545" v="8153" actId="790"/>
          <ac:spMkLst>
            <pc:docMk/>
            <pc:sldMk cId="3042226389" sldId="412"/>
            <ac:spMk id="28" creationId="{00000000-0000-0000-0000-000000000000}"/>
          </ac:spMkLst>
        </pc:spChg>
        <pc:spChg chg="mod">
          <ac:chgData name="Yash Jadhav" userId="535c3d6d-72b8-4f77-8155-55f939173cf2" providerId="ADAL" clId="{F33F88E0-3380-47C4-AFDE-F1AC050ADA82}" dt="2026-01-25T16:05:43.548" v="8154" actId="790"/>
          <ac:spMkLst>
            <pc:docMk/>
            <pc:sldMk cId="3042226389" sldId="412"/>
            <ac:spMk id="29" creationId="{00000000-0000-0000-0000-000000000000}"/>
          </ac:spMkLst>
        </pc:spChg>
        <pc:spChg chg="mod">
          <ac:chgData name="Yash Jadhav" userId="535c3d6d-72b8-4f77-8155-55f939173cf2" providerId="ADAL" clId="{F33F88E0-3380-47C4-AFDE-F1AC050ADA82}" dt="2026-01-25T16:05:43.827" v="8257" actId="790"/>
          <ac:spMkLst>
            <pc:docMk/>
            <pc:sldMk cId="3042226389" sldId="412"/>
            <ac:spMk id="30" creationId="{775E7C31-988A-70BF-2867-1886A2A45142}"/>
          </ac:spMkLst>
        </pc:spChg>
        <pc:spChg chg="mod">
          <ac:chgData name="Yash Jadhav" userId="535c3d6d-72b8-4f77-8155-55f939173cf2" providerId="ADAL" clId="{F33F88E0-3380-47C4-AFDE-F1AC050ADA82}" dt="2026-01-25T16:05:43.829" v="8258" actId="790"/>
          <ac:spMkLst>
            <pc:docMk/>
            <pc:sldMk cId="3042226389" sldId="412"/>
            <ac:spMk id="32" creationId="{D789601C-1252-F9FB-6282-78737A96ECF9}"/>
          </ac:spMkLst>
        </pc:spChg>
        <pc:spChg chg="mod">
          <ac:chgData name="Yash Jadhav" userId="535c3d6d-72b8-4f77-8155-55f939173cf2" providerId="ADAL" clId="{F33F88E0-3380-47C4-AFDE-F1AC050ADA82}" dt="2026-01-25T16:05:43.832" v="8259" actId="790"/>
          <ac:spMkLst>
            <pc:docMk/>
            <pc:sldMk cId="3042226389" sldId="412"/>
            <ac:spMk id="33" creationId="{23191BC8-C74D-6AD2-9B56-B512A7643023}"/>
          </ac:spMkLst>
        </pc:spChg>
        <pc:spChg chg="mod">
          <ac:chgData name="Yash Jadhav" userId="535c3d6d-72b8-4f77-8155-55f939173cf2" providerId="ADAL" clId="{F33F88E0-3380-47C4-AFDE-F1AC050ADA82}" dt="2026-01-25T16:05:43.550" v="8155" actId="790"/>
          <ac:spMkLst>
            <pc:docMk/>
            <pc:sldMk cId="3042226389" sldId="412"/>
            <ac:spMk id="36" creationId="{00000000-0000-0000-0000-000000000000}"/>
          </ac:spMkLst>
        </pc:spChg>
        <pc:spChg chg="mod">
          <ac:chgData name="Yash Jadhav" userId="535c3d6d-72b8-4f77-8155-55f939173cf2" providerId="ADAL" clId="{F33F88E0-3380-47C4-AFDE-F1AC050ADA82}" dt="2026-01-25T16:05:43.554" v="8156" actId="790"/>
          <ac:spMkLst>
            <pc:docMk/>
            <pc:sldMk cId="3042226389" sldId="412"/>
            <ac:spMk id="39" creationId="{00000000-0000-0000-0000-000000000000}"/>
          </ac:spMkLst>
        </pc:spChg>
        <pc:spChg chg="mod">
          <ac:chgData name="Yash Jadhav" userId="535c3d6d-72b8-4f77-8155-55f939173cf2" providerId="ADAL" clId="{F33F88E0-3380-47C4-AFDE-F1AC050ADA82}" dt="2026-01-25T16:05:43.556" v="8157" actId="790"/>
          <ac:spMkLst>
            <pc:docMk/>
            <pc:sldMk cId="3042226389" sldId="412"/>
            <ac:spMk id="42" creationId="{00000000-0000-0000-0000-000000000000}"/>
          </ac:spMkLst>
        </pc:spChg>
        <pc:spChg chg="mod">
          <ac:chgData name="Yash Jadhav" userId="535c3d6d-72b8-4f77-8155-55f939173cf2" providerId="ADAL" clId="{F33F88E0-3380-47C4-AFDE-F1AC050ADA82}" dt="2026-01-25T16:05:43.558" v="8158" actId="790"/>
          <ac:spMkLst>
            <pc:docMk/>
            <pc:sldMk cId="3042226389" sldId="412"/>
            <ac:spMk id="45" creationId="{00000000-0000-0000-0000-000000000000}"/>
          </ac:spMkLst>
        </pc:spChg>
        <pc:spChg chg="mod">
          <ac:chgData name="Yash Jadhav" userId="535c3d6d-72b8-4f77-8155-55f939173cf2" providerId="ADAL" clId="{F33F88E0-3380-47C4-AFDE-F1AC050ADA82}" dt="2026-01-25T16:05:43.560" v="8159" actId="790"/>
          <ac:spMkLst>
            <pc:docMk/>
            <pc:sldMk cId="3042226389" sldId="412"/>
            <ac:spMk id="48" creationId="{00000000-0000-0000-0000-000000000000}"/>
          </ac:spMkLst>
        </pc:spChg>
        <pc:spChg chg="mod">
          <ac:chgData name="Yash Jadhav" userId="535c3d6d-72b8-4f77-8155-55f939173cf2" providerId="ADAL" clId="{F33F88E0-3380-47C4-AFDE-F1AC050ADA82}" dt="2026-01-25T16:05:43.834" v="8260" actId="790"/>
          <ac:spMkLst>
            <pc:docMk/>
            <pc:sldMk cId="3042226389" sldId="412"/>
            <ac:spMk id="50" creationId="{DE0FF6AF-BC74-4A2A-0A06-F509AE4A9341}"/>
          </ac:spMkLst>
        </pc:spChg>
        <pc:spChg chg="mod">
          <ac:chgData name="Yash Jadhav" userId="535c3d6d-72b8-4f77-8155-55f939173cf2" providerId="ADAL" clId="{F33F88E0-3380-47C4-AFDE-F1AC050ADA82}" dt="2026-01-25T16:05:43.836" v="8261" actId="790"/>
          <ac:spMkLst>
            <pc:docMk/>
            <pc:sldMk cId="3042226389" sldId="412"/>
            <ac:spMk id="51" creationId="{EB8D34C7-EA71-CA0D-77E2-5DCEB822D995}"/>
          </ac:spMkLst>
        </pc:spChg>
        <pc:spChg chg="mod">
          <ac:chgData name="Yash Jadhav" userId="535c3d6d-72b8-4f77-8155-55f939173cf2" providerId="ADAL" clId="{F33F88E0-3380-47C4-AFDE-F1AC050ADA82}" dt="2026-01-25T16:05:43.838" v="8262" actId="790"/>
          <ac:spMkLst>
            <pc:docMk/>
            <pc:sldMk cId="3042226389" sldId="412"/>
            <ac:spMk id="52" creationId="{28620107-7165-22BE-8E54-F7DAC17BEE53}"/>
          </ac:spMkLst>
        </pc:spChg>
        <pc:spChg chg="mod">
          <ac:chgData name="Yash Jadhav" userId="535c3d6d-72b8-4f77-8155-55f939173cf2" providerId="ADAL" clId="{F33F88E0-3380-47C4-AFDE-F1AC050ADA82}" dt="2026-01-25T16:05:43.839" v="8263" actId="790"/>
          <ac:spMkLst>
            <pc:docMk/>
            <pc:sldMk cId="3042226389" sldId="412"/>
            <ac:spMk id="53" creationId="{BEC9D32A-4041-A9D8-D3E0-BE7C610DFE0D}"/>
          </ac:spMkLst>
        </pc:spChg>
        <pc:spChg chg="mod">
          <ac:chgData name="Yash Jadhav" userId="535c3d6d-72b8-4f77-8155-55f939173cf2" providerId="ADAL" clId="{F33F88E0-3380-47C4-AFDE-F1AC050ADA82}" dt="2026-01-25T16:05:43.841" v="8264" actId="790"/>
          <ac:spMkLst>
            <pc:docMk/>
            <pc:sldMk cId="3042226389" sldId="412"/>
            <ac:spMk id="54" creationId="{38C8CFEA-E46F-9B10-A6FD-6DDC1245E8A8}"/>
          </ac:spMkLst>
        </pc:spChg>
        <pc:spChg chg="mod">
          <ac:chgData name="Yash Jadhav" userId="535c3d6d-72b8-4f77-8155-55f939173cf2" providerId="ADAL" clId="{F33F88E0-3380-47C4-AFDE-F1AC050ADA82}" dt="2026-01-25T16:05:43.844" v="8265" actId="790"/>
          <ac:spMkLst>
            <pc:docMk/>
            <pc:sldMk cId="3042226389" sldId="412"/>
            <ac:spMk id="55" creationId="{F6EA90F3-1B80-C066-7011-8B0E2A383894}"/>
          </ac:spMkLst>
        </pc:spChg>
        <pc:spChg chg="mod">
          <ac:chgData name="Yash Jadhav" userId="535c3d6d-72b8-4f77-8155-55f939173cf2" providerId="ADAL" clId="{F33F88E0-3380-47C4-AFDE-F1AC050ADA82}" dt="2026-01-25T16:05:43.846" v="8266" actId="790"/>
          <ac:spMkLst>
            <pc:docMk/>
            <pc:sldMk cId="3042226389" sldId="412"/>
            <ac:spMk id="56" creationId="{76148547-44B2-A759-99A8-F22F5C14ABB8}"/>
          </ac:spMkLst>
        </pc:spChg>
        <pc:spChg chg="mod">
          <ac:chgData name="Yash Jadhav" userId="535c3d6d-72b8-4f77-8155-55f939173cf2" providerId="ADAL" clId="{F33F88E0-3380-47C4-AFDE-F1AC050ADA82}" dt="2026-01-25T16:05:43.849" v="8267" actId="790"/>
          <ac:spMkLst>
            <pc:docMk/>
            <pc:sldMk cId="3042226389" sldId="412"/>
            <ac:spMk id="57" creationId="{B6F99B32-8E7E-7512-4A2A-D8041B85AF25}"/>
          </ac:spMkLst>
        </pc:spChg>
        <pc:spChg chg="mod">
          <ac:chgData name="Yash Jadhav" userId="535c3d6d-72b8-4f77-8155-55f939173cf2" providerId="ADAL" clId="{F33F88E0-3380-47C4-AFDE-F1AC050ADA82}" dt="2026-01-25T16:05:43.852" v="8268" actId="790"/>
          <ac:spMkLst>
            <pc:docMk/>
            <pc:sldMk cId="3042226389" sldId="412"/>
            <ac:spMk id="58" creationId="{7A722D18-89CA-8D27-AEC0-649317725AE2}"/>
          </ac:spMkLst>
        </pc:spChg>
        <pc:spChg chg="mod">
          <ac:chgData name="Yash Jadhav" userId="535c3d6d-72b8-4f77-8155-55f939173cf2" providerId="ADAL" clId="{F33F88E0-3380-47C4-AFDE-F1AC050ADA82}" dt="2026-01-25T16:05:43.855" v="8269" actId="790"/>
          <ac:spMkLst>
            <pc:docMk/>
            <pc:sldMk cId="3042226389" sldId="412"/>
            <ac:spMk id="59" creationId="{344A0C54-95B4-0E95-4FF1-7D8EC359DF7F}"/>
          </ac:spMkLst>
        </pc:spChg>
        <pc:spChg chg="mod">
          <ac:chgData name="Yash Jadhav" userId="535c3d6d-72b8-4f77-8155-55f939173cf2" providerId="ADAL" clId="{F33F88E0-3380-47C4-AFDE-F1AC050ADA82}" dt="2026-01-25T16:05:43.858" v="8270" actId="790"/>
          <ac:spMkLst>
            <pc:docMk/>
            <pc:sldMk cId="3042226389" sldId="412"/>
            <ac:spMk id="60" creationId="{B8E41CE7-D8E3-7AED-C2DA-52007BCDEEE8}"/>
          </ac:spMkLst>
        </pc:spChg>
        <pc:spChg chg="mod">
          <ac:chgData name="Yash Jadhav" userId="535c3d6d-72b8-4f77-8155-55f939173cf2" providerId="ADAL" clId="{F33F88E0-3380-47C4-AFDE-F1AC050ADA82}" dt="2026-01-25T16:05:43.860" v="8271" actId="790"/>
          <ac:spMkLst>
            <pc:docMk/>
            <pc:sldMk cId="3042226389" sldId="412"/>
            <ac:spMk id="61" creationId="{71EFC480-53DF-E1C2-AA99-0E05E3F41FC5}"/>
          </ac:spMkLst>
        </pc:spChg>
        <pc:spChg chg="mod">
          <ac:chgData name="Yash Jadhav" userId="535c3d6d-72b8-4f77-8155-55f939173cf2" providerId="ADAL" clId="{F33F88E0-3380-47C4-AFDE-F1AC050ADA82}" dt="2026-01-25T16:05:43.862" v="8272" actId="790"/>
          <ac:spMkLst>
            <pc:docMk/>
            <pc:sldMk cId="3042226389" sldId="412"/>
            <ac:spMk id="62" creationId="{D8E7DBB6-AC63-B49C-72F2-71724DB49AF8}"/>
          </ac:spMkLst>
        </pc:spChg>
        <pc:spChg chg="add del mod">
          <ac:chgData name="Yash Jadhav" userId="535c3d6d-72b8-4f77-8155-55f939173cf2" providerId="ADAL" clId="{F33F88E0-3380-47C4-AFDE-F1AC050ADA82}" dt="2026-01-25T16:06:14.662" v="8413" actId="6264"/>
          <ac:spMkLst>
            <pc:docMk/>
            <pc:sldMk cId="3042226389" sldId="412"/>
            <ac:spMk id="63" creationId="{E8811697-642F-A570-6715-29DF6A33BB5E}"/>
          </ac:spMkLst>
        </pc:spChg>
        <pc:spChg chg="mod">
          <ac:chgData name="Yash Jadhav" userId="535c3d6d-72b8-4f77-8155-55f939173cf2" providerId="ADAL" clId="{F33F88E0-3380-47C4-AFDE-F1AC050ADA82}" dt="2026-01-25T16:05:43.563" v="8160" actId="790"/>
          <ac:spMkLst>
            <pc:docMk/>
            <pc:sldMk cId="3042226389" sldId="412"/>
            <ac:spMk id="77" creationId="{136D62FC-956D-6EBE-B338-EC1C90A68BFC}"/>
          </ac:spMkLst>
        </pc:spChg>
        <pc:spChg chg="mod">
          <ac:chgData name="Yash Jadhav" userId="535c3d6d-72b8-4f77-8155-55f939173cf2" providerId="ADAL" clId="{F33F88E0-3380-47C4-AFDE-F1AC050ADA82}" dt="2026-01-25T16:05:43.565" v="8161" actId="790"/>
          <ac:spMkLst>
            <pc:docMk/>
            <pc:sldMk cId="3042226389" sldId="412"/>
            <ac:spMk id="78" creationId="{57CB9D06-3CD5-EB54-0F1B-3B430410AF32}"/>
          </ac:spMkLst>
        </pc:spChg>
        <pc:spChg chg="mod">
          <ac:chgData name="Yash Jadhav" userId="535c3d6d-72b8-4f77-8155-55f939173cf2" providerId="ADAL" clId="{F33F88E0-3380-47C4-AFDE-F1AC050ADA82}" dt="2026-01-25T16:05:43.568" v="8162" actId="790"/>
          <ac:spMkLst>
            <pc:docMk/>
            <pc:sldMk cId="3042226389" sldId="412"/>
            <ac:spMk id="79" creationId="{C0A4B8A3-8246-9380-D8C1-F5518C7CF0C3}"/>
          </ac:spMkLst>
        </pc:spChg>
        <pc:spChg chg="mod">
          <ac:chgData name="Yash Jadhav" userId="535c3d6d-72b8-4f77-8155-55f939173cf2" providerId="ADAL" clId="{F33F88E0-3380-47C4-AFDE-F1AC050ADA82}" dt="2026-01-25T16:05:43.571" v="8163" actId="790"/>
          <ac:spMkLst>
            <pc:docMk/>
            <pc:sldMk cId="3042226389" sldId="412"/>
            <ac:spMk id="80" creationId="{F8AA3884-2FAE-D74F-A235-87E60FE74F1D}"/>
          </ac:spMkLst>
        </pc:spChg>
        <pc:spChg chg="mod">
          <ac:chgData name="Yash Jadhav" userId="535c3d6d-72b8-4f77-8155-55f939173cf2" providerId="ADAL" clId="{F33F88E0-3380-47C4-AFDE-F1AC050ADA82}" dt="2026-01-25T16:05:43.574" v="8164" actId="790"/>
          <ac:spMkLst>
            <pc:docMk/>
            <pc:sldMk cId="3042226389" sldId="412"/>
            <ac:spMk id="81" creationId="{1DFF0A59-F890-3C22-1626-B1B558FE327D}"/>
          </ac:spMkLst>
        </pc:spChg>
        <pc:spChg chg="mod">
          <ac:chgData name="Yash Jadhav" userId="535c3d6d-72b8-4f77-8155-55f939173cf2" providerId="ADAL" clId="{F33F88E0-3380-47C4-AFDE-F1AC050ADA82}" dt="2026-01-25T16:05:43.576" v="8165" actId="790"/>
          <ac:spMkLst>
            <pc:docMk/>
            <pc:sldMk cId="3042226389" sldId="412"/>
            <ac:spMk id="82" creationId="{FCB6080E-CF2E-E273-FC44-4959B9E43EC0}"/>
          </ac:spMkLst>
        </pc:spChg>
        <pc:spChg chg="mod">
          <ac:chgData name="Yash Jadhav" userId="535c3d6d-72b8-4f77-8155-55f939173cf2" providerId="ADAL" clId="{F33F88E0-3380-47C4-AFDE-F1AC050ADA82}" dt="2026-01-25T16:05:43.578" v="8166" actId="790"/>
          <ac:spMkLst>
            <pc:docMk/>
            <pc:sldMk cId="3042226389" sldId="412"/>
            <ac:spMk id="83" creationId="{1458C36D-A54A-DB36-020C-246FA675FAEF}"/>
          </ac:spMkLst>
        </pc:spChg>
        <pc:spChg chg="mod">
          <ac:chgData name="Yash Jadhav" userId="535c3d6d-72b8-4f77-8155-55f939173cf2" providerId="ADAL" clId="{F33F88E0-3380-47C4-AFDE-F1AC050ADA82}" dt="2026-01-25T16:05:43.581" v="8167" actId="790"/>
          <ac:spMkLst>
            <pc:docMk/>
            <pc:sldMk cId="3042226389" sldId="412"/>
            <ac:spMk id="84" creationId="{CC430E88-BEDF-BE93-D89E-47918667ABEF}"/>
          </ac:spMkLst>
        </pc:spChg>
        <pc:spChg chg="mod">
          <ac:chgData name="Yash Jadhav" userId="535c3d6d-72b8-4f77-8155-55f939173cf2" providerId="ADAL" clId="{F33F88E0-3380-47C4-AFDE-F1AC050ADA82}" dt="2026-01-25T16:05:43.584" v="8168" actId="790"/>
          <ac:spMkLst>
            <pc:docMk/>
            <pc:sldMk cId="3042226389" sldId="412"/>
            <ac:spMk id="85" creationId="{7979DAAC-FBF1-D034-E114-7920D848163B}"/>
          </ac:spMkLst>
        </pc:spChg>
        <pc:spChg chg="mod">
          <ac:chgData name="Yash Jadhav" userId="535c3d6d-72b8-4f77-8155-55f939173cf2" providerId="ADAL" clId="{F33F88E0-3380-47C4-AFDE-F1AC050ADA82}" dt="2026-01-25T16:05:43.587" v="8169" actId="790"/>
          <ac:spMkLst>
            <pc:docMk/>
            <pc:sldMk cId="3042226389" sldId="412"/>
            <ac:spMk id="87" creationId="{143FA743-C0CB-ADB6-1E81-64F0AAD47D4A}"/>
          </ac:spMkLst>
        </pc:spChg>
        <pc:spChg chg="mod">
          <ac:chgData name="Yash Jadhav" userId="535c3d6d-72b8-4f77-8155-55f939173cf2" providerId="ADAL" clId="{F33F88E0-3380-47C4-AFDE-F1AC050ADA82}" dt="2026-01-25T16:05:43.590" v="8170" actId="790"/>
          <ac:spMkLst>
            <pc:docMk/>
            <pc:sldMk cId="3042226389" sldId="412"/>
            <ac:spMk id="88" creationId="{3B30CB8D-B0E4-CF1C-0AB6-4D258D581656}"/>
          </ac:spMkLst>
        </pc:spChg>
        <pc:spChg chg="mod">
          <ac:chgData name="Yash Jadhav" userId="535c3d6d-72b8-4f77-8155-55f939173cf2" providerId="ADAL" clId="{F33F88E0-3380-47C4-AFDE-F1AC050ADA82}" dt="2026-01-25T16:05:43.592" v="8171" actId="790"/>
          <ac:spMkLst>
            <pc:docMk/>
            <pc:sldMk cId="3042226389" sldId="412"/>
            <ac:spMk id="89" creationId="{F6B4EF18-DE79-6750-61FB-7A3E4CBF2C30}"/>
          </ac:spMkLst>
        </pc:spChg>
        <pc:spChg chg="mod">
          <ac:chgData name="Yash Jadhav" userId="535c3d6d-72b8-4f77-8155-55f939173cf2" providerId="ADAL" clId="{F33F88E0-3380-47C4-AFDE-F1AC050ADA82}" dt="2026-01-25T16:05:43.595" v="8172" actId="790"/>
          <ac:spMkLst>
            <pc:docMk/>
            <pc:sldMk cId="3042226389" sldId="412"/>
            <ac:spMk id="90" creationId="{FB07C33A-F62B-B5EA-BB61-D45CAC4833C6}"/>
          </ac:spMkLst>
        </pc:spChg>
        <pc:spChg chg="mod">
          <ac:chgData name="Yash Jadhav" userId="535c3d6d-72b8-4f77-8155-55f939173cf2" providerId="ADAL" clId="{F33F88E0-3380-47C4-AFDE-F1AC050ADA82}" dt="2026-01-25T16:05:43.597" v="8173" actId="790"/>
          <ac:spMkLst>
            <pc:docMk/>
            <pc:sldMk cId="3042226389" sldId="412"/>
            <ac:spMk id="91" creationId="{77526C2F-18E3-00B1-3252-821BFD0660B8}"/>
          </ac:spMkLst>
        </pc:spChg>
        <pc:spChg chg="mod">
          <ac:chgData name="Yash Jadhav" userId="535c3d6d-72b8-4f77-8155-55f939173cf2" providerId="ADAL" clId="{F33F88E0-3380-47C4-AFDE-F1AC050ADA82}" dt="2026-01-25T16:05:43.600" v="8174" actId="790"/>
          <ac:spMkLst>
            <pc:docMk/>
            <pc:sldMk cId="3042226389" sldId="412"/>
            <ac:spMk id="92" creationId="{86E44200-3B81-A1DE-8453-2E758EC12890}"/>
          </ac:spMkLst>
        </pc:spChg>
        <pc:spChg chg="mod">
          <ac:chgData name="Yash Jadhav" userId="535c3d6d-72b8-4f77-8155-55f939173cf2" providerId="ADAL" clId="{F33F88E0-3380-47C4-AFDE-F1AC050ADA82}" dt="2026-01-25T16:05:43.603" v="8175" actId="790"/>
          <ac:spMkLst>
            <pc:docMk/>
            <pc:sldMk cId="3042226389" sldId="412"/>
            <ac:spMk id="93" creationId="{E8FA2F6C-408C-C258-A45C-593401146B32}"/>
          </ac:spMkLst>
        </pc:spChg>
        <pc:spChg chg="mod">
          <ac:chgData name="Yash Jadhav" userId="535c3d6d-72b8-4f77-8155-55f939173cf2" providerId="ADAL" clId="{F33F88E0-3380-47C4-AFDE-F1AC050ADA82}" dt="2026-01-25T16:05:43.605" v="8176" actId="790"/>
          <ac:spMkLst>
            <pc:docMk/>
            <pc:sldMk cId="3042226389" sldId="412"/>
            <ac:spMk id="94" creationId="{A4A2C10F-CD36-CEAA-40DF-DB6857D11E19}"/>
          </ac:spMkLst>
        </pc:spChg>
        <pc:spChg chg="mod">
          <ac:chgData name="Yash Jadhav" userId="535c3d6d-72b8-4f77-8155-55f939173cf2" providerId="ADAL" clId="{F33F88E0-3380-47C4-AFDE-F1AC050ADA82}" dt="2026-01-25T16:05:43.608" v="8177" actId="790"/>
          <ac:spMkLst>
            <pc:docMk/>
            <pc:sldMk cId="3042226389" sldId="412"/>
            <ac:spMk id="95" creationId="{C2C004BD-F40A-44D7-2AD3-2252F1C6732A}"/>
          </ac:spMkLst>
        </pc:spChg>
        <pc:spChg chg="mod">
          <ac:chgData name="Yash Jadhav" userId="535c3d6d-72b8-4f77-8155-55f939173cf2" providerId="ADAL" clId="{F33F88E0-3380-47C4-AFDE-F1AC050ADA82}" dt="2026-01-25T16:05:43.610" v="8178" actId="790"/>
          <ac:spMkLst>
            <pc:docMk/>
            <pc:sldMk cId="3042226389" sldId="412"/>
            <ac:spMk id="96" creationId="{A37E1F77-BEEE-9A10-4AC2-109962941E23}"/>
          </ac:spMkLst>
        </pc:spChg>
        <pc:spChg chg="mod">
          <ac:chgData name="Yash Jadhav" userId="535c3d6d-72b8-4f77-8155-55f939173cf2" providerId="ADAL" clId="{F33F88E0-3380-47C4-AFDE-F1AC050ADA82}" dt="2026-01-25T16:05:43.613" v="8179" actId="790"/>
          <ac:spMkLst>
            <pc:docMk/>
            <pc:sldMk cId="3042226389" sldId="412"/>
            <ac:spMk id="97" creationId="{7157BEFB-53DD-859B-C2B2-59AB06780066}"/>
          </ac:spMkLst>
        </pc:spChg>
        <pc:spChg chg="mod">
          <ac:chgData name="Yash Jadhav" userId="535c3d6d-72b8-4f77-8155-55f939173cf2" providerId="ADAL" clId="{F33F88E0-3380-47C4-AFDE-F1AC050ADA82}" dt="2026-01-25T16:05:43.616" v="8180" actId="790"/>
          <ac:spMkLst>
            <pc:docMk/>
            <pc:sldMk cId="3042226389" sldId="412"/>
            <ac:spMk id="98" creationId="{AF3BE6EA-10D5-6249-F34C-4244CDA9F491}"/>
          </ac:spMkLst>
        </pc:spChg>
        <pc:spChg chg="mod">
          <ac:chgData name="Yash Jadhav" userId="535c3d6d-72b8-4f77-8155-55f939173cf2" providerId="ADAL" clId="{F33F88E0-3380-47C4-AFDE-F1AC050ADA82}" dt="2026-01-25T16:05:43.620" v="8181" actId="790"/>
          <ac:spMkLst>
            <pc:docMk/>
            <pc:sldMk cId="3042226389" sldId="412"/>
            <ac:spMk id="99" creationId="{7BADDAB6-5E9D-B510-B93D-689B16FFF9F9}"/>
          </ac:spMkLst>
        </pc:spChg>
        <pc:spChg chg="mod">
          <ac:chgData name="Yash Jadhav" userId="535c3d6d-72b8-4f77-8155-55f939173cf2" providerId="ADAL" clId="{F33F88E0-3380-47C4-AFDE-F1AC050ADA82}" dt="2026-01-25T16:05:43.623" v="8182" actId="790"/>
          <ac:spMkLst>
            <pc:docMk/>
            <pc:sldMk cId="3042226389" sldId="412"/>
            <ac:spMk id="100" creationId="{F97AD38F-18E0-1D86-AD4B-723145102411}"/>
          </ac:spMkLst>
        </pc:spChg>
        <pc:spChg chg="mod">
          <ac:chgData name="Yash Jadhav" userId="535c3d6d-72b8-4f77-8155-55f939173cf2" providerId="ADAL" clId="{F33F88E0-3380-47C4-AFDE-F1AC050ADA82}" dt="2026-01-25T16:05:43.626" v="8183" actId="790"/>
          <ac:spMkLst>
            <pc:docMk/>
            <pc:sldMk cId="3042226389" sldId="412"/>
            <ac:spMk id="101" creationId="{A11DC089-4873-3828-011B-BE2276762742}"/>
          </ac:spMkLst>
        </pc:spChg>
        <pc:spChg chg="mod">
          <ac:chgData name="Yash Jadhav" userId="535c3d6d-72b8-4f77-8155-55f939173cf2" providerId="ADAL" clId="{F33F88E0-3380-47C4-AFDE-F1AC050ADA82}" dt="2026-01-25T16:05:43.629" v="8184" actId="790"/>
          <ac:spMkLst>
            <pc:docMk/>
            <pc:sldMk cId="3042226389" sldId="412"/>
            <ac:spMk id="102" creationId="{882815D7-123B-BAD2-760F-D9A3EAD618E5}"/>
          </ac:spMkLst>
        </pc:spChg>
        <pc:spChg chg="mod">
          <ac:chgData name="Yash Jadhav" userId="535c3d6d-72b8-4f77-8155-55f939173cf2" providerId="ADAL" clId="{F33F88E0-3380-47C4-AFDE-F1AC050ADA82}" dt="2026-01-25T16:05:43.632" v="8185" actId="790"/>
          <ac:spMkLst>
            <pc:docMk/>
            <pc:sldMk cId="3042226389" sldId="412"/>
            <ac:spMk id="103" creationId="{0024ADDA-70F4-4BFA-A78C-7C7BA20659E4}"/>
          </ac:spMkLst>
        </pc:spChg>
        <pc:spChg chg="mod">
          <ac:chgData name="Yash Jadhav" userId="535c3d6d-72b8-4f77-8155-55f939173cf2" providerId="ADAL" clId="{F33F88E0-3380-47C4-AFDE-F1AC050ADA82}" dt="2026-01-25T16:05:43.636" v="8186" actId="790"/>
          <ac:spMkLst>
            <pc:docMk/>
            <pc:sldMk cId="3042226389" sldId="412"/>
            <ac:spMk id="104" creationId="{E0DD0BE5-645B-56CD-34ED-CC98AD579196}"/>
          </ac:spMkLst>
        </pc:spChg>
        <pc:spChg chg="mod">
          <ac:chgData name="Yash Jadhav" userId="535c3d6d-72b8-4f77-8155-55f939173cf2" providerId="ADAL" clId="{F33F88E0-3380-47C4-AFDE-F1AC050ADA82}" dt="2026-01-25T16:05:43.638" v="8187" actId="790"/>
          <ac:spMkLst>
            <pc:docMk/>
            <pc:sldMk cId="3042226389" sldId="412"/>
            <ac:spMk id="105" creationId="{77664E32-2E38-36B1-9F45-52D4C7BD0C45}"/>
          </ac:spMkLst>
        </pc:spChg>
        <pc:spChg chg="mod">
          <ac:chgData name="Yash Jadhav" userId="535c3d6d-72b8-4f77-8155-55f939173cf2" providerId="ADAL" clId="{F33F88E0-3380-47C4-AFDE-F1AC050ADA82}" dt="2026-01-25T16:05:43.641" v="8188" actId="790"/>
          <ac:spMkLst>
            <pc:docMk/>
            <pc:sldMk cId="3042226389" sldId="412"/>
            <ac:spMk id="106" creationId="{E62334FE-426F-19C0-B444-B6D002F6ED0A}"/>
          </ac:spMkLst>
        </pc:spChg>
        <pc:spChg chg="mod">
          <ac:chgData name="Yash Jadhav" userId="535c3d6d-72b8-4f77-8155-55f939173cf2" providerId="ADAL" clId="{F33F88E0-3380-47C4-AFDE-F1AC050ADA82}" dt="2026-01-25T16:05:43.643" v="8189" actId="790"/>
          <ac:spMkLst>
            <pc:docMk/>
            <pc:sldMk cId="3042226389" sldId="412"/>
            <ac:spMk id="107" creationId="{B048C92C-58C7-94B1-D7E9-55A6D4FFC599}"/>
          </ac:spMkLst>
        </pc:spChg>
        <pc:spChg chg="mod">
          <ac:chgData name="Yash Jadhav" userId="535c3d6d-72b8-4f77-8155-55f939173cf2" providerId="ADAL" clId="{F33F88E0-3380-47C4-AFDE-F1AC050ADA82}" dt="2026-01-25T16:05:43.645" v="8190" actId="790"/>
          <ac:spMkLst>
            <pc:docMk/>
            <pc:sldMk cId="3042226389" sldId="412"/>
            <ac:spMk id="108" creationId="{9AAF9FFF-F5E9-2B76-D12D-E30B65D0F3EE}"/>
          </ac:spMkLst>
        </pc:spChg>
        <pc:spChg chg="mod">
          <ac:chgData name="Yash Jadhav" userId="535c3d6d-72b8-4f77-8155-55f939173cf2" providerId="ADAL" clId="{F33F88E0-3380-47C4-AFDE-F1AC050ADA82}" dt="2026-01-25T16:05:43.650" v="8191" actId="790"/>
          <ac:spMkLst>
            <pc:docMk/>
            <pc:sldMk cId="3042226389" sldId="412"/>
            <ac:spMk id="109" creationId="{75AC6302-5F8D-95D1-0B04-FF9F53AEF439}"/>
          </ac:spMkLst>
        </pc:spChg>
        <pc:spChg chg="mod">
          <ac:chgData name="Yash Jadhav" userId="535c3d6d-72b8-4f77-8155-55f939173cf2" providerId="ADAL" clId="{F33F88E0-3380-47C4-AFDE-F1AC050ADA82}" dt="2026-01-25T16:05:43.654" v="8192" actId="790"/>
          <ac:spMkLst>
            <pc:docMk/>
            <pc:sldMk cId="3042226389" sldId="412"/>
            <ac:spMk id="110" creationId="{8F72CBF2-2043-7E0B-D96A-6DB59AD3DB00}"/>
          </ac:spMkLst>
        </pc:spChg>
        <pc:spChg chg="mod">
          <ac:chgData name="Yash Jadhav" userId="535c3d6d-72b8-4f77-8155-55f939173cf2" providerId="ADAL" clId="{F33F88E0-3380-47C4-AFDE-F1AC050ADA82}" dt="2026-01-25T16:05:43.656" v="8193" actId="790"/>
          <ac:spMkLst>
            <pc:docMk/>
            <pc:sldMk cId="3042226389" sldId="412"/>
            <ac:spMk id="111" creationId="{FA81A408-B8BC-AA89-E6FD-375F6154F8B0}"/>
          </ac:spMkLst>
        </pc:spChg>
        <pc:spChg chg="mod">
          <ac:chgData name="Yash Jadhav" userId="535c3d6d-72b8-4f77-8155-55f939173cf2" providerId="ADAL" clId="{F33F88E0-3380-47C4-AFDE-F1AC050ADA82}" dt="2026-01-25T16:05:43.658" v="8194" actId="790"/>
          <ac:spMkLst>
            <pc:docMk/>
            <pc:sldMk cId="3042226389" sldId="412"/>
            <ac:spMk id="112" creationId="{E691DDBC-1F28-3E26-194A-C4507ADD7083}"/>
          </ac:spMkLst>
        </pc:spChg>
        <pc:spChg chg="mod">
          <ac:chgData name="Yash Jadhav" userId="535c3d6d-72b8-4f77-8155-55f939173cf2" providerId="ADAL" clId="{F33F88E0-3380-47C4-AFDE-F1AC050ADA82}" dt="2026-01-25T16:05:43.660" v="8195" actId="790"/>
          <ac:spMkLst>
            <pc:docMk/>
            <pc:sldMk cId="3042226389" sldId="412"/>
            <ac:spMk id="113" creationId="{EC3E2EA6-0C34-B7A1-024B-9B5B1C4BEAC6}"/>
          </ac:spMkLst>
        </pc:spChg>
        <pc:spChg chg="mod">
          <ac:chgData name="Yash Jadhav" userId="535c3d6d-72b8-4f77-8155-55f939173cf2" providerId="ADAL" clId="{F33F88E0-3380-47C4-AFDE-F1AC050ADA82}" dt="2026-01-25T16:05:43.662" v="8196" actId="790"/>
          <ac:spMkLst>
            <pc:docMk/>
            <pc:sldMk cId="3042226389" sldId="412"/>
            <ac:spMk id="114" creationId="{9AE15E9C-4558-7F50-A1C1-F0E672E793BE}"/>
          </ac:spMkLst>
        </pc:spChg>
        <pc:spChg chg="mod">
          <ac:chgData name="Yash Jadhav" userId="535c3d6d-72b8-4f77-8155-55f939173cf2" providerId="ADAL" clId="{F33F88E0-3380-47C4-AFDE-F1AC050ADA82}" dt="2026-01-25T16:05:43.666" v="8197" actId="790"/>
          <ac:spMkLst>
            <pc:docMk/>
            <pc:sldMk cId="3042226389" sldId="412"/>
            <ac:spMk id="116" creationId="{155F0086-D1B0-70F9-1A42-5D0A37AF2569}"/>
          </ac:spMkLst>
        </pc:spChg>
        <pc:spChg chg="mod">
          <ac:chgData name="Yash Jadhav" userId="535c3d6d-72b8-4f77-8155-55f939173cf2" providerId="ADAL" clId="{F33F88E0-3380-47C4-AFDE-F1AC050ADA82}" dt="2026-01-25T16:05:43.668" v="8198" actId="790"/>
          <ac:spMkLst>
            <pc:docMk/>
            <pc:sldMk cId="3042226389" sldId="412"/>
            <ac:spMk id="117" creationId="{9B67559A-5575-861F-03EB-6D9E52F71B56}"/>
          </ac:spMkLst>
        </pc:spChg>
        <pc:spChg chg="mod">
          <ac:chgData name="Yash Jadhav" userId="535c3d6d-72b8-4f77-8155-55f939173cf2" providerId="ADAL" clId="{F33F88E0-3380-47C4-AFDE-F1AC050ADA82}" dt="2026-01-25T16:05:43.670" v="8199" actId="790"/>
          <ac:spMkLst>
            <pc:docMk/>
            <pc:sldMk cId="3042226389" sldId="412"/>
            <ac:spMk id="118" creationId="{8CCF79C3-8FEE-BB3C-0F4B-1E39A658592E}"/>
          </ac:spMkLst>
        </pc:spChg>
        <pc:spChg chg="mod">
          <ac:chgData name="Yash Jadhav" userId="535c3d6d-72b8-4f77-8155-55f939173cf2" providerId="ADAL" clId="{F33F88E0-3380-47C4-AFDE-F1AC050ADA82}" dt="2026-01-25T16:05:43.672" v="8200" actId="790"/>
          <ac:spMkLst>
            <pc:docMk/>
            <pc:sldMk cId="3042226389" sldId="412"/>
            <ac:spMk id="119" creationId="{3057EAF4-FCA6-5E85-E4B1-3FED1C73DB72}"/>
          </ac:spMkLst>
        </pc:spChg>
        <pc:spChg chg="mod">
          <ac:chgData name="Yash Jadhav" userId="535c3d6d-72b8-4f77-8155-55f939173cf2" providerId="ADAL" clId="{F33F88E0-3380-47C4-AFDE-F1AC050ADA82}" dt="2026-01-25T16:05:43.674" v="8201" actId="790"/>
          <ac:spMkLst>
            <pc:docMk/>
            <pc:sldMk cId="3042226389" sldId="412"/>
            <ac:spMk id="120" creationId="{FCE74808-F915-4242-73A7-2DF4C6156671}"/>
          </ac:spMkLst>
        </pc:spChg>
        <pc:spChg chg="mod">
          <ac:chgData name="Yash Jadhav" userId="535c3d6d-72b8-4f77-8155-55f939173cf2" providerId="ADAL" clId="{F33F88E0-3380-47C4-AFDE-F1AC050ADA82}" dt="2026-01-25T16:05:43.676" v="8202" actId="790"/>
          <ac:spMkLst>
            <pc:docMk/>
            <pc:sldMk cId="3042226389" sldId="412"/>
            <ac:spMk id="121" creationId="{EC6164E1-A7AB-6B22-017B-B9700F91F710}"/>
          </ac:spMkLst>
        </pc:spChg>
        <pc:spChg chg="mod">
          <ac:chgData name="Yash Jadhav" userId="535c3d6d-72b8-4f77-8155-55f939173cf2" providerId="ADAL" clId="{F33F88E0-3380-47C4-AFDE-F1AC050ADA82}" dt="2026-01-25T16:05:43.678" v="8203" actId="790"/>
          <ac:spMkLst>
            <pc:docMk/>
            <pc:sldMk cId="3042226389" sldId="412"/>
            <ac:spMk id="122" creationId="{75A521CE-5CA0-B463-6869-6B9D7A4A0F28}"/>
          </ac:spMkLst>
        </pc:spChg>
        <pc:spChg chg="mod">
          <ac:chgData name="Yash Jadhav" userId="535c3d6d-72b8-4f77-8155-55f939173cf2" providerId="ADAL" clId="{F33F88E0-3380-47C4-AFDE-F1AC050ADA82}" dt="2026-01-25T16:05:43.680" v="8204" actId="790"/>
          <ac:spMkLst>
            <pc:docMk/>
            <pc:sldMk cId="3042226389" sldId="412"/>
            <ac:spMk id="123" creationId="{F8A9DB0E-01D7-23F2-90CF-0C1A68091CC6}"/>
          </ac:spMkLst>
        </pc:spChg>
        <pc:spChg chg="mod">
          <ac:chgData name="Yash Jadhav" userId="535c3d6d-72b8-4f77-8155-55f939173cf2" providerId="ADAL" clId="{F33F88E0-3380-47C4-AFDE-F1AC050ADA82}" dt="2026-01-25T16:05:43.683" v="8205" actId="790"/>
          <ac:spMkLst>
            <pc:docMk/>
            <pc:sldMk cId="3042226389" sldId="412"/>
            <ac:spMk id="124" creationId="{B341B63C-FE1F-DE52-1C61-F784E53B548A}"/>
          </ac:spMkLst>
        </pc:spChg>
        <pc:spChg chg="mod">
          <ac:chgData name="Yash Jadhav" userId="535c3d6d-72b8-4f77-8155-55f939173cf2" providerId="ADAL" clId="{F33F88E0-3380-47C4-AFDE-F1AC050ADA82}" dt="2026-01-25T16:05:43.685" v="8206" actId="790"/>
          <ac:spMkLst>
            <pc:docMk/>
            <pc:sldMk cId="3042226389" sldId="412"/>
            <ac:spMk id="125" creationId="{918361C0-B730-1462-EAC3-8BA02BD3A296}"/>
          </ac:spMkLst>
        </pc:spChg>
        <pc:spChg chg="mod">
          <ac:chgData name="Yash Jadhav" userId="535c3d6d-72b8-4f77-8155-55f939173cf2" providerId="ADAL" clId="{F33F88E0-3380-47C4-AFDE-F1AC050ADA82}" dt="2026-01-25T16:05:43.689" v="8207" actId="790"/>
          <ac:spMkLst>
            <pc:docMk/>
            <pc:sldMk cId="3042226389" sldId="412"/>
            <ac:spMk id="126" creationId="{25A8DF15-3380-827F-848B-B16105951AB5}"/>
          </ac:spMkLst>
        </pc:spChg>
        <pc:spChg chg="mod">
          <ac:chgData name="Yash Jadhav" userId="535c3d6d-72b8-4f77-8155-55f939173cf2" providerId="ADAL" clId="{F33F88E0-3380-47C4-AFDE-F1AC050ADA82}" dt="2026-01-25T16:05:43.691" v="8208" actId="790"/>
          <ac:spMkLst>
            <pc:docMk/>
            <pc:sldMk cId="3042226389" sldId="412"/>
            <ac:spMk id="127" creationId="{2804ECB9-6F52-130B-F935-694A4A5ACA64}"/>
          </ac:spMkLst>
        </pc:spChg>
        <pc:spChg chg="mod">
          <ac:chgData name="Yash Jadhav" userId="535c3d6d-72b8-4f77-8155-55f939173cf2" providerId="ADAL" clId="{F33F88E0-3380-47C4-AFDE-F1AC050ADA82}" dt="2026-01-25T16:05:43.693" v="8209" actId="790"/>
          <ac:spMkLst>
            <pc:docMk/>
            <pc:sldMk cId="3042226389" sldId="412"/>
            <ac:spMk id="128" creationId="{5F5A90F9-D1B0-D54A-3E5A-D0B6710B2107}"/>
          </ac:spMkLst>
        </pc:spChg>
        <pc:spChg chg="mod">
          <ac:chgData name="Yash Jadhav" userId="535c3d6d-72b8-4f77-8155-55f939173cf2" providerId="ADAL" clId="{F33F88E0-3380-47C4-AFDE-F1AC050ADA82}" dt="2026-01-25T16:05:43.696" v="8210" actId="790"/>
          <ac:spMkLst>
            <pc:docMk/>
            <pc:sldMk cId="3042226389" sldId="412"/>
            <ac:spMk id="129" creationId="{3798E1B9-475C-1655-E954-1D93915623ED}"/>
          </ac:spMkLst>
        </pc:spChg>
        <pc:spChg chg="mod">
          <ac:chgData name="Yash Jadhav" userId="535c3d6d-72b8-4f77-8155-55f939173cf2" providerId="ADAL" clId="{F33F88E0-3380-47C4-AFDE-F1AC050ADA82}" dt="2026-01-25T16:05:43.701" v="8211" actId="790"/>
          <ac:spMkLst>
            <pc:docMk/>
            <pc:sldMk cId="3042226389" sldId="412"/>
            <ac:spMk id="130" creationId="{1223CBA1-D0AD-3DF3-5525-23E1BE62F7C0}"/>
          </ac:spMkLst>
        </pc:spChg>
        <pc:spChg chg="mod">
          <ac:chgData name="Yash Jadhav" userId="535c3d6d-72b8-4f77-8155-55f939173cf2" providerId="ADAL" clId="{F33F88E0-3380-47C4-AFDE-F1AC050ADA82}" dt="2026-01-25T16:05:43.704" v="8212" actId="790"/>
          <ac:spMkLst>
            <pc:docMk/>
            <pc:sldMk cId="3042226389" sldId="412"/>
            <ac:spMk id="131" creationId="{07AEF65F-B03F-1C71-7EE0-BBDF491DAEEE}"/>
          </ac:spMkLst>
        </pc:spChg>
        <pc:spChg chg="mod">
          <ac:chgData name="Yash Jadhav" userId="535c3d6d-72b8-4f77-8155-55f939173cf2" providerId="ADAL" clId="{F33F88E0-3380-47C4-AFDE-F1AC050ADA82}" dt="2026-01-25T16:05:43.706" v="8213" actId="790"/>
          <ac:spMkLst>
            <pc:docMk/>
            <pc:sldMk cId="3042226389" sldId="412"/>
            <ac:spMk id="132" creationId="{305521CD-280C-EB2D-EBB9-3C6AE499BF26}"/>
          </ac:spMkLst>
        </pc:spChg>
        <pc:spChg chg="mod">
          <ac:chgData name="Yash Jadhav" userId="535c3d6d-72b8-4f77-8155-55f939173cf2" providerId="ADAL" clId="{F33F88E0-3380-47C4-AFDE-F1AC050ADA82}" dt="2026-01-25T16:05:43.708" v="8214" actId="790"/>
          <ac:spMkLst>
            <pc:docMk/>
            <pc:sldMk cId="3042226389" sldId="412"/>
            <ac:spMk id="133" creationId="{25902B93-32DB-FB2B-59D2-A0EB5FDC31B0}"/>
          </ac:spMkLst>
        </pc:spChg>
        <pc:spChg chg="mod">
          <ac:chgData name="Yash Jadhav" userId="535c3d6d-72b8-4f77-8155-55f939173cf2" providerId="ADAL" clId="{F33F88E0-3380-47C4-AFDE-F1AC050ADA82}" dt="2026-01-25T16:05:43.710" v="8215" actId="790"/>
          <ac:spMkLst>
            <pc:docMk/>
            <pc:sldMk cId="3042226389" sldId="412"/>
            <ac:spMk id="134" creationId="{841E793C-D8FC-A725-FA7F-2E12E5B4F032}"/>
          </ac:spMkLst>
        </pc:spChg>
        <pc:spChg chg="mod">
          <ac:chgData name="Yash Jadhav" userId="535c3d6d-72b8-4f77-8155-55f939173cf2" providerId="ADAL" clId="{F33F88E0-3380-47C4-AFDE-F1AC050ADA82}" dt="2026-01-25T16:05:43.714" v="8216" actId="790"/>
          <ac:spMkLst>
            <pc:docMk/>
            <pc:sldMk cId="3042226389" sldId="412"/>
            <ac:spMk id="135" creationId="{35AFD70B-26B5-8E5E-4A50-14065C29C347}"/>
          </ac:spMkLst>
        </pc:spChg>
        <pc:spChg chg="mod">
          <ac:chgData name="Yash Jadhav" userId="535c3d6d-72b8-4f77-8155-55f939173cf2" providerId="ADAL" clId="{F33F88E0-3380-47C4-AFDE-F1AC050ADA82}" dt="2026-01-25T16:05:43.718" v="8217" actId="790"/>
          <ac:spMkLst>
            <pc:docMk/>
            <pc:sldMk cId="3042226389" sldId="412"/>
            <ac:spMk id="136" creationId="{2ABDCF91-767A-28B1-5E43-EA7139688510}"/>
          </ac:spMkLst>
        </pc:spChg>
        <pc:spChg chg="mod">
          <ac:chgData name="Yash Jadhav" userId="535c3d6d-72b8-4f77-8155-55f939173cf2" providerId="ADAL" clId="{F33F88E0-3380-47C4-AFDE-F1AC050ADA82}" dt="2026-01-25T16:05:43.722" v="8218" actId="790"/>
          <ac:spMkLst>
            <pc:docMk/>
            <pc:sldMk cId="3042226389" sldId="412"/>
            <ac:spMk id="137" creationId="{8222A486-DC9E-F66B-38CE-090E767FF813}"/>
          </ac:spMkLst>
        </pc:spChg>
        <pc:spChg chg="mod">
          <ac:chgData name="Yash Jadhav" userId="535c3d6d-72b8-4f77-8155-55f939173cf2" providerId="ADAL" clId="{F33F88E0-3380-47C4-AFDE-F1AC050ADA82}" dt="2026-01-25T16:05:43.724" v="8219" actId="790"/>
          <ac:spMkLst>
            <pc:docMk/>
            <pc:sldMk cId="3042226389" sldId="412"/>
            <ac:spMk id="138" creationId="{4B991547-4814-1F4B-1A3F-332713888496}"/>
          </ac:spMkLst>
        </pc:spChg>
        <pc:spChg chg="mod">
          <ac:chgData name="Yash Jadhav" userId="535c3d6d-72b8-4f77-8155-55f939173cf2" providerId="ADAL" clId="{F33F88E0-3380-47C4-AFDE-F1AC050ADA82}" dt="2026-01-25T16:05:43.727" v="8220" actId="790"/>
          <ac:spMkLst>
            <pc:docMk/>
            <pc:sldMk cId="3042226389" sldId="412"/>
            <ac:spMk id="139" creationId="{ECF15115-BB97-60D8-BF5B-44182439C14F}"/>
          </ac:spMkLst>
        </pc:spChg>
        <pc:spChg chg="mod">
          <ac:chgData name="Yash Jadhav" userId="535c3d6d-72b8-4f77-8155-55f939173cf2" providerId="ADAL" clId="{F33F88E0-3380-47C4-AFDE-F1AC050ADA82}" dt="2026-01-25T16:05:43.729" v="8221" actId="790"/>
          <ac:spMkLst>
            <pc:docMk/>
            <pc:sldMk cId="3042226389" sldId="412"/>
            <ac:spMk id="140" creationId="{BCCD9D95-ED24-7D87-46C6-2947F660E7CB}"/>
          </ac:spMkLst>
        </pc:spChg>
        <pc:spChg chg="mod">
          <ac:chgData name="Yash Jadhav" userId="535c3d6d-72b8-4f77-8155-55f939173cf2" providerId="ADAL" clId="{F33F88E0-3380-47C4-AFDE-F1AC050ADA82}" dt="2026-01-25T16:05:43.731" v="8222" actId="790"/>
          <ac:spMkLst>
            <pc:docMk/>
            <pc:sldMk cId="3042226389" sldId="412"/>
            <ac:spMk id="142" creationId="{35C8E7CB-6F35-7CDA-8B7C-AA97E7492BE2}"/>
          </ac:spMkLst>
        </pc:spChg>
        <pc:spChg chg="mod">
          <ac:chgData name="Yash Jadhav" userId="535c3d6d-72b8-4f77-8155-55f939173cf2" providerId="ADAL" clId="{F33F88E0-3380-47C4-AFDE-F1AC050ADA82}" dt="2026-01-25T16:05:43.733" v="8223" actId="790"/>
          <ac:spMkLst>
            <pc:docMk/>
            <pc:sldMk cId="3042226389" sldId="412"/>
            <ac:spMk id="143" creationId="{97415D7A-EB98-575F-FA58-B600F3110CD6}"/>
          </ac:spMkLst>
        </pc:spChg>
        <pc:spChg chg="mod">
          <ac:chgData name="Yash Jadhav" userId="535c3d6d-72b8-4f77-8155-55f939173cf2" providerId="ADAL" clId="{F33F88E0-3380-47C4-AFDE-F1AC050ADA82}" dt="2026-01-25T16:05:43.736" v="8224" actId="790"/>
          <ac:spMkLst>
            <pc:docMk/>
            <pc:sldMk cId="3042226389" sldId="412"/>
            <ac:spMk id="144" creationId="{C4065B3C-3DB7-B49B-47C1-9DD41919AEDE}"/>
          </ac:spMkLst>
        </pc:spChg>
        <pc:spChg chg="mod">
          <ac:chgData name="Yash Jadhav" userId="535c3d6d-72b8-4f77-8155-55f939173cf2" providerId="ADAL" clId="{F33F88E0-3380-47C4-AFDE-F1AC050ADA82}" dt="2026-01-25T16:05:43.738" v="8225" actId="790"/>
          <ac:spMkLst>
            <pc:docMk/>
            <pc:sldMk cId="3042226389" sldId="412"/>
            <ac:spMk id="145" creationId="{8613F143-00D3-C7D6-B77B-7CE144F26122}"/>
          </ac:spMkLst>
        </pc:spChg>
        <pc:spChg chg="mod">
          <ac:chgData name="Yash Jadhav" userId="535c3d6d-72b8-4f77-8155-55f939173cf2" providerId="ADAL" clId="{F33F88E0-3380-47C4-AFDE-F1AC050ADA82}" dt="2026-01-25T16:05:43.741" v="8226" actId="790"/>
          <ac:spMkLst>
            <pc:docMk/>
            <pc:sldMk cId="3042226389" sldId="412"/>
            <ac:spMk id="146" creationId="{034839AC-7AF9-2F11-FFD1-EDA376A54158}"/>
          </ac:spMkLst>
        </pc:spChg>
        <pc:spChg chg="mod">
          <ac:chgData name="Yash Jadhav" userId="535c3d6d-72b8-4f77-8155-55f939173cf2" providerId="ADAL" clId="{F33F88E0-3380-47C4-AFDE-F1AC050ADA82}" dt="2026-01-25T16:05:43.743" v="8227" actId="790"/>
          <ac:spMkLst>
            <pc:docMk/>
            <pc:sldMk cId="3042226389" sldId="412"/>
            <ac:spMk id="147" creationId="{01C354D6-3368-B148-3D7D-3D38403426FF}"/>
          </ac:spMkLst>
        </pc:spChg>
        <pc:spChg chg="mod">
          <ac:chgData name="Yash Jadhav" userId="535c3d6d-72b8-4f77-8155-55f939173cf2" providerId="ADAL" clId="{F33F88E0-3380-47C4-AFDE-F1AC050ADA82}" dt="2026-01-25T16:05:43.745" v="8228" actId="790"/>
          <ac:spMkLst>
            <pc:docMk/>
            <pc:sldMk cId="3042226389" sldId="412"/>
            <ac:spMk id="148" creationId="{002064CD-E184-E86E-0927-83ABBFE50708}"/>
          </ac:spMkLst>
        </pc:spChg>
        <pc:spChg chg="mod">
          <ac:chgData name="Yash Jadhav" userId="535c3d6d-72b8-4f77-8155-55f939173cf2" providerId="ADAL" clId="{F33F88E0-3380-47C4-AFDE-F1AC050ADA82}" dt="2026-01-25T16:05:43.748" v="8229" actId="790"/>
          <ac:spMkLst>
            <pc:docMk/>
            <pc:sldMk cId="3042226389" sldId="412"/>
            <ac:spMk id="149" creationId="{C162F6FF-02C4-C5F3-3196-E2A4B00BEA08}"/>
          </ac:spMkLst>
        </pc:spChg>
        <pc:spChg chg="mod">
          <ac:chgData name="Yash Jadhav" userId="535c3d6d-72b8-4f77-8155-55f939173cf2" providerId="ADAL" clId="{F33F88E0-3380-47C4-AFDE-F1AC050ADA82}" dt="2026-01-25T16:05:43.751" v="8230" actId="790"/>
          <ac:spMkLst>
            <pc:docMk/>
            <pc:sldMk cId="3042226389" sldId="412"/>
            <ac:spMk id="150" creationId="{08D31975-1857-F255-B259-508F39744A79}"/>
          </ac:spMkLst>
        </pc:spChg>
        <pc:spChg chg="mod">
          <ac:chgData name="Yash Jadhav" userId="535c3d6d-72b8-4f77-8155-55f939173cf2" providerId="ADAL" clId="{F33F88E0-3380-47C4-AFDE-F1AC050ADA82}" dt="2026-01-25T16:05:43.753" v="8231" actId="790"/>
          <ac:spMkLst>
            <pc:docMk/>
            <pc:sldMk cId="3042226389" sldId="412"/>
            <ac:spMk id="160" creationId="{84ACEF42-8E34-5795-764F-CD64AD9E3A39}"/>
          </ac:spMkLst>
        </pc:spChg>
        <pc:spChg chg="mod">
          <ac:chgData name="Yash Jadhav" userId="535c3d6d-72b8-4f77-8155-55f939173cf2" providerId="ADAL" clId="{F33F88E0-3380-47C4-AFDE-F1AC050ADA82}" dt="2026-01-25T16:05:43.755" v="8232" actId="790"/>
          <ac:spMkLst>
            <pc:docMk/>
            <pc:sldMk cId="3042226389" sldId="412"/>
            <ac:spMk id="161" creationId="{3DADC316-B7BD-BD8D-7766-265A9D07F457}"/>
          </ac:spMkLst>
        </pc:spChg>
        <pc:spChg chg="mod">
          <ac:chgData name="Yash Jadhav" userId="535c3d6d-72b8-4f77-8155-55f939173cf2" providerId="ADAL" clId="{F33F88E0-3380-47C4-AFDE-F1AC050ADA82}" dt="2026-01-25T16:05:43.757" v="8233" actId="790"/>
          <ac:spMkLst>
            <pc:docMk/>
            <pc:sldMk cId="3042226389" sldId="412"/>
            <ac:spMk id="162" creationId="{67E4671A-8393-DA47-90D4-CE8CE4B40281}"/>
          </ac:spMkLst>
        </pc:spChg>
        <pc:spChg chg="mod">
          <ac:chgData name="Yash Jadhav" userId="535c3d6d-72b8-4f77-8155-55f939173cf2" providerId="ADAL" clId="{F33F88E0-3380-47C4-AFDE-F1AC050ADA82}" dt="2026-01-25T16:05:43.759" v="8234" actId="790"/>
          <ac:spMkLst>
            <pc:docMk/>
            <pc:sldMk cId="3042226389" sldId="412"/>
            <ac:spMk id="163" creationId="{81DC8C60-86B0-C44C-BE01-8FD68BAF222F}"/>
          </ac:spMkLst>
        </pc:spChg>
        <pc:spChg chg="mod">
          <ac:chgData name="Yash Jadhav" userId="535c3d6d-72b8-4f77-8155-55f939173cf2" providerId="ADAL" clId="{F33F88E0-3380-47C4-AFDE-F1AC050ADA82}" dt="2026-01-25T16:05:43.762" v="8235" actId="790"/>
          <ac:spMkLst>
            <pc:docMk/>
            <pc:sldMk cId="3042226389" sldId="412"/>
            <ac:spMk id="164" creationId="{58B7A3BE-AE52-A1EC-C9DE-8D824597AF18}"/>
          </ac:spMkLst>
        </pc:spChg>
        <pc:spChg chg="mod">
          <ac:chgData name="Yash Jadhav" userId="535c3d6d-72b8-4f77-8155-55f939173cf2" providerId="ADAL" clId="{F33F88E0-3380-47C4-AFDE-F1AC050ADA82}" dt="2026-01-25T16:05:43.766" v="8236" actId="790"/>
          <ac:spMkLst>
            <pc:docMk/>
            <pc:sldMk cId="3042226389" sldId="412"/>
            <ac:spMk id="165" creationId="{41CD51AA-C24A-0CFB-D12A-4735B0491836}"/>
          </ac:spMkLst>
        </pc:spChg>
        <pc:spChg chg="mod">
          <ac:chgData name="Yash Jadhav" userId="535c3d6d-72b8-4f77-8155-55f939173cf2" providerId="ADAL" clId="{F33F88E0-3380-47C4-AFDE-F1AC050ADA82}" dt="2026-01-25T16:05:43.769" v="8237" actId="790"/>
          <ac:spMkLst>
            <pc:docMk/>
            <pc:sldMk cId="3042226389" sldId="412"/>
            <ac:spMk id="166" creationId="{E60ED0B3-E910-B15C-195B-9034CBD98AB1}"/>
          </ac:spMkLst>
        </pc:spChg>
        <pc:spChg chg="mod">
          <ac:chgData name="Yash Jadhav" userId="535c3d6d-72b8-4f77-8155-55f939173cf2" providerId="ADAL" clId="{F33F88E0-3380-47C4-AFDE-F1AC050ADA82}" dt="2026-01-25T16:05:43.771" v="8238" actId="790"/>
          <ac:spMkLst>
            <pc:docMk/>
            <pc:sldMk cId="3042226389" sldId="412"/>
            <ac:spMk id="167" creationId="{658C9C6C-1185-1A0B-6D47-A0B39509825B}"/>
          </ac:spMkLst>
        </pc:spChg>
        <pc:spChg chg="mod">
          <ac:chgData name="Yash Jadhav" userId="535c3d6d-72b8-4f77-8155-55f939173cf2" providerId="ADAL" clId="{F33F88E0-3380-47C4-AFDE-F1AC050ADA82}" dt="2026-01-25T16:05:43.773" v="8239" actId="790"/>
          <ac:spMkLst>
            <pc:docMk/>
            <pc:sldMk cId="3042226389" sldId="412"/>
            <ac:spMk id="168" creationId="{A60558C6-65D4-F3E6-E319-B1FE8B8CB3FF}"/>
          </ac:spMkLst>
        </pc:spChg>
        <pc:spChg chg="mod">
          <ac:chgData name="Yash Jadhav" userId="535c3d6d-72b8-4f77-8155-55f939173cf2" providerId="ADAL" clId="{F33F88E0-3380-47C4-AFDE-F1AC050ADA82}" dt="2026-01-25T16:05:43.776" v="8240" actId="790"/>
          <ac:spMkLst>
            <pc:docMk/>
            <pc:sldMk cId="3042226389" sldId="412"/>
            <ac:spMk id="169" creationId="{FE0015F7-DB21-631D-317A-4C353EC3670A}"/>
          </ac:spMkLst>
        </pc:spChg>
        <pc:spChg chg="mod">
          <ac:chgData name="Yash Jadhav" userId="535c3d6d-72b8-4f77-8155-55f939173cf2" providerId="ADAL" clId="{F33F88E0-3380-47C4-AFDE-F1AC050ADA82}" dt="2026-01-25T16:05:43.780" v="8241" actId="790"/>
          <ac:spMkLst>
            <pc:docMk/>
            <pc:sldMk cId="3042226389" sldId="412"/>
            <ac:spMk id="170" creationId="{67E60E5D-E10C-FDAD-3278-9C02E1B8D664}"/>
          </ac:spMkLst>
        </pc:spChg>
        <pc:spChg chg="mod">
          <ac:chgData name="Yash Jadhav" userId="535c3d6d-72b8-4f77-8155-55f939173cf2" providerId="ADAL" clId="{F33F88E0-3380-47C4-AFDE-F1AC050ADA82}" dt="2026-01-25T16:05:43.782" v="8242" actId="790"/>
          <ac:spMkLst>
            <pc:docMk/>
            <pc:sldMk cId="3042226389" sldId="412"/>
            <ac:spMk id="171" creationId="{3EE9CF21-38A5-523A-2035-EA13C6ABE9E1}"/>
          </ac:spMkLst>
        </pc:spChg>
        <pc:spChg chg="mod">
          <ac:chgData name="Yash Jadhav" userId="535c3d6d-72b8-4f77-8155-55f939173cf2" providerId="ADAL" clId="{F33F88E0-3380-47C4-AFDE-F1AC050ADA82}" dt="2026-01-25T16:05:43.784" v="8243" actId="790"/>
          <ac:spMkLst>
            <pc:docMk/>
            <pc:sldMk cId="3042226389" sldId="412"/>
            <ac:spMk id="172" creationId="{C225095E-C233-326B-07AE-D60BAFED2A6D}"/>
          </ac:spMkLst>
        </pc:spChg>
        <pc:spChg chg="mod">
          <ac:chgData name="Yash Jadhav" userId="535c3d6d-72b8-4f77-8155-55f939173cf2" providerId="ADAL" clId="{F33F88E0-3380-47C4-AFDE-F1AC050ADA82}" dt="2026-01-25T16:05:43.786" v="8244" actId="790"/>
          <ac:spMkLst>
            <pc:docMk/>
            <pc:sldMk cId="3042226389" sldId="412"/>
            <ac:spMk id="173" creationId="{DFB75D8D-2B1C-887E-B473-FACE4B0EBE3B}"/>
          </ac:spMkLst>
        </pc:spChg>
        <pc:spChg chg="mod">
          <ac:chgData name="Yash Jadhav" userId="535c3d6d-72b8-4f77-8155-55f939173cf2" providerId="ADAL" clId="{F33F88E0-3380-47C4-AFDE-F1AC050ADA82}" dt="2026-01-25T16:05:43.789" v="8245" actId="790"/>
          <ac:spMkLst>
            <pc:docMk/>
            <pc:sldMk cId="3042226389" sldId="412"/>
            <ac:spMk id="174" creationId="{7D91CD8A-1953-181C-CD97-848320131DE5}"/>
          </ac:spMkLst>
        </pc:spChg>
        <pc:spChg chg="mod">
          <ac:chgData name="Yash Jadhav" userId="535c3d6d-72b8-4f77-8155-55f939173cf2" providerId="ADAL" clId="{F33F88E0-3380-47C4-AFDE-F1AC050ADA82}" dt="2026-01-25T16:05:43.792" v="8246" actId="790"/>
          <ac:spMkLst>
            <pc:docMk/>
            <pc:sldMk cId="3042226389" sldId="412"/>
            <ac:spMk id="175" creationId="{288E30D3-020B-89C9-F3EB-D8AA0C1AA161}"/>
          </ac:spMkLst>
        </pc:spChg>
        <pc:spChg chg="mod">
          <ac:chgData name="Yash Jadhav" userId="535c3d6d-72b8-4f77-8155-55f939173cf2" providerId="ADAL" clId="{F33F88E0-3380-47C4-AFDE-F1AC050ADA82}" dt="2026-01-25T16:05:43.795" v="8247" actId="790"/>
          <ac:spMkLst>
            <pc:docMk/>
            <pc:sldMk cId="3042226389" sldId="412"/>
            <ac:spMk id="176" creationId="{3465E656-3935-3C83-A3D2-01157FE8D5A6}"/>
          </ac:spMkLst>
        </pc:spChg>
        <pc:spChg chg="mod">
          <ac:chgData name="Yash Jadhav" userId="535c3d6d-72b8-4f77-8155-55f939173cf2" providerId="ADAL" clId="{F33F88E0-3380-47C4-AFDE-F1AC050ADA82}" dt="2026-01-25T16:05:43.799" v="8248" actId="790"/>
          <ac:spMkLst>
            <pc:docMk/>
            <pc:sldMk cId="3042226389" sldId="412"/>
            <ac:spMk id="177" creationId="{EA9B63E3-29D7-D521-FC31-1E2E448D0DB7}"/>
          </ac:spMkLst>
        </pc:spChg>
        <pc:spChg chg="mod">
          <ac:chgData name="Yash Jadhav" userId="535c3d6d-72b8-4f77-8155-55f939173cf2" providerId="ADAL" clId="{F33F88E0-3380-47C4-AFDE-F1AC050ADA82}" dt="2026-01-25T16:05:43.801" v="8249" actId="790"/>
          <ac:spMkLst>
            <pc:docMk/>
            <pc:sldMk cId="3042226389" sldId="412"/>
            <ac:spMk id="178" creationId="{CC684E6D-A649-C73D-CF37-FC3A28A38D32}"/>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829540828" sldId="413"/>
        </pc:sldMkLst>
        <pc:spChg chg="mod ord">
          <ac:chgData name="Yash Jadhav" userId="535c3d6d-72b8-4f77-8155-55f939173cf2" providerId="ADAL" clId="{F33F88E0-3380-47C4-AFDE-F1AC050ADA82}" dt="2026-01-25T16:09:15.875" v="10168" actId="700"/>
          <ac:spMkLst>
            <pc:docMk/>
            <pc:sldMk cId="829540828" sldId="413"/>
            <ac:spMk id="2" creationId="{00000000-0000-0000-0000-000000000000}"/>
          </ac:spMkLst>
        </pc:spChg>
        <pc:spChg chg="mod">
          <ac:chgData name="Yash Jadhav" userId="535c3d6d-72b8-4f77-8155-55f939173cf2" providerId="ADAL" clId="{F33F88E0-3380-47C4-AFDE-F1AC050ADA82}" dt="2026-01-25T16:05:44.848" v="8278" actId="790"/>
          <ac:spMkLst>
            <pc:docMk/>
            <pc:sldMk cId="829540828" sldId="413"/>
            <ac:spMk id="4" creationId="{00000000-0000-0000-0000-000000000000}"/>
          </ac:spMkLst>
        </pc:spChg>
        <pc:spChg chg="mod">
          <ac:chgData name="Yash Jadhav" userId="535c3d6d-72b8-4f77-8155-55f939173cf2" providerId="ADAL" clId="{F33F88E0-3380-47C4-AFDE-F1AC050ADA82}" dt="2026-01-25T16:05:45.126" v="8386" actId="790"/>
          <ac:spMkLst>
            <pc:docMk/>
            <pc:sldMk cId="829540828" sldId="413"/>
            <ac:spMk id="5" creationId="{FC9CA04B-231E-257F-5455-A2FAC3A18C6F}"/>
          </ac:spMkLst>
        </pc:spChg>
        <pc:spChg chg="mod">
          <ac:chgData name="Yash Jadhav" userId="535c3d6d-72b8-4f77-8155-55f939173cf2" providerId="ADAL" clId="{F33F88E0-3380-47C4-AFDE-F1AC050ADA82}" dt="2026-01-25T16:05:44.853" v="8279" actId="790"/>
          <ac:spMkLst>
            <pc:docMk/>
            <pc:sldMk cId="829540828" sldId="413"/>
            <ac:spMk id="6" creationId="{00000000-0000-0000-0000-000000000000}"/>
          </ac:spMkLst>
        </pc:spChg>
        <pc:spChg chg="mod">
          <ac:chgData name="Yash Jadhav" userId="535c3d6d-72b8-4f77-8155-55f939173cf2" providerId="ADAL" clId="{F33F88E0-3380-47C4-AFDE-F1AC050ADA82}" dt="2026-01-25T16:05:45.128" v="8387" actId="790"/>
          <ac:spMkLst>
            <pc:docMk/>
            <pc:sldMk cId="829540828" sldId="413"/>
            <ac:spMk id="7" creationId="{33F8E94B-3787-6594-5E71-9921CFA53D4A}"/>
          </ac:spMkLst>
        </pc:spChg>
        <pc:spChg chg="mod">
          <ac:chgData name="Yash Jadhav" userId="535c3d6d-72b8-4f77-8155-55f939173cf2" providerId="ADAL" clId="{F33F88E0-3380-47C4-AFDE-F1AC050ADA82}" dt="2026-01-25T16:05:44.856" v="8280" actId="790"/>
          <ac:spMkLst>
            <pc:docMk/>
            <pc:sldMk cId="829540828" sldId="413"/>
            <ac:spMk id="8" creationId="{00000000-0000-0000-0000-000000000000}"/>
          </ac:spMkLst>
        </pc:spChg>
        <pc:spChg chg="mod">
          <ac:chgData name="Yash Jadhav" userId="535c3d6d-72b8-4f77-8155-55f939173cf2" providerId="ADAL" clId="{F33F88E0-3380-47C4-AFDE-F1AC050ADA82}" dt="2026-01-25T16:05:45.130" v="8388" actId="790"/>
          <ac:spMkLst>
            <pc:docMk/>
            <pc:sldMk cId="829540828" sldId="413"/>
            <ac:spMk id="9" creationId="{4FDA485E-70F8-46F0-A0C9-B268003D5874}"/>
          </ac:spMkLst>
        </pc:spChg>
        <pc:spChg chg="mod">
          <ac:chgData name="Yash Jadhav" userId="535c3d6d-72b8-4f77-8155-55f939173cf2" providerId="ADAL" clId="{F33F88E0-3380-47C4-AFDE-F1AC050ADA82}" dt="2026-01-25T16:05:44.859" v="8281" actId="790"/>
          <ac:spMkLst>
            <pc:docMk/>
            <pc:sldMk cId="829540828" sldId="413"/>
            <ac:spMk id="10" creationId="{00000000-0000-0000-0000-000000000000}"/>
          </ac:spMkLst>
        </pc:spChg>
        <pc:spChg chg="mod">
          <ac:chgData name="Yash Jadhav" userId="535c3d6d-72b8-4f77-8155-55f939173cf2" providerId="ADAL" clId="{F33F88E0-3380-47C4-AFDE-F1AC050ADA82}" dt="2026-01-25T16:05:45.133" v="8389" actId="790"/>
          <ac:spMkLst>
            <pc:docMk/>
            <pc:sldMk cId="829540828" sldId="413"/>
            <ac:spMk id="11" creationId="{C443BC27-9A6B-7BDE-F711-05A0058D86B8}"/>
          </ac:spMkLst>
        </pc:spChg>
        <pc:spChg chg="mod">
          <ac:chgData name="Yash Jadhav" userId="535c3d6d-72b8-4f77-8155-55f939173cf2" providerId="ADAL" clId="{F33F88E0-3380-47C4-AFDE-F1AC050ADA82}" dt="2026-01-25T16:05:44.862" v="8282" actId="790"/>
          <ac:spMkLst>
            <pc:docMk/>
            <pc:sldMk cId="829540828" sldId="413"/>
            <ac:spMk id="12" creationId="{00000000-0000-0000-0000-000000000000}"/>
          </ac:spMkLst>
        </pc:spChg>
        <pc:spChg chg="mod">
          <ac:chgData name="Yash Jadhav" userId="535c3d6d-72b8-4f77-8155-55f939173cf2" providerId="ADAL" clId="{F33F88E0-3380-47C4-AFDE-F1AC050ADA82}" dt="2026-01-25T16:05:45.137" v="8390" actId="790"/>
          <ac:spMkLst>
            <pc:docMk/>
            <pc:sldMk cId="829540828" sldId="413"/>
            <ac:spMk id="13" creationId="{EF561648-E05B-1574-4FD9-0ED7003733DF}"/>
          </ac:spMkLst>
        </pc:spChg>
        <pc:spChg chg="mod">
          <ac:chgData name="Yash Jadhav" userId="535c3d6d-72b8-4f77-8155-55f939173cf2" providerId="ADAL" clId="{F33F88E0-3380-47C4-AFDE-F1AC050ADA82}" dt="2026-01-25T16:05:44.864" v="8283" actId="790"/>
          <ac:spMkLst>
            <pc:docMk/>
            <pc:sldMk cId="829540828" sldId="413"/>
            <ac:spMk id="14" creationId="{00000000-0000-0000-0000-000000000000}"/>
          </ac:spMkLst>
        </pc:spChg>
        <pc:spChg chg="mod">
          <ac:chgData name="Yash Jadhav" userId="535c3d6d-72b8-4f77-8155-55f939173cf2" providerId="ADAL" clId="{F33F88E0-3380-47C4-AFDE-F1AC050ADA82}" dt="2026-01-25T16:05:45.140" v="8391" actId="790"/>
          <ac:spMkLst>
            <pc:docMk/>
            <pc:sldMk cId="829540828" sldId="413"/>
            <ac:spMk id="15" creationId="{EA3DF2EA-5EA2-B3F3-9DBD-E09BACC5014C}"/>
          </ac:spMkLst>
        </pc:spChg>
        <pc:spChg chg="mod">
          <ac:chgData name="Yash Jadhav" userId="535c3d6d-72b8-4f77-8155-55f939173cf2" providerId="ADAL" clId="{F33F88E0-3380-47C4-AFDE-F1AC050ADA82}" dt="2026-01-25T16:05:45.143" v="8392" actId="790"/>
          <ac:spMkLst>
            <pc:docMk/>
            <pc:sldMk cId="829540828" sldId="413"/>
            <ac:spMk id="16" creationId="{86932A0D-3869-7F17-43A4-F7828C5C0DBB}"/>
          </ac:spMkLst>
        </pc:spChg>
        <pc:spChg chg="mod">
          <ac:chgData name="Yash Jadhav" userId="535c3d6d-72b8-4f77-8155-55f939173cf2" providerId="ADAL" clId="{F33F88E0-3380-47C4-AFDE-F1AC050ADA82}" dt="2026-01-25T16:05:44.868" v="8284" actId="790"/>
          <ac:spMkLst>
            <pc:docMk/>
            <pc:sldMk cId="829540828" sldId="413"/>
            <ac:spMk id="17" creationId="{00000000-0000-0000-0000-000000000000}"/>
          </ac:spMkLst>
        </pc:spChg>
        <pc:spChg chg="mod">
          <ac:chgData name="Yash Jadhav" userId="535c3d6d-72b8-4f77-8155-55f939173cf2" providerId="ADAL" clId="{F33F88E0-3380-47C4-AFDE-F1AC050ADA82}" dt="2026-01-25T16:05:44.872" v="8285" actId="790"/>
          <ac:spMkLst>
            <pc:docMk/>
            <pc:sldMk cId="829540828" sldId="413"/>
            <ac:spMk id="18" creationId="{00000000-0000-0000-0000-000000000000}"/>
          </ac:spMkLst>
        </pc:spChg>
        <pc:spChg chg="mod">
          <ac:chgData name="Yash Jadhav" userId="535c3d6d-72b8-4f77-8155-55f939173cf2" providerId="ADAL" clId="{F33F88E0-3380-47C4-AFDE-F1AC050ADA82}" dt="2026-01-25T16:05:44.876" v="8286" actId="790"/>
          <ac:spMkLst>
            <pc:docMk/>
            <pc:sldMk cId="829540828" sldId="413"/>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829540828" sldId="413"/>
            <ac:spMk id="20" creationId="{258807A7-418B-F311-C6AE-CAB9DD695B84}"/>
          </ac:spMkLst>
        </pc:spChg>
        <pc:spChg chg="mod">
          <ac:chgData name="Yash Jadhav" userId="535c3d6d-72b8-4f77-8155-55f939173cf2" providerId="ADAL" clId="{F33F88E0-3380-47C4-AFDE-F1AC050ADA82}" dt="2026-01-25T16:05:44.880" v="8287" actId="790"/>
          <ac:spMkLst>
            <pc:docMk/>
            <pc:sldMk cId="829540828" sldId="413"/>
            <ac:spMk id="23" creationId="{00000000-0000-0000-0000-000000000000}"/>
          </ac:spMkLst>
        </pc:spChg>
        <pc:spChg chg="mod">
          <ac:chgData name="Yash Jadhav" userId="535c3d6d-72b8-4f77-8155-55f939173cf2" providerId="ADAL" clId="{F33F88E0-3380-47C4-AFDE-F1AC050ADA82}" dt="2026-01-25T16:05:44.885" v="8288" actId="790"/>
          <ac:spMkLst>
            <pc:docMk/>
            <pc:sldMk cId="829540828" sldId="413"/>
            <ac:spMk id="24" creationId="{00000000-0000-0000-0000-000000000000}"/>
          </ac:spMkLst>
        </pc:spChg>
        <pc:spChg chg="mod">
          <ac:chgData name="Yash Jadhav" userId="535c3d6d-72b8-4f77-8155-55f939173cf2" providerId="ADAL" clId="{F33F88E0-3380-47C4-AFDE-F1AC050ADA82}" dt="2026-01-25T16:05:44.890" v="8289" actId="790"/>
          <ac:spMkLst>
            <pc:docMk/>
            <pc:sldMk cId="829540828" sldId="413"/>
            <ac:spMk id="25" creationId="{00000000-0000-0000-0000-000000000000}"/>
          </ac:spMkLst>
        </pc:spChg>
        <pc:spChg chg="mod">
          <ac:chgData name="Yash Jadhav" userId="535c3d6d-72b8-4f77-8155-55f939173cf2" providerId="ADAL" clId="{F33F88E0-3380-47C4-AFDE-F1AC050ADA82}" dt="2026-01-25T16:05:44.893" v="8290" actId="790"/>
          <ac:spMkLst>
            <pc:docMk/>
            <pc:sldMk cId="829540828" sldId="413"/>
            <ac:spMk id="29" creationId="{00000000-0000-0000-0000-000000000000}"/>
          </ac:spMkLst>
        </pc:spChg>
        <pc:spChg chg="mod">
          <ac:chgData name="Yash Jadhav" userId="535c3d6d-72b8-4f77-8155-55f939173cf2" providerId="ADAL" clId="{F33F88E0-3380-47C4-AFDE-F1AC050ADA82}" dt="2026-01-25T16:05:45.145" v="8393" actId="790"/>
          <ac:spMkLst>
            <pc:docMk/>
            <pc:sldMk cId="829540828" sldId="413"/>
            <ac:spMk id="30" creationId="{67140930-0E0A-DD1F-1251-32B66D4B433A}"/>
          </ac:spMkLst>
        </pc:spChg>
        <pc:spChg chg="mod">
          <ac:chgData name="Yash Jadhav" userId="535c3d6d-72b8-4f77-8155-55f939173cf2" providerId="ADAL" clId="{F33F88E0-3380-47C4-AFDE-F1AC050ADA82}" dt="2026-01-25T16:05:45.147" v="8394" actId="790"/>
          <ac:spMkLst>
            <pc:docMk/>
            <pc:sldMk cId="829540828" sldId="413"/>
            <ac:spMk id="32" creationId="{B1447BA2-CC93-6DD7-F333-FEA30A15C833}"/>
          </ac:spMkLst>
        </pc:spChg>
        <pc:spChg chg="mod">
          <ac:chgData name="Yash Jadhav" userId="535c3d6d-72b8-4f77-8155-55f939173cf2" providerId="ADAL" clId="{F33F88E0-3380-47C4-AFDE-F1AC050ADA82}" dt="2026-01-25T16:05:45.150" v="8395" actId="790"/>
          <ac:spMkLst>
            <pc:docMk/>
            <pc:sldMk cId="829540828" sldId="413"/>
            <ac:spMk id="33" creationId="{EEB7934F-529A-0B44-6F3C-CABC1DF30033}"/>
          </ac:spMkLst>
        </pc:spChg>
        <pc:spChg chg="mod">
          <ac:chgData name="Yash Jadhav" userId="535c3d6d-72b8-4f77-8155-55f939173cf2" providerId="ADAL" clId="{F33F88E0-3380-47C4-AFDE-F1AC050ADA82}" dt="2026-01-25T16:05:44.895" v="8291" actId="790"/>
          <ac:spMkLst>
            <pc:docMk/>
            <pc:sldMk cId="829540828" sldId="413"/>
            <ac:spMk id="36" creationId="{00000000-0000-0000-0000-000000000000}"/>
          </ac:spMkLst>
        </pc:spChg>
        <pc:spChg chg="mod">
          <ac:chgData name="Yash Jadhav" userId="535c3d6d-72b8-4f77-8155-55f939173cf2" providerId="ADAL" clId="{F33F88E0-3380-47C4-AFDE-F1AC050ADA82}" dt="2026-01-25T16:05:44.898" v="8292" actId="790"/>
          <ac:spMkLst>
            <pc:docMk/>
            <pc:sldMk cId="829540828" sldId="413"/>
            <ac:spMk id="39" creationId="{00000000-0000-0000-0000-000000000000}"/>
          </ac:spMkLst>
        </pc:spChg>
        <pc:spChg chg="mod">
          <ac:chgData name="Yash Jadhav" userId="535c3d6d-72b8-4f77-8155-55f939173cf2" providerId="ADAL" clId="{F33F88E0-3380-47C4-AFDE-F1AC050ADA82}" dt="2026-01-25T16:05:44.901" v="8293" actId="790"/>
          <ac:spMkLst>
            <pc:docMk/>
            <pc:sldMk cId="829540828" sldId="413"/>
            <ac:spMk id="42" creationId="{00000000-0000-0000-0000-000000000000}"/>
          </ac:spMkLst>
        </pc:spChg>
        <pc:spChg chg="mod">
          <ac:chgData name="Yash Jadhav" userId="535c3d6d-72b8-4f77-8155-55f939173cf2" providerId="ADAL" clId="{F33F88E0-3380-47C4-AFDE-F1AC050ADA82}" dt="2026-01-25T16:05:44.904" v="8294" actId="790"/>
          <ac:spMkLst>
            <pc:docMk/>
            <pc:sldMk cId="829540828" sldId="413"/>
            <ac:spMk id="45" creationId="{00000000-0000-0000-0000-000000000000}"/>
          </ac:spMkLst>
        </pc:spChg>
        <pc:spChg chg="mod">
          <ac:chgData name="Yash Jadhav" userId="535c3d6d-72b8-4f77-8155-55f939173cf2" providerId="ADAL" clId="{F33F88E0-3380-47C4-AFDE-F1AC050ADA82}" dt="2026-01-25T16:05:44.907" v="8295" actId="790"/>
          <ac:spMkLst>
            <pc:docMk/>
            <pc:sldMk cId="829540828" sldId="413"/>
            <ac:spMk id="48" creationId="{00000000-0000-0000-0000-000000000000}"/>
          </ac:spMkLst>
        </pc:spChg>
        <pc:spChg chg="mod">
          <ac:chgData name="Yash Jadhav" userId="535c3d6d-72b8-4f77-8155-55f939173cf2" providerId="ADAL" clId="{F33F88E0-3380-47C4-AFDE-F1AC050ADA82}" dt="2026-01-25T16:05:45.152" v="8396" actId="790"/>
          <ac:spMkLst>
            <pc:docMk/>
            <pc:sldMk cId="829540828" sldId="413"/>
            <ac:spMk id="50" creationId="{FA38341F-E8C2-1F50-28BE-8FAB3735078F}"/>
          </ac:spMkLst>
        </pc:spChg>
        <pc:spChg chg="mod">
          <ac:chgData name="Yash Jadhav" userId="535c3d6d-72b8-4f77-8155-55f939173cf2" providerId="ADAL" clId="{F33F88E0-3380-47C4-AFDE-F1AC050ADA82}" dt="2026-01-25T16:05:45.154" v="8397" actId="790"/>
          <ac:spMkLst>
            <pc:docMk/>
            <pc:sldMk cId="829540828" sldId="413"/>
            <ac:spMk id="51" creationId="{9847CF82-8C54-86A2-0B14-0FBF4A48D0BE}"/>
          </ac:spMkLst>
        </pc:spChg>
        <pc:spChg chg="mod">
          <ac:chgData name="Yash Jadhav" userId="535c3d6d-72b8-4f77-8155-55f939173cf2" providerId="ADAL" clId="{F33F88E0-3380-47C4-AFDE-F1AC050ADA82}" dt="2026-01-25T16:05:45.157" v="8398" actId="790"/>
          <ac:spMkLst>
            <pc:docMk/>
            <pc:sldMk cId="829540828" sldId="413"/>
            <ac:spMk id="52" creationId="{C8B33332-D9A9-BFDC-1D99-AFBC367388FE}"/>
          </ac:spMkLst>
        </pc:spChg>
        <pc:spChg chg="mod">
          <ac:chgData name="Yash Jadhav" userId="535c3d6d-72b8-4f77-8155-55f939173cf2" providerId="ADAL" clId="{F33F88E0-3380-47C4-AFDE-F1AC050ADA82}" dt="2026-01-25T16:05:45.158" v="8399" actId="790"/>
          <ac:spMkLst>
            <pc:docMk/>
            <pc:sldMk cId="829540828" sldId="413"/>
            <ac:spMk id="53" creationId="{B5AEE500-4619-9EF7-7C7A-D0EEB6BC795E}"/>
          </ac:spMkLst>
        </pc:spChg>
        <pc:spChg chg="mod">
          <ac:chgData name="Yash Jadhav" userId="535c3d6d-72b8-4f77-8155-55f939173cf2" providerId="ADAL" clId="{F33F88E0-3380-47C4-AFDE-F1AC050ADA82}" dt="2026-01-25T16:05:45.160" v="8400" actId="790"/>
          <ac:spMkLst>
            <pc:docMk/>
            <pc:sldMk cId="829540828" sldId="413"/>
            <ac:spMk id="54" creationId="{4490C195-C60E-E5B0-6B8C-B7EF4E8F1B7D}"/>
          </ac:spMkLst>
        </pc:spChg>
        <pc:spChg chg="mod">
          <ac:chgData name="Yash Jadhav" userId="535c3d6d-72b8-4f77-8155-55f939173cf2" providerId="ADAL" clId="{F33F88E0-3380-47C4-AFDE-F1AC050ADA82}" dt="2026-01-25T16:05:45.162" v="8401" actId="790"/>
          <ac:spMkLst>
            <pc:docMk/>
            <pc:sldMk cId="829540828" sldId="413"/>
            <ac:spMk id="55" creationId="{0548D9E3-D695-BE3F-FAA5-DEC539FF57E9}"/>
          </ac:spMkLst>
        </pc:spChg>
        <pc:spChg chg="mod">
          <ac:chgData name="Yash Jadhav" userId="535c3d6d-72b8-4f77-8155-55f939173cf2" providerId="ADAL" clId="{F33F88E0-3380-47C4-AFDE-F1AC050ADA82}" dt="2026-01-25T16:05:45.163" v="8402" actId="790"/>
          <ac:spMkLst>
            <pc:docMk/>
            <pc:sldMk cId="829540828" sldId="413"/>
            <ac:spMk id="56" creationId="{E02109ED-964E-A3E0-9CCE-DAC2F689B5AE}"/>
          </ac:spMkLst>
        </pc:spChg>
        <pc:spChg chg="mod">
          <ac:chgData name="Yash Jadhav" userId="535c3d6d-72b8-4f77-8155-55f939173cf2" providerId="ADAL" clId="{F33F88E0-3380-47C4-AFDE-F1AC050ADA82}" dt="2026-01-25T16:05:45.164" v="8403" actId="790"/>
          <ac:spMkLst>
            <pc:docMk/>
            <pc:sldMk cId="829540828" sldId="413"/>
            <ac:spMk id="57" creationId="{DDC39074-1626-C43E-B30B-8B2BA36644F4}"/>
          </ac:spMkLst>
        </pc:spChg>
        <pc:spChg chg="mod">
          <ac:chgData name="Yash Jadhav" userId="535c3d6d-72b8-4f77-8155-55f939173cf2" providerId="ADAL" clId="{F33F88E0-3380-47C4-AFDE-F1AC050ADA82}" dt="2026-01-25T16:05:45.168" v="8404" actId="790"/>
          <ac:spMkLst>
            <pc:docMk/>
            <pc:sldMk cId="829540828" sldId="413"/>
            <ac:spMk id="58" creationId="{AB189661-EC7E-2DBA-1E1C-7E07852D415D}"/>
          </ac:spMkLst>
        </pc:spChg>
        <pc:spChg chg="mod">
          <ac:chgData name="Yash Jadhav" userId="535c3d6d-72b8-4f77-8155-55f939173cf2" providerId="ADAL" clId="{F33F88E0-3380-47C4-AFDE-F1AC050ADA82}" dt="2026-01-25T16:05:45.170" v="8405" actId="790"/>
          <ac:spMkLst>
            <pc:docMk/>
            <pc:sldMk cId="829540828" sldId="413"/>
            <ac:spMk id="59" creationId="{4E259A7B-6C81-556F-81A7-7FE00488EF6A}"/>
          </ac:spMkLst>
        </pc:spChg>
        <pc:spChg chg="mod">
          <ac:chgData name="Yash Jadhav" userId="535c3d6d-72b8-4f77-8155-55f939173cf2" providerId="ADAL" clId="{F33F88E0-3380-47C4-AFDE-F1AC050ADA82}" dt="2026-01-25T16:05:45.173" v="8406" actId="790"/>
          <ac:spMkLst>
            <pc:docMk/>
            <pc:sldMk cId="829540828" sldId="413"/>
            <ac:spMk id="60" creationId="{3AF37F82-E141-6EFD-7377-E9007142FD01}"/>
          </ac:spMkLst>
        </pc:spChg>
        <pc:spChg chg="mod">
          <ac:chgData name="Yash Jadhav" userId="535c3d6d-72b8-4f77-8155-55f939173cf2" providerId="ADAL" clId="{F33F88E0-3380-47C4-AFDE-F1AC050ADA82}" dt="2026-01-25T16:05:45.175" v="8407" actId="790"/>
          <ac:spMkLst>
            <pc:docMk/>
            <pc:sldMk cId="829540828" sldId="413"/>
            <ac:spMk id="61" creationId="{29816F4C-A0E1-737E-08D0-A0F58D6C65EF}"/>
          </ac:spMkLst>
        </pc:spChg>
        <pc:spChg chg="mod">
          <ac:chgData name="Yash Jadhav" userId="535c3d6d-72b8-4f77-8155-55f939173cf2" providerId="ADAL" clId="{F33F88E0-3380-47C4-AFDE-F1AC050ADA82}" dt="2026-01-25T16:05:45.177" v="8408" actId="790"/>
          <ac:spMkLst>
            <pc:docMk/>
            <pc:sldMk cId="829540828" sldId="413"/>
            <ac:spMk id="62" creationId="{A2D005FD-DC61-EF8E-E5D6-2F577C94A930}"/>
          </ac:spMkLst>
        </pc:spChg>
        <pc:spChg chg="mod">
          <ac:chgData name="Yash Jadhav" userId="535c3d6d-72b8-4f77-8155-55f939173cf2" providerId="ADAL" clId="{F33F88E0-3380-47C4-AFDE-F1AC050ADA82}" dt="2026-01-25T16:05:44.910" v="8296" actId="790"/>
          <ac:spMkLst>
            <pc:docMk/>
            <pc:sldMk cId="829540828" sldId="413"/>
            <ac:spMk id="81" creationId="{677AB484-EA52-4ED1-9672-4B2C2E782B77}"/>
          </ac:spMkLst>
        </pc:spChg>
        <pc:spChg chg="mod">
          <ac:chgData name="Yash Jadhav" userId="535c3d6d-72b8-4f77-8155-55f939173cf2" providerId="ADAL" clId="{F33F88E0-3380-47C4-AFDE-F1AC050ADA82}" dt="2026-01-25T16:05:44.912" v="8297" actId="790"/>
          <ac:spMkLst>
            <pc:docMk/>
            <pc:sldMk cId="829540828" sldId="413"/>
            <ac:spMk id="82" creationId="{C8F3325E-4849-A8A0-EDEB-D96C5FFA1B2E}"/>
          </ac:spMkLst>
        </pc:spChg>
        <pc:spChg chg="mod">
          <ac:chgData name="Yash Jadhav" userId="535c3d6d-72b8-4f77-8155-55f939173cf2" providerId="ADAL" clId="{F33F88E0-3380-47C4-AFDE-F1AC050ADA82}" dt="2026-01-25T16:05:44.914" v="8298" actId="790"/>
          <ac:spMkLst>
            <pc:docMk/>
            <pc:sldMk cId="829540828" sldId="413"/>
            <ac:spMk id="83" creationId="{DAF84570-7678-8328-8330-122AC8D8020B}"/>
          </ac:spMkLst>
        </pc:spChg>
        <pc:spChg chg="mod">
          <ac:chgData name="Yash Jadhav" userId="535c3d6d-72b8-4f77-8155-55f939173cf2" providerId="ADAL" clId="{F33F88E0-3380-47C4-AFDE-F1AC050ADA82}" dt="2026-01-25T16:05:44.917" v="8299" actId="790"/>
          <ac:spMkLst>
            <pc:docMk/>
            <pc:sldMk cId="829540828" sldId="413"/>
            <ac:spMk id="84" creationId="{7960ABFD-BE20-4F23-FADF-B03DCB7F0380}"/>
          </ac:spMkLst>
        </pc:spChg>
        <pc:spChg chg="mod">
          <ac:chgData name="Yash Jadhav" userId="535c3d6d-72b8-4f77-8155-55f939173cf2" providerId="ADAL" clId="{F33F88E0-3380-47C4-AFDE-F1AC050ADA82}" dt="2026-01-25T16:05:44.920" v="8300" actId="790"/>
          <ac:spMkLst>
            <pc:docMk/>
            <pc:sldMk cId="829540828" sldId="413"/>
            <ac:spMk id="85" creationId="{56C245BD-C45E-8A33-FC1A-6940D6BD6EE8}"/>
          </ac:spMkLst>
        </pc:spChg>
        <pc:spChg chg="mod">
          <ac:chgData name="Yash Jadhav" userId="535c3d6d-72b8-4f77-8155-55f939173cf2" providerId="ADAL" clId="{F33F88E0-3380-47C4-AFDE-F1AC050ADA82}" dt="2026-01-25T16:05:44.923" v="8301" actId="790"/>
          <ac:spMkLst>
            <pc:docMk/>
            <pc:sldMk cId="829540828" sldId="413"/>
            <ac:spMk id="86" creationId="{346F3DCD-6C4F-99D6-2DA0-494086B89DC3}"/>
          </ac:spMkLst>
        </pc:spChg>
        <pc:spChg chg="mod">
          <ac:chgData name="Yash Jadhav" userId="535c3d6d-72b8-4f77-8155-55f939173cf2" providerId="ADAL" clId="{F33F88E0-3380-47C4-AFDE-F1AC050ADA82}" dt="2026-01-25T16:05:44.925" v="8302" actId="790"/>
          <ac:spMkLst>
            <pc:docMk/>
            <pc:sldMk cId="829540828" sldId="413"/>
            <ac:spMk id="87" creationId="{8477F345-5316-72EC-B6AB-DD9814BB8353}"/>
          </ac:spMkLst>
        </pc:spChg>
        <pc:spChg chg="mod">
          <ac:chgData name="Yash Jadhav" userId="535c3d6d-72b8-4f77-8155-55f939173cf2" providerId="ADAL" clId="{F33F88E0-3380-47C4-AFDE-F1AC050ADA82}" dt="2026-01-25T16:05:44.928" v="8303" actId="790"/>
          <ac:spMkLst>
            <pc:docMk/>
            <pc:sldMk cId="829540828" sldId="413"/>
            <ac:spMk id="88" creationId="{B804213F-299E-3C1A-E6C0-DB12123245B5}"/>
          </ac:spMkLst>
        </pc:spChg>
        <pc:spChg chg="mod">
          <ac:chgData name="Yash Jadhav" userId="535c3d6d-72b8-4f77-8155-55f939173cf2" providerId="ADAL" clId="{F33F88E0-3380-47C4-AFDE-F1AC050ADA82}" dt="2026-01-25T16:05:44.930" v="8304" actId="790"/>
          <ac:spMkLst>
            <pc:docMk/>
            <pc:sldMk cId="829540828" sldId="413"/>
            <ac:spMk id="89" creationId="{ACC4ECD7-697A-38E4-2B62-78794F82A8F5}"/>
          </ac:spMkLst>
        </pc:spChg>
        <pc:spChg chg="mod">
          <ac:chgData name="Yash Jadhav" userId="535c3d6d-72b8-4f77-8155-55f939173cf2" providerId="ADAL" clId="{F33F88E0-3380-47C4-AFDE-F1AC050ADA82}" dt="2026-01-25T16:05:44.934" v="8305" actId="790"/>
          <ac:spMkLst>
            <pc:docMk/>
            <pc:sldMk cId="829540828" sldId="413"/>
            <ac:spMk id="91" creationId="{E45DD3E0-91A8-7EDD-4F4A-B9867A186A58}"/>
          </ac:spMkLst>
        </pc:spChg>
        <pc:spChg chg="mod">
          <ac:chgData name="Yash Jadhav" userId="535c3d6d-72b8-4f77-8155-55f939173cf2" providerId="ADAL" clId="{F33F88E0-3380-47C4-AFDE-F1AC050ADA82}" dt="2026-01-25T16:05:44.937" v="8306" actId="790"/>
          <ac:spMkLst>
            <pc:docMk/>
            <pc:sldMk cId="829540828" sldId="413"/>
            <ac:spMk id="92" creationId="{68F95B59-4F4F-3399-AFEC-41214F999D79}"/>
          </ac:spMkLst>
        </pc:spChg>
        <pc:spChg chg="mod">
          <ac:chgData name="Yash Jadhav" userId="535c3d6d-72b8-4f77-8155-55f939173cf2" providerId="ADAL" clId="{F33F88E0-3380-47C4-AFDE-F1AC050ADA82}" dt="2026-01-25T16:05:44.939" v="8307" actId="790"/>
          <ac:spMkLst>
            <pc:docMk/>
            <pc:sldMk cId="829540828" sldId="413"/>
            <ac:spMk id="93" creationId="{78E716C1-23FE-9B59-CCBC-D1F55E69677F}"/>
          </ac:spMkLst>
        </pc:spChg>
        <pc:spChg chg="mod">
          <ac:chgData name="Yash Jadhav" userId="535c3d6d-72b8-4f77-8155-55f939173cf2" providerId="ADAL" clId="{F33F88E0-3380-47C4-AFDE-F1AC050ADA82}" dt="2026-01-25T16:05:44.942" v="8308" actId="790"/>
          <ac:spMkLst>
            <pc:docMk/>
            <pc:sldMk cId="829540828" sldId="413"/>
            <ac:spMk id="94" creationId="{949DE68A-3831-4B29-2ED9-ACED1294A14E}"/>
          </ac:spMkLst>
        </pc:spChg>
        <pc:spChg chg="mod">
          <ac:chgData name="Yash Jadhav" userId="535c3d6d-72b8-4f77-8155-55f939173cf2" providerId="ADAL" clId="{F33F88E0-3380-47C4-AFDE-F1AC050ADA82}" dt="2026-01-25T16:05:44.944" v="8309" actId="790"/>
          <ac:spMkLst>
            <pc:docMk/>
            <pc:sldMk cId="829540828" sldId="413"/>
            <ac:spMk id="95" creationId="{FF7789CF-CC50-9D0F-AA18-760DC0092109}"/>
          </ac:spMkLst>
        </pc:spChg>
        <pc:spChg chg="mod">
          <ac:chgData name="Yash Jadhav" userId="535c3d6d-72b8-4f77-8155-55f939173cf2" providerId="ADAL" clId="{F33F88E0-3380-47C4-AFDE-F1AC050ADA82}" dt="2026-01-25T16:05:44.946" v="8310" actId="790"/>
          <ac:spMkLst>
            <pc:docMk/>
            <pc:sldMk cId="829540828" sldId="413"/>
            <ac:spMk id="96" creationId="{62DBADF6-9E0B-40A9-D30D-19EDB2CBE9EF}"/>
          </ac:spMkLst>
        </pc:spChg>
        <pc:spChg chg="mod">
          <ac:chgData name="Yash Jadhav" userId="535c3d6d-72b8-4f77-8155-55f939173cf2" providerId="ADAL" clId="{F33F88E0-3380-47C4-AFDE-F1AC050ADA82}" dt="2026-01-25T16:05:44.950" v="8311" actId="790"/>
          <ac:spMkLst>
            <pc:docMk/>
            <pc:sldMk cId="829540828" sldId="413"/>
            <ac:spMk id="97" creationId="{0B27F952-618D-B8AA-AE71-E0F98522F8A0}"/>
          </ac:spMkLst>
        </pc:spChg>
        <pc:spChg chg="mod">
          <ac:chgData name="Yash Jadhav" userId="535c3d6d-72b8-4f77-8155-55f939173cf2" providerId="ADAL" clId="{F33F88E0-3380-47C4-AFDE-F1AC050ADA82}" dt="2026-01-25T16:05:44.952" v="8312" actId="790"/>
          <ac:spMkLst>
            <pc:docMk/>
            <pc:sldMk cId="829540828" sldId="413"/>
            <ac:spMk id="98" creationId="{529CEEED-BE56-D7FF-E0A8-28816637CEEC}"/>
          </ac:spMkLst>
        </pc:spChg>
        <pc:spChg chg="mod">
          <ac:chgData name="Yash Jadhav" userId="535c3d6d-72b8-4f77-8155-55f939173cf2" providerId="ADAL" clId="{F33F88E0-3380-47C4-AFDE-F1AC050ADA82}" dt="2026-01-25T16:05:44.955" v="8313" actId="790"/>
          <ac:spMkLst>
            <pc:docMk/>
            <pc:sldMk cId="829540828" sldId="413"/>
            <ac:spMk id="99" creationId="{41283A7D-23B7-E76E-66F4-E58CD857A862}"/>
          </ac:spMkLst>
        </pc:spChg>
        <pc:spChg chg="mod">
          <ac:chgData name="Yash Jadhav" userId="535c3d6d-72b8-4f77-8155-55f939173cf2" providerId="ADAL" clId="{F33F88E0-3380-47C4-AFDE-F1AC050ADA82}" dt="2026-01-25T16:05:44.957" v="8314" actId="790"/>
          <ac:spMkLst>
            <pc:docMk/>
            <pc:sldMk cId="829540828" sldId="413"/>
            <ac:spMk id="100" creationId="{9F3527EB-14D6-3649-7925-77033CA96681}"/>
          </ac:spMkLst>
        </pc:spChg>
        <pc:spChg chg="mod">
          <ac:chgData name="Yash Jadhav" userId="535c3d6d-72b8-4f77-8155-55f939173cf2" providerId="ADAL" clId="{F33F88E0-3380-47C4-AFDE-F1AC050ADA82}" dt="2026-01-25T16:05:44.959" v="8315" actId="790"/>
          <ac:spMkLst>
            <pc:docMk/>
            <pc:sldMk cId="829540828" sldId="413"/>
            <ac:spMk id="101" creationId="{8202C8B2-6CFD-A885-8E42-5B613A834399}"/>
          </ac:spMkLst>
        </pc:spChg>
        <pc:spChg chg="mod">
          <ac:chgData name="Yash Jadhav" userId="535c3d6d-72b8-4f77-8155-55f939173cf2" providerId="ADAL" clId="{F33F88E0-3380-47C4-AFDE-F1AC050ADA82}" dt="2026-01-25T16:05:44.961" v="8316" actId="790"/>
          <ac:spMkLst>
            <pc:docMk/>
            <pc:sldMk cId="829540828" sldId="413"/>
            <ac:spMk id="102" creationId="{675F39B2-4CF0-ACFA-7364-393DC72B79EF}"/>
          </ac:spMkLst>
        </pc:spChg>
        <pc:spChg chg="mod">
          <ac:chgData name="Yash Jadhav" userId="535c3d6d-72b8-4f77-8155-55f939173cf2" providerId="ADAL" clId="{F33F88E0-3380-47C4-AFDE-F1AC050ADA82}" dt="2026-01-25T16:05:44.963" v="8317" actId="790"/>
          <ac:spMkLst>
            <pc:docMk/>
            <pc:sldMk cId="829540828" sldId="413"/>
            <ac:spMk id="103" creationId="{9BAA908E-1066-3057-997D-588B959BBFC1}"/>
          </ac:spMkLst>
        </pc:spChg>
        <pc:spChg chg="mod">
          <ac:chgData name="Yash Jadhav" userId="535c3d6d-72b8-4f77-8155-55f939173cf2" providerId="ADAL" clId="{F33F88E0-3380-47C4-AFDE-F1AC050ADA82}" dt="2026-01-25T16:05:44.967" v="8318" actId="790"/>
          <ac:spMkLst>
            <pc:docMk/>
            <pc:sldMk cId="829540828" sldId="413"/>
            <ac:spMk id="104" creationId="{467F5B68-F0B1-78DA-78CB-DBADFADD1DB3}"/>
          </ac:spMkLst>
        </pc:spChg>
        <pc:spChg chg="mod">
          <ac:chgData name="Yash Jadhav" userId="535c3d6d-72b8-4f77-8155-55f939173cf2" providerId="ADAL" clId="{F33F88E0-3380-47C4-AFDE-F1AC050ADA82}" dt="2026-01-25T16:05:44.970" v="8319" actId="790"/>
          <ac:spMkLst>
            <pc:docMk/>
            <pc:sldMk cId="829540828" sldId="413"/>
            <ac:spMk id="105" creationId="{67E93DA0-02CA-6528-132E-98BB1523C01C}"/>
          </ac:spMkLst>
        </pc:spChg>
        <pc:spChg chg="mod">
          <ac:chgData name="Yash Jadhav" userId="535c3d6d-72b8-4f77-8155-55f939173cf2" providerId="ADAL" clId="{F33F88E0-3380-47C4-AFDE-F1AC050ADA82}" dt="2026-01-25T16:05:44.973" v="8320" actId="790"/>
          <ac:spMkLst>
            <pc:docMk/>
            <pc:sldMk cId="829540828" sldId="413"/>
            <ac:spMk id="106" creationId="{6D543454-4F73-5140-FACC-5FA0FB221B1B}"/>
          </ac:spMkLst>
        </pc:spChg>
        <pc:spChg chg="mod">
          <ac:chgData name="Yash Jadhav" userId="535c3d6d-72b8-4f77-8155-55f939173cf2" providerId="ADAL" clId="{F33F88E0-3380-47C4-AFDE-F1AC050ADA82}" dt="2026-01-25T16:05:44.975" v="8321" actId="790"/>
          <ac:spMkLst>
            <pc:docMk/>
            <pc:sldMk cId="829540828" sldId="413"/>
            <ac:spMk id="107" creationId="{63E4B576-366A-2138-7B8B-9C38EE496F03}"/>
          </ac:spMkLst>
        </pc:spChg>
        <pc:spChg chg="mod">
          <ac:chgData name="Yash Jadhav" userId="535c3d6d-72b8-4f77-8155-55f939173cf2" providerId="ADAL" clId="{F33F88E0-3380-47C4-AFDE-F1AC050ADA82}" dt="2026-01-25T16:05:44.977" v="8322" actId="790"/>
          <ac:spMkLst>
            <pc:docMk/>
            <pc:sldMk cId="829540828" sldId="413"/>
            <ac:spMk id="108" creationId="{7562B204-AD94-8704-B598-AD5DA106091F}"/>
          </ac:spMkLst>
        </pc:spChg>
        <pc:spChg chg="mod">
          <ac:chgData name="Yash Jadhav" userId="535c3d6d-72b8-4f77-8155-55f939173cf2" providerId="ADAL" clId="{F33F88E0-3380-47C4-AFDE-F1AC050ADA82}" dt="2026-01-25T16:05:44.980" v="8323" actId="790"/>
          <ac:spMkLst>
            <pc:docMk/>
            <pc:sldMk cId="829540828" sldId="413"/>
            <ac:spMk id="109" creationId="{B2D7F712-970B-5560-59D1-541F05D5F4C4}"/>
          </ac:spMkLst>
        </pc:spChg>
        <pc:spChg chg="mod">
          <ac:chgData name="Yash Jadhav" userId="535c3d6d-72b8-4f77-8155-55f939173cf2" providerId="ADAL" clId="{F33F88E0-3380-47C4-AFDE-F1AC050ADA82}" dt="2026-01-25T16:05:44.982" v="8324" actId="790"/>
          <ac:spMkLst>
            <pc:docMk/>
            <pc:sldMk cId="829540828" sldId="413"/>
            <ac:spMk id="110" creationId="{D56D0972-FAA8-8B70-BA6B-F6FB01FE9174}"/>
          </ac:spMkLst>
        </pc:spChg>
        <pc:spChg chg="mod">
          <ac:chgData name="Yash Jadhav" userId="535c3d6d-72b8-4f77-8155-55f939173cf2" providerId="ADAL" clId="{F33F88E0-3380-47C4-AFDE-F1AC050ADA82}" dt="2026-01-25T16:05:44.985" v="8325" actId="790"/>
          <ac:spMkLst>
            <pc:docMk/>
            <pc:sldMk cId="829540828" sldId="413"/>
            <ac:spMk id="111" creationId="{227828F9-DDB2-EBA2-3C73-A547BC15FEB2}"/>
          </ac:spMkLst>
        </pc:spChg>
        <pc:spChg chg="mod">
          <ac:chgData name="Yash Jadhav" userId="535c3d6d-72b8-4f77-8155-55f939173cf2" providerId="ADAL" clId="{F33F88E0-3380-47C4-AFDE-F1AC050ADA82}" dt="2026-01-25T16:05:44.987" v="8326" actId="790"/>
          <ac:spMkLst>
            <pc:docMk/>
            <pc:sldMk cId="829540828" sldId="413"/>
            <ac:spMk id="112" creationId="{3AD0895A-AFF0-C7B1-7268-407FFF8382F6}"/>
          </ac:spMkLst>
        </pc:spChg>
        <pc:spChg chg="mod">
          <ac:chgData name="Yash Jadhav" userId="535c3d6d-72b8-4f77-8155-55f939173cf2" providerId="ADAL" clId="{F33F88E0-3380-47C4-AFDE-F1AC050ADA82}" dt="2026-01-25T16:05:44.989" v="8327" actId="790"/>
          <ac:spMkLst>
            <pc:docMk/>
            <pc:sldMk cId="829540828" sldId="413"/>
            <ac:spMk id="113" creationId="{6B1FC191-9685-C656-3763-04FD88313098}"/>
          </ac:spMkLst>
        </pc:spChg>
        <pc:spChg chg="mod">
          <ac:chgData name="Yash Jadhav" userId="535c3d6d-72b8-4f77-8155-55f939173cf2" providerId="ADAL" clId="{F33F88E0-3380-47C4-AFDE-F1AC050ADA82}" dt="2026-01-25T16:05:44.991" v="8328" actId="790"/>
          <ac:spMkLst>
            <pc:docMk/>
            <pc:sldMk cId="829540828" sldId="413"/>
            <ac:spMk id="114" creationId="{68DDE4D5-6E41-B49A-0BEB-F878135DAFC3}"/>
          </ac:spMkLst>
        </pc:spChg>
        <pc:spChg chg="mod">
          <ac:chgData name="Yash Jadhav" userId="535c3d6d-72b8-4f77-8155-55f939173cf2" providerId="ADAL" clId="{F33F88E0-3380-47C4-AFDE-F1AC050ADA82}" dt="2026-01-25T16:05:44.993" v="8329" actId="790"/>
          <ac:spMkLst>
            <pc:docMk/>
            <pc:sldMk cId="829540828" sldId="413"/>
            <ac:spMk id="115" creationId="{39D51762-926E-25CD-3FCC-EFB1D88D8FCB}"/>
          </ac:spMkLst>
        </pc:spChg>
        <pc:spChg chg="mod">
          <ac:chgData name="Yash Jadhav" userId="535c3d6d-72b8-4f77-8155-55f939173cf2" providerId="ADAL" clId="{F33F88E0-3380-47C4-AFDE-F1AC050ADA82}" dt="2026-01-25T16:05:44.994" v="8330" actId="790"/>
          <ac:spMkLst>
            <pc:docMk/>
            <pc:sldMk cId="829540828" sldId="413"/>
            <ac:spMk id="116" creationId="{7DEBCFA6-E8D4-CA58-454F-AB2221C8ACF7}"/>
          </ac:spMkLst>
        </pc:spChg>
        <pc:spChg chg="mod">
          <ac:chgData name="Yash Jadhav" userId="535c3d6d-72b8-4f77-8155-55f939173cf2" providerId="ADAL" clId="{F33F88E0-3380-47C4-AFDE-F1AC050ADA82}" dt="2026-01-25T16:05:45" v="8331" actId="790"/>
          <ac:spMkLst>
            <pc:docMk/>
            <pc:sldMk cId="829540828" sldId="413"/>
            <ac:spMk id="117" creationId="{ADA4AC22-ABDF-51D0-90A5-84088A39DBD3}"/>
          </ac:spMkLst>
        </pc:spChg>
        <pc:spChg chg="mod">
          <ac:chgData name="Yash Jadhav" userId="535c3d6d-72b8-4f77-8155-55f939173cf2" providerId="ADAL" clId="{F33F88E0-3380-47C4-AFDE-F1AC050ADA82}" dt="2026-01-25T16:05:45.005" v="8332" actId="790"/>
          <ac:spMkLst>
            <pc:docMk/>
            <pc:sldMk cId="829540828" sldId="413"/>
            <ac:spMk id="118" creationId="{006F0674-004F-FD14-3D56-A3507090B055}"/>
          </ac:spMkLst>
        </pc:spChg>
        <pc:spChg chg="mod">
          <ac:chgData name="Yash Jadhav" userId="535c3d6d-72b8-4f77-8155-55f939173cf2" providerId="ADAL" clId="{F33F88E0-3380-47C4-AFDE-F1AC050ADA82}" dt="2026-01-25T16:05:45.008" v="8333" actId="790"/>
          <ac:spMkLst>
            <pc:docMk/>
            <pc:sldMk cId="829540828" sldId="413"/>
            <ac:spMk id="120" creationId="{765F8CE7-3CD0-1B66-08DD-16CBAC7B6309}"/>
          </ac:spMkLst>
        </pc:spChg>
        <pc:spChg chg="mod">
          <ac:chgData name="Yash Jadhav" userId="535c3d6d-72b8-4f77-8155-55f939173cf2" providerId="ADAL" clId="{F33F88E0-3380-47C4-AFDE-F1AC050ADA82}" dt="2026-01-25T16:05:45.010" v="8334" actId="790"/>
          <ac:spMkLst>
            <pc:docMk/>
            <pc:sldMk cId="829540828" sldId="413"/>
            <ac:spMk id="121" creationId="{CBCF651F-17B4-0A44-99E5-36BE75792822}"/>
          </ac:spMkLst>
        </pc:spChg>
        <pc:spChg chg="mod">
          <ac:chgData name="Yash Jadhav" userId="535c3d6d-72b8-4f77-8155-55f939173cf2" providerId="ADAL" clId="{F33F88E0-3380-47C4-AFDE-F1AC050ADA82}" dt="2026-01-25T16:05:45.013" v="8335" actId="790"/>
          <ac:spMkLst>
            <pc:docMk/>
            <pc:sldMk cId="829540828" sldId="413"/>
            <ac:spMk id="122" creationId="{EAAA6DC0-F295-7408-F8DF-3FFC0D3E09CC}"/>
          </ac:spMkLst>
        </pc:spChg>
        <pc:spChg chg="mod">
          <ac:chgData name="Yash Jadhav" userId="535c3d6d-72b8-4f77-8155-55f939173cf2" providerId="ADAL" clId="{F33F88E0-3380-47C4-AFDE-F1AC050ADA82}" dt="2026-01-25T16:05:45.015" v="8336" actId="790"/>
          <ac:spMkLst>
            <pc:docMk/>
            <pc:sldMk cId="829540828" sldId="413"/>
            <ac:spMk id="123" creationId="{521FEA5D-2157-A90C-478D-6468E879E4F0}"/>
          </ac:spMkLst>
        </pc:spChg>
        <pc:spChg chg="mod">
          <ac:chgData name="Yash Jadhav" userId="535c3d6d-72b8-4f77-8155-55f939173cf2" providerId="ADAL" clId="{F33F88E0-3380-47C4-AFDE-F1AC050ADA82}" dt="2026-01-25T16:05:45.018" v="8337" actId="790"/>
          <ac:spMkLst>
            <pc:docMk/>
            <pc:sldMk cId="829540828" sldId="413"/>
            <ac:spMk id="124" creationId="{DA3A5FBF-CF88-B4D5-0026-3699F9894AE9}"/>
          </ac:spMkLst>
        </pc:spChg>
        <pc:spChg chg="mod">
          <ac:chgData name="Yash Jadhav" userId="535c3d6d-72b8-4f77-8155-55f939173cf2" providerId="ADAL" clId="{F33F88E0-3380-47C4-AFDE-F1AC050ADA82}" dt="2026-01-25T16:05:45.021" v="8338" actId="790"/>
          <ac:spMkLst>
            <pc:docMk/>
            <pc:sldMk cId="829540828" sldId="413"/>
            <ac:spMk id="125" creationId="{1AB0BFE8-A1FC-23FB-FAC5-548C37A8A85B}"/>
          </ac:spMkLst>
        </pc:spChg>
        <pc:spChg chg="mod">
          <ac:chgData name="Yash Jadhav" userId="535c3d6d-72b8-4f77-8155-55f939173cf2" providerId="ADAL" clId="{F33F88E0-3380-47C4-AFDE-F1AC050ADA82}" dt="2026-01-25T16:05:45.023" v="8339" actId="790"/>
          <ac:spMkLst>
            <pc:docMk/>
            <pc:sldMk cId="829540828" sldId="413"/>
            <ac:spMk id="126" creationId="{158F8404-CB04-EC1D-5171-BC53C950BB2A}"/>
          </ac:spMkLst>
        </pc:spChg>
        <pc:spChg chg="mod">
          <ac:chgData name="Yash Jadhav" userId="535c3d6d-72b8-4f77-8155-55f939173cf2" providerId="ADAL" clId="{F33F88E0-3380-47C4-AFDE-F1AC050ADA82}" dt="2026-01-25T16:05:45.026" v="8340" actId="790"/>
          <ac:spMkLst>
            <pc:docMk/>
            <pc:sldMk cId="829540828" sldId="413"/>
            <ac:spMk id="127" creationId="{647B5443-C92C-B76B-5F70-A6337641BD8C}"/>
          </ac:spMkLst>
        </pc:spChg>
        <pc:spChg chg="mod">
          <ac:chgData name="Yash Jadhav" userId="535c3d6d-72b8-4f77-8155-55f939173cf2" providerId="ADAL" clId="{F33F88E0-3380-47C4-AFDE-F1AC050ADA82}" dt="2026-01-25T16:05:45.030" v="8341" actId="790"/>
          <ac:spMkLst>
            <pc:docMk/>
            <pc:sldMk cId="829540828" sldId="413"/>
            <ac:spMk id="128" creationId="{ADAEDAB3-183A-120C-A39E-9B6198559431}"/>
          </ac:spMkLst>
        </pc:spChg>
        <pc:spChg chg="mod">
          <ac:chgData name="Yash Jadhav" userId="535c3d6d-72b8-4f77-8155-55f939173cf2" providerId="ADAL" clId="{F33F88E0-3380-47C4-AFDE-F1AC050ADA82}" dt="2026-01-25T16:05:45.032" v="8342" actId="790"/>
          <ac:spMkLst>
            <pc:docMk/>
            <pc:sldMk cId="829540828" sldId="413"/>
            <ac:spMk id="129" creationId="{E9BF2751-0D56-40CA-F198-033746A3913B}"/>
          </ac:spMkLst>
        </pc:spChg>
        <pc:spChg chg="mod">
          <ac:chgData name="Yash Jadhav" userId="535c3d6d-72b8-4f77-8155-55f939173cf2" providerId="ADAL" clId="{F33F88E0-3380-47C4-AFDE-F1AC050ADA82}" dt="2026-01-25T16:05:45.036" v="8343" actId="790"/>
          <ac:spMkLst>
            <pc:docMk/>
            <pc:sldMk cId="829540828" sldId="413"/>
            <ac:spMk id="130" creationId="{201E6779-6A4C-1E39-EF86-4FB3C9ED306D}"/>
          </ac:spMkLst>
        </pc:spChg>
        <pc:spChg chg="mod">
          <ac:chgData name="Yash Jadhav" userId="535c3d6d-72b8-4f77-8155-55f939173cf2" providerId="ADAL" clId="{F33F88E0-3380-47C4-AFDE-F1AC050ADA82}" dt="2026-01-25T16:05:45.039" v="8344" actId="790"/>
          <ac:spMkLst>
            <pc:docMk/>
            <pc:sldMk cId="829540828" sldId="413"/>
            <ac:spMk id="131" creationId="{775A0C6E-E03F-EBA1-0B22-DEFBB0AD89AC}"/>
          </ac:spMkLst>
        </pc:spChg>
        <pc:spChg chg="mod">
          <ac:chgData name="Yash Jadhav" userId="535c3d6d-72b8-4f77-8155-55f939173cf2" providerId="ADAL" clId="{F33F88E0-3380-47C4-AFDE-F1AC050ADA82}" dt="2026-01-25T16:05:45.041" v="8345" actId="790"/>
          <ac:spMkLst>
            <pc:docMk/>
            <pc:sldMk cId="829540828" sldId="413"/>
            <ac:spMk id="132" creationId="{0788B3BF-523E-4BA2-7062-465C1023C923}"/>
          </ac:spMkLst>
        </pc:spChg>
        <pc:spChg chg="mod">
          <ac:chgData name="Yash Jadhav" userId="535c3d6d-72b8-4f77-8155-55f939173cf2" providerId="ADAL" clId="{F33F88E0-3380-47C4-AFDE-F1AC050ADA82}" dt="2026-01-25T16:05:45.044" v="8346" actId="790"/>
          <ac:spMkLst>
            <pc:docMk/>
            <pc:sldMk cId="829540828" sldId="413"/>
            <ac:spMk id="133" creationId="{F6310354-1DD4-0968-C3C9-3C51933007DA}"/>
          </ac:spMkLst>
        </pc:spChg>
        <pc:spChg chg="mod">
          <ac:chgData name="Yash Jadhav" userId="535c3d6d-72b8-4f77-8155-55f939173cf2" providerId="ADAL" clId="{F33F88E0-3380-47C4-AFDE-F1AC050ADA82}" dt="2026-01-25T16:05:45.046" v="8347" actId="790"/>
          <ac:spMkLst>
            <pc:docMk/>
            <pc:sldMk cId="829540828" sldId="413"/>
            <ac:spMk id="134" creationId="{2A0C9236-44D0-B93D-FD32-65D20737E5B1}"/>
          </ac:spMkLst>
        </pc:spChg>
        <pc:spChg chg="mod">
          <ac:chgData name="Yash Jadhav" userId="535c3d6d-72b8-4f77-8155-55f939173cf2" providerId="ADAL" clId="{F33F88E0-3380-47C4-AFDE-F1AC050ADA82}" dt="2026-01-25T16:05:45.049" v="8348" actId="790"/>
          <ac:spMkLst>
            <pc:docMk/>
            <pc:sldMk cId="829540828" sldId="413"/>
            <ac:spMk id="135" creationId="{77171B3F-6361-D1BE-18A9-C0F769853F2F}"/>
          </ac:spMkLst>
        </pc:spChg>
        <pc:spChg chg="mod">
          <ac:chgData name="Yash Jadhav" userId="535c3d6d-72b8-4f77-8155-55f939173cf2" providerId="ADAL" clId="{F33F88E0-3380-47C4-AFDE-F1AC050ADA82}" dt="2026-01-25T16:05:45.051" v="8349" actId="790"/>
          <ac:spMkLst>
            <pc:docMk/>
            <pc:sldMk cId="829540828" sldId="413"/>
            <ac:spMk id="136" creationId="{AD5B2354-4C25-CB23-3C77-9160DE1EC903}"/>
          </ac:spMkLst>
        </pc:spChg>
        <pc:spChg chg="mod">
          <ac:chgData name="Yash Jadhav" userId="535c3d6d-72b8-4f77-8155-55f939173cf2" providerId="ADAL" clId="{F33F88E0-3380-47C4-AFDE-F1AC050ADA82}" dt="2026-01-25T16:05:45.054" v="8350" actId="790"/>
          <ac:spMkLst>
            <pc:docMk/>
            <pc:sldMk cId="829540828" sldId="413"/>
            <ac:spMk id="137" creationId="{DD239896-3482-9AE8-E20F-EF1CBE8C45F3}"/>
          </ac:spMkLst>
        </pc:spChg>
        <pc:spChg chg="mod">
          <ac:chgData name="Yash Jadhav" userId="535c3d6d-72b8-4f77-8155-55f939173cf2" providerId="ADAL" clId="{F33F88E0-3380-47C4-AFDE-F1AC050ADA82}" dt="2026-01-25T16:05:45.057" v="8351" actId="790"/>
          <ac:spMkLst>
            <pc:docMk/>
            <pc:sldMk cId="829540828" sldId="413"/>
            <ac:spMk id="138" creationId="{5A17AC3F-DBD8-6733-5053-1EF67637BAB6}"/>
          </ac:spMkLst>
        </pc:spChg>
        <pc:spChg chg="mod">
          <ac:chgData name="Yash Jadhav" userId="535c3d6d-72b8-4f77-8155-55f939173cf2" providerId="ADAL" clId="{F33F88E0-3380-47C4-AFDE-F1AC050ADA82}" dt="2026-01-25T16:05:45.061" v="8352" actId="790"/>
          <ac:spMkLst>
            <pc:docMk/>
            <pc:sldMk cId="829540828" sldId="413"/>
            <ac:spMk id="139" creationId="{9E76123C-BB2D-4185-C9FF-C34FE775CDC3}"/>
          </ac:spMkLst>
        </pc:spChg>
        <pc:spChg chg="mod">
          <ac:chgData name="Yash Jadhav" userId="535c3d6d-72b8-4f77-8155-55f939173cf2" providerId="ADAL" clId="{F33F88E0-3380-47C4-AFDE-F1AC050ADA82}" dt="2026-01-25T16:05:45.063" v="8353" actId="790"/>
          <ac:spMkLst>
            <pc:docMk/>
            <pc:sldMk cId="829540828" sldId="413"/>
            <ac:spMk id="140" creationId="{FB074988-2CAF-3C55-F0DA-5DBDC47B417B}"/>
          </ac:spMkLst>
        </pc:spChg>
        <pc:spChg chg="mod">
          <ac:chgData name="Yash Jadhav" userId="535c3d6d-72b8-4f77-8155-55f939173cf2" providerId="ADAL" clId="{F33F88E0-3380-47C4-AFDE-F1AC050ADA82}" dt="2026-01-25T16:05:45.066" v="8354" actId="790"/>
          <ac:spMkLst>
            <pc:docMk/>
            <pc:sldMk cId="829540828" sldId="413"/>
            <ac:spMk id="141" creationId="{F82EA141-DFD3-422D-5177-37F1E3D93503}"/>
          </ac:spMkLst>
        </pc:spChg>
        <pc:spChg chg="mod">
          <ac:chgData name="Yash Jadhav" userId="535c3d6d-72b8-4f77-8155-55f939173cf2" providerId="ADAL" clId="{F33F88E0-3380-47C4-AFDE-F1AC050ADA82}" dt="2026-01-25T16:05:45.069" v="8355" actId="790"/>
          <ac:spMkLst>
            <pc:docMk/>
            <pc:sldMk cId="829540828" sldId="413"/>
            <ac:spMk id="142" creationId="{C39C114C-EAD5-89C5-5958-2F8476FD0EC5}"/>
          </ac:spMkLst>
        </pc:spChg>
        <pc:spChg chg="mod">
          <ac:chgData name="Yash Jadhav" userId="535c3d6d-72b8-4f77-8155-55f939173cf2" providerId="ADAL" clId="{F33F88E0-3380-47C4-AFDE-F1AC050ADA82}" dt="2026-01-25T16:05:45.071" v="8356" actId="790"/>
          <ac:spMkLst>
            <pc:docMk/>
            <pc:sldMk cId="829540828" sldId="413"/>
            <ac:spMk id="143" creationId="{B28432CE-31F3-03AF-6D12-81E44F8989FE}"/>
          </ac:spMkLst>
        </pc:spChg>
        <pc:spChg chg="mod">
          <ac:chgData name="Yash Jadhav" userId="535c3d6d-72b8-4f77-8155-55f939173cf2" providerId="ADAL" clId="{F33F88E0-3380-47C4-AFDE-F1AC050ADA82}" dt="2026-01-25T16:05:45.076" v="8357" actId="790"/>
          <ac:spMkLst>
            <pc:docMk/>
            <pc:sldMk cId="829540828" sldId="413"/>
            <ac:spMk id="144" creationId="{4E53740F-189B-96D2-6BD4-8F03F8CC1340}"/>
          </ac:spMkLst>
        </pc:spChg>
        <pc:spChg chg="mod">
          <ac:chgData name="Yash Jadhav" userId="535c3d6d-72b8-4f77-8155-55f939173cf2" providerId="ADAL" clId="{F33F88E0-3380-47C4-AFDE-F1AC050ADA82}" dt="2026-01-25T16:05:45.078" v="8358" actId="790"/>
          <ac:spMkLst>
            <pc:docMk/>
            <pc:sldMk cId="829540828" sldId="413"/>
            <ac:spMk id="146" creationId="{9EE3A1DB-8132-F5E3-B9F8-07F440895374}"/>
          </ac:spMkLst>
        </pc:spChg>
        <pc:spChg chg="mod">
          <ac:chgData name="Yash Jadhav" userId="535c3d6d-72b8-4f77-8155-55f939173cf2" providerId="ADAL" clId="{F33F88E0-3380-47C4-AFDE-F1AC050ADA82}" dt="2026-01-25T16:05:45.080" v="8359" actId="790"/>
          <ac:spMkLst>
            <pc:docMk/>
            <pc:sldMk cId="829540828" sldId="413"/>
            <ac:spMk id="147" creationId="{9815977F-5496-434A-9046-A610038AB5AE}"/>
          </ac:spMkLst>
        </pc:spChg>
        <pc:spChg chg="mod">
          <ac:chgData name="Yash Jadhav" userId="535c3d6d-72b8-4f77-8155-55f939173cf2" providerId="ADAL" clId="{F33F88E0-3380-47C4-AFDE-F1AC050ADA82}" dt="2026-01-25T16:05:45.082" v="8360" actId="790"/>
          <ac:spMkLst>
            <pc:docMk/>
            <pc:sldMk cId="829540828" sldId="413"/>
            <ac:spMk id="148" creationId="{31180B4D-1FDF-035F-B0DD-D20EC26ED142}"/>
          </ac:spMkLst>
        </pc:spChg>
        <pc:spChg chg="mod">
          <ac:chgData name="Yash Jadhav" userId="535c3d6d-72b8-4f77-8155-55f939173cf2" providerId="ADAL" clId="{F33F88E0-3380-47C4-AFDE-F1AC050ADA82}" dt="2026-01-25T16:05:45.086" v="8361" actId="790"/>
          <ac:spMkLst>
            <pc:docMk/>
            <pc:sldMk cId="829540828" sldId="413"/>
            <ac:spMk id="149" creationId="{06A2F39A-323C-8B1D-2C48-AB0AE765FB64}"/>
          </ac:spMkLst>
        </pc:spChg>
        <pc:spChg chg="mod">
          <ac:chgData name="Yash Jadhav" userId="535c3d6d-72b8-4f77-8155-55f939173cf2" providerId="ADAL" clId="{F33F88E0-3380-47C4-AFDE-F1AC050ADA82}" dt="2026-01-25T16:05:45.089" v="8362" actId="790"/>
          <ac:spMkLst>
            <pc:docMk/>
            <pc:sldMk cId="829540828" sldId="413"/>
            <ac:spMk id="150" creationId="{A41AD814-4B20-E9F6-5AC1-D669F41F55CF}"/>
          </ac:spMkLst>
        </pc:spChg>
        <pc:spChg chg="mod">
          <ac:chgData name="Yash Jadhav" userId="535c3d6d-72b8-4f77-8155-55f939173cf2" providerId="ADAL" clId="{F33F88E0-3380-47C4-AFDE-F1AC050ADA82}" dt="2026-01-25T16:05:45.091" v="8363" actId="790"/>
          <ac:spMkLst>
            <pc:docMk/>
            <pc:sldMk cId="829540828" sldId="413"/>
            <ac:spMk id="151" creationId="{82AD8737-A670-CF5E-182E-3A9124A1ABC3}"/>
          </ac:spMkLst>
        </pc:spChg>
        <pc:spChg chg="mod">
          <ac:chgData name="Yash Jadhav" userId="535c3d6d-72b8-4f77-8155-55f939173cf2" providerId="ADAL" clId="{F33F88E0-3380-47C4-AFDE-F1AC050ADA82}" dt="2026-01-25T16:05:45.093" v="8364" actId="790"/>
          <ac:spMkLst>
            <pc:docMk/>
            <pc:sldMk cId="829540828" sldId="413"/>
            <ac:spMk id="152" creationId="{A87471F8-024B-9755-039D-E96F7134A2F6}"/>
          </ac:spMkLst>
        </pc:spChg>
        <pc:spChg chg="mod">
          <ac:chgData name="Yash Jadhav" userId="535c3d6d-72b8-4f77-8155-55f939173cf2" providerId="ADAL" clId="{F33F88E0-3380-47C4-AFDE-F1AC050ADA82}" dt="2026-01-25T16:05:45.095" v="8365" actId="790"/>
          <ac:spMkLst>
            <pc:docMk/>
            <pc:sldMk cId="829540828" sldId="413"/>
            <ac:spMk id="153" creationId="{D5FC913A-800E-6B27-1AD5-74D2225CA122}"/>
          </ac:spMkLst>
        </pc:spChg>
        <pc:spChg chg="mod">
          <ac:chgData name="Yash Jadhav" userId="535c3d6d-72b8-4f77-8155-55f939173cf2" providerId="ADAL" clId="{F33F88E0-3380-47C4-AFDE-F1AC050ADA82}" dt="2026-01-25T16:05:45.098" v="8366" actId="790"/>
          <ac:spMkLst>
            <pc:docMk/>
            <pc:sldMk cId="829540828" sldId="413"/>
            <ac:spMk id="154" creationId="{2AF52EE5-DC2F-F239-D42C-EEF0C01A3DAC}"/>
          </ac:spMkLst>
        </pc:spChg>
        <pc:spChg chg="mod">
          <ac:chgData name="Yash Jadhav" userId="535c3d6d-72b8-4f77-8155-55f939173cf2" providerId="ADAL" clId="{F33F88E0-3380-47C4-AFDE-F1AC050ADA82}" dt="2026-01-25T16:05:45.102" v="8367"/>
          <ac:spMkLst>
            <pc:docMk/>
            <pc:sldMk cId="829540828" sldId="413"/>
            <ac:spMk id="164" creationId="{FB49CBF8-8D46-6B5F-0626-EE0CFBEBE865}"/>
          </ac:spMkLst>
        </pc:spChg>
        <pc:spChg chg="mod">
          <ac:chgData name="Yash Jadhav" userId="535c3d6d-72b8-4f77-8155-55f939173cf2" providerId="ADAL" clId="{F33F88E0-3380-47C4-AFDE-F1AC050ADA82}" dt="2026-01-25T16:05:45.104" v="8368"/>
          <ac:spMkLst>
            <pc:docMk/>
            <pc:sldMk cId="829540828" sldId="413"/>
            <ac:spMk id="165" creationId="{2E6E4AF4-F21F-8E16-CBCA-AE9247EE0075}"/>
          </ac:spMkLst>
        </pc:spChg>
        <pc:spChg chg="mod">
          <ac:chgData name="Yash Jadhav" userId="535c3d6d-72b8-4f77-8155-55f939173cf2" providerId="ADAL" clId="{F33F88E0-3380-47C4-AFDE-F1AC050ADA82}" dt="2026-01-25T16:05:45.105" v="8369"/>
          <ac:spMkLst>
            <pc:docMk/>
            <pc:sldMk cId="829540828" sldId="413"/>
            <ac:spMk id="166" creationId="{B14892F3-C9EB-7B5B-C91A-C165772675B2}"/>
          </ac:spMkLst>
        </pc:spChg>
        <pc:spChg chg="mod">
          <ac:chgData name="Yash Jadhav" userId="535c3d6d-72b8-4f77-8155-55f939173cf2" providerId="ADAL" clId="{F33F88E0-3380-47C4-AFDE-F1AC050ADA82}" dt="2026-01-25T16:05:45.106" v="8370"/>
          <ac:spMkLst>
            <pc:docMk/>
            <pc:sldMk cId="829540828" sldId="413"/>
            <ac:spMk id="167" creationId="{ED56EFCA-1F11-F424-198F-239AB4068A4C}"/>
          </ac:spMkLst>
        </pc:spChg>
        <pc:spChg chg="mod">
          <ac:chgData name="Yash Jadhav" userId="535c3d6d-72b8-4f77-8155-55f939173cf2" providerId="ADAL" clId="{F33F88E0-3380-47C4-AFDE-F1AC050ADA82}" dt="2026-01-25T16:05:45.108" v="8371"/>
          <ac:spMkLst>
            <pc:docMk/>
            <pc:sldMk cId="829540828" sldId="413"/>
            <ac:spMk id="168" creationId="{108B0B3D-D8F6-FBDD-F0D9-D4989B792616}"/>
          </ac:spMkLst>
        </pc:spChg>
        <pc:spChg chg="mod">
          <ac:chgData name="Yash Jadhav" userId="535c3d6d-72b8-4f77-8155-55f939173cf2" providerId="ADAL" clId="{F33F88E0-3380-47C4-AFDE-F1AC050ADA82}" dt="2026-01-25T16:05:45.108" v="8372"/>
          <ac:spMkLst>
            <pc:docMk/>
            <pc:sldMk cId="829540828" sldId="413"/>
            <ac:spMk id="169" creationId="{B576F273-2578-46DD-5AA4-2467682AA8A4}"/>
          </ac:spMkLst>
        </pc:spChg>
        <pc:spChg chg="mod">
          <ac:chgData name="Yash Jadhav" userId="535c3d6d-72b8-4f77-8155-55f939173cf2" providerId="ADAL" clId="{F33F88E0-3380-47C4-AFDE-F1AC050ADA82}" dt="2026-01-25T16:05:45.109" v="8373"/>
          <ac:spMkLst>
            <pc:docMk/>
            <pc:sldMk cId="829540828" sldId="413"/>
            <ac:spMk id="170" creationId="{0175D126-BCC0-875E-3515-A087EC24AF87}"/>
          </ac:spMkLst>
        </pc:spChg>
        <pc:spChg chg="mod">
          <ac:chgData name="Yash Jadhav" userId="535c3d6d-72b8-4f77-8155-55f939173cf2" providerId="ADAL" clId="{F33F88E0-3380-47C4-AFDE-F1AC050ADA82}" dt="2026-01-25T16:05:45.110" v="8374"/>
          <ac:spMkLst>
            <pc:docMk/>
            <pc:sldMk cId="829540828" sldId="413"/>
            <ac:spMk id="171" creationId="{7954B37C-A34D-C667-5FAB-41F68E305F6B}"/>
          </ac:spMkLst>
        </pc:spChg>
        <pc:spChg chg="mod">
          <ac:chgData name="Yash Jadhav" userId="535c3d6d-72b8-4f77-8155-55f939173cf2" providerId="ADAL" clId="{F33F88E0-3380-47C4-AFDE-F1AC050ADA82}" dt="2026-01-25T16:05:45.111" v="8375"/>
          <ac:spMkLst>
            <pc:docMk/>
            <pc:sldMk cId="829540828" sldId="413"/>
            <ac:spMk id="172" creationId="{27FAACB0-A2CD-E7C5-7D37-D6F07DDB3429}"/>
          </ac:spMkLst>
        </pc:spChg>
        <pc:spChg chg="mod">
          <ac:chgData name="Yash Jadhav" userId="535c3d6d-72b8-4f77-8155-55f939173cf2" providerId="ADAL" clId="{F33F88E0-3380-47C4-AFDE-F1AC050ADA82}" dt="2026-01-25T16:05:45.112" v="8376"/>
          <ac:spMkLst>
            <pc:docMk/>
            <pc:sldMk cId="829540828" sldId="413"/>
            <ac:spMk id="173" creationId="{B3950BC5-AAE4-2931-E752-A279CFC03050}"/>
          </ac:spMkLst>
        </pc:spChg>
        <pc:spChg chg="mod">
          <ac:chgData name="Yash Jadhav" userId="535c3d6d-72b8-4f77-8155-55f939173cf2" providerId="ADAL" clId="{F33F88E0-3380-47C4-AFDE-F1AC050ADA82}" dt="2026-01-25T16:05:45.113" v="8377"/>
          <ac:spMkLst>
            <pc:docMk/>
            <pc:sldMk cId="829540828" sldId="413"/>
            <ac:spMk id="174" creationId="{A646D8D0-678B-FE6C-3C76-B2B4CA32140E}"/>
          </ac:spMkLst>
        </pc:spChg>
        <pc:spChg chg="mod">
          <ac:chgData name="Yash Jadhav" userId="535c3d6d-72b8-4f77-8155-55f939173cf2" providerId="ADAL" clId="{F33F88E0-3380-47C4-AFDE-F1AC050ADA82}" dt="2026-01-25T16:05:45.114" v="8378"/>
          <ac:spMkLst>
            <pc:docMk/>
            <pc:sldMk cId="829540828" sldId="413"/>
            <ac:spMk id="175" creationId="{FC7B424B-C86C-A7DB-EB78-42E96CAEF578}"/>
          </ac:spMkLst>
        </pc:spChg>
        <pc:spChg chg="mod">
          <ac:chgData name="Yash Jadhav" userId="535c3d6d-72b8-4f77-8155-55f939173cf2" providerId="ADAL" clId="{F33F88E0-3380-47C4-AFDE-F1AC050ADA82}" dt="2026-01-25T16:05:45.115" v="8379"/>
          <ac:spMkLst>
            <pc:docMk/>
            <pc:sldMk cId="829540828" sldId="413"/>
            <ac:spMk id="176" creationId="{DD4D9607-6AB4-1C2E-F9AF-B9CE7AA6D939}"/>
          </ac:spMkLst>
        </pc:spChg>
        <pc:spChg chg="mod">
          <ac:chgData name="Yash Jadhav" userId="535c3d6d-72b8-4f77-8155-55f939173cf2" providerId="ADAL" clId="{F33F88E0-3380-47C4-AFDE-F1AC050ADA82}" dt="2026-01-25T16:05:45.117" v="8380"/>
          <ac:spMkLst>
            <pc:docMk/>
            <pc:sldMk cId="829540828" sldId="413"/>
            <ac:spMk id="177" creationId="{4C7FD323-145A-375F-0935-5F99E3AE3EF8}"/>
          </ac:spMkLst>
        </pc:spChg>
        <pc:spChg chg="mod">
          <ac:chgData name="Yash Jadhav" userId="535c3d6d-72b8-4f77-8155-55f939173cf2" providerId="ADAL" clId="{F33F88E0-3380-47C4-AFDE-F1AC050ADA82}" dt="2026-01-25T16:05:45.118" v="8381"/>
          <ac:spMkLst>
            <pc:docMk/>
            <pc:sldMk cId="829540828" sldId="413"/>
            <ac:spMk id="178" creationId="{DD1638E0-6478-16B2-0517-0D93620AF146}"/>
          </ac:spMkLst>
        </pc:spChg>
        <pc:spChg chg="mod">
          <ac:chgData name="Yash Jadhav" userId="535c3d6d-72b8-4f77-8155-55f939173cf2" providerId="ADAL" clId="{F33F88E0-3380-47C4-AFDE-F1AC050ADA82}" dt="2026-01-25T16:05:45.120" v="8382"/>
          <ac:spMkLst>
            <pc:docMk/>
            <pc:sldMk cId="829540828" sldId="413"/>
            <ac:spMk id="179" creationId="{C460EA3F-9AB0-0435-1B0F-A71DC59F2644}"/>
          </ac:spMkLst>
        </pc:spChg>
        <pc:spChg chg="mod">
          <ac:chgData name="Yash Jadhav" userId="535c3d6d-72b8-4f77-8155-55f939173cf2" providerId="ADAL" clId="{F33F88E0-3380-47C4-AFDE-F1AC050ADA82}" dt="2026-01-25T16:05:45.121" v="8383"/>
          <ac:spMkLst>
            <pc:docMk/>
            <pc:sldMk cId="829540828" sldId="413"/>
            <ac:spMk id="180" creationId="{D606F547-24C5-3BD4-53CB-A541A672BA10}"/>
          </ac:spMkLst>
        </pc:spChg>
        <pc:spChg chg="mod">
          <ac:chgData name="Yash Jadhav" userId="535c3d6d-72b8-4f77-8155-55f939173cf2" providerId="ADAL" clId="{F33F88E0-3380-47C4-AFDE-F1AC050ADA82}" dt="2026-01-25T16:05:45.122" v="8384"/>
          <ac:spMkLst>
            <pc:docMk/>
            <pc:sldMk cId="829540828" sldId="413"/>
            <ac:spMk id="181" creationId="{28BEE16E-2E80-9442-792E-EC97230073D6}"/>
          </ac:spMkLst>
        </pc:spChg>
        <pc:spChg chg="mod">
          <ac:chgData name="Yash Jadhav" userId="535c3d6d-72b8-4f77-8155-55f939173cf2" providerId="ADAL" clId="{F33F88E0-3380-47C4-AFDE-F1AC050ADA82}" dt="2026-01-25T16:05:45.124" v="8385"/>
          <ac:spMkLst>
            <pc:docMk/>
            <pc:sldMk cId="829540828" sldId="413"/>
            <ac:spMk id="182" creationId="{E99E2EBE-4437-AC52-34A9-8D14C0D5AABC}"/>
          </ac:spMkLst>
        </pc:spChg>
      </pc:sldChg>
      <pc:sldChg chg="modSp add del mod modNotes">
        <pc:chgData name="Yash Jadhav" userId="535c3d6d-72b8-4f77-8155-55f939173cf2" providerId="ADAL" clId="{F33F88E0-3380-47C4-AFDE-F1AC050ADA82}" dt="2026-01-25T16:06:44.688" v="8465"/>
        <pc:sldMkLst>
          <pc:docMk/>
          <pc:sldMk cId="186179147" sldId="414"/>
        </pc:sldMkLst>
        <pc:spChg chg="mod">
          <ac:chgData name="Yash Jadhav" userId="535c3d6d-72b8-4f77-8155-55f939173cf2" providerId="ADAL" clId="{F33F88E0-3380-47C4-AFDE-F1AC050ADA82}" dt="2026-01-25T16:06:41.809" v="8415" actId="790"/>
          <ac:spMkLst>
            <pc:docMk/>
            <pc:sldMk cId="186179147" sldId="414"/>
            <ac:spMk id="3" creationId="{C0B01F07-62BE-4F9B-944C-2763E67B527E}"/>
          </ac:spMkLst>
        </pc:spChg>
        <pc:graphicFrameChg chg="modGraphic">
          <ac:chgData name="Yash Jadhav" userId="535c3d6d-72b8-4f77-8155-55f939173cf2" providerId="ADAL" clId="{F33F88E0-3380-47C4-AFDE-F1AC050ADA82}" dt="2026-01-25T16:06:41.900" v="8460" actId="790"/>
          <ac:graphicFrameMkLst>
            <pc:docMk/>
            <pc:sldMk cId="186179147" sldId="414"/>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67871013" sldId="414"/>
        </pc:sldMkLst>
        <pc:spChg chg="mod ord">
          <ac:chgData name="Yash Jadhav" userId="535c3d6d-72b8-4f77-8155-55f939173cf2" providerId="ADAL" clId="{F33F88E0-3380-47C4-AFDE-F1AC050ADA82}" dt="2026-01-25T16:09:15.875" v="10168" actId="700"/>
          <ac:spMkLst>
            <pc:docMk/>
            <pc:sldMk cId="2367871013" sldId="414"/>
            <ac:spMk id="2" creationId="{00000000-0000-0000-0000-000000000000}"/>
          </ac:spMkLst>
        </pc:spChg>
        <pc:spChg chg="mod">
          <ac:chgData name="Yash Jadhav" userId="535c3d6d-72b8-4f77-8155-55f939173cf2" providerId="ADAL" clId="{F33F88E0-3380-47C4-AFDE-F1AC050ADA82}" dt="2026-01-25T16:06:46.661" v="8484" actId="790"/>
          <ac:spMkLst>
            <pc:docMk/>
            <pc:sldMk cId="2367871013" sldId="414"/>
            <ac:spMk id="4" creationId="{00000000-0000-0000-0000-000000000000}"/>
          </ac:spMkLst>
        </pc:spChg>
        <pc:spChg chg="mod">
          <ac:chgData name="Yash Jadhav" userId="535c3d6d-72b8-4f77-8155-55f939173cf2" providerId="ADAL" clId="{F33F88E0-3380-47C4-AFDE-F1AC050ADA82}" dt="2026-01-25T16:06:46.616" v="8469" actId="790"/>
          <ac:spMkLst>
            <pc:docMk/>
            <pc:sldMk cId="2367871013" sldId="414"/>
            <ac:spMk id="5" creationId="{00000000-0000-0000-0000-000000000000}"/>
          </ac:spMkLst>
        </pc:spChg>
        <pc:spChg chg="mod">
          <ac:chgData name="Yash Jadhav" userId="535c3d6d-72b8-4f77-8155-55f939173cf2" providerId="ADAL" clId="{F33F88E0-3380-47C4-AFDE-F1AC050ADA82}" dt="2026-01-25T16:06:46.614" v="8468" actId="790"/>
          <ac:spMkLst>
            <pc:docMk/>
            <pc:sldMk cId="2367871013" sldId="414"/>
            <ac:spMk id="6" creationId="{00000000-0000-0000-0000-000000000000}"/>
          </ac:spMkLst>
        </pc:spChg>
        <pc:spChg chg="mod">
          <ac:chgData name="Yash Jadhav" userId="535c3d6d-72b8-4f77-8155-55f939173cf2" providerId="ADAL" clId="{F33F88E0-3380-47C4-AFDE-F1AC050ADA82}" dt="2026-01-25T16:06:46.618" v="8470" actId="790"/>
          <ac:spMkLst>
            <pc:docMk/>
            <pc:sldMk cId="2367871013" sldId="414"/>
            <ac:spMk id="7" creationId="{00000000-0000-0000-0000-000000000000}"/>
          </ac:spMkLst>
        </pc:spChg>
        <pc:spChg chg="mod">
          <ac:chgData name="Yash Jadhav" userId="535c3d6d-72b8-4f77-8155-55f939173cf2" providerId="ADAL" clId="{F33F88E0-3380-47C4-AFDE-F1AC050ADA82}" dt="2026-01-25T16:06:46.620" v="8471" actId="790"/>
          <ac:spMkLst>
            <pc:docMk/>
            <pc:sldMk cId="2367871013" sldId="414"/>
            <ac:spMk id="8" creationId="{00000000-0000-0000-0000-000000000000}"/>
          </ac:spMkLst>
        </pc:spChg>
        <pc:spChg chg="mod">
          <ac:chgData name="Yash Jadhav" userId="535c3d6d-72b8-4f77-8155-55f939173cf2" providerId="ADAL" clId="{F33F88E0-3380-47C4-AFDE-F1AC050ADA82}" dt="2026-01-25T16:06:46.664" v="8485" actId="790"/>
          <ac:spMkLst>
            <pc:docMk/>
            <pc:sldMk cId="2367871013" sldId="414"/>
            <ac:spMk id="9" creationId="{00000000-0000-0000-0000-000000000000}"/>
          </ac:spMkLst>
        </pc:spChg>
        <pc:spChg chg="mod">
          <ac:chgData name="Yash Jadhav" userId="535c3d6d-72b8-4f77-8155-55f939173cf2" providerId="ADAL" clId="{F33F88E0-3380-47C4-AFDE-F1AC050ADA82}" dt="2026-01-25T16:06:46.667" v="8486" actId="790"/>
          <ac:spMkLst>
            <pc:docMk/>
            <pc:sldMk cId="2367871013" sldId="414"/>
            <ac:spMk id="10" creationId="{00000000-0000-0000-0000-000000000000}"/>
          </ac:spMkLst>
        </pc:spChg>
        <pc:spChg chg="mod">
          <ac:chgData name="Yash Jadhav" userId="535c3d6d-72b8-4f77-8155-55f939173cf2" providerId="ADAL" clId="{F33F88E0-3380-47C4-AFDE-F1AC050ADA82}" dt="2026-01-25T16:06:46.669" v="8487" actId="790"/>
          <ac:spMkLst>
            <pc:docMk/>
            <pc:sldMk cId="2367871013" sldId="414"/>
            <ac:spMk id="11" creationId="{00000000-0000-0000-0000-000000000000}"/>
          </ac:spMkLst>
        </pc:spChg>
        <pc:spChg chg="mod">
          <ac:chgData name="Yash Jadhav" userId="535c3d6d-72b8-4f77-8155-55f939173cf2" providerId="ADAL" clId="{F33F88E0-3380-47C4-AFDE-F1AC050ADA82}" dt="2026-01-25T16:06:46.622" v="8472" actId="790"/>
          <ac:spMkLst>
            <pc:docMk/>
            <pc:sldMk cId="2367871013" sldId="414"/>
            <ac:spMk id="12" creationId="{00000000-0000-0000-0000-000000000000}"/>
          </ac:spMkLst>
        </pc:spChg>
        <pc:spChg chg="mod">
          <ac:chgData name="Yash Jadhav" userId="535c3d6d-72b8-4f77-8155-55f939173cf2" providerId="ADAL" clId="{F33F88E0-3380-47C4-AFDE-F1AC050ADA82}" dt="2026-01-25T16:06:46.625" v="8473" actId="790"/>
          <ac:spMkLst>
            <pc:docMk/>
            <pc:sldMk cId="2367871013" sldId="414"/>
            <ac:spMk id="13" creationId="{00000000-0000-0000-0000-000000000000}"/>
          </ac:spMkLst>
        </pc:spChg>
        <pc:spChg chg="mod">
          <ac:chgData name="Yash Jadhav" userId="535c3d6d-72b8-4f77-8155-55f939173cf2" providerId="ADAL" clId="{F33F88E0-3380-47C4-AFDE-F1AC050ADA82}" dt="2026-01-25T16:06:46.628" v="8474" actId="790"/>
          <ac:spMkLst>
            <pc:docMk/>
            <pc:sldMk cId="2367871013" sldId="414"/>
            <ac:spMk id="14" creationId="{00000000-0000-0000-0000-000000000000}"/>
          </ac:spMkLst>
        </pc:spChg>
        <pc:spChg chg="mod">
          <ac:chgData name="Yash Jadhav" userId="535c3d6d-72b8-4f77-8155-55f939173cf2" providerId="ADAL" clId="{F33F88E0-3380-47C4-AFDE-F1AC050ADA82}" dt="2026-01-25T16:06:46.631" v="8475" actId="790"/>
          <ac:spMkLst>
            <pc:docMk/>
            <pc:sldMk cId="2367871013" sldId="414"/>
            <ac:spMk id="15" creationId="{00000000-0000-0000-0000-000000000000}"/>
          </ac:spMkLst>
        </pc:spChg>
        <pc:spChg chg="mod">
          <ac:chgData name="Yash Jadhav" userId="535c3d6d-72b8-4f77-8155-55f939173cf2" providerId="ADAL" clId="{F33F88E0-3380-47C4-AFDE-F1AC050ADA82}" dt="2026-01-25T16:06:46.634" v="8476" actId="790"/>
          <ac:spMkLst>
            <pc:docMk/>
            <pc:sldMk cId="2367871013" sldId="414"/>
            <ac:spMk id="16" creationId="{00000000-0000-0000-0000-000000000000}"/>
          </ac:spMkLst>
        </pc:spChg>
        <pc:spChg chg="mod">
          <ac:chgData name="Yash Jadhav" userId="535c3d6d-72b8-4f77-8155-55f939173cf2" providerId="ADAL" clId="{F33F88E0-3380-47C4-AFDE-F1AC050ADA82}" dt="2026-01-25T16:06:46.638" v="8477" actId="790"/>
          <ac:spMkLst>
            <pc:docMk/>
            <pc:sldMk cId="2367871013" sldId="414"/>
            <ac:spMk id="17" creationId="{00000000-0000-0000-0000-000000000000}"/>
          </ac:spMkLst>
        </pc:spChg>
        <pc:spChg chg="mod">
          <ac:chgData name="Yash Jadhav" userId="535c3d6d-72b8-4f77-8155-55f939173cf2" providerId="ADAL" clId="{F33F88E0-3380-47C4-AFDE-F1AC050ADA82}" dt="2026-01-25T16:06:46.641" v="8478" actId="790"/>
          <ac:spMkLst>
            <pc:docMk/>
            <pc:sldMk cId="2367871013" sldId="414"/>
            <ac:spMk id="18" creationId="{00000000-0000-0000-0000-000000000000}"/>
          </ac:spMkLst>
        </pc:spChg>
        <pc:spChg chg="mod">
          <ac:chgData name="Yash Jadhav" userId="535c3d6d-72b8-4f77-8155-55f939173cf2" providerId="ADAL" clId="{F33F88E0-3380-47C4-AFDE-F1AC050ADA82}" dt="2026-01-25T16:06:46.644" v="8479" actId="790"/>
          <ac:spMkLst>
            <pc:docMk/>
            <pc:sldMk cId="2367871013" sldId="414"/>
            <ac:spMk id="19" creationId="{00000000-0000-0000-0000-000000000000}"/>
          </ac:spMkLst>
        </pc:spChg>
        <pc:spChg chg="mod">
          <ac:chgData name="Yash Jadhav" userId="535c3d6d-72b8-4f77-8155-55f939173cf2" providerId="ADAL" clId="{F33F88E0-3380-47C4-AFDE-F1AC050ADA82}" dt="2026-01-25T16:06:46.648" v="8480" actId="790"/>
          <ac:spMkLst>
            <pc:docMk/>
            <pc:sldMk cId="2367871013" sldId="414"/>
            <ac:spMk id="20" creationId="{00000000-0000-0000-0000-000000000000}"/>
          </ac:spMkLst>
        </pc:spChg>
        <pc:spChg chg="mod">
          <ac:chgData name="Yash Jadhav" userId="535c3d6d-72b8-4f77-8155-55f939173cf2" providerId="ADAL" clId="{F33F88E0-3380-47C4-AFDE-F1AC050ADA82}" dt="2026-01-25T16:06:46.652" v="8481" actId="790"/>
          <ac:spMkLst>
            <pc:docMk/>
            <pc:sldMk cId="2367871013" sldId="414"/>
            <ac:spMk id="21" creationId="{00000000-0000-0000-0000-000000000000}"/>
          </ac:spMkLst>
        </pc:spChg>
        <pc:spChg chg="mod">
          <ac:chgData name="Yash Jadhav" userId="535c3d6d-72b8-4f77-8155-55f939173cf2" providerId="ADAL" clId="{F33F88E0-3380-47C4-AFDE-F1AC050ADA82}" dt="2026-01-25T16:06:46.654" v="8482" actId="790"/>
          <ac:spMkLst>
            <pc:docMk/>
            <pc:sldMk cId="2367871013" sldId="414"/>
            <ac:spMk id="22" creationId="{00000000-0000-0000-0000-000000000000}"/>
          </ac:spMkLst>
        </pc:spChg>
        <pc:spChg chg="mod">
          <ac:chgData name="Yash Jadhav" userId="535c3d6d-72b8-4f77-8155-55f939173cf2" providerId="ADAL" clId="{F33F88E0-3380-47C4-AFDE-F1AC050ADA82}" dt="2026-01-25T16:06:46.658" v="8483" actId="790"/>
          <ac:spMkLst>
            <pc:docMk/>
            <pc:sldMk cId="2367871013" sldId="414"/>
            <ac:spMk id="23" creationId="{00000000-0000-0000-0000-000000000000}"/>
          </ac:spMkLst>
        </pc:spChg>
        <pc:spChg chg="mod">
          <ac:chgData name="Yash Jadhav" userId="535c3d6d-72b8-4f77-8155-55f939173cf2" providerId="ADAL" clId="{F33F88E0-3380-47C4-AFDE-F1AC050ADA82}" dt="2026-01-25T16:06:46.673" v="8488" actId="790"/>
          <ac:spMkLst>
            <pc:docMk/>
            <pc:sldMk cId="2367871013" sldId="414"/>
            <ac:spMk id="24" creationId="{00000000-0000-0000-0000-000000000000}"/>
          </ac:spMkLst>
        </pc:spChg>
        <pc:spChg chg="mod">
          <ac:chgData name="Yash Jadhav" userId="535c3d6d-72b8-4f77-8155-55f939173cf2" providerId="ADAL" clId="{F33F88E0-3380-47C4-AFDE-F1AC050ADA82}" dt="2026-01-25T16:06:46.677" v="8489" actId="790"/>
          <ac:spMkLst>
            <pc:docMk/>
            <pc:sldMk cId="2367871013" sldId="414"/>
            <ac:spMk id="25" creationId="{00000000-0000-0000-0000-000000000000}"/>
          </ac:spMkLst>
        </pc:spChg>
        <pc:spChg chg="mod">
          <ac:chgData name="Yash Jadhav" userId="535c3d6d-72b8-4f77-8155-55f939173cf2" providerId="ADAL" clId="{F33F88E0-3380-47C4-AFDE-F1AC050ADA82}" dt="2026-01-25T16:06:46.680" v="8490" actId="790"/>
          <ac:spMkLst>
            <pc:docMk/>
            <pc:sldMk cId="2367871013" sldId="414"/>
            <ac:spMk id="26" creationId="{00000000-0000-0000-0000-000000000000}"/>
          </ac:spMkLst>
        </pc:spChg>
        <pc:spChg chg="mod">
          <ac:chgData name="Yash Jadhav" userId="535c3d6d-72b8-4f77-8155-55f939173cf2" providerId="ADAL" clId="{F33F88E0-3380-47C4-AFDE-F1AC050ADA82}" dt="2026-01-25T16:06:46.684" v="8491" actId="790"/>
          <ac:spMkLst>
            <pc:docMk/>
            <pc:sldMk cId="2367871013" sldId="414"/>
            <ac:spMk id="2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37721698" sldId="415"/>
        </pc:sldMkLst>
        <pc:spChg chg="mod ord">
          <ac:chgData name="Yash Jadhav" userId="535c3d6d-72b8-4f77-8155-55f939173cf2" providerId="ADAL" clId="{F33F88E0-3380-47C4-AFDE-F1AC050ADA82}" dt="2026-01-25T16:09:15.875" v="10168" actId="700"/>
          <ac:spMkLst>
            <pc:docMk/>
            <pc:sldMk cId="537721698" sldId="415"/>
            <ac:spMk id="2" creationId="{00000000-0000-0000-0000-000000000000}"/>
          </ac:spMkLst>
        </pc:spChg>
        <pc:spChg chg="mod">
          <ac:chgData name="Yash Jadhav" userId="535c3d6d-72b8-4f77-8155-55f939173cf2" providerId="ADAL" clId="{F33F88E0-3380-47C4-AFDE-F1AC050ADA82}" dt="2026-01-25T16:06:47.702" v="8501" actId="790"/>
          <ac:spMkLst>
            <pc:docMk/>
            <pc:sldMk cId="537721698" sldId="415"/>
            <ac:spMk id="4" creationId="{00000000-0000-0000-0000-000000000000}"/>
          </ac:spMkLst>
        </pc:spChg>
        <pc:spChg chg="mod">
          <ac:chgData name="Yash Jadhav" userId="535c3d6d-72b8-4f77-8155-55f939173cf2" providerId="ADAL" clId="{F33F88E0-3380-47C4-AFDE-F1AC050ADA82}" dt="2026-01-25T16:06:47.698" v="8499" actId="790"/>
          <ac:spMkLst>
            <pc:docMk/>
            <pc:sldMk cId="537721698" sldId="415"/>
            <ac:spMk id="5" creationId="{00000000-0000-0000-0000-000000000000}"/>
          </ac:spMkLst>
        </pc:spChg>
        <pc:spChg chg="mod">
          <ac:chgData name="Yash Jadhav" userId="535c3d6d-72b8-4f77-8155-55f939173cf2" providerId="ADAL" clId="{F33F88E0-3380-47C4-AFDE-F1AC050ADA82}" dt="2026-01-25T16:06:47.692" v="8496" actId="790"/>
          <ac:spMkLst>
            <pc:docMk/>
            <pc:sldMk cId="537721698" sldId="415"/>
            <ac:spMk id="6" creationId="{00000000-0000-0000-0000-000000000000}"/>
          </ac:spMkLst>
        </pc:spChg>
        <pc:spChg chg="mod">
          <ac:chgData name="Yash Jadhav" userId="535c3d6d-72b8-4f77-8155-55f939173cf2" providerId="ADAL" clId="{F33F88E0-3380-47C4-AFDE-F1AC050ADA82}" dt="2026-01-25T16:06:47.694" v="8497" actId="790"/>
          <ac:spMkLst>
            <pc:docMk/>
            <pc:sldMk cId="537721698" sldId="415"/>
            <ac:spMk id="7" creationId="{00000000-0000-0000-0000-000000000000}"/>
          </ac:spMkLst>
        </pc:spChg>
        <pc:spChg chg="mod">
          <ac:chgData name="Yash Jadhav" userId="535c3d6d-72b8-4f77-8155-55f939173cf2" providerId="ADAL" clId="{F33F88E0-3380-47C4-AFDE-F1AC050ADA82}" dt="2026-01-25T16:06:47.696" v="8498" actId="790"/>
          <ac:spMkLst>
            <pc:docMk/>
            <pc:sldMk cId="537721698" sldId="415"/>
            <ac:spMk id="8" creationId="{00000000-0000-0000-0000-000000000000}"/>
          </ac:spMkLst>
        </pc:spChg>
        <pc:spChg chg="mod">
          <ac:chgData name="Yash Jadhav" userId="535c3d6d-72b8-4f77-8155-55f939173cf2" providerId="ADAL" clId="{F33F88E0-3380-47C4-AFDE-F1AC050ADA82}" dt="2026-01-25T16:06:47.705" v="8502" actId="790"/>
          <ac:spMkLst>
            <pc:docMk/>
            <pc:sldMk cId="537721698" sldId="415"/>
            <ac:spMk id="9" creationId="{00000000-0000-0000-0000-000000000000}"/>
          </ac:spMkLst>
        </pc:spChg>
        <pc:spChg chg="mod">
          <ac:chgData name="Yash Jadhav" userId="535c3d6d-72b8-4f77-8155-55f939173cf2" providerId="ADAL" clId="{F33F88E0-3380-47C4-AFDE-F1AC050ADA82}" dt="2026-01-25T16:06:47.706" v="8503" actId="790"/>
          <ac:spMkLst>
            <pc:docMk/>
            <pc:sldMk cId="537721698" sldId="415"/>
            <ac:spMk id="10" creationId="{00000000-0000-0000-0000-000000000000}"/>
          </ac:spMkLst>
        </pc:spChg>
        <pc:spChg chg="mod">
          <ac:chgData name="Yash Jadhav" userId="535c3d6d-72b8-4f77-8155-55f939173cf2" providerId="ADAL" clId="{F33F88E0-3380-47C4-AFDE-F1AC050ADA82}" dt="2026-01-25T16:06:47.708" v="8504" actId="790"/>
          <ac:spMkLst>
            <pc:docMk/>
            <pc:sldMk cId="537721698" sldId="415"/>
            <ac:spMk id="11" creationId="{00000000-0000-0000-0000-000000000000}"/>
          </ac:spMkLst>
        </pc:spChg>
        <pc:spChg chg="mod">
          <ac:chgData name="Yash Jadhav" userId="535c3d6d-72b8-4f77-8155-55f939173cf2" providerId="ADAL" clId="{F33F88E0-3380-47C4-AFDE-F1AC050ADA82}" dt="2026-01-25T16:06:47.819" v="8552"/>
          <ac:spMkLst>
            <pc:docMk/>
            <pc:sldMk cId="537721698" sldId="415"/>
            <ac:spMk id="12" creationId="{36055034-685B-C920-0025-6453005CA9EA}"/>
          </ac:spMkLst>
        </pc:spChg>
        <pc:spChg chg="mod">
          <ac:chgData name="Yash Jadhav" userId="535c3d6d-72b8-4f77-8155-55f939173cf2" providerId="ADAL" clId="{F33F88E0-3380-47C4-AFDE-F1AC050ADA82}" dt="2026-01-25T16:06:47.820" v="8553"/>
          <ac:spMkLst>
            <pc:docMk/>
            <pc:sldMk cId="537721698" sldId="415"/>
            <ac:spMk id="13" creationId="{0F873F48-AFCD-B6A1-C4DA-C35C4CF43475}"/>
          </ac:spMkLst>
        </pc:spChg>
        <pc:spChg chg="mod">
          <ac:chgData name="Yash Jadhav" userId="535c3d6d-72b8-4f77-8155-55f939173cf2" providerId="ADAL" clId="{F33F88E0-3380-47C4-AFDE-F1AC050ADA82}" dt="2026-01-25T16:06:47.821" v="8554"/>
          <ac:spMkLst>
            <pc:docMk/>
            <pc:sldMk cId="537721698" sldId="415"/>
            <ac:spMk id="14" creationId="{94716399-A766-9D6B-6EA9-EF598AEC53F5}"/>
          </ac:spMkLst>
        </pc:spChg>
        <pc:spChg chg="mod">
          <ac:chgData name="Yash Jadhav" userId="535c3d6d-72b8-4f77-8155-55f939173cf2" providerId="ADAL" clId="{F33F88E0-3380-47C4-AFDE-F1AC050ADA82}" dt="2026-01-25T16:06:47.822" v="8555"/>
          <ac:spMkLst>
            <pc:docMk/>
            <pc:sldMk cId="537721698" sldId="415"/>
            <ac:spMk id="15" creationId="{DEB257AB-70C5-DF38-E443-1F0CB7ED6466}"/>
          </ac:spMkLst>
        </pc:spChg>
        <pc:spChg chg="mod">
          <ac:chgData name="Yash Jadhav" userId="535c3d6d-72b8-4f77-8155-55f939173cf2" providerId="ADAL" clId="{F33F88E0-3380-47C4-AFDE-F1AC050ADA82}" dt="2026-01-25T16:06:47.823" v="8556"/>
          <ac:spMkLst>
            <pc:docMk/>
            <pc:sldMk cId="537721698" sldId="415"/>
            <ac:spMk id="16" creationId="{17E3E6DC-07C7-3D06-E675-DAF87DAEAD55}"/>
          </ac:spMkLst>
        </pc:spChg>
        <pc:spChg chg="mod">
          <ac:chgData name="Yash Jadhav" userId="535c3d6d-72b8-4f77-8155-55f939173cf2" providerId="ADAL" clId="{F33F88E0-3380-47C4-AFDE-F1AC050ADA82}" dt="2026-01-25T16:06:47.823" v="8557"/>
          <ac:spMkLst>
            <pc:docMk/>
            <pc:sldMk cId="537721698" sldId="415"/>
            <ac:spMk id="17" creationId="{19C30DE8-C0F1-217E-01A6-2D670A41B4BB}"/>
          </ac:spMkLst>
        </pc:spChg>
        <pc:spChg chg="mod">
          <ac:chgData name="Yash Jadhav" userId="535c3d6d-72b8-4f77-8155-55f939173cf2" providerId="ADAL" clId="{F33F88E0-3380-47C4-AFDE-F1AC050ADA82}" dt="2026-01-25T16:06:47.824" v="8558"/>
          <ac:spMkLst>
            <pc:docMk/>
            <pc:sldMk cId="537721698" sldId="415"/>
            <ac:spMk id="18" creationId="{282476AA-2C58-E85D-7574-C1EB834EA0AC}"/>
          </ac:spMkLst>
        </pc:spChg>
        <pc:spChg chg="mod">
          <ac:chgData name="Yash Jadhav" userId="535c3d6d-72b8-4f77-8155-55f939173cf2" providerId="ADAL" clId="{F33F88E0-3380-47C4-AFDE-F1AC050ADA82}" dt="2026-01-25T16:06:47.825" v="8559"/>
          <ac:spMkLst>
            <pc:docMk/>
            <pc:sldMk cId="537721698" sldId="415"/>
            <ac:spMk id="19" creationId="{78F33BF3-1E68-98DE-4663-22C9F1435485}"/>
          </ac:spMkLst>
        </pc:spChg>
        <pc:spChg chg="mod">
          <ac:chgData name="Yash Jadhav" userId="535c3d6d-72b8-4f77-8155-55f939173cf2" providerId="ADAL" clId="{F33F88E0-3380-47C4-AFDE-F1AC050ADA82}" dt="2026-01-25T16:06:47.826" v="8560"/>
          <ac:spMkLst>
            <pc:docMk/>
            <pc:sldMk cId="537721698" sldId="415"/>
            <ac:spMk id="20" creationId="{A930E07C-1908-D1FD-B249-68D3F0025608}"/>
          </ac:spMkLst>
        </pc:spChg>
        <pc:spChg chg="mod">
          <ac:chgData name="Yash Jadhav" userId="535c3d6d-72b8-4f77-8155-55f939173cf2" providerId="ADAL" clId="{F33F88E0-3380-47C4-AFDE-F1AC050ADA82}" dt="2026-01-25T16:06:47.826" v="8561"/>
          <ac:spMkLst>
            <pc:docMk/>
            <pc:sldMk cId="537721698" sldId="415"/>
            <ac:spMk id="21" creationId="{AED2E02E-D17E-0758-AAB7-728A08F79329}"/>
          </ac:spMkLst>
        </pc:spChg>
        <pc:spChg chg="mod">
          <ac:chgData name="Yash Jadhav" userId="535c3d6d-72b8-4f77-8155-55f939173cf2" providerId="ADAL" clId="{F33F88E0-3380-47C4-AFDE-F1AC050ADA82}" dt="2026-01-25T16:06:47.827" v="8562"/>
          <ac:spMkLst>
            <pc:docMk/>
            <pc:sldMk cId="537721698" sldId="415"/>
            <ac:spMk id="22" creationId="{7FA380BF-D251-7A1E-FF22-690C14F65528}"/>
          </ac:spMkLst>
        </pc:spChg>
        <pc:spChg chg="mod">
          <ac:chgData name="Yash Jadhav" userId="535c3d6d-72b8-4f77-8155-55f939173cf2" providerId="ADAL" clId="{F33F88E0-3380-47C4-AFDE-F1AC050ADA82}" dt="2026-01-25T16:06:47.828" v="8563"/>
          <ac:spMkLst>
            <pc:docMk/>
            <pc:sldMk cId="537721698" sldId="415"/>
            <ac:spMk id="23" creationId="{EAE6847F-0FE4-D4C5-CF23-C3A5DD705622}"/>
          </ac:spMkLst>
        </pc:spChg>
        <pc:spChg chg="mod">
          <ac:chgData name="Yash Jadhav" userId="535c3d6d-72b8-4f77-8155-55f939173cf2" providerId="ADAL" clId="{F33F88E0-3380-47C4-AFDE-F1AC050ADA82}" dt="2026-01-25T16:06:47.828" v="8564"/>
          <ac:spMkLst>
            <pc:docMk/>
            <pc:sldMk cId="537721698" sldId="415"/>
            <ac:spMk id="24" creationId="{4BD8A1C9-2B2F-216B-B237-5009C99E17EE}"/>
          </ac:spMkLst>
        </pc:spChg>
        <pc:spChg chg="mod">
          <ac:chgData name="Yash Jadhav" userId="535c3d6d-72b8-4f77-8155-55f939173cf2" providerId="ADAL" clId="{F33F88E0-3380-47C4-AFDE-F1AC050ADA82}" dt="2026-01-25T16:06:47.829" v="8565"/>
          <ac:spMkLst>
            <pc:docMk/>
            <pc:sldMk cId="537721698" sldId="415"/>
            <ac:spMk id="25" creationId="{49317BB3-7FF0-B2ED-B1ED-7CA91FC01FDC}"/>
          </ac:spMkLst>
        </pc:spChg>
        <pc:spChg chg="mod">
          <ac:chgData name="Yash Jadhav" userId="535c3d6d-72b8-4f77-8155-55f939173cf2" providerId="ADAL" clId="{F33F88E0-3380-47C4-AFDE-F1AC050ADA82}" dt="2026-01-25T16:06:47.830" v="8566"/>
          <ac:spMkLst>
            <pc:docMk/>
            <pc:sldMk cId="537721698" sldId="415"/>
            <ac:spMk id="26" creationId="{EB16F2E7-F0B8-EFC5-4E99-03EACAFBE295}"/>
          </ac:spMkLst>
        </pc:spChg>
        <pc:spChg chg="mod">
          <ac:chgData name="Yash Jadhav" userId="535c3d6d-72b8-4f77-8155-55f939173cf2" providerId="ADAL" clId="{F33F88E0-3380-47C4-AFDE-F1AC050ADA82}" dt="2026-01-25T16:06:47.831" v="8567"/>
          <ac:spMkLst>
            <pc:docMk/>
            <pc:sldMk cId="537721698" sldId="415"/>
            <ac:spMk id="27" creationId="{C72A85F4-AE20-0F83-D808-1DE58C797E27}"/>
          </ac:spMkLst>
        </pc:spChg>
        <pc:spChg chg="mod">
          <ac:chgData name="Yash Jadhav" userId="535c3d6d-72b8-4f77-8155-55f939173cf2" providerId="ADAL" clId="{F33F88E0-3380-47C4-AFDE-F1AC050ADA82}" dt="2026-01-25T16:06:47.831" v="8568"/>
          <ac:spMkLst>
            <pc:docMk/>
            <pc:sldMk cId="537721698" sldId="415"/>
            <ac:spMk id="28" creationId="{2A871D19-3222-2314-AAFE-535D0C2028F8}"/>
          </ac:spMkLst>
        </pc:spChg>
        <pc:spChg chg="mod">
          <ac:chgData name="Yash Jadhav" userId="535c3d6d-72b8-4f77-8155-55f939173cf2" providerId="ADAL" clId="{F33F88E0-3380-47C4-AFDE-F1AC050ADA82}" dt="2026-01-25T16:06:47.832" v="8569"/>
          <ac:spMkLst>
            <pc:docMk/>
            <pc:sldMk cId="537721698" sldId="415"/>
            <ac:spMk id="29" creationId="{3C41E73B-9AD5-ED43-6C38-38CE8AD538A1}"/>
          </ac:spMkLst>
        </pc:spChg>
        <pc:spChg chg="mod">
          <ac:chgData name="Yash Jadhav" userId="535c3d6d-72b8-4f77-8155-55f939173cf2" providerId="ADAL" clId="{F33F88E0-3380-47C4-AFDE-F1AC050ADA82}" dt="2026-01-25T16:06:47.833" v="8570"/>
          <ac:spMkLst>
            <pc:docMk/>
            <pc:sldMk cId="537721698" sldId="415"/>
            <ac:spMk id="30" creationId="{6DC0CE08-E5CA-A569-442D-06C31A656F83}"/>
          </ac:spMkLst>
        </pc:spChg>
        <pc:spChg chg="mod">
          <ac:chgData name="Yash Jadhav" userId="535c3d6d-72b8-4f77-8155-55f939173cf2" providerId="ADAL" clId="{F33F88E0-3380-47C4-AFDE-F1AC050ADA82}" dt="2026-01-25T16:06:47.710" v="8505" actId="790"/>
          <ac:spMkLst>
            <pc:docMk/>
            <pc:sldMk cId="537721698" sldId="415"/>
            <ac:spMk id="78" creationId="{25EC69C7-87EA-E9C8-1FC0-7D7DAC39EF6B}"/>
          </ac:spMkLst>
        </pc:spChg>
        <pc:spChg chg="mod">
          <ac:chgData name="Yash Jadhav" userId="535c3d6d-72b8-4f77-8155-55f939173cf2" providerId="ADAL" clId="{F33F88E0-3380-47C4-AFDE-F1AC050ADA82}" dt="2026-01-25T16:06:47.712" v="8506" actId="790"/>
          <ac:spMkLst>
            <pc:docMk/>
            <pc:sldMk cId="537721698" sldId="415"/>
            <ac:spMk id="79" creationId="{EEDF3A8F-2BBA-DB9D-5863-9C846F9E91E1}"/>
          </ac:spMkLst>
        </pc:spChg>
        <pc:spChg chg="mod">
          <ac:chgData name="Yash Jadhav" userId="535c3d6d-72b8-4f77-8155-55f939173cf2" providerId="ADAL" clId="{F33F88E0-3380-47C4-AFDE-F1AC050ADA82}" dt="2026-01-25T16:06:47.713" v="8507" actId="790"/>
          <ac:spMkLst>
            <pc:docMk/>
            <pc:sldMk cId="537721698" sldId="415"/>
            <ac:spMk id="80" creationId="{EDF4DDDA-BA66-7173-B015-45E0D775DFD8}"/>
          </ac:spMkLst>
        </pc:spChg>
        <pc:spChg chg="mod">
          <ac:chgData name="Yash Jadhav" userId="535c3d6d-72b8-4f77-8155-55f939173cf2" providerId="ADAL" clId="{F33F88E0-3380-47C4-AFDE-F1AC050ADA82}" dt="2026-01-25T16:06:47.716" v="8508" actId="790"/>
          <ac:spMkLst>
            <pc:docMk/>
            <pc:sldMk cId="537721698" sldId="415"/>
            <ac:spMk id="81" creationId="{0C805FF1-8A3F-E85F-11FE-1ECCED9BEB39}"/>
          </ac:spMkLst>
        </pc:spChg>
        <pc:spChg chg="mod">
          <ac:chgData name="Yash Jadhav" userId="535c3d6d-72b8-4f77-8155-55f939173cf2" providerId="ADAL" clId="{F33F88E0-3380-47C4-AFDE-F1AC050ADA82}" dt="2026-01-25T16:06:47.718" v="8509" actId="790"/>
          <ac:spMkLst>
            <pc:docMk/>
            <pc:sldMk cId="537721698" sldId="415"/>
            <ac:spMk id="82" creationId="{142501CD-40BD-5961-D8ED-4C75DAF12183}"/>
          </ac:spMkLst>
        </pc:spChg>
        <pc:spChg chg="mod">
          <ac:chgData name="Yash Jadhav" userId="535c3d6d-72b8-4f77-8155-55f939173cf2" providerId="ADAL" clId="{F33F88E0-3380-47C4-AFDE-F1AC050ADA82}" dt="2026-01-25T16:06:47.720" v="8510" actId="790"/>
          <ac:spMkLst>
            <pc:docMk/>
            <pc:sldMk cId="537721698" sldId="415"/>
            <ac:spMk id="83" creationId="{250F7A34-54FF-0FB9-57CB-A319D30A85D3}"/>
          </ac:spMkLst>
        </pc:spChg>
        <pc:spChg chg="mod">
          <ac:chgData name="Yash Jadhav" userId="535c3d6d-72b8-4f77-8155-55f939173cf2" providerId="ADAL" clId="{F33F88E0-3380-47C4-AFDE-F1AC050ADA82}" dt="2026-01-25T16:06:47.721" v="8511" actId="790"/>
          <ac:spMkLst>
            <pc:docMk/>
            <pc:sldMk cId="537721698" sldId="415"/>
            <ac:spMk id="84" creationId="{97A27720-B1C9-5616-EB5B-768A070B071F}"/>
          </ac:spMkLst>
        </pc:spChg>
        <pc:spChg chg="mod">
          <ac:chgData name="Yash Jadhav" userId="535c3d6d-72b8-4f77-8155-55f939173cf2" providerId="ADAL" clId="{F33F88E0-3380-47C4-AFDE-F1AC050ADA82}" dt="2026-01-25T16:06:47.723" v="8512" actId="790"/>
          <ac:spMkLst>
            <pc:docMk/>
            <pc:sldMk cId="537721698" sldId="415"/>
            <ac:spMk id="85" creationId="{72B60DD2-C70A-1304-2163-BC7CAB73B0C5}"/>
          </ac:spMkLst>
        </pc:spChg>
        <pc:spChg chg="mod">
          <ac:chgData name="Yash Jadhav" userId="535c3d6d-72b8-4f77-8155-55f939173cf2" providerId="ADAL" clId="{F33F88E0-3380-47C4-AFDE-F1AC050ADA82}" dt="2026-01-25T16:06:47.724" v="8513" actId="790"/>
          <ac:spMkLst>
            <pc:docMk/>
            <pc:sldMk cId="537721698" sldId="415"/>
            <ac:spMk id="86" creationId="{D8987279-12D2-F90D-AF90-D2EA174DBE08}"/>
          </ac:spMkLst>
        </pc:spChg>
        <pc:spChg chg="mod">
          <ac:chgData name="Yash Jadhav" userId="535c3d6d-72b8-4f77-8155-55f939173cf2" providerId="ADAL" clId="{F33F88E0-3380-47C4-AFDE-F1AC050ADA82}" dt="2026-01-25T16:06:47.726" v="8514" actId="790"/>
          <ac:spMkLst>
            <pc:docMk/>
            <pc:sldMk cId="537721698" sldId="415"/>
            <ac:spMk id="87" creationId="{3C9C8B19-D097-FAFB-2DDB-A442A9367E47}"/>
          </ac:spMkLst>
        </pc:spChg>
        <pc:spChg chg="mod">
          <ac:chgData name="Yash Jadhav" userId="535c3d6d-72b8-4f77-8155-55f939173cf2" providerId="ADAL" clId="{F33F88E0-3380-47C4-AFDE-F1AC050ADA82}" dt="2026-01-25T16:06:47.728" v="8515" actId="790"/>
          <ac:spMkLst>
            <pc:docMk/>
            <pc:sldMk cId="537721698" sldId="415"/>
            <ac:spMk id="88" creationId="{46F2242B-52F8-AA6D-D181-85E156CE0A74}"/>
          </ac:spMkLst>
        </pc:spChg>
        <pc:spChg chg="mod">
          <ac:chgData name="Yash Jadhav" userId="535c3d6d-72b8-4f77-8155-55f939173cf2" providerId="ADAL" clId="{F33F88E0-3380-47C4-AFDE-F1AC050ADA82}" dt="2026-01-25T16:06:47.730" v="8516" actId="790"/>
          <ac:spMkLst>
            <pc:docMk/>
            <pc:sldMk cId="537721698" sldId="415"/>
            <ac:spMk id="89" creationId="{8A88E75F-4853-1AD8-2AC5-8C6A6C7CC611}"/>
          </ac:spMkLst>
        </pc:spChg>
        <pc:spChg chg="mod">
          <ac:chgData name="Yash Jadhav" userId="535c3d6d-72b8-4f77-8155-55f939173cf2" providerId="ADAL" clId="{F33F88E0-3380-47C4-AFDE-F1AC050ADA82}" dt="2026-01-25T16:06:47.732" v="8517" actId="790"/>
          <ac:spMkLst>
            <pc:docMk/>
            <pc:sldMk cId="537721698" sldId="415"/>
            <ac:spMk id="90" creationId="{E02DC758-9C5E-80B0-2ABC-C3885E468499}"/>
          </ac:spMkLst>
        </pc:spChg>
        <pc:spChg chg="mod">
          <ac:chgData name="Yash Jadhav" userId="535c3d6d-72b8-4f77-8155-55f939173cf2" providerId="ADAL" clId="{F33F88E0-3380-47C4-AFDE-F1AC050ADA82}" dt="2026-01-25T16:06:47.734" v="8518" actId="790"/>
          <ac:spMkLst>
            <pc:docMk/>
            <pc:sldMk cId="537721698" sldId="415"/>
            <ac:spMk id="91" creationId="{81F30231-92B7-AD60-A608-892881117D71}"/>
          </ac:spMkLst>
        </pc:spChg>
        <pc:spChg chg="mod">
          <ac:chgData name="Yash Jadhav" userId="535c3d6d-72b8-4f77-8155-55f939173cf2" providerId="ADAL" clId="{F33F88E0-3380-47C4-AFDE-F1AC050ADA82}" dt="2026-01-25T16:06:47.737" v="8519" actId="790"/>
          <ac:spMkLst>
            <pc:docMk/>
            <pc:sldMk cId="537721698" sldId="415"/>
            <ac:spMk id="92" creationId="{36985724-078E-5017-C06A-BD3487F1B7B1}"/>
          </ac:spMkLst>
        </pc:spChg>
        <pc:spChg chg="mod">
          <ac:chgData name="Yash Jadhav" userId="535c3d6d-72b8-4f77-8155-55f939173cf2" providerId="ADAL" clId="{F33F88E0-3380-47C4-AFDE-F1AC050ADA82}" dt="2026-01-25T16:06:47.738" v="8520" actId="790"/>
          <ac:spMkLst>
            <pc:docMk/>
            <pc:sldMk cId="537721698" sldId="415"/>
            <ac:spMk id="93" creationId="{D7BDC98B-626A-DE90-A937-C75714CA8440}"/>
          </ac:spMkLst>
        </pc:spChg>
        <pc:spChg chg="mod">
          <ac:chgData name="Yash Jadhav" userId="535c3d6d-72b8-4f77-8155-55f939173cf2" providerId="ADAL" clId="{F33F88E0-3380-47C4-AFDE-F1AC050ADA82}" dt="2026-01-25T16:06:47.740" v="8521" actId="790"/>
          <ac:spMkLst>
            <pc:docMk/>
            <pc:sldMk cId="537721698" sldId="415"/>
            <ac:spMk id="94" creationId="{79A1B5AE-11DB-619D-FA5D-6D1B5FEA54CD}"/>
          </ac:spMkLst>
        </pc:spChg>
        <pc:spChg chg="mod">
          <ac:chgData name="Yash Jadhav" userId="535c3d6d-72b8-4f77-8155-55f939173cf2" providerId="ADAL" clId="{F33F88E0-3380-47C4-AFDE-F1AC050ADA82}" dt="2026-01-25T16:06:47.742" v="8522" actId="790"/>
          <ac:spMkLst>
            <pc:docMk/>
            <pc:sldMk cId="537721698" sldId="415"/>
            <ac:spMk id="96" creationId="{199466AB-2185-D45C-A0DD-63CD485A553E}"/>
          </ac:spMkLst>
        </pc:spChg>
        <pc:spChg chg="mod">
          <ac:chgData name="Yash Jadhav" userId="535c3d6d-72b8-4f77-8155-55f939173cf2" providerId="ADAL" clId="{F33F88E0-3380-47C4-AFDE-F1AC050ADA82}" dt="2026-01-25T16:06:47.744" v="8523" actId="790"/>
          <ac:spMkLst>
            <pc:docMk/>
            <pc:sldMk cId="537721698" sldId="415"/>
            <ac:spMk id="97" creationId="{5270DCB7-68AE-F7AC-0C56-079E74101780}"/>
          </ac:spMkLst>
        </pc:spChg>
        <pc:spChg chg="mod">
          <ac:chgData name="Yash Jadhav" userId="535c3d6d-72b8-4f77-8155-55f939173cf2" providerId="ADAL" clId="{F33F88E0-3380-47C4-AFDE-F1AC050ADA82}" dt="2026-01-25T16:06:47.745" v="8524" actId="790"/>
          <ac:spMkLst>
            <pc:docMk/>
            <pc:sldMk cId="537721698" sldId="415"/>
            <ac:spMk id="98" creationId="{446AE9D9-81E0-EC7B-6002-AC897E9E3D50}"/>
          </ac:spMkLst>
        </pc:spChg>
        <pc:spChg chg="mod">
          <ac:chgData name="Yash Jadhav" userId="535c3d6d-72b8-4f77-8155-55f939173cf2" providerId="ADAL" clId="{F33F88E0-3380-47C4-AFDE-F1AC050ADA82}" dt="2026-01-25T16:06:47.747" v="8525" actId="790"/>
          <ac:spMkLst>
            <pc:docMk/>
            <pc:sldMk cId="537721698" sldId="415"/>
            <ac:spMk id="99" creationId="{EFA6A15A-D369-29AF-29A2-B65D28ED200A}"/>
          </ac:spMkLst>
        </pc:spChg>
        <pc:spChg chg="mod">
          <ac:chgData name="Yash Jadhav" userId="535c3d6d-72b8-4f77-8155-55f939173cf2" providerId="ADAL" clId="{F33F88E0-3380-47C4-AFDE-F1AC050ADA82}" dt="2026-01-25T16:06:47.748" v="8526" actId="790"/>
          <ac:spMkLst>
            <pc:docMk/>
            <pc:sldMk cId="537721698" sldId="415"/>
            <ac:spMk id="100" creationId="{7FE8B22D-8CA1-0A49-A86E-2B399C3FBA12}"/>
          </ac:spMkLst>
        </pc:spChg>
        <pc:spChg chg="mod">
          <ac:chgData name="Yash Jadhav" userId="535c3d6d-72b8-4f77-8155-55f939173cf2" providerId="ADAL" clId="{F33F88E0-3380-47C4-AFDE-F1AC050ADA82}" dt="2026-01-25T16:06:47.752" v="8527" actId="790"/>
          <ac:spMkLst>
            <pc:docMk/>
            <pc:sldMk cId="537721698" sldId="415"/>
            <ac:spMk id="101" creationId="{E0B91137-3EFA-3592-2FE9-B580E0C1883E}"/>
          </ac:spMkLst>
        </pc:spChg>
        <pc:spChg chg="mod">
          <ac:chgData name="Yash Jadhav" userId="535c3d6d-72b8-4f77-8155-55f939173cf2" providerId="ADAL" clId="{F33F88E0-3380-47C4-AFDE-F1AC050ADA82}" dt="2026-01-25T16:06:47.752" v="8528" actId="790"/>
          <ac:spMkLst>
            <pc:docMk/>
            <pc:sldMk cId="537721698" sldId="415"/>
            <ac:spMk id="102" creationId="{6675929E-9425-22EF-4FC5-EF4B832E6148}"/>
          </ac:spMkLst>
        </pc:spChg>
        <pc:spChg chg="mod">
          <ac:chgData name="Yash Jadhav" userId="535c3d6d-72b8-4f77-8155-55f939173cf2" providerId="ADAL" clId="{F33F88E0-3380-47C4-AFDE-F1AC050ADA82}" dt="2026-01-25T16:06:47.754" v="8529" actId="790"/>
          <ac:spMkLst>
            <pc:docMk/>
            <pc:sldMk cId="537721698" sldId="415"/>
            <ac:spMk id="103" creationId="{66FC729F-45A1-5D64-830D-051C217449A1}"/>
          </ac:spMkLst>
        </pc:spChg>
        <pc:spChg chg="mod">
          <ac:chgData name="Yash Jadhav" userId="535c3d6d-72b8-4f77-8155-55f939173cf2" providerId="ADAL" clId="{F33F88E0-3380-47C4-AFDE-F1AC050ADA82}" dt="2026-01-25T16:06:47.755" v="8530" actId="790"/>
          <ac:spMkLst>
            <pc:docMk/>
            <pc:sldMk cId="537721698" sldId="415"/>
            <ac:spMk id="104" creationId="{156F69F7-4BB3-4C12-2EF9-FACFAAAA8B99}"/>
          </ac:spMkLst>
        </pc:spChg>
        <pc:spChg chg="mod">
          <ac:chgData name="Yash Jadhav" userId="535c3d6d-72b8-4f77-8155-55f939173cf2" providerId="ADAL" clId="{F33F88E0-3380-47C4-AFDE-F1AC050ADA82}" dt="2026-01-25T16:06:47.758" v="8531" actId="790"/>
          <ac:spMkLst>
            <pc:docMk/>
            <pc:sldMk cId="537721698" sldId="415"/>
            <ac:spMk id="106" creationId="{AF5B3C98-6EBD-E6E0-0708-9512900FF2A7}"/>
          </ac:spMkLst>
        </pc:spChg>
        <pc:spChg chg="mod">
          <ac:chgData name="Yash Jadhav" userId="535c3d6d-72b8-4f77-8155-55f939173cf2" providerId="ADAL" clId="{F33F88E0-3380-47C4-AFDE-F1AC050ADA82}" dt="2026-01-25T16:06:47.760" v="8532" actId="790"/>
          <ac:spMkLst>
            <pc:docMk/>
            <pc:sldMk cId="537721698" sldId="415"/>
            <ac:spMk id="107" creationId="{30FB04EF-6971-8EF1-B810-5BFE3B6A444D}"/>
          </ac:spMkLst>
        </pc:spChg>
        <pc:spChg chg="mod">
          <ac:chgData name="Yash Jadhav" userId="535c3d6d-72b8-4f77-8155-55f939173cf2" providerId="ADAL" clId="{F33F88E0-3380-47C4-AFDE-F1AC050ADA82}" dt="2026-01-25T16:06:47.762" v="8533" actId="790"/>
          <ac:spMkLst>
            <pc:docMk/>
            <pc:sldMk cId="537721698" sldId="415"/>
            <ac:spMk id="108" creationId="{2DEB47E2-0518-A5CA-1239-2D17074A570F}"/>
          </ac:spMkLst>
        </pc:spChg>
        <pc:spChg chg="mod">
          <ac:chgData name="Yash Jadhav" userId="535c3d6d-72b8-4f77-8155-55f939173cf2" providerId="ADAL" clId="{F33F88E0-3380-47C4-AFDE-F1AC050ADA82}" dt="2026-01-25T16:06:47.764" v="8534" actId="790"/>
          <ac:spMkLst>
            <pc:docMk/>
            <pc:sldMk cId="537721698" sldId="415"/>
            <ac:spMk id="109" creationId="{64145BFD-744A-A62D-2892-F40F7FB29254}"/>
          </ac:spMkLst>
        </pc:spChg>
        <pc:spChg chg="mod">
          <ac:chgData name="Yash Jadhav" userId="535c3d6d-72b8-4f77-8155-55f939173cf2" providerId="ADAL" clId="{F33F88E0-3380-47C4-AFDE-F1AC050ADA82}" dt="2026-01-25T16:06:47.767" v="8535" actId="790"/>
          <ac:spMkLst>
            <pc:docMk/>
            <pc:sldMk cId="537721698" sldId="415"/>
            <ac:spMk id="110" creationId="{54E5C0DC-F266-F8A3-4FEB-DB827E096755}"/>
          </ac:spMkLst>
        </pc:spChg>
        <pc:spChg chg="mod">
          <ac:chgData name="Yash Jadhav" userId="535c3d6d-72b8-4f77-8155-55f939173cf2" providerId="ADAL" clId="{F33F88E0-3380-47C4-AFDE-F1AC050ADA82}" dt="2026-01-25T16:06:47.769" v="8536" actId="790"/>
          <ac:spMkLst>
            <pc:docMk/>
            <pc:sldMk cId="537721698" sldId="415"/>
            <ac:spMk id="111" creationId="{C51F7B01-50E5-80C3-E290-876EECE6E8A7}"/>
          </ac:spMkLst>
        </pc:spChg>
        <pc:spChg chg="mod">
          <ac:chgData name="Yash Jadhav" userId="535c3d6d-72b8-4f77-8155-55f939173cf2" providerId="ADAL" clId="{F33F88E0-3380-47C4-AFDE-F1AC050ADA82}" dt="2026-01-25T16:06:47.771" v="8537" actId="790"/>
          <ac:spMkLst>
            <pc:docMk/>
            <pc:sldMk cId="537721698" sldId="415"/>
            <ac:spMk id="112" creationId="{6F6705E3-19AB-9230-0238-B7E591E2C4C8}"/>
          </ac:spMkLst>
        </pc:spChg>
        <pc:spChg chg="mod">
          <ac:chgData name="Yash Jadhav" userId="535c3d6d-72b8-4f77-8155-55f939173cf2" providerId="ADAL" clId="{F33F88E0-3380-47C4-AFDE-F1AC050ADA82}" dt="2026-01-25T16:06:47.773" v="8538" actId="790"/>
          <ac:spMkLst>
            <pc:docMk/>
            <pc:sldMk cId="537721698" sldId="415"/>
            <ac:spMk id="113" creationId="{90C4242E-E584-0B27-3BD5-8CBB29E89773}"/>
          </ac:spMkLst>
        </pc:spChg>
        <pc:spChg chg="mod">
          <ac:chgData name="Yash Jadhav" userId="535c3d6d-72b8-4f77-8155-55f939173cf2" providerId="ADAL" clId="{F33F88E0-3380-47C4-AFDE-F1AC050ADA82}" dt="2026-01-25T16:06:47.776" v="8539" actId="790"/>
          <ac:spMkLst>
            <pc:docMk/>
            <pc:sldMk cId="537721698" sldId="415"/>
            <ac:spMk id="114" creationId="{C79ABE10-D5DC-8F4D-5C15-A39BE71D303C}"/>
          </ac:spMkLst>
        </pc:spChg>
        <pc:spChg chg="mod">
          <ac:chgData name="Yash Jadhav" userId="535c3d6d-72b8-4f77-8155-55f939173cf2" providerId="ADAL" clId="{F33F88E0-3380-47C4-AFDE-F1AC050ADA82}" dt="2026-01-25T16:06:47.778" v="8540" actId="790"/>
          <ac:spMkLst>
            <pc:docMk/>
            <pc:sldMk cId="537721698" sldId="415"/>
            <ac:spMk id="115" creationId="{7A47479C-6A2A-1C33-4A4E-0A77FCA5DFE7}"/>
          </ac:spMkLst>
        </pc:spChg>
        <pc:spChg chg="mod">
          <ac:chgData name="Yash Jadhav" userId="535c3d6d-72b8-4f77-8155-55f939173cf2" providerId="ADAL" clId="{F33F88E0-3380-47C4-AFDE-F1AC050ADA82}" dt="2026-01-25T16:06:47.781" v="8541" actId="790"/>
          <ac:spMkLst>
            <pc:docMk/>
            <pc:sldMk cId="537721698" sldId="415"/>
            <ac:spMk id="116" creationId="{10379959-C26A-FA22-FE03-810AF1CF5A56}"/>
          </ac:spMkLst>
        </pc:spChg>
        <pc:spChg chg="mod">
          <ac:chgData name="Yash Jadhav" userId="535c3d6d-72b8-4f77-8155-55f939173cf2" providerId="ADAL" clId="{F33F88E0-3380-47C4-AFDE-F1AC050ADA82}" dt="2026-01-25T16:06:47.782" v="8542" actId="790"/>
          <ac:spMkLst>
            <pc:docMk/>
            <pc:sldMk cId="537721698" sldId="415"/>
            <ac:spMk id="117" creationId="{D7219A77-E4D2-77BA-BD96-B519261F81B7}"/>
          </ac:spMkLst>
        </pc:spChg>
        <pc:spChg chg="mod">
          <ac:chgData name="Yash Jadhav" userId="535c3d6d-72b8-4f77-8155-55f939173cf2" providerId="ADAL" clId="{F33F88E0-3380-47C4-AFDE-F1AC050ADA82}" dt="2026-01-25T16:06:47.785" v="8543" actId="790"/>
          <ac:spMkLst>
            <pc:docMk/>
            <pc:sldMk cId="537721698" sldId="415"/>
            <ac:spMk id="118" creationId="{85E9F76C-8EF7-D1AD-80A4-25979C0E9BB2}"/>
          </ac:spMkLst>
        </pc:spChg>
        <pc:spChg chg="mod">
          <ac:chgData name="Yash Jadhav" userId="535c3d6d-72b8-4f77-8155-55f939173cf2" providerId="ADAL" clId="{F33F88E0-3380-47C4-AFDE-F1AC050ADA82}" dt="2026-01-25T16:06:47.787" v="8544" actId="790"/>
          <ac:spMkLst>
            <pc:docMk/>
            <pc:sldMk cId="537721698" sldId="415"/>
            <ac:spMk id="119" creationId="{355070C6-AD54-86A2-7C60-6B1698F1408D}"/>
          </ac:spMkLst>
        </pc:spChg>
        <pc:spChg chg="mod">
          <ac:chgData name="Yash Jadhav" userId="535c3d6d-72b8-4f77-8155-55f939173cf2" providerId="ADAL" clId="{F33F88E0-3380-47C4-AFDE-F1AC050ADA82}" dt="2026-01-25T16:06:47.789" v="8545" actId="790"/>
          <ac:spMkLst>
            <pc:docMk/>
            <pc:sldMk cId="537721698" sldId="415"/>
            <ac:spMk id="120" creationId="{2D471F97-8A64-4301-6AF4-89D26018BCEE}"/>
          </ac:spMkLst>
        </pc:spChg>
        <pc:spChg chg="mod">
          <ac:chgData name="Yash Jadhav" userId="535c3d6d-72b8-4f77-8155-55f939173cf2" providerId="ADAL" clId="{F33F88E0-3380-47C4-AFDE-F1AC050ADA82}" dt="2026-01-25T16:06:47.793" v="8546" actId="790"/>
          <ac:spMkLst>
            <pc:docMk/>
            <pc:sldMk cId="537721698" sldId="415"/>
            <ac:spMk id="121" creationId="{026237DA-6FF3-0BC3-E234-2AF0C167013B}"/>
          </ac:spMkLst>
        </pc:spChg>
        <pc:spChg chg="mod">
          <ac:chgData name="Yash Jadhav" userId="535c3d6d-72b8-4f77-8155-55f939173cf2" providerId="ADAL" clId="{F33F88E0-3380-47C4-AFDE-F1AC050ADA82}" dt="2026-01-25T16:06:47.796" v="8547" actId="790"/>
          <ac:spMkLst>
            <pc:docMk/>
            <pc:sldMk cId="537721698" sldId="415"/>
            <ac:spMk id="122" creationId="{D7918E8B-3C74-D6F1-F92C-BFBC4F7A1711}"/>
          </ac:spMkLst>
        </pc:spChg>
        <pc:spChg chg="mod">
          <ac:chgData name="Yash Jadhav" userId="535c3d6d-72b8-4f77-8155-55f939173cf2" providerId="ADAL" clId="{F33F88E0-3380-47C4-AFDE-F1AC050ADA82}" dt="2026-01-25T16:06:47.799" v="8548" actId="790"/>
          <ac:spMkLst>
            <pc:docMk/>
            <pc:sldMk cId="537721698" sldId="415"/>
            <ac:spMk id="123" creationId="{E55F74EB-CCEE-CE6A-5388-A08B5CAE3522}"/>
          </ac:spMkLst>
        </pc:spChg>
        <pc:spChg chg="mod">
          <ac:chgData name="Yash Jadhav" userId="535c3d6d-72b8-4f77-8155-55f939173cf2" providerId="ADAL" clId="{F33F88E0-3380-47C4-AFDE-F1AC050ADA82}" dt="2026-01-25T16:06:47.801" v="8549" actId="790"/>
          <ac:spMkLst>
            <pc:docMk/>
            <pc:sldMk cId="537721698" sldId="415"/>
            <ac:spMk id="124" creationId="{0E3E3DF9-FF7E-F01C-3085-F7812D04F583}"/>
          </ac:spMkLst>
        </pc:spChg>
        <pc:spChg chg="mod">
          <ac:chgData name="Yash Jadhav" userId="535c3d6d-72b8-4f77-8155-55f939173cf2" providerId="ADAL" clId="{F33F88E0-3380-47C4-AFDE-F1AC050ADA82}" dt="2026-01-25T16:06:47.805" v="8550" actId="790"/>
          <ac:spMkLst>
            <pc:docMk/>
            <pc:sldMk cId="537721698" sldId="415"/>
            <ac:spMk id="125" creationId="{8A64EFE8-73E4-B31B-9627-C9CB4D70C1EA}"/>
          </ac:spMkLst>
        </pc:spChg>
        <pc:spChg chg="mod">
          <ac:chgData name="Yash Jadhav" userId="535c3d6d-72b8-4f77-8155-55f939173cf2" providerId="ADAL" clId="{F33F88E0-3380-47C4-AFDE-F1AC050ADA82}" dt="2026-01-25T16:06:47.806" v="8551" actId="790"/>
          <ac:spMkLst>
            <pc:docMk/>
            <pc:sldMk cId="537721698" sldId="415"/>
            <ac:spMk id="126" creationId="{3F71E57A-5FB1-447D-0A36-05B01FE3FFCD}"/>
          </ac:spMkLst>
        </pc:spChg>
      </pc:sldChg>
      <pc:sldChg chg="modSp add mod modClrScheme chgLayout modNotes">
        <pc:chgData name="Yash Jadhav" userId="535c3d6d-72b8-4f77-8155-55f939173cf2" providerId="ADAL" clId="{F33F88E0-3380-47C4-AFDE-F1AC050ADA82}" dt="2026-01-25T16:09:15.875" v="10168" actId="700"/>
        <pc:sldMkLst>
          <pc:docMk/>
          <pc:sldMk cId="3863281788" sldId="416"/>
        </pc:sldMkLst>
        <pc:spChg chg="mod ord">
          <ac:chgData name="Yash Jadhav" userId="535c3d6d-72b8-4f77-8155-55f939173cf2" providerId="ADAL" clId="{F33F88E0-3380-47C4-AFDE-F1AC050ADA82}" dt="2026-01-25T16:09:15.875" v="10168" actId="700"/>
          <ac:spMkLst>
            <pc:docMk/>
            <pc:sldMk cId="3863281788" sldId="416"/>
            <ac:spMk id="2" creationId="{00000000-0000-0000-0000-000000000000}"/>
          </ac:spMkLst>
        </pc:spChg>
        <pc:spChg chg="mod">
          <ac:chgData name="Yash Jadhav" userId="535c3d6d-72b8-4f77-8155-55f939173cf2" providerId="ADAL" clId="{F33F88E0-3380-47C4-AFDE-F1AC050ADA82}" dt="2026-01-25T16:06:48.929" v="8575" actId="790"/>
          <ac:spMkLst>
            <pc:docMk/>
            <pc:sldMk cId="3863281788" sldId="416"/>
            <ac:spMk id="5" creationId="{00000000-0000-0000-0000-000000000000}"/>
          </ac:spMkLst>
        </pc:spChg>
        <pc:spChg chg="mod">
          <ac:chgData name="Yash Jadhav" userId="535c3d6d-72b8-4f77-8155-55f939173cf2" providerId="ADAL" clId="{F33F88E0-3380-47C4-AFDE-F1AC050ADA82}" dt="2026-01-25T16:06:48.933" v="8577" actId="790"/>
          <ac:spMkLst>
            <pc:docMk/>
            <pc:sldMk cId="3863281788" sldId="416"/>
            <ac:spMk id="13" creationId="{00000000-0000-0000-0000-000000000000}"/>
          </ac:spMkLst>
        </pc:spChg>
        <pc:spChg chg="mod">
          <ac:chgData name="Yash Jadhav" userId="535c3d6d-72b8-4f77-8155-55f939173cf2" providerId="ADAL" clId="{F33F88E0-3380-47C4-AFDE-F1AC050ADA82}" dt="2026-01-25T16:06:48.935" v="8578" actId="790"/>
          <ac:spMkLst>
            <pc:docMk/>
            <pc:sldMk cId="3863281788" sldId="416"/>
            <ac:spMk id="15" creationId="{00000000-0000-0000-0000-000000000000}"/>
          </ac:spMkLst>
        </pc:spChg>
        <pc:spChg chg="mod">
          <ac:chgData name="Yash Jadhav" userId="535c3d6d-72b8-4f77-8155-55f939173cf2" providerId="ADAL" clId="{F33F88E0-3380-47C4-AFDE-F1AC050ADA82}" dt="2026-01-25T16:06:48.937" v="8579" actId="790"/>
          <ac:spMkLst>
            <pc:docMk/>
            <pc:sldMk cId="3863281788" sldId="416"/>
            <ac:spMk id="17" creationId="{00000000-0000-0000-0000-000000000000}"/>
          </ac:spMkLst>
        </pc:spChg>
        <pc:spChg chg="mod">
          <ac:chgData name="Yash Jadhav" userId="535c3d6d-72b8-4f77-8155-55f939173cf2" providerId="ADAL" clId="{F33F88E0-3380-47C4-AFDE-F1AC050ADA82}" dt="2026-01-25T16:06:48.938" v="8580" actId="790"/>
          <ac:spMkLst>
            <pc:docMk/>
            <pc:sldMk cId="3863281788" sldId="416"/>
            <ac:spMk id="18" creationId="{00000000-0000-0000-0000-000000000000}"/>
          </ac:spMkLst>
        </pc:spChg>
        <pc:spChg chg="mod">
          <ac:chgData name="Yash Jadhav" userId="535c3d6d-72b8-4f77-8155-55f939173cf2" providerId="ADAL" clId="{F33F88E0-3380-47C4-AFDE-F1AC050ADA82}" dt="2026-01-25T16:06:48.940" v="8581" actId="790"/>
          <ac:spMkLst>
            <pc:docMk/>
            <pc:sldMk cId="3863281788" sldId="416"/>
            <ac:spMk id="19" creationId="{00000000-0000-0000-0000-000000000000}"/>
          </ac:spMkLst>
        </pc:spChg>
        <pc:spChg chg="mod">
          <ac:chgData name="Yash Jadhav" userId="535c3d6d-72b8-4f77-8155-55f939173cf2" providerId="ADAL" clId="{F33F88E0-3380-47C4-AFDE-F1AC050ADA82}" dt="2026-01-25T16:06:48.941" v="8582" actId="790"/>
          <ac:spMkLst>
            <pc:docMk/>
            <pc:sldMk cId="3863281788" sldId="416"/>
            <ac:spMk id="20" creationId="{00000000-0000-0000-0000-000000000000}"/>
          </ac:spMkLst>
        </pc:spChg>
        <pc:spChg chg="mod">
          <ac:chgData name="Yash Jadhav" userId="535c3d6d-72b8-4f77-8155-55f939173cf2" providerId="ADAL" clId="{F33F88E0-3380-47C4-AFDE-F1AC050ADA82}" dt="2026-01-25T16:06:48.944" v="8583" actId="790"/>
          <ac:spMkLst>
            <pc:docMk/>
            <pc:sldMk cId="3863281788" sldId="416"/>
            <ac:spMk id="21" creationId="{00000000-0000-0000-0000-000000000000}"/>
          </ac:spMkLst>
        </pc:spChg>
        <pc:spChg chg="mod">
          <ac:chgData name="Yash Jadhav" userId="535c3d6d-72b8-4f77-8155-55f939173cf2" providerId="ADAL" clId="{F33F88E0-3380-47C4-AFDE-F1AC050ADA82}" dt="2026-01-25T16:06:48.948" v="8584" actId="790"/>
          <ac:spMkLst>
            <pc:docMk/>
            <pc:sldMk cId="3863281788" sldId="416"/>
            <ac:spMk id="22" creationId="{00000000-0000-0000-0000-000000000000}"/>
          </ac:spMkLst>
        </pc:spChg>
        <pc:spChg chg="mod">
          <ac:chgData name="Yash Jadhav" userId="535c3d6d-72b8-4f77-8155-55f939173cf2" providerId="ADAL" clId="{F33F88E0-3380-47C4-AFDE-F1AC050ADA82}" dt="2026-01-25T16:06:48.952" v="8585" actId="790"/>
          <ac:spMkLst>
            <pc:docMk/>
            <pc:sldMk cId="3863281788" sldId="416"/>
            <ac:spMk id="23" creationId="{00000000-0000-0000-0000-000000000000}"/>
          </ac:spMkLst>
        </pc:spChg>
        <pc:spChg chg="mod">
          <ac:chgData name="Yash Jadhav" userId="535c3d6d-72b8-4f77-8155-55f939173cf2" providerId="ADAL" clId="{F33F88E0-3380-47C4-AFDE-F1AC050ADA82}" dt="2026-01-25T16:06:48.955" v="8586" actId="790"/>
          <ac:spMkLst>
            <pc:docMk/>
            <pc:sldMk cId="3863281788" sldId="416"/>
            <ac:spMk id="24" creationId="{00000000-0000-0000-0000-000000000000}"/>
          </ac:spMkLst>
        </pc:spChg>
        <pc:spChg chg="mod">
          <ac:chgData name="Yash Jadhav" userId="535c3d6d-72b8-4f77-8155-55f939173cf2" providerId="ADAL" clId="{F33F88E0-3380-47C4-AFDE-F1AC050ADA82}" dt="2026-01-25T16:06:48.958" v="8587" actId="790"/>
          <ac:spMkLst>
            <pc:docMk/>
            <pc:sldMk cId="3863281788" sldId="416"/>
            <ac:spMk id="25" creationId="{00000000-0000-0000-0000-000000000000}"/>
          </ac:spMkLst>
        </pc:spChg>
        <pc:spChg chg="mod">
          <ac:chgData name="Yash Jadhav" userId="535c3d6d-72b8-4f77-8155-55f939173cf2" providerId="ADAL" clId="{F33F88E0-3380-47C4-AFDE-F1AC050ADA82}" dt="2026-01-25T16:06:48.961" v="8588" actId="790"/>
          <ac:spMkLst>
            <pc:docMk/>
            <pc:sldMk cId="3863281788" sldId="416"/>
            <ac:spMk id="26" creationId="{00000000-0000-0000-0000-000000000000}"/>
          </ac:spMkLst>
        </pc:spChg>
        <pc:spChg chg="mod">
          <ac:chgData name="Yash Jadhav" userId="535c3d6d-72b8-4f77-8155-55f939173cf2" providerId="ADAL" clId="{F33F88E0-3380-47C4-AFDE-F1AC050ADA82}" dt="2026-01-25T16:06:48.965" v="8589" actId="790"/>
          <ac:spMkLst>
            <pc:docMk/>
            <pc:sldMk cId="3863281788" sldId="416"/>
            <ac:spMk id="27" creationId="{00000000-0000-0000-0000-000000000000}"/>
          </ac:spMkLst>
        </pc:spChg>
        <pc:spChg chg="mod">
          <ac:chgData name="Yash Jadhav" userId="535c3d6d-72b8-4f77-8155-55f939173cf2" providerId="ADAL" clId="{F33F88E0-3380-47C4-AFDE-F1AC050ADA82}" dt="2026-01-25T16:06:48.969" v="8590" actId="790"/>
          <ac:spMkLst>
            <pc:docMk/>
            <pc:sldMk cId="3863281788" sldId="416"/>
            <ac:spMk id="28" creationId="{00000000-0000-0000-0000-000000000000}"/>
          </ac:spMkLst>
        </pc:spChg>
        <pc:spChg chg="mod">
          <ac:chgData name="Yash Jadhav" userId="535c3d6d-72b8-4f77-8155-55f939173cf2" providerId="ADAL" clId="{F33F88E0-3380-47C4-AFDE-F1AC050ADA82}" dt="2026-01-25T16:06:48.974" v="8591" actId="790"/>
          <ac:spMkLst>
            <pc:docMk/>
            <pc:sldMk cId="3863281788" sldId="416"/>
            <ac:spMk id="29" creationId="{00000000-0000-0000-0000-000000000000}"/>
          </ac:spMkLst>
        </pc:spChg>
        <pc:spChg chg="mod">
          <ac:chgData name="Yash Jadhav" userId="535c3d6d-72b8-4f77-8155-55f939173cf2" providerId="ADAL" clId="{F33F88E0-3380-47C4-AFDE-F1AC050ADA82}" dt="2026-01-25T16:06:48.979" v="8592" actId="790"/>
          <ac:spMkLst>
            <pc:docMk/>
            <pc:sldMk cId="3863281788" sldId="416"/>
            <ac:spMk id="30" creationId="{00000000-0000-0000-0000-000000000000}"/>
          </ac:spMkLst>
        </pc:spChg>
        <pc:spChg chg="mod">
          <ac:chgData name="Yash Jadhav" userId="535c3d6d-72b8-4f77-8155-55f939173cf2" providerId="ADAL" clId="{F33F88E0-3380-47C4-AFDE-F1AC050ADA82}" dt="2026-01-25T16:06:48.983" v="8593" actId="790"/>
          <ac:spMkLst>
            <pc:docMk/>
            <pc:sldMk cId="3863281788" sldId="416"/>
            <ac:spMk id="31" creationId="{00000000-0000-0000-0000-000000000000}"/>
          </ac:spMkLst>
        </pc:spChg>
        <pc:spChg chg="mod">
          <ac:chgData name="Yash Jadhav" userId="535c3d6d-72b8-4f77-8155-55f939173cf2" providerId="ADAL" clId="{F33F88E0-3380-47C4-AFDE-F1AC050ADA82}" dt="2026-01-25T16:06:48.987" v="8594" actId="790"/>
          <ac:spMkLst>
            <pc:docMk/>
            <pc:sldMk cId="3863281788" sldId="416"/>
            <ac:spMk id="3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745105122" sldId="417"/>
        </pc:sldMkLst>
        <pc:spChg chg="mod">
          <ac:chgData name="Yash Jadhav" userId="535c3d6d-72b8-4f77-8155-55f939173cf2" providerId="ADAL" clId="{F33F88E0-3380-47C4-AFDE-F1AC050ADA82}" dt="2026-01-25T16:06:50.258" v="8671"/>
          <ac:spMkLst>
            <pc:docMk/>
            <pc:sldMk cId="3745105122" sldId="417"/>
            <ac:spMk id="3" creationId="{4045AF68-B378-A4DD-99C9-7B91A9C1390C}"/>
          </ac:spMkLst>
        </pc:spChg>
        <pc:spChg chg="mod">
          <ac:chgData name="Yash Jadhav" userId="535c3d6d-72b8-4f77-8155-55f939173cf2" providerId="ADAL" clId="{F33F88E0-3380-47C4-AFDE-F1AC050ADA82}" dt="2026-01-25T16:06:50.122" v="8599" actId="790"/>
          <ac:spMkLst>
            <pc:docMk/>
            <pc:sldMk cId="3745105122" sldId="417"/>
            <ac:spMk id="4" creationId="{00000000-0000-0000-0000-000000000000}"/>
          </ac:spMkLst>
        </pc:spChg>
        <pc:spChg chg="mod">
          <ac:chgData name="Yash Jadhav" userId="535c3d6d-72b8-4f77-8155-55f939173cf2" providerId="ADAL" clId="{F33F88E0-3380-47C4-AFDE-F1AC050ADA82}" dt="2026-01-25T16:06:50.131" v="8602" actId="790"/>
          <ac:spMkLst>
            <pc:docMk/>
            <pc:sldMk cId="3745105122" sldId="417"/>
            <ac:spMk id="5" creationId="{00000000-0000-0000-0000-000000000000}"/>
          </ac:spMkLst>
        </pc:spChg>
        <pc:spChg chg="mod">
          <ac:chgData name="Yash Jadhav" userId="535c3d6d-72b8-4f77-8155-55f939173cf2" providerId="ADAL" clId="{F33F88E0-3380-47C4-AFDE-F1AC050ADA82}" dt="2026-01-25T16:06:50.125" v="8600" actId="790"/>
          <ac:spMkLst>
            <pc:docMk/>
            <pc:sldMk cId="3745105122" sldId="417"/>
            <ac:spMk id="6" creationId="{00000000-0000-0000-0000-000000000000}"/>
          </ac:spMkLst>
        </pc:spChg>
        <pc:spChg chg="mod">
          <ac:chgData name="Yash Jadhav" userId="535c3d6d-72b8-4f77-8155-55f939173cf2" providerId="ADAL" clId="{F33F88E0-3380-47C4-AFDE-F1AC050ADA82}" dt="2026-01-25T16:06:50.128" v="8601" actId="790"/>
          <ac:spMkLst>
            <pc:docMk/>
            <pc:sldMk cId="3745105122" sldId="417"/>
            <ac:spMk id="7" creationId="{00000000-0000-0000-0000-000000000000}"/>
          </ac:spMkLst>
        </pc:spChg>
        <pc:spChg chg="mod">
          <ac:chgData name="Yash Jadhav" userId="535c3d6d-72b8-4f77-8155-55f939173cf2" providerId="ADAL" clId="{F33F88E0-3380-47C4-AFDE-F1AC050ADA82}" dt="2026-01-25T16:06:50.133" v="8603" actId="790"/>
          <ac:spMkLst>
            <pc:docMk/>
            <pc:sldMk cId="3745105122" sldId="417"/>
            <ac:spMk id="8" creationId="{00000000-0000-0000-0000-000000000000}"/>
          </ac:spMkLst>
        </pc:spChg>
        <pc:spChg chg="mod">
          <ac:chgData name="Yash Jadhav" userId="535c3d6d-72b8-4f77-8155-55f939173cf2" providerId="ADAL" clId="{F33F88E0-3380-47C4-AFDE-F1AC050ADA82}" dt="2026-01-25T16:06:50.134" v="8604" actId="790"/>
          <ac:spMkLst>
            <pc:docMk/>
            <pc:sldMk cId="3745105122" sldId="417"/>
            <ac:spMk id="9" creationId="{00000000-0000-0000-0000-000000000000}"/>
          </ac:spMkLst>
        </pc:spChg>
        <pc:spChg chg="mod">
          <ac:chgData name="Yash Jadhav" userId="535c3d6d-72b8-4f77-8155-55f939173cf2" providerId="ADAL" clId="{F33F88E0-3380-47C4-AFDE-F1AC050ADA82}" dt="2026-01-25T16:06:50.136" v="8605" actId="790"/>
          <ac:spMkLst>
            <pc:docMk/>
            <pc:sldMk cId="3745105122" sldId="417"/>
            <ac:spMk id="10" creationId="{00000000-0000-0000-0000-000000000000}"/>
          </ac:spMkLst>
        </pc:spChg>
        <pc:spChg chg="mod">
          <ac:chgData name="Yash Jadhav" userId="535c3d6d-72b8-4f77-8155-55f939173cf2" providerId="ADAL" clId="{F33F88E0-3380-47C4-AFDE-F1AC050ADA82}" dt="2026-01-25T16:06:50.138" v="8606" actId="790"/>
          <ac:spMkLst>
            <pc:docMk/>
            <pc:sldMk cId="3745105122" sldId="417"/>
            <ac:spMk id="11" creationId="{00000000-0000-0000-0000-000000000000}"/>
          </ac:spMkLst>
        </pc:spChg>
        <pc:spChg chg="mod">
          <ac:chgData name="Yash Jadhav" userId="535c3d6d-72b8-4f77-8155-55f939173cf2" providerId="ADAL" clId="{F33F88E0-3380-47C4-AFDE-F1AC050ADA82}" dt="2026-01-25T16:06:50.140" v="8607" actId="790"/>
          <ac:spMkLst>
            <pc:docMk/>
            <pc:sldMk cId="3745105122" sldId="417"/>
            <ac:spMk id="12" creationId="{00000000-0000-0000-0000-000000000000}"/>
          </ac:spMkLst>
        </pc:spChg>
        <pc:spChg chg="mod">
          <ac:chgData name="Yash Jadhav" userId="535c3d6d-72b8-4f77-8155-55f939173cf2" providerId="ADAL" clId="{F33F88E0-3380-47C4-AFDE-F1AC050ADA82}" dt="2026-01-25T16:06:50.176" v="8619" actId="790"/>
          <ac:spMkLst>
            <pc:docMk/>
            <pc:sldMk cId="3745105122" sldId="417"/>
            <ac:spMk id="13" creationId="{00000000-0000-0000-0000-000000000000}"/>
          </ac:spMkLst>
        </pc:spChg>
        <pc:spChg chg="mod">
          <ac:chgData name="Yash Jadhav" userId="535c3d6d-72b8-4f77-8155-55f939173cf2" providerId="ADAL" clId="{F33F88E0-3380-47C4-AFDE-F1AC050ADA82}" dt="2026-01-25T16:06:50.153" v="8611" actId="790"/>
          <ac:spMkLst>
            <pc:docMk/>
            <pc:sldMk cId="3745105122" sldId="417"/>
            <ac:spMk id="14" creationId="{00000000-0000-0000-0000-000000000000}"/>
          </ac:spMkLst>
        </pc:spChg>
        <pc:spChg chg="mod">
          <ac:chgData name="Yash Jadhav" userId="535c3d6d-72b8-4f77-8155-55f939173cf2" providerId="ADAL" clId="{F33F88E0-3380-47C4-AFDE-F1AC050ADA82}" dt="2026-01-25T16:06:50.164" v="8615" actId="790"/>
          <ac:spMkLst>
            <pc:docMk/>
            <pc:sldMk cId="3745105122" sldId="417"/>
            <ac:spMk id="15" creationId="{00000000-0000-0000-0000-000000000000}"/>
          </ac:spMkLst>
        </pc:spChg>
        <pc:spChg chg="mod">
          <ac:chgData name="Yash Jadhav" userId="535c3d6d-72b8-4f77-8155-55f939173cf2" providerId="ADAL" clId="{F33F88E0-3380-47C4-AFDE-F1AC050ADA82}" dt="2026-01-25T16:06:50.143" v="8608" actId="790"/>
          <ac:spMkLst>
            <pc:docMk/>
            <pc:sldMk cId="3745105122" sldId="417"/>
            <ac:spMk id="16" creationId="{00000000-0000-0000-0000-000000000000}"/>
          </ac:spMkLst>
        </pc:spChg>
        <pc:spChg chg="mod">
          <ac:chgData name="Yash Jadhav" userId="535c3d6d-72b8-4f77-8155-55f939173cf2" providerId="ADAL" clId="{F33F88E0-3380-47C4-AFDE-F1AC050ADA82}" dt="2026-01-25T16:06:50.180" v="8620" actId="790"/>
          <ac:spMkLst>
            <pc:docMk/>
            <pc:sldMk cId="3745105122" sldId="417"/>
            <ac:spMk id="17" creationId="{00000000-0000-0000-0000-000000000000}"/>
          </ac:spMkLst>
        </pc:spChg>
        <pc:spChg chg="mod">
          <ac:chgData name="Yash Jadhav" userId="535c3d6d-72b8-4f77-8155-55f939173cf2" providerId="ADAL" clId="{F33F88E0-3380-47C4-AFDE-F1AC050ADA82}" dt="2026-01-25T16:06:50.156" v="8612" actId="790"/>
          <ac:spMkLst>
            <pc:docMk/>
            <pc:sldMk cId="3745105122" sldId="417"/>
            <ac:spMk id="18" creationId="{00000000-0000-0000-0000-000000000000}"/>
          </ac:spMkLst>
        </pc:spChg>
        <pc:spChg chg="mod">
          <ac:chgData name="Yash Jadhav" userId="535c3d6d-72b8-4f77-8155-55f939173cf2" providerId="ADAL" clId="{F33F88E0-3380-47C4-AFDE-F1AC050ADA82}" dt="2026-01-25T16:06:50.167" v="8616" actId="790"/>
          <ac:spMkLst>
            <pc:docMk/>
            <pc:sldMk cId="3745105122" sldId="417"/>
            <ac:spMk id="19" creationId="{00000000-0000-0000-0000-000000000000}"/>
          </ac:spMkLst>
        </pc:spChg>
        <pc:spChg chg="mod">
          <ac:chgData name="Yash Jadhav" userId="535c3d6d-72b8-4f77-8155-55f939173cf2" providerId="ADAL" clId="{F33F88E0-3380-47C4-AFDE-F1AC050ADA82}" dt="2026-01-25T16:06:50.147" v="8609" actId="790"/>
          <ac:spMkLst>
            <pc:docMk/>
            <pc:sldMk cId="3745105122" sldId="417"/>
            <ac:spMk id="20" creationId="{00000000-0000-0000-0000-000000000000}"/>
          </ac:spMkLst>
        </pc:spChg>
        <pc:spChg chg="mod">
          <ac:chgData name="Yash Jadhav" userId="535c3d6d-72b8-4f77-8155-55f939173cf2" providerId="ADAL" clId="{F33F88E0-3380-47C4-AFDE-F1AC050ADA82}" dt="2026-01-25T16:06:50.184" v="8621" actId="790"/>
          <ac:spMkLst>
            <pc:docMk/>
            <pc:sldMk cId="3745105122" sldId="417"/>
            <ac:spMk id="21" creationId="{00000000-0000-0000-0000-000000000000}"/>
          </ac:spMkLst>
        </pc:spChg>
        <pc:spChg chg="mod">
          <ac:chgData name="Yash Jadhav" userId="535c3d6d-72b8-4f77-8155-55f939173cf2" providerId="ADAL" clId="{F33F88E0-3380-47C4-AFDE-F1AC050ADA82}" dt="2026-01-25T16:06:50.158" v="8613" actId="790"/>
          <ac:spMkLst>
            <pc:docMk/>
            <pc:sldMk cId="3745105122" sldId="417"/>
            <ac:spMk id="22" creationId="{00000000-0000-0000-0000-000000000000}"/>
          </ac:spMkLst>
        </pc:spChg>
        <pc:spChg chg="mod">
          <ac:chgData name="Yash Jadhav" userId="535c3d6d-72b8-4f77-8155-55f939173cf2" providerId="ADAL" clId="{F33F88E0-3380-47C4-AFDE-F1AC050ADA82}" dt="2026-01-25T16:06:50.169" v="8617" actId="790"/>
          <ac:spMkLst>
            <pc:docMk/>
            <pc:sldMk cId="3745105122" sldId="417"/>
            <ac:spMk id="23" creationId="{00000000-0000-0000-0000-000000000000}"/>
          </ac:spMkLst>
        </pc:spChg>
        <pc:spChg chg="mod">
          <ac:chgData name="Yash Jadhav" userId="535c3d6d-72b8-4f77-8155-55f939173cf2" providerId="ADAL" clId="{F33F88E0-3380-47C4-AFDE-F1AC050ADA82}" dt="2026-01-25T16:06:50.150" v="8610" actId="790"/>
          <ac:spMkLst>
            <pc:docMk/>
            <pc:sldMk cId="3745105122" sldId="417"/>
            <ac:spMk id="24" creationId="{00000000-0000-0000-0000-000000000000}"/>
          </ac:spMkLst>
        </pc:spChg>
        <pc:spChg chg="mod">
          <ac:chgData name="Yash Jadhav" userId="535c3d6d-72b8-4f77-8155-55f939173cf2" providerId="ADAL" clId="{F33F88E0-3380-47C4-AFDE-F1AC050ADA82}" dt="2026-01-25T16:06:50.187" v="8622" actId="790"/>
          <ac:spMkLst>
            <pc:docMk/>
            <pc:sldMk cId="3745105122" sldId="417"/>
            <ac:spMk id="25" creationId="{00000000-0000-0000-0000-000000000000}"/>
          </ac:spMkLst>
        </pc:spChg>
        <pc:spChg chg="mod">
          <ac:chgData name="Yash Jadhav" userId="535c3d6d-72b8-4f77-8155-55f939173cf2" providerId="ADAL" clId="{F33F88E0-3380-47C4-AFDE-F1AC050ADA82}" dt="2026-01-25T16:06:50.161" v="8614" actId="790"/>
          <ac:spMkLst>
            <pc:docMk/>
            <pc:sldMk cId="3745105122" sldId="417"/>
            <ac:spMk id="26" creationId="{00000000-0000-0000-0000-000000000000}"/>
          </ac:spMkLst>
        </pc:spChg>
        <pc:spChg chg="mod">
          <ac:chgData name="Yash Jadhav" userId="535c3d6d-72b8-4f77-8155-55f939173cf2" providerId="ADAL" clId="{F33F88E0-3380-47C4-AFDE-F1AC050ADA82}" dt="2026-01-25T16:06:50.172" v="8618" actId="790"/>
          <ac:spMkLst>
            <pc:docMk/>
            <pc:sldMk cId="3745105122" sldId="417"/>
            <ac:spMk id="27" creationId="{00000000-0000-0000-0000-000000000000}"/>
          </ac:spMkLst>
        </pc:spChg>
        <pc:spChg chg="mod">
          <ac:chgData name="Yash Jadhav" userId="535c3d6d-72b8-4f77-8155-55f939173cf2" providerId="ADAL" clId="{F33F88E0-3380-47C4-AFDE-F1AC050ADA82}" dt="2026-01-25T16:06:50.258" v="8672"/>
          <ac:spMkLst>
            <pc:docMk/>
            <pc:sldMk cId="3745105122" sldId="417"/>
            <ac:spMk id="28" creationId="{D078D8FE-5A21-FA7E-4B26-6EAA5A99806F}"/>
          </ac:spMkLst>
        </pc:spChg>
        <pc:spChg chg="mod">
          <ac:chgData name="Yash Jadhav" userId="535c3d6d-72b8-4f77-8155-55f939173cf2" providerId="ADAL" clId="{F33F88E0-3380-47C4-AFDE-F1AC050ADA82}" dt="2026-01-25T16:06:50.259" v="8673"/>
          <ac:spMkLst>
            <pc:docMk/>
            <pc:sldMk cId="3745105122" sldId="417"/>
            <ac:spMk id="29" creationId="{E7E2A2C1-E401-7313-6017-780A6CD14153}"/>
          </ac:spMkLst>
        </pc:spChg>
        <pc:spChg chg="mod">
          <ac:chgData name="Yash Jadhav" userId="535c3d6d-72b8-4f77-8155-55f939173cf2" providerId="ADAL" clId="{F33F88E0-3380-47C4-AFDE-F1AC050ADA82}" dt="2026-01-25T16:06:50.260" v="8674"/>
          <ac:spMkLst>
            <pc:docMk/>
            <pc:sldMk cId="3745105122" sldId="417"/>
            <ac:spMk id="30" creationId="{D047EE4C-3A17-B786-6673-0DFB9479E8D8}"/>
          </ac:spMkLst>
        </pc:spChg>
        <pc:spChg chg="mod">
          <ac:chgData name="Yash Jadhav" userId="535c3d6d-72b8-4f77-8155-55f939173cf2" providerId="ADAL" clId="{F33F88E0-3380-47C4-AFDE-F1AC050ADA82}" dt="2026-01-25T16:06:50.260" v="8675"/>
          <ac:spMkLst>
            <pc:docMk/>
            <pc:sldMk cId="3745105122" sldId="417"/>
            <ac:spMk id="31" creationId="{EDD0F978-F807-5CB6-3F68-ADAF82F79441}"/>
          </ac:spMkLst>
        </pc:spChg>
        <pc:spChg chg="mod">
          <ac:chgData name="Yash Jadhav" userId="535c3d6d-72b8-4f77-8155-55f939173cf2" providerId="ADAL" clId="{F33F88E0-3380-47C4-AFDE-F1AC050ADA82}" dt="2026-01-25T16:06:50.261" v="8676"/>
          <ac:spMkLst>
            <pc:docMk/>
            <pc:sldMk cId="3745105122" sldId="417"/>
            <ac:spMk id="32" creationId="{D7564106-CB7D-9563-6CF5-57B7606AC3A7}"/>
          </ac:spMkLst>
        </pc:spChg>
        <pc:spChg chg="mod">
          <ac:chgData name="Yash Jadhav" userId="535c3d6d-72b8-4f77-8155-55f939173cf2" providerId="ADAL" clId="{F33F88E0-3380-47C4-AFDE-F1AC050ADA82}" dt="2026-01-25T16:06:50.262" v="8677"/>
          <ac:spMkLst>
            <pc:docMk/>
            <pc:sldMk cId="3745105122" sldId="417"/>
            <ac:spMk id="33" creationId="{9FC1F305-E1FA-313D-379B-16A829BA1A0D}"/>
          </ac:spMkLst>
        </pc:spChg>
        <pc:spChg chg="mod">
          <ac:chgData name="Yash Jadhav" userId="535c3d6d-72b8-4f77-8155-55f939173cf2" providerId="ADAL" clId="{F33F88E0-3380-47C4-AFDE-F1AC050ADA82}" dt="2026-01-25T16:06:50.263" v="8678"/>
          <ac:spMkLst>
            <pc:docMk/>
            <pc:sldMk cId="3745105122" sldId="417"/>
            <ac:spMk id="34" creationId="{7D25BDA3-1375-CF43-F82A-71445C5A96B1}"/>
          </ac:spMkLst>
        </pc:spChg>
        <pc:spChg chg="mod">
          <ac:chgData name="Yash Jadhav" userId="535c3d6d-72b8-4f77-8155-55f939173cf2" providerId="ADAL" clId="{F33F88E0-3380-47C4-AFDE-F1AC050ADA82}" dt="2026-01-25T16:06:50.263" v="8679"/>
          <ac:spMkLst>
            <pc:docMk/>
            <pc:sldMk cId="3745105122" sldId="417"/>
            <ac:spMk id="35" creationId="{A192F289-0E23-54ED-265B-4307603A52E8}"/>
          </ac:spMkLst>
        </pc:spChg>
        <pc:spChg chg="mod">
          <ac:chgData name="Yash Jadhav" userId="535c3d6d-72b8-4f77-8155-55f939173cf2" providerId="ADAL" clId="{F33F88E0-3380-47C4-AFDE-F1AC050ADA82}" dt="2026-01-25T16:06:50.264" v="8680"/>
          <ac:spMkLst>
            <pc:docMk/>
            <pc:sldMk cId="3745105122" sldId="417"/>
            <ac:spMk id="36" creationId="{96954F6F-0EAD-3C4B-83A0-44FDB5194031}"/>
          </ac:spMkLst>
        </pc:spChg>
        <pc:spChg chg="mod">
          <ac:chgData name="Yash Jadhav" userId="535c3d6d-72b8-4f77-8155-55f939173cf2" providerId="ADAL" clId="{F33F88E0-3380-47C4-AFDE-F1AC050ADA82}" dt="2026-01-25T16:06:50.265" v="8681"/>
          <ac:spMkLst>
            <pc:docMk/>
            <pc:sldMk cId="3745105122" sldId="417"/>
            <ac:spMk id="37" creationId="{AA0929FB-2C3D-10FF-A2E6-EB271D80ABBF}"/>
          </ac:spMkLst>
        </pc:spChg>
        <pc:spChg chg="mod">
          <ac:chgData name="Yash Jadhav" userId="535c3d6d-72b8-4f77-8155-55f939173cf2" providerId="ADAL" clId="{F33F88E0-3380-47C4-AFDE-F1AC050ADA82}" dt="2026-01-25T16:06:50.265" v="8682"/>
          <ac:spMkLst>
            <pc:docMk/>
            <pc:sldMk cId="3745105122" sldId="417"/>
            <ac:spMk id="38" creationId="{843CE05F-5B69-7C12-C512-8D4D7FF6D067}"/>
          </ac:spMkLst>
        </pc:spChg>
        <pc:spChg chg="mod">
          <ac:chgData name="Yash Jadhav" userId="535c3d6d-72b8-4f77-8155-55f939173cf2" providerId="ADAL" clId="{F33F88E0-3380-47C4-AFDE-F1AC050ADA82}" dt="2026-01-25T16:06:50.266" v="8683"/>
          <ac:spMkLst>
            <pc:docMk/>
            <pc:sldMk cId="3745105122" sldId="417"/>
            <ac:spMk id="39" creationId="{50FC6745-405A-8AD8-FB85-F0BDC3908124}"/>
          </ac:spMkLst>
        </pc:spChg>
        <pc:spChg chg="mod">
          <ac:chgData name="Yash Jadhav" userId="535c3d6d-72b8-4f77-8155-55f939173cf2" providerId="ADAL" clId="{F33F88E0-3380-47C4-AFDE-F1AC050ADA82}" dt="2026-01-25T16:06:50.267" v="8684"/>
          <ac:spMkLst>
            <pc:docMk/>
            <pc:sldMk cId="3745105122" sldId="417"/>
            <ac:spMk id="40" creationId="{8057AF72-63BE-2053-FFD3-76D3054A9BE6}"/>
          </ac:spMkLst>
        </pc:spChg>
        <pc:spChg chg="mod">
          <ac:chgData name="Yash Jadhav" userId="535c3d6d-72b8-4f77-8155-55f939173cf2" providerId="ADAL" clId="{F33F88E0-3380-47C4-AFDE-F1AC050ADA82}" dt="2026-01-25T16:06:50.268" v="8685"/>
          <ac:spMkLst>
            <pc:docMk/>
            <pc:sldMk cId="3745105122" sldId="417"/>
            <ac:spMk id="41" creationId="{A50D62BE-E254-74F8-4F77-CD149A595646}"/>
          </ac:spMkLst>
        </pc:spChg>
        <pc:spChg chg="mod">
          <ac:chgData name="Yash Jadhav" userId="535c3d6d-72b8-4f77-8155-55f939173cf2" providerId="ADAL" clId="{F33F88E0-3380-47C4-AFDE-F1AC050ADA82}" dt="2026-01-25T16:06:50.269" v="8686"/>
          <ac:spMkLst>
            <pc:docMk/>
            <pc:sldMk cId="3745105122" sldId="417"/>
            <ac:spMk id="42" creationId="{0B1B1035-D1F5-1C11-9C8F-CEFBA3112900}"/>
          </ac:spMkLst>
        </pc:spChg>
        <pc:spChg chg="mod ord">
          <ac:chgData name="Yash Jadhav" userId="535c3d6d-72b8-4f77-8155-55f939173cf2" providerId="ADAL" clId="{F33F88E0-3380-47C4-AFDE-F1AC050ADA82}" dt="2026-01-25T16:09:15.875" v="10168" actId="700"/>
          <ac:spMkLst>
            <pc:docMk/>
            <pc:sldMk cId="3745105122" sldId="417"/>
            <ac:spMk id="43" creationId="{00000000-0000-0000-0000-000000000000}"/>
          </ac:spMkLst>
        </pc:spChg>
        <pc:spChg chg="mod">
          <ac:chgData name="Yash Jadhav" userId="535c3d6d-72b8-4f77-8155-55f939173cf2" providerId="ADAL" clId="{F33F88E0-3380-47C4-AFDE-F1AC050ADA82}" dt="2026-01-25T16:06:50.270" v="8687"/>
          <ac:spMkLst>
            <pc:docMk/>
            <pc:sldMk cId="3745105122" sldId="417"/>
            <ac:spMk id="44" creationId="{C67F2BFE-DECC-E7A7-C916-BE3A61271A83}"/>
          </ac:spMkLst>
        </pc:spChg>
        <pc:spChg chg="mod">
          <ac:chgData name="Yash Jadhav" userId="535c3d6d-72b8-4f77-8155-55f939173cf2" providerId="ADAL" clId="{F33F88E0-3380-47C4-AFDE-F1AC050ADA82}" dt="2026-01-25T16:06:50.270" v="8688"/>
          <ac:spMkLst>
            <pc:docMk/>
            <pc:sldMk cId="3745105122" sldId="417"/>
            <ac:spMk id="45" creationId="{7058C222-D4C9-9944-BE95-CC8051465058}"/>
          </ac:spMkLst>
        </pc:spChg>
        <pc:spChg chg="mod">
          <ac:chgData name="Yash Jadhav" userId="535c3d6d-72b8-4f77-8155-55f939173cf2" providerId="ADAL" clId="{F33F88E0-3380-47C4-AFDE-F1AC050ADA82}" dt="2026-01-25T16:06:50.271" v="8689"/>
          <ac:spMkLst>
            <pc:docMk/>
            <pc:sldMk cId="3745105122" sldId="417"/>
            <ac:spMk id="46" creationId="{3A560BF1-12F4-8262-5E40-855F8028D1FB}"/>
          </ac:spMkLst>
        </pc:spChg>
        <pc:spChg chg="mod">
          <ac:chgData name="Yash Jadhav" userId="535c3d6d-72b8-4f77-8155-55f939173cf2" providerId="ADAL" clId="{F33F88E0-3380-47C4-AFDE-F1AC050ADA82}" dt="2026-01-25T16:06:50.191" v="8624" actId="790"/>
          <ac:spMkLst>
            <pc:docMk/>
            <pc:sldMk cId="3745105122" sldId="417"/>
            <ac:spMk id="179" creationId="{C254C2D4-9225-1A45-D274-F0E9D2B01AC5}"/>
          </ac:spMkLst>
        </pc:spChg>
        <pc:spChg chg="mod">
          <ac:chgData name="Yash Jadhav" userId="535c3d6d-72b8-4f77-8155-55f939173cf2" providerId="ADAL" clId="{F33F88E0-3380-47C4-AFDE-F1AC050ADA82}" dt="2026-01-25T16:06:50.194" v="8625" actId="790"/>
          <ac:spMkLst>
            <pc:docMk/>
            <pc:sldMk cId="3745105122" sldId="417"/>
            <ac:spMk id="180" creationId="{D855A8AE-D8F9-BCA2-B644-5DB7DB4683B9}"/>
          </ac:spMkLst>
        </pc:spChg>
        <pc:spChg chg="mod">
          <ac:chgData name="Yash Jadhav" userId="535c3d6d-72b8-4f77-8155-55f939173cf2" providerId="ADAL" clId="{F33F88E0-3380-47C4-AFDE-F1AC050ADA82}" dt="2026-01-25T16:06:50.196" v="8626" actId="790"/>
          <ac:spMkLst>
            <pc:docMk/>
            <pc:sldMk cId="3745105122" sldId="417"/>
            <ac:spMk id="181" creationId="{CCF6C1B5-83B2-6E5A-5C12-F888EBF62CCC}"/>
          </ac:spMkLst>
        </pc:spChg>
        <pc:spChg chg="mod">
          <ac:chgData name="Yash Jadhav" userId="535c3d6d-72b8-4f77-8155-55f939173cf2" providerId="ADAL" clId="{F33F88E0-3380-47C4-AFDE-F1AC050ADA82}" dt="2026-01-25T16:06:50.197" v="8627" actId="790"/>
          <ac:spMkLst>
            <pc:docMk/>
            <pc:sldMk cId="3745105122" sldId="417"/>
            <ac:spMk id="182" creationId="{26B37D33-EC0A-23D9-D0A9-EF75E53240DE}"/>
          </ac:spMkLst>
        </pc:spChg>
        <pc:spChg chg="mod">
          <ac:chgData name="Yash Jadhav" userId="535c3d6d-72b8-4f77-8155-55f939173cf2" providerId="ADAL" clId="{F33F88E0-3380-47C4-AFDE-F1AC050ADA82}" dt="2026-01-25T16:06:50.200" v="8628" actId="790"/>
          <ac:spMkLst>
            <pc:docMk/>
            <pc:sldMk cId="3745105122" sldId="417"/>
            <ac:spMk id="183" creationId="{247ED73A-DB83-9FDD-1625-99F98FEC4D02}"/>
          </ac:spMkLst>
        </pc:spChg>
        <pc:spChg chg="mod">
          <ac:chgData name="Yash Jadhav" userId="535c3d6d-72b8-4f77-8155-55f939173cf2" providerId="ADAL" clId="{F33F88E0-3380-47C4-AFDE-F1AC050ADA82}" dt="2026-01-25T16:06:50.202" v="8629" actId="790"/>
          <ac:spMkLst>
            <pc:docMk/>
            <pc:sldMk cId="3745105122" sldId="417"/>
            <ac:spMk id="184" creationId="{5373FE4F-AD63-9D4B-FD42-54B16BD0F02B}"/>
          </ac:spMkLst>
        </pc:spChg>
        <pc:spChg chg="mod">
          <ac:chgData name="Yash Jadhav" userId="535c3d6d-72b8-4f77-8155-55f939173cf2" providerId="ADAL" clId="{F33F88E0-3380-47C4-AFDE-F1AC050ADA82}" dt="2026-01-25T16:06:50.204" v="8630" actId="790"/>
          <ac:spMkLst>
            <pc:docMk/>
            <pc:sldMk cId="3745105122" sldId="417"/>
            <ac:spMk id="185" creationId="{3B50A92D-773D-0E9B-66E2-3E72F8C2DC67}"/>
          </ac:spMkLst>
        </pc:spChg>
        <pc:spChg chg="mod">
          <ac:chgData name="Yash Jadhav" userId="535c3d6d-72b8-4f77-8155-55f939173cf2" providerId="ADAL" clId="{F33F88E0-3380-47C4-AFDE-F1AC050ADA82}" dt="2026-01-25T16:06:50.206" v="8631" actId="790"/>
          <ac:spMkLst>
            <pc:docMk/>
            <pc:sldMk cId="3745105122" sldId="417"/>
            <ac:spMk id="186" creationId="{CB258A0C-ED18-2D85-61EB-4D60E45CB44C}"/>
          </ac:spMkLst>
        </pc:spChg>
        <pc:spChg chg="mod">
          <ac:chgData name="Yash Jadhav" userId="535c3d6d-72b8-4f77-8155-55f939173cf2" providerId="ADAL" clId="{F33F88E0-3380-47C4-AFDE-F1AC050ADA82}" dt="2026-01-25T16:06:50.209" v="8632" actId="790"/>
          <ac:spMkLst>
            <pc:docMk/>
            <pc:sldMk cId="3745105122" sldId="417"/>
            <ac:spMk id="187" creationId="{F0B0C218-87BA-8AA0-2C1F-2BF2CE805481}"/>
          </ac:spMkLst>
        </pc:spChg>
        <pc:spChg chg="mod">
          <ac:chgData name="Yash Jadhav" userId="535c3d6d-72b8-4f77-8155-55f939173cf2" providerId="ADAL" clId="{F33F88E0-3380-47C4-AFDE-F1AC050ADA82}" dt="2026-01-25T16:06:50.211" v="8633" actId="790"/>
          <ac:spMkLst>
            <pc:docMk/>
            <pc:sldMk cId="3745105122" sldId="417"/>
            <ac:spMk id="188" creationId="{34D31E02-0EFF-1900-D95B-3358ED42C74C}"/>
          </ac:spMkLst>
        </pc:spChg>
        <pc:spChg chg="mod">
          <ac:chgData name="Yash Jadhav" userId="535c3d6d-72b8-4f77-8155-55f939173cf2" providerId="ADAL" clId="{F33F88E0-3380-47C4-AFDE-F1AC050ADA82}" dt="2026-01-25T16:06:50.213" v="8634" actId="790"/>
          <ac:spMkLst>
            <pc:docMk/>
            <pc:sldMk cId="3745105122" sldId="417"/>
            <ac:spMk id="189" creationId="{23F87C93-4638-5FF5-4668-148D40A22863}"/>
          </ac:spMkLst>
        </pc:spChg>
        <pc:spChg chg="mod">
          <ac:chgData name="Yash Jadhav" userId="535c3d6d-72b8-4f77-8155-55f939173cf2" providerId="ADAL" clId="{F33F88E0-3380-47C4-AFDE-F1AC050ADA82}" dt="2026-01-25T16:06:50.216" v="8635" actId="790"/>
          <ac:spMkLst>
            <pc:docMk/>
            <pc:sldMk cId="3745105122" sldId="417"/>
            <ac:spMk id="190" creationId="{5C8D6BC6-399D-3F94-70AD-45EF26A5B09A}"/>
          </ac:spMkLst>
        </pc:spChg>
        <pc:spChg chg="mod">
          <ac:chgData name="Yash Jadhav" userId="535c3d6d-72b8-4f77-8155-55f939173cf2" providerId="ADAL" clId="{F33F88E0-3380-47C4-AFDE-F1AC050ADA82}" dt="2026-01-25T16:06:50.217" v="8636" actId="790"/>
          <ac:spMkLst>
            <pc:docMk/>
            <pc:sldMk cId="3745105122" sldId="417"/>
            <ac:spMk id="191" creationId="{70340543-E80C-903B-5A7C-3FD9E36841B4}"/>
          </ac:spMkLst>
        </pc:spChg>
        <pc:spChg chg="mod">
          <ac:chgData name="Yash Jadhav" userId="535c3d6d-72b8-4f77-8155-55f939173cf2" providerId="ADAL" clId="{F33F88E0-3380-47C4-AFDE-F1AC050ADA82}" dt="2026-01-25T16:06:50.220" v="8637" actId="790"/>
          <ac:spMkLst>
            <pc:docMk/>
            <pc:sldMk cId="3745105122" sldId="417"/>
            <ac:spMk id="192" creationId="{8B5F9B3C-DB62-815F-8C7B-1046D15F06C6}"/>
          </ac:spMkLst>
        </pc:spChg>
        <pc:spChg chg="mod">
          <ac:chgData name="Yash Jadhav" userId="535c3d6d-72b8-4f77-8155-55f939173cf2" providerId="ADAL" clId="{F33F88E0-3380-47C4-AFDE-F1AC050ADA82}" dt="2026-01-25T16:06:50.222" v="8638" actId="790"/>
          <ac:spMkLst>
            <pc:docMk/>
            <pc:sldMk cId="3745105122" sldId="417"/>
            <ac:spMk id="193" creationId="{6F844CA8-5D7E-35F1-2EA3-3E98F7746B5E}"/>
          </ac:spMkLst>
        </pc:spChg>
        <pc:spChg chg="mod">
          <ac:chgData name="Yash Jadhav" userId="535c3d6d-72b8-4f77-8155-55f939173cf2" providerId="ADAL" clId="{F33F88E0-3380-47C4-AFDE-F1AC050ADA82}" dt="2026-01-25T16:06:50.224" v="8639" actId="790"/>
          <ac:spMkLst>
            <pc:docMk/>
            <pc:sldMk cId="3745105122" sldId="417"/>
            <ac:spMk id="194" creationId="{1B25BF4E-9EA5-1A7E-5A3A-85BE66C7F099}"/>
          </ac:spMkLst>
        </pc:spChg>
        <pc:spChg chg="mod">
          <ac:chgData name="Yash Jadhav" userId="535c3d6d-72b8-4f77-8155-55f939173cf2" providerId="ADAL" clId="{F33F88E0-3380-47C4-AFDE-F1AC050ADA82}" dt="2026-01-25T16:06:50.225" v="8640" actId="790"/>
          <ac:spMkLst>
            <pc:docMk/>
            <pc:sldMk cId="3745105122" sldId="417"/>
            <ac:spMk id="195" creationId="{7DBF0950-5CC9-5DA3-6F10-E3BBC9FC29A5}"/>
          </ac:spMkLst>
        </pc:spChg>
        <pc:spChg chg="mod">
          <ac:chgData name="Yash Jadhav" userId="535c3d6d-72b8-4f77-8155-55f939173cf2" providerId="ADAL" clId="{F33F88E0-3380-47C4-AFDE-F1AC050ADA82}" dt="2026-01-25T16:06:50.227" v="8641" actId="790"/>
          <ac:spMkLst>
            <pc:docMk/>
            <pc:sldMk cId="3745105122" sldId="417"/>
            <ac:spMk id="197" creationId="{55DF6B7C-A62F-6750-82DE-BE2E245A4013}"/>
          </ac:spMkLst>
        </pc:spChg>
        <pc:spChg chg="mod">
          <ac:chgData name="Yash Jadhav" userId="535c3d6d-72b8-4f77-8155-55f939173cf2" providerId="ADAL" clId="{F33F88E0-3380-47C4-AFDE-F1AC050ADA82}" dt="2026-01-25T16:06:50.228" v="8642" actId="790"/>
          <ac:spMkLst>
            <pc:docMk/>
            <pc:sldMk cId="3745105122" sldId="417"/>
            <ac:spMk id="198" creationId="{41B010C9-F11A-50F0-C89C-0FF6A78A3305}"/>
          </ac:spMkLst>
        </pc:spChg>
        <pc:spChg chg="mod">
          <ac:chgData name="Yash Jadhav" userId="535c3d6d-72b8-4f77-8155-55f939173cf2" providerId="ADAL" clId="{F33F88E0-3380-47C4-AFDE-F1AC050ADA82}" dt="2026-01-25T16:06:50.230" v="8643" actId="790"/>
          <ac:spMkLst>
            <pc:docMk/>
            <pc:sldMk cId="3745105122" sldId="417"/>
            <ac:spMk id="199" creationId="{96593C0A-DC17-0CBD-DBFC-EA6E5E794736}"/>
          </ac:spMkLst>
        </pc:spChg>
        <pc:spChg chg="mod">
          <ac:chgData name="Yash Jadhav" userId="535c3d6d-72b8-4f77-8155-55f939173cf2" providerId="ADAL" clId="{F33F88E0-3380-47C4-AFDE-F1AC050ADA82}" dt="2026-01-25T16:06:50.232" v="8644" actId="790"/>
          <ac:spMkLst>
            <pc:docMk/>
            <pc:sldMk cId="3745105122" sldId="417"/>
            <ac:spMk id="200" creationId="{155B084E-DD4F-7AD4-A6CD-F377DD7C4B15}"/>
          </ac:spMkLst>
        </pc:spChg>
        <pc:spChg chg="mod">
          <ac:chgData name="Yash Jadhav" userId="535c3d6d-72b8-4f77-8155-55f939173cf2" providerId="ADAL" clId="{F33F88E0-3380-47C4-AFDE-F1AC050ADA82}" dt="2026-01-25T16:06:50.234" v="8645" actId="790"/>
          <ac:spMkLst>
            <pc:docMk/>
            <pc:sldMk cId="3745105122" sldId="417"/>
            <ac:spMk id="201" creationId="{9977653E-7D39-81F2-7E89-91A604C6E648}"/>
          </ac:spMkLst>
        </pc:spChg>
        <pc:spChg chg="mod">
          <ac:chgData name="Yash Jadhav" userId="535c3d6d-72b8-4f77-8155-55f939173cf2" providerId="ADAL" clId="{F33F88E0-3380-47C4-AFDE-F1AC050ADA82}" dt="2026-01-25T16:06:50.236" v="8646" actId="790"/>
          <ac:spMkLst>
            <pc:docMk/>
            <pc:sldMk cId="3745105122" sldId="417"/>
            <ac:spMk id="202" creationId="{11A1AFA1-B9A3-E5BA-3536-CD78DCF1C68B}"/>
          </ac:spMkLst>
        </pc:spChg>
        <pc:spChg chg="mod">
          <ac:chgData name="Yash Jadhav" userId="535c3d6d-72b8-4f77-8155-55f939173cf2" providerId="ADAL" clId="{F33F88E0-3380-47C4-AFDE-F1AC050ADA82}" dt="2026-01-25T16:06:50.238" v="8647" actId="790"/>
          <ac:spMkLst>
            <pc:docMk/>
            <pc:sldMk cId="3745105122" sldId="417"/>
            <ac:spMk id="203" creationId="{65DB2D97-80C6-B1A0-3960-320ABEA5B41F}"/>
          </ac:spMkLst>
        </pc:spChg>
        <pc:spChg chg="mod">
          <ac:chgData name="Yash Jadhav" userId="535c3d6d-72b8-4f77-8155-55f939173cf2" providerId="ADAL" clId="{F33F88E0-3380-47C4-AFDE-F1AC050ADA82}" dt="2026-01-25T16:06:50.239" v="8648" actId="790"/>
          <ac:spMkLst>
            <pc:docMk/>
            <pc:sldMk cId="3745105122" sldId="417"/>
            <ac:spMk id="204" creationId="{D43E1A1F-0838-A47F-BB39-E72F48CA67CF}"/>
          </ac:spMkLst>
        </pc:spChg>
        <pc:spChg chg="mod">
          <ac:chgData name="Yash Jadhav" userId="535c3d6d-72b8-4f77-8155-55f939173cf2" providerId="ADAL" clId="{F33F88E0-3380-47C4-AFDE-F1AC050ADA82}" dt="2026-01-25T16:06:50.241" v="8649" actId="790"/>
          <ac:spMkLst>
            <pc:docMk/>
            <pc:sldMk cId="3745105122" sldId="417"/>
            <ac:spMk id="205" creationId="{ADACCF7C-7E8F-86D2-A65A-1D6F75AB4A71}"/>
          </ac:spMkLst>
        </pc:spChg>
        <pc:spChg chg="mod">
          <ac:chgData name="Yash Jadhav" userId="535c3d6d-72b8-4f77-8155-55f939173cf2" providerId="ADAL" clId="{F33F88E0-3380-47C4-AFDE-F1AC050ADA82}" dt="2026-01-25T16:06:50.242" v="8650"/>
          <ac:spMkLst>
            <pc:docMk/>
            <pc:sldMk cId="3745105122" sldId="417"/>
            <ac:spMk id="207" creationId="{7E64E390-D4E2-B29A-1BCF-383F94A036E4}"/>
          </ac:spMkLst>
        </pc:spChg>
        <pc:spChg chg="mod">
          <ac:chgData name="Yash Jadhav" userId="535c3d6d-72b8-4f77-8155-55f939173cf2" providerId="ADAL" clId="{F33F88E0-3380-47C4-AFDE-F1AC050ADA82}" dt="2026-01-25T16:06:50.243" v="8651"/>
          <ac:spMkLst>
            <pc:docMk/>
            <pc:sldMk cId="3745105122" sldId="417"/>
            <ac:spMk id="208" creationId="{54E07EF5-9C26-3490-139F-22B6BB414162}"/>
          </ac:spMkLst>
        </pc:spChg>
        <pc:spChg chg="mod">
          <ac:chgData name="Yash Jadhav" userId="535c3d6d-72b8-4f77-8155-55f939173cf2" providerId="ADAL" clId="{F33F88E0-3380-47C4-AFDE-F1AC050ADA82}" dt="2026-01-25T16:06:50.243" v="8652"/>
          <ac:spMkLst>
            <pc:docMk/>
            <pc:sldMk cId="3745105122" sldId="417"/>
            <ac:spMk id="209" creationId="{6689D859-567C-265C-94FB-8FA92D05AB14}"/>
          </ac:spMkLst>
        </pc:spChg>
        <pc:spChg chg="mod">
          <ac:chgData name="Yash Jadhav" userId="535c3d6d-72b8-4f77-8155-55f939173cf2" providerId="ADAL" clId="{F33F88E0-3380-47C4-AFDE-F1AC050ADA82}" dt="2026-01-25T16:06:50.244" v="8653"/>
          <ac:spMkLst>
            <pc:docMk/>
            <pc:sldMk cId="3745105122" sldId="417"/>
            <ac:spMk id="210" creationId="{EC501F72-0191-4726-A773-2788D7691567}"/>
          </ac:spMkLst>
        </pc:spChg>
        <pc:spChg chg="mod">
          <ac:chgData name="Yash Jadhav" userId="535c3d6d-72b8-4f77-8155-55f939173cf2" providerId="ADAL" clId="{F33F88E0-3380-47C4-AFDE-F1AC050ADA82}" dt="2026-01-25T16:06:50.245" v="8654"/>
          <ac:spMkLst>
            <pc:docMk/>
            <pc:sldMk cId="3745105122" sldId="417"/>
            <ac:spMk id="211" creationId="{35611FEC-7531-2722-3658-2858154A4DF7}"/>
          </ac:spMkLst>
        </pc:spChg>
        <pc:spChg chg="mod">
          <ac:chgData name="Yash Jadhav" userId="535c3d6d-72b8-4f77-8155-55f939173cf2" providerId="ADAL" clId="{F33F88E0-3380-47C4-AFDE-F1AC050ADA82}" dt="2026-01-25T16:06:50.246" v="8655"/>
          <ac:spMkLst>
            <pc:docMk/>
            <pc:sldMk cId="3745105122" sldId="417"/>
            <ac:spMk id="212" creationId="{D86C39BD-1879-B0AC-65A6-3F29B130922C}"/>
          </ac:spMkLst>
        </pc:spChg>
        <pc:spChg chg="mod">
          <ac:chgData name="Yash Jadhav" userId="535c3d6d-72b8-4f77-8155-55f939173cf2" providerId="ADAL" clId="{F33F88E0-3380-47C4-AFDE-F1AC050ADA82}" dt="2026-01-25T16:06:50.246" v="8656"/>
          <ac:spMkLst>
            <pc:docMk/>
            <pc:sldMk cId="3745105122" sldId="417"/>
            <ac:spMk id="213" creationId="{1558A50B-7267-87D5-5821-C8F74A132627}"/>
          </ac:spMkLst>
        </pc:spChg>
        <pc:spChg chg="mod">
          <ac:chgData name="Yash Jadhav" userId="535c3d6d-72b8-4f77-8155-55f939173cf2" providerId="ADAL" clId="{F33F88E0-3380-47C4-AFDE-F1AC050ADA82}" dt="2026-01-25T16:06:50.247" v="8657"/>
          <ac:spMkLst>
            <pc:docMk/>
            <pc:sldMk cId="3745105122" sldId="417"/>
            <ac:spMk id="214" creationId="{B986BF29-E21D-228E-A406-F42EB8C547BF}"/>
          </ac:spMkLst>
        </pc:spChg>
        <pc:spChg chg="mod">
          <ac:chgData name="Yash Jadhav" userId="535c3d6d-72b8-4f77-8155-55f939173cf2" providerId="ADAL" clId="{F33F88E0-3380-47C4-AFDE-F1AC050ADA82}" dt="2026-01-25T16:06:50.248" v="8658"/>
          <ac:spMkLst>
            <pc:docMk/>
            <pc:sldMk cId="3745105122" sldId="417"/>
            <ac:spMk id="215" creationId="{E17851AF-B218-8D1C-B5B2-FF0F56C49B19}"/>
          </ac:spMkLst>
        </pc:spChg>
        <pc:spChg chg="mod">
          <ac:chgData name="Yash Jadhav" userId="535c3d6d-72b8-4f77-8155-55f939173cf2" providerId="ADAL" clId="{F33F88E0-3380-47C4-AFDE-F1AC050ADA82}" dt="2026-01-25T16:06:50.249" v="8659"/>
          <ac:spMkLst>
            <pc:docMk/>
            <pc:sldMk cId="3745105122" sldId="417"/>
            <ac:spMk id="216" creationId="{C2A4AFA7-86F9-1A9E-8E12-38FE7C9F405C}"/>
          </ac:spMkLst>
        </pc:spChg>
        <pc:spChg chg="mod">
          <ac:chgData name="Yash Jadhav" userId="535c3d6d-72b8-4f77-8155-55f939173cf2" providerId="ADAL" clId="{F33F88E0-3380-47C4-AFDE-F1AC050ADA82}" dt="2026-01-25T16:06:50.249" v="8660"/>
          <ac:spMkLst>
            <pc:docMk/>
            <pc:sldMk cId="3745105122" sldId="417"/>
            <ac:spMk id="217" creationId="{EED5F1FD-5DEF-8584-B31A-DA50A302A1C9}"/>
          </ac:spMkLst>
        </pc:spChg>
        <pc:spChg chg="mod">
          <ac:chgData name="Yash Jadhav" userId="535c3d6d-72b8-4f77-8155-55f939173cf2" providerId="ADAL" clId="{F33F88E0-3380-47C4-AFDE-F1AC050ADA82}" dt="2026-01-25T16:06:50.250" v="8661"/>
          <ac:spMkLst>
            <pc:docMk/>
            <pc:sldMk cId="3745105122" sldId="417"/>
            <ac:spMk id="218" creationId="{036B2547-535F-6504-3BA3-95AEA9171C1E}"/>
          </ac:spMkLst>
        </pc:spChg>
        <pc:spChg chg="mod">
          <ac:chgData name="Yash Jadhav" userId="535c3d6d-72b8-4f77-8155-55f939173cf2" providerId="ADAL" clId="{F33F88E0-3380-47C4-AFDE-F1AC050ADA82}" dt="2026-01-25T16:06:50.251" v="8662"/>
          <ac:spMkLst>
            <pc:docMk/>
            <pc:sldMk cId="3745105122" sldId="417"/>
            <ac:spMk id="219" creationId="{FAE28840-B948-9340-AC76-1E985329B07A}"/>
          </ac:spMkLst>
        </pc:spChg>
        <pc:spChg chg="mod">
          <ac:chgData name="Yash Jadhav" userId="535c3d6d-72b8-4f77-8155-55f939173cf2" providerId="ADAL" clId="{F33F88E0-3380-47C4-AFDE-F1AC050ADA82}" dt="2026-01-25T16:06:50.252" v="8663"/>
          <ac:spMkLst>
            <pc:docMk/>
            <pc:sldMk cId="3745105122" sldId="417"/>
            <ac:spMk id="220" creationId="{43354435-8DF1-8290-FD4E-09CDAA0EC22B}"/>
          </ac:spMkLst>
        </pc:spChg>
        <pc:spChg chg="mod">
          <ac:chgData name="Yash Jadhav" userId="535c3d6d-72b8-4f77-8155-55f939173cf2" providerId="ADAL" clId="{F33F88E0-3380-47C4-AFDE-F1AC050ADA82}" dt="2026-01-25T16:06:50.253" v="8664"/>
          <ac:spMkLst>
            <pc:docMk/>
            <pc:sldMk cId="3745105122" sldId="417"/>
            <ac:spMk id="221" creationId="{926B3ED9-5934-9919-B0E9-ED09797A3240}"/>
          </ac:spMkLst>
        </pc:spChg>
        <pc:spChg chg="mod">
          <ac:chgData name="Yash Jadhav" userId="535c3d6d-72b8-4f77-8155-55f939173cf2" providerId="ADAL" clId="{F33F88E0-3380-47C4-AFDE-F1AC050ADA82}" dt="2026-01-25T16:06:50.253" v="8665"/>
          <ac:spMkLst>
            <pc:docMk/>
            <pc:sldMk cId="3745105122" sldId="417"/>
            <ac:spMk id="222" creationId="{E651A6EA-EA16-D353-82F9-802EE9C6FED4}"/>
          </ac:spMkLst>
        </pc:spChg>
        <pc:spChg chg="mod">
          <ac:chgData name="Yash Jadhav" userId="535c3d6d-72b8-4f77-8155-55f939173cf2" providerId="ADAL" clId="{F33F88E0-3380-47C4-AFDE-F1AC050ADA82}" dt="2026-01-25T16:06:50.254" v="8666"/>
          <ac:spMkLst>
            <pc:docMk/>
            <pc:sldMk cId="3745105122" sldId="417"/>
            <ac:spMk id="223" creationId="{F7900469-FF4A-1F3F-9143-92D2DA7CCC7B}"/>
          </ac:spMkLst>
        </pc:spChg>
        <pc:spChg chg="mod">
          <ac:chgData name="Yash Jadhav" userId="535c3d6d-72b8-4f77-8155-55f939173cf2" providerId="ADAL" clId="{F33F88E0-3380-47C4-AFDE-F1AC050ADA82}" dt="2026-01-25T16:06:50.255" v="8667"/>
          <ac:spMkLst>
            <pc:docMk/>
            <pc:sldMk cId="3745105122" sldId="417"/>
            <ac:spMk id="224" creationId="{44919111-42C1-257F-C0E5-95E7131A0F6E}"/>
          </ac:spMkLst>
        </pc:spChg>
        <pc:spChg chg="mod">
          <ac:chgData name="Yash Jadhav" userId="535c3d6d-72b8-4f77-8155-55f939173cf2" providerId="ADAL" clId="{F33F88E0-3380-47C4-AFDE-F1AC050ADA82}" dt="2026-01-25T16:06:50.255" v="8668"/>
          <ac:spMkLst>
            <pc:docMk/>
            <pc:sldMk cId="3745105122" sldId="417"/>
            <ac:spMk id="225" creationId="{AE431857-C939-DF39-B2B4-DD40BDCEA0AB}"/>
          </ac:spMkLst>
        </pc:spChg>
        <pc:spChg chg="mod">
          <ac:chgData name="Yash Jadhav" userId="535c3d6d-72b8-4f77-8155-55f939173cf2" providerId="ADAL" clId="{F33F88E0-3380-47C4-AFDE-F1AC050ADA82}" dt="2026-01-25T16:06:50.256" v="8669"/>
          <ac:spMkLst>
            <pc:docMk/>
            <pc:sldMk cId="3745105122" sldId="417"/>
            <ac:spMk id="226" creationId="{E45CEB86-DAD8-ECAC-F007-C70B45278FB4}"/>
          </ac:spMkLst>
        </pc:spChg>
        <pc:spChg chg="mod">
          <ac:chgData name="Yash Jadhav" userId="535c3d6d-72b8-4f77-8155-55f939173cf2" providerId="ADAL" clId="{F33F88E0-3380-47C4-AFDE-F1AC050ADA82}" dt="2026-01-25T16:06:50.257" v="8670"/>
          <ac:spMkLst>
            <pc:docMk/>
            <pc:sldMk cId="3745105122" sldId="417"/>
            <ac:spMk id="227" creationId="{E2261BF7-9084-5070-E32A-4C9764837445}"/>
          </ac:spMkLst>
        </pc:spChg>
      </pc:sldChg>
      <pc:sldChg chg="modSp add mod modClrScheme chgLayout modNotes">
        <pc:chgData name="Yash Jadhav" userId="535c3d6d-72b8-4f77-8155-55f939173cf2" providerId="ADAL" clId="{F33F88E0-3380-47C4-AFDE-F1AC050ADA82}" dt="2026-01-25T16:09:15.875" v="10168" actId="700"/>
        <pc:sldMkLst>
          <pc:docMk/>
          <pc:sldMk cId="469601178" sldId="418"/>
        </pc:sldMkLst>
        <pc:spChg chg="mod ord">
          <ac:chgData name="Yash Jadhav" userId="535c3d6d-72b8-4f77-8155-55f939173cf2" providerId="ADAL" clId="{F33F88E0-3380-47C4-AFDE-F1AC050ADA82}" dt="2026-01-25T16:09:15.875" v="10168" actId="700"/>
          <ac:spMkLst>
            <pc:docMk/>
            <pc:sldMk cId="469601178" sldId="418"/>
            <ac:spMk id="3" creationId="{C0B01F07-62BE-4F9B-944C-2763E67B527E}"/>
          </ac:spMkLst>
        </pc:spChg>
        <pc:graphicFrameChg chg="modGraphic">
          <ac:chgData name="Yash Jadhav" userId="535c3d6d-72b8-4f77-8155-55f939173cf2" providerId="ADAL" clId="{F33F88E0-3380-47C4-AFDE-F1AC050ADA82}" dt="2026-01-25T16:06:53.439" v="8739" actId="790"/>
          <ac:graphicFrameMkLst>
            <pc:docMk/>
            <pc:sldMk cId="469601178" sldId="418"/>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698984558" sldId="419"/>
        </pc:sldMkLst>
        <pc:spChg chg="mod ord">
          <ac:chgData name="Yash Jadhav" userId="535c3d6d-72b8-4f77-8155-55f939173cf2" providerId="ADAL" clId="{F33F88E0-3380-47C4-AFDE-F1AC050ADA82}" dt="2026-01-25T16:09:15.875" v="10168" actId="700"/>
          <ac:spMkLst>
            <pc:docMk/>
            <pc:sldMk cId="1698984558" sldId="419"/>
            <ac:spMk id="3" creationId="{C0B01F07-62BE-4F9B-944C-2763E67B527E}"/>
          </ac:spMkLst>
        </pc:spChg>
        <pc:graphicFrameChg chg="modGraphic">
          <ac:chgData name="Yash Jadhav" userId="535c3d6d-72b8-4f77-8155-55f939173cf2" providerId="ADAL" clId="{F33F88E0-3380-47C4-AFDE-F1AC050ADA82}" dt="2026-01-25T16:06:55.856" v="8789" actId="790"/>
          <ac:graphicFrameMkLst>
            <pc:docMk/>
            <pc:sldMk cId="1698984558" sldId="419"/>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951949746" sldId="420"/>
        </pc:sldMkLst>
        <pc:spChg chg="mod ord">
          <ac:chgData name="Yash Jadhav" userId="535c3d6d-72b8-4f77-8155-55f939173cf2" providerId="ADAL" clId="{F33F88E0-3380-47C4-AFDE-F1AC050ADA82}" dt="2026-01-25T16:09:15.875" v="10168" actId="700"/>
          <ac:spMkLst>
            <pc:docMk/>
            <pc:sldMk cId="951949746" sldId="420"/>
            <ac:spMk id="3" creationId="{C0B01F07-62BE-4F9B-944C-2763E67B527E}"/>
          </ac:spMkLst>
        </pc:spChg>
        <pc:graphicFrameChg chg="modGraphic">
          <ac:chgData name="Yash Jadhav" userId="535c3d6d-72b8-4f77-8155-55f939173cf2" providerId="ADAL" clId="{F33F88E0-3380-47C4-AFDE-F1AC050ADA82}" dt="2026-01-25T16:06:58.556" v="8839" actId="790"/>
          <ac:graphicFrameMkLst>
            <pc:docMk/>
            <pc:sldMk cId="951949746" sldId="420"/>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95464911" sldId="421"/>
        </pc:sldMkLst>
        <pc:spChg chg="mod ord">
          <ac:chgData name="Yash Jadhav" userId="535c3d6d-72b8-4f77-8155-55f939173cf2" providerId="ADAL" clId="{F33F88E0-3380-47C4-AFDE-F1AC050ADA82}" dt="2026-01-25T16:09:15.875" v="10168" actId="700"/>
          <ac:spMkLst>
            <pc:docMk/>
            <pc:sldMk cId="195464911" sldId="421"/>
            <ac:spMk id="2" creationId="{E55C81AD-928C-587D-3B49-DD6E665AD9C1}"/>
          </ac:spMkLst>
        </pc:spChg>
        <pc:spChg chg="mod">
          <ac:chgData name="Yash Jadhav" userId="535c3d6d-72b8-4f77-8155-55f939173cf2" providerId="ADAL" clId="{F33F88E0-3380-47C4-AFDE-F1AC050ADA82}" dt="2026-01-25T16:06:59.675" v="8881" actId="790"/>
          <ac:spMkLst>
            <pc:docMk/>
            <pc:sldMk cId="195464911" sldId="421"/>
            <ac:spMk id="4" creationId="{71C5A978-8482-4CB9-F5AB-551AD42E9C2D}"/>
          </ac:spMkLst>
        </pc:spChg>
        <pc:spChg chg="mod">
          <ac:chgData name="Yash Jadhav" userId="535c3d6d-72b8-4f77-8155-55f939173cf2" providerId="ADAL" clId="{F33F88E0-3380-47C4-AFDE-F1AC050ADA82}" dt="2026-01-25T16:06:59.679" v="8882" actId="790"/>
          <ac:spMkLst>
            <pc:docMk/>
            <pc:sldMk cId="195464911" sldId="421"/>
            <ac:spMk id="5" creationId="{527F79AF-A13F-C2F8-D523-47B370E8F88F}"/>
          </ac:spMkLst>
        </pc:spChg>
        <pc:spChg chg="mod">
          <ac:chgData name="Yash Jadhav" userId="535c3d6d-72b8-4f77-8155-55f939173cf2" providerId="ADAL" clId="{F33F88E0-3380-47C4-AFDE-F1AC050ADA82}" dt="2026-01-25T16:06:59.681" v="8883" actId="790"/>
          <ac:spMkLst>
            <pc:docMk/>
            <pc:sldMk cId="195464911" sldId="421"/>
            <ac:spMk id="8" creationId="{7EB28195-D037-0053-FBF8-7A239C120A68}"/>
          </ac:spMkLst>
        </pc:spChg>
        <pc:spChg chg="mod">
          <ac:chgData name="Yash Jadhav" userId="535c3d6d-72b8-4f77-8155-55f939173cf2" providerId="ADAL" clId="{F33F88E0-3380-47C4-AFDE-F1AC050ADA82}" dt="2026-01-25T16:06:59.684" v="8884" actId="790"/>
          <ac:spMkLst>
            <pc:docMk/>
            <pc:sldMk cId="195464911" sldId="421"/>
            <ac:spMk id="9" creationId="{F41A29F1-EC05-FA56-0C55-1B28ED837890}"/>
          </ac:spMkLst>
        </pc:spChg>
        <pc:spChg chg="mod">
          <ac:chgData name="Yash Jadhav" userId="535c3d6d-72b8-4f77-8155-55f939173cf2" providerId="ADAL" clId="{F33F88E0-3380-47C4-AFDE-F1AC050ADA82}" dt="2026-01-25T16:06:59.686" v="8885" actId="790"/>
          <ac:spMkLst>
            <pc:docMk/>
            <pc:sldMk cId="195464911" sldId="421"/>
            <ac:spMk id="10" creationId="{29E78A0C-25E3-62E4-3A37-47C419696AB4}"/>
          </ac:spMkLst>
        </pc:spChg>
        <pc:spChg chg="mod">
          <ac:chgData name="Yash Jadhav" userId="535c3d6d-72b8-4f77-8155-55f939173cf2" providerId="ADAL" clId="{F33F88E0-3380-47C4-AFDE-F1AC050ADA82}" dt="2026-01-25T16:06:59.688" v="8886" actId="790"/>
          <ac:spMkLst>
            <pc:docMk/>
            <pc:sldMk cId="195464911" sldId="421"/>
            <ac:spMk id="11" creationId="{448A6FAA-AE07-8B6B-C897-B97E240E52D2}"/>
          </ac:spMkLst>
        </pc:spChg>
        <pc:spChg chg="mod">
          <ac:chgData name="Yash Jadhav" userId="535c3d6d-72b8-4f77-8155-55f939173cf2" providerId="ADAL" clId="{F33F88E0-3380-47C4-AFDE-F1AC050ADA82}" dt="2026-01-25T16:06:59.691" v="8887" actId="790"/>
          <ac:spMkLst>
            <pc:docMk/>
            <pc:sldMk cId="195464911" sldId="421"/>
            <ac:spMk id="12" creationId="{A0F0626E-96F8-293A-0423-BF0B8CD8D73D}"/>
          </ac:spMkLst>
        </pc:spChg>
        <pc:spChg chg="mod">
          <ac:chgData name="Yash Jadhav" userId="535c3d6d-72b8-4f77-8155-55f939173cf2" providerId="ADAL" clId="{F33F88E0-3380-47C4-AFDE-F1AC050ADA82}" dt="2026-01-25T16:06:59.692" v="8888" actId="790"/>
          <ac:spMkLst>
            <pc:docMk/>
            <pc:sldMk cId="195464911" sldId="421"/>
            <ac:spMk id="13" creationId="{4B97F260-3112-6329-5D2F-5442847153DB}"/>
          </ac:spMkLst>
        </pc:spChg>
        <pc:spChg chg="mod">
          <ac:chgData name="Yash Jadhav" userId="535c3d6d-72b8-4f77-8155-55f939173cf2" providerId="ADAL" clId="{F33F88E0-3380-47C4-AFDE-F1AC050ADA82}" dt="2026-01-25T16:06:59.694" v="8889" actId="790"/>
          <ac:spMkLst>
            <pc:docMk/>
            <pc:sldMk cId="195464911" sldId="421"/>
            <ac:spMk id="14" creationId="{4FBAF932-C5AF-4F49-7226-C459D4128B0B}"/>
          </ac:spMkLst>
        </pc:spChg>
        <pc:spChg chg="mod">
          <ac:chgData name="Yash Jadhav" userId="535c3d6d-72b8-4f77-8155-55f939173cf2" providerId="ADAL" clId="{F33F88E0-3380-47C4-AFDE-F1AC050ADA82}" dt="2026-01-25T16:06:59.695" v="8890" actId="790"/>
          <ac:spMkLst>
            <pc:docMk/>
            <pc:sldMk cId="195464911" sldId="421"/>
            <ac:spMk id="15" creationId="{52424EC9-31BB-D50F-ED0D-0631C9ACD5D0}"/>
          </ac:spMkLst>
        </pc:spChg>
        <pc:spChg chg="mod">
          <ac:chgData name="Yash Jadhav" userId="535c3d6d-72b8-4f77-8155-55f939173cf2" providerId="ADAL" clId="{F33F88E0-3380-47C4-AFDE-F1AC050ADA82}" dt="2026-01-25T16:06:59.697" v="8891" actId="790"/>
          <ac:spMkLst>
            <pc:docMk/>
            <pc:sldMk cId="195464911" sldId="421"/>
            <ac:spMk id="16" creationId="{2122362E-412C-02D5-FC37-24DAE5ADDEE2}"/>
          </ac:spMkLst>
        </pc:spChg>
        <pc:spChg chg="mod">
          <ac:chgData name="Yash Jadhav" userId="535c3d6d-72b8-4f77-8155-55f939173cf2" providerId="ADAL" clId="{F33F88E0-3380-47C4-AFDE-F1AC050ADA82}" dt="2026-01-25T16:06:59.700" v="8892" actId="790"/>
          <ac:spMkLst>
            <pc:docMk/>
            <pc:sldMk cId="195464911" sldId="421"/>
            <ac:spMk id="17" creationId="{18BE9A59-7AA0-8DA9-4BD6-CB2BDB2AAB70}"/>
          </ac:spMkLst>
        </pc:spChg>
        <pc:spChg chg="mod">
          <ac:chgData name="Yash Jadhav" userId="535c3d6d-72b8-4f77-8155-55f939173cf2" providerId="ADAL" clId="{F33F88E0-3380-47C4-AFDE-F1AC050ADA82}" dt="2026-01-25T16:06:59.702" v="8893" actId="790"/>
          <ac:spMkLst>
            <pc:docMk/>
            <pc:sldMk cId="195464911" sldId="421"/>
            <ac:spMk id="18" creationId="{CB58DDED-212B-8745-CAE7-A8081A33A1AC}"/>
          </ac:spMkLst>
        </pc:spChg>
        <pc:spChg chg="mod">
          <ac:chgData name="Yash Jadhav" userId="535c3d6d-72b8-4f77-8155-55f939173cf2" providerId="ADAL" clId="{F33F88E0-3380-47C4-AFDE-F1AC050ADA82}" dt="2026-01-25T16:06:59.704" v="8894" actId="790"/>
          <ac:spMkLst>
            <pc:docMk/>
            <pc:sldMk cId="195464911" sldId="421"/>
            <ac:spMk id="19" creationId="{7AACE429-0F3E-0F15-321D-908E05FD437B}"/>
          </ac:spMkLst>
        </pc:spChg>
        <pc:spChg chg="mod">
          <ac:chgData name="Yash Jadhav" userId="535c3d6d-72b8-4f77-8155-55f939173cf2" providerId="ADAL" clId="{F33F88E0-3380-47C4-AFDE-F1AC050ADA82}" dt="2026-01-25T16:06:59.706" v="8895" actId="790"/>
          <ac:spMkLst>
            <pc:docMk/>
            <pc:sldMk cId="195464911" sldId="421"/>
            <ac:spMk id="20" creationId="{418E6D45-77C9-C9D1-EA4E-4DBA33B4C11E}"/>
          </ac:spMkLst>
        </pc:spChg>
        <pc:spChg chg="mod">
          <ac:chgData name="Yash Jadhav" userId="535c3d6d-72b8-4f77-8155-55f939173cf2" providerId="ADAL" clId="{F33F88E0-3380-47C4-AFDE-F1AC050ADA82}" dt="2026-01-25T16:06:59.708" v="8896" actId="790"/>
          <ac:spMkLst>
            <pc:docMk/>
            <pc:sldMk cId="195464911" sldId="421"/>
            <ac:spMk id="22" creationId="{025CC2E3-9514-D1CE-E056-316DE89AD63A}"/>
          </ac:spMkLst>
        </pc:spChg>
        <pc:spChg chg="mod">
          <ac:chgData name="Yash Jadhav" userId="535c3d6d-72b8-4f77-8155-55f939173cf2" providerId="ADAL" clId="{F33F88E0-3380-47C4-AFDE-F1AC050ADA82}" dt="2026-01-25T16:06:59.710" v="8897" actId="790"/>
          <ac:spMkLst>
            <pc:docMk/>
            <pc:sldMk cId="195464911" sldId="421"/>
            <ac:spMk id="24" creationId="{9F2E7F7F-1980-B5E7-E4CC-6052E05968FB}"/>
          </ac:spMkLst>
        </pc:spChg>
        <pc:spChg chg="mod">
          <ac:chgData name="Yash Jadhav" userId="535c3d6d-72b8-4f77-8155-55f939173cf2" providerId="ADAL" clId="{F33F88E0-3380-47C4-AFDE-F1AC050ADA82}" dt="2026-01-25T16:06:59.711" v="8898" actId="790"/>
          <ac:spMkLst>
            <pc:docMk/>
            <pc:sldMk cId="195464911" sldId="421"/>
            <ac:spMk id="26" creationId="{FD7DCCD2-DE66-842F-017A-E14297495BAE}"/>
          </ac:spMkLst>
        </pc:spChg>
        <pc:spChg chg="mod">
          <ac:chgData name="Yash Jadhav" userId="535c3d6d-72b8-4f77-8155-55f939173cf2" providerId="ADAL" clId="{F33F88E0-3380-47C4-AFDE-F1AC050ADA82}" dt="2026-01-25T16:06:59.713" v="8899" actId="790"/>
          <ac:spMkLst>
            <pc:docMk/>
            <pc:sldMk cId="195464911" sldId="421"/>
            <ac:spMk id="28" creationId="{8A6C88E3-D4BF-BFA1-D5B4-14C5571D9499}"/>
          </ac:spMkLst>
        </pc:spChg>
        <pc:spChg chg="mod">
          <ac:chgData name="Yash Jadhav" userId="535c3d6d-72b8-4f77-8155-55f939173cf2" providerId="ADAL" clId="{F33F88E0-3380-47C4-AFDE-F1AC050ADA82}" dt="2026-01-25T16:06:59.714" v="8900" actId="790"/>
          <ac:spMkLst>
            <pc:docMk/>
            <pc:sldMk cId="195464911" sldId="421"/>
            <ac:spMk id="29" creationId="{174C1FBB-25D9-9C81-A61D-B3FF2389E5EA}"/>
          </ac:spMkLst>
        </pc:spChg>
        <pc:spChg chg="mod">
          <ac:chgData name="Yash Jadhav" userId="535c3d6d-72b8-4f77-8155-55f939173cf2" providerId="ADAL" clId="{F33F88E0-3380-47C4-AFDE-F1AC050ADA82}" dt="2026-01-25T16:06:59.716" v="8901" actId="790"/>
          <ac:spMkLst>
            <pc:docMk/>
            <pc:sldMk cId="195464911" sldId="421"/>
            <ac:spMk id="30" creationId="{1CB11CBE-033A-772F-B968-659D645A4CB5}"/>
          </ac:spMkLst>
        </pc:spChg>
        <pc:spChg chg="mod">
          <ac:chgData name="Yash Jadhav" userId="535c3d6d-72b8-4f77-8155-55f939173cf2" providerId="ADAL" clId="{F33F88E0-3380-47C4-AFDE-F1AC050ADA82}" dt="2026-01-25T16:06:59.718" v="8902" actId="790"/>
          <ac:spMkLst>
            <pc:docMk/>
            <pc:sldMk cId="195464911" sldId="421"/>
            <ac:spMk id="31" creationId="{854590E7-48CC-0CF2-A675-BAE2A8AF5746}"/>
          </ac:spMkLst>
        </pc:spChg>
        <pc:spChg chg="mod">
          <ac:chgData name="Yash Jadhav" userId="535c3d6d-72b8-4f77-8155-55f939173cf2" providerId="ADAL" clId="{F33F88E0-3380-47C4-AFDE-F1AC050ADA82}" dt="2026-01-25T16:06:59.719" v="8903" actId="790"/>
          <ac:spMkLst>
            <pc:docMk/>
            <pc:sldMk cId="195464911" sldId="421"/>
            <ac:spMk id="32" creationId="{41D6565D-A1C8-33AA-E457-CF8522235E39}"/>
          </ac:spMkLst>
        </pc:spChg>
        <pc:spChg chg="mod">
          <ac:chgData name="Yash Jadhav" userId="535c3d6d-72b8-4f77-8155-55f939173cf2" providerId="ADAL" clId="{F33F88E0-3380-47C4-AFDE-F1AC050ADA82}" dt="2026-01-25T16:06:59.721" v="8904" actId="790"/>
          <ac:spMkLst>
            <pc:docMk/>
            <pc:sldMk cId="195464911" sldId="421"/>
            <ac:spMk id="33" creationId="{7B337B87-6596-9DE0-4ED7-856B6CF46148}"/>
          </ac:spMkLst>
        </pc:spChg>
        <pc:spChg chg="mod">
          <ac:chgData name="Yash Jadhav" userId="535c3d6d-72b8-4f77-8155-55f939173cf2" providerId="ADAL" clId="{F33F88E0-3380-47C4-AFDE-F1AC050ADA82}" dt="2026-01-25T16:06:59.723" v="8905" actId="790"/>
          <ac:spMkLst>
            <pc:docMk/>
            <pc:sldMk cId="195464911" sldId="421"/>
            <ac:spMk id="34" creationId="{81A90F3F-F42E-D747-E4E9-34426590642B}"/>
          </ac:spMkLst>
        </pc:spChg>
        <pc:spChg chg="mod">
          <ac:chgData name="Yash Jadhav" userId="535c3d6d-72b8-4f77-8155-55f939173cf2" providerId="ADAL" clId="{F33F88E0-3380-47C4-AFDE-F1AC050ADA82}" dt="2026-01-25T16:06:59.724" v="8906" actId="790"/>
          <ac:spMkLst>
            <pc:docMk/>
            <pc:sldMk cId="195464911" sldId="421"/>
            <ac:spMk id="35" creationId="{AC436BAC-F9E1-AE7B-780B-0EDBFB02B6B6}"/>
          </ac:spMkLst>
        </pc:spChg>
        <pc:spChg chg="mod">
          <ac:chgData name="Yash Jadhav" userId="535c3d6d-72b8-4f77-8155-55f939173cf2" providerId="ADAL" clId="{F33F88E0-3380-47C4-AFDE-F1AC050ADA82}" dt="2026-01-25T16:06:59.726" v="8907" actId="790"/>
          <ac:spMkLst>
            <pc:docMk/>
            <pc:sldMk cId="195464911" sldId="421"/>
            <ac:spMk id="36" creationId="{FE3F13F3-913A-D630-C45C-23D833A488F4}"/>
          </ac:spMkLst>
        </pc:spChg>
        <pc:spChg chg="mod">
          <ac:chgData name="Yash Jadhav" userId="535c3d6d-72b8-4f77-8155-55f939173cf2" providerId="ADAL" clId="{F33F88E0-3380-47C4-AFDE-F1AC050ADA82}" dt="2026-01-25T16:06:59.727" v="8908" actId="790"/>
          <ac:spMkLst>
            <pc:docMk/>
            <pc:sldMk cId="195464911" sldId="421"/>
            <ac:spMk id="37" creationId="{2F5E434B-EC7A-D61D-1ED0-2B31F94AFD3C}"/>
          </ac:spMkLst>
        </pc:spChg>
        <pc:spChg chg="mod">
          <ac:chgData name="Yash Jadhav" userId="535c3d6d-72b8-4f77-8155-55f939173cf2" providerId="ADAL" clId="{F33F88E0-3380-47C4-AFDE-F1AC050ADA82}" dt="2026-01-25T16:06:59.729" v="8909" actId="790"/>
          <ac:spMkLst>
            <pc:docMk/>
            <pc:sldMk cId="195464911" sldId="421"/>
            <ac:spMk id="38" creationId="{9BA08421-5F4B-3DBC-40E5-9F35E448765F}"/>
          </ac:spMkLst>
        </pc:spChg>
        <pc:spChg chg="mod">
          <ac:chgData name="Yash Jadhav" userId="535c3d6d-72b8-4f77-8155-55f939173cf2" providerId="ADAL" clId="{F33F88E0-3380-47C4-AFDE-F1AC050ADA82}" dt="2026-01-25T16:06:59.731" v="8910" actId="790"/>
          <ac:spMkLst>
            <pc:docMk/>
            <pc:sldMk cId="195464911" sldId="421"/>
            <ac:spMk id="39" creationId="{5AC8A187-5AF9-1AB5-37A7-9992BACDC5AD}"/>
          </ac:spMkLst>
        </pc:spChg>
        <pc:spChg chg="mod">
          <ac:chgData name="Yash Jadhav" userId="535c3d6d-72b8-4f77-8155-55f939173cf2" providerId="ADAL" clId="{F33F88E0-3380-47C4-AFDE-F1AC050ADA82}" dt="2026-01-25T16:06:59.732" v="8911" actId="790"/>
          <ac:spMkLst>
            <pc:docMk/>
            <pc:sldMk cId="195464911" sldId="421"/>
            <ac:spMk id="40" creationId="{4F7FE215-26BE-7235-5174-58EF04C9B034}"/>
          </ac:spMkLst>
        </pc:spChg>
        <pc:spChg chg="mod">
          <ac:chgData name="Yash Jadhav" userId="535c3d6d-72b8-4f77-8155-55f939173cf2" providerId="ADAL" clId="{F33F88E0-3380-47C4-AFDE-F1AC050ADA82}" dt="2026-01-25T16:06:59.735" v="8912" actId="790"/>
          <ac:spMkLst>
            <pc:docMk/>
            <pc:sldMk cId="195464911" sldId="421"/>
            <ac:spMk id="41" creationId="{20C10B38-BC30-45FF-0B87-F836C5FB4038}"/>
          </ac:spMkLst>
        </pc:spChg>
        <pc:spChg chg="mod">
          <ac:chgData name="Yash Jadhav" userId="535c3d6d-72b8-4f77-8155-55f939173cf2" providerId="ADAL" clId="{F33F88E0-3380-47C4-AFDE-F1AC050ADA82}" dt="2026-01-25T16:06:59.736" v="8913" actId="790"/>
          <ac:spMkLst>
            <pc:docMk/>
            <pc:sldMk cId="195464911" sldId="421"/>
            <ac:spMk id="42" creationId="{C9480CD8-3F19-B5C8-A482-F56DAE18192E}"/>
          </ac:spMkLst>
        </pc:spChg>
        <pc:spChg chg="mod">
          <ac:chgData name="Yash Jadhav" userId="535c3d6d-72b8-4f77-8155-55f939173cf2" providerId="ADAL" clId="{F33F88E0-3380-47C4-AFDE-F1AC050ADA82}" dt="2026-01-25T16:06:59.738" v="8914" actId="790"/>
          <ac:spMkLst>
            <pc:docMk/>
            <pc:sldMk cId="195464911" sldId="421"/>
            <ac:spMk id="43" creationId="{BAE3AFDB-0D95-F5DA-D859-EAEAF474A89F}"/>
          </ac:spMkLst>
        </pc:spChg>
        <pc:spChg chg="mod">
          <ac:chgData name="Yash Jadhav" userId="535c3d6d-72b8-4f77-8155-55f939173cf2" providerId="ADAL" clId="{F33F88E0-3380-47C4-AFDE-F1AC050ADA82}" dt="2026-01-25T16:06:59.739" v="8915" actId="790"/>
          <ac:spMkLst>
            <pc:docMk/>
            <pc:sldMk cId="195464911" sldId="421"/>
            <ac:spMk id="44" creationId="{08854BF0-BA0E-CA90-CAC9-73897DA253D4}"/>
          </ac:spMkLst>
        </pc:spChg>
        <pc:spChg chg="mod">
          <ac:chgData name="Yash Jadhav" userId="535c3d6d-72b8-4f77-8155-55f939173cf2" providerId="ADAL" clId="{F33F88E0-3380-47C4-AFDE-F1AC050ADA82}" dt="2026-01-25T16:06:59.741" v="8916" actId="790"/>
          <ac:spMkLst>
            <pc:docMk/>
            <pc:sldMk cId="195464911" sldId="421"/>
            <ac:spMk id="45" creationId="{8786DA1B-DBD7-46D3-460A-4A34F919DA2F}"/>
          </ac:spMkLst>
        </pc:spChg>
        <pc:graphicFrameChg chg="modGraphic">
          <ac:chgData name="Yash Jadhav" userId="535c3d6d-72b8-4f77-8155-55f939173cf2" providerId="ADAL" clId="{F33F88E0-3380-47C4-AFDE-F1AC050ADA82}" dt="2026-01-25T16:06:59.673" v="8880" actId="790"/>
          <ac:graphicFrameMkLst>
            <pc:docMk/>
            <pc:sldMk cId="195464911" sldId="421"/>
            <ac:graphicFrameMk id="3" creationId="{91786EB9-95A0-11DD-6036-31069650D7C7}"/>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78821313" sldId="422"/>
        </pc:sldMkLst>
        <pc:spChg chg="mod ord">
          <ac:chgData name="Yash Jadhav" userId="535c3d6d-72b8-4f77-8155-55f939173cf2" providerId="ADAL" clId="{F33F88E0-3380-47C4-AFDE-F1AC050ADA82}" dt="2026-01-25T16:09:15.875" v="10168" actId="700"/>
          <ac:spMkLst>
            <pc:docMk/>
            <pc:sldMk cId="2378821313" sldId="422"/>
            <ac:spMk id="2" creationId="{86A638C0-6FF8-412B-75D8-7153D4C855A6}"/>
          </ac:spMkLst>
        </pc:spChg>
        <pc:spChg chg="mod">
          <ac:chgData name="Yash Jadhav" userId="535c3d6d-72b8-4f77-8155-55f939173cf2" providerId="ADAL" clId="{F33F88E0-3380-47C4-AFDE-F1AC050ADA82}" dt="2026-01-25T16:07:01.240" v="8922" actId="790"/>
          <ac:spMkLst>
            <pc:docMk/>
            <pc:sldMk cId="2378821313" sldId="422"/>
            <ac:spMk id="3" creationId="{3ECED9B8-091E-E07C-082A-06CFDCF7CD28}"/>
          </ac:spMkLst>
        </pc:spChg>
        <pc:spChg chg="mod">
          <ac:chgData name="Yash Jadhav" userId="535c3d6d-72b8-4f77-8155-55f939173cf2" providerId="ADAL" clId="{F33F88E0-3380-47C4-AFDE-F1AC050ADA82}" dt="2026-01-25T16:07:01.243" v="8923" actId="790"/>
          <ac:spMkLst>
            <pc:docMk/>
            <pc:sldMk cId="2378821313" sldId="422"/>
            <ac:spMk id="4" creationId="{39196E02-FB78-B5BA-BD14-DB2D4B497F82}"/>
          </ac:spMkLst>
        </pc:spChg>
        <pc:spChg chg="mod">
          <ac:chgData name="Yash Jadhav" userId="535c3d6d-72b8-4f77-8155-55f939173cf2" providerId="ADAL" clId="{F33F88E0-3380-47C4-AFDE-F1AC050ADA82}" dt="2026-01-25T16:07:01.246" v="8924" actId="790"/>
          <ac:spMkLst>
            <pc:docMk/>
            <pc:sldMk cId="2378821313" sldId="422"/>
            <ac:spMk id="5" creationId="{E184913C-3EB2-0913-3B6F-0E5389B047F4}"/>
          </ac:spMkLst>
        </pc:spChg>
        <pc:spChg chg="mod">
          <ac:chgData name="Yash Jadhav" userId="535c3d6d-72b8-4f77-8155-55f939173cf2" providerId="ADAL" clId="{F33F88E0-3380-47C4-AFDE-F1AC050ADA82}" dt="2026-01-25T16:07:01.249" v="8925" actId="790"/>
          <ac:spMkLst>
            <pc:docMk/>
            <pc:sldMk cId="2378821313" sldId="422"/>
            <ac:spMk id="6" creationId="{509B97DF-56D8-B1A4-F870-9B222BE22017}"/>
          </ac:spMkLst>
        </pc:spChg>
        <pc:spChg chg="mod">
          <ac:chgData name="Yash Jadhav" userId="535c3d6d-72b8-4f77-8155-55f939173cf2" providerId="ADAL" clId="{F33F88E0-3380-47C4-AFDE-F1AC050ADA82}" dt="2026-01-25T16:07:01.252" v="8926" actId="790"/>
          <ac:spMkLst>
            <pc:docMk/>
            <pc:sldMk cId="2378821313" sldId="422"/>
            <ac:spMk id="7" creationId="{3E8CD38E-E9E9-8830-9996-3FD6E363F126}"/>
          </ac:spMkLst>
        </pc:spChg>
        <pc:spChg chg="mod">
          <ac:chgData name="Yash Jadhav" userId="535c3d6d-72b8-4f77-8155-55f939173cf2" providerId="ADAL" clId="{F33F88E0-3380-47C4-AFDE-F1AC050ADA82}" dt="2026-01-25T16:07:01.256" v="8927" actId="790"/>
          <ac:spMkLst>
            <pc:docMk/>
            <pc:sldMk cId="2378821313" sldId="422"/>
            <ac:spMk id="8" creationId="{B0505B26-B915-D50E-43FB-4CF295CDCFFE}"/>
          </ac:spMkLst>
        </pc:spChg>
        <pc:spChg chg="mod">
          <ac:chgData name="Yash Jadhav" userId="535c3d6d-72b8-4f77-8155-55f939173cf2" providerId="ADAL" clId="{F33F88E0-3380-47C4-AFDE-F1AC050ADA82}" dt="2026-01-25T16:07:01.258" v="8928" actId="790"/>
          <ac:spMkLst>
            <pc:docMk/>
            <pc:sldMk cId="2378821313" sldId="422"/>
            <ac:spMk id="9" creationId="{F19E2697-7C37-F811-FAA0-28D9E8989A77}"/>
          </ac:spMkLst>
        </pc:spChg>
        <pc:spChg chg="mod">
          <ac:chgData name="Yash Jadhav" userId="535c3d6d-72b8-4f77-8155-55f939173cf2" providerId="ADAL" clId="{F33F88E0-3380-47C4-AFDE-F1AC050ADA82}" dt="2026-01-25T16:07:01.260" v="8929" actId="790"/>
          <ac:spMkLst>
            <pc:docMk/>
            <pc:sldMk cId="2378821313" sldId="422"/>
            <ac:spMk id="10" creationId="{4EF9DAC6-D8A0-5CD1-BDA1-FAF87A3525F2}"/>
          </ac:spMkLst>
        </pc:spChg>
        <pc:spChg chg="mod">
          <ac:chgData name="Yash Jadhav" userId="535c3d6d-72b8-4f77-8155-55f939173cf2" providerId="ADAL" clId="{F33F88E0-3380-47C4-AFDE-F1AC050ADA82}" dt="2026-01-25T16:07:01.264" v="8930" actId="790"/>
          <ac:spMkLst>
            <pc:docMk/>
            <pc:sldMk cId="2378821313" sldId="422"/>
            <ac:spMk id="11" creationId="{8A8B0831-A6F7-501D-4E0B-77AA943339AA}"/>
          </ac:spMkLst>
        </pc:spChg>
        <pc:spChg chg="mod">
          <ac:chgData name="Yash Jadhav" userId="535c3d6d-72b8-4f77-8155-55f939173cf2" providerId="ADAL" clId="{F33F88E0-3380-47C4-AFDE-F1AC050ADA82}" dt="2026-01-25T16:07:01.267" v="8931" actId="790"/>
          <ac:spMkLst>
            <pc:docMk/>
            <pc:sldMk cId="2378821313" sldId="422"/>
            <ac:spMk id="12" creationId="{88B41941-7C63-BD8F-AFE0-87F68D273FCE}"/>
          </ac:spMkLst>
        </pc:spChg>
        <pc:spChg chg="mod">
          <ac:chgData name="Yash Jadhav" userId="535c3d6d-72b8-4f77-8155-55f939173cf2" providerId="ADAL" clId="{F33F88E0-3380-47C4-AFDE-F1AC050ADA82}" dt="2026-01-25T16:07:01.272" v="8932" actId="790"/>
          <ac:spMkLst>
            <pc:docMk/>
            <pc:sldMk cId="2378821313" sldId="422"/>
            <ac:spMk id="13" creationId="{70F59535-3362-D648-F389-6CCBCC256271}"/>
          </ac:spMkLst>
        </pc:spChg>
        <pc:spChg chg="mod">
          <ac:chgData name="Yash Jadhav" userId="535c3d6d-72b8-4f77-8155-55f939173cf2" providerId="ADAL" clId="{F33F88E0-3380-47C4-AFDE-F1AC050ADA82}" dt="2026-01-25T16:07:01.276" v="8933" actId="790"/>
          <ac:spMkLst>
            <pc:docMk/>
            <pc:sldMk cId="2378821313" sldId="422"/>
            <ac:spMk id="14" creationId="{F132A53D-1F4A-6255-F0AD-51D2330D9EC5}"/>
          </ac:spMkLst>
        </pc:spChg>
        <pc:spChg chg="mod">
          <ac:chgData name="Yash Jadhav" userId="535c3d6d-72b8-4f77-8155-55f939173cf2" providerId="ADAL" clId="{F33F88E0-3380-47C4-AFDE-F1AC050ADA82}" dt="2026-01-25T16:07:01.279" v="8934" actId="790"/>
          <ac:spMkLst>
            <pc:docMk/>
            <pc:sldMk cId="2378821313" sldId="422"/>
            <ac:spMk id="16" creationId="{FC41759A-F15E-0DB7-1A64-87F8224C1947}"/>
          </ac:spMkLst>
        </pc:spChg>
        <pc:spChg chg="mod">
          <ac:chgData name="Yash Jadhav" userId="535c3d6d-72b8-4f77-8155-55f939173cf2" providerId="ADAL" clId="{F33F88E0-3380-47C4-AFDE-F1AC050ADA82}" dt="2026-01-25T16:07:01.285" v="8935" actId="790"/>
          <ac:spMkLst>
            <pc:docMk/>
            <pc:sldMk cId="2378821313" sldId="422"/>
            <ac:spMk id="17" creationId="{456230E9-B3BD-01D9-6521-73B65D05A8FD}"/>
          </ac:spMkLst>
        </pc:spChg>
        <pc:spChg chg="mod">
          <ac:chgData name="Yash Jadhav" userId="535c3d6d-72b8-4f77-8155-55f939173cf2" providerId="ADAL" clId="{F33F88E0-3380-47C4-AFDE-F1AC050ADA82}" dt="2026-01-25T16:07:01.289" v="8936" actId="790"/>
          <ac:spMkLst>
            <pc:docMk/>
            <pc:sldMk cId="2378821313" sldId="422"/>
            <ac:spMk id="18" creationId="{118E7426-82AF-E928-BA33-272A0A438284}"/>
          </ac:spMkLst>
        </pc:spChg>
        <pc:spChg chg="mod">
          <ac:chgData name="Yash Jadhav" userId="535c3d6d-72b8-4f77-8155-55f939173cf2" providerId="ADAL" clId="{F33F88E0-3380-47C4-AFDE-F1AC050ADA82}" dt="2026-01-25T16:07:01.292" v="8937" actId="790"/>
          <ac:spMkLst>
            <pc:docMk/>
            <pc:sldMk cId="2378821313" sldId="422"/>
            <ac:spMk id="19" creationId="{667FD18B-D6F3-0395-D1DE-B2F6FE318F96}"/>
          </ac:spMkLst>
        </pc:spChg>
        <pc:spChg chg="mod">
          <ac:chgData name="Yash Jadhav" userId="535c3d6d-72b8-4f77-8155-55f939173cf2" providerId="ADAL" clId="{F33F88E0-3380-47C4-AFDE-F1AC050ADA82}" dt="2026-01-25T16:07:01.294" v="8938" actId="790"/>
          <ac:spMkLst>
            <pc:docMk/>
            <pc:sldMk cId="2378821313" sldId="422"/>
            <ac:spMk id="20" creationId="{11E05310-0FCD-C3A6-EF2B-3C8E7ED4A352}"/>
          </ac:spMkLst>
        </pc:spChg>
        <pc:spChg chg="mod">
          <ac:chgData name="Yash Jadhav" userId="535c3d6d-72b8-4f77-8155-55f939173cf2" providerId="ADAL" clId="{F33F88E0-3380-47C4-AFDE-F1AC050ADA82}" dt="2026-01-25T16:07:01.298" v="8939" actId="790"/>
          <ac:spMkLst>
            <pc:docMk/>
            <pc:sldMk cId="2378821313" sldId="422"/>
            <ac:spMk id="21" creationId="{958C8501-E83A-1419-BF6E-70A91B8A4E97}"/>
          </ac:spMkLst>
        </pc:spChg>
        <pc:spChg chg="mod">
          <ac:chgData name="Yash Jadhav" userId="535c3d6d-72b8-4f77-8155-55f939173cf2" providerId="ADAL" clId="{F33F88E0-3380-47C4-AFDE-F1AC050ADA82}" dt="2026-01-25T16:07:01.301" v="8940" actId="790"/>
          <ac:spMkLst>
            <pc:docMk/>
            <pc:sldMk cId="2378821313" sldId="422"/>
            <ac:spMk id="22" creationId="{CC33B4D0-8E7F-F4C0-B8CE-E59BA5C26920}"/>
          </ac:spMkLst>
        </pc:spChg>
        <pc:spChg chg="mod">
          <ac:chgData name="Yash Jadhav" userId="535c3d6d-72b8-4f77-8155-55f939173cf2" providerId="ADAL" clId="{F33F88E0-3380-47C4-AFDE-F1AC050ADA82}" dt="2026-01-25T16:07:01.304" v="8941" actId="790"/>
          <ac:spMkLst>
            <pc:docMk/>
            <pc:sldMk cId="2378821313" sldId="422"/>
            <ac:spMk id="23" creationId="{762BB9EC-A608-E378-5275-FD87AC7CCB5B}"/>
          </ac:spMkLst>
        </pc:spChg>
        <pc:spChg chg="mod">
          <ac:chgData name="Yash Jadhav" userId="535c3d6d-72b8-4f77-8155-55f939173cf2" providerId="ADAL" clId="{F33F88E0-3380-47C4-AFDE-F1AC050ADA82}" dt="2026-01-25T16:07:01.307" v="8942" actId="790"/>
          <ac:spMkLst>
            <pc:docMk/>
            <pc:sldMk cId="2378821313" sldId="422"/>
            <ac:spMk id="24" creationId="{91AF9941-BA50-2483-8541-F697AABE8B61}"/>
          </ac:spMkLst>
        </pc:spChg>
        <pc:spChg chg="mod">
          <ac:chgData name="Yash Jadhav" userId="535c3d6d-72b8-4f77-8155-55f939173cf2" providerId="ADAL" clId="{F33F88E0-3380-47C4-AFDE-F1AC050ADA82}" dt="2026-01-25T16:07:01.311" v="8943" actId="790"/>
          <ac:spMkLst>
            <pc:docMk/>
            <pc:sldMk cId="2378821313" sldId="422"/>
            <ac:spMk id="25" creationId="{4270DFCE-BC13-52A6-8B94-A8EA62B2E34D}"/>
          </ac:spMkLst>
        </pc:spChg>
        <pc:spChg chg="mod">
          <ac:chgData name="Yash Jadhav" userId="535c3d6d-72b8-4f77-8155-55f939173cf2" providerId="ADAL" clId="{F33F88E0-3380-47C4-AFDE-F1AC050ADA82}" dt="2026-01-25T16:07:01.315" v="8944" actId="790"/>
          <ac:spMkLst>
            <pc:docMk/>
            <pc:sldMk cId="2378821313" sldId="422"/>
            <ac:spMk id="26" creationId="{FC63E7C9-85CE-8FC2-4D4F-84E8A8031AFC}"/>
          </ac:spMkLst>
        </pc:spChg>
        <pc:spChg chg="mod">
          <ac:chgData name="Yash Jadhav" userId="535c3d6d-72b8-4f77-8155-55f939173cf2" providerId="ADAL" clId="{F33F88E0-3380-47C4-AFDE-F1AC050ADA82}" dt="2026-01-25T16:07:01.318" v="8945" actId="790"/>
          <ac:spMkLst>
            <pc:docMk/>
            <pc:sldMk cId="2378821313" sldId="422"/>
            <ac:spMk id="27" creationId="{92627C5E-7204-6D53-0636-F25687A51CEF}"/>
          </ac:spMkLst>
        </pc:spChg>
        <pc:spChg chg="mod">
          <ac:chgData name="Yash Jadhav" userId="535c3d6d-72b8-4f77-8155-55f939173cf2" providerId="ADAL" clId="{F33F88E0-3380-47C4-AFDE-F1AC050ADA82}" dt="2026-01-25T16:07:01.321" v="8946" actId="790"/>
          <ac:spMkLst>
            <pc:docMk/>
            <pc:sldMk cId="2378821313" sldId="422"/>
            <ac:spMk id="28" creationId="{C8A8AD55-48C6-AEE8-AB07-F4F0ECD0104A}"/>
          </ac:spMkLst>
        </pc:spChg>
        <pc:spChg chg="mod">
          <ac:chgData name="Yash Jadhav" userId="535c3d6d-72b8-4f77-8155-55f939173cf2" providerId="ADAL" clId="{F33F88E0-3380-47C4-AFDE-F1AC050ADA82}" dt="2026-01-25T16:07:01.323" v="8947" actId="790"/>
          <ac:spMkLst>
            <pc:docMk/>
            <pc:sldMk cId="2378821313" sldId="422"/>
            <ac:spMk id="35" creationId="{BDD1070B-03C5-81A5-573C-CF00B96FA37D}"/>
          </ac:spMkLst>
        </pc:spChg>
        <pc:spChg chg="mod">
          <ac:chgData name="Yash Jadhav" userId="535c3d6d-72b8-4f77-8155-55f939173cf2" providerId="ADAL" clId="{F33F88E0-3380-47C4-AFDE-F1AC050ADA82}" dt="2026-01-25T16:07:01.327" v="8948" actId="790"/>
          <ac:spMkLst>
            <pc:docMk/>
            <pc:sldMk cId="2378821313" sldId="422"/>
            <ac:spMk id="36" creationId="{0DB97B83-E9ED-7512-74BB-FAF177E87F60}"/>
          </ac:spMkLst>
        </pc:spChg>
        <pc:spChg chg="mod">
          <ac:chgData name="Yash Jadhav" userId="535c3d6d-72b8-4f77-8155-55f939173cf2" providerId="ADAL" clId="{F33F88E0-3380-47C4-AFDE-F1AC050ADA82}" dt="2026-01-25T16:07:01.330" v="8949" actId="790"/>
          <ac:spMkLst>
            <pc:docMk/>
            <pc:sldMk cId="2378821313" sldId="422"/>
            <ac:spMk id="37" creationId="{5510A152-DCBE-B003-6C37-4792F9BECB92}"/>
          </ac:spMkLst>
        </pc:spChg>
        <pc:spChg chg="mod">
          <ac:chgData name="Yash Jadhav" userId="535c3d6d-72b8-4f77-8155-55f939173cf2" providerId="ADAL" clId="{F33F88E0-3380-47C4-AFDE-F1AC050ADA82}" dt="2026-01-25T16:07:01.334" v="8950" actId="790"/>
          <ac:spMkLst>
            <pc:docMk/>
            <pc:sldMk cId="2378821313" sldId="422"/>
            <ac:spMk id="38" creationId="{3A21CB9B-62CB-0B29-E2FF-D9980BABD6AC}"/>
          </ac:spMkLst>
        </pc:spChg>
        <pc:spChg chg="mod">
          <ac:chgData name="Yash Jadhav" userId="535c3d6d-72b8-4f77-8155-55f939173cf2" providerId="ADAL" clId="{F33F88E0-3380-47C4-AFDE-F1AC050ADA82}" dt="2026-01-25T16:07:01.337" v="8951" actId="790"/>
          <ac:spMkLst>
            <pc:docMk/>
            <pc:sldMk cId="2378821313" sldId="422"/>
            <ac:spMk id="39" creationId="{A1571D76-9B5F-C2F9-CAD5-2091946969AC}"/>
          </ac:spMkLst>
        </pc:spChg>
        <pc:spChg chg="mod">
          <ac:chgData name="Yash Jadhav" userId="535c3d6d-72b8-4f77-8155-55f939173cf2" providerId="ADAL" clId="{F33F88E0-3380-47C4-AFDE-F1AC050ADA82}" dt="2026-01-25T16:07:01.340" v="8952" actId="790"/>
          <ac:spMkLst>
            <pc:docMk/>
            <pc:sldMk cId="2378821313" sldId="422"/>
            <ac:spMk id="40" creationId="{A5B195DF-D341-4FF8-1D2D-40802F86B706}"/>
          </ac:spMkLst>
        </pc:spChg>
        <pc:spChg chg="mod">
          <ac:chgData name="Yash Jadhav" userId="535c3d6d-72b8-4f77-8155-55f939173cf2" providerId="ADAL" clId="{F33F88E0-3380-47C4-AFDE-F1AC050ADA82}" dt="2026-01-25T16:07:01.342" v="8953" actId="790"/>
          <ac:spMkLst>
            <pc:docMk/>
            <pc:sldMk cId="2378821313" sldId="422"/>
            <ac:spMk id="41" creationId="{575073E5-56BF-0CCD-C4C8-AB5D79BED200}"/>
          </ac:spMkLst>
        </pc:spChg>
      </pc:sldChg>
      <pc:sldChg chg="modSp add mod modClrScheme chgLayout modNotes">
        <pc:chgData name="Yash Jadhav" userId="535c3d6d-72b8-4f77-8155-55f939173cf2" providerId="ADAL" clId="{F33F88E0-3380-47C4-AFDE-F1AC050ADA82}" dt="2026-01-25T16:09:15.875" v="10168" actId="700"/>
        <pc:sldMkLst>
          <pc:docMk/>
          <pc:sldMk cId="1708029946" sldId="423"/>
        </pc:sldMkLst>
        <pc:spChg chg="mod ord">
          <ac:chgData name="Yash Jadhav" userId="535c3d6d-72b8-4f77-8155-55f939173cf2" providerId="ADAL" clId="{F33F88E0-3380-47C4-AFDE-F1AC050ADA82}" dt="2026-01-25T16:09:15.875" v="10168" actId="700"/>
          <ac:spMkLst>
            <pc:docMk/>
            <pc:sldMk cId="1708029946" sldId="423"/>
            <ac:spMk id="2" creationId="{00000000-0000-0000-0000-000000000000}"/>
          </ac:spMkLst>
        </pc:spChg>
        <pc:spChg chg="mod">
          <ac:chgData name="Yash Jadhav" userId="535c3d6d-72b8-4f77-8155-55f939173cf2" providerId="ADAL" clId="{F33F88E0-3380-47C4-AFDE-F1AC050ADA82}" dt="2026-01-25T16:07:27.046" v="8959" actId="790"/>
          <ac:spMkLst>
            <pc:docMk/>
            <pc:sldMk cId="1708029946" sldId="423"/>
            <ac:spMk id="4" creationId="{00000000-0000-0000-0000-000000000000}"/>
          </ac:spMkLst>
        </pc:spChg>
        <pc:spChg chg="mod">
          <ac:chgData name="Yash Jadhav" userId="535c3d6d-72b8-4f77-8155-55f939173cf2" providerId="ADAL" clId="{F33F88E0-3380-47C4-AFDE-F1AC050ADA82}" dt="2026-01-25T16:07:27.055" v="8961" actId="790"/>
          <ac:spMkLst>
            <pc:docMk/>
            <pc:sldMk cId="1708029946" sldId="423"/>
            <ac:spMk id="7" creationId="{00000000-0000-0000-0000-000000000000}"/>
          </ac:spMkLst>
        </pc:spChg>
        <pc:spChg chg="mod">
          <ac:chgData name="Yash Jadhav" userId="535c3d6d-72b8-4f77-8155-55f939173cf2" providerId="ADAL" clId="{F33F88E0-3380-47C4-AFDE-F1AC050ADA82}" dt="2026-01-25T16:07:27.051" v="8960" actId="790"/>
          <ac:spMkLst>
            <pc:docMk/>
            <pc:sldMk cId="1708029946" sldId="423"/>
            <ac:spMk id="8" creationId="{00000000-0000-0000-0000-000000000000}"/>
          </ac:spMkLst>
        </pc:spChg>
        <pc:spChg chg="mod">
          <ac:chgData name="Yash Jadhav" userId="535c3d6d-72b8-4f77-8155-55f939173cf2" providerId="ADAL" clId="{F33F88E0-3380-47C4-AFDE-F1AC050ADA82}" dt="2026-01-25T16:07:27.059" v="8962" actId="790"/>
          <ac:spMkLst>
            <pc:docMk/>
            <pc:sldMk cId="1708029946" sldId="423"/>
            <ac:spMk id="9" creationId="{00000000-0000-0000-0000-000000000000}"/>
          </ac:spMkLst>
        </pc:spChg>
        <pc:spChg chg="mod">
          <ac:chgData name="Yash Jadhav" userId="535c3d6d-72b8-4f77-8155-55f939173cf2" providerId="ADAL" clId="{F33F88E0-3380-47C4-AFDE-F1AC050ADA82}" dt="2026-01-25T16:07:27.061" v="8963" actId="790"/>
          <ac:spMkLst>
            <pc:docMk/>
            <pc:sldMk cId="1708029946" sldId="423"/>
            <ac:spMk id="14" creationId="{00000000-0000-0000-0000-000000000000}"/>
          </ac:spMkLst>
        </pc:spChg>
        <pc:spChg chg="mod">
          <ac:chgData name="Yash Jadhav" userId="535c3d6d-72b8-4f77-8155-55f939173cf2" providerId="ADAL" clId="{F33F88E0-3380-47C4-AFDE-F1AC050ADA82}" dt="2026-01-25T16:07:27.063" v="8964" actId="790"/>
          <ac:spMkLst>
            <pc:docMk/>
            <pc:sldMk cId="1708029946" sldId="423"/>
            <ac:spMk id="16" creationId="{00000000-0000-0000-0000-000000000000}"/>
          </ac:spMkLst>
        </pc:spChg>
        <pc:spChg chg="mod">
          <ac:chgData name="Yash Jadhav" userId="535c3d6d-72b8-4f77-8155-55f939173cf2" providerId="ADAL" clId="{F33F88E0-3380-47C4-AFDE-F1AC050ADA82}" dt="2026-01-25T16:07:27.065" v="8965" actId="790"/>
          <ac:spMkLst>
            <pc:docMk/>
            <pc:sldMk cId="1708029946" sldId="423"/>
            <ac:spMk id="18" creationId="{00000000-0000-0000-0000-000000000000}"/>
          </ac:spMkLst>
        </pc:spChg>
        <pc:spChg chg="mod">
          <ac:chgData name="Yash Jadhav" userId="535c3d6d-72b8-4f77-8155-55f939173cf2" providerId="ADAL" clId="{F33F88E0-3380-47C4-AFDE-F1AC050ADA82}" dt="2026-01-25T16:07:27.067" v="8966" actId="790"/>
          <ac:spMkLst>
            <pc:docMk/>
            <pc:sldMk cId="1708029946" sldId="423"/>
            <ac:spMk id="19" creationId="{00000000-0000-0000-0000-000000000000}"/>
          </ac:spMkLst>
        </pc:spChg>
        <pc:spChg chg="mod">
          <ac:chgData name="Yash Jadhav" userId="535c3d6d-72b8-4f77-8155-55f939173cf2" providerId="ADAL" clId="{F33F88E0-3380-47C4-AFDE-F1AC050ADA82}" dt="2026-01-25T16:07:27.071" v="8967" actId="790"/>
          <ac:spMkLst>
            <pc:docMk/>
            <pc:sldMk cId="1708029946" sldId="423"/>
            <ac:spMk id="2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068390721" sldId="424"/>
        </pc:sldMkLst>
        <pc:spChg chg="mod">
          <ac:chgData name="Yash Jadhav" userId="535c3d6d-72b8-4f77-8155-55f939173cf2" providerId="ADAL" clId="{F33F88E0-3380-47C4-AFDE-F1AC050ADA82}" dt="2026-01-25T16:07:28.419" v="8984" actId="790"/>
          <ac:spMkLst>
            <pc:docMk/>
            <pc:sldMk cId="3068390721" sldId="424"/>
            <ac:spMk id="3" creationId="{00000000-0000-0000-0000-000000000000}"/>
          </ac:spMkLst>
        </pc:spChg>
        <pc:spChg chg="mod">
          <ac:chgData name="Yash Jadhav" userId="535c3d6d-72b8-4f77-8155-55f939173cf2" providerId="ADAL" clId="{F33F88E0-3380-47C4-AFDE-F1AC050ADA82}" dt="2026-01-25T16:07:28.466" v="8997" actId="790"/>
          <ac:spMkLst>
            <pc:docMk/>
            <pc:sldMk cId="3068390721" sldId="424"/>
            <ac:spMk id="4" creationId="{71DB6D99-B208-5CA3-35DE-FE3F209D127C}"/>
          </ac:spMkLst>
        </pc:spChg>
        <pc:spChg chg="mod">
          <ac:chgData name="Yash Jadhav" userId="535c3d6d-72b8-4f77-8155-55f939173cf2" providerId="ADAL" clId="{F33F88E0-3380-47C4-AFDE-F1AC050ADA82}" dt="2026-01-25T16:07:28.468" v="8998" actId="790"/>
          <ac:spMkLst>
            <pc:docMk/>
            <pc:sldMk cId="3068390721" sldId="424"/>
            <ac:spMk id="5" creationId="{D2662243-9088-E25F-D92F-3831C7671743}"/>
          </ac:spMkLst>
        </pc:spChg>
        <pc:spChg chg="mod">
          <ac:chgData name="Yash Jadhav" userId="535c3d6d-72b8-4f77-8155-55f939173cf2" providerId="ADAL" clId="{F33F88E0-3380-47C4-AFDE-F1AC050ADA82}" dt="2026-01-25T16:07:28.449" v="8994" actId="790"/>
          <ac:spMkLst>
            <pc:docMk/>
            <pc:sldMk cId="3068390721" sldId="424"/>
            <ac:spMk id="6" creationId="{90B0A1AC-B172-AA04-5E95-EEEE8C7576DC}"/>
          </ac:spMkLst>
        </pc:spChg>
        <pc:spChg chg="mod">
          <ac:chgData name="Yash Jadhav" userId="535c3d6d-72b8-4f77-8155-55f939173cf2" providerId="ADAL" clId="{F33F88E0-3380-47C4-AFDE-F1AC050ADA82}" dt="2026-01-25T16:07:28.375" v="8973" actId="790"/>
          <ac:spMkLst>
            <pc:docMk/>
            <pc:sldMk cId="3068390721" sldId="424"/>
            <ac:spMk id="11" creationId="{00000000-0000-0000-0000-000000000000}"/>
          </ac:spMkLst>
        </pc:spChg>
        <pc:spChg chg="mod">
          <ac:chgData name="Yash Jadhav" userId="535c3d6d-72b8-4f77-8155-55f939173cf2" providerId="ADAL" clId="{F33F88E0-3380-47C4-AFDE-F1AC050ADA82}" dt="2026-01-25T16:07:28.382" v="8974" actId="790"/>
          <ac:spMkLst>
            <pc:docMk/>
            <pc:sldMk cId="3068390721" sldId="424"/>
            <ac:spMk id="12" creationId="{00000000-0000-0000-0000-000000000000}"/>
          </ac:spMkLst>
        </pc:spChg>
        <pc:spChg chg="mod">
          <ac:chgData name="Yash Jadhav" userId="535c3d6d-72b8-4f77-8155-55f939173cf2" providerId="ADAL" clId="{F33F88E0-3380-47C4-AFDE-F1AC050ADA82}" dt="2026-01-25T16:07:28.391" v="8975" actId="790"/>
          <ac:spMkLst>
            <pc:docMk/>
            <pc:sldMk cId="3068390721" sldId="424"/>
            <ac:spMk id="13" creationId="{00000000-0000-0000-0000-000000000000}"/>
          </ac:spMkLst>
        </pc:spChg>
        <pc:spChg chg="mod">
          <ac:chgData name="Yash Jadhav" userId="535c3d6d-72b8-4f77-8155-55f939173cf2" providerId="ADAL" clId="{F33F88E0-3380-47C4-AFDE-F1AC050ADA82}" dt="2026-01-25T16:07:28.400" v="8976" actId="790"/>
          <ac:spMkLst>
            <pc:docMk/>
            <pc:sldMk cId="3068390721" sldId="424"/>
            <ac:spMk id="14" creationId="{00000000-0000-0000-0000-000000000000}"/>
          </ac:spMkLst>
        </pc:spChg>
        <pc:spChg chg="mod">
          <ac:chgData name="Yash Jadhav" userId="535c3d6d-72b8-4f77-8155-55f939173cf2" providerId="ADAL" clId="{F33F88E0-3380-47C4-AFDE-F1AC050ADA82}" dt="2026-01-25T16:07:28.402" v="8977" actId="790"/>
          <ac:spMkLst>
            <pc:docMk/>
            <pc:sldMk cId="3068390721" sldId="424"/>
            <ac:spMk id="15" creationId="{00000000-0000-0000-0000-000000000000}"/>
          </ac:spMkLst>
        </pc:spChg>
        <pc:spChg chg="mod">
          <ac:chgData name="Yash Jadhav" userId="535c3d6d-72b8-4f77-8155-55f939173cf2" providerId="ADAL" clId="{F33F88E0-3380-47C4-AFDE-F1AC050ADA82}" dt="2026-01-25T16:07:28.405" v="8978" actId="790"/>
          <ac:spMkLst>
            <pc:docMk/>
            <pc:sldMk cId="3068390721" sldId="424"/>
            <ac:spMk id="16" creationId="{00000000-0000-0000-0000-000000000000}"/>
          </ac:spMkLst>
        </pc:spChg>
        <pc:spChg chg="mod">
          <ac:chgData name="Yash Jadhav" userId="535c3d6d-72b8-4f77-8155-55f939173cf2" providerId="ADAL" clId="{F33F88E0-3380-47C4-AFDE-F1AC050ADA82}" dt="2026-01-25T16:07:28.407" v="8979" actId="790"/>
          <ac:spMkLst>
            <pc:docMk/>
            <pc:sldMk cId="3068390721" sldId="424"/>
            <ac:spMk id="17" creationId="{00000000-0000-0000-0000-000000000000}"/>
          </ac:spMkLst>
        </pc:spChg>
        <pc:spChg chg="mod">
          <ac:chgData name="Yash Jadhav" userId="535c3d6d-72b8-4f77-8155-55f939173cf2" providerId="ADAL" clId="{F33F88E0-3380-47C4-AFDE-F1AC050ADA82}" dt="2026-01-25T16:07:28.409" v="8980" actId="790"/>
          <ac:spMkLst>
            <pc:docMk/>
            <pc:sldMk cId="3068390721" sldId="424"/>
            <ac:spMk id="18" creationId="{00000000-0000-0000-0000-000000000000}"/>
          </ac:spMkLst>
        </pc:spChg>
        <pc:spChg chg="mod ord">
          <ac:chgData name="Yash Jadhav" userId="535c3d6d-72b8-4f77-8155-55f939173cf2" providerId="ADAL" clId="{F33F88E0-3380-47C4-AFDE-F1AC050ADA82}" dt="2026-01-25T16:09:15.875" v="10168" actId="700"/>
          <ac:spMkLst>
            <pc:docMk/>
            <pc:sldMk cId="3068390721" sldId="424"/>
            <ac:spMk id="19" creationId="{00000000-0000-0000-0000-000000000000}"/>
          </ac:spMkLst>
        </pc:spChg>
        <pc:spChg chg="mod">
          <ac:chgData name="Yash Jadhav" userId="535c3d6d-72b8-4f77-8155-55f939173cf2" providerId="ADAL" clId="{F33F88E0-3380-47C4-AFDE-F1AC050ADA82}" dt="2026-01-25T16:07:28.412" v="8981" actId="790"/>
          <ac:spMkLst>
            <pc:docMk/>
            <pc:sldMk cId="3068390721" sldId="424"/>
            <ac:spMk id="20" creationId="{00000000-0000-0000-0000-000000000000}"/>
          </ac:spMkLst>
        </pc:spChg>
        <pc:spChg chg="mod">
          <ac:chgData name="Yash Jadhav" userId="535c3d6d-72b8-4f77-8155-55f939173cf2" providerId="ADAL" clId="{F33F88E0-3380-47C4-AFDE-F1AC050ADA82}" dt="2026-01-25T16:07:28.415" v="8982" actId="790"/>
          <ac:spMkLst>
            <pc:docMk/>
            <pc:sldMk cId="3068390721" sldId="424"/>
            <ac:spMk id="21" creationId="{00000000-0000-0000-0000-000000000000}"/>
          </ac:spMkLst>
        </pc:spChg>
        <pc:spChg chg="mod">
          <ac:chgData name="Yash Jadhav" userId="535c3d6d-72b8-4f77-8155-55f939173cf2" providerId="ADAL" clId="{F33F88E0-3380-47C4-AFDE-F1AC050ADA82}" dt="2026-01-25T16:07:28.437" v="8987" actId="790"/>
          <ac:spMkLst>
            <pc:docMk/>
            <pc:sldMk cId="3068390721" sldId="424"/>
            <ac:spMk id="28" creationId="{DC80539B-2CB6-857E-BF81-788D5F969DF8}"/>
          </ac:spMkLst>
        </pc:spChg>
        <pc:spChg chg="mod">
          <ac:chgData name="Yash Jadhav" userId="535c3d6d-72b8-4f77-8155-55f939173cf2" providerId="ADAL" clId="{F33F88E0-3380-47C4-AFDE-F1AC050ADA82}" dt="2026-01-25T16:07:28.421" v="8985" actId="790"/>
          <ac:spMkLst>
            <pc:docMk/>
            <pc:sldMk cId="3068390721" sldId="424"/>
            <ac:spMk id="32" creationId="{00000000-0000-0000-0000-000000000000}"/>
          </ac:spMkLst>
        </pc:spChg>
        <pc:spChg chg="mod">
          <ac:chgData name="Yash Jadhav" userId="535c3d6d-72b8-4f77-8155-55f939173cf2" providerId="ADAL" clId="{F33F88E0-3380-47C4-AFDE-F1AC050ADA82}" dt="2026-01-25T16:07:28.439" v="8988" actId="790"/>
          <ac:spMkLst>
            <pc:docMk/>
            <pc:sldMk cId="3068390721" sldId="424"/>
            <ac:spMk id="33" creationId="{BC884052-CD74-5BEE-6520-44D36EA24DD4}"/>
          </ac:spMkLst>
        </pc:spChg>
        <pc:spChg chg="mod">
          <ac:chgData name="Yash Jadhav" userId="535c3d6d-72b8-4f77-8155-55f939173cf2" providerId="ADAL" clId="{F33F88E0-3380-47C4-AFDE-F1AC050ADA82}" dt="2026-01-25T16:07:28.423" v="8986" actId="790"/>
          <ac:spMkLst>
            <pc:docMk/>
            <pc:sldMk cId="3068390721" sldId="424"/>
            <ac:spMk id="34" creationId="{00000000-0000-0000-0000-000000000000}"/>
          </ac:spMkLst>
        </pc:spChg>
        <pc:spChg chg="mod">
          <ac:chgData name="Yash Jadhav" userId="535c3d6d-72b8-4f77-8155-55f939173cf2" providerId="ADAL" clId="{F33F88E0-3380-47C4-AFDE-F1AC050ADA82}" dt="2026-01-25T16:07:28.441" v="8989" actId="790"/>
          <ac:spMkLst>
            <pc:docMk/>
            <pc:sldMk cId="3068390721" sldId="424"/>
            <ac:spMk id="35" creationId="{E2660AC6-EC36-8313-02DE-FA283AD40EC4}"/>
          </ac:spMkLst>
        </pc:spChg>
        <pc:spChg chg="mod">
          <ac:chgData name="Yash Jadhav" userId="535c3d6d-72b8-4f77-8155-55f939173cf2" providerId="ADAL" clId="{F33F88E0-3380-47C4-AFDE-F1AC050ADA82}" dt="2026-01-25T16:07:28.447" v="8993" actId="790"/>
          <ac:spMkLst>
            <pc:docMk/>
            <pc:sldMk cId="3068390721" sldId="424"/>
            <ac:spMk id="36" creationId="{00000000-0000-0000-0000-000000000000}"/>
          </ac:spMkLst>
        </pc:spChg>
        <pc:spChg chg="mod">
          <ac:chgData name="Yash Jadhav" userId="535c3d6d-72b8-4f77-8155-55f939173cf2" providerId="ADAL" clId="{F33F88E0-3380-47C4-AFDE-F1AC050ADA82}" dt="2026-01-25T16:07:28.442" v="8990" actId="790"/>
          <ac:spMkLst>
            <pc:docMk/>
            <pc:sldMk cId="3068390721" sldId="424"/>
            <ac:spMk id="40" creationId="{7E64F3F8-53D4-E4A9-2211-0F53476A1FAA}"/>
          </ac:spMkLst>
        </pc:spChg>
        <pc:spChg chg="mod">
          <ac:chgData name="Yash Jadhav" userId="535c3d6d-72b8-4f77-8155-55f939173cf2" providerId="ADAL" clId="{F33F88E0-3380-47C4-AFDE-F1AC050ADA82}" dt="2026-01-25T16:07:28.444" v="8991" actId="790"/>
          <ac:spMkLst>
            <pc:docMk/>
            <pc:sldMk cId="3068390721" sldId="424"/>
            <ac:spMk id="41" creationId="{34F52129-336D-3AFB-D2CE-710D6A8DA251}"/>
          </ac:spMkLst>
        </pc:spChg>
        <pc:spChg chg="mod">
          <ac:chgData name="Yash Jadhav" userId="535c3d6d-72b8-4f77-8155-55f939173cf2" providerId="ADAL" clId="{F33F88E0-3380-47C4-AFDE-F1AC050ADA82}" dt="2026-01-25T16:07:28.446" v="8992" actId="790"/>
          <ac:spMkLst>
            <pc:docMk/>
            <pc:sldMk cId="3068390721" sldId="424"/>
            <ac:spMk id="42" creationId="{5DD4A121-D8AB-BCDC-93BD-CC23310C3D6E}"/>
          </ac:spMkLst>
        </pc:spChg>
        <pc:spChg chg="mod">
          <ac:chgData name="Yash Jadhav" userId="535c3d6d-72b8-4f77-8155-55f939173cf2" providerId="ADAL" clId="{F33F88E0-3380-47C4-AFDE-F1AC050ADA82}" dt="2026-01-25T16:07:28.462" v="8995" actId="790"/>
          <ac:spMkLst>
            <pc:docMk/>
            <pc:sldMk cId="3068390721" sldId="424"/>
            <ac:spMk id="47" creationId="{9132D58B-DE41-CB41-A88F-EFD785D156E9}"/>
          </ac:spMkLst>
        </pc:spChg>
        <pc:spChg chg="mod">
          <ac:chgData name="Yash Jadhav" userId="535c3d6d-72b8-4f77-8155-55f939173cf2" providerId="ADAL" clId="{F33F88E0-3380-47C4-AFDE-F1AC050ADA82}" dt="2026-01-25T16:07:28.464" v="8996" actId="790"/>
          <ac:spMkLst>
            <pc:docMk/>
            <pc:sldMk cId="3068390721" sldId="424"/>
            <ac:spMk id="48" creationId="{F0D7CBDD-1BE3-3D1F-F00C-90D573A23EF3}"/>
          </ac:spMkLst>
        </pc:spChg>
        <pc:spChg chg="mod">
          <ac:chgData name="Yash Jadhav" userId="535c3d6d-72b8-4f77-8155-55f939173cf2" providerId="ADAL" clId="{F33F88E0-3380-47C4-AFDE-F1AC050ADA82}" dt="2026-01-25T16:07:28.417" v="8983" actId="790"/>
          <ac:spMkLst>
            <pc:docMk/>
            <pc:sldMk cId="3068390721" sldId="424"/>
            <ac:spMk id="2150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25880880" sldId="425"/>
        </pc:sldMkLst>
        <pc:spChg chg="mod ord">
          <ac:chgData name="Yash Jadhav" userId="535c3d6d-72b8-4f77-8155-55f939173cf2" providerId="ADAL" clId="{F33F88E0-3380-47C4-AFDE-F1AC050ADA82}" dt="2026-01-25T16:09:15.875" v="10168" actId="700"/>
          <ac:spMkLst>
            <pc:docMk/>
            <pc:sldMk cId="2825880880" sldId="425"/>
            <ac:spMk id="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430055717" sldId="426"/>
        </pc:sldMkLst>
        <pc:spChg chg="mod ord">
          <ac:chgData name="Yash Jadhav" userId="535c3d6d-72b8-4f77-8155-55f939173cf2" providerId="ADAL" clId="{F33F88E0-3380-47C4-AFDE-F1AC050ADA82}" dt="2026-01-25T16:09:15.875" v="10168" actId="700"/>
          <ac:spMkLst>
            <pc:docMk/>
            <pc:sldMk cId="2430055717" sldId="426"/>
            <ac:spMk id="2" creationId="{00000000-0000-0000-0000-000000000000}"/>
          </ac:spMkLst>
        </pc:spChg>
        <pc:spChg chg="mod">
          <ac:chgData name="Yash Jadhav" userId="535c3d6d-72b8-4f77-8155-55f939173cf2" providerId="ADAL" clId="{F33F88E0-3380-47C4-AFDE-F1AC050ADA82}" dt="2026-01-25T16:07:31.620" v="9009" actId="790"/>
          <ac:spMkLst>
            <pc:docMk/>
            <pc:sldMk cId="2430055717" sldId="426"/>
            <ac:spMk id="5" creationId="{00000000-0000-0000-0000-000000000000}"/>
          </ac:spMkLst>
        </pc:spChg>
        <pc:spChg chg="mod">
          <ac:chgData name="Yash Jadhav" userId="535c3d6d-72b8-4f77-8155-55f939173cf2" providerId="ADAL" clId="{F33F88E0-3380-47C4-AFDE-F1AC050ADA82}" dt="2026-01-25T16:07:31.623" v="9010" actId="790"/>
          <ac:spMkLst>
            <pc:docMk/>
            <pc:sldMk cId="2430055717" sldId="426"/>
            <ac:spMk id="6" creationId="{00000000-0000-0000-0000-000000000000}"/>
          </ac:spMkLst>
        </pc:spChg>
        <pc:spChg chg="mod">
          <ac:chgData name="Yash Jadhav" userId="535c3d6d-72b8-4f77-8155-55f939173cf2" providerId="ADAL" clId="{F33F88E0-3380-47C4-AFDE-F1AC050ADA82}" dt="2026-01-25T16:07:31.625" v="9011" actId="790"/>
          <ac:spMkLst>
            <pc:docMk/>
            <pc:sldMk cId="2430055717" sldId="426"/>
            <ac:spMk id="12" creationId="{00000000-0000-0000-0000-000000000000}"/>
          </ac:spMkLst>
        </pc:spChg>
        <pc:spChg chg="mod">
          <ac:chgData name="Yash Jadhav" userId="535c3d6d-72b8-4f77-8155-55f939173cf2" providerId="ADAL" clId="{F33F88E0-3380-47C4-AFDE-F1AC050ADA82}" dt="2026-01-25T16:07:31.629" v="9012" actId="790"/>
          <ac:spMkLst>
            <pc:docMk/>
            <pc:sldMk cId="2430055717" sldId="426"/>
            <ac:spMk id="13" creationId="{00000000-0000-0000-0000-000000000000}"/>
          </ac:spMkLst>
        </pc:spChg>
        <pc:spChg chg="mod">
          <ac:chgData name="Yash Jadhav" userId="535c3d6d-72b8-4f77-8155-55f939173cf2" providerId="ADAL" clId="{F33F88E0-3380-47C4-AFDE-F1AC050ADA82}" dt="2026-01-25T16:07:31.634" v="9013" actId="790"/>
          <ac:spMkLst>
            <pc:docMk/>
            <pc:sldMk cId="2430055717" sldId="426"/>
            <ac:spMk id="15" creationId="{00000000-0000-0000-0000-000000000000}"/>
          </ac:spMkLst>
        </pc:spChg>
        <pc:spChg chg="mod">
          <ac:chgData name="Yash Jadhav" userId="535c3d6d-72b8-4f77-8155-55f939173cf2" providerId="ADAL" clId="{F33F88E0-3380-47C4-AFDE-F1AC050ADA82}" dt="2026-01-25T16:07:31.639" v="9014" actId="790"/>
          <ac:spMkLst>
            <pc:docMk/>
            <pc:sldMk cId="2430055717" sldId="426"/>
            <ac:spMk id="16" creationId="{00000000-0000-0000-0000-000000000000}"/>
          </ac:spMkLst>
        </pc:spChg>
        <pc:spChg chg="mod">
          <ac:chgData name="Yash Jadhav" userId="535c3d6d-72b8-4f77-8155-55f939173cf2" providerId="ADAL" clId="{F33F88E0-3380-47C4-AFDE-F1AC050ADA82}" dt="2026-01-25T16:07:31.644" v="9015" actId="790"/>
          <ac:spMkLst>
            <pc:docMk/>
            <pc:sldMk cId="2430055717" sldId="426"/>
            <ac:spMk id="18" creationId="{00000000-0000-0000-0000-000000000000}"/>
          </ac:spMkLst>
        </pc:spChg>
        <pc:spChg chg="mod">
          <ac:chgData name="Yash Jadhav" userId="535c3d6d-72b8-4f77-8155-55f939173cf2" providerId="ADAL" clId="{F33F88E0-3380-47C4-AFDE-F1AC050ADA82}" dt="2026-01-25T16:07:31.649" v="9016" actId="790"/>
          <ac:spMkLst>
            <pc:docMk/>
            <pc:sldMk cId="2430055717" sldId="426"/>
            <ac:spMk id="19" creationId="{00000000-0000-0000-0000-000000000000}"/>
          </ac:spMkLst>
        </pc:spChg>
        <pc:spChg chg="mod">
          <ac:chgData name="Yash Jadhav" userId="535c3d6d-72b8-4f77-8155-55f939173cf2" providerId="ADAL" clId="{F33F88E0-3380-47C4-AFDE-F1AC050ADA82}" dt="2026-01-25T16:07:31.652" v="9017" actId="790"/>
          <ac:spMkLst>
            <pc:docMk/>
            <pc:sldMk cId="2430055717" sldId="426"/>
            <ac:spMk id="22" creationId="{00000000-0000-0000-0000-000000000000}"/>
          </ac:spMkLst>
        </pc:spChg>
        <pc:spChg chg="mod">
          <ac:chgData name="Yash Jadhav" userId="535c3d6d-72b8-4f77-8155-55f939173cf2" providerId="ADAL" clId="{F33F88E0-3380-47C4-AFDE-F1AC050ADA82}" dt="2026-01-25T16:07:31.663" v="9022" actId="790"/>
          <ac:spMkLst>
            <pc:docMk/>
            <pc:sldMk cId="2430055717" sldId="426"/>
            <ac:spMk id="23" creationId="{5D897F26-87B4-F322-EA8B-8F897CE824C6}"/>
          </ac:spMkLst>
        </pc:spChg>
        <pc:spChg chg="mod">
          <ac:chgData name="Yash Jadhav" userId="535c3d6d-72b8-4f77-8155-55f939173cf2" providerId="ADAL" clId="{F33F88E0-3380-47C4-AFDE-F1AC050ADA82}" dt="2026-01-25T16:07:31.666" v="9023" actId="790"/>
          <ac:spMkLst>
            <pc:docMk/>
            <pc:sldMk cId="2430055717" sldId="426"/>
            <ac:spMk id="24" creationId="{278C84A1-87C2-2723-1A53-806F317121B3}"/>
          </ac:spMkLst>
        </pc:spChg>
        <pc:spChg chg="mod">
          <ac:chgData name="Yash Jadhav" userId="535c3d6d-72b8-4f77-8155-55f939173cf2" providerId="ADAL" clId="{F33F88E0-3380-47C4-AFDE-F1AC050ADA82}" dt="2026-01-25T16:07:31.669" v="9024" actId="790"/>
          <ac:spMkLst>
            <pc:docMk/>
            <pc:sldMk cId="2430055717" sldId="426"/>
            <ac:spMk id="25" creationId="{13FF02A0-74E3-6E93-4F2A-CD7633DA0C10}"/>
          </ac:spMkLst>
        </pc:spChg>
        <pc:spChg chg="mod">
          <ac:chgData name="Yash Jadhav" userId="535c3d6d-72b8-4f77-8155-55f939173cf2" providerId="ADAL" clId="{F33F88E0-3380-47C4-AFDE-F1AC050ADA82}" dt="2026-01-25T16:07:31.672" v="9025" actId="790"/>
          <ac:spMkLst>
            <pc:docMk/>
            <pc:sldMk cId="2430055717" sldId="426"/>
            <ac:spMk id="26" creationId="{34062C98-12BA-E29D-9771-D60FD0FC95C3}"/>
          </ac:spMkLst>
        </pc:spChg>
        <pc:spChg chg="mod">
          <ac:chgData name="Yash Jadhav" userId="535c3d6d-72b8-4f77-8155-55f939173cf2" providerId="ADAL" clId="{F33F88E0-3380-47C4-AFDE-F1AC050ADA82}" dt="2026-01-25T16:07:31.655" v="9018" actId="790"/>
          <ac:spMkLst>
            <pc:docMk/>
            <pc:sldMk cId="2430055717" sldId="426"/>
            <ac:spMk id="27" creationId="{00000000-0000-0000-0000-000000000000}"/>
          </ac:spMkLst>
        </pc:spChg>
        <pc:spChg chg="mod">
          <ac:chgData name="Yash Jadhav" userId="535c3d6d-72b8-4f77-8155-55f939173cf2" providerId="ADAL" clId="{F33F88E0-3380-47C4-AFDE-F1AC050ADA82}" dt="2026-01-25T16:07:31.657" v="9019" actId="790"/>
          <ac:spMkLst>
            <pc:docMk/>
            <pc:sldMk cId="2430055717" sldId="426"/>
            <ac:spMk id="28" creationId="{00000000-0000-0000-0000-000000000000}"/>
          </ac:spMkLst>
        </pc:spChg>
        <pc:spChg chg="mod">
          <ac:chgData name="Yash Jadhav" userId="535c3d6d-72b8-4f77-8155-55f939173cf2" providerId="ADAL" clId="{F33F88E0-3380-47C4-AFDE-F1AC050ADA82}" dt="2026-01-25T16:07:31.659" v="9020" actId="790"/>
          <ac:spMkLst>
            <pc:docMk/>
            <pc:sldMk cId="2430055717" sldId="426"/>
            <ac:spMk id="29" creationId="{00000000-0000-0000-0000-000000000000}"/>
          </ac:spMkLst>
        </pc:spChg>
        <pc:spChg chg="mod">
          <ac:chgData name="Yash Jadhav" userId="535c3d6d-72b8-4f77-8155-55f939173cf2" providerId="ADAL" clId="{F33F88E0-3380-47C4-AFDE-F1AC050ADA82}" dt="2026-01-25T16:07:31.660" v="9021" actId="790"/>
          <ac:spMkLst>
            <pc:docMk/>
            <pc:sldMk cId="2430055717" sldId="426"/>
            <ac:spMk id="30" creationId="{00000000-0000-0000-0000-000000000000}"/>
          </ac:spMkLst>
        </pc:spChg>
      </pc:sldChg>
      <pc:sldChg chg="modSp add mod modClrScheme chgLayout modNotes">
        <pc:chgData name="Yash Jadhav" userId="535c3d6d-72b8-4f77-8155-55f939173cf2" providerId="ADAL" clId="{F33F88E0-3380-47C4-AFDE-F1AC050ADA82}" dt="2026-01-25T16:09:16.065" v="10169" actId="27636"/>
        <pc:sldMkLst>
          <pc:docMk/>
          <pc:sldMk cId="2649289543" sldId="427"/>
        </pc:sldMkLst>
        <pc:spChg chg="mod ord">
          <ac:chgData name="Yash Jadhav" userId="535c3d6d-72b8-4f77-8155-55f939173cf2" providerId="ADAL" clId="{F33F88E0-3380-47C4-AFDE-F1AC050ADA82}" dt="2026-01-25T16:09:16.065" v="10169" actId="27636"/>
          <ac:spMkLst>
            <pc:docMk/>
            <pc:sldMk cId="2649289543" sldId="427"/>
            <ac:spMk id="2" creationId="{00000000-0000-0000-0000-000000000000}"/>
          </ac:spMkLst>
        </pc:spChg>
        <pc:spChg chg="mod">
          <ac:chgData name="Yash Jadhav" userId="535c3d6d-72b8-4f77-8155-55f939173cf2" providerId="ADAL" clId="{F33F88E0-3380-47C4-AFDE-F1AC050ADA82}" dt="2026-01-25T16:07:36.958" v="9031" actId="790"/>
          <ac:spMkLst>
            <pc:docMk/>
            <pc:sldMk cId="2649289543" sldId="427"/>
            <ac:spMk id="4" creationId="{00000000-0000-0000-0000-000000000000}"/>
          </ac:spMkLst>
        </pc:spChg>
        <pc:spChg chg="mod">
          <ac:chgData name="Yash Jadhav" userId="535c3d6d-72b8-4f77-8155-55f939173cf2" providerId="ADAL" clId="{F33F88E0-3380-47C4-AFDE-F1AC050ADA82}" dt="2026-01-25T16:07:36.964" v="9032" actId="790"/>
          <ac:spMkLst>
            <pc:docMk/>
            <pc:sldMk cId="2649289543" sldId="427"/>
            <ac:spMk id="5" creationId="{00000000-0000-0000-0000-000000000000}"/>
          </ac:spMkLst>
        </pc:spChg>
        <pc:spChg chg="mod">
          <ac:chgData name="Yash Jadhav" userId="535c3d6d-72b8-4f77-8155-55f939173cf2" providerId="ADAL" clId="{F33F88E0-3380-47C4-AFDE-F1AC050ADA82}" dt="2026-01-25T16:07:36.967" v="9033" actId="790"/>
          <ac:spMkLst>
            <pc:docMk/>
            <pc:sldMk cId="2649289543" sldId="427"/>
            <ac:spMk id="6" creationId="{00000000-0000-0000-0000-000000000000}"/>
          </ac:spMkLst>
        </pc:spChg>
        <pc:spChg chg="mod">
          <ac:chgData name="Yash Jadhav" userId="535c3d6d-72b8-4f77-8155-55f939173cf2" providerId="ADAL" clId="{F33F88E0-3380-47C4-AFDE-F1AC050ADA82}" dt="2026-01-25T16:07:36.972" v="9034" actId="790"/>
          <ac:spMkLst>
            <pc:docMk/>
            <pc:sldMk cId="2649289543" sldId="427"/>
            <ac:spMk id="8" creationId="{00000000-0000-0000-0000-000000000000}"/>
          </ac:spMkLst>
        </pc:spChg>
        <pc:spChg chg="mod">
          <ac:chgData name="Yash Jadhav" userId="535c3d6d-72b8-4f77-8155-55f939173cf2" providerId="ADAL" clId="{F33F88E0-3380-47C4-AFDE-F1AC050ADA82}" dt="2026-01-25T16:07:36.976" v="9035" actId="790"/>
          <ac:spMkLst>
            <pc:docMk/>
            <pc:sldMk cId="2649289543" sldId="427"/>
            <ac:spMk id="10" creationId="{00000000-0000-0000-0000-000000000000}"/>
          </ac:spMkLst>
        </pc:spChg>
        <pc:spChg chg="mod">
          <ac:chgData name="Yash Jadhav" userId="535c3d6d-72b8-4f77-8155-55f939173cf2" providerId="ADAL" clId="{F33F88E0-3380-47C4-AFDE-F1AC050ADA82}" dt="2026-01-25T16:07:36.980" v="9036" actId="790"/>
          <ac:spMkLst>
            <pc:docMk/>
            <pc:sldMk cId="2649289543" sldId="427"/>
            <ac:spMk id="11" creationId="{00000000-0000-0000-0000-000000000000}"/>
          </ac:spMkLst>
        </pc:spChg>
        <pc:spChg chg="mod">
          <ac:chgData name="Yash Jadhav" userId="535c3d6d-72b8-4f77-8155-55f939173cf2" providerId="ADAL" clId="{F33F88E0-3380-47C4-AFDE-F1AC050ADA82}" dt="2026-01-25T16:07:36.984" v="9037" actId="790"/>
          <ac:spMkLst>
            <pc:docMk/>
            <pc:sldMk cId="2649289543" sldId="427"/>
            <ac:spMk id="12" creationId="{00000000-0000-0000-0000-000000000000}"/>
          </ac:spMkLst>
        </pc:spChg>
        <pc:spChg chg="mod">
          <ac:chgData name="Yash Jadhav" userId="535c3d6d-72b8-4f77-8155-55f939173cf2" providerId="ADAL" clId="{F33F88E0-3380-47C4-AFDE-F1AC050ADA82}" dt="2026-01-25T16:07:36.988" v="9038" actId="790"/>
          <ac:spMkLst>
            <pc:docMk/>
            <pc:sldMk cId="2649289543" sldId="427"/>
            <ac:spMk id="13" creationId="{00000000-0000-0000-0000-000000000000}"/>
          </ac:spMkLst>
        </pc:spChg>
        <pc:spChg chg="mod">
          <ac:chgData name="Yash Jadhav" userId="535c3d6d-72b8-4f77-8155-55f939173cf2" providerId="ADAL" clId="{F33F88E0-3380-47C4-AFDE-F1AC050ADA82}" dt="2026-01-25T16:07:36.990" v="9039" actId="790"/>
          <ac:spMkLst>
            <pc:docMk/>
            <pc:sldMk cId="2649289543" sldId="427"/>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458245" sldId="428"/>
        </pc:sldMkLst>
        <pc:spChg chg="mod ord">
          <ac:chgData name="Yash Jadhav" userId="535c3d6d-72b8-4f77-8155-55f939173cf2" providerId="ADAL" clId="{F33F88E0-3380-47C4-AFDE-F1AC050ADA82}" dt="2026-01-25T16:09:15.875" v="10168" actId="700"/>
          <ac:spMkLst>
            <pc:docMk/>
            <pc:sldMk cId="235458245" sldId="428"/>
            <ac:spMk id="2" creationId="{00000000-0000-0000-0000-000000000000}"/>
          </ac:spMkLst>
        </pc:spChg>
        <pc:spChg chg="mod">
          <ac:chgData name="Yash Jadhav" userId="535c3d6d-72b8-4f77-8155-55f939173cf2" providerId="ADAL" clId="{F33F88E0-3380-47C4-AFDE-F1AC050ADA82}" dt="2026-01-25T16:07:38.333" v="9073" actId="790"/>
          <ac:spMkLst>
            <pc:docMk/>
            <pc:sldMk cId="235458245" sldId="428"/>
            <ac:spMk id="6" creationId="{00000000-0000-0000-0000-000000000000}"/>
          </ac:spMkLst>
        </pc:spChg>
        <pc:spChg chg="mod">
          <ac:chgData name="Yash Jadhav" userId="535c3d6d-72b8-4f77-8155-55f939173cf2" providerId="ADAL" clId="{F33F88E0-3380-47C4-AFDE-F1AC050ADA82}" dt="2026-01-25T16:07:38.245" v="9045" actId="790"/>
          <ac:spMkLst>
            <pc:docMk/>
            <pc:sldMk cId="235458245" sldId="428"/>
            <ac:spMk id="9" creationId="{5B17EE99-66F5-D239-13B2-AE4B3F7273EC}"/>
          </ac:spMkLst>
        </pc:spChg>
        <pc:spChg chg="mod">
          <ac:chgData name="Yash Jadhav" userId="535c3d6d-72b8-4f77-8155-55f939173cf2" providerId="ADAL" clId="{F33F88E0-3380-47C4-AFDE-F1AC050ADA82}" dt="2026-01-25T16:07:38.335" v="9074" actId="790"/>
          <ac:spMkLst>
            <pc:docMk/>
            <pc:sldMk cId="235458245" sldId="428"/>
            <ac:spMk id="10" creationId="{2A942632-B499-165F-AE98-F494BF363DF9}"/>
          </ac:spMkLst>
        </pc:spChg>
        <pc:spChg chg="mod">
          <ac:chgData name="Yash Jadhav" userId="535c3d6d-72b8-4f77-8155-55f939173cf2" providerId="ADAL" clId="{F33F88E0-3380-47C4-AFDE-F1AC050ADA82}" dt="2026-01-25T16:07:38.252" v="9047" actId="790"/>
          <ac:spMkLst>
            <pc:docMk/>
            <pc:sldMk cId="235458245" sldId="428"/>
            <ac:spMk id="13" creationId="{00000000-0000-0000-0000-000000000000}"/>
          </ac:spMkLst>
        </pc:spChg>
        <pc:spChg chg="mod">
          <ac:chgData name="Yash Jadhav" userId="535c3d6d-72b8-4f77-8155-55f939173cf2" providerId="ADAL" clId="{F33F88E0-3380-47C4-AFDE-F1AC050ADA82}" dt="2026-01-25T16:07:38.255" v="9048" actId="790"/>
          <ac:spMkLst>
            <pc:docMk/>
            <pc:sldMk cId="235458245" sldId="428"/>
            <ac:spMk id="14" creationId="{00000000-0000-0000-0000-000000000000}"/>
          </ac:spMkLst>
        </pc:spChg>
        <pc:spChg chg="mod">
          <ac:chgData name="Yash Jadhav" userId="535c3d6d-72b8-4f77-8155-55f939173cf2" providerId="ADAL" clId="{F33F88E0-3380-47C4-AFDE-F1AC050ADA82}" dt="2026-01-25T16:07:38.257" v="9049" actId="790"/>
          <ac:spMkLst>
            <pc:docMk/>
            <pc:sldMk cId="235458245" sldId="428"/>
            <ac:spMk id="15" creationId="{00000000-0000-0000-0000-000000000000}"/>
          </ac:spMkLst>
        </pc:spChg>
        <pc:spChg chg="mod">
          <ac:chgData name="Yash Jadhav" userId="535c3d6d-72b8-4f77-8155-55f939173cf2" providerId="ADAL" clId="{F33F88E0-3380-47C4-AFDE-F1AC050ADA82}" dt="2026-01-25T16:07:38.260" v="9050" actId="790"/>
          <ac:spMkLst>
            <pc:docMk/>
            <pc:sldMk cId="235458245" sldId="428"/>
            <ac:spMk id="17" creationId="{00000000-0000-0000-0000-000000000000}"/>
          </ac:spMkLst>
        </pc:spChg>
        <pc:spChg chg="mod">
          <ac:chgData name="Yash Jadhav" userId="535c3d6d-72b8-4f77-8155-55f939173cf2" providerId="ADAL" clId="{F33F88E0-3380-47C4-AFDE-F1AC050ADA82}" dt="2026-01-25T16:07:38.266" v="9052" actId="790"/>
          <ac:spMkLst>
            <pc:docMk/>
            <pc:sldMk cId="235458245" sldId="428"/>
            <ac:spMk id="29" creationId="{00000000-0000-0000-0000-000000000000}"/>
          </ac:spMkLst>
        </pc:spChg>
        <pc:spChg chg="mod">
          <ac:chgData name="Yash Jadhav" userId="535c3d6d-72b8-4f77-8155-55f939173cf2" providerId="ADAL" clId="{F33F88E0-3380-47C4-AFDE-F1AC050ADA82}" dt="2026-01-25T16:07:38.263" v="9051" actId="790"/>
          <ac:spMkLst>
            <pc:docMk/>
            <pc:sldMk cId="235458245" sldId="428"/>
            <ac:spMk id="31" creationId="{00000000-0000-0000-0000-000000000000}"/>
          </ac:spMkLst>
        </pc:spChg>
        <pc:spChg chg="mod">
          <ac:chgData name="Yash Jadhav" userId="535c3d6d-72b8-4f77-8155-55f939173cf2" providerId="ADAL" clId="{F33F88E0-3380-47C4-AFDE-F1AC050ADA82}" dt="2026-01-25T16:07:38.273" v="9054" actId="790"/>
          <ac:spMkLst>
            <pc:docMk/>
            <pc:sldMk cId="235458245" sldId="428"/>
            <ac:spMk id="36" creationId="{00000000-0000-0000-0000-000000000000}"/>
          </ac:spMkLst>
        </pc:spChg>
        <pc:spChg chg="mod">
          <ac:chgData name="Yash Jadhav" userId="535c3d6d-72b8-4f77-8155-55f939173cf2" providerId="ADAL" clId="{F33F88E0-3380-47C4-AFDE-F1AC050ADA82}" dt="2026-01-25T16:07:38.278" v="9055" actId="790"/>
          <ac:spMkLst>
            <pc:docMk/>
            <pc:sldMk cId="235458245" sldId="428"/>
            <ac:spMk id="37" creationId="{00000000-0000-0000-0000-000000000000}"/>
          </ac:spMkLst>
        </pc:spChg>
        <pc:spChg chg="mod">
          <ac:chgData name="Yash Jadhav" userId="535c3d6d-72b8-4f77-8155-55f939173cf2" providerId="ADAL" clId="{F33F88E0-3380-47C4-AFDE-F1AC050ADA82}" dt="2026-01-25T16:07:38.281" v="9056" actId="790"/>
          <ac:spMkLst>
            <pc:docMk/>
            <pc:sldMk cId="235458245" sldId="428"/>
            <ac:spMk id="39" creationId="{00000000-0000-0000-0000-000000000000}"/>
          </ac:spMkLst>
        </pc:spChg>
        <pc:spChg chg="mod">
          <ac:chgData name="Yash Jadhav" userId="535c3d6d-72b8-4f77-8155-55f939173cf2" providerId="ADAL" clId="{F33F88E0-3380-47C4-AFDE-F1AC050ADA82}" dt="2026-01-25T16:07:38.287" v="9057" actId="790"/>
          <ac:spMkLst>
            <pc:docMk/>
            <pc:sldMk cId="235458245" sldId="428"/>
            <ac:spMk id="40" creationId="{00000000-0000-0000-0000-000000000000}"/>
          </ac:spMkLst>
        </pc:spChg>
        <pc:spChg chg="mod">
          <ac:chgData name="Yash Jadhav" userId="535c3d6d-72b8-4f77-8155-55f939173cf2" providerId="ADAL" clId="{F33F88E0-3380-47C4-AFDE-F1AC050ADA82}" dt="2026-01-25T16:07:38.289" v="9058" actId="790"/>
          <ac:spMkLst>
            <pc:docMk/>
            <pc:sldMk cId="235458245" sldId="428"/>
            <ac:spMk id="42" creationId="{00000000-0000-0000-0000-000000000000}"/>
          </ac:spMkLst>
        </pc:spChg>
        <pc:spChg chg="mod">
          <ac:chgData name="Yash Jadhav" userId="535c3d6d-72b8-4f77-8155-55f939173cf2" providerId="ADAL" clId="{F33F88E0-3380-47C4-AFDE-F1AC050ADA82}" dt="2026-01-25T16:07:38.293" v="9059" actId="790"/>
          <ac:spMkLst>
            <pc:docMk/>
            <pc:sldMk cId="235458245" sldId="428"/>
            <ac:spMk id="43" creationId="{00000000-0000-0000-0000-000000000000}"/>
          </ac:spMkLst>
        </pc:spChg>
        <pc:spChg chg="mod">
          <ac:chgData name="Yash Jadhav" userId="535c3d6d-72b8-4f77-8155-55f939173cf2" providerId="ADAL" clId="{F33F88E0-3380-47C4-AFDE-F1AC050ADA82}" dt="2026-01-25T16:07:38.295" v="9060" actId="790"/>
          <ac:spMkLst>
            <pc:docMk/>
            <pc:sldMk cId="235458245" sldId="428"/>
            <ac:spMk id="45" creationId="{00000000-0000-0000-0000-000000000000}"/>
          </ac:spMkLst>
        </pc:spChg>
        <pc:spChg chg="mod">
          <ac:chgData name="Yash Jadhav" userId="535c3d6d-72b8-4f77-8155-55f939173cf2" providerId="ADAL" clId="{F33F88E0-3380-47C4-AFDE-F1AC050ADA82}" dt="2026-01-25T16:07:38.301" v="9061" actId="790"/>
          <ac:spMkLst>
            <pc:docMk/>
            <pc:sldMk cId="235458245" sldId="428"/>
            <ac:spMk id="46" creationId="{00000000-0000-0000-0000-000000000000}"/>
          </ac:spMkLst>
        </pc:spChg>
        <pc:spChg chg="mod">
          <ac:chgData name="Yash Jadhav" userId="535c3d6d-72b8-4f77-8155-55f939173cf2" providerId="ADAL" clId="{F33F88E0-3380-47C4-AFDE-F1AC050ADA82}" dt="2026-01-25T16:07:38.303" v="9062" actId="790"/>
          <ac:spMkLst>
            <pc:docMk/>
            <pc:sldMk cId="235458245" sldId="428"/>
            <ac:spMk id="48" creationId="{00000000-0000-0000-0000-000000000000}"/>
          </ac:spMkLst>
        </pc:spChg>
        <pc:spChg chg="mod">
          <ac:chgData name="Yash Jadhav" userId="535c3d6d-72b8-4f77-8155-55f939173cf2" providerId="ADAL" clId="{F33F88E0-3380-47C4-AFDE-F1AC050ADA82}" dt="2026-01-25T16:07:38.307" v="9063" actId="790"/>
          <ac:spMkLst>
            <pc:docMk/>
            <pc:sldMk cId="235458245" sldId="428"/>
            <ac:spMk id="49" creationId="{00000000-0000-0000-0000-000000000000}"/>
          </ac:spMkLst>
        </pc:spChg>
        <pc:spChg chg="mod">
          <ac:chgData name="Yash Jadhav" userId="535c3d6d-72b8-4f77-8155-55f939173cf2" providerId="ADAL" clId="{F33F88E0-3380-47C4-AFDE-F1AC050ADA82}" dt="2026-01-25T16:07:38.309" v="9064" actId="790"/>
          <ac:spMkLst>
            <pc:docMk/>
            <pc:sldMk cId="235458245" sldId="428"/>
            <ac:spMk id="50" creationId="{00000000-0000-0000-0000-000000000000}"/>
          </ac:spMkLst>
        </pc:spChg>
        <pc:spChg chg="mod">
          <ac:chgData name="Yash Jadhav" userId="535c3d6d-72b8-4f77-8155-55f939173cf2" providerId="ADAL" clId="{F33F88E0-3380-47C4-AFDE-F1AC050ADA82}" dt="2026-01-25T16:07:38.312" v="9065" actId="790"/>
          <ac:spMkLst>
            <pc:docMk/>
            <pc:sldMk cId="235458245" sldId="428"/>
            <ac:spMk id="51" creationId="{00000000-0000-0000-0000-000000000000}"/>
          </ac:spMkLst>
        </pc:spChg>
        <pc:spChg chg="mod">
          <ac:chgData name="Yash Jadhav" userId="535c3d6d-72b8-4f77-8155-55f939173cf2" providerId="ADAL" clId="{F33F88E0-3380-47C4-AFDE-F1AC050ADA82}" dt="2026-01-25T16:07:38.315" v="9066" actId="790"/>
          <ac:spMkLst>
            <pc:docMk/>
            <pc:sldMk cId="235458245" sldId="428"/>
            <ac:spMk id="52" creationId="{00000000-0000-0000-0000-000000000000}"/>
          </ac:spMkLst>
        </pc:spChg>
        <pc:spChg chg="mod">
          <ac:chgData name="Yash Jadhav" userId="535c3d6d-72b8-4f77-8155-55f939173cf2" providerId="ADAL" clId="{F33F88E0-3380-47C4-AFDE-F1AC050ADA82}" dt="2026-01-25T16:07:38.319" v="9067" actId="790"/>
          <ac:spMkLst>
            <pc:docMk/>
            <pc:sldMk cId="235458245" sldId="428"/>
            <ac:spMk id="54" creationId="{00000000-0000-0000-0000-000000000000}"/>
          </ac:spMkLst>
        </pc:spChg>
        <pc:spChg chg="mod">
          <ac:chgData name="Yash Jadhav" userId="535c3d6d-72b8-4f77-8155-55f939173cf2" providerId="ADAL" clId="{F33F88E0-3380-47C4-AFDE-F1AC050ADA82}" dt="2026-01-25T16:07:38.321" v="9068" actId="790"/>
          <ac:spMkLst>
            <pc:docMk/>
            <pc:sldMk cId="235458245" sldId="428"/>
            <ac:spMk id="58" creationId="{00000000-0000-0000-0000-000000000000}"/>
          </ac:spMkLst>
        </pc:spChg>
        <pc:spChg chg="mod">
          <ac:chgData name="Yash Jadhav" userId="535c3d6d-72b8-4f77-8155-55f939173cf2" providerId="ADAL" clId="{F33F88E0-3380-47C4-AFDE-F1AC050ADA82}" dt="2026-01-25T16:07:38.323" v="9069" actId="790"/>
          <ac:spMkLst>
            <pc:docMk/>
            <pc:sldMk cId="235458245" sldId="428"/>
            <ac:spMk id="59" creationId="{00000000-0000-0000-0000-000000000000}"/>
          </ac:spMkLst>
        </pc:spChg>
        <pc:spChg chg="mod">
          <ac:chgData name="Yash Jadhav" userId="535c3d6d-72b8-4f77-8155-55f939173cf2" providerId="ADAL" clId="{F33F88E0-3380-47C4-AFDE-F1AC050ADA82}" dt="2026-01-25T16:07:38.326" v="9070" actId="790"/>
          <ac:spMkLst>
            <pc:docMk/>
            <pc:sldMk cId="235458245" sldId="428"/>
            <ac:spMk id="60" creationId="{00000000-0000-0000-0000-000000000000}"/>
          </ac:spMkLst>
        </pc:spChg>
        <pc:spChg chg="mod">
          <ac:chgData name="Yash Jadhav" userId="535c3d6d-72b8-4f77-8155-55f939173cf2" providerId="ADAL" clId="{F33F88E0-3380-47C4-AFDE-F1AC050ADA82}" dt="2026-01-25T16:07:38.328" v="9071" actId="790"/>
          <ac:spMkLst>
            <pc:docMk/>
            <pc:sldMk cId="235458245" sldId="428"/>
            <ac:spMk id="61" creationId="{00000000-0000-0000-0000-000000000000}"/>
          </ac:spMkLst>
        </pc:spChg>
        <pc:spChg chg="mod">
          <ac:chgData name="Yash Jadhav" userId="535c3d6d-72b8-4f77-8155-55f939173cf2" providerId="ADAL" clId="{F33F88E0-3380-47C4-AFDE-F1AC050ADA82}" dt="2026-01-25T16:07:38.331" v="9072" actId="790"/>
          <ac:spMkLst>
            <pc:docMk/>
            <pc:sldMk cId="235458245" sldId="428"/>
            <ac:spMk id="62" creationId="{00000000-0000-0000-0000-000000000000}"/>
          </ac:spMkLst>
        </pc:spChg>
        <pc:spChg chg="mod">
          <ac:chgData name="Yash Jadhav" userId="535c3d6d-72b8-4f77-8155-55f939173cf2" providerId="ADAL" clId="{F33F88E0-3380-47C4-AFDE-F1AC050ADA82}" dt="2026-01-25T16:07:38.271" v="9053" actId="790"/>
          <ac:spMkLst>
            <pc:docMk/>
            <pc:sldMk cId="235458245" sldId="428"/>
            <ac:spMk id="323584" creationId="{00000000-0000-0000-0000-000000000000}"/>
          </ac:spMkLst>
        </pc:spChg>
      </pc:sldChg>
      <pc:sldChg chg="modSp add mod modClrScheme chgLayout modNotes">
        <pc:chgData name="Yash Jadhav" userId="535c3d6d-72b8-4f77-8155-55f939173cf2" providerId="ADAL" clId="{F33F88E0-3380-47C4-AFDE-F1AC050ADA82}" dt="2026-01-25T16:09:16.112" v="10170" actId="27636"/>
        <pc:sldMkLst>
          <pc:docMk/>
          <pc:sldMk cId="3598507621" sldId="429"/>
        </pc:sldMkLst>
        <pc:spChg chg="mod">
          <ac:chgData name="Yash Jadhav" userId="535c3d6d-72b8-4f77-8155-55f939173cf2" providerId="ADAL" clId="{F33F88E0-3380-47C4-AFDE-F1AC050ADA82}" dt="2026-01-25T16:07:39.874" v="9086" actId="790"/>
          <ac:spMkLst>
            <pc:docMk/>
            <pc:sldMk cId="3598507621" sldId="429"/>
            <ac:spMk id="3" creationId="{00000000-0000-0000-0000-000000000000}"/>
          </ac:spMkLst>
        </pc:spChg>
        <pc:spChg chg="mod">
          <ac:chgData name="Yash Jadhav" userId="535c3d6d-72b8-4f77-8155-55f939173cf2" providerId="ADAL" clId="{F33F88E0-3380-47C4-AFDE-F1AC050ADA82}" dt="2026-01-25T16:07:39.857" v="9080" actId="790"/>
          <ac:spMkLst>
            <pc:docMk/>
            <pc:sldMk cId="3598507621" sldId="429"/>
            <ac:spMk id="4" creationId="{00000000-0000-0000-0000-000000000000}"/>
          </ac:spMkLst>
        </pc:spChg>
        <pc:spChg chg="mod">
          <ac:chgData name="Yash Jadhav" userId="535c3d6d-72b8-4f77-8155-55f939173cf2" providerId="ADAL" clId="{F33F88E0-3380-47C4-AFDE-F1AC050ADA82}" dt="2026-01-25T16:07:39.859" v="9081" actId="790"/>
          <ac:spMkLst>
            <pc:docMk/>
            <pc:sldMk cId="3598507621" sldId="429"/>
            <ac:spMk id="5" creationId="{00000000-0000-0000-0000-000000000000}"/>
          </ac:spMkLst>
        </pc:spChg>
        <pc:spChg chg="mod">
          <ac:chgData name="Yash Jadhav" userId="535c3d6d-72b8-4f77-8155-55f939173cf2" providerId="ADAL" clId="{F33F88E0-3380-47C4-AFDE-F1AC050ADA82}" dt="2026-01-25T16:07:39.861" v="9082" actId="790"/>
          <ac:spMkLst>
            <pc:docMk/>
            <pc:sldMk cId="3598507621" sldId="429"/>
            <ac:spMk id="6" creationId="{00000000-0000-0000-0000-000000000000}"/>
          </ac:spMkLst>
        </pc:spChg>
        <pc:spChg chg="mod">
          <ac:chgData name="Yash Jadhav" userId="535c3d6d-72b8-4f77-8155-55f939173cf2" providerId="ADAL" clId="{F33F88E0-3380-47C4-AFDE-F1AC050ADA82}" dt="2026-01-25T16:07:39.872" v="9085" actId="790"/>
          <ac:spMkLst>
            <pc:docMk/>
            <pc:sldMk cId="3598507621" sldId="429"/>
            <ac:spMk id="18" creationId="{00000000-0000-0000-0000-000000000000}"/>
          </ac:spMkLst>
        </pc:spChg>
        <pc:spChg chg="mod">
          <ac:chgData name="Yash Jadhav" userId="535c3d6d-72b8-4f77-8155-55f939173cf2" providerId="ADAL" clId="{F33F88E0-3380-47C4-AFDE-F1AC050ADA82}" dt="2026-01-25T16:07:39.869" v="9084" actId="790"/>
          <ac:spMkLst>
            <pc:docMk/>
            <pc:sldMk cId="3598507621" sldId="429"/>
            <ac:spMk id="19" creationId="{00000000-0000-0000-0000-000000000000}"/>
          </ac:spMkLst>
        </pc:spChg>
        <pc:spChg chg="mod">
          <ac:chgData name="Yash Jadhav" userId="535c3d6d-72b8-4f77-8155-55f939173cf2" providerId="ADAL" clId="{F33F88E0-3380-47C4-AFDE-F1AC050ADA82}" dt="2026-01-25T16:07:39.880" v="9087" actId="790"/>
          <ac:spMkLst>
            <pc:docMk/>
            <pc:sldMk cId="3598507621" sldId="429"/>
            <ac:spMk id="20" creationId="{00000000-0000-0000-0000-000000000000}"/>
          </ac:spMkLst>
        </pc:spChg>
        <pc:spChg chg="mod">
          <ac:chgData name="Yash Jadhav" userId="535c3d6d-72b8-4f77-8155-55f939173cf2" providerId="ADAL" clId="{F33F88E0-3380-47C4-AFDE-F1AC050ADA82}" dt="2026-01-25T16:07:39.897" v="9088" actId="790"/>
          <ac:spMkLst>
            <pc:docMk/>
            <pc:sldMk cId="3598507621" sldId="429"/>
            <ac:spMk id="21" creationId="{00000000-0000-0000-0000-000000000000}"/>
          </ac:spMkLst>
        </pc:spChg>
        <pc:spChg chg="mod">
          <ac:chgData name="Yash Jadhav" userId="535c3d6d-72b8-4f77-8155-55f939173cf2" providerId="ADAL" clId="{F33F88E0-3380-47C4-AFDE-F1AC050ADA82}" dt="2026-01-25T16:07:39.914" v="9089" actId="790"/>
          <ac:spMkLst>
            <pc:docMk/>
            <pc:sldMk cId="3598507621" sldId="429"/>
            <ac:spMk id="22" creationId="{00000000-0000-0000-0000-000000000000}"/>
          </ac:spMkLst>
        </pc:spChg>
        <pc:spChg chg="mod">
          <ac:chgData name="Yash Jadhav" userId="535c3d6d-72b8-4f77-8155-55f939173cf2" providerId="ADAL" clId="{F33F88E0-3380-47C4-AFDE-F1AC050ADA82}" dt="2026-01-25T16:07:39.929" v="9090" actId="790"/>
          <ac:spMkLst>
            <pc:docMk/>
            <pc:sldMk cId="3598507621" sldId="429"/>
            <ac:spMk id="23" creationId="{00000000-0000-0000-0000-000000000000}"/>
          </ac:spMkLst>
        </pc:spChg>
        <pc:spChg chg="mod">
          <ac:chgData name="Yash Jadhav" userId="535c3d6d-72b8-4f77-8155-55f939173cf2" providerId="ADAL" clId="{F33F88E0-3380-47C4-AFDE-F1AC050ADA82}" dt="2026-01-25T16:07:39.942" v="9091" actId="790"/>
          <ac:spMkLst>
            <pc:docMk/>
            <pc:sldMk cId="3598507621" sldId="429"/>
            <ac:spMk id="24" creationId="{00000000-0000-0000-0000-000000000000}"/>
          </ac:spMkLst>
        </pc:spChg>
        <pc:spChg chg="mod">
          <ac:chgData name="Yash Jadhav" userId="535c3d6d-72b8-4f77-8155-55f939173cf2" providerId="ADAL" clId="{F33F88E0-3380-47C4-AFDE-F1AC050ADA82}" dt="2026-01-25T16:07:39.955" v="9092" actId="790"/>
          <ac:spMkLst>
            <pc:docMk/>
            <pc:sldMk cId="3598507621" sldId="429"/>
            <ac:spMk id="25" creationId="{00000000-0000-0000-0000-000000000000}"/>
          </ac:spMkLst>
        </pc:spChg>
        <pc:spChg chg="mod">
          <ac:chgData name="Yash Jadhav" userId="535c3d6d-72b8-4f77-8155-55f939173cf2" providerId="ADAL" clId="{F33F88E0-3380-47C4-AFDE-F1AC050ADA82}" dt="2026-01-25T16:07:39.969" v="9093" actId="790"/>
          <ac:spMkLst>
            <pc:docMk/>
            <pc:sldMk cId="3598507621" sldId="429"/>
            <ac:spMk id="26" creationId="{00000000-0000-0000-0000-000000000000}"/>
          </ac:spMkLst>
        </pc:spChg>
        <pc:spChg chg="mod">
          <ac:chgData name="Yash Jadhav" userId="535c3d6d-72b8-4f77-8155-55f939173cf2" providerId="ADAL" clId="{F33F88E0-3380-47C4-AFDE-F1AC050ADA82}" dt="2026-01-25T16:07:39.986" v="9094" actId="790"/>
          <ac:spMkLst>
            <pc:docMk/>
            <pc:sldMk cId="3598507621" sldId="429"/>
            <ac:spMk id="27" creationId="{00000000-0000-0000-0000-000000000000}"/>
          </ac:spMkLst>
        </pc:spChg>
        <pc:spChg chg="mod">
          <ac:chgData name="Yash Jadhav" userId="535c3d6d-72b8-4f77-8155-55f939173cf2" providerId="ADAL" clId="{F33F88E0-3380-47C4-AFDE-F1AC050ADA82}" dt="2026-01-25T16:07:40" v="9095" actId="790"/>
          <ac:spMkLst>
            <pc:docMk/>
            <pc:sldMk cId="3598507621" sldId="429"/>
            <ac:spMk id="28" creationId="{00000000-0000-0000-0000-000000000000}"/>
          </ac:spMkLst>
        </pc:spChg>
        <pc:spChg chg="mod">
          <ac:chgData name="Yash Jadhav" userId="535c3d6d-72b8-4f77-8155-55f939173cf2" providerId="ADAL" clId="{F33F88E0-3380-47C4-AFDE-F1AC050ADA82}" dt="2026-01-25T16:07:40.015" v="9096" actId="790"/>
          <ac:spMkLst>
            <pc:docMk/>
            <pc:sldMk cId="3598507621" sldId="429"/>
            <ac:spMk id="29" creationId="{00000000-0000-0000-0000-000000000000}"/>
          </ac:spMkLst>
        </pc:spChg>
        <pc:spChg chg="mod">
          <ac:chgData name="Yash Jadhav" userId="535c3d6d-72b8-4f77-8155-55f939173cf2" providerId="ADAL" clId="{F33F88E0-3380-47C4-AFDE-F1AC050ADA82}" dt="2026-01-25T16:07:40.029" v="9097" actId="790"/>
          <ac:spMkLst>
            <pc:docMk/>
            <pc:sldMk cId="3598507621" sldId="429"/>
            <ac:spMk id="30" creationId="{00000000-0000-0000-0000-000000000000}"/>
          </ac:spMkLst>
        </pc:spChg>
        <pc:spChg chg="mod">
          <ac:chgData name="Yash Jadhav" userId="535c3d6d-72b8-4f77-8155-55f939173cf2" providerId="ADAL" clId="{F33F88E0-3380-47C4-AFDE-F1AC050ADA82}" dt="2026-01-25T16:07:40.044" v="9098" actId="790"/>
          <ac:spMkLst>
            <pc:docMk/>
            <pc:sldMk cId="3598507621" sldId="429"/>
            <ac:spMk id="31" creationId="{00000000-0000-0000-0000-000000000000}"/>
          </ac:spMkLst>
        </pc:spChg>
        <pc:spChg chg="mod ord">
          <ac:chgData name="Yash Jadhav" userId="535c3d6d-72b8-4f77-8155-55f939173cf2" providerId="ADAL" clId="{F33F88E0-3380-47C4-AFDE-F1AC050ADA82}" dt="2026-01-25T16:09:16.112" v="10170" actId="27636"/>
          <ac:spMkLst>
            <pc:docMk/>
            <pc:sldMk cId="3598507621" sldId="429"/>
            <ac:spMk id="34" creationId="{00000000-0000-0000-0000-000000000000}"/>
          </ac:spMkLst>
        </pc:spChg>
        <pc:spChg chg="mod">
          <ac:chgData name="Yash Jadhav" userId="535c3d6d-72b8-4f77-8155-55f939173cf2" providerId="ADAL" clId="{F33F88E0-3380-47C4-AFDE-F1AC050ADA82}" dt="2026-01-25T16:07:39.866" v="9083" actId="790"/>
          <ac:spMkLst>
            <pc:docMk/>
            <pc:sldMk cId="3598507621" sldId="429"/>
            <ac:spMk id="36" creationId="{00000000-0000-0000-0000-000000000000}"/>
          </ac:spMkLst>
        </pc:spChg>
        <pc:spChg chg="mod">
          <ac:chgData name="Yash Jadhav" userId="535c3d6d-72b8-4f77-8155-55f939173cf2" providerId="ADAL" clId="{F33F88E0-3380-47C4-AFDE-F1AC050ADA82}" dt="2026-01-25T16:07:40.047" v="9099" actId="790"/>
          <ac:spMkLst>
            <pc:docMk/>
            <pc:sldMk cId="3598507621" sldId="429"/>
            <ac:spMk id="37" creationId="{00000000-0000-0000-0000-000000000000}"/>
          </ac:spMkLst>
        </pc:spChg>
        <pc:spChg chg="mod">
          <ac:chgData name="Yash Jadhav" userId="535c3d6d-72b8-4f77-8155-55f939173cf2" providerId="ADAL" clId="{F33F88E0-3380-47C4-AFDE-F1AC050ADA82}" dt="2026-01-25T16:07:40.050" v="9100" actId="790"/>
          <ac:spMkLst>
            <pc:docMk/>
            <pc:sldMk cId="3598507621" sldId="429"/>
            <ac:spMk id="38" creationId="{00000000-0000-0000-0000-000000000000}"/>
          </ac:spMkLst>
        </pc:spChg>
        <pc:spChg chg="mod">
          <ac:chgData name="Yash Jadhav" userId="535c3d6d-72b8-4f77-8155-55f939173cf2" providerId="ADAL" clId="{F33F88E0-3380-47C4-AFDE-F1AC050ADA82}" dt="2026-01-25T16:07:40.052" v="9101" actId="790"/>
          <ac:spMkLst>
            <pc:docMk/>
            <pc:sldMk cId="3598507621" sldId="429"/>
            <ac:spMk id="39" creationId="{00000000-0000-0000-0000-000000000000}"/>
          </ac:spMkLst>
        </pc:spChg>
        <pc:spChg chg="mod">
          <ac:chgData name="Yash Jadhav" userId="535c3d6d-72b8-4f77-8155-55f939173cf2" providerId="ADAL" clId="{F33F88E0-3380-47C4-AFDE-F1AC050ADA82}" dt="2026-01-25T16:07:40.066" v="9102" actId="790"/>
          <ac:spMkLst>
            <pc:docMk/>
            <pc:sldMk cId="3598507621" sldId="429"/>
            <ac:spMk id="40" creationId="{00000000-0000-0000-0000-000000000000}"/>
          </ac:spMkLst>
        </pc:spChg>
        <pc:spChg chg="mod">
          <ac:chgData name="Yash Jadhav" userId="535c3d6d-72b8-4f77-8155-55f939173cf2" providerId="ADAL" clId="{F33F88E0-3380-47C4-AFDE-F1AC050ADA82}" dt="2026-01-25T16:07:40.079" v="9103" actId="790"/>
          <ac:spMkLst>
            <pc:docMk/>
            <pc:sldMk cId="3598507621" sldId="429"/>
            <ac:spMk id="41" creationId="{00000000-0000-0000-0000-000000000000}"/>
          </ac:spMkLst>
        </pc:spChg>
        <pc:spChg chg="mod">
          <ac:chgData name="Yash Jadhav" userId="535c3d6d-72b8-4f77-8155-55f939173cf2" providerId="ADAL" clId="{F33F88E0-3380-47C4-AFDE-F1AC050ADA82}" dt="2026-01-25T16:07:40.094" v="9104" actId="790"/>
          <ac:spMkLst>
            <pc:docMk/>
            <pc:sldMk cId="3598507621" sldId="429"/>
            <ac:spMk id="42" creationId="{00000000-0000-0000-0000-000000000000}"/>
          </ac:spMkLst>
        </pc:spChg>
        <pc:spChg chg="mod">
          <ac:chgData name="Yash Jadhav" userId="535c3d6d-72b8-4f77-8155-55f939173cf2" providerId="ADAL" clId="{F33F88E0-3380-47C4-AFDE-F1AC050ADA82}" dt="2026-01-25T16:07:40.112" v="9105" actId="790"/>
          <ac:spMkLst>
            <pc:docMk/>
            <pc:sldMk cId="3598507621" sldId="429"/>
            <ac:spMk id="43" creationId="{00000000-0000-0000-0000-000000000000}"/>
          </ac:spMkLst>
        </pc:spChg>
        <pc:spChg chg="mod">
          <ac:chgData name="Yash Jadhav" userId="535c3d6d-72b8-4f77-8155-55f939173cf2" providerId="ADAL" clId="{F33F88E0-3380-47C4-AFDE-F1AC050ADA82}" dt="2026-01-25T16:07:40.131" v="9106" actId="790"/>
          <ac:spMkLst>
            <pc:docMk/>
            <pc:sldMk cId="3598507621" sldId="429"/>
            <ac:spMk id="44" creationId="{00000000-0000-0000-0000-000000000000}"/>
          </ac:spMkLst>
        </pc:spChg>
        <pc:spChg chg="mod">
          <ac:chgData name="Yash Jadhav" userId="535c3d6d-72b8-4f77-8155-55f939173cf2" providerId="ADAL" clId="{F33F88E0-3380-47C4-AFDE-F1AC050ADA82}" dt="2026-01-25T16:07:40.138" v="9107" actId="790"/>
          <ac:spMkLst>
            <pc:docMk/>
            <pc:sldMk cId="3598507621" sldId="429"/>
            <ac:spMk id="51" creationId="{00000000-0000-0000-0000-000000000000}"/>
          </ac:spMkLst>
        </pc:spChg>
        <pc:spChg chg="mod">
          <ac:chgData name="Yash Jadhav" userId="535c3d6d-72b8-4f77-8155-55f939173cf2" providerId="ADAL" clId="{F33F88E0-3380-47C4-AFDE-F1AC050ADA82}" dt="2026-01-25T16:07:40.142" v="9108" actId="790"/>
          <ac:spMkLst>
            <pc:docMk/>
            <pc:sldMk cId="3598507621" sldId="429"/>
            <ac:spMk id="55" creationId="{00000000-0000-0000-0000-000000000000}"/>
          </ac:spMkLst>
        </pc:spChg>
        <pc:spChg chg="mod">
          <ac:chgData name="Yash Jadhav" userId="535c3d6d-72b8-4f77-8155-55f939173cf2" providerId="ADAL" clId="{F33F88E0-3380-47C4-AFDE-F1AC050ADA82}" dt="2026-01-25T16:07:40.145" v="9109" actId="790"/>
          <ac:spMkLst>
            <pc:docMk/>
            <pc:sldMk cId="3598507621" sldId="429"/>
            <ac:spMk id="56" creationId="{00000000-0000-0000-0000-000000000000}"/>
          </ac:spMkLst>
        </pc:spChg>
        <pc:spChg chg="mod">
          <ac:chgData name="Yash Jadhav" userId="535c3d6d-72b8-4f77-8155-55f939173cf2" providerId="ADAL" clId="{F33F88E0-3380-47C4-AFDE-F1AC050ADA82}" dt="2026-01-25T16:07:40.148" v="9110" actId="790"/>
          <ac:spMkLst>
            <pc:docMk/>
            <pc:sldMk cId="3598507621" sldId="429"/>
            <ac:spMk id="57" creationId="{00000000-0000-0000-0000-000000000000}"/>
          </ac:spMkLst>
        </pc:spChg>
        <pc:spChg chg="mod">
          <ac:chgData name="Yash Jadhav" userId="535c3d6d-72b8-4f77-8155-55f939173cf2" providerId="ADAL" clId="{F33F88E0-3380-47C4-AFDE-F1AC050ADA82}" dt="2026-01-25T16:07:40.150" v="9111" actId="790"/>
          <ac:spMkLst>
            <pc:docMk/>
            <pc:sldMk cId="3598507621" sldId="429"/>
            <ac:spMk id="58" creationId="{00000000-0000-0000-0000-000000000000}"/>
          </ac:spMkLst>
        </pc:spChg>
        <pc:spChg chg="mod">
          <ac:chgData name="Yash Jadhav" userId="535c3d6d-72b8-4f77-8155-55f939173cf2" providerId="ADAL" clId="{F33F88E0-3380-47C4-AFDE-F1AC050ADA82}" dt="2026-01-25T16:07:40.152" v="9112" actId="790"/>
          <ac:spMkLst>
            <pc:docMk/>
            <pc:sldMk cId="3598507621" sldId="429"/>
            <ac:spMk id="59" creationId="{00000000-0000-0000-0000-000000000000}"/>
          </ac:spMkLst>
        </pc:spChg>
        <pc:spChg chg="mod">
          <ac:chgData name="Yash Jadhav" userId="535c3d6d-72b8-4f77-8155-55f939173cf2" providerId="ADAL" clId="{F33F88E0-3380-47C4-AFDE-F1AC050ADA82}" dt="2026-01-25T16:07:40.154" v="9113" actId="790"/>
          <ac:spMkLst>
            <pc:docMk/>
            <pc:sldMk cId="3598507621" sldId="429"/>
            <ac:spMk id="60" creationId="{00000000-0000-0000-0000-000000000000}"/>
          </ac:spMkLst>
        </pc:spChg>
        <pc:spChg chg="mod">
          <ac:chgData name="Yash Jadhav" userId="535c3d6d-72b8-4f77-8155-55f939173cf2" providerId="ADAL" clId="{F33F88E0-3380-47C4-AFDE-F1AC050ADA82}" dt="2026-01-25T16:07:40.156" v="9114" actId="790"/>
          <ac:spMkLst>
            <pc:docMk/>
            <pc:sldMk cId="3598507621" sldId="429"/>
            <ac:spMk id="61" creationId="{00000000-0000-0000-0000-000000000000}"/>
          </ac:spMkLst>
        </pc:spChg>
        <pc:spChg chg="mod">
          <ac:chgData name="Yash Jadhav" userId="535c3d6d-72b8-4f77-8155-55f939173cf2" providerId="ADAL" clId="{F33F88E0-3380-47C4-AFDE-F1AC050ADA82}" dt="2026-01-25T16:07:40.157" v="9115" actId="790"/>
          <ac:spMkLst>
            <pc:docMk/>
            <pc:sldMk cId="3598507621" sldId="429"/>
            <ac:spMk id="62" creationId="{00000000-0000-0000-0000-000000000000}"/>
          </ac:spMkLst>
        </pc:spChg>
        <pc:spChg chg="mod">
          <ac:chgData name="Yash Jadhav" userId="535c3d6d-72b8-4f77-8155-55f939173cf2" providerId="ADAL" clId="{F33F88E0-3380-47C4-AFDE-F1AC050ADA82}" dt="2026-01-25T16:07:40.159" v="9116" actId="790"/>
          <ac:spMkLst>
            <pc:docMk/>
            <pc:sldMk cId="3598507621" sldId="429"/>
            <ac:spMk id="63" creationId="{00000000-0000-0000-0000-000000000000}"/>
          </ac:spMkLst>
        </pc:spChg>
        <pc:spChg chg="mod">
          <ac:chgData name="Yash Jadhav" userId="535c3d6d-72b8-4f77-8155-55f939173cf2" providerId="ADAL" clId="{F33F88E0-3380-47C4-AFDE-F1AC050ADA82}" dt="2026-01-25T16:07:40.161" v="9117" actId="790"/>
          <ac:spMkLst>
            <pc:docMk/>
            <pc:sldMk cId="3598507621" sldId="429"/>
            <ac:spMk id="64" creationId="{00000000-0000-0000-0000-000000000000}"/>
          </ac:spMkLst>
        </pc:spChg>
        <pc:spChg chg="mod">
          <ac:chgData name="Yash Jadhav" userId="535c3d6d-72b8-4f77-8155-55f939173cf2" providerId="ADAL" clId="{F33F88E0-3380-47C4-AFDE-F1AC050ADA82}" dt="2026-01-25T16:07:40.163" v="9118" actId="790"/>
          <ac:spMkLst>
            <pc:docMk/>
            <pc:sldMk cId="3598507621" sldId="429"/>
            <ac:spMk id="65" creationId="{00000000-0000-0000-0000-000000000000}"/>
          </ac:spMkLst>
        </pc:spChg>
        <pc:spChg chg="mod">
          <ac:chgData name="Yash Jadhav" userId="535c3d6d-72b8-4f77-8155-55f939173cf2" providerId="ADAL" clId="{F33F88E0-3380-47C4-AFDE-F1AC050ADA82}" dt="2026-01-25T16:07:40.165" v="9119" actId="790"/>
          <ac:spMkLst>
            <pc:docMk/>
            <pc:sldMk cId="3598507621" sldId="429"/>
            <ac:spMk id="66" creationId="{00000000-0000-0000-0000-000000000000}"/>
          </ac:spMkLst>
        </pc:spChg>
        <pc:spChg chg="mod">
          <ac:chgData name="Yash Jadhav" userId="535c3d6d-72b8-4f77-8155-55f939173cf2" providerId="ADAL" clId="{F33F88E0-3380-47C4-AFDE-F1AC050ADA82}" dt="2026-01-25T16:07:40.167" v="9120" actId="790"/>
          <ac:spMkLst>
            <pc:docMk/>
            <pc:sldMk cId="3598507621" sldId="429"/>
            <ac:spMk id="67" creationId="{00000000-0000-0000-0000-000000000000}"/>
          </ac:spMkLst>
        </pc:spChg>
        <pc:spChg chg="mod">
          <ac:chgData name="Yash Jadhav" userId="535c3d6d-72b8-4f77-8155-55f939173cf2" providerId="ADAL" clId="{F33F88E0-3380-47C4-AFDE-F1AC050ADA82}" dt="2026-01-25T16:07:40.171" v="9121" actId="790"/>
          <ac:spMkLst>
            <pc:docMk/>
            <pc:sldMk cId="3598507621" sldId="429"/>
            <ac:spMk id="73" creationId="{00000000-0000-0000-0000-000000000000}"/>
          </ac:spMkLst>
        </pc:spChg>
      </pc:sldChg>
      <pc:sldChg chg="modSp add mod modClrScheme chgLayout modNotes">
        <pc:chgData name="Yash Jadhav" userId="535c3d6d-72b8-4f77-8155-55f939173cf2" providerId="ADAL" clId="{F33F88E0-3380-47C4-AFDE-F1AC050ADA82}" dt="2026-01-25T16:09:16.161" v="10171" actId="27636"/>
        <pc:sldMkLst>
          <pc:docMk/>
          <pc:sldMk cId="1523731005" sldId="430"/>
        </pc:sldMkLst>
        <pc:spChg chg="mod ord">
          <ac:chgData name="Yash Jadhav" userId="535c3d6d-72b8-4f77-8155-55f939173cf2" providerId="ADAL" clId="{F33F88E0-3380-47C4-AFDE-F1AC050ADA82}" dt="2026-01-25T16:09:16.161" v="10171" actId="27636"/>
          <ac:spMkLst>
            <pc:docMk/>
            <pc:sldMk cId="1523731005" sldId="430"/>
            <ac:spMk id="4" creationId="{00000000-0000-0000-0000-000000000000}"/>
          </ac:spMkLst>
        </pc:spChg>
        <pc:spChg chg="mod">
          <ac:chgData name="Yash Jadhav" userId="535c3d6d-72b8-4f77-8155-55f939173cf2" providerId="ADAL" clId="{F33F88E0-3380-47C4-AFDE-F1AC050ADA82}" dt="2026-01-25T16:07:41.278" v="9127" actId="790"/>
          <ac:spMkLst>
            <pc:docMk/>
            <pc:sldMk cId="1523731005" sldId="430"/>
            <ac:spMk id="6" creationId="{00000000-0000-0000-0000-000000000000}"/>
          </ac:spMkLst>
        </pc:spChg>
        <pc:spChg chg="mod">
          <ac:chgData name="Yash Jadhav" userId="535c3d6d-72b8-4f77-8155-55f939173cf2" providerId="ADAL" clId="{F33F88E0-3380-47C4-AFDE-F1AC050ADA82}" dt="2026-01-25T16:07:41.283" v="9128" actId="790"/>
          <ac:spMkLst>
            <pc:docMk/>
            <pc:sldMk cId="1523731005" sldId="430"/>
            <ac:spMk id="7" creationId="{00000000-0000-0000-0000-000000000000}"/>
          </ac:spMkLst>
        </pc:spChg>
        <pc:spChg chg="mod">
          <ac:chgData name="Yash Jadhav" userId="535c3d6d-72b8-4f77-8155-55f939173cf2" providerId="ADAL" clId="{F33F88E0-3380-47C4-AFDE-F1AC050ADA82}" dt="2026-01-25T16:07:41.286" v="9129" actId="790"/>
          <ac:spMkLst>
            <pc:docMk/>
            <pc:sldMk cId="1523731005" sldId="430"/>
            <ac:spMk id="13" creationId="{00000000-0000-0000-0000-000000000000}"/>
          </ac:spMkLst>
        </pc:spChg>
        <pc:spChg chg="mod">
          <ac:chgData name="Yash Jadhav" userId="535c3d6d-72b8-4f77-8155-55f939173cf2" providerId="ADAL" clId="{F33F88E0-3380-47C4-AFDE-F1AC050ADA82}" dt="2026-01-25T16:07:41.288" v="9130" actId="790"/>
          <ac:spMkLst>
            <pc:docMk/>
            <pc:sldMk cId="1523731005" sldId="430"/>
            <ac:spMk id="14" creationId="{00000000-0000-0000-0000-000000000000}"/>
          </ac:spMkLst>
        </pc:spChg>
        <pc:spChg chg="mod">
          <ac:chgData name="Yash Jadhav" userId="535c3d6d-72b8-4f77-8155-55f939173cf2" providerId="ADAL" clId="{F33F88E0-3380-47C4-AFDE-F1AC050ADA82}" dt="2026-01-25T16:07:41.291" v="9131" actId="790"/>
          <ac:spMkLst>
            <pc:docMk/>
            <pc:sldMk cId="1523731005" sldId="430"/>
            <ac:spMk id="15" creationId="{00000000-0000-0000-0000-000000000000}"/>
          </ac:spMkLst>
        </pc:spChg>
        <pc:spChg chg="mod">
          <ac:chgData name="Yash Jadhav" userId="535c3d6d-72b8-4f77-8155-55f939173cf2" providerId="ADAL" clId="{F33F88E0-3380-47C4-AFDE-F1AC050ADA82}" dt="2026-01-25T16:07:41.293" v="9132" actId="790"/>
          <ac:spMkLst>
            <pc:docMk/>
            <pc:sldMk cId="1523731005" sldId="430"/>
            <ac:spMk id="27" creationId="{F89C2102-60E1-29CD-7740-7CD2761DA013}"/>
          </ac:spMkLst>
        </pc:spChg>
        <pc:spChg chg="mod">
          <ac:chgData name="Yash Jadhav" userId="535c3d6d-72b8-4f77-8155-55f939173cf2" providerId="ADAL" clId="{F33F88E0-3380-47C4-AFDE-F1AC050ADA82}" dt="2026-01-25T16:07:41.298" v="9133" actId="790"/>
          <ac:spMkLst>
            <pc:docMk/>
            <pc:sldMk cId="1523731005" sldId="430"/>
            <ac:spMk id="28" creationId="{C4F707DE-AE4F-8E67-8F88-87A77C677BD7}"/>
          </ac:spMkLst>
        </pc:spChg>
      </pc:sldChg>
      <pc:sldChg chg="modSp add mod modClrScheme chgLayout modNotes">
        <pc:chgData name="Yash Jadhav" userId="535c3d6d-72b8-4f77-8155-55f939173cf2" providerId="ADAL" clId="{F33F88E0-3380-47C4-AFDE-F1AC050ADA82}" dt="2026-01-25T16:09:16.203" v="10172" actId="27636"/>
        <pc:sldMkLst>
          <pc:docMk/>
          <pc:sldMk cId="1262961541" sldId="431"/>
        </pc:sldMkLst>
        <pc:spChg chg="mod ord">
          <ac:chgData name="Yash Jadhav" userId="535c3d6d-72b8-4f77-8155-55f939173cf2" providerId="ADAL" clId="{F33F88E0-3380-47C4-AFDE-F1AC050ADA82}" dt="2026-01-25T16:09:16.203" v="10172" actId="27636"/>
          <ac:spMkLst>
            <pc:docMk/>
            <pc:sldMk cId="1262961541" sldId="431"/>
            <ac:spMk id="2" creationId="{00000000-0000-0000-0000-000000000000}"/>
          </ac:spMkLst>
        </pc:spChg>
        <pc:spChg chg="mod">
          <ac:chgData name="Yash Jadhav" userId="535c3d6d-72b8-4f77-8155-55f939173cf2" providerId="ADAL" clId="{F33F88E0-3380-47C4-AFDE-F1AC050ADA82}" dt="2026-01-25T16:07:44.427" v="9144" actId="790"/>
          <ac:spMkLst>
            <pc:docMk/>
            <pc:sldMk cId="1262961541" sldId="431"/>
            <ac:spMk id="9" creationId="{00000000-0000-0000-0000-000000000000}"/>
          </ac:spMkLst>
        </pc:spChg>
        <pc:spChg chg="mod">
          <ac:chgData name="Yash Jadhav" userId="535c3d6d-72b8-4f77-8155-55f939173cf2" providerId="ADAL" clId="{F33F88E0-3380-47C4-AFDE-F1AC050ADA82}" dt="2026-01-25T16:07:44.420" v="9141" actId="790"/>
          <ac:spMkLst>
            <pc:docMk/>
            <pc:sldMk cId="1262961541" sldId="431"/>
            <ac:spMk id="12" creationId="{00000000-0000-0000-0000-000000000000}"/>
          </ac:spMkLst>
        </pc:spChg>
        <pc:spChg chg="mod">
          <ac:chgData name="Yash Jadhav" userId="535c3d6d-72b8-4f77-8155-55f939173cf2" providerId="ADAL" clId="{F33F88E0-3380-47C4-AFDE-F1AC050ADA82}" dt="2026-01-25T16:07:44.424" v="9143" actId="790"/>
          <ac:spMkLst>
            <pc:docMk/>
            <pc:sldMk cId="1262961541" sldId="431"/>
            <ac:spMk id="13" creationId="{00000000-0000-0000-0000-000000000000}"/>
          </ac:spMkLst>
        </pc:spChg>
        <pc:spChg chg="mod">
          <ac:chgData name="Yash Jadhav" userId="535c3d6d-72b8-4f77-8155-55f939173cf2" providerId="ADAL" clId="{F33F88E0-3380-47C4-AFDE-F1AC050ADA82}" dt="2026-01-25T16:07:44.422" v="9142" actId="790"/>
          <ac:spMkLst>
            <pc:docMk/>
            <pc:sldMk cId="1262961541" sldId="431"/>
            <ac:spMk id="14" creationId="{00000000-0000-0000-0000-000000000000}"/>
          </ac:spMkLst>
        </pc:spChg>
        <pc:spChg chg="mod">
          <ac:chgData name="Yash Jadhav" userId="535c3d6d-72b8-4f77-8155-55f939173cf2" providerId="ADAL" clId="{F33F88E0-3380-47C4-AFDE-F1AC050ADA82}" dt="2026-01-25T16:07:44.434" v="9145" actId="790"/>
          <ac:spMkLst>
            <pc:docMk/>
            <pc:sldMk cId="1262961541" sldId="431"/>
            <ac:spMk id="16" creationId="{00000000-0000-0000-0000-000000000000}"/>
          </ac:spMkLst>
        </pc:spChg>
        <pc:spChg chg="mod">
          <ac:chgData name="Yash Jadhav" userId="535c3d6d-72b8-4f77-8155-55f939173cf2" providerId="ADAL" clId="{F33F88E0-3380-47C4-AFDE-F1AC050ADA82}" dt="2026-01-25T16:07:44.441" v="9146" actId="790"/>
          <ac:spMkLst>
            <pc:docMk/>
            <pc:sldMk cId="1262961541" sldId="431"/>
            <ac:spMk id="17" creationId="{00000000-0000-0000-0000-000000000000}"/>
          </ac:spMkLst>
        </pc:spChg>
        <pc:spChg chg="mod">
          <ac:chgData name="Yash Jadhav" userId="535c3d6d-72b8-4f77-8155-55f939173cf2" providerId="ADAL" clId="{F33F88E0-3380-47C4-AFDE-F1AC050ADA82}" dt="2026-01-25T16:07:44.448" v="9147" actId="790"/>
          <ac:spMkLst>
            <pc:docMk/>
            <pc:sldMk cId="1262961541" sldId="431"/>
            <ac:spMk id="18" creationId="{00000000-0000-0000-0000-000000000000}"/>
          </ac:spMkLst>
        </pc:spChg>
        <pc:spChg chg="mod">
          <ac:chgData name="Yash Jadhav" userId="535c3d6d-72b8-4f77-8155-55f939173cf2" providerId="ADAL" clId="{F33F88E0-3380-47C4-AFDE-F1AC050ADA82}" dt="2026-01-25T16:07:44.455" v="9148" actId="790"/>
          <ac:spMkLst>
            <pc:docMk/>
            <pc:sldMk cId="1262961541" sldId="431"/>
            <ac:spMk id="19" creationId="{00000000-0000-0000-0000-000000000000}"/>
          </ac:spMkLst>
        </pc:spChg>
        <pc:spChg chg="mod">
          <ac:chgData name="Yash Jadhav" userId="535c3d6d-72b8-4f77-8155-55f939173cf2" providerId="ADAL" clId="{F33F88E0-3380-47C4-AFDE-F1AC050ADA82}" dt="2026-01-25T16:07:44.463" v="9149" actId="790"/>
          <ac:spMkLst>
            <pc:docMk/>
            <pc:sldMk cId="1262961541" sldId="431"/>
            <ac:spMk id="20" creationId="{00000000-0000-0000-0000-000000000000}"/>
          </ac:spMkLst>
        </pc:spChg>
        <pc:spChg chg="mod">
          <ac:chgData name="Yash Jadhav" userId="535c3d6d-72b8-4f77-8155-55f939173cf2" providerId="ADAL" clId="{F33F88E0-3380-47C4-AFDE-F1AC050ADA82}" dt="2026-01-25T16:07:44.470" v="9150" actId="790"/>
          <ac:spMkLst>
            <pc:docMk/>
            <pc:sldMk cId="1262961541" sldId="431"/>
            <ac:spMk id="21" creationId="{00000000-0000-0000-0000-000000000000}"/>
          </ac:spMkLst>
        </pc:spChg>
        <pc:spChg chg="mod">
          <ac:chgData name="Yash Jadhav" userId="535c3d6d-72b8-4f77-8155-55f939173cf2" providerId="ADAL" clId="{F33F88E0-3380-47C4-AFDE-F1AC050ADA82}" dt="2026-01-25T16:07:44.473" v="9151" actId="790"/>
          <ac:spMkLst>
            <pc:docMk/>
            <pc:sldMk cId="1262961541" sldId="431"/>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495147049" sldId="432"/>
        </pc:sldMkLst>
        <pc:spChg chg="mod ord">
          <ac:chgData name="Yash Jadhav" userId="535c3d6d-72b8-4f77-8155-55f939173cf2" providerId="ADAL" clId="{F33F88E0-3380-47C4-AFDE-F1AC050ADA82}" dt="2026-01-25T16:09:15.875" v="10168" actId="700"/>
          <ac:spMkLst>
            <pc:docMk/>
            <pc:sldMk cId="3495147049" sldId="432"/>
            <ac:spMk id="2" creationId="{A24BA179-2092-4492-938B-05014D581623}"/>
          </ac:spMkLst>
        </pc:spChg>
        <pc:spChg chg="mod">
          <ac:chgData name="Yash Jadhav" userId="535c3d6d-72b8-4f77-8155-55f939173cf2" providerId="ADAL" clId="{F33F88E0-3380-47C4-AFDE-F1AC050ADA82}" dt="2026-01-25T16:07:45.876" v="9164" actId="790"/>
          <ac:spMkLst>
            <pc:docMk/>
            <pc:sldMk cId="3495147049" sldId="432"/>
            <ac:spMk id="5" creationId="{4F226633-E9BE-4638-BF39-F868ADEDDDE3}"/>
          </ac:spMkLst>
        </pc:spChg>
        <pc:spChg chg="mod">
          <ac:chgData name="Yash Jadhav" userId="535c3d6d-72b8-4f77-8155-55f939173cf2" providerId="ADAL" clId="{F33F88E0-3380-47C4-AFDE-F1AC050ADA82}" dt="2026-01-25T16:07:45.884" v="9166" actId="790"/>
          <ac:spMkLst>
            <pc:docMk/>
            <pc:sldMk cId="3495147049" sldId="432"/>
            <ac:spMk id="7" creationId="{AE734272-F533-4398-A6C7-CD11CAD5ABBB}"/>
          </ac:spMkLst>
        </pc:spChg>
        <pc:spChg chg="mod">
          <ac:chgData name="Yash Jadhav" userId="535c3d6d-72b8-4f77-8155-55f939173cf2" providerId="ADAL" clId="{F33F88E0-3380-47C4-AFDE-F1AC050ADA82}" dt="2026-01-25T16:07:45.886" v="9167" actId="790"/>
          <ac:spMkLst>
            <pc:docMk/>
            <pc:sldMk cId="3495147049" sldId="432"/>
            <ac:spMk id="8" creationId="{EA1DCC44-4DDE-4716-A2D6-5ECEE43FF2F2}"/>
          </ac:spMkLst>
        </pc:spChg>
        <pc:spChg chg="mod">
          <ac:chgData name="Yash Jadhav" userId="535c3d6d-72b8-4f77-8155-55f939173cf2" providerId="ADAL" clId="{F33F88E0-3380-47C4-AFDE-F1AC050ADA82}" dt="2026-01-25T16:07:45.893" v="9169" actId="790"/>
          <ac:spMkLst>
            <pc:docMk/>
            <pc:sldMk cId="3495147049" sldId="432"/>
            <ac:spMk id="10" creationId="{8C64E95E-2050-4D82-AC32-BAB5651A9F9F}"/>
          </ac:spMkLst>
        </pc:spChg>
        <pc:spChg chg="mod">
          <ac:chgData name="Yash Jadhav" userId="535c3d6d-72b8-4f77-8155-55f939173cf2" providerId="ADAL" clId="{F33F88E0-3380-47C4-AFDE-F1AC050ADA82}" dt="2026-01-25T16:07:45.849" v="9157" actId="790"/>
          <ac:spMkLst>
            <pc:docMk/>
            <pc:sldMk cId="3495147049" sldId="432"/>
            <ac:spMk id="11" creationId="{A3F795C4-768A-4DB0-9021-375DCA889A6E}"/>
          </ac:spMkLst>
        </pc:spChg>
        <pc:spChg chg="mod">
          <ac:chgData name="Yash Jadhav" userId="535c3d6d-72b8-4f77-8155-55f939173cf2" providerId="ADAL" clId="{F33F88E0-3380-47C4-AFDE-F1AC050ADA82}" dt="2026-01-25T16:07:45.853" v="9158" actId="790"/>
          <ac:spMkLst>
            <pc:docMk/>
            <pc:sldMk cId="3495147049" sldId="432"/>
            <ac:spMk id="12" creationId="{21390872-9397-4C8D-9BFA-E4B582A1437E}"/>
          </ac:spMkLst>
        </pc:spChg>
        <pc:spChg chg="mod">
          <ac:chgData name="Yash Jadhav" userId="535c3d6d-72b8-4f77-8155-55f939173cf2" providerId="ADAL" clId="{F33F88E0-3380-47C4-AFDE-F1AC050ADA82}" dt="2026-01-25T16:07:45.857" v="9159" actId="790"/>
          <ac:spMkLst>
            <pc:docMk/>
            <pc:sldMk cId="3495147049" sldId="432"/>
            <ac:spMk id="13" creationId="{6E56DC9D-9AA5-4337-8D91-8ADC227D9CBA}"/>
          </ac:spMkLst>
        </pc:spChg>
        <pc:spChg chg="mod">
          <ac:chgData name="Yash Jadhav" userId="535c3d6d-72b8-4f77-8155-55f939173cf2" providerId="ADAL" clId="{F33F88E0-3380-47C4-AFDE-F1AC050ADA82}" dt="2026-01-25T16:07:45.860" v="9160" actId="790"/>
          <ac:spMkLst>
            <pc:docMk/>
            <pc:sldMk cId="3495147049" sldId="432"/>
            <ac:spMk id="14" creationId="{780AF0EA-73A2-4AB0-94D4-B8364CA561A1}"/>
          </ac:spMkLst>
        </pc:spChg>
        <pc:spChg chg="mod">
          <ac:chgData name="Yash Jadhav" userId="535c3d6d-72b8-4f77-8155-55f939173cf2" providerId="ADAL" clId="{F33F88E0-3380-47C4-AFDE-F1AC050ADA82}" dt="2026-01-25T16:07:45.865" v="9161" actId="790"/>
          <ac:spMkLst>
            <pc:docMk/>
            <pc:sldMk cId="3495147049" sldId="432"/>
            <ac:spMk id="15" creationId="{B20966A2-DC22-41CD-B4EB-FC5C073AD11F}"/>
          </ac:spMkLst>
        </pc:spChg>
        <pc:spChg chg="mod">
          <ac:chgData name="Yash Jadhav" userId="535c3d6d-72b8-4f77-8155-55f939173cf2" providerId="ADAL" clId="{F33F88E0-3380-47C4-AFDE-F1AC050ADA82}" dt="2026-01-25T16:07:45.867" v="9162" actId="790"/>
          <ac:spMkLst>
            <pc:docMk/>
            <pc:sldMk cId="3495147049" sldId="432"/>
            <ac:spMk id="16" creationId="{1F6CF98F-3D50-4CD9-8A1A-9A3E09551F4B}"/>
          </ac:spMkLst>
        </pc:spChg>
        <pc:spChg chg="mod">
          <ac:chgData name="Yash Jadhav" userId="535c3d6d-72b8-4f77-8155-55f939173cf2" providerId="ADAL" clId="{F33F88E0-3380-47C4-AFDE-F1AC050ADA82}" dt="2026-01-25T16:07:45.897" v="9170" actId="790"/>
          <ac:spMkLst>
            <pc:docMk/>
            <pc:sldMk cId="3495147049" sldId="432"/>
            <ac:spMk id="17" creationId="{AD9738CD-38FA-4F36-AFC7-B1B5932561C0}"/>
          </ac:spMkLst>
        </pc:spChg>
        <pc:spChg chg="mod">
          <ac:chgData name="Yash Jadhav" userId="535c3d6d-72b8-4f77-8155-55f939173cf2" providerId="ADAL" clId="{F33F88E0-3380-47C4-AFDE-F1AC050ADA82}" dt="2026-01-25T16:07:45.902" v="9171" actId="790"/>
          <ac:spMkLst>
            <pc:docMk/>
            <pc:sldMk cId="3495147049" sldId="432"/>
            <ac:spMk id="18" creationId="{418526CD-8E31-49FB-A538-FB6CA2C7F762}"/>
          </ac:spMkLst>
        </pc:spChg>
        <pc:spChg chg="mod">
          <ac:chgData name="Yash Jadhav" userId="535c3d6d-72b8-4f77-8155-55f939173cf2" providerId="ADAL" clId="{F33F88E0-3380-47C4-AFDE-F1AC050ADA82}" dt="2026-01-25T16:07:45.905" v="9172" actId="790"/>
          <ac:spMkLst>
            <pc:docMk/>
            <pc:sldMk cId="3495147049" sldId="432"/>
            <ac:spMk id="19" creationId="{1B507AA1-76C9-4BF1-978D-E287818784EB}"/>
          </ac:spMkLst>
        </pc:spChg>
        <pc:spChg chg="mod">
          <ac:chgData name="Yash Jadhav" userId="535c3d6d-72b8-4f77-8155-55f939173cf2" providerId="ADAL" clId="{F33F88E0-3380-47C4-AFDE-F1AC050ADA82}" dt="2026-01-25T16:07:45.909" v="9173" actId="790"/>
          <ac:spMkLst>
            <pc:docMk/>
            <pc:sldMk cId="3495147049" sldId="432"/>
            <ac:spMk id="20" creationId="{EEF1AF9A-E038-4841-ABA1-74B574EB02E2}"/>
          </ac:spMkLst>
        </pc:spChg>
        <pc:spChg chg="mod">
          <ac:chgData name="Yash Jadhav" userId="535c3d6d-72b8-4f77-8155-55f939173cf2" providerId="ADAL" clId="{F33F88E0-3380-47C4-AFDE-F1AC050ADA82}" dt="2026-01-25T16:07:45.912" v="9174" actId="790"/>
          <ac:spMkLst>
            <pc:docMk/>
            <pc:sldMk cId="3495147049" sldId="432"/>
            <ac:spMk id="21" creationId="{63246AEA-01F2-41FC-8FF3-4252A431BC78}"/>
          </ac:spMkLst>
        </pc:spChg>
        <pc:spChg chg="mod">
          <ac:chgData name="Yash Jadhav" userId="535c3d6d-72b8-4f77-8155-55f939173cf2" providerId="ADAL" clId="{F33F88E0-3380-47C4-AFDE-F1AC050ADA82}" dt="2026-01-25T16:07:45.916" v="9175" actId="790"/>
          <ac:spMkLst>
            <pc:docMk/>
            <pc:sldMk cId="3495147049" sldId="432"/>
            <ac:spMk id="22" creationId="{D8D50E33-CDDE-4E80-836F-EC387F556505}"/>
          </ac:spMkLst>
        </pc:spChg>
        <pc:spChg chg="mod">
          <ac:chgData name="Yash Jadhav" userId="535c3d6d-72b8-4f77-8155-55f939173cf2" providerId="ADAL" clId="{F33F88E0-3380-47C4-AFDE-F1AC050ADA82}" dt="2026-01-25T16:07:45.918" v="9176" actId="790"/>
          <ac:spMkLst>
            <pc:docMk/>
            <pc:sldMk cId="3495147049" sldId="432"/>
            <ac:spMk id="23" creationId="{F62801B5-7873-4A7F-9DCB-1ACF040D1C68}"/>
          </ac:spMkLst>
        </pc:spChg>
        <pc:spChg chg="mod">
          <ac:chgData name="Yash Jadhav" userId="535c3d6d-72b8-4f77-8155-55f939173cf2" providerId="ADAL" clId="{F33F88E0-3380-47C4-AFDE-F1AC050ADA82}" dt="2026-01-25T16:07:45.922" v="9177" actId="790"/>
          <ac:spMkLst>
            <pc:docMk/>
            <pc:sldMk cId="3495147049" sldId="432"/>
            <ac:spMk id="24" creationId="{F0C45D58-6E63-4CEA-A22E-098DCDD5B04D}"/>
          </ac:spMkLst>
        </pc:spChg>
        <pc:spChg chg="mod">
          <ac:chgData name="Yash Jadhav" userId="535c3d6d-72b8-4f77-8155-55f939173cf2" providerId="ADAL" clId="{F33F88E0-3380-47C4-AFDE-F1AC050ADA82}" dt="2026-01-25T16:07:45.924" v="9178" actId="790"/>
          <ac:spMkLst>
            <pc:docMk/>
            <pc:sldMk cId="3495147049" sldId="432"/>
            <ac:spMk id="25" creationId="{5D652927-E886-41F7-B95F-2F36881F14F3}"/>
          </ac:spMkLst>
        </pc:spChg>
        <pc:spChg chg="mod">
          <ac:chgData name="Yash Jadhav" userId="535c3d6d-72b8-4f77-8155-55f939173cf2" providerId="ADAL" clId="{F33F88E0-3380-47C4-AFDE-F1AC050ADA82}" dt="2026-01-25T16:07:45.925" v="9179" actId="790"/>
          <ac:spMkLst>
            <pc:docMk/>
            <pc:sldMk cId="3495147049" sldId="432"/>
            <ac:spMk id="26" creationId="{0B5ED4D0-B062-439F-B71E-57E1C9C0E68A}"/>
          </ac:spMkLst>
        </pc:spChg>
        <pc:spChg chg="mod">
          <ac:chgData name="Yash Jadhav" userId="535c3d6d-72b8-4f77-8155-55f939173cf2" providerId="ADAL" clId="{F33F88E0-3380-47C4-AFDE-F1AC050ADA82}" dt="2026-01-25T16:07:45.928" v="9180" actId="790"/>
          <ac:spMkLst>
            <pc:docMk/>
            <pc:sldMk cId="3495147049" sldId="432"/>
            <ac:spMk id="27" creationId="{E5E92B1B-9275-465D-B911-F3B8EE59E599}"/>
          </ac:spMkLst>
        </pc:spChg>
        <pc:spChg chg="mod">
          <ac:chgData name="Yash Jadhav" userId="535c3d6d-72b8-4f77-8155-55f939173cf2" providerId="ADAL" clId="{F33F88E0-3380-47C4-AFDE-F1AC050ADA82}" dt="2026-01-25T16:07:45.930" v="9181" actId="790"/>
          <ac:spMkLst>
            <pc:docMk/>
            <pc:sldMk cId="3495147049" sldId="432"/>
            <ac:spMk id="28" creationId="{EC9E7EC3-630B-46B4-81B6-3F56FD826A61}"/>
          </ac:spMkLst>
        </pc:spChg>
        <pc:spChg chg="mod">
          <ac:chgData name="Yash Jadhav" userId="535c3d6d-72b8-4f77-8155-55f939173cf2" providerId="ADAL" clId="{F33F88E0-3380-47C4-AFDE-F1AC050ADA82}" dt="2026-01-25T16:07:45.872" v="9163" actId="790"/>
          <ac:spMkLst>
            <pc:docMk/>
            <pc:sldMk cId="3495147049" sldId="432"/>
            <ac:spMk id="32" creationId="{976D00FD-C218-6A52-C80C-60AD07843D17}"/>
          </ac:spMkLst>
        </pc:spChg>
        <pc:spChg chg="mod">
          <ac:chgData name="Yash Jadhav" userId="535c3d6d-72b8-4f77-8155-55f939173cf2" providerId="ADAL" clId="{F33F88E0-3380-47C4-AFDE-F1AC050ADA82}" dt="2026-01-25T16:07:45.880" v="9165" actId="790"/>
          <ac:spMkLst>
            <pc:docMk/>
            <pc:sldMk cId="3495147049" sldId="432"/>
            <ac:spMk id="33" creationId="{062A0BD9-1DA5-A3A2-20BD-AAE3AF33323F}"/>
          </ac:spMkLst>
        </pc:spChg>
        <pc:spChg chg="mod">
          <ac:chgData name="Yash Jadhav" userId="535c3d6d-72b8-4f77-8155-55f939173cf2" providerId="ADAL" clId="{F33F88E0-3380-47C4-AFDE-F1AC050ADA82}" dt="2026-01-25T16:07:45.890" v="9168" actId="790"/>
          <ac:spMkLst>
            <pc:docMk/>
            <pc:sldMk cId="3495147049" sldId="432"/>
            <ac:spMk id="34" creationId="{E1706222-934A-FDFB-C243-1A99A967A10E}"/>
          </ac:spMkLst>
        </pc:spChg>
      </pc:sldChg>
      <pc:sldChg chg="modSp add mod modClrScheme chgLayout modNotes">
        <pc:chgData name="Yash Jadhav" userId="535c3d6d-72b8-4f77-8155-55f939173cf2" providerId="ADAL" clId="{F33F88E0-3380-47C4-AFDE-F1AC050ADA82}" dt="2026-01-25T16:09:15.875" v="10168" actId="700"/>
        <pc:sldMkLst>
          <pc:docMk/>
          <pc:sldMk cId="3293546936" sldId="433"/>
        </pc:sldMkLst>
        <pc:spChg chg="mod ord">
          <ac:chgData name="Yash Jadhav" userId="535c3d6d-72b8-4f77-8155-55f939173cf2" providerId="ADAL" clId="{F33F88E0-3380-47C4-AFDE-F1AC050ADA82}" dt="2026-01-25T16:09:15.875" v="10168" actId="700"/>
          <ac:spMkLst>
            <pc:docMk/>
            <pc:sldMk cId="3293546936" sldId="433"/>
            <ac:spMk id="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567907289" sldId="434"/>
        </pc:sldMkLst>
        <pc:spChg chg="mod ord">
          <ac:chgData name="Yash Jadhav" userId="535c3d6d-72b8-4f77-8155-55f939173cf2" providerId="ADAL" clId="{F33F88E0-3380-47C4-AFDE-F1AC050ADA82}" dt="2026-01-25T16:09:15.875" v="10168" actId="700"/>
          <ac:spMkLst>
            <pc:docMk/>
            <pc:sldMk cId="2567907289" sldId="434"/>
            <ac:spMk id="2" creationId="{00000000-0000-0000-0000-000000000000}"/>
          </ac:spMkLst>
        </pc:spChg>
        <pc:spChg chg="mod">
          <ac:chgData name="Yash Jadhav" userId="535c3d6d-72b8-4f77-8155-55f939173cf2" providerId="ADAL" clId="{F33F88E0-3380-47C4-AFDE-F1AC050ADA82}" dt="2026-01-25T16:07:48.466" v="9192" actId="790"/>
          <ac:spMkLst>
            <pc:docMk/>
            <pc:sldMk cId="2567907289" sldId="434"/>
            <ac:spMk id="36" creationId="{00000000-0000-0000-0000-000000000000}"/>
          </ac:spMkLst>
        </pc:spChg>
        <pc:spChg chg="mod">
          <ac:chgData name="Yash Jadhav" userId="535c3d6d-72b8-4f77-8155-55f939173cf2" providerId="ADAL" clId="{F33F88E0-3380-47C4-AFDE-F1AC050ADA82}" dt="2026-01-25T16:07:48.468" v="9193" actId="790"/>
          <ac:spMkLst>
            <pc:docMk/>
            <pc:sldMk cId="2567907289" sldId="434"/>
            <ac:spMk id="37" creationId="{00000000-0000-0000-0000-000000000000}"/>
          </ac:spMkLst>
        </pc:spChg>
        <pc:spChg chg="mod">
          <ac:chgData name="Yash Jadhav" userId="535c3d6d-72b8-4f77-8155-55f939173cf2" providerId="ADAL" clId="{F33F88E0-3380-47C4-AFDE-F1AC050ADA82}" dt="2026-01-25T16:07:48.470" v="9194" actId="790"/>
          <ac:spMkLst>
            <pc:docMk/>
            <pc:sldMk cId="2567907289" sldId="434"/>
            <ac:spMk id="41" creationId="{00000000-0000-0000-0000-000000000000}"/>
          </ac:spMkLst>
        </pc:spChg>
        <pc:spChg chg="mod">
          <ac:chgData name="Yash Jadhav" userId="535c3d6d-72b8-4f77-8155-55f939173cf2" providerId="ADAL" clId="{F33F88E0-3380-47C4-AFDE-F1AC050ADA82}" dt="2026-01-25T16:07:48.472" v="9195" actId="790"/>
          <ac:spMkLst>
            <pc:docMk/>
            <pc:sldMk cId="2567907289" sldId="434"/>
            <ac:spMk id="42" creationId="{00000000-0000-0000-0000-000000000000}"/>
          </ac:spMkLst>
        </pc:spChg>
        <pc:spChg chg="mod">
          <ac:chgData name="Yash Jadhav" userId="535c3d6d-72b8-4f77-8155-55f939173cf2" providerId="ADAL" clId="{F33F88E0-3380-47C4-AFDE-F1AC050ADA82}" dt="2026-01-25T16:07:48.473" v="9196" actId="790"/>
          <ac:spMkLst>
            <pc:docMk/>
            <pc:sldMk cId="2567907289" sldId="434"/>
            <ac:spMk id="43" creationId="{00000000-0000-0000-0000-000000000000}"/>
          </ac:spMkLst>
        </pc:spChg>
        <pc:spChg chg="mod">
          <ac:chgData name="Yash Jadhav" userId="535c3d6d-72b8-4f77-8155-55f939173cf2" providerId="ADAL" clId="{F33F88E0-3380-47C4-AFDE-F1AC050ADA82}" dt="2026-01-25T16:07:48.475" v="9197" actId="790"/>
          <ac:spMkLst>
            <pc:docMk/>
            <pc:sldMk cId="2567907289" sldId="434"/>
            <ac:spMk id="44" creationId="{00000000-0000-0000-0000-000000000000}"/>
          </ac:spMkLst>
        </pc:spChg>
        <pc:spChg chg="mod">
          <ac:chgData name="Yash Jadhav" userId="535c3d6d-72b8-4f77-8155-55f939173cf2" providerId="ADAL" clId="{F33F88E0-3380-47C4-AFDE-F1AC050ADA82}" dt="2026-01-25T16:07:48.477" v="9198" actId="790"/>
          <ac:spMkLst>
            <pc:docMk/>
            <pc:sldMk cId="2567907289" sldId="434"/>
            <ac:spMk id="45" creationId="{00000000-0000-0000-0000-000000000000}"/>
          </ac:spMkLst>
        </pc:spChg>
        <pc:spChg chg="mod">
          <ac:chgData name="Yash Jadhav" userId="535c3d6d-72b8-4f77-8155-55f939173cf2" providerId="ADAL" clId="{F33F88E0-3380-47C4-AFDE-F1AC050ADA82}" dt="2026-01-25T16:07:48.479" v="9199" actId="790"/>
          <ac:spMkLst>
            <pc:docMk/>
            <pc:sldMk cId="2567907289" sldId="434"/>
            <ac:spMk id="46" creationId="{00000000-0000-0000-0000-000000000000}"/>
          </ac:spMkLst>
        </pc:spChg>
        <pc:spChg chg="mod">
          <ac:chgData name="Yash Jadhav" userId="535c3d6d-72b8-4f77-8155-55f939173cf2" providerId="ADAL" clId="{F33F88E0-3380-47C4-AFDE-F1AC050ADA82}" dt="2026-01-25T16:07:48.481" v="9200" actId="790"/>
          <ac:spMkLst>
            <pc:docMk/>
            <pc:sldMk cId="2567907289" sldId="434"/>
            <ac:spMk id="47" creationId="{00000000-0000-0000-0000-000000000000}"/>
          </ac:spMkLst>
        </pc:spChg>
        <pc:spChg chg="mod">
          <ac:chgData name="Yash Jadhav" userId="535c3d6d-72b8-4f77-8155-55f939173cf2" providerId="ADAL" clId="{F33F88E0-3380-47C4-AFDE-F1AC050ADA82}" dt="2026-01-25T16:07:48.484" v="9201" actId="790"/>
          <ac:spMkLst>
            <pc:docMk/>
            <pc:sldMk cId="2567907289" sldId="434"/>
            <ac:spMk id="48" creationId="{00000000-0000-0000-0000-000000000000}"/>
          </ac:spMkLst>
        </pc:spChg>
        <pc:spChg chg="mod">
          <ac:chgData name="Yash Jadhav" userId="535c3d6d-72b8-4f77-8155-55f939173cf2" providerId="ADAL" clId="{F33F88E0-3380-47C4-AFDE-F1AC050ADA82}" dt="2026-01-25T16:07:48.485" v="9202" actId="790"/>
          <ac:spMkLst>
            <pc:docMk/>
            <pc:sldMk cId="2567907289" sldId="434"/>
            <ac:spMk id="49" creationId="{00000000-0000-0000-0000-000000000000}"/>
          </ac:spMkLst>
        </pc:spChg>
        <pc:spChg chg="mod">
          <ac:chgData name="Yash Jadhav" userId="535c3d6d-72b8-4f77-8155-55f939173cf2" providerId="ADAL" clId="{F33F88E0-3380-47C4-AFDE-F1AC050ADA82}" dt="2026-01-25T16:07:48.487" v="9203" actId="790"/>
          <ac:spMkLst>
            <pc:docMk/>
            <pc:sldMk cId="2567907289" sldId="434"/>
            <ac:spMk id="50" creationId="{00000000-0000-0000-0000-000000000000}"/>
          </ac:spMkLst>
        </pc:spChg>
        <pc:spChg chg="mod">
          <ac:chgData name="Yash Jadhav" userId="535c3d6d-72b8-4f77-8155-55f939173cf2" providerId="ADAL" clId="{F33F88E0-3380-47C4-AFDE-F1AC050ADA82}" dt="2026-01-25T16:07:48.489" v="9204" actId="790"/>
          <ac:spMkLst>
            <pc:docMk/>
            <pc:sldMk cId="2567907289" sldId="434"/>
            <ac:spMk id="51" creationId="{00000000-0000-0000-0000-000000000000}"/>
          </ac:spMkLst>
        </pc:spChg>
        <pc:spChg chg="mod">
          <ac:chgData name="Yash Jadhav" userId="535c3d6d-72b8-4f77-8155-55f939173cf2" providerId="ADAL" clId="{F33F88E0-3380-47C4-AFDE-F1AC050ADA82}" dt="2026-01-25T16:07:48.491" v="9205" actId="790"/>
          <ac:spMkLst>
            <pc:docMk/>
            <pc:sldMk cId="2567907289" sldId="434"/>
            <ac:spMk id="52" creationId="{00000000-0000-0000-0000-000000000000}"/>
          </ac:spMkLst>
        </pc:spChg>
        <pc:spChg chg="mod">
          <ac:chgData name="Yash Jadhav" userId="535c3d6d-72b8-4f77-8155-55f939173cf2" providerId="ADAL" clId="{F33F88E0-3380-47C4-AFDE-F1AC050ADA82}" dt="2026-01-25T16:07:48.493" v="9206" actId="790"/>
          <ac:spMkLst>
            <pc:docMk/>
            <pc:sldMk cId="2567907289" sldId="434"/>
            <ac:spMk id="53" creationId="{00000000-0000-0000-0000-000000000000}"/>
          </ac:spMkLst>
        </pc:spChg>
        <pc:spChg chg="mod">
          <ac:chgData name="Yash Jadhav" userId="535c3d6d-72b8-4f77-8155-55f939173cf2" providerId="ADAL" clId="{F33F88E0-3380-47C4-AFDE-F1AC050ADA82}" dt="2026-01-25T16:07:48.496" v="9207" actId="790"/>
          <ac:spMkLst>
            <pc:docMk/>
            <pc:sldMk cId="2567907289" sldId="434"/>
            <ac:spMk id="54" creationId="{00000000-0000-0000-0000-000000000000}"/>
          </ac:spMkLst>
        </pc:spChg>
        <pc:spChg chg="mod">
          <ac:chgData name="Yash Jadhav" userId="535c3d6d-72b8-4f77-8155-55f939173cf2" providerId="ADAL" clId="{F33F88E0-3380-47C4-AFDE-F1AC050ADA82}" dt="2026-01-25T16:07:48.499" v="9208" actId="790"/>
          <ac:spMkLst>
            <pc:docMk/>
            <pc:sldMk cId="2567907289" sldId="434"/>
            <ac:spMk id="55" creationId="{00000000-0000-0000-0000-000000000000}"/>
          </ac:spMkLst>
        </pc:spChg>
        <pc:spChg chg="mod">
          <ac:chgData name="Yash Jadhav" userId="535c3d6d-72b8-4f77-8155-55f939173cf2" providerId="ADAL" clId="{F33F88E0-3380-47C4-AFDE-F1AC050ADA82}" dt="2026-01-25T16:07:48.502" v="9209" actId="790"/>
          <ac:spMkLst>
            <pc:docMk/>
            <pc:sldMk cId="2567907289" sldId="434"/>
            <ac:spMk id="56" creationId="{00000000-0000-0000-0000-000000000000}"/>
          </ac:spMkLst>
        </pc:spChg>
        <pc:spChg chg="mod">
          <ac:chgData name="Yash Jadhav" userId="535c3d6d-72b8-4f77-8155-55f939173cf2" providerId="ADAL" clId="{F33F88E0-3380-47C4-AFDE-F1AC050ADA82}" dt="2026-01-25T16:07:48.504" v="9210" actId="790"/>
          <ac:spMkLst>
            <pc:docMk/>
            <pc:sldMk cId="2567907289" sldId="434"/>
            <ac:spMk id="57" creationId="{00000000-0000-0000-0000-000000000000}"/>
          </ac:spMkLst>
        </pc:spChg>
        <pc:spChg chg="mod">
          <ac:chgData name="Yash Jadhav" userId="535c3d6d-72b8-4f77-8155-55f939173cf2" providerId="ADAL" clId="{F33F88E0-3380-47C4-AFDE-F1AC050ADA82}" dt="2026-01-25T16:07:48.506" v="9211" actId="790"/>
          <ac:spMkLst>
            <pc:docMk/>
            <pc:sldMk cId="2567907289" sldId="434"/>
            <ac:spMk id="78" creationId="{00000000-0000-0000-0000-000000000000}"/>
          </ac:spMkLst>
        </pc:spChg>
        <pc:spChg chg="mod">
          <ac:chgData name="Yash Jadhav" userId="535c3d6d-72b8-4f77-8155-55f939173cf2" providerId="ADAL" clId="{F33F88E0-3380-47C4-AFDE-F1AC050ADA82}" dt="2026-01-25T16:07:48.509" v="9212" actId="790"/>
          <ac:spMkLst>
            <pc:docMk/>
            <pc:sldMk cId="2567907289" sldId="434"/>
            <ac:spMk id="87" creationId="{00000000-0000-0000-0000-000000000000}"/>
          </ac:spMkLst>
        </pc:spChg>
        <pc:spChg chg="mod">
          <ac:chgData name="Yash Jadhav" userId="535c3d6d-72b8-4f77-8155-55f939173cf2" providerId="ADAL" clId="{F33F88E0-3380-47C4-AFDE-F1AC050ADA82}" dt="2026-01-25T16:07:48.512" v="9213" actId="790"/>
          <ac:spMkLst>
            <pc:docMk/>
            <pc:sldMk cId="2567907289" sldId="434"/>
            <ac:spMk id="94" creationId="{00000000-0000-0000-0000-000000000000}"/>
          </ac:spMkLst>
        </pc:spChg>
        <pc:spChg chg="mod">
          <ac:chgData name="Yash Jadhav" userId="535c3d6d-72b8-4f77-8155-55f939173cf2" providerId="ADAL" clId="{F33F88E0-3380-47C4-AFDE-F1AC050ADA82}" dt="2026-01-25T16:07:48.515" v="9214" actId="790"/>
          <ac:spMkLst>
            <pc:docMk/>
            <pc:sldMk cId="2567907289" sldId="434"/>
            <ac:spMk id="95" creationId="{00000000-0000-0000-0000-000000000000}"/>
          </ac:spMkLst>
        </pc:spChg>
        <pc:spChg chg="mod">
          <ac:chgData name="Yash Jadhav" userId="535c3d6d-72b8-4f77-8155-55f939173cf2" providerId="ADAL" clId="{F33F88E0-3380-47C4-AFDE-F1AC050ADA82}" dt="2026-01-25T16:07:48.518" v="9215" actId="790"/>
          <ac:spMkLst>
            <pc:docMk/>
            <pc:sldMk cId="2567907289" sldId="434"/>
            <ac:spMk id="96" creationId="{00000000-0000-0000-0000-000000000000}"/>
          </ac:spMkLst>
        </pc:spChg>
        <pc:spChg chg="mod">
          <ac:chgData name="Yash Jadhav" userId="535c3d6d-72b8-4f77-8155-55f939173cf2" providerId="ADAL" clId="{F33F88E0-3380-47C4-AFDE-F1AC050ADA82}" dt="2026-01-25T16:07:48.520" v="9216" actId="790"/>
          <ac:spMkLst>
            <pc:docMk/>
            <pc:sldMk cId="2567907289" sldId="434"/>
            <ac:spMk id="97" creationId="{00000000-0000-0000-0000-000000000000}"/>
          </ac:spMkLst>
        </pc:spChg>
        <pc:spChg chg="mod">
          <ac:chgData name="Yash Jadhav" userId="535c3d6d-72b8-4f77-8155-55f939173cf2" providerId="ADAL" clId="{F33F88E0-3380-47C4-AFDE-F1AC050ADA82}" dt="2026-01-25T16:07:48.523" v="9217" actId="790"/>
          <ac:spMkLst>
            <pc:docMk/>
            <pc:sldMk cId="2567907289" sldId="434"/>
            <ac:spMk id="98" creationId="{00000000-0000-0000-0000-000000000000}"/>
          </ac:spMkLst>
        </pc:spChg>
        <pc:spChg chg="mod">
          <ac:chgData name="Yash Jadhav" userId="535c3d6d-72b8-4f77-8155-55f939173cf2" providerId="ADAL" clId="{F33F88E0-3380-47C4-AFDE-F1AC050ADA82}" dt="2026-01-25T16:07:48.526" v="9218" actId="790"/>
          <ac:spMkLst>
            <pc:docMk/>
            <pc:sldMk cId="2567907289" sldId="434"/>
            <ac:spMk id="99" creationId="{00000000-0000-0000-0000-000000000000}"/>
          </ac:spMkLst>
        </pc:spChg>
        <pc:spChg chg="mod">
          <ac:chgData name="Yash Jadhav" userId="535c3d6d-72b8-4f77-8155-55f939173cf2" providerId="ADAL" clId="{F33F88E0-3380-47C4-AFDE-F1AC050ADA82}" dt="2026-01-25T16:07:48.529" v="9219" actId="790"/>
          <ac:spMkLst>
            <pc:docMk/>
            <pc:sldMk cId="2567907289" sldId="434"/>
            <ac:spMk id="100" creationId="{00000000-0000-0000-0000-000000000000}"/>
          </ac:spMkLst>
        </pc:spChg>
        <pc:spChg chg="mod">
          <ac:chgData name="Yash Jadhav" userId="535c3d6d-72b8-4f77-8155-55f939173cf2" providerId="ADAL" clId="{F33F88E0-3380-47C4-AFDE-F1AC050ADA82}" dt="2026-01-25T16:07:48.531" v="9220" actId="790"/>
          <ac:spMkLst>
            <pc:docMk/>
            <pc:sldMk cId="2567907289" sldId="434"/>
            <ac:spMk id="101" creationId="{00000000-0000-0000-0000-000000000000}"/>
          </ac:spMkLst>
        </pc:spChg>
        <pc:spChg chg="mod">
          <ac:chgData name="Yash Jadhav" userId="535c3d6d-72b8-4f77-8155-55f939173cf2" providerId="ADAL" clId="{F33F88E0-3380-47C4-AFDE-F1AC050ADA82}" dt="2026-01-25T16:07:48.534" v="9221" actId="790"/>
          <ac:spMkLst>
            <pc:docMk/>
            <pc:sldMk cId="2567907289" sldId="434"/>
            <ac:spMk id="102" creationId="{00000000-0000-0000-0000-000000000000}"/>
          </ac:spMkLst>
        </pc:spChg>
        <pc:spChg chg="mod">
          <ac:chgData name="Yash Jadhav" userId="535c3d6d-72b8-4f77-8155-55f939173cf2" providerId="ADAL" clId="{F33F88E0-3380-47C4-AFDE-F1AC050ADA82}" dt="2026-01-25T16:07:48.537" v="9222" actId="790"/>
          <ac:spMkLst>
            <pc:docMk/>
            <pc:sldMk cId="2567907289" sldId="434"/>
            <ac:spMk id="103" creationId="{00000000-0000-0000-0000-000000000000}"/>
          </ac:spMkLst>
        </pc:spChg>
        <pc:spChg chg="mod">
          <ac:chgData name="Yash Jadhav" userId="535c3d6d-72b8-4f77-8155-55f939173cf2" providerId="ADAL" clId="{F33F88E0-3380-47C4-AFDE-F1AC050ADA82}" dt="2026-01-25T16:07:48.540" v="9223" actId="790"/>
          <ac:spMkLst>
            <pc:docMk/>
            <pc:sldMk cId="2567907289" sldId="434"/>
            <ac:spMk id="10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77345665" sldId="435"/>
        </pc:sldMkLst>
        <pc:spChg chg="mod ord">
          <ac:chgData name="Yash Jadhav" userId="535c3d6d-72b8-4f77-8155-55f939173cf2" providerId="ADAL" clId="{F33F88E0-3380-47C4-AFDE-F1AC050ADA82}" dt="2026-01-25T16:09:15.875" v="10168" actId="700"/>
          <ac:spMkLst>
            <pc:docMk/>
            <pc:sldMk cId="1977345665" sldId="435"/>
            <ac:spMk id="2" creationId="{F39E49C7-1455-E7FE-AB17-3F87D08AD89C}"/>
          </ac:spMkLst>
        </pc:spChg>
        <pc:spChg chg="mod">
          <ac:chgData name="Yash Jadhav" userId="535c3d6d-72b8-4f77-8155-55f939173cf2" providerId="ADAL" clId="{F33F88E0-3380-47C4-AFDE-F1AC050ADA82}" dt="2026-01-25T16:07:51.028" v="9229" actId="790"/>
          <ac:spMkLst>
            <pc:docMk/>
            <pc:sldMk cId="1977345665" sldId="435"/>
            <ac:spMk id="5" creationId="{09FBF9F8-02AE-6610-5C8B-E15D7E45BF6D}"/>
          </ac:spMkLst>
        </pc:spChg>
        <pc:spChg chg="mod">
          <ac:chgData name="Yash Jadhav" userId="535c3d6d-72b8-4f77-8155-55f939173cf2" providerId="ADAL" clId="{F33F88E0-3380-47C4-AFDE-F1AC050ADA82}" dt="2026-01-25T16:07:51.031" v="9230" actId="790"/>
          <ac:spMkLst>
            <pc:docMk/>
            <pc:sldMk cId="1977345665" sldId="435"/>
            <ac:spMk id="6" creationId="{8727F295-8E90-05AA-75F5-71916DF151A3}"/>
          </ac:spMkLst>
        </pc:spChg>
        <pc:spChg chg="mod">
          <ac:chgData name="Yash Jadhav" userId="535c3d6d-72b8-4f77-8155-55f939173cf2" providerId="ADAL" clId="{F33F88E0-3380-47C4-AFDE-F1AC050ADA82}" dt="2026-01-25T16:07:51.034" v="9231" actId="790"/>
          <ac:spMkLst>
            <pc:docMk/>
            <pc:sldMk cId="1977345665" sldId="435"/>
            <ac:spMk id="8" creationId="{325E32A9-5BBE-5B5A-7A73-D9F4C0F3DCB7}"/>
          </ac:spMkLst>
        </pc:spChg>
        <pc:spChg chg="mod">
          <ac:chgData name="Yash Jadhav" userId="535c3d6d-72b8-4f77-8155-55f939173cf2" providerId="ADAL" clId="{F33F88E0-3380-47C4-AFDE-F1AC050ADA82}" dt="2026-01-25T16:07:51.036" v="9232" actId="790"/>
          <ac:spMkLst>
            <pc:docMk/>
            <pc:sldMk cId="1977345665" sldId="435"/>
            <ac:spMk id="9" creationId="{129A5F17-948D-B5E6-3D7C-74734F1DD1D8}"/>
          </ac:spMkLst>
        </pc:spChg>
        <pc:spChg chg="mod">
          <ac:chgData name="Yash Jadhav" userId="535c3d6d-72b8-4f77-8155-55f939173cf2" providerId="ADAL" clId="{F33F88E0-3380-47C4-AFDE-F1AC050ADA82}" dt="2026-01-25T16:07:51.039" v="9233" actId="790"/>
          <ac:spMkLst>
            <pc:docMk/>
            <pc:sldMk cId="1977345665" sldId="435"/>
            <ac:spMk id="11" creationId="{A89DA659-2D59-91BA-333B-53B18AC998FF}"/>
          </ac:spMkLst>
        </pc:spChg>
        <pc:spChg chg="mod">
          <ac:chgData name="Yash Jadhav" userId="535c3d6d-72b8-4f77-8155-55f939173cf2" providerId="ADAL" clId="{F33F88E0-3380-47C4-AFDE-F1AC050ADA82}" dt="2026-01-25T16:07:51.041" v="9234" actId="790"/>
          <ac:spMkLst>
            <pc:docMk/>
            <pc:sldMk cId="1977345665" sldId="435"/>
            <ac:spMk id="12" creationId="{987EA18F-FDD2-02E7-C715-1DD04311531A}"/>
          </ac:spMkLst>
        </pc:spChg>
        <pc:spChg chg="mod">
          <ac:chgData name="Yash Jadhav" userId="535c3d6d-72b8-4f77-8155-55f939173cf2" providerId="ADAL" clId="{F33F88E0-3380-47C4-AFDE-F1AC050ADA82}" dt="2026-01-25T16:07:51.043" v="9235" actId="790"/>
          <ac:spMkLst>
            <pc:docMk/>
            <pc:sldMk cId="1977345665" sldId="435"/>
            <ac:spMk id="14" creationId="{413073BB-2A1C-7B88-83B6-E899153AE93F}"/>
          </ac:spMkLst>
        </pc:spChg>
        <pc:spChg chg="mod">
          <ac:chgData name="Yash Jadhav" userId="535c3d6d-72b8-4f77-8155-55f939173cf2" providerId="ADAL" clId="{F33F88E0-3380-47C4-AFDE-F1AC050ADA82}" dt="2026-01-25T16:07:51.045" v="9236" actId="790"/>
          <ac:spMkLst>
            <pc:docMk/>
            <pc:sldMk cId="1977345665" sldId="435"/>
            <ac:spMk id="15" creationId="{84E3F27C-16DA-E30D-7734-A4C60D8611FF}"/>
          </ac:spMkLst>
        </pc:spChg>
        <pc:spChg chg="mod">
          <ac:chgData name="Yash Jadhav" userId="535c3d6d-72b8-4f77-8155-55f939173cf2" providerId="ADAL" clId="{F33F88E0-3380-47C4-AFDE-F1AC050ADA82}" dt="2026-01-25T16:07:51.047" v="9237" actId="790"/>
          <ac:spMkLst>
            <pc:docMk/>
            <pc:sldMk cId="1977345665" sldId="435"/>
            <ac:spMk id="16" creationId="{00F168D4-0C3C-0825-95CC-6C0892E04673}"/>
          </ac:spMkLst>
        </pc:spChg>
        <pc:spChg chg="mod">
          <ac:chgData name="Yash Jadhav" userId="535c3d6d-72b8-4f77-8155-55f939173cf2" providerId="ADAL" clId="{F33F88E0-3380-47C4-AFDE-F1AC050ADA82}" dt="2026-01-25T16:07:51.049" v="9238" actId="790"/>
          <ac:spMkLst>
            <pc:docMk/>
            <pc:sldMk cId="1977345665" sldId="435"/>
            <ac:spMk id="17" creationId="{FB2942F6-3F87-34C2-D23C-870F82CE5D04}"/>
          </ac:spMkLst>
        </pc:spChg>
        <pc:spChg chg="mod">
          <ac:chgData name="Yash Jadhav" userId="535c3d6d-72b8-4f77-8155-55f939173cf2" providerId="ADAL" clId="{F33F88E0-3380-47C4-AFDE-F1AC050ADA82}" dt="2026-01-25T16:07:51.050" v="9239" actId="790"/>
          <ac:spMkLst>
            <pc:docMk/>
            <pc:sldMk cId="1977345665" sldId="435"/>
            <ac:spMk id="18" creationId="{B01335A5-9A69-BA57-34FA-E8C23E3BA59B}"/>
          </ac:spMkLst>
        </pc:spChg>
        <pc:spChg chg="mod">
          <ac:chgData name="Yash Jadhav" userId="535c3d6d-72b8-4f77-8155-55f939173cf2" providerId="ADAL" clId="{F33F88E0-3380-47C4-AFDE-F1AC050ADA82}" dt="2026-01-25T16:07:51.052" v="9240" actId="790"/>
          <ac:spMkLst>
            <pc:docMk/>
            <pc:sldMk cId="1977345665" sldId="435"/>
            <ac:spMk id="19" creationId="{B9BC8213-5801-4C77-378F-9F846C78B3F7}"/>
          </ac:spMkLst>
        </pc:spChg>
        <pc:spChg chg="mod">
          <ac:chgData name="Yash Jadhav" userId="535c3d6d-72b8-4f77-8155-55f939173cf2" providerId="ADAL" clId="{F33F88E0-3380-47C4-AFDE-F1AC050ADA82}" dt="2026-01-25T16:07:51.056" v="9241" actId="790"/>
          <ac:spMkLst>
            <pc:docMk/>
            <pc:sldMk cId="1977345665" sldId="435"/>
            <ac:spMk id="20" creationId="{A165FF9B-CFF6-95BB-3B78-C02A481B1741}"/>
          </ac:spMkLst>
        </pc:spChg>
        <pc:spChg chg="mod">
          <ac:chgData name="Yash Jadhav" userId="535c3d6d-72b8-4f77-8155-55f939173cf2" providerId="ADAL" clId="{F33F88E0-3380-47C4-AFDE-F1AC050ADA82}" dt="2026-01-25T16:07:51.061" v="9242" actId="790"/>
          <ac:spMkLst>
            <pc:docMk/>
            <pc:sldMk cId="1977345665" sldId="435"/>
            <ac:spMk id="21" creationId="{71894FE4-2B7D-A3E7-AF65-0C2A50A2CA72}"/>
          </ac:spMkLst>
        </pc:spChg>
        <pc:spChg chg="mod">
          <ac:chgData name="Yash Jadhav" userId="535c3d6d-72b8-4f77-8155-55f939173cf2" providerId="ADAL" clId="{F33F88E0-3380-47C4-AFDE-F1AC050ADA82}" dt="2026-01-25T16:07:51.066" v="9243" actId="790"/>
          <ac:spMkLst>
            <pc:docMk/>
            <pc:sldMk cId="1977345665" sldId="435"/>
            <ac:spMk id="22" creationId="{2AF588A9-F7C1-902B-5ADA-B3721BE6A96E}"/>
          </ac:spMkLst>
        </pc:spChg>
        <pc:spChg chg="mod">
          <ac:chgData name="Yash Jadhav" userId="535c3d6d-72b8-4f77-8155-55f939173cf2" providerId="ADAL" clId="{F33F88E0-3380-47C4-AFDE-F1AC050ADA82}" dt="2026-01-25T16:07:51.069" v="9244" actId="790"/>
          <ac:spMkLst>
            <pc:docMk/>
            <pc:sldMk cId="1977345665" sldId="435"/>
            <ac:spMk id="23" creationId="{1E4EDA21-A212-9348-C4C4-27F932836CF1}"/>
          </ac:spMkLst>
        </pc:spChg>
      </pc:sldChg>
      <pc:sldChg chg="modSp add mod modClrScheme chgLayout modNotes">
        <pc:chgData name="Yash Jadhav" userId="535c3d6d-72b8-4f77-8155-55f939173cf2" providerId="ADAL" clId="{F33F88E0-3380-47C4-AFDE-F1AC050ADA82}" dt="2026-01-25T16:09:15.875" v="10168" actId="700"/>
        <pc:sldMkLst>
          <pc:docMk/>
          <pc:sldMk cId="2185722030" sldId="436"/>
        </pc:sldMkLst>
        <pc:spChg chg="mod ord">
          <ac:chgData name="Yash Jadhav" userId="535c3d6d-72b8-4f77-8155-55f939173cf2" providerId="ADAL" clId="{F33F88E0-3380-47C4-AFDE-F1AC050ADA82}" dt="2026-01-25T16:09:15.875" v="10168" actId="700"/>
          <ac:spMkLst>
            <pc:docMk/>
            <pc:sldMk cId="2185722030" sldId="436"/>
            <ac:spMk id="2" creationId="{BC580B6F-4CF2-050F-8D6D-B5DA26672DF0}"/>
          </ac:spMkLst>
        </pc:spChg>
        <pc:spChg chg="mod">
          <ac:chgData name="Yash Jadhav" userId="535c3d6d-72b8-4f77-8155-55f939173cf2" providerId="ADAL" clId="{F33F88E0-3380-47C4-AFDE-F1AC050ADA82}" dt="2026-01-25T16:07:52.376" v="9250" actId="790"/>
          <ac:spMkLst>
            <pc:docMk/>
            <pc:sldMk cId="2185722030" sldId="436"/>
            <ac:spMk id="11" creationId="{1CDD0931-AE36-1361-92ED-422B617AC22C}"/>
          </ac:spMkLst>
        </pc:spChg>
        <pc:spChg chg="mod">
          <ac:chgData name="Yash Jadhav" userId="535c3d6d-72b8-4f77-8155-55f939173cf2" providerId="ADAL" clId="{F33F88E0-3380-47C4-AFDE-F1AC050ADA82}" dt="2026-01-25T16:07:52.380" v="9251" actId="790"/>
          <ac:spMkLst>
            <pc:docMk/>
            <pc:sldMk cId="2185722030" sldId="436"/>
            <ac:spMk id="12" creationId="{F5F25A14-293D-CA8B-0EAB-A87AE814B57F}"/>
          </ac:spMkLst>
        </pc:spChg>
        <pc:spChg chg="mod">
          <ac:chgData name="Yash Jadhav" userId="535c3d6d-72b8-4f77-8155-55f939173cf2" providerId="ADAL" clId="{F33F88E0-3380-47C4-AFDE-F1AC050ADA82}" dt="2026-01-25T16:07:52.383" v="9252" actId="790"/>
          <ac:spMkLst>
            <pc:docMk/>
            <pc:sldMk cId="2185722030" sldId="436"/>
            <ac:spMk id="13" creationId="{9C007274-7737-ADB7-A04B-3D1EDA9CA44B}"/>
          </ac:spMkLst>
        </pc:spChg>
        <pc:spChg chg="mod">
          <ac:chgData name="Yash Jadhav" userId="535c3d6d-72b8-4f77-8155-55f939173cf2" providerId="ADAL" clId="{F33F88E0-3380-47C4-AFDE-F1AC050ADA82}" dt="2026-01-25T16:07:52.386" v="9253" actId="790"/>
          <ac:spMkLst>
            <pc:docMk/>
            <pc:sldMk cId="2185722030" sldId="436"/>
            <ac:spMk id="14" creationId="{DBF1BB77-4CCB-0F3D-D654-81288FF76953}"/>
          </ac:spMkLst>
        </pc:spChg>
        <pc:spChg chg="mod">
          <ac:chgData name="Yash Jadhav" userId="535c3d6d-72b8-4f77-8155-55f939173cf2" providerId="ADAL" clId="{F33F88E0-3380-47C4-AFDE-F1AC050ADA82}" dt="2026-01-25T16:07:52.389" v="9254" actId="790"/>
          <ac:spMkLst>
            <pc:docMk/>
            <pc:sldMk cId="2185722030" sldId="436"/>
            <ac:spMk id="15" creationId="{4CD264BA-97B6-EC59-C3AD-5AE374496B86}"/>
          </ac:spMkLst>
        </pc:spChg>
        <pc:spChg chg="mod">
          <ac:chgData name="Yash Jadhav" userId="535c3d6d-72b8-4f77-8155-55f939173cf2" providerId="ADAL" clId="{F33F88E0-3380-47C4-AFDE-F1AC050ADA82}" dt="2026-01-25T16:07:52.391" v="9255" actId="790"/>
          <ac:spMkLst>
            <pc:docMk/>
            <pc:sldMk cId="2185722030" sldId="436"/>
            <ac:spMk id="16" creationId="{1E8092EB-E40F-80E8-9408-D2B5BA300440}"/>
          </ac:spMkLst>
        </pc:spChg>
        <pc:spChg chg="mod">
          <ac:chgData name="Yash Jadhav" userId="535c3d6d-72b8-4f77-8155-55f939173cf2" providerId="ADAL" clId="{F33F88E0-3380-47C4-AFDE-F1AC050ADA82}" dt="2026-01-25T16:07:52.395" v="9256" actId="790"/>
          <ac:spMkLst>
            <pc:docMk/>
            <pc:sldMk cId="2185722030" sldId="436"/>
            <ac:spMk id="17" creationId="{27A5E21A-D037-5A30-FF34-F1A83E395BFA}"/>
          </ac:spMkLst>
        </pc:spChg>
        <pc:spChg chg="mod">
          <ac:chgData name="Yash Jadhav" userId="535c3d6d-72b8-4f77-8155-55f939173cf2" providerId="ADAL" clId="{F33F88E0-3380-47C4-AFDE-F1AC050ADA82}" dt="2026-01-25T16:07:52.399" v="9257" actId="790"/>
          <ac:spMkLst>
            <pc:docMk/>
            <pc:sldMk cId="2185722030" sldId="436"/>
            <ac:spMk id="18" creationId="{B888A8ED-303C-F0AD-BB21-A6ABCCDFC3FD}"/>
          </ac:spMkLst>
        </pc:spChg>
        <pc:spChg chg="mod">
          <ac:chgData name="Yash Jadhav" userId="535c3d6d-72b8-4f77-8155-55f939173cf2" providerId="ADAL" clId="{F33F88E0-3380-47C4-AFDE-F1AC050ADA82}" dt="2026-01-25T16:07:52.403" v="9258" actId="790"/>
          <ac:spMkLst>
            <pc:docMk/>
            <pc:sldMk cId="2185722030" sldId="436"/>
            <ac:spMk id="19" creationId="{CA84D49A-F1F8-5B17-2D89-598190F6F3B7}"/>
          </ac:spMkLst>
        </pc:spChg>
        <pc:spChg chg="mod">
          <ac:chgData name="Yash Jadhav" userId="535c3d6d-72b8-4f77-8155-55f939173cf2" providerId="ADAL" clId="{F33F88E0-3380-47C4-AFDE-F1AC050ADA82}" dt="2026-01-25T16:07:52.407" v="9259" actId="790"/>
          <ac:spMkLst>
            <pc:docMk/>
            <pc:sldMk cId="2185722030" sldId="436"/>
            <ac:spMk id="20" creationId="{4C3EE1BB-90E9-F091-F42C-24B1CD205E68}"/>
          </ac:spMkLst>
        </pc:spChg>
      </pc:sldChg>
      <pc:sldChg chg="modSp add mod modClrScheme chgLayout modNotes">
        <pc:chgData name="Yash Jadhav" userId="535c3d6d-72b8-4f77-8155-55f939173cf2" providerId="ADAL" clId="{F33F88E0-3380-47C4-AFDE-F1AC050ADA82}" dt="2026-01-25T16:09:15.875" v="10168" actId="700"/>
        <pc:sldMkLst>
          <pc:docMk/>
          <pc:sldMk cId="2892774250" sldId="437"/>
        </pc:sldMkLst>
        <pc:spChg chg="mod ord">
          <ac:chgData name="Yash Jadhav" userId="535c3d6d-72b8-4f77-8155-55f939173cf2" providerId="ADAL" clId="{F33F88E0-3380-47C4-AFDE-F1AC050ADA82}" dt="2026-01-25T16:09:15.875" v="10168" actId="700"/>
          <ac:spMkLst>
            <pc:docMk/>
            <pc:sldMk cId="2892774250" sldId="437"/>
            <ac:spMk id="2" creationId="{00000000-0000-0000-0000-000000000000}"/>
          </ac:spMkLst>
        </pc:spChg>
        <pc:spChg chg="mod">
          <ac:chgData name="Yash Jadhav" userId="535c3d6d-72b8-4f77-8155-55f939173cf2" providerId="ADAL" clId="{F33F88E0-3380-47C4-AFDE-F1AC050ADA82}" dt="2026-01-25T16:07:53.664" v="9269" actId="790"/>
          <ac:spMkLst>
            <pc:docMk/>
            <pc:sldMk cId="2892774250" sldId="437"/>
            <ac:spMk id="3" creationId="{00000000-0000-0000-0000-000000000000}"/>
          </ac:spMkLst>
        </pc:spChg>
        <pc:spChg chg="mod">
          <ac:chgData name="Yash Jadhav" userId="535c3d6d-72b8-4f77-8155-55f939173cf2" providerId="ADAL" clId="{F33F88E0-3380-47C4-AFDE-F1AC050ADA82}" dt="2026-01-25T16:07:53.667" v="9270" actId="790"/>
          <ac:spMkLst>
            <pc:docMk/>
            <pc:sldMk cId="2892774250" sldId="437"/>
            <ac:spMk id="5" creationId="{00000000-0000-0000-0000-000000000000}"/>
          </ac:spMkLst>
        </pc:spChg>
        <pc:spChg chg="mod">
          <ac:chgData name="Yash Jadhav" userId="535c3d6d-72b8-4f77-8155-55f939173cf2" providerId="ADAL" clId="{F33F88E0-3380-47C4-AFDE-F1AC050ADA82}" dt="2026-01-25T16:07:53.669" v="9271" actId="790"/>
          <ac:spMkLst>
            <pc:docMk/>
            <pc:sldMk cId="2892774250" sldId="437"/>
            <ac:spMk id="7" creationId="{00000000-0000-0000-0000-000000000000}"/>
          </ac:spMkLst>
        </pc:spChg>
        <pc:spChg chg="mod">
          <ac:chgData name="Yash Jadhav" userId="535c3d6d-72b8-4f77-8155-55f939173cf2" providerId="ADAL" clId="{F33F88E0-3380-47C4-AFDE-F1AC050ADA82}" dt="2026-01-25T16:07:53.628" v="9265" actId="790"/>
          <ac:spMkLst>
            <pc:docMk/>
            <pc:sldMk cId="2892774250" sldId="437"/>
            <ac:spMk id="24" creationId="{00000000-0000-0000-0000-000000000000}"/>
          </ac:spMkLst>
        </pc:spChg>
        <pc:spChg chg="mod">
          <ac:chgData name="Yash Jadhav" userId="535c3d6d-72b8-4f77-8155-55f939173cf2" providerId="ADAL" clId="{F33F88E0-3380-47C4-AFDE-F1AC050ADA82}" dt="2026-01-25T16:07:53.634" v="9266" actId="790"/>
          <ac:spMkLst>
            <pc:docMk/>
            <pc:sldMk cId="2892774250" sldId="437"/>
            <ac:spMk id="25" creationId="{00000000-0000-0000-0000-000000000000}"/>
          </ac:spMkLst>
        </pc:spChg>
        <pc:spChg chg="mod">
          <ac:chgData name="Yash Jadhav" userId="535c3d6d-72b8-4f77-8155-55f939173cf2" providerId="ADAL" clId="{F33F88E0-3380-47C4-AFDE-F1AC050ADA82}" dt="2026-01-25T16:07:53.638" v="9267" actId="790"/>
          <ac:spMkLst>
            <pc:docMk/>
            <pc:sldMk cId="2892774250" sldId="437"/>
            <ac:spMk id="26" creationId="{00000000-0000-0000-0000-000000000000}"/>
          </ac:spMkLst>
        </pc:spChg>
        <pc:spChg chg="mod">
          <ac:chgData name="Yash Jadhav" userId="535c3d6d-72b8-4f77-8155-55f939173cf2" providerId="ADAL" clId="{F33F88E0-3380-47C4-AFDE-F1AC050ADA82}" dt="2026-01-25T16:07:53.641" v="9268" actId="790"/>
          <ac:spMkLst>
            <pc:docMk/>
            <pc:sldMk cId="2892774250" sldId="437"/>
            <ac:spMk id="27" creationId="{00000000-0000-0000-0000-000000000000}"/>
          </ac:spMkLst>
        </pc:spChg>
        <pc:spChg chg="mod">
          <ac:chgData name="Yash Jadhav" userId="535c3d6d-72b8-4f77-8155-55f939173cf2" providerId="ADAL" clId="{F33F88E0-3380-47C4-AFDE-F1AC050ADA82}" dt="2026-01-25T16:07:53.672" v="9272" actId="790"/>
          <ac:spMkLst>
            <pc:docMk/>
            <pc:sldMk cId="2892774250" sldId="437"/>
            <ac:spMk id="34" creationId="{00000000-0000-0000-0000-000000000000}"/>
          </ac:spMkLst>
        </pc:spChg>
        <pc:spChg chg="mod">
          <ac:chgData name="Yash Jadhav" userId="535c3d6d-72b8-4f77-8155-55f939173cf2" providerId="ADAL" clId="{F33F88E0-3380-47C4-AFDE-F1AC050ADA82}" dt="2026-01-25T16:07:53.674" v="9273" actId="790"/>
          <ac:spMkLst>
            <pc:docMk/>
            <pc:sldMk cId="2892774250" sldId="437"/>
            <ac:spMk id="38" creationId="{00000000-0000-0000-0000-000000000000}"/>
          </ac:spMkLst>
        </pc:spChg>
        <pc:spChg chg="mod">
          <ac:chgData name="Yash Jadhav" userId="535c3d6d-72b8-4f77-8155-55f939173cf2" providerId="ADAL" clId="{F33F88E0-3380-47C4-AFDE-F1AC050ADA82}" dt="2026-01-25T16:07:53.678" v="9274" actId="790"/>
          <ac:spMkLst>
            <pc:docMk/>
            <pc:sldMk cId="2892774250" sldId="437"/>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34293069" sldId="438"/>
        </pc:sldMkLst>
        <pc:spChg chg="mod ord">
          <ac:chgData name="Yash Jadhav" userId="535c3d6d-72b8-4f77-8155-55f939173cf2" providerId="ADAL" clId="{F33F88E0-3380-47C4-AFDE-F1AC050ADA82}" dt="2026-01-25T16:09:15.875" v="10168" actId="700"/>
          <ac:spMkLst>
            <pc:docMk/>
            <pc:sldMk cId="2834293069" sldId="438"/>
            <ac:spMk id="2" creationId="{00000000-0000-0000-0000-000000000000}"/>
          </ac:spMkLst>
        </pc:spChg>
        <pc:spChg chg="mod">
          <ac:chgData name="Yash Jadhav" userId="535c3d6d-72b8-4f77-8155-55f939173cf2" providerId="ADAL" clId="{F33F88E0-3380-47C4-AFDE-F1AC050ADA82}" dt="2026-01-25T16:07:54.814" v="9280" actId="790"/>
          <ac:spMkLst>
            <pc:docMk/>
            <pc:sldMk cId="2834293069" sldId="438"/>
            <ac:spMk id="3" creationId="{00000000-0000-0000-0000-000000000000}"/>
          </ac:spMkLst>
        </pc:spChg>
        <pc:spChg chg="mod">
          <ac:chgData name="Yash Jadhav" userId="535c3d6d-72b8-4f77-8155-55f939173cf2" providerId="ADAL" clId="{F33F88E0-3380-47C4-AFDE-F1AC050ADA82}" dt="2026-01-25T16:07:54.818" v="9281" actId="790"/>
          <ac:spMkLst>
            <pc:docMk/>
            <pc:sldMk cId="2834293069" sldId="438"/>
            <ac:spMk id="4" creationId="{00000000-0000-0000-0000-000000000000}"/>
          </ac:spMkLst>
        </pc:spChg>
        <pc:spChg chg="mod">
          <ac:chgData name="Yash Jadhav" userId="535c3d6d-72b8-4f77-8155-55f939173cf2" providerId="ADAL" clId="{F33F88E0-3380-47C4-AFDE-F1AC050ADA82}" dt="2026-01-25T16:07:54.820" v="9282" actId="790"/>
          <ac:spMkLst>
            <pc:docMk/>
            <pc:sldMk cId="2834293069" sldId="438"/>
            <ac:spMk id="5" creationId="{00000000-0000-0000-0000-000000000000}"/>
          </ac:spMkLst>
        </pc:spChg>
        <pc:spChg chg="mod">
          <ac:chgData name="Yash Jadhav" userId="535c3d6d-72b8-4f77-8155-55f939173cf2" providerId="ADAL" clId="{F33F88E0-3380-47C4-AFDE-F1AC050ADA82}" dt="2026-01-25T16:07:54.823" v="9283" actId="790"/>
          <ac:spMkLst>
            <pc:docMk/>
            <pc:sldMk cId="2834293069" sldId="438"/>
            <ac:spMk id="6" creationId="{00000000-0000-0000-0000-000000000000}"/>
          </ac:spMkLst>
        </pc:spChg>
        <pc:spChg chg="mod">
          <ac:chgData name="Yash Jadhav" userId="535c3d6d-72b8-4f77-8155-55f939173cf2" providerId="ADAL" clId="{F33F88E0-3380-47C4-AFDE-F1AC050ADA82}" dt="2026-01-25T16:07:54.825" v="9284" actId="790"/>
          <ac:spMkLst>
            <pc:docMk/>
            <pc:sldMk cId="2834293069" sldId="438"/>
            <ac:spMk id="8" creationId="{00000000-0000-0000-0000-000000000000}"/>
          </ac:spMkLst>
        </pc:spChg>
        <pc:spChg chg="mod">
          <ac:chgData name="Yash Jadhav" userId="535c3d6d-72b8-4f77-8155-55f939173cf2" providerId="ADAL" clId="{F33F88E0-3380-47C4-AFDE-F1AC050ADA82}" dt="2026-01-25T16:07:54.827" v="9285" actId="790"/>
          <ac:spMkLst>
            <pc:docMk/>
            <pc:sldMk cId="2834293069" sldId="438"/>
            <ac:spMk id="9" creationId="{00000000-0000-0000-0000-000000000000}"/>
          </ac:spMkLst>
        </pc:spChg>
        <pc:spChg chg="mod">
          <ac:chgData name="Yash Jadhav" userId="535c3d6d-72b8-4f77-8155-55f939173cf2" providerId="ADAL" clId="{F33F88E0-3380-47C4-AFDE-F1AC050ADA82}" dt="2026-01-25T16:07:54.833" v="9288" actId="790"/>
          <ac:spMkLst>
            <pc:docMk/>
            <pc:sldMk cId="2834293069" sldId="438"/>
            <ac:spMk id="10" creationId="{00000000-0000-0000-0000-000000000000}"/>
          </ac:spMkLst>
        </pc:spChg>
        <pc:spChg chg="mod">
          <ac:chgData name="Yash Jadhav" userId="535c3d6d-72b8-4f77-8155-55f939173cf2" providerId="ADAL" clId="{F33F88E0-3380-47C4-AFDE-F1AC050ADA82}" dt="2026-01-25T16:07:54.835" v="9289" actId="790"/>
          <ac:spMkLst>
            <pc:docMk/>
            <pc:sldMk cId="2834293069" sldId="438"/>
            <ac:spMk id="11" creationId="{00000000-0000-0000-0000-000000000000}"/>
          </ac:spMkLst>
        </pc:spChg>
        <pc:spChg chg="mod">
          <ac:chgData name="Yash Jadhav" userId="535c3d6d-72b8-4f77-8155-55f939173cf2" providerId="ADAL" clId="{F33F88E0-3380-47C4-AFDE-F1AC050ADA82}" dt="2026-01-25T16:07:54.837" v="9290" actId="790"/>
          <ac:spMkLst>
            <pc:docMk/>
            <pc:sldMk cId="2834293069" sldId="438"/>
            <ac:spMk id="13" creationId="{00000000-0000-0000-0000-000000000000}"/>
          </ac:spMkLst>
        </pc:spChg>
        <pc:spChg chg="mod">
          <ac:chgData name="Yash Jadhav" userId="535c3d6d-72b8-4f77-8155-55f939173cf2" providerId="ADAL" clId="{F33F88E0-3380-47C4-AFDE-F1AC050ADA82}" dt="2026-01-25T16:07:54.829" v="9286" actId="790"/>
          <ac:spMkLst>
            <pc:docMk/>
            <pc:sldMk cId="2834293069" sldId="438"/>
            <ac:spMk id="15" creationId="{00000000-0000-0000-0000-000000000000}"/>
          </ac:spMkLst>
        </pc:spChg>
        <pc:spChg chg="mod">
          <ac:chgData name="Yash Jadhav" userId="535c3d6d-72b8-4f77-8155-55f939173cf2" providerId="ADAL" clId="{F33F88E0-3380-47C4-AFDE-F1AC050ADA82}" dt="2026-01-25T16:07:54.831" v="9287" actId="790"/>
          <ac:spMkLst>
            <pc:docMk/>
            <pc:sldMk cId="2834293069" sldId="438"/>
            <ac:spMk id="16" creationId="{00000000-0000-0000-0000-000000000000}"/>
          </ac:spMkLst>
        </pc:spChg>
        <pc:spChg chg="mod">
          <ac:chgData name="Yash Jadhav" userId="535c3d6d-72b8-4f77-8155-55f939173cf2" providerId="ADAL" clId="{F33F88E0-3380-47C4-AFDE-F1AC050ADA82}" dt="2026-01-25T16:07:54.842" v="9292" actId="790"/>
          <ac:spMkLst>
            <pc:docMk/>
            <pc:sldMk cId="2834293069" sldId="438"/>
            <ac:spMk id="22" creationId="{00000000-0000-0000-0000-000000000000}"/>
          </ac:spMkLst>
        </pc:spChg>
        <pc:spChg chg="mod">
          <ac:chgData name="Yash Jadhav" userId="535c3d6d-72b8-4f77-8155-55f939173cf2" providerId="ADAL" clId="{F33F88E0-3380-47C4-AFDE-F1AC050ADA82}" dt="2026-01-25T16:07:54.844" v="9293" actId="790"/>
          <ac:spMkLst>
            <pc:docMk/>
            <pc:sldMk cId="2834293069" sldId="438"/>
            <ac:spMk id="23" creationId="{00000000-0000-0000-0000-000000000000}"/>
          </ac:spMkLst>
        </pc:spChg>
        <pc:spChg chg="mod">
          <ac:chgData name="Yash Jadhav" userId="535c3d6d-72b8-4f77-8155-55f939173cf2" providerId="ADAL" clId="{F33F88E0-3380-47C4-AFDE-F1AC050ADA82}" dt="2026-01-25T16:07:54.839" v="9291" actId="790"/>
          <ac:spMkLst>
            <pc:docMk/>
            <pc:sldMk cId="2834293069" sldId="438"/>
            <ac:spMk id="24" creationId="{00000000-0000-0000-0000-000000000000}"/>
          </ac:spMkLst>
        </pc:spChg>
        <pc:spChg chg="mod">
          <ac:chgData name="Yash Jadhav" userId="535c3d6d-72b8-4f77-8155-55f939173cf2" providerId="ADAL" clId="{F33F88E0-3380-47C4-AFDE-F1AC050ADA82}" dt="2026-01-25T16:07:54.846" v="9294" actId="790"/>
          <ac:spMkLst>
            <pc:docMk/>
            <pc:sldMk cId="2834293069" sldId="438"/>
            <ac:spMk id="27" creationId="{2CF7C4E7-484C-548C-668F-34BDF00BD25B}"/>
          </ac:spMkLst>
        </pc:spChg>
        <pc:spChg chg="mod">
          <ac:chgData name="Yash Jadhav" userId="535c3d6d-72b8-4f77-8155-55f939173cf2" providerId="ADAL" clId="{F33F88E0-3380-47C4-AFDE-F1AC050ADA82}" dt="2026-01-25T16:07:54.848" v="9295" actId="790"/>
          <ac:spMkLst>
            <pc:docMk/>
            <pc:sldMk cId="2834293069" sldId="438"/>
            <ac:spMk id="28" creationId="{B0CA6B4B-70AB-FB3B-E303-7A13E6C5E8CD}"/>
          </ac:spMkLst>
        </pc:spChg>
        <pc:spChg chg="mod">
          <ac:chgData name="Yash Jadhav" userId="535c3d6d-72b8-4f77-8155-55f939173cf2" providerId="ADAL" clId="{F33F88E0-3380-47C4-AFDE-F1AC050ADA82}" dt="2026-01-25T16:07:54.850" v="9296" actId="790"/>
          <ac:spMkLst>
            <pc:docMk/>
            <pc:sldMk cId="2834293069" sldId="438"/>
            <ac:spMk id="29" creationId="{25B23EE8-1E5A-4992-A75E-E48C57630F7E}"/>
          </ac:spMkLst>
        </pc:spChg>
      </pc:sldChg>
      <pc:sldChg chg="modSp add mod modClrScheme chgLayout modNotes">
        <pc:chgData name="Yash Jadhav" userId="535c3d6d-72b8-4f77-8155-55f939173cf2" providerId="ADAL" clId="{F33F88E0-3380-47C4-AFDE-F1AC050ADA82}" dt="2026-01-25T16:09:15.875" v="10168" actId="700"/>
        <pc:sldMkLst>
          <pc:docMk/>
          <pc:sldMk cId="3571105338" sldId="439"/>
        </pc:sldMkLst>
        <pc:spChg chg="mod">
          <ac:chgData name="Yash Jadhav" userId="535c3d6d-72b8-4f77-8155-55f939173cf2" providerId="ADAL" clId="{F33F88E0-3380-47C4-AFDE-F1AC050ADA82}" dt="2026-01-25T16:07:57.724" v="9310" actId="790"/>
          <ac:spMkLst>
            <pc:docMk/>
            <pc:sldMk cId="3571105338" sldId="439"/>
            <ac:spMk id="5" creationId="{00000000-0000-0000-0000-000000000000}"/>
          </ac:spMkLst>
        </pc:spChg>
        <pc:spChg chg="mod">
          <ac:chgData name="Yash Jadhav" userId="535c3d6d-72b8-4f77-8155-55f939173cf2" providerId="ADAL" clId="{F33F88E0-3380-47C4-AFDE-F1AC050ADA82}" dt="2026-01-25T16:07:57.732" v="9313" actId="790"/>
          <ac:spMkLst>
            <pc:docMk/>
            <pc:sldMk cId="3571105338" sldId="439"/>
            <ac:spMk id="15" creationId="{00000000-0000-0000-0000-000000000000}"/>
          </ac:spMkLst>
        </pc:spChg>
        <pc:spChg chg="mod">
          <ac:chgData name="Yash Jadhav" userId="535c3d6d-72b8-4f77-8155-55f939173cf2" providerId="ADAL" clId="{F33F88E0-3380-47C4-AFDE-F1AC050ADA82}" dt="2026-01-25T16:07:57.702" v="9303" actId="790"/>
          <ac:spMkLst>
            <pc:docMk/>
            <pc:sldMk cId="3571105338" sldId="439"/>
            <ac:spMk id="27" creationId="{00000000-0000-0000-0000-000000000000}"/>
          </ac:spMkLst>
        </pc:spChg>
        <pc:spChg chg="mod">
          <ac:chgData name="Yash Jadhav" userId="535c3d6d-72b8-4f77-8155-55f939173cf2" providerId="ADAL" clId="{F33F88E0-3380-47C4-AFDE-F1AC050ADA82}" dt="2026-01-25T16:07:57.705" v="9304" actId="790"/>
          <ac:spMkLst>
            <pc:docMk/>
            <pc:sldMk cId="3571105338" sldId="439"/>
            <ac:spMk id="28" creationId="{00000000-0000-0000-0000-000000000000}"/>
          </ac:spMkLst>
        </pc:spChg>
        <pc:spChg chg="mod">
          <ac:chgData name="Yash Jadhav" userId="535c3d6d-72b8-4f77-8155-55f939173cf2" providerId="ADAL" clId="{F33F88E0-3380-47C4-AFDE-F1AC050ADA82}" dt="2026-01-25T16:07:57.708" v="9305" actId="790"/>
          <ac:spMkLst>
            <pc:docMk/>
            <pc:sldMk cId="3571105338" sldId="439"/>
            <ac:spMk id="31" creationId="{00000000-0000-0000-0000-000000000000}"/>
          </ac:spMkLst>
        </pc:spChg>
        <pc:spChg chg="mod">
          <ac:chgData name="Yash Jadhav" userId="535c3d6d-72b8-4f77-8155-55f939173cf2" providerId="ADAL" clId="{F33F88E0-3380-47C4-AFDE-F1AC050ADA82}" dt="2026-01-25T16:07:57.710" v="9306" actId="790"/>
          <ac:spMkLst>
            <pc:docMk/>
            <pc:sldMk cId="3571105338" sldId="439"/>
            <ac:spMk id="32" creationId="{00000000-0000-0000-0000-000000000000}"/>
          </ac:spMkLst>
        </pc:spChg>
        <pc:spChg chg="mod">
          <ac:chgData name="Yash Jadhav" userId="535c3d6d-72b8-4f77-8155-55f939173cf2" providerId="ADAL" clId="{F33F88E0-3380-47C4-AFDE-F1AC050ADA82}" dt="2026-01-25T16:07:57.714" v="9307" actId="790"/>
          <ac:spMkLst>
            <pc:docMk/>
            <pc:sldMk cId="3571105338" sldId="439"/>
            <ac:spMk id="33" creationId="{00000000-0000-0000-0000-000000000000}"/>
          </ac:spMkLst>
        </pc:spChg>
        <pc:spChg chg="mod">
          <ac:chgData name="Yash Jadhav" userId="535c3d6d-72b8-4f77-8155-55f939173cf2" providerId="ADAL" clId="{F33F88E0-3380-47C4-AFDE-F1AC050ADA82}" dt="2026-01-25T16:07:57.717" v="9308" actId="790"/>
          <ac:spMkLst>
            <pc:docMk/>
            <pc:sldMk cId="3571105338" sldId="439"/>
            <ac:spMk id="34" creationId="{00000000-0000-0000-0000-000000000000}"/>
          </ac:spMkLst>
        </pc:spChg>
        <pc:spChg chg="mod">
          <ac:chgData name="Yash Jadhav" userId="535c3d6d-72b8-4f77-8155-55f939173cf2" providerId="ADAL" clId="{F33F88E0-3380-47C4-AFDE-F1AC050ADA82}" dt="2026-01-25T16:07:57.721" v="9309" actId="790"/>
          <ac:spMkLst>
            <pc:docMk/>
            <pc:sldMk cId="3571105338" sldId="439"/>
            <ac:spMk id="35" creationId="{00000000-0000-0000-0000-000000000000}"/>
          </ac:spMkLst>
        </pc:spChg>
        <pc:spChg chg="mod">
          <ac:chgData name="Yash Jadhav" userId="535c3d6d-72b8-4f77-8155-55f939173cf2" providerId="ADAL" clId="{F33F88E0-3380-47C4-AFDE-F1AC050ADA82}" dt="2026-01-25T16:07:57.696" v="9301" actId="790"/>
          <ac:spMkLst>
            <pc:docMk/>
            <pc:sldMk cId="3571105338" sldId="439"/>
            <ac:spMk id="38" creationId="{00000000-0000-0000-0000-000000000000}"/>
          </ac:spMkLst>
        </pc:spChg>
        <pc:spChg chg="mod">
          <ac:chgData name="Yash Jadhav" userId="535c3d6d-72b8-4f77-8155-55f939173cf2" providerId="ADAL" clId="{F33F88E0-3380-47C4-AFDE-F1AC050ADA82}" dt="2026-01-25T16:07:57.726" v="9311" actId="790"/>
          <ac:spMkLst>
            <pc:docMk/>
            <pc:sldMk cId="3571105338" sldId="439"/>
            <ac:spMk id="39" creationId="{00000000-0000-0000-0000-000000000000}"/>
          </ac:spMkLst>
        </pc:spChg>
        <pc:spChg chg="mod">
          <ac:chgData name="Yash Jadhav" userId="535c3d6d-72b8-4f77-8155-55f939173cf2" providerId="ADAL" clId="{F33F88E0-3380-47C4-AFDE-F1AC050ADA82}" dt="2026-01-25T16:07:57.729" v="9312" actId="790"/>
          <ac:spMkLst>
            <pc:docMk/>
            <pc:sldMk cId="3571105338" sldId="439"/>
            <ac:spMk id="41" creationId="{00000000-0000-0000-0000-000000000000}"/>
          </ac:spMkLst>
        </pc:spChg>
        <pc:spChg chg="mod ord">
          <ac:chgData name="Yash Jadhav" userId="535c3d6d-72b8-4f77-8155-55f939173cf2" providerId="ADAL" clId="{F33F88E0-3380-47C4-AFDE-F1AC050ADA82}" dt="2026-01-25T16:09:15.875" v="10168" actId="700"/>
          <ac:spMkLst>
            <pc:docMk/>
            <pc:sldMk cId="3571105338" sldId="439"/>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273862717" sldId="440"/>
        </pc:sldMkLst>
        <pc:spChg chg="mod ord">
          <ac:chgData name="Yash Jadhav" userId="535c3d6d-72b8-4f77-8155-55f939173cf2" providerId="ADAL" clId="{F33F88E0-3380-47C4-AFDE-F1AC050ADA82}" dt="2026-01-25T16:09:15.875" v="10168" actId="700"/>
          <ac:spMkLst>
            <pc:docMk/>
            <pc:sldMk cId="2273862717" sldId="440"/>
            <ac:spMk id="19" creationId="{00000000-0000-0000-0000-000000000000}"/>
          </ac:spMkLst>
        </pc:spChg>
        <pc:spChg chg="mod">
          <ac:chgData name="Yash Jadhav" userId="535c3d6d-72b8-4f77-8155-55f939173cf2" providerId="ADAL" clId="{F33F88E0-3380-47C4-AFDE-F1AC050ADA82}" dt="2026-01-25T16:07:59.867" v="9333" actId="790"/>
          <ac:spMkLst>
            <pc:docMk/>
            <pc:sldMk cId="2273862717" sldId="440"/>
            <ac:spMk id="60" creationId="{6E33EA09-D809-7F8B-773D-03BCBF11192A}"/>
          </ac:spMkLst>
        </pc:spChg>
        <pc:spChg chg="mod">
          <ac:chgData name="Yash Jadhav" userId="535c3d6d-72b8-4f77-8155-55f939173cf2" providerId="ADAL" clId="{F33F88E0-3380-47C4-AFDE-F1AC050ADA82}" dt="2026-01-25T16:07:59.870" v="9334" actId="790"/>
          <ac:spMkLst>
            <pc:docMk/>
            <pc:sldMk cId="2273862717" sldId="440"/>
            <ac:spMk id="61" creationId="{761567C2-E128-1777-BA60-DAEADA98677C}"/>
          </ac:spMkLst>
        </pc:spChg>
        <pc:spChg chg="mod">
          <ac:chgData name="Yash Jadhav" userId="535c3d6d-72b8-4f77-8155-55f939173cf2" providerId="ADAL" clId="{F33F88E0-3380-47C4-AFDE-F1AC050ADA82}" dt="2026-01-25T16:07:59.831" v="9319" actId="790"/>
          <ac:spMkLst>
            <pc:docMk/>
            <pc:sldMk cId="2273862717" sldId="440"/>
            <ac:spMk id="92" creationId="{00000000-0000-0000-0000-000000000000}"/>
          </ac:spMkLst>
        </pc:spChg>
        <pc:spChg chg="mod">
          <ac:chgData name="Yash Jadhav" userId="535c3d6d-72b8-4f77-8155-55f939173cf2" providerId="ADAL" clId="{F33F88E0-3380-47C4-AFDE-F1AC050ADA82}" dt="2026-01-25T16:07:59.835" v="9320" actId="790"/>
          <ac:spMkLst>
            <pc:docMk/>
            <pc:sldMk cId="2273862717" sldId="440"/>
            <ac:spMk id="93" creationId="{00000000-0000-0000-0000-000000000000}"/>
          </ac:spMkLst>
        </pc:spChg>
        <pc:spChg chg="mod">
          <ac:chgData name="Yash Jadhav" userId="535c3d6d-72b8-4f77-8155-55f939173cf2" providerId="ADAL" clId="{F33F88E0-3380-47C4-AFDE-F1AC050ADA82}" dt="2026-01-25T16:07:59.838" v="9321" actId="790"/>
          <ac:spMkLst>
            <pc:docMk/>
            <pc:sldMk cId="2273862717" sldId="440"/>
            <ac:spMk id="94" creationId="{00000000-0000-0000-0000-000000000000}"/>
          </ac:spMkLst>
        </pc:spChg>
        <pc:spChg chg="mod">
          <ac:chgData name="Yash Jadhav" userId="535c3d6d-72b8-4f77-8155-55f939173cf2" providerId="ADAL" clId="{F33F88E0-3380-47C4-AFDE-F1AC050ADA82}" dt="2026-01-25T16:07:59.842" v="9322" actId="790"/>
          <ac:spMkLst>
            <pc:docMk/>
            <pc:sldMk cId="2273862717" sldId="440"/>
            <ac:spMk id="99" creationId="{00000000-0000-0000-0000-000000000000}"/>
          </ac:spMkLst>
        </pc:spChg>
        <pc:spChg chg="mod">
          <ac:chgData name="Yash Jadhav" userId="535c3d6d-72b8-4f77-8155-55f939173cf2" providerId="ADAL" clId="{F33F88E0-3380-47C4-AFDE-F1AC050ADA82}" dt="2026-01-25T16:07:59.844" v="9323" actId="790"/>
          <ac:spMkLst>
            <pc:docMk/>
            <pc:sldMk cId="2273862717" sldId="440"/>
            <ac:spMk id="100" creationId="{00000000-0000-0000-0000-000000000000}"/>
          </ac:spMkLst>
        </pc:spChg>
        <pc:spChg chg="mod">
          <ac:chgData name="Yash Jadhav" userId="535c3d6d-72b8-4f77-8155-55f939173cf2" providerId="ADAL" clId="{F33F88E0-3380-47C4-AFDE-F1AC050ADA82}" dt="2026-01-25T16:07:59.846" v="9324" actId="790"/>
          <ac:spMkLst>
            <pc:docMk/>
            <pc:sldMk cId="2273862717" sldId="440"/>
            <ac:spMk id="101" creationId="{00000000-0000-0000-0000-000000000000}"/>
          </ac:spMkLst>
        </pc:spChg>
        <pc:spChg chg="mod">
          <ac:chgData name="Yash Jadhav" userId="535c3d6d-72b8-4f77-8155-55f939173cf2" providerId="ADAL" clId="{F33F88E0-3380-47C4-AFDE-F1AC050ADA82}" dt="2026-01-25T16:07:59.849" v="9325" actId="790"/>
          <ac:spMkLst>
            <pc:docMk/>
            <pc:sldMk cId="2273862717" sldId="440"/>
            <ac:spMk id="102" creationId="{00000000-0000-0000-0000-000000000000}"/>
          </ac:spMkLst>
        </pc:spChg>
        <pc:spChg chg="mod">
          <ac:chgData name="Yash Jadhav" userId="535c3d6d-72b8-4f77-8155-55f939173cf2" providerId="ADAL" clId="{F33F88E0-3380-47C4-AFDE-F1AC050ADA82}" dt="2026-01-25T16:07:59.851" v="9326" actId="790"/>
          <ac:spMkLst>
            <pc:docMk/>
            <pc:sldMk cId="2273862717" sldId="440"/>
            <ac:spMk id="103" creationId="{00000000-0000-0000-0000-000000000000}"/>
          </ac:spMkLst>
        </pc:spChg>
        <pc:spChg chg="mod">
          <ac:chgData name="Yash Jadhav" userId="535c3d6d-72b8-4f77-8155-55f939173cf2" providerId="ADAL" clId="{F33F88E0-3380-47C4-AFDE-F1AC050ADA82}" dt="2026-01-25T16:07:59.853" v="9327" actId="790"/>
          <ac:spMkLst>
            <pc:docMk/>
            <pc:sldMk cId="2273862717" sldId="440"/>
            <ac:spMk id="104" creationId="{00000000-0000-0000-0000-000000000000}"/>
          </ac:spMkLst>
        </pc:spChg>
        <pc:spChg chg="mod">
          <ac:chgData name="Yash Jadhav" userId="535c3d6d-72b8-4f77-8155-55f939173cf2" providerId="ADAL" clId="{F33F88E0-3380-47C4-AFDE-F1AC050ADA82}" dt="2026-01-25T16:07:59.856" v="9328" actId="790"/>
          <ac:spMkLst>
            <pc:docMk/>
            <pc:sldMk cId="2273862717" sldId="440"/>
            <ac:spMk id="105" creationId="{00000000-0000-0000-0000-000000000000}"/>
          </ac:spMkLst>
        </pc:spChg>
        <pc:spChg chg="mod">
          <ac:chgData name="Yash Jadhav" userId="535c3d6d-72b8-4f77-8155-55f939173cf2" providerId="ADAL" clId="{F33F88E0-3380-47C4-AFDE-F1AC050ADA82}" dt="2026-01-25T16:07:59.857" v="9329" actId="790"/>
          <ac:spMkLst>
            <pc:docMk/>
            <pc:sldMk cId="2273862717" sldId="440"/>
            <ac:spMk id="106" creationId="{00000000-0000-0000-0000-000000000000}"/>
          </ac:spMkLst>
        </pc:spChg>
        <pc:spChg chg="mod">
          <ac:chgData name="Yash Jadhav" userId="535c3d6d-72b8-4f77-8155-55f939173cf2" providerId="ADAL" clId="{F33F88E0-3380-47C4-AFDE-F1AC050ADA82}" dt="2026-01-25T16:07:59.859" v="9330" actId="790"/>
          <ac:spMkLst>
            <pc:docMk/>
            <pc:sldMk cId="2273862717" sldId="440"/>
            <ac:spMk id="107" creationId="{00000000-0000-0000-0000-000000000000}"/>
          </ac:spMkLst>
        </pc:spChg>
        <pc:spChg chg="mod">
          <ac:chgData name="Yash Jadhav" userId="535c3d6d-72b8-4f77-8155-55f939173cf2" providerId="ADAL" clId="{F33F88E0-3380-47C4-AFDE-F1AC050ADA82}" dt="2026-01-25T16:07:59.862" v="9331" actId="790"/>
          <ac:spMkLst>
            <pc:docMk/>
            <pc:sldMk cId="2273862717" sldId="440"/>
            <ac:spMk id="113" creationId="{00000000-0000-0000-0000-000000000000}"/>
          </ac:spMkLst>
        </pc:spChg>
        <pc:spChg chg="mod">
          <ac:chgData name="Yash Jadhav" userId="535c3d6d-72b8-4f77-8155-55f939173cf2" providerId="ADAL" clId="{F33F88E0-3380-47C4-AFDE-F1AC050ADA82}" dt="2026-01-25T16:07:59.864" v="9332" actId="790"/>
          <ac:spMkLst>
            <pc:docMk/>
            <pc:sldMk cId="2273862717" sldId="440"/>
            <ac:spMk id="11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21704298" sldId="441"/>
        </pc:sldMkLst>
        <pc:spChg chg="mod">
          <ac:chgData name="Yash Jadhav" userId="535c3d6d-72b8-4f77-8155-55f939173cf2" providerId="ADAL" clId="{F33F88E0-3380-47C4-AFDE-F1AC050ADA82}" dt="2026-01-25T16:08:02.664" v="9398" actId="790"/>
          <ac:spMkLst>
            <pc:docMk/>
            <pc:sldMk cId="121704298" sldId="441"/>
            <ac:spMk id="2" creationId="{6D137D78-46BB-79E8-1E51-C91F70473601}"/>
          </ac:spMkLst>
        </pc:spChg>
        <pc:spChg chg="mod ord">
          <ac:chgData name="Yash Jadhav" userId="535c3d6d-72b8-4f77-8155-55f939173cf2" providerId="ADAL" clId="{F33F88E0-3380-47C4-AFDE-F1AC050ADA82}" dt="2026-01-25T16:09:15.875" v="10168" actId="700"/>
          <ac:spMkLst>
            <pc:docMk/>
            <pc:sldMk cId="121704298" sldId="441"/>
            <ac:spMk id="3" creationId="{00000000-0000-0000-0000-000000000000}"/>
          </ac:spMkLst>
        </pc:spChg>
        <pc:spChg chg="mod">
          <ac:chgData name="Yash Jadhav" userId="535c3d6d-72b8-4f77-8155-55f939173cf2" providerId="ADAL" clId="{F33F88E0-3380-47C4-AFDE-F1AC050ADA82}" dt="2026-01-25T16:08:02.667" v="9399" actId="790"/>
          <ac:spMkLst>
            <pc:docMk/>
            <pc:sldMk cId="121704298" sldId="441"/>
            <ac:spMk id="4" creationId="{5C322F73-4599-1878-CE3A-D33B9109614C}"/>
          </ac:spMkLst>
        </pc:spChg>
        <pc:spChg chg="mod">
          <ac:chgData name="Yash Jadhav" userId="535c3d6d-72b8-4f77-8155-55f939173cf2" providerId="ADAL" clId="{F33F88E0-3380-47C4-AFDE-F1AC050ADA82}" dt="2026-01-25T16:08:02.517" v="9340" actId="790"/>
          <ac:spMkLst>
            <pc:docMk/>
            <pc:sldMk cId="121704298" sldId="441"/>
            <ac:spMk id="5" creationId="{00000000-0000-0000-0000-000000000000}"/>
          </ac:spMkLst>
        </pc:spChg>
        <pc:spChg chg="mod">
          <ac:chgData name="Yash Jadhav" userId="535c3d6d-72b8-4f77-8155-55f939173cf2" providerId="ADAL" clId="{F33F88E0-3380-47C4-AFDE-F1AC050ADA82}" dt="2026-01-25T16:08:02.520" v="9341" actId="790"/>
          <ac:spMkLst>
            <pc:docMk/>
            <pc:sldMk cId="121704298" sldId="441"/>
            <ac:spMk id="6" creationId="{00000000-0000-0000-0000-000000000000}"/>
          </ac:spMkLst>
        </pc:spChg>
        <pc:spChg chg="mod">
          <ac:chgData name="Yash Jadhav" userId="535c3d6d-72b8-4f77-8155-55f939173cf2" providerId="ADAL" clId="{F33F88E0-3380-47C4-AFDE-F1AC050ADA82}" dt="2026-01-25T16:08:02.522" v="9342" actId="790"/>
          <ac:spMkLst>
            <pc:docMk/>
            <pc:sldMk cId="121704298" sldId="441"/>
            <ac:spMk id="7" creationId="{00000000-0000-0000-0000-000000000000}"/>
          </ac:spMkLst>
        </pc:spChg>
        <pc:spChg chg="mod">
          <ac:chgData name="Yash Jadhav" userId="535c3d6d-72b8-4f77-8155-55f939173cf2" providerId="ADAL" clId="{F33F88E0-3380-47C4-AFDE-F1AC050ADA82}" dt="2026-01-25T16:08:02.524" v="9343" actId="790"/>
          <ac:spMkLst>
            <pc:docMk/>
            <pc:sldMk cId="121704298" sldId="441"/>
            <ac:spMk id="8" creationId="{00000000-0000-0000-0000-000000000000}"/>
          </ac:spMkLst>
        </pc:spChg>
        <pc:spChg chg="mod">
          <ac:chgData name="Yash Jadhav" userId="535c3d6d-72b8-4f77-8155-55f939173cf2" providerId="ADAL" clId="{F33F88E0-3380-47C4-AFDE-F1AC050ADA82}" dt="2026-01-25T16:08:02.527" v="9344" actId="790"/>
          <ac:spMkLst>
            <pc:docMk/>
            <pc:sldMk cId="121704298" sldId="441"/>
            <ac:spMk id="9" creationId="{00000000-0000-0000-0000-000000000000}"/>
          </ac:spMkLst>
        </pc:spChg>
        <pc:spChg chg="mod">
          <ac:chgData name="Yash Jadhav" userId="535c3d6d-72b8-4f77-8155-55f939173cf2" providerId="ADAL" clId="{F33F88E0-3380-47C4-AFDE-F1AC050ADA82}" dt="2026-01-25T16:08:02.530" v="9345" actId="790"/>
          <ac:spMkLst>
            <pc:docMk/>
            <pc:sldMk cId="121704298" sldId="441"/>
            <ac:spMk id="10" creationId="{00000000-0000-0000-0000-000000000000}"/>
          </ac:spMkLst>
        </pc:spChg>
        <pc:spChg chg="mod">
          <ac:chgData name="Yash Jadhav" userId="535c3d6d-72b8-4f77-8155-55f939173cf2" providerId="ADAL" clId="{F33F88E0-3380-47C4-AFDE-F1AC050ADA82}" dt="2026-01-25T16:08:02.534" v="9346" actId="790"/>
          <ac:spMkLst>
            <pc:docMk/>
            <pc:sldMk cId="121704298" sldId="441"/>
            <ac:spMk id="11" creationId="{00000000-0000-0000-0000-000000000000}"/>
          </ac:spMkLst>
        </pc:spChg>
        <pc:spChg chg="mod">
          <ac:chgData name="Yash Jadhav" userId="535c3d6d-72b8-4f77-8155-55f939173cf2" providerId="ADAL" clId="{F33F88E0-3380-47C4-AFDE-F1AC050ADA82}" dt="2026-01-25T16:08:02.536" v="9347" actId="790"/>
          <ac:spMkLst>
            <pc:docMk/>
            <pc:sldMk cId="121704298" sldId="441"/>
            <ac:spMk id="12" creationId="{00000000-0000-0000-0000-000000000000}"/>
          </ac:spMkLst>
        </pc:spChg>
        <pc:spChg chg="mod">
          <ac:chgData name="Yash Jadhav" userId="535c3d6d-72b8-4f77-8155-55f939173cf2" providerId="ADAL" clId="{F33F88E0-3380-47C4-AFDE-F1AC050ADA82}" dt="2026-01-25T16:08:02.538" v="9348" actId="790"/>
          <ac:spMkLst>
            <pc:docMk/>
            <pc:sldMk cId="121704298" sldId="441"/>
            <ac:spMk id="13" creationId="{00000000-0000-0000-0000-000000000000}"/>
          </ac:spMkLst>
        </pc:spChg>
        <pc:spChg chg="mod">
          <ac:chgData name="Yash Jadhav" userId="535c3d6d-72b8-4f77-8155-55f939173cf2" providerId="ADAL" clId="{F33F88E0-3380-47C4-AFDE-F1AC050ADA82}" dt="2026-01-25T16:08:02.540" v="9349" actId="790"/>
          <ac:spMkLst>
            <pc:docMk/>
            <pc:sldMk cId="121704298" sldId="441"/>
            <ac:spMk id="14" creationId="{00000000-0000-0000-0000-000000000000}"/>
          </ac:spMkLst>
        </pc:spChg>
        <pc:spChg chg="mod">
          <ac:chgData name="Yash Jadhav" userId="535c3d6d-72b8-4f77-8155-55f939173cf2" providerId="ADAL" clId="{F33F88E0-3380-47C4-AFDE-F1AC050ADA82}" dt="2026-01-25T16:08:02.544" v="9350" actId="790"/>
          <ac:spMkLst>
            <pc:docMk/>
            <pc:sldMk cId="121704298" sldId="441"/>
            <ac:spMk id="15" creationId="{00000000-0000-0000-0000-000000000000}"/>
          </ac:spMkLst>
        </pc:spChg>
        <pc:spChg chg="mod">
          <ac:chgData name="Yash Jadhav" userId="535c3d6d-72b8-4f77-8155-55f939173cf2" providerId="ADAL" clId="{F33F88E0-3380-47C4-AFDE-F1AC050ADA82}" dt="2026-01-25T16:08:02.548" v="9351" actId="790"/>
          <ac:spMkLst>
            <pc:docMk/>
            <pc:sldMk cId="121704298" sldId="441"/>
            <ac:spMk id="16" creationId="{00000000-0000-0000-0000-000000000000}"/>
          </ac:spMkLst>
        </pc:spChg>
        <pc:spChg chg="mod">
          <ac:chgData name="Yash Jadhav" userId="535c3d6d-72b8-4f77-8155-55f939173cf2" providerId="ADAL" clId="{F33F88E0-3380-47C4-AFDE-F1AC050ADA82}" dt="2026-01-25T16:08:02.550" v="9352" actId="790"/>
          <ac:spMkLst>
            <pc:docMk/>
            <pc:sldMk cId="121704298" sldId="441"/>
            <ac:spMk id="17" creationId="{00000000-0000-0000-0000-000000000000}"/>
          </ac:spMkLst>
        </pc:spChg>
        <pc:spChg chg="mod">
          <ac:chgData name="Yash Jadhav" userId="535c3d6d-72b8-4f77-8155-55f939173cf2" providerId="ADAL" clId="{F33F88E0-3380-47C4-AFDE-F1AC050ADA82}" dt="2026-01-25T16:08:02.552" v="9353" actId="790"/>
          <ac:spMkLst>
            <pc:docMk/>
            <pc:sldMk cId="121704298" sldId="441"/>
            <ac:spMk id="18" creationId="{00000000-0000-0000-0000-000000000000}"/>
          </ac:spMkLst>
        </pc:spChg>
        <pc:spChg chg="mod">
          <ac:chgData name="Yash Jadhav" userId="535c3d6d-72b8-4f77-8155-55f939173cf2" providerId="ADAL" clId="{F33F88E0-3380-47C4-AFDE-F1AC050ADA82}" dt="2026-01-25T16:08:02.554" v="9354" actId="790"/>
          <ac:spMkLst>
            <pc:docMk/>
            <pc:sldMk cId="121704298" sldId="441"/>
            <ac:spMk id="19" creationId="{00000000-0000-0000-0000-000000000000}"/>
          </ac:spMkLst>
        </pc:spChg>
        <pc:spChg chg="mod">
          <ac:chgData name="Yash Jadhav" userId="535c3d6d-72b8-4f77-8155-55f939173cf2" providerId="ADAL" clId="{F33F88E0-3380-47C4-AFDE-F1AC050ADA82}" dt="2026-01-25T16:08:02.557" v="9355" actId="790"/>
          <ac:spMkLst>
            <pc:docMk/>
            <pc:sldMk cId="121704298" sldId="441"/>
            <ac:spMk id="20" creationId="{00000000-0000-0000-0000-000000000000}"/>
          </ac:spMkLst>
        </pc:spChg>
        <pc:spChg chg="mod">
          <ac:chgData name="Yash Jadhav" userId="535c3d6d-72b8-4f77-8155-55f939173cf2" providerId="ADAL" clId="{F33F88E0-3380-47C4-AFDE-F1AC050ADA82}" dt="2026-01-25T16:08:02.559" v="9356" actId="790"/>
          <ac:spMkLst>
            <pc:docMk/>
            <pc:sldMk cId="121704298" sldId="441"/>
            <ac:spMk id="21" creationId="{00000000-0000-0000-0000-000000000000}"/>
          </ac:spMkLst>
        </pc:spChg>
        <pc:spChg chg="mod">
          <ac:chgData name="Yash Jadhav" userId="535c3d6d-72b8-4f77-8155-55f939173cf2" providerId="ADAL" clId="{F33F88E0-3380-47C4-AFDE-F1AC050ADA82}" dt="2026-01-25T16:08:02.561" v="9357" actId="790"/>
          <ac:spMkLst>
            <pc:docMk/>
            <pc:sldMk cId="121704298" sldId="441"/>
            <ac:spMk id="22" creationId="{00000000-0000-0000-0000-000000000000}"/>
          </ac:spMkLst>
        </pc:spChg>
        <pc:spChg chg="mod">
          <ac:chgData name="Yash Jadhav" userId="535c3d6d-72b8-4f77-8155-55f939173cf2" providerId="ADAL" clId="{F33F88E0-3380-47C4-AFDE-F1AC050ADA82}" dt="2026-01-25T16:08:02.563" v="9358" actId="790"/>
          <ac:spMkLst>
            <pc:docMk/>
            <pc:sldMk cId="121704298" sldId="441"/>
            <ac:spMk id="23" creationId="{00000000-0000-0000-0000-000000000000}"/>
          </ac:spMkLst>
        </pc:spChg>
        <pc:spChg chg="mod">
          <ac:chgData name="Yash Jadhav" userId="535c3d6d-72b8-4f77-8155-55f939173cf2" providerId="ADAL" clId="{F33F88E0-3380-47C4-AFDE-F1AC050ADA82}" dt="2026-01-25T16:08:02.565" v="9359" actId="790"/>
          <ac:spMkLst>
            <pc:docMk/>
            <pc:sldMk cId="121704298" sldId="441"/>
            <ac:spMk id="24" creationId="{00000000-0000-0000-0000-000000000000}"/>
          </ac:spMkLst>
        </pc:spChg>
        <pc:spChg chg="mod">
          <ac:chgData name="Yash Jadhav" userId="535c3d6d-72b8-4f77-8155-55f939173cf2" providerId="ADAL" clId="{F33F88E0-3380-47C4-AFDE-F1AC050ADA82}" dt="2026-01-25T16:08:02.568" v="9360" actId="790"/>
          <ac:spMkLst>
            <pc:docMk/>
            <pc:sldMk cId="121704298" sldId="441"/>
            <ac:spMk id="25" creationId="{00000000-0000-0000-0000-000000000000}"/>
          </ac:spMkLst>
        </pc:spChg>
        <pc:spChg chg="mod">
          <ac:chgData name="Yash Jadhav" userId="535c3d6d-72b8-4f77-8155-55f939173cf2" providerId="ADAL" clId="{F33F88E0-3380-47C4-AFDE-F1AC050ADA82}" dt="2026-01-25T16:08:02.570" v="9361" actId="790"/>
          <ac:spMkLst>
            <pc:docMk/>
            <pc:sldMk cId="121704298" sldId="441"/>
            <ac:spMk id="26" creationId="{00000000-0000-0000-0000-000000000000}"/>
          </ac:spMkLst>
        </pc:spChg>
        <pc:spChg chg="mod">
          <ac:chgData name="Yash Jadhav" userId="535c3d6d-72b8-4f77-8155-55f939173cf2" providerId="ADAL" clId="{F33F88E0-3380-47C4-AFDE-F1AC050ADA82}" dt="2026-01-25T16:08:02.572" v="9362" actId="790"/>
          <ac:spMkLst>
            <pc:docMk/>
            <pc:sldMk cId="121704298" sldId="441"/>
            <ac:spMk id="27" creationId="{00000000-0000-0000-0000-000000000000}"/>
          </ac:spMkLst>
        </pc:spChg>
        <pc:spChg chg="mod">
          <ac:chgData name="Yash Jadhav" userId="535c3d6d-72b8-4f77-8155-55f939173cf2" providerId="ADAL" clId="{F33F88E0-3380-47C4-AFDE-F1AC050ADA82}" dt="2026-01-25T16:08:02.574" v="9363" actId="790"/>
          <ac:spMkLst>
            <pc:docMk/>
            <pc:sldMk cId="121704298" sldId="441"/>
            <ac:spMk id="28" creationId="{00000000-0000-0000-0000-000000000000}"/>
          </ac:spMkLst>
        </pc:spChg>
        <pc:spChg chg="mod">
          <ac:chgData name="Yash Jadhav" userId="535c3d6d-72b8-4f77-8155-55f939173cf2" providerId="ADAL" clId="{F33F88E0-3380-47C4-AFDE-F1AC050ADA82}" dt="2026-01-25T16:08:02.576" v="9364" actId="790"/>
          <ac:spMkLst>
            <pc:docMk/>
            <pc:sldMk cId="121704298" sldId="441"/>
            <ac:spMk id="29" creationId="{00000000-0000-0000-0000-000000000000}"/>
          </ac:spMkLst>
        </pc:spChg>
        <pc:spChg chg="mod">
          <ac:chgData name="Yash Jadhav" userId="535c3d6d-72b8-4f77-8155-55f939173cf2" providerId="ADAL" clId="{F33F88E0-3380-47C4-AFDE-F1AC050ADA82}" dt="2026-01-25T16:08:02.579" v="9365" actId="790"/>
          <ac:spMkLst>
            <pc:docMk/>
            <pc:sldMk cId="121704298" sldId="441"/>
            <ac:spMk id="30" creationId="{00000000-0000-0000-0000-000000000000}"/>
          </ac:spMkLst>
        </pc:spChg>
        <pc:spChg chg="mod">
          <ac:chgData name="Yash Jadhav" userId="535c3d6d-72b8-4f77-8155-55f939173cf2" providerId="ADAL" clId="{F33F88E0-3380-47C4-AFDE-F1AC050ADA82}" dt="2026-01-25T16:08:02.581" v="9366" actId="790"/>
          <ac:spMkLst>
            <pc:docMk/>
            <pc:sldMk cId="121704298" sldId="441"/>
            <ac:spMk id="31" creationId="{00000000-0000-0000-0000-000000000000}"/>
          </ac:spMkLst>
        </pc:spChg>
        <pc:spChg chg="mod">
          <ac:chgData name="Yash Jadhav" userId="535c3d6d-72b8-4f77-8155-55f939173cf2" providerId="ADAL" clId="{F33F88E0-3380-47C4-AFDE-F1AC050ADA82}" dt="2026-01-25T16:08:02.584" v="9367" actId="790"/>
          <ac:spMkLst>
            <pc:docMk/>
            <pc:sldMk cId="121704298" sldId="441"/>
            <ac:spMk id="32" creationId="{00000000-0000-0000-0000-000000000000}"/>
          </ac:spMkLst>
        </pc:spChg>
        <pc:spChg chg="mod">
          <ac:chgData name="Yash Jadhav" userId="535c3d6d-72b8-4f77-8155-55f939173cf2" providerId="ADAL" clId="{F33F88E0-3380-47C4-AFDE-F1AC050ADA82}" dt="2026-01-25T16:08:02.586" v="9368" actId="790"/>
          <ac:spMkLst>
            <pc:docMk/>
            <pc:sldMk cId="121704298" sldId="441"/>
            <ac:spMk id="33" creationId="{00000000-0000-0000-0000-000000000000}"/>
          </ac:spMkLst>
        </pc:spChg>
        <pc:spChg chg="mod">
          <ac:chgData name="Yash Jadhav" userId="535c3d6d-72b8-4f77-8155-55f939173cf2" providerId="ADAL" clId="{F33F88E0-3380-47C4-AFDE-F1AC050ADA82}" dt="2026-01-25T16:08:02.588" v="9369" actId="790"/>
          <ac:spMkLst>
            <pc:docMk/>
            <pc:sldMk cId="121704298" sldId="441"/>
            <ac:spMk id="34" creationId="{00000000-0000-0000-0000-000000000000}"/>
          </ac:spMkLst>
        </pc:spChg>
        <pc:spChg chg="mod">
          <ac:chgData name="Yash Jadhav" userId="535c3d6d-72b8-4f77-8155-55f939173cf2" providerId="ADAL" clId="{F33F88E0-3380-47C4-AFDE-F1AC050ADA82}" dt="2026-01-25T16:08:02.590" v="9370" actId="790"/>
          <ac:spMkLst>
            <pc:docMk/>
            <pc:sldMk cId="121704298" sldId="441"/>
            <ac:spMk id="35" creationId="{00000000-0000-0000-0000-000000000000}"/>
          </ac:spMkLst>
        </pc:spChg>
        <pc:spChg chg="mod">
          <ac:chgData name="Yash Jadhav" userId="535c3d6d-72b8-4f77-8155-55f939173cf2" providerId="ADAL" clId="{F33F88E0-3380-47C4-AFDE-F1AC050ADA82}" dt="2026-01-25T16:08:02.592" v="9371" actId="790"/>
          <ac:spMkLst>
            <pc:docMk/>
            <pc:sldMk cId="121704298" sldId="441"/>
            <ac:spMk id="36" creationId="{00000000-0000-0000-0000-000000000000}"/>
          </ac:spMkLst>
        </pc:spChg>
        <pc:spChg chg="mod">
          <ac:chgData name="Yash Jadhav" userId="535c3d6d-72b8-4f77-8155-55f939173cf2" providerId="ADAL" clId="{F33F88E0-3380-47C4-AFDE-F1AC050ADA82}" dt="2026-01-25T16:08:02.594" v="9372" actId="790"/>
          <ac:spMkLst>
            <pc:docMk/>
            <pc:sldMk cId="121704298" sldId="441"/>
            <ac:spMk id="37" creationId="{00000000-0000-0000-0000-000000000000}"/>
          </ac:spMkLst>
        </pc:spChg>
        <pc:spChg chg="mod">
          <ac:chgData name="Yash Jadhav" userId="535c3d6d-72b8-4f77-8155-55f939173cf2" providerId="ADAL" clId="{F33F88E0-3380-47C4-AFDE-F1AC050ADA82}" dt="2026-01-25T16:08:02.597" v="9373" actId="790"/>
          <ac:spMkLst>
            <pc:docMk/>
            <pc:sldMk cId="121704298" sldId="441"/>
            <ac:spMk id="38" creationId="{00000000-0000-0000-0000-000000000000}"/>
          </ac:spMkLst>
        </pc:spChg>
        <pc:spChg chg="mod">
          <ac:chgData name="Yash Jadhav" userId="535c3d6d-72b8-4f77-8155-55f939173cf2" providerId="ADAL" clId="{F33F88E0-3380-47C4-AFDE-F1AC050ADA82}" dt="2026-01-25T16:08:02.600" v="9374" actId="790"/>
          <ac:spMkLst>
            <pc:docMk/>
            <pc:sldMk cId="121704298" sldId="441"/>
            <ac:spMk id="39" creationId="{00000000-0000-0000-0000-000000000000}"/>
          </ac:spMkLst>
        </pc:spChg>
        <pc:spChg chg="mod">
          <ac:chgData name="Yash Jadhav" userId="535c3d6d-72b8-4f77-8155-55f939173cf2" providerId="ADAL" clId="{F33F88E0-3380-47C4-AFDE-F1AC050ADA82}" dt="2026-01-25T16:08:02.602" v="9375" actId="790"/>
          <ac:spMkLst>
            <pc:docMk/>
            <pc:sldMk cId="121704298" sldId="441"/>
            <ac:spMk id="40" creationId="{00000000-0000-0000-0000-000000000000}"/>
          </ac:spMkLst>
        </pc:spChg>
        <pc:spChg chg="mod">
          <ac:chgData name="Yash Jadhav" userId="535c3d6d-72b8-4f77-8155-55f939173cf2" providerId="ADAL" clId="{F33F88E0-3380-47C4-AFDE-F1AC050ADA82}" dt="2026-01-25T16:08:02.604" v="9376" actId="790"/>
          <ac:spMkLst>
            <pc:docMk/>
            <pc:sldMk cId="121704298" sldId="441"/>
            <ac:spMk id="41" creationId="{00000000-0000-0000-0000-000000000000}"/>
          </ac:spMkLst>
        </pc:spChg>
        <pc:spChg chg="mod">
          <ac:chgData name="Yash Jadhav" userId="535c3d6d-72b8-4f77-8155-55f939173cf2" providerId="ADAL" clId="{F33F88E0-3380-47C4-AFDE-F1AC050ADA82}" dt="2026-01-25T16:08:02.606" v="9377" actId="790"/>
          <ac:spMkLst>
            <pc:docMk/>
            <pc:sldMk cId="121704298" sldId="441"/>
            <ac:spMk id="42" creationId="{00000000-0000-0000-0000-000000000000}"/>
          </ac:spMkLst>
        </pc:spChg>
        <pc:spChg chg="mod">
          <ac:chgData name="Yash Jadhav" userId="535c3d6d-72b8-4f77-8155-55f939173cf2" providerId="ADAL" clId="{F33F88E0-3380-47C4-AFDE-F1AC050ADA82}" dt="2026-01-25T16:08:02.608" v="9378" actId="790"/>
          <ac:spMkLst>
            <pc:docMk/>
            <pc:sldMk cId="121704298" sldId="441"/>
            <ac:spMk id="43" creationId="{00000000-0000-0000-0000-000000000000}"/>
          </ac:spMkLst>
        </pc:spChg>
        <pc:spChg chg="mod">
          <ac:chgData name="Yash Jadhav" userId="535c3d6d-72b8-4f77-8155-55f939173cf2" providerId="ADAL" clId="{F33F88E0-3380-47C4-AFDE-F1AC050ADA82}" dt="2026-01-25T16:08:02.610" v="9379" actId="790"/>
          <ac:spMkLst>
            <pc:docMk/>
            <pc:sldMk cId="121704298" sldId="441"/>
            <ac:spMk id="44" creationId="{00000000-0000-0000-0000-000000000000}"/>
          </ac:spMkLst>
        </pc:spChg>
        <pc:spChg chg="mod">
          <ac:chgData name="Yash Jadhav" userId="535c3d6d-72b8-4f77-8155-55f939173cf2" providerId="ADAL" clId="{F33F88E0-3380-47C4-AFDE-F1AC050ADA82}" dt="2026-01-25T16:08:02.612" v="9380" actId="790"/>
          <ac:spMkLst>
            <pc:docMk/>
            <pc:sldMk cId="121704298" sldId="441"/>
            <ac:spMk id="45" creationId="{00000000-0000-0000-0000-000000000000}"/>
          </ac:spMkLst>
        </pc:spChg>
        <pc:spChg chg="mod">
          <ac:chgData name="Yash Jadhav" userId="535c3d6d-72b8-4f77-8155-55f939173cf2" providerId="ADAL" clId="{F33F88E0-3380-47C4-AFDE-F1AC050ADA82}" dt="2026-01-25T16:08:02.614" v="9381" actId="790"/>
          <ac:spMkLst>
            <pc:docMk/>
            <pc:sldMk cId="121704298" sldId="441"/>
            <ac:spMk id="46" creationId="{00000000-0000-0000-0000-000000000000}"/>
          </ac:spMkLst>
        </pc:spChg>
        <pc:spChg chg="mod">
          <ac:chgData name="Yash Jadhav" userId="535c3d6d-72b8-4f77-8155-55f939173cf2" providerId="ADAL" clId="{F33F88E0-3380-47C4-AFDE-F1AC050ADA82}" dt="2026-01-25T16:08:02.617" v="9382" actId="790"/>
          <ac:spMkLst>
            <pc:docMk/>
            <pc:sldMk cId="121704298" sldId="441"/>
            <ac:spMk id="47" creationId="{00000000-0000-0000-0000-000000000000}"/>
          </ac:spMkLst>
        </pc:spChg>
        <pc:spChg chg="mod">
          <ac:chgData name="Yash Jadhav" userId="535c3d6d-72b8-4f77-8155-55f939173cf2" providerId="ADAL" clId="{F33F88E0-3380-47C4-AFDE-F1AC050ADA82}" dt="2026-01-25T16:08:02.619" v="9383" actId="790"/>
          <ac:spMkLst>
            <pc:docMk/>
            <pc:sldMk cId="121704298" sldId="441"/>
            <ac:spMk id="48" creationId="{00000000-0000-0000-0000-000000000000}"/>
          </ac:spMkLst>
        </pc:spChg>
        <pc:spChg chg="mod">
          <ac:chgData name="Yash Jadhav" userId="535c3d6d-72b8-4f77-8155-55f939173cf2" providerId="ADAL" clId="{F33F88E0-3380-47C4-AFDE-F1AC050ADA82}" dt="2026-01-25T16:08:02.621" v="9384" actId="790"/>
          <ac:spMkLst>
            <pc:docMk/>
            <pc:sldMk cId="121704298" sldId="441"/>
            <ac:spMk id="49" creationId="{00000000-0000-0000-0000-000000000000}"/>
          </ac:spMkLst>
        </pc:spChg>
        <pc:spChg chg="mod">
          <ac:chgData name="Yash Jadhav" userId="535c3d6d-72b8-4f77-8155-55f939173cf2" providerId="ADAL" clId="{F33F88E0-3380-47C4-AFDE-F1AC050ADA82}" dt="2026-01-25T16:08:02.623" v="9385" actId="790"/>
          <ac:spMkLst>
            <pc:docMk/>
            <pc:sldMk cId="121704298" sldId="441"/>
            <ac:spMk id="50" creationId="{00000000-0000-0000-0000-000000000000}"/>
          </ac:spMkLst>
        </pc:spChg>
        <pc:spChg chg="mod">
          <ac:chgData name="Yash Jadhav" userId="535c3d6d-72b8-4f77-8155-55f939173cf2" providerId="ADAL" clId="{F33F88E0-3380-47C4-AFDE-F1AC050ADA82}" dt="2026-01-25T16:08:02.625" v="9386" actId="790"/>
          <ac:spMkLst>
            <pc:docMk/>
            <pc:sldMk cId="121704298" sldId="441"/>
            <ac:spMk id="51" creationId="{00000000-0000-0000-0000-000000000000}"/>
          </ac:spMkLst>
        </pc:spChg>
        <pc:spChg chg="mod">
          <ac:chgData name="Yash Jadhav" userId="535c3d6d-72b8-4f77-8155-55f939173cf2" providerId="ADAL" clId="{F33F88E0-3380-47C4-AFDE-F1AC050ADA82}" dt="2026-01-25T16:08:02.627" v="9387" actId="790"/>
          <ac:spMkLst>
            <pc:docMk/>
            <pc:sldMk cId="121704298" sldId="441"/>
            <ac:spMk id="52" creationId="{00000000-0000-0000-0000-000000000000}"/>
          </ac:spMkLst>
        </pc:spChg>
        <pc:spChg chg="mod">
          <ac:chgData name="Yash Jadhav" userId="535c3d6d-72b8-4f77-8155-55f939173cf2" providerId="ADAL" clId="{F33F88E0-3380-47C4-AFDE-F1AC050ADA82}" dt="2026-01-25T16:08:02.629" v="9388" actId="790"/>
          <ac:spMkLst>
            <pc:docMk/>
            <pc:sldMk cId="121704298" sldId="441"/>
            <ac:spMk id="53" creationId="{00000000-0000-0000-0000-000000000000}"/>
          </ac:spMkLst>
        </pc:spChg>
        <pc:spChg chg="mod">
          <ac:chgData name="Yash Jadhav" userId="535c3d6d-72b8-4f77-8155-55f939173cf2" providerId="ADAL" clId="{F33F88E0-3380-47C4-AFDE-F1AC050ADA82}" dt="2026-01-25T16:08:02.631" v="9389" actId="790"/>
          <ac:spMkLst>
            <pc:docMk/>
            <pc:sldMk cId="121704298" sldId="441"/>
            <ac:spMk id="54" creationId="{00000000-0000-0000-0000-000000000000}"/>
          </ac:spMkLst>
        </pc:spChg>
        <pc:spChg chg="mod">
          <ac:chgData name="Yash Jadhav" userId="535c3d6d-72b8-4f77-8155-55f939173cf2" providerId="ADAL" clId="{F33F88E0-3380-47C4-AFDE-F1AC050ADA82}" dt="2026-01-25T16:08:02.672" v="9400" actId="790"/>
          <ac:spMkLst>
            <pc:docMk/>
            <pc:sldMk cId="121704298" sldId="441"/>
            <ac:spMk id="57" creationId="{85484DE1-DD69-6FB2-9B78-9C5ACC7CD7C4}"/>
          </ac:spMkLst>
        </pc:spChg>
        <pc:spChg chg="mod">
          <ac:chgData name="Yash Jadhav" userId="535c3d6d-72b8-4f77-8155-55f939173cf2" providerId="ADAL" clId="{F33F88E0-3380-47C4-AFDE-F1AC050ADA82}" dt="2026-01-25T16:08:02.674" v="9401" actId="790"/>
          <ac:spMkLst>
            <pc:docMk/>
            <pc:sldMk cId="121704298" sldId="441"/>
            <ac:spMk id="58" creationId="{E9F7F6B6-E278-2681-50C4-9EFEAB3D33BA}"/>
          </ac:spMkLst>
        </pc:spChg>
        <pc:spChg chg="mod">
          <ac:chgData name="Yash Jadhav" userId="535c3d6d-72b8-4f77-8155-55f939173cf2" providerId="ADAL" clId="{F33F88E0-3380-47C4-AFDE-F1AC050ADA82}" dt="2026-01-25T16:08:02.676" v="9402" actId="790"/>
          <ac:spMkLst>
            <pc:docMk/>
            <pc:sldMk cId="121704298" sldId="441"/>
            <ac:spMk id="59" creationId="{21F19FBA-FB68-E06D-D2F8-8CF50834A37B}"/>
          </ac:spMkLst>
        </pc:spChg>
        <pc:spChg chg="mod">
          <ac:chgData name="Yash Jadhav" userId="535c3d6d-72b8-4f77-8155-55f939173cf2" providerId="ADAL" clId="{F33F88E0-3380-47C4-AFDE-F1AC050ADA82}" dt="2026-01-25T16:08:02.677" v="9403" actId="790"/>
          <ac:spMkLst>
            <pc:docMk/>
            <pc:sldMk cId="121704298" sldId="441"/>
            <ac:spMk id="60" creationId="{9845A322-CD34-41A0-5CE6-3B837BB08C70}"/>
          </ac:spMkLst>
        </pc:spChg>
        <pc:spChg chg="mod">
          <ac:chgData name="Yash Jadhav" userId="535c3d6d-72b8-4f77-8155-55f939173cf2" providerId="ADAL" clId="{F33F88E0-3380-47C4-AFDE-F1AC050ADA82}" dt="2026-01-25T16:08:02.682" v="9404" actId="790"/>
          <ac:spMkLst>
            <pc:docMk/>
            <pc:sldMk cId="121704298" sldId="441"/>
            <ac:spMk id="62" creationId="{A4608E10-FBE0-7274-C9DB-DF28D34C014B}"/>
          </ac:spMkLst>
        </pc:spChg>
        <pc:spChg chg="mod">
          <ac:chgData name="Yash Jadhav" userId="535c3d6d-72b8-4f77-8155-55f939173cf2" providerId="ADAL" clId="{F33F88E0-3380-47C4-AFDE-F1AC050ADA82}" dt="2026-01-25T16:08:02.685" v="9405" actId="790"/>
          <ac:spMkLst>
            <pc:docMk/>
            <pc:sldMk cId="121704298" sldId="441"/>
            <ac:spMk id="63" creationId="{01531B8F-28AA-30AF-366D-91492164E59D}"/>
          </ac:spMkLst>
        </pc:spChg>
        <pc:spChg chg="mod">
          <ac:chgData name="Yash Jadhav" userId="535c3d6d-72b8-4f77-8155-55f939173cf2" providerId="ADAL" clId="{F33F88E0-3380-47C4-AFDE-F1AC050ADA82}" dt="2026-01-25T16:08:02.687" v="9406" actId="790"/>
          <ac:spMkLst>
            <pc:docMk/>
            <pc:sldMk cId="121704298" sldId="441"/>
            <ac:spMk id="64" creationId="{A09A1F7E-B505-DBBE-AC08-4AD53A486AC7}"/>
          </ac:spMkLst>
        </pc:spChg>
        <pc:spChg chg="mod">
          <ac:chgData name="Yash Jadhav" userId="535c3d6d-72b8-4f77-8155-55f939173cf2" providerId="ADAL" clId="{F33F88E0-3380-47C4-AFDE-F1AC050ADA82}" dt="2026-01-25T16:08:02.688" v="9407" actId="790"/>
          <ac:spMkLst>
            <pc:docMk/>
            <pc:sldMk cId="121704298" sldId="441"/>
            <ac:spMk id="65" creationId="{EFC60F12-9469-BA6B-FCD0-BCA0D7DF1606}"/>
          </ac:spMkLst>
        </pc:spChg>
        <pc:spChg chg="mod">
          <ac:chgData name="Yash Jadhav" userId="535c3d6d-72b8-4f77-8155-55f939173cf2" providerId="ADAL" clId="{F33F88E0-3380-47C4-AFDE-F1AC050ADA82}" dt="2026-01-25T16:08:02.633" v="9390" actId="790"/>
          <ac:spMkLst>
            <pc:docMk/>
            <pc:sldMk cId="121704298" sldId="441"/>
            <ac:spMk id="68" creationId="{00000000-0000-0000-0000-000000000000}"/>
          </ac:spMkLst>
        </pc:spChg>
        <pc:spChg chg="mod">
          <ac:chgData name="Yash Jadhav" userId="535c3d6d-72b8-4f77-8155-55f939173cf2" providerId="ADAL" clId="{F33F88E0-3380-47C4-AFDE-F1AC050ADA82}" dt="2026-01-25T16:08:02.637" v="9391" actId="790"/>
          <ac:spMkLst>
            <pc:docMk/>
            <pc:sldMk cId="121704298" sldId="441"/>
            <ac:spMk id="93" creationId="{00000000-0000-0000-0000-000000000000}"/>
          </ac:spMkLst>
        </pc:spChg>
        <pc:spChg chg="mod">
          <ac:chgData name="Yash Jadhav" userId="535c3d6d-72b8-4f77-8155-55f939173cf2" providerId="ADAL" clId="{F33F88E0-3380-47C4-AFDE-F1AC050ADA82}" dt="2026-01-25T16:08:02.641" v="9392" actId="790"/>
          <ac:spMkLst>
            <pc:docMk/>
            <pc:sldMk cId="121704298" sldId="441"/>
            <ac:spMk id="94" creationId="{00000000-0000-0000-0000-000000000000}"/>
          </ac:spMkLst>
        </pc:spChg>
        <pc:spChg chg="mod">
          <ac:chgData name="Yash Jadhav" userId="535c3d6d-72b8-4f77-8155-55f939173cf2" providerId="ADAL" clId="{F33F88E0-3380-47C4-AFDE-F1AC050ADA82}" dt="2026-01-25T16:08:02.645" v="9393" actId="790"/>
          <ac:spMkLst>
            <pc:docMk/>
            <pc:sldMk cId="121704298" sldId="441"/>
            <ac:spMk id="95" creationId="{00000000-0000-0000-0000-000000000000}"/>
          </ac:spMkLst>
        </pc:spChg>
        <pc:spChg chg="mod">
          <ac:chgData name="Yash Jadhav" userId="535c3d6d-72b8-4f77-8155-55f939173cf2" providerId="ADAL" clId="{F33F88E0-3380-47C4-AFDE-F1AC050ADA82}" dt="2026-01-25T16:08:02.650" v="9394" actId="790"/>
          <ac:spMkLst>
            <pc:docMk/>
            <pc:sldMk cId="121704298" sldId="441"/>
            <ac:spMk id="96" creationId="{00000000-0000-0000-0000-000000000000}"/>
          </ac:spMkLst>
        </pc:spChg>
        <pc:spChg chg="mod">
          <ac:chgData name="Yash Jadhav" userId="535c3d6d-72b8-4f77-8155-55f939173cf2" providerId="ADAL" clId="{F33F88E0-3380-47C4-AFDE-F1AC050ADA82}" dt="2026-01-25T16:08:02.654" v="9395" actId="790"/>
          <ac:spMkLst>
            <pc:docMk/>
            <pc:sldMk cId="121704298" sldId="441"/>
            <ac:spMk id="97" creationId="{00000000-0000-0000-0000-000000000000}"/>
          </ac:spMkLst>
        </pc:spChg>
        <pc:spChg chg="mod">
          <ac:chgData name="Yash Jadhav" userId="535c3d6d-72b8-4f77-8155-55f939173cf2" providerId="ADAL" clId="{F33F88E0-3380-47C4-AFDE-F1AC050ADA82}" dt="2026-01-25T16:08:02.658" v="9396" actId="790"/>
          <ac:spMkLst>
            <pc:docMk/>
            <pc:sldMk cId="121704298" sldId="441"/>
            <ac:spMk id="98" creationId="{00000000-0000-0000-0000-000000000000}"/>
          </ac:spMkLst>
        </pc:spChg>
        <pc:spChg chg="mod">
          <ac:chgData name="Yash Jadhav" userId="535c3d6d-72b8-4f77-8155-55f939173cf2" providerId="ADAL" clId="{F33F88E0-3380-47C4-AFDE-F1AC050ADA82}" dt="2026-01-25T16:08:02.659" v="9397" actId="790"/>
          <ac:spMkLst>
            <pc:docMk/>
            <pc:sldMk cId="121704298" sldId="441"/>
            <ac:spMk id="12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9865091" sldId="442"/>
        </pc:sldMkLst>
        <pc:spChg chg="mod">
          <ac:chgData name="Yash Jadhav" userId="535c3d6d-72b8-4f77-8155-55f939173cf2" providerId="ADAL" clId="{F33F88E0-3380-47C4-AFDE-F1AC050ADA82}" dt="2026-01-25T16:08:03.878" v="9413"/>
          <ac:spMkLst>
            <pc:docMk/>
            <pc:sldMk cId="739865091" sldId="442"/>
            <ac:spMk id="2" creationId="{00000000-0000-0000-0000-000000000000}"/>
          </ac:spMkLst>
        </pc:spChg>
        <pc:spChg chg="mod">
          <ac:chgData name="Yash Jadhav" userId="535c3d6d-72b8-4f77-8155-55f939173cf2" providerId="ADAL" clId="{F33F88E0-3380-47C4-AFDE-F1AC050ADA82}" dt="2026-01-25T16:08:03.880" v="9414"/>
          <ac:spMkLst>
            <pc:docMk/>
            <pc:sldMk cId="739865091" sldId="442"/>
            <ac:spMk id="3" creationId="{00000000-0000-0000-0000-000000000000}"/>
          </ac:spMkLst>
        </pc:spChg>
        <pc:spChg chg="mod">
          <ac:chgData name="Yash Jadhav" userId="535c3d6d-72b8-4f77-8155-55f939173cf2" providerId="ADAL" clId="{F33F88E0-3380-47C4-AFDE-F1AC050ADA82}" dt="2026-01-25T16:08:03.881" v="9415"/>
          <ac:spMkLst>
            <pc:docMk/>
            <pc:sldMk cId="739865091" sldId="442"/>
            <ac:spMk id="4" creationId="{00000000-0000-0000-0000-000000000000}"/>
          </ac:spMkLst>
        </pc:spChg>
        <pc:spChg chg="mod">
          <ac:chgData name="Yash Jadhav" userId="535c3d6d-72b8-4f77-8155-55f939173cf2" providerId="ADAL" clId="{F33F88E0-3380-47C4-AFDE-F1AC050ADA82}" dt="2026-01-25T16:08:03.882" v="9416"/>
          <ac:spMkLst>
            <pc:docMk/>
            <pc:sldMk cId="739865091" sldId="442"/>
            <ac:spMk id="5" creationId="{00000000-0000-0000-0000-000000000000}"/>
          </ac:spMkLst>
        </pc:spChg>
        <pc:spChg chg="mod">
          <ac:chgData name="Yash Jadhav" userId="535c3d6d-72b8-4f77-8155-55f939173cf2" providerId="ADAL" clId="{F33F88E0-3380-47C4-AFDE-F1AC050ADA82}" dt="2026-01-25T16:08:03.884" v="9417"/>
          <ac:spMkLst>
            <pc:docMk/>
            <pc:sldMk cId="739865091" sldId="442"/>
            <ac:spMk id="6" creationId="{00000000-0000-0000-0000-000000000000}"/>
          </ac:spMkLst>
        </pc:spChg>
        <pc:spChg chg="mod">
          <ac:chgData name="Yash Jadhav" userId="535c3d6d-72b8-4f77-8155-55f939173cf2" providerId="ADAL" clId="{F33F88E0-3380-47C4-AFDE-F1AC050ADA82}" dt="2026-01-25T16:08:03.885" v="9418"/>
          <ac:spMkLst>
            <pc:docMk/>
            <pc:sldMk cId="739865091" sldId="442"/>
            <ac:spMk id="7" creationId="{00000000-0000-0000-0000-000000000000}"/>
          </ac:spMkLst>
        </pc:spChg>
        <pc:spChg chg="mod">
          <ac:chgData name="Yash Jadhav" userId="535c3d6d-72b8-4f77-8155-55f939173cf2" providerId="ADAL" clId="{F33F88E0-3380-47C4-AFDE-F1AC050ADA82}" dt="2026-01-25T16:08:03.886" v="9419"/>
          <ac:spMkLst>
            <pc:docMk/>
            <pc:sldMk cId="739865091" sldId="442"/>
            <ac:spMk id="8" creationId="{00000000-0000-0000-0000-000000000000}"/>
          </ac:spMkLst>
        </pc:spChg>
        <pc:spChg chg="mod ord">
          <ac:chgData name="Yash Jadhav" userId="535c3d6d-72b8-4f77-8155-55f939173cf2" providerId="ADAL" clId="{F33F88E0-3380-47C4-AFDE-F1AC050ADA82}" dt="2026-01-25T16:09:15.875" v="10168" actId="700"/>
          <ac:spMkLst>
            <pc:docMk/>
            <pc:sldMk cId="739865091" sldId="442"/>
            <ac:spMk id="19" creationId="{00000000-0000-0000-0000-000000000000}"/>
          </ac:spMkLst>
        </pc:spChg>
        <pc:spChg chg="mod">
          <ac:chgData name="Yash Jadhav" userId="535c3d6d-72b8-4f77-8155-55f939173cf2" providerId="ADAL" clId="{F33F88E0-3380-47C4-AFDE-F1AC050ADA82}" dt="2026-01-25T16:08:03.891" v="9420" actId="790"/>
          <ac:spMkLst>
            <pc:docMk/>
            <pc:sldMk cId="739865091" sldId="442"/>
            <ac:spMk id="29" creationId="{C38FE914-18D8-C038-CC24-37C9CE4DD1D1}"/>
          </ac:spMkLst>
        </pc:spChg>
        <pc:spChg chg="mod">
          <ac:chgData name="Yash Jadhav" userId="535c3d6d-72b8-4f77-8155-55f939173cf2" providerId="ADAL" clId="{F33F88E0-3380-47C4-AFDE-F1AC050ADA82}" dt="2026-01-25T16:08:03.897" v="9421" actId="790"/>
          <ac:spMkLst>
            <pc:docMk/>
            <pc:sldMk cId="739865091" sldId="442"/>
            <ac:spMk id="30" creationId="{9ADE965B-1A52-A6E6-8702-570ACA6D0012}"/>
          </ac:spMkLst>
        </pc:spChg>
        <pc:spChg chg="mod">
          <ac:chgData name="Yash Jadhav" userId="535c3d6d-72b8-4f77-8155-55f939173cf2" providerId="ADAL" clId="{F33F88E0-3380-47C4-AFDE-F1AC050ADA82}" dt="2026-01-25T16:08:03.904" v="9422" actId="790"/>
          <ac:spMkLst>
            <pc:docMk/>
            <pc:sldMk cId="739865091" sldId="442"/>
            <ac:spMk id="31" creationId="{FFCF7033-DE45-25E5-8878-3C5E717A105E}"/>
          </ac:spMkLst>
        </pc:spChg>
        <pc:spChg chg="mod">
          <ac:chgData name="Yash Jadhav" userId="535c3d6d-72b8-4f77-8155-55f939173cf2" providerId="ADAL" clId="{F33F88E0-3380-47C4-AFDE-F1AC050ADA82}" dt="2026-01-25T16:08:03.910" v="9423" actId="790"/>
          <ac:spMkLst>
            <pc:docMk/>
            <pc:sldMk cId="739865091" sldId="442"/>
            <ac:spMk id="32" creationId="{053A008A-2A0C-1831-15D2-B17D1EE9BDB0}"/>
          </ac:spMkLst>
        </pc:spChg>
        <pc:spChg chg="mod">
          <ac:chgData name="Yash Jadhav" userId="535c3d6d-72b8-4f77-8155-55f939173cf2" providerId="ADAL" clId="{F33F88E0-3380-47C4-AFDE-F1AC050ADA82}" dt="2026-01-25T16:08:03.918" v="9424" actId="790"/>
          <ac:spMkLst>
            <pc:docMk/>
            <pc:sldMk cId="739865091" sldId="442"/>
            <ac:spMk id="33" creationId="{EBE51175-CA4E-7461-E075-6FBEE482C9AE}"/>
          </ac:spMkLst>
        </pc:spChg>
        <pc:spChg chg="mod">
          <ac:chgData name="Yash Jadhav" userId="535c3d6d-72b8-4f77-8155-55f939173cf2" providerId="ADAL" clId="{F33F88E0-3380-47C4-AFDE-F1AC050ADA82}" dt="2026-01-25T16:08:03.924" v="9425" actId="790"/>
          <ac:spMkLst>
            <pc:docMk/>
            <pc:sldMk cId="739865091" sldId="442"/>
            <ac:spMk id="36" creationId="{D21461CC-0452-8F54-8B30-9AEED6492AE2}"/>
          </ac:spMkLst>
        </pc:spChg>
        <pc:spChg chg="mod">
          <ac:chgData name="Yash Jadhav" userId="535c3d6d-72b8-4f77-8155-55f939173cf2" providerId="ADAL" clId="{F33F88E0-3380-47C4-AFDE-F1AC050ADA82}" dt="2026-01-25T16:08:03.928" v="9426" actId="790"/>
          <ac:spMkLst>
            <pc:docMk/>
            <pc:sldMk cId="739865091" sldId="442"/>
            <ac:spMk id="38" creationId="{06D06F89-4BF3-DB9D-1D7B-07E0FBCCE442}"/>
          </ac:spMkLst>
        </pc:spChg>
      </pc:sldChg>
      <pc:sldChg chg="modSp add mod modClrScheme chgLayout modNotes">
        <pc:chgData name="Yash Jadhav" userId="535c3d6d-72b8-4f77-8155-55f939173cf2" providerId="ADAL" clId="{F33F88E0-3380-47C4-AFDE-F1AC050ADA82}" dt="2026-01-25T16:09:15.875" v="10168" actId="700"/>
        <pc:sldMkLst>
          <pc:docMk/>
          <pc:sldMk cId="2440936868" sldId="443"/>
        </pc:sldMkLst>
        <pc:spChg chg="mod ord">
          <ac:chgData name="Yash Jadhav" userId="535c3d6d-72b8-4f77-8155-55f939173cf2" providerId="ADAL" clId="{F33F88E0-3380-47C4-AFDE-F1AC050ADA82}" dt="2026-01-25T16:09:15.875" v="10168" actId="700"/>
          <ac:spMkLst>
            <pc:docMk/>
            <pc:sldMk cId="2440936868" sldId="443"/>
            <ac:spMk id="2" creationId="{04426BC5-F9C2-B4F2-A329-7A98ABA75420}"/>
          </ac:spMkLst>
        </pc:spChg>
        <pc:spChg chg="mod">
          <ac:chgData name="Yash Jadhav" userId="535c3d6d-72b8-4f77-8155-55f939173cf2" providerId="ADAL" clId="{F33F88E0-3380-47C4-AFDE-F1AC050ADA82}" dt="2026-01-25T16:08:08.581" v="9432" actId="790"/>
          <ac:spMkLst>
            <pc:docMk/>
            <pc:sldMk cId="2440936868" sldId="443"/>
            <ac:spMk id="3" creationId="{9D70873E-A4CB-5DD3-FBE3-B49C95E24727}"/>
          </ac:spMkLst>
        </pc:spChg>
        <pc:spChg chg="mod">
          <ac:chgData name="Yash Jadhav" userId="535c3d6d-72b8-4f77-8155-55f939173cf2" providerId="ADAL" clId="{F33F88E0-3380-47C4-AFDE-F1AC050ADA82}" dt="2026-01-25T16:08:08.584" v="9433" actId="790"/>
          <ac:spMkLst>
            <pc:docMk/>
            <pc:sldMk cId="2440936868" sldId="443"/>
            <ac:spMk id="4" creationId="{772AF946-79DE-5F63-3E33-32C2E871C09A}"/>
          </ac:spMkLst>
        </pc:spChg>
        <pc:spChg chg="mod">
          <ac:chgData name="Yash Jadhav" userId="535c3d6d-72b8-4f77-8155-55f939173cf2" providerId="ADAL" clId="{F33F88E0-3380-47C4-AFDE-F1AC050ADA82}" dt="2026-01-25T16:08:08.586" v="9434" actId="790"/>
          <ac:spMkLst>
            <pc:docMk/>
            <pc:sldMk cId="2440936868" sldId="443"/>
            <ac:spMk id="5" creationId="{BDDE07CE-DD81-B895-641C-5AD406E48CE7}"/>
          </ac:spMkLst>
        </pc:spChg>
        <pc:spChg chg="mod">
          <ac:chgData name="Yash Jadhav" userId="535c3d6d-72b8-4f77-8155-55f939173cf2" providerId="ADAL" clId="{F33F88E0-3380-47C4-AFDE-F1AC050ADA82}" dt="2026-01-25T16:08:08.588" v="9435" actId="790"/>
          <ac:spMkLst>
            <pc:docMk/>
            <pc:sldMk cId="2440936868" sldId="443"/>
            <ac:spMk id="6" creationId="{0BF5ED6F-AE3B-C9AF-76CB-027875510B67}"/>
          </ac:spMkLst>
        </pc:spChg>
        <pc:spChg chg="mod">
          <ac:chgData name="Yash Jadhav" userId="535c3d6d-72b8-4f77-8155-55f939173cf2" providerId="ADAL" clId="{F33F88E0-3380-47C4-AFDE-F1AC050ADA82}" dt="2026-01-25T16:08:08.590" v="9436" actId="790"/>
          <ac:spMkLst>
            <pc:docMk/>
            <pc:sldMk cId="2440936868" sldId="443"/>
            <ac:spMk id="7" creationId="{96DF2B4B-AAFD-F7D7-AC5B-8C3FEDAEF869}"/>
          </ac:spMkLst>
        </pc:spChg>
        <pc:spChg chg="mod">
          <ac:chgData name="Yash Jadhav" userId="535c3d6d-72b8-4f77-8155-55f939173cf2" providerId="ADAL" clId="{F33F88E0-3380-47C4-AFDE-F1AC050ADA82}" dt="2026-01-25T16:08:08.592" v="9437" actId="790"/>
          <ac:spMkLst>
            <pc:docMk/>
            <pc:sldMk cId="2440936868" sldId="443"/>
            <ac:spMk id="8" creationId="{0724EB10-276A-678A-6355-15091954004A}"/>
          </ac:spMkLst>
        </pc:spChg>
        <pc:spChg chg="mod">
          <ac:chgData name="Yash Jadhav" userId="535c3d6d-72b8-4f77-8155-55f939173cf2" providerId="ADAL" clId="{F33F88E0-3380-47C4-AFDE-F1AC050ADA82}" dt="2026-01-25T16:08:08.593" v="9438" actId="790"/>
          <ac:spMkLst>
            <pc:docMk/>
            <pc:sldMk cId="2440936868" sldId="443"/>
            <ac:spMk id="9" creationId="{7968A004-B25E-2CC5-ED39-BFD572A47974}"/>
          </ac:spMkLst>
        </pc:spChg>
        <pc:spChg chg="mod">
          <ac:chgData name="Yash Jadhav" userId="535c3d6d-72b8-4f77-8155-55f939173cf2" providerId="ADAL" clId="{F33F88E0-3380-47C4-AFDE-F1AC050ADA82}" dt="2026-01-25T16:08:08.597" v="9439" actId="790"/>
          <ac:spMkLst>
            <pc:docMk/>
            <pc:sldMk cId="2440936868" sldId="443"/>
            <ac:spMk id="17" creationId="{EA727597-DEB1-6380-C091-946DB5340616}"/>
          </ac:spMkLst>
        </pc:spChg>
        <pc:spChg chg="mod">
          <ac:chgData name="Yash Jadhav" userId="535c3d6d-72b8-4f77-8155-55f939173cf2" providerId="ADAL" clId="{F33F88E0-3380-47C4-AFDE-F1AC050ADA82}" dt="2026-01-25T16:08:08.599" v="9440" actId="790"/>
          <ac:spMkLst>
            <pc:docMk/>
            <pc:sldMk cId="2440936868" sldId="443"/>
            <ac:spMk id="18" creationId="{A4D6E258-B750-A75B-FA5C-E40EEF73B4A3}"/>
          </ac:spMkLst>
        </pc:spChg>
        <pc:spChg chg="mod">
          <ac:chgData name="Yash Jadhav" userId="535c3d6d-72b8-4f77-8155-55f939173cf2" providerId="ADAL" clId="{F33F88E0-3380-47C4-AFDE-F1AC050ADA82}" dt="2026-01-25T16:08:08.602" v="9441" actId="790"/>
          <ac:spMkLst>
            <pc:docMk/>
            <pc:sldMk cId="2440936868" sldId="443"/>
            <ac:spMk id="19" creationId="{D3FFC3BC-4BAA-9101-F652-BC03B799B64A}"/>
          </ac:spMkLst>
        </pc:spChg>
        <pc:spChg chg="mod">
          <ac:chgData name="Yash Jadhav" userId="535c3d6d-72b8-4f77-8155-55f939173cf2" providerId="ADAL" clId="{F33F88E0-3380-47C4-AFDE-F1AC050ADA82}" dt="2026-01-25T16:08:08.604" v="9442" actId="790"/>
          <ac:spMkLst>
            <pc:docMk/>
            <pc:sldMk cId="2440936868" sldId="443"/>
            <ac:spMk id="21" creationId="{F1D72DE8-9539-153F-6247-218F627BD6BA}"/>
          </ac:spMkLst>
        </pc:spChg>
        <pc:spChg chg="mod">
          <ac:chgData name="Yash Jadhav" userId="535c3d6d-72b8-4f77-8155-55f939173cf2" providerId="ADAL" clId="{F33F88E0-3380-47C4-AFDE-F1AC050ADA82}" dt="2026-01-25T16:08:08.607" v="9443" actId="790"/>
          <ac:spMkLst>
            <pc:docMk/>
            <pc:sldMk cId="2440936868" sldId="443"/>
            <ac:spMk id="22" creationId="{242C3EBC-ACC1-FD30-4710-3A9C2F3FCD6B}"/>
          </ac:spMkLst>
        </pc:spChg>
        <pc:spChg chg="mod">
          <ac:chgData name="Yash Jadhav" userId="535c3d6d-72b8-4f77-8155-55f939173cf2" providerId="ADAL" clId="{F33F88E0-3380-47C4-AFDE-F1AC050ADA82}" dt="2026-01-25T16:08:08.608" v="9444" actId="790"/>
          <ac:spMkLst>
            <pc:docMk/>
            <pc:sldMk cId="2440936868" sldId="443"/>
            <ac:spMk id="23" creationId="{3D05C260-677F-F458-D0D4-7F3ABAFBFF92}"/>
          </ac:spMkLst>
        </pc:spChg>
        <pc:spChg chg="mod">
          <ac:chgData name="Yash Jadhav" userId="535c3d6d-72b8-4f77-8155-55f939173cf2" providerId="ADAL" clId="{F33F88E0-3380-47C4-AFDE-F1AC050ADA82}" dt="2026-01-25T16:08:08.610" v="9445" actId="790"/>
          <ac:spMkLst>
            <pc:docMk/>
            <pc:sldMk cId="2440936868" sldId="443"/>
            <ac:spMk id="25" creationId="{4AD3FA88-B131-1455-E062-1EA94A8D345B}"/>
          </ac:spMkLst>
        </pc:spChg>
        <pc:spChg chg="mod">
          <ac:chgData name="Yash Jadhav" userId="535c3d6d-72b8-4f77-8155-55f939173cf2" providerId="ADAL" clId="{F33F88E0-3380-47C4-AFDE-F1AC050ADA82}" dt="2026-01-25T16:08:08.612" v="9446" actId="790"/>
          <ac:spMkLst>
            <pc:docMk/>
            <pc:sldMk cId="2440936868" sldId="443"/>
            <ac:spMk id="26" creationId="{1657CE17-E23F-5A12-265E-A1854DA0B9B2}"/>
          </ac:spMkLst>
        </pc:spChg>
        <pc:spChg chg="mod">
          <ac:chgData name="Yash Jadhav" userId="535c3d6d-72b8-4f77-8155-55f939173cf2" providerId="ADAL" clId="{F33F88E0-3380-47C4-AFDE-F1AC050ADA82}" dt="2026-01-25T16:08:08.615" v="9447" actId="790"/>
          <ac:spMkLst>
            <pc:docMk/>
            <pc:sldMk cId="2440936868" sldId="443"/>
            <ac:spMk id="27" creationId="{EA05E28E-05CA-D897-0FA5-B521F35B6F6A}"/>
          </ac:spMkLst>
        </pc:spChg>
        <pc:spChg chg="mod">
          <ac:chgData name="Yash Jadhav" userId="535c3d6d-72b8-4f77-8155-55f939173cf2" providerId="ADAL" clId="{F33F88E0-3380-47C4-AFDE-F1AC050ADA82}" dt="2026-01-25T16:08:08.617" v="9448" actId="790"/>
          <ac:spMkLst>
            <pc:docMk/>
            <pc:sldMk cId="2440936868" sldId="443"/>
            <ac:spMk id="29" creationId="{A8CA3E09-3E06-95A6-D423-D51AC175D575}"/>
          </ac:spMkLst>
        </pc:spChg>
        <pc:spChg chg="mod">
          <ac:chgData name="Yash Jadhav" userId="535c3d6d-72b8-4f77-8155-55f939173cf2" providerId="ADAL" clId="{F33F88E0-3380-47C4-AFDE-F1AC050ADA82}" dt="2026-01-25T16:08:08.619" v="9449" actId="790"/>
          <ac:spMkLst>
            <pc:docMk/>
            <pc:sldMk cId="2440936868" sldId="443"/>
            <ac:spMk id="30" creationId="{39132C68-4D59-881F-608F-2D5AEF68B408}"/>
          </ac:spMkLst>
        </pc:spChg>
        <pc:spChg chg="mod">
          <ac:chgData name="Yash Jadhav" userId="535c3d6d-72b8-4f77-8155-55f939173cf2" providerId="ADAL" clId="{F33F88E0-3380-47C4-AFDE-F1AC050ADA82}" dt="2026-01-25T16:08:08.621" v="9450" actId="790"/>
          <ac:spMkLst>
            <pc:docMk/>
            <pc:sldMk cId="2440936868" sldId="443"/>
            <ac:spMk id="31" creationId="{696B44E4-10A1-E70C-C552-11F8751BC541}"/>
          </ac:spMkLst>
        </pc:spChg>
        <pc:spChg chg="mod">
          <ac:chgData name="Yash Jadhav" userId="535c3d6d-72b8-4f77-8155-55f939173cf2" providerId="ADAL" clId="{F33F88E0-3380-47C4-AFDE-F1AC050ADA82}" dt="2026-01-25T16:08:08.623" v="9451" actId="790"/>
          <ac:spMkLst>
            <pc:docMk/>
            <pc:sldMk cId="2440936868" sldId="443"/>
            <ac:spMk id="33" creationId="{06AE8B94-458E-405D-A9B2-5E5843201F86}"/>
          </ac:spMkLst>
        </pc:spChg>
        <pc:spChg chg="mod">
          <ac:chgData name="Yash Jadhav" userId="535c3d6d-72b8-4f77-8155-55f939173cf2" providerId="ADAL" clId="{F33F88E0-3380-47C4-AFDE-F1AC050ADA82}" dt="2026-01-25T16:08:08.625" v="9452" actId="790"/>
          <ac:spMkLst>
            <pc:docMk/>
            <pc:sldMk cId="2440936868" sldId="443"/>
            <ac:spMk id="34" creationId="{63B4003A-297E-D527-0014-AEC1F282EE32}"/>
          </ac:spMkLst>
        </pc:spChg>
        <pc:spChg chg="mod">
          <ac:chgData name="Yash Jadhav" userId="535c3d6d-72b8-4f77-8155-55f939173cf2" providerId="ADAL" clId="{F33F88E0-3380-47C4-AFDE-F1AC050ADA82}" dt="2026-01-25T16:08:08.627" v="9453" actId="790"/>
          <ac:spMkLst>
            <pc:docMk/>
            <pc:sldMk cId="2440936868" sldId="443"/>
            <ac:spMk id="35" creationId="{AB1883A8-E952-1E2B-50D3-CDE42C016036}"/>
          </ac:spMkLst>
        </pc:spChg>
        <pc:spChg chg="mod">
          <ac:chgData name="Yash Jadhav" userId="535c3d6d-72b8-4f77-8155-55f939173cf2" providerId="ADAL" clId="{F33F88E0-3380-47C4-AFDE-F1AC050ADA82}" dt="2026-01-25T16:08:08.629" v="9454" actId="790"/>
          <ac:spMkLst>
            <pc:docMk/>
            <pc:sldMk cId="2440936868" sldId="443"/>
            <ac:spMk id="37" creationId="{A3E606B5-E972-65A7-E4AC-21B8A58CC3E1}"/>
          </ac:spMkLst>
        </pc:spChg>
        <pc:spChg chg="mod">
          <ac:chgData name="Yash Jadhav" userId="535c3d6d-72b8-4f77-8155-55f939173cf2" providerId="ADAL" clId="{F33F88E0-3380-47C4-AFDE-F1AC050ADA82}" dt="2026-01-25T16:08:08.632" v="9455" actId="790"/>
          <ac:spMkLst>
            <pc:docMk/>
            <pc:sldMk cId="2440936868" sldId="443"/>
            <ac:spMk id="38" creationId="{923D3481-37D4-08AA-86C5-D69F7C76F9EE}"/>
          </ac:spMkLst>
        </pc:spChg>
        <pc:spChg chg="mod">
          <ac:chgData name="Yash Jadhav" userId="535c3d6d-72b8-4f77-8155-55f939173cf2" providerId="ADAL" clId="{F33F88E0-3380-47C4-AFDE-F1AC050ADA82}" dt="2026-01-25T16:08:08.634" v="9456" actId="790"/>
          <ac:spMkLst>
            <pc:docMk/>
            <pc:sldMk cId="2440936868" sldId="443"/>
            <ac:spMk id="39" creationId="{4BD81715-AFFD-CB66-D60D-7AE6B554573E}"/>
          </ac:spMkLst>
        </pc:spChg>
      </pc:sldChg>
      <pc:sldChg chg="modSp add mod modClrScheme chgLayout modNotes">
        <pc:chgData name="Yash Jadhav" userId="535c3d6d-72b8-4f77-8155-55f939173cf2" providerId="ADAL" clId="{F33F88E0-3380-47C4-AFDE-F1AC050ADA82}" dt="2026-01-25T16:09:15.875" v="10168" actId="700"/>
        <pc:sldMkLst>
          <pc:docMk/>
          <pc:sldMk cId="4118864644" sldId="444"/>
        </pc:sldMkLst>
        <pc:spChg chg="mod">
          <ac:chgData name="Yash Jadhav" userId="535c3d6d-72b8-4f77-8155-55f939173cf2" providerId="ADAL" clId="{F33F88E0-3380-47C4-AFDE-F1AC050ADA82}" dt="2026-01-25T16:08:11.078" v="9463" actId="790"/>
          <ac:spMkLst>
            <pc:docMk/>
            <pc:sldMk cId="4118864644" sldId="444"/>
            <ac:spMk id="2" creationId="{00000000-0000-0000-0000-000000000000}"/>
          </ac:spMkLst>
        </pc:spChg>
        <pc:spChg chg="mod">
          <ac:chgData name="Yash Jadhav" userId="535c3d6d-72b8-4f77-8155-55f939173cf2" providerId="ADAL" clId="{F33F88E0-3380-47C4-AFDE-F1AC050ADA82}" dt="2026-01-25T16:08:11.081" v="9464" actId="790"/>
          <ac:spMkLst>
            <pc:docMk/>
            <pc:sldMk cId="4118864644" sldId="444"/>
            <ac:spMk id="3" creationId="{00000000-0000-0000-0000-000000000000}"/>
          </ac:spMkLst>
        </pc:spChg>
        <pc:spChg chg="mod">
          <ac:chgData name="Yash Jadhav" userId="535c3d6d-72b8-4f77-8155-55f939173cf2" providerId="ADAL" clId="{F33F88E0-3380-47C4-AFDE-F1AC050ADA82}" dt="2026-01-25T16:08:11.107" v="9474" actId="790"/>
          <ac:spMkLst>
            <pc:docMk/>
            <pc:sldMk cId="4118864644" sldId="444"/>
            <ac:spMk id="11" creationId="{00000000-0000-0000-0000-000000000000}"/>
          </ac:spMkLst>
        </pc:spChg>
        <pc:spChg chg="mod">
          <ac:chgData name="Yash Jadhav" userId="535c3d6d-72b8-4f77-8155-55f939173cf2" providerId="ADAL" clId="{F33F88E0-3380-47C4-AFDE-F1AC050ADA82}" dt="2026-01-25T16:08:11.109" v="9475" actId="790"/>
          <ac:spMkLst>
            <pc:docMk/>
            <pc:sldMk cId="4118864644" sldId="444"/>
            <ac:spMk id="12" creationId="{00000000-0000-0000-0000-000000000000}"/>
          </ac:spMkLst>
        </pc:spChg>
        <pc:spChg chg="mod">
          <ac:chgData name="Yash Jadhav" userId="535c3d6d-72b8-4f77-8155-55f939173cf2" providerId="ADAL" clId="{F33F88E0-3380-47C4-AFDE-F1AC050ADA82}" dt="2026-01-25T16:08:11.117" v="9478" actId="790"/>
          <ac:spMkLst>
            <pc:docMk/>
            <pc:sldMk cId="4118864644" sldId="444"/>
            <ac:spMk id="14" creationId="{00000000-0000-0000-0000-000000000000}"/>
          </ac:spMkLst>
        </pc:spChg>
        <pc:spChg chg="mod">
          <ac:chgData name="Yash Jadhav" userId="535c3d6d-72b8-4f77-8155-55f939173cf2" providerId="ADAL" clId="{F33F88E0-3380-47C4-AFDE-F1AC050ADA82}" dt="2026-01-25T16:08:11.119" v="9479" actId="790"/>
          <ac:spMkLst>
            <pc:docMk/>
            <pc:sldMk cId="4118864644" sldId="444"/>
            <ac:spMk id="15" creationId="{00000000-0000-0000-0000-000000000000}"/>
          </ac:spMkLst>
        </pc:spChg>
        <pc:spChg chg="mod">
          <ac:chgData name="Yash Jadhav" userId="535c3d6d-72b8-4f77-8155-55f939173cf2" providerId="ADAL" clId="{F33F88E0-3380-47C4-AFDE-F1AC050ADA82}" dt="2026-01-25T16:08:11.090" v="9468" actId="790"/>
          <ac:spMkLst>
            <pc:docMk/>
            <pc:sldMk cId="4118864644" sldId="444"/>
            <ac:spMk id="17" creationId="{00000000-0000-0000-0000-000000000000}"/>
          </ac:spMkLst>
        </pc:spChg>
        <pc:spChg chg="mod">
          <ac:chgData name="Yash Jadhav" userId="535c3d6d-72b8-4f77-8155-55f939173cf2" providerId="ADAL" clId="{F33F88E0-3380-47C4-AFDE-F1AC050ADA82}" dt="2026-01-25T16:08:11.092" v="9469" actId="790"/>
          <ac:spMkLst>
            <pc:docMk/>
            <pc:sldMk cId="4118864644" sldId="444"/>
            <ac:spMk id="18" creationId="{00000000-0000-0000-0000-000000000000}"/>
          </ac:spMkLst>
        </pc:spChg>
        <pc:spChg chg="mod">
          <ac:chgData name="Yash Jadhav" userId="535c3d6d-72b8-4f77-8155-55f939173cf2" providerId="ADAL" clId="{F33F88E0-3380-47C4-AFDE-F1AC050ADA82}" dt="2026-01-25T16:08:11.084" v="9465" actId="790"/>
          <ac:spMkLst>
            <pc:docMk/>
            <pc:sldMk cId="4118864644" sldId="444"/>
            <ac:spMk id="20" creationId="{00000000-0000-0000-0000-000000000000}"/>
          </ac:spMkLst>
        </pc:spChg>
        <pc:spChg chg="mod">
          <ac:chgData name="Yash Jadhav" userId="535c3d6d-72b8-4f77-8155-55f939173cf2" providerId="ADAL" clId="{F33F88E0-3380-47C4-AFDE-F1AC050ADA82}" dt="2026-01-25T16:08:11.086" v="9466" actId="790"/>
          <ac:spMkLst>
            <pc:docMk/>
            <pc:sldMk cId="4118864644" sldId="444"/>
            <ac:spMk id="21" creationId="{00000000-0000-0000-0000-000000000000}"/>
          </ac:spMkLst>
        </pc:spChg>
        <pc:spChg chg="mod">
          <ac:chgData name="Yash Jadhav" userId="535c3d6d-72b8-4f77-8155-55f939173cf2" providerId="ADAL" clId="{F33F88E0-3380-47C4-AFDE-F1AC050ADA82}" dt="2026-01-25T16:08:11.102" v="9472" actId="790"/>
          <ac:spMkLst>
            <pc:docMk/>
            <pc:sldMk cId="4118864644" sldId="444"/>
            <ac:spMk id="23" creationId="{00000000-0000-0000-0000-000000000000}"/>
          </ac:spMkLst>
        </pc:spChg>
        <pc:spChg chg="mod">
          <ac:chgData name="Yash Jadhav" userId="535c3d6d-72b8-4f77-8155-55f939173cf2" providerId="ADAL" clId="{F33F88E0-3380-47C4-AFDE-F1AC050ADA82}" dt="2026-01-25T16:08:11.105" v="9473" actId="790"/>
          <ac:spMkLst>
            <pc:docMk/>
            <pc:sldMk cId="4118864644" sldId="444"/>
            <ac:spMk id="24" creationId="{00000000-0000-0000-0000-000000000000}"/>
          </ac:spMkLst>
        </pc:spChg>
        <pc:spChg chg="mod">
          <ac:chgData name="Yash Jadhav" userId="535c3d6d-72b8-4f77-8155-55f939173cf2" providerId="ADAL" clId="{F33F88E0-3380-47C4-AFDE-F1AC050ADA82}" dt="2026-01-25T16:08:11.112" v="9476" actId="790"/>
          <ac:spMkLst>
            <pc:docMk/>
            <pc:sldMk cId="4118864644" sldId="444"/>
            <ac:spMk id="26" creationId="{00000000-0000-0000-0000-000000000000}"/>
          </ac:spMkLst>
        </pc:spChg>
        <pc:spChg chg="mod">
          <ac:chgData name="Yash Jadhav" userId="535c3d6d-72b8-4f77-8155-55f939173cf2" providerId="ADAL" clId="{F33F88E0-3380-47C4-AFDE-F1AC050ADA82}" dt="2026-01-25T16:08:11.114" v="9477" actId="790"/>
          <ac:spMkLst>
            <pc:docMk/>
            <pc:sldMk cId="4118864644" sldId="444"/>
            <ac:spMk id="27" creationId="{00000000-0000-0000-0000-000000000000}"/>
          </ac:spMkLst>
        </pc:spChg>
        <pc:spChg chg="mod">
          <ac:chgData name="Yash Jadhav" userId="535c3d6d-72b8-4f77-8155-55f939173cf2" providerId="ADAL" clId="{F33F88E0-3380-47C4-AFDE-F1AC050ADA82}" dt="2026-01-25T16:08:11.094" v="9470" actId="790"/>
          <ac:spMkLst>
            <pc:docMk/>
            <pc:sldMk cId="4118864644" sldId="444"/>
            <ac:spMk id="29" creationId="{00000000-0000-0000-0000-000000000000}"/>
          </ac:spMkLst>
        </pc:spChg>
        <pc:spChg chg="mod">
          <ac:chgData name="Yash Jadhav" userId="535c3d6d-72b8-4f77-8155-55f939173cf2" providerId="ADAL" clId="{F33F88E0-3380-47C4-AFDE-F1AC050ADA82}" dt="2026-01-25T16:08:11.097" v="9471" actId="790"/>
          <ac:spMkLst>
            <pc:docMk/>
            <pc:sldMk cId="4118864644" sldId="444"/>
            <ac:spMk id="30" creationId="{00000000-0000-0000-0000-000000000000}"/>
          </ac:spMkLst>
        </pc:spChg>
        <pc:spChg chg="mod">
          <ac:chgData name="Yash Jadhav" userId="535c3d6d-72b8-4f77-8155-55f939173cf2" providerId="ADAL" clId="{F33F88E0-3380-47C4-AFDE-F1AC050ADA82}" dt="2026-01-25T16:08:11.088" v="9467" actId="790"/>
          <ac:spMkLst>
            <pc:docMk/>
            <pc:sldMk cId="4118864644" sldId="444"/>
            <ac:spMk id="32" creationId="{00000000-0000-0000-0000-000000000000}"/>
          </ac:spMkLst>
        </pc:spChg>
        <pc:spChg chg="mod">
          <ac:chgData name="Yash Jadhav" userId="535c3d6d-72b8-4f77-8155-55f939173cf2" providerId="ADAL" clId="{F33F88E0-3380-47C4-AFDE-F1AC050ADA82}" dt="2026-01-25T16:08:11.075" v="9462" actId="790"/>
          <ac:spMkLst>
            <pc:docMk/>
            <pc:sldMk cId="4118864644" sldId="444"/>
            <ac:spMk id="33" creationId="{00000000-0000-0000-0000-000000000000}"/>
          </ac:spMkLst>
        </pc:spChg>
        <pc:spChg chg="mod ord">
          <ac:chgData name="Yash Jadhav" userId="535c3d6d-72b8-4f77-8155-55f939173cf2" providerId="ADAL" clId="{F33F88E0-3380-47C4-AFDE-F1AC050ADA82}" dt="2026-01-25T16:09:15.875" v="10168" actId="700"/>
          <ac:spMkLst>
            <pc:docMk/>
            <pc:sldMk cId="4118864644" sldId="444"/>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80528694" sldId="445"/>
        </pc:sldMkLst>
        <pc:spChg chg="mod">
          <ac:chgData name="Yash Jadhav" userId="535c3d6d-72b8-4f77-8155-55f939173cf2" providerId="ADAL" clId="{F33F88E0-3380-47C4-AFDE-F1AC050ADA82}" dt="2026-01-25T16:08:12.989" v="9490" actId="790"/>
          <ac:spMkLst>
            <pc:docMk/>
            <pc:sldMk cId="80528694" sldId="445"/>
            <ac:spMk id="2" creationId="{D8B911F1-F0FF-32C6-6E06-080F6F384191}"/>
          </ac:spMkLst>
        </pc:spChg>
        <pc:spChg chg="mod">
          <ac:chgData name="Yash Jadhav" userId="535c3d6d-72b8-4f77-8155-55f939173cf2" providerId="ADAL" clId="{F33F88E0-3380-47C4-AFDE-F1AC050ADA82}" dt="2026-01-25T16:08:12.992" v="9491" actId="790"/>
          <ac:spMkLst>
            <pc:docMk/>
            <pc:sldMk cId="80528694" sldId="445"/>
            <ac:spMk id="3" creationId="{34683846-C6EE-4640-3865-E4CE351595B7}"/>
          </ac:spMkLst>
        </pc:spChg>
        <pc:spChg chg="mod">
          <ac:chgData name="Yash Jadhav" userId="535c3d6d-72b8-4f77-8155-55f939173cf2" providerId="ADAL" clId="{F33F88E0-3380-47C4-AFDE-F1AC050ADA82}" dt="2026-01-25T16:08:12.998" v="9492" actId="790"/>
          <ac:spMkLst>
            <pc:docMk/>
            <pc:sldMk cId="80528694" sldId="445"/>
            <ac:spMk id="5" creationId="{13ABAFEA-1FE7-A591-3896-D904F8D23186}"/>
          </ac:spMkLst>
        </pc:spChg>
        <pc:spChg chg="mod">
          <ac:chgData name="Yash Jadhav" userId="535c3d6d-72b8-4f77-8155-55f939173cf2" providerId="ADAL" clId="{F33F88E0-3380-47C4-AFDE-F1AC050ADA82}" dt="2026-01-25T16:08:13" v="9493" actId="790"/>
          <ac:spMkLst>
            <pc:docMk/>
            <pc:sldMk cId="80528694" sldId="445"/>
            <ac:spMk id="6" creationId="{02DA0CF3-FCE7-B83F-F685-6F6E08BBAE3B}"/>
          </ac:spMkLst>
        </pc:spChg>
        <pc:spChg chg="mod">
          <ac:chgData name="Yash Jadhav" userId="535c3d6d-72b8-4f77-8155-55f939173cf2" providerId="ADAL" clId="{F33F88E0-3380-47C4-AFDE-F1AC050ADA82}" dt="2026-01-25T16:08:13.002" v="9494" actId="790"/>
          <ac:spMkLst>
            <pc:docMk/>
            <pc:sldMk cId="80528694" sldId="445"/>
            <ac:spMk id="8" creationId="{521E85FF-43D7-2399-BA79-5A18D2D81E77}"/>
          </ac:spMkLst>
        </pc:spChg>
        <pc:spChg chg="mod">
          <ac:chgData name="Yash Jadhav" userId="535c3d6d-72b8-4f77-8155-55f939173cf2" providerId="ADAL" clId="{F33F88E0-3380-47C4-AFDE-F1AC050ADA82}" dt="2026-01-25T16:08:13.004" v="9495" actId="790"/>
          <ac:spMkLst>
            <pc:docMk/>
            <pc:sldMk cId="80528694" sldId="445"/>
            <ac:spMk id="9" creationId="{86FA36D7-6512-F466-3F0A-0D366FC04835}"/>
          </ac:spMkLst>
        </pc:spChg>
        <pc:spChg chg="mod">
          <ac:chgData name="Yash Jadhav" userId="535c3d6d-72b8-4f77-8155-55f939173cf2" providerId="ADAL" clId="{F33F88E0-3380-47C4-AFDE-F1AC050ADA82}" dt="2026-01-25T16:08:13.006" v="9496" actId="790"/>
          <ac:spMkLst>
            <pc:docMk/>
            <pc:sldMk cId="80528694" sldId="445"/>
            <ac:spMk id="10" creationId="{67A50694-33E6-6647-787B-967FCDD108B0}"/>
          </ac:spMkLst>
        </pc:spChg>
        <pc:spChg chg="mod ord">
          <ac:chgData name="Yash Jadhav" userId="535c3d6d-72b8-4f77-8155-55f939173cf2" providerId="ADAL" clId="{F33F88E0-3380-47C4-AFDE-F1AC050ADA82}" dt="2026-01-25T16:09:15.875" v="10168" actId="700"/>
          <ac:spMkLst>
            <pc:docMk/>
            <pc:sldMk cId="80528694" sldId="445"/>
            <ac:spMk id="19" creationId="{00000000-0000-0000-0000-000000000000}"/>
          </ac:spMkLst>
        </pc:spChg>
        <pc:spChg chg="mod">
          <ac:chgData name="Yash Jadhav" userId="535c3d6d-72b8-4f77-8155-55f939173cf2" providerId="ADAL" clId="{F33F88E0-3380-47C4-AFDE-F1AC050ADA82}" dt="2026-01-25T16:08:12.957" v="9485" actId="790"/>
          <ac:spMkLst>
            <pc:docMk/>
            <pc:sldMk cId="80528694" sldId="445"/>
            <ac:spMk id="32" creationId="{23C5887F-CB64-44C1-B732-90D7B305F5DB}"/>
          </ac:spMkLst>
        </pc:spChg>
        <pc:spChg chg="mod">
          <ac:chgData name="Yash Jadhav" userId="535c3d6d-72b8-4f77-8155-55f939173cf2" providerId="ADAL" clId="{F33F88E0-3380-47C4-AFDE-F1AC050ADA82}" dt="2026-01-25T16:08:12.965" v="9486" actId="790"/>
          <ac:spMkLst>
            <pc:docMk/>
            <pc:sldMk cId="80528694" sldId="445"/>
            <ac:spMk id="33" creationId="{6B2444C0-E013-45F6-850F-0234F89C47B9}"/>
          </ac:spMkLst>
        </pc:spChg>
        <pc:spChg chg="mod">
          <ac:chgData name="Yash Jadhav" userId="535c3d6d-72b8-4f77-8155-55f939173cf2" providerId="ADAL" clId="{F33F88E0-3380-47C4-AFDE-F1AC050ADA82}" dt="2026-01-25T16:08:12.972" v="9487" actId="790"/>
          <ac:spMkLst>
            <pc:docMk/>
            <pc:sldMk cId="80528694" sldId="445"/>
            <ac:spMk id="39" creationId="{FED3AC05-D151-4A56-BD58-8DBDDDFCCF08}"/>
          </ac:spMkLst>
        </pc:spChg>
        <pc:spChg chg="mod">
          <ac:chgData name="Yash Jadhav" userId="535c3d6d-72b8-4f77-8155-55f939173cf2" providerId="ADAL" clId="{F33F88E0-3380-47C4-AFDE-F1AC050ADA82}" dt="2026-01-25T16:08:12.980" v="9488" actId="790"/>
          <ac:spMkLst>
            <pc:docMk/>
            <pc:sldMk cId="80528694" sldId="445"/>
            <ac:spMk id="49" creationId="{8836B703-50F7-427F-BCC9-00D5B6BEFA0E}"/>
          </ac:spMkLst>
        </pc:spChg>
        <pc:spChg chg="mod">
          <ac:chgData name="Yash Jadhav" userId="535c3d6d-72b8-4f77-8155-55f939173cf2" providerId="ADAL" clId="{F33F88E0-3380-47C4-AFDE-F1AC050ADA82}" dt="2026-01-25T16:08:12.984" v="9489" actId="790"/>
          <ac:spMkLst>
            <pc:docMk/>
            <pc:sldMk cId="80528694" sldId="445"/>
            <ac:spMk id="50" creationId="{3A535391-42CE-47E2-B6A1-A6F6FB68DE83}"/>
          </ac:spMkLst>
        </pc:spChg>
      </pc:sldChg>
      <pc:sldChg chg="modSp add mod modClrScheme chgLayout modNotes">
        <pc:chgData name="Yash Jadhav" userId="535c3d6d-72b8-4f77-8155-55f939173cf2" providerId="ADAL" clId="{F33F88E0-3380-47C4-AFDE-F1AC050ADA82}" dt="2026-01-25T16:09:16.245" v="10173" actId="27636"/>
        <pc:sldMkLst>
          <pc:docMk/>
          <pc:sldMk cId="1541133146" sldId="446"/>
        </pc:sldMkLst>
        <pc:spChg chg="mod ord">
          <ac:chgData name="Yash Jadhav" userId="535c3d6d-72b8-4f77-8155-55f939173cf2" providerId="ADAL" clId="{F33F88E0-3380-47C4-AFDE-F1AC050ADA82}" dt="2026-01-25T16:09:16.245" v="10173" actId="27636"/>
          <ac:spMkLst>
            <pc:docMk/>
            <pc:sldMk cId="1541133146" sldId="446"/>
            <ac:spMk id="2" creationId="{00000000-0000-0000-0000-000000000000}"/>
          </ac:spMkLst>
        </pc:spChg>
        <pc:spChg chg="mod">
          <ac:chgData name="Yash Jadhav" userId="535c3d6d-72b8-4f77-8155-55f939173cf2" providerId="ADAL" clId="{F33F88E0-3380-47C4-AFDE-F1AC050ADA82}" dt="2026-01-25T16:08:14.483" v="9502" actId="790"/>
          <ac:spMkLst>
            <pc:docMk/>
            <pc:sldMk cId="1541133146" sldId="446"/>
            <ac:spMk id="5" creationId="{00000000-0000-0000-0000-000000000000}"/>
          </ac:spMkLst>
        </pc:spChg>
        <pc:spChg chg="mod">
          <ac:chgData name="Yash Jadhav" userId="535c3d6d-72b8-4f77-8155-55f939173cf2" providerId="ADAL" clId="{F33F88E0-3380-47C4-AFDE-F1AC050ADA82}" dt="2026-01-25T16:08:14.486" v="9503" actId="790"/>
          <ac:spMkLst>
            <pc:docMk/>
            <pc:sldMk cId="1541133146" sldId="446"/>
            <ac:spMk id="6" creationId="{00000000-0000-0000-0000-000000000000}"/>
          </ac:spMkLst>
        </pc:spChg>
        <pc:spChg chg="mod">
          <ac:chgData name="Yash Jadhav" userId="535c3d6d-72b8-4f77-8155-55f939173cf2" providerId="ADAL" clId="{F33F88E0-3380-47C4-AFDE-F1AC050ADA82}" dt="2026-01-25T16:08:14.490" v="9504" actId="790"/>
          <ac:spMkLst>
            <pc:docMk/>
            <pc:sldMk cId="1541133146" sldId="446"/>
            <ac:spMk id="7" creationId="{00000000-0000-0000-0000-000000000000}"/>
          </ac:spMkLst>
        </pc:spChg>
        <pc:spChg chg="mod">
          <ac:chgData name="Yash Jadhav" userId="535c3d6d-72b8-4f77-8155-55f939173cf2" providerId="ADAL" clId="{F33F88E0-3380-47C4-AFDE-F1AC050ADA82}" dt="2026-01-25T16:08:14.492" v="9505" actId="790"/>
          <ac:spMkLst>
            <pc:docMk/>
            <pc:sldMk cId="1541133146" sldId="446"/>
            <ac:spMk id="8" creationId="{00000000-0000-0000-0000-000000000000}"/>
          </ac:spMkLst>
        </pc:spChg>
        <pc:spChg chg="mod">
          <ac:chgData name="Yash Jadhav" userId="535c3d6d-72b8-4f77-8155-55f939173cf2" providerId="ADAL" clId="{F33F88E0-3380-47C4-AFDE-F1AC050ADA82}" dt="2026-01-25T16:08:14.497" v="9506" actId="790"/>
          <ac:spMkLst>
            <pc:docMk/>
            <pc:sldMk cId="1541133146" sldId="446"/>
            <ac:spMk id="9" creationId="{00000000-0000-0000-0000-000000000000}"/>
          </ac:spMkLst>
        </pc:spChg>
        <pc:spChg chg="mod">
          <ac:chgData name="Yash Jadhav" userId="535c3d6d-72b8-4f77-8155-55f939173cf2" providerId="ADAL" clId="{F33F88E0-3380-47C4-AFDE-F1AC050ADA82}" dt="2026-01-25T16:08:14.499" v="9507" actId="790"/>
          <ac:spMkLst>
            <pc:docMk/>
            <pc:sldMk cId="1541133146" sldId="446"/>
            <ac:spMk id="10" creationId="{00000000-0000-0000-0000-000000000000}"/>
          </ac:spMkLst>
        </pc:spChg>
        <pc:spChg chg="mod">
          <ac:chgData name="Yash Jadhav" userId="535c3d6d-72b8-4f77-8155-55f939173cf2" providerId="ADAL" clId="{F33F88E0-3380-47C4-AFDE-F1AC050ADA82}" dt="2026-01-25T16:08:14.502" v="9508" actId="790"/>
          <ac:spMkLst>
            <pc:docMk/>
            <pc:sldMk cId="1541133146" sldId="446"/>
            <ac:spMk id="11" creationId="{00000000-0000-0000-0000-000000000000}"/>
          </ac:spMkLst>
        </pc:spChg>
        <pc:spChg chg="mod">
          <ac:chgData name="Yash Jadhav" userId="535c3d6d-72b8-4f77-8155-55f939173cf2" providerId="ADAL" clId="{F33F88E0-3380-47C4-AFDE-F1AC050ADA82}" dt="2026-01-25T16:08:14.520" v="9512" actId="790"/>
          <ac:spMkLst>
            <pc:docMk/>
            <pc:sldMk cId="1541133146" sldId="446"/>
            <ac:spMk id="15" creationId="{00000000-0000-0000-0000-000000000000}"/>
          </ac:spMkLst>
        </pc:spChg>
        <pc:spChg chg="mod">
          <ac:chgData name="Yash Jadhav" userId="535c3d6d-72b8-4f77-8155-55f939173cf2" providerId="ADAL" clId="{F33F88E0-3380-47C4-AFDE-F1AC050ADA82}" dt="2026-01-25T16:08:14.532" v="9513" actId="790"/>
          <ac:spMkLst>
            <pc:docMk/>
            <pc:sldMk cId="1541133146" sldId="446"/>
            <ac:spMk id="16" creationId="{00000000-0000-0000-0000-000000000000}"/>
          </ac:spMkLst>
        </pc:spChg>
        <pc:spChg chg="mod">
          <ac:chgData name="Yash Jadhav" userId="535c3d6d-72b8-4f77-8155-55f939173cf2" providerId="ADAL" clId="{F33F88E0-3380-47C4-AFDE-F1AC050ADA82}" dt="2026-01-25T16:08:14.541" v="9514" actId="790"/>
          <ac:spMkLst>
            <pc:docMk/>
            <pc:sldMk cId="1541133146" sldId="446"/>
            <ac:spMk id="17" creationId="{00000000-0000-0000-0000-000000000000}"/>
          </ac:spMkLst>
        </pc:spChg>
        <pc:spChg chg="mod">
          <ac:chgData name="Yash Jadhav" userId="535c3d6d-72b8-4f77-8155-55f939173cf2" providerId="ADAL" clId="{F33F88E0-3380-47C4-AFDE-F1AC050ADA82}" dt="2026-01-25T16:08:14.552" v="9515" actId="790"/>
          <ac:spMkLst>
            <pc:docMk/>
            <pc:sldMk cId="1541133146" sldId="446"/>
            <ac:spMk id="18" creationId="{00000000-0000-0000-0000-000000000000}"/>
          </ac:spMkLst>
        </pc:spChg>
        <pc:spChg chg="mod">
          <ac:chgData name="Yash Jadhav" userId="535c3d6d-72b8-4f77-8155-55f939173cf2" providerId="ADAL" clId="{F33F88E0-3380-47C4-AFDE-F1AC050ADA82}" dt="2026-01-25T16:08:14.561" v="9516" actId="790"/>
          <ac:spMkLst>
            <pc:docMk/>
            <pc:sldMk cId="1541133146" sldId="446"/>
            <ac:spMk id="19" creationId="{00000000-0000-0000-0000-000000000000}"/>
          </ac:spMkLst>
        </pc:spChg>
        <pc:spChg chg="mod">
          <ac:chgData name="Yash Jadhav" userId="535c3d6d-72b8-4f77-8155-55f939173cf2" providerId="ADAL" clId="{F33F88E0-3380-47C4-AFDE-F1AC050ADA82}" dt="2026-01-25T16:08:14.504" v="9509" actId="790"/>
          <ac:spMkLst>
            <pc:docMk/>
            <pc:sldMk cId="1541133146" sldId="446"/>
            <ac:spMk id="20" creationId="{00000000-0000-0000-0000-000000000000}"/>
          </ac:spMkLst>
        </pc:spChg>
        <pc:spChg chg="mod">
          <ac:chgData name="Yash Jadhav" userId="535c3d6d-72b8-4f77-8155-55f939173cf2" providerId="ADAL" clId="{F33F88E0-3380-47C4-AFDE-F1AC050ADA82}" dt="2026-01-25T16:08:14.506" v="9510" actId="790"/>
          <ac:spMkLst>
            <pc:docMk/>
            <pc:sldMk cId="1541133146" sldId="446"/>
            <ac:spMk id="21" creationId="{00000000-0000-0000-0000-000000000000}"/>
          </ac:spMkLst>
        </pc:spChg>
        <pc:spChg chg="mod">
          <ac:chgData name="Yash Jadhav" userId="535c3d6d-72b8-4f77-8155-55f939173cf2" providerId="ADAL" clId="{F33F88E0-3380-47C4-AFDE-F1AC050ADA82}" dt="2026-01-25T16:08:14.509" v="9511" actId="790"/>
          <ac:spMkLst>
            <pc:docMk/>
            <pc:sldMk cId="1541133146" sldId="446"/>
            <ac:spMk id="22" creationId="{00000000-0000-0000-0000-000000000000}"/>
          </ac:spMkLst>
        </pc:spChg>
        <pc:spChg chg="mod">
          <ac:chgData name="Yash Jadhav" userId="535c3d6d-72b8-4f77-8155-55f939173cf2" providerId="ADAL" clId="{F33F88E0-3380-47C4-AFDE-F1AC050ADA82}" dt="2026-01-25T16:08:14.563" v="9517"/>
          <ac:spMkLst>
            <pc:docMk/>
            <pc:sldMk cId="1541133146" sldId="44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89507063" sldId="447"/>
        </pc:sldMkLst>
        <pc:spChg chg="mod ord">
          <ac:chgData name="Yash Jadhav" userId="535c3d6d-72b8-4f77-8155-55f939173cf2" providerId="ADAL" clId="{F33F88E0-3380-47C4-AFDE-F1AC050ADA82}" dt="2026-01-25T16:09:15.875" v="10168" actId="700"/>
          <ac:spMkLst>
            <pc:docMk/>
            <pc:sldMk cId="589507063" sldId="447"/>
            <ac:spMk id="2" creationId="{00000000-0000-0000-0000-000000000000}"/>
          </ac:spMkLst>
        </pc:spChg>
        <pc:spChg chg="mod">
          <ac:chgData name="Yash Jadhav" userId="535c3d6d-72b8-4f77-8155-55f939173cf2" providerId="ADAL" clId="{F33F88E0-3380-47C4-AFDE-F1AC050ADA82}" dt="2026-01-25T16:08:17.113" v="9524" actId="790"/>
          <ac:spMkLst>
            <pc:docMk/>
            <pc:sldMk cId="589507063" sldId="447"/>
            <ac:spMk id="4" creationId="{00000000-0000-0000-0000-000000000000}"/>
          </ac:spMkLst>
        </pc:spChg>
        <pc:spChg chg="mod">
          <ac:chgData name="Yash Jadhav" userId="535c3d6d-72b8-4f77-8155-55f939173cf2" providerId="ADAL" clId="{F33F88E0-3380-47C4-AFDE-F1AC050ADA82}" dt="2026-01-25T16:08:17.115" v="9525" actId="790"/>
          <ac:spMkLst>
            <pc:docMk/>
            <pc:sldMk cId="589507063" sldId="447"/>
            <ac:spMk id="5" creationId="{00000000-0000-0000-0000-000000000000}"/>
          </ac:spMkLst>
        </pc:spChg>
        <pc:spChg chg="mod">
          <ac:chgData name="Yash Jadhav" userId="535c3d6d-72b8-4f77-8155-55f939173cf2" providerId="ADAL" clId="{F33F88E0-3380-47C4-AFDE-F1AC050ADA82}" dt="2026-01-25T16:08:17.118" v="9526" actId="790"/>
          <ac:spMkLst>
            <pc:docMk/>
            <pc:sldMk cId="589507063" sldId="447"/>
            <ac:spMk id="6" creationId="{00000000-0000-0000-0000-000000000000}"/>
          </ac:spMkLst>
        </pc:spChg>
        <pc:spChg chg="mod">
          <ac:chgData name="Yash Jadhav" userId="535c3d6d-72b8-4f77-8155-55f939173cf2" providerId="ADAL" clId="{F33F88E0-3380-47C4-AFDE-F1AC050ADA82}" dt="2026-01-25T16:08:17.121" v="9527" actId="790"/>
          <ac:spMkLst>
            <pc:docMk/>
            <pc:sldMk cId="589507063" sldId="447"/>
            <ac:spMk id="7" creationId="{00000000-0000-0000-0000-000000000000}"/>
          </ac:spMkLst>
        </pc:spChg>
        <pc:spChg chg="mod">
          <ac:chgData name="Yash Jadhav" userId="535c3d6d-72b8-4f77-8155-55f939173cf2" providerId="ADAL" clId="{F33F88E0-3380-47C4-AFDE-F1AC050ADA82}" dt="2026-01-25T16:08:17.124" v="9528" actId="790"/>
          <ac:spMkLst>
            <pc:docMk/>
            <pc:sldMk cId="589507063" sldId="447"/>
            <ac:spMk id="8" creationId="{00000000-0000-0000-0000-000000000000}"/>
          </ac:spMkLst>
        </pc:spChg>
        <pc:spChg chg="mod">
          <ac:chgData name="Yash Jadhav" userId="535c3d6d-72b8-4f77-8155-55f939173cf2" providerId="ADAL" clId="{F33F88E0-3380-47C4-AFDE-F1AC050ADA82}" dt="2026-01-25T16:08:17.127" v="9529" actId="790"/>
          <ac:spMkLst>
            <pc:docMk/>
            <pc:sldMk cId="589507063" sldId="447"/>
            <ac:spMk id="9" creationId="{00000000-0000-0000-0000-000000000000}"/>
          </ac:spMkLst>
        </pc:spChg>
        <pc:spChg chg="mod">
          <ac:chgData name="Yash Jadhav" userId="535c3d6d-72b8-4f77-8155-55f939173cf2" providerId="ADAL" clId="{F33F88E0-3380-47C4-AFDE-F1AC050ADA82}" dt="2026-01-25T16:08:17.131" v="9530" actId="790"/>
          <ac:spMkLst>
            <pc:docMk/>
            <pc:sldMk cId="589507063" sldId="447"/>
            <ac:spMk id="12" creationId="{00000000-0000-0000-0000-000000000000}"/>
          </ac:spMkLst>
        </pc:spChg>
        <pc:spChg chg="mod">
          <ac:chgData name="Yash Jadhav" userId="535c3d6d-72b8-4f77-8155-55f939173cf2" providerId="ADAL" clId="{F33F88E0-3380-47C4-AFDE-F1AC050ADA82}" dt="2026-01-25T16:08:17.135" v="9531" actId="790"/>
          <ac:spMkLst>
            <pc:docMk/>
            <pc:sldMk cId="589507063" sldId="447"/>
            <ac:spMk id="15" creationId="{00000000-0000-0000-0000-000000000000}"/>
          </ac:spMkLst>
        </pc:spChg>
        <pc:spChg chg="mod">
          <ac:chgData name="Yash Jadhav" userId="535c3d6d-72b8-4f77-8155-55f939173cf2" providerId="ADAL" clId="{F33F88E0-3380-47C4-AFDE-F1AC050ADA82}" dt="2026-01-25T16:08:17.139" v="9532" actId="790"/>
          <ac:spMkLst>
            <pc:docMk/>
            <pc:sldMk cId="589507063" sldId="447"/>
            <ac:spMk id="17" creationId="{00000000-0000-0000-0000-000000000000}"/>
          </ac:spMkLst>
        </pc:spChg>
        <pc:spChg chg="mod">
          <ac:chgData name="Yash Jadhav" userId="535c3d6d-72b8-4f77-8155-55f939173cf2" providerId="ADAL" clId="{F33F88E0-3380-47C4-AFDE-F1AC050ADA82}" dt="2026-01-25T16:08:17.143" v="9533" actId="790"/>
          <ac:spMkLst>
            <pc:docMk/>
            <pc:sldMk cId="589507063" sldId="447"/>
            <ac:spMk id="19" creationId="{00000000-0000-0000-0000-000000000000}"/>
          </ac:spMkLst>
        </pc:spChg>
        <pc:spChg chg="mod">
          <ac:chgData name="Yash Jadhav" userId="535c3d6d-72b8-4f77-8155-55f939173cf2" providerId="ADAL" clId="{F33F88E0-3380-47C4-AFDE-F1AC050ADA82}" dt="2026-01-25T16:08:17.147" v="9534" actId="790"/>
          <ac:spMkLst>
            <pc:docMk/>
            <pc:sldMk cId="589507063" sldId="447"/>
            <ac:spMk id="21" creationId="{00000000-0000-0000-0000-000000000000}"/>
          </ac:spMkLst>
        </pc:spChg>
        <pc:spChg chg="mod">
          <ac:chgData name="Yash Jadhav" userId="535c3d6d-72b8-4f77-8155-55f939173cf2" providerId="ADAL" clId="{F33F88E0-3380-47C4-AFDE-F1AC050ADA82}" dt="2026-01-25T16:08:17.151" v="9535" actId="790"/>
          <ac:spMkLst>
            <pc:docMk/>
            <pc:sldMk cId="589507063" sldId="447"/>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567983663" sldId="448"/>
        </pc:sldMkLst>
        <pc:spChg chg="mod ord">
          <ac:chgData name="Yash Jadhav" userId="535c3d6d-72b8-4f77-8155-55f939173cf2" providerId="ADAL" clId="{F33F88E0-3380-47C4-AFDE-F1AC050ADA82}" dt="2026-01-25T16:09:15.875" v="10168" actId="700"/>
          <ac:spMkLst>
            <pc:docMk/>
            <pc:sldMk cId="3567983663" sldId="448"/>
            <ac:spMk id="2" creationId="{C51549BC-8C4F-0462-7708-BCAA175F37D2}"/>
          </ac:spMkLst>
        </pc:spChg>
        <pc:spChg chg="mod">
          <ac:chgData name="Yash Jadhav" userId="535c3d6d-72b8-4f77-8155-55f939173cf2" providerId="ADAL" clId="{F33F88E0-3380-47C4-AFDE-F1AC050ADA82}" dt="2026-01-25T16:08:18.544" v="9541" actId="790"/>
          <ac:spMkLst>
            <pc:docMk/>
            <pc:sldMk cId="3567983663" sldId="448"/>
            <ac:spMk id="3" creationId="{B942E63C-0E70-A17F-3FFE-CC674325DD92}"/>
          </ac:spMkLst>
        </pc:spChg>
        <pc:spChg chg="mod">
          <ac:chgData name="Yash Jadhav" userId="535c3d6d-72b8-4f77-8155-55f939173cf2" providerId="ADAL" clId="{F33F88E0-3380-47C4-AFDE-F1AC050ADA82}" dt="2026-01-25T16:08:18.547" v="9542" actId="790"/>
          <ac:spMkLst>
            <pc:docMk/>
            <pc:sldMk cId="3567983663" sldId="448"/>
            <ac:spMk id="4" creationId="{1E184AE2-2417-1348-3812-604C495BF21F}"/>
          </ac:spMkLst>
        </pc:spChg>
        <pc:spChg chg="mod">
          <ac:chgData name="Yash Jadhav" userId="535c3d6d-72b8-4f77-8155-55f939173cf2" providerId="ADAL" clId="{F33F88E0-3380-47C4-AFDE-F1AC050ADA82}" dt="2026-01-25T16:08:18.551" v="9543" actId="790"/>
          <ac:spMkLst>
            <pc:docMk/>
            <pc:sldMk cId="3567983663" sldId="448"/>
            <ac:spMk id="5" creationId="{064488CF-9997-5642-EF6B-3326C7CFFEE3}"/>
          </ac:spMkLst>
        </pc:spChg>
        <pc:spChg chg="mod">
          <ac:chgData name="Yash Jadhav" userId="535c3d6d-72b8-4f77-8155-55f939173cf2" providerId="ADAL" clId="{F33F88E0-3380-47C4-AFDE-F1AC050ADA82}" dt="2026-01-25T16:08:18.556" v="9544" actId="790"/>
          <ac:spMkLst>
            <pc:docMk/>
            <pc:sldMk cId="3567983663" sldId="448"/>
            <ac:spMk id="6" creationId="{972B5037-56E0-D957-0B4F-DE113F2A2081}"/>
          </ac:spMkLst>
        </pc:spChg>
        <pc:spChg chg="mod">
          <ac:chgData name="Yash Jadhav" userId="535c3d6d-72b8-4f77-8155-55f939173cf2" providerId="ADAL" clId="{F33F88E0-3380-47C4-AFDE-F1AC050ADA82}" dt="2026-01-25T16:08:18.560" v="9545" actId="790"/>
          <ac:spMkLst>
            <pc:docMk/>
            <pc:sldMk cId="3567983663" sldId="448"/>
            <ac:spMk id="7" creationId="{4DE3761F-14F7-EFEB-D0A2-A9EBF5D69050}"/>
          </ac:spMkLst>
        </pc:spChg>
        <pc:spChg chg="mod">
          <ac:chgData name="Yash Jadhav" userId="535c3d6d-72b8-4f77-8155-55f939173cf2" providerId="ADAL" clId="{F33F88E0-3380-47C4-AFDE-F1AC050ADA82}" dt="2026-01-25T16:08:18.564" v="9546" actId="790"/>
          <ac:spMkLst>
            <pc:docMk/>
            <pc:sldMk cId="3567983663" sldId="448"/>
            <ac:spMk id="8" creationId="{DC568023-BA1D-887C-E354-BE93EF746516}"/>
          </ac:spMkLst>
        </pc:spChg>
        <pc:spChg chg="mod">
          <ac:chgData name="Yash Jadhav" userId="535c3d6d-72b8-4f77-8155-55f939173cf2" providerId="ADAL" clId="{F33F88E0-3380-47C4-AFDE-F1AC050ADA82}" dt="2026-01-25T16:08:18.568" v="9547" actId="790"/>
          <ac:spMkLst>
            <pc:docMk/>
            <pc:sldMk cId="3567983663" sldId="448"/>
            <ac:spMk id="9" creationId="{151515FB-E1BE-C4A4-720E-F8B6F3E9C299}"/>
          </ac:spMkLst>
        </pc:spChg>
        <pc:spChg chg="mod">
          <ac:chgData name="Yash Jadhav" userId="535c3d6d-72b8-4f77-8155-55f939173cf2" providerId="ADAL" clId="{F33F88E0-3380-47C4-AFDE-F1AC050ADA82}" dt="2026-01-25T16:08:18.572" v="9548" actId="790"/>
          <ac:spMkLst>
            <pc:docMk/>
            <pc:sldMk cId="3567983663" sldId="448"/>
            <ac:spMk id="10" creationId="{4D7EBF39-8183-C340-CF5C-09C4D23FDE1A}"/>
          </ac:spMkLst>
        </pc:spChg>
        <pc:spChg chg="mod">
          <ac:chgData name="Yash Jadhav" userId="535c3d6d-72b8-4f77-8155-55f939173cf2" providerId="ADAL" clId="{F33F88E0-3380-47C4-AFDE-F1AC050ADA82}" dt="2026-01-25T16:08:18.574" v="9549" actId="790"/>
          <ac:spMkLst>
            <pc:docMk/>
            <pc:sldMk cId="3567983663" sldId="448"/>
            <ac:spMk id="11" creationId="{EBC3C441-427A-FD05-A32E-E70A2BB3A371}"/>
          </ac:spMkLst>
        </pc:spChg>
        <pc:spChg chg="mod">
          <ac:chgData name="Yash Jadhav" userId="535c3d6d-72b8-4f77-8155-55f939173cf2" providerId="ADAL" clId="{F33F88E0-3380-47C4-AFDE-F1AC050ADA82}" dt="2026-01-25T16:08:18.576" v="9550" actId="790"/>
          <ac:spMkLst>
            <pc:docMk/>
            <pc:sldMk cId="3567983663" sldId="448"/>
            <ac:spMk id="12" creationId="{5F1CB398-F57F-8A05-64A3-2F7D653BD3B4}"/>
          </ac:spMkLst>
        </pc:spChg>
        <pc:spChg chg="mod">
          <ac:chgData name="Yash Jadhav" userId="535c3d6d-72b8-4f77-8155-55f939173cf2" providerId="ADAL" clId="{F33F88E0-3380-47C4-AFDE-F1AC050ADA82}" dt="2026-01-25T16:08:18.578" v="9551" actId="790"/>
          <ac:spMkLst>
            <pc:docMk/>
            <pc:sldMk cId="3567983663" sldId="448"/>
            <ac:spMk id="13" creationId="{1C41C972-73D1-598E-BE0A-C27AE9E0A4AE}"/>
          </ac:spMkLst>
        </pc:spChg>
        <pc:spChg chg="mod">
          <ac:chgData name="Yash Jadhav" userId="535c3d6d-72b8-4f77-8155-55f939173cf2" providerId="ADAL" clId="{F33F88E0-3380-47C4-AFDE-F1AC050ADA82}" dt="2026-01-25T16:08:18.581" v="9552" actId="790"/>
          <ac:spMkLst>
            <pc:docMk/>
            <pc:sldMk cId="3567983663" sldId="448"/>
            <ac:spMk id="14" creationId="{D9FFD473-79E4-FDD9-C6AA-8D700C4E5641}"/>
          </ac:spMkLst>
        </pc:spChg>
        <pc:spChg chg="mod">
          <ac:chgData name="Yash Jadhav" userId="535c3d6d-72b8-4f77-8155-55f939173cf2" providerId="ADAL" clId="{F33F88E0-3380-47C4-AFDE-F1AC050ADA82}" dt="2026-01-25T16:08:18.583" v="9553" actId="790"/>
          <ac:spMkLst>
            <pc:docMk/>
            <pc:sldMk cId="3567983663" sldId="448"/>
            <ac:spMk id="15" creationId="{E1D4AD16-0335-E51B-4E15-74A955992A98}"/>
          </ac:spMkLst>
        </pc:spChg>
        <pc:spChg chg="mod">
          <ac:chgData name="Yash Jadhav" userId="535c3d6d-72b8-4f77-8155-55f939173cf2" providerId="ADAL" clId="{F33F88E0-3380-47C4-AFDE-F1AC050ADA82}" dt="2026-01-25T16:08:18.585" v="9554" actId="790"/>
          <ac:spMkLst>
            <pc:docMk/>
            <pc:sldMk cId="3567983663" sldId="448"/>
            <ac:spMk id="16" creationId="{F979CDC4-E582-BBC9-FCF8-64160420BD63}"/>
          </ac:spMkLst>
        </pc:spChg>
        <pc:spChg chg="mod">
          <ac:chgData name="Yash Jadhav" userId="535c3d6d-72b8-4f77-8155-55f939173cf2" providerId="ADAL" clId="{F33F88E0-3380-47C4-AFDE-F1AC050ADA82}" dt="2026-01-25T16:08:18.587" v="9555" actId="790"/>
          <ac:spMkLst>
            <pc:docMk/>
            <pc:sldMk cId="3567983663" sldId="448"/>
            <ac:spMk id="17" creationId="{59A28166-0428-819F-D9EE-0563AFC84D8B}"/>
          </ac:spMkLst>
        </pc:spChg>
        <pc:spChg chg="mod">
          <ac:chgData name="Yash Jadhav" userId="535c3d6d-72b8-4f77-8155-55f939173cf2" providerId="ADAL" clId="{F33F88E0-3380-47C4-AFDE-F1AC050ADA82}" dt="2026-01-25T16:08:18.588" v="9556" actId="790"/>
          <ac:spMkLst>
            <pc:docMk/>
            <pc:sldMk cId="3567983663" sldId="448"/>
            <ac:spMk id="19" creationId="{6C95924E-D145-CD08-94A1-6F61A749CCE5}"/>
          </ac:spMkLst>
        </pc:spChg>
        <pc:spChg chg="mod">
          <ac:chgData name="Yash Jadhav" userId="535c3d6d-72b8-4f77-8155-55f939173cf2" providerId="ADAL" clId="{F33F88E0-3380-47C4-AFDE-F1AC050ADA82}" dt="2026-01-25T16:08:18.590" v="9557" actId="790"/>
          <ac:spMkLst>
            <pc:docMk/>
            <pc:sldMk cId="3567983663" sldId="448"/>
            <ac:spMk id="20" creationId="{9498C8E8-F3C8-F9DB-2437-50A7EF97DEF5}"/>
          </ac:spMkLst>
        </pc:spChg>
        <pc:spChg chg="mod">
          <ac:chgData name="Yash Jadhav" userId="535c3d6d-72b8-4f77-8155-55f939173cf2" providerId="ADAL" clId="{F33F88E0-3380-47C4-AFDE-F1AC050ADA82}" dt="2026-01-25T16:08:18.592" v="9558" actId="790"/>
          <ac:spMkLst>
            <pc:docMk/>
            <pc:sldMk cId="3567983663" sldId="448"/>
            <ac:spMk id="22" creationId="{24780BDB-4AC7-2B32-18D1-93897F47702C}"/>
          </ac:spMkLst>
        </pc:spChg>
        <pc:spChg chg="mod">
          <ac:chgData name="Yash Jadhav" userId="535c3d6d-72b8-4f77-8155-55f939173cf2" providerId="ADAL" clId="{F33F88E0-3380-47C4-AFDE-F1AC050ADA82}" dt="2026-01-25T16:08:18.594" v="9559" actId="790"/>
          <ac:spMkLst>
            <pc:docMk/>
            <pc:sldMk cId="3567983663" sldId="448"/>
            <ac:spMk id="23" creationId="{358D4587-FB1A-D4B1-70BE-ECDBA841E2DB}"/>
          </ac:spMkLst>
        </pc:spChg>
        <pc:spChg chg="mod">
          <ac:chgData name="Yash Jadhav" userId="535c3d6d-72b8-4f77-8155-55f939173cf2" providerId="ADAL" clId="{F33F88E0-3380-47C4-AFDE-F1AC050ADA82}" dt="2026-01-25T16:08:18.596" v="9560" actId="790"/>
          <ac:spMkLst>
            <pc:docMk/>
            <pc:sldMk cId="3567983663" sldId="448"/>
            <ac:spMk id="25" creationId="{93676450-7DA1-CE09-A593-519500DCF910}"/>
          </ac:spMkLst>
        </pc:spChg>
        <pc:spChg chg="mod">
          <ac:chgData name="Yash Jadhav" userId="535c3d6d-72b8-4f77-8155-55f939173cf2" providerId="ADAL" clId="{F33F88E0-3380-47C4-AFDE-F1AC050ADA82}" dt="2026-01-25T16:08:18.599" v="9561" actId="790"/>
          <ac:spMkLst>
            <pc:docMk/>
            <pc:sldMk cId="3567983663" sldId="448"/>
            <ac:spMk id="26" creationId="{93BACA57-CB3B-304F-08F8-9FBBB22CEC3C}"/>
          </ac:spMkLst>
        </pc:spChg>
        <pc:spChg chg="mod">
          <ac:chgData name="Yash Jadhav" userId="535c3d6d-72b8-4f77-8155-55f939173cf2" providerId="ADAL" clId="{F33F88E0-3380-47C4-AFDE-F1AC050ADA82}" dt="2026-01-25T16:08:18.601" v="9562" actId="790"/>
          <ac:spMkLst>
            <pc:docMk/>
            <pc:sldMk cId="3567983663" sldId="448"/>
            <ac:spMk id="28" creationId="{7A0C017C-47EE-F2AB-7A32-71E903AB9B9C}"/>
          </ac:spMkLst>
        </pc:spChg>
        <pc:spChg chg="mod">
          <ac:chgData name="Yash Jadhav" userId="535c3d6d-72b8-4f77-8155-55f939173cf2" providerId="ADAL" clId="{F33F88E0-3380-47C4-AFDE-F1AC050ADA82}" dt="2026-01-25T16:08:18.603" v="9563" actId="790"/>
          <ac:spMkLst>
            <pc:docMk/>
            <pc:sldMk cId="3567983663" sldId="448"/>
            <ac:spMk id="29" creationId="{D73EBC78-340D-3D7B-15C9-5DD8EA8A5B78}"/>
          </ac:spMkLst>
        </pc:spChg>
        <pc:spChg chg="mod">
          <ac:chgData name="Yash Jadhav" userId="535c3d6d-72b8-4f77-8155-55f939173cf2" providerId="ADAL" clId="{F33F88E0-3380-47C4-AFDE-F1AC050ADA82}" dt="2026-01-25T16:08:18.605" v="9564" actId="790"/>
          <ac:spMkLst>
            <pc:docMk/>
            <pc:sldMk cId="3567983663" sldId="448"/>
            <ac:spMk id="31" creationId="{CAEA1E95-C5EF-1A69-2E9F-A69EDA2EBA58}"/>
          </ac:spMkLst>
        </pc:spChg>
        <pc:spChg chg="mod">
          <ac:chgData name="Yash Jadhav" userId="535c3d6d-72b8-4f77-8155-55f939173cf2" providerId="ADAL" clId="{F33F88E0-3380-47C4-AFDE-F1AC050ADA82}" dt="2026-01-25T16:08:18.607" v="9565" actId="790"/>
          <ac:spMkLst>
            <pc:docMk/>
            <pc:sldMk cId="3567983663" sldId="448"/>
            <ac:spMk id="32" creationId="{0DC13ED3-8329-9DC9-7104-67DDF9858C50}"/>
          </ac:spMkLst>
        </pc:spChg>
        <pc:spChg chg="mod">
          <ac:chgData name="Yash Jadhav" userId="535c3d6d-72b8-4f77-8155-55f939173cf2" providerId="ADAL" clId="{F33F88E0-3380-47C4-AFDE-F1AC050ADA82}" dt="2026-01-25T16:08:18.609" v="9566" actId="790"/>
          <ac:spMkLst>
            <pc:docMk/>
            <pc:sldMk cId="3567983663" sldId="448"/>
            <ac:spMk id="33" creationId="{FD4C4778-284C-097B-6D9F-F55B21000EB4}"/>
          </ac:spMkLst>
        </pc:spChg>
        <pc:spChg chg="mod">
          <ac:chgData name="Yash Jadhav" userId="535c3d6d-72b8-4f77-8155-55f939173cf2" providerId="ADAL" clId="{F33F88E0-3380-47C4-AFDE-F1AC050ADA82}" dt="2026-01-25T16:08:18.611" v="9567" actId="790"/>
          <ac:spMkLst>
            <pc:docMk/>
            <pc:sldMk cId="3567983663" sldId="448"/>
            <ac:spMk id="34" creationId="{E70EEE2D-0B1A-B21A-39C9-9EA915955F91}"/>
          </ac:spMkLst>
        </pc:spChg>
        <pc:spChg chg="mod">
          <ac:chgData name="Yash Jadhav" userId="535c3d6d-72b8-4f77-8155-55f939173cf2" providerId="ADAL" clId="{F33F88E0-3380-47C4-AFDE-F1AC050ADA82}" dt="2026-01-25T16:08:18.613" v="9568" actId="790"/>
          <ac:spMkLst>
            <pc:docMk/>
            <pc:sldMk cId="3567983663" sldId="448"/>
            <ac:spMk id="35" creationId="{B2041F54-ACD0-01E7-CC16-56B58762562C}"/>
          </ac:spMkLst>
        </pc:spChg>
        <pc:spChg chg="mod">
          <ac:chgData name="Yash Jadhav" userId="535c3d6d-72b8-4f77-8155-55f939173cf2" providerId="ADAL" clId="{F33F88E0-3380-47C4-AFDE-F1AC050ADA82}" dt="2026-01-25T16:08:18.616" v="9569" actId="790"/>
          <ac:spMkLst>
            <pc:docMk/>
            <pc:sldMk cId="3567983663" sldId="448"/>
            <ac:spMk id="36" creationId="{E50FD4BF-4212-9AAB-410B-626598106CF4}"/>
          </ac:spMkLst>
        </pc:spChg>
        <pc:spChg chg="mod">
          <ac:chgData name="Yash Jadhav" userId="535c3d6d-72b8-4f77-8155-55f939173cf2" providerId="ADAL" clId="{F33F88E0-3380-47C4-AFDE-F1AC050ADA82}" dt="2026-01-25T16:08:18.618" v="9570" actId="790"/>
          <ac:spMkLst>
            <pc:docMk/>
            <pc:sldMk cId="3567983663" sldId="448"/>
            <ac:spMk id="57" creationId="{8AAB0EAF-9D0E-7A26-DE52-FD9D1D942A03}"/>
          </ac:spMkLst>
        </pc:spChg>
        <pc:spChg chg="mod">
          <ac:chgData name="Yash Jadhav" userId="535c3d6d-72b8-4f77-8155-55f939173cf2" providerId="ADAL" clId="{F33F88E0-3380-47C4-AFDE-F1AC050ADA82}" dt="2026-01-25T16:08:18.621" v="9571" actId="790"/>
          <ac:spMkLst>
            <pc:docMk/>
            <pc:sldMk cId="3567983663" sldId="448"/>
            <ac:spMk id="58" creationId="{CB65DC54-5853-A628-92D4-83C161006997}"/>
          </ac:spMkLst>
        </pc:spChg>
        <pc:spChg chg="mod">
          <ac:chgData name="Yash Jadhav" userId="535c3d6d-72b8-4f77-8155-55f939173cf2" providerId="ADAL" clId="{F33F88E0-3380-47C4-AFDE-F1AC050ADA82}" dt="2026-01-25T16:08:18.623" v="9572" actId="790"/>
          <ac:spMkLst>
            <pc:docMk/>
            <pc:sldMk cId="3567983663" sldId="448"/>
            <ac:spMk id="76" creationId="{DCDE0616-FF02-BE84-3719-38ED5F78FCCE}"/>
          </ac:spMkLst>
        </pc:spChg>
        <pc:spChg chg="mod">
          <ac:chgData name="Yash Jadhav" userId="535c3d6d-72b8-4f77-8155-55f939173cf2" providerId="ADAL" clId="{F33F88E0-3380-47C4-AFDE-F1AC050ADA82}" dt="2026-01-25T16:08:18.624" v="9573" actId="790"/>
          <ac:spMkLst>
            <pc:docMk/>
            <pc:sldMk cId="3567983663" sldId="448"/>
            <ac:spMk id="77" creationId="{66723B9F-1F29-F459-9C20-410FDAA81A33}"/>
          </ac:spMkLst>
        </pc:spChg>
        <pc:spChg chg="mod">
          <ac:chgData name="Yash Jadhav" userId="535c3d6d-72b8-4f77-8155-55f939173cf2" providerId="ADAL" clId="{F33F88E0-3380-47C4-AFDE-F1AC050ADA82}" dt="2026-01-25T16:08:18.626" v="9574" actId="790"/>
          <ac:spMkLst>
            <pc:docMk/>
            <pc:sldMk cId="3567983663" sldId="448"/>
            <ac:spMk id="78" creationId="{95A9E251-91BE-A1E7-B5C1-DC29E3F8C4D9}"/>
          </ac:spMkLst>
        </pc:spChg>
        <pc:spChg chg="mod">
          <ac:chgData name="Yash Jadhav" userId="535c3d6d-72b8-4f77-8155-55f939173cf2" providerId="ADAL" clId="{F33F88E0-3380-47C4-AFDE-F1AC050ADA82}" dt="2026-01-25T16:08:18.628" v="9575" actId="790"/>
          <ac:spMkLst>
            <pc:docMk/>
            <pc:sldMk cId="3567983663" sldId="448"/>
            <ac:spMk id="79" creationId="{6E15284F-BAE5-CE58-1C77-2C0B2D16DA11}"/>
          </ac:spMkLst>
        </pc:spChg>
        <pc:spChg chg="mod">
          <ac:chgData name="Yash Jadhav" userId="535c3d6d-72b8-4f77-8155-55f939173cf2" providerId="ADAL" clId="{F33F88E0-3380-47C4-AFDE-F1AC050ADA82}" dt="2026-01-25T16:08:18.630" v="9576" actId="790"/>
          <ac:spMkLst>
            <pc:docMk/>
            <pc:sldMk cId="3567983663" sldId="448"/>
            <ac:spMk id="80" creationId="{86482108-C103-11E4-A7F7-DB59FDE21008}"/>
          </ac:spMkLst>
        </pc:spChg>
        <pc:spChg chg="mod">
          <ac:chgData name="Yash Jadhav" userId="535c3d6d-72b8-4f77-8155-55f939173cf2" providerId="ADAL" clId="{F33F88E0-3380-47C4-AFDE-F1AC050ADA82}" dt="2026-01-25T16:08:18.632" v="9577" actId="790"/>
          <ac:spMkLst>
            <pc:docMk/>
            <pc:sldMk cId="3567983663" sldId="448"/>
            <ac:spMk id="81" creationId="{1B12C4F9-349C-03B1-789E-396DB79FC4B6}"/>
          </ac:spMkLst>
        </pc:spChg>
        <pc:spChg chg="mod">
          <ac:chgData name="Yash Jadhav" userId="535c3d6d-72b8-4f77-8155-55f939173cf2" providerId="ADAL" clId="{F33F88E0-3380-47C4-AFDE-F1AC050ADA82}" dt="2026-01-25T16:08:18.634" v="9578" actId="790"/>
          <ac:spMkLst>
            <pc:docMk/>
            <pc:sldMk cId="3567983663" sldId="448"/>
            <ac:spMk id="82" creationId="{90F3F2A3-F5D3-F645-D706-32D29C87ECFB}"/>
          </ac:spMkLst>
        </pc:spChg>
        <pc:spChg chg="mod">
          <ac:chgData name="Yash Jadhav" userId="535c3d6d-72b8-4f77-8155-55f939173cf2" providerId="ADAL" clId="{F33F88E0-3380-47C4-AFDE-F1AC050ADA82}" dt="2026-01-25T16:08:18.636" v="9579" actId="790"/>
          <ac:spMkLst>
            <pc:docMk/>
            <pc:sldMk cId="3567983663" sldId="448"/>
            <ac:spMk id="83" creationId="{2201CAF4-C0D6-4B8D-F789-8F2C72C51A3A}"/>
          </ac:spMkLst>
        </pc:spChg>
        <pc:spChg chg="mod">
          <ac:chgData name="Yash Jadhav" userId="535c3d6d-72b8-4f77-8155-55f939173cf2" providerId="ADAL" clId="{F33F88E0-3380-47C4-AFDE-F1AC050ADA82}" dt="2026-01-25T16:08:18.638" v="9580" actId="790"/>
          <ac:spMkLst>
            <pc:docMk/>
            <pc:sldMk cId="3567983663" sldId="448"/>
            <ac:spMk id="84" creationId="{F441F936-F337-1567-A2F9-65A0E0D70E9E}"/>
          </ac:spMkLst>
        </pc:spChg>
        <pc:spChg chg="mod">
          <ac:chgData name="Yash Jadhav" userId="535c3d6d-72b8-4f77-8155-55f939173cf2" providerId="ADAL" clId="{F33F88E0-3380-47C4-AFDE-F1AC050ADA82}" dt="2026-01-25T16:08:18.640" v="9581" actId="790"/>
          <ac:spMkLst>
            <pc:docMk/>
            <pc:sldMk cId="3567983663" sldId="448"/>
            <ac:spMk id="85" creationId="{739CF763-3A9E-640D-1DC9-2C28D43FEAE9}"/>
          </ac:spMkLst>
        </pc:spChg>
        <pc:spChg chg="mod">
          <ac:chgData name="Yash Jadhav" userId="535c3d6d-72b8-4f77-8155-55f939173cf2" providerId="ADAL" clId="{F33F88E0-3380-47C4-AFDE-F1AC050ADA82}" dt="2026-01-25T16:08:18.641" v="9582" actId="790"/>
          <ac:spMkLst>
            <pc:docMk/>
            <pc:sldMk cId="3567983663" sldId="448"/>
            <ac:spMk id="86" creationId="{66A0736B-7F25-38E4-78AC-88325BE5D373}"/>
          </ac:spMkLst>
        </pc:spChg>
        <pc:spChg chg="mod">
          <ac:chgData name="Yash Jadhav" userId="535c3d6d-72b8-4f77-8155-55f939173cf2" providerId="ADAL" clId="{F33F88E0-3380-47C4-AFDE-F1AC050ADA82}" dt="2026-01-25T16:08:18.644" v="9583" actId="790"/>
          <ac:spMkLst>
            <pc:docMk/>
            <pc:sldMk cId="3567983663" sldId="448"/>
            <ac:spMk id="87" creationId="{498B1BE9-6BD5-17BF-A386-E541A8EDBD56}"/>
          </ac:spMkLst>
        </pc:spChg>
        <pc:spChg chg="mod">
          <ac:chgData name="Yash Jadhav" userId="535c3d6d-72b8-4f77-8155-55f939173cf2" providerId="ADAL" clId="{F33F88E0-3380-47C4-AFDE-F1AC050ADA82}" dt="2026-01-25T16:08:18.646" v="9584" actId="790"/>
          <ac:spMkLst>
            <pc:docMk/>
            <pc:sldMk cId="3567983663" sldId="448"/>
            <ac:spMk id="88" creationId="{34D94479-E981-F6BE-591D-99EB1B09DAFC}"/>
          </ac:spMkLst>
        </pc:spChg>
        <pc:spChg chg="mod">
          <ac:chgData name="Yash Jadhav" userId="535c3d6d-72b8-4f77-8155-55f939173cf2" providerId="ADAL" clId="{F33F88E0-3380-47C4-AFDE-F1AC050ADA82}" dt="2026-01-25T16:08:18.648" v="9585" actId="790"/>
          <ac:spMkLst>
            <pc:docMk/>
            <pc:sldMk cId="3567983663" sldId="448"/>
            <ac:spMk id="89" creationId="{8F940841-2841-8262-BE94-7BFC13ED3077}"/>
          </ac:spMkLst>
        </pc:spChg>
        <pc:spChg chg="mod">
          <ac:chgData name="Yash Jadhav" userId="535c3d6d-72b8-4f77-8155-55f939173cf2" providerId="ADAL" clId="{F33F88E0-3380-47C4-AFDE-F1AC050ADA82}" dt="2026-01-25T16:08:18.651" v="9586" actId="790"/>
          <ac:spMkLst>
            <pc:docMk/>
            <pc:sldMk cId="3567983663" sldId="448"/>
            <ac:spMk id="90" creationId="{C90FCCDB-F1C3-4343-BE40-FCD4147CBD4C}"/>
          </ac:spMkLst>
        </pc:spChg>
        <pc:spChg chg="mod">
          <ac:chgData name="Yash Jadhav" userId="535c3d6d-72b8-4f77-8155-55f939173cf2" providerId="ADAL" clId="{F33F88E0-3380-47C4-AFDE-F1AC050ADA82}" dt="2026-01-25T16:08:18.653" v="9587" actId="790"/>
          <ac:spMkLst>
            <pc:docMk/>
            <pc:sldMk cId="3567983663" sldId="448"/>
            <ac:spMk id="91" creationId="{5229A4B5-5FD7-F94D-6DAF-129506ED18D3}"/>
          </ac:spMkLst>
        </pc:spChg>
        <pc:spChg chg="mod">
          <ac:chgData name="Yash Jadhav" userId="535c3d6d-72b8-4f77-8155-55f939173cf2" providerId="ADAL" clId="{F33F88E0-3380-47C4-AFDE-F1AC050ADA82}" dt="2026-01-25T16:08:18.655" v="9588" actId="790"/>
          <ac:spMkLst>
            <pc:docMk/>
            <pc:sldMk cId="3567983663" sldId="448"/>
            <ac:spMk id="92" creationId="{7DD8A353-9734-7DCA-5116-B222170E240A}"/>
          </ac:spMkLst>
        </pc:spChg>
        <pc:spChg chg="mod">
          <ac:chgData name="Yash Jadhav" userId="535c3d6d-72b8-4f77-8155-55f939173cf2" providerId="ADAL" clId="{F33F88E0-3380-47C4-AFDE-F1AC050ADA82}" dt="2026-01-25T16:08:18.658" v="9589" actId="790"/>
          <ac:spMkLst>
            <pc:docMk/>
            <pc:sldMk cId="3567983663" sldId="448"/>
            <ac:spMk id="93" creationId="{0BA34EB2-065D-5750-D484-FFDCE893838F}"/>
          </ac:spMkLst>
        </pc:spChg>
        <pc:spChg chg="mod">
          <ac:chgData name="Yash Jadhav" userId="535c3d6d-72b8-4f77-8155-55f939173cf2" providerId="ADAL" clId="{F33F88E0-3380-47C4-AFDE-F1AC050ADA82}" dt="2026-01-25T16:08:18.660" v="9590" actId="790"/>
          <ac:spMkLst>
            <pc:docMk/>
            <pc:sldMk cId="3567983663" sldId="448"/>
            <ac:spMk id="94" creationId="{79C03B29-7810-AB5B-4EF7-D92A21CEFE9D}"/>
          </ac:spMkLst>
        </pc:spChg>
        <pc:spChg chg="mod">
          <ac:chgData name="Yash Jadhav" userId="535c3d6d-72b8-4f77-8155-55f939173cf2" providerId="ADAL" clId="{F33F88E0-3380-47C4-AFDE-F1AC050ADA82}" dt="2026-01-25T16:08:18.663" v="9591" actId="790"/>
          <ac:spMkLst>
            <pc:docMk/>
            <pc:sldMk cId="3567983663" sldId="448"/>
            <ac:spMk id="95" creationId="{DEF0EB6E-AF31-CB7A-5F53-69485923BF9A}"/>
          </ac:spMkLst>
        </pc:spChg>
        <pc:spChg chg="mod">
          <ac:chgData name="Yash Jadhav" userId="535c3d6d-72b8-4f77-8155-55f939173cf2" providerId="ADAL" clId="{F33F88E0-3380-47C4-AFDE-F1AC050ADA82}" dt="2026-01-25T16:08:18.665" v="9592" actId="790"/>
          <ac:spMkLst>
            <pc:docMk/>
            <pc:sldMk cId="3567983663" sldId="448"/>
            <ac:spMk id="96" creationId="{28519B7A-EF1D-B18F-14FE-D89E577B8D3A}"/>
          </ac:spMkLst>
        </pc:spChg>
        <pc:spChg chg="mod">
          <ac:chgData name="Yash Jadhav" userId="535c3d6d-72b8-4f77-8155-55f939173cf2" providerId="ADAL" clId="{F33F88E0-3380-47C4-AFDE-F1AC050ADA82}" dt="2026-01-25T16:08:18.667" v="9593" actId="790"/>
          <ac:spMkLst>
            <pc:docMk/>
            <pc:sldMk cId="3567983663" sldId="448"/>
            <ac:spMk id="97" creationId="{DE81BA3E-417A-9723-0C75-DE8FD749DFB4}"/>
          </ac:spMkLst>
        </pc:spChg>
        <pc:spChg chg="mod">
          <ac:chgData name="Yash Jadhav" userId="535c3d6d-72b8-4f77-8155-55f939173cf2" providerId="ADAL" clId="{F33F88E0-3380-47C4-AFDE-F1AC050ADA82}" dt="2026-01-25T16:08:18.670" v="9594" actId="790"/>
          <ac:spMkLst>
            <pc:docMk/>
            <pc:sldMk cId="3567983663" sldId="448"/>
            <ac:spMk id="98" creationId="{46160575-44C4-ABFF-711C-88BDD95AD10B}"/>
          </ac:spMkLst>
        </pc:spChg>
        <pc:spChg chg="mod">
          <ac:chgData name="Yash Jadhav" userId="535c3d6d-72b8-4f77-8155-55f939173cf2" providerId="ADAL" clId="{F33F88E0-3380-47C4-AFDE-F1AC050ADA82}" dt="2026-01-25T16:08:18.673" v="9595" actId="790"/>
          <ac:spMkLst>
            <pc:docMk/>
            <pc:sldMk cId="3567983663" sldId="448"/>
            <ac:spMk id="99" creationId="{BBD4B647-85C8-ECE9-1F8C-8414A6F37114}"/>
          </ac:spMkLst>
        </pc:spChg>
        <pc:spChg chg="mod">
          <ac:chgData name="Yash Jadhav" userId="535c3d6d-72b8-4f77-8155-55f939173cf2" providerId="ADAL" clId="{F33F88E0-3380-47C4-AFDE-F1AC050ADA82}" dt="2026-01-25T16:08:18.676" v="9596" actId="790"/>
          <ac:spMkLst>
            <pc:docMk/>
            <pc:sldMk cId="3567983663" sldId="448"/>
            <ac:spMk id="100" creationId="{3405C3CA-2044-62D3-D696-AB2AD9ECD8E9}"/>
          </ac:spMkLst>
        </pc:spChg>
        <pc:spChg chg="mod">
          <ac:chgData name="Yash Jadhav" userId="535c3d6d-72b8-4f77-8155-55f939173cf2" providerId="ADAL" clId="{F33F88E0-3380-47C4-AFDE-F1AC050ADA82}" dt="2026-01-25T16:08:18.678" v="9597" actId="790"/>
          <ac:spMkLst>
            <pc:docMk/>
            <pc:sldMk cId="3567983663" sldId="448"/>
            <ac:spMk id="101" creationId="{D2643512-A556-792E-822A-2C7ED324228E}"/>
          </ac:spMkLst>
        </pc:spChg>
        <pc:spChg chg="mod">
          <ac:chgData name="Yash Jadhav" userId="535c3d6d-72b8-4f77-8155-55f939173cf2" providerId="ADAL" clId="{F33F88E0-3380-47C4-AFDE-F1AC050ADA82}" dt="2026-01-25T16:08:18.683" v="9598" actId="790"/>
          <ac:spMkLst>
            <pc:docMk/>
            <pc:sldMk cId="3567983663" sldId="448"/>
            <ac:spMk id="103" creationId="{ADF97095-0A90-A20C-3F53-7C925D8367D9}"/>
          </ac:spMkLst>
        </pc:spChg>
        <pc:spChg chg="mod">
          <ac:chgData name="Yash Jadhav" userId="535c3d6d-72b8-4f77-8155-55f939173cf2" providerId="ADAL" clId="{F33F88E0-3380-47C4-AFDE-F1AC050ADA82}" dt="2026-01-25T16:08:18.686" v="9599" actId="790"/>
          <ac:spMkLst>
            <pc:docMk/>
            <pc:sldMk cId="3567983663" sldId="448"/>
            <ac:spMk id="104" creationId="{D9CE6472-9996-6C70-1A56-B5BE7F30F789}"/>
          </ac:spMkLst>
        </pc:spChg>
        <pc:spChg chg="mod">
          <ac:chgData name="Yash Jadhav" userId="535c3d6d-72b8-4f77-8155-55f939173cf2" providerId="ADAL" clId="{F33F88E0-3380-47C4-AFDE-F1AC050ADA82}" dt="2026-01-25T16:08:18.689" v="9600" actId="790"/>
          <ac:spMkLst>
            <pc:docMk/>
            <pc:sldMk cId="3567983663" sldId="448"/>
            <ac:spMk id="105" creationId="{E8E0A607-16AB-4C28-DEDE-E27CFCB2744D}"/>
          </ac:spMkLst>
        </pc:spChg>
        <pc:spChg chg="mod">
          <ac:chgData name="Yash Jadhav" userId="535c3d6d-72b8-4f77-8155-55f939173cf2" providerId="ADAL" clId="{F33F88E0-3380-47C4-AFDE-F1AC050ADA82}" dt="2026-01-25T16:08:18.691" v="9601" actId="790"/>
          <ac:spMkLst>
            <pc:docMk/>
            <pc:sldMk cId="3567983663" sldId="448"/>
            <ac:spMk id="106" creationId="{9B363BB2-E4A9-35B4-E77B-A73D460444F3}"/>
          </ac:spMkLst>
        </pc:spChg>
        <pc:spChg chg="mod">
          <ac:chgData name="Yash Jadhav" userId="535c3d6d-72b8-4f77-8155-55f939173cf2" providerId="ADAL" clId="{F33F88E0-3380-47C4-AFDE-F1AC050ADA82}" dt="2026-01-25T16:08:18.695" v="9602" actId="790"/>
          <ac:spMkLst>
            <pc:docMk/>
            <pc:sldMk cId="3567983663" sldId="448"/>
            <ac:spMk id="107" creationId="{2EAA657C-F3F0-B219-591C-47C66D94B867}"/>
          </ac:spMkLst>
        </pc:spChg>
        <pc:spChg chg="mod">
          <ac:chgData name="Yash Jadhav" userId="535c3d6d-72b8-4f77-8155-55f939173cf2" providerId="ADAL" clId="{F33F88E0-3380-47C4-AFDE-F1AC050ADA82}" dt="2026-01-25T16:08:18.697" v="9603" actId="790"/>
          <ac:spMkLst>
            <pc:docMk/>
            <pc:sldMk cId="3567983663" sldId="448"/>
            <ac:spMk id="108" creationId="{7FE87FE3-A304-442F-0DE8-75C0A60641C5}"/>
          </ac:spMkLst>
        </pc:spChg>
        <pc:spChg chg="mod">
          <ac:chgData name="Yash Jadhav" userId="535c3d6d-72b8-4f77-8155-55f939173cf2" providerId="ADAL" clId="{F33F88E0-3380-47C4-AFDE-F1AC050ADA82}" dt="2026-01-25T16:08:18.699" v="9604" actId="790"/>
          <ac:spMkLst>
            <pc:docMk/>
            <pc:sldMk cId="3567983663" sldId="448"/>
            <ac:spMk id="109" creationId="{A6F4EA12-DDCA-FD0F-2CC4-FCA0D58A402A}"/>
          </ac:spMkLst>
        </pc:spChg>
        <pc:spChg chg="mod">
          <ac:chgData name="Yash Jadhav" userId="535c3d6d-72b8-4f77-8155-55f939173cf2" providerId="ADAL" clId="{F33F88E0-3380-47C4-AFDE-F1AC050ADA82}" dt="2026-01-25T16:08:18.702" v="9605" actId="790"/>
          <ac:spMkLst>
            <pc:docMk/>
            <pc:sldMk cId="3567983663" sldId="448"/>
            <ac:spMk id="110" creationId="{A25BA312-48DF-CB30-4300-E627F5C0E175}"/>
          </ac:spMkLst>
        </pc:spChg>
        <pc:spChg chg="mod">
          <ac:chgData name="Yash Jadhav" userId="535c3d6d-72b8-4f77-8155-55f939173cf2" providerId="ADAL" clId="{F33F88E0-3380-47C4-AFDE-F1AC050ADA82}" dt="2026-01-25T16:08:18.704" v="9606" actId="790"/>
          <ac:spMkLst>
            <pc:docMk/>
            <pc:sldMk cId="3567983663" sldId="448"/>
            <ac:spMk id="111" creationId="{BB05747E-A4AC-108C-03BE-D8523933F861}"/>
          </ac:spMkLst>
        </pc:spChg>
        <pc:spChg chg="mod">
          <ac:chgData name="Yash Jadhav" userId="535c3d6d-72b8-4f77-8155-55f939173cf2" providerId="ADAL" clId="{F33F88E0-3380-47C4-AFDE-F1AC050ADA82}" dt="2026-01-25T16:08:18.707" v="9607" actId="790"/>
          <ac:spMkLst>
            <pc:docMk/>
            <pc:sldMk cId="3567983663" sldId="448"/>
            <ac:spMk id="112" creationId="{E84679D0-D0A8-A91C-387C-3919E4BA3531}"/>
          </ac:spMkLst>
        </pc:spChg>
        <pc:spChg chg="mod">
          <ac:chgData name="Yash Jadhav" userId="535c3d6d-72b8-4f77-8155-55f939173cf2" providerId="ADAL" clId="{F33F88E0-3380-47C4-AFDE-F1AC050ADA82}" dt="2026-01-25T16:08:18.710" v="9608" actId="790"/>
          <ac:spMkLst>
            <pc:docMk/>
            <pc:sldMk cId="3567983663" sldId="448"/>
            <ac:spMk id="113" creationId="{4A71EF10-2F95-57CC-35C1-521113455A48}"/>
          </ac:spMkLst>
        </pc:spChg>
        <pc:spChg chg="mod">
          <ac:chgData name="Yash Jadhav" userId="535c3d6d-72b8-4f77-8155-55f939173cf2" providerId="ADAL" clId="{F33F88E0-3380-47C4-AFDE-F1AC050ADA82}" dt="2026-01-25T16:08:18.712" v="9609" actId="790"/>
          <ac:spMkLst>
            <pc:docMk/>
            <pc:sldMk cId="3567983663" sldId="448"/>
            <ac:spMk id="114" creationId="{203C8AD8-12B1-E8CB-6E33-CE9E61DE8294}"/>
          </ac:spMkLst>
        </pc:spChg>
        <pc:spChg chg="mod">
          <ac:chgData name="Yash Jadhav" userId="535c3d6d-72b8-4f77-8155-55f939173cf2" providerId="ADAL" clId="{F33F88E0-3380-47C4-AFDE-F1AC050ADA82}" dt="2026-01-25T16:08:18.715" v="9610" actId="790"/>
          <ac:spMkLst>
            <pc:docMk/>
            <pc:sldMk cId="3567983663" sldId="448"/>
            <ac:spMk id="115" creationId="{11DB7313-A5E5-B9AD-E03E-EA3CD158E8A6}"/>
          </ac:spMkLst>
        </pc:spChg>
        <pc:spChg chg="mod">
          <ac:chgData name="Yash Jadhav" userId="535c3d6d-72b8-4f77-8155-55f939173cf2" providerId="ADAL" clId="{F33F88E0-3380-47C4-AFDE-F1AC050ADA82}" dt="2026-01-25T16:08:18.716" v="9611" actId="790"/>
          <ac:spMkLst>
            <pc:docMk/>
            <pc:sldMk cId="3567983663" sldId="448"/>
            <ac:spMk id="116" creationId="{EADFBAC5-1218-62EF-1573-2D79D2DA6654}"/>
          </ac:spMkLst>
        </pc:spChg>
        <pc:spChg chg="mod">
          <ac:chgData name="Yash Jadhav" userId="535c3d6d-72b8-4f77-8155-55f939173cf2" providerId="ADAL" clId="{F33F88E0-3380-47C4-AFDE-F1AC050ADA82}" dt="2026-01-25T16:08:18.722" v="9612"/>
          <ac:spMkLst>
            <pc:docMk/>
            <pc:sldMk cId="3567983663" sldId="448"/>
            <ac:spMk id="118" creationId="{19642ABB-CED6-C269-B1B6-1193FEBD4EEB}"/>
          </ac:spMkLst>
        </pc:spChg>
        <pc:spChg chg="mod">
          <ac:chgData name="Yash Jadhav" userId="535c3d6d-72b8-4f77-8155-55f939173cf2" providerId="ADAL" clId="{F33F88E0-3380-47C4-AFDE-F1AC050ADA82}" dt="2026-01-25T16:08:18.724" v="9613"/>
          <ac:spMkLst>
            <pc:docMk/>
            <pc:sldMk cId="3567983663" sldId="448"/>
            <ac:spMk id="119" creationId="{EE7018F8-77EE-E8CE-43F1-4C73E952B54D}"/>
          </ac:spMkLst>
        </pc:spChg>
        <pc:spChg chg="mod">
          <ac:chgData name="Yash Jadhav" userId="535c3d6d-72b8-4f77-8155-55f939173cf2" providerId="ADAL" clId="{F33F88E0-3380-47C4-AFDE-F1AC050ADA82}" dt="2026-01-25T16:08:18.725" v="9614"/>
          <ac:spMkLst>
            <pc:docMk/>
            <pc:sldMk cId="3567983663" sldId="448"/>
            <ac:spMk id="120" creationId="{A23221A8-4C46-CAA4-A149-9A1759C9FFB0}"/>
          </ac:spMkLst>
        </pc:spChg>
        <pc:spChg chg="mod">
          <ac:chgData name="Yash Jadhav" userId="535c3d6d-72b8-4f77-8155-55f939173cf2" providerId="ADAL" clId="{F33F88E0-3380-47C4-AFDE-F1AC050ADA82}" dt="2026-01-25T16:08:18.726" v="9615"/>
          <ac:spMkLst>
            <pc:docMk/>
            <pc:sldMk cId="3567983663" sldId="448"/>
            <ac:spMk id="121" creationId="{695254AA-EE4E-8428-2990-49EFD2C200F2}"/>
          </ac:spMkLst>
        </pc:spChg>
        <pc:spChg chg="mod">
          <ac:chgData name="Yash Jadhav" userId="535c3d6d-72b8-4f77-8155-55f939173cf2" providerId="ADAL" clId="{F33F88E0-3380-47C4-AFDE-F1AC050ADA82}" dt="2026-01-25T16:08:18.728" v="9616"/>
          <ac:spMkLst>
            <pc:docMk/>
            <pc:sldMk cId="3567983663" sldId="448"/>
            <ac:spMk id="122" creationId="{75739C54-28F7-5303-6A58-6404BB882475}"/>
          </ac:spMkLst>
        </pc:spChg>
        <pc:spChg chg="mod">
          <ac:chgData name="Yash Jadhav" userId="535c3d6d-72b8-4f77-8155-55f939173cf2" providerId="ADAL" clId="{F33F88E0-3380-47C4-AFDE-F1AC050ADA82}" dt="2026-01-25T16:08:18.729" v="9617"/>
          <ac:spMkLst>
            <pc:docMk/>
            <pc:sldMk cId="3567983663" sldId="448"/>
            <ac:spMk id="123" creationId="{31573BFB-4ACC-A316-570F-79695D9BB54B}"/>
          </ac:spMkLst>
        </pc:spChg>
        <pc:spChg chg="mod">
          <ac:chgData name="Yash Jadhav" userId="535c3d6d-72b8-4f77-8155-55f939173cf2" providerId="ADAL" clId="{F33F88E0-3380-47C4-AFDE-F1AC050ADA82}" dt="2026-01-25T16:08:18.731" v="9618"/>
          <ac:spMkLst>
            <pc:docMk/>
            <pc:sldMk cId="3567983663" sldId="448"/>
            <ac:spMk id="124" creationId="{30795583-9556-7553-7C95-FA8CE7050993}"/>
          </ac:spMkLst>
        </pc:spChg>
        <pc:spChg chg="mod">
          <ac:chgData name="Yash Jadhav" userId="535c3d6d-72b8-4f77-8155-55f939173cf2" providerId="ADAL" clId="{F33F88E0-3380-47C4-AFDE-F1AC050ADA82}" dt="2026-01-25T16:08:18.733" v="9619"/>
          <ac:spMkLst>
            <pc:docMk/>
            <pc:sldMk cId="3567983663" sldId="448"/>
            <ac:spMk id="125" creationId="{962DFBEA-9C89-FBE3-57D8-CB8F4E701C7C}"/>
          </ac:spMkLst>
        </pc:spChg>
        <pc:spChg chg="mod">
          <ac:chgData name="Yash Jadhav" userId="535c3d6d-72b8-4f77-8155-55f939173cf2" providerId="ADAL" clId="{F33F88E0-3380-47C4-AFDE-F1AC050ADA82}" dt="2026-01-25T16:08:18.734" v="9620"/>
          <ac:spMkLst>
            <pc:docMk/>
            <pc:sldMk cId="3567983663" sldId="448"/>
            <ac:spMk id="126" creationId="{577E015E-614F-A95D-FBDA-2C50CEEA9C36}"/>
          </ac:spMkLst>
        </pc:spChg>
        <pc:spChg chg="mod">
          <ac:chgData name="Yash Jadhav" userId="535c3d6d-72b8-4f77-8155-55f939173cf2" providerId="ADAL" clId="{F33F88E0-3380-47C4-AFDE-F1AC050ADA82}" dt="2026-01-25T16:08:18.736" v="9621"/>
          <ac:spMkLst>
            <pc:docMk/>
            <pc:sldMk cId="3567983663" sldId="448"/>
            <ac:spMk id="127" creationId="{6D865D87-63D8-BF11-2E7B-445817663AE5}"/>
          </ac:spMkLst>
        </pc:spChg>
        <pc:spChg chg="mod">
          <ac:chgData name="Yash Jadhav" userId="535c3d6d-72b8-4f77-8155-55f939173cf2" providerId="ADAL" clId="{F33F88E0-3380-47C4-AFDE-F1AC050ADA82}" dt="2026-01-25T16:08:18.740" v="9622" actId="790"/>
          <ac:spMkLst>
            <pc:docMk/>
            <pc:sldMk cId="3567983663" sldId="448"/>
            <ac:spMk id="129" creationId="{499E5C3C-C153-884F-8783-CE374C18147F}"/>
          </ac:spMkLst>
        </pc:spChg>
        <pc:spChg chg="mod">
          <ac:chgData name="Yash Jadhav" userId="535c3d6d-72b8-4f77-8155-55f939173cf2" providerId="ADAL" clId="{F33F88E0-3380-47C4-AFDE-F1AC050ADA82}" dt="2026-01-25T16:08:18.742" v="9623" actId="790"/>
          <ac:spMkLst>
            <pc:docMk/>
            <pc:sldMk cId="3567983663" sldId="448"/>
            <ac:spMk id="130" creationId="{F7F2317D-E519-2DB8-3249-0F15D40C91F1}"/>
          </ac:spMkLst>
        </pc:spChg>
        <pc:spChg chg="mod">
          <ac:chgData name="Yash Jadhav" userId="535c3d6d-72b8-4f77-8155-55f939173cf2" providerId="ADAL" clId="{F33F88E0-3380-47C4-AFDE-F1AC050ADA82}" dt="2026-01-25T16:08:18.745" v="9624" actId="790"/>
          <ac:spMkLst>
            <pc:docMk/>
            <pc:sldMk cId="3567983663" sldId="448"/>
            <ac:spMk id="131" creationId="{EFAEF365-8EA4-0A14-FE11-92AB9C5F0ACE}"/>
          </ac:spMkLst>
        </pc:spChg>
        <pc:spChg chg="mod">
          <ac:chgData name="Yash Jadhav" userId="535c3d6d-72b8-4f77-8155-55f939173cf2" providerId="ADAL" clId="{F33F88E0-3380-47C4-AFDE-F1AC050ADA82}" dt="2026-01-25T16:08:18.747" v="9625" actId="790"/>
          <ac:spMkLst>
            <pc:docMk/>
            <pc:sldMk cId="3567983663" sldId="448"/>
            <ac:spMk id="132" creationId="{6A5FA627-A702-00D0-9217-A15B859E09A8}"/>
          </ac:spMkLst>
        </pc:spChg>
        <pc:spChg chg="mod">
          <ac:chgData name="Yash Jadhav" userId="535c3d6d-72b8-4f77-8155-55f939173cf2" providerId="ADAL" clId="{F33F88E0-3380-47C4-AFDE-F1AC050ADA82}" dt="2026-01-25T16:08:18.752" v="9626" actId="790"/>
          <ac:spMkLst>
            <pc:docMk/>
            <pc:sldMk cId="3567983663" sldId="448"/>
            <ac:spMk id="133" creationId="{1A26E59F-7B04-D61D-A342-6ADC6BE83AFB}"/>
          </ac:spMkLst>
        </pc:spChg>
        <pc:spChg chg="mod">
          <ac:chgData name="Yash Jadhav" userId="535c3d6d-72b8-4f77-8155-55f939173cf2" providerId="ADAL" clId="{F33F88E0-3380-47C4-AFDE-F1AC050ADA82}" dt="2026-01-25T16:08:18.755" v="9627" actId="790"/>
          <ac:spMkLst>
            <pc:docMk/>
            <pc:sldMk cId="3567983663" sldId="448"/>
            <ac:spMk id="134" creationId="{6C82805F-7710-B5BC-243A-BEBD6B327A28}"/>
          </ac:spMkLst>
        </pc:spChg>
        <pc:spChg chg="mod">
          <ac:chgData name="Yash Jadhav" userId="535c3d6d-72b8-4f77-8155-55f939173cf2" providerId="ADAL" clId="{F33F88E0-3380-47C4-AFDE-F1AC050ADA82}" dt="2026-01-25T16:08:18.757" v="9628" actId="790"/>
          <ac:spMkLst>
            <pc:docMk/>
            <pc:sldMk cId="3567983663" sldId="448"/>
            <ac:spMk id="135" creationId="{B12946FE-E107-1ADD-3AEC-B1B906BEA460}"/>
          </ac:spMkLst>
        </pc:spChg>
        <pc:spChg chg="mod">
          <ac:chgData name="Yash Jadhav" userId="535c3d6d-72b8-4f77-8155-55f939173cf2" providerId="ADAL" clId="{F33F88E0-3380-47C4-AFDE-F1AC050ADA82}" dt="2026-01-25T16:08:18.760" v="9629" actId="790"/>
          <ac:spMkLst>
            <pc:docMk/>
            <pc:sldMk cId="3567983663" sldId="448"/>
            <ac:spMk id="136" creationId="{C2A1B7BF-4C6E-E613-D1FB-548444A6A22F}"/>
          </ac:spMkLst>
        </pc:spChg>
        <pc:spChg chg="mod">
          <ac:chgData name="Yash Jadhav" userId="535c3d6d-72b8-4f77-8155-55f939173cf2" providerId="ADAL" clId="{F33F88E0-3380-47C4-AFDE-F1AC050ADA82}" dt="2026-01-25T16:08:18.762" v="9630" actId="790"/>
          <ac:spMkLst>
            <pc:docMk/>
            <pc:sldMk cId="3567983663" sldId="448"/>
            <ac:spMk id="137" creationId="{7FE3EE71-E3A3-37F2-235D-712AA3F8AC31}"/>
          </ac:spMkLst>
        </pc:spChg>
        <pc:spChg chg="mod">
          <ac:chgData name="Yash Jadhav" userId="535c3d6d-72b8-4f77-8155-55f939173cf2" providerId="ADAL" clId="{F33F88E0-3380-47C4-AFDE-F1AC050ADA82}" dt="2026-01-25T16:08:18.764" v="9631" actId="790"/>
          <ac:spMkLst>
            <pc:docMk/>
            <pc:sldMk cId="3567983663" sldId="448"/>
            <ac:spMk id="138" creationId="{7D5AEF18-B50A-9576-1A14-7F51E80EC108}"/>
          </ac:spMkLst>
        </pc:spChg>
        <pc:spChg chg="mod">
          <ac:chgData name="Yash Jadhav" userId="535c3d6d-72b8-4f77-8155-55f939173cf2" providerId="ADAL" clId="{F33F88E0-3380-47C4-AFDE-F1AC050ADA82}" dt="2026-01-25T16:08:18.768" v="9632" actId="790"/>
          <ac:spMkLst>
            <pc:docMk/>
            <pc:sldMk cId="3567983663" sldId="448"/>
            <ac:spMk id="139" creationId="{452E0F25-8FBA-7E68-A19A-986EFD366DD7}"/>
          </ac:spMkLst>
        </pc:spChg>
        <pc:spChg chg="mod">
          <ac:chgData name="Yash Jadhav" userId="535c3d6d-72b8-4f77-8155-55f939173cf2" providerId="ADAL" clId="{F33F88E0-3380-47C4-AFDE-F1AC050ADA82}" dt="2026-01-25T16:08:18.771" v="9633" actId="790"/>
          <ac:spMkLst>
            <pc:docMk/>
            <pc:sldMk cId="3567983663" sldId="448"/>
            <ac:spMk id="140" creationId="{A7A4ED9D-7259-802C-B456-9AAB2D865390}"/>
          </ac:spMkLst>
        </pc:spChg>
        <pc:spChg chg="mod">
          <ac:chgData name="Yash Jadhav" userId="535c3d6d-72b8-4f77-8155-55f939173cf2" providerId="ADAL" clId="{F33F88E0-3380-47C4-AFDE-F1AC050ADA82}" dt="2026-01-25T16:08:18.774" v="9634" actId="790"/>
          <ac:spMkLst>
            <pc:docMk/>
            <pc:sldMk cId="3567983663" sldId="448"/>
            <ac:spMk id="141" creationId="{63647220-2FC1-EC65-8E1B-6B24A6B0D20A}"/>
          </ac:spMkLst>
        </pc:spChg>
        <pc:spChg chg="mod">
          <ac:chgData name="Yash Jadhav" userId="535c3d6d-72b8-4f77-8155-55f939173cf2" providerId="ADAL" clId="{F33F88E0-3380-47C4-AFDE-F1AC050ADA82}" dt="2026-01-25T16:08:18.777" v="9635" actId="790"/>
          <ac:spMkLst>
            <pc:docMk/>
            <pc:sldMk cId="3567983663" sldId="448"/>
            <ac:spMk id="142" creationId="{1159CD51-E627-2682-278B-BB35B3E66A0A}"/>
          </ac:spMkLst>
        </pc:spChg>
        <pc:spChg chg="mod">
          <ac:chgData name="Yash Jadhav" userId="535c3d6d-72b8-4f77-8155-55f939173cf2" providerId="ADAL" clId="{F33F88E0-3380-47C4-AFDE-F1AC050ADA82}" dt="2026-01-25T16:08:18.780" v="9636" actId="790"/>
          <ac:spMkLst>
            <pc:docMk/>
            <pc:sldMk cId="3567983663" sldId="448"/>
            <ac:spMk id="143" creationId="{FE2E0B01-23F2-D98B-0225-96B4093DCCF8}"/>
          </ac:spMkLst>
        </pc:spChg>
        <pc:spChg chg="mod">
          <ac:chgData name="Yash Jadhav" userId="535c3d6d-72b8-4f77-8155-55f939173cf2" providerId="ADAL" clId="{F33F88E0-3380-47C4-AFDE-F1AC050ADA82}" dt="2026-01-25T16:08:18.783" v="9637" actId="790"/>
          <ac:spMkLst>
            <pc:docMk/>
            <pc:sldMk cId="3567983663" sldId="448"/>
            <ac:spMk id="144" creationId="{C8A503E6-E127-4C29-E37F-44B3652BBC9D}"/>
          </ac:spMkLst>
        </pc:spChg>
        <pc:spChg chg="mod">
          <ac:chgData name="Yash Jadhav" userId="535c3d6d-72b8-4f77-8155-55f939173cf2" providerId="ADAL" clId="{F33F88E0-3380-47C4-AFDE-F1AC050ADA82}" dt="2026-01-25T16:08:18.785" v="9638" actId="790"/>
          <ac:spMkLst>
            <pc:docMk/>
            <pc:sldMk cId="3567983663" sldId="448"/>
            <ac:spMk id="145" creationId="{8E042431-C848-1C3B-F111-560CF1523A29}"/>
          </ac:spMkLst>
        </pc:spChg>
        <pc:spChg chg="mod">
          <ac:chgData name="Yash Jadhav" userId="535c3d6d-72b8-4f77-8155-55f939173cf2" providerId="ADAL" clId="{F33F88E0-3380-47C4-AFDE-F1AC050ADA82}" dt="2026-01-25T16:08:18.787" v="9639" actId="790"/>
          <ac:spMkLst>
            <pc:docMk/>
            <pc:sldMk cId="3567983663" sldId="448"/>
            <ac:spMk id="146" creationId="{950C41D7-2E37-A3A8-001F-E13E1471B518}"/>
          </ac:spMkLst>
        </pc:spChg>
        <pc:spChg chg="mod">
          <ac:chgData name="Yash Jadhav" userId="535c3d6d-72b8-4f77-8155-55f939173cf2" providerId="ADAL" clId="{F33F88E0-3380-47C4-AFDE-F1AC050ADA82}" dt="2026-01-25T16:08:18.789" v="9640" actId="790"/>
          <ac:spMkLst>
            <pc:docMk/>
            <pc:sldMk cId="3567983663" sldId="448"/>
            <ac:spMk id="147" creationId="{B85AF6AD-B42E-DF57-FF6A-570F56632A4E}"/>
          </ac:spMkLst>
        </pc:spChg>
        <pc:spChg chg="mod">
          <ac:chgData name="Yash Jadhav" userId="535c3d6d-72b8-4f77-8155-55f939173cf2" providerId="ADAL" clId="{F33F88E0-3380-47C4-AFDE-F1AC050ADA82}" dt="2026-01-25T16:08:18.791" v="9641" actId="790"/>
          <ac:spMkLst>
            <pc:docMk/>
            <pc:sldMk cId="3567983663" sldId="448"/>
            <ac:spMk id="148" creationId="{1FFBA863-9F6B-F306-2901-86F0738FFB8A}"/>
          </ac:spMkLst>
        </pc:spChg>
        <pc:spChg chg="mod">
          <ac:chgData name="Yash Jadhav" userId="535c3d6d-72b8-4f77-8155-55f939173cf2" providerId="ADAL" clId="{F33F88E0-3380-47C4-AFDE-F1AC050ADA82}" dt="2026-01-25T16:08:18.794" v="9642" actId="790"/>
          <ac:spMkLst>
            <pc:docMk/>
            <pc:sldMk cId="3567983663" sldId="448"/>
            <ac:spMk id="149" creationId="{F3CF4EC7-27AC-249D-B046-305F8E95C6FB}"/>
          </ac:spMkLst>
        </pc:spChg>
        <pc:spChg chg="mod">
          <ac:chgData name="Yash Jadhav" userId="535c3d6d-72b8-4f77-8155-55f939173cf2" providerId="ADAL" clId="{F33F88E0-3380-47C4-AFDE-F1AC050ADA82}" dt="2026-01-25T16:08:18.797" v="9643" actId="790"/>
          <ac:spMkLst>
            <pc:docMk/>
            <pc:sldMk cId="3567983663" sldId="448"/>
            <ac:spMk id="150" creationId="{06FB7E57-5AF2-3857-B51B-85EE3A5E2CF7}"/>
          </ac:spMkLst>
        </pc:spChg>
        <pc:spChg chg="mod">
          <ac:chgData name="Yash Jadhav" userId="535c3d6d-72b8-4f77-8155-55f939173cf2" providerId="ADAL" clId="{F33F88E0-3380-47C4-AFDE-F1AC050ADA82}" dt="2026-01-25T16:08:18.800" v="9644" actId="790"/>
          <ac:spMkLst>
            <pc:docMk/>
            <pc:sldMk cId="3567983663" sldId="448"/>
            <ac:spMk id="151" creationId="{C5089B8D-A40F-F363-867E-814B07D73723}"/>
          </ac:spMkLst>
        </pc:spChg>
        <pc:spChg chg="mod">
          <ac:chgData name="Yash Jadhav" userId="535c3d6d-72b8-4f77-8155-55f939173cf2" providerId="ADAL" clId="{F33F88E0-3380-47C4-AFDE-F1AC050ADA82}" dt="2026-01-25T16:08:18.802" v="9645" actId="790"/>
          <ac:spMkLst>
            <pc:docMk/>
            <pc:sldMk cId="3567983663" sldId="448"/>
            <ac:spMk id="152" creationId="{E9FF1E05-DE36-89B4-EECE-96EF077A21AE}"/>
          </ac:spMkLst>
        </pc:spChg>
        <pc:spChg chg="mod">
          <ac:chgData name="Yash Jadhav" userId="535c3d6d-72b8-4f77-8155-55f939173cf2" providerId="ADAL" clId="{F33F88E0-3380-47C4-AFDE-F1AC050ADA82}" dt="2026-01-25T16:08:18.804" v="9646" actId="790"/>
          <ac:spMkLst>
            <pc:docMk/>
            <pc:sldMk cId="3567983663" sldId="448"/>
            <ac:spMk id="153" creationId="{DD6D9FF6-2705-960B-7D1C-4C4A551672BE}"/>
          </ac:spMkLst>
        </pc:spChg>
        <pc:spChg chg="mod">
          <ac:chgData name="Yash Jadhav" userId="535c3d6d-72b8-4f77-8155-55f939173cf2" providerId="ADAL" clId="{F33F88E0-3380-47C4-AFDE-F1AC050ADA82}" dt="2026-01-25T16:08:18.807" v="9647" actId="790"/>
          <ac:spMkLst>
            <pc:docMk/>
            <pc:sldMk cId="3567983663" sldId="448"/>
            <ac:spMk id="155" creationId="{26D5B9BB-400B-D2FF-82F0-C6A5314A587F}"/>
          </ac:spMkLst>
        </pc:spChg>
        <pc:spChg chg="mod">
          <ac:chgData name="Yash Jadhav" userId="535c3d6d-72b8-4f77-8155-55f939173cf2" providerId="ADAL" clId="{F33F88E0-3380-47C4-AFDE-F1AC050ADA82}" dt="2026-01-25T16:08:18.809" v="9648" actId="790"/>
          <ac:spMkLst>
            <pc:docMk/>
            <pc:sldMk cId="3567983663" sldId="448"/>
            <ac:spMk id="156" creationId="{E014D8F8-7AAE-22C3-F39D-F050BDB78075}"/>
          </ac:spMkLst>
        </pc:spChg>
        <pc:spChg chg="mod">
          <ac:chgData name="Yash Jadhav" userId="535c3d6d-72b8-4f77-8155-55f939173cf2" providerId="ADAL" clId="{F33F88E0-3380-47C4-AFDE-F1AC050ADA82}" dt="2026-01-25T16:08:18.811" v="9649" actId="790"/>
          <ac:spMkLst>
            <pc:docMk/>
            <pc:sldMk cId="3567983663" sldId="448"/>
            <ac:spMk id="157" creationId="{76865D8B-2863-B44C-2F4E-EC7167AB1A01}"/>
          </ac:spMkLst>
        </pc:spChg>
        <pc:spChg chg="mod">
          <ac:chgData name="Yash Jadhav" userId="535c3d6d-72b8-4f77-8155-55f939173cf2" providerId="ADAL" clId="{F33F88E0-3380-47C4-AFDE-F1AC050ADA82}" dt="2026-01-25T16:08:18.815" v="9650" actId="790"/>
          <ac:spMkLst>
            <pc:docMk/>
            <pc:sldMk cId="3567983663" sldId="448"/>
            <ac:spMk id="158" creationId="{E9D4A694-41E5-EF5B-BAF8-AB840BC8223E}"/>
          </ac:spMkLst>
        </pc:spChg>
        <pc:spChg chg="mod">
          <ac:chgData name="Yash Jadhav" userId="535c3d6d-72b8-4f77-8155-55f939173cf2" providerId="ADAL" clId="{F33F88E0-3380-47C4-AFDE-F1AC050ADA82}" dt="2026-01-25T16:08:18.816" v="9651" actId="790"/>
          <ac:spMkLst>
            <pc:docMk/>
            <pc:sldMk cId="3567983663" sldId="448"/>
            <ac:spMk id="159" creationId="{57403C92-07E0-4001-0A89-E8A927896FEA}"/>
          </ac:spMkLst>
        </pc:spChg>
        <pc:spChg chg="mod">
          <ac:chgData name="Yash Jadhav" userId="535c3d6d-72b8-4f77-8155-55f939173cf2" providerId="ADAL" clId="{F33F88E0-3380-47C4-AFDE-F1AC050ADA82}" dt="2026-01-25T16:08:18.820" v="9652" actId="790"/>
          <ac:spMkLst>
            <pc:docMk/>
            <pc:sldMk cId="3567983663" sldId="448"/>
            <ac:spMk id="160" creationId="{CFB3C2FA-6C6F-7704-01F0-6DC01A2DEE70}"/>
          </ac:spMkLst>
        </pc:spChg>
        <pc:spChg chg="mod">
          <ac:chgData name="Yash Jadhav" userId="535c3d6d-72b8-4f77-8155-55f939173cf2" providerId="ADAL" clId="{F33F88E0-3380-47C4-AFDE-F1AC050ADA82}" dt="2026-01-25T16:08:18.822" v="9653" actId="790"/>
          <ac:spMkLst>
            <pc:docMk/>
            <pc:sldMk cId="3567983663" sldId="448"/>
            <ac:spMk id="161" creationId="{6F503704-B9F7-5F6E-7B59-5B11C38CAFF2}"/>
          </ac:spMkLst>
        </pc:spChg>
        <pc:spChg chg="mod">
          <ac:chgData name="Yash Jadhav" userId="535c3d6d-72b8-4f77-8155-55f939173cf2" providerId="ADAL" clId="{F33F88E0-3380-47C4-AFDE-F1AC050ADA82}" dt="2026-01-25T16:08:18.824" v="9654" actId="790"/>
          <ac:spMkLst>
            <pc:docMk/>
            <pc:sldMk cId="3567983663" sldId="448"/>
            <ac:spMk id="162" creationId="{C55C07EC-9C10-CF0F-DDE9-940FFDF21489}"/>
          </ac:spMkLst>
        </pc:spChg>
        <pc:spChg chg="mod">
          <ac:chgData name="Yash Jadhav" userId="535c3d6d-72b8-4f77-8155-55f939173cf2" providerId="ADAL" clId="{F33F88E0-3380-47C4-AFDE-F1AC050ADA82}" dt="2026-01-25T16:08:18.827" v="9655" actId="790"/>
          <ac:spMkLst>
            <pc:docMk/>
            <pc:sldMk cId="3567983663" sldId="448"/>
            <ac:spMk id="163" creationId="{F6C09726-E976-C4E4-3062-A46CD8009313}"/>
          </ac:spMkLst>
        </pc:spChg>
        <pc:spChg chg="mod">
          <ac:chgData name="Yash Jadhav" userId="535c3d6d-72b8-4f77-8155-55f939173cf2" providerId="ADAL" clId="{F33F88E0-3380-47C4-AFDE-F1AC050ADA82}" dt="2026-01-25T16:08:18.829" v="9656" actId="790"/>
          <ac:spMkLst>
            <pc:docMk/>
            <pc:sldMk cId="3567983663" sldId="448"/>
            <ac:spMk id="164" creationId="{38700CD0-C975-892A-07F6-F6131D67C881}"/>
          </ac:spMkLst>
        </pc:spChg>
        <pc:spChg chg="mod">
          <ac:chgData name="Yash Jadhav" userId="535c3d6d-72b8-4f77-8155-55f939173cf2" providerId="ADAL" clId="{F33F88E0-3380-47C4-AFDE-F1AC050ADA82}" dt="2026-01-25T16:08:18.833" v="9657" actId="790"/>
          <ac:spMkLst>
            <pc:docMk/>
            <pc:sldMk cId="3567983663" sldId="448"/>
            <ac:spMk id="165" creationId="{ED4F30A8-B15E-1CC6-6D3D-E288C4E26808}"/>
          </ac:spMkLst>
        </pc:spChg>
        <pc:spChg chg="mod">
          <ac:chgData name="Yash Jadhav" userId="535c3d6d-72b8-4f77-8155-55f939173cf2" providerId="ADAL" clId="{F33F88E0-3380-47C4-AFDE-F1AC050ADA82}" dt="2026-01-25T16:08:18.835" v="9658" actId="790"/>
          <ac:spMkLst>
            <pc:docMk/>
            <pc:sldMk cId="3567983663" sldId="448"/>
            <ac:spMk id="166" creationId="{300012A7-F9AA-6697-BB1D-5B58FA0B0607}"/>
          </ac:spMkLst>
        </pc:spChg>
        <pc:spChg chg="mod">
          <ac:chgData name="Yash Jadhav" userId="535c3d6d-72b8-4f77-8155-55f939173cf2" providerId="ADAL" clId="{F33F88E0-3380-47C4-AFDE-F1AC050ADA82}" dt="2026-01-25T16:08:18.837" v="9659" actId="790"/>
          <ac:spMkLst>
            <pc:docMk/>
            <pc:sldMk cId="3567983663" sldId="448"/>
            <ac:spMk id="167" creationId="{9331B233-3DB2-60EC-35FC-F40B3B9BCA18}"/>
          </ac:spMkLst>
        </pc:spChg>
        <pc:spChg chg="mod">
          <ac:chgData name="Yash Jadhav" userId="535c3d6d-72b8-4f77-8155-55f939173cf2" providerId="ADAL" clId="{F33F88E0-3380-47C4-AFDE-F1AC050ADA82}" dt="2026-01-25T16:08:18.839" v="9660" actId="790"/>
          <ac:spMkLst>
            <pc:docMk/>
            <pc:sldMk cId="3567983663" sldId="448"/>
            <ac:spMk id="168" creationId="{F7BE5682-9F21-A8DC-7AD7-357E9A1E126D}"/>
          </ac:spMkLst>
        </pc:spChg>
        <pc:spChg chg="mod">
          <ac:chgData name="Yash Jadhav" userId="535c3d6d-72b8-4f77-8155-55f939173cf2" providerId="ADAL" clId="{F33F88E0-3380-47C4-AFDE-F1AC050ADA82}" dt="2026-01-25T16:08:18.840" v="9661" actId="790"/>
          <ac:spMkLst>
            <pc:docMk/>
            <pc:sldMk cId="3567983663" sldId="448"/>
            <ac:spMk id="169" creationId="{72E7C372-E880-494E-1A28-AD199AFBA676}"/>
          </ac:spMkLst>
        </pc:spChg>
        <pc:spChg chg="mod">
          <ac:chgData name="Yash Jadhav" userId="535c3d6d-72b8-4f77-8155-55f939173cf2" providerId="ADAL" clId="{F33F88E0-3380-47C4-AFDE-F1AC050ADA82}" dt="2026-01-25T16:08:18.843" v="9662" actId="790"/>
          <ac:spMkLst>
            <pc:docMk/>
            <pc:sldMk cId="3567983663" sldId="448"/>
            <ac:spMk id="170" creationId="{568E11E4-98BF-8982-35EE-70F1FC862749}"/>
          </ac:spMkLst>
        </pc:spChg>
        <pc:spChg chg="mod">
          <ac:chgData name="Yash Jadhav" userId="535c3d6d-72b8-4f77-8155-55f939173cf2" providerId="ADAL" clId="{F33F88E0-3380-47C4-AFDE-F1AC050ADA82}" dt="2026-01-25T16:08:18.845" v="9663" actId="790"/>
          <ac:spMkLst>
            <pc:docMk/>
            <pc:sldMk cId="3567983663" sldId="448"/>
            <ac:spMk id="171" creationId="{2EB4FF7F-738B-E3DB-3B03-A2F1EA937EDF}"/>
          </ac:spMkLst>
        </pc:spChg>
        <pc:spChg chg="mod">
          <ac:chgData name="Yash Jadhav" userId="535c3d6d-72b8-4f77-8155-55f939173cf2" providerId="ADAL" clId="{F33F88E0-3380-47C4-AFDE-F1AC050ADA82}" dt="2026-01-25T16:08:18.847" v="9664" actId="790"/>
          <ac:spMkLst>
            <pc:docMk/>
            <pc:sldMk cId="3567983663" sldId="448"/>
            <ac:spMk id="172" creationId="{9E2356E5-C2E5-FAC0-CE08-942B0840330F}"/>
          </ac:spMkLst>
        </pc:spChg>
        <pc:spChg chg="mod">
          <ac:chgData name="Yash Jadhav" userId="535c3d6d-72b8-4f77-8155-55f939173cf2" providerId="ADAL" clId="{F33F88E0-3380-47C4-AFDE-F1AC050ADA82}" dt="2026-01-25T16:08:18.849" v="9665" actId="790"/>
          <ac:spMkLst>
            <pc:docMk/>
            <pc:sldMk cId="3567983663" sldId="448"/>
            <ac:spMk id="173" creationId="{A55F178E-8DE7-E468-29E1-579122E8B2CD}"/>
          </ac:spMkLst>
        </pc:spChg>
        <pc:spChg chg="mod">
          <ac:chgData name="Yash Jadhav" userId="535c3d6d-72b8-4f77-8155-55f939173cf2" providerId="ADAL" clId="{F33F88E0-3380-47C4-AFDE-F1AC050ADA82}" dt="2026-01-25T16:08:18.850" v="9666" actId="790"/>
          <ac:spMkLst>
            <pc:docMk/>
            <pc:sldMk cId="3567983663" sldId="448"/>
            <ac:spMk id="174" creationId="{48221068-D64A-05E7-2391-A7CF1B356E38}"/>
          </ac:spMkLst>
        </pc:spChg>
        <pc:spChg chg="mod">
          <ac:chgData name="Yash Jadhav" userId="535c3d6d-72b8-4f77-8155-55f939173cf2" providerId="ADAL" clId="{F33F88E0-3380-47C4-AFDE-F1AC050ADA82}" dt="2026-01-25T16:08:18.852" v="9667" actId="790"/>
          <ac:spMkLst>
            <pc:docMk/>
            <pc:sldMk cId="3567983663" sldId="448"/>
            <ac:spMk id="175" creationId="{EE3F4386-D4B2-9ACD-A3B0-9677D9D1126B}"/>
          </ac:spMkLst>
        </pc:spChg>
        <pc:spChg chg="mod">
          <ac:chgData name="Yash Jadhav" userId="535c3d6d-72b8-4f77-8155-55f939173cf2" providerId="ADAL" clId="{F33F88E0-3380-47C4-AFDE-F1AC050ADA82}" dt="2026-01-25T16:08:18.855" v="9668" actId="790"/>
          <ac:spMkLst>
            <pc:docMk/>
            <pc:sldMk cId="3567983663" sldId="448"/>
            <ac:spMk id="176" creationId="{072E3061-6030-D273-93B8-929EB4D4817A}"/>
          </ac:spMkLst>
        </pc:spChg>
        <pc:spChg chg="mod">
          <ac:chgData name="Yash Jadhav" userId="535c3d6d-72b8-4f77-8155-55f939173cf2" providerId="ADAL" clId="{F33F88E0-3380-47C4-AFDE-F1AC050ADA82}" dt="2026-01-25T16:08:18.857" v="9669" actId="790"/>
          <ac:spMkLst>
            <pc:docMk/>
            <pc:sldMk cId="3567983663" sldId="448"/>
            <ac:spMk id="177" creationId="{75AF499E-3C0E-C3A8-F834-41D0C7798EEF}"/>
          </ac:spMkLst>
        </pc:spChg>
        <pc:spChg chg="mod">
          <ac:chgData name="Yash Jadhav" userId="535c3d6d-72b8-4f77-8155-55f939173cf2" providerId="ADAL" clId="{F33F88E0-3380-47C4-AFDE-F1AC050ADA82}" dt="2026-01-25T16:08:18.859" v="9670" actId="790"/>
          <ac:spMkLst>
            <pc:docMk/>
            <pc:sldMk cId="3567983663" sldId="448"/>
            <ac:spMk id="178" creationId="{F89C118E-EF2C-68C3-5F09-03B648FC33B2}"/>
          </ac:spMkLst>
        </pc:spChg>
        <pc:spChg chg="mod">
          <ac:chgData name="Yash Jadhav" userId="535c3d6d-72b8-4f77-8155-55f939173cf2" providerId="ADAL" clId="{F33F88E0-3380-47C4-AFDE-F1AC050ADA82}" dt="2026-01-25T16:08:18.862" v="9671" actId="790"/>
          <ac:spMkLst>
            <pc:docMk/>
            <pc:sldMk cId="3567983663" sldId="448"/>
            <ac:spMk id="179" creationId="{47CD6B27-7CAD-2C7C-9455-093BF063FBFF}"/>
          </ac:spMkLst>
        </pc:spChg>
        <pc:spChg chg="mod">
          <ac:chgData name="Yash Jadhav" userId="535c3d6d-72b8-4f77-8155-55f939173cf2" providerId="ADAL" clId="{F33F88E0-3380-47C4-AFDE-F1AC050ADA82}" dt="2026-01-25T16:08:18.866" v="9672" actId="790"/>
          <ac:spMkLst>
            <pc:docMk/>
            <pc:sldMk cId="3567983663" sldId="448"/>
            <ac:spMk id="180" creationId="{635FFC5A-16B2-5094-53D7-4ED5F8499FD9}"/>
          </ac:spMkLst>
        </pc:spChg>
        <pc:spChg chg="mod">
          <ac:chgData name="Yash Jadhav" userId="535c3d6d-72b8-4f77-8155-55f939173cf2" providerId="ADAL" clId="{F33F88E0-3380-47C4-AFDE-F1AC050ADA82}" dt="2026-01-25T16:08:18.868" v="9673" actId="790"/>
          <ac:spMkLst>
            <pc:docMk/>
            <pc:sldMk cId="3567983663" sldId="448"/>
            <ac:spMk id="181" creationId="{E9EDE25E-6181-0450-FB9E-7AC997411872}"/>
          </ac:spMkLst>
        </pc:spChg>
      </pc:sldChg>
      <pc:sldChg chg="modSp add mod modClrScheme chgLayout modNotes">
        <pc:chgData name="Yash Jadhav" userId="535c3d6d-72b8-4f77-8155-55f939173cf2" providerId="ADAL" clId="{F33F88E0-3380-47C4-AFDE-F1AC050ADA82}" dt="2026-01-25T16:09:15.875" v="10168" actId="700"/>
        <pc:sldMkLst>
          <pc:docMk/>
          <pc:sldMk cId="785440069" sldId="449"/>
        </pc:sldMkLst>
        <pc:spChg chg="mod ord">
          <ac:chgData name="Yash Jadhav" userId="535c3d6d-72b8-4f77-8155-55f939173cf2" providerId="ADAL" clId="{F33F88E0-3380-47C4-AFDE-F1AC050ADA82}" dt="2026-01-25T16:09:15.875" v="10168" actId="700"/>
          <ac:spMkLst>
            <pc:docMk/>
            <pc:sldMk cId="785440069" sldId="449"/>
            <ac:spMk id="2" creationId="{00000000-0000-0000-0000-000000000000}"/>
          </ac:spMkLst>
        </pc:spChg>
        <pc:spChg chg="mod">
          <ac:chgData name="Yash Jadhav" userId="535c3d6d-72b8-4f77-8155-55f939173cf2" providerId="ADAL" clId="{F33F88E0-3380-47C4-AFDE-F1AC050ADA82}" dt="2026-01-25T16:08:20.038" v="9683" actId="790"/>
          <ac:spMkLst>
            <pc:docMk/>
            <pc:sldMk cId="785440069" sldId="449"/>
            <ac:spMk id="8" creationId="{00000000-0000-0000-0000-000000000000}"/>
          </ac:spMkLst>
        </pc:spChg>
        <pc:spChg chg="mod">
          <ac:chgData name="Yash Jadhav" userId="535c3d6d-72b8-4f77-8155-55f939173cf2" providerId="ADAL" clId="{F33F88E0-3380-47C4-AFDE-F1AC050ADA82}" dt="2026-01-25T16:08:20.040" v="9684" actId="790"/>
          <ac:spMkLst>
            <pc:docMk/>
            <pc:sldMk cId="785440069" sldId="449"/>
            <ac:spMk id="9" creationId="{00000000-0000-0000-0000-000000000000}"/>
          </ac:spMkLst>
        </pc:spChg>
        <pc:spChg chg="mod">
          <ac:chgData name="Yash Jadhav" userId="535c3d6d-72b8-4f77-8155-55f939173cf2" providerId="ADAL" clId="{F33F88E0-3380-47C4-AFDE-F1AC050ADA82}" dt="2026-01-25T16:08:20.042" v="9685" actId="790"/>
          <ac:spMkLst>
            <pc:docMk/>
            <pc:sldMk cId="785440069" sldId="449"/>
            <ac:spMk id="10" creationId="{00000000-0000-0000-0000-000000000000}"/>
          </ac:spMkLst>
        </pc:spChg>
        <pc:spChg chg="mod">
          <ac:chgData name="Yash Jadhav" userId="535c3d6d-72b8-4f77-8155-55f939173cf2" providerId="ADAL" clId="{F33F88E0-3380-47C4-AFDE-F1AC050ADA82}" dt="2026-01-25T16:08:20.023" v="9678" actId="790"/>
          <ac:spMkLst>
            <pc:docMk/>
            <pc:sldMk cId="785440069" sldId="449"/>
            <ac:spMk id="22" creationId="{00000000-0000-0000-0000-000000000000}"/>
          </ac:spMkLst>
        </pc:spChg>
        <pc:spChg chg="mod">
          <ac:chgData name="Yash Jadhav" userId="535c3d6d-72b8-4f77-8155-55f939173cf2" providerId="ADAL" clId="{F33F88E0-3380-47C4-AFDE-F1AC050ADA82}" dt="2026-01-25T16:08:20.045" v="9686" actId="790"/>
          <ac:spMkLst>
            <pc:docMk/>
            <pc:sldMk cId="785440069" sldId="449"/>
            <ac:spMk id="23" creationId="{00000000-0000-0000-0000-000000000000}"/>
          </ac:spMkLst>
        </pc:spChg>
        <pc:spChg chg="mod">
          <ac:chgData name="Yash Jadhav" userId="535c3d6d-72b8-4f77-8155-55f939173cf2" providerId="ADAL" clId="{F33F88E0-3380-47C4-AFDE-F1AC050ADA82}" dt="2026-01-25T16:08:20.047" v="9687" actId="790"/>
          <ac:spMkLst>
            <pc:docMk/>
            <pc:sldMk cId="785440069" sldId="449"/>
            <ac:spMk id="24" creationId="{00000000-0000-0000-0000-000000000000}"/>
          </ac:spMkLst>
        </pc:spChg>
        <pc:spChg chg="mod">
          <ac:chgData name="Yash Jadhav" userId="535c3d6d-72b8-4f77-8155-55f939173cf2" providerId="ADAL" clId="{F33F88E0-3380-47C4-AFDE-F1AC050ADA82}" dt="2026-01-25T16:08:20.049" v="9688" actId="790"/>
          <ac:spMkLst>
            <pc:docMk/>
            <pc:sldMk cId="785440069" sldId="449"/>
            <ac:spMk id="25" creationId="{00000000-0000-0000-0000-000000000000}"/>
          </ac:spMkLst>
        </pc:spChg>
        <pc:spChg chg="mod">
          <ac:chgData name="Yash Jadhav" userId="535c3d6d-72b8-4f77-8155-55f939173cf2" providerId="ADAL" clId="{F33F88E0-3380-47C4-AFDE-F1AC050ADA82}" dt="2026-01-25T16:08:20.051" v="9689" actId="790"/>
          <ac:spMkLst>
            <pc:docMk/>
            <pc:sldMk cId="785440069" sldId="449"/>
            <ac:spMk id="26" creationId="{00000000-0000-0000-0000-000000000000}"/>
          </ac:spMkLst>
        </pc:spChg>
        <pc:spChg chg="mod">
          <ac:chgData name="Yash Jadhav" userId="535c3d6d-72b8-4f77-8155-55f939173cf2" providerId="ADAL" clId="{F33F88E0-3380-47C4-AFDE-F1AC050ADA82}" dt="2026-01-25T16:08:20.053" v="9690" actId="790"/>
          <ac:spMkLst>
            <pc:docMk/>
            <pc:sldMk cId="785440069" sldId="449"/>
            <ac:spMk id="27" creationId="{00000000-0000-0000-0000-000000000000}"/>
          </ac:spMkLst>
        </pc:spChg>
        <pc:spChg chg="mod">
          <ac:chgData name="Yash Jadhav" userId="535c3d6d-72b8-4f77-8155-55f939173cf2" providerId="ADAL" clId="{F33F88E0-3380-47C4-AFDE-F1AC050ADA82}" dt="2026-01-25T16:08:20.035" v="9682" actId="790"/>
          <ac:spMkLst>
            <pc:docMk/>
            <pc:sldMk cId="785440069" sldId="449"/>
            <ac:spMk id="28" creationId="{00000000-0000-0000-0000-000000000000}"/>
          </ac:spMkLst>
        </pc:spChg>
        <pc:spChg chg="mod">
          <ac:chgData name="Yash Jadhav" userId="535c3d6d-72b8-4f77-8155-55f939173cf2" providerId="ADAL" clId="{F33F88E0-3380-47C4-AFDE-F1AC050ADA82}" dt="2026-01-25T16:08:20.029" v="9680" actId="790"/>
          <ac:spMkLst>
            <pc:docMk/>
            <pc:sldMk cId="785440069" sldId="449"/>
            <ac:spMk id="31" creationId="{00000000-0000-0000-0000-000000000000}"/>
          </ac:spMkLst>
        </pc:spChg>
        <pc:spChg chg="mod">
          <ac:chgData name="Yash Jadhav" userId="535c3d6d-72b8-4f77-8155-55f939173cf2" providerId="ADAL" clId="{F33F88E0-3380-47C4-AFDE-F1AC050ADA82}" dt="2026-01-25T16:08:20.033" v="9681" actId="790"/>
          <ac:spMkLst>
            <pc:docMk/>
            <pc:sldMk cId="785440069" sldId="449"/>
            <ac:spMk id="32" creationId="{00000000-0000-0000-0000-000000000000}"/>
          </ac:spMkLst>
        </pc:spChg>
        <pc:spChg chg="mod">
          <ac:chgData name="Yash Jadhav" userId="535c3d6d-72b8-4f77-8155-55f939173cf2" providerId="ADAL" clId="{F33F88E0-3380-47C4-AFDE-F1AC050ADA82}" dt="2026-01-25T16:08:20.055" v="9691" actId="790"/>
          <ac:spMkLst>
            <pc:docMk/>
            <pc:sldMk cId="785440069" sldId="449"/>
            <ac:spMk id="33" creationId="{00000000-0000-0000-0000-000000000000}"/>
          </ac:spMkLst>
        </pc:spChg>
        <pc:spChg chg="mod">
          <ac:chgData name="Yash Jadhav" userId="535c3d6d-72b8-4f77-8155-55f939173cf2" providerId="ADAL" clId="{F33F88E0-3380-47C4-AFDE-F1AC050ADA82}" dt="2026-01-25T16:08:20.056" v="9692" actId="790"/>
          <ac:spMkLst>
            <pc:docMk/>
            <pc:sldMk cId="785440069" sldId="449"/>
            <ac:spMk id="34" creationId="{00000000-0000-0000-0000-000000000000}"/>
          </ac:spMkLst>
        </pc:spChg>
        <pc:spChg chg="mod">
          <ac:chgData name="Yash Jadhav" userId="535c3d6d-72b8-4f77-8155-55f939173cf2" providerId="ADAL" clId="{F33F88E0-3380-47C4-AFDE-F1AC050ADA82}" dt="2026-01-25T16:08:20.059" v="9693" actId="790"/>
          <ac:spMkLst>
            <pc:docMk/>
            <pc:sldMk cId="785440069" sldId="449"/>
            <ac:spMk id="35" creationId="{00000000-0000-0000-0000-000000000000}"/>
          </ac:spMkLst>
        </pc:spChg>
        <pc:spChg chg="mod">
          <ac:chgData name="Yash Jadhav" userId="535c3d6d-72b8-4f77-8155-55f939173cf2" providerId="ADAL" clId="{F33F88E0-3380-47C4-AFDE-F1AC050ADA82}" dt="2026-01-25T16:08:20.061" v="9694" actId="790"/>
          <ac:spMkLst>
            <pc:docMk/>
            <pc:sldMk cId="785440069" sldId="449"/>
            <ac:spMk id="36" creationId="{00000000-0000-0000-0000-000000000000}"/>
          </ac:spMkLst>
        </pc:spChg>
        <pc:spChg chg="mod">
          <ac:chgData name="Yash Jadhav" userId="535c3d6d-72b8-4f77-8155-55f939173cf2" providerId="ADAL" clId="{F33F88E0-3380-47C4-AFDE-F1AC050ADA82}" dt="2026-01-25T16:08:20.063" v="9695" actId="790"/>
          <ac:spMkLst>
            <pc:docMk/>
            <pc:sldMk cId="785440069" sldId="449"/>
            <ac:spMk id="37" creationId="{00000000-0000-0000-0000-000000000000}"/>
          </ac:spMkLst>
        </pc:spChg>
        <pc:spChg chg="mod">
          <ac:chgData name="Yash Jadhav" userId="535c3d6d-72b8-4f77-8155-55f939173cf2" providerId="ADAL" clId="{F33F88E0-3380-47C4-AFDE-F1AC050ADA82}" dt="2026-01-25T16:08:20.066" v="9696" actId="790"/>
          <ac:spMkLst>
            <pc:docMk/>
            <pc:sldMk cId="785440069" sldId="449"/>
            <ac:spMk id="38" creationId="{00000000-0000-0000-0000-000000000000}"/>
          </ac:spMkLst>
        </pc:spChg>
        <pc:spChg chg="mod">
          <ac:chgData name="Yash Jadhav" userId="535c3d6d-72b8-4f77-8155-55f939173cf2" providerId="ADAL" clId="{F33F88E0-3380-47C4-AFDE-F1AC050ADA82}" dt="2026-01-25T16:08:20.067" v="9697" actId="790"/>
          <ac:spMkLst>
            <pc:docMk/>
            <pc:sldMk cId="785440069" sldId="449"/>
            <ac:spMk id="39" creationId="{00000000-0000-0000-0000-000000000000}"/>
          </ac:spMkLst>
        </pc:spChg>
        <pc:spChg chg="mod">
          <ac:chgData name="Yash Jadhav" userId="535c3d6d-72b8-4f77-8155-55f939173cf2" providerId="ADAL" clId="{F33F88E0-3380-47C4-AFDE-F1AC050ADA82}" dt="2026-01-25T16:08:20.071" v="9698" actId="790"/>
          <ac:spMkLst>
            <pc:docMk/>
            <pc:sldMk cId="785440069" sldId="449"/>
            <ac:spMk id="40" creationId="{00000000-0000-0000-0000-000000000000}"/>
          </ac:spMkLst>
        </pc:spChg>
        <pc:spChg chg="mod">
          <ac:chgData name="Yash Jadhav" userId="535c3d6d-72b8-4f77-8155-55f939173cf2" providerId="ADAL" clId="{F33F88E0-3380-47C4-AFDE-F1AC050ADA82}" dt="2026-01-25T16:08:20.074" v="9699" actId="790"/>
          <ac:spMkLst>
            <pc:docMk/>
            <pc:sldMk cId="785440069" sldId="449"/>
            <ac:spMk id="41" creationId="{00000000-0000-0000-0000-000000000000}"/>
          </ac:spMkLst>
        </pc:spChg>
        <pc:spChg chg="mod">
          <ac:chgData name="Yash Jadhav" userId="535c3d6d-72b8-4f77-8155-55f939173cf2" providerId="ADAL" clId="{F33F88E0-3380-47C4-AFDE-F1AC050ADA82}" dt="2026-01-25T16:08:20.076" v="9700" actId="790"/>
          <ac:spMkLst>
            <pc:docMk/>
            <pc:sldMk cId="785440069" sldId="449"/>
            <ac:spMk id="42" creationId="{00000000-0000-0000-0000-000000000000}"/>
          </ac:spMkLst>
        </pc:spChg>
        <pc:spChg chg="mod">
          <ac:chgData name="Yash Jadhav" userId="535c3d6d-72b8-4f77-8155-55f939173cf2" providerId="ADAL" clId="{F33F88E0-3380-47C4-AFDE-F1AC050ADA82}" dt="2026-01-25T16:08:20.078" v="9701" actId="790"/>
          <ac:spMkLst>
            <pc:docMk/>
            <pc:sldMk cId="785440069" sldId="449"/>
            <ac:spMk id="43" creationId="{00000000-0000-0000-0000-000000000000}"/>
          </ac:spMkLst>
        </pc:spChg>
        <pc:spChg chg="mod">
          <ac:chgData name="Yash Jadhav" userId="535c3d6d-72b8-4f77-8155-55f939173cf2" providerId="ADAL" clId="{F33F88E0-3380-47C4-AFDE-F1AC050ADA82}" dt="2026-01-25T16:08:20.081" v="9702" actId="790"/>
          <ac:spMkLst>
            <pc:docMk/>
            <pc:sldMk cId="785440069" sldId="449"/>
            <ac:spMk id="44" creationId="{00000000-0000-0000-0000-000000000000}"/>
          </ac:spMkLst>
        </pc:spChg>
        <pc:spChg chg="mod">
          <ac:chgData name="Yash Jadhav" userId="535c3d6d-72b8-4f77-8155-55f939173cf2" providerId="ADAL" clId="{F33F88E0-3380-47C4-AFDE-F1AC050ADA82}" dt="2026-01-25T16:08:20.084" v="9703" actId="790"/>
          <ac:spMkLst>
            <pc:docMk/>
            <pc:sldMk cId="785440069" sldId="449"/>
            <ac:spMk id="45" creationId="{00000000-0000-0000-0000-000000000000}"/>
          </ac:spMkLst>
        </pc:spChg>
        <pc:spChg chg="mod">
          <ac:chgData name="Yash Jadhav" userId="535c3d6d-72b8-4f77-8155-55f939173cf2" providerId="ADAL" clId="{F33F88E0-3380-47C4-AFDE-F1AC050ADA82}" dt="2026-01-25T16:08:20.086" v="9704" actId="790"/>
          <ac:spMkLst>
            <pc:docMk/>
            <pc:sldMk cId="785440069" sldId="449"/>
            <ac:spMk id="47" creationId="{00000000-0000-0000-0000-000000000000}"/>
          </ac:spMkLst>
        </pc:spChg>
        <pc:graphicFrameChg chg="modGraphic">
          <ac:chgData name="Yash Jadhav" userId="535c3d6d-72b8-4f77-8155-55f939173cf2" providerId="ADAL" clId="{F33F88E0-3380-47C4-AFDE-F1AC050ADA82}" dt="2026-01-25T16:08:20.122" v="9724" actId="790"/>
          <ac:graphicFrameMkLst>
            <pc:docMk/>
            <pc:sldMk cId="785440069" sldId="449"/>
            <ac:graphicFrameMk id="56" creationId="{00000000-0000-0000-0000-000000000000}"/>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4213318412" sldId="450"/>
        </pc:sldMkLst>
        <pc:spChg chg="mod ord">
          <ac:chgData name="Yash Jadhav" userId="535c3d6d-72b8-4f77-8155-55f939173cf2" providerId="ADAL" clId="{F33F88E0-3380-47C4-AFDE-F1AC050ADA82}" dt="2026-01-25T16:09:15.875" v="10168" actId="700"/>
          <ac:spMkLst>
            <pc:docMk/>
            <pc:sldMk cId="4213318412" sldId="450"/>
            <ac:spMk id="2" creationId="{00000000-0000-0000-0000-000000000000}"/>
          </ac:spMkLst>
        </pc:spChg>
        <pc:spChg chg="mod">
          <ac:chgData name="Yash Jadhav" userId="535c3d6d-72b8-4f77-8155-55f939173cf2" providerId="ADAL" clId="{F33F88E0-3380-47C4-AFDE-F1AC050ADA82}" dt="2026-01-25T16:08:23.139" v="9730" actId="790"/>
          <ac:spMkLst>
            <pc:docMk/>
            <pc:sldMk cId="4213318412" sldId="450"/>
            <ac:spMk id="4" creationId="{00000000-0000-0000-0000-000000000000}"/>
          </ac:spMkLst>
        </pc:spChg>
        <pc:spChg chg="mod">
          <ac:chgData name="Yash Jadhav" userId="535c3d6d-72b8-4f77-8155-55f939173cf2" providerId="ADAL" clId="{F33F88E0-3380-47C4-AFDE-F1AC050ADA82}" dt="2026-01-25T16:08:23.142" v="9731" actId="790"/>
          <ac:spMkLst>
            <pc:docMk/>
            <pc:sldMk cId="4213318412" sldId="450"/>
            <ac:spMk id="5" creationId="{00000000-0000-0000-0000-000000000000}"/>
          </ac:spMkLst>
        </pc:spChg>
        <pc:spChg chg="mod">
          <ac:chgData name="Yash Jadhav" userId="535c3d6d-72b8-4f77-8155-55f939173cf2" providerId="ADAL" clId="{F33F88E0-3380-47C4-AFDE-F1AC050ADA82}" dt="2026-01-25T16:08:23.144" v="9732" actId="790"/>
          <ac:spMkLst>
            <pc:docMk/>
            <pc:sldMk cId="4213318412" sldId="450"/>
            <ac:spMk id="6" creationId="{00000000-0000-0000-0000-000000000000}"/>
          </ac:spMkLst>
        </pc:spChg>
        <pc:spChg chg="mod">
          <ac:chgData name="Yash Jadhav" userId="535c3d6d-72b8-4f77-8155-55f939173cf2" providerId="ADAL" clId="{F33F88E0-3380-47C4-AFDE-F1AC050ADA82}" dt="2026-01-25T16:08:23.146" v="9733" actId="790"/>
          <ac:spMkLst>
            <pc:docMk/>
            <pc:sldMk cId="4213318412" sldId="450"/>
            <ac:spMk id="7" creationId="{00000000-0000-0000-0000-000000000000}"/>
          </ac:spMkLst>
        </pc:spChg>
        <pc:spChg chg="mod">
          <ac:chgData name="Yash Jadhav" userId="535c3d6d-72b8-4f77-8155-55f939173cf2" providerId="ADAL" clId="{F33F88E0-3380-47C4-AFDE-F1AC050ADA82}" dt="2026-01-25T16:08:23.149" v="9734" actId="790"/>
          <ac:spMkLst>
            <pc:docMk/>
            <pc:sldMk cId="4213318412" sldId="450"/>
            <ac:spMk id="8" creationId="{00000000-0000-0000-0000-000000000000}"/>
          </ac:spMkLst>
        </pc:spChg>
        <pc:spChg chg="mod">
          <ac:chgData name="Yash Jadhav" userId="535c3d6d-72b8-4f77-8155-55f939173cf2" providerId="ADAL" clId="{F33F88E0-3380-47C4-AFDE-F1AC050ADA82}" dt="2026-01-25T16:08:23.151" v="9735" actId="790"/>
          <ac:spMkLst>
            <pc:docMk/>
            <pc:sldMk cId="4213318412" sldId="450"/>
            <ac:spMk id="9" creationId="{00000000-0000-0000-0000-000000000000}"/>
          </ac:spMkLst>
        </pc:spChg>
        <pc:spChg chg="mod">
          <ac:chgData name="Yash Jadhav" userId="535c3d6d-72b8-4f77-8155-55f939173cf2" providerId="ADAL" clId="{F33F88E0-3380-47C4-AFDE-F1AC050ADA82}" dt="2026-01-25T16:08:23.154" v="9736" actId="790"/>
          <ac:spMkLst>
            <pc:docMk/>
            <pc:sldMk cId="4213318412" sldId="450"/>
            <ac:spMk id="11" creationId="{00000000-0000-0000-0000-000000000000}"/>
          </ac:spMkLst>
        </pc:spChg>
        <pc:spChg chg="mod">
          <ac:chgData name="Yash Jadhav" userId="535c3d6d-72b8-4f77-8155-55f939173cf2" providerId="ADAL" clId="{F33F88E0-3380-47C4-AFDE-F1AC050ADA82}" dt="2026-01-25T16:08:23.157" v="9737" actId="790"/>
          <ac:spMkLst>
            <pc:docMk/>
            <pc:sldMk cId="4213318412" sldId="450"/>
            <ac:spMk id="17" creationId="{00000000-0000-0000-0000-000000000000}"/>
          </ac:spMkLst>
        </pc:spChg>
        <pc:spChg chg="mod">
          <ac:chgData name="Yash Jadhav" userId="535c3d6d-72b8-4f77-8155-55f939173cf2" providerId="ADAL" clId="{F33F88E0-3380-47C4-AFDE-F1AC050ADA82}" dt="2026-01-25T16:08:23.162" v="9738" actId="790"/>
          <ac:spMkLst>
            <pc:docMk/>
            <pc:sldMk cId="4213318412" sldId="450"/>
            <ac:spMk id="18" creationId="{00000000-0000-0000-0000-000000000000}"/>
          </ac:spMkLst>
        </pc:spChg>
        <pc:spChg chg="mod">
          <ac:chgData name="Yash Jadhav" userId="535c3d6d-72b8-4f77-8155-55f939173cf2" providerId="ADAL" clId="{F33F88E0-3380-47C4-AFDE-F1AC050ADA82}" dt="2026-01-25T16:08:23.181" v="9739" actId="790"/>
          <ac:spMkLst>
            <pc:docMk/>
            <pc:sldMk cId="4213318412" sldId="450"/>
            <ac:spMk id="19" creationId="{00000000-0000-0000-0000-000000000000}"/>
          </ac:spMkLst>
        </pc:spChg>
        <pc:spChg chg="mod">
          <ac:chgData name="Yash Jadhav" userId="535c3d6d-72b8-4f77-8155-55f939173cf2" providerId="ADAL" clId="{F33F88E0-3380-47C4-AFDE-F1AC050ADA82}" dt="2026-01-25T16:08:23.190" v="9740" actId="790"/>
          <ac:spMkLst>
            <pc:docMk/>
            <pc:sldMk cId="4213318412" sldId="450"/>
            <ac:spMk id="20" creationId="{00000000-0000-0000-0000-000000000000}"/>
          </ac:spMkLst>
        </pc:spChg>
        <pc:spChg chg="mod">
          <ac:chgData name="Yash Jadhav" userId="535c3d6d-72b8-4f77-8155-55f939173cf2" providerId="ADAL" clId="{F33F88E0-3380-47C4-AFDE-F1AC050ADA82}" dt="2026-01-25T16:08:23.193" v="9741" actId="790"/>
          <ac:spMkLst>
            <pc:docMk/>
            <pc:sldMk cId="4213318412" sldId="450"/>
            <ac:spMk id="24" creationId="{00000000-0000-0000-0000-000000000000}"/>
          </ac:spMkLst>
        </pc:spChg>
        <pc:spChg chg="mod">
          <ac:chgData name="Yash Jadhav" userId="535c3d6d-72b8-4f77-8155-55f939173cf2" providerId="ADAL" clId="{F33F88E0-3380-47C4-AFDE-F1AC050ADA82}" dt="2026-01-25T16:08:23.200" v="9742" actId="790"/>
          <ac:spMkLst>
            <pc:docMk/>
            <pc:sldMk cId="4213318412" sldId="450"/>
            <ac:spMk id="2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586904746" sldId="451"/>
        </pc:sldMkLst>
        <pc:spChg chg="mod ord">
          <ac:chgData name="Yash Jadhav" userId="535c3d6d-72b8-4f77-8155-55f939173cf2" providerId="ADAL" clId="{F33F88E0-3380-47C4-AFDE-F1AC050ADA82}" dt="2026-01-25T16:09:15.875" v="10168" actId="700"/>
          <ac:spMkLst>
            <pc:docMk/>
            <pc:sldMk cId="1586904746" sldId="451"/>
            <ac:spMk id="2" creationId="{00000000-0000-0000-0000-000000000000}"/>
          </ac:spMkLst>
        </pc:spChg>
        <pc:spChg chg="mod">
          <ac:chgData name="Yash Jadhav" userId="535c3d6d-72b8-4f77-8155-55f939173cf2" providerId="ADAL" clId="{F33F88E0-3380-47C4-AFDE-F1AC050ADA82}" dt="2026-01-25T16:08:26.838" v="9748" actId="790"/>
          <ac:spMkLst>
            <pc:docMk/>
            <pc:sldMk cId="1586904746" sldId="451"/>
            <ac:spMk id="5" creationId="{00000000-0000-0000-0000-000000000000}"/>
          </ac:spMkLst>
        </pc:spChg>
        <pc:spChg chg="mod">
          <ac:chgData name="Yash Jadhav" userId="535c3d6d-72b8-4f77-8155-55f939173cf2" providerId="ADAL" clId="{F33F88E0-3380-47C4-AFDE-F1AC050ADA82}" dt="2026-01-25T16:08:26.842" v="9749" actId="790"/>
          <ac:spMkLst>
            <pc:docMk/>
            <pc:sldMk cId="1586904746" sldId="451"/>
            <ac:spMk id="6" creationId="{00000000-0000-0000-0000-000000000000}"/>
          </ac:spMkLst>
        </pc:spChg>
        <pc:spChg chg="mod">
          <ac:chgData name="Yash Jadhav" userId="535c3d6d-72b8-4f77-8155-55f939173cf2" providerId="ADAL" clId="{F33F88E0-3380-47C4-AFDE-F1AC050ADA82}" dt="2026-01-25T16:08:26.845" v="9750" actId="790"/>
          <ac:spMkLst>
            <pc:docMk/>
            <pc:sldMk cId="1586904746" sldId="451"/>
            <ac:spMk id="7" creationId="{00000000-0000-0000-0000-000000000000}"/>
          </ac:spMkLst>
        </pc:spChg>
        <pc:spChg chg="mod">
          <ac:chgData name="Yash Jadhav" userId="535c3d6d-72b8-4f77-8155-55f939173cf2" providerId="ADAL" clId="{F33F88E0-3380-47C4-AFDE-F1AC050ADA82}" dt="2026-01-25T16:08:26.847" v="9751" actId="790"/>
          <ac:spMkLst>
            <pc:docMk/>
            <pc:sldMk cId="1586904746" sldId="451"/>
            <ac:spMk id="8" creationId="{00000000-0000-0000-0000-000000000000}"/>
          </ac:spMkLst>
        </pc:spChg>
        <pc:spChg chg="mod">
          <ac:chgData name="Yash Jadhav" userId="535c3d6d-72b8-4f77-8155-55f939173cf2" providerId="ADAL" clId="{F33F88E0-3380-47C4-AFDE-F1AC050ADA82}" dt="2026-01-25T16:08:26.851" v="9752" actId="790"/>
          <ac:spMkLst>
            <pc:docMk/>
            <pc:sldMk cId="1586904746" sldId="451"/>
            <ac:spMk id="9" creationId="{00000000-0000-0000-0000-000000000000}"/>
          </ac:spMkLst>
        </pc:spChg>
        <pc:spChg chg="mod">
          <ac:chgData name="Yash Jadhav" userId="535c3d6d-72b8-4f77-8155-55f939173cf2" providerId="ADAL" clId="{F33F88E0-3380-47C4-AFDE-F1AC050ADA82}" dt="2026-01-25T16:08:26.854" v="9753" actId="790"/>
          <ac:spMkLst>
            <pc:docMk/>
            <pc:sldMk cId="1586904746" sldId="451"/>
            <ac:spMk id="10" creationId="{00000000-0000-0000-0000-000000000000}"/>
          </ac:spMkLst>
        </pc:spChg>
        <pc:spChg chg="mod">
          <ac:chgData name="Yash Jadhav" userId="535c3d6d-72b8-4f77-8155-55f939173cf2" providerId="ADAL" clId="{F33F88E0-3380-47C4-AFDE-F1AC050ADA82}" dt="2026-01-25T16:08:26.857" v="9754" actId="790"/>
          <ac:spMkLst>
            <pc:docMk/>
            <pc:sldMk cId="1586904746" sldId="451"/>
            <ac:spMk id="11" creationId="{00000000-0000-0000-0000-000000000000}"/>
          </ac:spMkLst>
        </pc:spChg>
        <pc:spChg chg="mod">
          <ac:chgData name="Yash Jadhav" userId="535c3d6d-72b8-4f77-8155-55f939173cf2" providerId="ADAL" clId="{F33F88E0-3380-47C4-AFDE-F1AC050ADA82}" dt="2026-01-25T16:08:26.860" v="9755" actId="790"/>
          <ac:spMkLst>
            <pc:docMk/>
            <pc:sldMk cId="1586904746" sldId="451"/>
            <ac:spMk id="12" creationId="{00000000-0000-0000-0000-000000000000}"/>
          </ac:spMkLst>
        </pc:spChg>
        <pc:spChg chg="mod">
          <ac:chgData name="Yash Jadhav" userId="535c3d6d-72b8-4f77-8155-55f939173cf2" providerId="ADAL" clId="{F33F88E0-3380-47C4-AFDE-F1AC050ADA82}" dt="2026-01-25T16:08:26.863" v="9756" actId="790"/>
          <ac:spMkLst>
            <pc:docMk/>
            <pc:sldMk cId="1586904746" sldId="451"/>
            <ac:spMk id="13" creationId="{00000000-0000-0000-0000-000000000000}"/>
          </ac:spMkLst>
        </pc:spChg>
        <pc:spChg chg="mod">
          <ac:chgData name="Yash Jadhav" userId="535c3d6d-72b8-4f77-8155-55f939173cf2" providerId="ADAL" clId="{F33F88E0-3380-47C4-AFDE-F1AC050ADA82}" dt="2026-01-25T16:08:26.868" v="9757" actId="790"/>
          <ac:spMkLst>
            <pc:docMk/>
            <pc:sldMk cId="1586904746" sldId="451"/>
            <ac:spMk id="14" creationId="{00000000-0000-0000-0000-000000000000}"/>
          </ac:spMkLst>
        </pc:spChg>
        <pc:spChg chg="mod">
          <ac:chgData name="Yash Jadhav" userId="535c3d6d-72b8-4f77-8155-55f939173cf2" providerId="ADAL" clId="{F33F88E0-3380-47C4-AFDE-F1AC050ADA82}" dt="2026-01-25T16:08:26.871" v="9758" actId="790"/>
          <ac:spMkLst>
            <pc:docMk/>
            <pc:sldMk cId="1586904746" sldId="451"/>
            <ac:spMk id="15" creationId="{00000000-0000-0000-0000-000000000000}"/>
          </ac:spMkLst>
        </pc:spChg>
        <pc:spChg chg="mod">
          <ac:chgData name="Yash Jadhav" userId="535c3d6d-72b8-4f77-8155-55f939173cf2" providerId="ADAL" clId="{F33F88E0-3380-47C4-AFDE-F1AC050ADA82}" dt="2026-01-25T16:08:26.873" v="9759" actId="790"/>
          <ac:spMkLst>
            <pc:docMk/>
            <pc:sldMk cId="1586904746" sldId="451"/>
            <ac:spMk id="16" creationId="{00000000-0000-0000-0000-000000000000}"/>
          </ac:spMkLst>
        </pc:spChg>
        <pc:spChg chg="mod">
          <ac:chgData name="Yash Jadhav" userId="535c3d6d-72b8-4f77-8155-55f939173cf2" providerId="ADAL" clId="{F33F88E0-3380-47C4-AFDE-F1AC050ADA82}" dt="2026-01-25T16:08:26.876" v="9760" actId="790"/>
          <ac:spMkLst>
            <pc:docMk/>
            <pc:sldMk cId="1586904746" sldId="451"/>
            <ac:spMk id="17" creationId="{00000000-0000-0000-0000-000000000000}"/>
          </ac:spMkLst>
        </pc:spChg>
        <pc:spChg chg="mod">
          <ac:chgData name="Yash Jadhav" userId="535c3d6d-72b8-4f77-8155-55f939173cf2" providerId="ADAL" clId="{F33F88E0-3380-47C4-AFDE-F1AC050ADA82}" dt="2026-01-25T16:08:26.878" v="9761" actId="790"/>
          <ac:spMkLst>
            <pc:docMk/>
            <pc:sldMk cId="1586904746" sldId="451"/>
            <ac:spMk id="18" creationId="{00000000-0000-0000-0000-000000000000}"/>
          </ac:spMkLst>
        </pc:spChg>
        <pc:spChg chg="mod">
          <ac:chgData name="Yash Jadhav" userId="535c3d6d-72b8-4f77-8155-55f939173cf2" providerId="ADAL" clId="{F33F88E0-3380-47C4-AFDE-F1AC050ADA82}" dt="2026-01-25T16:08:26.880" v="9762" actId="790"/>
          <ac:spMkLst>
            <pc:docMk/>
            <pc:sldMk cId="1586904746" sldId="451"/>
            <ac:spMk id="19" creationId="{00000000-0000-0000-0000-000000000000}"/>
          </ac:spMkLst>
        </pc:spChg>
        <pc:spChg chg="mod">
          <ac:chgData name="Yash Jadhav" userId="535c3d6d-72b8-4f77-8155-55f939173cf2" providerId="ADAL" clId="{F33F88E0-3380-47C4-AFDE-F1AC050ADA82}" dt="2026-01-25T16:08:26.882" v="9763" actId="790"/>
          <ac:spMkLst>
            <pc:docMk/>
            <pc:sldMk cId="1586904746" sldId="451"/>
            <ac:spMk id="20" creationId="{00000000-0000-0000-0000-000000000000}"/>
          </ac:spMkLst>
        </pc:spChg>
        <pc:spChg chg="mod">
          <ac:chgData name="Yash Jadhav" userId="535c3d6d-72b8-4f77-8155-55f939173cf2" providerId="ADAL" clId="{F33F88E0-3380-47C4-AFDE-F1AC050ADA82}" dt="2026-01-25T16:08:26.884" v="9764" actId="790"/>
          <ac:spMkLst>
            <pc:docMk/>
            <pc:sldMk cId="1586904746" sldId="451"/>
            <ac:spMk id="21" creationId="{00000000-0000-0000-0000-000000000000}"/>
          </ac:spMkLst>
        </pc:spChg>
        <pc:spChg chg="mod">
          <ac:chgData name="Yash Jadhav" userId="535c3d6d-72b8-4f77-8155-55f939173cf2" providerId="ADAL" clId="{F33F88E0-3380-47C4-AFDE-F1AC050ADA82}" dt="2026-01-25T16:08:26.887" v="9765" actId="790"/>
          <ac:spMkLst>
            <pc:docMk/>
            <pc:sldMk cId="1586904746" sldId="451"/>
            <ac:spMk id="22" creationId="{00000000-0000-0000-0000-000000000000}"/>
          </ac:spMkLst>
        </pc:spChg>
        <pc:spChg chg="mod">
          <ac:chgData name="Yash Jadhav" userId="535c3d6d-72b8-4f77-8155-55f939173cf2" providerId="ADAL" clId="{F33F88E0-3380-47C4-AFDE-F1AC050ADA82}" dt="2026-01-25T16:08:26.889" v="9766" actId="790"/>
          <ac:spMkLst>
            <pc:docMk/>
            <pc:sldMk cId="1586904746" sldId="451"/>
            <ac:spMk id="23" creationId="{00000000-0000-0000-0000-000000000000}"/>
          </ac:spMkLst>
        </pc:spChg>
        <pc:spChg chg="mod">
          <ac:chgData name="Yash Jadhav" userId="535c3d6d-72b8-4f77-8155-55f939173cf2" providerId="ADAL" clId="{F33F88E0-3380-47C4-AFDE-F1AC050ADA82}" dt="2026-01-25T16:08:26.891" v="9767" actId="790"/>
          <ac:spMkLst>
            <pc:docMk/>
            <pc:sldMk cId="1586904746" sldId="451"/>
            <ac:spMk id="24" creationId="{00000000-0000-0000-0000-000000000000}"/>
          </ac:spMkLst>
        </pc:spChg>
        <pc:spChg chg="mod">
          <ac:chgData name="Yash Jadhav" userId="535c3d6d-72b8-4f77-8155-55f939173cf2" providerId="ADAL" clId="{F33F88E0-3380-47C4-AFDE-F1AC050ADA82}" dt="2026-01-25T16:08:26.893" v="9768" actId="790"/>
          <ac:spMkLst>
            <pc:docMk/>
            <pc:sldMk cId="1586904746" sldId="451"/>
            <ac:spMk id="25" creationId="{00000000-0000-0000-0000-000000000000}"/>
          </ac:spMkLst>
        </pc:spChg>
        <pc:spChg chg="mod">
          <ac:chgData name="Yash Jadhav" userId="535c3d6d-72b8-4f77-8155-55f939173cf2" providerId="ADAL" clId="{F33F88E0-3380-47C4-AFDE-F1AC050ADA82}" dt="2026-01-25T16:08:26.895" v="9769" actId="790"/>
          <ac:spMkLst>
            <pc:docMk/>
            <pc:sldMk cId="1586904746" sldId="451"/>
            <ac:spMk id="26" creationId="{00000000-0000-0000-0000-000000000000}"/>
          </ac:spMkLst>
        </pc:spChg>
        <pc:spChg chg="mod">
          <ac:chgData name="Yash Jadhav" userId="535c3d6d-72b8-4f77-8155-55f939173cf2" providerId="ADAL" clId="{F33F88E0-3380-47C4-AFDE-F1AC050ADA82}" dt="2026-01-25T16:08:26.897" v="9770" actId="790"/>
          <ac:spMkLst>
            <pc:docMk/>
            <pc:sldMk cId="1586904746" sldId="451"/>
            <ac:spMk id="27" creationId="{00000000-0000-0000-0000-000000000000}"/>
          </ac:spMkLst>
        </pc:spChg>
        <pc:spChg chg="mod">
          <ac:chgData name="Yash Jadhav" userId="535c3d6d-72b8-4f77-8155-55f939173cf2" providerId="ADAL" clId="{F33F88E0-3380-47C4-AFDE-F1AC050ADA82}" dt="2026-01-25T16:08:26.899" v="9771" actId="790"/>
          <ac:spMkLst>
            <pc:docMk/>
            <pc:sldMk cId="1586904746" sldId="451"/>
            <ac:spMk id="28" creationId="{00000000-0000-0000-0000-000000000000}"/>
          </ac:spMkLst>
        </pc:spChg>
        <pc:spChg chg="mod">
          <ac:chgData name="Yash Jadhav" userId="535c3d6d-72b8-4f77-8155-55f939173cf2" providerId="ADAL" clId="{F33F88E0-3380-47C4-AFDE-F1AC050ADA82}" dt="2026-01-25T16:08:26.901" v="9772" actId="790"/>
          <ac:spMkLst>
            <pc:docMk/>
            <pc:sldMk cId="1586904746" sldId="451"/>
            <ac:spMk id="29" creationId="{00000000-0000-0000-0000-000000000000}"/>
          </ac:spMkLst>
        </pc:spChg>
        <pc:spChg chg="mod">
          <ac:chgData name="Yash Jadhav" userId="535c3d6d-72b8-4f77-8155-55f939173cf2" providerId="ADAL" clId="{F33F88E0-3380-47C4-AFDE-F1AC050ADA82}" dt="2026-01-25T16:08:26.904" v="9773" actId="790"/>
          <ac:spMkLst>
            <pc:docMk/>
            <pc:sldMk cId="1586904746" sldId="451"/>
            <ac:spMk id="30" creationId="{00000000-0000-0000-0000-000000000000}"/>
          </ac:spMkLst>
        </pc:spChg>
        <pc:spChg chg="mod">
          <ac:chgData name="Yash Jadhav" userId="535c3d6d-72b8-4f77-8155-55f939173cf2" providerId="ADAL" clId="{F33F88E0-3380-47C4-AFDE-F1AC050ADA82}" dt="2026-01-25T16:08:26.907" v="9774" actId="790"/>
          <ac:spMkLst>
            <pc:docMk/>
            <pc:sldMk cId="1586904746" sldId="451"/>
            <ac:spMk id="31" creationId="{00000000-0000-0000-0000-000000000000}"/>
          </ac:spMkLst>
        </pc:spChg>
        <pc:spChg chg="mod">
          <ac:chgData name="Yash Jadhav" userId="535c3d6d-72b8-4f77-8155-55f939173cf2" providerId="ADAL" clId="{F33F88E0-3380-47C4-AFDE-F1AC050ADA82}" dt="2026-01-25T16:08:26.909" v="9775" actId="790"/>
          <ac:spMkLst>
            <pc:docMk/>
            <pc:sldMk cId="1586904746" sldId="451"/>
            <ac:spMk id="32" creationId="{00000000-0000-0000-0000-000000000000}"/>
          </ac:spMkLst>
        </pc:spChg>
        <pc:spChg chg="mod">
          <ac:chgData name="Yash Jadhav" userId="535c3d6d-72b8-4f77-8155-55f939173cf2" providerId="ADAL" clId="{F33F88E0-3380-47C4-AFDE-F1AC050ADA82}" dt="2026-01-25T16:08:26.912" v="9776" actId="790"/>
          <ac:spMkLst>
            <pc:docMk/>
            <pc:sldMk cId="1586904746" sldId="451"/>
            <ac:spMk id="33" creationId="{00000000-0000-0000-0000-000000000000}"/>
          </ac:spMkLst>
        </pc:spChg>
        <pc:spChg chg="mod">
          <ac:chgData name="Yash Jadhav" userId="535c3d6d-72b8-4f77-8155-55f939173cf2" providerId="ADAL" clId="{F33F88E0-3380-47C4-AFDE-F1AC050ADA82}" dt="2026-01-25T16:08:26.914" v="9777" actId="790"/>
          <ac:spMkLst>
            <pc:docMk/>
            <pc:sldMk cId="1586904746" sldId="451"/>
            <ac:spMk id="34" creationId="{00000000-0000-0000-0000-000000000000}"/>
          </ac:spMkLst>
        </pc:spChg>
        <pc:spChg chg="mod">
          <ac:chgData name="Yash Jadhav" userId="535c3d6d-72b8-4f77-8155-55f939173cf2" providerId="ADAL" clId="{F33F88E0-3380-47C4-AFDE-F1AC050ADA82}" dt="2026-01-25T16:08:26.916" v="9778" actId="790"/>
          <ac:spMkLst>
            <pc:docMk/>
            <pc:sldMk cId="1586904746" sldId="451"/>
            <ac:spMk id="35" creationId="{00000000-0000-0000-0000-000000000000}"/>
          </ac:spMkLst>
        </pc:spChg>
        <pc:spChg chg="mod">
          <ac:chgData name="Yash Jadhav" userId="535c3d6d-72b8-4f77-8155-55f939173cf2" providerId="ADAL" clId="{F33F88E0-3380-47C4-AFDE-F1AC050ADA82}" dt="2026-01-25T16:08:26.918" v="9779" actId="790"/>
          <ac:spMkLst>
            <pc:docMk/>
            <pc:sldMk cId="1586904746" sldId="451"/>
            <ac:spMk id="36" creationId="{00000000-0000-0000-0000-000000000000}"/>
          </ac:spMkLst>
        </pc:spChg>
        <pc:spChg chg="mod">
          <ac:chgData name="Yash Jadhav" userId="535c3d6d-72b8-4f77-8155-55f939173cf2" providerId="ADAL" clId="{F33F88E0-3380-47C4-AFDE-F1AC050ADA82}" dt="2026-01-25T16:08:26.920" v="9780" actId="790"/>
          <ac:spMkLst>
            <pc:docMk/>
            <pc:sldMk cId="1586904746" sldId="451"/>
            <ac:spMk id="37" creationId="{00000000-0000-0000-0000-000000000000}"/>
          </ac:spMkLst>
        </pc:spChg>
        <pc:spChg chg="mod">
          <ac:chgData name="Yash Jadhav" userId="535c3d6d-72b8-4f77-8155-55f939173cf2" providerId="ADAL" clId="{F33F88E0-3380-47C4-AFDE-F1AC050ADA82}" dt="2026-01-25T16:08:26.922" v="9781" actId="790"/>
          <ac:spMkLst>
            <pc:docMk/>
            <pc:sldMk cId="1586904746" sldId="451"/>
            <ac:spMk id="38" creationId="{00000000-0000-0000-0000-000000000000}"/>
          </ac:spMkLst>
        </pc:spChg>
        <pc:spChg chg="mod">
          <ac:chgData name="Yash Jadhav" userId="535c3d6d-72b8-4f77-8155-55f939173cf2" providerId="ADAL" clId="{F33F88E0-3380-47C4-AFDE-F1AC050ADA82}" dt="2026-01-25T16:08:26.924" v="9782" actId="790"/>
          <ac:spMkLst>
            <pc:docMk/>
            <pc:sldMk cId="1586904746" sldId="451"/>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638261449" sldId="452"/>
        </pc:sldMkLst>
        <pc:spChg chg="mod ord">
          <ac:chgData name="Yash Jadhav" userId="535c3d6d-72b8-4f77-8155-55f939173cf2" providerId="ADAL" clId="{F33F88E0-3380-47C4-AFDE-F1AC050ADA82}" dt="2026-01-25T16:09:15.875" v="10168" actId="700"/>
          <ac:spMkLst>
            <pc:docMk/>
            <pc:sldMk cId="2638261449" sldId="452"/>
            <ac:spMk id="2" creationId="{00000000-0000-0000-0000-000000000000}"/>
          </ac:spMkLst>
        </pc:spChg>
        <pc:spChg chg="mod">
          <ac:chgData name="Yash Jadhav" userId="535c3d6d-72b8-4f77-8155-55f939173cf2" providerId="ADAL" clId="{F33F88E0-3380-47C4-AFDE-F1AC050ADA82}" dt="2026-01-25T16:08:29.098" v="9788" actId="790"/>
          <ac:spMkLst>
            <pc:docMk/>
            <pc:sldMk cId="2638261449" sldId="452"/>
            <ac:spMk id="4" creationId="{00000000-0000-0000-0000-000000000000}"/>
          </ac:spMkLst>
        </pc:spChg>
        <pc:spChg chg="mod">
          <ac:chgData name="Yash Jadhav" userId="535c3d6d-72b8-4f77-8155-55f939173cf2" providerId="ADAL" clId="{F33F88E0-3380-47C4-AFDE-F1AC050ADA82}" dt="2026-01-25T16:08:29.100" v="9789" actId="790"/>
          <ac:spMkLst>
            <pc:docMk/>
            <pc:sldMk cId="2638261449" sldId="452"/>
            <ac:spMk id="5" creationId="{00000000-0000-0000-0000-000000000000}"/>
          </ac:spMkLst>
        </pc:spChg>
        <pc:spChg chg="mod">
          <ac:chgData name="Yash Jadhav" userId="535c3d6d-72b8-4f77-8155-55f939173cf2" providerId="ADAL" clId="{F33F88E0-3380-47C4-AFDE-F1AC050ADA82}" dt="2026-01-25T16:08:29.103" v="9790" actId="790"/>
          <ac:spMkLst>
            <pc:docMk/>
            <pc:sldMk cId="2638261449" sldId="452"/>
            <ac:spMk id="6" creationId="{00000000-0000-0000-0000-000000000000}"/>
          </ac:spMkLst>
        </pc:spChg>
        <pc:spChg chg="mod">
          <ac:chgData name="Yash Jadhav" userId="535c3d6d-72b8-4f77-8155-55f939173cf2" providerId="ADAL" clId="{F33F88E0-3380-47C4-AFDE-F1AC050ADA82}" dt="2026-01-25T16:08:29.106" v="9791" actId="790"/>
          <ac:spMkLst>
            <pc:docMk/>
            <pc:sldMk cId="2638261449" sldId="452"/>
            <ac:spMk id="7" creationId="{00000000-0000-0000-0000-000000000000}"/>
          </ac:spMkLst>
        </pc:spChg>
        <pc:spChg chg="mod">
          <ac:chgData name="Yash Jadhav" userId="535c3d6d-72b8-4f77-8155-55f939173cf2" providerId="ADAL" clId="{F33F88E0-3380-47C4-AFDE-F1AC050ADA82}" dt="2026-01-25T16:08:29.109" v="9792" actId="790"/>
          <ac:spMkLst>
            <pc:docMk/>
            <pc:sldMk cId="2638261449" sldId="452"/>
            <ac:spMk id="8" creationId="{00000000-0000-0000-0000-000000000000}"/>
          </ac:spMkLst>
        </pc:spChg>
        <pc:spChg chg="mod">
          <ac:chgData name="Yash Jadhav" userId="535c3d6d-72b8-4f77-8155-55f939173cf2" providerId="ADAL" clId="{F33F88E0-3380-47C4-AFDE-F1AC050ADA82}" dt="2026-01-25T16:08:29.112" v="9793" actId="790"/>
          <ac:spMkLst>
            <pc:docMk/>
            <pc:sldMk cId="2638261449" sldId="452"/>
            <ac:spMk id="9" creationId="{00000000-0000-0000-0000-000000000000}"/>
          </ac:spMkLst>
        </pc:spChg>
        <pc:spChg chg="mod">
          <ac:chgData name="Yash Jadhav" userId="535c3d6d-72b8-4f77-8155-55f939173cf2" providerId="ADAL" clId="{F33F88E0-3380-47C4-AFDE-F1AC050ADA82}" dt="2026-01-25T16:08:29.114" v="9794" actId="790"/>
          <ac:spMkLst>
            <pc:docMk/>
            <pc:sldMk cId="2638261449" sldId="452"/>
            <ac:spMk id="10" creationId="{00000000-0000-0000-0000-000000000000}"/>
          </ac:spMkLst>
        </pc:spChg>
        <pc:spChg chg="mod">
          <ac:chgData name="Yash Jadhav" userId="535c3d6d-72b8-4f77-8155-55f939173cf2" providerId="ADAL" clId="{F33F88E0-3380-47C4-AFDE-F1AC050ADA82}" dt="2026-01-25T16:08:29.116" v="9795" actId="790"/>
          <ac:spMkLst>
            <pc:docMk/>
            <pc:sldMk cId="2638261449" sldId="452"/>
            <ac:spMk id="11" creationId="{00000000-0000-0000-0000-000000000000}"/>
          </ac:spMkLst>
        </pc:spChg>
        <pc:spChg chg="mod">
          <ac:chgData name="Yash Jadhav" userId="535c3d6d-72b8-4f77-8155-55f939173cf2" providerId="ADAL" clId="{F33F88E0-3380-47C4-AFDE-F1AC050ADA82}" dt="2026-01-25T16:08:29.118" v="9796" actId="790"/>
          <ac:spMkLst>
            <pc:docMk/>
            <pc:sldMk cId="2638261449" sldId="452"/>
            <ac:spMk id="36" creationId="{00000000-0000-0000-0000-000000000000}"/>
          </ac:spMkLst>
        </pc:spChg>
        <pc:spChg chg="mod">
          <ac:chgData name="Yash Jadhav" userId="535c3d6d-72b8-4f77-8155-55f939173cf2" providerId="ADAL" clId="{F33F88E0-3380-47C4-AFDE-F1AC050ADA82}" dt="2026-01-25T16:08:29.121" v="9797" actId="790"/>
          <ac:spMkLst>
            <pc:docMk/>
            <pc:sldMk cId="2638261449" sldId="452"/>
            <ac:spMk id="37" creationId="{00000000-0000-0000-0000-000000000000}"/>
          </ac:spMkLst>
        </pc:spChg>
        <pc:spChg chg="mod">
          <ac:chgData name="Yash Jadhav" userId="535c3d6d-72b8-4f77-8155-55f939173cf2" providerId="ADAL" clId="{F33F88E0-3380-47C4-AFDE-F1AC050ADA82}" dt="2026-01-25T16:08:29.124" v="9798" actId="790"/>
          <ac:spMkLst>
            <pc:docMk/>
            <pc:sldMk cId="2638261449" sldId="452"/>
            <ac:spMk id="39" creationId="{00000000-0000-0000-0000-000000000000}"/>
          </ac:spMkLst>
        </pc:spChg>
        <pc:spChg chg="mod">
          <ac:chgData name="Yash Jadhav" userId="535c3d6d-72b8-4f77-8155-55f939173cf2" providerId="ADAL" clId="{F33F88E0-3380-47C4-AFDE-F1AC050ADA82}" dt="2026-01-25T16:08:29.129" v="9799" actId="790"/>
          <ac:spMkLst>
            <pc:docMk/>
            <pc:sldMk cId="2638261449" sldId="452"/>
            <ac:spMk id="40" creationId="{00000000-0000-0000-0000-000000000000}"/>
          </ac:spMkLst>
        </pc:spChg>
        <pc:spChg chg="mod">
          <ac:chgData name="Yash Jadhav" userId="535c3d6d-72b8-4f77-8155-55f939173cf2" providerId="ADAL" clId="{F33F88E0-3380-47C4-AFDE-F1AC050ADA82}" dt="2026-01-25T16:08:29.146" v="9802" actId="790"/>
          <ac:spMkLst>
            <pc:docMk/>
            <pc:sldMk cId="2638261449" sldId="452"/>
            <ac:spMk id="41" creationId="{00000000-0000-0000-0000-000000000000}"/>
          </ac:spMkLst>
        </pc:spChg>
        <pc:spChg chg="mod">
          <ac:chgData name="Yash Jadhav" userId="535c3d6d-72b8-4f77-8155-55f939173cf2" providerId="ADAL" clId="{F33F88E0-3380-47C4-AFDE-F1AC050ADA82}" dt="2026-01-25T16:08:29.156" v="9803" actId="790"/>
          <ac:spMkLst>
            <pc:docMk/>
            <pc:sldMk cId="2638261449" sldId="452"/>
            <ac:spMk id="42" creationId="{00000000-0000-0000-0000-000000000000}"/>
          </ac:spMkLst>
        </pc:spChg>
        <pc:spChg chg="mod">
          <ac:chgData name="Yash Jadhav" userId="535c3d6d-72b8-4f77-8155-55f939173cf2" providerId="ADAL" clId="{F33F88E0-3380-47C4-AFDE-F1AC050ADA82}" dt="2026-01-25T16:08:29.134" v="9800" actId="790"/>
          <ac:spMkLst>
            <pc:docMk/>
            <pc:sldMk cId="2638261449" sldId="452"/>
            <ac:spMk id="43" creationId="{00000000-0000-0000-0000-000000000000}"/>
          </ac:spMkLst>
        </pc:spChg>
        <pc:spChg chg="mod">
          <ac:chgData name="Yash Jadhav" userId="535c3d6d-72b8-4f77-8155-55f939173cf2" providerId="ADAL" clId="{F33F88E0-3380-47C4-AFDE-F1AC050ADA82}" dt="2026-01-25T16:08:29.139" v="9801" actId="790"/>
          <ac:spMkLst>
            <pc:docMk/>
            <pc:sldMk cId="2638261449" sldId="452"/>
            <ac:spMk id="4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69715137" sldId="453"/>
        </pc:sldMkLst>
        <pc:spChg chg="mod ord">
          <ac:chgData name="Yash Jadhav" userId="535c3d6d-72b8-4f77-8155-55f939173cf2" providerId="ADAL" clId="{F33F88E0-3380-47C4-AFDE-F1AC050ADA82}" dt="2026-01-25T16:09:15.875" v="10168" actId="700"/>
          <ac:spMkLst>
            <pc:docMk/>
            <pc:sldMk cId="169715137" sldId="453"/>
            <ac:spMk id="2" creationId="{00000000-0000-0000-0000-000000000000}"/>
          </ac:spMkLst>
        </pc:spChg>
        <pc:spChg chg="mod">
          <ac:chgData name="Yash Jadhav" userId="535c3d6d-72b8-4f77-8155-55f939173cf2" providerId="ADAL" clId="{F33F88E0-3380-47C4-AFDE-F1AC050ADA82}" dt="2026-01-25T16:08:31.110" v="9809" actId="790"/>
          <ac:spMkLst>
            <pc:docMk/>
            <pc:sldMk cId="169715137" sldId="453"/>
            <ac:spMk id="4" creationId="{00000000-0000-0000-0000-000000000000}"/>
          </ac:spMkLst>
        </pc:spChg>
        <pc:spChg chg="mod">
          <ac:chgData name="Yash Jadhav" userId="535c3d6d-72b8-4f77-8155-55f939173cf2" providerId="ADAL" clId="{F33F88E0-3380-47C4-AFDE-F1AC050ADA82}" dt="2026-01-25T16:08:31.113" v="9810" actId="790"/>
          <ac:spMkLst>
            <pc:docMk/>
            <pc:sldMk cId="169715137" sldId="453"/>
            <ac:spMk id="5" creationId="{00000000-0000-0000-0000-000000000000}"/>
          </ac:spMkLst>
        </pc:spChg>
        <pc:spChg chg="mod">
          <ac:chgData name="Yash Jadhav" userId="535c3d6d-72b8-4f77-8155-55f939173cf2" providerId="ADAL" clId="{F33F88E0-3380-47C4-AFDE-F1AC050ADA82}" dt="2026-01-25T16:08:31.115" v="9811" actId="790"/>
          <ac:spMkLst>
            <pc:docMk/>
            <pc:sldMk cId="169715137" sldId="453"/>
            <ac:spMk id="6" creationId="{00000000-0000-0000-0000-000000000000}"/>
          </ac:spMkLst>
        </pc:spChg>
        <pc:spChg chg="mod">
          <ac:chgData name="Yash Jadhav" userId="535c3d6d-72b8-4f77-8155-55f939173cf2" providerId="ADAL" clId="{F33F88E0-3380-47C4-AFDE-F1AC050ADA82}" dt="2026-01-25T16:08:31.117" v="9812" actId="790"/>
          <ac:spMkLst>
            <pc:docMk/>
            <pc:sldMk cId="169715137" sldId="453"/>
            <ac:spMk id="7" creationId="{00000000-0000-0000-0000-000000000000}"/>
          </ac:spMkLst>
        </pc:spChg>
        <pc:spChg chg="mod">
          <ac:chgData name="Yash Jadhav" userId="535c3d6d-72b8-4f77-8155-55f939173cf2" providerId="ADAL" clId="{F33F88E0-3380-47C4-AFDE-F1AC050ADA82}" dt="2026-01-25T16:08:31.121" v="9813" actId="790"/>
          <ac:spMkLst>
            <pc:docMk/>
            <pc:sldMk cId="169715137" sldId="453"/>
            <ac:spMk id="8" creationId="{00000000-0000-0000-0000-000000000000}"/>
          </ac:spMkLst>
        </pc:spChg>
        <pc:spChg chg="mod">
          <ac:chgData name="Yash Jadhav" userId="535c3d6d-72b8-4f77-8155-55f939173cf2" providerId="ADAL" clId="{F33F88E0-3380-47C4-AFDE-F1AC050ADA82}" dt="2026-01-25T16:08:31.188" v="9831" actId="790"/>
          <ac:spMkLst>
            <pc:docMk/>
            <pc:sldMk cId="169715137" sldId="453"/>
            <ac:spMk id="9" creationId="{3B2C7871-9E28-09CF-327D-7484BEFC170F}"/>
          </ac:spMkLst>
        </pc:spChg>
        <pc:spChg chg="mod">
          <ac:chgData name="Yash Jadhav" userId="535c3d6d-72b8-4f77-8155-55f939173cf2" providerId="ADAL" clId="{F33F88E0-3380-47C4-AFDE-F1AC050ADA82}" dt="2026-01-25T16:08:31.190" v="9832" actId="790"/>
          <ac:spMkLst>
            <pc:docMk/>
            <pc:sldMk cId="169715137" sldId="453"/>
            <ac:spMk id="39" creationId="{1C85F0A5-DDFB-81F0-8EE7-9DAFD70B315D}"/>
          </ac:spMkLst>
        </pc:spChg>
        <pc:spChg chg="mod">
          <ac:chgData name="Yash Jadhav" userId="535c3d6d-72b8-4f77-8155-55f939173cf2" providerId="ADAL" clId="{F33F88E0-3380-47C4-AFDE-F1AC050ADA82}" dt="2026-01-25T16:08:31.126" v="9814" actId="790"/>
          <ac:spMkLst>
            <pc:docMk/>
            <pc:sldMk cId="169715137" sldId="453"/>
            <ac:spMk id="40" creationId="{00000000-0000-0000-0000-000000000000}"/>
          </ac:spMkLst>
        </pc:spChg>
        <pc:spChg chg="mod">
          <ac:chgData name="Yash Jadhav" userId="535c3d6d-72b8-4f77-8155-55f939173cf2" providerId="ADAL" clId="{F33F88E0-3380-47C4-AFDE-F1AC050ADA82}" dt="2026-01-25T16:08:31.132" v="9815" actId="790"/>
          <ac:spMkLst>
            <pc:docMk/>
            <pc:sldMk cId="169715137" sldId="453"/>
            <ac:spMk id="41" creationId="{00000000-0000-0000-0000-000000000000}"/>
          </ac:spMkLst>
        </pc:spChg>
        <pc:spChg chg="mod">
          <ac:chgData name="Yash Jadhav" userId="535c3d6d-72b8-4f77-8155-55f939173cf2" providerId="ADAL" clId="{F33F88E0-3380-47C4-AFDE-F1AC050ADA82}" dt="2026-01-25T16:08:31.137" v="9816" actId="790"/>
          <ac:spMkLst>
            <pc:docMk/>
            <pc:sldMk cId="169715137" sldId="453"/>
            <ac:spMk id="42" creationId="{00000000-0000-0000-0000-000000000000}"/>
          </ac:spMkLst>
        </pc:spChg>
        <pc:spChg chg="mod">
          <ac:chgData name="Yash Jadhav" userId="535c3d6d-72b8-4f77-8155-55f939173cf2" providerId="ADAL" clId="{F33F88E0-3380-47C4-AFDE-F1AC050ADA82}" dt="2026-01-25T16:08:31.141" v="9817" actId="790"/>
          <ac:spMkLst>
            <pc:docMk/>
            <pc:sldMk cId="169715137" sldId="453"/>
            <ac:spMk id="43" creationId="{00000000-0000-0000-0000-000000000000}"/>
          </ac:spMkLst>
        </pc:spChg>
        <pc:spChg chg="mod">
          <ac:chgData name="Yash Jadhav" userId="535c3d6d-72b8-4f77-8155-55f939173cf2" providerId="ADAL" clId="{F33F88E0-3380-47C4-AFDE-F1AC050ADA82}" dt="2026-01-25T16:08:31.145" v="9818" actId="790"/>
          <ac:spMkLst>
            <pc:docMk/>
            <pc:sldMk cId="169715137" sldId="453"/>
            <ac:spMk id="44" creationId="{00000000-0000-0000-0000-000000000000}"/>
          </ac:spMkLst>
        </pc:spChg>
        <pc:spChg chg="mod">
          <ac:chgData name="Yash Jadhav" userId="535c3d6d-72b8-4f77-8155-55f939173cf2" providerId="ADAL" clId="{F33F88E0-3380-47C4-AFDE-F1AC050ADA82}" dt="2026-01-25T16:08:31.150" v="9819" actId="790"/>
          <ac:spMkLst>
            <pc:docMk/>
            <pc:sldMk cId="169715137" sldId="453"/>
            <ac:spMk id="45" creationId="{00000000-0000-0000-0000-000000000000}"/>
          </ac:spMkLst>
        </pc:spChg>
        <pc:spChg chg="mod">
          <ac:chgData name="Yash Jadhav" userId="535c3d6d-72b8-4f77-8155-55f939173cf2" providerId="ADAL" clId="{F33F88E0-3380-47C4-AFDE-F1AC050ADA82}" dt="2026-01-25T16:08:31.155" v="9820" actId="790"/>
          <ac:spMkLst>
            <pc:docMk/>
            <pc:sldMk cId="169715137" sldId="453"/>
            <ac:spMk id="46" creationId="{00000000-0000-0000-0000-000000000000}"/>
          </ac:spMkLst>
        </pc:spChg>
        <pc:spChg chg="mod">
          <ac:chgData name="Yash Jadhav" userId="535c3d6d-72b8-4f77-8155-55f939173cf2" providerId="ADAL" clId="{F33F88E0-3380-47C4-AFDE-F1AC050ADA82}" dt="2026-01-25T16:08:31.160" v="9821" actId="790"/>
          <ac:spMkLst>
            <pc:docMk/>
            <pc:sldMk cId="169715137" sldId="453"/>
            <ac:spMk id="47" creationId="{00000000-0000-0000-0000-000000000000}"/>
          </ac:spMkLst>
        </pc:spChg>
        <pc:spChg chg="mod">
          <ac:chgData name="Yash Jadhav" userId="535c3d6d-72b8-4f77-8155-55f939173cf2" providerId="ADAL" clId="{F33F88E0-3380-47C4-AFDE-F1AC050ADA82}" dt="2026-01-25T16:08:31.165" v="9822" actId="790"/>
          <ac:spMkLst>
            <pc:docMk/>
            <pc:sldMk cId="169715137" sldId="453"/>
            <ac:spMk id="48" creationId="{00000000-0000-0000-0000-000000000000}"/>
          </ac:spMkLst>
        </pc:spChg>
        <pc:spChg chg="mod">
          <ac:chgData name="Yash Jadhav" userId="535c3d6d-72b8-4f77-8155-55f939173cf2" providerId="ADAL" clId="{F33F88E0-3380-47C4-AFDE-F1AC050ADA82}" dt="2026-01-25T16:08:31.170" v="9823" actId="790"/>
          <ac:spMkLst>
            <pc:docMk/>
            <pc:sldMk cId="169715137" sldId="453"/>
            <ac:spMk id="49" creationId="{00000000-0000-0000-0000-000000000000}"/>
          </ac:spMkLst>
        </pc:spChg>
        <pc:spChg chg="mod">
          <ac:chgData name="Yash Jadhav" userId="535c3d6d-72b8-4f77-8155-55f939173cf2" providerId="ADAL" clId="{F33F88E0-3380-47C4-AFDE-F1AC050ADA82}" dt="2026-01-25T16:08:31.191" v="9833" actId="790"/>
          <ac:spMkLst>
            <pc:docMk/>
            <pc:sldMk cId="169715137" sldId="453"/>
            <ac:spMk id="50" creationId="{849B0007-A79A-28E6-36A2-7C2369F6D083}"/>
          </ac:spMkLst>
        </pc:spChg>
        <pc:spChg chg="mod">
          <ac:chgData name="Yash Jadhav" userId="535c3d6d-72b8-4f77-8155-55f939173cf2" providerId="ADAL" clId="{F33F88E0-3380-47C4-AFDE-F1AC050ADA82}" dt="2026-01-25T16:08:31.194" v="9834" actId="790"/>
          <ac:spMkLst>
            <pc:docMk/>
            <pc:sldMk cId="169715137" sldId="453"/>
            <ac:spMk id="51" creationId="{1C9A537D-7F77-72CA-EEA2-3130BD27ADCC}"/>
          </ac:spMkLst>
        </pc:spChg>
        <pc:spChg chg="mod">
          <ac:chgData name="Yash Jadhav" userId="535c3d6d-72b8-4f77-8155-55f939173cf2" providerId="ADAL" clId="{F33F88E0-3380-47C4-AFDE-F1AC050ADA82}" dt="2026-01-25T16:08:31.197" v="9835" actId="790"/>
          <ac:spMkLst>
            <pc:docMk/>
            <pc:sldMk cId="169715137" sldId="453"/>
            <ac:spMk id="52" creationId="{8FE7A3CD-C7EC-A33D-47D5-D9AA8CE94F0F}"/>
          </ac:spMkLst>
        </pc:spChg>
        <pc:spChg chg="mod">
          <ac:chgData name="Yash Jadhav" userId="535c3d6d-72b8-4f77-8155-55f939173cf2" providerId="ADAL" clId="{F33F88E0-3380-47C4-AFDE-F1AC050ADA82}" dt="2026-01-25T16:08:31.172" v="9824" actId="790"/>
          <ac:spMkLst>
            <pc:docMk/>
            <pc:sldMk cId="169715137" sldId="453"/>
            <ac:spMk id="53" creationId="{00000000-0000-0000-0000-000000000000}"/>
          </ac:spMkLst>
        </pc:spChg>
        <pc:spChg chg="mod">
          <ac:chgData name="Yash Jadhav" userId="535c3d6d-72b8-4f77-8155-55f939173cf2" providerId="ADAL" clId="{F33F88E0-3380-47C4-AFDE-F1AC050ADA82}" dt="2026-01-25T16:08:31.174" v="9825" actId="790"/>
          <ac:spMkLst>
            <pc:docMk/>
            <pc:sldMk cId="169715137" sldId="453"/>
            <ac:spMk id="54" creationId="{00000000-0000-0000-0000-000000000000}"/>
          </ac:spMkLst>
        </pc:spChg>
        <pc:spChg chg="mod">
          <ac:chgData name="Yash Jadhav" userId="535c3d6d-72b8-4f77-8155-55f939173cf2" providerId="ADAL" clId="{F33F88E0-3380-47C4-AFDE-F1AC050ADA82}" dt="2026-01-25T16:08:31.177" v="9826" actId="790"/>
          <ac:spMkLst>
            <pc:docMk/>
            <pc:sldMk cId="169715137" sldId="453"/>
            <ac:spMk id="55" creationId="{00000000-0000-0000-0000-000000000000}"/>
          </ac:spMkLst>
        </pc:spChg>
        <pc:spChg chg="mod">
          <ac:chgData name="Yash Jadhav" userId="535c3d6d-72b8-4f77-8155-55f939173cf2" providerId="ADAL" clId="{F33F88E0-3380-47C4-AFDE-F1AC050ADA82}" dt="2026-01-25T16:08:31.180" v="9827" actId="790"/>
          <ac:spMkLst>
            <pc:docMk/>
            <pc:sldMk cId="169715137" sldId="453"/>
            <ac:spMk id="57" creationId="{32C2C751-F905-4E40-AC0F-1B8F2A4F41DC}"/>
          </ac:spMkLst>
        </pc:spChg>
        <pc:spChg chg="mod">
          <ac:chgData name="Yash Jadhav" userId="535c3d6d-72b8-4f77-8155-55f939173cf2" providerId="ADAL" clId="{F33F88E0-3380-47C4-AFDE-F1AC050ADA82}" dt="2026-01-25T16:08:31.182" v="9828" actId="790"/>
          <ac:spMkLst>
            <pc:docMk/>
            <pc:sldMk cId="169715137" sldId="453"/>
            <ac:spMk id="58" creationId="{00000000-0000-0000-0000-000000000000}"/>
          </ac:spMkLst>
        </pc:spChg>
        <pc:spChg chg="mod">
          <ac:chgData name="Yash Jadhav" userId="535c3d6d-72b8-4f77-8155-55f939173cf2" providerId="ADAL" clId="{F33F88E0-3380-47C4-AFDE-F1AC050ADA82}" dt="2026-01-25T16:08:31.184" v="9829" actId="790"/>
          <ac:spMkLst>
            <pc:docMk/>
            <pc:sldMk cId="169715137" sldId="453"/>
            <ac:spMk id="60" creationId="{A7B7261A-FB7A-42BF-980B-8B2272C0EC3C}"/>
          </ac:spMkLst>
        </pc:spChg>
        <pc:spChg chg="mod">
          <ac:chgData name="Yash Jadhav" userId="535c3d6d-72b8-4f77-8155-55f939173cf2" providerId="ADAL" clId="{F33F88E0-3380-47C4-AFDE-F1AC050ADA82}" dt="2026-01-25T16:08:31.186" v="9830" actId="790"/>
          <ac:spMkLst>
            <pc:docMk/>
            <pc:sldMk cId="169715137" sldId="453"/>
            <ac:spMk id="61" creationId="{00000000-0000-0000-0000-000000000000}"/>
          </ac:spMkLst>
        </pc:spChg>
        <pc:spChg chg="mod">
          <ac:chgData name="Yash Jadhav" userId="535c3d6d-72b8-4f77-8155-55f939173cf2" providerId="ADAL" clId="{F33F88E0-3380-47C4-AFDE-F1AC050ADA82}" dt="2026-01-25T16:08:31.201" v="9836" actId="790"/>
          <ac:spMkLst>
            <pc:docMk/>
            <pc:sldMk cId="169715137" sldId="453"/>
            <ac:spMk id="62" creationId="{56E6F7B0-FF41-9860-D73D-B4E4D933C8DD}"/>
          </ac:spMkLst>
        </pc:spChg>
        <pc:spChg chg="mod">
          <ac:chgData name="Yash Jadhav" userId="535c3d6d-72b8-4f77-8155-55f939173cf2" providerId="ADAL" clId="{F33F88E0-3380-47C4-AFDE-F1AC050ADA82}" dt="2026-01-25T16:08:31.205" v="9837" actId="790"/>
          <ac:spMkLst>
            <pc:docMk/>
            <pc:sldMk cId="169715137" sldId="453"/>
            <ac:spMk id="63" creationId="{DFC9BF2B-EFBB-B0DC-57C7-850ABEEBEF5E}"/>
          </ac:spMkLst>
        </pc:spChg>
        <pc:spChg chg="mod">
          <ac:chgData name="Yash Jadhav" userId="535c3d6d-72b8-4f77-8155-55f939173cf2" providerId="ADAL" clId="{F33F88E0-3380-47C4-AFDE-F1AC050ADA82}" dt="2026-01-25T16:08:31.209" v="9838" actId="790"/>
          <ac:spMkLst>
            <pc:docMk/>
            <pc:sldMk cId="169715137" sldId="453"/>
            <ac:spMk id="64" creationId="{49E21897-DCD2-F05D-E15E-5DECADE17994}"/>
          </ac:spMkLst>
        </pc:spChg>
        <pc:spChg chg="mod">
          <ac:chgData name="Yash Jadhav" userId="535c3d6d-72b8-4f77-8155-55f939173cf2" providerId="ADAL" clId="{F33F88E0-3380-47C4-AFDE-F1AC050ADA82}" dt="2026-01-25T16:08:31.216" v="9839" actId="790"/>
          <ac:spMkLst>
            <pc:docMk/>
            <pc:sldMk cId="169715137" sldId="453"/>
            <ac:spMk id="65" creationId="{FA2BDE47-0955-C185-9806-433D0632BAF8}"/>
          </ac:spMkLst>
        </pc:spChg>
        <pc:spChg chg="mod">
          <ac:chgData name="Yash Jadhav" userId="535c3d6d-72b8-4f77-8155-55f939173cf2" providerId="ADAL" clId="{F33F88E0-3380-47C4-AFDE-F1AC050ADA82}" dt="2026-01-25T16:08:31.220" v="9840" actId="790"/>
          <ac:spMkLst>
            <pc:docMk/>
            <pc:sldMk cId="169715137" sldId="453"/>
            <ac:spMk id="66" creationId="{054BD90C-06AE-5EEA-DB05-4FB2BD7BF28A}"/>
          </ac:spMkLst>
        </pc:spChg>
        <pc:spChg chg="mod">
          <ac:chgData name="Yash Jadhav" userId="535c3d6d-72b8-4f77-8155-55f939173cf2" providerId="ADAL" clId="{F33F88E0-3380-47C4-AFDE-F1AC050ADA82}" dt="2026-01-25T16:08:31.222" v="9841" actId="790"/>
          <ac:spMkLst>
            <pc:docMk/>
            <pc:sldMk cId="169715137" sldId="453"/>
            <ac:spMk id="67" creationId="{0BA83240-7ECC-22DC-82EF-DE4029F8434B}"/>
          </ac:spMkLst>
        </pc:spChg>
        <pc:spChg chg="mod">
          <ac:chgData name="Yash Jadhav" userId="535c3d6d-72b8-4f77-8155-55f939173cf2" providerId="ADAL" clId="{F33F88E0-3380-47C4-AFDE-F1AC050ADA82}" dt="2026-01-25T16:08:31.225" v="9842" actId="790"/>
          <ac:spMkLst>
            <pc:docMk/>
            <pc:sldMk cId="169715137" sldId="453"/>
            <ac:spMk id="68" creationId="{70F749B8-D186-6DB2-41B7-F621F1F96AD7}"/>
          </ac:spMkLst>
        </pc:spChg>
        <pc:spChg chg="mod">
          <ac:chgData name="Yash Jadhav" userId="535c3d6d-72b8-4f77-8155-55f939173cf2" providerId="ADAL" clId="{F33F88E0-3380-47C4-AFDE-F1AC050ADA82}" dt="2026-01-25T16:08:31.228" v="9843" actId="790"/>
          <ac:spMkLst>
            <pc:docMk/>
            <pc:sldMk cId="169715137" sldId="453"/>
            <ac:spMk id="69" creationId="{3F9873F4-D63C-6870-8D34-FD237769BB12}"/>
          </ac:spMkLst>
        </pc:spChg>
        <pc:spChg chg="mod">
          <ac:chgData name="Yash Jadhav" userId="535c3d6d-72b8-4f77-8155-55f939173cf2" providerId="ADAL" clId="{F33F88E0-3380-47C4-AFDE-F1AC050ADA82}" dt="2026-01-25T16:08:31.230" v="9844" actId="790"/>
          <ac:spMkLst>
            <pc:docMk/>
            <pc:sldMk cId="169715137" sldId="453"/>
            <ac:spMk id="70" creationId="{07835020-F422-9C05-28D1-053E22169A2D}"/>
          </ac:spMkLst>
        </pc:spChg>
        <pc:spChg chg="mod">
          <ac:chgData name="Yash Jadhav" userId="535c3d6d-72b8-4f77-8155-55f939173cf2" providerId="ADAL" clId="{F33F88E0-3380-47C4-AFDE-F1AC050ADA82}" dt="2026-01-25T16:08:31.234" v="9845" actId="790"/>
          <ac:spMkLst>
            <pc:docMk/>
            <pc:sldMk cId="169715137" sldId="453"/>
            <ac:spMk id="71" creationId="{C6047425-2117-0DDF-067B-4C1037B76103}"/>
          </ac:spMkLst>
        </pc:spChg>
        <pc:spChg chg="mod">
          <ac:chgData name="Yash Jadhav" userId="535c3d6d-72b8-4f77-8155-55f939173cf2" providerId="ADAL" clId="{F33F88E0-3380-47C4-AFDE-F1AC050ADA82}" dt="2026-01-25T16:08:31.236" v="9846" actId="790"/>
          <ac:spMkLst>
            <pc:docMk/>
            <pc:sldMk cId="169715137" sldId="453"/>
            <ac:spMk id="72" creationId="{78262D83-3A7E-6D82-29F1-6C83F834DBB4}"/>
          </ac:spMkLst>
        </pc:spChg>
        <pc:spChg chg="mod">
          <ac:chgData name="Yash Jadhav" userId="535c3d6d-72b8-4f77-8155-55f939173cf2" providerId="ADAL" clId="{F33F88E0-3380-47C4-AFDE-F1AC050ADA82}" dt="2026-01-25T16:08:31.238" v="9847" actId="790"/>
          <ac:spMkLst>
            <pc:docMk/>
            <pc:sldMk cId="169715137" sldId="453"/>
            <ac:spMk id="73" creationId="{92A567F3-4DEB-9629-3A34-1FE58FF141B3}"/>
          </ac:spMkLst>
        </pc:spChg>
        <pc:spChg chg="mod">
          <ac:chgData name="Yash Jadhav" userId="535c3d6d-72b8-4f77-8155-55f939173cf2" providerId="ADAL" clId="{F33F88E0-3380-47C4-AFDE-F1AC050ADA82}" dt="2026-01-25T16:08:31.240" v="9848" actId="790"/>
          <ac:spMkLst>
            <pc:docMk/>
            <pc:sldMk cId="169715137" sldId="453"/>
            <ac:spMk id="74" creationId="{2E7FD7BD-C1D1-E761-3E2E-9D46C851D5B3}"/>
          </ac:spMkLst>
        </pc:spChg>
        <pc:spChg chg="mod">
          <ac:chgData name="Yash Jadhav" userId="535c3d6d-72b8-4f77-8155-55f939173cf2" providerId="ADAL" clId="{F33F88E0-3380-47C4-AFDE-F1AC050ADA82}" dt="2026-01-25T16:08:31.242" v="9849" actId="790"/>
          <ac:spMkLst>
            <pc:docMk/>
            <pc:sldMk cId="169715137" sldId="453"/>
            <ac:spMk id="75" creationId="{21BC8ECB-EB6B-6C51-3D31-D91381D8503F}"/>
          </ac:spMkLst>
        </pc:spChg>
        <pc:spChg chg="mod">
          <ac:chgData name="Yash Jadhav" userId="535c3d6d-72b8-4f77-8155-55f939173cf2" providerId="ADAL" clId="{F33F88E0-3380-47C4-AFDE-F1AC050ADA82}" dt="2026-01-25T16:08:31.244" v="9850" actId="790"/>
          <ac:spMkLst>
            <pc:docMk/>
            <pc:sldMk cId="169715137" sldId="453"/>
            <ac:spMk id="76" creationId="{B1FF08E0-1AA0-F81E-8EBB-5ED20CEB727F}"/>
          </ac:spMkLst>
        </pc:spChg>
        <pc:spChg chg="mod">
          <ac:chgData name="Yash Jadhav" userId="535c3d6d-72b8-4f77-8155-55f939173cf2" providerId="ADAL" clId="{F33F88E0-3380-47C4-AFDE-F1AC050ADA82}" dt="2026-01-25T16:08:31.247" v="9851" actId="790"/>
          <ac:spMkLst>
            <pc:docMk/>
            <pc:sldMk cId="169715137" sldId="453"/>
            <ac:spMk id="78" creationId="{D93F0CF1-A792-F345-6A02-78B59FBE5735}"/>
          </ac:spMkLst>
        </pc:spChg>
        <pc:spChg chg="mod">
          <ac:chgData name="Yash Jadhav" userId="535c3d6d-72b8-4f77-8155-55f939173cf2" providerId="ADAL" clId="{F33F88E0-3380-47C4-AFDE-F1AC050ADA82}" dt="2026-01-25T16:08:31.248" v="9852" actId="790"/>
          <ac:spMkLst>
            <pc:docMk/>
            <pc:sldMk cId="169715137" sldId="453"/>
            <ac:spMk id="79" creationId="{A69DC3DB-43D0-380A-72E7-9E7C0241302B}"/>
          </ac:spMkLst>
        </pc:spChg>
        <pc:spChg chg="mod">
          <ac:chgData name="Yash Jadhav" userId="535c3d6d-72b8-4f77-8155-55f939173cf2" providerId="ADAL" clId="{F33F88E0-3380-47C4-AFDE-F1AC050ADA82}" dt="2026-01-25T16:08:31.251" v="9853" actId="790"/>
          <ac:spMkLst>
            <pc:docMk/>
            <pc:sldMk cId="169715137" sldId="453"/>
            <ac:spMk id="80" creationId="{D1B1D10B-8FB5-C989-8B8E-B1B7193F08FD}"/>
          </ac:spMkLst>
        </pc:spChg>
        <pc:spChg chg="mod">
          <ac:chgData name="Yash Jadhav" userId="535c3d6d-72b8-4f77-8155-55f939173cf2" providerId="ADAL" clId="{F33F88E0-3380-47C4-AFDE-F1AC050ADA82}" dt="2026-01-25T16:08:31.253" v="9854" actId="790"/>
          <ac:spMkLst>
            <pc:docMk/>
            <pc:sldMk cId="169715137" sldId="453"/>
            <ac:spMk id="82" creationId="{82F1B77D-4AB6-C2BA-5B96-B38D5336D006}"/>
          </ac:spMkLst>
        </pc:spChg>
        <pc:spChg chg="mod">
          <ac:chgData name="Yash Jadhav" userId="535c3d6d-72b8-4f77-8155-55f939173cf2" providerId="ADAL" clId="{F33F88E0-3380-47C4-AFDE-F1AC050ADA82}" dt="2026-01-25T16:08:31.254" v="9855" actId="790"/>
          <ac:spMkLst>
            <pc:docMk/>
            <pc:sldMk cId="169715137" sldId="453"/>
            <ac:spMk id="83" creationId="{B3FE8B41-9569-AE25-A75A-FBA640CFB3A5}"/>
          </ac:spMkLst>
        </pc:spChg>
        <pc:spChg chg="mod">
          <ac:chgData name="Yash Jadhav" userId="535c3d6d-72b8-4f77-8155-55f939173cf2" providerId="ADAL" clId="{F33F88E0-3380-47C4-AFDE-F1AC050ADA82}" dt="2026-01-25T16:08:31.256" v="9856" actId="790"/>
          <ac:spMkLst>
            <pc:docMk/>
            <pc:sldMk cId="169715137" sldId="453"/>
            <ac:spMk id="84" creationId="{C13C21C0-9969-527D-0B5D-08509174E87B}"/>
          </ac:spMkLst>
        </pc:spChg>
        <pc:spChg chg="mod">
          <ac:chgData name="Yash Jadhav" userId="535c3d6d-72b8-4f77-8155-55f939173cf2" providerId="ADAL" clId="{F33F88E0-3380-47C4-AFDE-F1AC050ADA82}" dt="2026-01-25T16:08:31.258" v="9857" actId="790"/>
          <ac:spMkLst>
            <pc:docMk/>
            <pc:sldMk cId="169715137" sldId="453"/>
            <ac:spMk id="85" creationId="{3920ADB3-6EB7-235A-EE7F-66739FEB9D04}"/>
          </ac:spMkLst>
        </pc:spChg>
        <pc:spChg chg="mod">
          <ac:chgData name="Yash Jadhav" userId="535c3d6d-72b8-4f77-8155-55f939173cf2" providerId="ADAL" clId="{F33F88E0-3380-47C4-AFDE-F1AC050ADA82}" dt="2026-01-25T16:08:31.260" v="9858" actId="790"/>
          <ac:spMkLst>
            <pc:docMk/>
            <pc:sldMk cId="169715137" sldId="453"/>
            <ac:spMk id="86" creationId="{33207CD9-AA67-CA60-80D5-1F862DE9D5FC}"/>
          </ac:spMkLst>
        </pc:spChg>
        <pc:spChg chg="mod">
          <ac:chgData name="Yash Jadhav" userId="535c3d6d-72b8-4f77-8155-55f939173cf2" providerId="ADAL" clId="{F33F88E0-3380-47C4-AFDE-F1AC050ADA82}" dt="2026-01-25T16:08:31.262" v="9859" actId="790"/>
          <ac:spMkLst>
            <pc:docMk/>
            <pc:sldMk cId="169715137" sldId="453"/>
            <ac:spMk id="87" creationId="{C798CDC7-6BCD-C9E1-B0DE-B617F6C0A694}"/>
          </ac:spMkLst>
        </pc:spChg>
        <pc:spChg chg="mod">
          <ac:chgData name="Yash Jadhav" userId="535c3d6d-72b8-4f77-8155-55f939173cf2" providerId="ADAL" clId="{F33F88E0-3380-47C4-AFDE-F1AC050ADA82}" dt="2026-01-25T16:08:31.265" v="9860" actId="790"/>
          <ac:spMkLst>
            <pc:docMk/>
            <pc:sldMk cId="169715137" sldId="453"/>
            <ac:spMk id="88" creationId="{35A33903-A55D-231F-DA85-40F1003CB68C}"/>
          </ac:spMkLst>
        </pc:spChg>
        <pc:spChg chg="mod">
          <ac:chgData name="Yash Jadhav" userId="535c3d6d-72b8-4f77-8155-55f939173cf2" providerId="ADAL" clId="{F33F88E0-3380-47C4-AFDE-F1AC050ADA82}" dt="2026-01-25T16:08:31.267" v="9861" actId="790"/>
          <ac:spMkLst>
            <pc:docMk/>
            <pc:sldMk cId="169715137" sldId="453"/>
            <ac:spMk id="89" creationId="{82309931-DCF7-260A-0C6A-D68C5B1F880B}"/>
          </ac:spMkLst>
        </pc:spChg>
        <pc:spChg chg="mod">
          <ac:chgData name="Yash Jadhav" userId="535c3d6d-72b8-4f77-8155-55f939173cf2" providerId="ADAL" clId="{F33F88E0-3380-47C4-AFDE-F1AC050ADA82}" dt="2026-01-25T16:08:31.270" v="9862" actId="790"/>
          <ac:spMkLst>
            <pc:docMk/>
            <pc:sldMk cId="169715137" sldId="453"/>
            <ac:spMk id="90" creationId="{BA91E4A2-C0CD-3EDA-9A23-6BAF2E1434C4}"/>
          </ac:spMkLst>
        </pc:spChg>
      </pc:sldChg>
      <pc:sldChg chg="modSp add mod modClrScheme chgLayout modNotes">
        <pc:chgData name="Yash Jadhav" userId="535c3d6d-72b8-4f77-8155-55f939173cf2" providerId="ADAL" clId="{F33F88E0-3380-47C4-AFDE-F1AC050ADA82}" dt="2026-01-25T16:09:15.875" v="10168" actId="700"/>
        <pc:sldMkLst>
          <pc:docMk/>
          <pc:sldMk cId="3385712101" sldId="454"/>
        </pc:sldMkLst>
        <pc:spChg chg="mod ord">
          <ac:chgData name="Yash Jadhav" userId="535c3d6d-72b8-4f77-8155-55f939173cf2" providerId="ADAL" clId="{F33F88E0-3380-47C4-AFDE-F1AC050ADA82}" dt="2026-01-25T16:09:15.875" v="10168" actId="700"/>
          <ac:spMkLst>
            <pc:docMk/>
            <pc:sldMk cId="3385712101" sldId="454"/>
            <ac:spMk id="2" creationId="{00000000-0000-0000-0000-000000000000}"/>
          </ac:spMkLst>
        </pc:spChg>
        <pc:spChg chg="mod">
          <ac:chgData name="Yash Jadhav" userId="535c3d6d-72b8-4f77-8155-55f939173cf2" providerId="ADAL" clId="{F33F88E0-3380-47C4-AFDE-F1AC050ADA82}" dt="2026-01-25T16:08:32.858" v="9939" actId="790"/>
          <ac:spMkLst>
            <pc:docMk/>
            <pc:sldMk cId="3385712101" sldId="454"/>
            <ac:spMk id="4" creationId="{DF0AD707-19B1-D65C-5162-4A9EFB55F7B7}"/>
          </ac:spMkLst>
        </pc:spChg>
        <pc:spChg chg="mod">
          <ac:chgData name="Yash Jadhav" userId="535c3d6d-72b8-4f77-8155-55f939173cf2" providerId="ADAL" clId="{F33F88E0-3380-47C4-AFDE-F1AC050ADA82}" dt="2026-01-25T16:08:32.861" v="9940" actId="790"/>
          <ac:spMkLst>
            <pc:docMk/>
            <pc:sldMk cId="3385712101" sldId="454"/>
            <ac:spMk id="5" creationId="{D570D932-A763-BBC0-91A4-97E284D1666A}"/>
          </ac:spMkLst>
        </pc:spChg>
        <pc:spChg chg="mod">
          <ac:chgData name="Yash Jadhav" userId="535c3d6d-72b8-4f77-8155-55f939173cf2" providerId="ADAL" clId="{F33F88E0-3380-47C4-AFDE-F1AC050ADA82}" dt="2026-01-25T16:08:32.647" v="9868" actId="790"/>
          <ac:spMkLst>
            <pc:docMk/>
            <pc:sldMk cId="3385712101" sldId="454"/>
            <ac:spMk id="9" creationId="{00000000-0000-0000-0000-000000000000}"/>
          </ac:spMkLst>
        </pc:spChg>
        <pc:spChg chg="mod">
          <ac:chgData name="Yash Jadhav" userId="535c3d6d-72b8-4f77-8155-55f939173cf2" providerId="ADAL" clId="{F33F88E0-3380-47C4-AFDE-F1AC050ADA82}" dt="2026-01-25T16:08:32.649" v="9869" actId="790"/>
          <ac:spMkLst>
            <pc:docMk/>
            <pc:sldMk cId="3385712101" sldId="454"/>
            <ac:spMk id="10" creationId="{00000000-0000-0000-0000-000000000000}"/>
          </ac:spMkLst>
        </pc:spChg>
        <pc:spChg chg="mod">
          <ac:chgData name="Yash Jadhav" userId="535c3d6d-72b8-4f77-8155-55f939173cf2" providerId="ADAL" clId="{F33F88E0-3380-47C4-AFDE-F1AC050ADA82}" dt="2026-01-25T16:08:32.652" v="9870" actId="790"/>
          <ac:spMkLst>
            <pc:docMk/>
            <pc:sldMk cId="3385712101" sldId="454"/>
            <ac:spMk id="11" creationId="{00000000-0000-0000-0000-000000000000}"/>
          </ac:spMkLst>
        </pc:spChg>
        <pc:spChg chg="mod">
          <ac:chgData name="Yash Jadhav" userId="535c3d6d-72b8-4f77-8155-55f939173cf2" providerId="ADAL" clId="{F33F88E0-3380-47C4-AFDE-F1AC050ADA82}" dt="2026-01-25T16:08:32.655" v="9871" actId="790"/>
          <ac:spMkLst>
            <pc:docMk/>
            <pc:sldMk cId="3385712101" sldId="454"/>
            <ac:spMk id="12" creationId="{00000000-0000-0000-0000-000000000000}"/>
          </ac:spMkLst>
        </pc:spChg>
        <pc:spChg chg="mod">
          <ac:chgData name="Yash Jadhav" userId="535c3d6d-72b8-4f77-8155-55f939173cf2" providerId="ADAL" clId="{F33F88E0-3380-47C4-AFDE-F1AC050ADA82}" dt="2026-01-25T16:08:32.658" v="9872" actId="790"/>
          <ac:spMkLst>
            <pc:docMk/>
            <pc:sldMk cId="3385712101" sldId="454"/>
            <ac:spMk id="17" creationId="{00000000-0000-0000-0000-000000000000}"/>
          </ac:spMkLst>
        </pc:spChg>
        <pc:spChg chg="mod">
          <ac:chgData name="Yash Jadhav" userId="535c3d6d-72b8-4f77-8155-55f939173cf2" providerId="ADAL" clId="{F33F88E0-3380-47C4-AFDE-F1AC050ADA82}" dt="2026-01-25T16:08:32.661" v="9873" actId="790"/>
          <ac:spMkLst>
            <pc:docMk/>
            <pc:sldMk cId="3385712101" sldId="454"/>
            <ac:spMk id="18" creationId="{00000000-0000-0000-0000-000000000000}"/>
          </ac:spMkLst>
        </pc:spChg>
        <pc:spChg chg="mod">
          <ac:chgData name="Yash Jadhav" userId="535c3d6d-72b8-4f77-8155-55f939173cf2" providerId="ADAL" clId="{F33F88E0-3380-47C4-AFDE-F1AC050ADA82}" dt="2026-01-25T16:08:32.664" v="9874" actId="790"/>
          <ac:spMkLst>
            <pc:docMk/>
            <pc:sldMk cId="3385712101" sldId="454"/>
            <ac:spMk id="19" creationId="{00000000-0000-0000-0000-000000000000}"/>
          </ac:spMkLst>
        </pc:spChg>
        <pc:spChg chg="mod">
          <ac:chgData name="Yash Jadhav" userId="535c3d6d-72b8-4f77-8155-55f939173cf2" providerId="ADAL" clId="{F33F88E0-3380-47C4-AFDE-F1AC050ADA82}" dt="2026-01-25T16:08:32.668" v="9875" actId="790"/>
          <ac:spMkLst>
            <pc:docMk/>
            <pc:sldMk cId="3385712101" sldId="454"/>
            <ac:spMk id="20" creationId="{00000000-0000-0000-0000-000000000000}"/>
          </ac:spMkLst>
        </pc:spChg>
        <pc:spChg chg="mod">
          <ac:chgData name="Yash Jadhav" userId="535c3d6d-72b8-4f77-8155-55f939173cf2" providerId="ADAL" clId="{F33F88E0-3380-47C4-AFDE-F1AC050ADA82}" dt="2026-01-25T16:08:32.671" v="9876" actId="790"/>
          <ac:spMkLst>
            <pc:docMk/>
            <pc:sldMk cId="3385712101" sldId="454"/>
            <ac:spMk id="21" creationId="{00000000-0000-0000-0000-000000000000}"/>
          </ac:spMkLst>
        </pc:spChg>
        <pc:spChg chg="mod">
          <ac:chgData name="Yash Jadhav" userId="535c3d6d-72b8-4f77-8155-55f939173cf2" providerId="ADAL" clId="{F33F88E0-3380-47C4-AFDE-F1AC050ADA82}" dt="2026-01-25T16:08:32.674" v="9877" actId="790"/>
          <ac:spMkLst>
            <pc:docMk/>
            <pc:sldMk cId="3385712101" sldId="454"/>
            <ac:spMk id="22" creationId="{00000000-0000-0000-0000-000000000000}"/>
          </ac:spMkLst>
        </pc:spChg>
        <pc:spChg chg="mod">
          <ac:chgData name="Yash Jadhav" userId="535c3d6d-72b8-4f77-8155-55f939173cf2" providerId="ADAL" clId="{F33F88E0-3380-47C4-AFDE-F1AC050ADA82}" dt="2026-01-25T16:08:32.678" v="9878" actId="790"/>
          <ac:spMkLst>
            <pc:docMk/>
            <pc:sldMk cId="3385712101" sldId="454"/>
            <ac:spMk id="23" creationId="{00000000-0000-0000-0000-000000000000}"/>
          </ac:spMkLst>
        </pc:spChg>
        <pc:spChg chg="mod">
          <ac:chgData name="Yash Jadhav" userId="535c3d6d-72b8-4f77-8155-55f939173cf2" providerId="ADAL" clId="{F33F88E0-3380-47C4-AFDE-F1AC050ADA82}" dt="2026-01-25T16:08:32.682" v="9879" actId="790"/>
          <ac:spMkLst>
            <pc:docMk/>
            <pc:sldMk cId="3385712101" sldId="454"/>
            <ac:spMk id="24" creationId="{00000000-0000-0000-0000-000000000000}"/>
          </ac:spMkLst>
        </pc:spChg>
        <pc:spChg chg="mod">
          <ac:chgData name="Yash Jadhav" userId="535c3d6d-72b8-4f77-8155-55f939173cf2" providerId="ADAL" clId="{F33F88E0-3380-47C4-AFDE-F1AC050ADA82}" dt="2026-01-25T16:08:32.685" v="9880" actId="790"/>
          <ac:spMkLst>
            <pc:docMk/>
            <pc:sldMk cId="3385712101" sldId="454"/>
            <ac:spMk id="25" creationId="{00000000-0000-0000-0000-000000000000}"/>
          </ac:spMkLst>
        </pc:spChg>
        <pc:spChg chg="mod">
          <ac:chgData name="Yash Jadhav" userId="535c3d6d-72b8-4f77-8155-55f939173cf2" providerId="ADAL" clId="{F33F88E0-3380-47C4-AFDE-F1AC050ADA82}" dt="2026-01-25T16:08:32.690" v="9881" actId="790"/>
          <ac:spMkLst>
            <pc:docMk/>
            <pc:sldMk cId="3385712101" sldId="454"/>
            <ac:spMk id="26" creationId="{00000000-0000-0000-0000-000000000000}"/>
          </ac:spMkLst>
        </pc:spChg>
        <pc:spChg chg="mod">
          <ac:chgData name="Yash Jadhav" userId="535c3d6d-72b8-4f77-8155-55f939173cf2" providerId="ADAL" clId="{F33F88E0-3380-47C4-AFDE-F1AC050ADA82}" dt="2026-01-25T16:08:32.695" v="9882" actId="790"/>
          <ac:spMkLst>
            <pc:docMk/>
            <pc:sldMk cId="3385712101" sldId="454"/>
            <ac:spMk id="27" creationId="{00000000-0000-0000-0000-000000000000}"/>
          </ac:spMkLst>
        </pc:spChg>
        <pc:spChg chg="mod">
          <ac:chgData name="Yash Jadhav" userId="535c3d6d-72b8-4f77-8155-55f939173cf2" providerId="ADAL" clId="{F33F88E0-3380-47C4-AFDE-F1AC050ADA82}" dt="2026-01-25T16:08:32.700" v="9883" actId="790"/>
          <ac:spMkLst>
            <pc:docMk/>
            <pc:sldMk cId="3385712101" sldId="454"/>
            <ac:spMk id="28" creationId="{00000000-0000-0000-0000-000000000000}"/>
          </ac:spMkLst>
        </pc:spChg>
        <pc:spChg chg="mod">
          <ac:chgData name="Yash Jadhav" userId="535c3d6d-72b8-4f77-8155-55f939173cf2" providerId="ADAL" clId="{F33F88E0-3380-47C4-AFDE-F1AC050ADA82}" dt="2026-01-25T16:08:32.702" v="9884" actId="790"/>
          <ac:spMkLst>
            <pc:docMk/>
            <pc:sldMk cId="3385712101" sldId="454"/>
            <ac:spMk id="31" creationId="{8FD0354C-BF91-4DB5-847C-5811687F9DDB}"/>
          </ac:spMkLst>
        </pc:spChg>
        <pc:spChg chg="mod">
          <ac:chgData name="Yash Jadhav" userId="535c3d6d-72b8-4f77-8155-55f939173cf2" providerId="ADAL" clId="{F33F88E0-3380-47C4-AFDE-F1AC050ADA82}" dt="2026-01-25T16:08:32.704" v="9885" actId="790"/>
          <ac:spMkLst>
            <pc:docMk/>
            <pc:sldMk cId="3385712101" sldId="454"/>
            <ac:spMk id="32" creationId="{9F0191BE-EFF7-42D8-B6A1-A7E0909C72B7}"/>
          </ac:spMkLst>
        </pc:spChg>
        <pc:spChg chg="mod">
          <ac:chgData name="Yash Jadhav" userId="535c3d6d-72b8-4f77-8155-55f939173cf2" providerId="ADAL" clId="{F33F88E0-3380-47C4-AFDE-F1AC050ADA82}" dt="2026-01-25T16:08:32.707" v="9886" actId="790"/>
          <ac:spMkLst>
            <pc:docMk/>
            <pc:sldMk cId="3385712101" sldId="454"/>
            <ac:spMk id="33" creationId="{3FB108B3-9B0F-4A2B-81B8-039DD486042B}"/>
          </ac:spMkLst>
        </pc:spChg>
        <pc:spChg chg="mod">
          <ac:chgData name="Yash Jadhav" userId="535c3d6d-72b8-4f77-8155-55f939173cf2" providerId="ADAL" clId="{F33F88E0-3380-47C4-AFDE-F1AC050ADA82}" dt="2026-01-25T16:08:32.708" v="9887" actId="790"/>
          <ac:spMkLst>
            <pc:docMk/>
            <pc:sldMk cId="3385712101" sldId="454"/>
            <ac:spMk id="34" creationId="{B01AC740-41D9-4093-9B8A-BEB256939B5E}"/>
          </ac:spMkLst>
        </pc:spChg>
        <pc:spChg chg="mod">
          <ac:chgData name="Yash Jadhav" userId="535c3d6d-72b8-4f77-8155-55f939173cf2" providerId="ADAL" clId="{F33F88E0-3380-47C4-AFDE-F1AC050ADA82}" dt="2026-01-25T16:08:32.711" v="9888" actId="790"/>
          <ac:spMkLst>
            <pc:docMk/>
            <pc:sldMk cId="3385712101" sldId="454"/>
            <ac:spMk id="35" creationId="{008A4798-5781-42E2-8007-8565018DB86C}"/>
          </ac:spMkLst>
        </pc:spChg>
        <pc:spChg chg="mod">
          <ac:chgData name="Yash Jadhav" userId="535c3d6d-72b8-4f77-8155-55f939173cf2" providerId="ADAL" clId="{F33F88E0-3380-47C4-AFDE-F1AC050ADA82}" dt="2026-01-25T16:08:32.714" v="9889" actId="790"/>
          <ac:spMkLst>
            <pc:docMk/>
            <pc:sldMk cId="3385712101" sldId="454"/>
            <ac:spMk id="36" creationId="{C26DB7A5-DF5A-4030-B6F7-A50EA84952D4}"/>
          </ac:spMkLst>
        </pc:spChg>
        <pc:spChg chg="mod">
          <ac:chgData name="Yash Jadhav" userId="535c3d6d-72b8-4f77-8155-55f939173cf2" providerId="ADAL" clId="{F33F88E0-3380-47C4-AFDE-F1AC050ADA82}" dt="2026-01-25T16:08:32.717" v="9890" actId="790"/>
          <ac:spMkLst>
            <pc:docMk/>
            <pc:sldMk cId="3385712101" sldId="454"/>
            <ac:spMk id="37" creationId="{0982A089-37E1-4DC1-B0C2-73167EB67A7F}"/>
          </ac:spMkLst>
        </pc:spChg>
        <pc:spChg chg="mod">
          <ac:chgData name="Yash Jadhav" userId="535c3d6d-72b8-4f77-8155-55f939173cf2" providerId="ADAL" clId="{F33F88E0-3380-47C4-AFDE-F1AC050ADA82}" dt="2026-01-25T16:08:32.720" v="9891" actId="790"/>
          <ac:spMkLst>
            <pc:docMk/>
            <pc:sldMk cId="3385712101" sldId="454"/>
            <ac:spMk id="38" creationId="{984E1E71-6D3F-4AF2-9438-902FDD1C8907}"/>
          </ac:spMkLst>
        </pc:spChg>
        <pc:spChg chg="mod">
          <ac:chgData name="Yash Jadhav" userId="535c3d6d-72b8-4f77-8155-55f939173cf2" providerId="ADAL" clId="{F33F88E0-3380-47C4-AFDE-F1AC050ADA82}" dt="2026-01-25T16:08:32.722" v="9892" actId="790"/>
          <ac:spMkLst>
            <pc:docMk/>
            <pc:sldMk cId="3385712101" sldId="454"/>
            <ac:spMk id="39" creationId="{FF81CD91-8307-4D82-BCBC-04F336207307}"/>
          </ac:spMkLst>
        </pc:spChg>
        <pc:spChg chg="mod">
          <ac:chgData name="Yash Jadhav" userId="535c3d6d-72b8-4f77-8155-55f939173cf2" providerId="ADAL" clId="{F33F88E0-3380-47C4-AFDE-F1AC050ADA82}" dt="2026-01-25T16:08:32.724" v="9893" actId="790"/>
          <ac:spMkLst>
            <pc:docMk/>
            <pc:sldMk cId="3385712101" sldId="454"/>
            <ac:spMk id="40" creationId="{B448B4EE-2F65-43B7-AE78-16FCD696C9A5}"/>
          </ac:spMkLst>
        </pc:spChg>
        <pc:spChg chg="mod">
          <ac:chgData name="Yash Jadhav" userId="535c3d6d-72b8-4f77-8155-55f939173cf2" providerId="ADAL" clId="{F33F88E0-3380-47C4-AFDE-F1AC050ADA82}" dt="2026-01-25T16:08:32.726" v="9894" actId="790"/>
          <ac:spMkLst>
            <pc:docMk/>
            <pc:sldMk cId="3385712101" sldId="454"/>
            <ac:spMk id="41" creationId="{5173B4F9-718B-4DF5-9D1E-B2838EDFAD0B}"/>
          </ac:spMkLst>
        </pc:spChg>
        <pc:spChg chg="mod">
          <ac:chgData name="Yash Jadhav" userId="535c3d6d-72b8-4f77-8155-55f939173cf2" providerId="ADAL" clId="{F33F88E0-3380-47C4-AFDE-F1AC050ADA82}" dt="2026-01-25T16:08:32.728" v="9895" actId="790"/>
          <ac:spMkLst>
            <pc:docMk/>
            <pc:sldMk cId="3385712101" sldId="454"/>
            <ac:spMk id="42" creationId="{9061CC90-D613-4BAB-90AA-0832C7C6591C}"/>
          </ac:spMkLst>
        </pc:spChg>
        <pc:spChg chg="mod">
          <ac:chgData name="Yash Jadhav" userId="535c3d6d-72b8-4f77-8155-55f939173cf2" providerId="ADAL" clId="{F33F88E0-3380-47C4-AFDE-F1AC050ADA82}" dt="2026-01-25T16:08:32.730" v="9896" actId="790"/>
          <ac:spMkLst>
            <pc:docMk/>
            <pc:sldMk cId="3385712101" sldId="454"/>
            <ac:spMk id="43" creationId="{6D61C4F3-6277-49D0-9FAB-E0AFE60073AC}"/>
          </ac:spMkLst>
        </pc:spChg>
        <pc:spChg chg="mod">
          <ac:chgData name="Yash Jadhav" userId="535c3d6d-72b8-4f77-8155-55f939173cf2" providerId="ADAL" clId="{F33F88E0-3380-47C4-AFDE-F1AC050ADA82}" dt="2026-01-25T16:08:32.733" v="9897" actId="790"/>
          <ac:spMkLst>
            <pc:docMk/>
            <pc:sldMk cId="3385712101" sldId="454"/>
            <ac:spMk id="44" creationId="{100770EB-CC6C-4D24-9FC8-F2F776733FF7}"/>
          </ac:spMkLst>
        </pc:spChg>
        <pc:spChg chg="mod">
          <ac:chgData name="Yash Jadhav" userId="535c3d6d-72b8-4f77-8155-55f939173cf2" providerId="ADAL" clId="{F33F88E0-3380-47C4-AFDE-F1AC050ADA82}" dt="2026-01-25T16:08:32.735" v="9898" actId="790"/>
          <ac:spMkLst>
            <pc:docMk/>
            <pc:sldMk cId="3385712101" sldId="454"/>
            <ac:spMk id="45" creationId="{C76690AF-5DD9-4424-BF39-70A1BB9C4A5C}"/>
          </ac:spMkLst>
        </pc:spChg>
        <pc:spChg chg="mod">
          <ac:chgData name="Yash Jadhav" userId="535c3d6d-72b8-4f77-8155-55f939173cf2" providerId="ADAL" clId="{F33F88E0-3380-47C4-AFDE-F1AC050ADA82}" dt="2026-01-25T16:08:32.738" v="9899" actId="790"/>
          <ac:spMkLst>
            <pc:docMk/>
            <pc:sldMk cId="3385712101" sldId="454"/>
            <ac:spMk id="46" creationId="{92A54798-08C5-4016-9720-967C923E035B}"/>
          </ac:spMkLst>
        </pc:spChg>
        <pc:spChg chg="mod">
          <ac:chgData name="Yash Jadhav" userId="535c3d6d-72b8-4f77-8155-55f939173cf2" providerId="ADAL" clId="{F33F88E0-3380-47C4-AFDE-F1AC050ADA82}" dt="2026-01-25T16:08:32.740" v="9900" actId="790"/>
          <ac:spMkLst>
            <pc:docMk/>
            <pc:sldMk cId="3385712101" sldId="454"/>
            <ac:spMk id="47" creationId="{DDAB3F99-FF87-4DD5-84D0-9218367AFD91}"/>
          </ac:spMkLst>
        </pc:spChg>
        <pc:spChg chg="mod">
          <ac:chgData name="Yash Jadhav" userId="535c3d6d-72b8-4f77-8155-55f939173cf2" providerId="ADAL" clId="{F33F88E0-3380-47C4-AFDE-F1AC050ADA82}" dt="2026-01-25T16:08:32.742" v="9901" actId="790"/>
          <ac:spMkLst>
            <pc:docMk/>
            <pc:sldMk cId="3385712101" sldId="454"/>
            <ac:spMk id="48" creationId="{20E3F512-06BE-471D-95AA-F822E7C4F30C}"/>
          </ac:spMkLst>
        </pc:spChg>
        <pc:spChg chg="mod">
          <ac:chgData name="Yash Jadhav" userId="535c3d6d-72b8-4f77-8155-55f939173cf2" providerId="ADAL" clId="{F33F88E0-3380-47C4-AFDE-F1AC050ADA82}" dt="2026-01-25T16:08:32.745" v="9902" actId="790"/>
          <ac:spMkLst>
            <pc:docMk/>
            <pc:sldMk cId="3385712101" sldId="454"/>
            <ac:spMk id="50" creationId="{49B18493-149E-4769-A89B-D13BF4FCBE8E}"/>
          </ac:spMkLst>
        </pc:spChg>
        <pc:spChg chg="mod">
          <ac:chgData name="Yash Jadhav" userId="535c3d6d-72b8-4f77-8155-55f939173cf2" providerId="ADAL" clId="{F33F88E0-3380-47C4-AFDE-F1AC050ADA82}" dt="2026-01-25T16:08:32.747" v="9903" actId="790"/>
          <ac:spMkLst>
            <pc:docMk/>
            <pc:sldMk cId="3385712101" sldId="454"/>
            <ac:spMk id="51" creationId="{345588D1-9B1D-42D6-BAA7-E20E4B8F4A59}"/>
          </ac:spMkLst>
        </pc:spChg>
        <pc:spChg chg="mod">
          <ac:chgData name="Yash Jadhav" userId="535c3d6d-72b8-4f77-8155-55f939173cf2" providerId="ADAL" clId="{F33F88E0-3380-47C4-AFDE-F1AC050ADA82}" dt="2026-01-25T16:08:32.751" v="9904" actId="790"/>
          <ac:spMkLst>
            <pc:docMk/>
            <pc:sldMk cId="3385712101" sldId="454"/>
            <ac:spMk id="52" creationId="{5A441EDB-31EC-4380-B0EC-864296991011}"/>
          </ac:spMkLst>
        </pc:spChg>
        <pc:spChg chg="mod">
          <ac:chgData name="Yash Jadhav" userId="535c3d6d-72b8-4f77-8155-55f939173cf2" providerId="ADAL" clId="{F33F88E0-3380-47C4-AFDE-F1AC050ADA82}" dt="2026-01-25T16:08:32.753" v="9905" actId="790"/>
          <ac:spMkLst>
            <pc:docMk/>
            <pc:sldMk cId="3385712101" sldId="454"/>
            <ac:spMk id="53" creationId="{66F6635F-15C9-4755-ADD4-B2B8430599F4}"/>
          </ac:spMkLst>
        </pc:spChg>
        <pc:spChg chg="mod">
          <ac:chgData name="Yash Jadhav" userId="535c3d6d-72b8-4f77-8155-55f939173cf2" providerId="ADAL" clId="{F33F88E0-3380-47C4-AFDE-F1AC050ADA82}" dt="2026-01-25T16:08:32.756" v="9906" actId="790"/>
          <ac:spMkLst>
            <pc:docMk/>
            <pc:sldMk cId="3385712101" sldId="454"/>
            <ac:spMk id="54" creationId="{D9AB641E-7306-4E38-B5DC-5F6D6E71F17A}"/>
          </ac:spMkLst>
        </pc:spChg>
        <pc:spChg chg="mod">
          <ac:chgData name="Yash Jadhav" userId="535c3d6d-72b8-4f77-8155-55f939173cf2" providerId="ADAL" clId="{F33F88E0-3380-47C4-AFDE-F1AC050ADA82}" dt="2026-01-25T16:08:32.758" v="9907" actId="790"/>
          <ac:spMkLst>
            <pc:docMk/>
            <pc:sldMk cId="3385712101" sldId="454"/>
            <ac:spMk id="55" creationId="{E6CA7EC2-521C-4BDE-B727-7A96B7AED9A2}"/>
          </ac:spMkLst>
        </pc:spChg>
        <pc:spChg chg="mod">
          <ac:chgData name="Yash Jadhav" userId="535c3d6d-72b8-4f77-8155-55f939173cf2" providerId="ADAL" clId="{F33F88E0-3380-47C4-AFDE-F1AC050ADA82}" dt="2026-01-25T16:08:32.760" v="9908" actId="790"/>
          <ac:spMkLst>
            <pc:docMk/>
            <pc:sldMk cId="3385712101" sldId="454"/>
            <ac:spMk id="56" creationId="{B08497B4-0D5B-466A-9813-DC2EC066EE11}"/>
          </ac:spMkLst>
        </pc:spChg>
        <pc:spChg chg="mod">
          <ac:chgData name="Yash Jadhav" userId="535c3d6d-72b8-4f77-8155-55f939173cf2" providerId="ADAL" clId="{F33F88E0-3380-47C4-AFDE-F1AC050ADA82}" dt="2026-01-25T16:08:32.763" v="9909" actId="790"/>
          <ac:spMkLst>
            <pc:docMk/>
            <pc:sldMk cId="3385712101" sldId="454"/>
            <ac:spMk id="57" creationId="{D96AA83D-0CD4-418F-8564-3C031FB7D19B}"/>
          </ac:spMkLst>
        </pc:spChg>
        <pc:spChg chg="mod">
          <ac:chgData name="Yash Jadhav" userId="535c3d6d-72b8-4f77-8155-55f939173cf2" providerId="ADAL" clId="{F33F88E0-3380-47C4-AFDE-F1AC050ADA82}" dt="2026-01-25T16:08:32.766" v="9910" actId="790"/>
          <ac:spMkLst>
            <pc:docMk/>
            <pc:sldMk cId="3385712101" sldId="454"/>
            <ac:spMk id="58" creationId="{74EEFF01-A050-42FA-AAD9-83F7CE83FC55}"/>
          </ac:spMkLst>
        </pc:spChg>
        <pc:spChg chg="mod">
          <ac:chgData name="Yash Jadhav" userId="535c3d6d-72b8-4f77-8155-55f939173cf2" providerId="ADAL" clId="{F33F88E0-3380-47C4-AFDE-F1AC050ADA82}" dt="2026-01-25T16:08:32.770" v="9911" actId="790"/>
          <ac:spMkLst>
            <pc:docMk/>
            <pc:sldMk cId="3385712101" sldId="454"/>
            <ac:spMk id="59" creationId="{133DA9ED-CFAE-4CE6-8535-69993DC67363}"/>
          </ac:spMkLst>
        </pc:spChg>
        <pc:spChg chg="mod">
          <ac:chgData name="Yash Jadhav" userId="535c3d6d-72b8-4f77-8155-55f939173cf2" providerId="ADAL" clId="{F33F88E0-3380-47C4-AFDE-F1AC050ADA82}" dt="2026-01-25T16:08:32.773" v="9912" actId="790"/>
          <ac:spMkLst>
            <pc:docMk/>
            <pc:sldMk cId="3385712101" sldId="454"/>
            <ac:spMk id="61" creationId="{9DE992AE-7FB8-46FD-83E3-FD4569655B68}"/>
          </ac:spMkLst>
        </pc:spChg>
        <pc:spChg chg="mod">
          <ac:chgData name="Yash Jadhav" userId="535c3d6d-72b8-4f77-8155-55f939173cf2" providerId="ADAL" clId="{F33F88E0-3380-47C4-AFDE-F1AC050ADA82}" dt="2026-01-25T16:08:32.776" v="9913" actId="790"/>
          <ac:spMkLst>
            <pc:docMk/>
            <pc:sldMk cId="3385712101" sldId="454"/>
            <ac:spMk id="62" creationId="{D91BA796-7C5C-4D63-AF52-B57147E0A8CA}"/>
          </ac:spMkLst>
        </pc:spChg>
        <pc:spChg chg="mod">
          <ac:chgData name="Yash Jadhav" userId="535c3d6d-72b8-4f77-8155-55f939173cf2" providerId="ADAL" clId="{F33F88E0-3380-47C4-AFDE-F1AC050ADA82}" dt="2026-01-25T16:08:32.779" v="9914" actId="790"/>
          <ac:spMkLst>
            <pc:docMk/>
            <pc:sldMk cId="3385712101" sldId="454"/>
            <ac:spMk id="63" creationId="{1775D11B-A5E5-4B86-9375-CB637E5540A0}"/>
          </ac:spMkLst>
        </pc:spChg>
        <pc:spChg chg="mod">
          <ac:chgData name="Yash Jadhav" userId="535c3d6d-72b8-4f77-8155-55f939173cf2" providerId="ADAL" clId="{F33F88E0-3380-47C4-AFDE-F1AC050ADA82}" dt="2026-01-25T16:08:32.782" v="9915" actId="790"/>
          <ac:spMkLst>
            <pc:docMk/>
            <pc:sldMk cId="3385712101" sldId="454"/>
            <ac:spMk id="64" creationId="{87E71BA4-1982-4E52-99B7-0CFB187B9FA3}"/>
          </ac:spMkLst>
        </pc:spChg>
        <pc:spChg chg="mod">
          <ac:chgData name="Yash Jadhav" userId="535c3d6d-72b8-4f77-8155-55f939173cf2" providerId="ADAL" clId="{F33F88E0-3380-47C4-AFDE-F1AC050ADA82}" dt="2026-01-25T16:08:32.785" v="9916" actId="790"/>
          <ac:spMkLst>
            <pc:docMk/>
            <pc:sldMk cId="3385712101" sldId="454"/>
            <ac:spMk id="65" creationId="{B3723C34-4ED5-4204-B85B-5A2F42675DA0}"/>
          </ac:spMkLst>
        </pc:spChg>
        <pc:spChg chg="mod">
          <ac:chgData name="Yash Jadhav" userId="535c3d6d-72b8-4f77-8155-55f939173cf2" providerId="ADAL" clId="{F33F88E0-3380-47C4-AFDE-F1AC050ADA82}" dt="2026-01-25T16:08:32.788" v="9917" actId="790"/>
          <ac:spMkLst>
            <pc:docMk/>
            <pc:sldMk cId="3385712101" sldId="454"/>
            <ac:spMk id="66" creationId="{72446DB1-22AD-4C0D-AB20-B41A09E04F6D}"/>
          </ac:spMkLst>
        </pc:spChg>
        <pc:spChg chg="mod">
          <ac:chgData name="Yash Jadhav" userId="535c3d6d-72b8-4f77-8155-55f939173cf2" providerId="ADAL" clId="{F33F88E0-3380-47C4-AFDE-F1AC050ADA82}" dt="2026-01-25T16:08:32.791" v="9918" actId="790"/>
          <ac:spMkLst>
            <pc:docMk/>
            <pc:sldMk cId="3385712101" sldId="454"/>
            <ac:spMk id="67" creationId="{3763F122-BF61-4C51-A4C5-A7561DEA0436}"/>
          </ac:spMkLst>
        </pc:spChg>
        <pc:spChg chg="mod">
          <ac:chgData name="Yash Jadhav" userId="535c3d6d-72b8-4f77-8155-55f939173cf2" providerId="ADAL" clId="{F33F88E0-3380-47C4-AFDE-F1AC050ADA82}" dt="2026-01-25T16:08:32.793" v="9919" actId="790"/>
          <ac:spMkLst>
            <pc:docMk/>
            <pc:sldMk cId="3385712101" sldId="454"/>
            <ac:spMk id="68" creationId="{37D0C860-86A2-4CB3-BDD4-C7E99A80972C}"/>
          </ac:spMkLst>
        </pc:spChg>
        <pc:spChg chg="mod">
          <ac:chgData name="Yash Jadhav" userId="535c3d6d-72b8-4f77-8155-55f939173cf2" providerId="ADAL" clId="{F33F88E0-3380-47C4-AFDE-F1AC050ADA82}" dt="2026-01-25T16:08:32.796" v="9920" actId="790"/>
          <ac:spMkLst>
            <pc:docMk/>
            <pc:sldMk cId="3385712101" sldId="454"/>
            <ac:spMk id="69" creationId="{65B0423B-A857-4FC2-B175-ED2EAA59BB3D}"/>
          </ac:spMkLst>
        </pc:spChg>
        <pc:spChg chg="mod">
          <ac:chgData name="Yash Jadhav" userId="535c3d6d-72b8-4f77-8155-55f939173cf2" providerId="ADAL" clId="{F33F88E0-3380-47C4-AFDE-F1AC050ADA82}" dt="2026-01-25T16:08:32.800" v="9921" actId="790"/>
          <ac:spMkLst>
            <pc:docMk/>
            <pc:sldMk cId="3385712101" sldId="454"/>
            <ac:spMk id="70" creationId="{C9728070-9C39-4972-978B-6F3B6F8AC337}"/>
          </ac:spMkLst>
        </pc:spChg>
        <pc:spChg chg="mod">
          <ac:chgData name="Yash Jadhav" userId="535c3d6d-72b8-4f77-8155-55f939173cf2" providerId="ADAL" clId="{F33F88E0-3380-47C4-AFDE-F1AC050ADA82}" dt="2026-01-25T16:08:32.803" v="9922" actId="790"/>
          <ac:spMkLst>
            <pc:docMk/>
            <pc:sldMk cId="3385712101" sldId="454"/>
            <ac:spMk id="71" creationId="{C0AE7BF6-AFDD-4B72-A679-BC483850D623}"/>
          </ac:spMkLst>
        </pc:spChg>
        <pc:spChg chg="mod">
          <ac:chgData name="Yash Jadhav" userId="535c3d6d-72b8-4f77-8155-55f939173cf2" providerId="ADAL" clId="{F33F88E0-3380-47C4-AFDE-F1AC050ADA82}" dt="2026-01-25T16:08:32.805" v="9923" actId="790"/>
          <ac:spMkLst>
            <pc:docMk/>
            <pc:sldMk cId="3385712101" sldId="454"/>
            <ac:spMk id="72" creationId="{7636676D-B0CF-4B59-B535-66B46AC59A84}"/>
          </ac:spMkLst>
        </pc:spChg>
        <pc:spChg chg="mod">
          <ac:chgData name="Yash Jadhav" userId="535c3d6d-72b8-4f77-8155-55f939173cf2" providerId="ADAL" clId="{F33F88E0-3380-47C4-AFDE-F1AC050ADA82}" dt="2026-01-25T16:08:32.807" v="9924" actId="790"/>
          <ac:spMkLst>
            <pc:docMk/>
            <pc:sldMk cId="3385712101" sldId="454"/>
            <ac:spMk id="73" creationId="{75B0D95B-3461-48A4-AFF2-21924D0612FF}"/>
          </ac:spMkLst>
        </pc:spChg>
        <pc:spChg chg="mod">
          <ac:chgData name="Yash Jadhav" userId="535c3d6d-72b8-4f77-8155-55f939173cf2" providerId="ADAL" clId="{F33F88E0-3380-47C4-AFDE-F1AC050ADA82}" dt="2026-01-25T16:08:32.809" v="9925" actId="790"/>
          <ac:spMkLst>
            <pc:docMk/>
            <pc:sldMk cId="3385712101" sldId="454"/>
            <ac:spMk id="74" creationId="{BF6F4C5D-8249-4E8A-9D12-230F5F1BAEF5}"/>
          </ac:spMkLst>
        </pc:spChg>
        <pc:spChg chg="mod">
          <ac:chgData name="Yash Jadhav" userId="535c3d6d-72b8-4f77-8155-55f939173cf2" providerId="ADAL" clId="{F33F88E0-3380-47C4-AFDE-F1AC050ADA82}" dt="2026-01-25T16:08:32.811" v="9926" actId="790"/>
          <ac:spMkLst>
            <pc:docMk/>
            <pc:sldMk cId="3385712101" sldId="454"/>
            <ac:spMk id="75" creationId="{E933A28A-A2D1-45CB-9B8D-59E7E4A0F14F}"/>
          </ac:spMkLst>
        </pc:spChg>
        <pc:spChg chg="mod">
          <ac:chgData name="Yash Jadhav" userId="535c3d6d-72b8-4f77-8155-55f939173cf2" providerId="ADAL" clId="{F33F88E0-3380-47C4-AFDE-F1AC050ADA82}" dt="2026-01-25T16:08:32.813" v="9927" actId="790"/>
          <ac:spMkLst>
            <pc:docMk/>
            <pc:sldMk cId="3385712101" sldId="454"/>
            <ac:spMk id="76" creationId="{1DAD2702-EC98-4EE9-AD1F-193F20A88887}"/>
          </ac:spMkLst>
        </pc:spChg>
        <pc:spChg chg="mod">
          <ac:chgData name="Yash Jadhav" userId="535c3d6d-72b8-4f77-8155-55f939173cf2" providerId="ADAL" clId="{F33F88E0-3380-47C4-AFDE-F1AC050ADA82}" dt="2026-01-25T16:08:32.817" v="9928" actId="790"/>
          <ac:spMkLst>
            <pc:docMk/>
            <pc:sldMk cId="3385712101" sldId="454"/>
            <ac:spMk id="77" creationId="{8966D570-B2A1-4BFD-8310-8E8EDA469228}"/>
          </ac:spMkLst>
        </pc:spChg>
        <pc:spChg chg="mod">
          <ac:chgData name="Yash Jadhav" userId="535c3d6d-72b8-4f77-8155-55f939173cf2" providerId="ADAL" clId="{F33F88E0-3380-47C4-AFDE-F1AC050ADA82}" dt="2026-01-25T16:08:32.819" v="9929" actId="790"/>
          <ac:spMkLst>
            <pc:docMk/>
            <pc:sldMk cId="3385712101" sldId="454"/>
            <ac:spMk id="78" creationId="{BF95AAC6-F163-4278-A1B1-1A7430F2FA90}"/>
          </ac:spMkLst>
        </pc:spChg>
        <pc:spChg chg="mod">
          <ac:chgData name="Yash Jadhav" userId="535c3d6d-72b8-4f77-8155-55f939173cf2" providerId="ADAL" clId="{F33F88E0-3380-47C4-AFDE-F1AC050ADA82}" dt="2026-01-25T16:08:32.822" v="9930" actId="790"/>
          <ac:spMkLst>
            <pc:docMk/>
            <pc:sldMk cId="3385712101" sldId="454"/>
            <ac:spMk id="79" creationId="{62AD90DF-F174-44B4-81B2-49386C9489BF}"/>
          </ac:spMkLst>
        </pc:spChg>
        <pc:spChg chg="mod">
          <ac:chgData name="Yash Jadhav" userId="535c3d6d-72b8-4f77-8155-55f939173cf2" providerId="ADAL" clId="{F33F88E0-3380-47C4-AFDE-F1AC050ADA82}" dt="2026-01-25T16:08:32.824" v="9931" actId="790"/>
          <ac:spMkLst>
            <pc:docMk/>
            <pc:sldMk cId="3385712101" sldId="454"/>
            <ac:spMk id="80" creationId="{A31BF90F-2DE0-46DB-BD62-0DF3BC3874CB}"/>
          </ac:spMkLst>
        </pc:spChg>
        <pc:spChg chg="mod">
          <ac:chgData name="Yash Jadhav" userId="535c3d6d-72b8-4f77-8155-55f939173cf2" providerId="ADAL" clId="{F33F88E0-3380-47C4-AFDE-F1AC050ADA82}" dt="2026-01-25T16:08:32.827" v="9932" actId="790"/>
          <ac:spMkLst>
            <pc:docMk/>
            <pc:sldMk cId="3385712101" sldId="454"/>
            <ac:spMk id="81" creationId="{A46150D0-9721-4889-87D3-AA1C14D7BB81}"/>
          </ac:spMkLst>
        </pc:spChg>
        <pc:spChg chg="mod">
          <ac:chgData name="Yash Jadhav" userId="535c3d6d-72b8-4f77-8155-55f939173cf2" providerId="ADAL" clId="{F33F88E0-3380-47C4-AFDE-F1AC050ADA82}" dt="2026-01-25T16:08:32.834" v="9933" actId="790"/>
          <ac:spMkLst>
            <pc:docMk/>
            <pc:sldMk cId="3385712101" sldId="454"/>
            <ac:spMk id="82" creationId="{337ADAEE-1E94-4CEB-A1F2-204F209F6618}"/>
          </ac:spMkLst>
        </pc:spChg>
        <pc:spChg chg="mod">
          <ac:chgData name="Yash Jadhav" userId="535c3d6d-72b8-4f77-8155-55f939173cf2" providerId="ADAL" clId="{F33F88E0-3380-47C4-AFDE-F1AC050ADA82}" dt="2026-01-25T16:08:32.839" v="9934" actId="790"/>
          <ac:spMkLst>
            <pc:docMk/>
            <pc:sldMk cId="3385712101" sldId="454"/>
            <ac:spMk id="83" creationId="{84D4E1F3-5716-43A6-898B-AE81DCD8E6E4}"/>
          </ac:spMkLst>
        </pc:spChg>
        <pc:spChg chg="mod">
          <ac:chgData name="Yash Jadhav" userId="535c3d6d-72b8-4f77-8155-55f939173cf2" providerId="ADAL" clId="{F33F88E0-3380-47C4-AFDE-F1AC050ADA82}" dt="2026-01-25T16:08:32.843" v="9935" actId="790"/>
          <ac:spMkLst>
            <pc:docMk/>
            <pc:sldMk cId="3385712101" sldId="454"/>
            <ac:spMk id="84" creationId="{1E54122A-9171-412F-B65D-D0EB607C96D3}"/>
          </ac:spMkLst>
        </pc:spChg>
        <pc:spChg chg="mod">
          <ac:chgData name="Yash Jadhav" userId="535c3d6d-72b8-4f77-8155-55f939173cf2" providerId="ADAL" clId="{F33F88E0-3380-47C4-AFDE-F1AC050ADA82}" dt="2026-01-25T16:08:32.848" v="9936" actId="790"/>
          <ac:spMkLst>
            <pc:docMk/>
            <pc:sldMk cId="3385712101" sldId="454"/>
            <ac:spMk id="85" creationId="{019BF7AE-E422-4C8F-93E5-49829E56EC73}"/>
          </ac:spMkLst>
        </pc:spChg>
        <pc:spChg chg="mod">
          <ac:chgData name="Yash Jadhav" userId="535c3d6d-72b8-4f77-8155-55f939173cf2" providerId="ADAL" clId="{F33F88E0-3380-47C4-AFDE-F1AC050ADA82}" dt="2026-01-25T16:08:32.851" v="9937" actId="790"/>
          <ac:spMkLst>
            <pc:docMk/>
            <pc:sldMk cId="3385712101" sldId="454"/>
            <ac:spMk id="86" creationId="{48620E67-AFA3-4170-8751-40BDAF3C61AB}"/>
          </ac:spMkLst>
        </pc:spChg>
        <pc:spChg chg="mod">
          <ac:chgData name="Yash Jadhav" userId="535c3d6d-72b8-4f77-8155-55f939173cf2" providerId="ADAL" clId="{F33F88E0-3380-47C4-AFDE-F1AC050ADA82}" dt="2026-01-25T16:08:32.854" v="9938" actId="790"/>
          <ac:spMkLst>
            <pc:docMk/>
            <pc:sldMk cId="3385712101" sldId="454"/>
            <ac:spMk id="87" creationId="{A939880C-82E7-4F13-BB0B-FA60703CC856}"/>
          </ac:spMkLst>
        </pc:spChg>
      </pc:sldChg>
      <pc:sldChg chg="modSp add mod modClrScheme chgLayout modNotes">
        <pc:chgData name="Yash Jadhav" userId="535c3d6d-72b8-4f77-8155-55f939173cf2" providerId="ADAL" clId="{F33F88E0-3380-47C4-AFDE-F1AC050ADA82}" dt="2026-01-25T16:09:15.875" v="10168" actId="700"/>
        <pc:sldMkLst>
          <pc:docMk/>
          <pc:sldMk cId="2960911911" sldId="455"/>
        </pc:sldMkLst>
        <pc:spChg chg="mod ord">
          <ac:chgData name="Yash Jadhav" userId="535c3d6d-72b8-4f77-8155-55f939173cf2" providerId="ADAL" clId="{F33F88E0-3380-47C4-AFDE-F1AC050ADA82}" dt="2026-01-25T16:09:15.875" v="10168" actId="700"/>
          <ac:spMkLst>
            <pc:docMk/>
            <pc:sldMk cId="2960911911" sldId="455"/>
            <ac:spMk id="2" creationId="{00000000-0000-0000-0000-000000000000}"/>
          </ac:spMkLst>
        </pc:spChg>
        <pc:spChg chg="mod">
          <ac:chgData name="Yash Jadhav" userId="535c3d6d-72b8-4f77-8155-55f939173cf2" providerId="ADAL" clId="{F33F88E0-3380-47C4-AFDE-F1AC050ADA82}" dt="2026-01-25T16:08:35.789" v="9946" actId="790"/>
          <ac:spMkLst>
            <pc:docMk/>
            <pc:sldMk cId="2960911911" sldId="455"/>
            <ac:spMk id="8" creationId="{00000000-0000-0000-0000-000000000000}"/>
          </ac:spMkLst>
        </pc:spChg>
        <pc:spChg chg="mod">
          <ac:chgData name="Yash Jadhav" userId="535c3d6d-72b8-4f77-8155-55f939173cf2" providerId="ADAL" clId="{F33F88E0-3380-47C4-AFDE-F1AC050ADA82}" dt="2026-01-25T16:08:35.791" v="9947" actId="790"/>
          <ac:spMkLst>
            <pc:docMk/>
            <pc:sldMk cId="2960911911" sldId="455"/>
            <ac:spMk id="13" creationId="{00000000-0000-0000-0000-000000000000}"/>
          </ac:spMkLst>
        </pc:spChg>
        <pc:spChg chg="mod">
          <ac:chgData name="Yash Jadhav" userId="535c3d6d-72b8-4f77-8155-55f939173cf2" providerId="ADAL" clId="{F33F88E0-3380-47C4-AFDE-F1AC050ADA82}" dt="2026-01-25T16:08:35.794" v="9948" actId="790"/>
          <ac:spMkLst>
            <pc:docMk/>
            <pc:sldMk cId="2960911911" sldId="455"/>
            <ac:spMk id="14" creationId="{00000000-0000-0000-0000-000000000000}"/>
          </ac:spMkLst>
        </pc:spChg>
        <pc:spChg chg="mod">
          <ac:chgData name="Yash Jadhav" userId="535c3d6d-72b8-4f77-8155-55f939173cf2" providerId="ADAL" clId="{F33F88E0-3380-47C4-AFDE-F1AC050ADA82}" dt="2026-01-25T16:08:35.796" v="9949" actId="790"/>
          <ac:spMkLst>
            <pc:docMk/>
            <pc:sldMk cId="2960911911" sldId="455"/>
            <ac:spMk id="15" creationId="{00000000-0000-0000-0000-000000000000}"/>
          </ac:spMkLst>
        </pc:spChg>
        <pc:spChg chg="mod">
          <ac:chgData name="Yash Jadhav" userId="535c3d6d-72b8-4f77-8155-55f939173cf2" providerId="ADAL" clId="{F33F88E0-3380-47C4-AFDE-F1AC050ADA82}" dt="2026-01-25T16:08:35.798" v="9950" actId="790"/>
          <ac:spMkLst>
            <pc:docMk/>
            <pc:sldMk cId="2960911911" sldId="455"/>
            <ac:spMk id="16" creationId="{00000000-0000-0000-0000-000000000000}"/>
          </ac:spMkLst>
        </pc:spChg>
        <pc:spChg chg="mod">
          <ac:chgData name="Yash Jadhav" userId="535c3d6d-72b8-4f77-8155-55f939173cf2" providerId="ADAL" clId="{F33F88E0-3380-47C4-AFDE-F1AC050ADA82}" dt="2026-01-25T16:08:35.800" v="9951" actId="790"/>
          <ac:spMkLst>
            <pc:docMk/>
            <pc:sldMk cId="2960911911" sldId="455"/>
            <ac:spMk id="17" creationId="{00000000-0000-0000-0000-000000000000}"/>
          </ac:spMkLst>
        </pc:spChg>
        <pc:spChg chg="mod">
          <ac:chgData name="Yash Jadhav" userId="535c3d6d-72b8-4f77-8155-55f939173cf2" providerId="ADAL" clId="{F33F88E0-3380-47C4-AFDE-F1AC050ADA82}" dt="2026-01-25T16:08:35.802" v="9952" actId="790"/>
          <ac:spMkLst>
            <pc:docMk/>
            <pc:sldMk cId="2960911911" sldId="455"/>
            <ac:spMk id="18" creationId="{00000000-0000-0000-0000-000000000000}"/>
          </ac:spMkLst>
        </pc:spChg>
        <pc:spChg chg="mod">
          <ac:chgData name="Yash Jadhav" userId="535c3d6d-72b8-4f77-8155-55f939173cf2" providerId="ADAL" clId="{F33F88E0-3380-47C4-AFDE-F1AC050ADA82}" dt="2026-01-25T16:08:35.804" v="9953" actId="790"/>
          <ac:spMkLst>
            <pc:docMk/>
            <pc:sldMk cId="2960911911" sldId="455"/>
            <ac:spMk id="19" creationId="{00000000-0000-0000-0000-000000000000}"/>
          </ac:spMkLst>
        </pc:spChg>
        <pc:spChg chg="mod">
          <ac:chgData name="Yash Jadhav" userId="535c3d6d-72b8-4f77-8155-55f939173cf2" providerId="ADAL" clId="{F33F88E0-3380-47C4-AFDE-F1AC050ADA82}" dt="2026-01-25T16:08:35.806" v="9954" actId="790"/>
          <ac:spMkLst>
            <pc:docMk/>
            <pc:sldMk cId="2960911911" sldId="455"/>
            <ac:spMk id="24" creationId="{00000000-0000-0000-0000-000000000000}"/>
          </ac:spMkLst>
        </pc:spChg>
        <pc:spChg chg="mod">
          <ac:chgData name="Yash Jadhav" userId="535c3d6d-72b8-4f77-8155-55f939173cf2" providerId="ADAL" clId="{F33F88E0-3380-47C4-AFDE-F1AC050ADA82}" dt="2026-01-25T16:08:35.808" v="9955" actId="790"/>
          <ac:spMkLst>
            <pc:docMk/>
            <pc:sldMk cId="2960911911" sldId="455"/>
            <ac:spMk id="25" creationId="{00000000-0000-0000-0000-000000000000}"/>
          </ac:spMkLst>
        </pc:spChg>
        <pc:spChg chg="mod">
          <ac:chgData name="Yash Jadhav" userId="535c3d6d-72b8-4f77-8155-55f939173cf2" providerId="ADAL" clId="{F33F88E0-3380-47C4-AFDE-F1AC050ADA82}" dt="2026-01-25T16:08:35.822" v="9961" actId="790"/>
          <ac:spMkLst>
            <pc:docMk/>
            <pc:sldMk cId="2960911911" sldId="455"/>
            <ac:spMk id="34" creationId="{44CC4249-339B-D6A9-6A17-E42902E77D7E}"/>
          </ac:spMkLst>
        </pc:spChg>
        <pc:spChg chg="mod">
          <ac:chgData name="Yash Jadhav" userId="535c3d6d-72b8-4f77-8155-55f939173cf2" providerId="ADAL" clId="{F33F88E0-3380-47C4-AFDE-F1AC050ADA82}" dt="2026-01-25T16:08:35.810" v="9956" actId="790"/>
          <ac:spMkLst>
            <pc:docMk/>
            <pc:sldMk cId="2960911911" sldId="455"/>
            <ac:spMk id="35" creationId="{00000000-0000-0000-0000-000000000000}"/>
          </ac:spMkLst>
        </pc:spChg>
        <pc:spChg chg="mod">
          <ac:chgData name="Yash Jadhav" userId="535c3d6d-72b8-4f77-8155-55f939173cf2" providerId="ADAL" clId="{F33F88E0-3380-47C4-AFDE-F1AC050ADA82}" dt="2026-01-25T16:08:35.812" v="9957" actId="790"/>
          <ac:spMkLst>
            <pc:docMk/>
            <pc:sldMk cId="2960911911" sldId="455"/>
            <ac:spMk id="36" creationId="{00000000-0000-0000-0000-000000000000}"/>
          </ac:spMkLst>
        </pc:spChg>
        <pc:spChg chg="mod">
          <ac:chgData name="Yash Jadhav" userId="535c3d6d-72b8-4f77-8155-55f939173cf2" providerId="ADAL" clId="{F33F88E0-3380-47C4-AFDE-F1AC050ADA82}" dt="2026-01-25T16:08:35.815" v="9958" actId="790"/>
          <ac:spMkLst>
            <pc:docMk/>
            <pc:sldMk cId="2960911911" sldId="455"/>
            <ac:spMk id="37" creationId="{00000000-0000-0000-0000-000000000000}"/>
          </ac:spMkLst>
        </pc:spChg>
        <pc:spChg chg="mod">
          <ac:chgData name="Yash Jadhav" userId="535c3d6d-72b8-4f77-8155-55f939173cf2" providerId="ADAL" clId="{F33F88E0-3380-47C4-AFDE-F1AC050ADA82}" dt="2026-01-25T16:08:35.817" v="9959" actId="790"/>
          <ac:spMkLst>
            <pc:docMk/>
            <pc:sldMk cId="2960911911" sldId="455"/>
            <ac:spMk id="38" creationId="{00000000-0000-0000-0000-000000000000}"/>
          </ac:spMkLst>
        </pc:spChg>
        <pc:spChg chg="mod">
          <ac:chgData name="Yash Jadhav" userId="535c3d6d-72b8-4f77-8155-55f939173cf2" providerId="ADAL" clId="{F33F88E0-3380-47C4-AFDE-F1AC050ADA82}" dt="2026-01-25T16:08:35.819" v="9960" actId="790"/>
          <ac:spMkLst>
            <pc:docMk/>
            <pc:sldMk cId="2960911911" sldId="455"/>
            <ac:spMk id="39" creationId="{00000000-0000-0000-0000-000000000000}"/>
          </ac:spMkLst>
        </pc:spChg>
        <pc:spChg chg="mod">
          <ac:chgData name="Yash Jadhav" userId="535c3d6d-72b8-4f77-8155-55f939173cf2" providerId="ADAL" clId="{F33F88E0-3380-47C4-AFDE-F1AC050ADA82}" dt="2026-01-25T16:08:35.825" v="9962" actId="790"/>
          <ac:spMkLst>
            <pc:docMk/>
            <pc:sldMk cId="2960911911" sldId="455"/>
            <ac:spMk id="50" creationId="{CB89383C-EF1F-E4EA-BF26-D98FA95466A4}"/>
          </ac:spMkLst>
        </pc:spChg>
        <pc:spChg chg="mod">
          <ac:chgData name="Yash Jadhav" userId="535c3d6d-72b8-4f77-8155-55f939173cf2" providerId="ADAL" clId="{F33F88E0-3380-47C4-AFDE-F1AC050ADA82}" dt="2026-01-25T16:08:35.828" v="9963" actId="790"/>
          <ac:spMkLst>
            <pc:docMk/>
            <pc:sldMk cId="2960911911" sldId="455"/>
            <ac:spMk id="51" creationId="{6F1A807B-C79F-07AA-8FD4-9331FA42295A}"/>
          </ac:spMkLst>
        </pc:spChg>
        <pc:spChg chg="mod">
          <ac:chgData name="Yash Jadhav" userId="535c3d6d-72b8-4f77-8155-55f939173cf2" providerId="ADAL" clId="{F33F88E0-3380-47C4-AFDE-F1AC050ADA82}" dt="2026-01-25T16:08:35.831" v="9964" actId="790"/>
          <ac:spMkLst>
            <pc:docMk/>
            <pc:sldMk cId="2960911911" sldId="455"/>
            <ac:spMk id="52" creationId="{B57B1EA1-8B24-14EF-8C0D-1D868AF2A7D4}"/>
          </ac:spMkLst>
        </pc:spChg>
        <pc:spChg chg="mod">
          <ac:chgData name="Yash Jadhav" userId="535c3d6d-72b8-4f77-8155-55f939173cf2" providerId="ADAL" clId="{F33F88E0-3380-47C4-AFDE-F1AC050ADA82}" dt="2026-01-25T16:08:35.834" v="9965" actId="790"/>
          <ac:spMkLst>
            <pc:docMk/>
            <pc:sldMk cId="2960911911" sldId="455"/>
            <ac:spMk id="53" creationId="{0AFF732F-EFFE-3743-4E99-FA1F6C1D26A9}"/>
          </ac:spMkLst>
        </pc:spChg>
      </pc:sldChg>
      <pc:sldChg chg="modSp add mod modClrScheme chgLayout modNotes">
        <pc:chgData name="Yash Jadhav" userId="535c3d6d-72b8-4f77-8155-55f939173cf2" providerId="ADAL" clId="{F33F88E0-3380-47C4-AFDE-F1AC050ADA82}" dt="2026-01-25T16:09:16.270" v="10174" actId="27636"/>
        <pc:sldMkLst>
          <pc:docMk/>
          <pc:sldMk cId="3805248874" sldId="456"/>
        </pc:sldMkLst>
        <pc:spChg chg="mod ord">
          <ac:chgData name="Yash Jadhav" userId="535c3d6d-72b8-4f77-8155-55f939173cf2" providerId="ADAL" clId="{F33F88E0-3380-47C4-AFDE-F1AC050ADA82}" dt="2026-01-25T16:09:16.270" v="10174" actId="27636"/>
          <ac:spMkLst>
            <pc:docMk/>
            <pc:sldMk cId="3805248874" sldId="456"/>
            <ac:spMk id="3" creationId="{00000000-0000-0000-0000-000000000000}"/>
          </ac:spMkLst>
        </pc:spChg>
        <pc:spChg chg="mod">
          <ac:chgData name="Yash Jadhav" userId="535c3d6d-72b8-4f77-8155-55f939173cf2" providerId="ADAL" clId="{F33F88E0-3380-47C4-AFDE-F1AC050ADA82}" dt="2026-01-25T16:08:37.471" v="9971" actId="790"/>
          <ac:spMkLst>
            <pc:docMk/>
            <pc:sldMk cId="3805248874" sldId="456"/>
            <ac:spMk id="5" creationId="{00000000-0000-0000-0000-000000000000}"/>
          </ac:spMkLst>
        </pc:spChg>
        <pc:spChg chg="mod">
          <ac:chgData name="Yash Jadhav" userId="535c3d6d-72b8-4f77-8155-55f939173cf2" providerId="ADAL" clId="{F33F88E0-3380-47C4-AFDE-F1AC050ADA82}" dt="2026-01-25T16:08:37.474" v="9972" actId="790"/>
          <ac:spMkLst>
            <pc:docMk/>
            <pc:sldMk cId="3805248874" sldId="456"/>
            <ac:spMk id="6" creationId="{00000000-0000-0000-0000-000000000000}"/>
          </ac:spMkLst>
        </pc:spChg>
        <pc:spChg chg="mod">
          <ac:chgData name="Yash Jadhav" userId="535c3d6d-72b8-4f77-8155-55f939173cf2" providerId="ADAL" clId="{F33F88E0-3380-47C4-AFDE-F1AC050ADA82}" dt="2026-01-25T16:08:37.477" v="9973" actId="790"/>
          <ac:spMkLst>
            <pc:docMk/>
            <pc:sldMk cId="3805248874" sldId="456"/>
            <ac:spMk id="7" creationId="{00000000-0000-0000-0000-000000000000}"/>
          </ac:spMkLst>
        </pc:spChg>
        <pc:spChg chg="mod">
          <ac:chgData name="Yash Jadhav" userId="535c3d6d-72b8-4f77-8155-55f939173cf2" providerId="ADAL" clId="{F33F88E0-3380-47C4-AFDE-F1AC050ADA82}" dt="2026-01-25T16:08:37.482" v="9974" actId="790"/>
          <ac:spMkLst>
            <pc:docMk/>
            <pc:sldMk cId="3805248874" sldId="456"/>
            <ac:spMk id="8" creationId="{00000000-0000-0000-0000-000000000000}"/>
          </ac:spMkLst>
        </pc:spChg>
        <pc:spChg chg="mod">
          <ac:chgData name="Yash Jadhav" userId="535c3d6d-72b8-4f77-8155-55f939173cf2" providerId="ADAL" clId="{F33F88E0-3380-47C4-AFDE-F1AC050ADA82}" dt="2026-01-25T16:08:37.484" v="9975" actId="790"/>
          <ac:spMkLst>
            <pc:docMk/>
            <pc:sldMk cId="3805248874" sldId="456"/>
            <ac:spMk id="9" creationId="{00000000-0000-0000-0000-000000000000}"/>
          </ac:spMkLst>
        </pc:spChg>
        <pc:spChg chg="mod">
          <ac:chgData name="Yash Jadhav" userId="535c3d6d-72b8-4f77-8155-55f939173cf2" providerId="ADAL" clId="{F33F88E0-3380-47C4-AFDE-F1AC050ADA82}" dt="2026-01-25T16:08:37.494" v="9976" actId="790"/>
          <ac:spMkLst>
            <pc:docMk/>
            <pc:sldMk cId="3805248874" sldId="456"/>
            <ac:spMk id="12" creationId="{00000000-0000-0000-0000-000000000000}"/>
          </ac:spMkLst>
        </pc:spChg>
        <pc:spChg chg="mod">
          <ac:chgData name="Yash Jadhav" userId="535c3d6d-72b8-4f77-8155-55f939173cf2" providerId="ADAL" clId="{F33F88E0-3380-47C4-AFDE-F1AC050ADA82}" dt="2026-01-25T16:08:37.504" v="9977" actId="790"/>
          <ac:spMkLst>
            <pc:docMk/>
            <pc:sldMk cId="3805248874" sldId="456"/>
            <ac:spMk id="13" creationId="{00000000-0000-0000-0000-000000000000}"/>
          </ac:spMkLst>
        </pc:spChg>
        <pc:spChg chg="mod">
          <ac:chgData name="Yash Jadhav" userId="535c3d6d-72b8-4f77-8155-55f939173cf2" providerId="ADAL" clId="{F33F88E0-3380-47C4-AFDE-F1AC050ADA82}" dt="2026-01-25T16:08:37.514" v="9978" actId="790"/>
          <ac:spMkLst>
            <pc:docMk/>
            <pc:sldMk cId="3805248874" sldId="456"/>
            <ac:spMk id="14" creationId="{00000000-0000-0000-0000-000000000000}"/>
          </ac:spMkLst>
        </pc:spChg>
        <pc:spChg chg="mod">
          <ac:chgData name="Yash Jadhav" userId="535c3d6d-72b8-4f77-8155-55f939173cf2" providerId="ADAL" clId="{F33F88E0-3380-47C4-AFDE-F1AC050ADA82}" dt="2026-01-25T16:08:37.523" v="9979" actId="790"/>
          <ac:spMkLst>
            <pc:docMk/>
            <pc:sldMk cId="3805248874" sldId="456"/>
            <ac:spMk id="15" creationId="{00000000-0000-0000-0000-000000000000}"/>
          </ac:spMkLst>
        </pc:spChg>
        <pc:spChg chg="mod">
          <ac:chgData name="Yash Jadhav" userId="535c3d6d-72b8-4f77-8155-55f939173cf2" providerId="ADAL" clId="{F33F88E0-3380-47C4-AFDE-F1AC050ADA82}" dt="2026-01-25T16:08:37.533" v="9980" actId="790"/>
          <ac:spMkLst>
            <pc:docMk/>
            <pc:sldMk cId="3805248874" sldId="456"/>
            <ac:spMk id="16" creationId="{00000000-0000-0000-0000-000000000000}"/>
          </ac:spMkLst>
        </pc:spChg>
        <pc:spChg chg="mod">
          <ac:chgData name="Yash Jadhav" userId="535c3d6d-72b8-4f77-8155-55f939173cf2" providerId="ADAL" clId="{F33F88E0-3380-47C4-AFDE-F1AC050ADA82}" dt="2026-01-25T16:08:37.539" v="9981" actId="790"/>
          <ac:spMkLst>
            <pc:docMk/>
            <pc:sldMk cId="3805248874" sldId="456"/>
            <ac:spMk id="17" creationId="{00000000-0000-0000-0000-000000000000}"/>
          </ac:spMkLst>
        </pc:spChg>
        <pc:spChg chg="mod">
          <ac:chgData name="Yash Jadhav" userId="535c3d6d-72b8-4f77-8155-55f939173cf2" providerId="ADAL" clId="{F33F88E0-3380-47C4-AFDE-F1AC050ADA82}" dt="2026-01-25T16:08:37.545" v="9982" actId="790"/>
          <ac:spMkLst>
            <pc:docMk/>
            <pc:sldMk cId="3805248874" sldId="456"/>
            <ac:spMk id="18" creationId="{00000000-0000-0000-0000-000000000000}"/>
          </ac:spMkLst>
        </pc:spChg>
        <pc:spChg chg="mod">
          <ac:chgData name="Yash Jadhav" userId="535c3d6d-72b8-4f77-8155-55f939173cf2" providerId="ADAL" clId="{F33F88E0-3380-47C4-AFDE-F1AC050ADA82}" dt="2026-01-25T16:08:37.550" v="9983" actId="790"/>
          <ac:spMkLst>
            <pc:docMk/>
            <pc:sldMk cId="3805248874" sldId="456"/>
            <ac:spMk id="20" creationId="{00000000-0000-0000-0000-000000000000}"/>
          </ac:spMkLst>
        </pc:spChg>
        <pc:spChg chg="mod">
          <ac:chgData name="Yash Jadhav" userId="535c3d6d-72b8-4f77-8155-55f939173cf2" providerId="ADAL" clId="{F33F88E0-3380-47C4-AFDE-F1AC050ADA82}" dt="2026-01-25T16:08:37.554" v="9984" actId="790"/>
          <ac:spMkLst>
            <pc:docMk/>
            <pc:sldMk cId="3805248874" sldId="456"/>
            <ac:spMk id="21" creationId="{00000000-0000-0000-0000-000000000000}"/>
          </ac:spMkLst>
        </pc:spChg>
        <pc:spChg chg="mod">
          <ac:chgData name="Yash Jadhav" userId="535c3d6d-72b8-4f77-8155-55f939173cf2" providerId="ADAL" clId="{F33F88E0-3380-47C4-AFDE-F1AC050ADA82}" dt="2026-01-25T16:08:37.561" v="9985" actId="790"/>
          <ac:spMkLst>
            <pc:docMk/>
            <pc:sldMk cId="3805248874" sldId="456"/>
            <ac:spMk id="22" creationId="{00000000-0000-0000-0000-000000000000}"/>
          </ac:spMkLst>
        </pc:spChg>
        <pc:spChg chg="mod">
          <ac:chgData name="Yash Jadhav" userId="535c3d6d-72b8-4f77-8155-55f939173cf2" providerId="ADAL" clId="{F33F88E0-3380-47C4-AFDE-F1AC050ADA82}" dt="2026-01-25T16:08:37.565" v="9986" actId="790"/>
          <ac:spMkLst>
            <pc:docMk/>
            <pc:sldMk cId="3805248874" sldId="45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0587972" sldId="457"/>
        </pc:sldMkLst>
        <pc:spChg chg="mod ord">
          <ac:chgData name="Yash Jadhav" userId="535c3d6d-72b8-4f77-8155-55f939173cf2" providerId="ADAL" clId="{F33F88E0-3380-47C4-AFDE-F1AC050ADA82}" dt="2026-01-25T16:09:15.875" v="10168" actId="700"/>
          <ac:spMkLst>
            <pc:docMk/>
            <pc:sldMk cId="730587972" sldId="457"/>
            <ac:spMk id="2" creationId="{00000000-0000-0000-0000-000000000000}"/>
          </ac:spMkLst>
        </pc:spChg>
        <pc:spChg chg="mod">
          <ac:chgData name="Yash Jadhav" userId="535c3d6d-72b8-4f77-8155-55f939173cf2" providerId="ADAL" clId="{F33F88E0-3380-47C4-AFDE-F1AC050ADA82}" dt="2026-01-25T16:08:39.186" v="9993" actId="790"/>
          <ac:spMkLst>
            <pc:docMk/>
            <pc:sldMk cId="730587972" sldId="457"/>
            <ac:spMk id="6" creationId="{00000000-0000-0000-0000-000000000000}"/>
          </ac:spMkLst>
        </pc:spChg>
        <pc:spChg chg="mod">
          <ac:chgData name="Yash Jadhav" userId="535c3d6d-72b8-4f77-8155-55f939173cf2" providerId="ADAL" clId="{F33F88E0-3380-47C4-AFDE-F1AC050ADA82}" dt="2026-01-25T16:08:39.188" v="9994" actId="790"/>
          <ac:spMkLst>
            <pc:docMk/>
            <pc:sldMk cId="730587972" sldId="457"/>
            <ac:spMk id="7" creationId="{00000000-0000-0000-0000-000000000000}"/>
          </ac:spMkLst>
        </pc:spChg>
        <pc:spChg chg="mod">
          <ac:chgData name="Yash Jadhav" userId="535c3d6d-72b8-4f77-8155-55f939173cf2" providerId="ADAL" clId="{F33F88E0-3380-47C4-AFDE-F1AC050ADA82}" dt="2026-01-25T16:08:39.191" v="9995" actId="790"/>
          <ac:spMkLst>
            <pc:docMk/>
            <pc:sldMk cId="730587972" sldId="457"/>
            <ac:spMk id="8" creationId="{00000000-0000-0000-0000-000000000000}"/>
          </ac:spMkLst>
        </pc:spChg>
        <pc:spChg chg="mod">
          <ac:chgData name="Yash Jadhav" userId="535c3d6d-72b8-4f77-8155-55f939173cf2" providerId="ADAL" clId="{F33F88E0-3380-47C4-AFDE-F1AC050ADA82}" dt="2026-01-25T16:08:39.195" v="9996" actId="790"/>
          <ac:spMkLst>
            <pc:docMk/>
            <pc:sldMk cId="730587972" sldId="457"/>
            <ac:spMk id="9" creationId="{00000000-0000-0000-0000-000000000000}"/>
          </ac:spMkLst>
        </pc:spChg>
        <pc:spChg chg="mod">
          <ac:chgData name="Yash Jadhav" userId="535c3d6d-72b8-4f77-8155-55f939173cf2" providerId="ADAL" clId="{F33F88E0-3380-47C4-AFDE-F1AC050ADA82}" dt="2026-01-25T16:08:39.259" v="10018" actId="790"/>
          <ac:spMkLst>
            <pc:docMk/>
            <pc:sldMk cId="730587972" sldId="457"/>
            <ac:spMk id="10" creationId="{00000000-0000-0000-0000-000000000000}"/>
          </ac:spMkLst>
        </pc:spChg>
        <pc:spChg chg="mod">
          <ac:chgData name="Yash Jadhav" userId="535c3d6d-72b8-4f77-8155-55f939173cf2" providerId="ADAL" clId="{F33F88E0-3380-47C4-AFDE-F1AC050ADA82}" dt="2026-01-25T16:08:39.197" v="9997" actId="790"/>
          <ac:spMkLst>
            <pc:docMk/>
            <pc:sldMk cId="730587972" sldId="457"/>
            <ac:spMk id="13" creationId="{00000000-0000-0000-0000-000000000000}"/>
          </ac:spMkLst>
        </pc:spChg>
        <pc:spChg chg="mod">
          <ac:chgData name="Yash Jadhav" userId="535c3d6d-72b8-4f77-8155-55f939173cf2" providerId="ADAL" clId="{F33F88E0-3380-47C4-AFDE-F1AC050ADA82}" dt="2026-01-25T16:08:39.964" v="10035" actId="27636"/>
          <ac:spMkLst>
            <pc:docMk/>
            <pc:sldMk cId="730587972" sldId="457"/>
            <ac:spMk id="14" creationId="{00000000-0000-0000-0000-000000000000}"/>
          </ac:spMkLst>
        </pc:spChg>
        <pc:spChg chg="mod">
          <ac:chgData name="Yash Jadhav" userId="535c3d6d-72b8-4f77-8155-55f939173cf2" providerId="ADAL" clId="{F33F88E0-3380-47C4-AFDE-F1AC050ADA82}" dt="2026-01-25T16:08:39.203" v="9999" actId="790"/>
          <ac:spMkLst>
            <pc:docMk/>
            <pc:sldMk cId="730587972" sldId="457"/>
            <ac:spMk id="15" creationId="{00000000-0000-0000-0000-000000000000}"/>
          </ac:spMkLst>
        </pc:spChg>
        <pc:spChg chg="mod">
          <ac:chgData name="Yash Jadhav" userId="535c3d6d-72b8-4f77-8155-55f939173cf2" providerId="ADAL" clId="{F33F88E0-3380-47C4-AFDE-F1AC050ADA82}" dt="2026-01-25T16:08:39.264" v="10019" actId="790"/>
          <ac:spMkLst>
            <pc:docMk/>
            <pc:sldMk cId="730587972" sldId="457"/>
            <ac:spMk id="16" creationId="{00000000-0000-0000-0000-000000000000}"/>
          </ac:spMkLst>
        </pc:spChg>
        <pc:spChg chg="mod">
          <ac:chgData name="Yash Jadhav" userId="535c3d6d-72b8-4f77-8155-55f939173cf2" providerId="ADAL" clId="{F33F88E0-3380-47C4-AFDE-F1AC050ADA82}" dt="2026-01-25T16:08:39.267" v="10020" actId="790"/>
          <ac:spMkLst>
            <pc:docMk/>
            <pc:sldMk cId="730587972" sldId="457"/>
            <ac:spMk id="20" creationId="{00000000-0000-0000-0000-000000000000}"/>
          </ac:spMkLst>
        </pc:spChg>
        <pc:spChg chg="mod">
          <ac:chgData name="Yash Jadhav" userId="535c3d6d-72b8-4f77-8155-55f939173cf2" providerId="ADAL" clId="{F33F88E0-3380-47C4-AFDE-F1AC050ADA82}" dt="2026-01-25T16:08:39.270" v="10021" actId="790"/>
          <ac:spMkLst>
            <pc:docMk/>
            <pc:sldMk cId="730587972" sldId="457"/>
            <ac:spMk id="21" creationId="{00000000-0000-0000-0000-000000000000}"/>
          </ac:spMkLst>
        </pc:spChg>
        <pc:spChg chg="mod">
          <ac:chgData name="Yash Jadhav" userId="535c3d6d-72b8-4f77-8155-55f939173cf2" providerId="ADAL" clId="{F33F88E0-3380-47C4-AFDE-F1AC050ADA82}" dt="2026-01-25T16:08:39.273" v="10022" actId="790"/>
          <ac:spMkLst>
            <pc:docMk/>
            <pc:sldMk cId="730587972" sldId="457"/>
            <ac:spMk id="22" creationId="{00000000-0000-0000-0000-000000000000}"/>
          </ac:spMkLst>
        </pc:spChg>
        <pc:spChg chg="mod">
          <ac:chgData name="Yash Jadhav" userId="535c3d6d-72b8-4f77-8155-55f939173cf2" providerId="ADAL" clId="{F33F88E0-3380-47C4-AFDE-F1AC050ADA82}" dt="2026-01-25T16:08:39.277" v="10023" actId="790"/>
          <ac:spMkLst>
            <pc:docMk/>
            <pc:sldMk cId="730587972" sldId="457"/>
            <ac:spMk id="23" creationId="{00000000-0000-0000-0000-000000000000}"/>
          </ac:spMkLst>
        </pc:spChg>
        <pc:spChg chg="mod">
          <ac:chgData name="Yash Jadhav" userId="535c3d6d-72b8-4f77-8155-55f939173cf2" providerId="ADAL" clId="{F33F88E0-3380-47C4-AFDE-F1AC050ADA82}" dt="2026-01-25T16:08:39.281" v="10024" actId="790"/>
          <ac:spMkLst>
            <pc:docMk/>
            <pc:sldMk cId="730587972" sldId="457"/>
            <ac:spMk id="24" creationId="{00000000-0000-0000-0000-000000000000}"/>
          </ac:spMkLst>
        </pc:spChg>
        <pc:spChg chg="mod">
          <ac:chgData name="Yash Jadhav" userId="535c3d6d-72b8-4f77-8155-55f939173cf2" providerId="ADAL" clId="{F33F88E0-3380-47C4-AFDE-F1AC050ADA82}" dt="2026-01-25T16:08:39.284" v="10025" actId="790"/>
          <ac:spMkLst>
            <pc:docMk/>
            <pc:sldMk cId="730587972" sldId="457"/>
            <ac:spMk id="25" creationId="{00000000-0000-0000-0000-000000000000}"/>
          </ac:spMkLst>
        </pc:spChg>
        <pc:spChg chg="mod">
          <ac:chgData name="Yash Jadhav" userId="535c3d6d-72b8-4f77-8155-55f939173cf2" providerId="ADAL" clId="{F33F88E0-3380-47C4-AFDE-F1AC050ADA82}" dt="2026-01-25T16:08:39.220" v="10004" actId="790"/>
          <ac:spMkLst>
            <pc:docMk/>
            <pc:sldMk cId="730587972" sldId="457"/>
            <ac:spMk id="31" creationId="{00000000-0000-0000-0000-000000000000}"/>
          </ac:spMkLst>
        </pc:spChg>
        <pc:spChg chg="mod">
          <ac:chgData name="Yash Jadhav" userId="535c3d6d-72b8-4f77-8155-55f939173cf2" providerId="ADAL" clId="{F33F88E0-3380-47C4-AFDE-F1AC050ADA82}" dt="2026-01-25T16:08:39.227" v="10006" actId="790"/>
          <ac:spMkLst>
            <pc:docMk/>
            <pc:sldMk cId="730587972" sldId="457"/>
            <ac:spMk id="32" creationId="{00000000-0000-0000-0000-000000000000}"/>
          </ac:spMkLst>
        </pc:spChg>
        <pc:spChg chg="mod">
          <ac:chgData name="Yash Jadhav" userId="535c3d6d-72b8-4f77-8155-55f939173cf2" providerId="ADAL" clId="{F33F88E0-3380-47C4-AFDE-F1AC050ADA82}" dt="2026-01-25T16:08:39.964" v="10036" actId="27636"/>
          <ac:spMkLst>
            <pc:docMk/>
            <pc:sldMk cId="730587972" sldId="457"/>
            <ac:spMk id="33" creationId="{00000000-0000-0000-0000-000000000000}"/>
          </ac:spMkLst>
        </pc:spChg>
        <pc:spChg chg="mod">
          <ac:chgData name="Yash Jadhav" userId="535c3d6d-72b8-4f77-8155-55f939173cf2" providerId="ADAL" clId="{F33F88E0-3380-47C4-AFDE-F1AC050ADA82}" dt="2026-01-25T16:08:39.976" v="10037" actId="27636"/>
          <ac:spMkLst>
            <pc:docMk/>
            <pc:sldMk cId="730587972" sldId="457"/>
            <ac:spMk id="34" creationId="{00000000-0000-0000-0000-000000000000}"/>
          </ac:spMkLst>
        </pc:spChg>
        <pc:spChg chg="mod">
          <ac:chgData name="Yash Jadhav" userId="535c3d6d-72b8-4f77-8155-55f939173cf2" providerId="ADAL" clId="{F33F88E0-3380-47C4-AFDE-F1AC050ADA82}" dt="2026-01-25T16:08:39.209" v="10001" actId="790"/>
          <ac:spMkLst>
            <pc:docMk/>
            <pc:sldMk cId="730587972" sldId="457"/>
            <ac:spMk id="36" creationId="{00000000-0000-0000-0000-000000000000}"/>
          </ac:spMkLst>
        </pc:spChg>
        <pc:spChg chg="mod">
          <ac:chgData name="Yash Jadhav" userId="535c3d6d-72b8-4f77-8155-55f939173cf2" providerId="ADAL" clId="{F33F88E0-3380-47C4-AFDE-F1AC050ADA82}" dt="2026-01-25T16:08:39.217" v="10003" actId="790"/>
          <ac:spMkLst>
            <pc:docMk/>
            <pc:sldMk cId="730587972" sldId="457"/>
            <ac:spMk id="37" creationId="{00000000-0000-0000-0000-000000000000}"/>
          </ac:spMkLst>
        </pc:spChg>
        <pc:spChg chg="mod">
          <ac:chgData name="Yash Jadhav" userId="535c3d6d-72b8-4f77-8155-55f939173cf2" providerId="ADAL" clId="{F33F88E0-3380-47C4-AFDE-F1AC050ADA82}" dt="2026-01-25T16:08:39.224" v="10005" actId="790"/>
          <ac:spMkLst>
            <pc:docMk/>
            <pc:sldMk cId="730587972" sldId="457"/>
            <ac:spMk id="38" creationId="{00000000-0000-0000-0000-000000000000}"/>
          </ac:spMkLst>
        </pc:spChg>
        <pc:spChg chg="mod">
          <ac:chgData name="Yash Jadhav" userId="535c3d6d-72b8-4f77-8155-55f939173cf2" providerId="ADAL" clId="{F33F88E0-3380-47C4-AFDE-F1AC050ADA82}" dt="2026-01-25T16:08:39.233" v="10007" actId="790"/>
          <ac:spMkLst>
            <pc:docMk/>
            <pc:sldMk cId="730587972" sldId="457"/>
            <ac:spMk id="39" creationId="{00000000-0000-0000-0000-000000000000}"/>
          </ac:spMkLst>
        </pc:spChg>
        <pc:spChg chg="mod">
          <ac:chgData name="Yash Jadhav" userId="535c3d6d-72b8-4f77-8155-55f939173cf2" providerId="ADAL" clId="{F33F88E0-3380-47C4-AFDE-F1AC050ADA82}" dt="2026-01-25T16:08:39.241" v="10011" actId="790"/>
          <ac:spMkLst>
            <pc:docMk/>
            <pc:sldMk cId="730587972" sldId="457"/>
            <ac:spMk id="46" creationId="{00000000-0000-0000-0000-000000000000}"/>
          </ac:spMkLst>
        </pc:spChg>
        <pc:spChg chg="mod">
          <ac:chgData name="Yash Jadhav" userId="535c3d6d-72b8-4f77-8155-55f939173cf2" providerId="ADAL" clId="{F33F88E0-3380-47C4-AFDE-F1AC050ADA82}" dt="2026-01-25T16:08:39.243" v="10012" actId="790"/>
          <ac:spMkLst>
            <pc:docMk/>
            <pc:sldMk cId="730587972" sldId="457"/>
            <ac:spMk id="47" creationId="{00000000-0000-0000-0000-000000000000}"/>
          </ac:spMkLst>
        </pc:spChg>
        <pc:spChg chg="mod">
          <ac:chgData name="Yash Jadhav" userId="535c3d6d-72b8-4f77-8155-55f939173cf2" providerId="ADAL" clId="{F33F88E0-3380-47C4-AFDE-F1AC050ADA82}" dt="2026-01-25T16:08:39.245" v="10013" actId="790"/>
          <ac:spMkLst>
            <pc:docMk/>
            <pc:sldMk cId="730587972" sldId="457"/>
            <ac:spMk id="48" creationId="{00000000-0000-0000-0000-000000000000}"/>
          </ac:spMkLst>
        </pc:spChg>
        <pc:spChg chg="mod">
          <ac:chgData name="Yash Jadhav" userId="535c3d6d-72b8-4f77-8155-55f939173cf2" providerId="ADAL" clId="{F33F88E0-3380-47C4-AFDE-F1AC050ADA82}" dt="2026-01-25T16:08:39.180" v="9991" actId="790"/>
          <ac:spMkLst>
            <pc:docMk/>
            <pc:sldMk cId="730587972" sldId="457"/>
            <ac:spMk id="49" creationId="{00000000-0000-0000-0000-000000000000}"/>
          </ac:spMkLst>
        </pc:spChg>
        <pc:spChg chg="mod">
          <ac:chgData name="Yash Jadhav" userId="535c3d6d-72b8-4f77-8155-55f939173cf2" providerId="ADAL" clId="{F33F88E0-3380-47C4-AFDE-F1AC050ADA82}" dt="2026-01-25T16:08:39.235" v="10008" actId="790"/>
          <ac:spMkLst>
            <pc:docMk/>
            <pc:sldMk cId="730587972" sldId="457"/>
            <ac:spMk id="50" creationId="{00000000-0000-0000-0000-000000000000}"/>
          </ac:spMkLst>
        </pc:spChg>
        <pc:spChg chg="mod">
          <ac:chgData name="Yash Jadhav" userId="535c3d6d-72b8-4f77-8155-55f939173cf2" providerId="ADAL" clId="{F33F88E0-3380-47C4-AFDE-F1AC050ADA82}" dt="2026-01-25T16:08:39.237" v="10009" actId="790"/>
          <ac:spMkLst>
            <pc:docMk/>
            <pc:sldMk cId="730587972" sldId="457"/>
            <ac:spMk id="51" creationId="{00000000-0000-0000-0000-000000000000}"/>
          </ac:spMkLst>
        </pc:spChg>
        <pc:spChg chg="mod">
          <ac:chgData name="Yash Jadhav" userId="535c3d6d-72b8-4f77-8155-55f939173cf2" providerId="ADAL" clId="{F33F88E0-3380-47C4-AFDE-F1AC050ADA82}" dt="2026-01-25T16:08:39.239" v="10010" actId="790"/>
          <ac:spMkLst>
            <pc:docMk/>
            <pc:sldMk cId="730587972" sldId="457"/>
            <ac:spMk id="52" creationId="{00000000-0000-0000-0000-000000000000}"/>
          </ac:spMkLst>
        </pc:spChg>
        <pc:spChg chg="mod">
          <ac:chgData name="Yash Jadhav" userId="535c3d6d-72b8-4f77-8155-55f939173cf2" providerId="ADAL" clId="{F33F88E0-3380-47C4-AFDE-F1AC050ADA82}" dt="2026-01-25T16:08:39.248" v="10014" actId="790"/>
          <ac:spMkLst>
            <pc:docMk/>
            <pc:sldMk cId="730587972" sldId="457"/>
            <ac:spMk id="54" creationId="{00000000-0000-0000-0000-000000000000}"/>
          </ac:spMkLst>
        </pc:spChg>
        <pc:spChg chg="mod">
          <ac:chgData name="Yash Jadhav" userId="535c3d6d-72b8-4f77-8155-55f939173cf2" providerId="ADAL" clId="{F33F88E0-3380-47C4-AFDE-F1AC050ADA82}" dt="2026-01-25T16:08:39.252" v="10015" actId="790"/>
          <ac:spMkLst>
            <pc:docMk/>
            <pc:sldMk cId="730587972" sldId="457"/>
            <ac:spMk id="55" creationId="{00000000-0000-0000-0000-000000000000}"/>
          </ac:spMkLst>
        </pc:spChg>
        <pc:spChg chg="mod">
          <ac:chgData name="Yash Jadhav" userId="535c3d6d-72b8-4f77-8155-55f939173cf2" providerId="ADAL" clId="{F33F88E0-3380-47C4-AFDE-F1AC050ADA82}" dt="2026-01-25T16:08:39.254" v="10016" actId="790"/>
          <ac:spMkLst>
            <pc:docMk/>
            <pc:sldMk cId="730587972" sldId="457"/>
            <ac:spMk id="56" creationId="{00000000-0000-0000-0000-000000000000}"/>
          </ac:spMkLst>
        </pc:spChg>
        <pc:spChg chg="mod">
          <ac:chgData name="Yash Jadhav" userId="535c3d6d-72b8-4f77-8155-55f939173cf2" providerId="ADAL" clId="{F33F88E0-3380-47C4-AFDE-F1AC050ADA82}" dt="2026-01-25T16:08:39.256" v="10017" actId="790"/>
          <ac:spMkLst>
            <pc:docMk/>
            <pc:sldMk cId="730587972" sldId="457"/>
            <ac:spMk id="57" creationId="{00000000-0000-0000-0000-000000000000}"/>
          </ac:spMkLst>
        </pc:spChg>
        <pc:spChg chg="mod">
          <ac:chgData name="Yash Jadhav" userId="535c3d6d-72b8-4f77-8155-55f939173cf2" providerId="ADAL" clId="{F33F88E0-3380-47C4-AFDE-F1AC050ADA82}" dt="2026-01-25T16:08:39.286" v="10026" actId="790"/>
          <ac:spMkLst>
            <pc:docMk/>
            <pc:sldMk cId="730587972" sldId="457"/>
            <ac:spMk id="59" creationId="{00000000-0000-0000-0000-000000000000}"/>
          </ac:spMkLst>
        </pc:spChg>
        <pc:spChg chg="mod">
          <ac:chgData name="Yash Jadhav" userId="535c3d6d-72b8-4f77-8155-55f939173cf2" providerId="ADAL" clId="{F33F88E0-3380-47C4-AFDE-F1AC050ADA82}" dt="2026-01-25T16:08:39.288" v="10027" actId="790"/>
          <ac:spMkLst>
            <pc:docMk/>
            <pc:sldMk cId="730587972" sldId="457"/>
            <ac:spMk id="60" creationId="{00000000-0000-0000-0000-000000000000}"/>
          </ac:spMkLst>
        </pc:spChg>
        <pc:spChg chg="mod">
          <ac:chgData name="Yash Jadhav" userId="535c3d6d-72b8-4f77-8155-55f939173cf2" providerId="ADAL" clId="{F33F88E0-3380-47C4-AFDE-F1AC050ADA82}" dt="2026-01-25T16:08:39.293" v="10028" actId="790"/>
          <ac:spMkLst>
            <pc:docMk/>
            <pc:sldMk cId="730587972" sldId="457"/>
            <ac:spMk id="63" creationId="{00000000-0000-0000-0000-000000000000}"/>
          </ac:spMkLst>
        </pc:spChg>
        <pc:spChg chg="mod">
          <ac:chgData name="Yash Jadhav" userId="535c3d6d-72b8-4f77-8155-55f939173cf2" providerId="ADAL" clId="{F33F88E0-3380-47C4-AFDE-F1AC050ADA82}" dt="2026-01-25T16:08:39.298" v="10029" actId="790"/>
          <ac:spMkLst>
            <pc:docMk/>
            <pc:sldMk cId="730587972" sldId="457"/>
            <ac:spMk id="64" creationId="{00000000-0000-0000-0000-000000000000}"/>
          </ac:spMkLst>
        </pc:spChg>
        <pc:spChg chg="mod">
          <ac:chgData name="Yash Jadhav" userId="535c3d6d-72b8-4f77-8155-55f939173cf2" providerId="ADAL" clId="{F33F88E0-3380-47C4-AFDE-F1AC050ADA82}" dt="2026-01-25T16:08:39.302" v="10030" actId="790"/>
          <ac:spMkLst>
            <pc:docMk/>
            <pc:sldMk cId="730587972" sldId="457"/>
            <ac:spMk id="65" creationId="{00000000-0000-0000-0000-000000000000}"/>
          </ac:spMkLst>
        </pc:spChg>
        <pc:spChg chg="mod">
          <ac:chgData name="Yash Jadhav" userId="535c3d6d-72b8-4f77-8155-55f939173cf2" providerId="ADAL" clId="{F33F88E0-3380-47C4-AFDE-F1AC050ADA82}" dt="2026-01-25T16:08:39.305" v="10031" actId="790"/>
          <ac:spMkLst>
            <pc:docMk/>
            <pc:sldMk cId="730587972" sldId="457"/>
            <ac:spMk id="72" creationId="{00000000-0000-0000-0000-000000000000}"/>
          </ac:spMkLst>
        </pc:spChg>
      </pc:sldChg>
      <pc:sldChg chg="add del">
        <pc:chgData name="Yash Jadhav" userId="535c3d6d-72b8-4f77-8155-55f939173cf2" providerId="ADAL" clId="{F33F88E0-3380-47C4-AFDE-F1AC050ADA82}" dt="2026-01-25T15:51:59.102" v="38" actId="2696"/>
        <pc:sldMkLst>
          <pc:docMk/>
          <pc:sldMk cId="3580776492" sldId="458"/>
        </pc:sldMkLst>
      </pc:sldChg>
      <pc:sldChg chg="add del">
        <pc:chgData name="Yash Jadhav" userId="535c3d6d-72b8-4f77-8155-55f939173cf2" providerId="ADAL" clId="{F33F88E0-3380-47C4-AFDE-F1AC050ADA82}" dt="2026-01-26T08:30:35.766" v="12511" actId="47"/>
        <pc:sldMkLst>
          <pc:docMk/>
          <pc:sldMk cId="4140802066" sldId="458"/>
        </pc:sldMkLst>
      </pc:sldChg>
      <pc:sldChg chg="add del">
        <pc:chgData name="Yash Jadhav" userId="535c3d6d-72b8-4f77-8155-55f939173cf2" providerId="ADAL" clId="{F33F88E0-3380-47C4-AFDE-F1AC050ADA82}" dt="2026-01-26T08:30:35.766" v="12511" actId="47"/>
        <pc:sldMkLst>
          <pc:docMk/>
          <pc:sldMk cId="1252486138" sldId="459"/>
        </pc:sldMkLst>
      </pc:sldChg>
      <pc:sldChg chg="add del">
        <pc:chgData name="Yash Jadhav" userId="535c3d6d-72b8-4f77-8155-55f939173cf2" providerId="ADAL" clId="{F33F88E0-3380-47C4-AFDE-F1AC050ADA82}" dt="2026-01-25T15:51:59.102" v="38" actId="2696"/>
        <pc:sldMkLst>
          <pc:docMk/>
          <pc:sldMk cId="2796106134" sldId="459"/>
        </pc:sldMkLst>
      </pc:sldChg>
      <pc:sldChg chg="add del">
        <pc:chgData name="Yash Jadhav" userId="535c3d6d-72b8-4f77-8155-55f939173cf2" providerId="ADAL" clId="{F33F88E0-3380-47C4-AFDE-F1AC050ADA82}" dt="2026-01-25T15:51:59.102" v="38" actId="2696"/>
        <pc:sldMkLst>
          <pc:docMk/>
          <pc:sldMk cId="1195622017" sldId="460"/>
        </pc:sldMkLst>
      </pc:sldChg>
      <pc:sldChg chg="add del">
        <pc:chgData name="Yash Jadhav" userId="535c3d6d-72b8-4f77-8155-55f939173cf2" providerId="ADAL" clId="{F33F88E0-3380-47C4-AFDE-F1AC050ADA82}" dt="2026-01-26T08:30:35.766" v="12511" actId="47"/>
        <pc:sldMkLst>
          <pc:docMk/>
          <pc:sldMk cId="1868941726" sldId="460"/>
        </pc:sldMkLst>
      </pc:sldChg>
      <pc:sldChg chg="modSp add mod modClrScheme chgLayout modNotes">
        <pc:chgData name="Yash Jadhav" userId="535c3d6d-72b8-4f77-8155-55f939173cf2" providerId="ADAL" clId="{F33F88E0-3380-47C4-AFDE-F1AC050ADA82}" dt="2026-01-25T16:09:15.875" v="10168" actId="700"/>
        <pc:sldMkLst>
          <pc:docMk/>
          <pc:sldMk cId="4067764592" sldId="461"/>
        </pc:sldMkLst>
        <pc:spChg chg="mod ord">
          <ac:chgData name="Yash Jadhav" userId="535c3d6d-72b8-4f77-8155-55f939173cf2" providerId="ADAL" clId="{F33F88E0-3380-47C4-AFDE-F1AC050ADA82}" dt="2026-01-25T16:09:15.875" v="10168" actId="700"/>
          <ac:spMkLst>
            <pc:docMk/>
            <pc:sldMk cId="4067764592" sldId="461"/>
            <ac:spMk id="19" creationId="{00000000-0000-0000-0000-000000000000}"/>
          </ac:spMkLst>
        </pc:spChg>
        <pc:spChg chg="mod">
          <ac:chgData name="Yash Jadhav" userId="535c3d6d-72b8-4f77-8155-55f939173cf2" providerId="ADAL" clId="{F33F88E0-3380-47C4-AFDE-F1AC050ADA82}" dt="2026-01-25T16:08:40.869" v="10040" actId="790"/>
          <ac:spMkLst>
            <pc:docMk/>
            <pc:sldMk cId="4067764592" sldId="461"/>
            <ac:spMk id="22" creationId="{00000000-0000-0000-0000-000000000000}"/>
          </ac:spMkLst>
        </pc:spChg>
        <pc:spChg chg="mod">
          <ac:chgData name="Yash Jadhav" userId="535c3d6d-72b8-4f77-8155-55f939173cf2" providerId="ADAL" clId="{F33F88E0-3380-47C4-AFDE-F1AC050ADA82}" dt="2026-01-25T16:08:40.881" v="10041" actId="790"/>
          <ac:spMkLst>
            <pc:docMk/>
            <pc:sldMk cId="4067764592" sldId="461"/>
            <ac:spMk id="26" creationId="{00000000-0000-0000-0000-000000000000}"/>
          </ac:spMkLst>
        </pc:spChg>
        <pc:spChg chg="mod">
          <ac:chgData name="Yash Jadhav" userId="535c3d6d-72b8-4f77-8155-55f939173cf2" providerId="ADAL" clId="{F33F88E0-3380-47C4-AFDE-F1AC050ADA82}" dt="2026-01-25T16:08:40.897" v="10042" actId="790"/>
          <ac:spMkLst>
            <pc:docMk/>
            <pc:sldMk cId="4067764592" sldId="461"/>
            <ac:spMk id="30" creationId="{00000000-0000-0000-0000-000000000000}"/>
          </ac:spMkLst>
        </pc:spChg>
        <pc:spChg chg="mod">
          <ac:chgData name="Yash Jadhav" userId="535c3d6d-72b8-4f77-8155-55f939173cf2" providerId="ADAL" clId="{F33F88E0-3380-47C4-AFDE-F1AC050ADA82}" dt="2026-01-25T16:08:40.907" v="10043" actId="790"/>
          <ac:spMkLst>
            <pc:docMk/>
            <pc:sldMk cId="4067764592" sldId="461"/>
            <ac:spMk id="31" creationId="{00000000-0000-0000-0000-000000000000}"/>
          </ac:spMkLst>
        </pc:spChg>
        <pc:spChg chg="mod">
          <ac:chgData name="Yash Jadhav" userId="535c3d6d-72b8-4f77-8155-55f939173cf2" providerId="ADAL" clId="{F33F88E0-3380-47C4-AFDE-F1AC050ADA82}" dt="2026-01-25T16:08:40.909" v="10044" actId="790"/>
          <ac:spMkLst>
            <pc:docMk/>
            <pc:sldMk cId="4067764592" sldId="461"/>
            <ac:spMk id="37" creationId="{00000000-0000-0000-0000-000000000000}"/>
          </ac:spMkLst>
        </pc:spChg>
        <pc:spChg chg="mod">
          <ac:chgData name="Yash Jadhav" userId="535c3d6d-72b8-4f77-8155-55f939173cf2" providerId="ADAL" clId="{F33F88E0-3380-47C4-AFDE-F1AC050ADA82}" dt="2026-01-25T16:08:40.912" v="10045" actId="790"/>
          <ac:spMkLst>
            <pc:docMk/>
            <pc:sldMk cId="4067764592" sldId="461"/>
            <ac:spMk id="38" creationId="{00000000-0000-0000-0000-000000000000}"/>
          </ac:spMkLst>
        </pc:spChg>
        <pc:spChg chg="mod">
          <ac:chgData name="Yash Jadhav" userId="535c3d6d-72b8-4f77-8155-55f939173cf2" providerId="ADAL" clId="{F33F88E0-3380-47C4-AFDE-F1AC050ADA82}" dt="2026-01-25T16:08:40.914" v="10046" actId="790"/>
          <ac:spMkLst>
            <pc:docMk/>
            <pc:sldMk cId="4067764592" sldId="461"/>
            <ac:spMk id="39" creationId="{00000000-0000-0000-0000-000000000000}"/>
          </ac:spMkLst>
        </pc:spChg>
        <pc:spChg chg="mod">
          <ac:chgData name="Yash Jadhav" userId="535c3d6d-72b8-4f77-8155-55f939173cf2" providerId="ADAL" clId="{F33F88E0-3380-47C4-AFDE-F1AC050ADA82}" dt="2026-01-25T16:08:40.916" v="10047" actId="790"/>
          <ac:spMkLst>
            <pc:docMk/>
            <pc:sldMk cId="4067764592" sldId="461"/>
            <ac:spMk id="40" creationId="{00000000-0000-0000-0000-000000000000}"/>
          </ac:spMkLst>
        </pc:spChg>
        <pc:spChg chg="mod">
          <ac:chgData name="Yash Jadhav" userId="535c3d6d-72b8-4f77-8155-55f939173cf2" providerId="ADAL" clId="{F33F88E0-3380-47C4-AFDE-F1AC050ADA82}" dt="2026-01-25T16:08:41.464" v="10052" actId="27636"/>
          <ac:spMkLst>
            <pc:docMk/>
            <pc:sldMk cId="4067764592" sldId="461"/>
            <ac:spMk id="4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44137801" sldId="462"/>
        </pc:sldMkLst>
        <pc:spChg chg="mod">
          <ac:chgData name="Yash Jadhav" userId="535c3d6d-72b8-4f77-8155-55f939173cf2" providerId="ADAL" clId="{F33F88E0-3380-47C4-AFDE-F1AC050ADA82}" dt="2026-01-25T16:08:47.251" v="10055" actId="790"/>
          <ac:spMkLst>
            <pc:docMk/>
            <pc:sldMk cId="1944137801" sldId="462"/>
            <ac:spMk id="3" creationId="{00000000-0000-0000-0000-000000000000}"/>
          </ac:spMkLst>
        </pc:spChg>
        <pc:spChg chg="mod">
          <ac:chgData name="Yash Jadhav" userId="535c3d6d-72b8-4f77-8155-55f939173cf2" providerId="ADAL" clId="{F33F88E0-3380-47C4-AFDE-F1AC050ADA82}" dt="2026-01-25T16:08:47.254" v="10056" actId="790"/>
          <ac:spMkLst>
            <pc:docMk/>
            <pc:sldMk cId="1944137801" sldId="462"/>
            <ac:spMk id="4" creationId="{00000000-0000-0000-0000-000000000000}"/>
          </ac:spMkLst>
        </pc:spChg>
        <pc:spChg chg="mod">
          <ac:chgData name="Yash Jadhav" userId="535c3d6d-72b8-4f77-8155-55f939173cf2" providerId="ADAL" clId="{F33F88E0-3380-47C4-AFDE-F1AC050ADA82}" dt="2026-01-25T16:08:47.256" v="10057" actId="790"/>
          <ac:spMkLst>
            <pc:docMk/>
            <pc:sldMk cId="1944137801" sldId="462"/>
            <ac:spMk id="5" creationId="{00000000-0000-0000-0000-000000000000}"/>
          </ac:spMkLst>
        </pc:spChg>
        <pc:spChg chg="mod">
          <ac:chgData name="Yash Jadhav" userId="535c3d6d-72b8-4f77-8155-55f939173cf2" providerId="ADAL" clId="{F33F88E0-3380-47C4-AFDE-F1AC050ADA82}" dt="2026-01-25T16:08:47.258" v="10058" actId="790"/>
          <ac:spMkLst>
            <pc:docMk/>
            <pc:sldMk cId="1944137801" sldId="462"/>
            <ac:spMk id="6" creationId="{00000000-0000-0000-0000-000000000000}"/>
          </ac:spMkLst>
        </pc:spChg>
        <pc:spChg chg="mod">
          <ac:chgData name="Yash Jadhav" userId="535c3d6d-72b8-4f77-8155-55f939173cf2" providerId="ADAL" clId="{F33F88E0-3380-47C4-AFDE-F1AC050ADA82}" dt="2026-01-25T16:08:47.265" v="10059" actId="790"/>
          <ac:spMkLst>
            <pc:docMk/>
            <pc:sldMk cId="1944137801" sldId="462"/>
            <ac:spMk id="7" creationId="{00000000-0000-0000-0000-000000000000}"/>
          </ac:spMkLst>
        </pc:spChg>
        <pc:spChg chg="mod">
          <ac:chgData name="Yash Jadhav" userId="535c3d6d-72b8-4f77-8155-55f939173cf2" providerId="ADAL" clId="{F33F88E0-3380-47C4-AFDE-F1AC050ADA82}" dt="2026-01-25T16:08:47.270" v="10060" actId="790"/>
          <ac:spMkLst>
            <pc:docMk/>
            <pc:sldMk cId="1944137801" sldId="462"/>
            <ac:spMk id="9" creationId="{00000000-0000-0000-0000-000000000000}"/>
          </ac:spMkLst>
        </pc:spChg>
        <pc:spChg chg="mod">
          <ac:chgData name="Yash Jadhav" userId="535c3d6d-72b8-4f77-8155-55f939173cf2" providerId="ADAL" clId="{F33F88E0-3380-47C4-AFDE-F1AC050ADA82}" dt="2026-01-25T16:08:47.276" v="10061" actId="790"/>
          <ac:spMkLst>
            <pc:docMk/>
            <pc:sldMk cId="1944137801" sldId="462"/>
            <ac:spMk id="10" creationId="{00000000-0000-0000-0000-000000000000}"/>
          </ac:spMkLst>
        </pc:spChg>
        <pc:spChg chg="mod">
          <ac:chgData name="Yash Jadhav" userId="535c3d6d-72b8-4f77-8155-55f939173cf2" providerId="ADAL" clId="{F33F88E0-3380-47C4-AFDE-F1AC050ADA82}" dt="2026-01-25T16:08:47.282" v="10062" actId="790"/>
          <ac:spMkLst>
            <pc:docMk/>
            <pc:sldMk cId="1944137801" sldId="462"/>
            <ac:spMk id="11" creationId="{00000000-0000-0000-0000-000000000000}"/>
          </ac:spMkLst>
        </pc:spChg>
        <pc:spChg chg="mod ord">
          <ac:chgData name="Yash Jadhav" userId="535c3d6d-72b8-4f77-8155-55f939173cf2" providerId="ADAL" clId="{F33F88E0-3380-47C4-AFDE-F1AC050ADA82}" dt="2026-01-25T16:09:15.875" v="10168" actId="700"/>
          <ac:spMkLst>
            <pc:docMk/>
            <pc:sldMk cId="1944137801" sldId="462"/>
            <ac:spMk id="1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626217255" sldId="463"/>
        </pc:sldMkLst>
        <pc:spChg chg="mod ord">
          <ac:chgData name="Yash Jadhav" userId="535c3d6d-72b8-4f77-8155-55f939173cf2" providerId="ADAL" clId="{F33F88E0-3380-47C4-AFDE-F1AC050ADA82}" dt="2026-01-25T16:09:15.875" v="10168" actId="700"/>
          <ac:spMkLst>
            <pc:docMk/>
            <pc:sldMk cId="626217255" sldId="463"/>
            <ac:spMk id="2" creationId="{00000000-0000-0000-0000-000000000000}"/>
          </ac:spMkLst>
        </pc:spChg>
        <pc:spChg chg="mod">
          <ac:chgData name="Yash Jadhav" userId="535c3d6d-72b8-4f77-8155-55f939173cf2" providerId="ADAL" clId="{F33F88E0-3380-47C4-AFDE-F1AC050ADA82}" dt="2026-01-25T16:08:49.749" v="10068" actId="790"/>
          <ac:spMkLst>
            <pc:docMk/>
            <pc:sldMk cId="626217255" sldId="463"/>
            <ac:spMk id="4" creationId="{00000000-0000-0000-0000-000000000000}"/>
          </ac:spMkLst>
        </pc:spChg>
        <pc:spChg chg="mod">
          <ac:chgData name="Yash Jadhav" userId="535c3d6d-72b8-4f77-8155-55f939173cf2" providerId="ADAL" clId="{F33F88E0-3380-47C4-AFDE-F1AC050ADA82}" dt="2026-01-25T16:08:49.753" v="10069" actId="790"/>
          <ac:spMkLst>
            <pc:docMk/>
            <pc:sldMk cId="626217255" sldId="463"/>
            <ac:spMk id="5" creationId="{00000000-0000-0000-0000-000000000000}"/>
          </ac:spMkLst>
        </pc:spChg>
        <pc:spChg chg="mod">
          <ac:chgData name="Yash Jadhav" userId="535c3d6d-72b8-4f77-8155-55f939173cf2" providerId="ADAL" clId="{F33F88E0-3380-47C4-AFDE-F1AC050ADA82}" dt="2026-01-25T16:08:49.757" v="10070" actId="790"/>
          <ac:spMkLst>
            <pc:docMk/>
            <pc:sldMk cId="626217255" sldId="463"/>
            <ac:spMk id="6" creationId="{00000000-0000-0000-0000-000000000000}"/>
          </ac:spMkLst>
        </pc:spChg>
        <pc:spChg chg="mod">
          <ac:chgData name="Yash Jadhav" userId="535c3d6d-72b8-4f77-8155-55f939173cf2" providerId="ADAL" clId="{F33F88E0-3380-47C4-AFDE-F1AC050ADA82}" dt="2026-01-25T16:08:49.761" v="10071" actId="790"/>
          <ac:spMkLst>
            <pc:docMk/>
            <pc:sldMk cId="626217255" sldId="463"/>
            <ac:spMk id="7" creationId="{00000000-0000-0000-0000-000000000000}"/>
          </ac:spMkLst>
        </pc:spChg>
        <pc:spChg chg="mod">
          <ac:chgData name="Yash Jadhav" userId="535c3d6d-72b8-4f77-8155-55f939173cf2" providerId="ADAL" clId="{F33F88E0-3380-47C4-AFDE-F1AC050ADA82}" dt="2026-01-25T16:08:49.763" v="10072" actId="790"/>
          <ac:spMkLst>
            <pc:docMk/>
            <pc:sldMk cId="626217255" sldId="463"/>
            <ac:spMk id="8" creationId="{00000000-0000-0000-0000-000000000000}"/>
          </ac:spMkLst>
        </pc:spChg>
        <pc:spChg chg="mod">
          <ac:chgData name="Yash Jadhav" userId="535c3d6d-72b8-4f77-8155-55f939173cf2" providerId="ADAL" clId="{F33F88E0-3380-47C4-AFDE-F1AC050ADA82}" dt="2026-01-25T16:08:49.765" v="10073" actId="790"/>
          <ac:spMkLst>
            <pc:docMk/>
            <pc:sldMk cId="626217255" sldId="463"/>
            <ac:spMk id="9" creationId="{00000000-0000-0000-0000-000000000000}"/>
          </ac:spMkLst>
        </pc:spChg>
        <pc:spChg chg="mod">
          <ac:chgData name="Yash Jadhav" userId="535c3d6d-72b8-4f77-8155-55f939173cf2" providerId="ADAL" clId="{F33F88E0-3380-47C4-AFDE-F1AC050ADA82}" dt="2026-01-25T16:08:49.767" v="10074" actId="790"/>
          <ac:spMkLst>
            <pc:docMk/>
            <pc:sldMk cId="626217255" sldId="463"/>
            <ac:spMk id="10" creationId="{00000000-0000-0000-0000-000000000000}"/>
          </ac:spMkLst>
        </pc:spChg>
        <pc:spChg chg="mod">
          <ac:chgData name="Yash Jadhav" userId="535c3d6d-72b8-4f77-8155-55f939173cf2" providerId="ADAL" clId="{F33F88E0-3380-47C4-AFDE-F1AC050ADA82}" dt="2026-01-25T16:08:49.770" v="10075" actId="790"/>
          <ac:spMkLst>
            <pc:docMk/>
            <pc:sldMk cId="626217255" sldId="463"/>
            <ac:spMk id="11" creationId="{00000000-0000-0000-0000-000000000000}"/>
          </ac:spMkLst>
        </pc:spChg>
        <pc:spChg chg="mod">
          <ac:chgData name="Yash Jadhav" userId="535c3d6d-72b8-4f77-8155-55f939173cf2" providerId="ADAL" clId="{F33F88E0-3380-47C4-AFDE-F1AC050ADA82}" dt="2026-01-25T16:08:49.773" v="10076" actId="790"/>
          <ac:spMkLst>
            <pc:docMk/>
            <pc:sldMk cId="626217255" sldId="463"/>
            <ac:spMk id="12" creationId="{00000000-0000-0000-0000-000000000000}"/>
          </ac:spMkLst>
        </pc:spChg>
        <pc:spChg chg="mod">
          <ac:chgData name="Yash Jadhav" userId="535c3d6d-72b8-4f77-8155-55f939173cf2" providerId="ADAL" clId="{F33F88E0-3380-47C4-AFDE-F1AC050ADA82}" dt="2026-01-25T16:08:49.777" v="10077" actId="790"/>
          <ac:spMkLst>
            <pc:docMk/>
            <pc:sldMk cId="626217255" sldId="463"/>
            <ac:spMk id="13" creationId="{00000000-0000-0000-0000-000000000000}"/>
          </ac:spMkLst>
        </pc:spChg>
        <pc:spChg chg="mod">
          <ac:chgData name="Yash Jadhav" userId="535c3d6d-72b8-4f77-8155-55f939173cf2" providerId="ADAL" clId="{F33F88E0-3380-47C4-AFDE-F1AC050ADA82}" dt="2026-01-25T16:08:49.780" v="10078" actId="790"/>
          <ac:spMkLst>
            <pc:docMk/>
            <pc:sldMk cId="626217255" sldId="463"/>
            <ac:spMk id="14" creationId="{00000000-0000-0000-0000-000000000000}"/>
          </ac:spMkLst>
        </pc:spChg>
        <pc:spChg chg="mod">
          <ac:chgData name="Yash Jadhav" userId="535c3d6d-72b8-4f77-8155-55f939173cf2" providerId="ADAL" clId="{F33F88E0-3380-47C4-AFDE-F1AC050ADA82}" dt="2026-01-25T16:08:49.784" v="10079" actId="790"/>
          <ac:spMkLst>
            <pc:docMk/>
            <pc:sldMk cId="626217255" sldId="463"/>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48052347" sldId="464"/>
        </pc:sldMkLst>
        <pc:spChg chg="mod ord">
          <ac:chgData name="Yash Jadhav" userId="535c3d6d-72b8-4f77-8155-55f939173cf2" providerId="ADAL" clId="{F33F88E0-3380-47C4-AFDE-F1AC050ADA82}" dt="2026-01-25T16:09:15.875" v="10168" actId="700"/>
          <ac:spMkLst>
            <pc:docMk/>
            <pc:sldMk cId="2848052347" sldId="464"/>
            <ac:spMk id="3" creationId="{00000000-0000-0000-0000-000000000000}"/>
          </ac:spMkLst>
        </pc:spChg>
        <pc:spChg chg="mod">
          <ac:chgData name="Yash Jadhav" userId="535c3d6d-72b8-4f77-8155-55f939173cf2" providerId="ADAL" clId="{F33F88E0-3380-47C4-AFDE-F1AC050ADA82}" dt="2026-01-25T16:08:52.296" v="10098" actId="27636"/>
          <ac:spMkLst>
            <pc:docMk/>
            <pc:sldMk cId="2848052347" sldId="464"/>
            <ac:spMk id="13" creationId="{FEAB0BAC-1E7B-4CF7-BF54-C6602E70F202}"/>
          </ac:spMkLst>
        </pc:spChg>
        <pc:spChg chg="mod">
          <ac:chgData name="Yash Jadhav" userId="535c3d6d-72b8-4f77-8155-55f939173cf2" providerId="ADAL" clId="{F33F88E0-3380-47C4-AFDE-F1AC050ADA82}" dt="2026-01-25T16:08:52.296" v="10099" actId="27636"/>
          <ac:spMkLst>
            <pc:docMk/>
            <pc:sldMk cId="2848052347" sldId="464"/>
            <ac:spMk id="14" creationId="{4DE750EA-20B7-4EC4-9281-472CCEAF8501}"/>
          </ac:spMkLst>
        </pc:spChg>
        <pc:spChg chg="mod">
          <ac:chgData name="Yash Jadhav" userId="535c3d6d-72b8-4f77-8155-55f939173cf2" providerId="ADAL" clId="{F33F88E0-3380-47C4-AFDE-F1AC050ADA82}" dt="2026-01-25T16:08:52.281" v="10097" actId="27636"/>
          <ac:spMkLst>
            <pc:docMk/>
            <pc:sldMk cId="2848052347" sldId="464"/>
            <ac:spMk id="15" creationId="{8B4800CE-56AB-40B3-B832-D4255AFC6EF7}"/>
          </ac:spMkLst>
        </pc:spChg>
        <pc:spChg chg="mod">
          <ac:chgData name="Yash Jadhav" userId="535c3d6d-72b8-4f77-8155-55f939173cf2" providerId="ADAL" clId="{F33F88E0-3380-47C4-AFDE-F1AC050ADA82}" dt="2026-01-25T16:08:52.281" v="10096" actId="27636"/>
          <ac:spMkLst>
            <pc:docMk/>
            <pc:sldMk cId="2848052347" sldId="464"/>
            <ac:spMk id="16" creationId="{B0758465-2557-494A-AE9F-D1B497C63277}"/>
          </ac:spMkLst>
        </pc:spChg>
        <pc:spChg chg="mod">
          <ac:chgData name="Yash Jadhav" userId="535c3d6d-72b8-4f77-8155-55f939173cf2" providerId="ADAL" clId="{F33F88E0-3380-47C4-AFDE-F1AC050ADA82}" dt="2026-01-25T16:08:51.862" v="10089" actId="790"/>
          <ac:spMkLst>
            <pc:docMk/>
            <pc:sldMk cId="2848052347" sldId="464"/>
            <ac:spMk id="17" creationId="{ACA70FC4-1AFF-49B2-9718-C908DD06BA81}"/>
          </ac:spMkLst>
        </pc:spChg>
        <pc:spChg chg="mod">
          <ac:chgData name="Yash Jadhav" userId="535c3d6d-72b8-4f77-8155-55f939173cf2" providerId="ADAL" clId="{F33F88E0-3380-47C4-AFDE-F1AC050ADA82}" dt="2026-01-25T16:08:51.865" v="10090" actId="790"/>
          <ac:spMkLst>
            <pc:docMk/>
            <pc:sldMk cId="2848052347" sldId="464"/>
            <ac:spMk id="18" creationId="{E6B4C7A0-613E-4F6D-8051-577B7EBA3EF9}"/>
          </ac:spMkLst>
        </pc:spChg>
        <pc:spChg chg="mod">
          <ac:chgData name="Yash Jadhav" userId="535c3d6d-72b8-4f77-8155-55f939173cf2" providerId="ADAL" clId="{F33F88E0-3380-47C4-AFDE-F1AC050ADA82}" dt="2026-01-25T16:08:51.868" v="10091" actId="790"/>
          <ac:spMkLst>
            <pc:docMk/>
            <pc:sldMk cId="2848052347" sldId="464"/>
            <ac:spMk id="19" creationId="{9F5CCB15-9337-4DA6-9F72-F9557ECA8078}"/>
          </ac:spMkLst>
        </pc:spChg>
        <pc:spChg chg="mod">
          <ac:chgData name="Yash Jadhav" userId="535c3d6d-72b8-4f77-8155-55f939173cf2" providerId="ADAL" clId="{F33F88E0-3380-47C4-AFDE-F1AC050ADA82}" dt="2026-01-25T16:08:51.870" v="10092" actId="790"/>
          <ac:spMkLst>
            <pc:docMk/>
            <pc:sldMk cId="2848052347" sldId="464"/>
            <ac:spMk id="20" creationId="{391CDF75-201C-427B-A69A-E5EF4069203B}"/>
          </ac:spMkLst>
        </pc:spChg>
      </pc:sldChg>
      <pc:sldChg chg="modSp add mod modClrScheme chgLayout modNotes">
        <pc:chgData name="Yash Jadhav" userId="535c3d6d-72b8-4f77-8155-55f939173cf2" providerId="ADAL" clId="{F33F88E0-3380-47C4-AFDE-F1AC050ADA82}" dt="2026-01-25T16:09:15.875" v="10168" actId="700"/>
        <pc:sldMkLst>
          <pc:docMk/>
          <pc:sldMk cId="781381946" sldId="465"/>
        </pc:sldMkLst>
        <pc:spChg chg="mod">
          <ac:chgData name="Yash Jadhav" userId="535c3d6d-72b8-4f77-8155-55f939173cf2" providerId="ADAL" clId="{F33F88E0-3380-47C4-AFDE-F1AC050ADA82}" dt="2026-01-25T16:08:54.372" v="10106" actId="790"/>
          <ac:spMkLst>
            <pc:docMk/>
            <pc:sldMk cId="781381946" sldId="465"/>
            <ac:spMk id="9" creationId="{664F72BA-9CC6-5EF1-1395-442FC65D956B}"/>
          </ac:spMkLst>
        </pc:spChg>
        <pc:spChg chg="mod">
          <ac:chgData name="Yash Jadhav" userId="535c3d6d-72b8-4f77-8155-55f939173cf2" providerId="ADAL" clId="{F33F88E0-3380-47C4-AFDE-F1AC050ADA82}" dt="2026-01-25T16:08:54.374" v="10107" actId="790"/>
          <ac:spMkLst>
            <pc:docMk/>
            <pc:sldMk cId="781381946" sldId="465"/>
            <ac:spMk id="10" creationId="{6BDEE4BD-1F60-083C-83B0-693032C5AB24}"/>
          </ac:spMkLst>
        </pc:spChg>
        <pc:spChg chg="mod">
          <ac:chgData name="Yash Jadhav" userId="535c3d6d-72b8-4f77-8155-55f939173cf2" providerId="ADAL" clId="{F33F88E0-3380-47C4-AFDE-F1AC050ADA82}" dt="2026-01-25T16:08:54.377" v="10108" actId="790"/>
          <ac:spMkLst>
            <pc:docMk/>
            <pc:sldMk cId="781381946" sldId="465"/>
            <ac:spMk id="14" creationId="{4AA18E9D-6C2C-B1B6-5E81-B69721B48980}"/>
          </ac:spMkLst>
        </pc:spChg>
        <pc:spChg chg="mod">
          <ac:chgData name="Yash Jadhav" userId="535c3d6d-72b8-4f77-8155-55f939173cf2" providerId="ADAL" clId="{F33F88E0-3380-47C4-AFDE-F1AC050ADA82}" dt="2026-01-25T16:08:54.379" v="10109" actId="790"/>
          <ac:spMkLst>
            <pc:docMk/>
            <pc:sldMk cId="781381946" sldId="465"/>
            <ac:spMk id="17" creationId="{2CA75F0C-A7E3-CF99-93EA-AC977DB3C116}"/>
          </ac:spMkLst>
        </pc:spChg>
        <pc:spChg chg="mod">
          <ac:chgData name="Yash Jadhav" userId="535c3d6d-72b8-4f77-8155-55f939173cf2" providerId="ADAL" clId="{F33F88E0-3380-47C4-AFDE-F1AC050ADA82}" dt="2026-01-25T16:08:54.381" v="10110" actId="790"/>
          <ac:spMkLst>
            <pc:docMk/>
            <pc:sldMk cId="781381946" sldId="465"/>
            <ac:spMk id="18" creationId="{1D178DC3-751B-5605-F469-B026E322B01D}"/>
          </ac:spMkLst>
        </pc:spChg>
        <pc:spChg chg="mod ord">
          <ac:chgData name="Yash Jadhav" userId="535c3d6d-72b8-4f77-8155-55f939173cf2" providerId="ADAL" clId="{F33F88E0-3380-47C4-AFDE-F1AC050ADA82}" dt="2026-01-25T16:09:15.875" v="10168" actId="700"/>
          <ac:spMkLst>
            <pc:docMk/>
            <pc:sldMk cId="781381946" sldId="465"/>
            <ac:spMk id="19" creationId="{00000000-0000-0000-0000-000000000000}"/>
          </ac:spMkLst>
        </pc:spChg>
        <pc:spChg chg="mod">
          <ac:chgData name="Yash Jadhav" userId="535c3d6d-72b8-4f77-8155-55f939173cf2" providerId="ADAL" clId="{F33F88E0-3380-47C4-AFDE-F1AC050ADA82}" dt="2026-01-25T16:08:54.338" v="10102" actId="790"/>
          <ac:spMkLst>
            <pc:docMk/>
            <pc:sldMk cId="781381946" sldId="465"/>
            <ac:spMk id="22" creationId="{00000000-0000-0000-0000-000000000000}"/>
          </ac:spMkLst>
        </pc:spChg>
        <pc:spChg chg="mod">
          <ac:chgData name="Yash Jadhav" userId="535c3d6d-72b8-4f77-8155-55f939173cf2" providerId="ADAL" clId="{F33F88E0-3380-47C4-AFDE-F1AC050ADA82}" dt="2026-01-25T16:08:54.382" v="10111" actId="790"/>
          <ac:spMkLst>
            <pc:docMk/>
            <pc:sldMk cId="781381946" sldId="465"/>
            <ac:spMk id="23" creationId="{B6934BF0-9565-6301-6E90-784B16ED0561}"/>
          </ac:spMkLst>
        </pc:spChg>
        <pc:spChg chg="mod">
          <ac:chgData name="Yash Jadhav" userId="535c3d6d-72b8-4f77-8155-55f939173cf2" providerId="ADAL" clId="{F33F88E0-3380-47C4-AFDE-F1AC050ADA82}" dt="2026-01-25T16:08:54.384" v="10112" actId="790"/>
          <ac:spMkLst>
            <pc:docMk/>
            <pc:sldMk cId="781381946" sldId="465"/>
            <ac:spMk id="24" creationId="{063E7F15-B46C-B428-84C3-62F2FF8A3126}"/>
          </ac:spMkLst>
        </pc:spChg>
        <pc:spChg chg="mod">
          <ac:chgData name="Yash Jadhav" userId="535c3d6d-72b8-4f77-8155-55f939173cf2" providerId="ADAL" clId="{F33F88E0-3380-47C4-AFDE-F1AC050ADA82}" dt="2026-01-25T16:08:54.350" v="10103" actId="790"/>
          <ac:spMkLst>
            <pc:docMk/>
            <pc:sldMk cId="781381946" sldId="465"/>
            <ac:spMk id="26" creationId="{00000000-0000-0000-0000-000000000000}"/>
          </ac:spMkLst>
        </pc:spChg>
        <pc:spChg chg="mod">
          <ac:chgData name="Yash Jadhav" userId="535c3d6d-72b8-4f77-8155-55f939173cf2" providerId="ADAL" clId="{F33F88E0-3380-47C4-AFDE-F1AC050ADA82}" dt="2026-01-25T16:08:54.386" v="10113" actId="790"/>
          <ac:spMkLst>
            <pc:docMk/>
            <pc:sldMk cId="781381946" sldId="465"/>
            <ac:spMk id="27" creationId="{4AC15ABE-8532-4633-71C2-4A5645CE3632}"/>
          </ac:spMkLst>
        </pc:spChg>
        <pc:spChg chg="mod">
          <ac:chgData name="Yash Jadhav" userId="535c3d6d-72b8-4f77-8155-55f939173cf2" providerId="ADAL" clId="{F33F88E0-3380-47C4-AFDE-F1AC050ADA82}" dt="2026-01-25T16:08:54.387" v="10114" actId="790"/>
          <ac:spMkLst>
            <pc:docMk/>
            <pc:sldMk cId="781381946" sldId="465"/>
            <ac:spMk id="28" creationId="{33BE0866-1160-52FF-50DA-3F708166B966}"/>
          </ac:spMkLst>
        </pc:spChg>
        <pc:spChg chg="mod">
          <ac:chgData name="Yash Jadhav" userId="535c3d6d-72b8-4f77-8155-55f939173cf2" providerId="ADAL" clId="{F33F88E0-3380-47C4-AFDE-F1AC050ADA82}" dt="2026-01-25T16:08:54.361" v="10104" actId="790"/>
          <ac:spMkLst>
            <pc:docMk/>
            <pc:sldMk cId="781381946" sldId="465"/>
            <ac:spMk id="30" creationId="{00000000-0000-0000-0000-000000000000}"/>
          </ac:spMkLst>
        </pc:spChg>
        <pc:spChg chg="mod">
          <ac:chgData name="Yash Jadhav" userId="535c3d6d-72b8-4f77-8155-55f939173cf2" providerId="ADAL" clId="{F33F88E0-3380-47C4-AFDE-F1AC050ADA82}" dt="2026-01-25T16:08:54.370" v="10105" actId="790"/>
          <ac:spMkLst>
            <pc:docMk/>
            <pc:sldMk cId="781381946" sldId="465"/>
            <ac:spMk id="31"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817081532" sldId="466"/>
        </pc:sldMkLst>
        <pc:spChg chg="mod ord">
          <ac:chgData name="Yash Jadhav" userId="535c3d6d-72b8-4f77-8155-55f939173cf2" providerId="ADAL" clId="{F33F88E0-3380-47C4-AFDE-F1AC050ADA82}" dt="2026-01-25T16:09:15.875" v="10168" actId="700"/>
          <ac:spMkLst>
            <pc:docMk/>
            <pc:sldMk cId="1817081532" sldId="466"/>
            <ac:spMk id="43" creationId="{00000000-0000-0000-0000-000000000000}"/>
          </ac:spMkLst>
        </pc:spChg>
        <pc:spChg chg="mod">
          <ac:chgData name="Yash Jadhav" userId="535c3d6d-72b8-4f77-8155-55f939173cf2" providerId="ADAL" clId="{F33F88E0-3380-47C4-AFDE-F1AC050ADA82}" dt="2026-01-25T16:08:59.299" v="10127" actId="790"/>
          <ac:spMkLst>
            <pc:docMk/>
            <pc:sldMk cId="1817081532" sldId="466"/>
            <ac:spMk id="205" creationId="{00000000-0000-0000-0000-000000000000}"/>
          </ac:spMkLst>
        </pc:spChg>
        <pc:spChg chg="mod">
          <ac:chgData name="Yash Jadhav" userId="535c3d6d-72b8-4f77-8155-55f939173cf2" providerId="ADAL" clId="{F33F88E0-3380-47C4-AFDE-F1AC050ADA82}" dt="2026-01-25T16:08:59.295" v="10125" actId="790"/>
          <ac:spMkLst>
            <pc:docMk/>
            <pc:sldMk cId="1817081532" sldId="466"/>
            <ac:spMk id="222" creationId="{00000000-0000-0000-0000-000000000000}"/>
          </ac:spMkLst>
        </pc:spChg>
        <pc:spChg chg="mod">
          <ac:chgData name="Yash Jadhav" userId="535c3d6d-72b8-4f77-8155-55f939173cf2" providerId="ADAL" clId="{F33F88E0-3380-47C4-AFDE-F1AC050ADA82}" dt="2026-01-25T16:08:59.297" v="10126" actId="790"/>
          <ac:spMkLst>
            <pc:docMk/>
            <pc:sldMk cId="1817081532" sldId="466"/>
            <ac:spMk id="223" creationId="{00000000-0000-0000-0000-000000000000}"/>
          </ac:spMkLst>
        </pc:spChg>
        <pc:spChg chg="mod">
          <ac:chgData name="Yash Jadhav" userId="535c3d6d-72b8-4f77-8155-55f939173cf2" providerId="ADAL" clId="{F33F88E0-3380-47C4-AFDE-F1AC050ADA82}" dt="2026-01-25T16:08:59.305" v="10128" actId="790"/>
          <ac:spMkLst>
            <pc:docMk/>
            <pc:sldMk cId="1817081532" sldId="466"/>
            <ac:spMk id="224" creationId="{00000000-0000-0000-0000-000000000000}"/>
          </ac:spMkLst>
        </pc:spChg>
        <pc:spChg chg="mod">
          <ac:chgData name="Yash Jadhav" userId="535c3d6d-72b8-4f77-8155-55f939173cf2" providerId="ADAL" clId="{F33F88E0-3380-47C4-AFDE-F1AC050ADA82}" dt="2026-01-25T16:08:59.307" v="10129" actId="790"/>
          <ac:spMkLst>
            <pc:docMk/>
            <pc:sldMk cId="1817081532" sldId="466"/>
            <ac:spMk id="226" creationId="{00000000-0000-0000-0000-000000000000}"/>
          </ac:spMkLst>
        </pc:spChg>
        <pc:spChg chg="mod">
          <ac:chgData name="Yash Jadhav" userId="535c3d6d-72b8-4f77-8155-55f939173cf2" providerId="ADAL" clId="{F33F88E0-3380-47C4-AFDE-F1AC050ADA82}" dt="2026-01-25T16:08:59.308" v="10130" actId="790"/>
          <ac:spMkLst>
            <pc:docMk/>
            <pc:sldMk cId="1817081532" sldId="466"/>
            <ac:spMk id="227" creationId="{00000000-0000-0000-0000-000000000000}"/>
          </ac:spMkLst>
        </pc:spChg>
        <pc:spChg chg="mod">
          <ac:chgData name="Yash Jadhav" userId="535c3d6d-72b8-4f77-8155-55f939173cf2" providerId="ADAL" clId="{F33F88E0-3380-47C4-AFDE-F1AC050ADA82}" dt="2026-01-25T16:08:59.313" v="10131" actId="790"/>
          <ac:spMkLst>
            <pc:docMk/>
            <pc:sldMk cId="1817081532" sldId="466"/>
            <ac:spMk id="229" creationId="{00000000-0000-0000-0000-000000000000}"/>
          </ac:spMkLst>
        </pc:spChg>
        <pc:spChg chg="mod">
          <ac:chgData name="Yash Jadhav" userId="535c3d6d-72b8-4f77-8155-55f939173cf2" providerId="ADAL" clId="{F33F88E0-3380-47C4-AFDE-F1AC050ADA82}" dt="2026-01-25T16:08:59.316" v="10132" actId="790"/>
          <ac:spMkLst>
            <pc:docMk/>
            <pc:sldMk cId="1817081532" sldId="466"/>
            <ac:spMk id="230" creationId="{00000000-0000-0000-0000-000000000000}"/>
          </ac:spMkLst>
        </pc:spChg>
        <pc:spChg chg="mod">
          <ac:chgData name="Yash Jadhav" userId="535c3d6d-72b8-4f77-8155-55f939173cf2" providerId="ADAL" clId="{F33F88E0-3380-47C4-AFDE-F1AC050ADA82}" dt="2026-01-25T16:08:59.320" v="10133" actId="790"/>
          <ac:spMkLst>
            <pc:docMk/>
            <pc:sldMk cId="1817081532" sldId="466"/>
            <ac:spMk id="232" creationId="{00000000-0000-0000-0000-000000000000}"/>
          </ac:spMkLst>
        </pc:spChg>
        <pc:spChg chg="mod">
          <ac:chgData name="Yash Jadhav" userId="535c3d6d-72b8-4f77-8155-55f939173cf2" providerId="ADAL" clId="{F33F88E0-3380-47C4-AFDE-F1AC050ADA82}" dt="2026-01-25T16:08:59.325" v="10134" actId="790"/>
          <ac:spMkLst>
            <pc:docMk/>
            <pc:sldMk cId="1817081532" sldId="466"/>
            <ac:spMk id="233" creationId="{00000000-0000-0000-0000-000000000000}"/>
          </ac:spMkLst>
        </pc:spChg>
        <pc:spChg chg="mod">
          <ac:chgData name="Yash Jadhav" userId="535c3d6d-72b8-4f77-8155-55f939173cf2" providerId="ADAL" clId="{F33F88E0-3380-47C4-AFDE-F1AC050ADA82}" dt="2026-01-25T16:08:59.327" v="10135" actId="790"/>
          <ac:spMkLst>
            <pc:docMk/>
            <pc:sldMk cId="1817081532" sldId="466"/>
            <ac:spMk id="235" creationId="{00000000-0000-0000-0000-000000000000}"/>
          </ac:spMkLst>
        </pc:spChg>
        <pc:spChg chg="mod">
          <ac:chgData name="Yash Jadhav" userId="535c3d6d-72b8-4f77-8155-55f939173cf2" providerId="ADAL" clId="{F33F88E0-3380-47C4-AFDE-F1AC050ADA82}" dt="2026-01-25T16:08:59.329" v="10136" actId="790"/>
          <ac:spMkLst>
            <pc:docMk/>
            <pc:sldMk cId="1817081532" sldId="466"/>
            <ac:spMk id="236" creationId="{00000000-0000-0000-0000-000000000000}"/>
          </ac:spMkLst>
        </pc:spChg>
        <pc:spChg chg="mod">
          <ac:chgData name="Yash Jadhav" userId="535c3d6d-72b8-4f77-8155-55f939173cf2" providerId="ADAL" clId="{F33F88E0-3380-47C4-AFDE-F1AC050ADA82}" dt="2026-01-25T16:08:59.334" v="10137" actId="790"/>
          <ac:spMkLst>
            <pc:docMk/>
            <pc:sldMk cId="1817081532" sldId="466"/>
            <ac:spMk id="238" creationId="{00000000-0000-0000-0000-000000000000}"/>
          </ac:spMkLst>
        </pc:spChg>
        <pc:spChg chg="mod">
          <ac:chgData name="Yash Jadhav" userId="535c3d6d-72b8-4f77-8155-55f939173cf2" providerId="ADAL" clId="{F33F88E0-3380-47C4-AFDE-F1AC050ADA82}" dt="2026-01-25T16:08:59.336" v="10138" actId="790"/>
          <ac:spMkLst>
            <pc:docMk/>
            <pc:sldMk cId="1817081532" sldId="466"/>
            <ac:spMk id="239" creationId="{00000000-0000-0000-0000-000000000000}"/>
          </ac:spMkLst>
        </pc:spChg>
        <pc:spChg chg="mod">
          <ac:chgData name="Yash Jadhav" userId="535c3d6d-72b8-4f77-8155-55f939173cf2" providerId="ADAL" clId="{F33F88E0-3380-47C4-AFDE-F1AC050ADA82}" dt="2026-01-25T16:08:59.341" v="10139" actId="790"/>
          <ac:spMkLst>
            <pc:docMk/>
            <pc:sldMk cId="1817081532" sldId="466"/>
            <ac:spMk id="241" creationId="{00000000-0000-0000-0000-000000000000}"/>
          </ac:spMkLst>
        </pc:spChg>
        <pc:spChg chg="mod">
          <ac:chgData name="Yash Jadhav" userId="535c3d6d-72b8-4f77-8155-55f939173cf2" providerId="ADAL" clId="{F33F88E0-3380-47C4-AFDE-F1AC050ADA82}" dt="2026-01-25T16:08:59.343" v="10140" actId="790"/>
          <ac:spMkLst>
            <pc:docMk/>
            <pc:sldMk cId="1817081532" sldId="466"/>
            <ac:spMk id="242" creationId="{00000000-0000-0000-0000-000000000000}"/>
          </ac:spMkLst>
        </pc:spChg>
        <pc:spChg chg="mod">
          <ac:chgData name="Yash Jadhav" userId="535c3d6d-72b8-4f77-8155-55f939173cf2" providerId="ADAL" clId="{F33F88E0-3380-47C4-AFDE-F1AC050ADA82}" dt="2026-01-25T16:08:59.280" v="10119" actId="790"/>
          <ac:spMkLst>
            <pc:docMk/>
            <pc:sldMk cId="1817081532" sldId="466"/>
            <ac:spMk id="246" creationId="{00000000-0000-0000-0000-000000000000}"/>
          </ac:spMkLst>
        </pc:spChg>
        <pc:spChg chg="mod">
          <ac:chgData name="Yash Jadhav" userId="535c3d6d-72b8-4f77-8155-55f939173cf2" providerId="ADAL" clId="{F33F88E0-3380-47C4-AFDE-F1AC050ADA82}" dt="2026-01-25T16:08:59.283" v="10120" actId="790"/>
          <ac:spMkLst>
            <pc:docMk/>
            <pc:sldMk cId="1817081532" sldId="466"/>
            <ac:spMk id="247" creationId="{00000000-0000-0000-0000-000000000000}"/>
          </ac:spMkLst>
        </pc:spChg>
        <pc:spChg chg="mod">
          <ac:chgData name="Yash Jadhav" userId="535c3d6d-72b8-4f77-8155-55f939173cf2" providerId="ADAL" clId="{F33F88E0-3380-47C4-AFDE-F1AC050ADA82}" dt="2026-01-25T16:08:59.285" v="10121" actId="790"/>
          <ac:spMkLst>
            <pc:docMk/>
            <pc:sldMk cId="1817081532" sldId="466"/>
            <ac:spMk id="248" creationId="{00000000-0000-0000-0000-000000000000}"/>
          </ac:spMkLst>
        </pc:spChg>
        <pc:spChg chg="mod">
          <ac:chgData name="Yash Jadhav" userId="535c3d6d-72b8-4f77-8155-55f939173cf2" providerId="ADAL" clId="{F33F88E0-3380-47C4-AFDE-F1AC050ADA82}" dt="2026-01-25T16:08:59.287" v="10122" actId="790"/>
          <ac:spMkLst>
            <pc:docMk/>
            <pc:sldMk cId="1817081532" sldId="466"/>
            <ac:spMk id="249" creationId="{00000000-0000-0000-0000-000000000000}"/>
          </ac:spMkLst>
        </pc:spChg>
        <pc:spChg chg="mod">
          <ac:chgData name="Yash Jadhav" userId="535c3d6d-72b8-4f77-8155-55f939173cf2" providerId="ADAL" clId="{F33F88E0-3380-47C4-AFDE-F1AC050ADA82}" dt="2026-01-25T16:08:59.289" v="10123" actId="790"/>
          <ac:spMkLst>
            <pc:docMk/>
            <pc:sldMk cId="1817081532" sldId="466"/>
            <ac:spMk id="25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2816461" sldId="467"/>
        </pc:sldMkLst>
        <pc:spChg chg="mod ord">
          <ac:chgData name="Yash Jadhav" userId="535c3d6d-72b8-4f77-8155-55f939173cf2" providerId="ADAL" clId="{F33F88E0-3380-47C4-AFDE-F1AC050ADA82}" dt="2026-01-25T16:09:15.875" v="10168" actId="700"/>
          <ac:spMkLst>
            <pc:docMk/>
            <pc:sldMk cId="2352816461" sldId="467"/>
            <ac:spMk id="2" creationId="{ABC8F9EC-70AF-455A-99F4-A2197BA3E438}"/>
          </ac:spMkLst>
        </pc:spChg>
        <pc:spChg chg="mod">
          <ac:chgData name="Yash Jadhav" userId="535c3d6d-72b8-4f77-8155-55f939173cf2" providerId="ADAL" clId="{F33F88E0-3380-47C4-AFDE-F1AC050ADA82}" dt="2026-01-25T16:09:01.832" v="10149" actId="790"/>
          <ac:spMkLst>
            <pc:docMk/>
            <pc:sldMk cId="2352816461" sldId="467"/>
            <ac:spMk id="5" creationId="{E8449883-4B4D-6F38-B2A7-4568454BC6C7}"/>
          </ac:spMkLst>
        </pc:spChg>
        <pc:spChg chg="mod">
          <ac:chgData name="Yash Jadhav" userId="535c3d6d-72b8-4f77-8155-55f939173cf2" providerId="ADAL" clId="{F33F88E0-3380-47C4-AFDE-F1AC050ADA82}" dt="2026-01-25T16:09:01.845" v="10150" actId="790"/>
          <ac:spMkLst>
            <pc:docMk/>
            <pc:sldMk cId="2352816461" sldId="467"/>
            <ac:spMk id="6" creationId="{B424044E-DD50-57B7-3339-390C7FD6BAD1}"/>
          </ac:spMkLst>
        </pc:spChg>
        <pc:spChg chg="mod">
          <ac:chgData name="Yash Jadhav" userId="535c3d6d-72b8-4f77-8155-55f939173cf2" providerId="ADAL" clId="{F33F88E0-3380-47C4-AFDE-F1AC050ADA82}" dt="2026-01-25T16:09:01.854" v="10151" actId="790"/>
          <ac:spMkLst>
            <pc:docMk/>
            <pc:sldMk cId="2352816461" sldId="467"/>
            <ac:spMk id="7" creationId="{C0304FD2-2B1C-95C3-D458-2454CA366A8C}"/>
          </ac:spMkLst>
        </pc:spChg>
        <pc:spChg chg="mod">
          <ac:chgData name="Yash Jadhav" userId="535c3d6d-72b8-4f77-8155-55f939173cf2" providerId="ADAL" clId="{F33F88E0-3380-47C4-AFDE-F1AC050ADA82}" dt="2026-01-25T16:09:01.818" v="10146" actId="790"/>
          <ac:spMkLst>
            <pc:docMk/>
            <pc:sldMk cId="2352816461" sldId="467"/>
            <ac:spMk id="11" creationId="{BCE7F468-C4A1-3CFB-6BFA-FC75F69B5ACA}"/>
          </ac:spMkLst>
        </pc:spChg>
        <pc:spChg chg="mod">
          <ac:chgData name="Yash Jadhav" userId="535c3d6d-72b8-4f77-8155-55f939173cf2" providerId="ADAL" clId="{F33F88E0-3380-47C4-AFDE-F1AC050ADA82}" dt="2026-01-25T16:09:01.820" v="10147" actId="790"/>
          <ac:spMkLst>
            <pc:docMk/>
            <pc:sldMk cId="2352816461" sldId="467"/>
            <ac:spMk id="12" creationId="{1F46F6B0-50C9-72DA-2095-97CAC959758E}"/>
          </ac:spMkLst>
        </pc:spChg>
        <pc:spChg chg="mod">
          <ac:chgData name="Yash Jadhav" userId="535c3d6d-72b8-4f77-8155-55f939173cf2" providerId="ADAL" clId="{F33F88E0-3380-47C4-AFDE-F1AC050ADA82}" dt="2026-01-25T16:09:01.823" v="10148" actId="790"/>
          <ac:spMkLst>
            <pc:docMk/>
            <pc:sldMk cId="2352816461" sldId="467"/>
            <ac:spMk id="13" creationId="{1F4D7788-83EA-0694-91AB-B28F40C477BB}"/>
          </ac:spMkLst>
        </pc:spChg>
      </pc:sldChg>
      <pc:sldChg chg="modSp add mod modClrScheme chgLayout modNotes">
        <pc:chgData name="Yash Jadhav" userId="535c3d6d-72b8-4f77-8155-55f939173cf2" providerId="ADAL" clId="{F33F88E0-3380-47C4-AFDE-F1AC050ADA82}" dt="2026-01-25T16:09:15.875" v="10168" actId="700"/>
        <pc:sldMkLst>
          <pc:docMk/>
          <pc:sldMk cId="4283764249" sldId="468"/>
        </pc:sldMkLst>
        <pc:spChg chg="mod ord">
          <ac:chgData name="Yash Jadhav" userId="535c3d6d-72b8-4f77-8155-55f939173cf2" providerId="ADAL" clId="{F33F88E0-3380-47C4-AFDE-F1AC050ADA82}" dt="2026-01-25T16:09:15.875" v="10168" actId="700"/>
          <ac:spMkLst>
            <pc:docMk/>
            <pc:sldMk cId="4283764249" sldId="468"/>
            <ac:spMk id="3" creationId="{00000000-0000-0000-0000-000000000000}"/>
          </ac:spMkLst>
        </pc:spChg>
        <pc:spChg chg="mod">
          <ac:chgData name="Yash Jadhav" userId="535c3d6d-72b8-4f77-8155-55f939173cf2" providerId="ADAL" clId="{F33F88E0-3380-47C4-AFDE-F1AC050ADA82}" dt="2026-01-25T16:09:04.036" v="10164" actId="790"/>
          <ac:spMkLst>
            <pc:docMk/>
            <pc:sldMk cId="4283764249" sldId="468"/>
            <ac:spMk id="11" creationId="{00000000-0000-0000-0000-000000000000}"/>
          </ac:spMkLst>
        </pc:spChg>
        <pc:spChg chg="mod">
          <ac:chgData name="Yash Jadhav" userId="535c3d6d-72b8-4f77-8155-55f939173cf2" providerId="ADAL" clId="{F33F88E0-3380-47C4-AFDE-F1AC050ADA82}" dt="2026-01-25T16:09:04.016" v="10157" actId="790"/>
          <ac:spMkLst>
            <pc:docMk/>
            <pc:sldMk cId="4283764249" sldId="468"/>
            <ac:spMk id="26" creationId="{00000000-0000-0000-0000-000000000000}"/>
          </ac:spMkLst>
        </pc:spChg>
        <pc:spChg chg="mod">
          <ac:chgData name="Yash Jadhav" userId="535c3d6d-72b8-4f77-8155-55f939173cf2" providerId="ADAL" clId="{F33F88E0-3380-47C4-AFDE-F1AC050ADA82}" dt="2026-01-25T16:09:04.018" v="10158" actId="790"/>
          <ac:spMkLst>
            <pc:docMk/>
            <pc:sldMk cId="4283764249" sldId="468"/>
            <ac:spMk id="27" creationId="{00000000-0000-0000-0000-000000000000}"/>
          </ac:spMkLst>
        </pc:spChg>
        <pc:spChg chg="mod">
          <ac:chgData name="Yash Jadhav" userId="535c3d6d-72b8-4f77-8155-55f939173cf2" providerId="ADAL" clId="{F33F88E0-3380-47C4-AFDE-F1AC050ADA82}" dt="2026-01-25T16:09:04.021" v="10159" actId="790"/>
          <ac:spMkLst>
            <pc:docMk/>
            <pc:sldMk cId="4283764249" sldId="468"/>
            <ac:spMk id="28" creationId="{00000000-0000-0000-0000-000000000000}"/>
          </ac:spMkLst>
        </pc:spChg>
        <pc:spChg chg="mod">
          <ac:chgData name="Yash Jadhav" userId="535c3d6d-72b8-4f77-8155-55f939173cf2" providerId="ADAL" clId="{F33F88E0-3380-47C4-AFDE-F1AC050ADA82}" dt="2026-01-25T16:09:04.024" v="10160" actId="790"/>
          <ac:spMkLst>
            <pc:docMk/>
            <pc:sldMk cId="4283764249" sldId="468"/>
            <ac:spMk id="29" creationId="{00000000-0000-0000-0000-000000000000}"/>
          </ac:spMkLst>
        </pc:spChg>
        <pc:spChg chg="mod">
          <ac:chgData name="Yash Jadhav" userId="535c3d6d-72b8-4f77-8155-55f939173cf2" providerId="ADAL" clId="{F33F88E0-3380-47C4-AFDE-F1AC050ADA82}" dt="2026-01-25T16:09:04.027" v="10161" actId="790"/>
          <ac:spMkLst>
            <pc:docMk/>
            <pc:sldMk cId="4283764249" sldId="468"/>
            <ac:spMk id="30" creationId="{00000000-0000-0000-0000-000000000000}"/>
          </ac:spMkLst>
        </pc:spChg>
        <pc:spChg chg="mod">
          <ac:chgData name="Yash Jadhav" userId="535c3d6d-72b8-4f77-8155-55f939173cf2" providerId="ADAL" clId="{F33F88E0-3380-47C4-AFDE-F1AC050ADA82}" dt="2026-01-25T16:09:04.030" v="10162" actId="790"/>
          <ac:spMkLst>
            <pc:docMk/>
            <pc:sldMk cId="4283764249" sldId="468"/>
            <ac:spMk id="31" creationId="{00000000-0000-0000-0000-000000000000}"/>
          </ac:spMkLst>
        </pc:spChg>
        <pc:spChg chg="mod">
          <ac:chgData name="Yash Jadhav" userId="535c3d6d-72b8-4f77-8155-55f939173cf2" providerId="ADAL" clId="{F33F88E0-3380-47C4-AFDE-F1AC050ADA82}" dt="2026-01-25T16:09:04.033" v="10163" actId="790"/>
          <ac:spMkLst>
            <pc:docMk/>
            <pc:sldMk cId="4283764249" sldId="468"/>
            <ac:spMk id="32" creationId="{00000000-0000-0000-0000-000000000000}"/>
          </ac:spMkLst>
        </pc:spChg>
      </pc:sldChg>
      <pc:sldChg chg="modSp add mod modNotes">
        <pc:chgData name="Yash Jadhav" userId="535c3d6d-72b8-4f77-8155-55f939173cf2" providerId="ADAL" clId="{F33F88E0-3380-47C4-AFDE-F1AC050ADA82}" dt="2026-01-25T16:09:48.626" v="10252" actId="20577"/>
        <pc:sldMkLst>
          <pc:docMk/>
          <pc:sldMk cId="285176371" sldId="469"/>
        </pc:sldMkLst>
        <pc:spChg chg="mod">
          <ac:chgData name="Yash Jadhav" userId="535c3d6d-72b8-4f77-8155-55f939173cf2" providerId="ADAL" clId="{F33F88E0-3380-47C4-AFDE-F1AC050ADA82}" dt="2026-01-25T16:09:48.434" v="10176" actId="790"/>
          <ac:spMkLst>
            <pc:docMk/>
            <pc:sldMk cId="285176371" sldId="469"/>
            <ac:spMk id="2" creationId="{00000000-0000-0000-0000-000000000000}"/>
          </ac:spMkLst>
        </pc:spChg>
        <pc:spChg chg="mod">
          <ac:chgData name="Yash Jadhav" userId="535c3d6d-72b8-4f77-8155-55f939173cf2" providerId="ADAL" clId="{F33F88E0-3380-47C4-AFDE-F1AC050ADA82}" dt="2026-01-25T16:09:48.436" v="10177" actId="790"/>
          <ac:spMkLst>
            <pc:docMk/>
            <pc:sldMk cId="285176371" sldId="469"/>
            <ac:spMk id="4" creationId="{00000000-0000-0000-0000-000000000000}"/>
          </ac:spMkLst>
        </pc:spChg>
        <pc:spChg chg="mod">
          <ac:chgData name="Yash Jadhav" userId="535c3d6d-72b8-4f77-8155-55f939173cf2" providerId="ADAL" clId="{F33F88E0-3380-47C4-AFDE-F1AC050ADA82}" dt="2026-01-25T16:09:48.438" v="10178" actId="790"/>
          <ac:spMkLst>
            <pc:docMk/>
            <pc:sldMk cId="285176371" sldId="469"/>
            <ac:spMk id="5" creationId="{00000000-0000-0000-0000-000000000000}"/>
          </ac:spMkLst>
        </pc:spChg>
        <pc:spChg chg="mod">
          <ac:chgData name="Yash Jadhav" userId="535c3d6d-72b8-4f77-8155-55f939173cf2" providerId="ADAL" clId="{F33F88E0-3380-47C4-AFDE-F1AC050ADA82}" dt="2026-01-25T16:09:48.439" v="10179" actId="790"/>
          <ac:spMkLst>
            <pc:docMk/>
            <pc:sldMk cId="285176371" sldId="469"/>
            <ac:spMk id="6" creationId="{00000000-0000-0000-0000-000000000000}"/>
          </ac:spMkLst>
        </pc:spChg>
        <pc:spChg chg="mod">
          <ac:chgData name="Yash Jadhav" userId="535c3d6d-72b8-4f77-8155-55f939173cf2" providerId="ADAL" clId="{F33F88E0-3380-47C4-AFDE-F1AC050ADA82}" dt="2026-01-25T16:09:48.441" v="10180" actId="790"/>
          <ac:spMkLst>
            <pc:docMk/>
            <pc:sldMk cId="285176371" sldId="469"/>
            <ac:spMk id="7" creationId="{00000000-0000-0000-0000-000000000000}"/>
          </ac:spMkLst>
        </pc:spChg>
        <pc:spChg chg="mod">
          <ac:chgData name="Yash Jadhav" userId="535c3d6d-72b8-4f77-8155-55f939173cf2" providerId="ADAL" clId="{F33F88E0-3380-47C4-AFDE-F1AC050ADA82}" dt="2026-01-25T16:09:48.443" v="10181" actId="790"/>
          <ac:spMkLst>
            <pc:docMk/>
            <pc:sldMk cId="285176371" sldId="469"/>
            <ac:spMk id="8" creationId="{00000000-0000-0000-0000-000000000000}"/>
          </ac:spMkLst>
        </pc:spChg>
        <pc:spChg chg="mod">
          <ac:chgData name="Yash Jadhav" userId="535c3d6d-72b8-4f77-8155-55f939173cf2" providerId="ADAL" clId="{F33F88E0-3380-47C4-AFDE-F1AC050ADA82}" dt="2026-01-25T16:09:48.462" v="10183" actId="790"/>
          <ac:spMkLst>
            <pc:docMk/>
            <pc:sldMk cId="285176371" sldId="469"/>
            <ac:spMk id="10" creationId="{3D07CDE2-F3C1-9DB0-5AFB-CE6DD11B9601}"/>
          </ac:spMkLst>
        </pc:spChg>
        <pc:spChg chg="mod">
          <ac:chgData name="Yash Jadhav" userId="535c3d6d-72b8-4f77-8155-55f939173cf2" providerId="ADAL" clId="{F33F88E0-3380-47C4-AFDE-F1AC050ADA82}" dt="2026-01-25T16:09:48.465" v="10184" actId="790"/>
          <ac:spMkLst>
            <pc:docMk/>
            <pc:sldMk cId="285176371" sldId="469"/>
            <ac:spMk id="11" creationId="{04BBC648-8811-8199-49E2-07CE5FD24520}"/>
          </ac:spMkLst>
        </pc:spChg>
        <pc:spChg chg="mod">
          <ac:chgData name="Yash Jadhav" userId="535c3d6d-72b8-4f77-8155-55f939173cf2" providerId="ADAL" clId="{F33F88E0-3380-47C4-AFDE-F1AC050ADA82}" dt="2026-01-25T16:09:48.468" v="10185" actId="790"/>
          <ac:spMkLst>
            <pc:docMk/>
            <pc:sldMk cId="285176371" sldId="469"/>
            <ac:spMk id="12" creationId="{8A9029E5-A70E-FEE4-B910-60093F3EE81D}"/>
          </ac:spMkLst>
        </pc:spChg>
        <pc:spChg chg="mod">
          <ac:chgData name="Yash Jadhav" userId="535c3d6d-72b8-4f77-8155-55f939173cf2" providerId="ADAL" clId="{F33F88E0-3380-47C4-AFDE-F1AC050ADA82}" dt="2026-01-25T16:09:48.470" v="10186" actId="790"/>
          <ac:spMkLst>
            <pc:docMk/>
            <pc:sldMk cId="285176371" sldId="469"/>
            <ac:spMk id="13" creationId="{FE735637-6250-E6A1-7DC8-F33B8B07AC31}"/>
          </ac:spMkLst>
        </pc:spChg>
        <pc:spChg chg="mod">
          <ac:chgData name="Yash Jadhav" userId="535c3d6d-72b8-4f77-8155-55f939173cf2" providerId="ADAL" clId="{F33F88E0-3380-47C4-AFDE-F1AC050ADA82}" dt="2026-01-25T16:09:48.472" v="10187" actId="790"/>
          <ac:spMkLst>
            <pc:docMk/>
            <pc:sldMk cId="285176371" sldId="469"/>
            <ac:spMk id="14" creationId="{419B9653-AF31-6467-49A9-D1151CD7599A}"/>
          </ac:spMkLst>
        </pc:spChg>
        <pc:spChg chg="mod">
          <ac:chgData name="Yash Jadhav" userId="535c3d6d-72b8-4f77-8155-55f939173cf2" providerId="ADAL" clId="{F33F88E0-3380-47C4-AFDE-F1AC050ADA82}" dt="2026-01-25T16:09:48.474" v="10188" actId="790"/>
          <ac:spMkLst>
            <pc:docMk/>
            <pc:sldMk cId="285176371" sldId="469"/>
            <ac:spMk id="15" creationId="{29DD5CA8-7AAA-66EA-929B-7718485B23C3}"/>
          </ac:spMkLst>
        </pc:spChg>
        <pc:spChg chg="mod">
          <ac:chgData name="Yash Jadhav" userId="535c3d6d-72b8-4f77-8155-55f939173cf2" providerId="ADAL" clId="{F33F88E0-3380-47C4-AFDE-F1AC050ADA82}" dt="2026-01-25T16:09:48.477" v="10189" actId="790"/>
          <ac:spMkLst>
            <pc:docMk/>
            <pc:sldMk cId="285176371" sldId="469"/>
            <ac:spMk id="16" creationId="{E4504508-6AB4-BDA1-DC61-51A57223900E}"/>
          </ac:spMkLst>
        </pc:spChg>
        <pc:spChg chg="mod">
          <ac:chgData name="Yash Jadhav" userId="535c3d6d-72b8-4f77-8155-55f939173cf2" providerId="ADAL" clId="{F33F88E0-3380-47C4-AFDE-F1AC050ADA82}" dt="2026-01-25T16:09:48.480" v="10190" actId="790"/>
          <ac:spMkLst>
            <pc:docMk/>
            <pc:sldMk cId="285176371" sldId="469"/>
            <ac:spMk id="17" creationId="{59B1963B-3D6A-4B6C-D612-E51CB6C21826}"/>
          </ac:spMkLst>
        </pc:spChg>
        <pc:spChg chg="mod">
          <ac:chgData name="Yash Jadhav" userId="535c3d6d-72b8-4f77-8155-55f939173cf2" providerId="ADAL" clId="{F33F88E0-3380-47C4-AFDE-F1AC050ADA82}" dt="2026-01-25T16:09:48.483" v="10191" actId="790"/>
          <ac:spMkLst>
            <pc:docMk/>
            <pc:sldMk cId="285176371" sldId="469"/>
            <ac:spMk id="18" creationId="{387E1053-F1EE-4DE9-0B03-3910FD986B26}"/>
          </ac:spMkLst>
        </pc:spChg>
        <pc:spChg chg="mod">
          <ac:chgData name="Yash Jadhav" userId="535c3d6d-72b8-4f77-8155-55f939173cf2" providerId="ADAL" clId="{F33F88E0-3380-47C4-AFDE-F1AC050ADA82}" dt="2026-01-25T16:09:48.485" v="10192" actId="790"/>
          <ac:spMkLst>
            <pc:docMk/>
            <pc:sldMk cId="285176371" sldId="469"/>
            <ac:spMk id="19" creationId="{4F8ACDF5-2CEB-62D3-0759-2E8CD29F4A01}"/>
          </ac:spMkLst>
        </pc:spChg>
        <pc:spChg chg="mod">
          <ac:chgData name="Yash Jadhav" userId="535c3d6d-72b8-4f77-8155-55f939173cf2" providerId="ADAL" clId="{F33F88E0-3380-47C4-AFDE-F1AC050ADA82}" dt="2026-01-25T16:09:48.487" v="10193" actId="790"/>
          <ac:spMkLst>
            <pc:docMk/>
            <pc:sldMk cId="285176371" sldId="469"/>
            <ac:spMk id="20" creationId="{EFBD272F-12FB-9D7A-50F0-34A9CF61606A}"/>
          </ac:spMkLst>
        </pc:spChg>
        <pc:spChg chg="mod">
          <ac:chgData name="Yash Jadhav" userId="535c3d6d-72b8-4f77-8155-55f939173cf2" providerId="ADAL" clId="{F33F88E0-3380-47C4-AFDE-F1AC050ADA82}" dt="2026-01-25T16:09:48.489" v="10194" actId="790"/>
          <ac:spMkLst>
            <pc:docMk/>
            <pc:sldMk cId="285176371" sldId="469"/>
            <ac:spMk id="21" creationId="{D73EAE3B-0820-E296-5945-576ABEF00A3B}"/>
          </ac:spMkLst>
        </pc:spChg>
        <pc:spChg chg="mod">
          <ac:chgData name="Yash Jadhav" userId="535c3d6d-72b8-4f77-8155-55f939173cf2" providerId="ADAL" clId="{F33F88E0-3380-47C4-AFDE-F1AC050ADA82}" dt="2026-01-25T16:09:48.491" v="10195" actId="790"/>
          <ac:spMkLst>
            <pc:docMk/>
            <pc:sldMk cId="285176371" sldId="469"/>
            <ac:spMk id="22" creationId="{10A316FA-4A70-B076-B2A8-8D1F6B824E64}"/>
          </ac:spMkLst>
        </pc:spChg>
        <pc:spChg chg="mod">
          <ac:chgData name="Yash Jadhav" userId="535c3d6d-72b8-4f77-8155-55f939173cf2" providerId="ADAL" clId="{F33F88E0-3380-47C4-AFDE-F1AC050ADA82}" dt="2026-01-25T16:09:48.493" v="10196" actId="790"/>
          <ac:spMkLst>
            <pc:docMk/>
            <pc:sldMk cId="285176371" sldId="469"/>
            <ac:spMk id="23" creationId="{FD35188A-FB84-A5D1-1827-2961E2CC3100}"/>
          </ac:spMkLst>
        </pc:spChg>
        <pc:spChg chg="mod">
          <ac:chgData name="Yash Jadhav" userId="535c3d6d-72b8-4f77-8155-55f939173cf2" providerId="ADAL" clId="{F33F88E0-3380-47C4-AFDE-F1AC050ADA82}" dt="2026-01-25T16:09:48.496" v="10197" actId="790"/>
          <ac:spMkLst>
            <pc:docMk/>
            <pc:sldMk cId="285176371" sldId="469"/>
            <ac:spMk id="24" creationId="{EA27BD9A-8E54-C743-C684-3177A4A4184C}"/>
          </ac:spMkLst>
        </pc:spChg>
        <pc:spChg chg="mod">
          <ac:chgData name="Yash Jadhav" userId="535c3d6d-72b8-4f77-8155-55f939173cf2" providerId="ADAL" clId="{F33F88E0-3380-47C4-AFDE-F1AC050ADA82}" dt="2026-01-25T16:09:48.498" v="10198" actId="790"/>
          <ac:spMkLst>
            <pc:docMk/>
            <pc:sldMk cId="285176371" sldId="469"/>
            <ac:spMk id="25" creationId="{E32AA243-433D-5A8A-F42B-ACD234FAECB5}"/>
          </ac:spMkLst>
        </pc:spChg>
        <pc:spChg chg="mod">
          <ac:chgData name="Yash Jadhav" userId="535c3d6d-72b8-4f77-8155-55f939173cf2" providerId="ADAL" clId="{F33F88E0-3380-47C4-AFDE-F1AC050ADA82}" dt="2026-01-25T16:09:48.500" v="10199" actId="790"/>
          <ac:spMkLst>
            <pc:docMk/>
            <pc:sldMk cId="285176371" sldId="469"/>
            <ac:spMk id="26" creationId="{6E0B372B-05A8-9E75-EF8C-48C24768DE9B}"/>
          </ac:spMkLst>
        </pc:spChg>
        <pc:spChg chg="mod">
          <ac:chgData name="Yash Jadhav" userId="535c3d6d-72b8-4f77-8155-55f939173cf2" providerId="ADAL" clId="{F33F88E0-3380-47C4-AFDE-F1AC050ADA82}" dt="2026-01-25T16:09:48.502" v="10200" actId="790"/>
          <ac:spMkLst>
            <pc:docMk/>
            <pc:sldMk cId="285176371" sldId="469"/>
            <ac:spMk id="27" creationId="{BD30ABB0-723C-F694-4AE9-0ACF119D42CB}"/>
          </ac:spMkLst>
        </pc:spChg>
        <pc:spChg chg="mod">
          <ac:chgData name="Yash Jadhav" userId="535c3d6d-72b8-4f77-8155-55f939173cf2" providerId="ADAL" clId="{F33F88E0-3380-47C4-AFDE-F1AC050ADA82}" dt="2026-01-25T16:09:48.504" v="10201" actId="790"/>
          <ac:spMkLst>
            <pc:docMk/>
            <pc:sldMk cId="285176371" sldId="469"/>
            <ac:spMk id="28" creationId="{088B7B8F-91E8-84B3-8316-E4D7616BE06B}"/>
          </ac:spMkLst>
        </pc:spChg>
        <pc:spChg chg="mod">
          <ac:chgData name="Yash Jadhav" userId="535c3d6d-72b8-4f77-8155-55f939173cf2" providerId="ADAL" clId="{F33F88E0-3380-47C4-AFDE-F1AC050ADA82}" dt="2026-01-25T16:09:48.506" v="10202" actId="790"/>
          <ac:spMkLst>
            <pc:docMk/>
            <pc:sldMk cId="285176371" sldId="469"/>
            <ac:spMk id="29" creationId="{27D21B3A-452D-705B-657C-46A56E0DB551}"/>
          </ac:spMkLst>
        </pc:spChg>
        <pc:spChg chg="mod">
          <ac:chgData name="Yash Jadhav" userId="535c3d6d-72b8-4f77-8155-55f939173cf2" providerId="ADAL" clId="{F33F88E0-3380-47C4-AFDE-F1AC050ADA82}" dt="2026-01-25T16:09:48.508" v="10203" actId="790"/>
          <ac:spMkLst>
            <pc:docMk/>
            <pc:sldMk cId="285176371" sldId="469"/>
            <ac:spMk id="30" creationId="{D3190A5A-782E-9CC9-1B86-284360A83795}"/>
          </ac:spMkLst>
        </pc:spChg>
        <pc:spChg chg="mod">
          <ac:chgData name="Yash Jadhav" userId="535c3d6d-72b8-4f77-8155-55f939173cf2" providerId="ADAL" clId="{F33F88E0-3380-47C4-AFDE-F1AC050ADA82}" dt="2026-01-25T16:09:48.511" v="10204" actId="790"/>
          <ac:spMkLst>
            <pc:docMk/>
            <pc:sldMk cId="285176371" sldId="469"/>
            <ac:spMk id="31" creationId="{EB9E6ABB-F3F5-4EA9-35FE-F2D59712D7F8}"/>
          </ac:spMkLst>
        </pc:spChg>
        <pc:spChg chg="mod">
          <ac:chgData name="Yash Jadhav" userId="535c3d6d-72b8-4f77-8155-55f939173cf2" providerId="ADAL" clId="{F33F88E0-3380-47C4-AFDE-F1AC050ADA82}" dt="2026-01-25T16:09:48.515" v="10205" actId="790"/>
          <ac:spMkLst>
            <pc:docMk/>
            <pc:sldMk cId="285176371" sldId="469"/>
            <ac:spMk id="32" creationId="{7A7A0555-4FB4-DCE8-72CD-4D24630F9C35}"/>
          </ac:spMkLst>
        </pc:spChg>
        <pc:spChg chg="mod">
          <ac:chgData name="Yash Jadhav" userId="535c3d6d-72b8-4f77-8155-55f939173cf2" providerId="ADAL" clId="{F33F88E0-3380-47C4-AFDE-F1AC050ADA82}" dt="2026-01-25T16:09:48.517" v="10206" actId="790"/>
          <ac:spMkLst>
            <pc:docMk/>
            <pc:sldMk cId="285176371" sldId="469"/>
            <ac:spMk id="33" creationId="{00A882FD-A753-2607-209F-E1DDCCD88176}"/>
          </ac:spMkLst>
        </pc:spChg>
        <pc:spChg chg="mod">
          <ac:chgData name="Yash Jadhav" userId="535c3d6d-72b8-4f77-8155-55f939173cf2" providerId="ADAL" clId="{F33F88E0-3380-47C4-AFDE-F1AC050ADA82}" dt="2026-01-25T16:09:48.519" v="10207" actId="790"/>
          <ac:spMkLst>
            <pc:docMk/>
            <pc:sldMk cId="285176371" sldId="469"/>
            <ac:spMk id="34" creationId="{D8BBAA6B-21E6-474A-064F-B3584C574395}"/>
          </ac:spMkLst>
        </pc:spChg>
        <pc:spChg chg="mod">
          <ac:chgData name="Yash Jadhav" userId="535c3d6d-72b8-4f77-8155-55f939173cf2" providerId="ADAL" clId="{F33F88E0-3380-47C4-AFDE-F1AC050ADA82}" dt="2026-01-25T16:09:48.523" v="10208" actId="790"/>
          <ac:spMkLst>
            <pc:docMk/>
            <pc:sldMk cId="285176371" sldId="469"/>
            <ac:spMk id="35" creationId="{D9E405AC-EFE7-451B-96A3-825F2B931DEC}"/>
          </ac:spMkLst>
        </pc:spChg>
        <pc:spChg chg="mod">
          <ac:chgData name="Yash Jadhav" userId="535c3d6d-72b8-4f77-8155-55f939173cf2" providerId="ADAL" clId="{F33F88E0-3380-47C4-AFDE-F1AC050ADA82}" dt="2026-01-25T16:09:48.525" v="10209" actId="790"/>
          <ac:spMkLst>
            <pc:docMk/>
            <pc:sldMk cId="285176371" sldId="469"/>
            <ac:spMk id="36" creationId="{ABBE5C16-E177-1A93-71AD-EE3A538DA24A}"/>
          </ac:spMkLst>
        </pc:spChg>
        <pc:spChg chg="mod">
          <ac:chgData name="Yash Jadhav" userId="535c3d6d-72b8-4f77-8155-55f939173cf2" providerId="ADAL" clId="{F33F88E0-3380-47C4-AFDE-F1AC050ADA82}" dt="2026-01-25T16:09:48.528" v="10210" actId="790"/>
          <ac:spMkLst>
            <pc:docMk/>
            <pc:sldMk cId="285176371" sldId="469"/>
            <ac:spMk id="37" creationId="{9CDA6D47-1A5C-4B2A-F17A-5213AC24A6D5}"/>
          </ac:spMkLst>
        </pc:spChg>
        <pc:spChg chg="mod">
          <ac:chgData name="Yash Jadhav" userId="535c3d6d-72b8-4f77-8155-55f939173cf2" providerId="ADAL" clId="{F33F88E0-3380-47C4-AFDE-F1AC050ADA82}" dt="2026-01-25T16:09:48.531" v="10211" actId="790"/>
          <ac:spMkLst>
            <pc:docMk/>
            <pc:sldMk cId="285176371" sldId="469"/>
            <ac:spMk id="38" creationId="{31E196E0-82D7-4F3A-2A97-BC6499EAB645}"/>
          </ac:spMkLst>
        </pc:spChg>
        <pc:spChg chg="mod">
          <ac:chgData name="Yash Jadhav" userId="535c3d6d-72b8-4f77-8155-55f939173cf2" providerId="ADAL" clId="{F33F88E0-3380-47C4-AFDE-F1AC050ADA82}" dt="2026-01-25T16:09:48.533" v="10212" actId="790"/>
          <ac:spMkLst>
            <pc:docMk/>
            <pc:sldMk cId="285176371" sldId="469"/>
            <ac:spMk id="39" creationId="{C71DC919-A87F-C824-D377-FF887B569B5B}"/>
          </ac:spMkLst>
        </pc:spChg>
        <pc:spChg chg="mod">
          <ac:chgData name="Yash Jadhav" userId="535c3d6d-72b8-4f77-8155-55f939173cf2" providerId="ADAL" clId="{F33F88E0-3380-47C4-AFDE-F1AC050ADA82}" dt="2026-01-25T16:09:48.534" v="10213" actId="790"/>
          <ac:spMkLst>
            <pc:docMk/>
            <pc:sldMk cId="285176371" sldId="469"/>
            <ac:spMk id="40" creationId="{EC884703-56FA-5D1E-763D-55111275E202}"/>
          </ac:spMkLst>
        </pc:spChg>
        <pc:spChg chg="mod">
          <ac:chgData name="Yash Jadhav" userId="535c3d6d-72b8-4f77-8155-55f939173cf2" providerId="ADAL" clId="{F33F88E0-3380-47C4-AFDE-F1AC050ADA82}" dt="2026-01-25T16:09:48.536" v="10214" actId="790"/>
          <ac:spMkLst>
            <pc:docMk/>
            <pc:sldMk cId="285176371" sldId="469"/>
            <ac:spMk id="41" creationId="{16436012-EDB8-719A-D904-8733860F1F4F}"/>
          </ac:spMkLst>
        </pc:spChg>
        <pc:spChg chg="mod">
          <ac:chgData name="Yash Jadhav" userId="535c3d6d-72b8-4f77-8155-55f939173cf2" providerId="ADAL" clId="{F33F88E0-3380-47C4-AFDE-F1AC050ADA82}" dt="2026-01-25T16:09:48.538" v="10215" actId="790"/>
          <ac:spMkLst>
            <pc:docMk/>
            <pc:sldMk cId="285176371" sldId="469"/>
            <ac:spMk id="42" creationId="{0B916430-D726-2B84-76A8-847987B09330}"/>
          </ac:spMkLst>
        </pc:spChg>
        <pc:spChg chg="mod">
          <ac:chgData name="Yash Jadhav" userId="535c3d6d-72b8-4f77-8155-55f939173cf2" providerId="ADAL" clId="{F33F88E0-3380-47C4-AFDE-F1AC050ADA82}" dt="2026-01-25T16:09:48.540" v="10216" actId="790"/>
          <ac:spMkLst>
            <pc:docMk/>
            <pc:sldMk cId="285176371" sldId="469"/>
            <ac:spMk id="43" creationId="{5F1E4AC8-D209-CED9-7C06-4A5E9F07BE26}"/>
          </ac:spMkLst>
        </pc:spChg>
        <pc:spChg chg="mod">
          <ac:chgData name="Yash Jadhav" userId="535c3d6d-72b8-4f77-8155-55f939173cf2" providerId="ADAL" clId="{F33F88E0-3380-47C4-AFDE-F1AC050ADA82}" dt="2026-01-25T16:09:48.542" v="10217" actId="790"/>
          <ac:spMkLst>
            <pc:docMk/>
            <pc:sldMk cId="285176371" sldId="469"/>
            <ac:spMk id="44" creationId="{D918A99A-42F4-610E-E150-B0BA0AD77EB5}"/>
          </ac:spMkLst>
        </pc:spChg>
        <pc:spChg chg="mod">
          <ac:chgData name="Yash Jadhav" userId="535c3d6d-72b8-4f77-8155-55f939173cf2" providerId="ADAL" clId="{F33F88E0-3380-47C4-AFDE-F1AC050ADA82}" dt="2026-01-25T16:09:48.544" v="10218" actId="790"/>
          <ac:spMkLst>
            <pc:docMk/>
            <pc:sldMk cId="285176371" sldId="469"/>
            <ac:spMk id="45" creationId="{2B834BB6-62F1-CD63-E4E4-6FECD42B680C}"/>
          </ac:spMkLst>
        </pc:spChg>
        <pc:spChg chg="mod">
          <ac:chgData name="Yash Jadhav" userId="535c3d6d-72b8-4f77-8155-55f939173cf2" providerId="ADAL" clId="{F33F88E0-3380-47C4-AFDE-F1AC050ADA82}" dt="2026-01-25T16:09:48.547" v="10219" actId="790"/>
          <ac:spMkLst>
            <pc:docMk/>
            <pc:sldMk cId="285176371" sldId="469"/>
            <ac:spMk id="46" creationId="{E646328B-82AB-28CE-814C-7FD327997CFF}"/>
          </ac:spMkLst>
        </pc:spChg>
        <pc:spChg chg="mod">
          <ac:chgData name="Yash Jadhav" userId="535c3d6d-72b8-4f77-8155-55f939173cf2" providerId="ADAL" clId="{F33F88E0-3380-47C4-AFDE-F1AC050ADA82}" dt="2026-01-25T16:09:48.548" v="10220" actId="790"/>
          <ac:spMkLst>
            <pc:docMk/>
            <pc:sldMk cId="285176371" sldId="469"/>
            <ac:spMk id="47" creationId="{C3777D9B-E11D-A7A6-388C-9A88CE87D817}"/>
          </ac:spMkLst>
        </pc:spChg>
        <pc:spChg chg="mod">
          <ac:chgData name="Yash Jadhav" userId="535c3d6d-72b8-4f77-8155-55f939173cf2" providerId="ADAL" clId="{F33F88E0-3380-47C4-AFDE-F1AC050ADA82}" dt="2026-01-25T16:09:48.550" v="10221" actId="790"/>
          <ac:spMkLst>
            <pc:docMk/>
            <pc:sldMk cId="285176371" sldId="469"/>
            <ac:spMk id="48" creationId="{E1107CCC-A82C-93A5-BCD4-63BE144A88D0}"/>
          </ac:spMkLst>
        </pc:spChg>
        <pc:spChg chg="mod">
          <ac:chgData name="Yash Jadhav" userId="535c3d6d-72b8-4f77-8155-55f939173cf2" providerId="ADAL" clId="{F33F88E0-3380-47C4-AFDE-F1AC050ADA82}" dt="2026-01-25T16:09:48.552" v="10222" actId="790"/>
          <ac:spMkLst>
            <pc:docMk/>
            <pc:sldMk cId="285176371" sldId="469"/>
            <ac:spMk id="49" creationId="{439EB851-B7EF-A6EC-0110-24ACB82B4B6E}"/>
          </ac:spMkLst>
        </pc:spChg>
        <pc:spChg chg="mod">
          <ac:chgData name="Yash Jadhav" userId="535c3d6d-72b8-4f77-8155-55f939173cf2" providerId="ADAL" clId="{F33F88E0-3380-47C4-AFDE-F1AC050ADA82}" dt="2026-01-25T16:09:48.565" v="10223" actId="790"/>
          <ac:spMkLst>
            <pc:docMk/>
            <pc:sldMk cId="285176371" sldId="469"/>
            <ac:spMk id="51" creationId="{CDB362F9-653D-109F-C5F9-C65171A9D972}"/>
          </ac:spMkLst>
        </pc:spChg>
        <pc:spChg chg="mod">
          <ac:chgData name="Yash Jadhav" userId="535c3d6d-72b8-4f77-8155-55f939173cf2" providerId="ADAL" clId="{F33F88E0-3380-47C4-AFDE-F1AC050ADA82}" dt="2026-01-25T16:09:48.567" v="10224" actId="790"/>
          <ac:spMkLst>
            <pc:docMk/>
            <pc:sldMk cId="285176371" sldId="469"/>
            <ac:spMk id="52" creationId="{14B41973-49E9-5651-EB4E-40AD32CCE9E1}"/>
          </ac:spMkLst>
        </pc:spChg>
        <pc:spChg chg="mod">
          <ac:chgData name="Yash Jadhav" userId="535c3d6d-72b8-4f77-8155-55f939173cf2" providerId="ADAL" clId="{F33F88E0-3380-47C4-AFDE-F1AC050ADA82}" dt="2026-01-25T16:09:48.446" v="10182" actId="790"/>
          <ac:spMkLst>
            <pc:docMk/>
            <pc:sldMk cId="285176371" sldId="469"/>
            <ac:spMk id="53" creationId="{42C774B9-682A-0991-6CCD-710D483828D0}"/>
          </ac:spMkLst>
        </pc:spChg>
        <pc:spChg chg="mod">
          <ac:chgData name="Yash Jadhav" userId="535c3d6d-72b8-4f77-8155-55f939173cf2" providerId="ADAL" clId="{F33F88E0-3380-47C4-AFDE-F1AC050ADA82}" dt="2026-01-25T16:09:48.568" v="10225" actId="790"/>
          <ac:spMkLst>
            <pc:docMk/>
            <pc:sldMk cId="285176371" sldId="469"/>
            <ac:spMk id="54" creationId="{CF5E1001-2F82-8C13-B426-DBD2BD2B25CF}"/>
          </ac:spMkLst>
        </pc:spChg>
        <pc:spChg chg="mod">
          <ac:chgData name="Yash Jadhav" userId="535c3d6d-72b8-4f77-8155-55f939173cf2" providerId="ADAL" clId="{F33F88E0-3380-47C4-AFDE-F1AC050ADA82}" dt="2026-01-25T16:09:48.571" v="10226" actId="790"/>
          <ac:spMkLst>
            <pc:docMk/>
            <pc:sldMk cId="285176371" sldId="469"/>
            <ac:spMk id="108" creationId="{5B443720-81FD-8DEB-5A2E-C216B8A0B29E}"/>
          </ac:spMkLst>
        </pc:spChg>
        <pc:spChg chg="mod">
          <ac:chgData name="Yash Jadhav" userId="535c3d6d-72b8-4f77-8155-55f939173cf2" providerId="ADAL" clId="{F33F88E0-3380-47C4-AFDE-F1AC050ADA82}" dt="2026-01-25T16:09:48.574" v="10227" actId="790"/>
          <ac:spMkLst>
            <pc:docMk/>
            <pc:sldMk cId="285176371" sldId="469"/>
            <ac:spMk id="109" creationId="{09D8B291-D47E-D321-ED30-23FA33CDB3DB}"/>
          </ac:spMkLst>
        </pc:spChg>
        <pc:spChg chg="mod">
          <ac:chgData name="Yash Jadhav" userId="535c3d6d-72b8-4f77-8155-55f939173cf2" providerId="ADAL" clId="{F33F88E0-3380-47C4-AFDE-F1AC050ADA82}" dt="2026-01-25T16:09:48.576" v="10228" actId="790"/>
          <ac:spMkLst>
            <pc:docMk/>
            <pc:sldMk cId="285176371" sldId="469"/>
            <ac:spMk id="110" creationId="{8C3124DD-515E-A06A-A4C7-629BDF037C97}"/>
          </ac:spMkLst>
        </pc:spChg>
        <pc:spChg chg="mod">
          <ac:chgData name="Yash Jadhav" userId="535c3d6d-72b8-4f77-8155-55f939173cf2" providerId="ADAL" clId="{F33F88E0-3380-47C4-AFDE-F1AC050ADA82}" dt="2026-01-25T16:09:48.578" v="10229" actId="790"/>
          <ac:spMkLst>
            <pc:docMk/>
            <pc:sldMk cId="285176371" sldId="469"/>
            <ac:spMk id="112" creationId="{30343DC9-C040-4594-4C7A-757970F98D52}"/>
          </ac:spMkLst>
        </pc:spChg>
        <pc:spChg chg="mod">
          <ac:chgData name="Yash Jadhav" userId="535c3d6d-72b8-4f77-8155-55f939173cf2" providerId="ADAL" clId="{F33F88E0-3380-47C4-AFDE-F1AC050ADA82}" dt="2026-01-25T16:09:48.580" v="10230" actId="790"/>
          <ac:spMkLst>
            <pc:docMk/>
            <pc:sldMk cId="285176371" sldId="469"/>
            <ac:spMk id="113" creationId="{1834C62D-AE8F-3CB2-1110-240AC0E80AB2}"/>
          </ac:spMkLst>
        </pc:spChg>
        <pc:spChg chg="mod">
          <ac:chgData name="Yash Jadhav" userId="535c3d6d-72b8-4f77-8155-55f939173cf2" providerId="ADAL" clId="{F33F88E0-3380-47C4-AFDE-F1AC050ADA82}" dt="2026-01-25T16:09:48.582" v="10231" actId="790"/>
          <ac:spMkLst>
            <pc:docMk/>
            <pc:sldMk cId="285176371" sldId="469"/>
            <ac:spMk id="114" creationId="{BC1D473F-A1E6-A616-D921-DD5257CEF71B}"/>
          </ac:spMkLst>
        </pc:spChg>
        <pc:spChg chg="mod">
          <ac:chgData name="Yash Jadhav" userId="535c3d6d-72b8-4f77-8155-55f939173cf2" providerId="ADAL" clId="{F33F88E0-3380-47C4-AFDE-F1AC050ADA82}" dt="2026-01-25T16:09:48.583" v="10232" actId="790"/>
          <ac:spMkLst>
            <pc:docMk/>
            <pc:sldMk cId="285176371" sldId="469"/>
            <ac:spMk id="115" creationId="{9C3E79FA-98FF-1B9A-294D-9987D0F968DF}"/>
          </ac:spMkLst>
        </pc:spChg>
        <pc:spChg chg="mod">
          <ac:chgData name="Yash Jadhav" userId="535c3d6d-72b8-4f77-8155-55f939173cf2" providerId="ADAL" clId="{F33F88E0-3380-47C4-AFDE-F1AC050ADA82}" dt="2026-01-25T16:09:48.585" v="10233" actId="790"/>
          <ac:spMkLst>
            <pc:docMk/>
            <pc:sldMk cId="285176371" sldId="469"/>
            <ac:spMk id="116" creationId="{3BB43CB4-5226-C359-E270-A9842E8194B3}"/>
          </ac:spMkLst>
        </pc:spChg>
        <pc:spChg chg="mod">
          <ac:chgData name="Yash Jadhav" userId="535c3d6d-72b8-4f77-8155-55f939173cf2" providerId="ADAL" clId="{F33F88E0-3380-47C4-AFDE-F1AC050ADA82}" dt="2026-01-25T16:09:48.587" v="10234" actId="790"/>
          <ac:spMkLst>
            <pc:docMk/>
            <pc:sldMk cId="285176371" sldId="469"/>
            <ac:spMk id="117" creationId="{FFD31850-86F8-278C-883B-B68C74892C00}"/>
          </ac:spMkLst>
        </pc:spChg>
        <pc:spChg chg="mod">
          <ac:chgData name="Yash Jadhav" userId="535c3d6d-72b8-4f77-8155-55f939173cf2" providerId="ADAL" clId="{F33F88E0-3380-47C4-AFDE-F1AC050ADA82}" dt="2026-01-25T16:09:48.589" v="10235" actId="790"/>
          <ac:spMkLst>
            <pc:docMk/>
            <pc:sldMk cId="285176371" sldId="469"/>
            <ac:spMk id="118" creationId="{07B5DA62-36B6-4E12-E879-DE891FB304BC}"/>
          </ac:spMkLst>
        </pc:spChg>
        <pc:spChg chg="mod">
          <ac:chgData name="Yash Jadhav" userId="535c3d6d-72b8-4f77-8155-55f939173cf2" providerId="ADAL" clId="{F33F88E0-3380-47C4-AFDE-F1AC050ADA82}" dt="2026-01-25T16:09:48.593" v="10236" actId="790"/>
          <ac:spMkLst>
            <pc:docMk/>
            <pc:sldMk cId="285176371" sldId="469"/>
            <ac:spMk id="119" creationId="{46A9A378-AB59-456E-A481-18D4671A5C21}"/>
          </ac:spMkLst>
        </pc:spChg>
        <pc:spChg chg="mod">
          <ac:chgData name="Yash Jadhav" userId="535c3d6d-72b8-4f77-8155-55f939173cf2" providerId="ADAL" clId="{F33F88E0-3380-47C4-AFDE-F1AC050ADA82}" dt="2026-01-25T16:09:48.598" v="10237" actId="790"/>
          <ac:spMkLst>
            <pc:docMk/>
            <pc:sldMk cId="285176371" sldId="469"/>
            <ac:spMk id="121" creationId="{DEBB0BB6-B645-B181-B658-CF4AC53C71E4}"/>
          </ac:spMkLst>
        </pc:spChg>
        <pc:spChg chg="mod">
          <ac:chgData name="Yash Jadhav" userId="535c3d6d-72b8-4f77-8155-55f939173cf2" providerId="ADAL" clId="{F33F88E0-3380-47C4-AFDE-F1AC050ADA82}" dt="2026-01-25T16:09:48.600" v="10238" actId="790"/>
          <ac:spMkLst>
            <pc:docMk/>
            <pc:sldMk cId="285176371" sldId="469"/>
            <ac:spMk id="122" creationId="{E9C4893B-A06C-66C6-F9D3-C214862CE1F3}"/>
          </ac:spMkLst>
        </pc:spChg>
        <pc:spChg chg="mod">
          <ac:chgData name="Yash Jadhav" userId="535c3d6d-72b8-4f77-8155-55f939173cf2" providerId="ADAL" clId="{F33F88E0-3380-47C4-AFDE-F1AC050ADA82}" dt="2026-01-25T16:09:48.602" v="10239" actId="790"/>
          <ac:spMkLst>
            <pc:docMk/>
            <pc:sldMk cId="285176371" sldId="469"/>
            <ac:spMk id="123" creationId="{A2BA3468-694A-1B68-7E2C-410280ADD619}"/>
          </ac:spMkLst>
        </pc:spChg>
        <pc:spChg chg="mod">
          <ac:chgData name="Yash Jadhav" userId="535c3d6d-72b8-4f77-8155-55f939173cf2" providerId="ADAL" clId="{F33F88E0-3380-47C4-AFDE-F1AC050ADA82}" dt="2026-01-25T16:09:48.604" v="10240" actId="790"/>
          <ac:spMkLst>
            <pc:docMk/>
            <pc:sldMk cId="285176371" sldId="469"/>
            <ac:spMk id="124" creationId="{62F9D7F8-3A5B-18D1-4610-6A58CE7232E8}"/>
          </ac:spMkLst>
        </pc:spChg>
        <pc:spChg chg="mod">
          <ac:chgData name="Yash Jadhav" userId="535c3d6d-72b8-4f77-8155-55f939173cf2" providerId="ADAL" clId="{F33F88E0-3380-47C4-AFDE-F1AC050ADA82}" dt="2026-01-25T16:09:48.606" v="10241" actId="790"/>
          <ac:spMkLst>
            <pc:docMk/>
            <pc:sldMk cId="285176371" sldId="469"/>
            <ac:spMk id="125" creationId="{22F3A706-9302-5498-9F4D-CB44C24BE248}"/>
          </ac:spMkLst>
        </pc:spChg>
        <pc:spChg chg="mod">
          <ac:chgData name="Yash Jadhav" userId="535c3d6d-72b8-4f77-8155-55f939173cf2" providerId="ADAL" clId="{F33F88E0-3380-47C4-AFDE-F1AC050ADA82}" dt="2026-01-25T16:09:48.607" v="10242" actId="790"/>
          <ac:spMkLst>
            <pc:docMk/>
            <pc:sldMk cId="285176371" sldId="469"/>
            <ac:spMk id="126" creationId="{94759439-98FA-9957-7CC4-97A278A323F2}"/>
          </ac:spMkLst>
        </pc:spChg>
        <pc:spChg chg="mod">
          <ac:chgData name="Yash Jadhav" userId="535c3d6d-72b8-4f77-8155-55f939173cf2" providerId="ADAL" clId="{F33F88E0-3380-47C4-AFDE-F1AC050ADA82}" dt="2026-01-25T16:09:48.609" v="10243" actId="790"/>
          <ac:spMkLst>
            <pc:docMk/>
            <pc:sldMk cId="285176371" sldId="469"/>
            <ac:spMk id="127" creationId="{CBD7B580-C779-49BB-AD47-942724715B2E}"/>
          </ac:spMkLst>
        </pc:spChg>
        <pc:spChg chg="mod">
          <ac:chgData name="Yash Jadhav" userId="535c3d6d-72b8-4f77-8155-55f939173cf2" providerId="ADAL" clId="{F33F88E0-3380-47C4-AFDE-F1AC050ADA82}" dt="2026-01-25T16:09:48.610" v="10244" actId="790"/>
          <ac:spMkLst>
            <pc:docMk/>
            <pc:sldMk cId="285176371" sldId="469"/>
            <ac:spMk id="128" creationId="{5AE6DB4B-7FFE-3C93-0CCE-6B02A592EB5C}"/>
          </ac:spMkLst>
        </pc:spChg>
        <pc:spChg chg="mod">
          <ac:chgData name="Yash Jadhav" userId="535c3d6d-72b8-4f77-8155-55f939173cf2" providerId="ADAL" clId="{F33F88E0-3380-47C4-AFDE-F1AC050ADA82}" dt="2026-01-25T16:09:48.612" v="10245" actId="790"/>
          <ac:spMkLst>
            <pc:docMk/>
            <pc:sldMk cId="285176371" sldId="469"/>
            <ac:spMk id="129" creationId="{8CFA645E-4FC2-402F-5635-4CBCA354FB4C}"/>
          </ac:spMkLst>
        </pc:spChg>
        <pc:spChg chg="mod">
          <ac:chgData name="Yash Jadhav" userId="535c3d6d-72b8-4f77-8155-55f939173cf2" providerId="ADAL" clId="{F33F88E0-3380-47C4-AFDE-F1AC050ADA82}" dt="2026-01-25T16:09:48.614" v="10246" actId="790"/>
          <ac:spMkLst>
            <pc:docMk/>
            <pc:sldMk cId="285176371" sldId="469"/>
            <ac:spMk id="130" creationId="{FBF91AD1-1CA6-8B90-E3A8-84B3DFB1E5EF}"/>
          </ac:spMkLst>
        </pc:spChg>
        <pc:spChg chg="mod">
          <ac:chgData name="Yash Jadhav" userId="535c3d6d-72b8-4f77-8155-55f939173cf2" providerId="ADAL" clId="{F33F88E0-3380-47C4-AFDE-F1AC050ADA82}" dt="2026-01-25T16:09:48.615" v="10247" actId="790"/>
          <ac:spMkLst>
            <pc:docMk/>
            <pc:sldMk cId="285176371" sldId="469"/>
            <ac:spMk id="131" creationId="{29C66787-6258-56BE-0E37-D3C10FCF46DB}"/>
          </ac:spMkLst>
        </pc:spChg>
        <pc:spChg chg="mod">
          <ac:chgData name="Yash Jadhav" userId="535c3d6d-72b8-4f77-8155-55f939173cf2" providerId="ADAL" clId="{F33F88E0-3380-47C4-AFDE-F1AC050ADA82}" dt="2026-01-25T16:09:48.617" v="10248" actId="790"/>
          <ac:spMkLst>
            <pc:docMk/>
            <pc:sldMk cId="285176371" sldId="469"/>
            <ac:spMk id="132" creationId="{89C6181F-BB35-BE4A-2E6C-D519654960C2}"/>
          </ac:spMkLst>
        </pc:spChg>
        <pc:spChg chg="mod">
          <ac:chgData name="Yash Jadhav" userId="535c3d6d-72b8-4f77-8155-55f939173cf2" providerId="ADAL" clId="{F33F88E0-3380-47C4-AFDE-F1AC050ADA82}" dt="2026-01-25T16:09:48.618" v="10249" actId="790"/>
          <ac:spMkLst>
            <pc:docMk/>
            <pc:sldMk cId="285176371" sldId="469"/>
            <ac:spMk id="133" creationId="{E4F63A3A-B5B3-B0A1-39EF-849D80DED4E8}"/>
          </ac:spMkLst>
        </pc:spChg>
      </pc:sldChg>
      <pc:sldChg chg="modSp add mod modNotes">
        <pc:chgData name="Yash Jadhav" userId="535c3d6d-72b8-4f77-8155-55f939173cf2" providerId="ADAL" clId="{F33F88E0-3380-47C4-AFDE-F1AC050ADA82}" dt="2026-01-25T16:09:50.149" v="10401" actId="20577"/>
        <pc:sldMkLst>
          <pc:docMk/>
          <pc:sldMk cId="2174899491" sldId="470"/>
        </pc:sldMkLst>
        <pc:spChg chg="mod">
          <ac:chgData name="Yash Jadhav" userId="535c3d6d-72b8-4f77-8155-55f939173cf2" providerId="ADAL" clId="{F33F88E0-3380-47C4-AFDE-F1AC050ADA82}" dt="2026-01-25T16:09:49.812" v="10254" actId="790"/>
          <ac:spMkLst>
            <pc:docMk/>
            <pc:sldMk cId="2174899491" sldId="470"/>
            <ac:spMk id="2" creationId="{00000000-0000-0000-0000-000000000000}"/>
          </ac:spMkLst>
        </pc:spChg>
        <pc:spChg chg="mod">
          <ac:chgData name="Yash Jadhav" userId="535c3d6d-72b8-4f77-8155-55f939173cf2" providerId="ADAL" clId="{F33F88E0-3380-47C4-AFDE-F1AC050ADA82}" dt="2026-01-25T16:09:49.815" v="10255" actId="790"/>
          <ac:spMkLst>
            <pc:docMk/>
            <pc:sldMk cId="2174899491" sldId="470"/>
            <ac:spMk id="3" creationId="{B4276DF9-CD44-DA7E-8569-B0176C0707CC}"/>
          </ac:spMkLst>
        </pc:spChg>
        <pc:spChg chg="mod">
          <ac:chgData name="Yash Jadhav" userId="535c3d6d-72b8-4f77-8155-55f939173cf2" providerId="ADAL" clId="{F33F88E0-3380-47C4-AFDE-F1AC050ADA82}" dt="2026-01-25T16:09:49.817" v="10256" actId="790"/>
          <ac:spMkLst>
            <pc:docMk/>
            <pc:sldMk cId="2174899491" sldId="470"/>
            <ac:spMk id="9" creationId="{8F0C02E4-2511-6908-5978-5F28E142C056}"/>
          </ac:spMkLst>
        </pc:spChg>
        <pc:spChg chg="mod">
          <ac:chgData name="Yash Jadhav" userId="535c3d6d-72b8-4f77-8155-55f939173cf2" providerId="ADAL" clId="{F33F88E0-3380-47C4-AFDE-F1AC050ADA82}" dt="2026-01-25T16:09:49.819" v="10257" actId="790"/>
          <ac:spMkLst>
            <pc:docMk/>
            <pc:sldMk cId="2174899491" sldId="470"/>
            <ac:spMk id="10" creationId="{962B6389-B278-DD8C-1C04-013BAB35AA01}"/>
          </ac:spMkLst>
        </pc:spChg>
        <pc:spChg chg="mod">
          <ac:chgData name="Yash Jadhav" userId="535c3d6d-72b8-4f77-8155-55f939173cf2" providerId="ADAL" clId="{F33F88E0-3380-47C4-AFDE-F1AC050ADA82}" dt="2026-01-25T16:09:49.822" v="10258" actId="790"/>
          <ac:spMkLst>
            <pc:docMk/>
            <pc:sldMk cId="2174899491" sldId="470"/>
            <ac:spMk id="11" creationId="{4456D310-05E6-A11E-C644-8FFA3CE353FB}"/>
          </ac:spMkLst>
        </pc:spChg>
        <pc:spChg chg="mod">
          <ac:chgData name="Yash Jadhav" userId="535c3d6d-72b8-4f77-8155-55f939173cf2" providerId="ADAL" clId="{F33F88E0-3380-47C4-AFDE-F1AC050ADA82}" dt="2026-01-25T16:09:49.824" v="10259" actId="790"/>
          <ac:spMkLst>
            <pc:docMk/>
            <pc:sldMk cId="2174899491" sldId="470"/>
            <ac:spMk id="12" creationId="{662448B4-87B6-2DD2-3603-B28B1E74FCED}"/>
          </ac:spMkLst>
        </pc:spChg>
        <pc:spChg chg="mod">
          <ac:chgData name="Yash Jadhav" userId="535c3d6d-72b8-4f77-8155-55f939173cf2" providerId="ADAL" clId="{F33F88E0-3380-47C4-AFDE-F1AC050ADA82}" dt="2026-01-25T16:09:49.826" v="10260" actId="790"/>
          <ac:spMkLst>
            <pc:docMk/>
            <pc:sldMk cId="2174899491" sldId="470"/>
            <ac:spMk id="14" creationId="{3D9A4E16-884D-0763-6344-BBF526237157}"/>
          </ac:spMkLst>
        </pc:spChg>
        <pc:spChg chg="mod">
          <ac:chgData name="Yash Jadhav" userId="535c3d6d-72b8-4f77-8155-55f939173cf2" providerId="ADAL" clId="{F33F88E0-3380-47C4-AFDE-F1AC050ADA82}" dt="2026-01-25T16:09:49.829" v="10261" actId="790"/>
          <ac:spMkLst>
            <pc:docMk/>
            <pc:sldMk cId="2174899491" sldId="470"/>
            <ac:spMk id="15" creationId="{4ACF60D3-B35D-BDF0-66F4-BB01B8E6B0BC}"/>
          </ac:spMkLst>
        </pc:spChg>
        <pc:spChg chg="mod">
          <ac:chgData name="Yash Jadhav" userId="535c3d6d-72b8-4f77-8155-55f939173cf2" providerId="ADAL" clId="{F33F88E0-3380-47C4-AFDE-F1AC050ADA82}" dt="2026-01-25T16:09:49.831" v="10262" actId="790"/>
          <ac:spMkLst>
            <pc:docMk/>
            <pc:sldMk cId="2174899491" sldId="470"/>
            <ac:spMk id="16" creationId="{FE50B840-5E2A-E46E-8317-C88681745145}"/>
          </ac:spMkLst>
        </pc:spChg>
        <pc:spChg chg="mod">
          <ac:chgData name="Yash Jadhav" userId="535c3d6d-72b8-4f77-8155-55f939173cf2" providerId="ADAL" clId="{F33F88E0-3380-47C4-AFDE-F1AC050ADA82}" dt="2026-01-25T16:09:49.832" v="10263" actId="790"/>
          <ac:spMkLst>
            <pc:docMk/>
            <pc:sldMk cId="2174899491" sldId="470"/>
            <ac:spMk id="17" creationId="{F08C5576-9DEC-3BE2-BA5D-8C882104E0D4}"/>
          </ac:spMkLst>
        </pc:spChg>
        <pc:spChg chg="mod">
          <ac:chgData name="Yash Jadhav" userId="535c3d6d-72b8-4f77-8155-55f939173cf2" providerId="ADAL" clId="{F33F88E0-3380-47C4-AFDE-F1AC050ADA82}" dt="2026-01-25T16:09:49.835" v="10264" actId="790"/>
          <ac:spMkLst>
            <pc:docMk/>
            <pc:sldMk cId="2174899491" sldId="470"/>
            <ac:spMk id="18" creationId="{97322481-F1E6-0972-E0F3-6B1A59D9F567}"/>
          </ac:spMkLst>
        </pc:spChg>
        <pc:spChg chg="mod">
          <ac:chgData name="Yash Jadhav" userId="535c3d6d-72b8-4f77-8155-55f939173cf2" providerId="ADAL" clId="{F33F88E0-3380-47C4-AFDE-F1AC050ADA82}" dt="2026-01-25T16:09:49.837" v="10265" actId="790"/>
          <ac:spMkLst>
            <pc:docMk/>
            <pc:sldMk cId="2174899491" sldId="470"/>
            <ac:spMk id="19" creationId="{61FDE4AC-B888-C423-F340-FEE6BB4CED9D}"/>
          </ac:spMkLst>
        </pc:spChg>
        <pc:spChg chg="mod">
          <ac:chgData name="Yash Jadhav" userId="535c3d6d-72b8-4f77-8155-55f939173cf2" providerId="ADAL" clId="{F33F88E0-3380-47C4-AFDE-F1AC050ADA82}" dt="2026-01-25T16:09:49.839" v="10266" actId="790"/>
          <ac:spMkLst>
            <pc:docMk/>
            <pc:sldMk cId="2174899491" sldId="470"/>
            <ac:spMk id="20" creationId="{049650EC-897B-2F94-CA34-FAFD679251C8}"/>
          </ac:spMkLst>
        </pc:spChg>
        <pc:spChg chg="mod">
          <ac:chgData name="Yash Jadhav" userId="535c3d6d-72b8-4f77-8155-55f939173cf2" providerId="ADAL" clId="{F33F88E0-3380-47C4-AFDE-F1AC050ADA82}" dt="2026-01-25T16:09:49.841" v="10267" actId="790"/>
          <ac:spMkLst>
            <pc:docMk/>
            <pc:sldMk cId="2174899491" sldId="470"/>
            <ac:spMk id="21" creationId="{3A3CAC6A-919F-ED9D-6887-069B2E974CCC}"/>
          </ac:spMkLst>
        </pc:spChg>
        <pc:spChg chg="mod">
          <ac:chgData name="Yash Jadhav" userId="535c3d6d-72b8-4f77-8155-55f939173cf2" providerId="ADAL" clId="{F33F88E0-3380-47C4-AFDE-F1AC050ADA82}" dt="2026-01-25T16:09:49.843" v="10268" actId="790"/>
          <ac:spMkLst>
            <pc:docMk/>
            <pc:sldMk cId="2174899491" sldId="470"/>
            <ac:spMk id="22" creationId="{18E795A1-FD56-DA2E-01CF-A8495813B7BC}"/>
          </ac:spMkLst>
        </pc:spChg>
        <pc:spChg chg="mod">
          <ac:chgData name="Yash Jadhav" userId="535c3d6d-72b8-4f77-8155-55f939173cf2" providerId="ADAL" clId="{F33F88E0-3380-47C4-AFDE-F1AC050ADA82}" dt="2026-01-25T16:09:49.845" v="10269" actId="790"/>
          <ac:spMkLst>
            <pc:docMk/>
            <pc:sldMk cId="2174899491" sldId="470"/>
            <ac:spMk id="23" creationId="{9061B582-9532-53EB-8A5B-DEB25FCF84BF}"/>
          </ac:spMkLst>
        </pc:spChg>
        <pc:spChg chg="mod">
          <ac:chgData name="Yash Jadhav" userId="535c3d6d-72b8-4f77-8155-55f939173cf2" providerId="ADAL" clId="{F33F88E0-3380-47C4-AFDE-F1AC050ADA82}" dt="2026-01-25T16:09:49.847" v="10270" actId="790"/>
          <ac:spMkLst>
            <pc:docMk/>
            <pc:sldMk cId="2174899491" sldId="470"/>
            <ac:spMk id="24" creationId="{632DF032-AAF2-5642-4029-3438B1CEE53E}"/>
          </ac:spMkLst>
        </pc:spChg>
        <pc:spChg chg="mod">
          <ac:chgData name="Yash Jadhav" userId="535c3d6d-72b8-4f77-8155-55f939173cf2" providerId="ADAL" clId="{F33F88E0-3380-47C4-AFDE-F1AC050ADA82}" dt="2026-01-25T16:09:49.849" v="10271" actId="790"/>
          <ac:spMkLst>
            <pc:docMk/>
            <pc:sldMk cId="2174899491" sldId="470"/>
            <ac:spMk id="25" creationId="{0C9BE97D-4F5A-F0B0-0E57-1303204796FE}"/>
          </ac:spMkLst>
        </pc:spChg>
        <pc:spChg chg="mod">
          <ac:chgData name="Yash Jadhav" userId="535c3d6d-72b8-4f77-8155-55f939173cf2" providerId="ADAL" clId="{F33F88E0-3380-47C4-AFDE-F1AC050ADA82}" dt="2026-01-25T16:09:49.851" v="10272" actId="790"/>
          <ac:spMkLst>
            <pc:docMk/>
            <pc:sldMk cId="2174899491" sldId="470"/>
            <ac:spMk id="26" creationId="{4720BE45-B887-80CC-1010-D3E53B172D0D}"/>
          </ac:spMkLst>
        </pc:spChg>
        <pc:spChg chg="mod">
          <ac:chgData name="Yash Jadhav" userId="535c3d6d-72b8-4f77-8155-55f939173cf2" providerId="ADAL" clId="{F33F88E0-3380-47C4-AFDE-F1AC050ADA82}" dt="2026-01-25T16:09:49.854" v="10273" actId="790"/>
          <ac:spMkLst>
            <pc:docMk/>
            <pc:sldMk cId="2174899491" sldId="470"/>
            <ac:spMk id="27" creationId="{56FC71D2-3BEA-1828-9B4C-3BB3231988D3}"/>
          </ac:spMkLst>
        </pc:spChg>
        <pc:spChg chg="mod">
          <ac:chgData name="Yash Jadhav" userId="535c3d6d-72b8-4f77-8155-55f939173cf2" providerId="ADAL" clId="{F33F88E0-3380-47C4-AFDE-F1AC050ADA82}" dt="2026-01-25T16:09:49.856" v="10274" actId="790"/>
          <ac:spMkLst>
            <pc:docMk/>
            <pc:sldMk cId="2174899491" sldId="470"/>
            <ac:spMk id="28" creationId="{B3352F55-CFCA-26B6-4414-5293431C57BD}"/>
          </ac:spMkLst>
        </pc:spChg>
        <pc:spChg chg="mod">
          <ac:chgData name="Yash Jadhav" userId="535c3d6d-72b8-4f77-8155-55f939173cf2" providerId="ADAL" clId="{F33F88E0-3380-47C4-AFDE-F1AC050ADA82}" dt="2026-01-25T16:09:49.857" v="10275" actId="790"/>
          <ac:spMkLst>
            <pc:docMk/>
            <pc:sldMk cId="2174899491" sldId="470"/>
            <ac:spMk id="29" creationId="{C77224D9-5BDD-FD6A-3D5A-780AF365A4B0}"/>
          </ac:spMkLst>
        </pc:spChg>
        <pc:spChg chg="mod">
          <ac:chgData name="Yash Jadhav" userId="535c3d6d-72b8-4f77-8155-55f939173cf2" providerId="ADAL" clId="{F33F88E0-3380-47C4-AFDE-F1AC050ADA82}" dt="2026-01-25T16:09:49.859" v="10276" actId="790"/>
          <ac:spMkLst>
            <pc:docMk/>
            <pc:sldMk cId="2174899491" sldId="470"/>
            <ac:spMk id="30" creationId="{97362EB6-08E3-2758-08A0-113A132E1593}"/>
          </ac:spMkLst>
        </pc:spChg>
        <pc:spChg chg="mod">
          <ac:chgData name="Yash Jadhav" userId="535c3d6d-72b8-4f77-8155-55f939173cf2" providerId="ADAL" clId="{F33F88E0-3380-47C4-AFDE-F1AC050ADA82}" dt="2026-01-25T16:09:49.862" v="10277" actId="790"/>
          <ac:spMkLst>
            <pc:docMk/>
            <pc:sldMk cId="2174899491" sldId="470"/>
            <ac:spMk id="31" creationId="{5F98A215-B4E3-D954-5029-6B10D5454F22}"/>
          </ac:spMkLst>
        </pc:spChg>
        <pc:spChg chg="mod">
          <ac:chgData name="Yash Jadhav" userId="535c3d6d-72b8-4f77-8155-55f939173cf2" providerId="ADAL" clId="{F33F88E0-3380-47C4-AFDE-F1AC050ADA82}" dt="2026-01-25T16:09:49.865" v="10278" actId="790"/>
          <ac:spMkLst>
            <pc:docMk/>
            <pc:sldMk cId="2174899491" sldId="470"/>
            <ac:spMk id="32" creationId="{B74FB4AA-7263-1C26-A4DC-1E05F14F9C74}"/>
          </ac:spMkLst>
        </pc:spChg>
        <pc:spChg chg="mod">
          <ac:chgData name="Yash Jadhav" userId="535c3d6d-72b8-4f77-8155-55f939173cf2" providerId="ADAL" clId="{F33F88E0-3380-47C4-AFDE-F1AC050ADA82}" dt="2026-01-25T16:09:49.867" v="10279" actId="790"/>
          <ac:spMkLst>
            <pc:docMk/>
            <pc:sldMk cId="2174899491" sldId="470"/>
            <ac:spMk id="33" creationId="{B85FD201-CDE4-7446-DF67-6FCF53A50230}"/>
          </ac:spMkLst>
        </pc:spChg>
        <pc:spChg chg="mod">
          <ac:chgData name="Yash Jadhav" userId="535c3d6d-72b8-4f77-8155-55f939173cf2" providerId="ADAL" clId="{F33F88E0-3380-47C4-AFDE-F1AC050ADA82}" dt="2026-01-25T16:09:49.869" v="10280" actId="790"/>
          <ac:spMkLst>
            <pc:docMk/>
            <pc:sldMk cId="2174899491" sldId="470"/>
            <ac:spMk id="34" creationId="{7D42FBFB-7399-E531-DBED-4EF48F9463ED}"/>
          </ac:spMkLst>
        </pc:spChg>
        <pc:spChg chg="mod">
          <ac:chgData name="Yash Jadhav" userId="535c3d6d-72b8-4f77-8155-55f939173cf2" providerId="ADAL" clId="{F33F88E0-3380-47C4-AFDE-F1AC050ADA82}" dt="2026-01-25T16:09:49.870" v="10281" actId="790"/>
          <ac:spMkLst>
            <pc:docMk/>
            <pc:sldMk cId="2174899491" sldId="470"/>
            <ac:spMk id="35" creationId="{544603E1-D3F6-979F-A0E1-9F52CDAB1993}"/>
          </ac:spMkLst>
        </pc:spChg>
        <pc:spChg chg="mod">
          <ac:chgData name="Yash Jadhav" userId="535c3d6d-72b8-4f77-8155-55f939173cf2" providerId="ADAL" clId="{F33F88E0-3380-47C4-AFDE-F1AC050ADA82}" dt="2026-01-25T16:09:49.872" v="10282" actId="790"/>
          <ac:spMkLst>
            <pc:docMk/>
            <pc:sldMk cId="2174899491" sldId="470"/>
            <ac:spMk id="36" creationId="{96670F58-0A52-AA74-1626-34EF896F8B83}"/>
          </ac:spMkLst>
        </pc:spChg>
        <pc:spChg chg="mod">
          <ac:chgData name="Yash Jadhav" userId="535c3d6d-72b8-4f77-8155-55f939173cf2" providerId="ADAL" clId="{F33F88E0-3380-47C4-AFDE-F1AC050ADA82}" dt="2026-01-25T16:09:49.875" v="10283" actId="790"/>
          <ac:spMkLst>
            <pc:docMk/>
            <pc:sldMk cId="2174899491" sldId="470"/>
            <ac:spMk id="37" creationId="{8D1B1376-D598-60C8-2092-7EA702D1CF6B}"/>
          </ac:spMkLst>
        </pc:spChg>
        <pc:spChg chg="mod">
          <ac:chgData name="Yash Jadhav" userId="535c3d6d-72b8-4f77-8155-55f939173cf2" providerId="ADAL" clId="{F33F88E0-3380-47C4-AFDE-F1AC050ADA82}" dt="2026-01-25T16:09:49.878" v="10284" actId="790"/>
          <ac:spMkLst>
            <pc:docMk/>
            <pc:sldMk cId="2174899491" sldId="470"/>
            <ac:spMk id="38" creationId="{8C199C41-D8A6-F381-B16A-FC121FB75039}"/>
          </ac:spMkLst>
        </pc:spChg>
        <pc:spChg chg="mod">
          <ac:chgData name="Yash Jadhav" userId="535c3d6d-72b8-4f77-8155-55f939173cf2" providerId="ADAL" clId="{F33F88E0-3380-47C4-AFDE-F1AC050ADA82}" dt="2026-01-25T16:09:49.883" v="10285" actId="790"/>
          <ac:spMkLst>
            <pc:docMk/>
            <pc:sldMk cId="2174899491" sldId="470"/>
            <ac:spMk id="39" creationId="{0D148853-7D33-83D8-88C3-041F87E98E07}"/>
          </ac:spMkLst>
        </pc:spChg>
        <pc:spChg chg="mod">
          <ac:chgData name="Yash Jadhav" userId="535c3d6d-72b8-4f77-8155-55f939173cf2" providerId="ADAL" clId="{F33F88E0-3380-47C4-AFDE-F1AC050ADA82}" dt="2026-01-25T16:09:49.886" v="10286" actId="790"/>
          <ac:spMkLst>
            <pc:docMk/>
            <pc:sldMk cId="2174899491" sldId="470"/>
            <ac:spMk id="40" creationId="{C0814455-DA8F-2CC0-AFDC-9BDDBC15F91C}"/>
          </ac:spMkLst>
        </pc:spChg>
        <pc:spChg chg="mod">
          <ac:chgData name="Yash Jadhav" userId="535c3d6d-72b8-4f77-8155-55f939173cf2" providerId="ADAL" clId="{F33F88E0-3380-47C4-AFDE-F1AC050ADA82}" dt="2026-01-25T16:09:49.889" v="10287" actId="790"/>
          <ac:spMkLst>
            <pc:docMk/>
            <pc:sldMk cId="2174899491" sldId="470"/>
            <ac:spMk id="41" creationId="{8D3AA923-CE84-EA66-4D4A-127E19DEBA80}"/>
          </ac:spMkLst>
        </pc:spChg>
        <pc:spChg chg="mod">
          <ac:chgData name="Yash Jadhav" userId="535c3d6d-72b8-4f77-8155-55f939173cf2" providerId="ADAL" clId="{F33F88E0-3380-47C4-AFDE-F1AC050ADA82}" dt="2026-01-25T16:09:49.891" v="10288" actId="790"/>
          <ac:spMkLst>
            <pc:docMk/>
            <pc:sldMk cId="2174899491" sldId="470"/>
            <ac:spMk id="42" creationId="{318824EE-D836-D14F-C6A5-75AB125A5362}"/>
          </ac:spMkLst>
        </pc:spChg>
        <pc:spChg chg="mod">
          <ac:chgData name="Yash Jadhav" userId="535c3d6d-72b8-4f77-8155-55f939173cf2" providerId="ADAL" clId="{F33F88E0-3380-47C4-AFDE-F1AC050ADA82}" dt="2026-01-25T16:09:49.893" v="10289" actId="790"/>
          <ac:spMkLst>
            <pc:docMk/>
            <pc:sldMk cId="2174899491" sldId="470"/>
            <ac:spMk id="43" creationId="{DFF55D70-7013-4BF5-4104-A06DC27F3A76}"/>
          </ac:spMkLst>
        </pc:spChg>
        <pc:spChg chg="mod">
          <ac:chgData name="Yash Jadhav" userId="535c3d6d-72b8-4f77-8155-55f939173cf2" providerId="ADAL" clId="{F33F88E0-3380-47C4-AFDE-F1AC050ADA82}" dt="2026-01-25T16:09:49.895" v="10290" actId="790"/>
          <ac:spMkLst>
            <pc:docMk/>
            <pc:sldMk cId="2174899491" sldId="470"/>
            <ac:spMk id="44" creationId="{D0092ECE-F33E-9206-729D-690A06FBABD4}"/>
          </ac:spMkLst>
        </pc:spChg>
        <pc:spChg chg="mod">
          <ac:chgData name="Yash Jadhav" userId="535c3d6d-72b8-4f77-8155-55f939173cf2" providerId="ADAL" clId="{F33F88E0-3380-47C4-AFDE-F1AC050ADA82}" dt="2026-01-25T16:09:49.899" v="10291" actId="790"/>
          <ac:spMkLst>
            <pc:docMk/>
            <pc:sldMk cId="2174899491" sldId="470"/>
            <ac:spMk id="45" creationId="{71B4BB3C-A3E0-B81F-53CD-AE6A3BE39402}"/>
          </ac:spMkLst>
        </pc:spChg>
        <pc:spChg chg="mod">
          <ac:chgData name="Yash Jadhav" userId="535c3d6d-72b8-4f77-8155-55f939173cf2" providerId="ADAL" clId="{F33F88E0-3380-47C4-AFDE-F1AC050ADA82}" dt="2026-01-25T16:09:49.902" v="10292" actId="790"/>
          <ac:spMkLst>
            <pc:docMk/>
            <pc:sldMk cId="2174899491" sldId="470"/>
            <ac:spMk id="46" creationId="{C86B8B65-DE32-D4DC-C019-500F9ADFB0D4}"/>
          </ac:spMkLst>
        </pc:spChg>
        <pc:spChg chg="mod">
          <ac:chgData name="Yash Jadhav" userId="535c3d6d-72b8-4f77-8155-55f939173cf2" providerId="ADAL" clId="{F33F88E0-3380-47C4-AFDE-F1AC050ADA82}" dt="2026-01-25T16:09:49.905" v="10293" actId="790"/>
          <ac:spMkLst>
            <pc:docMk/>
            <pc:sldMk cId="2174899491" sldId="470"/>
            <ac:spMk id="47" creationId="{1CB3CCA4-02F8-3953-068F-242D29159DEA}"/>
          </ac:spMkLst>
        </pc:spChg>
        <pc:spChg chg="mod">
          <ac:chgData name="Yash Jadhav" userId="535c3d6d-72b8-4f77-8155-55f939173cf2" providerId="ADAL" clId="{F33F88E0-3380-47C4-AFDE-F1AC050ADA82}" dt="2026-01-25T16:09:49.908" v="10294" actId="790"/>
          <ac:spMkLst>
            <pc:docMk/>
            <pc:sldMk cId="2174899491" sldId="470"/>
            <ac:spMk id="48" creationId="{67BE4910-DC2A-E45D-BE50-59A7B509D843}"/>
          </ac:spMkLst>
        </pc:spChg>
        <pc:spChg chg="mod">
          <ac:chgData name="Yash Jadhav" userId="535c3d6d-72b8-4f77-8155-55f939173cf2" providerId="ADAL" clId="{F33F88E0-3380-47C4-AFDE-F1AC050ADA82}" dt="2026-01-25T16:09:49.911" v="10295" actId="790"/>
          <ac:spMkLst>
            <pc:docMk/>
            <pc:sldMk cId="2174899491" sldId="470"/>
            <ac:spMk id="49" creationId="{1F6F5651-8C9C-980F-20FB-77904F38CC0F}"/>
          </ac:spMkLst>
        </pc:spChg>
        <pc:spChg chg="mod">
          <ac:chgData name="Yash Jadhav" userId="535c3d6d-72b8-4f77-8155-55f939173cf2" providerId="ADAL" clId="{F33F88E0-3380-47C4-AFDE-F1AC050ADA82}" dt="2026-01-25T16:09:49.914" v="10296" actId="790"/>
          <ac:spMkLst>
            <pc:docMk/>
            <pc:sldMk cId="2174899491" sldId="470"/>
            <ac:spMk id="50" creationId="{CED8ED91-3FD0-8C56-9111-5580A272AE8F}"/>
          </ac:spMkLst>
        </pc:spChg>
        <pc:spChg chg="mod">
          <ac:chgData name="Yash Jadhav" userId="535c3d6d-72b8-4f77-8155-55f939173cf2" providerId="ADAL" clId="{F33F88E0-3380-47C4-AFDE-F1AC050ADA82}" dt="2026-01-25T16:09:49.917" v="10297" actId="790"/>
          <ac:spMkLst>
            <pc:docMk/>
            <pc:sldMk cId="2174899491" sldId="470"/>
            <ac:spMk id="51" creationId="{77E0C9E2-F3DF-47F1-27D7-CC201E4B69E1}"/>
          </ac:spMkLst>
        </pc:spChg>
        <pc:spChg chg="mod">
          <ac:chgData name="Yash Jadhav" userId="535c3d6d-72b8-4f77-8155-55f939173cf2" providerId="ADAL" clId="{F33F88E0-3380-47C4-AFDE-F1AC050ADA82}" dt="2026-01-25T16:09:49.920" v="10298" actId="790"/>
          <ac:spMkLst>
            <pc:docMk/>
            <pc:sldMk cId="2174899491" sldId="470"/>
            <ac:spMk id="52" creationId="{CC4F8084-0EDF-A9CF-1F8B-02D2E17C7A77}"/>
          </ac:spMkLst>
        </pc:spChg>
        <pc:spChg chg="mod">
          <ac:chgData name="Yash Jadhav" userId="535c3d6d-72b8-4f77-8155-55f939173cf2" providerId="ADAL" clId="{F33F88E0-3380-47C4-AFDE-F1AC050ADA82}" dt="2026-01-25T16:09:49.923" v="10299" actId="790"/>
          <ac:spMkLst>
            <pc:docMk/>
            <pc:sldMk cId="2174899491" sldId="470"/>
            <ac:spMk id="53" creationId="{349911F8-3BD5-3E58-C3E2-FA28B4A08C7C}"/>
          </ac:spMkLst>
        </pc:spChg>
        <pc:spChg chg="mod">
          <ac:chgData name="Yash Jadhav" userId="535c3d6d-72b8-4f77-8155-55f939173cf2" providerId="ADAL" clId="{F33F88E0-3380-47C4-AFDE-F1AC050ADA82}" dt="2026-01-25T16:09:49.930" v="10300" actId="790"/>
          <ac:spMkLst>
            <pc:docMk/>
            <pc:sldMk cId="2174899491" sldId="470"/>
            <ac:spMk id="166" creationId="{3A115761-0042-5BD7-BB2C-212F28EB2367}"/>
          </ac:spMkLst>
        </pc:spChg>
        <pc:spChg chg="mod">
          <ac:chgData name="Yash Jadhav" userId="535c3d6d-72b8-4f77-8155-55f939173cf2" providerId="ADAL" clId="{F33F88E0-3380-47C4-AFDE-F1AC050ADA82}" dt="2026-01-25T16:09:49.933" v="10301" actId="790"/>
          <ac:spMkLst>
            <pc:docMk/>
            <pc:sldMk cId="2174899491" sldId="470"/>
            <ac:spMk id="167" creationId="{1F655396-5503-1B5E-923C-14B1C9670A45}"/>
          </ac:spMkLst>
        </pc:spChg>
        <pc:spChg chg="mod">
          <ac:chgData name="Yash Jadhav" userId="535c3d6d-72b8-4f77-8155-55f939173cf2" providerId="ADAL" clId="{F33F88E0-3380-47C4-AFDE-F1AC050ADA82}" dt="2026-01-25T16:09:49.935" v="10302" actId="790"/>
          <ac:spMkLst>
            <pc:docMk/>
            <pc:sldMk cId="2174899491" sldId="470"/>
            <ac:spMk id="168" creationId="{321EEBC3-4CF7-ACBB-D307-45289C98E11E}"/>
          </ac:spMkLst>
        </pc:spChg>
        <pc:spChg chg="mod">
          <ac:chgData name="Yash Jadhav" userId="535c3d6d-72b8-4f77-8155-55f939173cf2" providerId="ADAL" clId="{F33F88E0-3380-47C4-AFDE-F1AC050ADA82}" dt="2026-01-25T16:09:49.938" v="10303" actId="790"/>
          <ac:spMkLst>
            <pc:docMk/>
            <pc:sldMk cId="2174899491" sldId="470"/>
            <ac:spMk id="169" creationId="{00012F49-6815-CDD6-DB24-3BEB45BA7206}"/>
          </ac:spMkLst>
        </pc:spChg>
        <pc:spChg chg="mod">
          <ac:chgData name="Yash Jadhav" userId="535c3d6d-72b8-4f77-8155-55f939173cf2" providerId="ADAL" clId="{F33F88E0-3380-47C4-AFDE-F1AC050ADA82}" dt="2026-01-25T16:09:49.941" v="10304" actId="790"/>
          <ac:spMkLst>
            <pc:docMk/>
            <pc:sldMk cId="2174899491" sldId="470"/>
            <ac:spMk id="170" creationId="{B2902798-878E-BD09-7E84-0CB1E7D20605}"/>
          </ac:spMkLst>
        </pc:spChg>
        <pc:spChg chg="mod">
          <ac:chgData name="Yash Jadhav" userId="535c3d6d-72b8-4f77-8155-55f939173cf2" providerId="ADAL" clId="{F33F88E0-3380-47C4-AFDE-F1AC050ADA82}" dt="2026-01-25T16:09:49.943" v="10305" actId="790"/>
          <ac:spMkLst>
            <pc:docMk/>
            <pc:sldMk cId="2174899491" sldId="470"/>
            <ac:spMk id="171" creationId="{FED6D9AF-9C69-7050-1DBB-1E8DD521B054}"/>
          </ac:spMkLst>
        </pc:spChg>
        <pc:spChg chg="mod">
          <ac:chgData name="Yash Jadhav" userId="535c3d6d-72b8-4f77-8155-55f939173cf2" providerId="ADAL" clId="{F33F88E0-3380-47C4-AFDE-F1AC050ADA82}" dt="2026-01-25T16:09:49.946" v="10306" actId="790"/>
          <ac:spMkLst>
            <pc:docMk/>
            <pc:sldMk cId="2174899491" sldId="470"/>
            <ac:spMk id="173" creationId="{51510F98-9C49-2A37-9ED0-F6DBFEEB173B}"/>
          </ac:spMkLst>
        </pc:spChg>
        <pc:spChg chg="mod">
          <ac:chgData name="Yash Jadhav" userId="535c3d6d-72b8-4f77-8155-55f939173cf2" providerId="ADAL" clId="{F33F88E0-3380-47C4-AFDE-F1AC050ADA82}" dt="2026-01-25T16:09:49.949" v="10307" actId="790"/>
          <ac:spMkLst>
            <pc:docMk/>
            <pc:sldMk cId="2174899491" sldId="470"/>
            <ac:spMk id="174" creationId="{84B6E667-BE1B-02A1-1448-A1EAA1946222}"/>
          </ac:spMkLst>
        </pc:spChg>
        <pc:spChg chg="mod">
          <ac:chgData name="Yash Jadhav" userId="535c3d6d-72b8-4f77-8155-55f939173cf2" providerId="ADAL" clId="{F33F88E0-3380-47C4-AFDE-F1AC050ADA82}" dt="2026-01-25T16:09:49.952" v="10308" actId="790"/>
          <ac:spMkLst>
            <pc:docMk/>
            <pc:sldMk cId="2174899491" sldId="470"/>
            <ac:spMk id="175" creationId="{89202FD5-06AE-A31F-1C02-FB0AB5E76646}"/>
          </ac:spMkLst>
        </pc:spChg>
        <pc:spChg chg="mod">
          <ac:chgData name="Yash Jadhav" userId="535c3d6d-72b8-4f77-8155-55f939173cf2" providerId="ADAL" clId="{F33F88E0-3380-47C4-AFDE-F1AC050ADA82}" dt="2026-01-25T16:09:49.955" v="10309" actId="790"/>
          <ac:spMkLst>
            <pc:docMk/>
            <pc:sldMk cId="2174899491" sldId="470"/>
            <ac:spMk id="176" creationId="{9E0E6CC5-5172-DC76-3906-6142EED721F3}"/>
          </ac:spMkLst>
        </pc:spChg>
        <pc:spChg chg="mod">
          <ac:chgData name="Yash Jadhav" userId="535c3d6d-72b8-4f77-8155-55f939173cf2" providerId="ADAL" clId="{F33F88E0-3380-47C4-AFDE-F1AC050ADA82}" dt="2026-01-25T16:09:49.957" v="10310" actId="790"/>
          <ac:spMkLst>
            <pc:docMk/>
            <pc:sldMk cId="2174899491" sldId="470"/>
            <ac:spMk id="177" creationId="{AB117622-C202-02D7-A67A-86CB835B96EA}"/>
          </ac:spMkLst>
        </pc:spChg>
        <pc:spChg chg="mod">
          <ac:chgData name="Yash Jadhav" userId="535c3d6d-72b8-4f77-8155-55f939173cf2" providerId="ADAL" clId="{F33F88E0-3380-47C4-AFDE-F1AC050ADA82}" dt="2026-01-25T16:09:49.961" v="10311" actId="790"/>
          <ac:spMkLst>
            <pc:docMk/>
            <pc:sldMk cId="2174899491" sldId="470"/>
            <ac:spMk id="178" creationId="{CB8A11A3-9932-D7DD-FF4B-CB5EBE8E5ECA}"/>
          </ac:spMkLst>
        </pc:spChg>
        <pc:spChg chg="mod">
          <ac:chgData name="Yash Jadhav" userId="535c3d6d-72b8-4f77-8155-55f939173cf2" providerId="ADAL" clId="{F33F88E0-3380-47C4-AFDE-F1AC050ADA82}" dt="2026-01-25T16:09:49.964" v="10312" actId="790"/>
          <ac:spMkLst>
            <pc:docMk/>
            <pc:sldMk cId="2174899491" sldId="470"/>
            <ac:spMk id="179" creationId="{51A5F737-E1A7-049C-D9D8-5269D2823B0E}"/>
          </ac:spMkLst>
        </pc:spChg>
        <pc:spChg chg="mod">
          <ac:chgData name="Yash Jadhav" userId="535c3d6d-72b8-4f77-8155-55f939173cf2" providerId="ADAL" clId="{F33F88E0-3380-47C4-AFDE-F1AC050ADA82}" dt="2026-01-25T16:09:49.966" v="10313" actId="790"/>
          <ac:spMkLst>
            <pc:docMk/>
            <pc:sldMk cId="2174899491" sldId="470"/>
            <ac:spMk id="180" creationId="{5290203D-4401-BF46-3D02-6DF027FF2FC6}"/>
          </ac:spMkLst>
        </pc:spChg>
        <pc:spChg chg="mod">
          <ac:chgData name="Yash Jadhav" userId="535c3d6d-72b8-4f77-8155-55f939173cf2" providerId="ADAL" clId="{F33F88E0-3380-47C4-AFDE-F1AC050ADA82}" dt="2026-01-25T16:09:49.970" v="10314" actId="790"/>
          <ac:spMkLst>
            <pc:docMk/>
            <pc:sldMk cId="2174899491" sldId="470"/>
            <ac:spMk id="182" creationId="{060C56D9-8D47-4B10-994E-C15F0288CD93}"/>
          </ac:spMkLst>
        </pc:spChg>
        <pc:spChg chg="mod">
          <ac:chgData name="Yash Jadhav" userId="535c3d6d-72b8-4f77-8155-55f939173cf2" providerId="ADAL" clId="{F33F88E0-3380-47C4-AFDE-F1AC050ADA82}" dt="2026-01-25T16:09:49.972" v="10315" actId="790"/>
          <ac:spMkLst>
            <pc:docMk/>
            <pc:sldMk cId="2174899491" sldId="470"/>
            <ac:spMk id="183" creationId="{B266C5ED-5C02-0A6E-CD93-5A230F1A5B93}"/>
          </ac:spMkLst>
        </pc:spChg>
        <pc:spChg chg="mod">
          <ac:chgData name="Yash Jadhav" userId="535c3d6d-72b8-4f77-8155-55f939173cf2" providerId="ADAL" clId="{F33F88E0-3380-47C4-AFDE-F1AC050ADA82}" dt="2026-01-25T16:09:49.975" v="10316" actId="790"/>
          <ac:spMkLst>
            <pc:docMk/>
            <pc:sldMk cId="2174899491" sldId="470"/>
            <ac:spMk id="184" creationId="{986713A4-B657-57AA-4458-A0C0F5516FA4}"/>
          </ac:spMkLst>
        </pc:spChg>
        <pc:spChg chg="mod">
          <ac:chgData name="Yash Jadhav" userId="535c3d6d-72b8-4f77-8155-55f939173cf2" providerId="ADAL" clId="{F33F88E0-3380-47C4-AFDE-F1AC050ADA82}" dt="2026-01-25T16:09:49.978" v="10317" actId="790"/>
          <ac:spMkLst>
            <pc:docMk/>
            <pc:sldMk cId="2174899491" sldId="470"/>
            <ac:spMk id="185" creationId="{F66FA15C-3E48-1E5D-1439-5030C778C0D1}"/>
          </ac:spMkLst>
        </pc:spChg>
        <pc:spChg chg="mod">
          <ac:chgData name="Yash Jadhav" userId="535c3d6d-72b8-4f77-8155-55f939173cf2" providerId="ADAL" clId="{F33F88E0-3380-47C4-AFDE-F1AC050ADA82}" dt="2026-01-25T16:09:49.980" v="10318" actId="790"/>
          <ac:spMkLst>
            <pc:docMk/>
            <pc:sldMk cId="2174899491" sldId="470"/>
            <ac:spMk id="186" creationId="{DBD0F13C-8462-B06D-E79C-0BFE74BD03B9}"/>
          </ac:spMkLst>
        </pc:spChg>
        <pc:spChg chg="mod">
          <ac:chgData name="Yash Jadhav" userId="535c3d6d-72b8-4f77-8155-55f939173cf2" providerId="ADAL" clId="{F33F88E0-3380-47C4-AFDE-F1AC050ADA82}" dt="2026-01-25T16:09:49.981" v="10319" actId="790"/>
          <ac:spMkLst>
            <pc:docMk/>
            <pc:sldMk cId="2174899491" sldId="470"/>
            <ac:spMk id="187" creationId="{FDC16CA1-A9F3-96AA-55E3-6374AB453C35}"/>
          </ac:spMkLst>
        </pc:spChg>
        <pc:spChg chg="mod">
          <ac:chgData name="Yash Jadhav" userId="535c3d6d-72b8-4f77-8155-55f939173cf2" providerId="ADAL" clId="{F33F88E0-3380-47C4-AFDE-F1AC050ADA82}" dt="2026-01-25T16:09:49.983" v="10320" actId="790"/>
          <ac:spMkLst>
            <pc:docMk/>
            <pc:sldMk cId="2174899491" sldId="470"/>
            <ac:spMk id="188" creationId="{D4B606DC-DC3D-1A76-3923-17C4A0D78166}"/>
          </ac:spMkLst>
        </pc:spChg>
        <pc:spChg chg="mod">
          <ac:chgData name="Yash Jadhav" userId="535c3d6d-72b8-4f77-8155-55f939173cf2" providerId="ADAL" clId="{F33F88E0-3380-47C4-AFDE-F1AC050ADA82}" dt="2026-01-25T16:09:49.985" v="10321" actId="790"/>
          <ac:spMkLst>
            <pc:docMk/>
            <pc:sldMk cId="2174899491" sldId="470"/>
            <ac:spMk id="189" creationId="{73E8E103-7E74-0CA5-7EB9-B44A4A5CCDF5}"/>
          </ac:spMkLst>
        </pc:spChg>
        <pc:spChg chg="mod">
          <ac:chgData name="Yash Jadhav" userId="535c3d6d-72b8-4f77-8155-55f939173cf2" providerId="ADAL" clId="{F33F88E0-3380-47C4-AFDE-F1AC050ADA82}" dt="2026-01-25T16:09:49.986" v="10322" actId="790"/>
          <ac:spMkLst>
            <pc:docMk/>
            <pc:sldMk cId="2174899491" sldId="470"/>
            <ac:spMk id="190" creationId="{5C4B0749-9BD0-8ED6-33F8-518714DC9A94}"/>
          </ac:spMkLst>
        </pc:spChg>
        <pc:spChg chg="mod">
          <ac:chgData name="Yash Jadhav" userId="535c3d6d-72b8-4f77-8155-55f939173cf2" providerId="ADAL" clId="{F33F88E0-3380-47C4-AFDE-F1AC050ADA82}" dt="2026-01-25T16:09:49.988" v="10323" actId="790"/>
          <ac:spMkLst>
            <pc:docMk/>
            <pc:sldMk cId="2174899491" sldId="470"/>
            <ac:spMk id="191" creationId="{4E398210-4D74-0847-F623-19B5D51D558A}"/>
          </ac:spMkLst>
        </pc:spChg>
        <pc:spChg chg="mod">
          <ac:chgData name="Yash Jadhav" userId="535c3d6d-72b8-4f77-8155-55f939173cf2" providerId="ADAL" clId="{F33F88E0-3380-47C4-AFDE-F1AC050ADA82}" dt="2026-01-25T16:09:49.990" v="10324" actId="790"/>
          <ac:spMkLst>
            <pc:docMk/>
            <pc:sldMk cId="2174899491" sldId="470"/>
            <ac:spMk id="192" creationId="{7C0F5103-4BCB-90A7-B193-41F47B105321}"/>
          </ac:spMkLst>
        </pc:spChg>
        <pc:spChg chg="mod">
          <ac:chgData name="Yash Jadhav" userId="535c3d6d-72b8-4f77-8155-55f939173cf2" providerId="ADAL" clId="{F33F88E0-3380-47C4-AFDE-F1AC050ADA82}" dt="2026-01-25T16:09:49.991" v="10325" actId="790"/>
          <ac:spMkLst>
            <pc:docMk/>
            <pc:sldMk cId="2174899491" sldId="470"/>
            <ac:spMk id="193" creationId="{807502C9-0528-4EB0-5F4E-C8AB85B4D925}"/>
          </ac:spMkLst>
        </pc:spChg>
        <pc:spChg chg="mod">
          <ac:chgData name="Yash Jadhav" userId="535c3d6d-72b8-4f77-8155-55f939173cf2" providerId="ADAL" clId="{F33F88E0-3380-47C4-AFDE-F1AC050ADA82}" dt="2026-01-25T16:09:49.996" v="10326" actId="790"/>
          <ac:spMkLst>
            <pc:docMk/>
            <pc:sldMk cId="2174899491" sldId="470"/>
            <ac:spMk id="194" creationId="{911C76C9-8E24-3FC8-F311-EEE6DE93DA62}"/>
          </ac:spMkLst>
        </pc:spChg>
        <pc:spChg chg="mod">
          <ac:chgData name="Yash Jadhav" userId="535c3d6d-72b8-4f77-8155-55f939173cf2" providerId="ADAL" clId="{F33F88E0-3380-47C4-AFDE-F1AC050ADA82}" dt="2026-01-25T16:09:50" v="10328" actId="790"/>
          <ac:spMkLst>
            <pc:docMk/>
            <pc:sldMk cId="2174899491" sldId="470"/>
            <ac:spMk id="270" creationId="{553D1233-18C3-79AD-6E32-16B81F8D36F4}"/>
          </ac:spMkLst>
        </pc:spChg>
        <pc:spChg chg="mod">
          <ac:chgData name="Yash Jadhav" userId="535c3d6d-72b8-4f77-8155-55f939173cf2" providerId="ADAL" clId="{F33F88E0-3380-47C4-AFDE-F1AC050ADA82}" dt="2026-01-25T16:09:50.002" v="10329" actId="790"/>
          <ac:spMkLst>
            <pc:docMk/>
            <pc:sldMk cId="2174899491" sldId="470"/>
            <ac:spMk id="271" creationId="{E2F0C62D-DC69-5EB8-66C0-80A7D851A610}"/>
          </ac:spMkLst>
        </pc:spChg>
        <pc:spChg chg="mod">
          <ac:chgData name="Yash Jadhav" userId="535c3d6d-72b8-4f77-8155-55f939173cf2" providerId="ADAL" clId="{F33F88E0-3380-47C4-AFDE-F1AC050ADA82}" dt="2026-01-25T16:09:50.003" v="10330" actId="790"/>
          <ac:spMkLst>
            <pc:docMk/>
            <pc:sldMk cId="2174899491" sldId="470"/>
            <ac:spMk id="272" creationId="{AC16EA67-F08D-0188-49AB-49B65D8F8782}"/>
          </ac:spMkLst>
        </pc:spChg>
        <pc:spChg chg="mod">
          <ac:chgData name="Yash Jadhav" userId="535c3d6d-72b8-4f77-8155-55f939173cf2" providerId="ADAL" clId="{F33F88E0-3380-47C4-AFDE-F1AC050ADA82}" dt="2026-01-25T16:09:50.005" v="10331" actId="790"/>
          <ac:spMkLst>
            <pc:docMk/>
            <pc:sldMk cId="2174899491" sldId="470"/>
            <ac:spMk id="273" creationId="{BCD03DBF-3E5F-2E56-07F3-C2379206C7E4}"/>
          </ac:spMkLst>
        </pc:spChg>
        <pc:spChg chg="mod">
          <ac:chgData name="Yash Jadhav" userId="535c3d6d-72b8-4f77-8155-55f939173cf2" providerId="ADAL" clId="{F33F88E0-3380-47C4-AFDE-F1AC050ADA82}" dt="2026-01-25T16:09:49.998" v="10327" actId="790"/>
          <ac:spMkLst>
            <pc:docMk/>
            <pc:sldMk cId="2174899491" sldId="470"/>
            <ac:spMk id="274" creationId="{36F73F7C-CFA3-36AB-02A3-AC93F6457A40}"/>
          </ac:spMkLst>
        </pc:spChg>
        <pc:spChg chg="mod">
          <ac:chgData name="Yash Jadhav" userId="535c3d6d-72b8-4f77-8155-55f939173cf2" providerId="ADAL" clId="{F33F88E0-3380-47C4-AFDE-F1AC050ADA82}" dt="2026-01-25T16:09:50.049" v="10352" actId="790"/>
          <ac:spMkLst>
            <pc:docMk/>
            <pc:sldMk cId="2174899491" sldId="470"/>
            <ac:spMk id="276" creationId="{14ADFC36-1C7B-1F31-6339-F4ABB565C5E7}"/>
          </ac:spMkLst>
        </pc:spChg>
        <pc:spChg chg="mod">
          <ac:chgData name="Yash Jadhav" userId="535c3d6d-72b8-4f77-8155-55f939173cf2" providerId="ADAL" clId="{F33F88E0-3380-47C4-AFDE-F1AC050ADA82}" dt="2026-01-25T16:09:50.051" v="10353" actId="790"/>
          <ac:spMkLst>
            <pc:docMk/>
            <pc:sldMk cId="2174899491" sldId="470"/>
            <ac:spMk id="277" creationId="{E8919873-561D-BAD8-90C3-C83DFD47E1F0}"/>
          </ac:spMkLst>
        </pc:spChg>
        <pc:spChg chg="mod">
          <ac:chgData name="Yash Jadhav" userId="535c3d6d-72b8-4f77-8155-55f939173cf2" providerId="ADAL" clId="{F33F88E0-3380-47C4-AFDE-F1AC050ADA82}" dt="2026-01-25T16:09:50.053" v="10354" actId="790"/>
          <ac:spMkLst>
            <pc:docMk/>
            <pc:sldMk cId="2174899491" sldId="470"/>
            <ac:spMk id="278" creationId="{473BBDAF-4D24-430D-63A1-0F74C1D50103}"/>
          </ac:spMkLst>
        </pc:spChg>
        <pc:spChg chg="mod">
          <ac:chgData name="Yash Jadhav" userId="535c3d6d-72b8-4f77-8155-55f939173cf2" providerId="ADAL" clId="{F33F88E0-3380-47C4-AFDE-F1AC050ADA82}" dt="2026-01-25T16:09:50.054" v="10355" actId="790"/>
          <ac:spMkLst>
            <pc:docMk/>
            <pc:sldMk cId="2174899491" sldId="470"/>
            <ac:spMk id="279" creationId="{F03A9F45-3A9E-7E57-B68C-062B1CDCC82E}"/>
          </ac:spMkLst>
        </pc:spChg>
        <pc:spChg chg="mod">
          <ac:chgData name="Yash Jadhav" userId="535c3d6d-72b8-4f77-8155-55f939173cf2" providerId="ADAL" clId="{F33F88E0-3380-47C4-AFDE-F1AC050ADA82}" dt="2026-01-25T16:09:50.056" v="10356" actId="790"/>
          <ac:spMkLst>
            <pc:docMk/>
            <pc:sldMk cId="2174899491" sldId="470"/>
            <ac:spMk id="280" creationId="{255825DA-EEC4-FCD8-65C6-7CE89EBDA4D8}"/>
          </ac:spMkLst>
        </pc:spChg>
        <pc:spChg chg="mod">
          <ac:chgData name="Yash Jadhav" userId="535c3d6d-72b8-4f77-8155-55f939173cf2" providerId="ADAL" clId="{F33F88E0-3380-47C4-AFDE-F1AC050ADA82}" dt="2026-01-25T16:09:50.058" v="10357" actId="790"/>
          <ac:spMkLst>
            <pc:docMk/>
            <pc:sldMk cId="2174899491" sldId="470"/>
            <ac:spMk id="281" creationId="{F18846CD-C2D3-46F3-5BEC-5CEB474AE38E}"/>
          </ac:spMkLst>
        </pc:spChg>
        <pc:spChg chg="mod">
          <ac:chgData name="Yash Jadhav" userId="535c3d6d-72b8-4f77-8155-55f939173cf2" providerId="ADAL" clId="{F33F88E0-3380-47C4-AFDE-F1AC050ADA82}" dt="2026-01-25T16:09:50.060" v="10358" actId="790"/>
          <ac:spMkLst>
            <pc:docMk/>
            <pc:sldMk cId="2174899491" sldId="470"/>
            <ac:spMk id="282" creationId="{FF7ABD68-E645-999B-E53D-A763DC0E3030}"/>
          </ac:spMkLst>
        </pc:spChg>
        <pc:spChg chg="mod">
          <ac:chgData name="Yash Jadhav" userId="535c3d6d-72b8-4f77-8155-55f939173cf2" providerId="ADAL" clId="{F33F88E0-3380-47C4-AFDE-F1AC050ADA82}" dt="2026-01-25T16:09:50.061" v="10359" actId="790"/>
          <ac:spMkLst>
            <pc:docMk/>
            <pc:sldMk cId="2174899491" sldId="470"/>
            <ac:spMk id="283" creationId="{F6F669A0-19D0-4D84-E8B6-2BC11EF58F4C}"/>
          </ac:spMkLst>
        </pc:spChg>
        <pc:spChg chg="mod">
          <ac:chgData name="Yash Jadhav" userId="535c3d6d-72b8-4f77-8155-55f939173cf2" providerId="ADAL" clId="{F33F88E0-3380-47C4-AFDE-F1AC050ADA82}" dt="2026-01-25T16:09:50.063" v="10360" actId="790"/>
          <ac:spMkLst>
            <pc:docMk/>
            <pc:sldMk cId="2174899491" sldId="470"/>
            <ac:spMk id="284" creationId="{75C3F7FA-AA30-3F61-3AF8-76B1906C2C42}"/>
          </ac:spMkLst>
        </pc:spChg>
        <pc:spChg chg="mod">
          <ac:chgData name="Yash Jadhav" userId="535c3d6d-72b8-4f77-8155-55f939173cf2" providerId="ADAL" clId="{F33F88E0-3380-47C4-AFDE-F1AC050ADA82}" dt="2026-01-25T16:09:50.065" v="10361" actId="790"/>
          <ac:spMkLst>
            <pc:docMk/>
            <pc:sldMk cId="2174899491" sldId="470"/>
            <ac:spMk id="285" creationId="{1F700BF9-0D94-7D4B-974F-D29B5DE97E94}"/>
          </ac:spMkLst>
        </pc:spChg>
        <pc:spChg chg="mod">
          <ac:chgData name="Yash Jadhav" userId="535c3d6d-72b8-4f77-8155-55f939173cf2" providerId="ADAL" clId="{F33F88E0-3380-47C4-AFDE-F1AC050ADA82}" dt="2026-01-25T16:09:50.066" v="10362" actId="790"/>
          <ac:spMkLst>
            <pc:docMk/>
            <pc:sldMk cId="2174899491" sldId="470"/>
            <ac:spMk id="286" creationId="{19AD7AA9-3AE3-C3A6-8EA9-E133C83B8269}"/>
          </ac:spMkLst>
        </pc:spChg>
        <pc:spChg chg="mod">
          <ac:chgData name="Yash Jadhav" userId="535c3d6d-72b8-4f77-8155-55f939173cf2" providerId="ADAL" clId="{F33F88E0-3380-47C4-AFDE-F1AC050ADA82}" dt="2026-01-25T16:09:50.068" v="10363" actId="790"/>
          <ac:spMkLst>
            <pc:docMk/>
            <pc:sldMk cId="2174899491" sldId="470"/>
            <ac:spMk id="287" creationId="{7306A292-2B96-5DAB-2914-5C8228B2261C}"/>
          </ac:spMkLst>
        </pc:spChg>
        <pc:spChg chg="mod">
          <ac:chgData name="Yash Jadhav" userId="535c3d6d-72b8-4f77-8155-55f939173cf2" providerId="ADAL" clId="{F33F88E0-3380-47C4-AFDE-F1AC050ADA82}" dt="2026-01-25T16:09:50.070" v="10364" actId="790"/>
          <ac:spMkLst>
            <pc:docMk/>
            <pc:sldMk cId="2174899491" sldId="470"/>
            <ac:spMk id="288" creationId="{3B21A411-1393-1D4D-AD3F-850161E3B361}"/>
          </ac:spMkLst>
        </pc:spChg>
        <pc:spChg chg="mod">
          <ac:chgData name="Yash Jadhav" userId="535c3d6d-72b8-4f77-8155-55f939173cf2" providerId="ADAL" clId="{F33F88E0-3380-47C4-AFDE-F1AC050ADA82}" dt="2026-01-25T16:09:50.072" v="10365" actId="790"/>
          <ac:spMkLst>
            <pc:docMk/>
            <pc:sldMk cId="2174899491" sldId="470"/>
            <ac:spMk id="289" creationId="{2C914632-5FA9-6A5B-CFEE-5FDCB5B46E5E}"/>
          </ac:spMkLst>
        </pc:spChg>
        <pc:spChg chg="mod">
          <ac:chgData name="Yash Jadhav" userId="535c3d6d-72b8-4f77-8155-55f939173cf2" providerId="ADAL" clId="{F33F88E0-3380-47C4-AFDE-F1AC050ADA82}" dt="2026-01-25T16:09:50.074" v="10366" actId="790"/>
          <ac:spMkLst>
            <pc:docMk/>
            <pc:sldMk cId="2174899491" sldId="470"/>
            <ac:spMk id="290" creationId="{88040949-F299-83EB-C57E-8DB7DD3A8BB8}"/>
          </ac:spMkLst>
        </pc:spChg>
        <pc:spChg chg="mod">
          <ac:chgData name="Yash Jadhav" userId="535c3d6d-72b8-4f77-8155-55f939173cf2" providerId="ADAL" clId="{F33F88E0-3380-47C4-AFDE-F1AC050ADA82}" dt="2026-01-25T16:09:50.076" v="10367" actId="790"/>
          <ac:spMkLst>
            <pc:docMk/>
            <pc:sldMk cId="2174899491" sldId="470"/>
            <ac:spMk id="291" creationId="{A901670B-2458-A782-C750-5C9C4D076217}"/>
          </ac:spMkLst>
        </pc:spChg>
        <pc:spChg chg="mod">
          <ac:chgData name="Yash Jadhav" userId="535c3d6d-72b8-4f77-8155-55f939173cf2" providerId="ADAL" clId="{F33F88E0-3380-47C4-AFDE-F1AC050ADA82}" dt="2026-01-25T16:09:50.078" v="10368" actId="790"/>
          <ac:spMkLst>
            <pc:docMk/>
            <pc:sldMk cId="2174899491" sldId="470"/>
            <ac:spMk id="292" creationId="{A6B1F88F-18E8-ECD7-61F3-58697489AAFE}"/>
          </ac:spMkLst>
        </pc:spChg>
        <pc:spChg chg="mod">
          <ac:chgData name="Yash Jadhav" userId="535c3d6d-72b8-4f77-8155-55f939173cf2" providerId="ADAL" clId="{F33F88E0-3380-47C4-AFDE-F1AC050ADA82}" dt="2026-01-25T16:09:50.080" v="10369" actId="790"/>
          <ac:spMkLst>
            <pc:docMk/>
            <pc:sldMk cId="2174899491" sldId="470"/>
            <ac:spMk id="293" creationId="{F1BAE746-553A-97C9-BB5F-499FED1BE81E}"/>
          </ac:spMkLst>
        </pc:spChg>
        <pc:spChg chg="mod">
          <ac:chgData name="Yash Jadhav" userId="535c3d6d-72b8-4f77-8155-55f939173cf2" providerId="ADAL" clId="{F33F88E0-3380-47C4-AFDE-F1AC050ADA82}" dt="2026-01-25T16:09:50.082" v="10370" actId="790"/>
          <ac:spMkLst>
            <pc:docMk/>
            <pc:sldMk cId="2174899491" sldId="470"/>
            <ac:spMk id="294" creationId="{31BE4EC1-6BCF-904B-CD00-97323B8E7778}"/>
          </ac:spMkLst>
        </pc:spChg>
        <pc:spChg chg="mod">
          <ac:chgData name="Yash Jadhav" userId="535c3d6d-72b8-4f77-8155-55f939173cf2" providerId="ADAL" clId="{F33F88E0-3380-47C4-AFDE-F1AC050ADA82}" dt="2026-01-25T16:09:50.084" v="10371" actId="790"/>
          <ac:spMkLst>
            <pc:docMk/>
            <pc:sldMk cId="2174899491" sldId="470"/>
            <ac:spMk id="295" creationId="{2CEDA8CC-0E27-A89E-91C6-64AED047DB7B}"/>
          </ac:spMkLst>
        </pc:spChg>
        <pc:spChg chg="mod">
          <ac:chgData name="Yash Jadhav" userId="535c3d6d-72b8-4f77-8155-55f939173cf2" providerId="ADAL" clId="{F33F88E0-3380-47C4-AFDE-F1AC050ADA82}" dt="2026-01-25T16:09:50.085" v="10372" actId="790"/>
          <ac:spMkLst>
            <pc:docMk/>
            <pc:sldMk cId="2174899491" sldId="470"/>
            <ac:spMk id="296" creationId="{9225956A-FF08-DAF2-FDD6-0F9D299568EA}"/>
          </ac:spMkLst>
        </pc:spChg>
        <pc:spChg chg="mod">
          <ac:chgData name="Yash Jadhav" userId="535c3d6d-72b8-4f77-8155-55f939173cf2" providerId="ADAL" clId="{F33F88E0-3380-47C4-AFDE-F1AC050ADA82}" dt="2026-01-25T16:09:50.087" v="10373" actId="790"/>
          <ac:spMkLst>
            <pc:docMk/>
            <pc:sldMk cId="2174899491" sldId="470"/>
            <ac:spMk id="297" creationId="{C0B802E5-F520-72C6-4994-1C0CCD4C52E5}"/>
          </ac:spMkLst>
        </pc:spChg>
        <pc:spChg chg="mod">
          <ac:chgData name="Yash Jadhav" userId="535c3d6d-72b8-4f77-8155-55f939173cf2" providerId="ADAL" clId="{F33F88E0-3380-47C4-AFDE-F1AC050ADA82}" dt="2026-01-25T16:09:50.089" v="10374" actId="790"/>
          <ac:spMkLst>
            <pc:docMk/>
            <pc:sldMk cId="2174899491" sldId="470"/>
            <ac:spMk id="298" creationId="{FDC27747-CC95-3011-888F-F3FC44322778}"/>
          </ac:spMkLst>
        </pc:spChg>
        <pc:spChg chg="mod">
          <ac:chgData name="Yash Jadhav" userId="535c3d6d-72b8-4f77-8155-55f939173cf2" providerId="ADAL" clId="{F33F88E0-3380-47C4-AFDE-F1AC050ADA82}" dt="2026-01-25T16:09:50.090" v="10375" actId="790"/>
          <ac:spMkLst>
            <pc:docMk/>
            <pc:sldMk cId="2174899491" sldId="470"/>
            <ac:spMk id="299" creationId="{33666DE7-4F38-46B0-0F5D-8F78713650BE}"/>
          </ac:spMkLst>
        </pc:spChg>
        <pc:spChg chg="mod">
          <ac:chgData name="Yash Jadhav" userId="535c3d6d-72b8-4f77-8155-55f939173cf2" providerId="ADAL" clId="{F33F88E0-3380-47C4-AFDE-F1AC050ADA82}" dt="2026-01-25T16:09:50.092" v="10376" actId="790"/>
          <ac:spMkLst>
            <pc:docMk/>
            <pc:sldMk cId="2174899491" sldId="470"/>
            <ac:spMk id="300" creationId="{40FC887D-539B-0170-D9FE-DADF5041F212}"/>
          </ac:spMkLst>
        </pc:spChg>
        <pc:spChg chg="mod">
          <ac:chgData name="Yash Jadhav" userId="535c3d6d-72b8-4f77-8155-55f939173cf2" providerId="ADAL" clId="{F33F88E0-3380-47C4-AFDE-F1AC050ADA82}" dt="2026-01-25T16:09:50.094" v="10377" actId="790"/>
          <ac:spMkLst>
            <pc:docMk/>
            <pc:sldMk cId="2174899491" sldId="470"/>
            <ac:spMk id="301" creationId="{29C710B0-DF0B-F305-E86A-FABFF5738AE2}"/>
          </ac:spMkLst>
        </pc:spChg>
        <pc:spChg chg="mod">
          <ac:chgData name="Yash Jadhav" userId="535c3d6d-72b8-4f77-8155-55f939173cf2" providerId="ADAL" clId="{F33F88E0-3380-47C4-AFDE-F1AC050ADA82}" dt="2026-01-25T16:09:50.097" v="10378" actId="790"/>
          <ac:spMkLst>
            <pc:docMk/>
            <pc:sldMk cId="2174899491" sldId="470"/>
            <ac:spMk id="302" creationId="{A521BF7C-F6F4-2656-F23A-8B9FCD9E8568}"/>
          </ac:spMkLst>
        </pc:spChg>
        <pc:spChg chg="mod">
          <ac:chgData name="Yash Jadhav" userId="535c3d6d-72b8-4f77-8155-55f939173cf2" providerId="ADAL" clId="{F33F88E0-3380-47C4-AFDE-F1AC050ADA82}" dt="2026-01-25T16:09:50.099" v="10379" actId="790"/>
          <ac:spMkLst>
            <pc:docMk/>
            <pc:sldMk cId="2174899491" sldId="470"/>
            <ac:spMk id="303" creationId="{E2227063-57C7-2AED-F55B-30D93FCD07E0}"/>
          </ac:spMkLst>
        </pc:spChg>
        <pc:spChg chg="mod">
          <ac:chgData name="Yash Jadhav" userId="535c3d6d-72b8-4f77-8155-55f939173cf2" providerId="ADAL" clId="{F33F88E0-3380-47C4-AFDE-F1AC050ADA82}" dt="2026-01-25T16:09:50.101" v="10380" actId="790"/>
          <ac:spMkLst>
            <pc:docMk/>
            <pc:sldMk cId="2174899491" sldId="470"/>
            <ac:spMk id="304" creationId="{C4248629-DE63-4A73-78B2-384BC62224CA}"/>
          </ac:spMkLst>
        </pc:spChg>
        <pc:spChg chg="mod">
          <ac:chgData name="Yash Jadhav" userId="535c3d6d-72b8-4f77-8155-55f939173cf2" providerId="ADAL" clId="{F33F88E0-3380-47C4-AFDE-F1AC050ADA82}" dt="2026-01-25T16:09:50.102" v="10381" actId="790"/>
          <ac:spMkLst>
            <pc:docMk/>
            <pc:sldMk cId="2174899491" sldId="470"/>
            <ac:spMk id="305" creationId="{15379E97-9298-4737-6D8F-D01CB7AB89D2}"/>
          </ac:spMkLst>
        </pc:spChg>
        <pc:spChg chg="mod">
          <ac:chgData name="Yash Jadhav" userId="535c3d6d-72b8-4f77-8155-55f939173cf2" providerId="ADAL" clId="{F33F88E0-3380-47C4-AFDE-F1AC050ADA82}" dt="2026-01-25T16:09:50.104" v="10382" actId="790"/>
          <ac:spMkLst>
            <pc:docMk/>
            <pc:sldMk cId="2174899491" sldId="470"/>
            <ac:spMk id="306" creationId="{D8F13FE5-6EF7-6BA9-7FA5-E6AC20060CD4}"/>
          </ac:spMkLst>
        </pc:spChg>
        <pc:spChg chg="mod">
          <ac:chgData name="Yash Jadhav" userId="535c3d6d-72b8-4f77-8155-55f939173cf2" providerId="ADAL" clId="{F33F88E0-3380-47C4-AFDE-F1AC050ADA82}" dt="2026-01-25T16:09:50.106" v="10383" actId="790"/>
          <ac:spMkLst>
            <pc:docMk/>
            <pc:sldMk cId="2174899491" sldId="470"/>
            <ac:spMk id="307" creationId="{7EFE7084-3ADB-D660-9EAD-12EB2F22A99E}"/>
          </ac:spMkLst>
        </pc:spChg>
        <pc:spChg chg="mod">
          <ac:chgData name="Yash Jadhav" userId="535c3d6d-72b8-4f77-8155-55f939173cf2" providerId="ADAL" clId="{F33F88E0-3380-47C4-AFDE-F1AC050ADA82}" dt="2026-01-25T16:09:50.107" v="10384" actId="790"/>
          <ac:spMkLst>
            <pc:docMk/>
            <pc:sldMk cId="2174899491" sldId="470"/>
            <ac:spMk id="308" creationId="{C246A240-265B-0024-ED66-0AD7A5D9728E}"/>
          </ac:spMkLst>
        </pc:spChg>
        <pc:spChg chg="mod">
          <ac:chgData name="Yash Jadhav" userId="535c3d6d-72b8-4f77-8155-55f939173cf2" providerId="ADAL" clId="{F33F88E0-3380-47C4-AFDE-F1AC050ADA82}" dt="2026-01-25T16:09:50.109" v="10385" actId="790"/>
          <ac:spMkLst>
            <pc:docMk/>
            <pc:sldMk cId="2174899491" sldId="470"/>
            <ac:spMk id="309" creationId="{A4E9D31D-BFBE-D35E-160B-76E6CDAE5FA2}"/>
          </ac:spMkLst>
        </pc:spChg>
        <pc:spChg chg="mod">
          <ac:chgData name="Yash Jadhav" userId="535c3d6d-72b8-4f77-8155-55f939173cf2" providerId="ADAL" clId="{F33F88E0-3380-47C4-AFDE-F1AC050ADA82}" dt="2026-01-25T16:09:50.111" v="10386" actId="790"/>
          <ac:spMkLst>
            <pc:docMk/>
            <pc:sldMk cId="2174899491" sldId="470"/>
            <ac:spMk id="310" creationId="{32A54F9C-31C0-2B0B-72F7-C363F6BA71F2}"/>
          </ac:spMkLst>
        </pc:spChg>
        <pc:spChg chg="mod">
          <ac:chgData name="Yash Jadhav" userId="535c3d6d-72b8-4f77-8155-55f939173cf2" providerId="ADAL" clId="{F33F88E0-3380-47C4-AFDE-F1AC050ADA82}" dt="2026-01-25T16:09:50.114" v="10387" actId="790"/>
          <ac:spMkLst>
            <pc:docMk/>
            <pc:sldMk cId="2174899491" sldId="470"/>
            <ac:spMk id="311" creationId="{876AA6BC-D1AB-9A66-6FA7-581157C45F7B}"/>
          </ac:spMkLst>
        </pc:spChg>
        <pc:spChg chg="mod">
          <ac:chgData name="Yash Jadhav" userId="535c3d6d-72b8-4f77-8155-55f939173cf2" providerId="ADAL" clId="{F33F88E0-3380-47C4-AFDE-F1AC050ADA82}" dt="2026-01-25T16:09:50.115" v="10388" actId="790"/>
          <ac:spMkLst>
            <pc:docMk/>
            <pc:sldMk cId="2174899491" sldId="470"/>
            <ac:spMk id="312" creationId="{4A60079E-17FE-336F-7E1F-924A206EEF68}"/>
          </ac:spMkLst>
        </pc:spChg>
        <pc:spChg chg="mod">
          <ac:chgData name="Yash Jadhav" userId="535c3d6d-72b8-4f77-8155-55f939173cf2" providerId="ADAL" clId="{F33F88E0-3380-47C4-AFDE-F1AC050ADA82}" dt="2026-01-25T16:09:50.117" v="10389" actId="790"/>
          <ac:spMkLst>
            <pc:docMk/>
            <pc:sldMk cId="2174899491" sldId="470"/>
            <ac:spMk id="313" creationId="{7BED95BD-C0E6-8EF4-4F7D-DE64AAEB9F8A}"/>
          </ac:spMkLst>
        </pc:spChg>
        <pc:spChg chg="mod">
          <ac:chgData name="Yash Jadhav" userId="535c3d6d-72b8-4f77-8155-55f939173cf2" providerId="ADAL" clId="{F33F88E0-3380-47C4-AFDE-F1AC050ADA82}" dt="2026-01-25T16:09:50.120" v="10390" actId="790"/>
          <ac:spMkLst>
            <pc:docMk/>
            <pc:sldMk cId="2174899491" sldId="470"/>
            <ac:spMk id="314" creationId="{85F92B9F-DC74-2DE4-F7BB-1B20FE0E98CC}"/>
          </ac:spMkLst>
        </pc:spChg>
        <pc:spChg chg="mod">
          <ac:chgData name="Yash Jadhav" userId="535c3d6d-72b8-4f77-8155-55f939173cf2" providerId="ADAL" clId="{F33F88E0-3380-47C4-AFDE-F1AC050ADA82}" dt="2026-01-25T16:09:50.122" v="10391" actId="790"/>
          <ac:spMkLst>
            <pc:docMk/>
            <pc:sldMk cId="2174899491" sldId="470"/>
            <ac:spMk id="315" creationId="{7E337AEF-8177-6F49-D278-172D955766F9}"/>
          </ac:spMkLst>
        </pc:spChg>
        <pc:spChg chg="mod">
          <ac:chgData name="Yash Jadhav" userId="535c3d6d-72b8-4f77-8155-55f939173cf2" providerId="ADAL" clId="{F33F88E0-3380-47C4-AFDE-F1AC050ADA82}" dt="2026-01-25T16:09:50.128" v="10392" actId="790"/>
          <ac:spMkLst>
            <pc:docMk/>
            <pc:sldMk cId="2174899491" sldId="470"/>
            <ac:spMk id="317" creationId="{DCF4B3FB-2816-4A91-5C58-C316A9FC9DEE}"/>
          </ac:spMkLst>
        </pc:spChg>
        <pc:spChg chg="mod">
          <ac:chgData name="Yash Jadhav" userId="535c3d6d-72b8-4f77-8155-55f939173cf2" providerId="ADAL" clId="{F33F88E0-3380-47C4-AFDE-F1AC050ADA82}" dt="2026-01-25T16:09:50.131" v="10393" actId="790"/>
          <ac:spMkLst>
            <pc:docMk/>
            <pc:sldMk cId="2174899491" sldId="470"/>
            <ac:spMk id="318" creationId="{4EB21C89-5313-79AA-2792-57995FF037A8}"/>
          </ac:spMkLst>
        </pc:spChg>
        <pc:spChg chg="mod">
          <ac:chgData name="Yash Jadhav" userId="535c3d6d-72b8-4f77-8155-55f939173cf2" providerId="ADAL" clId="{F33F88E0-3380-47C4-AFDE-F1AC050ADA82}" dt="2026-01-25T16:09:50.133" v="10394" actId="790"/>
          <ac:spMkLst>
            <pc:docMk/>
            <pc:sldMk cId="2174899491" sldId="470"/>
            <ac:spMk id="319" creationId="{29B62695-D612-B6EB-109C-D09CD34154CF}"/>
          </ac:spMkLst>
        </pc:spChg>
        <pc:spChg chg="mod">
          <ac:chgData name="Yash Jadhav" userId="535c3d6d-72b8-4f77-8155-55f939173cf2" providerId="ADAL" clId="{F33F88E0-3380-47C4-AFDE-F1AC050ADA82}" dt="2026-01-25T16:09:50.135" v="10395" actId="790"/>
          <ac:spMkLst>
            <pc:docMk/>
            <pc:sldMk cId="2174899491" sldId="470"/>
            <ac:spMk id="320" creationId="{93A29B25-FCE1-F276-9BE6-DF50A53C6E97}"/>
          </ac:spMkLst>
        </pc:spChg>
        <pc:spChg chg="mod">
          <ac:chgData name="Yash Jadhav" userId="535c3d6d-72b8-4f77-8155-55f939173cf2" providerId="ADAL" clId="{F33F88E0-3380-47C4-AFDE-F1AC050ADA82}" dt="2026-01-25T16:09:50.137" v="10396" actId="790"/>
          <ac:spMkLst>
            <pc:docMk/>
            <pc:sldMk cId="2174899491" sldId="470"/>
            <ac:spMk id="321" creationId="{D8CC26CD-0293-2936-279E-49C79AFED6E6}"/>
          </ac:spMkLst>
        </pc:spChg>
        <pc:spChg chg="mod">
          <ac:chgData name="Yash Jadhav" userId="535c3d6d-72b8-4f77-8155-55f939173cf2" providerId="ADAL" clId="{F33F88E0-3380-47C4-AFDE-F1AC050ADA82}" dt="2026-01-25T16:09:50.139" v="10397" actId="790"/>
          <ac:spMkLst>
            <pc:docMk/>
            <pc:sldMk cId="2174899491" sldId="470"/>
            <ac:spMk id="322" creationId="{0ACF5ACF-3B50-C37F-11E8-FEB62651DA9B}"/>
          </ac:spMkLst>
        </pc:spChg>
        <pc:spChg chg="mod">
          <ac:chgData name="Yash Jadhav" userId="535c3d6d-72b8-4f77-8155-55f939173cf2" providerId="ADAL" clId="{F33F88E0-3380-47C4-AFDE-F1AC050ADA82}" dt="2026-01-25T16:09:50.034" v="10345" actId="790"/>
          <ac:spMkLst>
            <pc:docMk/>
            <pc:sldMk cId="2174899491" sldId="470"/>
            <ac:spMk id="324" creationId="{763B00BE-4829-9547-B9DF-2B189ECA5A96}"/>
          </ac:spMkLst>
        </pc:spChg>
        <pc:spChg chg="mod">
          <ac:chgData name="Yash Jadhav" userId="535c3d6d-72b8-4f77-8155-55f939173cf2" providerId="ADAL" clId="{F33F88E0-3380-47C4-AFDE-F1AC050ADA82}" dt="2026-01-25T16:09:50.036" v="10346" actId="790"/>
          <ac:spMkLst>
            <pc:docMk/>
            <pc:sldMk cId="2174899491" sldId="470"/>
            <ac:spMk id="325" creationId="{A98AC23B-D8B8-BA2D-BEED-87CAB499CEF6}"/>
          </ac:spMkLst>
        </pc:spChg>
        <pc:spChg chg="mod">
          <ac:chgData name="Yash Jadhav" userId="535c3d6d-72b8-4f77-8155-55f939173cf2" providerId="ADAL" clId="{F33F88E0-3380-47C4-AFDE-F1AC050ADA82}" dt="2026-01-25T16:09:50.038" v="10347" actId="790"/>
          <ac:spMkLst>
            <pc:docMk/>
            <pc:sldMk cId="2174899491" sldId="470"/>
            <ac:spMk id="326" creationId="{15BBBB9C-7ED0-F648-E013-AA755229BEDF}"/>
          </ac:spMkLst>
        </pc:spChg>
        <pc:spChg chg="mod">
          <ac:chgData name="Yash Jadhav" userId="535c3d6d-72b8-4f77-8155-55f939173cf2" providerId="ADAL" clId="{F33F88E0-3380-47C4-AFDE-F1AC050ADA82}" dt="2026-01-25T16:09:50.040" v="10348" actId="790"/>
          <ac:spMkLst>
            <pc:docMk/>
            <pc:sldMk cId="2174899491" sldId="470"/>
            <ac:spMk id="327" creationId="{8C947268-B650-E711-226F-B572905F921B}"/>
          </ac:spMkLst>
        </pc:spChg>
        <pc:spChg chg="mod">
          <ac:chgData name="Yash Jadhav" userId="535c3d6d-72b8-4f77-8155-55f939173cf2" providerId="ADAL" clId="{F33F88E0-3380-47C4-AFDE-F1AC050ADA82}" dt="2026-01-25T16:09:50.041" v="10349" actId="790"/>
          <ac:spMkLst>
            <pc:docMk/>
            <pc:sldMk cId="2174899491" sldId="470"/>
            <ac:spMk id="328" creationId="{4A7F4473-813A-447F-3BBB-7E1EA314947C}"/>
          </ac:spMkLst>
        </pc:spChg>
        <pc:spChg chg="mod">
          <ac:chgData name="Yash Jadhav" userId="535c3d6d-72b8-4f77-8155-55f939173cf2" providerId="ADAL" clId="{F33F88E0-3380-47C4-AFDE-F1AC050ADA82}" dt="2026-01-25T16:09:50.043" v="10350" actId="790"/>
          <ac:spMkLst>
            <pc:docMk/>
            <pc:sldMk cId="2174899491" sldId="470"/>
            <ac:spMk id="329" creationId="{D0A555B2-B205-950C-A7C9-0DD9EA50502B}"/>
          </ac:spMkLst>
        </pc:spChg>
        <pc:spChg chg="mod">
          <ac:chgData name="Yash Jadhav" userId="535c3d6d-72b8-4f77-8155-55f939173cf2" providerId="ADAL" clId="{F33F88E0-3380-47C4-AFDE-F1AC050ADA82}" dt="2026-01-25T16:09:50.044" v="10351" actId="790"/>
          <ac:spMkLst>
            <pc:docMk/>
            <pc:sldMk cId="2174899491" sldId="470"/>
            <ac:spMk id="330" creationId="{E623DA8E-5A1E-E1C4-F648-3C322963C7E0}"/>
          </ac:spMkLst>
        </pc:spChg>
        <pc:spChg chg="mod">
          <ac:chgData name="Yash Jadhav" userId="535c3d6d-72b8-4f77-8155-55f939173cf2" providerId="ADAL" clId="{F33F88E0-3380-47C4-AFDE-F1AC050ADA82}" dt="2026-01-25T16:09:50.141" v="10398" actId="790"/>
          <ac:spMkLst>
            <pc:docMk/>
            <pc:sldMk cId="2174899491" sldId="470"/>
            <ac:spMk id="331" creationId="{BE431397-35AA-79D3-29A6-F19DB568BF50}"/>
          </ac:spMkLst>
        </pc:spChg>
        <pc:spChg chg="mod">
          <ac:chgData name="Yash Jadhav" userId="535c3d6d-72b8-4f77-8155-55f939173cf2" providerId="ADAL" clId="{F33F88E0-3380-47C4-AFDE-F1AC050ADA82}" dt="2026-01-25T16:09:50.007" v="10332" actId="790"/>
          <ac:spMkLst>
            <pc:docMk/>
            <pc:sldMk cId="2174899491" sldId="470"/>
            <ac:spMk id="333" creationId="{21B7B2E7-CAD9-23BA-924E-521141C69CA0}"/>
          </ac:spMkLst>
        </pc:spChg>
        <pc:spChg chg="mod">
          <ac:chgData name="Yash Jadhav" userId="535c3d6d-72b8-4f77-8155-55f939173cf2" providerId="ADAL" clId="{F33F88E0-3380-47C4-AFDE-F1AC050ADA82}" dt="2026-01-25T16:09:50.009" v="10333" actId="790"/>
          <ac:spMkLst>
            <pc:docMk/>
            <pc:sldMk cId="2174899491" sldId="470"/>
            <ac:spMk id="334" creationId="{D0AD4BB8-484B-DA88-B2FD-AE6FA50D9933}"/>
          </ac:spMkLst>
        </pc:spChg>
        <pc:spChg chg="mod">
          <ac:chgData name="Yash Jadhav" userId="535c3d6d-72b8-4f77-8155-55f939173cf2" providerId="ADAL" clId="{F33F88E0-3380-47C4-AFDE-F1AC050ADA82}" dt="2026-01-25T16:09:50.011" v="10334" actId="790"/>
          <ac:spMkLst>
            <pc:docMk/>
            <pc:sldMk cId="2174899491" sldId="470"/>
            <ac:spMk id="335" creationId="{0A23A18F-FD85-7C4E-99B3-8E68B6DE212A}"/>
          </ac:spMkLst>
        </pc:spChg>
        <pc:spChg chg="mod">
          <ac:chgData name="Yash Jadhav" userId="535c3d6d-72b8-4f77-8155-55f939173cf2" providerId="ADAL" clId="{F33F88E0-3380-47C4-AFDE-F1AC050ADA82}" dt="2026-01-25T16:09:50.013" v="10335" actId="790"/>
          <ac:spMkLst>
            <pc:docMk/>
            <pc:sldMk cId="2174899491" sldId="470"/>
            <ac:spMk id="336" creationId="{2B84E967-5107-AF0F-135E-784E0B5C123E}"/>
          </ac:spMkLst>
        </pc:spChg>
        <pc:spChg chg="mod">
          <ac:chgData name="Yash Jadhav" userId="535c3d6d-72b8-4f77-8155-55f939173cf2" providerId="ADAL" clId="{F33F88E0-3380-47C4-AFDE-F1AC050ADA82}" dt="2026-01-25T16:09:50.015" v="10336" actId="790"/>
          <ac:spMkLst>
            <pc:docMk/>
            <pc:sldMk cId="2174899491" sldId="470"/>
            <ac:spMk id="337" creationId="{B35F351A-311A-6E62-20FF-1FDFF5199518}"/>
          </ac:spMkLst>
        </pc:spChg>
        <pc:spChg chg="mod">
          <ac:chgData name="Yash Jadhav" userId="535c3d6d-72b8-4f77-8155-55f939173cf2" providerId="ADAL" clId="{F33F88E0-3380-47C4-AFDE-F1AC050ADA82}" dt="2026-01-25T16:09:50.016" v="10337" actId="790"/>
          <ac:spMkLst>
            <pc:docMk/>
            <pc:sldMk cId="2174899491" sldId="470"/>
            <ac:spMk id="338" creationId="{3DD14891-0D0B-0C23-3151-A12258FA7056}"/>
          </ac:spMkLst>
        </pc:spChg>
        <pc:spChg chg="mod">
          <ac:chgData name="Yash Jadhav" userId="535c3d6d-72b8-4f77-8155-55f939173cf2" providerId="ADAL" clId="{F33F88E0-3380-47C4-AFDE-F1AC050ADA82}" dt="2026-01-25T16:09:50.018" v="10338" actId="790"/>
          <ac:spMkLst>
            <pc:docMk/>
            <pc:sldMk cId="2174899491" sldId="470"/>
            <ac:spMk id="339" creationId="{01119738-48D7-2B7A-FB03-C026A128B960}"/>
          </ac:spMkLst>
        </pc:spChg>
        <pc:spChg chg="mod">
          <ac:chgData name="Yash Jadhav" userId="535c3d6d-72b8-4f77-8155-55f939173cf2" providerId="ADAL" clId="{F33F88E0-3380-47C4-AFDE-F1AC050ADA82}" dt="2026-01-25T16:09:50.019" v="10339" actId="790"/>
          <ac:spMkLst>
            <pc:docMk/>
            <pc:sldMk cId="2174899491" sldId="470"/>
            <ac:spMk id="340" creationId="{8FF98B62-FEC4-426E-BE9B-A39971EBD3BE}"/>
          </ac:spMkLst>
        </pc:spChg>
        <pc:spChg chg="mod">
          <ac:chgData name="Yash Jadhav" userId="535c3d6d-72b8-4f77-8155-55f939173cf2" providerId="ADAL" clId="{F33F88E0-3380-47C4-AFDE-F1AC050ADA82}" dt="2026-01-25T16:09:50.021" v="10340" actId="790"/>
          <ac:spMkLst>
            <pc:docMk/>
            <pc:sldMk cId="2174899491" sldId="470"/>
            <ac:spMk id="341" creationId="{26EB8F45-9419-28D9-2274-BD3B8204E9E9}"/>
          </ac:spMkLst>
        </pc:spChg>
        <pc:spChg chg="mod">
          <ac:chgData name="Yash Jadhav" userId="535c3d6d-72b8-4f77-8155-55f939173cf2" providerId="ADAL" clId="{F33F88E0-3380-47C4-AFDE-F1AC050ADA82}" dt="2026-01-25T16:09:50.023" v="10341" actId="790"/>
          <ac:spMkLst>
            <pc:docMk/>
            <pc:sldMk cId="2174899491" sldId="470"/>
            <ac:spMk id="342" creationId="{4ABA8D95-2308-5308-0E68-53E1E5AE8A57}"/>
          </ac:spMkLst>
        </pc:spChg>
        <pc:spChg chg="mod">
          <ac:chgData name="Yash Jadhav" userId="535c3d6d-72b8-4f77-8155-55f939173cf2" providerId="ADAL" clId="{F33F88E0-3380-47C4-AFDE-F1AC050ADA82}" dt="2026-01-25T16:09:50.024" v="10342" actId="790"/>
          <ac:spMkLst>
            <pc:docMk/>
            <pc:sldMk cId="2174899491" sldId="470"/>
            <ac:spMk id="343" creationId="{1CB67777-BEAE-1422-275A-19E267E074AD}"/>
          </ac:spMkLst>
        </pc:spChg>
        <pc:spChg chg="mod">
          <ac:chgData name="Yash Jadhav" userId="535c3d6d-72b8-4f77-8155-55f939173cf2" providerId="ADAL" clId="{F33F88E0-3380-47C4-AFDE-F1AC050ADA82}" dt="2026-01-25T16:09:50.026" v="10343" actId="790"/>
          <ac:spMkLst>
            <pc:docMk/>
            <pc:sldMk cId="2174899491" sldId="470"/>
            <ac:spMk id="344" creationId="{9E3C1E72-F764-E681-E7CA-EFECD073EE5F}"/>
          </ac:spMkLst>
        </pc:spChg>
        <pc:spChg chg="mod">
          <ac:chgData name="Yash Jadhav" userId="535c3d6d-72b8-4f77-8155-55f939173cf2" providerId="ADAL" clId="{F33F88E0-3380-47C4-AFDE-F1AC050ADA82}" dt="2026-01-25T16:09:50.028" v="10344" actId="790"/>
          <ac:spMkLst>
            <pc:docMk/>
            <pc:sldMk cId="2174899491" sldId="470"/>
            <ac:spMk id="345" creationId="{FF365ED6-16B2-E70B-2B0B-B6714AA0B701}"/>
          </ac:spMkLst>
        </pc:spChg>
      </pc:sldChg>
      <pc:sldChg chg="modSp add mod modNotes">
        <pc:chgData name="Yash Jadhav" userId="535c3d6d-72b8-4f77-8155-55f939173cf2" providerId="ADAL" clId="{F33F88E0-3380-47C4-AFDE-F1AC050ADA82}" dt="2026-01-25T16:09:53.415" v="10419" actId="20577"/>
        <pc:sldMkLst>
          <pc:docMk/>
          <pc:sldMk cId="3579770110" sldId="471"/>
        </pc:sldMkLst>
        <pc:spChg chg="mod">
          <ac:chgData name="Yash Jadhav" userId="535c3d6d-72b8-4f77-8155-55f939173cf2" providerId="ADAL" clId="{F33F88E0-3380-47C4-AFDE-F1AC050ADA82}" dt="2026-01-25T16:09:53.370" v="10403" actId="790"/>
          <ac:spMkLst>
            <pc:docMk/>
            <pc:sldMk cId="3579770110" sldId="471"/>
            <ac:spMk id="2" creationId="{00000000-0000-0000-0000-000000000000}"/>
          </ac:spMkLst>
        </pc:spChg>
        <pc:spChg chg="mod">
          <ac:chgData name="Yash Jadhav" userId="535c3d6d-72b8-4f77-8155-55f939173cf2" providerId="ADAL" clId="{F33F88E0-3380-47C4-AFDE-F1AC050ADA82}" dt="2026-01-25T16:09:53.373" v="10404" actId="790"/>
          <ac:spMkLst>
            <pc:docMk/>
            <pc:sldMk cId="3579770110" sldId="471"/>
            <ac:spMk id="4" creationId="{00000000-0000-0000-0000-000000000000}"/>
          </ac:spMkLst>
        </pc:spChg>
        <pc:spChg chg="mod">
          <ac:chgData name="Yash Jadhav" userId="535c3d6d-72b8-4f77-8155-55f939173cf2" providerId="ADAL" clId="{F33F88E0-3380-47C4-AFDE-F1AC050ADA82}" dt="2026-01-25T16:09:53.377" v="10405" actId="790"/>
          <ac:spMkLst>
            <pc:docMk/>
            <pc:sldMk cId="3579770110" sldId="471"/>
            <ac:spMk id="6" creationId="{00000000-0000-0000-0000-000000000000}"/>
          </ac:spMkLst>
        </pc:spChg>
        <pc:spChg chg="mod">
          <ac:chgData name="Yash Jadhav" userId="535c3d6d-72b8-4f77-8155-55f939173cf2" providerId="ADAL" clId="{F33F88E0-3380-47C4-AFDE-F1AC050ADA82}" dt="2026-01-25T16:09:53.380" v="10406" actId="790"/>
          <ac:spMkLst>
            <pc:docMk/>
            <pc:sldMk cId="3579770110" sldId="471"/>
            <ac:spMk id="7" creationId="{00000000-0000-0000-0000-000000000000}"/>
          </ac:spMkLst>
        </pc:spChg>
        <pc:spChg chg="mod">
          <ac:chgData name="Yash Jadhav" userId="535c3d6d-72b8-4f77-8155-55f939173cf2" providerId="ADAL" clId="{F33F88E0-3380-47C4-AFDE-F1AC050ADA82}" dt="2026-01-25T16:09:53.382" v="10407" actId="790"/>
          <ac:spMkLst>
            <pc:docMk/>
            <pc:sldMk cId="3579770110" sldId="471"/>
            <ac:spMk id="8" creationId="{00000000-0000-0000-0000-000000000000}"/>
          </ac:spMkLst>
        </pc:spChg>
        <pc:spChg chg="mod">
          <ac:chgData name="Yash Jadhav" userId="535c3d6d-72b8-4f77-8155-55f939173cf2" providerId="ADAL" clId="{F33F88E0-3380-47C4-AFDE-F1AC050ADA82}" dt="2026-01-25T16:09:53.384" v="10408" actId="790"/>
          <ac:spMkLst>
            <pc:docMk/>
            <pc:sldMk cId="3579770110" sldId="471"/>
            <ac:spMk id="9" creationId="{00000000-0000-0000-0000-000000000000}"/>
          </ac:spMkLst>
        </pc:spChg>
        <pc:spChg chg="mod">
          <ac:chgData name="Yash Jadhav" userId="535c3d6d-72b8-4f77-8155-55f939173cf2" providerId="ADAL" clId="{F33F88E0-3380-47C4-AFDE-F1AC050ADA82}" dt="2026-01-25T16:09:53.389" v="10409" actId="790"/>
          <ac:spMkLst>
            <pc:docMk/>
            <pc:sldMk cId="3579770110" sldId="471"/>
            <ac:spMk id="11" creationId="{00000000-0000-0000-0000-000000000000}"/>
          </ac:spMkLst>
        </pc:spChg>
        <pc:spChg chg="mod">
          <ac:chgData name="Yash Jadhav" userId="535c3d6d-72b8-4f77-8155-55f939173cf2" providerId="ADAL" clId="{F33F88E0-3380-47C4-AFDE-F1AC050ADA82}" dt="2026-01-25T16:09:53.393" v="10410" actId="790"/>
          <ac:spMkLst>
            <pc:docMk/>
            <pc:sldMk cId="3579770110" sldId="471"/>
            <ac:spMk id="14" creationId="{00000000-0000-0000-0000-000000000000}"/>
          </ac:spMkLst>
        </pc:spChg>
        <pc:spChg chg="mod">
          <ac:chgData name="Yash Jadhav" userId="535c3d6d-72b8-4f77-8155-55f939173cf2" providerId="ADAL" clId="{F33F88E0-3380-47C4-AFDE-F1AC050ADA82}" dt="2026-01-25T16:09:53.395" v="10411" actId="790"/>
          <ac:spMkLst>
            <pc:docMk/>
            <pc:sldMk cId="3579770110" sldId="471"/>
            <ac:spMk id="30" creationId="{45F8796E-3F04-E275-D62D-E3FA9DA05410}"/>
          </ac:spMkLst>
        </pc:spChg>
        <pc:spChg chg="mod">
          <ac:chgData name="Yash Jadhav" userId="535c3d6d-72b8-4f77-8155-55f939173cf2" providerId="ADAL" clId="{F33F88E0-3380-47C4-AFDE-F1AC050ADA82}" dt="2026-01-25T16:09:53.397" v="10412" actId="790"/>
          <ac:spMkLst>
            <pc:docMk/>
            <pc:sldMk cId="3579770110" sldId="471"/>
            <ac:spMk id="31" creationId="{E46C9055-3D75-22FC-42AF-F8651A9544FA}"/>
          </ac:spMkLst>
        </pc:spChg>
        <pc:spChg chg="mod">
          <ac:chgData name="Yash Jadhav" userId="535c3d6d-72b8-4f77-8155-55f939173cf2" providerId="ADAL" clId="{F33F88E0-3380-47C4-AFDE-F1AC050ADA82}" dt="2026-01-25T16:09:53.399" v="10413" actId="790"/>
          <ac:spMkLst>
            <pc:docMk/>
            <pc:sldMk cId="3579770110" sldId="471"/>
            <ac:spMk id="33" creationId="{529EBAD9-D4AD-77DE-D375-23E2EE97B9F1}"/>
          </ac:spMkLst>
        </pc:spChg>
        <pc:spChg chg="mod">
          <ac:chgData name="Yash Jadhav" userId="535c3d6d-72b8-4f77-8155-55f939173cf2" providerId="ADAL" clId="{F33F88E0-3380-47C4-AFDE-F1AC050ADA82}" dt="2026-01-25T16:09:53.401" v="10414" actId="790"/>
          <ac:spMkLst>
            <pc:docMk/>
            <pc:sldMk cId="3579770110" sldId="471"/>
            <ac:spMk id="34" creationId="{FEAFCA02-69A1-2A63-CF05-50B4D3EB1F38}"/>
          </ac:spMkLst>
        </pc:spChg>
        <pc:spChg chg="mod">
          <ac:chgData name="Yash Jadhav" userId="535c3d6d-72b8-4f77-8155-55f939173cf2" providerId="ADAL" clId="{F33F88E0-3380-47C4-AFDE-F1AC050ADA82}" dt="2026-01-25T16:09:53.403" v="10415" actId="790"/>
          <ac:spMkLst>
            <pc:docMk/>
            <pc:sldMk cId="3579770110" sldId="471"/>
            <ac:spMk id="35" creationId="{C7457723-8963-6D89-6A3F-5BE7BAD0FE72}"/>
          </ac:spMkLst>
        </pc:spChg>
        <pc:spChg chg="mod">
          <ac:chgData name="Yash Jadhav" userId="535c3d6d-72b8-4f77-8155-55f939173cf2" providerId="ADAL" clId="{F33F88E0-3380-47C4-AFDE-F1AC050ADA82}" dt="2026-01-25T16:09:53.405" v="10416" actId="790"/>
          <ac:spMkLst>
            <pc:docMk/>
            <pc:sldMk cId="3579770110" sldId="471"/>
            <ac:spMk id="36" creationId="{CCDA4016-3A13-F26B-247E-CA9B60DAB69A}"/>
          </ac:spMkLst>
        </pc:spChg>
      </pc:sldChg>
      <pc:sldChg chg="modSp add mod modNotes">
        <pc:chgData name="Yash Jadhav" userId="535c3d6d-72b8-4f77-8155-55f939173cf2" providerId="ADAL" clId="{F33F88E0-3380-47C4-AFDE-F1AC050ADA82}" dt="2026-01-25T16:09:54.905" v="10447" actId="20577"/>
        <pc:sldMkLst>
          <pc:docMk/>
          <pc:sldMk cId="297866478" sldId="472"/>
        </pc:sldMkLst>
        <pc:spChg chg="mod">
          <ac:chgData name="Yash Jadhav" userId="535c3d6d-72b8-4f77-8155-55f939173cf2" providerId="ADAL" clId="{F33F88E0-3380-47C4-AFDE-F1AC050ADA82}" dt="2026-01-25T16:09:54.821" v="10421" actId="790"/>
          <ac:spMkLst>
            <pc:docMk/>
            <pc:sldMk cId="297866478" sldId="472"/>
            <ac:spMk id="2" creationId="{00000000-0000-0000-0000-000000000000}"/>
          </ac:spMkLst>
        </pc:spChg>
        <pc:spChg chg="mod">
          <ac:chgData name="Yash Jadhav" userId="535c3d6d-72b8-4f77-8155-55f939173cf2" providerId="ADAL" clId="{F33F88E0-3380-47C4-AFDE-F1AC050ADA82}" dt="2026-01-25T16:09:54.823" v="10422" actId="790"/>
          <ac:spMkLst>
            <pc:docMk/>
            <pc:sldMk cId="297866478" sldId="472"/>
            <ac:spMk id="4" creationId="{00000000-0000-0000-0000-000000000000}"/>
          </ac:spMkLst>
        </pc:spChg>
        <pc:spChg chg="mod">
          <ac:chgData name="Yash Jadhav" userId="535c3d6d-72b8-4f77-8155-55f939173cf2" providerId="ADAL" clId="{F33F88E0-3380-47C4-AFDE-F1AC050ADA82}" dt="2026-01-25T16:09:54.826" v="10423" actId="790"/>
          <ac:spMkLst>
            <pc:docMk/>
            <pc:sldMk cId="297866478" sldId="472"/>
            <ac:spMk id="5" creationId="{00000000-0000-0000-0000-000000000000}"/>
          </ac:spMkLst>
        </pc:spChg>
        <pc:spChg chg="mod">
          <ac:chgData name="Yash Jadhav" userId="535c3d6d-72b8-4f77-8155-55f939173cf2" providerId="ADAL" clId="{F33F88E0-3380-47C4-AFDE-F1AC050ADA82}" dt="2026-01-25T16:09:54.828" v="10424" actId="790"/>
          <ac:spMkLst>
            <pc:docMk/>
            <pc:sldMk cId="297866478" sldId="472"/>
            <ac:spMk id="6" creationId="{00000000-0000-0000-0000-000000000000}"/>
          </ac:spMkLst>
        </pc:spChg>
        <pc:spChg chg="mod">
          <ac:chgData name="Yash Jadhav" userId="535c3d6d-72b8-4f77-8155-55f939173cf2" providerId="ADAL" clId="{F33F88E0-3380-47C4-AFDE-F1AC050ADA82}" dt="2026-01-25T16:09:54.830" v="10425" actId="790"/>
          <ac:spMkLst>
            <pc:docMk/>
            <pc:sldMk cId="297866478" sldId="472"/>
            <ac:spMk id="7" creationId="{00000000-0000-0000-0000-000000000000}"/>
          </ac:spMkLst>
        </pc:spChg>
        <pc:spChg chg="mod">
          <ac:chgData name="Yash Jadhav" userId="535c3d6d-72b8-4f77-8155-55f939173cf2" providerId="ADAL" clId="{F33F88E0-3380-47C4-AFDE-F1AC050ADA82}" dt="2026-01-25T16:09:54.833" v="10426" actId="790"/>
          <ac:spMkLst>
            <pc:docMk/>
            <pc:sldMk cId="297866478" sldId="472"/>
            <ac:spMk id="8" creationId="{00000000-0000-0000-0000-000000000000}"/>
          </ac:spMkLst>
        </pc:spChg>
        <pc:spChg chg="mod">
          <ac:chgData name="Yash Jadhav" userId="535c3d6d-72b8-4f77-8155-55f939173cf2" providerId="ADAL" clId="{F33F88E0-3380-47C4-AFDE-F1AC050ADA82}" dt="2026-01-25T16:09:54.835" v="10427" actId="790"/>
          <ac:spMkLst>
            <pc:docMk/>
            <pc:sldMk cId="297866478" sldId="472"/>
            <ac:spMk id="9" creationId="{00000000-0000-0000-0000-000000000000}"/>
          </ac:spMkLst>
        </pc:spChg>
        <pc:spChg chg="mod">
          <ac:chgData name="Yash Jadhav" userId="535c3d6d-72b8-4f77-8155-55f939173cf2" providerId="ADAL" clId="{F33F88E0-3380-47C4-AFDE-F1AC050ADA82}" dt="2026-01-25T16:09:54.837" v="10428" actId="790"/>
          <ac:spMkLst>
            <pc:docMk/>
            <pc:sldMk cId="297866478" sldId="472"/>
            <ac:spMk id="10" creationId="{00000000-0000-0000-0000-000000000000}"/>
          </ac:spMkLst>
        </pc:spChg>
        <pc:spChg chg="mod">
          <ac:chgData name="Yash Jadhav" userId="535c3d6d-72b8-4f77-8155-55f939173cf2" providerId="ADAL" clId="{F33F88E0-3380-47C4-AFDE-F1AC050ADA82}" dt="2026-01-25T16:09:54.839" v="10429" actId="790"/>
          <ac:spMkLst>
            <pc:docMk/>
            <pc:sldMk cId="297866478" sldId="472"/>
            <ac:spMk id="11" creationId="{00000000-0000-0000-0000-000000000000}"/>
          </ac:spMkLst>
        </pc:spChg>
        <pc:spChg chg="mod">
          <ac:chgData name="Yash Jadhav" userId="535c3d6d-72b8-4f77-8155-55f939173cf2" providerId="ADAL" clId="{F33F88E0-3380-47C4-AFDE-F1AC050ADA82}" dt="2026-01-25T16:09:54.841" v="10430" actId="790"/>
          <ac:spMkLst>
            <pc:docMk/>
            <pc:sldMk cId="297866478" sldId="472"/>
            <ac:spMk id="13" creationId="{00000000-0000-0000-0000-000000000000}"/>
          </ac:spMkLst>
        </pc:spChg>
        <pc:spChg chg="mod">
          <ac:chgData name="Yash Jadhav" userId="535c3d6d-72b8-4f77-8155-55f939173cf2" providerId="ADAL" clId="{F33F88E0-3380-47C4-AFDE-F1AC050ADA82}" dt="2026-01-25T16:09:54.849" v="10431" actId="790"/>
          <ac:spMkLst>
            <pc:docMk/>
            <pc:sldMk cId="297866478" sldId="472"/>
            <ac:spMk id="14" creationId="{00000000-0000-0000-0000-000000000000}"/>
          </ac:spMkLst>
        </pc:spChg>
        <pc:spChg chg="mod">
          <ac:chgData name="Yash Jadhav" userId="535c3d6d-72b8-4f77-8155-55f939173cf2" providerId="ADAL" clId="{F33F88E0-3380-47C4-AFDE-F1AC050ADA82}" dt="2026-01-25T16:09:54.851" v="10432" actId="790"/>
          <ac:spMkLst>
            <pc:docMk/>
            <pc:sldMk cId="297866478" sldId="472"/>
            <ac:spMk id="15" creationId="{00000000-0000-0000-0000-000000000000}"/>
          </ac:spMkLst>
        </pc:spChg>
        <pc:spChg chg="mod">
          <ac:chgData name="Yash Jadhav" userId="535c3d6d-72b8-4f77-8155-55f939173cf2" providerId="ADAL" clId="{F33F88E0-3380-47C4-AFDE-F1AC050ADA82}" dt="2026-01-25T16:09:54.859" v="10433" actId="790"/>
          <ac:spMkLst>
            <pc:docMk/>
            <pc:sldMk cId="297866478" sldId="472"/>
            <ac:spMk id="16" creationId="{00000000-0000-0000-0000-000000000000}"/>
          </ac:spMkLst>
        </pc:spChg>
        <pc:spChg chg="mod">
          <ac:chgData name="Yash Jadhav" userId="535c3d6d-72b8-4f77-8155-55f939173cf2" providerId="ADAL" clId="{F33F88E0-3380-47C4-AFDE-F1AC050ADA82}" dt="2026-01-25T16:09:54.860" v="10434" actId="790"/>
          <ac:spMkLst>
            <pc:docMk/>
            <pc:sldMk cId="297866478" sldId="472"/>
            <ac:spMk id="17" creationId="{00000000-0000-0000-0000-000000000000}"/>
          </ac:spMkLst>
        </pc:spChg>
        <pc:spChg chg="mod">
          <ac:chgData name="Yash Jadhav" userId="535c3d6d-72b8-4f77-8155-55f939173cf2" providerId="ADAL" clId="{F33F88E0-3380-47C4-AFDE-F1AC050ADA82}" dt="2026-01-25T16:09:54.870" v="10435" actId="790"/>
          <ac:spMkLst>
            <pc:docMk/>
            <pc:sldMk cId="297866478" sldId="472"/>
            <ac:spMk id="18" creationId="{00000000-0000-0000-0000-000000000000}"/>
          </ac:spMkLst>
        </pc:spChg>
        <pc:spChg chg="mod">
          <ac:chgData name="Yash Jadhav" userId="535c3d6d-72b8-4f77-8155-55f939173cf2" providerId="ADAL" clId="{F33F88E0-3380-47C4-AFDE-F1AC050ADA82}" dt="2026-01-25T16:09:54.872" v="10436" actId="790"/>
          <ac:spMkLst>
            <pc:docMk/>
            <pc:sldMk cId="297866478" sldId="472"/>
            <ac:spMk id="19" creationId="{00000000-0000-0000-0000-000000000000}"/>
          </ac:spMkLst>
        </pc:spChg>
        <pc:spChg chg="mod">
          <ac:chgData name="Yash Jadhav" userId="535c3d6d-72b8-4f77-8155-55f939173cf2" providerId="ADAL" clId="{F33F88E0-3380-47C4-AFDE-F1AC050ADA82}" dt="2026-01-25T16:09:54.876" v="10437" actId="790"/>
          <ac:spMkLst>
            <pc:docMk/>
            <pc:sldMk cId="297866478" sldId="472"/>
            <ac:spMk id="20" creationId="{00000000-0000-0000-0000-000000000000}"/>
          </ac:spMkLst>
        </pc:spChg>
        <pc:spChg chg="mod">
          <ac:chgData name="Yash Jadhav" userId="535c3d6d-72b8-4f77-8155-55f939173cf2" providerId="ADAL" clId="{F33F88E0-3380-47C4-AFDE-F1AC050ADA82}" dt="2026-01-25T16:09:54.879" v="10438" actId="790"/>
          <ac:spMkLst>
            <pc:docMk/>
            <pc:sldMk cId="297866478" sldId="472"/>
            <ac:spMk id="22" creationId="{00000000-0000-0000-0000-000000000000}"/>
          </ac:spMkLst>
        </pc:spChg>
        <pc:spChg chg="mod">
          <ac:chgData name="Yash Jadhav" userId="535c3d6d-72b8-4f77-8155-55f939173cf2" providerId="ADAL" clId="{F33F88E0-3380-47C4-AFDE-F1AC050ADA82}" dt="2026-01-25T16:09:54.884" v="10440" actId="790"/>
          <ac:spMkLst>
            <pc:docMk/>
            <pc:sldMk cId="297866478" sldId="472"/>
            <ac:spMk id="24" creationId="{00000000-0000-0000-0000-000000000000}"/>
          </ac:spMkLst>
        </pc:spChg>
        <pc:spChg chg="mod">
          <ac:chgData name="Yash Jadhav" userId="535c3d6d-72b8-4f77-8155-55f939173cf2" providerId="ADAL" clId="{F33F88E0-3380-47C4-AFDE-F1AC050ADA82}" dt="2026-01-25T16:09:54.886" v="10441" actId="790"/>
          <ac:spMkLst>
            <pc:docMk/>
            <pc:sldMk cId="297866478" sldId="472"/>
            <ac:spMk id="25" creationId="{00000000-0000-0000-0000-000000000000}"/>
          </ac:spMkLst>
        </pc:spChg>
        <pc:spChg chg="mod">
          <ac:chgData name="Yash Jadhav" userId="535c3d6d-72b8-4f77-8155-55f939173cf2" providerId="ADAL" clId="{F33F88E0-3380-47C4-AFDE-F1AC050ADA82}" dt="2026-01-25T16:09:54.889" v="10442" actId="790"/>
          <ac:spMkLst>
            <pc:docMk/>
            <pc:sldMk cId="297866478" sldId="472"/>
            <ac:spMk id="26" creationId="{00000000-0000-0000-0000-000000000000}"/>
          </ac:spMkLst>
        </pc:spChg>
        <pc:spChg chg="mod">
          <ac:chgData name="Yash Jadhav" userId="535c3d6d-72b8-4f77-8155-55f939173cf2" providerId="ADAL" clId="{F33F88E0-3380-47C4-AFDE-F1AC050ADA82}" dt="2026-01-25T16:09:54.892" v="10443" actId="790"/>
          <ac:spMkLst>
            <pc:docMk/>
            <pc:sldMk cId="297866478" sldId="472"/>
            <ac:spMk id="27" creationId="{00000000-0000-0000-0000-000000000000}"/>
          </ac:spMkLst>
        </pc:spChg>
        <pc:spChg chg="mod">
          <ac:chgData name="Yash Jadhav" userId="535c3d6d-72b8-4f77-8155-55f939173cf2" providerId="ADAL" clId="{F33F88E0-3380-47C4-AFDE-F1AC050ADA82}" dt="2026-01-25T16:09:54.881" v="10439" actId="790"/>
          <ac:spMkLst>
            <pc:docMk/>
            <pc:sldMk cId="297866478" sldId="472"/>
            <ac:spMk id="31" creationId="{00000000-0000-0000-0000-000000000000}"/>
          </ac:spMkLst>
        </pc:spChg>
        <pc:spChg chg="mod">
          <ac:chgData name="Yash Jadhav" userId="535c3d6d-72b8-4f77-8155-55f939173cf2" providerId="ADAL" clId="{F33F88E0-3380-47C4-AFDE-F1AC050ADA82}" dt="2026-01-25T16:09:54.895" v="10444" actId="790"/>
          <ac:spMkLst>
            <pc:docMk/>
            <pc:sldMk cId="297866478" sldId="472"/>
            <ac:spMk id="32" creationId="{00000000-0000-0000-0000-000000000000}"/>
          </ac:spMkLst>
        </pc:spChg>
      </pc:sldChg>
      <pc:sldChg chg="modSp add mod modNotes">
        <pc:chgData name="Yash Jadhav" userId="535c3d6d-72b8-4f77-8155-55f939173cf2" providerId="ADAL" clId="{F33F88E0-3380-47C4-AFDE-F1AC050ADA82}" dt="2026-01-25T16:09:59.292" v="10556" actId="20577"/>
        <pc:sldMkLst>
          <pc:docMk/>
          <pc:sldMk cId="4223192324" sldId="473"/>
        </pc:sldMkLst>
        <pc:spChg chg="mod">
          <ac:chgData name="Yash Jadhav" userId="535c3d6d-72b8-4f77-8155-55f939173cf2" providerId="ADAL" clId="{F33F88E0-3380-47C4-AFDE-F1AC050ADA82}" dt="2026-01-25T16:09:59.065" v="10462" actId="790"/>
          <ac:spMkLst>
            <pc:docMk/>
            <pc:sldMk cId="4223192324" sldId="473"/>
            <ac:spMk id="2" creationId="{00000000-0000-0000-0000-000000000000}"/>
          </ac:spMkLst>
        </pc:spChg>
        <pc:spChg chg="mod">
          <ac:chgData name="Yash Jadhav" userId="535c3d6d-72b8-4f77-8155-55f939173cf2" providerId="ADAL" clId="{F33F88E0-3380-47C4-AFDE-F1AC050ADA82}" dt="2026-01-25T16:09:59.109" v="10482" actId="790"/>
          <ac:spMkLst>
            <pc:docMk/>
            <pc:sldMk cId="4223192324" sldId="473"/>
            <ac:spMk id="287" creationId="{83682A7C-98FE-4C3C-9BCA-E411E021EB56}"/>
          </ac:spMkLst>
        </pc:spChg>
        <pc:spChg chg="mod">
          <ac:chgData name="Yash Jadhav" userId="535c3d6d-72b8-4f77-8155-55f939173cf2" providerId="ADAL" clId="{F33F88E0-3380-47C4-AFDE-F1AC050ADA82}" dt="2026-01-25T16:09:59.112" v="10483" actId="790"/>
          <ac:spMkLst>
            <pc:docMk/>
            <pc:sldMk cId="4223192324" sldId="473"/>
            <ac:spMk id="288" creationId="{B387C2A5-83D0-43CB-8186-DA6F56F69A30}"/>
          </ac:spMkLst>
        </pc:spChg>
        <pc:spChg chg="mod">
          <ac:chgData name="Yash Jadhav" userId="535c3d6d-72b8-4f77-8155-55f939173cf2" providerId="ADAL" clId="{F33F88E0-3380-47C4-AFDE-F1AC050ADA82}" dt="2026-01-25T16:09:59.103" v="10480" actId="790"/>
          <ac:spMkLst>
            <pc:docMk/>
            <pc:sldMk cId="4223192324" sldId="473"/>
            <ac:spMk id="289" creationId="{27F54A67-B914-4397-99C2-DC9958705ABD}"/>
          </ac:spMkLst>
        </pc:spChg>
        <pc:spChg chg="mod">
          <ac:chgData name="Yash Jadhav" userId="535c3d6d-72b8-4f77-8155-55f939173cf2" providerId="ADAL" clId="{F33F88E0-3380-47C4-AFDE-F1AC050ADA82}" dt="2026-01-25T16:09:59.105" v="10481" actId="790"/>
          <ac:spMkLst>
            <pc:docMk/>
            <pc:sldMk cId="4223192324" sldId="473"/>
            <ac:spMk id="290" creationId="{B757D1A4-5897-4BD9-905F-9DD56F99A185}"/>
          </ac:spMkLst>
        </pc:spChg>
        <pc:spChg chg="mod">
          <ac:chgData name="Yash Jadhav" userId="535c3d6d-72b8-4f77-8155-55f939173cf2" providerId="ADAL" clId="{F33F88E0-3380-47C4-AFDE-F1AC050ADA82}" dt="2026-01-25T16:09:59.098" v="10478" actId="790"/>
          <ac:spMkLst>
            <pc:docMk/>
            <pc:sldMk cId="4223192324" sldId="473"/>
            <ac:spMk id="291" creationId="{33D10AA4-0AD1-4A9C-8556-5BC93CEE4057}"/>
          </ac:spMkLst>
        </pc:spChg>
        <pc:spChg chg="mod">
          <ac:chgData name="Yash Jadhav" userId="535c3d6d-72b8-4f77-8155-55f939173cf2" providerId="ADAL" clId="{F33F88E0-3380-47C4-AFDE-F1AC050ADA82}" dt="2026-01-25T16:09:59.100" v="10479" actId="790"/>
          <ac:spMkLst>
            <pc:docMk/>
            <pc:sldMk cId="4223192324" sldId="473"/>
            <ac:spMk id="292" creationId="{D6835C55-4A90-4C84-A656-34456E3F1153}"/>
          </ac:spMkLst>
        </pc:spChg>
        <pc:spChg chg="mod">
          <ac:chgData name="Yash Jadhav" userId="535c3d6d-72b8-4f77-8155-55f939173cf2" providerId="ADAL" clId="{F33F88E0-3380-47C4-AFDE-F1AC050ADA82}" dt="2026-01-25T16:09:59.092" v="10476" actId="790"/>
          <ac:spMkLst>
            <pc:docMk/>
            <pc:sldMk cId="4223192324" sldId="473"/>
            <ac:spMk id="293" creationId="{FC7ACFDA-8C77-489F-BC02-EBEC23FDBF82}"/>
          </ac:spMkLst>
        </pc:spChg>
        <pc:spChg chg="mod">
          <ac:chgData name="Yash Jadhav" userId="535c3d6d-72b8-4f77-8155-55f939173cf2" providerId="ADAL" clId="{F33F88E0-3380-47C4-AFDE-F1AC050ADA82}" dt="2026-01-25T16:09:59.096" v="10477" actId="790"/>
          <ac:spMkLst>
            <pc:docMk/>
            <pc:sldMk cId="4223192324" sldId="473"/>
            <ac:spMk id="294" creationId="{AD9BA012-915E-4402-96E0-38DC3AE59FE3}"/>
          </ac:spMkLst>
        </pc:spChg>
        <pc:spChg chg="mod">
          <ac:chgData name="Yash Jadhav" userId="535c3d6d-72b8-4f77-8155-55f939173cf2" providerId="ADAL" clId="{F33F88E0-3380-47C4-AFDE-F1AC050ADA82}" dt="2026-01-25T16:09:59.088" v="10474" actId="790"/>
          <ac:spMkLst>
            <pc:docMk/>
            <pc:sldMk cId="4223192324" sldId="473"/>
            <ac:spMk id="295" creationId="{E384F1E4-A840-45F6-841C-CAFBA67B45F5}"/>
          </ac:spMkLst>
        </pc:spChg>
        <pc:spChg chg="mod">
          <ac:chgData name="Yash Jadhav" userId="535c3d6d-72b8-4f77-8155-55f939173cf2" providerId="ADAL" clId="{F33F88E0-3380-47C4-AFDE-F1AC050ADA82}" dt="2026-01-25T16:09:59.090" v="10475" actId="790"/>
          <ac:spMkLst>
            <pc:docMk/>
            <pc:sldMk cId="4223192324" sldId="473"/>
            <ac:spMk id="296" creationId="{0FC68C52-40A0-4B1F-A4AC-6EA2542ACC3B}"/>
          </ac:spMkLst>
        </pc:spChg>
        <pc:spChg chg="mod">
          <ac:chgData name="Yash Jadhav" userId="535c3d6d-72b8-4f77-8155-55f939173cf2" providerId="ADAL" clId="{F33F88E0-3380-47C4-AFDE-F1AC050ADA82}" dt="2026-01-25T16:09:59.084" v="10472" actId="790"/>
          <ac:spMkLst>
            <pc:docMk/>
            <pc:sldMk cId="4223192324" sldId="473"/>
            <ac:spMk id="297" creationId="{A5C837F1-388C-4011-8AF3-62016CEE7A39}"/>
          </ac:spMkLst>
        </pc:spChg>
        <pc:spChg chg="mod">
          <ac:chgData name="Yash Jadhav" userId="535c3d6d-72b8-4f77-8155-55f939173cf2" providerId="ADAL" clId="{F33F88E0-3380-47C4-AFDE-F1AC050ADA82}" dt="2026-01-25T16:09:59.086" v="10473" actId="790"/>
          <ac:spMkLst>
            <pc:docMk/>
            <pc:sldMk cId="4223192324" sldId="473"/>
            <ac:spMk id="298" creationId="{3C1CF8DC-A533-4343-892B-203D86D52CD2}"/>
          </ac:spMkLst>
        </pc:spChg>
        <pc:spChg chg="mod">
          <ac:chgData name="Yash Jadhav" userId="535c3d6d-72b8-4f77-8155-55f939173cf2" providerId="ADAL" clId="{F33F88E0-3380-47C4-AFDE-F1AC050ADA82}" dt="2026-01-25T16:09:59.081" v="10470" actId="790"/>
          <ac:spMkLst>
            <pc:docMk/>
            <pc:sldMk cId="4223192324" sldId="473"/>
            <ac:spMk id="299" creationId="{C2928A88-126E-4943-8C78-3B68F5292BB8}"/>
          </ac:spMkLst>
        </pc:spChg>
        <pc:spChg chg="mod">
          <ac:chgData name="Yash Jadhav" userId="535c3d6d-72b8-4f77-8155-55f939173cf2" providerId="ADAL" clId="{F33F88E0-3380-47C4-AFDE-F1AC050ADA82}" dt="2026-01-25T16:09:59.083" v="10471" actId="790"/>
          <ac:spMkLst>
            <pc:docMk/>
            <pc:sldMk cId="4223192324" sldId="473"/>
            <ac:spMk id="300" creationId="{D4515A3A-BA85-42EF-ABB5-42ED9B287567}"/>
          </ac:spMkLst>
        </pc:spChg>
        <pc:spChg chg="mod">
          <ac:chgData name="Yash Jadhav" userId="535c3d6d-72b8-4f77-8155-55f939173cf2" providerId="ADAL" clId="{F33F88E0-3380-47C4-AFDE-F1AC050ADA82}" dt="2026-01-25T16:09:59.077" v="10468" actId="790"/>
          <ac:spMkLst>
            <pc:docMk/>
            <pc:sldMk cId="4223192324" sldId="473"/>
            <ac:spMk id="301" creationId="{6723C328-14A7-49EF-B59E-6B55D4C50696}"/>
          </ac:spMkLst>
        </pc:spChg>
        <pc:spChg chg="mod">
          <ac:chgData name="Yash Jadhav" userId="535c3d6d-72b8-4f77-8155-55f939173cf2" providerId="ADAL" clId="{F33F88E0-3380-47C4-AFDE-F1AC050ADA82}" dt="2026-01-25T16:09:59.079" v="10469" actId="790"/>
          <ac:spMkLst>
            <pc:docMk/>
            <pc:sldMk cId="4223192324" sldId="473"/>
            <ac:spMk id="302" creationId="{38F810C1-B494-4457-94AC-38171F6D6C76}"/>
          </ac:spMkLst>
        </pc:spChg>
        <pc:spChg chg="mod">
          <ac:chgData name="Yash Jadhav" userId="535c3d6d-72b8-4f77-8155-55f939173cf2" providerId="ADAL" clId="{F33F88E0-3380-47C4-AFDE-F1AC050ADA82}" dt="2026-01-25T16:09:59.073" v="10466" actId="790"/>
          <ac:spMkLst>
            <pc:docMk/>
            <pc:sldMk cId="4223192324" sldId="473"/>
            <ac:spMk id="303" creationId="{41805AF5-D2AE-4F09-A4E4-21E014EE6B9B}"/>
          </ac:spMkLst>
        </pc:spChg>
        <pc:spChg chg="mod">
          <ac:chgData name="Yash Jadhav" userId="535c3d6d-72b8-4f77-8155-55f939173cf2" providerId="ADAL" clId="{F33F88E0-3380-47C4-AFDE-F1AC050ADA82}" dt="2026-01-25T16:09:59.075" v="10467" actId="790"/>
          <ac:spMkLst>
            <pc:docMk/>
            <pc:sldMk cId="4223192324" sldId="473"/>
            <ac:spMk id="304" creationId="{CA536E0A-8CFF-40B5-8A0E-78F485DB8DAE}"/>
          </ac:spMkLst>
        </pc:spChg>
        <pc:spChg chg="mod">
          <ac:chgData name="Yash Jadhav" userId="535c3d6d-72b8-4f77-8155-55f939173cf2" providerId="ADAL" clId="{F33F88E0-3380-47C4-AFDE-F1AC050ADA82}" dt="2026-01-25T16:09:59.070" v="10464" actId="790"/>
          <ac:spMkLst>
            <pc:docMk/>
            <pc:sldMk cId="4223192324" sldId="473"/>
            <ac:spMk id="305" creationId="{117B5456-F24B-4837-B90F-811764AFD821}"/>
          </ac:spMkLst>
        </pc:spChg>
        <pc:spChg chg="mod">
          <ac:chgData name="Yash Jadhav" userId="535c3d6d-72b8-4f77-8155-55f939173cf2" providerId="ADAL" clId="{F33F88E0-3380-47C4-AFDE-F1AC050ADA82}" dt="2026-01-25T16:09:59.071" v="10465" actId="790"/>
          <ac:spMkLst>
            <pc:docMk/>
            <pc:sldMk cId="4223192324" sldId="473"/>
            <ac:spMk id="306" creationId="{47BD06AE-B536-4D29-B191-A72C9641232C}"/>
          </ac:spMkLst>
        </pc:spChg>
        <pc:spChg chg="mod">
          <ac:chgData name="Yash Jadhav" userId="535c3d6d-72b8-4f77-8155-55f939173cf2" providerId="ADAL" clId="{F33F88E0-3380-47C4-AFDE-F1AC050ADA82}" dt="2026-01-25T16:09:59.152" v="10502" actId="790"/>
          <ac:spMkLst>
            <pc:docMk/>
            <pc:sldMk cId="4223192324" sldId="473"/>
            <ac:spMk id="318" creationId="{B6D05FA2-D7E4-4759-BCEE-983A53317679}"/>
          </ac:spMkLst>
        </pc:spChg>
        <pc:spChg chg="mod">
          <ac:chgData name="Yash Jadhav" userId="535c3d6d-72b8-4f77-8155-55f939173cf2" providerId="ADAL" clId="{F33F88E0-3380-47C4-AFDE-F1AC050ADA82}" dt="2026-01-25T16:09:59.154" v="10503" actId="790"/>
          <ac:spMkLst>
            <pc:docMk/>
            <pc:sldMk cId="4223192324" sldId="473"/>
            <ac:spMk id="319" creationId="{2A7E4827-CCB9-449E-8453-729518DC5CA9}"/>
          </ac:spMkLst>
        </pc:spChg>
        <pc:spChg chg="mod">
          <ac:chgData name="Yash Jadhav" userId="535c3d6d-72b8-4f77-8155-55f939173cf2" providerId="ADAL" clId="{F33F88E0-3380-47C4-AFDE-F1AC050ADA82}" dt="2026-01-25T16:09:59.147" v="10500" actId="790"/>
          <ac:spMkLst>
            <pc:docMk/>
            <pc:sldMk cId="4223192324" sldId="473"/>
            <ac:spMk id="320" creationId="{6ED1419C-C32B-4891-B5D6-B8F3A57927DB}"/>
          </ac:spMkLst>
        </pc:spChg>
        <pc:spChg chg="mod">
          <ac:chgData name="Yash Jadhav" userId="535c3d6d-72b8-4f77-8155-55f939173cf2" providerId="ADAL" clId="{F33F88E0-3380-47C4-AFDE-F1AC050ADA82}" dt="2026-01-25T16:09:59.150" v="10501" actId="790"/>
          <ac:spMkLst>
            <pc:docMk/>
            <pc:sldMk cId="4223192324" sldId="473"/>
            <ac:spMk id="321" creationId="{DDB8E6FC-F4C6-4F00-A84E-6CE51ED09E24}"/>
          </ac:spMkLst>
        </pc:spChg>
        <pc:spChg chg="mod">
          <ac:chgData name="Yash Jadhav" userId="535c3d6d-72b8-4f77-8155-55f939173cf2" providerId="ADAL" clId="{F33F88E0-3380-47C4-AFDE-F1AC050ADA82}" dt="2026-01-25T16:09:59.143" v="10498" actId="790"/>
          <ac:spMkLst>
            <pc:docMk/>
            <pc:sldMk cId="4223192324" sldId="473"/>
            <ac:spMk id="322" creationId="{3F5C649E-C8A7-43EE-B13F-C9D6D40C00EA}"/>
          </ac:spMkLst>
        </pc:spChg>
        <pc:spChg chg="mod">
          <ac:chgData name="Yash Jadhav" userId="535c3d6d-72b8-4f77-8155-55f939173cf2" providerId="ADAL" clId="{F33F88E0-3380-47C4-AFDE-F1AC050ADA82}" dt="2026-01-25T16:09:59.145" v="10499" actId="790"/>
          <ac:spMkLst>
            <pc:docMk/>
            <pc:sldMk cId="4223192324" sldId="473"/>
            <ac:spMk id="323" creationId="{38C60E27-E418-405A-A3BB-ACFBD09E7A67}"/>
          </ac:spMkLst>
        </pc:spChg>
        <pc:spChg chg="mod">
          <ac:chgData name="Yash Jadhav" userId="535c3d6d-72b8-4f77-8155-55f939173cf2" providerId="ADAL" clId="{F33F88E0-3380-47C4-AFDE-F1AC050ADA82}" dt="2026-01-25T16:09:59.140" v="10496" actId="790"/>
          <ac:spMkLst>
            <pc:docMk/>
            <pc:sldMk cId="4223192324" sldId="473"/>
            <ac:spMk id="324" creationId="{50B102B2-F9A3-44C0-8740-744FC50FD0AA}"/>
          </ac:spMkLst>
        </pc:spChg>
        <pc:spChg chg="mod">
          <ac:chgData name="Yash Jadhav" userId="535c3d6d-72b8-4f77-8155-55f939173cf2" providerId="ADAL" clId="{F33F88E0-3380-47C4-AFDE-F1AC050ADA82}" dt="2026-01-25T16:09:59.141" v="10497" actId="790"/>
          <ac:spMkLst>
            <pc:docMk/>
            <pc:sldMk cId="4223192324" sldId="473"/>
            <ac:spMk id="325" creationId="{CFC9065A-0492-4E6F-988A-6F056F31A38E}"/>
          </ac:spMkLst>
        </pc:spChg>
        <pc:spChg chg="mod">
          <ac:chgData name="Yash Jadhav" userId="535c3d6d-72b8-4f77-8155-55f939173cf2" providerId="ADAL" clId="{F33F88E0-3380-47C4-AFDE-F1AC050ADA82}" dt="2026-01-25T16:09:59.136" v="10494" actId="790"/>
          <ac:spMkLst>
            <pc:docMk/>
            <pc:sldMk cId="4223192324" sldId="473"/>
            <ac:spMk id="326" creationId="{1451F4BB-2290-467A-8E70-137152F0B571}"/>
          </ac:spMkLst>
        </pc:spChg>
        <pc:spChg chg="mod">
          <ac:chgData name="Yash Jadhav" userId="535c3d6d-72b8-4f77-8155-55f939173cf2" providerId="ADAL" clId="{F33F88E0-3380-47C4-AFDE-F1AC050ADA82}" dt="2026-01-25T16:09:59.138" v="10495" actId="790"/>
          <ac:spMkLst>
            <pc:docMk/>
            <pc:sldMk cId="4223192324" sldId="473"/>
            <ac:spMk id="327" creationId="{98B57F18-D29F-4E14-A151-94956EE86138}"/>
          </ac:spMkLst>
        </pc:spChg>
        <pc:spChg chg="mod">
          <ac:chgData name="Yash Jadhav" userId="535c3d6d-72b8-4f77-8155-55f939173cf2" providerId="ADAL" clId="{F33F88E0-3380-47C4-AFDE-F1AC050ADA82}" dt="2026-01-25T16:09:59.131" v="10492" actId="790"/>
          <ac:spMkLst>
            <pc:docMk/>
            <pc:sldMk cId="4223192324" sldId="473"/>
            <ac:spMk id="328" creationId="{372F1831-2FA5-4C06-9001-E3B3137023F9}"/>
          </ac:spMkLst>
        </pc:spChg>
        <pc:spChg chg="mod">
          <ac:chgData name="Yash Jadhav" userId="535c3d6d-72b8-4f77-8155-55f939173cf2" providerId="ADAL" clId="{F33F88E0-3380-47C4-AFDE-F1AC050ADA82}" dt="2026-01-25T16:09:59.134" v="10493" actId="790"/>
          <ac:spMkLst>
            <pc:docMk/>
            <pc:sldMk cId="4223192324" sldId="473"/>
            <ac:spMk id="329" creationId="{47850C95-22EC-41D3-A2DE-26E0B29579E2}"/>
          </ac:spMkLst>
        </pc:spChg>
        <pc:spChg chg="mod">
          <ac:chgData name="Yash Jadhav" userId="535c3d6d-72b8-4f77-8155-55f939173cf2" providerId="ADAL" clId="{F33F88E0-3380-47C4-AFDE-F1AC050ADA82}" dt="2026-01-25T16:09:59.128" v="10490" actId="790"/>
          <ac:spMkLst>
            <pc:docMk/>
            <pc:sldMk cId="4223192324" sldId="473"/>
            <ac:spMk id="330" creationId="{A3C23336-ECE4-4288-84D4-E96CD4FA5B42}"/>
          </ac:spMkLst>
        </pc:spChg>
        <pc:spChg chg="mod">
          <ac:chgData name="Yash Jadhav" userId="535c3d6d-72b8-4f77-8155-55f939173cf2" providerId="ADAL" clId="{F33F88E0-3380-47C4-AFDE-F1AC050ADA82}" dt="2026-01-25T16:09:59.130" v="10491" actId="790"/>
          <ac:spMkLst>
            <pc:docMk/>
            <pc:sldMk cId="4223192324" sldId="473"/>
            <ac:spMk id="331" creationId="{8E2D998E-F51C-41F6-A6F9-5D098427B511}"/>
          </ac:spMkLst>
        </pc:spChg>
        <pc:spChg chg="mod">
          <ac:chgData name="Yash Jadhav" userId="535c3d6d-72b8-4f77-8155-55f939173cf2" providerId="ADAL" clId="{F33F88E0-3380-47C4-AFDE-F1AC050ADA82}" dt="2026-01-25T16:09:59.124" v="10488" actId="790"/>
          <ac:spMkLst>
            <pc:docMk/>
            <pc:sldMk cId="4223192324" sldId="473"/>
            <ac:spMk id="332" creationId="{364F7903-35A0-4742-AE41-7CEA76ED6105}"/>
          </ac:spMkLst>
        </pc:spChg>
        <pc:spChg chg="mod">
          <ac:chgData name="Yash Jadhav" userId="535c3d6d-72b8-4f77-8155-55f939173cf2" providerId="ADAL" clId="{F33F88E0-3380-47C4-AFDE-F1AC050ADA82}" dt="2026-01-25T16:09:59.125" v="10489" actId="790"/>
          <ac:spMkLst>
            <pc:docMk/>
            <pc:sldMk cId="4223192324" sldId="473"/>
            <ac:spMk id="333" creationId="{723F3FBE-E50A-48F9-90B8-8CA1926A11FE}"/>
          </ac:spMkLst>
        </pc:spChg>
        <pc:spChg chg="mod">
          <ac:chgData name="Yash Jadhav" userId="535c3d6d-72b8-4f77-8155-55f939173cf2" providerId="ADAL" clId="{F33F88E0-3380-47C4-AFDE-F1AC050ADA82}" dt="2026-01-25T16:09:59.119" v="10486" actId="790"/>
          <ac:spMkLst>
            <pc:docMk/>
            <pc:sldMk cId="4223192324" sldId="473"/>
            <ac:spMk id="334" creationId="{1F65A328-2996-4E54-AF91-9794DFAAE8B6}"/>
          </ac:spMkLst>
        </pc:spChg>
        <pc:spChg chg="mod">
          <ac:chgData name="Yash Jadhav" userId="535c3d6d-72b8-4f77-8155-55f939173cf2" providerId="ADAL" clId="{F33F88E0-3380-47C4-AFDE-F1AC050ADA82}" dt="2026-01-25T16:09:59.122" v="10487" actId="790"/>
          <ac:spMkLst>
            <pc:docMk/>
            <pc:sldMk cId="4223192324" sldId="473"/>
            <ac:spMk id="335" creationId="{6EC82BCD-3F21-49B9-AB9F-459BEF5D3104}"/>
          </ac:spMkLst>
        </pc:spChg>
        <pc:spChg chg="mod">
          <ac:chgData name="Yash Jadhav" userId="535c3d6d-72b8-4f77-8155-55f939173cf2" providerId="ADAL" clId="{F33F88E0-3380-47C4-AFDE-F1AC050ADA82}" dt="2026-01-25T16:09:59.115" v="10484" actId="790"/>
          <ac:spMkLst>
            <pc:docMk/>
            <pc:sldMk cId="4223192324" sldId="473"/>
            <ac:spMk id="336" creationId="{38CA0D0C-CD3A-4BA5-99FD-5DA04DF0CA37}"/>
          </ac:spMkLst>
        </pc:spChg>
        <pc:spChg chg="mod">
          <ac:chgData name="Yash Jadhav" userId="535c3d6d-72b8-4f77-8155-55f939173cf2" providerId="ADAL" clId="{F33F88E0-3380-47C4-AFDE-F1AC050ADA82}" dt="2026-01-25T16:09:59.118" v="10485" actId="790"/>
          <ac:spMkLst>
            <pc:docMk/>
            <pc:sldMk cId="4223192324" sldId="473"/>
            <ac:spMk id="337" creationId="{21D33587-1327-4E9A-897D-E84BBD237ADC}"/>
          </ac:spMkLst>
        </pc:spChg>
        <pc:spChg chg="mod">
          <ac:chgData name="Yash Jadhav" userId="535c3d6d-72b8-4f77-8155-55f939173cf2" providerId="ADAL" clId="{F33F88E0-3380-47C4-AFDE-F1AC050ADA82}" dt="2026-01-25T16:09:59.239" v="10542" actId="790"/>
          <ac:spMkLst>
            <pc:docMk/>
            <pc:sldMk cId="4223192324" sldId="473"/>
            <ac:spMk id="349" creationId="{4F602775-4A36-4F21-A5E8-A71F1566593C}"/>
          </ac:spMkLst>
        </pc:spChg>
        <pc:spChg chg="mod">
          <ac:chgData name="Yash Jadhav" userId="535c3d6d-72b8-4f77-8155-55f939173cf2" providerId="ADAL" clId="{F33F88E0-3380-47C4-AFDE-F1AC050ADA82}" dt="2026-01-25T16:09:59.241" v="10543" actId="790"/>
          <ac:spMkLst>
            <pc:docMk/>
            <pc:sldMk cId="4223192324" sldId="473"/>
            <ac:spMk id="350" creationId="{97ED4A89-5F89-4B23-8565-81C9B83DF45C}"/>
          </ac:spMkLst>
        </pc:spChg>
        <pc:spChg chg="mod">
          <ac:chgData name="Yash Jadhav" userId="535c3d6d-72b8-4f77-8155-55f939173cf2" providerId="ADAL" clId="{F33F88E0-3380-47C4-AFDE-F1AC050ADA82}" dt="2026-01-25T16:09:59.234" v="10540" actId="790"/>
          <ac:spMkLst>
            <pc:docMk/>
            <pc:sldMk cId="4223192324" sldId="473"/>
            <ac:spMk id="351" creationId="{7A64CBB2-64C5-42A7-BB81-EF8CBD5FB280}"/>
          </ac:spMkLst>
        </pc:spChg>
        <pc:spChg chg="mod">
          <ac:chgData name="Yash Jadhav" userId="535c3d6d-72b8-4f77-8155-55f939173cf2" providerId="ADAL" clId="{F33F88E0-3380-47C4-AFDE-F1AC050ADA82}" dt="2026-01-25T16:09:59.237" v="10541" actId="790"/>
          <ac:spMkLst>
            <pc:docMk/>
            <pc:sldMk cId="4223192324" sldId="473"/>
            <ac:spMk id="352" creationId="{F0D1D5F6-1F0C-4D7C-91B6-D248DA099B1D}"/>
          </ac:spMkLst>
        </pc:spChg>
        <pc:spChg chg="mod">
          <ac:chgData name="Yash Jadhav" userId="535c3d6d-72b8-4f77-8155-55f939173cf2" providerId="ADAL" clId="{F33F88E0-3380-47C4-AFDE-F1AC050ADA82}" dt="2026-01-25T16:09:59.225" v="10538" actId="790"/>
          <ac:spMkLst>
            <pc:docMk/>
            <pc:sldMk cId="4223192324" sldId="473"/>
            <ac:spMk id="353" creationId="{EEA3BDD4-7803-4F73-86F9-7AA08DEAA866}"/>
          </ac:spMkLst>
        </pc:spChg>
        <pc:spChg chg="mod">
          <ac:chgData name="Yash Jadhav" userId="535c3d6d-72b8-4f77-8155-55f939173cf2" providerId="ADAL" clId="{F33F88E0-3380-47C4-AFDE-F1AC050ADA82}" dt="2026-01-25T16:09:59.230" v="10539" actId="790"/>
          <ac:spMkLst>
            <pc:docMk/>
            <pc:sldMk cId="4223192324" sldId="473"/>
            <ac:spMk id="354" creationId="{D180EE5F-0AB1-4899-BD95-3BBE5227E1C9}"/>
          </ac:spMkLst>
        </pc:spChg>
        <pc:spChg chg="mod">
          <ac:chgData name="Yash Jadhav" userId="535c3d6d-72b8-4f77-8155-55f939173cf2" providerId="ADAL" clId="{F33F88E0-3380-47C4-AFDE-F1AC050ADA82}" dt="2026-01-25T16:09:59.219" v="10536" actId="790"/>
          <ac:spMkLst>
            <pc:docMk/>
            <pc:sldMk cId="4223192324" sldId="473"/>
            <ac:spMk id="355" creationId="{8C2DAF63-698A-478F-9453-994FB5A013E7}"/>
          </ac:spMkLst>
        </pc:spChg>
        <pc:spChg chg="mod">
          <ac:chgData name="Yash Jadhav" userId="535c3d6d-72b8-4f77-8155-55f939173cf2" providerId="ADAL" clId="{F33F88E0-3380-47C4-AFDE-F1AC050ADA82}" dt="2026-01-25T16:09:59.222" v="10537" actId="790"/>
          <ac:spMkLst>
            <pc:docMk/>
            <pc:sldMk cId="4223192324" sldId="473"/>
            <ac:spMk id="356" creationId="{8E6DCD04-D3F8-42CB-BDDB-4E2EFBDB2122}"/>
          </ac:spMkLst>
        </pc:spChg>
        <pc:spChg chg="mod">
          <ac:chgData name="Yash Jadhav" userId="535c3d6d-72b8-4f77-8155-55f939173cf2" providerId="ADAL" clId="{F33F88E0-3380-47C4-AFDE-F1AC050ADA82}" dt="2026-01-25T16:09:59.215" v="10534" actId="790"/>
          <ac:spMkLst>
            <pc:docMk/>
            <pc:sldMk cId="4223192324" sldId="473"/>
            <ac:spMk id="357" creationId="{DE2BD82F-6E36-4F11-8548-66963980926B}"/>
          </ac:spMkLst>
        </pc:spChg>
        <pc:spChg chg="mod">
          <ac:chgData name="Yash Jadhav" userId="535c3d6d-72b8-4f77-8155-55f939173cf2" providerId="ADAL" clId="{F33F88E0-3380-47C4-AFDE-F1AC050ADA82}" dt="2026-01-25T16:09:59.217" v="10535" actId="790"/>
          <ac:spMkLst>
            <pc:docMk/>
            <pc:sldMk cId="4223192324" sldId="473"/>
            <ac:spMk id="358" creationId="{E22E23D8-32B1-4C61-A02B-750C35681E4D}"/>
          </ac:spMkLst>
        </pc:spChg>
        <pc:spChg chg="mod">
          <ac:chgData name="Yash Jadhav" userId="535c3d6d-72b8-4f77-8155-55f939173cf2" providerId="ADAL" clId="{F33F88E0-3380-47C4-AFDE-F1AC050ADA82}" dt="2026-01-25T16:09:59.210" v="10532" actId="790"/>
          <ac:spMkLst>
            <pc:docMk/>
            <pc:sldMk cId="4223192324" sldId="473"/>
            <ac:spMk id="359" creationId="{137A5E44-F054-4D58-BFAC-9F88F0959689}"/>
          </ac:spMkLst>
        </pc:spChg>
        <pc:spChg chg="mod">
          <ac:chgData name="Yash Jadhav" userId="535c3d6d-72b8-4f77-8155-55f939173cf2" providerId="ADAL" clId="{F33F88E0-3380-47C4-AFDE-F1AC050ADA82}" dt="2026-01-25T16:09:59.212" v="10533" actId="790"/>
          <ac:spMkLst>
            <pc:docMk/>
            <pc:sldMk cId="4223192324" sldId="473"/>
            <ac:spMk id="360" creationId="{994A4A77-452B-4D24-AF67-A2EE42A24772}"/>
          </ac:spMkLst>
        </pc:spChg>
        <pc:spChg chg="mod">
          <ac:chgData name="Yash Jadhav" userId="535c3d6d-72b8-4f77-8155-55f939173cf2" providerId="ADAL" clId="{F33F88E0-3380-47C4-AFDE-F1AC050ADA82}" dt="2026-01-25T16:09:59.206" v="10530" actId="790"/>
          <ac:spMkLst>
            <pc:docMk/>
            <pc:sldMk cId="4223192324" sldId="473"/>
            <ac:spMk id="361" creationId="{6DBF2ECB-E9FB-4D50-9477-C0DF8741BF46}"/>
          </ac:spMkLst>
        </pc:spChg>
        <pc:spChg chg="mod">
          <ac:chgData name="Yash Jadhav" userId="535c3d6d-72b8-4f77-8155-55f939173cf2" providerId="ADAL" clId="{F33F88E0-3380-47C4-AFDE-F1AC050ADA82}" dt="2026-01-25T16:09:59.208" v="10531" actId="790"/>
          <ac:spMkLst>
            <pc:docMk/>
            <pc:sldMk cId="4223192324" sldId="473"/>
            <ac:spMk id="362" creationId="{D56B2D58-2EA1-4D45-AE9C-C0FA29CA1885}"/>
          </ac:spMkLst>
        </pc:spChg>
        <pc:spChg chg="mod">
          <ac:chgData name="Yash Jadhav" userId="535c3d6d-72b8-4f77-8155-55f939173cf2" providerId="ADAL" clId="{F33F88E0-3380-47C4-AFDE-F1AC050ADA82}" dt="2026-01-25T16:09:59.203" v="10528" actId="790"/>
          <ac:spMkLst>
            <pc:docMk/>
            <pc:sldMk cId="4223192324" sldId="473"/>
            <ac:spMk id="363" creationId="{62F77AB6-62FC-41BA-9711-C9EBA9C88B6B}"/>
          </ac:spMkLst>
        </pc:spChg>
        <pc:spChg chg="mod">
          <ac:chgData name="Yash Jadhav" userId="535c3d6d-72b8-4f77-8155-55f939173cf2" providerId="ADAL" clId="{F33F88E0-3380-47C4-AFDE-F1AC050ADA82}" dt="2026-01-25T16:09:59.205" v="10529" actId="790"/>
          <ac:spMkLst>
            <pc:docMk/>
            <pc:sldMk cId="4223192324" sldId="473"/>
            <ac:spMk id="364" creationId="{E58E62CD-08A5-45BA-912E-FFAC10B0FD0F}"/>
          </ac:spMkLst>
        </pc:spChg>
        <pc:spChg chg="mod">
          <ac:chgData name="Yash Jadhav" userId="535c3d6d-72b8-4f77-8155-55f939173cf2" providerId="ADAL" clId="{F33F88E0-3380-47C4-AFDE-F1AC050ADA82}" dt="2026-01-25T16:09:59.199" v="10526" actId="790"/>
          <ac:spMkLst>
            <pc:docMk/>
            <pc:sldMk cId="4223192324" sldId="473"/>
            <ac:spMk id="365" creationId="{B92FE3F5-291B-44F5-B9FA-674D5E5DBEC3}"/>
          </ac:spMkLst>
        </pc:spChg>
        <pc:spChg chg="mod">
          <ac:chgData name="Yash Jadhav" userId="535c3d6d-72b8-4f77-8155-55f939173cf2" providerId="ADAL" clId="{F33F88E0-3380-47C4-AFDE-F1AC050ADA82}" dt="2026-01-25T16:09:59.201" v="10527" actId="790"/>
          <ac:spMkLst>
            <pc:docMk/>
            <pc:sldMk cId="4223192324" sldId="473"/>
            <ac:spMk id="366" creationId="{918BDCF4-05EE-4DF3-8783-F1C1161E2B08}"/>
          </ac:spMkLst>
        </pc:spChg>
        <pc:spChg chg="mod">
          <ac:chgData name="Yash Jadhav" userId="535c3d6d-72b8-4f77-8155-55f939173cf2" providerId="ADAL" clId="{F33F88E0-3380-47C4-AFDE-F1AC050ADA82}" dt="2026-01-25T16:09:59.194" v="10524" actId="790"/>
          <ac:spMkLst>
            <pc:docMk/>
            <pc:sldMk cId="4223192324" sldId="473"/>
            <ac:spMk id="367" creationId="{C031D2BE-C332-414C-A6E1-D2E5E8672864}"/>
          </ac:spMkLst>
        </pc:spChg>
        <pc:spChg chg="mod">
          <ac:chgData name="Yash Jadhav" userId="535c3d6d-72b8-4f77-8155-55f939173cf2" providerId="ADAL" clId="{F33F88E0-3380-47C4-AFDE-F1AC050ADA82}" dt="2026-01-25T16:09:59.196" v="10525" actId="790"/>
          <ac:spMkLst>
            <pc:docMk/>
            <pc:sldMk cId="4223192324" sldId="473"/>
            <ac:spMk id="368" creationId="{7B796E54-7C52-44A6-88D6-82711B1B7D9B}"/>
          </ac:spMkLst>
        </pc:spChg>
        <pc:spChg chg="mod">
          <ac:chgData name="Yash Jadhav" userId="535c3d6d-72b8-4f77-8155-55f939173cf2" providerId="ADAL" clId="{F33F88E0-3380-47C4-AFDE-F1AC050ADA82}" dt="2026-01-25T16:09:59.191" v="10522" actId="790"/>
          <ac:spMkLst>
            <pc:docMk/>
            <pc:sldMk cId="4223192324" sldId="473"/>
            <ac:spMk id="380" creationId="{4E0F4C2F-851D-4E7F-965E-C54B4BB0FD6D}"/>
          </ac:spMkLst>
        </pc:spChg>
        <pc:spChg chg="mod">
          <ac:chgData name="Yash Jadhav" userId="535c3d6d-72b8-4f77-8155-55f939173cf2" providerId="ADAL" clId="{F33F88E0-3380-47C4-AFDE-F1AC050ADA82}" dt="2026-01-25T16:09:59.193" v="10523" actId="790"/>
          <ac:spMkLst>
            <pc:docMk/>
            <pc:sldMk cId="4223192324" sldId="473"/>
            <ac:spMk id="381" creationId="{019DF50E-A58C-4B39-99C8-9E1394067429}"/>
          </ac:spMkLst>
        </pc:spChg>
        <pc:spChg chg="mod">
          <ac:chgData name="Yash Jadhav" userId="535c3d6d-72b8-4f77-8155-55f939173cf2" providerId="ADAL" clId="{F33F88E0-3380-47C4-AFDE-F1AC050ADA82}" dt="2026-01-25T16:09:59.188" v="10520" actId="790"/>
          <ac:spMkLst>
            <pc:docMk/>
            <pc:sldMk cId="4223192324" sldId="473"/>
            <ac:spMk id="382" creationId="{B4CE8A07-3654-41E1-A804-082E5283D837}"/>
          </ac:spMkLst>
        </pc:spChg>
        <pc:spChg chg="mod">
          <ac:chgData name="Yash Jadhav" userId="535c3d6d-72b8-4f77-8155-55f939173cf2" providerId="ADAL" clId="{F33F88E0-3380-47C4-AFDE-F1AC050ADA82}" dt="2026-01-25T16:09:59.189" v="10521" actId="790"/>
          <ac:spMkLst>
            <pc:docMk/>
            <pc:sldMk cId="4223192324" sldId="473"/>
            <ac:spMk id="383" creationId="{2973AF0C-3141-4A83-84D6-194CF6BAD222}"/>
          </ac:spMkLst>
        </pc:spChg>
        <pc:spChg chg="mod">
          <ac:chgData name="Yash Jadhav" userId="535c3d6d-72b8-4f77-8155-55f939173cf2" providerId="ADAL" clId="{F33F88E0-3380-47C4-AFDE-F1AC050ADA82}" dt="2026-01-25T16:09:59.185" v="10518" actId="790"/>
          <ac:spMkLst>
            <pc:docMk/>
            <pc:sldMk cId="4223192324" sldId="473"/>
            <ac:spMk id="384" creationId="{8F224CE4-A3FD-4D34-9D27-FEB1FD7DE98E}"/>
          </ac:spMkLst>
        </pc:spChg>
        <pc:spChg chg="mod">
          <ac:chgData name="Yash Jadhav" userId="535c3d6d-72b8-4f77-8155-55f939173cf2" providerId="ADAL" clId="{F33F88E0-3380-47C4-AFDE-F1AC050ADA82}" dt="2026-01-25T16:09:59.186" v="10519" actId="790"/>
          <ac:spMkLst>
            <pc:docMk/>
            <pc:sldMk cId="4223192324" sldId="473"/>
            <ac:spMk id="385" creationId="{F18CA476-C056-4E9B-B243-2EC21EB657D3}"/>
          </ac:spMkLst>
        </pc:spChg>
        <pc:spChg chg="mod">
          <ac:chgData name="Yash Jadhav" userId="535c3d6d-72b8-4f77-8155-55f939173cf2" providerId="ADAL" clId="{F33F88E0-3380-47C4-AFDE-F1AC050ADA82}" dt="2026-01-25T16:09:59.181" v="10516" actId="790"/>
          <ac:spMkLst>
            <pc:docMk/>
            <pc:sldMk cId="4223192324" sldId="473"/>
            <ac:spMk id="386" creationId="{83E30B69-29A6-4455-A7FD-EECCAABC3BE9}"/>
          </ac:spMkLst>
        </pc:spChg>
        <pc:spChg chg="mod">
          <ac:chgData name="Yash Jadhav" userId="535c3d6d-72b8-4f77-8155-55f939173cf2" providerId="ADAL" clId="{F33F88E0-3380-47C4-AFDE-F1AC050ADA82}" dt="2026-01-25T16:09:59.183" v="10517" actId="790"/>
          <ac:spMkLst>
            <pc:docMk/>
            <pc:sldMk cId="4223192324" sldId="473"/>
            <ac:spMk id="387" creationId="{C23F15E7-8891-4547-9113-220C3E639917}"/>
          </ac:spMkLst>
        </pc:spChg>
        <pc:spChg chg="mod">
          <ac:chgData name="Yash Jadhav" userId="535c3d6d-72b8-4f77-8155-55f939173cf2" providerId="ADAL" clId="{F33F88E0-3380-47C4-AFDE-F1AC050ADA82}" dt="2026-01-25T16:09:59.177" v="10514" actId="790"/>
          <ac:spMkLst>
            <pc:docMk/>
            <pc:sldMk cId="4223192324" sldId="473"/>
            <ac:spMk id="388" creationId="{7ADCF90C-3F55-4FC6-9419-009096A98DEA}"/>
          </ac:spMkLst>
        </pc:spChg>
        <pc:spChg chg="mod">
          <ac:chgData name="Yash Jadhav" userId="535c3d6d-72b8-4f77-8155-55f939173cf2" providerId="ADAL" clId="{F33F88E0-3380-47C4-AFDE-F1AC050ADA82}" dt="2026-01-25T16:09:59.179" v="10515" actId="790"/>
          <ac:spMkLst>
            <pc:docMk/>
            <pc:sldMk cId="4223192324" sldId="473"/>
            <ac:spMk id="389" creationId="{F3F14CA4-9F61-442D-989C-2A4936B22A21}"/>
          </ac:spMkLst>
        </pc:spChg>
        <pc:spChg chg="mod">
          <ac:chgData name="Yash Jadhav" userId="535c3d6d-72b8-4f77-8155-55f939173cf2" providerId="ADAL" clId="{F33F88E0-3380-47C4-AFDE-F1AC050ADA82}" dt="2026-01-25T16:09:59.174" v="10512" actId="790"/>
          <ac:spMkLst>
            <pc:docMk/>
            <pc:sldMk cId="4223192324" sldId="473"/>
            <ac:spMk id="390" creationId="{16F0871B-491A-45CD-A681-1F7ADF37D590}"/>
          </ac:spMkLst>
        </pc:spChg>
        <pc:spChg chg="mod">
          <ac:chgData name="Yash Jadhav" userId="535c3d6d-72b8-4f77-8155-55f939173cf2" providerId="ADAL" clId="{F33F88E0-3380-47C4-AFDE-F1AC050ADA82}" dt="2026-01-25T16:09:59.176" v="10513" actId="790"/>
          <ac:spMkLst>
            <pc:docMk/>
            <pc:sldMk cId="4223192324" sldId="473"/>
            <ac:spMk id="391" creationId="{ED32D76E-510D-4377-B421-8AD152B2A401}"/>
          </ac:spMkLst>
        </pc:spChg>
        <pc:spChg chg="mod">
          <ac:chgData name="Yash Jadhav" userId="535c3d6d-72b8-4f77-8155-55f939173cf2" providerId="ADAL" clId="{F33F88E0-3380-47C4-AFDE-F1AC050ADA82}" dt="2026-01-25T16:09:59.171" v="10510" actId="790"/>
          <ac:spMkLst>
            <pc:docMk/>
            <pc:sldMk cId="4223192324" sldId="473"/>
            <ac:spMk id="392" creationId="{B7EFCB6C-89E3-42E5-B9C9-B840A5C814FC}"/>
          </ac:spMkLst>
        </pc:spChg>
        <pc:spChg chg="mod">
          <ac:chgData name="Yash Jadhav" userId="535c3d6d-72b8-4f77-8155-55f939173cf2" providerId="ADAL" clId="{F33F88E0-3380-47C4-AFDE-F1AC050ADA82}" dt="2026-01-25T16:09:59.172" v="10511" actId="790"/>
          <ac:spMkLst>
            <pc:docMk/>
            <pc:sldMk cId="4223192324" sldId="473"/>
            <ac:spMk id="393" creationId="{D626A729-B1C0-49F1-89E0-45FC1BF31109}"/>
          </ac:spMkLst>
        </pc:spChg>
        <pc:spChg chg="mod">
          <ac:chgData name="Yash Jadhav" userId="535c3d6d-72b8-4f77-8155-55f939173cf2" providerId="ADAL" clId="{F33F88E0-3380-47C4-AFDE-F1AC050ADA82}" dt="2026-01-25T16:09:59.167" v="10508" actId="790"/>
          <ac:spMkLst>
            <pc:docMk/>
            <pc:sldMk cId="4223192324" sldId="473"/>
            <ac:spMk id="394" creationId="{EDBD563A-E927-497D-B30F-42DA0CCF2DFF}"/>
          </ac:spMkLst>
        </pc:spChg>
        <pc:spChg chg="mod">
          <ac:chgData name="Yash Jadhav" userId="535c3d6d-72b8-4f77-8155-55f939173cf2" providerId="ADAL" clId="{F33F88E0-3380-47C4-AFDE-F1AC050ADA82}" dt="2026-01-25T16:09:59.169" v="10509" actId="790"/>
          <ac:spMkLst>
            <pc:docMk/>
            <pc:sldMk cId="4223192324" sldId="473"/>
            <ac:spMk id="395" creationId="{37B57035-E513-41BA-A63F-D68F80A4E647}"/>
          </ac:spMkLst>
        </pc:spChg>
        <pc:spChg chg="mod">
          <ac:chgData name="Yash Jadhav" userId="535c3d6d-72b8-4f77-8155-55f939173cf2" providerId="ADAL" clId="{F33F88E0-3380-47C4-AFDE-F1AC050ADA82}" dt="2026-01-25T16:09:59.162" v="10506" actId="790"/>
          <ac:spMkLst>
            <pc:docMk/>
            <pc:sldMk cId="4223192324" sldId="473"/>
            <ac:spMk id="396" creationId="{63742CB0-39CE-4C49-832F-B86569F8B40F}"/>
          </ac:spMkLst>
        </pc:spChg>
        <pc:spChg chg="mod">
          <ac:chgData name="Yash Jadhav" userId="535c3d6d-72b8-4f77-8155-55f939173cf2" providerId="ADAL" clId="{F33F88E0-3380-47C4-AFDE-F1AC050ADA82}" dt="2026-01-25T16:09:59.165" v="10507" actId="790"/>
          <ac:spMkLst>
            <pc:docMk/>
            <pc:sldMk cId="4223192324" sldId="473"/>
            <ac:spMk id="397" creationId="{79EAFF9F-C0CE-496E-880A-2AE19C854507}"/>
          </ac:spMkLst>
        </pc:spChg>
        <pc:spChg chg="mod">
          <ac:chgData name="Yash Jadhav" userId="535c3d6d-72b8-4f77-8155-55f939173cf2" providerId="ADAL" clId="{F33F88E0-3380-47C4-AFDE-F1AC050ADA82}" dt="2026-01-25T16:09:59.156" v="10504" actId="790"/>
          <ac:spMkLst>
            <pc:docMk/>
            <pc:sldMk cId="4223192324" sldId="473"/>
            <ac:spMk id="398" creationId="{EE929BD8-21C5-4A20-A574-80A454DF20AD}"/>
          </ac:spMkLst>
        </pc:spChg>
        <pc:spChg chg="mod">
          <ac:chgData name="Yash Jadhav" userId="535c3d6d-72b8-4f77-8155-55f939173cf2" providerId="ADAL" clId="{F33F88E0-3380-47C4-AFDE-F1AC050ADA82}" dt="2026-01-25T16:09:59.159" v="10505" actId="790"/>
          <ac:spMkLst>
            <pc:docMk/>
            <pc:sldMk cId="4223192324" sldId="473"/>
            <ac:spMk id="399" creationId="{1F164185-BF8E-473F-B022-D205C2115AF4}"/>
          </ac:spMkLst>
        </pc:spChg>
        <pc:spChg chg="mod">
          <ac:chgData name="Yash Jadhav" userId="535c3d6d-72b8-4f77-8155-55f939173cf2" providerId="ADAL" clId="{F33F88E0-3380-47C4-AFDE-F1AC050ADA82}" dt="2026-01-25T16:09:59.248" v="10544" actId="790"/>
          <ac:spMkLst>
            <pc:docMk/>
            <pc:sldMk cId="4223192324" sldId="473"/>
            <ac:spMk id="403" creationId="{43453596-06BC-4CD7-A70D-05F68FFEFD06}"/>
          </ac:spMkLst>
        </pc:spChg>
        <pc:spChg chg="mod">
          <ac:chgData name="Yash Jadhav" userId="535c3d6d-72b8-4f77-8155-55f939173cf2" providerId="ADAL" clId="{F33F88E0-3380-47C4-AFDE-F1AC050ADA82}" dt="2026-01-25T16:09:59.254" v="10545" actId="790"/>
          <ac:spMkLst>
            <pc:docMk/>
            <pc:sldMk cId="4223192324" sldId="473"/>
            <ac:spMk id="404" creationId="{5ABF5DF9-C9C3-48E2-9D8B-806E4B5BECF1}"/>
          </ac:spMkLst>
        </pc:spChg>
        <pc:spChg chg="mod">
          <ac:chgData name="Yash Jadhav" userId="535c3d6d-72b8-4f77-8155-55f939173cf2" providerId="ADAL" clId="{F33F88E0-3380-47C4-AFDE-F1AC050ADA82}" dt="2026-01-25T16:09:59.261" v="10546" actId="790"/>
          <ac:spMkLst>
            <pc:docMk/>
            <pc:sldMk cId="4223192324" sldId="473"/>
            <ac:spMk id="405" creationId="{80FA4A73-E5B5-4C18-B6D2-3BC3788A3EAA}"/>
          </ac:spMkLst>
        </pc:spChg>
        <pc:spChg chg="mod">
          <ac:chgData name="Yash Jadhav" userId="535c3d6d-72b8-4f77-8155-55f939173cf2" providerId="ADAL" clId="{F33F88E0-3380-47C4-AFDE-F1AC050ADA82}" dt="2026-01-25T16:09:59.269" v="10547" actId="790"/>
          <ac:spMkLst>
            <pc:docMk/>
            <pc:sldMk cId="4223192324" sldId="473"/>
            <ac:spMk id="406" creationId="{74D37BF3-FD10-431C-AE22-45E732357592}"/>
          </ac:spMkLst>
        </pc:spChg>
        <pc:spChg chg="mod">
          <ac:chgData name="Yash Jadhav" userId="535c3d6d-72b8-4f77-8155-55f939173cf2" providerId="ADAL" clId="{F33F88E0-3380-47C4-AFDE-F1AC050ADA82}" dt="2026-01-25T16:09:59.271" v="10548" actId="790"/>
          <ac:spMkLst>
            <pc:docMk/>
            <pc:sldMk cId="4223192324" sldId="473"/>
            <ac:spMk id="407" creationId="{4ECAD7DE-1C39-49D9-A71C-C9F56BC04EB6}"/>
          </ac:spMkLst>
        </pc:spChg>
        <pc:spChg chg="mod">
          <ac:chgData name="Yash Jadhav" userId="535c3d6d-72b8-4f77-8155-55f939173cf2" providerId="ADAL" clId="{F33F88E0-3380-47C4-AFDE-F1AC050ADA82}" dt="2026-01-25T16:09:59.273" v="10549" actId="790"/>
          <ac:spMkLst>
            <pc:docMk/>
            <pc:sldMk cId="4223192324" sldId="473"/>
            <ac:spMk id="408" creationId="{E80FE423-02D3-498B-B06D-70EEA1BB2D89}"/>
          </ac:spMkLst>
        </pc:spChg>
        <pc:spChg chg="mod">
          <ac:chgData name="Yash Jadhav" userId="535c3d6d-72b8-4f77-8155-55f939173cf2" providerId="ADAL" clId="{F33F88E0-3380-47C4-AFDE-F1AC050ADA82}" dt="2026-01-25T16:09:59.275" v="10550" actId="790"/>
          <ac:spMkLst>
            <pc:docMk/>
            <pc:sldMk cId="4223192324" sldId="473"/>
            <ac:spMk id="409" creationId="{8441CFFE-98D8-4051-8E06-DD48316ED4C4}"/>
          </ac:spMkLst>
        </pc:spChg>
        <pc:spChg chg="mod">
          <ac:chgData name="Yash Jadhav" userId="535c3d6d-72b8-4f77-8155-55f939173cf2" providerId="ADAL" clId="{F33F88E0-3380-47C4-AFDE-F1AC050ADA82}" dt="2026-01-25T16:09:59.277" v="10551" actId="790"/>
          <ac:spMkLst>
            <pc:docMk/>
            <pc:sldMk cId="4223192324" sldId="473"/>
            <ac:spMk id="410" creationId="{43FB8105-B730-48F3-962A-53D56DA03D49}"/>
          </ac:spMkLst>
        </pc:spChg>
        <pc:spChg chg="mod">
          <ac:chgData name="Yash Jadhav" userId="535c3d6d-72b8-4f77-8155-55f939173cf2" providerId="ADAL" clId="{F33F88E0-3380-47C4-AFDE-F1AC050ADA82}" dt="2026-01-25T16:09:59.280" v="10552" actId="790"/>
          <ac:spMkLst>
            <pc:docMk/>
            <pc:sldMk cId="4223192324" sldId="473"/>
            <ac:spMk id="412" creationId="{8276BB3D-8BC6-487D-9C23-08313EDCCB3C}"/>
          </ac:spMkLst>
        </pc:spChg>
        <pc:spChg chg="mod">
          <ac:chgData name="Yash Jadhav" userId="535c3d6d-72b8-4f77-8155-55f939173cf2" providerId="ADAL" clId="{F33F88E0-3380-47C4-AFDE-F1AC050ADA82}" dt="2026-01-25T16:09:59.068" v="10463" actId="790"/>
          <ac:spMkLst>
            <pc:docMk/>
            <pc:sldMk cId="4223192324" sldId="473"/>
            <ac:spMk id="427" creationId="{01265590-9A44-AD8B-589E-542BFA301823}"/>
          </ac:spMkLst>
        </pc:spChg>
        <pc:spChg chg="mod">
          <ac:chgData name="Yash Jadhav" userId="535c3d6d-72b8-4f77-8155-55f939173cf2" providerId="ADAL" clId="{F33F88E0-3380-47C4-AFDE-F1AC050ADA82}" dt="2026-01-25T16:09:59.032" v="10449" actId="790"/>
          <ac:spMkLst>
            <pc:docMk/>
            <pc:sldMk cId="4223192324" sldId="473"/>
            <ac:spMk id="434" creationId="{931A291D-4E8A-C37B-703E-AA0EB625D946}"/>
          </ac:spMkLst>
        </pc:spChg>
        <pc:spChg chg="mod">
          <ac:chgData name="Yash Jadhav" userId="535c3d6d-72b8-4f77-8155-55f939173cf2" providerId="ADAL" clId="{F33F88E0-3380-47C4-AFDE-F1AC050ADA82}" dt="2026-01-25T16:09:59.034" v="10450" actId="790"/>
          <ac:spMkLst>
            <pc:docMk/>
            <pc:sldMk cId="4223192324" sldId="473"/>
            <ac:spMk id="435" creationId="{99FD638C-CB64-9AFB-5FED-8BD76576A4D9}"/>
          </ac:spMkLst>
        </pc:spChg>
        <pc:spChg chg="mod">
          <ac:chgData name="Yash Jadhav" userId="535c3d6d-72b8-4f77-8155-55f939173cf2" providerId="ADAL" clId="{F33F88E0-3380-47C4-AFDE-F1AC050ADA82}" dt="2026-01-25T16:09:59.038" v="10451" actId="790"/>
          <ac:spMkLst>
            <pc:docMk/>
            <pc:sldMk cId="4223192324" sldId="473"/>
            <ac:spMk id="436" creationId="{CEB764D0-A177-B449-E215-107462750707}"/>
          </ac:spMkLst>
        </pc:spChg>
        <pc:spChg chg="mod">
          <ac:chgData name="Yash Jadhav" userId="535c3d6d-72b8-4f77-8155-55f939173cf2" providerId="ADAL" clId="{F33F88E0-3380-47C4-AFDE-F1AC050ADA82}" dt="2026-01-25T16:09:59.040" v="10452" actId="790"/>
          <ac:spMkLst>
            <pc:docMk/>
            <pc:sldMk cId="4223192324" sldId="473"/>
            <ac:spMk id="437" creationId="{92C7ABE5-25D5-3067-C1D5-8BED561770E6}"/>
          </ac:spMkLst>
        </pc:spChg>
        <pc:spChg chg="mod">
          <ac:chgData name="Yash Jadhav" userId="535c3d6d-72b8-4f77-8155-55f939173cf2" providerId="ADAL" clId="{F33F88E0-3380-47C4-AFDE-F1AC050ADA82}" dt="2026-01-25T16:09:59.042" v="10453" actId="790"/>
          <ac:spMkLst>
            <pc:docMk/>
            <pc:sldMk cId="4223192324" sldId="473"/>
            <ac:spMk id="438" creationId="{783829EE-07A0-215D-5473-F3873E7D403D}"/>
          </ac:spMkLst>
        </pc:spChg>
        <pc:spChg chg="mod">
          <ac:chgData name="Yash Jadhav" userId="535c3d6d-72b8-4f77-8155-55f939173cf2" providerId="ADAL" clId="{F33F88E0-3380-47C4-AFDE-F1AC050ADA82}" dt="2026-01-25T16:09:59.045" v="10454" actId="790"/>
          <ac:spMkLst>
            <pc:docMk/>
            <pc:sldMk cId="4223192324" sldId="473"/>
            <ac:spMk id="439" creationId="{ADECF98B-76C5-2D2A-DE24-55EDE17EE861}"/>
          </ac:spMkLst>
        </pc:spChg>
        <pc:spChg chg="mod">
          <ac:chgData name="Yash Jadhav" userId="535c3d6d-72b8-4f77-8155-55f939173cf2" providerId="ADAL" clId="{F33F88E0-3380-47C4-AFDE-F1AC050ADA82}" dt="2026-01-25T16:09:59.047" v="10455" actId="790"/>
          <ac:spMkLst>
            <pc:docMk/>
            <pc:sldMk cId="4223192324" sldId="473"/>
            <ac:spMk id="440" creationId="{55DFB045-EB6C-90C4-CC69-7D1B351B8867}"/>
          </ac:spMkLst>
        </pc:spChg>
        <pc:spChg chg="mod">
          <ac:chgData name="Yash Jadhav" userId="535c3d6d-72b8-4f77-8155-55f939173cf2" providerId="ADAL" clId="{F33F88E0-3380-47C4-AFDE-F1AC050ADA82}" dt="2026-01-25T16:09:59.049" v="10456" actId="790"/>
          <ac:spMkLst>
            <pc:docMk/>
            <pc:sldMk cId="4223192324" sldId="473"/>
            <ac:spMk id="441" creationId="{195E8F8C-F98E-330C-37EE-FB085B426225}"/>
          </ac:spMkLst>
        </pc:spChg>
        <pc:spChg chg="mod">
          <ac:chgData name="Yash Jadhav" userId="535c3d6d-72b8-4f77-8155-55f939173cf2" providerId="ADAL" clId="{F33F88E0-3380-47C4-AFDE-F1AC050ADA82}" dt="2026-01-25T16:09:59.051" v="10457" actId="790"/>
          <ac:spMkLst>
            <pc:docMk/>
            <pc:sldMk cId="4223192324" sldId="473"/>
            <ac:spMk id="442" creationId="{BC27577F-5BBD-3FF9-D6A0-FC3F09082A57}"/>
          </ac:spMkLst>
        </pc:spChg>
        <pc:spChg chg="mod">
          <ac:chgData name="Yash Jadhav" userId="535c3d6d-72b8-4f77-8155-55f939173cf2" providerId="ADAL" clId="{F33F88E0-3380-47C4-AFDE-F1AC050ADA82}" dt="2026-01-25T16:09:59.053" v="10458" actId="790"/>
          <ac:spMkLst>
            <pc:docMk/>
            <pc:sldMk cId="4223192324" sldId="473"/>
            <ac:spMk id="443" creationId="{4BF45B98-C9F1-7B8A-81C8-A7B0C2D6E192}"/>
          </ac:spMkLst>
        </pc:spChg>
        <pc:spChg chg="mod">
          <ac:chgData name="Yash Jadhav" userId="535c3d6d-72b8-4f77-8155-55f939173cf2" providerId="ADAL" clId="{F33F88E0-3380-47C4-AFDE-F1AC050ADA82}" dt="2026-01-25T16:09:59.055" v="10459" actId="790"/>
          <ac:spMkLst>
            <pc:docMk/>
            <pc:sldMk cId="4223192324" sldId="473"/>
            <ac:spMk id="444" creationId="{168F36AA-027F-471A-C163-5DB08EF609DC}"/>
          </ac:spMkLst>
        </pc:spChg>
        <pc:spChg chg="mod">
          <ac:chgData name="Yash Jadhav" userId="535c3d6d-72b8-4f77-8155-55f939173cf2" providerId="ADAL" clId="{F33F88E0-3380-47C4-AFDE-F1AC050ADA82}" dt="2026-01-25T16:09:59.058" v="10460" actId="790"/>
          <ac:spMkLst>
            <pc:docMk/>
            <pc:sldMk cId="4223192324" sldId="473"/>
            <ac:spMk id="445" creationId="{991BAA53-5827-37C2-F707-F4064BE2C306}"/>
          </ac:spMkLst>
        </pc:spChg>
        <pc:spChg chg="mod">
          <ac:chgData name="Yash Jadhav" userId="535c3d6d-72b8-4f77-8155-55f939173cf2" providerId="ADAL" clId="{F33F88E0-3380-47C4-AFDE-F1AC050ADA82}" dt="2026-01-25T16:09:59.061" v="10461" actId="790"/>
          <ac:spMkLst>
            <pc:docMk/>
            <pc:sldMk cId="4223192324" sldId="473"/>
            <ac:spMk id="446" creationId="{408E5212-622E-81BD-7B54-EA0262730B6B}"/>
          </ac:spMkLst>
        </pc:spChg>
        <pc:spChg chg="mod">
          <ac:chgData name="Yash Jadhav" userId="535c3d6d-72b8-4f77-8155-55f939173cf2" providerId="ADAL" clId="{F33F88E0-3380-47C4-AFDE-F1AC050ADA82}" dt="2026-01-25T16:09:59.282" v="10553" actId="790"/>
          <ac:spMkLst>
            <pc:docMk/>
            <pc:sldMk cId="4223192324" sldId="473"/>
            <ac:spMk id="569" creationId="{4F7F3FB6-53B0-2A8E-D657-62CD42CD7F75}"/>
          </ac:spMkLst>
        </pc:spChg>
      </pc:sldChg>
      <pc:sldChg chg="modSp add mod modNotes">
        <pc:chgData name="Yash Jadhav" userId="535c3d6d-72b8-4f77-8155-55f939173cf2" providerId="ADAL" clId="{F33F88E0-3380-47C4-AFDE-F1AC050ADA82}" dt="2026-01-25T16:10:01.173" v="10630" actId="20577"/>
        <pc:sldMkLst>
          <pc:docMk/>
          <pc:sldMk cId="3976346053" sldId="474"/>
        </pc:sldMkLst>
        <pc:spChg chg="mod">
          <ac:chgData name="Yash Jadhav" userId="535c3d6d-72b8-4f77-8155-55f939173cf2" providerId="ADAL" clId="{F33F88E0-3380-47C4-AFDE-F1AC050ADA82}" dt="2026-01-25T16:10:01.007" v="10558" actId="790"/>
          <ac:spMkLst>
            <pc:docMk/>
            <pc:sldMk cId="3976346053" sldId="474"/>
            <ac:spMk id="2" creationId="{00000000-0000-0000-0000-000000000000}"/>
          </ac:spMkLst>
        </pc:spChg>
        <pc:spChg chg="mod">
          <ac:chgData name="Yash Jadhav" userId="535c3d6d-72b8-4f77-8155-55f939173cf2" providerId="ADAL" clId="{F33F88E0-3380-47C4-AFDE-F1AC050ADA82}" dt="2026-01-25T16:10:01.115" v="10605" actId="790"/>
          <ac:spMkLst>
            <pc:docMk/>
            <pc:sldMk cId="3976346053" sldId="474"/>
            <ac:spMk id="268" creationId="{00000000-0000-0000-0000-000000000000}"/>
          </ac:spMkLst>
        </pc:spChg>
        <pc:spChg chg="mod">
          <ac:chgData name="Yash Jadhav" userId="535c3d6d-72b8-4f77-8155-55f939173cf2" providerId="ADAL" clId="{F33F88E0-3380-47C4-AFDE-F1AC050ADA82}" dt="2026-01-25T16:10:01.070" v="10582" actId="790"/>
          <ac:spMkLst>
            <pc:docMk/>
            <pc:sldMk cId="3976346053" sldId="474"/>
            <ac:spMk id="269" creationId="{00000000-0000-0000-0000-000000000000}"/>
          </ac:spMkLst>
        </pc:spChg>
        <pc:spChg chg="mod">
          <ac:chgData name="Yash Jadhav" userId="535c3d6d-72b8-4f77-8155-55f939173cf2" providerId="ADAL" clId="{F33F88E0-3380-47C4-AFDE-F1AC050ADA82}" dt="2026-01-25T16:10:01.013" v="10559" actId="790"/>
          <ac:spMkLst>
            <pc:docMk/>
            <pc:sldMk cId="3976346053" sldId="474"/>
            <ac:spMk id="271" creationId="{00000000-0000-0000-0000-000000000000}"/>
          </ac:spMkLst>
        </pc:spChg>
        <pc:spChg chg="mod">
          <ac:chgData name="Yash Jadhav" userId="535c3d6d-72b8-4f77-8155-55f939173cf2" providerId="ADAL" clId="{F33F88E0-3380-47C4-AFDE-F1AC050ADA82}" dt="2026-01-25T16:10:01.015" v="10560" actId="790"/>
          <ac:spMkLst>
            <pc:docMk/>
            <pc:sldMk cId="3976346053" sldId="474"/>
            <ac:spMk id="278" creationId="{8C226451-C341-415F-90C7-B673FE5C0C3B}"/>
          </ac:spMkLst>
        </pc:spChg>
        <pc:spChg chg="mod">
          <ac:chgData name="Yash Jadhav" userId="535c3d6d-72b8-4f77-8155-55f939173cf2" providerId="ADAL" clId="{F33F88E0-3380-47C4-AFDE-F1AC050ADA82}" dt="2026-01-25T16:10:01.118" v="10606" actId="790"/>
          <ac:spMkLst>
            <pc:docMk/>
            <pc:sldMk cId="3976346053" sldId="474"/>
            <ac:spMk id="281" creationId="{45B98CBB-A87F-4036-8E99-D9FAD6314C7B}"/>
          </ac:spMkLst>
        </pc:spChg>
        <pc:spChg chg="mod">
          <ac:chgData name="Yash Jadhav" userId="535c3d6d-72b8-4f77-8155-55f939173cf2" providerId="ADAL" clId="{F33F88E0-3380-47C4-AFDE-F1AC050ADA82}" dt="2026-01-25T16:10:01.072" v="10583" actId="790"/>
          <ac:spMkLst>
            <pc:docMk/>
            <pc:sldMk cId="3976346053" sldId="474"/>
            <ac:spMk id="286" creationId="{D27748E3-F50F-41D5-A49F-DA1B5CAD52DD}"/>
          </ac:spMkLst>
        </pc:spChg>
        <pc:spChg chg="mod">
          <ac:chgData name="Yash Jadhav" userId="535c3d6d-72b8-4f77-8155-55f939173cf2" providerId="ADAL" clId="{F33F88E0-3380-47C4-AFDE-F1AC050ADA82}" dt="2026-01-25T16:10:01.059" v="10579" actId="790"/>
          <ac:spMkLst>
            <pc:docMk/>
            <pc:sldMk cId="3976346053" sldId="474"/>
            <ac:spMk id="306" creationId="{9E0BCDBE-62BE-2498-D2D4-F411ACFD7F6E}"/>
          </ac:spMkLst>
        </pc:spChg>
        <pc:spChg chg="mod">
          <ac:chgData name="Yash Jadhav" userId="535c3d6d-72b8-4f77-8155-55f939173cf2" providerId="ADAL" clId="{F33F88E0-3380-47C4-AFDE-F1AC050ADA82}" dt="2026-01-25T16:10:01.061" v="10580" actId="790"/>
          <ac:spMkLst>
            <pc:docMk/>
            <pc:sldMk cId="3976346053" sldId="474"/>
            <ac:spMk id="307" creationId="{20DB5559-215D-4F83-E351-97089210A801}"/>
          </ac:spMkLst>
        </pc:spChg>
        <pc:spChg chg="mod">
          <ac:chgData name="Yash Jadhav" userId="535c3d6d-72b8-4f77-8155-55f939173cf2" providerId="ADAL" clId="{F33F88E0-3380-47C4-AFDE-F1AC050ADA82}" dt="2026-01-25T16:10:01.054" v="10577" actId="790"/>
          <ac:spMkLst>
            <pc:docMk/>
            <pc:sldMk cId="3976346053" sldId="474"/>
            <ac:spMk id="308" creationId="{B85E1ED2-1AD1-EDCE-6748-7D450340DB19}"/>
          </ac:spMkLst>
        </pc:spChg>
        <pc:spChg chg="mod">
          <ac:chgData name="Yash Jadhav" userId="535c3d6d-72b8-4f77-8155-55f939173cf2" providerId="ADAL" clId="{F33F88E0-3380-47C4-AFDE-F1AC050ADA82}" dt="2026-01-25T16:10:01.057" v="10578" actId="790"/>
          <ac:spMkLst>
            <pc:docMk/>
            <pc:sldMk cId="3976346053" sldId="474"/>
            <ac:spMk id="309" creationId="{FD972CBF-0261-D58F-F025-A8A1ABC6EA2B}"/>
          </ac:spMkLst>
        </pc:spChg>
        <pc:spChg chg="mod">
          <ac:chgData name="Yash Jadhav" userId="535c3d6d-72b8-4f77-8155-55f939173cf2" providerId="ADAL" clId="{F33F88E0-3380-47C4-AFDE-F1AC050ADA82}" dt="2026-01-25T16:10:01.052" v="10575" actId="790"/>
          <ac:spMkLst>
            <pc:docMk/>
            <pc:sldMk cId="3976346053" sldId="474"/>
            <ac:spMk id="310" creationId="{069BFF8F-B6FC-1735-5E3F-640355EB3E8C}"/>
          </ac:spMkLst>
        </pc:spChg>
        <pc:spChg chg="mod">
          <ac:chgData name="Yash Jadhav" userId="535c3d6d-72b8-4f77-8155-55f939173cf2" providerId="ADAL" clId="{F33F88E0-3380-47C4-AFDE-F1AC050ADA82}" dt="2026-01-25T16:10:01.054" v="10576" actId="790"/>
          <ac:spMkLst>
            <pc:docMk/>
            <pc:sldMk cId="3976346053" sldId="474"/>
            <ac:spMk id="311" creationId="{AA41B528-6D0E-87D8-65F7-8738C97F1464}"/>
          </ac:spMkLst>
        </pc:spChg>
        <pc:spChg chg="mod">
          <ac:chgData name="Yash Jadhav" userId="535c3d6d-72b8-4f77-8155-55f939173cf2" providerId="ADAL" clId="{F33F88E0-3380-47C4-AFDE-F1AC050ADA82}" dt="2026-01-25T16:10:01.046" v="10573" actId="790"/>
          <ac:spMkLst>
            <pc:docMk/>
            <pc:sldMk cId="3976346053" sldId="474"/>
            <ac:spMk id="312" creationId="{42A49D0F-5264-0109-35BE-60BDA66CB144}"/>
          </ac:spMkLst>
        </pc:spChg>
        <pc:spChg chg="mod">
          <ac:chgData name="Yash Jadhav" userId="535c3d6d-72b8-4f77-8155-55f939173cf2" providerId="ADAL" clId="{F33F88E0-3380-47C4-AFDE-F1AC050ADA82}" dt="2026-01-25T16:10:01.049" v="10574" actId="790"/>
          <ac:spMkLst>
            <pc:docMk/>
            <pc:sldMk cId="3976346053" sldId="474"/>
            <ac:spMk id="313" creationId="{F5F72AC0-27A3-F7CB-3914-792411C4754A}"/>
          </ac:spMkLst>
        </pc:spChg>
        <pc:spChg chg="mod">
          <ac:chgData name="Yash Jadhav" userId="535c3d6d-72b8-4f77-8155-55f939173cf2" providerId="ADAL" clId="{F33F88E0-3380-47C4-AFDE-F1AC050ADA82}" dt="2026-01-25T16:10:01.041" v="10571" actId="790"/>
          <ac:spMkLst>
            <pc:docMk/>
            <pc:sldMk cId="3976346053" sldId="474"/>
            <ac:spMk id="314" creationId="{28AFDC33-3F35-560B-CA3B-9A7690484745}"/>
          </ac:spMkLst>
        </pc:spChg>
        <pc:spChg chg="mod">
          <ac:chgData name="Yash Jadhav" userId="535c3d6d-72b8-4f77-8155-55f939173cf2" providerId="ADAL" clId="{F33F88E0-3380-47C4-AFDE-F1AC050ADA82}" dt="2026-01-25T16:10:01.043" v="10572" actId="790"/>
          <ac:spMkLst>
            <pc:docMk/>
            <pc:sldMk cId="3976346053" sldId="474"/>
            <ac:spMk id="315" creationId="{28A31E3C-D310-76EC-DD60-E4B1DA1F71DC}"/>
          </ac:spMkLst>
        </pc:spChg>
        <pc:spChg chg="mod">
          <ac:chgData name="Yash Jadhav" userId="535c3d6d-72b8-4f77-8155-55f939173cf2" providerId="ADAL" clId="{F33F88E0-3380-47C4-AFDE-F1AC050ADA82}" dt="2026-01-25T16:10:01.032" v="10569" actId="790"/>
          <ac:spMkLst>
            <pc:docMk/>
            <pc:sldMk cId="3976346053" sldId="474"/>
            <ac:spMk id="316" creationId="{16B9C92F-DFC7-6D5F-7B7E-A755B53D6C12}"/>
          </ac:spMkLst>
        </pc:spChg>
        <pc:spChg chg="mod">
          <ac:chgData name="Yash Jadhav" userId="535c3d6d-72b8-4f77-8155-55f939173cf2" providerId="ADAL" clId="{F33F88E0-3380-47C4-AFDE-F1AC050ADA82}" dt="2026-01-25T16:10:01.038" v="10570" actId="790"/>
          <ac:spMkLst>
            <pc:docMk/>
            <pc:sldMk cId="3976346053" sldId="474"/>
            <ac:spMk id="317" creationId="{0ADFB0B1-8C6B-3274-4387-8F951F837BCA}"/>
          </ac:spMkLst>
        </pc:spChg>
        <pc:spChg chg="mod">
          <ac:chgData name="Yash Jadhav" userId="535c3d6d-72b8-4f77-8155-55f939173cf2" providerId="ADAL" clId="{F33F88E0-3380-47C4-AFDE-F1AC050ADA82}" dt="2026-01-25T16:10:01.027" v="10567" actId="790"/>
          <ac:spMkLst>
            <pc:docMk/>
            <pc:sldMk cId="3976346053" sldId="474"/>
            <ac:spMk id="318" creationId="{02503F15-D26A-B1B1-C973-6D90E3A918D3}"/>
          </ac:spMkLst>
        </pc:spChg>
        <pc:spChg chg="mod">
          <ac:chgData name="Yash Jadhav" userId="535c3d6d-72b8-4f77-8155-55f939173cf2" providerId="ADAL" clId="{F33F88E0-3380-47C4-AFDE-F1AC050ADA82}" dt="2026-01-25T16:10:01.029" v="10568" actId="790"/>
          <ac:spMkLst>
            <pc:docMk/>
            <pc:sldMk cId="3976346053" sldId="474"/>
            <ac:spMk id="319" creationId="{7358AA5A-F6C8-043E-33DE-6AD4FFA0B1DD}"/>
          </ac:spMkLst>
        </pc:spChg>
        <pc:spChg chg="mod">
          <ac:chgData name="Yash Jadhav" userId="535c3d6d-72b8-4f77-8155-55f939173cf2" providerId="ADAL" clId="{F33F88E0-3380-47C4-AFDE-F1AC050ADA82}" dt="2026-01-25T16:10:01.024" v="10565" actId="790"/>
          <ac:spMkLst>
            <pc:docMk/>
            <pc:sldMk cId="3976346053" sldId="474"/>
            <ac:spMk id="320" creationId="{231AB9AF-BCAD-0E86-FC1E-2129F08AF6E8}"/>
          </ac:spMkLst>
        </pc:spChg>
        <pc:spChg chg="mod">
          <ac:chgData name="Yash Jadhav" userId="535c3d6d-72b8-4f77-8155-55f939173cf2" providerId="ADAL" clId="{F33F88E0-3380-47C4-AFDE-F1AC050ADA82}" dt="2026-01-25T16:10:01.026" v="10566" actId="790"/>
          <ac:spMkLst>
            <pc:docMk/>
            <pc:sldMk cId="3976346053" sldId="474"/>
            <ac:spMk id="321" creationId="{1FA96414-A82C-297A-5248-5EE3B7C85A55}"/>
          </ac:spMkLst>
        </pc:spChg>
        <pc:spChg chg="mod">
          <ac:chgData name="Yash Jadhav" userId="535c3d6d-72b8-4f77-8155-55f939173cf2" providerId="ADAL" clId="{F33F88E0-3380-47C4-AFDE-F1AC050ADA82}" dt="2026-01-25T16:10:01.021" v="10563" actId="790"/>
          <ac:spMkLst>
            <pc:docMk/>
            <pc:sldMk cId="3976346053" sldId="474"/>
            <ac:spMk id="322" creationId="{E4D2F145-8EB4-8F5F-8802-A6F7F5CAF043}"/>
          </ac:spMkLst>
        </pc:spChg>
        <pc:spChg chg="mod">
          <ac:chgData name="Yash Jadhav" userId="535c3d6d-72b8-4f77-8155-55f939173cf2" providerId="ADAL" clId="{F33F88E0-3380-47C4-AFDE-F1AC050ADA82}" dt="2026-01-25T16:10:01.022" v="10564" actId="790"/>
          <ac:spMkLst>
            <pc:docMk/>
            <pc:sldMk cId="3976346053" sldId="474"/>
            <ac:spMk id="323" creationId="{D8AAA600-41F9-3CB6-02EB-117A8699F75E}"/>
          </ac:spMkLst>
        </pc:spChg>
        <pc:spChg chg="mod">
          <ac:chgData name="Yash Jadhav" userId="535c3d6d-72b8-4f77-8155-55f939173cf2" providerId="ADAL" clId="{F33F88E0-3380-47C4-AFDE-F1AC050ADA82}" dt="2026-01-25T16:10:01.017" v="10561" actId="790"/>
          <ac:spMkLst>
            <pc:docMk/>
            <pc:sldMk cId="3976346053" sldId="474"/>
            <ac:spMk id="324" creationId="{3CBA5EEB-0AA4-1E52-B24E-67BC1D32404E}"/>
          </ac:spMkLst>
        </pc:spChg>
        <pc:spChg chg="mod">
          <ac:chgData name="Yash Jadhav" userId="535c3d6d-72b8-4f77-8155-55f939173cf2" providerId="ADAL" clId="{F33F88E0-3380-47C4-AFDE-F1AC050ADA82}" dt="2026-01-25T16:10:01.018" v="10562" actId="790"/>
          <ac:spMkLst>
            <pc:docMk/>
            <pc:sldMk cId="3976346053" sldId="474"/>
            <ac:spMk id="325" creationId="{7ABC49C1-0530-44FB-D673-FCD8BE243C90}"/>
          </ac:spMkLst>
        </pc:spChg>
        <pc:spChg chg="mod">
          <ac:chgData name="Yash Jadhav" userId="535c3d6d-72b8-4f77-8155-55f939173cf2" providerId="ADAL" clId="{F33F88E0-3380-47C4-AFDE-F1AC050ADA82}" dt="2026-01-25T16:10:01.154" v="10625" actId="790"/>
          <ac:spMkLst>
            <pc:docMk/>
            <pc:sldMk cId="3976346053" sldId="474"/>
            <ac:spMk id="337" creationId="{03D815AB-CB02-3D5A-C9B7-B02FAB67137A}"/>
          </ac:spMkLst>
        </pc:spChg>
        <pc:spChg chg="mod">
          <ac:chgData name="Yash Jadhav" userId="535c3d6d-72b8-4f77-8155-55f939173cf2" providerId="ADAL" clId="{F33F88E0-3380-47C4-AFDE-F1AC050ADA82}" dt="2026-01-25T16:10:01.157" v="10626" actId="790"/>
          <ac:spMkLst>
            <pc:docMk/>
            <pc:sldMk cId="3976346053" sldId="474"/>
            <ac:spMk id="338" creationId="{321E46B3-49C7-B513-E1AF-EC6DD214D87E}"/>
          </ac:spMkLst>
        </pc:spChg>
        <pc:spChg chg="mod">
          <ac:chgData name="Yash Jadhav" userId="535c3d6d-72b8-4f77-8155-55f939173cf2" providerId="ADAL" clId="{F33F88E0-3380-47C4-AFDE-F1AC050ADA82}" dt="2026-01-25T16:10:01.150" v="10623" actId="790"/>
          <ac:spMkLst>
            <pc:docMk/>
            <pc:sldMk cId="3976346053" sldId="474"/>
            <ac:spMk id="339" creationId="{42B19992-20A6-C033-3E1F-C0CB19057FE9}"/>
          </ac:spMkLst>
        </pc:spChg>
        <pc:spChg chg="mod">
          <ac:chgData name="Yash Jadhav" userId="535c3d6d-72b8-4f77-8155-55f939173cf2" providerId="ADAL" clId="{F33F88E0-3380-47C4-AFDE-F1AC050ADA82}" dt="2026-01-25T16:10:01.152" v="10624" actId="790"/>
          <ac:spMkLst>
            <pc:docMk/>
            <pc:sldMk cId="3976346053" sldId="474"/>
            <ac:spMk id="340" creationId="{61B6208B-1AFA-F745-0A0B-210F38DF142B}"/>
          </ac:spMkLst>
        </pc:spChg>
        <pc:spChg chg="mod">
          <ac:chgData name="Yash Jadhav" userId="535c3d6d-72b8-4f77-8155-55f939173cf2" providerId="ADAL" clId="{F33F88E0-3380-47C4-AFDE-F1AC050ADA82}" dt="2026-01-25T16:10:01.145" v="10621" actId="790"/>
          <ac:spMkLst>
            <pc:docMk/>
            <pc:sldMk cId="3976346053" sldId="474"/>
            <ac:spMk id="341" creationId="{EED1676E-8B76-A523-A998-5ABD9B89ED78}"/>
          </ac:spMkLst>
        </pc:spChg>
        <pc:spChg chg="mod">
          <ac:chgData name="Yash Jadhav" userId="535c3d6d-72b8-4f77-8155-55f939173cf2" providerId="ADAL" clId="{F33F88E0-3380-47C4-AFDE-F1AC050ADA82}" dt="2026-01-25T16:10:01.147" v="10622" actId="790"/>
          <ac:spMkLst>
            <pc:docMk/>
            <pc:sldMk cId="3976346053" sldId="474"/>
            <ac:spMk id="342" creationId="{A4AA9911-89E8-0423-BF70-86B3E10B0E6E}"/>
          </ac:spMkLst>
        </pc:spChg>
        <pc:spChg chg="mod">
          <ac:chgData name="Yash Jadhav" userId="535c3d6d-72b8-4f77-8155-55f939173cf2" providerId="ADAL" clId="{F33F88E0-3380-47C4-AFDE-F1AC050ADA82}" dt="2026-01-25T16:10:01.140" v="10619" actId="790"/>
          <ac:spMkLst>
            <pc:docMk/>
            <pc:sldMk cId="3976346053" sldId="474"/>
            <ac:spMk id="343" creationId="{1420266D-BCCB-74D0-C5BB-5D945FB185D6}"/>
          </ac:spMkLst>
        </pc:spChg>
        <pc:spChg chg="mod">
          <ac:chgData name="Yash Jadhav" userId="535c3d6d-72b8-4f77-8155-55f939173cf2" providerId="ADAL" clId="{F33F88E0-3380-47C4-AFDE-F1AC050ADA82}" dt="2026-01-25T16:10:01.141" v="10620" actId="790"/>
          <ac:spMkLst>
            <pc:docMk/>
            <pc:sldMk cId="3976346053" sldId="474"/>
            <ac:spMk id="344" creationId="{7BF0880A-AB00-0D07-99AD-1907EEBD8E88}"/>
          </ac:spMkLst>
        </pc:spChg>
        <pc:spChg chg="mod">
          <ac:chgData name="Yash Jadhav" userId="535c3d6d-72b8-4f77-8155-55f939173cf2" providerId="ADAL" clId="{F33F88E0-3380-47C4-AFDE-F1AC050ADA82}" dt="2026-01-25T16:10:01.137" v="10617" actId="790"/>
          <ac:spMkLst>
            <pc:docMk/>
            <pc:sldMk cId="3976346053" sldId="474"/>
            <ac:spMk id="345" creationId="{FAA9D9C7-28DB-0814-638F-6BEE0DE0346D}"/>
          </ac:spMkLst>
        </pc:spChg>
        <pc:spChg chg="mod">
          <ac:chgData name="Yash Jadhav" userId="535c3d6d-72b8-4f77-8155-55f939173cf2" providerId="ADAL" clId="{F33F88E0-3380-47C4-AFDE-F1AC050ADA82}" dt="2026-01-25T16:10:01.138" v="10618" actId="790"/>
          <ac:spMkLst>
            <pc:docMk/>
            <pc:sldMk cId="3976346053" sldId="474"/>
            <ac:spMk id="346" creationId="{3EFE2E9C-26C4-2D6F-C47A-FE4D21D6B30C}"/>
          </ac:spMkLst>
        </pc:spChg>
        <pc:spChg chg="mod">
          <ac:chgData name="Yash Jadhav" userId="535c3d6d-72b8-4f77-8155-55f939173cf2" providerId="ADAL" clId="{F33F88E0-3380-47C4-AFDE-F1AC050ADA82}" dt="2026-01-25T16:10:01.133" v="10615" actId="790"/>
          <ac:spMkLst>
            <pc:docMk/>
            <pc:sldMk cId="3976346053" sldId="474"/>
            <ac:spMk id="347" creationId="{A1C21B95-46CF-6EF8-5A5B-AC9B106A7EC3}"/>
          </ac:spMkLst>
        </pc:spChg>
        <pc:spChg chg="mod">
          <ac:chgData name="Yash Jadhav" userId="535c3d6d-72b8-4f77-8155-55f939173cf2" providerId="ADAL" clId="{F33F88E0-3380-47C4-AFDE-F1AC050ADA82}" dt="2026-01-25T16:10:01.135" v="10616" actId="790"/>
          <ac:spMkLst>
            <pc:docMk/>
            <pc:sldMk cId="3976346053" sldId="474"/>
            <ac:spMk id="348" creationId="{6486E4E2-DFA4-6C6A-232E-9B14D09696F5}"/>
          </ac:spMkLst>
        </pc:spChg>
        <pc:spChg chg="mod">
          <ac:chgData name="Yash Jadhav" userId="535c3d6d-72b8-4f77-8155-55f939173cf2" providerId="ADAL" clId="{F33F88E0-3380-47C4-AFDE-F1AC050ADA82}" dt="2026-01-25T16:10:01.130" v="10613" actId="790"/>
          <ac:spMkLst>
            <pc:docMk/>
            <pc:sldMk cId="3976346053" sldId="474"/>
            <ac:spMk id="349" creationId="{EA3C31CD-B258-39F9-E288-B4AAA6DF7FCE}"/>
          </ac:spMkLst>
        </pc:spChg>
        <pc:spChg chg="mod">
          <ac:chgData name="Yash Jadhav" userId="535c3d6d-72b8-4f77-8155-55f939173cf2" providerId="ADAL" clId="{F33F88E0-3380-47C4-AFDE-F1AC050ADA82}" dt="2026-01-25T16:10:01.132" v="10614" actId="790"/>
          <ac:spMkLst>
            <pc:docMk/>
            <pc:sldMk cId="3976346053" sldId="474"/>
            <ac:spMk id="350" creationId="{259F45F7-79D7-0777-FC60-9F1707768357}"/>
          </ac:spMkLst>
        </pc:spChg>
        <pc:spChg chg="mod">
          <ac:chgData name="Yash Jadhav" userId="535c3d6d-72b8-4f77-8155-55f939173cf2" providerId="ADAL" clId="{F33F88E0-3380-47C4-AFDE-F1AC050ADA82}" dt="2026-01-25T16:10:01.126" v="10611" actId="790"/>
          <ac:spMkLst>
            <pc:docMk/>
            <pc:sldMk cId="3976346053" sldId="474"/>
            <ac:spMk id="351" creationId="{1792D50D-EB2A-DCA4-2884-482197F3119C}"/>
          </ac:spMkLst>
        </pc:spChg>
        <pc:spChg chg="mod">
          <ac:chgData name="Yash Jadhav" userId="535c3d6d-72b8-4f77-8155-55f939173cf2" providerId="ADAL" clId="{F33F88E0-3380-47C4-AFDE-F1AC050ADA82}" dt="2026-01-25T16:10:01.128" v="10612" actId="790"/>
          <ac:spMkLst>
            <pc:docMk/>
            <pc:sldMk cId="3976346053" sldId="474"/>
            <ac:spMk id="352" creationId="{A47C1AB3-E89B-829F-C700-B32BB2C2F248}"/>
          </ac:spMkLst>
        </pc:spChg>
        <pc:spChg chg="mod">
          <ac:chgData name="Yash Jadhav" userId="535c3d6d-72b8-4f77-8155-55f939173cf2" providerId="ADAL" clId="{F33F88E0-3380-47C4-AFDE-F1AC050ADA82}" dt="2026-01-25T16:10:01.122" v="10609" actId="790"/>
          <ac:spMkLst>
            <pc:docMk/>
            <pc:sldMk cId="3976346053" sldId="474"/>
            <ac:spMk id="353" creationId="{1D4C13FF-29B3-26CC-EBB7-190884ACBDC1}"/>
          </ac:spMkLst>
        </pc:spChg>
        <pc:spChg chg="mod">
          <ac:chgData name="Yash Jadhav" userId="535c3d6d-72b8-4f77-8155-55f939173cf2" providerId="ADAL" clId="{F33F88E0-3380-47C4-AFDE-F1AC050ADA82}" dt="2026-01-25T16:10:01.124" v="10610" actId="790"/>
          <ac:spMkLst>
            <pc:docMk/>
            <pc:sldMk cId="3976346053" sldId="474"/>
            <ac:spMk id="354" creationId="{FFC2D320-C8FE-462E-4F33-708ABA26D31A}"/>
          </ac:spMkLst>
        </pc:spChg>
        <pc:spChg chg="mod">
          <ac:chgData name="Yash Jadhav" userId="535c3d6d-72b8-4f77-8155-55f939173cf2" providerId="ADAL" clId="{F33F88E0-3380-47C4-AFDE-F1AC050ADA82}" dt="2026-01-25T16:10:01.119" v="10607" actId="790"/>
          <ac:spMkLst>
            <pc:docMk/>
            <pc:sldMk cId="3976346053" sldId="474"/>
            <ac:spMk id="355" creationId="{5A81DCA1-D7BC-3379-280D-0E7F773E70F6}"/>
          </ac:spMkLst>
        </pc:spChg>
        <pc:spChg chg="mod">
          <ac:chgData name="Yash Jadhav" userId="535c3d6d-72b8-4f77-8155-55f939173cf2" providerId="ADAL" clId="{F33F88E0-3380-47C4-AFDE-F1AC050ADA82}" dt="2026-01-25T16:10:01.121" v="10608" actId="790"/>
          <ac:spMkLst>
            <pc:docMk/>
            <pc:sldMk cId="3976346053" sldId="474"/>
            <ac:spMk id="356" creationId="{3D6E45AD-605A-C187-4E62-5B274248CEB1}"/>
          </ac:spMkLst>
        </pc:spChg>
        <pc:spChg chg="mod">
          <ac:chgData name="Yash Jadhav" userId="535c3d6d-72b8-4f77-8155-55f939173cf2" providerId="ADAL" clId="{F33F88E0-3380-47C4-AFDE-F1AC050ADA82}" dt="2026-01-25T16:10:01.104" v="10602" actId="790"/>
          <ac:spMkLst>
            <pc:docMk/>
            <pc:sldMk cId="3976346053" sldId="474"/>
            <ac:spMk id="368" creationId="{9CD237A2-3E0E-0399-1E92-AD3CAC647084}"/>
          </ac:spMkLst>
        </pc:spChg>
        <pc:spChg chg="mod">
          <ac:chgData name="Yash Jadhav" userId="535c3d6d-72b8-4f77-8155-55f939173cf2" providerId="ADAL" clId="{F33F88E0-3380-47C4-AFDE-F1AC050ADA82}" dt="2026-01-25T16:10:01.106" v="10603" actId="790"/>
          <ac:spMkLst>
            <pc:docMk/>
            <pc:sldMk cId="3976346053" sldId="474"/>
            <ac:spMk id="369" creationId="{26656C6B-1DD7-2C4F-5C71-12646A4837B7}"/>
          </ac:spMkLst>
        </pc:spChg>
        <pc:spChg chg="mod">
          <ac:chgData name="Yash Jadhav" userId="535c3d6d-72b8-4f77-8155-55f939173cf2" providerId="ADAL" clId="{F33F88E0-3380-47C4-AFDE-F1AC050ADA82}" dt="2026-01-25T16:10:01.101" v="10600" actId="790"/>
          <ac:spMkLst>
            <pc:docMk/>
            <pc:sldMk cId="3976346053" sldId="474"/>
            <ac:spMk id="370" creationId="{8599A5C7-84D9-382C-267D-DE205393DD65}"/>
          </ac:spMkLst>
        </pc:spChg>
        <pc:spChg chg="mod">
          <ac:chgData name="Yash Jadhav" userId="535c3d6d-72b8-4f77-8155-55f939173cf2" providerId="ADAL" clId="{F33F88E0-3380-47C4-AFDE-F1AC050ADA82}" dt="2026-01-25T16:10:01.103" v="10601" actId="790"/>
          <ac:spMkLst>
            <pc:docMk/>
            <pc:sldMk cId="3976346053" sldId="474"/>
            <ac:spMk id="371" creationId="{E74ABE47-F0EA-AB47-51FB-695EDE19DC18}"/>
          </ac:spMkLst>
        </pc:spChg>
        <pc:spChg chg="mod">
          <ac:chgData name="Yash Jadhav" userId="535c3d6d-72b8-4f77-8155-55f939173cf2" providerId="ADAL" clId="{F33F88E0-3380-47C4-AFDE-F1AC050ADA82}" dt="2026-01-25T16:10:01.098" v="10598" actId="790"/>
          <ac:spMkLst>
            <pc:docMk/>
            <pc:sldMk cId="3976346053" sldId="474"/>
            <ac:spMk id="372" creationId="{2BB673AD-64D9-C442-6AC4-889CE5D4313C}"/>
          </ac:spMkLst>
        </pc:spChg>
        <pc:spChg chg="mod">
          <ac:chgData name="Yash Jadhav" userId="535c3d6d-72b8-4f77-8155-55f939173cf2" providerId="ADAL" clId="{F33F88E0-3380-47C4-AFDE-F1AC050ADA82}" dt="2026-01-25T16:10:01.100" v="10599" actId="790"/>
          <ac:spMkLst>
            <pc:docMk/>
            <pc:sldMk cId="3976346053" sldId="474"/>
            <ac:spMk id="373" creationId="{DAA0742F-2972-060C-B6D3-B831029F1EB0}"/>
          </ac:spMkLst>
        </pc:spChg>
        <pc:spChg chg="mod">
          <ac:chgData name="Yash Jadhav" userId="535c3d6d-72b8-4f77-8155-55f939173cf2" providerId="ADAL" clId="{F33F88E0-3380-47C4-AFDE-F1AC050ADA82}" dt="2026-01-25T16:10:01.094" v="10596" actId="790"/>
          <ac:spMkLst>
            <pc:docMk/>
            <pc:sldMk cId="3976346053" sldId="474"/>
            <ac:spMk id="374" creationId="{28EA2DE9-C16C-01A2-7189-EEC430B03A46}"/>
          </ac:spMkLst>
        </pc:spChg>
        <pc:spChg chg="mod">
          <ac:chgData name="Yash Jadhav" userId="535c3d6d-72b8-4f77-8155-55f939173cf2" providerId="ADAL" clId="{F33F88E0-3380-47C4-AFDE-F1AC050ADA82}" dt="2026-01-25T16:10:01.096" v="10597" actId="790"/>
          <ac:spMkLst>
            <pc:docMk/>
            <pc:sldMk cId="3976346053" sldId="474"/>
            <ac:spMk id="375" creationId="{891AC3B0-AEE2-8939-6D30-C8DE157308EA}"/>
          </ac:spMkLst>
        </pc:spChg>
        <pc:spChg chg="mod">
          <ac:chgData name="Yash Jadhav" userId="535c3d6d-72b8-4f77-8155-55f939173cf2" providerId="ADAL" clId="{F33F88E0-3380-47C4-AFDE-F1AC050ADA82}" dt="2026-01-25T16:10:01.090" v="10594" actId="790"/>
          <ac:spMkLst>
            <pc:docMk/>
            <pc:sldMk cId="3976346053" sldId="474"/>
            <ac:spMk id="376" creationId="{30F7EE57-C47A-32E1-6C29-8C5D6D9FC524}"/>
          </ac:spMkLst>
        </pc:spChg>
        <pc:spChg chg="mod">
          <ac:chgData name="Yash Jadhav" userId="535c3d6d-72b8-4f77-8155-55f939173cf2" providerId="ADAL" clId="{F33F88E0-3380-47C4-AFDE-F1AC050ADA82}" dt="2026-01-25T16:10:01.092" v="10595" actId="790"/>
          <ac:spMkLst>
            <pc:docMk/>
            <pc:sldMk cId="3976346053" sldId="474"/>
            <ac:spMk id="377" creationId="{C783D871-22DA-C529-98D0-9163C5B14215}"/>
          </ac:spMkLst>
        </pc:spChg>
        <pc:spChg chg="mod">
          <ac:chgData name="Yash Jadhav" userId="535c3d6d-72b8-4f77-8155-55f939173cf2" providerId="ADAL" clId="{F33F88E0-3380-47C4-AFDE-F1AC050ADA82}" dt="2026-01-25T16:10:01.087" v="10592" actId="790"/>
          <ac:spMkLst>
            <pc:docMk/>
            <pc:sldMk cId="3976346053" sldId="474"/>
            <ac:spMk id="378" creationId="{870E707D-28E8-6DEA-60CB-2364BF606D99}"/>
          </ac:spMkLst>
        </pc:spChg>
        <pc:spChg chg="mod">
          <ac:chgData name="Yash Jadhav" userId="535c3d6d-72b8-4f77-8155-55f939173cf2" providerId="ADAL" clId="{F33F88E0-3380-47C4-AFDE-F1AC050ADA82}" dt="2026-01-25T16:10:01.089" v="10593" actId="790"/>
          <ac:spMkLst>
            <pc:docMk/>
            <pc:sldMk cId="3976346053" sldId="474"/>
            <ac:spMk id="379" creationId="{C880E91D-E50D-0A20-D84C-AD5EE4B9FF86}"/>
          </ac:spMkLst>
        </pc:spChg>
        <pc:spChg chg="mod">
          <ac:chgData name="Yash Jadhav" userId="535c3d6d-72b8-4f77-8155-55f939173cf2" providerId="ADAL" clId="{F33F88E0-3380-47C4-AFDE-F1AC050ADA82}" dt="2026-01-25T16:10:01.084" v="10590" actId="790"/>
          <ac:spMkLst>
            <pc:docMk/>
            <pc:sldMk cId="3976346053" sldId="474"/>
            <ac:spMk id="380" creationId="{4703714D-0719-88E4-5E86-F13FC6E1838E}"/>
          </ac:spMkLst>
        </pc:spChg>
        <pc:spChg chg="mod">
          <ac:chgData name="Yash Jadhav" userId="535c3d6d-72b8-4f77-8155-55f939173cf2" providerId="ADAL" clId="{F33F88E0-3380-47C4-AFDE-F1AC050ADA82}" dt="2026-01-25T16:10:01.085" v="10591" actId="790"/>
          <ac:spMkLst>
            <pc:docMk/>
            <pc:sldMk cId="3976346053" sldId="474"/>
            <ac:spMk id="381" creationId="{50AB4026-54A0-024A-BCCE-83688DDBFBF4}"/>
          </ac:spMkLst>
        </pc:spChg>
        <pc:spChg chg="mod">
          <ac:chgData name="Yash Jadhav" userId="535c3d6d-72b8-4f77-8155-55f939173cf2" providerId="ADAL" clId="{F33F88E0-3380-47C4-AFDE-F1AC050ADA82}" dt="2026-01-25T16:10:01.081" v="10588" actId="790"/>
          <ac:spMkLst>
            <pc:docMk/>
            <pc:sldMk cId="3976346053" sldId="474"/>
            <ac:spMk id="382" creationId="{644127FB-7BA2-D14A-5602-0481D0FEBF88}"/>
          </ac:spMkLst>
        </pc:spChg>
        <pc:spChg chg="mod">
          <ac:chgData name="Yash Jadhav" userId="535c3d6d-72b8-4f77-8155-55f939173cf2" providerId="ADAL" clId="{F33F88E0-3380-47C4-AFDE-F1AC050ADA82}" dt="2026-01-25T16:10:01.082" v="10589" actId="790"/>
          <ac:spMkLst>
            <pc:docMk/>
            <pc:sldMk cId="3976346053" sldId="474"/>
            <ac:spMk id="383" creationId="{8FDF806B-154E-CC0F-5864-B358E85E33D8}"/>
          </ac:spMkLst>
        </pc:spChg>
        <pc:spChg chg="mod">
          <ac:chgData name="Yash Jadhav" userId="535c3d6d-72b8-4f77-8155-55f939173cf2" providerId="ADAL" clId="{F33F88E0-3380-47C4-AFDE-F1AC050ADA82}" dt="2026-01-25T16:10:01.077" v="10586" actId="790"/>
          <ac:spMkLst>
            <pc:docMk/>
            <pc:sldMk cId="3976346053" sldId="474"/>
            <ac:spMk id="384" creationId="{A0069695-2A51-1F0F-5068-360D560923C8}"/>
          </ac:spMkLst>
        </pc:spChg>
        <pc:spChg chg="mod">
          <ac:chgData name="Yash Jadhav" userId="535c3d6d-72b8-4f77-8155-55f939173cf2" providerId="ADAL" clId="{F33F88E0-3380-47C4-AFDE-F1AC050ADA82}" dt="2026-01-25T16:10:01.079" v="10587" actId="790"/>
          <ac:spMkLst>
            <pc:docMk/>
            <pc:sldMk cId="3976346053" sldId="474"/>
            <ac:spMk id="385" creationId="{E4DC5CCB-E500-0050-E24D-2A337241F623}"/>
          </ac:spMkLst>
        </pc:spChg>
        <pc:spChg chg="mod">
          <ac:chgData name="Yash Jadhav" userId="535c3d6d-72b8-4f77-8155-55f939173cf2" providerId="ADAL" clId="{F33F88E0-3380-47C4-AFDE-F1AC050ADA82}" dt="2026-01-25T16:10:01.073" v="10584" actId="790"/>
          <ac:spMkLst>
            <pc:docMk/>
            <pc:sldMk cId="3976346053" sldId="474"/>
            <ac:spMk id="386" creationId="{F07142EA-AFBB-E0E5-BB20-F60408A69586}"/>
          </ac:spMkLst>
        </pc:spChg>
        <pc:spChg chg="mod">
          <ac:chgData name="Yash Jadhav" userId="535c3d6d-72b8-4f77-8155-55f939173cf2" providerId="ADAL" clId="{F33F88E0-3380-47C4-AFDE-F1AC050ADA82}" dt="2026-01-25T16:10:01.075" v="10585" actId="790"/>
          <ac:spMkLst>
            <pc:docMk/>
            <pc:sldMk cId="3976346053" sldId="474"/>
            <ac:spMk id="387" creationId="{3E187339-07A9-D383-BF2B-69BF5B0EB578}"/>
          </ac:spMkLst>
        </pc:spChg>
        <pc:spChg chg="mod">
          <ac:chgData name="Yash Jadhav" userId="535c3d6d-72b8-4f77-8155-55f939173cf2" providerId="ADAL" clId="{F33F88E0-3380-47C4-AFDE-F1AC050ADA82}" dt="2026-01-25T16:10:01.064" v="10581" actId="790"/>
          <ac:spMkLst>
            <pc:docMk/>
            <pc:sldMk cId="3976346053" sldId="474"/>
            <ac:spMk id="419" creationId="{2906987F-1ED2-7B07-951F-4F502CE61D4D}"/>
          </ac:spMkLst>
        </pc:spChg>
        <pc:spChg chg="mod">
          <ac:chgData name="Yash Jadhav" userId="535c3d6d-72b8-4f77-8155-55f939173cf2" providerId="ADAL" clId="{F33F88E0-3380-47C4-AFDE-F1AC050ADA82}" dt="2026-01-25T16:10:01.161" v="10627" actId="790"/>
          <ac:spMkLst>
            <pc:docMk/>
            <pc:sldMk cId="3976346053" sldId="474"/>
            <ac:spMk id="420" creationId="{5C9BA3DD-650C-0040-6FD6-F55345BAE7C3}"/>
          </ac:spMkLst>
        </pc:spChg>
        <pc:spChg chg="mod">
          <ac:chgData name="Yash Jadhav" userId="535c3d6d-72b8-4f77-8155-55f939173cf2" providerId="ADAL" clId="{F33F88E0-3380-47C4-AFDE-F1AC050ADA82}" dt="2026-01-25T16:10:01.109" v="10604" actId="790"/>
          <ac:spMkLst>
            <pc:docMk/>
            <pc:sldMk cId="3976346053" sldId="474"/>
            <ac:spMk id="421" creationId="{1DB06625-1970-409E-E21A-C2691B3755A6}"/>
          </ac:spMkLst>
        </pc:spChg>
      </pc:sldChg>
      <pc:sldChg chg="modSp add mod modNotes">
        <pc:chgData name="Yash Jadhav" userId="535c3d6d-72b8-4f77-8155-55f939173cf2" providerId="ADAL" clId="{F33F88E0-3380-47C4-AFDE-F1AC050ADA82}" dt="2026-01-25T16:10:03.137" v="10727" actId="20577"/>
        <pc:sldMkLst>
          <pc:docMk/>
          <pc:sldMk cId="470200460" sldId="475"/>
        </pc:sldMkLst>
        <pc:spChg chg="mod">
          <ac:chgData name="Yash Jadhav" userId="535c3d6d-72b8-4f77-8155-55f939173cf2" providerId="ADAL" clId="{F33F88E0-3380-47C4-AFDE-F1AC050ADA82}" dt="2026-01-25T16:10:02.900" v="10632" actId="790"/>
          <ac:spMkLst>
            <pc:docMk/>
            <pc:sldMk cId="470200460" sldId="475"/>
            <ac:spMk id="2" creationId="{00000000-0000-0000-0000-000000000000}"/>
          </ac:spMkLst>
        </pc:spChg>
        <pc:spChg chg="mod">
          <ac:chgData name="Yash Jadhav" userId="535c3d6d-72b8-4f77-8155-55f939173cf2" providerId="ADAL" clId="{F33F88E0-3380-47C4-AFDE-F1AC050ADA82}" dt="2026-01-25T16:10:02.908" v="10633" actId="790"/>
          <ac:spMkLst>
            <pc:docMk/>
            <pc:sldMk cId="470200460" sldId="475"/>
            <ac:spMk id="268" creationId="{00000000-0000-0000-0000-000000000000}"/>
          </ac:spMkLst>
        </pc:spChg>
        <pc:spChg chg="mod">
          <ac:chgData name="Yash Jadhav" userId="535c3d6d-72b8-4f77-8155-55f939173cf2" providerId="ADAL" clId="{F33F88E0-3380-47C4-AFDE-F1AC050ADA82}" dt="2026-01-25T16:10:02.915" v="10634" actId="790"/>
          <ac:spMkLst>
            <pc:docMk/>
            <pc:sldMk cId="470200460" sldId="475"/>
            <ac:spMk id="269" creationId="{00000000-0000-0000-0000-000000000000}"/>
          </ac:spMkLst>
        </pc:spChg>
        <pc:spChg chg="mod">
          <ac:chgData name="Yash Jadhav" userId="535c3d6d-72b8-4f77-8155-55f939173cf2" providerId="ADAL" clId="{F33F88E0-3380-47C4-AFDE-F1AC050ADA82}" dt="2026-01-25T16:10:02.921" v="10635" actId="790"/>
          <ac:spMkLst>
            <pc:docMk/>
            <pc:sldMk cId="470200460" sldId="475"/>
            <ac:spMk id="270" creationId="{00000000-0000-0000-0000-000000000000}"/>
          </ac:spMkLst>
        </pc:spChg>
        <pc:spChg chg="mod">
          <ac:chgData name="Yash Jadhav" userId="535c3d6d-72b8-4f77-8155-55f939173cf2" providerId="ADAL" clId="{F33F88E0-3380-47C4-AFDE-F1AC050ADA82}" dt="2026-01-25T16:10:02.928" v="10636" actId="790"/>
          <ac:spMkLst>
            <pc:docMk/>
            <pc:sldMk cId="470200460" sldId="475"/>
            <ac:spMk id="271" creationId="{00000000-0000-0000-0000-000000000000}"/>
          </ac:spMkLst>
        </pc:spChg>
        <pc:spChg chg="mod">
          <ac:chgData name="Yash Jadhav" userId="535c3d6d-72b8-4f77-8155-55f939173cf2" providerId="ADAL" clId="{F33F88E0-3380-47C4-AFDE-F1AC050ADA82}" dt="2026-01-25T16:10:02.931" v="10637" actId="790"/>
          <ac:spMkLst>
            <pc:docMk/>
            <pc:sldMk cId="470200460" sldId="475"/>
            <ac:spMk id="278" creationId="{8C226451-C341-415F-90C7-B673FE5C0C3B}"/>
          </ac:spMkLst>
        </pc:spChg>
        <pc:spChg chg="mod">
          <ac:chgData name="Yash Jadhav" userId="535c3d6d-72b8-4f77-8155-55f939173cf2" providerId="ADAL" clId="{F33F88E0-3380-47C4-AFDE-F1AC050ADA82}" dt="2026-01-25T16:10:02.933" v="10638" actId="790"/>
          <ac:spMkLst>
            <pc:docMk/>
            <pc:sldMk cId="470200460" sldId="475"/>
            <ac:spMk id="281" creationId="{45B98CBB-A87F-4036-8E99-D9FAD6314C7B}"/>
          </ac:spMkLst>
        </pc:spChg>
        <pc:spChg chg="mod">
          <ac:chgData name="Yash Jadhav" userId="535c3d6d-72b8-4f77-8155-55f939173cf2" providerId="ADAL" clId="{F33F88E0-3380-47C4-AFDE-F1AC050ADA82}" dt="2026-01-25T16:10:02.935" v="10639" actId="790"/>
          <ac:spMkLst>
            <pc:docMk/>
            <pc:sldMk cId="470200460" sldId="475"/>
            <ac:spMk id="286" creationId="{D27748E3-F50F-41D5-A49F-DA1B5CAD52DD}"/>
          </ac:spMkLst>
        </pc:spChg>
        <pc:spChg chg="mod">
          <ac:chgData name="Yash Jadhav" userId="535c3d6d-72b8-4f77-8155-55f939173cf2" providerId="ADAL" clId="{F33F88E0-3380-47C4-AFDE-F1AC050ADA82}" dt="2026-01-25T16:10:02.937" v="10640" actId="790"/>
          <ac:spMkLst>
            <pc:docMk/>
            <pc:sldMk cId="470200460" sldId="475"/>
            <ac:spMk id="292" creationId="{201EDEE4-8772-445E-A2DB-3E27BA028AB6}"/>
          </ac:spMkLst>
        </pc:spChg>
        <pc:spChg chg="mod">
          <ac:chgData name="Yash Jadhav" userId="535c3d6d-72b8-4f77-8155-55f939173cf2" providerId="ADAL" clId="{F33F88E0-3380-47C4-AFDE-F1AC050ADA82}" dt="2026-01-25T16:10:02.976" v="10659" actId="790"/>
          <ac:spMkLst>
            <pc:docMk/>
            <pc:sldMk cId="470200460" sldId="475"/>
            <ac:spMk id="306" creationId="{9E0BCDBE-62BE-2498-D2D4-F411ACFD7F6E}"/>
          </ac:spMkLst>
        </pc:spChg>
        <pc:spChg chg="mod">
          <ac:chgData name="Yash Jadhav" userId="535c3d6d-72b8-4f77-8155-55f939173cf2" providerId="ADAL" clId="{F33F88E0-3380-47C4-AFDE-F1AC050ADA82}" dt="2026-01-25T16:10:02.978" v="10660" actId="790"/>
          <ac:spMkLst>
            <pc:docMk/>
            <pc:sldMk cId="470200460" sldId="475"/>
            <ac:spMk id="307" creationId="{20DB5559-215D-4F83-E351-97089210A801}"/>
          </ac:spMkLst>
        </pc:spChg>
        <pc:spChg chg="mod">
          <ac:chgData name="Yash Jadhav" userId="535c3d6d-72b8-4f77-8155-55f939173cf2" providerId="ADAL" clId="{F33F88E0-3380-47C4-AFDE-F1AC050ADA82}" dt="2026-01-25T16:10:02.971" v="10657" actId="790"/>
          <ac:spMkLst>
            <pc:docMk/>
            <pc:sldMk cId="470200460" sldId="475"/>
            <ac:spMk id="308" creationId="{B85E1ED2-1AD1-EDCE-6748-7D450340DB19}"/>
          </ac:spMkLst>
        </pc:spChg>
        <pc:spChg chg="mod">
          <ac:chgData name="Yash Jadhav" userId="535c3d6d-72b8-4f77-8155-55f939173cf2" providerId="ADAL" clId="{F33F88E0-3380-47C4-AFDE-F1AC050ADA82}" dt="2026-01-25T16:10:02.974" v="10658" actId="790"/>
          <ac:spMkLst>
            <pc:docMk/>
            <pc:sldMk cId="470200460" sldId="475"/>
            <ac:spMk id="309" creationId="{FD972CBF-0261-D58F-F025-A8A1ABC6EA2B}"/>
          </ac:spMkLst>
        </pc:spChg>
        <pc:spChg chg="mod">
          <ac:chgData name="Yash Jadhav" userId="535c3d6d-72b8-4f77-8155-55f939173cf2" providerId="ADAL" clId="{F33F88E0-3380-47C4-AFDE-F1AC050ADA82}" dt="2026-01-25T16:10:02.967" v="10655" actId="790"/>
          <ac:spMkLst>
            <pc:docMk/>
            <pc:sldMk cId="470200460" sldId="475"/>
            <ac:spMk id="310" creationId="{069BFF8F-B6FC-1735-5E3F-640355EB3E8C}"/>
          </ac:spMkLst>
        </pc:spChg>
        <pc:spChg chg="mod">
          <ac:chgData name="Yash Jadhav" userId="535c3d6d-72b8-4f77-8155-55f939173cf2" providerId="ADAL" clId="{F33F88E0-3380-47C4-AFDE-F1AC050ADA82}" dt="2026-01-25T16:10:02.969" v="10656" actId="790"/>
          <ac:spMkLst>
            <pc:docMk/>
            <pc:sldMk cId="470200460" sldId="475"/>
            <ac:spMk id="311" creationId="{AA41B528-6D0E-87D8-65F7-8738C97F1464}"/>
          </ac:spMkLst>
        </pc:spChg>
        <pc:spChg chg="mod">
          <ac:chgData name="Yash Jadhav" userId="535c3d6d-72b8-4f77-8155-55f939173cf2" providerId="ADAL" clId="{F33F88E0-3380-47C4-AFDE-F1AC050ADA82}" dt="2026-01-25T16:10:02.963" v="10653" actId="790"/>
          <ac:spMkLst>
            <pc:docMk/>
            <pc:sldMk cId="470200460" sldId="475"/>
            <ac:spMk id="312" creationId="{42A49D0F-5264-0109-35BE-60BDA66CB144}"/>
          </ac:spMkLst>
        </pc:spChg>
        <pc:spChg chg="mod">
          <ac:chgData name="Yash Jadhav" userId="535c3d6d-72b8-4f77-8155-55f939173cf2" providerId="ADAL" clId="{F33F88E0-3380-47C4-AFDE-F1AC050ADA82}" dt="2026-01-25T16:10:02.965" v="10654" actId="790"/>
          <ac:spMkLst>
            <pc:docMk/>
            <pc:sldMk cId="470200460" sldId="475"/>
            <ac:spMk id="313" creationId="{F5F72AC0-27A3-F7CB-3914-792411C4754A}"/>
          </ac:spMkLst>
        </pc:spChg>
        <pc:spChg chg="mod">
          <ac:chgData name="Yash Jadhav" userId="535c3d6d-72b8-4f77-8155-55f939173cf2" providerId="ADAL" clId="{F33F88E0-3380-47C4-AFDE-F1AC050ADA82}" dt="2026-01-25T16:10:02.958" v="10651" actId="790"/>
          <ac:spMkLst>
            <pc:docMk/>
            <pc:sldMk cId="470200460" sldId="475"/>
            <ac:spMk id="314" creationId="{28AFDC33-3F35-560B-CA3B-9A7690484745}"/>
          </ac:spMkLst>
        </pc:spChg>
        <pc:spChg chg="mod">
          <ac:chgData name="Yash Jadhav" userId="535c3d6d-72b8-4f77-8155-55f939173cf2" providerId="ADAL" clId="{F33F88E0-3380-47C4-AFDE-F1AC050ADA82}" dt="2026-01-25T16:10:02.960" v="10652" actId="790"/>
          <ac:spMkLst>
            <pc:docMk/>
            <pc:sldMk cId="470200460" sldId="475"/>
            <ac:spMk id="315" creationId="{28A31E3C-D310-76EC-DD60-E4B1DA1F71DC}"/>
          </ac:spMkLst>
        </pc:spChg>
        <pc:spChg chg="mod">
          <ac:chgData name="Yash Jadhav" userId="535c3d6d-72b8-4f77-8155-55f939173cf2" providerId="ADAL" clId="{F33F88E0-3380-47C4-AFDE-F1AC050ADA82}" dt="2026-01-25T16:10:02.954" v="10649" actId="790"/>
          <ac:spMkLst>
            <pc:docMk/>
            <pc:sldMk cId="470200460" sldId="475"/>
            <ac:spMk id="316" creationId="{16B9C92F-DFC7-6D5F-7B7E-A755B53D6C12}"/>
          </ac:spMkLst>
        </pc:spChg>
        <pc:spChg chg="mod">
          <ac:chgData name="Yash Jadhav" userId="535c3d6d-72b8-4f77-8155-55f939173cf2" providerId="ADAL" clId="{F33F88E0-3380-47C4-AFDE-F1AC050ADA82}" dt="2026-01-25T16:10:02.956" v="10650" actId="790"/>
          <ac:spMkLst>
            <pc:docMk/>
            <pc:sldMk cId="470200460" sldId="475"/>
            <ac:spMk id="317" creationId="{0ADFB0B1-8C6B-3274-4387-8F951F837BCA}"/>
          </ac:spMkLst>
        </pc:spChg>
        <pc:spChg chg="mod">
          <ac:chgData name="Yash Jadhav" userId="535c3d6d-72b8-4f77-8155-55f939173cf2" providerId="ADAL" clId="{F33F88E0-3380-47C4-AFDE-F1AC050ADA82}" dt="2026-01-25T16:10:02.950" v="10647" actId="790"/>
          <ac:spMkLst>
            <pc:docMk/>
            <pc:sldMk cId="470200460" sldId="475"/>
            <ac:spMk id="318" creationId="{02503F15-D26A-B1B1-C973-6D90E3A918D3}"/>
          </ac:spMkLst>
        </pc:spChg>
        <pc:spChg chg="mod">
          <ac:chgData name="Yash Jadhav" userId="535c3d6d-72b8-4f77-8155-55f939173cf2" providerId="ADAL" clId="{F33F88E0-3380-47C4-AFDE-F1AC050ADA82}" dt="2026-01-25T16:10:02.952" v="10648" actId="790"/>
          <ac:spMkLst>
            <pc:docMk/>
            <pc:sldMk cId="470200460" sldId="475"/>
            <ac:spMk id="319" creationId="{7358AA5A-F6C8-043E-33DE-6AD4FFA0B1DD}"/>
          </ac:spMkLst>
        </pc:spChg>
        <pc:spChg chg="mod">
          <ac:chgData name="Yash Jadhav" userId="535c3d6d-72b8-4f77-8155-55f939173cf2" providerId="ADAL" clId="{F33F88E0-3380-47C4-AFDE-F1AC050ADA82}" dt="2026-01-25T16:10:02.947" v="10645" actId="790"/>
          <ac:spMkLst>
            <pc:docMk/>
            <pc:sldMk cId="470200460" sldId="475"/>
            <ac:spMk id="320" creationId="{231AB9AF-BCAD-0E86-FC1E-2129F08AF6E8}"/>
          </ac:spMkLst>
        </pc:spChg>
        <pc:spChg chg="mod">
          <ac:chgData name="Yash Jadhav" userId="535c3d6d-72b8-4f77-8155-55f939173cf2" providerId="ADAL" clId="{F33F88E0-3380-47C4-AFDE-F1AC050ADA82}" dt="2026-01-25T16:10:02.949" v="10646" actId="790"/>
          <ac:spMkLst>
            <pc:docMk/>
            <pc:sldMk cId="470200460" sldId="475"/>
            <ac:spMk id="321" creationId="{1FA96414-A82C-297A-5248-5EE3B7C85A55}"/>
          </ac:spMkLst>
        </pc:spChg>
        <pc:spChg chg="mod">
          <ac:chgData name="Yash Jadhav" userId="535c3d6d-72b8-4f77-8155-55f939173cf2" providerId="ADAL" clId="{F33F88E0-3380-47C4-AFDE-F1AC050ADA82}" dt="2026-01-25T16:10:02.943" v="10643" actId="790"/>
          <ac:spMkLst>
            <pc:docMk/>
            <pc:sldMk cId="470200460" sldId="475"/>
            <ac:spMk id="322" creationId="{E4D2F145-8EB4-8F5F-8802-A6F7F5CAF043}"/>
          </ac:spMkLst>
        </pc:spChg>
        <pc:spChg chg="mod">
          <ac:chgData name="Yash Jadhav" userId="535c3d6d-72b8-4f77-8155-55f939173cf2" providerId="ADAL" clId="{F33F88E0-3380-47C4-AFDE-F1AC050ADA82}" dt="2026-01-25T16:10:02.944" v="10644" actId="790"/>
          <ac:spMkLst>
            <pc:docMk/>
            <pc:sldMk cId="470200460" sldId="475"/>
            <ac:spMk id="323" creationId="{D8AAA600-41F9-3CB6-02EB-117A8699F75E}"/>
          </ac:spMkLst>
        </pc:spChg>
        <pc:spChg chg="mod">
          <ac:chgData name="Yash Jadhav" userId="535c3d6d-72b8-4f77-8155-55f939173cf2" providerId="ADAL" clId="{F33F88E0-3380-47C4-AFDE-F1AC050ADA82}" dt="2026-01-25T16:10:02.939" v="10641" actId="790"/>
          <ac:spMkLst>
            <pc:docMk/>
            <pc:sldMk cId="470200460" sldId="475"/>
            <ac:spMk id="324" creationId="{3CBA5EEB-0AA4-1E52-B24E-67BC1D32404E}"/>
          </ac:spMkLst>
        </pc:spChg>
        <pc:spChg chg="mod">
          <ac:chgData name="Yash Jadhav" userId="535c3d6d-72b8-4f77-8155-55f939173cf2" providerId="ADAL" clId="{F33F88E0-3380-47C4-AFDE-F1AC050ADA82}" dt="2026-01-25T16:10:02.941" v="10642" actId="790"/>
          <ac:spMkLst>
            <pc:docMk/>
            <pc:sldMk cId="470200460" sldId="475"/>
            <ac:spMk id="325" creationId="{7ABC49C1-0530-44FB-D673-FCD8BE243C90}"/>
          </ac:spMkLst>
        </pc:spChg>
        <pc:spChg chg="mod">
          <ac:chgData name="Yash Jadhav" userId="535c3d6d-72b8-4f77-8155-55f939173cf2" providerId="ADAL" clId="{F33F88E0-3380-47C4-AFDE-F1AC050ADA82}" dt="2026-01-25T16:10:03.019" v="10679" actId="790"/>
          <ac:spMkLst>
            <pc:docMk/>
            <pc:sldMk cId="470200460" sldId="475"/>
            <ac:spMk id="337" creationId="{03D815AB-CB02-3D5A-C9B7-B02FAB67137A}"/>
          </ac:spMkLst>
        </pc:spChg>
        <pc:spChg chg="mod">
          <ac:chgData name="Yash Jadhav" userId="535c3d6d-72b8-4f77-8155-55f939173cf2" providerId="ADAL" clId="{F33F88E0-3380-47C4-AFDE-F1AC050ADA82}" dt="2026-01-25T16:10:03.021" v="10680" actId="790"/>
          <ac:spMkLst>
            <pc:docMk/>
            <pc:sldMk cId="470200460" sldId="475"/>
            <ac:spMk id="338" creationId="{321E46B3-49C7-B513-E1AF-EC6DD214D87E}"/>
          </ac:spMkLst>
        </pc:spChg>
        <pc:spChg chg="mod">
          <ac:chgData name="Yash Jadhav" userId="535c3d6d-72b8-4f77-8155-55f939173cf2" providerId="ADAL" clId="{F33F88E0-3380-47C4-AFDE-F1AC050ADA82}" dt="2026-01-25T16:10:03.013" v="10677" actId="790"/>
          <ac:spMkLst>
            <pc:docMk/>
            <pc:sldMk cId="470200460" sldId="475"/>
            <ac:spMk id="339" creationId="{42B19992-20A6-C033-3E1F-C0CB19057FE9}"/>
          </ac:spMkLst>
        </pc:spChg>
        <pc:spChg chg="mod">
          <ac:chgData name="Yash Jadhav" userId="535c3d6d-72b8-4f77-8155-55f939173cf2" providerId="ADAL" clId="{F33F88E0-3380-47C4-AFDE-F1AC050ADA82}" dt="2026-01-25T16:10:03.016" v="10678" actId="790"/>
          <ac:spMkLst>
            <pc:docMk/>
            <pc:sldMk cId="470200460" sldId="475"/>
            <ac:spMk id="340" creationId="{61B6208B-1AFA-F745-0A0B-210F38DF142B}"/>
          </ac:spMkLst>
        </pc:spChg>
        <pc:spChg chg="mod">
          <ac:chgData name="Yash Jadhav" userId="535c3d6d-72b8-4f77-8155-55f939173cf2" providerId="ADAL" clId="{F33F88E0-3380-47C4-AFDE-F1AC050ADA82}" dt="2026-01-25T16:10:03.008" v="10675" actId="790"/>
          <ac:spMkLst>
            <pc:docMk/>
            <pc:sldMk cId="470200460" sldId="475"/>
            <ac:spMk id="341" creationId="{EED1676E-8B76-A523-A998-5ABD9B89ED78}"/>
          </ac:spMkLst>
        </pc:spChg>
        <pc:spChg chg="mod">
          <ac:chgData name="Yash Jadhav" userId="535c3d6d-72b8-4f77-8155-55f939173cf2" providerId="ADAL" clId="{F33F88E0-3380-47C4-AFDE-F1AC050ADA82}" dt="2026-01-25T16:10:03.010" v="10676" actId="790"/>
          <ac:spMkLst>
            <pc:docMk/>
            <pc:sldMk cId="470200460" sldId="475"/>
            <ac:spMk id="342" creationId="{A4AA9911-89E8-0423-BF70-86B3E10B0E6E}"/>
          </ac:spMkLst>
        </pc:spChg>
        <pc:spChg chg="mod">
          <ac:chgData name="Yash Jadhav" userId="535c3d6d-72b8-4f77-8155-55f939173cf2" providerId="ADAL" clId="{F33F88E0-3380-47C4-AFDE-F1AC050ADA82}" dt="2026-01-25T16:10:03.004" v="10673" actId="790"/>
          <ac:spMkLst>
            <pc:docMk/>
            <pc:sldMk cId="470200460" sldId="475"/>
            <ac:spMk id="343" creationId="{1420266D-BCCB-74D0-C5BB-5D945FB185D6}"/>
          </ac:spMkLst>
        </pc:spChg>
        <pc:spChg chg="mod">
          <ac:chgData name="Yash Jadhav" userId="535c3d6d-72b8-4f77-8155-55f939173cf2" providerId="ADAL" clId="{F33F88E0-3380-47C4-AFDE-F1AC050ADA82}" dt="2026-01-25T16:10:03.006" v="10674" actId="790"/>
          <ac:spMkLst>
            <pc:docMk/>
            <pc:sldMk cId="470200460" sldId="475"/>
            <ac:spMk id="344" creationId="{7BF0880A-AB00-0D07-99AD-1907EEBD8E88}"/>
          </ac:spMkLst>
        </pc:spChg>
        <pc:spChg chg="mod">
          <ac:chgData name="Yash Jadhav" userId="535c3d6d-72b8-4f77-8155-55f939173cf2" providerId="ADAL" clId="{F33F88E0-3380-47C4-AFDE-F1AC050ADA82}" dt="2026-01-25T16:10:03" v="10671" actId="790"/>
          <ac:spMkLst>
            <pc:docMk/>
            <pc:sldMk cId="470200460" sldId="475"/>
            <ac:spMk id="345" creationId="{FAA9D9C7-28DB-0814-638F-6BEE0DE0346D}"/>
          </ac:spMkLst>
        </pc:spChg>
        <pc:spChg chg="mod">
          <ac:chgData name="Yash Jadhav" userId="535c3d6d-72b8-4f77-8155-55f939173cf2" providerId="ADAL" clId="{F33F88E0-3380-47C4-AFDE-F1AC050ADA82}" dt="2026-01-25T16:10:03.003" v="10672" actId="790"/>
          <ac:spMkLst>
            <pc:docMk/>
            <pc:sldMk cId="470200460" sldId="475"/>
            <ac:spMk id="346" creationId="{3EFE2E9C-26C4-2D6F-C47A-FE4D21D6B30C}"/>
          </ac:spMkLst>
        </pc:spChg>
        <pc:spChg chg="mod">
          <ac:chgData name="Yash Jadhav" userId="535c3d6d-72b8-4f77-8155-55f939173cf2" providerId="ADAL" clId="{F33F88E0-3380-47C4-AFDE-F1AC050ADA82}" dt="2026-01-25T16:10:02.995" v="10669" actId="790"/>
          <ac:spMkLst>
            <pc:docMk/>
            <pc:sldMk cId="470200460" sldId="475"/>
            <ac:spMk id="347" creationId="{A1C21B95-46CF-6EF8-5A5B-AC9B106A7EC3}"/>
          </ac:spMkLst>
        </pc:spChg>
        <pc:spChg chg="mod">
          <ac:chgData name="Yash Jadhav" userId="535c3d6d-72b8-4f77-8155-55f939173cf2" providerId="ADAL" clId="{F33F88E0-3380-47C4-AFDE-F1AC050ADA82}" dt="2026-01-25T16:10:02.999" v="10670" actId="790"/>
          <ac:spMkLst>
            <pc:docMk/>
            <pc:sldMk cId="470200460" sldId="475"/>
            <ac:spMk id="348" creationId="{6486E4E2-DFA4-6C6A-232E-9B14D09696F5}"/>
          </ac:spMkLst>
        </pc:spChg>
        <pc:spChg chg="mod">
          <ac:chgData name="Yash Jadhav" userId="535c3d6d-72b8-4f77-8155-55f939173cf2" providerId="ADAL" clId="{F33F88E0-3380-47C4-AFDE-F1AC050ADA82}" dt="2026-01-25T16:10:02.991" v="10667" actId="790"/>
          <ac:spMkLst>
            <pc:docMk/>
            <pc:sldMk cId="470200460" sldId="475"/>
            <ac:spMk id="349" creationId="{EA3C31CD-B258-39F9-E288-B4AAA6DF7FCE}"/>
          </ac:spMkLst>
        </pc:spChg>
        <pc:spChg chg="mod">
          <ac:chgData name="Yash Jadhav" userId="535c3d6d-72b8-4f77-8155-55f939173cf2" providerId="ADAL" clId="{F33F88E0-3380-47C4-AFDE-F1AC050ADA82}" dt="2026-01-25T16:10:02.994" v="10668" actId="790"/>
          <ac:spMkLst>
            <pc:docMk/>
            <pc:sldMk cId="470200460" sldId="475"/>
            <ac:spMk id="350" creationId="{259F45F7-79D7-0777-FC60-9F1707768357}"/>
          </ac:spMkLst>
        </pc:spChg>
        <pc:spChg chg="mod">
          <ac:chgData name="Yash Jadhav" userId="535c3d6d-72b8-4f77-8155-55f939173cf2" providerId="ADAL" clId="{F33F88E0-3380-47C4-AFDE-F1AC050ADA82}" dt="2026-01-25T16:10:02.988" v="10665" actId="790"/>
          <ac:spMkLst>
            <pc:docMk/>
            <pc:sldMk cId="470200460" sldId="475"/>
            <ac:spMk id="351" creationId="{1792D50D-EB2A-DCA4-2884-482197F3119C}"/>
          </ac:spMkLst>
        </pc:spChg>
        <pc:spChg chg="mod">
          <ac:chgData name="Yash Jadhav" userId="535c3d6d-72b8-4f77-8155-55f939173cf2" providerId="ADAL" clId="{F33F88E0-3380-47C4-AFDE-F1AC050ADA82}" dt="2026-01-25T16:10:02.990" v="10666" actId="790"/>
          <ac:spMkLst>
            <pc:docMk/>
            <pc:sldMk cId="470200460" sldId="475"/>
            <ac:spMk id="352" creationId="{A47C1AB3-E89B-829F-C700-B32BB2C2F248}"/>
          </ac:spMkLst>
        </pc:spChg>
        <pc:spChg chg="mod">
          <ac:chgData name="Yash Jadhav" userId="535c3d6d-72b8-4f77-8155-55f939173cf2" providerId="ADAL" clId="{F33F88E0-3380-47C4-AFDE-F1AC050ADA82}" dt="2026-01-25T16:10:02.985" v="10663" actId="790"/>
          <ac:spMkLst>
            <pc:docMk/>
            <pc:sldMk cId="470200460" sldId="475"/>
            <ac:spMk id="353" creationId="{1D4C13FF-29B3-26CC-EBB7-190884ACBDC1}"/>
          </ac:spMkLst>
        </pc:spChg>
        <pc:spChg chg="mod">
          <ac:chgData name="Yash Jadhav" userId="535c3d6d-72b8-4f77-8155-55f939173cf2" providerId="ADAL" clId="{F33F88E0-3380-47C4-AFDE-F1AC050ADA82}" dt="2026-01-25T16:10:02.986" v="10664" actId="790"/>
          <ac:spMkLst>
            <pc:docMk/>
            <pc:sldMk cId="470200460" sldId="475"/>
            <ac:spMk id="354" creationId="{FFC2D320-C8FE-462E-4F33-708ABA26D31A}"/>
          </ac:spMkLst>
        </pc:spChg>
        <pc:spChg chg="mod">
          <ac:chgData name="Yash Jadhav" userId="535c3d6d-72b8-4f77-8155-55f939173cf2" providerId="ADAL" clId="{F33F88E0-3380-47C4-AFDE-F1AC050ADA82}" dt="2026-01-25T16:10:02.981" v="10661" actId="790"/>
          <ac:spMkLst>
            <pc:docMk/>
            <pc:sldMk cId="470200460" sldId="475"/>
            <ac:spMk id="355" creationId="{5A81DCA1-D7BC-3379-280D-0E7F773E70F6}"/>
          </ac:spMkLst>
        </pc:spChg>
        <pc:spChg chg="mod">
          <ac:chgData name="Yash Jadhav" userId="535c3d6d-72b8-4f77-8155-55f939173cf2" providerId="ADAL" clId="{F33F88E0-3380-47C4-AFDE-F1AC050ADA82}" dt="2026-01-25T16:10:02.983" v="10662" actId="790"/>
          <ac:spMkLst>
            <pc:docMk/>
            <pc:sldMk cId="470200460" sldId="475"/>
            <ac:spMk id="356" creationId="{3D6E45AD-605A-C187-4E62-5B274248CEB1}"/>
          </ac:spMkLst>
        </pc:spChg>
        <pc:spChg chg="mod">
          <ac:chgData name="Yash Jadhav" userId="535c3d6d-72b8-4f77-8155-55f939173cf2" providerId="ADAL" clId="{F33F88E0-3380-47C4-AFDE-F1AC050ADA82}" dt="2026-01-25T16:10:03.071" v="10699" actId="790"/>
          <ac:spMkLst>
            <pc:docMk/>
            <pc:sldMk cId="470200460" sldId="475"/>
            <ac:spMk id="368" creationId="{9CD237A2-3E0E-0399-1E92-AD3CAC647084}"/>
          </ac:spMkLst>
        </pc:spChg>
        <pc:spChg chg="mod">
          <ac:chgData name="Yash Jadhav" userId="535c3d6d-72b8-4f77-8155-55f939173cf2" providerId="ADAL" clId="{F33F88E0-3380-47C4-AFDE-F1AC050ADA82}" dt="2026-01-25T16:10:03.073" v="10700" actId="790"/>
          <ac:spMkLst>
            <pc:docMk/>
            <pc:sldMk cId="470200460" sldId="475"/>
            <ac:spMk id="369" creationId="{26656C6B-1DD7-2C4F-5C71-12646A4837B7}"/>
          </ac:spMkLst>
        </pc:spChg>
        <pc:spChg chg="mod">
          <ac:chgData name="Yash Jadhav" userId="535c3d6d-72b8-4f77-8155-55f939173cf2" providerId="ADAL" clId="{F33F88E0-3380-47C4-AFDE-F1AC050ADA82}" dt="2026-01-25T16:10:03.067" v="10697" actId="790"/>
          <ac:spMkLst>
            <pc:docMk/>
            <pc:sldMk cId="470200460" sldId="475"/>
            <ac:spMk id="370" creationId="{8599A5C7-84D9-382C-267D-DE205393DD65}"/>
          </ac:spMkLst>
        </pc:spChg>
        <pc:spChg chg="mod">
          <ac:chgData name="Yash Jadhav" userId="535c3d6d-72b8-4f77-8155-55f939173cf2" providerId="ADAL" clId="{F33F88E0-3380-47C4-AFDE-F1AC050ADA82}" dt="2026-01-25T16:10:03.069" v="10698" actId="790"/>
          <ac:spMkLst>
            <pc:docMk/>
            <pc:sldMk cId="470200460" sldId="475"/>
            <ac:spMk id="371" creationId="{E74ABE47-F0EA-AB47-51FB-695EDE19DC18}"/>
          </ac:spMkLst>
        </pc:spChg>
        <pc:spChg chg="mod">
          <ac:chgData name="Yash Jadhav" userId="535c3d6d-72b8-4f77-8155-55f939173cf2" providerId="ADAL" clId="{F33F88E0-3380-47C4-AFDE-F1AC050ADA82}" dt="2026-01-25T16:10:03.063" v="10695" actId="790"/>
          <ac:spMkLst>
            <pc:docMk/>
            <pc:sldMk cId="470200460" sldId="475"/>
            <ac:spMk id="372" creationId="{2BB673AD-64D9-C442-6AC4-889CE5D4313C}"/>
          </ac:spMkLst>
        </pc:spChg>
        <pc:spChg chg="mod">
          <ac:chgData name="Yash Jadhav" userId="535c3d6d-72b8-4f77-8155-55f939173cf2" providerId="ADAL" clId="{F33F88E0-3380-47C4-AFDE-F1AC050ADA82}" dt="2026-01-25T16:10:03.065" v="10696" actId="790"/>
          <ac:spMkLst>
            <pc:docMk/>
            <pc:sldMk cId="470200460" sldId="475"/>
            <ac:spMk id="373" creationId="{DAA0742F-2972-060C-B6D3-B831029F1EB0}"/>
          </ac:spMkLst>
        </pc:spChg>
        <pc:spChg chg="mod">
          <ac:chgData name="Yash Jadhav" userId="535c3d6d-72b8-4f77-8155-55f939173cf2" providerId="ADAL" clId="{F33F88E0-3380-47C4-AFDE-F1AC050ADA82}" dt="2026-01-25T16:10:03.057" v="10693" actId="790"/>
          <ac:spMkLst>
            <pc:docMk/>
            <pc:sldMk cId="470200460" sldId="475"/>
            <ac:spMk id="374" creationId="{28EA2DE9-C16C-01A2-7189-EEC430B03A46}"/>
          </ac:spMkLst>
        </pc:spChg>
        <pc:spChg chg="mod">
          <ac:chgData name="Yash Jadhav" userId="535c3d6d-72b8-4f77-8155-55f939173cf2" providerId="ADAL" clId="{F33F88E0-3380-47C4-AFDE-F1AC050ADA82}" dt="2026-01-25T16:10:03.060" v="10694" actId="790"/>
          <ac:spMkLst>
            <pc:docMk/>
            <pc:sldMk cId="470200460" sldId="475"/>
            <ac:spMk id="375" creationId="{891AC3B0-AEE2-8939-6D30-C8DE157308EA}"/>
          </ac:spMkLst>
        </pc:spChg>
        <pc:spChg chg="mod">
          <ac:chgData name="Yash Jadhav" userId="535c3d6d-72b8-4f77-8155-55f939173cf2" providerId="ADAL" clId="{F33F88E0-3380-47C4-AFDE-F1AC050ADA82}" dt="2026-01-25T16:10:03.053" v="10691" actId="790"/>
          <ac:spMkLst>
            <pc:docMk/>
            <pc:sldMk cId="470200460" sldId="475"/>
            <ac:spMk id="376" creationId="{30F7EE57-C47A-32E1-6C29-8C5D6D9FC524}"/>
          </ac:spMkLst>
        </pc:spChg>
        <pc:spChg chg="mod">
          <ac:chgData name="Yash Jadhav" userId="535c3d6d-72b8-4f77-8155-55f939173cf2" providerId="ADAL" clId="{F33F88E0-3380-47C4-AFDE-F1AC050ADA82}" dt="2026-01-25T16:10:03.055" v="10692" actId="790"/>
          <ac:spMkLst>
            <pc:docMk/>
            <pc:sldMk cId="470200460" sldId="475"/>
            <ac:spMk id="377" creationId="{C783D871-22DA-C529-98D0-9163C5B14215}"/>
          </ac:spMkLst>
        </pc:spChg>
        <pc:spChg chg="mod">
          <ac:chgData name="Yash Jadhav" userId="535c3d6d-72b8-4f77-8155-55f939173cf2" providerId="ADAL" clId="{F33F88E0-3380-47C4-AFDE-F1AC050ADA82}" dt="2026-01-25T16:10:03.048" v="10689" actId="790"/>
          <ac:spMkLst>
            <pc:docMk/>
            <pc:sldMk cId="470200460" sldId="475"/>
            <ac:spMk id="378" creationId="{870E707D-28E8-6DEA-60CB-2364BF606D99}"/>
          </ac:spMkLst>
        </pc:spChg>
        <pc:spChg chg="mod">
          <ac:chgData name="Yash Jadhav" userId="535c3d6d-72b8-4f77-8155-55f939173cf2" providerId="ADAL" clId="{F33F88E0-3380-47C4-AFDE-F1AC050ADA82}" dt="2026-01-25T16:10:03.050" v="10690" actId="790"/>
          <ac:spMkLst>
            <pc:docMk/>
            <pc:sldMk cId="470200460" sldId="475"/>
            <ac:spMk id="379" creationId="{C880E91D-E50D-0A20-D84C-AD5EE4B9FF86}"/>
          </ac:spMkLst>
        </pc:spChg>
        <pc:spChg chg="mod">
          <ac:chgData name="Yash Jadhav" userId="535c3d6d-72b8-4f77-8155-55f939173cf2" providerId="ADAL" clId="{F33F88E0-3380-47C4-AFDE-F1AC050ADA82}" dt="2026-01-25T16:10:03.041" v="10687" actId="790"/>
          <ac:spMkLst>
            <pc:docMk/>
            <pc:sldMk cId="470200460" sldId="475"/>
            <ac:spMk id="380" creationId="{4703714D-0719-88E4-5E86-F13FC6E1838E}"/>
          </ac:spMkLst>
        </pc:spChg>
        <pc:spChg chg="mod">
          <ac:chgData name="Yash Jadhav" userId="535c3d6d-72b8-4f77-8155-55f939173cf2" providerId="ADAL" clId="{F33F88E0-3380-47C4-AFDE-F1AC050ADA82}" dt="2026-01-25T16:10:03.043" v="10688" actId="790"/>
          <ac:spMkLst>
            <pc:docMk/>
            <pc:sldMk cId="470200460" sldId="475"/>
            <ac:spMk id="381" creationId="{50AB4026-54A0-024A-BCCE-83688DDBFBF4}"/>
          </ac:spMkLst>
        </pc:spChg>
        <pc:spChg chg="mod">
          <ac:chgData name="Yash Jadhav" userId="535c3d6d-72b8-4f77-8155-55f939173cf2" providerId="ADAL" clId="{F33F88E0-3380-47C4-AFDE-F1AC050ADA82}" dt="2026-01-25T16:10:03.036" v="10685" actId="790"/>
          <ac:spMkLst>
            <pc:docMk/>
            <pc:sldMk cId="470200460" sldId="475"/>
            <ac:spMk id="382" creationId="{644127FB-7BA2-D14A-5602-0481D0FEBF88}"/>
          </ac:spMkLst>
        </pc:spChg>
        <pc:spChg chg="mod">
          <ac:chgData name="Yash Jadhav" userId="535c3d6d-72b8-4f77-8155-55f939173cf2" providerId="ADAL" clId="{F33F88E0-3380-47C4-AFDE-F1AC050ADA82}" dt="2026-01-25T16:10:03.038" v="10686" actId="790"/>
          <ac:spMkLst>
            <pc:docMk/>
            <pc:sldMk cId="470200460" sldId="475"/>
            <ac:spMk id="383" creationId="{8FDF806B-154E-CC0F-5864-B358E85E33D8}"/>
          </ac:spMkLst>
        </pc:spChg>
        <pc:spChg chg="mod">
          <ac:chgData name="Yash Jadhav" userId="535c3d6d-72b8-4f77-8155-55f939173cf2" providerId="ADAL" clId="{F33F88E0-3380-47C4-AFDE-F1AC050ADA82}" dt="2026-01-25T16:10:03.032" v="10683" actId="790"/>
          <ac:spMkLst>
            <pc:docMk/>
            <pc:sldMk cId="470200460" sldId="475"/>
            <ac:spMk id="384" creationId="{A0069695-2A51-1F0F-5068-360D560923C8}"/>
          </ac:spMkLst>
        </pc:spChg>
        <pc:spChg chg="mod">
          <ac:chgData name="Yash Jadhav" userId="535c3d6d-72b8-4f77-8155-55f939173cf2" providerId="ADAL" clId="{F33F88E0-3380-47C4-AFDE-F1AC050ADA82}" dt="2026-01-25T16:10:03.033" v="10684" actId="790"/>
          <ac:spMkLst>
            <pc:docMk/>
            <pc:sldMk cId="470200460" sldId="475"/>
            <ac:spMk id="385" creationId="{E4DC5CCB-E500-0050-E24D-2A337241F623}"/>
          </ac:spMkLst>
        </pc:spChg>
        <pc:spChg chg="mod">
          <ac:chgData name="Yash Jadhav" userId="535c3d6d-72b8-4f77-8155-55f939173cf2" providerId="ADAL" clId="{F33F88E0-3380-47C4-AFDE-F1AC050ADA82}" dt="2026-01-25T16:10:03.025" v="10681" actId="790"/>
          <ac:spMkLst>
            <pc:docMk/>
            <pc:sldMk cId="470200460" sldId="475"/>
            <ac:spMk id="386" creationId="{F07142EA-AFBB-E0E5-BB20-F60408A69586}"/>
          </ac:spMkLst>
        </pc:spChg>
        <pc:spChg chg="mod">
          <ac:chgData name="Yash Jadhav" userId="535c3d6d-72b8-4f77-8155-55f939173cf2" providerId="ADAL" clId="{F33F88E0-3380-47C4-AFDE-F1AC050ADA82}" dt="2026-01-25T16:10:03.029" v="10682" actId="790"/>
          <ac:spMkLst>
            <pc:docMk/>
            <pc:sldMk cId="470200460" sldId="475"/>
            <ac:spMk id="387" creationId="{3E187339-07A9-D383-BF2B-69BF5B0EB578}"/>
          </ac:spMkLst>
        </pc:spChg>
        <pc:spChg chg="mod">
          <ac:chgData name="Yash Jadhav" userId="535c3d6d-72b8-4f77-8155-55f939173cf2" providerId="ADAL" clId="{F33F88E0-3380-47C4-AFDE-F1AC050ADA82}" dt="2026-01-25T16:10:03.113" v="10719" actId="790"/>
          <ac:spMkLst>
            <pc:docMk/>
            <pc:sldMk cId="470200460" sldId="475"/>
            <ac:spMk id="399" creationId="{F27CE156-8E61-EE11-ED29-D9B0B4B91909}"/>
          </ac:spMkLst>
        </pc:spChg>
        <pc:spChg chg="mod">
          <ac:chgData name="Yash Jadhav" userId="535c3d6d-72b8-4f77-8155-55f939173cf2" providerId="ADAL" clId="{F33F88E0-3380-47C4-AFDE-F1AC050ADA82}" dt="2026-01-25T16:10:03.115" v="10720" actId="790"/>
          <ac:spMkLst>
            <pc:docMk/>
            <pc:sldMk cId="470200460" sldId="475"/>
            <ac:spMk id="400" creationId="{A5275BCE-4D2E-972D-0A6C-2934BE423874}"/>
          </ac:spMkLst>
        </pc:spChg>
        <pc:spChg chg="mod">
          <ac:chgData name="Yash Jadhav" userId="535c3d6d-72b8-4f77-8155-55f939173cf2" providerId="ADAL" clId="{F33F88E0-3380-47C4-AFDE-F1AC050ADA82}" dt="2026-01-25T16:10:03.109" v="10717" actId="790"/>
          <ac:spMkLst>
            <pc:docMk/>
            <pc:sldMk cId="470200460" sldId="475"/>
            <ac:spMk id="401" creationId="{C7D97197-B322-DFED-60D9-69E1314803E5}"/>
          </ac:spMkLst>
        </pc:spChg>
        <pc:spChg chg="mod">
          <ac:chgData name="Yash Jadhav" userId="535c3d6d-72b8-4f77-8155-55f939173cf2" providerId="ADAL" clId="{F33F88E0-3380-47C4-AFDE-F1AC050ADA82}" dt="2026-01-25T16:10:03.111" v="10718" actId="790"/>
          <ac:spMkLst>
            <pc:docMk/>
            <pc:sldMk cId="470200460" sldId="475"/>
            <ac:spMk id="402" creationId="{9CF0812F-395C-1C9B-7A56-AD904785F1B1}"/>
          </ac:spMkLst>
        </pc:spChg>
        <pc:spChg chg="mod">
          <ac:chgData name="Yash Jadhav" userId="535c3d6d-72b8-4f77-8155-55f939173cf2" providerId="ADAL" clId="{F33F88E0-3380-47C4-AFDE-F1AC050ADA82}" dt="2026-01-25T16:10:03.104" v="10715" actId="790"/>
          <ac:spMkLst>
            <pc:docMk/>
            <pc:sldMk cId="470200460" sldId="475"/>
            <ac:spMk id="403" creationId="{C766EF57-D272-1EA4-EE3F-0BDFFA1F852A}"/>
          </ac:spMkLst>
        </pc:spChg>
        <pc:spChg chg="mod">
          <ac:chgData name="Yash Jadhav" userId="535c3d6d-72b8-4f77-8155-55f939173cf2" providerId="ADAL" clId="{F33F88E0-3380-47C4-AFDE-F1AC050ADA82}" dt="2026-01-25T16:10:03.106" v="10716" actId="790"/>
          <ac:spMkLst>
            <pc:docMk/>
            <pc:sldMk cId="470200460" sldId="475"/>
            <ac:spMk id="404" creationId="{4DF90D08-706C-03EE-911F-954B3FB65EA5}"/>
          </ac:spMkLst>
        </pc:spChg>
        <pc:spChg chg="mod">
          <ac:chgData name="Yash Jadhav" userId="535c3d6d-72b8-4f77-8155-55f939173cf2" providerId="ADAL" clId="{F33F88E0-3380-47C4-AFDE-F1AC050ADA82}" dt="2026-01-25T16:10:03.100" v="10713" actId="790"/>
          <ac:spMkLst>
            <pc:docMk/>
            <pc:sldMk cId="470200460" sldId="475"/>
            <ac:spMk id="405" creationId="{3D16E294-FB95-ED2C-D91C-59585FA13ACF}"/>
          </ac:spMkLst>
        </pc:spChg>
        <pc:spChg chg="mod">
          <ac:chgData name="Yash Jadhav" userId="535c3d6d-72b8-4f77-8155-55f939173cf2" providerId="ADAL" clId="{F33F88E0-3380-47C4-AFDE-F1AC050ADA82}" dt="2026-01-25T16:10:03.102" v="10714" actId="790"/>
          <ac:spMkLst>
            <pc:docMk/>
            <pc:sldMk cId="470200460" sldId="475"/>
            <ac:spMk id="406" creationId="{26FE443F-B4A5-8E67-58F2-E5C48367040E}"/>
          </ac:spMkLst>
        </pc:spChg>
        <pc:spChg chg="mod">
          <ac:chgData name="Yash Jadhav" userId="535c3d6d-72b8-4f77-8155-55f939173cf2" providerId="ADAL" clId="{F33F88E0-3380-47C4-AFDE-F1AC050ADA82}" dt="2026-01-25T16:10:03.096" v="10711" actId="790"/>
          <ac:spMkLst>
            <pc:docMk/>
            <pc:sldMk cId="470200460" sldId="475"/>
            <ac:spMk id="407" creationId="{33815EB1-B474-FB53-D7C5-A48443587825}"/>
          </ac:spMkLst>
        </pc:spChg>
        <pc:spChg chg="mod">
          <ac:chgData name="Yash Jadhav" userId="535c3d6d-72b8-4f77-8155-55f939173cf2" providerId="ADAL" clId="{F33F88E0-3380-47C4-AFDE-F1AC050ADA82}" dt="2026-01-25T16:10:03.098" v="10712" actId="790"/>
          <ac:spMkLst>
            <pc:docMk/>
            <pc:sldMk cId="470200460" sldId="475"/>
            <ac:spMk id="408" creationId="{D98A6C4B-960D-4624-873B-CFC8CFBA695F}"/>
          </ac:spMkLst>
        </pc:spChg>
        <pc:spChg chg="mod">
          <ac:chgData name="Yash Jadhav" userId="535c3d6d-72b8-4f77-8155-55f939173cf2" providerId="ADAL" clId="{F33F88E0-3380-47C4-AFDE-F1AC050ADA82}" dt="2026-01-25T16:10:03.091" v="10709" actId="790"/>
          <ac:spMkLst>
            <pc:docMk/>
            <pc:sldMk cId="470200460" sldId="475"/>
            <ac:spMk id="409" creationId="{DA4B7F92-43B4-2B1F-545A-2F256A107C39}"/>
          </ac:spMkLst>
        </pc:spChg>
        <pc:spChg chg="mod">
          <ac:chgData name="Yash Jadhav" userId="535c3d6d-72b8-4f77-8155-55f939173cf2" providerId="ADAL" clId="{F33F88E0-3380-47C4-AFDE-F1AC050ADA82}" dt="2026-01-25T16:10:03.093" v="10710" actId="790"/>
          <ac:spMkLst>
            <pc:docMk/>
            <pc:sldMk cId="470200460" sldId="475"/>
            <ac:spMk id="410" creationId="{30245B31-E5E4-37FD-A4B6-4E9DB42F2193}"/>
          </ac:spMkLst>
        </pc:spChg>
        <pc:spChg chg="mod">
          <ac:chgData name="Yash Jadhav" userId="535c3d6d-72b8-4f77-8155-55f939173cf2" providerId="ADAL" clId="{F33F88E0-3380-47C4-AFDE-F1AC050ADA82}" dt="2026-01-25T16:10:03.087" v="10707" actId="790"/>
          <ac:spMkLst>
            <pc:docMk/>
            <pc:sldMk cId="470200460" sldId="475"/>
            <ac:spMk id="411" creationId="{9F9D3757-0100-2268-A79A-6F4633703DC9}"/>
          </ac:spMkLst>
        </pc:spChg>
        <pc:spChg chg="mod">
          <ac:chgData name="Yash Jadhav" userId="535c3d6d-72b8-4f77-8155-55f939173cf2" providerId="ADAL" clId="{F33F88E0-3380-47C4-AFDE-F1AC050ADA82}" dt="2026-01-25T16:10:03.089" v="10708" actId="790"/>
          <ac:spMkLst>
            <pc:docMk/>
            <pc:sldMk cId="470200460" sldId="475"/>
            <ac:spMk id="412" creationId="{55F0531E-DC2C-42A1-A680-12318CE60AD9}"/>
          </ac:spMkLst>
        </pc:spChg>
        <pc:spChg chg="mod">
          <ac:chgData name="Yash Jadhav" userId="535c3d6d-72b8-4f77-8155-55f939173cf2" providerId="ADAL" clId="{F33F88E0-3380-47C4-AFDE-F1AC050ADA82}" dt="2026-01-25T16:10:03.083" v="10705" actId="790"/>
          <ac:spMkLst>
            <pc:docMk/>
            <pc:sldMk cId="470200460" sldId="475"/>
            <ac:spMk id="413" creationId="{0240EB9E-7058-34EC-02E2-0D4C83BA6C1D}"/>
          </ac:spMkLst>
        </pc:spChg>
        <pc:spChg chg="mod">
          <ac:chgData name="Yash Jadhav" userId="535c3d6d-72b8-4f77-8155-55f939173cf2" providerId="ADAL" clId="{F33F88E0-3380-47C4-AFDE-F1AC050ADA82}" dt="2026-01-25T16:10:03.085" v="10706" actId="790"/>
          <ac:spMkLst>
            <pc:docMk/>
            <pc:sldMk cId="470200460" sldId="475"/>
            <ac:spMk id="414" creationId="{CFAF24E6-B060-8814-497D-6270B2F3A1EE}"/>
          </ac:spMkLst>
        </pc:spChg>
        <pc:spChg chg="mod">
          <ac:chgData name="Yash Jadhav" userId="535c3d6d-72b8-4f77-8155-55f939173cf2" providerId="ADAL" clId="{F33F88E0-3380-47C4-AFDE-F1AC050ADA82}" dt="2026-01-25T16:10:03.080" v="10703" actId="790"/>
          <ac:spMkLst>
            <pc:docMk/>
            <pc:sldMk cId="470200460" sldId="475"/>
            <ac:spMk id="415" creationId="{4D7EC6C1-3983-65C8-8DA6-1FF8551A73EA}"/>
          </ac:spMkLst>
        </pc:spChg>
        <pc:spChg chg="mod">
          <ac:chgData name="Yash Jadhav" userId="535c3d6d-72b8-4f77-8155-55f939173cf2" providerId="ADAL" clId="{F33F88E0-3380-47C4-AFDE-F1AC050ADA82}" dt="2026-01-25T16:10:03.082" v="10704" actId="790"/>
          <ac:spMkLst>
            <pc:docMk/>
            <pc:sldMk cId="470200460" sldId="475"/>
            <ac:spMk id="416" creationId="{35BAC64A-39F0-C127-862E-3088ED40B901}"/>
          </ac:spMkLst>
        </pc:spChg>
        <pc:spChg chg="mod">
          <ac:chgData name="Yash Jadhav" userId="535c3d6d-72b8-4f77-8155-55f939173cf2" providerId="ADAL" clId="{F33F88E0-3380-47C4-AFDE-F1AC050ADA82}" dt="2026-01-25T16:10:03.075" v="10701" actId="790"/>
          <ac:spMkLst>
            <pc:docMk/>
            <pc:sldMk cId="470200460" sldId="475"/>
            <ac:spMk id="417" creationId="{25475A62-7AE9-7E14-E380-2CC18A5784F9}"/>
          </ac:spMkLst>
        </pc:spChg>
        <pc:spChg chg="mod">
          <ac:chgData name="Yash Jadhav" userId="535c3d6d-72b8-4f77-8155-55f939173cf2" providerId="ADAL" clId="{F33F88E0-3380-47C4-AFDE-F1AC050ADA82}" dt="2026-01-25T16:10:03.078" v="10702" actId="790"/>
          <ac:spMkLst>
            <pc:docMk/>
            <pc:sldMk cId="470200460" sldId="475"/>
            <ac:spMk id="418" creationId="{A9E94D69-F175-65A1-F9F3-7317E8AD2503}"/>
          </ac:spMkLst>
        </pc:spChg>
        <pc:spChg chg="mod">
          <ac:chgData name="Yash Jadhav" userId="535c3d6d-72b8-4f77-8155-55f939173cf2" providerId="ADAL" clId="{F33F88E0-3380-47C4-AFDE-F1AC050ADA82}" dt="2026-01-25T16:10:03.118" v="10721" actId="790"/>
          <ac:spMkLst>
            <pc:docMk/>
            <pc:sldMk cId="470200460" sldId="475"/>
            <ac:spMk id="419" creationId="{2906987F-1ED2-7B07-951F-4F502CE61D4D}"/>
          </ac:spMkLst>
        </pc:spChg>
        <pc:spChg chg="mod">
          <ac:chgData name="Yash Jadhav" userId="535c3d6d-72b8-4f77-8155-55f939173cf2" providerId="ADAL" clId="{F33F88E0-3380-47C4-AFDE-F1AC050ADA82}" dt="2026-01-25T16:10:03.121" v="10722" actId="790"/>
          <ac:spMkLst>
            <pc:docMk/>
            <pc:sldMk cId="470200460" sldId="475"/>
            <ac:spMk id="420" creationId="{5C9BA3DD-650C-0040-6FD6-F55345BAE7C3}"/>
          </ac:spMkLst>
        </pc:spChg>
        <pc:spChg chg="mod">
          <ac:chgData name="Yash Jadhav" userId="535c3d6d-72b8-4f77-8155-55f939173cf2" providerId="ADAL" clId="{F33F88E0-3380-47C4-AFDE-F1AC050ADA82}" dt="2026-01-25T16:10:03.123" v="10723" actId="790"/>
          <ac:spMkLst>
            <pc:docMk/>
            <pc:sldMk cId="470200460" sldId="475"/>
            <ac:spMk id="421" creationId="{1DB06625-1970-409E-E21A-C2691B3755A6}"/>
          </ac:spMkLst>
        </pc:spChg>
        <pc:spChg chg="mod">
          <ac:chgData name="Yash Jadhav" userId="535c3d6d-72b8-4f77-8155-55f939173cf2" providerId="ADAL" clId="{F33F88E0-3380-47C4-AFDE-F1AC050ADA82}" dt="2026-01-25T16:10:03.125" v="10724" actId="790"/>
          <ac:spMkLst>
            <pc:docMk/>
            <pc:sldMk cId="470200460" sldId="475"/>
            <ac:spMk id="422" creationId="{848D7C0C-1205-B20D-B86A-AF65245C518E}"/>
          </ac:spMkLst>
        </pc:spChg>
      </pc:sldChg>
      <pc:sldChg chg="modSp add mod modNotes">
        <pc:chgData name="Yash Jadhav" userId="535c3d6d-72b8-4f77-8155-55f939173cf2" providerId="ADAL" clId="{F33F88E0-3380-47C4-AFDE-F1AC050ADA82}" dt="2026-01-25T16:10:05.158" v="10777" actId="20577"/>
        <pc:sldMkLst>
          <pc:docMk/>
          <pc:sldMk cId="2627585079" sldId="476"/>
        </pc:sldMkLst>
        <pc:spChg chg="mod">
          <ac:chgData name="Yash Jadhav" userId="535c3d6d-72b8-4f77-8155-55f939173cf2" providerId="ADAL" clId="{F33F88E0-3380-47C4-AFDE-F1AC050ADA82}" dt="2026-01-25T16:10:05.035" v="10729" actId="790"/>
          <ac:spMkLst>
            <pc:docMk/>
            <pc:sldMk cId="2627585079" sldId="476"/>
            <ac:spMk id="2" creationId="{E06D5D69-7AC7-B6ED-52A3-C1809CF4459C}"/>
          </ac:spMkLst>
        </pc:spChg>
        <pc:spChg chg="mod">
          <ac:chgData name="Yash Jadhav" userId="535c3d6d-72b8-4f77-8155-55f939173cf2" providerId="ADAL" clId="{F33F88E0-3380-47C4-AFDE-F1AC050ADA82}" dt="2026-01-25T16:10:05.039" v="10730" actId="790"/>
          <ac:spMkLst>
            <pc:docMk/>
            <pc:sldMk cId="2627585079" sldId="476"/>
            <ac:spMk id="4" creationId="{A852A036-76D0-F591-6FEB-8613DBE09EE4}"/>
          </ac:spMkLst>
        </pc:spChg>
        <pc:spChg chg="mod">
          <ac:chgData name="Yash Jadhav" userId="535c3d6d-72b8-4f77-8155-55f939173cf2" providerId="ADAL" clId="{F33F88E0-3380-47C4-AFDE-F1AC050ADA82}" dt="2026-01-25T16:10:05.042" v="10731" actId="790"/>
          <ac:spMkLst>
            <pc:docMk/>
            <pc:sldMk cId="2627585079" sldId="476"/>
            <ac:spMk id="5" creationId="{1B15978F-2A77-E14D-955A-54A9F0DA7911}"/>
          </ac:spMkLst>
        </pc:spChg>
        <pc:spChg chg="mod">
          <ac:chgData name="Yash Jadhav" userId="535c3d6d-72b8-4f77-8155-55f939173cf2" providerId="ADAL" clId="{F33F88E0-3380-47C4-AFDE-F1AC050ADA82}" dt="2026-01-25T16:10:05.045" v="10732" actId="790"/>
          <ac:spMkLst>
            <pc:docMk/>
            <pc:sldMk cId="2627585079" sldId="476"/>
            <ac:spMk id="6" creationId="{6F78D799-9026-B5B9-2818-19D1B2896033}"/>
          </ac:spMkLst>
        </pc:spChg>
        <pc:spChg chg="mod">
          <ac:chgData name="Yash Jadhav" userId="535c3d6d-72b8-4f77-8155-55f939173cf2" providerId="ADAL" clId="{F33F88E0-3380-47C4-AFDE-F1AC050ADA82}" dt="2026-01-25T16:10:05.049" v="10733" actId="790"/>
          <ac:spMkLst>
            <pc:docMk/>
            <pc:sldMk cId="2627585079" sldId="476"/>
            <ac:spMk id="7" creationId="{D42DE984-284F-7557-D221-F86666C1A30D}"/>
          </ac:spMkLst>
        </pc:spChg>
        <pc:spChg chg="mod">
          <ac:chgData name="Yash Jadhav" userId="535c3d6d-72b8-4f77-8155-55f939173cf2" providerId="ADAL" clId="{F33F88E0-3380-47C4-AFDE-F1AC050ADA82}" dt="2026-01-25T16:10:05.052" v="10734" actId="790"/>
          <ac:spMkLst>
            <pc:docMk/>
            <pc:sldMk cId="2627585079" sldId="476"/>
            <ac:spMk id="22" creationId="{97C1D679-C7A4-F929-E27D-FBEC5B797E01}"/>
          </ac:spMkLst>
        </pc:spChg>
        <pc:spChg chg="mod">
          <ac:chgData name="Yash Jadhav" userId="535c3d6d-72b8-4f77-8155-55f939173cf2" providerId="ADAL" clId="{F33F88E0-3380-47C4-AFDE-F1AC050ADA82}" dt="2026-01-25T16:10:05.054" v="10735" actId="790"/>
          <ac:spMkLst>
            <pc:docMk/>
            <pc:sldMk cId="2627585079" sldId="476"/>
            <ac:spMk id="23" creationId="{8036AB02-1F17-8454-D329-80599D13FE2C}"/>
          </ac:spMkLst>
        </pc:spChg>
        <pc:spChg chg="mod">
          <ac:chgData name="Yash Jadhav" userId="535c3d6d-72b8-4f77-8155-55f939173cf2" providerId="ADAL" clId="{F33F88E0-3380-47C4-AFDE-F1AC050ADA82}" dt="2026-01-25T16:10:05.056" v="10736" actId="790"/>
          <ac:spMkLst>
            <pc:docMk/>
            <pc:sldMk cId="2627585079" sldId="476"/>
            <ac:spMk id="24" creationId="{C562E52C-83F1-F3D8-C06E-EF24856E6E0C}"/>
          </ac:spMkLst>
        </pc:spChg>
        <pc:spChg chg="mod">
          <ac:chgData name="Yash Jadhav" userId="535c3d6d-72b8-4f77-8155-55f939173cf2" providerId="ADAL" clId="{F33F88E0-3380-47C4-AFDE-F1AC050ADA82}" dt="2026-01-25T16:10:05.058" v="10737" actId="790"/>
          <ac:spMkLst>
            <pc:docMk/>
            <pc:sldMk cId="2627585079" sldId="476"/>
            <ac:spMk id="25" creationId="{311CF36E-D625-29D3-FE03-EB382A70E35B}"/>
          </ac:spMkLst>
        </pc:spChg>
        <pc:spChg chg="mod">
          <ac:chgData name="Yash Jadhav" userId="535c3d6d-72b8-4f77-8155-55f939173cf2" providerId="ADAL" clId="{F33F88E0-3380-47C4-AFDE-F1AC050ADA82}" dt="2026-01-25T16:10:05.060" v="10738" actId="790"/>
          <ac:spMkLst>
            <pc:docMk/>
            <pc:sldMk cId="2627585079" sldId="476"/>
            <ac:spMk id="26" creationId="{0AA2813B-4264-491D-0033-0170E62631F9}"/>
          </ac:spMkLst>
        </pc:spChg>
        <pc:spChg chg="mod">
          <ac:chgData name="Yash Jadhav" userId="535c3d6d-72b8-4f77-8155-55f939173cf2" providerId="ADAL" clId="{F33F88E0-3380-47C4-AFDE-F1AC050ADA82}" dt="2026-01-25T16:10:05.063" v="10739" actId="790"/>
          <ac:spMkLst>
            <pc:docMk/>
            <pc:sldMk cId="2627585079" sldId="476"/>
            <ac:spMk id="27" creationId="{FA8D556C-3CBC-B750-E996-4AF7D5F7E91B}"/>
          </ac:spMkLst>
        </pc:spChg>
        <pc:spChg chg="mod">
          <ac:chgData name="Yash Jadhav" userId="535c3d6d-72b8-4f77-8155-55f939173cf2" providerId="ADAL" clId="{F33F88E0-3380-47C4-AFDE-F1AC050ADA82}" dt="2026-01-25T16:10:05.066" v="10740" actId="790"/>
          <ac:spMkLst>
            <pc:docMk/>
            <pc:sldMk cId="2627585079" sldId="476"/>
            <ac:spMk id="28" creationId="{13F13D26-FF25-543F-284E-E97B3529B4C0}"/>
          </ac:spMkLst>
        </pc:spChg>
        <pc:spChg chg="mod">
          <ac:chgData name="Yash Jadhav" userId="535c3d6d-72b8-4f77-8155-55f939173cf2" providerId="ADAL" clId="{F33F88E0-3380-47C4-AFDE-F1AC050ADA82}" dt="2026-01-25T16:10:05.068" v="10741" actId="790"/>
          <ac:spMkLst>
            <pc:docMk/>
            <pc:sldMk cId="2627585079" sldId="476"/>
            <ac:spMk id="29" creationId="{E6E6DF7F-1539-1EAC-6DA4-2F247A2DC1DA}"/>
          </ac:spMkLst>
        </pc:spChg>
        <pc:spChg chg="mod">
          <ac:chgData name="Yash Jadhav" userId="535c3d6d-72b8-4f77-8155-55f939173cf2" providerId="ADAL" clId="{F33F88E0-3380-47C4-AFDE-F1AC050ADA82}" dt="2026-01-25T16:10:05.070" v="10742" actId="790"/>
          <ac:spMkLst>
            <pc:docMk/>
            <pc:sldMk cId="2627585079" sldId="476"/>
            <ac:spMk id="30" creationId="{52ACD152-AED4-2870-D6DB-105CD00786C1}"/>
          </ac:spMkLst>
        </pc:spChg>
        <pc:spChg chg="mod">
          <ac:chgData name="Yash Jadhav" userId="535c3d6d-72b8-4f77-8155-55f939173cf2" providerId="ADAL" clId="{F33F88E0-3380-47C4-AFDE-F1AC050ADA82}" dt="2026-01-25T16:10:05.072" v="10743" actId="790"/>
          <ac:spMkLst>
            <pc:docMk/>
            <pc:sldMk cId="2627585079" sldId="476"/>
            <ac:spMk id="31" creationId="{F5CCC3DF-B3FA-B009-A133-76F86CD810EA}"/>
          </ac:spMkLst>
        </pc:spChg>
        <pc:spChg chg="mod">
          <ac:chgData name="Yash Jadhav" userId="535c3d6d-72b8-4f77-8155-55f939173cf2" providerId="ADAL" clId="{F33F88E0-3380-47C4-AFDE-F1AC050ADA82}" dt="2026-01-25T16:10:05.074" v="10744" actId="790"/>
          <ac:spMkLst>
            <pc:docMk/>
            <pc:sldMk cId="2627585079" sldId="476"/>
            <ac:spMk id="32" creationId="{D169A222-0017-617E-5CAF-CE1D348B43D1}"/>
          </ac:spMkLst>
        </pc:spChg>
        <pc:spChg chg="mod">
          <ac:chgData name="Yash Jadhav" userId="535c3d6d-72b8-4f77-8155-55f939173cf2" providerId="ADAL" clId="{F33F88E0-3380-47C4-AFDE-F1AC050ADA82}" dt="2026-01-25T16:10:05.076" v="10745" actId="790"/>
          <ac:spMkLst>
            <pc:docMk/>
            <pc:sldMk cId="2627585079" sldId="476"/>
            <ac:spMk id="33" creationId="{C3CDFDE7-1ADD-5E28-5D73-0A0525639E00}"/>
          </ac:spMkLst>
        </pc:spChg>
        <pc:spChg chg="mod">
          <ac:chgData name="Yash Jadhav" userId="535c3d6d-72b8-4f77-8155-55f939173cf2" providerId="ADAL" clId="{F33F88E0-3380-47C4-AFDE-F1AC050ADA82}" dt="2026-01-25T16:10:05.078" v="10746" actId="790"/>
          <ac:spMkLst>
            <pc:docMk/>
            <pc:sldMk cId="2627585079" sldId="476"/>
            <ac:spMk id="34" creationId="{09F1613D-21B1-02DD-B2A2-80723B0522D3}"/>
          </ac:spMkLst>
        </pc:spChg>
        <pc:spChg chg="mod">
          <ac:chgData name="Yash Jadhav" userId="535c3d6d-72b8-4f77-8155-55f939173cf2" providerId="ADAL" clId="{F33F88E0-3380-47C4-AFDE-F1AC050ADA82}" dt="2026-01-25T16:10:05.081" v="10747" actId="790"/>
          <ac:spMkLst>
            <pc:docMk/>
            <pc:sldMk cId="2627585079" sldId="476"/>
            <ac:spMk id="35" creationId="{A770890D-9795-96DE-3BB5-41FE9D0C57E5}"/>
          </ac:spMkLst>
        </pc:spChg>
        <pc:spChg chg="mod">
          <ac:chgData name="Yash Jadhav" userId="535c3d6d-72b8-4f77-8155-55f939173cf2" providerId="ADAL" clId="{F33F88E0-3380-47C4-AFDE-F1AC050ADA82}" dt="2026-01-25T16:10:05.083" v="10748" actId="790"/>
          <ac:spMkLst>
            <pc:docMk/>
            <pc:sldMk cId="2627585079" sldId="476"/>
            <ac:spMk id="37" creationId="{1955EBE1-3303-73DF-356E-3AD5A6443B54}"/>
          </ac:spMkLst>
        </pc:spChg>
        <pc:spChg chg="mod">
          <ac:chgData name="Yash Jadhav" userId="535c3d6d-72b8-4f77-8155-55f939173cf2" providerId="ADAL" clId="{F33F88E0-3380-47C4-AFDE-F1AC050ADA82}" dt="2026-01-25T16:10:05.085" v="10749" actId="790"/>
          <ac:spMkLst>
            <pc:docMk/>
            <pc:sldMk cId="2627585079" sldId="476"/>
            <ac:spMk id="38" creationId="{77F54F1C-5D37-B30E-85D9-BADC17B6257A}"/>
          </ac:spMkLst>
        </pc:spChg>
        <pc:spChg chg="mod">
          <ac:chgData name="Yash Jadhav" userId="535c3d6d-72b8-4f77-8155-55f939173cf2" providerId="ADAL" clId="{F33F88E0-3380-47C4-AFDE-F1AC050ADA82}" dt="2026-01-25T16:10:05.087" v="10750" actId="790"/>
          <ac:spMkLst>
            <pc:docMk/>
            <pc:sldMk cId="2627585079" sldId="476"/>
            <ac:spMk id="39" creationId="{A4A32F09-EDE8-CEDD-44AB-D2519F9500C2}"/>
          </ac:spMkLst>
        </pc:spChg>
        <pc:spChg chg="mod">
          <ac:chgData name="Yash Jadhav" userId="535c3d6d-72b8-4f77-8155-55f939173cf2" providerId="ADAL" clId="{F33F88E0-3380-47C4-AFDE-F1AC050ADA82}" dt="2026-01-25T16:10:05.088" v="10751" actId="790"/>
          <ac:spMkLst>
            <pc:docMk/>
            <pc:sldMk cId="2627585079" sldId="476"/>
            <ac:spMk id="40" creationId="{EF87D1F7-496A-DE48-A4D9-45C4FAC6A7A7}"/>
          </ac:spMkLst>
        </pc:spChg>
        <pc:spChg chg="mod">
          <ac:chgData name="Yash Jadhav" userId="535c3d6d-72b8-4f77-8155-55f939173cf2" providerId="ADAL" clId="{F33F88E0-3380-47C4-AFDE-F1AC050ADA82}" dt="2026-01-25T16:10:05.092" v="10752" actId="790"/>
          <ac:spMkLst>
            <pc:docMk/>
            <pc:sldMk cId="2627585079" sldId="476"/>
            <ac:spMk id="41" creationId="{706F584A-F024-24CB-343D-3FE52D28BFAA}"/>
          </ac:spMkLst>
        </pc:spChg>
        <pc:spChg chg="mod">
          <ac:chgData name="Yash Jadhav" userId="535c3d6d-72b8-4f77-8155-55f939173cf2" providerId="ADAL" clId="{F33F88E0-3380-47C4-AFDE-F1AC050ADA82}" dt="2026-01-25T16:10:05.094" v="10753" actId="790"/>
          <ac:spMkLst>
            <pc:docMk/>
            <pc:sldMk cId="2627585079" sldId="476"/>
            <ac:spMk id="42" creationId="{5DA3BB38-8A2B-5DE7-A330-7481702BE5EA}"/>
          </ac:spMkLst>
        </pc:spChg>
        <pc:spChg chg="mod">
          <ac:chgData name="Yash Jadhav" userId="535c3d6d-72b8-4f77-8155-55f939173cf2" providerId="ADAL" clId="{F33F88E0-3380-47C4-AFDE-F1AC050ADA82}" dt="2026-01-25T16:10:05.096" v="10754" actId="790"/>
          <ac:spMkLst>
            <pc:docMk/>
            <pc:sldMk cId="2627585079" sldId="476"/>
            <ac:spMk id="43" creationId="{1123D92B-915C-668A-4933-948AD36E335C}"/>
          </ac:spMkLst>
        </pc:spChg>
        <pc:spChg chg="mod">
          <ac:chgData name="Yash Jadhav" userId="535c3d6d-72b8-4f77-8155-55f939173cf2" providerId="ADAL" clId="{F33F88E0-3380-47C4-AFDE-F1AC050ADA82}" dt="2026-01-25T16:10:05.099" v="10755" actId="790"/>
          <ac:spMkLst>
            <pc:docMk/>
            <pc:sldMk cId="2627585079" sldId="476"/>
            <ac:spMk id="44" creationId="{F24167DF-D1A8-DC2D-E696-A2B56B106F06}"/>
          </ac:spMkLst>
        </pc:spChg>
        <pc:spChg chg="mod">
          <ac:chgData name="Yash Jadhav" userId="535c3d6d-72b8-4f77-8155-55f939173cf2" providerId="ADAL" clId="{F33F88E0-3380-47C4-AFDE-F1AC050ADA82}" dt="2026-01-25T16:10:05.101" v="10756" actId="790"/>
          <ac:spMkLst>
            <pc:docMk/>
            <pc:sldMk cId="2627585079" sldId="476"/>
            <ac:spMk id="45" creationId="{BAF7ACB8-C67A-B395-28B5-AB7AA15DE3C2}"/>
          </ac:spMkLst>
        </pc:spChg>
        <pc:spChg chg="mod">
          <ac:chgData name="Yash Jadhav" userId="535c3d6d-72b8-4f77-8155-55f939173cf2" providerId="ADAL" clId="{F33F88E0-3380-47C4-AFDE-F1AC050ADA82}" dt="2026-01-25T16:10:05.103" v="10757" actId="790"/>
          <ac:spMkLst>
            <pc:docMk/>
            <pc:sldMk cId="2627585079" sldId="476"/>
            <ac:spMk id="46" creationId="{DE36C837-0E06-B2E8-7300-D9B95AC683C7}"/>
          </ac:spMkLst>
        </pc:spChg>
        <pc:spChg chg="mod">
          <ac:chgData name="Yash Jadhav" userId="535c3d6d-72b8-4f77-8155-55f939173cf2" providerId="ADAL" clId="{F33F88E0-3380-47C4-AFDE-F1AC050ADA82}" dt="2026-01-25T16:10:05.104" v="10758" actId="790"/>
          <ac:spMkLst>
            <pc:docMk/>
            <pc:sldMk cId="2627585079" sldId="476"/>
            <ac:spMk id="47" creationId="{3D2828BB-85F9-0BAA-2B96-35220B4A6EFA}"/>
          </ac:spMkLst>
        </pc:spChg>
        <pc:spChg chg="mod">
          <ac:chgData name="Yash Jadhav" userId="535c3d6d-72b8-4f77-8155-55f939173cf2" providerId="ADAL" clId="{F33F88E0-3380-47C4-AFDE-F1AC050ADA82}" dt="2026-01-25T16:10:05.106" v="10759" actId="790"/>
          <ac:spMkLst>
            <pc:docMk/>
            <pc:sldMk cId="2627585079" sldId="476"/>
            <ac:spMk id="48" creationId="{6E8EBE71-1B2C-1551-A469-EF5C81BC97D1}"/>
          </ac:spMkLst>
        </pc:spChg>
        <pc:spChg chg="mod">
          <ac:chgData name="Yash Jadhav" userId="535c3d6d-72b8-4f77-8155-55f939173cf2" providerId="ADAL" clId="{F33F88E0-3380-47C4-AFDE-F1AC050ADA82}" dt="2026-01-25T16:10:05.109" v="10760" actId="790"/>
          <ac:spMkLst>
            <pc:docMk/>
            <pc:sldMk cId="2627585079" sldId="476"/>
            <ac:spMk id="49" creationId="{5E6FC861-F365-985F-CCB9-2A42129E77EB}"/>
          </ac:spMkLst>
        </pc:spChg>
        <pc:spChg chg="mod">
          <ac:chgData name="Yash Jadhav" userId="535c3d6d-72b8-4f77-8155-55f939173cf2" providerId="ADAL" clId="{F33F88E0-3380-47C4-AFDE-F1AC050ADA82}" dt="2026-01-25T16:10:05.111" v="10761" actId="790"/>
          <ac:spMkLst>
            <pc:docMk/>
            <pc:sldMk cId="2627585079" sldId="476"/>
            <ac:spMk id="50" creationId="{20575427-29A1-2D51-868C-95E462FC25DE}"/>
          </ac:spMkLst>
        </pc:spChg>
        <pc:spChg chg="mod">
          <ac:chgData name="Yash Jadhav" userId="535c3d6d-72b8-4f77-8155-55f939173cf2" providerId="ADAL" clId="{F33F88E0-3380-47C4-AFDE-F1AC050ADA82}" dt="2026-01-25T16:10:05.114" v="10762" actId="790"/>
          <ac:spMkLst>
            <pc:docMk/>
            <pc:sldMk cId="2627585079" sldId="476"/>
            <ac:spMk id="51" creationId="{B9E581E7-8C91-EE5E-7BE7-FAD86C196469}"/>
          </ac:spMkLst>
        </pc:spChg>
        <pc:spChg chg="mod">
          <ac:chgData name="Yash Jadhav" userId="535c3d6d-72b8-4f77-8155-55f939173cf2" providerId="ADAL" clId="{F33F88E0-3380-47C4-AFDE-F1AC050ADA82}" dt="2026-01-25T16:10:05.116" v="10763" actId="790"/>
          <ac:spMkLst>
            <pc:docMk/>
            <pc:sldMk cId="2627585079" sldId="476"/>
            <ac:spMk id="53" creationId="{16E94B73-47A0-5165-F541-C59BBDD71035}"/>
          </ac:spMkLst>
        </pc:spChg>
        <pc:spChg chg="mod">
          <ac:chgData name="Yash Jadhav" userId="535c3d6d-72b8-4f77-8155-55f939173cf2" providerId="ADAL" clId="{F33F88E0-3380-47C4-AFDE-F1AC050ADA82}" dt="2026-01-25T16:10:05.118" v="10764" actId="790"/>
          <ac:spMkLst>
            <pc:docMk/>
            <pc:sldMk cId="2627585079" sldId="476"/>
            <ac:spMk id="54" creationId="{C5264796-A472-E146-3875-7861366E64F7}"/>
          </ac:spMkLst>
        </pc:spChg>
        <pc:spChg chg="mod">
          <ac:chgData name="Yash Jadhav" userId="535c3d6d-72b8-4f77-8155-55f939173cf2" providerId="ADAL" clId="{F33F88E0-3380-47C4-AFDE-F1AC050ADA82}" dt="2026-01-25T16:10:05.120" v="10765" actId="790"/>
          <ac:spMkLst>
            <pc:docMk/>
            <pc:sldMk cId="2627585079" sldId="476"/>
            <ac:spMk id="55" creationId="{AD929B5B-A9D3-1EF6-0FC7-6EEA2E30DA9F}"/>
          </ac:spMkLst>
        </pc:spChg>
        <pc:spChg chg="mod">
          <ac:chgData name="Yash Jadhav" userId="535c3d6d-72b8-4f77-8155-55f939173cf2" providerId="ADAL" clId="{F33F88E0-3380-47C4-AFDE-F1AC050ADA82}" dt="2026-01-25T16:10:05.123" v="10766" actId="790"/>
          <ac:spMkLst>
            <pc:docMk/>
            <pc:sldMk cId="2627585079" sldId="476"/>
            <ac:spMk id="56" creationId="{6FD1267A-1E3F-5EBD-AC48-E6C0FAD00430}"/>
          </ac:spMkLst>
        </pc:spChg>
        <pc:spChg chg="mod">
          <ac:chgData name="Yash Jadhav" userId="535c3d6d-72b8-4f77-8155-55f939173cf2" providerId="ADAL" clId="{F33F88E0-3380-47C4-AFDE-F1AC050ADA82}" dt="2026-01-25T16:10:05.126" v="10767" actId="790"/>
          <ac:spMkLst>
            <pc:docMk/>
            <pc:sldMk cId="2627585079" sldId="476"/>
            <ac:spMk id="57" creationId="{FE3F3C48-9F56-3EFC-7CCA-4198733D5CFB}"/>
          </ac:spMkLst>
        </pc:spChg>
        <pc:spChg chg="mod">
          <ac:chgData name="Yash Jadhav" userId="535c3d6d-72b8-4f77-8155-55f939173cf2" providerId="ADAL" clId="{F33F88E0-3380-47C4-AFDE-F1AC050ADA82}" dt="2026-01-25T16:10:05.129" v="10768" actId="790"/>
          <ac:spMkLst>
            <pc:docMk/>
            <pc:sldMk cId="2627585079" sldId="476"/>
            <ac:spMk id="58" creationId="{1551330E-B585-F451-98CD-2FA8FF03365C}"/>
          </ac:spMkLst>
        </pc:spChg>
        <pc:spChg chg="mod">
          <ac:chgData name="Yash Jadhav" userId="535c3d6d-72b8-4f77-8155-55f939173cf2" providerId="ADAL" clId="{F33F88E0-3380-47C4-AFDE-F1AC050ADA82}" dt="2026-01-25T16:10:05.132" v="10769" actId="790"/>
          <ac:spMkLst>
            <pc:docMk/>
            <pc:sldMk cId="2627585079" sldId="476"/>
            <ac:spMk id="59" creationId="{27F49DAA-5527-1EFC-3E12-A45C01358298}"/>
          </ac:spMkLst>
        </pc:spChg>
        <pc:spChg chg="mod">
          <ac:chgData name="Yash Jadhav" userId="535c3d6d-72b8-4f77-8155-55f939173cf2" providerId="ADAL" clId="{F33F88E0-3380-47C4-AFDE-F1AC050ADA82}" dt="2026-01-25T16:10:05.135" v="10770" actId="790"/>
          <ac:spMkLst>
            <pc:docMk/>
            <pc:sldMk cId="2627585079" sldId="476"/>
            <ac:spMk id="60" creationId="{62EB96E3-B6E9-A29C-A0DF-F097B808A6EC}"/>
          </ac:spMkLst>
        </pc:spChg>
        <pc:spChg chg="mod">
          <ac:chgData name="Yash Jadhav" userId="535c3d6d-72b8-4f77-8155-55f939173cf2" providerId="ADAL" clId="{F33F88E0-3380-47C4-AFDE-F1AC050ADA82}" dt="2026-01-25T16:10:05.140" v="10771" actId="790"/>
          <ac:spMkLst>
            <pc:docMk/>
            <pc:sldMk cId="2627585079" sldId="476"/>
            <ac:spMk id="62" creationId="{40A56AAB-4B94-7BA8-AD2D-7BFFCCD47C17}"/>
          </ac:spMkLst>
        </pc:spChg>
        <pc:spChg chg="mod">
          <ac:chgData name="Yash Jadhav" userId="535c3d6d-72b8-4f77-8155-55f939173cf2" providerId="ADAL" clId="{F33F88E0-3380-47C4-AFDE-F1AC050ADA82}" dt="2026-01-25T16:10:05.142" v="10772" actId="790"/>
          <ac:spMkLst>
            <pc:docMk/>
            <pc:sldMk cId="2627585079" sldId="476"/>
            <ac:spMk id="63" creationId="{2E581E1C-C537-EB82-8B06-2559E2CBFCD2}"/>
          </ac:spMkLst>
        </pc:spChg>
        <pc:spChg chg="mod">
          <ac:chgData name="Yash Jadhav" userId="535c3d6d-72b8-4f77-8155-55f939173cf2" providerId="ADAL" clId="{F33F88E0-3380-47C4-AFDE-F1AC050ADA82}" dt="2026-01-25T16:10:05.144" v="10773" actId="790"/>
          <ac:spMkLst>
            <pc:docMk/>
            <pc:sldMk cId="2627585079" sldId="476"/>
            <ac:spMk id="64" creationId="{60DFCAE5-FB9A-79F4-C35C-FA075D99EE86}"/>
          </ac:spMkLst>
        </pc:spChg>
        <pc:spChg chg="mod">
          <ac:chgData name="Yash Jadhav" userId="535c3d6d-72b8-4f77-8155-55f939173cf2" providerId="ADAL" clId="{F33F88E0-3380-47C4-AFDE-F1AC050ADA82}" dt="2026-01-25T16:10:05.146" v="10774" actId="790"/>
          <ac:spMkLst>
            <pc:docMk/>
            <pc:sldMk cId="2627585079" sldId="476"/>
            <ac:spMk id="65" creationId="{33C8A705-7B9E-15E1-5171-74564693EEDE}"/>
          </ac:spMkLst>
        </pc:spChg>
      </pc:sldChg>
      <pc:sldChg chg="modSp add mod modNotes">
        <pc:chgData name="Yash Jadhav" userId="535c3d6d-72b8-4f77-8155-55f939173cf2" providerId="ADAL" clId="{F33F88E0-3380-47C4-AFDE-F1AC050ADA82}" dt="2026-01-25T16:10:12.562" v="10991" actId="27636"/>
        <pc:sldMkLst>
          <pc:docMk/>
          <pc:sldMk cId="3066131996" sldId="477"/>
        </pc:sldMkLst>
        <pc:spChg chg="mod">
          <ac:chgData name="Yash Jadhav" userId="535c3d6d-72b8-4f77-8155-55f939173cf2" providerId="ADAL" clId="{F33F88E0-3380-47C4-AFDE-F1AC050ADA82}" dt="2026-01-25T16:10:09.492" v="10779" actId="790"/>
          <ac:spMkLst>
            <pc:docMk/>
            <pc:sldMk cId="3066131996" sldId="477"/>
            <ac:spMk id="2" creationId="{00000000-0000-0000-0000-000000000000}"/>
          </ac:spMkLst>
        </pc:spChg>
        <pc:spChg chg="mod">
          <ac:chgData name="Yash Jadhav" userId="535c3d6d-72b8-4f77-8155-55f939173cf2" providerId="ADAL" clId="{F33F88E0-3380-47C4-AFDE-F1AC050ADA82}" dt="2026-01-25T16:10:09.680" v="10855" actId="790"/>
          <ac:spMkLst>
            <pc:docMk/>
            <pc:sldMk cId="3066131996" sldId="477"/>
            <ac:spMk id="5" creationId="{C5D7AA8D-A90B-3471-F159-930BECA1478D}"/>
          </ac:spMkLst>
        </pc:spChg>
        <pc:spChg chg="mod">
          <ac:chgData name="Yash Jadhav" userId="535c3d6d-72b8-4f77-8155-55f939173cf2" providerId="ADAL" clId="{F33F88E0-3380-47C4-AFDE-F1AC050ADA82}" dt="2026-01-25T16:10:09.633" v="10832" actId="790"/>
          <ac:spMkLst>
            <pc:docMk/>
            <pc:sldMk cId="3066131996" sldId="477"/>
            <ac:spMk id="7" creationId="{00000000-0000-0000-0000-000000000000}"/>
          </ac:spMkLst>
        </pc:spChg>
        <pc:spChg chg="mod">
          <ac:chgData name="Yash Jadhav" userId="535c3d6d-72b8-4f77-8155-55f939173cf2" providerId="ADAL" clId="{F33F88E0-3380-47C4-AFDE-F1AC050ADA82}" dt="2026-01-25T16:10:09.682" v="10856" actId="790"/>
          <ac:spMkLst>
            <pc:docMk/>
            <pc:sldMk cId="3066131996" sldId="477"/>
            <ac:spMk id="8" creationId="{D70B5552-EECB-3642-B988-74857D52AD02}"/>
          </ac:spMkLst>
        </pc:spChg>
        <pc:spChg chg="mod">
          <ac:chgData name="Yash Jadhav" userId="535c3d6d-72b8-4f77-8155-55f939173cf2" providerId="ADAL" clId="{F33F88E0-3380-47C4-AFDE-F1AC050ADA82}" dt="2026-01-25T16:10:09.683" v="10857" actId="790"/>
          <ac:spMkLst>
            <pc:docMk/>
            <pc:sldMk cId="3066131996" sldId="477"/>
            <ac:spMk id="9" creationId="{BC019590-711C-9984-3B55-633D7D20E60E}"/>
          </ac:spMkLst>
        </pc:spChg>
        <pc:spChg chg="mod">
          <ac:chgData name="Yash Jadhav" userId="535c3d6d-72b8-4f77-8155-55f939173cf2" providerId="ADAL" clId="{F33F88E0-3380-47C4-AFDE-F1AC050ADA82}" dt="2026-01-25T16:10:09.685" v="10858" actId="790"/>
          <ac:spMkLst>
            <pc:docMk/>
            <pc:sldMk cId="3066131996" sldId="477"/>
            <ac:spMk id="10" creationId="{668AC765-CD5E-BC0E-F076-003AC951DA4E}"/>
          </ac:spMkLst>
        </pc:spChg>
        <pc:spChg chg="mod">
          <ac:chgData name="Yash Jadhav" userId="535c3d6d-72b8-4f77-8155-55f939173cf2" providerId="ADAL" clId="{F33F88E0-3380-47C4-AFDE-F1AC050ADA82}" dt="2026-01-25T16:10:09.688" v="10859" actId="790"/>
          <ac:spMkLst>
            <pc:docMk/>
            <pc:sldMk cId="3066131996" sldId="477"/>
            <ac:spMk id="14" creationId="{4D401BD3-E3A4-25B2-9905-92A22AAF9ECF}"/>
          </ac:spMkLst>
        </pc:spChg>
        <pc:spChg chg="mod">
          <ac:chgData name="Yash Jadhav" userId="535c3d6d-72b8-4f77-8155-55f939173cf2" providerId="ADAL" clId="{F33F88E0-3380-47C4-AFDE-F1AC050ADA82}" dt="2026-01-25T16:10:09.690" v="10860" actId="790"/>
          <ac:spMkLst>
            <pc:docMk/>
            <pc:sldMk cId="3066131996" sldId="477"/>
            <ac:spMk id="15" creationId="{1846171E-C80D-3FA0-7F2F-E4A337851184}"/>
          </ac:spMkLst>
        </pc:spChg>
        <pc:spChg chg="mod">
          <ac:chgData name="Yash Jadhav" userId="535c3d6d-72b8-4f77-8155-55f939173cf2" providerId="ADAL" clId="{F33F88E0-3380-47C4-AFDE-F1AC050ADA82}" dt="2026-01-25T16:10:09.693" v="10861" actId="790"/>
          <ac:spMkLst>
            <pc:docMk/>
            <pc:sldMk cId="3066131996" sldId="477"/>
            <ac:spMk id="16" creationId="{879FB204-DD47-A351-0CB7-A074A9263F68}"/>
          </ac:spMkLst>
        </pc:spChg>
        <pc:spChg chg="mod">
          <ac:chgData name="Yash Jadhav" userId="535c3d6d-72b8-4f77-8155-55f939173cf2" providerId="ADAL" clId="{F33F88E0-3380-47C4-AFDE-F1AC050ADA82}" dt="2026-01-25T16:10:09.659" v="10844" actId="790"/>
          <ac:spMkLst>
            <pc:docMk/>
            <pc:sldMk cId="3066131996" sldId="477"/>
            <ac:spMk id="18" creationId="{63F3AA8B-10AA-2DD3-52ED-DD663734B79F}"/>
          </ac:spMkLst>
        </pc:spChg>
        <pc:spChg chg="mod">
          <ac:chgData name="Yash Jadhav" userId="535c3d6d-72b8-4f77-8155-55f939173cf2" providerId="ADAL" clId="{F33F88E0-3380-47C4-AFDE-F1AC050ADA82}" dt="2026-01-25T16:10:09.695" v="10862" actId="790"/>
          <ac:spMkLst>
            <pc:docMk/>
            <pc:sldMk cId="3066131996" sldId="477"/>
            <ac:spMk id="35" creationId="{6ACDD9FE-C32E-0053-835B-13D39127707F}"/>
          </ac:spMkLst>
        </pc:spChg>
        <pc:spChg chg="mod">
          <ac:chgData name="Yash Jadhav" userId="535c3d6d-72b8-4f77-8155-55f939173cf2" providerId="ADAL" clId="{F33F88E0-3380-47C4-AFDE-F1AC050ADA82}" dt="2026-01-25T16:10:09.697" v="10863" actId="790"/>
          <ac:spMkLst>
            <pc:docMk/>
            <pc:sldMk cId="3066131996" sldId="477"/>
            <ac:spMk id="36" creationId="{A1E7389A-DF21-775C-0F05-2D7F6ABBAB5D}"/>
          </ac:spMkLst>
        </pc:spChg>
        <pc:spChg chg="mod">
          <ac:chgData name="Yash Jadhav" userId="535c3d6d-72b8-4f77-8155-55f939173cf2" providerId="ADAL" clId="{F33F88E0-3380-47C4-AFDE-F1AC050ADA82}" dt="2026-01-25T16:10:09.518" v="10787" actId="790"/>
          <ac:spMkLst>
            <pc:docMk/>
            <pc:sldMk cId="3066131996" sldId="477"/>
            <ac:spMk id="37" creationId="{00000000-0000-0000-0000-000000000000}"/>
          </ac:spMkLst>
        </pc:spChg>
        <pc:spChg chg="mod">
          <ac:chgData name="Yash Jadhav" userId="535c3d6d-72b8-4f77-8155-55f939173cf2" providerId="ADAL" clId="{F33F88E0-3380-47C4-AFDE-F1AC050ADA82}" dt="2026-01-25T16:10:09.521" v="10788" actId="790"/>
          <ac:spMkLst>
            <pc:docMk/>
            <pc:sldMk cId="3066131996" sldId="477"/>
            <ac:spMk id="38" creationId="{00000000-0000-0000-0000-000000000000}"/>
          </ac:spMkLst>
        </pc:spChg>
        <pc:spChg chg="mod">
          <ac:chgData name="Yash Jadhav" userId="535c3d6d-72b8-4f77-8155-55f939173cf2" providerId="ADAL" clId="{F33F88E0-3380-47C4-AFDE-F1AC050ADA82}" dt="2026-01-25T16:10:09.522" v="10789" actId="790"/>
          <ac:spMkLst>
            <pc:docMk/>
            <pc:sldMk cId="3066131996" sldId="477"/>
            <ac:spMk id="39" creationId="{00000000-0000-0000-0000-000000000000}"/>
          </ac:spMkLst>
        </pc:spChg>
        <pc:spChg chg="mod">
          <ac:chgData name="Yash Jadhav" userId="535c3d6d-72b8-4f77-8155-55f939173cf2" providerId="ADAL" clId="{F33F88E0-3380-47C4-AFDE-F1AC050ADA82}" dt="2026-01-25T16:10:09.524" v="10790" actId="790"/>
          <ac:spMkLst>
            <pc:docMk/>
            <pc:sldMk cId="3066131996" sldId="477"/>
            <ac:spMk id="40" creationId="{00000000-0000-0000-0000-000000000000}"/>
          </ac:spMkLst>
        </pc:spChg>
        <pc:spChg chg="mod">
          <ac:chgData name="Yash Jadhav" userId="535c3d6d-72b8-4f77-8155-55f939173cf2" providerId="ADAL" clId="{F33F88E0-3380-47C4-AFDE-F1AC050ADA82}" dt="2026-01-25T16:10:09.527" v="10791" actId="790"/>
          <ac:spMkLst>
            <pc:docMk/>
            <pc:sldMk cId="3066131996" sldId="477"/>
            <ac:spMk id="41" creationId="{00000000-0000-0000-0000-000000000000}"/>
          </ac:spMkLst>
        </pc:spChg>
        <pc:spChg chg="mod">
          <ac:chgData name="Yash Jadhav" userId="535c3d6d-72b8-4f77-8155-55f939173cf2" providerId="ADAL" clId="{F33F88E0-3380-47C4-AFDE-F1AC050ADA82}" dt="2026-01-25T16:10:09.699" v="10864" actId="790"/>
          <ac:spMkLst>
            <pc:docMk/>
            <pc:sldMk cId="3066131996" sldId="477"/>
            <ac:spMk id="42" creationId="{371B7CAA-426F-3A1D-7EF7-0F8D28F0AA18}"/>
          </ac:spMkLst>
        </pc:spChg>
        <pc:spChg chg="mod">
          <ac:chgData name="Yash Jadhav" userId="535c3d6d-72b8-4f77-8155-55f939173cf2" providerId="ADAL" clId="{F33F88E0-3380-47C4-AFDE-F1AC050ADA82}" dt="2026-01-25T16:10:09.701" v="10865" actId="790"/>
          <ac:spMkLst>
            <pc:docMk/>
            <pc:sldMk cId="3066131996" sldId="477"/>
            <ac:spMk id="45" creationId="{E83E7964-2937-CAF9-1817-1BA8824BA663}"/>
          </ac:spMkLst>
        </pc:spChg>
        <pc:spChg chg="mod">
          <ac:chgData name="Yash Jadhav" userId="535c3d6d-72b8-4f77-8155-55f939173cf2" providerId="ADAL" clId="{F33F88E0-3380-47C4-AFDE-F1AC050ADA82}" dt="2026-01-25T16:10:09.704" v="10866" actId="790"/>
          <ac:spMkLst>
            <pc:docMk/>
            <pc:sldMk cId="3066131996" sldId="477"/>
            <ac:spMk id="46" creationId="{B9194CAC-3F1F-9167-FBEA-91388625505C}"/>
          </ac:spMkLst>
        </pc:spChg>
        <pc:spChg chg="mod">
          <ac:chgData name="Yash Jadhav" userId="535c3d6d-72b8-4f77-8155-55f939173cf2" providerId="ADAL" clId="{F33F88E0-3380-47C4-AFDE-F1AC050ADA82}" dt="2026-01-25T16:10:09.529" v="10792" actId="790"/>
          <ac:spMkLst>
            <pc:docMk/>
            <pc:sldMk cId="3066131996" sldId="477"/>
            <ac:spMk id="47" creationId="{00000000-0000-0000-0000-000000000000}"/>
          </ac:spMkLst>
        </pc:spChg>
        <pc:spChg chg="mod">
          <ac:chgData name="Yash Jadhav" userId="535c3d6d-72b8-4f77-8155-55f939173cf2" providerId="ADAL" clId="{F33F88E0-3380-47C4-AFDE-F1AC050ADA82}" dt="2026-01-25T16:10:09.531" v="10793" actId="790"/>
          <ac:spMkLst>
            <pc:docMk/>
            <pc:sldMk cId="3066131996" sldId="477"/>
            <ac:spMk id="48" creationId="{00000000-0000-0000-0000-000000000000}"/>
          </ac:spMkLst>
        </pc:spChg>
        <pc:spChg chg="mod">
          <ac:chgData name="Yash Jadhav" userId="535c3d6d-72b8-4f77-8155-55f939173cf2" providerId="ADAL" clId="{F33F88E0-3380-47C4-AFDE-F1AC050ADA82}" dt="2026-01-25T16:10:09.534" v="10794" actId="790"/>
          <ac:spMkLst>
            <pc:docMk/>
            <pc:sldMk cId="3066131996" sldId="477"/>
            <ac:spMk id="49" creationId="{00000000-0000-0000-0000-000000000000}"/>
          </ac:spMkLst>
        </pc:spChg>
        <pc:spChg chg="mod">
          <ac:chgData name="Yash Jadhav" userId="535c3d6d-72b8-4f77-8155-55f939173cf2" providerId="ADAL" clId="{F33F88E0-3380-47C4-AFDE-F1AC050ADA82}" dt="2026-01-25T16:10:09.535" v="10795" actId="790"/>
          <ac:spMkLst>
            <pc:docMk/>
            <pc:sldMk cId="3066131996" sldId="477"/>
            <ac:spMk id="50" creationId="{00000000-0000-0000-0000-000000000000}"/>
          </ac:spMkLst>
        </pc:spChg>
        <pc:spChg chg="mod">
          <ac:chgData name="Yash Jadhav" userId="535c3d6d-72b8-4f77-8155-55f939173cf2" providerId="ADAL" clId="{F33F88E0-3380-47C4-AFDE-F1AC050ADA82}" dt="2026-01-25T16:10:09.537" v="10796" actId="790"/>
          <ac:spMkLst>
            <pc:docMk/>
            <pc:sldMk cId="3066131996" sldId="477"/>
            <ac:spMk id="51" creationId="{00000000-0000-0000-0000-000000000000}"/>
          </ac:spMkLst>
        </pc:spChg>
        <pc:spChg chg="mod">
          <ac:chgData name="Yash Jadhav" userId="535c3d6d-72b8-4f77-8155-55f939173cf2" providerId="ADAL" clId="{F33F88E0-3380-47C4-AFDE-F1AC050ADA82}" dt="2026-01-25T16:10:09.706" v="10867" actId="790"/>
          <ac:spMkLst>
            <pc:docMk/>
            <pc:sldMk cId="3066131996" sldId="477"/>
            <ac:spMk id="52" creationId="{2FC41962-3BA3-89FC-F968-D481576DAFB9}"/>
          </ac:spMkLst>
        </pc:spChg>
        <pc:spChg chg="mod">
          <ac:chgData name="Yash Jadhav" userId="535c3d6d-72b8-4f77-8155-55f939173cf2" providerId="ADAL" clId="{F33F88E0-3380-47C4-AFDE-F1AC050ADA82}" dt="2026-01-25T16:10:09.708" v="10868" actId="790"/>
          <ac:spMkLst>
            <pc:docMk/>
            <pc:sldMk cId="3066131996" sldId="477"/>
            <ac:spMk id="54" creationId="{2FB2A6E8-75F5-2A65-7E57-2240D2E72688}"/>
          </ac:spMkLst>
        </pc:spChg>
        <pc:spChg chg="mod">
          <ac:chgData name="Yash Jadhav" userId="535c3d6d-72b8-4f77-8155-55f939173cf2" providerId="ADAL" clId="{F33F88E0-3380-47C4-AFDE-F1AC050ADA82}" dt="2026-01-25T16:10:09.711" v="10869" actId="790"/>
          <ac:spMkLst>
            <pc:docMk/>
            <pc:sldMk cId="3066131996" sldId="477"/>
            <ac:spMk id="55" creationId="{ED0333A6-FBDD-9354-3608-5552B446F045}"/>
          </ac:spMkLst>
        </pc:spChg>
        <pc:spChg chg="mod">
          <ac:chgData name="Yash Jadhav" userId="535c3d6d-72b8-4f77-8155-55f939173cf2" providerId="ADAL" clId="{F33F88E0-3380-47C4-AFDE-F1AC050ADA82}" dt="2026-01-25T16:10:09.539" v="10797" actId="790"/>
          <ac:spMkLst>
            <pc:docMk/>
            <pc:sldMk cId="3066131996" sldId="477"/>
            <ac:spMk id="56" creationId="{00000000-0000-0000-0000-000000000000}"/>
          </ac:spMkLst>
        </pc:spChg>
        <pc:spChg chg="mod">
          <ac:chgData name="Yash Jadhav" userId="535c3d6d-72b8-4f77-8155-55f939173cf2" providerId="ADAL" clId="{F33F88E0-3380-47C4-AFDE-F1AC050ADA82}" dt="2026-01-25T16:10:09.541" v="10798" actId="790"/>
          <ac:spMkLst>
            <pc:docMk/>
            <pc:sldMk cId="3066131996" sldId="477"/>
            <ac:spMk id="57" creationId="{00000000-0000-0000-0000-000000000000}"/>
          </ac:spMkLst>
        </pc:spChg>
        <pc:spChg chg="mod">
          <ac:chgData name="Yash Jadhav" userId="535c3d6d-72b8-4f77-8155-55f939173cf2" providerId="ADAL" clId="{F33F88E0-3380-47C4-AFDE-F1AC050ADA82}" dt="2026-01-25T16:10:09.543" v="10799" actId="790"/>
          <ac:spMkLst>
            <pc:docMk/>
            <pc:sldMk cId="3066131996" sldId="477"/>
            <ac:spMk id="58" creationId="{00000000-0000-0000-0000-000000000000}"/>
          </ac:spMkLst>
        </pc:spChg>
        <pc:spChg chg="mod">
          <ac:chgData name="Yash Jadhav" userId="535c3d6d-72b8-4f77-8155-55f939173cf2" providerId="ADAL" clId="{F33F88E0-3380-47C4-AFDE-F1AC050ADA82}" dt="2026-01-25T16:10:09.546" v="10800" actId="790"/>
          <ac:spMkLst>
            <pc:docMk/>
            <pc:sldMk cId="3066131996" sldId="477"/>
            <ac:spMk id="59" creationId="{00000000-0000-0000-0000-000000000000}"/>
          </ac:spMkLst>
        </pc:spChg>
        <pc:spChg chg="mod">
          <ac:chgData name="Yash Jadhav" userId="535c3d6d-72b8-4f77-8155-55f939173cf2" providerId="ADAL" clId="{F33F88E0-3380-47C4-AFDE-F1AC050ADA82}" dt="2026-01-25T16:10:09.548" v="10801" actId="790"/>
          <ac:spMkLst>
            <pc:docMk/>
            <pc:sldMk cId="3066131996" sldId="477"/>
            <ac:spMk id="60" creationId="{00000000-0000-0000-0000-000000000000}"/>
          </ac:spMkLst>
        </pc:spChg>
        <pc:spChg chg="mod">
          <ac:chgData name="Yash Jadhav" userId="535c3d6d-72b8-4f77-8155-55f939173cf2" providerId="ADAL" clId="{F33F88E0-3380-47C4-AFDE-F1AC050ADA82}" dt="2026-01-25T16:10:09.550" v="10802" actId="790"/>
          <ac:spMkLst>
            <pc:docMk/>
            <pc:sldMk cId="3066131996" sldId="477"/>
            <ac:spMk id="61" creationId="{00000000-0000-0000-0000-000000000000}"/>
          </ac:spMkLst>
        </pc:spChg>
        <pc:spChg chg="mod">
          <ac:chgData name="Yash Jadhav" userId="535c3d6d-72b8-4f77-8155-55f939173cf2" providerId="ADAL" clId="{F33F88E0-3380-47C4-AFDE-F1AC050ADA82}" dt="2026-01-25T16:10:09.553" v="10803" actId="790"/>
          <ac:spMkLst>
            <pc:docMk/>
            <pc:sldMk cId="3066131996" sldId="477"/>
            <ac:spMk id="62" creationId="{00000000-0000-0000-0000-000000000000}"/>
          </ac:spMkLst>
        </pc:spChg>
        <pc:spChg chg="mod">
          <ac:chgData name="Yash Jadhav" userId="535c3d6d-72b8-4f77-8155-55f939173cf2" providerId="ADAL" clId="{F33F88E0-3380-47C4-AFDE-F1AC050ADA82}" dt="2026-01-25T16:10:09.556" v="10804" actId="790"/>
          <ac:spMkLst>
            <pc:docMk/>
            <pc:sldMk cId="3066131996" sldId="477"/>
            <ac:spMk id="66" creationId="{00000000-0000-0000-0000-000000000000}"/>
          </ac:spMkLst>
        </pc:spChg>
        <pc:spChg chg="mod">
          <ac:chgData name="Yash Jadhav" userId="535c3d6d-72b8-4f77-8155-55f939173cf2" providerId="ADAL" clId="{F33F88E0-3380-47C4-AFDE-F1AC050ADA82}" dt="2026-01-25T16:10:09.559" v="10805" actId="790"/>
          <ac:spMkLst>
            <pc:docMk/>
            <pc:sldMk cId="3066131996" sldId="477"/>
            <ac:spMk id="67" creationId="{00000000-0000-0000-0000-000000000000}"/>
          </ac:spMkLst>
        </pc:spChg>
        <pc:spChg chg="mod">
          <ac:chgData name="Yash Jadhav" userId="535c3d6d-72b8-4f77-8155-55f939173cf2" providerId="ADAL" clId="{F33F88E0-3380-47C4-AFDE-F1AC050ADA82}" dt="2026-01-25T16:10:09.563" v="10806" actId="790"/>
          <ac:spMkLst>
            <pc:docMk/>
            <pc:sldMk cId="3066131996" sldId="477"/>
            <ac:spMk id="68" creationId="{00000000-0000-0000-0000-000000000000}"/>
          </ac:spMkLst>
        </pc:spChg>
        <pc:spChg chg="mod">
          <ac:chgData name="Yash Jadhav" userId="535c3d6d-72b8-4f77-8155-55f939173cf2" providerId="ADAL" clId="{F33F88E0-3380-47C4-AFDE-F1AC050ADA82}" dt="2026-01-25T16:10:09.714" v="10870" actId="790"/>
          <ac:spMkLst>
            <pc:docMk/>
            <pc:sldMk cId="3066131996" sldId="477"/>
            <ac:spMk id="69" creationId="{67FF3BE9-851A-D80A-81AB-792DEAF6F3E1}"/>
          </ac:spMkLst>
        </pc:spChg>
        <pc:spChg chg="mod">
          <ac:chgData name="Yash Jadhav" userId="535c3d6d-72b8-4f77-8155-55f939173cf2" providerId="ADAL" clId="{F33F88E0-3380-47C4-AFDE-F1AC050ADA82}" dt="2026-01-25T16:10:09.716" v="10871" actId="790"/>
          <ac:spMkLst>
            <pc:docMk/>
            <pc:sldMk cId="3066131996" sldId="477"/>
            <ac:spMk id="70" creationId="{A504DF35-7AEC-3351-7E67-FE6D9A71662A}"/>
          </ac:spMkLst>
        </pc:spChg>
        <pc:spChg chg="mod">
          <ac:chgData name="Yash Jadhav" userId="535c3d6d-72b8-4f77-8155-55f939173cf2" providerId="ADAL" clId="{F33F88E0-3380-47C4-AFDE-F1AC050ADA82}" dt="2026-01-25T16:10:09.718" v="10872" actId="790"/>
          <ac:spMkLst>
            <pc:docMk/>
            <pc:sldMk cId="3066131996" sldId="477"/>
            <ac:spMk id="71" creationId="{D718303E-70A5-B933-49EC-D78A20ABF053}"/>
          </ac:spMkLst>
        </pc:spChg>
        <pc:spChg chg="mod">
          <ac:chgData name="Yash Jadhav" userId="535c3d6d-72b8-4f77-8155-55f939173cf2" providerId="ADAL" clId="{F33F88E0-3380-47C4-AFDE-F1AC050ADA82}" dt="2026-01-25T16:10:09.565" v="10807" actId="790"/>
          <ac:spMkLst>
            <pc:docMk/>
            <pc:sldMk cId="3066131996" sldId="477"/>
            <ac:spMk id="72" creationId="{00000000-0000-0000-0000-000000000000}"/>
          </ac:spMkLst>
        </pc:spChg>
        <pc:spChg chg="mod">
          <ac:chgData name="Yash Jadhav" userId="535c3d6d-72b8-4f77-8155-55f939173cf2" providerId="ADAL" clId="{F33F88E0-3380-47C4-AFDE-F1AC050ADA82}" dt="2026-01-25T16:10:09.568" v="10808" actId="790"/>
          <ac:spMkLst>
            <pc:docMk/>
            <pc:sldMk cId="3066131996" sldId="477"/>
            <ac:spMk id="73" creationId="{00000000-0000-0000-0000-000000000000}"/>
          </ac:spMkLst>
        </pc:spChg>
        <pc:spChg chg="mod">
          <ac:chgData name="Yash Jadhav" userId="535c3d6d-72b8-4f77-8155-55f939173cf2" providerId="ADAL" clId="{F33F88E0-3380-47C4-AFDE-F1AC050ADA82}" dt="2026-01-25T16:10:09.569" v="10809" actId="790"/>
          <ac:spMkLst>
            <pc:docMk/>
            <pc:sldMk cId="3066131996" sldId="477"/>
            <ac:spMk id="74" creationId="{00000000-0000-0000-0000-000000000000}"/>
          </ac:spMkLst>
        </pc:spChg>
        <pc:spChg chg="mod">
          <ac:chgData name="Yash Jadhav" userId="535c3d6d-72b8-4f77-8155-55f939173cf2" providerId="ADAL" clId="{F33F88E0-3380-47C4-AFDE-F1AC050ADA82}" dt="2026-01-25T16:10:09.571" v="10810" actId="790"/>
          <ac:spMkLst>
            <pc:docMk/>
            <pc:sldMk cId="3066131996" sldId="477"/>
            <ac:spMk id="75" creationId="{00000000-0000-0000-0000-000000000000}"/>
          </ac:spMkLst>
        </pc:spChg>
        <pc:spChg chg="mod">
          <ac:chgData name="Yash Jadhav" userId="535c3d6d-72b8-4f77-8155-55f939173cf2" providerId="ADAL" clId="{F33F88E0-3380-47C4-AFDE-F1AC050ADA82}" dt="2026-01-25T16:10:09.574" v="10811" actId="790"/>
          <ac:spMkLst>
            <pc:docMk/>
            <pc:sldMk cId="3066131996" sldId="477"/>
            <ac:spMk id="76" creationId="{00000000-0000-0000-0000-000000000000}"/>
          </ac:spMkLst>
        </pc:spChg>
        <pc:spChg chg="mod">
          <ac:chgData name="Yash Jadhav" userId="535c3d6d-72b8-4f77-8155-55f939173cf2" providerId="ADAL" clId="{F33F88E0-3380-47C4-AFDE-F1AC050ADA82}" dt="2026-01-25T16:10:09.576" v="10812" actId="790"/>
          <ac:spMkLst>
            <pc:docMk/>
            <pc:sldMk cId="3066131996" sldId="477"/>
            <ac:spMk id="77" creationId="{00000000-0000-0000-0000-000000000000}"/>
          </ac:spMkLst>
        </pc:spChg>
        <pc:spChg chg="mod">
          <ac:chgData name="Yash Jadhav" userId="535c3d6d-72b8-4f77-8155-55f939173cf2" providerId="ADAL" clId="{F33F88E0-3380-47C4-AFDE-F1AC050ADA82}" dt="2026-01-25T16:10:09.579" v="10813" actId="790"/>
          <ac:spMkLst>
            <pc:docMk/>
            <pc:sldMk cId="3066131996" sldId="477"/>
            <ac:spMk id="78" creationId="{00000000-0000-0000-0000-000000000000}"/>
          </ac:spMkLst>
        </pc:spChg>
        <pc:spChg chg="mod">
          <ac:chgData name="Yash Jadhav" userId="535c3d6d-72b8-4f77-8155-55f939173cf2" providerId="ADAL" clId="{F33F88E0-3380-47C4-AFDE-F1AC050ADA82}" dt="2026-01-25T16:10:09.720" v="10873" actId="790"/>
          <ac:spMkLst>
            <pc:docMk/>
            <pc:sldMk cId="3066131996" sldId="477"/>
            <ac:spMk id="81" creationId="{A61BF4FE-FB19-7437-C09E-8392AA4E59F9}"/>
          </ac:spMkLst>
        </pc:spChg>
        <pc:spChg chg="mod">
          <ac:chgData name="Yash Jadhav" userId="535c3d6d-72b8-4f77-8155-55f939173cf2" providerId="ADAL" clId="{F33F88E0-3380-47C4-AFDE-F1AC050ADA82}" dt="2026-01-25T16:10:09.722" v="10874" actId="790"/>
          <ac:spMkLst>
            <pc:docMk/>
            <pc:sldMk cId="3066131996" sldId="477"/>
            <ac:spMk id="82" creationId="{62592704-93AE-FA5B-AE91-8D39D7CAD85E}"/>
          </ac:spMkLst>
        </pc:spChg>
        <pc:spChg chg="mod">
          <ac:chgData name="Yash Jadhav" userId="535c3d6d-72b8-4f77-8155-55f939173cf2" providerId="ADAL" clId="{F33F88E0-3380-47C4-AFDE-F1AC050ADA82}" dt="2026-01-25T16:10:09.724" v="10875" actId="790"/>
          <ac:spMkLst>
            <pc:docMk/>
            <pc:sldMk cId="3066131996" sldId="477"/>
            <ac:spMk id="83" creationId="{23B425AB-24B6-0A7D-27D2-EE5F31306125}"/>
          </ac:spMkLst>
        </pc:spChg>
        <pc:spChg chg="mod">
          <ac:chgData name="Yash Jadhav" userId="535c3d6d-72b8-4f77-8155-55f939173cf2" providerId="ADAL" clId="{F33F88E0-3380-47C4-AFDE-F1AC050ADA82}" dt="2026-01-25T16:10:09.729" v="10876" actId="790"/>
          <ac:spMkLst>
            <pc:docMk/>
            <pc:sldMk cId="3066131996" sldId="477"/>
            <ac:spMk id="86" creationId="{4052AC56-7B1D-D5A5-76E9-F69B15A27ABC}"/>
          </ac:spMkLst>
        </pc:spChg>
        <pc:spChg chg="mod">
          <ac:chgData name="Yash Jadhav" userId="535c3d6d-72b8-4f77-8155-55f939173cf2" providerId="ADAL" clId="{F33F88E0-3380-47C4-AFDE-F1AC050ADA82}" dt="2026-01-25T16:10:09.733" v="10877" actId="790"/>
          <ac:spMkLst>
            <pc:docMk/>
            <pc:sldMk cId="3066131996" sldId="477"/>
            <ac:spMk id="87" creationId="{F8401F14-568A-839D-35AE-851C18DC0D0C}"/>
          </ac:spMkLst>
        </pc:spChg>
        <pc:spChg chg="mod">
          <ac:chgData name="Yash Jadhav" userId="535c3d6d-72b8-4f77-8155-55f939173cf2" providerId="ADAL" clId="{F33F88E0-3380-47C4-AFDE-F1AC050ADA82}" dt="2026-01-25T16:10:09.581" v="10814" actId="790"/>
          <ac:spMkLst>
            <pc:docMk/>
            <pc:sldMk cId="3066131996" sldId="477"/>
            <ac:spMk id="90" creationId="{00000000-0000-0000-0000-000000000000}"/>
          </ac:spMkLst>
        </pc:spChg>
        <pc:spChg chg="mod">
          <ac:chgData name="Yash Jadhav" userId="535c3d6d-72b8-4f77-8155-55f939173cf2" providerId="ADAL" clId="{F33F88E0-3380-47C4-AFDE-F1AC050ADA82}" dt="2026-01-25T16:10:09.583" v="10815" actId="790"/>
          <ac:spMkLst>
            <pc:docMk/>
            <pc:sldMk cId="3066131996" sldId="477"/>
            <ac:spMk id="91" creationId="{00000000-0000-0000-0000-000000000000}"/>
          </ac:spMkLst>
        </pc:spChg>
        <pc:spChg chg="mod">
          <ac:chgData name="Yash Jadhav" userId="535c3d6d-72b8-4f77-8155-55f939173cf2" providerId="ADAL" clId="{F33F88E0-3380-47C4-AFDE-F1AC050ADA82}" dt="2026-01-25T16:10:09.586" v="10816" actId="790"/>
          <ac:spMkLst>
            <pc:docMk/>
            <pc:sldMk cId="3066131996" sldId="477"/>
            <ac:spMk id="92" creationId="{00000000-0000-0000-0000-000000000000}"/>
          </ac:spMkLst>
        </pc:spChg>
        <pc:spChg chg="mod">
          <ac:chgData name="Yash Jadhav" userId="535c3d6d-72b8-4f77-8155-55f939173cf2" providerId="ADAL" clId="{F33F88E0-3380-47C4-AFDE-F1AC050ADA82}" dt="2026-01-25T16:10:09.588" v="10817" actId="790"/>
          <ac:spMkLst>
            <pc:docMk/>
            <pc:sldMk cId="3066131996" sldId="477"/>
            <ac:spMk id="93" creationId="{00000000-0000-0000-0000-000000000000}"/>
          </ac:spMkLst>
        </pc:spChg>
        <pc:spChg chg="mod">
          <ac:chgData name="Yash Jadhav" userId="535c3d6d-72b8-4f77-8155-55f939173cf2" providerId="ADAL" clId="{F33F88E0-3380-47C4-AFDE-F1AC050ADA82}" dt="2026-01-25T16:10:09.589" v="10818" actId="790"/>
          <ac:spMkLst>
            <pc:docMk/>
            <pc:sldMk cId="3066131996" sldId="477"/>
            <ac:spMk id="99" creationId="{00000000-0000-0000-0000-000000000000}"/>
          </ac:spMkLst>
        </pc:spChg>
        <pc:spChg chg="mod">
          <ac:chgData name="Yash Jadhav" userId="535c3d6d-72b8-4f77-8155-55f939173cf2" providerId="ADAL" clId="{F33F88E0-3380-47C4-AFDE-F1AC050ADA82}" dt="2026-01-25T16:10:09.592" v="10819" actId="790"/>
          <ac:spMkLst>
            <pc:docMk/>
            <pc:sldMk cId="3066131996" sldId="477"/>
            <ac:spMk id="100" creationId="{00000000-0000-0000-0000-000000000000}"/>
          </ac:spMkLst>
        </pc:spChg>
        <pc:spChg chg="mod">
          <ac:chgData name="Yash Jadhav" userId="535c3d6d-72b8-4f77-8155-55f939173cf2" providerId="ADAL" clId="{F33F88E0-3380-47C4-AFDE-F1AC050ADA82}" dt="2026-01-25T16:10:09.595" v="10820" actId="790"/>
          <ac:spMkLst>
            <pc:docMk/>
            <pc:sldMk cId="3066131996" sldId="477"/>
            <ac:spMk id="102" creationId="{00000000-0000-0000-0000-000000000000}"/>
          </ac:spMkLst>
        </pc:spChg>
        <pc:spChg chg="mod">
          <ac:chgData name="Yash Jadhav" userId="535c3d6d-72b8-4f77-8155-55f939173cf2" providerId="ADAL" clId="{F33F88E0-3380-47C4-AFDE-F1AC050ADA82}" dt="2026-01-25T16:10:09.599" v="10821" actId="790"/>
          <ac:spMkLst>
            <pc:docMk/>
            <pc:sldMk cId="3066131996" sldId="477"/>
            <ac:spMk id="103" creationId="{00000000-0000-0000-0000-000000000000}"/>
          </ac:spMkLst>
        </pc:spChg>
        <pc:spChg chg="mod">
          <ac:chgData name="Yash Jadhav" userId="535c3d6d-72b8-4f77-8155-55f939173cf2" providerId="ADAL" clId="{F33F88E0-3380-47C4-AFDE-F1AC050ADA82}" dt="2026-01-25T16:10:09.602" v="10822" actId="790"/>
          <ac:spMkLst>
            <pc:docMk/>
            <pc:sldMk cId="3066131996" sldId="477"/>
            <ac:spMk id="104" creationId="{00000000-0000-0000-0000-000000000000}"/>
          </ac:spMkLst>
        </pc:spChg>
        <pc:spChg chg="mod">
          <ac:chgData name="Yash Jadhav" userId="535c3d6d-72b8-4f77-8155-55f939173cf2" providerId="ADAL" clId="{F33F88E0-3380-47C4-AFDE-F1AC050ADA82}" dt="2026-01-25T16:10:12.562" v="10991" actId="27636"/>
          <ac:spMkLst>
            <pc:docMk/>
            <pc:sldMk cId="3066131996" sldId="477"/>
            <ac:spMk id="105" creationId="{00000000-0000-0000-0000-000000000000}"/>
          </ac:spMkLst>
        </pc:spChg>
        <pc:spChg chg="mod">
          <ac:chgData name="Yash Jadhav" userId="535c3d6d-72b8-4f77-8155-55f939173cf2" providerId="ADAL" clId="{F33F88E0-3380-47C4-AFDE-F1AC050ADA82}" dt="2026-01-25T16:10:09.629" v="10831" actId="790"/>
          <ac:spMkLst>
            <pc:docMk/>
            <pc:sldMk cId="3066131996" sldId="477"/>
            <ac:spMk id="108" creationId="{00000000-0000-0000-0000-000000000000}"/>
          </ac:spMkLst>
        </pc:spChg>
        <pc:spChg chg="mod">
          <ac:chgData name="Yash Jadhav" userId="535c3d6d-72b8-4f77-8155-55f939173cf2" providerId="ADAL" clId="{F33F88E0-3380-47C4-AFDE-F1AC050ADA82}" dt="2026-01-25T16:10:09.505" v="10783" actId="790"/>
          <ac:spMkLst>
            <pc:docMk/>
            <pc:sldMk cId="3066131996" sldId="477"/>
            <ac:spMk id="109" creationId="{00000000-0000-0000-0000-000000000000}"/>
          </ac:spMkLst>
        </pc:spChg>
        <pc:spChg chg="mod">
          <ac:chgData name="Yash Jadhav" userId="535c3d6d-72b8-4f77-8155-55f939173cf2" providerId="ADAL" clId="{F33F88E0-3380-47C4-AFDE-F1AC050ADA82}" dt="2026-01-25T16:10:09.499" v="10781" actId="790"/>
          <ac:spMkLst>
            <pc:docMk/>
            <pc:sldMk cId="3066131996" sldId="477"/>
            <ac:spMk id="112" creationId="{00000000-0000-0000-0000-000000000000}"/>
          </ac:spMkLst>
        </pc:spChg>
        <pc:spChg chg="mod">
          <ac:chgData name="Yash Jadhav" userId="535c3d6d-72b8-4f77-8155-55f939173cf2" providerId="ADAL" clId="{F33F88E0-3380-47C4-AFDE-F1AC050ADA82}" dt="2026-01-25T16:10:09.635" v="10833" actId="790"/>
          <ac:spMkLst>
            <pc:docMk/>
            <pc:sldMk cId="3066131996" sldId="477"/>
            <ac:spMk id="113" creationId="{00000000-0000-0000-0000-000000000000}"/>
          </ac:spMkLst>
        </pc:spChg>
        <pc:spChg chg="mod">
          <ac:chgData name="Yash Jadhav" userId="535c3d6d-72b8-4f77-8155-55f939173cf2" providerId="ADAL" clId="{F33F88E0-3380-47C4-AFDE-F1AC050ADA82}" dt="2026-01-25T16:10:09.639" v="10835" actId="790"/>
          <ac:spMkLst>
            <pc:docMk/>
            <pc:sldMk cId="3066131996" sldId="477"/>
            <ac:spMk id="117" creationId="{00000000-0000-0000-0000-000000000000}"/>
          </ac:spMkLst>
        </pc:spChg>
        <pc:spChg chg="mod">
          <ac:chgData name="Yash Jadhav" userId="535c3d6d-72b8-4f77-8155-55f939173cf2" providerId="ADAL" clId="{F33F88E0-3380-47C4-AFDE-F1AC050ADA82}" dt="2026-01-25T16:10:09.641" v="10836" actId="790"/>
          <ac:spMkLst>
            <pc:docMk/>
            <pc:sldMk cId="3066131996" sldId="477"/>
            <ac:spMk id="119" creationId="{985152F4-D0AD-4849-84AF-E45ED4C87A0A}"/>
          </ac:spMkLst>
        </pc:spChg>
        <pc:spChg chg="mod">
          <ac:chgData name="Yash Jadhav" userId="535c3d6d-72b8-4f77-8155-55f939173cf2" providerId="ADAL" clId="{F33F88E0-3380-47C4-AFDE-F1AC050ADA82}" dt="2026-01-25T16:10:09.637" v="10834" actId="790"/>
          <ac:spMkLst>
            <pc:docMk/>
            <pc:sldMk cId="3066131996" sldId="477"/>
            <ac:spMk id="120" creationId="{00000000-0000-0000-0000-000000000000}"/>
          </ac:spMkLst>
        </pc:spChg>
        <pc:spChg chg="mod">
          <ac:chgData name="Yash Jadhav" userId="535c3d6d-72b8-4f77-8155-55f939173cf2" providerId="ADAL" clId="{F33F88E0-3380-47C4-AFDE-F1AC050ADA82}" dt="2026-01-25T16:10:09.643" v="10837" actId="790"/>
          <ac:spMkLst>
            <pc:docMk/>
            <pc:sldMk cId="3066131996" sldId="477"/>
            <ac:spMk id="122" creationId="{413E1D2B-1DED-4E81-972F-5E0A27D546ED}"/>
          </ac:spMkLst>
        </pc:spChg>
        <pc:spChg chg="mod">
          <ac:chgData name="Yash Jadhav" userId="535c3d6d-72b8-4f77-8155-55f939173cf2" providerId="ADAL" clId="{F33F88E0-3380-47C4-AFDE-F1AC050ADA82}" dt="2026-01-25T16:10:09.645" v="10838" actId="790"/>
          <ac:spMkLst>
            <pc:docMk/>
            <pc:sldMk cId="3066131996" sldId="477"/>
            <ac:spMk id="123" creationId="{C9487638-0BFC-A20F-4700-F935FE38721E}"/>
          </ac:spMkLst>
        </pc:spChg>
        <pc:spChg chg="mod">
          <ac:chgData name="Yash Jadhav" userId="535c3d6d-72b8-4f77-8155-55f939173cf2" providerId="ADAL" clId="{F33F88E0-3380-47C4-AFDE-F1AC050ADA82}" dt="2026-01-25T16:10:09.647" v="10839" actId="790"/>
          <ac:spMkLst>
            <pc:docMk/>
            <pc:sldMk cId="3066131996" sldId="477"/>
            <ac:spMk id="124" creationId="{FD26E401-C396-23A4-32FE-5FB0F7486438}"/>
          </ac:spMkLst>
        </pc:spChg>
        <pc:spChg chg="mod">
          <ac:chgData name="Yash Jadhav" userId="535c3d6d-72b8-4f77-8155-55f939173cf2" providerId="ADAL" clId="{F33F88E0-3380-47C4-AFDE-F1AC050ADA82}" dt="2026-01-25T16:10:09.650" v="10840" actId="790"/>
          <ac:spMkLst>
            <pc:docMk/>
            <pc:sldMk cId="3066131996" sldId="477"/>
            <ac:spMk id="125" creationId="{4B53FDBA-B614-DBE0-2F3C-7C63D936A01E}"/>
          </ac:spMkLst>
        </pc:spChg>
        <pc:spChg chg="mod">
          <ac:chgData name="Yash Jadhav" userId="535c3d6d-72b8-4f77-8155-55f939173cf2" providerId="ADAL" clId="{F33F88E0-3380-47C4-AFDE-F1AC050ADA82}" dt="2026-01-25T16:10:09.652" v="10841" actId="790"/>
          <ac:spMkLst>
            <pc:docMk/>
            <pc:sldMk cId="3066131996" sldId="477"/>
            <ac:spMk id="126" creationId="{BCB723D6-DECB-D970-E64B-2766260FB699}"/>
          </ac:spMkLst>
        </pc:spChg>
        <pc:spChg chg="mod">
          <ac:chgData name="Yash Jadhav" userId="535c3d6d-72b8-4f77-8155-55f939173cf2" providerId="ADAL" clId="{F33F88E0-3380-47C4-AFDE-F1AC050ADA82}" dt="2026-01-25T16:10:09.654" v="10842" actId="790"/>
          <ac:spMkLst>
            <pc:docMk/>
            <pc:sldMk cId="3066131996" sldId="477"/>
            <ac:spMk id="128" creationId="{7C808B28-868B-5FDB-0256-34BF1040088F}"/>
          </ac:spMkLst>
        </pc:spChg>
        <pc:spChg chg="mod">
          <ac:chgData name="Yash Jadhav" userId="535c3d6d-72b8-4f77-8155-55f939173cf2" providerId="ADAL" clId="{F33F88E0-3380-47C4-AFDE-F1AC050ADA82}" dt="2026-01-25T16:10:09.656" v="10843" actId="790"/>
          <ac:spMkLst>
            <pc:docMk/>
            <pc:sldMk cId="3066131996" sldId="477"/>
            <ac:spMk id="129" creationId="{795B2DB2-C5D0-5600-1342-00D3287AA60B}"/>
          </ac:spMkLst>
        </pc:spChg>
        <pc:spChg chg="mod">
          <ac:chgData name="Yash Jadhav" userId="535c3d6d-72b8-4f77-8155-55f939173cf2" providerId="ADAL" clId="{F33F88E0-3380-47C4-AFDE-F1AC050ADA82}" dt="2026-01-25T16:10:09.660" v="10845"/>
          <ac:spMkLst>
            <pc:docMk/>
            <pc:sldMk cId="3066131996" sldId="477"/>
            <ac:spMk id="131" creationId="{85E9F8D1-3899-C90C-0656-85F20703244F}"/>
          </ac:spMkLst>
        </pc:spChg>
        <pc:spChg chg="mod">
          <ac:chgData name="Yash Jadhav" userId="535c3d6d-72b8-4f77-8155-55f939173cf2" providerId="ADAL" clId="{F33F88E0-3380-47C4-AFDE-F1AC050ADA82}" dt="2026-01-25T16:10:09.661" v="10846"/>
          <ac:spMkLst>
            <pc:docMk/>
            <pc:sldMk cId="3066131996" sldId="477"/>
            <ac:spMk id="132" creationId="{D424D5DC-1605-A0B1-4A4B-AFD2C8F25873}"/>
          </ac:spMkLst>
        </pc:spChg>
        <pc:spChg chg="mod">
          <ac:chgData name="Yash Jadhav" userId="535c3d6d-72b8-4f77-8155-55f939173cf2" providerId="ADAL" clId="{F33F88E0-3380-47C4-AFDE-F1AC050ADA82}" dt="2026-01-25T16:10:09.662" v="10847"/>
          <ac:spMkLst>
            <pc:docMk/>
            <pc:sldMk cId="3066131996" sldId="477"/>
            <ac:spMk id="134" creationId="{B0848A56-7A11-21B5-0299-8BF3120AF062}"/>
          </ac:spMkLst>
        </pc:spChg>
        <pc:spChg chg="mod">
          <ac:chgData name="Yash Jadhav" userId="535c3d6d-72b8-4f77-8155-55f939173cf2" providerId="ADAL" clId="{F33F88E0-3380-47C4-AFDE-F1AC050ADA82}" dt="2026-01-25T16:10:09.663" v="10848"/>
          <ac:spMkLst>
            <pc:docMk/>
            <pc:sldMk cId="3066131996" sldId="477"/>
            <ac:spMk id="135" creationId="{28522021-582F-098F-EF90-028B8B2DF17D}"/>
          </ac:spMkLst>
        </pc:spChg>
        <pc:spChg chg="mod">
          <ac:chgData name="Yash Jadhav" userId="535c3d6d-72b8-4f77-8155-55f939173cf2" providerId="ADAL" clId="{F33F88E0-3380-47C4-AFDE-F1AC050ADA82}" dt="2026-01-25T16:10:09.664" v="10849"/>
          <ac:spMkLst>
            <pc:docMk/>
            <pc:sldMk cId="3066131996" sldId="477"/>
            <ac:spMk id="136" creationId="{180642DC-53BC-D52F-AF2C-9982BB02CCB8}"/>
          </ac:spMkLst>
        </pc:spChg>
        <pc:spChg chg="mod">
          <ac:chgData name="Yash Jadhav" userId="535c3d6d-72b8-4f77-8155-55f939173cf2" providerId="ADAL" clId="{F33F88E0-3380-47C4-AFDE-F1AC050ADA82}" dt="2026-01-25T16:10:09.665" v="10850"/>
          <ac:spMkLst>
            <pc:docMk/>
            <pc:sldMk cId="3066131996" sldId="477"/>
            <ac:spMk id="137" creationId="{0BC3D3F3-0FFD-AA0D-650C-ED472AEE816A}"/>
          </ac:spMkLst>
        </pc:spChg>
        <pc:spChg chg="mod">
          <ac:chgData name="Yash Jadhav" userId="535c3d6d-72b8-4f77-8155-55f939173cf2" providerId="ADAL" clId="{F33F88E0-3380-47C4-AFDE-F1AC050ADA82}" dt="2026-01-25T16:10:09.666" v="10851"/>
          <ac:spMkLst>
            <pc:docMk/>
            <pc:sldMk cId="3066131996" sldId="477"/>
            <ac:spMk id="138" creationId="{2A1B85AB-9320-4163-7332-C2F258F10D08}"/>
          </ac:spMkLst>
        </pc:spChg>
        <pc:spChg chg="mod">
          <ac:chgData name="Yash Jadhav" userId="535c3d6d-72b8-4f77-8155-55f939173cf2" providerId="ADAL" clId="{F33F88E0-3380-47C4-AFDE-F1AC050ADA82}" dt="2026-01-25T16:10:09.668" v="10852" actId="790"/>
          <ac:spMkLst>
            <pc:docMk/>
            <pc:sldMk cId="3066131996" sldId="477"/>
            <ac:spMk id="139" creationId="{9E086253-8CE9-5A5C-897A-FC70D14985A7}"/>
          </ac:spMkLst>
        </pc:spChg>
        <pc:spChg chg="mod">
          <ac:chgData name="Yash Jadhav" userId="535c3d6d-72b8-4f77-8155-55f939173cf2" providerId="ADAL" clId="{F33F88E0-3380-47C4-AFDE-F1AC050ADA82}" dt="2026-01-25T16:10:09.671" v="10853" actId="790"/>
          <ac:spMkLst>
            <pc:docMk/>
            <pc:sldMk cId="3066131996" sldId="477"/>
            <ac:spMk id="140" creationId="{4DB9D8FA-C09B-FC64-2044-A2FF75F57CBB}"/>
          </ac:spMkLst>
        </pc:spChg>
        <pc:spChg chg="mod">
          <ac:chgData name="Yash Jadhav" userId="535c3d6d-72b8-4f77-8155-55f939173cf2" providerId="ADAL" clId="{F33F88E0-3380-47C4-AFDE-F1AC050ADA82}" dt="2026-01-25T16:10:09.516" v="10786" actId="790"/>
          <ac:spMkLst>
            <pc:docMk/>
            <pc:sldMk cId="3066131996" sldId="477"/>
            <ac:spMk id="153" creationId="{00000000-0000-0000-0000-000000000000}"/>
          </ac:spMkLst>
        </pc:spChg>
        <pc:spChg chg="mod">
          <ac:chgData name="Yash Jadhav" userId="535c3d6d-72b8-4f77-8155-55f939173cf2" providerId="ADAL" clId="{F33F88E0-3380-47C4-AFDE-F1AC050ADA82}" dt="2026-01-25T16:10:09.605" v="10823" actId="790"/>
          <ac:spMkLst>
            <pc:docMk/>
            <pc:sldMk cId="3066131996" sldId="477"/>
            <ac:spMk id="154" creationId="{00000000-0000-0000-0000-000000000000}"/>
          </ac:spMkLst>
        </pc:spChg>
        <pc:spChg chg="mod">
          <ac:chgData name="Yash Jadhav" userId="535c3d6d-72b8-4f77-8155-55f939173cf2" providerId="ADAL" clId="{F33F88E0-3380-47C4-AFDE-F1AC050ADA82}" dt="2026-01-25T16:10:09.673" v="10854" actId="790"/>
          <ac:spMkLst>
            <pc:docMk/>
            <pc:sldMk cId="3066131996" sldId="477"/>
            <ac:spMk id="157" creationId="{00000000-0000-0000-0000-000000000000}"/>
          </ac:spMkLst>
        </pc:spChg>
        <pc:spChg chg="mod">
          <ac:chgData name="Yash Jadhav" userId="535c3d6d-72b8-4f77-8155-55f939173cf2" providerId="ADAL" clId="{F33F88E0-3380-47C4-AFDE-F1AC050ADA82}" dt="2026-01-25T16:10:09.496" v="10780" actId="790"/>
          <ac:spMkLst>
            <pc:docMk/>
            <pc:sldMk cId="3066131996" sldId="477"/>
            <ac:spMk id="159" creationId="{00000000-0000-0000-0000-000000000000}"/>
          </ac:spMkLst>
        </pc:spChg>
        <pc:spChg chg="mod">
          <ac:chgData name="Yash Jadhav" userId="535c3d6d-72b8-4f77-8155-55f939173cf2" providerId="ADAL" clId="{F33F88E0-3380-47C4-AFDE-F1AC050ADA82}" dt="2026-01-25T16:10:09.607" v="10824" actId="790"/>
          <ac:spMkLst>
            <pc:docMk/>
            <pc:sldMk cId="3066131996" sldId="477"/>
            <ac:spMk id="161" creationId="{00000000-0000-0000-0000-000000000000}"/>
          </ac:spMkLst>
        </pc:spChg>
        <pc:spChg chg="mod">
          <ac:chgData name="Yash Jadhav" userId="535c3d6d-72b8-4f77-8155-55f939173cf2" providerId="ADAL" clId="{F33F88E0-3380-47C4-AFDE-F1AC050ADA82}" dt="2026-01-25T16:10:09.611" v="10825" actId="790"/>
          <ac:spMkLst>
            <pc:docMk/>
            <pc:sldMk cId="3066131996" sldId="477"/>
            <ac:spMk id="178" creationId="{00000000-0000-0000-0000-000000000000}"/>
          </ac:spMkLst>
        </pc:spChg>
        <pc:spChg chg="mod">
          <ac:chgData name="Yash Jadhav" userId="535c3d6d-72b8-4f77-8155-55f939173cf2" providerId="ADAL" clId="{F33F88E0-3380-47C4-AFDE-F1AC050ADA82}" dt="2026-01-25T16:10:09.614" v="10826" actId="790"/>
          <ac:spMkLst>
            <pc:docMk/>
            <pc:sldMk cId="3066131996" sldId="477"/>
            <ac:spMk id="191" creationId="{00000000-0000-0000-0000-000000000000}"/>
          </ac:spMkLst>
        </pc:spChg>
        <pc:spChg chg="mod">
          <ac:chgData name="Yash Jadhav" userId="535c3d6d-72b8-4f77-8155-55f939173cf2" providerId="ADAL" clId="{F33F88E0-3380-47C4-AFDE-F1AC050ADA82}" dt="2026-01-25T16:10:09.616" v="10827" actId="790"/>
          <ac:spMkLst>
            <pc:docMk/>
            <pc:sldMk cId="3066131996" sldId="477"/>
            <ac:spMk id="192" creationId="{00000000-0000-0000-0000-000000000000}"/>
          </ac:spMkLst>
        </pc:spChg>
        <pc:spChg chg="mod">
          <ac:chgData name="Yash Jadhav" userId="535c3d6d-72b8-4f77-8155-55f939173cf2" providerId="ADAL" clId="{F33F88E0-3380-47C4-AFDE-F1AC050ADA82}" dt="2026-01-25T16:10:09.512" v="10785" actId="790"/>
          <ac:spMkLst>
            <pc:docMk/>
            <pc:sldMk cId="3066131996" sldId="477"/>
            <ac:spMk id="215" creationId="{00000000-0000-0000-0000-000000000000}"/>
          </ac:spMkLst>
        </pc:spChg>
        <pc:spChg chg="mod">
          <ac:chgData name="Yash Jadhav" userId="535c3d6d-72b8-4f77-8155-55f939173cf2" providerId="ADAL" clId="{F33F88E0-3380-47C4-AFDE-F1AC050ADA82}" dt="2026-01-25T16:10:09.618" v="10828" actId="790"/>
          <ac:spMkLst>
            <pc:docMk/>
            <pc:sldMk cId="3066131996" sldId="477"/>
            <ac:spMk id="218" creationId="{00000000-0000-0000-0000-000000000000}"/>
          </ac:spMkLst>
        </pc:spChg>
        <pc:spChg chg="mod">
          <ac:chgData name="Yash Jadhav" userId="535c3d6d-72b8-4f77-8155-55f939173cf2" providerId="ADAL" clId="{F33F88E0-3380-47C4-AFDE-F1AC050ADA82}" dt="2026-01-25T16:10:09.620" v="10829" actId="790"/>
          <ac:spMkLst>
            <pc:docMk/>
            <pc:sldMk cId="3066131996" sldId="477"/>
            <ac:spMk id="219" creationId="{00000000-0000-0000-0000-000000000000}"/>
          </ac:spMkLst>
        </pc:spChg>
        <pc:spChg chg="mod">
          <ac:chgData name="Yash Jadhav" userId="535c3d6d-72b8-4f77-8155-55f939173cf2" providerId="ADAL" clId="{F33F88E0-3380-47C4-AFDE-F1AC050ADA82}" dt="2026-01-25T16:10:09.508" v="10784" actId="790"/>
          <ac:spMkLst>
            <pc:docMk/>
            <pc:sldMk cId="3066131996" sldId="477"/>
            <ac:spMk id="221" creationId="{00000000-0000-0000-0000-000000000000}"/>
          </ac:spMkLst>
        </pc:spChg>
        <pc:spChg chg="mod">
          <ac:chgData name="Yash Jadhav" userId="535c3d6d-72b8-4f77-8155-55f939173cf2" providerId="ADAL" clId="{F33F88E0-3380-47C4-AFDE-F1AC050ADA82}" dt="2026-01-25T16:10:09.502" v="10782" actId="790"/>
          <ac:spMkLst>
            <pc:docMk/>
            <pc:sldMk cId="3066131996" sldId="477"/>
            <ac:spMk id="222" creationId="{00000000-0000-0000-0000-000000000000}"/>
          </ac:spMkLst>
        </pc:spChg>
      </pc:sldChg>
      <pc:sldChg chg="modSp add mod modNotes">
        <pc:chgData name="Yash Jadhav" userId="535c3d6d-72b8-4f77-8155-55f939173cf2" providerId="ADAL" clId="{F33F88E0-3380-47C4-AFDE-F1AC050ADA82}" dt="2026-01-25T16:10:12.294" v="10990" actId="27636"/>
        <pc:sldMkLst>
          <pc:docMk/>
          <pc:sldMk cId="1913072578" sldId="478"/>
        </pc:sldMkLst>
        <pc:spChg chg="mod">
          <ac:chgData name="Yash Jadhav" userId="535c3d6d-72b8-4f77-8155-55f939173cf2" providerId="ADAL" clId="{F33F88E0-3380-47C4-AFDE-F1AC050ADA82}" dt="2026-01-25T16:10:10.918" v="10882" actId="790"/>
          <ac:spMkLst>
            <pc:docMk/>
            <pc:sldMk cId="1913072578" sldId="478"/>
            <ac:spMk id="2" creationId="{865D9F26-2782-4502-AEBE-D533FFDA28A3}"/>
          </ac:spMkLst>
        </pc:spChg>
        <pc:spChg chg="mod">
          <ac:chgData name="Yash Jadhav" userId="535c3d6d-72b8-4f77-8155-55f939173cf2" providerId="ADAL" clId="{F33F88E0-3380-47C4-AFDE-F1AC050ADA82}" dt="2026-01-25T16:10:11.062" v="10936" actId="790"/>
          <ac:spMkLst>
            <pc:docMk/>
            <pc:sldMk cId="1913072578" sldId="478"/>
            <ac:spMk id="3" creationId="{CF8FF7B0-2A05-A2B4-679B-E70C0C09C3AA}"/>
          </ac:spMkLst>
        </pc:spChg>
        <pc:spChg chg="mod">
          <ac:chgData name="Yash Jadhav" userId="535c3d6d-72b8-4f77-8155-55f939173cf2" providerId="ADAL" clId="{F33F88E0-3380-47C4-AFDE-F1AC050ADA82}" dt="2026-01-25T16:10:11.127" v="10964" actId="790"/>
          <ac:spMkLst>
            <pc:docMk/>
            <pc:sldMk cId="1913072578" sldId="478"/>
            <ac:spMk id="4" creationId="{96BF784D-40E5-F747-999B-30B00196217A}"/>
          </ac:spMkLst>
        </pc:spChg>
        <pc:spChg chg="mod">
          <ac:chgData name="Yash Jadhav" userId="535c3d6d-72b8-4f77-8155-55f939173cf2" providerId="ADAL" clId="{F33F88E0-3380-47C4-AFDE-F1AC050ADA82}" dt="2026-01-25T16:10:10.924" v="10883" actId="790"/>
          <ac:spMkLst>
            <pc:docMk/>
            <pc:sldMk cId="1913072578" sldId="478"/>
            <ac:spMk id="6" creationId="{F6E9A02F-188B-472A-BBB2-33EE86BF9A48}"/>
          </ac:spMkLst>
        </pc:spChg>
        <pc:spChg chg="mod">
          <ac:chgData name="Yash Jadhav" userId="535c3d6d-72b8-4f77-8155-55f939173cf2" providerId="ADAL" clId="{F33F88E0-3380-47C4-AFDE-F1AC050ADA82}" dt="2026-01-25T16:10:11.130" v="10965" actId="790"/>
          <ac:spMkLst>
            <pc:docMk/>
            <pc:sldMk cId="1913072578" sldId="478"/>
            <ac:spMk id="7" creationId="{AF3C9119-07D6-397A-F116-DBCBFFAB8FD4}"/>
          </ac:spMkLst>
        </pc:spChg>
        <pc:spChg chg="mod">
          <ac:chgData name="Yash Jadhav" userId="535c3d6d-72b8-4f77-8155-55f939173cf2" providerId="ADAL" clId="{F33F88E0-3380-47C4-AFDE-F1AC050ADA82}" dt="2026-01-25T16:10:10.930" v="10884" actId="790"/>
          <ac:spMkLst>
            <pc:docMk/>
            <pc:sldMk cId="1913072578" sldId="478"/>
            <ac:spMk id="8" creationId="{F0AAB741-8FFF-45BC-8AE7-DDA8A0361D98}"/>
          </ac:spMkLst>
        </pc:spChg>
        <pc:spChg chg="mod">
          <ac:chgData name="Yash Jadhav" userId="535c3d6d-72b8-4f77-8155-55f939173cf2" providerId="ADAL" clId="{F33F88E0-3380-47C4-AFDE-F1AC050ADA82}" dt="2026-01-25T16:10:10.933" v="10885" actId="790"/>
          <ac:spMkLst>
            <pc:docMk/>
            <pc:sldMk cId="1913072578" sldId="478"/>
            <ac:spMk id="9" creationId="{FC2663D5-DD8B-4FAC-BB36-E255F98C8D11}"/>
          </ac:spMkLst>
        </pc:spChg>
        <pc:spChg chg="mod">
          <ac:chgData name="Yash Jadhav" userId="535c3d6d-72b8-4f77-8155-55f939173cf2" providerId="ADAL" clId="{F33F88E0-3380-47C4-AFDE-F1AC050ADA82}" dt="2026-01-25T16:10:11.132" v="10966" actId="790"/>
          <ac:spMkLst>
            <pc:docMk/>
            <pc:sldMk cId="1913072578" sldId="478"/>
            <ac:spMk id="10" creationId="{AEBE9F24-CEB7-5582-3B0E-450A5C8EDEC7}"/>
          </ac:spMkLst>
        </pc:spChg>
        <pc:spChg chg="mod">
          <ac:chgData name="Yash Jadhav" userId="535c3d6d-72b8-4f77-8155-55f939173cf2" providerId="ADAL" clId="{F33F88E0-3380-47C4-AFDE-F1AC050ADA82}" dt="2026-01-25T16:10:11.133" v="10967" actId="790"/>
          <ac:spMkLst>
            <pc:docMk/>
            <pc:sldMk cId="1913072578" sldId="478"/>
            <ac:spMk id="11" creationId="{A83DE283-1140-E5FD-0D95-F1AA50A2D5C2}"/>
          </ac:spMkLst>
        </pc:spChg>
        <pc:spChg chg="mod">
          <ac:chgData name="Yash Jadhav" userId="535c3d6d-72b8-4f77-8155-55f939173cf2" providerId="ADAL" clId="{F33F88E0-3380-47C4-AFDE-F1AC050ADA82}" dt="2026-01-25T16:10:11.135" v="10968" actId="790"/>
          <ac:spMkLst>
            <pc:docMk/>
            <pc:sldMk cId="1913072578" sldId="478"/>
            <ac:spMk id="12" creationId="{D18F4A8F-7C6F-5313-053B-9D893E0FBC81}"/>
          </ac:spMkLst>
        </pc:spChg>
        <pc:spChg chg="mod">
          <ac:chgData name="Yash Jadhav" userId="535c3d6d-72b8-4f77-8155-55f939173cf2" providerId="ADAL" clId="{F33F88E0-3380-47C4-AFDE-F1AC050ADA82}" dt="2026-01-25T16:10:11.140" v="10969" actId="790"/>
          <ac:spMkLst>
            <pc:docMk/>
            <pc:sldMk cId="1913072578" sldId="478"/>
            <ac:spMk id="14" creationId="{33BD6864-3E5F-28AB-0CF6-C5575022E9B0}"/>
          </ac:spMkLst>
        </pc:spChg>
        <pc:spChg chg="mod">
          <ac:chgData name="Yash Jadhav" userId="535c3d6d-72b8-4f77-8155-55f939173cf2" providerId="ADAL" clId="{F33F88E0-3380-47C4-AFDE-F1AC050ADA82}" dt="2026-01-25T16:10:11.144" v="10970" actId="790"/>
          <ac:spMkLst>
            <pc:docMk/>
            <pc:sldMk cId="1913072578" sldId="478"/>
            <ac:spMk id="15" creationId="{68263604-B318-CE3C-D440-2F50D5EDC7DF}"/>
          </ac:spMkLst>
        </pc:spChg>
        <pc:spChg chg="mod">
          <ac:chgData name="Yash Jadhav" userId="535c3d6d-72b8-4f77-8155-55f939173cf2" providerId="ADAL" clId="{F33F88E0-3380-47C4-AFDE-F1AC050ADA82}" dt="2026-01-25T16:10:11.146" v="10971" actId="790"/>
          <ac:spMkLst>
            <pc:docMk/>
            <pc:sldMk cId="1913072578" sldId="478"/>
            <ac:spMk id="16" creationId="{A8B93661-13FE-2401-0643-FA12A7B33269}"/>
          </ac:spMkLst>
        </pc:spChg>
        <pc:spChg chg="mod">
          <ac:chgData name="Yash Jadhav" userId="535c3d6d-72b8-4f77-8155-55f939173cf2" providerId="ADAL" clId="{F33F88E0-3380-47C4-AFDE-F1AC050ADA82}" dt="2026-01-25T16:10:11.148" v="10972" actId="790"/>
          <ac:spMkLst>
            <pc:docMk/>
            <pc:sldMk cId="1913072578" sldId="478"/>
            <ac:spMk id="17" creationId="{4309C1AC-42E7-2990-0F7D-914B6CD08D76}"/>
          </ac:spMkLst>
        </pc:spChg>
        <pc:spChg chg="mod">
          <ac:chgData name="Yash Jadhav" userId="535c3d6d-72b8-4f77-8155-55f939173cf2" providerId="ADAL" clId="{F33F88E0-3380-47C4-AFDE-F1AC050ADA82}" dt="2026-01-25T16:10:11.150" v="10973" actId="790"/>
          <ac:spMkLst>
            <pc:docMk/>
            <pc:sldMk cId="1913072578" sldId="478"/>
            <ac:spMk id="18" creationId="{971EADB8-6B47-824B-ABF6-0C47DDEAAE91}"/>
          </ac:spMkLst>
        </pc:spChg>
        <pc:spChg chg="mod">
          <ac:chgData name="Yash Jadhav" userId="535c3d6d-72b8-4f77-8155-55f939173cf2" providerId="ADAL" clId="{F33F88E0-3380-47C4-AFDE-F1AC050ADA82}" dt="2026-01-25T16:10:11.152" v="10974" actId="790"/>
          <ac:spMkLst>
            <pc:docMk/>
            <pc:sldMk cId="1913072578" sldId="478"/>
            <ac:spMk id="19" creationId="{AE0C3C59-C82B-E4EE-0269-D27026D7FC2F}"/>
          </ac:spMkLst>
        </pc:spChg>
        <pc:spChg chg="mod">
          <ac:chgData name="Yash Jadhav" userId="535c3d6d-72b8-4f77-8155-55f939173cf2" providerId="ADAL" clId="{F33F88E0-3380-47C4-AFDE-F1AC050ADA82}" dt="2026-01-25T16:10:11.153" v="10975" actId="790"/>
          <ac:spMkLst>
            <pc:docMk/>
            <pc:sldMk cId="1913072578" sldId="478"/>
            <ac:spMk id="20" creationId="{A74D02C2-2B63-902C-C0AE-A46C715C6F09}"/>
          </ac:spMkLst>
        </pc:spChg>
        <pc:spChg chg="mod">
          <ac:chgData name="Yash Jadhav" userId="535c3d6d-72b8-4f77-8155-55f939173cf2" providerId="ADAL" clId="{F33F88E0-3380-47C4-AFDE-F1AC050ADA82}" dt="2026-01-25T16:10:11.156" v="10976" actId="790"/>
          <ac:spMkLst>
            <pc:docMk/>
            <pc:sldMk cId="1913072578" sldId="478"/>
            <ac:spMk id="22" creationId="{EB69B6DE-175B-0457-CBF6-284F11428159}"/>
          </ac:spMkLst>
        </pc:spChg>
        <pc:spChg chg="mod">
          <ac:chgData name="Yash Jadhav" userId="535c3d6d-72b8-4f77-8155-55f939173cf2" providerId="ADAL" clId="{F33F88E0-3380-47C4-AFDE-F1AC050ADA82}" dt="2026-01-25T16:10:11.159" v="10977" actId="790"/>
          <ac:spMkLst>
            <pc:docMk/>
            <pc:sldMk cId="1913072578" sldId="478"/>
            <ac:spMk id="23" creationId="{75CDF56F-42B0-7995-FE10-2106D2A1AFD9}"/>
          </ac:spMkLst>
        </pc:spChg>
        <pc:spChg chg="mod">
          <ac:chgData name="Yash Jadhav" userId="535c3d6d-72b8-4f77-8155-55f939173cf2" providerId="ADAL" clId="{F33F88E0-3380-47C4-AFDE-F1AC050ADA82}" dt="2026-01-25T16:10:11.161" v="10978" actId="790"/>
          <ac:spMkLst>
            <pc:docMk/>
            <pc:sldMk cId="1913072578" sldId="478"/>
            <ac:spMk id="24" creationId="{BE8DD691-F6DC-EF91-F29C-FDA9901E2B01}"/>
          </ac:spMkLst>
        </pc:spChg>
        <pc:spChg chg="mod">
          <ac:chgData name="Yash Jadhav" userId="535c3d6d-72b8-4f77-8155-55f939173cf2" providerId="ADAL" clId="{F33F88E0-3380-47C4-AFDE-F1AC050ADA82}" dt="2026-01-25T16:10:11.164" v="10979" actId="790"/>
          <ac:spMkLst>
            <pc:docMk/>
            <pc:sldMk cId="1913072578" sldId="478"/>
            <ac:spMk id="25" creationId="{D336AF9E-3C44-822E-369A-BCBFCAB81448}"/>
          </ac:spMkLst>
        </pc:spChg>
        <pc:spChg chg="mod">
          <ac:chgData name="Yash Jadhav" userId="535c3d6d-72b8-4f77-8155-55f939173cf2" providerId="ADAL" clId="{F33F88E0-3380-47C4-AFDE-F1AC050ADA82}" dt="2026-01-25T16:10:10.937" v="10886" actId="790"/>
          <ac:spMkLst>
            <pc:docMk/>
            <pc:sldMk cId="1913072578" sldId="478"/>
            <ac:spMk id="26" creationId="{80D73B9D-62E6-4C90-A5F1-F5D760A408EA}"/>
          </ac:spMkLst>
        </pc:spChg>
        <pc:spChg chg="mod">
          <ac:chgData name="Yash Jadhav" userId="535c3d6d-72b8-4f77-8155-55f939173cf2" providerId="ADAL" clId="{F33F88E0-3380-47C4-AFDE-F1AC050ADA82}" dt="2026-01-25T16:10:10.941" v="10887" actId="790"/>
          <ac:spMkLst>
            <pc:docMk/>
            <pc:sldMk cId="1913072578" sldId="478"/>
            <ac:spMk id="27" creationId="{BBEBFFBF-DC15-4748-950F-1E21A72C8B9C}"/>
          </ac:spMkLst>
        </pc:spChg>
        <pc:spChg chg="mod">
          <ac:chgData name="Yash Jadhav" userId="535c3d6d-72b8-4f77-8155-55f939173cf2" providerId="ADAL" clId="{F33F88E0-3380-47C4-AFDE-F1AC050ADA82}" dt="2026-01-25T16:10:10.945" v="10888" actId="790"/>
          <ac:spMkLst>
            <pc:docMk/>
            <pc:sldMk cId="1913072578" sldId="478"/>
            <ac:spMk id="28" creationId="{D7967CF5-B6FB-483F-8EE5-A39A332E054D}"/>
          </ac:spMkLst>
        </pc:spChg>
        <pc:spChg chg="mod">
          <ac:chgData name="Yash Jadhav" userId="535c3d6d-72b8-4f77-8155-55f939173cf2" providerId="ADAL" clId="{F33F88E0-3380-47C4-AFDE-F1AC050ADA82}" dt="2026-01-25T16:10:11.165" v="10980" actId="790"/>
          <ac:spMkLst>
            <pc:docMk/>
            <pc:sldMk cId="1913072578" sldId="478"/>
            <ac:spMk id="29" creationId="{67E277A2-FF49-35BA-4F86-DE41B9E71CE5}"/>
          </ac:spMkLst>
        </pc:spChg>
        <pc:spChg chg="mod">
          <ac:chgData name="Yash Jadhav" userId="535c3d6d-72b8-4f77-8155-55f939173cf2" providerId="ADAL" clId="{F33F88E0-3380-47C4-AFDE-F1AC050ADA82}" dt="2026-01-25T16:10:11.167" v="10981" actId="790"/>
          <ac:spMkLst>
            <pc:docMk/>
            <pc:sldMk cId="1913072578" sldId="478"/>
            <ac:spMk id="30" creationId="{E555B0F0-0FD0-59FD-63C9-44F99D90A3A1}"/>
          </ac:spMkLst>
        </pc:spChg>
        <pc:spChg chg="mod">
          <ac:chgData name="Yash Jadhav" userId="535c3d6d-72b8-4f77-8155-55f939173cf2" providerId="ADAL" clId="{F33F88E0-3380-47C4-AFDE-F1AC050ADA82}" dt="2026-01-25T16:10:11.169" v="10982" actId="790"/>
          <ac:spMkLst>
            <pc:docMk/>
            <pc:sldMk cId="1913072578" sldId="478"/>
            <ac:spMk id="31" creationId="{A50803DA-9A1D-9265-5030-1289A791B79C}"/>
          </ac:spMkLst>
        </pc:spChg>
        <pc:spChg chg="mod">
          <ac:chgData name="Yash Jadhav" userId="535c3d6d-72b8-4f77-8155-55f939173cf2" providerId="ADAL" clId="{F33F88E0-3380-47C4-AFDE-F1AC050ADA82}" dt="2026-01-25T16:10:11.171" v="10983" actId="790"/>
          <ac:spMkLst>
            <pc:docMk/>
            <pc:sldMk cId="1913072578" sldId="478"/>
            <ac:spMk id="32" creationId="{FF6C5616-CB86-6C7A-DE43-D5B5F4230AE4}"/>
          </ac:spMkLst>
        </pc:spChg>
        <pc:spChg chg="mod">
          <ac:chgData name="Yash Jadhav" userId="535c3d6d-72b8-4f77-8155-55f939173cf2" providerId="ADAL" clId="{F33F88E0-3380-47C4-AFDE-F1AC050ADA82}" dt="2026-01-25T16:10:11.173" v="10984" actId="790"/>
          <ac:spMkLst>
            <pc:docMk/>
            <pc:sldMk cId="1913072578" sldId="478"/>
            <ac:spMk id="33" creationId="{3A687D2C-8E6A-F199-88C0-B14A0E1745BD}"/>
          </ac:spMkLst>
        </pc:spChg>
        <pc:spChg chg="mod">
          <ac:chgData name="Yash Jadhav" userId="535c3d6d-72b8-4f77-8155-55f939173cf2" providerId="ADAL" clId="{F33F88E0-3380-47C4-AFDE-F1AC050ADA82}" dt="2026-01-25T16:10:10.947" v="10889" actId="790"/>
          <ac:spMkLst>
            <pc:docMk/>
            <pc:sldMk cId="1913072578" sldId="478"/>
            <ac:spMk id="37" creationId="{17F68B1E-439F-4122-B8DC-11C8490945F9}"/>
          </ac:spMkLst>
        </pc:spChg>
        <pc:spChg chg="mod">
          <ac:chgData name="Yash Jadhav" userId="535c3d6d-72b8-4f77-8155-55f939173cf2" providerId="ADAL" clId="{F33F88E0-3380-47C4-AFDE-F1AC050ADA82}" dt="2026-01-25T16:10:10.949" v="10890" actId="790"/>
          <ac:spMkLst>
            <pc:docMk/>
            <pc:sldMk cId="1913072578" sldId="478"/>
            <ac:spMk id="38" creationId="{10492D60-8843-40C8-9A4F-22FD0001D83A}"/>
          </ac:spMkLst>
        </pc:spChg>
        <pc:spChg chg="mod">
          <ac:chgData name="Yash Jadhav" userId="535c3d6d-72b8-4f77-8155-55f939173cf2" providerId="ADAL" clId="{F33F88E0-3380-47C4-AFDE-F1AC050ADA82}" dt="2026-01-25T16:10:10.951" v="10891" actId="790"/>
          <ac:spMkLst>
            <pc:docMk/>
            <pc:sldMk cId="1913072578" sldId="478"/>
            <ac:spMk id="39" creationId="{D6E83175-80CC-4D49-8AE6-6F8363F7278C}"/>
          </ac:spMkLst>
        </pc:spChg>
        <pc:spChg chg="mod">
          <ac:chgData name="Yash Jadhav" userId="535c3d6d-72b8-4f77-8155-55f939173cf2" providerId="ADAL" clId="{F33F88E0-3380-47C4-AFDE-F1AC050ADA82}" dt="2026-01-25T16:10:10.952" v="10892" actId="790"/>
          <ac:spMkLst>
            <pc:docMk/>
            <pc:sldMk cId="1913072578" sldId="478"/>
            <ac:spMk id="40" creationId="{C59A5AAC-0311-44F4-89FF-5EA2AA5A1986}"/>
          </ac:spMkLst>
        </pc:spChg>
        <pc:spChg chg="mod">
          <ac:chgData name="Yash Jadhav" userId="535c3d6d-72b8-4f77-8155-55f939173cf2" providerId="ADAL" clId="{F33F88E0-3380-47C4-AFDE-F1AC050ADA82}" dt="2026-01-25T16:10:10.955" v="10893" actId="790"/>
          <ac:spMkLst>
            <pc:docMk/>
            <pc:sldMk cId="1913072578" sldId="478"/>
            <ac:spMk id="41" creationId="{A993C483-73AE-433B-B3F2-2961096AAE11}"/>
          </ac:spMkLst>
        </pc:spChg>
        <pc:spChg chg="mod">
          <ac:chgData name="Yash Jadhav" userId="535c3d6d-72b8-4f77-8155-55f939173cf2" providerId="ADAL" clId="{F33F88E0-3380-47C4-AFDE-F1AC050ADA82}" dt="2026-01-25T16:10:10.958" v="10894" actId="790"/>
          <ac:spMkLst>
            <pc:docMk/>
            <pc:sldMk cId="1913072578" sldId="478"/>
            <ac:spMk id="42" creationId="{100CE035-3447-4003-A22E-A3E4B3B54CF5}"/>
          </ac:spMkLst>
        </pc:spChg>
        <pc:spChg chg="mod">
          <ac:chgData name="Yash Jadhav" userId="535c3d6d-72b8-4f77-8155-55f939173cf2" providerId="ADAL" clId="{F33F88E0-3380-47C4-AFDE-F1AC050ADA82}" dt="2026-01-25T16:10:10.961" v="10895" actId="790"/>
          <ac:spMkLst>
            <pc:docMk/>
            <pc:sldMk cId="1913072578" sldId="478"/>
            <ac:spMk id="43" creationId="{6CEE651F-2ED1-4DED-8E18-ECB3A6C57B34}"/>
          </ac:spMkLst>
        </pc:spChg>
        <pc:spChg chg="mod">
          <ac:chgData name="Yash Jadhav" userId="535c3d6d-72b8-4f77-8155-55f939173cf2" providerId="ADAL" clId="{F33F88E0-3380-47C4-AFDE-F1AC050ADA82}" dt="2026-01-25T16:10:12.294" v="10988" actId="27636"/>
          <ac:spMkLst>
            <pc:docMk/>
            <pc:sldMk cId="1913072578" sldId="478"/>
            <ac:spMk id="44" creationId="{DDB5CB2D-19F3-41CC-85AC-B563388ADEFA}"/>
          </ac:spMkLst>
        </pc:spChg>
        <pc:spChg chg="mod">
          <ac:chgData name="Yash Jadhav" userId="535c3d6d-72b8-4f77-8155-55f939173cf2" providerId="ADAL" clId="{F33F88E0-3380-47C4-AFDE-F1AC050ADA82}" dt="2026-01-25T16:10:10.966" v="10897" actId="790"/>
          <ac:spMkLst>
            <pc:docMk/>
            <pc:sldMk cId="1913072578" sldId="478"/>
            <ac:spMk id="45" creationId="{A30D150F-ED30-4882-BDD1-FE97DC63819E}"/>
          </ac:spMkLst>
        </pc:spChg>
        <pc:spChg chg="mod">
          <ac:chgData name="Yash Jadhav" userId="535c3d6d-72b8-4f77-8155-55f939173cf2" providerId="ADAL" clId="{F33F88E0-3380-47C4-AFDE-F1AC050ADA82}" dt="2026-01-25T16:10:10.968" v="10898" actId="790"/>
          <ac:spMkLst>
            <pc:docMk/>
            <pc:sldMk cId="1913072578" sldId="478"/>
            <ac:spMk id="46" creationId="{7BEDCA70-8D07-4CCE-A8F6-2B3D231AE520}"/>
          </ac:spMkLst>
        </pc:spChg>
        <pc:spChg chg="mod">
          <ac:chgData name="Yash Jadhav" userId="535c3d6d-72b8-4f77-8155-55f939173cf2" providerId="ADAL" clId="{F33F88E0-3380-47C4-AFDE-F1AC050ADA82}" dt="2026-01-25T16:10:10.970" v="10899" actId="790"/>
          <ac:spMkLst>
            <pc:docMk/>
            <pc:sldMk cId="1913072578" sldId="478"/>
            <ac:spMk id="48" creationId="{52C49561-B5E5-48B5-9CDC-0B980C15C93A}"/>
          </ac:spMkLst>
        </pc:spChg>
        <pc:spChg chg="mod">
          <ac:chgData name="Yash Jadhav" userId="535c3d6d-72b8-4f77-8155-55f939173cf2" providerId="ADAL" clId="{F33F88E0-3380-47C4-AFDE-F1AC050ADA82}" dt="2026-01-25T16:10:10.973" v="10900" actId="790"/>
          <ac:spMkLst>
            <pc:docMk/>
            <pc:sldMk cId="1913072578" sldId="478"/>
            <ac:spMk id="49" creationId="{01842F8B-8841-4E34-9889-91E6E5DCF966}"/>
          </ac:spMkLst>
        </pc:spChg>
        <pc:spChg chg="mod">
          <ac:chgData name="Yash Jadhav" userId="535c3d6d-72b8-4f77-8155-55f939173cf2" providerId="ADAL" clId="{F33F88E0-3380-47C4-AFDE-F1AC050ADA82}" dt="2026-01-25T16:10:10.975" v="10901" actId="790"/>
          <ac:spMkLst>
            <pc:docMk/>
            <pc:sldMk cId="1913072578" sldId="478"/>
            <ac:spMk id="50" creationId="{28B10D42-A5C5-4BF0-839C-2C821BDE93EE}"/>
          </ac:spMkLst>
        </pc:spChg>
        <pc:spChg chg="mod">
          <ac:chgData name="Yash Jadhav" userId="535c3d6d-72b8-4f77-8155-55f939173cf2" providerId="ADAL" clId="{F33F88E0-3380-47C4-AFDE-F1AC050ADA82}" dt="2026-01-25T16:10:10.977" v="10902" actId="790"/>
          <ac:spMkLst>
            <pc:docMk/>
            <pc:sldMk cId="1913072578" sldId="478"/>
            <ac:spMk id="51" creationId="{ED7F573A-0F05-4B01-BC67-624FF85CA80E}"/>
          </ac:spMkLst>
        </pc:spChg>
        <pc:spChg chg="mod">
          <ac:chgData name="Yash Jadhav" userId="535c3d6d-72b8-4f77-8155-55f939173cf2" providerId="ADAL" clId="{F33F88E0-3380-47C4-AFDE-F1AC050ADA82}" dt="2026-01-25T16:10:12.294" v="10989" actId="27636"/>
          <ac:spMkLst>
            <pc:docMk/>
            <pc:sldMk cId="1913072578" sldId="478"/>
            <ac:spMk id="52" creationId="{42AE8DD1-65E4-4BDF-9A75-3052D1EA8729}"/>
          </ac:spMkLst>
        </pc:spChg>
        <pc:spChg chg="mod">
          <ac:chgData name="Yash Jadhav" userId="535c3d6d-72b8-4f77-8155-55f939173cf2" providerId="ADAL" clId="{F33F88E0-3380-47C4-AFDE-F1AC050ADA82}" dt="2026-01-25T16:10:12.294" v="10990" actId="27636"/>
          <ac:spMkLst>
            <pc:docMk/>
            <pc:sldMk cId="1913072578" sldId="478"/>
            <ac:spMk id="53" creationId="{F739BBD5-E372-4307-BFC7-3384CE92419E}"/>
          </ac:spMkLst>
        </pc:spChg>
        <pc:spChg chg="mod">
          <ac:chgData name="Yash Jadhav" userId="535c3d6d-72b8-4f77-8155-55f939173cf2" providerId="ADAL" clId="{F33F88E0-3380-47C4-AFDE-F1AC050ADA82}" dt="2026-01-25T16:10:10.985" v="10905" actId="790"/>
          <ac:spMkLst>
            <pc:docMk/>
            <pc:sldMk cId="1913072578" sldId="478"/>
            <ac:spMk id="55" creationId="{3F344986-33D7-4EFF-B5CD-4DE051F0A4FD}"/>
          </ac:spMkLst>
        </pc:spChg>
        <pc:spChg chg="mod">
          <ac:chgData name="Yash Jadhav" userId="535c3d6d-72b8-4f77-8155-55f939173cf2" providerId="ADAL" clId="{F33F88E0-3380-47C4-AFDE-F1AC050ADA82}" dt="2026-01-25T16:10:10.988" v="10906"/>
          <ac:spMkLst>
            <pc:docMk/>
            <pc:sldMk cId="1913072578" sldId="478"/>
            <ac:spMk id="56" creationId="{8E0D200D-B453-49DD-B19E-89FECDCC1C00}"/>
          </ac:spMkLst>
        </pc:spChg>
        <pc:spChg chg="mod">
          <ac:chgData name="Yash Jadhav" userId="535c3d6d-72b8-4f77-8155-55f939173cf2" providerId="ADAL" clId="{F33F88E0-3380-47C4-AFDE-F1AC050ADA82}" dt="2026-01-25T16:10:10.990" v="10907" actId="790"/>
          <ac:spMkLst>
            <pc:docMk/>
            <pc:sldMk cId="1913072578" sldId="478"/>
            <ac:spMk id="84" creationId="{68F9EDF0-81DB-456E-839B-A5CE56E8B979}"/>
          </ac:spMkLst>
        </pc:spChg>
        <pc:spChg chg="mod">
          <ac:chgData name="Yash Jadhav" userId="535c3d6d-72b8-4f77-8155-55f939173cf2" providerId="ADAL" clId="{F33F88E0-3380-47C4-AFDE-F1AC050ADA82}" dt="2026-01-25T16:10:10.992" v="10908" actId="790"/>
          <ac:spMkLst>
            <pc:docMk/>
            <pc:sldMk cId="1913072578" sldId="478"/>
            <ac:spMk id="85" creationId="{894370EF-26D3-443F-84CB-2F7A89030E21}"/>
          </ac:spMkLst>
        </pc:spChg>
        <pc:spChg chg="mod">
          <ac:chgData name="Yash Jadhav" userId="535c3d6d-72b8-4f77-8155-55f939173cf2" providerId="ADAL" clId="{F33F88E0-3380-47C4-AFDE-F1AC050ADA82}" dt="2026-01-25T16:10:10.994" v="10909" actId="790"/>
          <ac:spMkLst>
            <pc:docMk/>
            <pc:sldMk cId="1913072578" sldId="478"/>
            <ac:spMk id="86" creationId="{B6FE3BCF-C5C5-4188-BE00-191A4AFF8AEC}"/>
          </ac:spMkLst>
        </pc:spChg>
        <pc:spChg chg="mod">
          <ac:chgData name="Yash Jadhav" userId="535c3d6d-72b8-4f77-8155-55f939173cf2" providerId="ADAL" clId="{F33F88E0-3380-47C4-AFDE-F1AC050ADA82}" dt="2026-01-25T16:10:10.996" v="10910" actId="790"/>
          <ac:spMkLst>
            <pc:docMk/>
            <pc:sldMk cId="1913072578" sldId="478"/>
            <ac:spMk id="87" creationId="{8B9DFBF7-919E-4CE0-896A-CEBCF132154A}"/>
          </ac:spMkLst>
        </pc:spChg>
        <pc:spChg chg="mod">
          <ac:chgData name="Yash Jadhav" userId="535c3d6d-72b8-4f77-8155-55f939173cf2" providerId="ADAL" clId="{F33F88E0-3380-47C4-AFDE-F1AC050ADA82}" dt="2026-01-25T16:10:10.999" v="10911" actId="790"/>
          <ac:spMkLst>
            <pc:docMk/>
            <pc:sldMk cId="1913072578" sldId="478"/>
            <ac:spMk id="88" creationId="{52FBB909-4C05-41CD-9B5F-C3C8690C1C61}"/>
          </ac:spMkLst>
        </pc:spChg>
        <pc:spChg chg="mod">
          <ac:chgData name="Yash Jadhav" userId="535c3d6d-72b8-4f77-8155-55f939173cf2" providerId="ADAL" clId="{F33F88E0-3380-47C4-AFDE-F1AC050ADA82}" dt="2026-01-25T16:10:11.001" v="10912" actId="790"/>
          <ac:spMkLst>
            <pc:docMk/>
            <pc:sldMk cId="1913072578" sldId="478"/>
            <ac:spMk id="89" creationId="{D70F47E0-AB84-42E9-995A-E68C597DC386}"/>
          </ac:spMkLst>
        </pc:spChg>
        <pc:spChg chg="mod">
          <ac:chgData name="Yash Jadhav" userId="535c3d6d-72b8-4f77-8155-55f939173cf2" providerId="ADAL" clId="{F33F88E0-3380-47C4-AFDE-F1AC050ADA82}" dt="2026-01-25T16:10:11.005" v="10913" actId="790"/>
          <ac:spMkLst>
            <pc:docMk/>
            <pc:sldMk cId="1913072578" sldId="478"/>
            <ac:spMk id="90" creationId="{9E03C71C-3F93-433D-A32F-6466E7274591}"/>
          </ac:spMkLst>
        </pc:spChg>
        <pc:spChg chg="mod">
          <ac:chgData name="Yash Jadhav" userId="535c3d6d-72b8-4f77-8155-55f939173cf2" providerId="ADAL" clId="{F33F88E0-3380-47C4-AFDE-F1AC050ADA82}" dt="2026-01-25T16:10:11.009" v="10914" actId="790"/>
          <ac:spMkLst>
            <pc:docMk/>
            <pc:sldMk cId="1913072578" sldId="478"/>
            <ac:spMk id="91" creationId="{F8F92A6B-AEB4-40B1-A089-30C8B247DDF8}"/>
          </ac:spMkLst>
        </pc:spChg>
        <pc:spChg chg="mod">
          <ac:chgData name="Yash Jadhav" userId="535c3d6d-72b8-4f77-8155-55f939173cf2" providerId="ADAL" clId="{F33F88E0-3380-47C4-AFDE-F1AC050ADA82}" dt="2026-01-25T16:10:11.013" v="10915" actId="790"/>
          <ac:spMkLst>
            <pc:docMk/>
            <pc:sldMk cId="1913072578" sldId="478"/>
            <ac:spMk id="92" creationId="{ECEB2771-8876-4633-9D4D-0211AEE8FA00}"/>
          </ac:spMkLst>
        </pc:spChg>
        <pc:spChg chg="mod">
          <ac:chgData name="Yash Jadhav" userId="535c3d6d-72b8-4f77-8155-55f939173cf2" providerId="ADAL" clId="{F33F88E0-3380-47C4-AFDE-F1AC050ADA82}" dt="2026-01-25T16:10:11.016" v="10916" actId="790"/>
          <ac:spMkLst>
            <pc:docMk/>
            <pc:sldMk cId="1913072578" sldId="478"/>
            <ac:spMk id="93" creationId="{7E820C24-49CB-4979-8471-68066335DE1C}"/>
          </ac:spMkLst>
        </pc:spChg>
        <pc:spChg chg="mod">
          <ac:chgData name="Yash Jadhav" userId="535c3d6d-72b8-4f77-8155-55f939173cf2" providerId="ADAL" clId="{F33F88E0-3380-47C4-AFDE-F1AC050ADA82}" dt="2026-01-25T16:10:11.019" v="10917" actId="790"/>
          <ac:spMkLst>
            <pc:docMk/>
            <pc:sldMk cId="1913072578" sldId="478"/>
            <ac:spMk id="94" creationId="{085D874B-8104-473D-927A-DC66545C6EC4}"/>
          </ac:spMkLst>
        </pc:spChg>
        <pc:spChg chg="mod">
          <ac:chgData name="Yash Jadhav" userId="535c3d6d-72b8-4f77-8155-55f939173cf2" providerId="ADAL" clId="{F33F88E0-3380-47C4-AFDE-F1AC050ADA82}" dt="2026-01-25T16:10:11.022" v="10918" actId="790"/>
          <ac:spMkLst>
            <pc:docMk/>
            <pc:sldMk cId="1913072578" sldId="478"/>
            <ac:spMk id="118" creationId="{7A44AF76-4311-16D9-35E3-20A58178377A}"/>
          </ac:spMkLst>
        </pc:spChg>
        <pc:spChg chg="mod">
          <ac:chgData name="Yash Jadhav" userId="535c3d6d-72b8-4f77-8155-55f939173cf2" providerId="ADAL" clId="{F33F88E0-3380-47C4-AFDE-F1AC050ADA82}" dt="2026-01-25T16:10:11.025" v="10919" actId="790"/>
          <ac:spMkLst>
            <pc:docMk/>
            <pc:sldMk cId="1913072578" sldId="478"/>
            <ac:spMk id="119" creationId="{F666E3AB-F207-6D25-5D17-6847C26B5622}"/>
          </ac:spMkLst>
        </pc:spChg>
        <pc:spChg chg="mod">
          <ac:chgData name="Yash Jadhav" userId="535c3d6d-72b8-4f77-8155-55f939173cf2" providerId="ADAL" clId="{F33F88E0-3380-47C4-AFDE-F1AC050ADA82}" dt="2026-01-25T16:10:11.027" v="10920" actId="790"/>
          <ac:spMkLst>
            <pc:docMk/>
            <pc:sldMk cId="1913072578" sldId="478"/>
            <ac:spMk id="120" creationId="{4D4BF3A7-A6A3-DC72-75EA-210BD7511194}"/>
          </ac:spMkLst>
        </pc:spChg>
        <pc:spChg chg="mod">
          <ac:chgData name="Yash Jadhav" userId="535c3d6d-72b8-4f77-8155-55f939173cf2" providerId="ADAL" clId="{F33F88E0-3380-47C4-AFDE-F1AC050ADA82}" dt="2026-01-25T16:10:11.029" v="10921" actId="790"/>
          <ac:spMkLst>
            <pc:docMk/>
            <pc:sldMk cId="1913072578" sldId="478"/>
            <ac:spMk id="121" creationId="{CCEA5736-C7B6-7493-80F1-BB965DBB4A12}"/>
          </ac:spMkLst>
        </pc:spChg>
        <pc:spChg chg="mod">
          <ac:chgData name="Yash Jadhav" userId="535c3d6d-72b8-4f77-8155-55f939173cf2" providerId="ADAL" clId="{F33F88E0-3380-47C4-AFDE-F1AC050ADA82}" dt="2026-01-25T16:10:11.031" v="10922" actId="790"/>
          <ac:spMkLst>
            <pc:docMk/>
            <pc:sldMk cId="1913072578" sldId="478"/>
            <ac:spMk id="122" creationId="{FC6C0A75-26C8-2D12-CC08-7D7133611655}"/>
          </ac:spMkLst>
        </pc:spChg>
        <pc:spChg chg="mod">
          <ac:chgData name="Yash Jadhav" userId="535c3d6d-72b8-4f77-8155-55f939173cf2" providerId="ADAL" clId="{F33F88E0-3380-47C4-AFDE-F1AC050ADA82}" dt="2026-01-25T16:10:11.034" v="10923" actId="790"/>
          <ac:spMkLst>
            <pc:docMk/>
            <pc:sldMk cId="1913072578" sldId="478"/>
            <ac:spMk id="123" creationId="{8B4C45C9-CC1F-5D20-74A9-A9099A8554D3}"/>
          </ac:spMkLst>
        </pc:spChg>
        <pc:spChg chg="mod">
          <ac:chgData name="Yash Jadhav" userId="535c3d6d-72b8-4f77-8155-55f939173cf2" providerId="ADAL" clId="{F33F88E0-3380-47C4-AFDE-F1AC050ADA82}" dt="2026-01-25T16:10:11.036" v="10924" actId="790"/>
          <ac:spMkLst>
            <pc:docMk/>
            <pc:sldMk cId="1913072578" sldId="478"/>
            <ac:spMk id="124" creationId="{EC161261-1F13-FC49-3B44-4CBDDC37B157}"/>
          </ac:spMkLst>
        </pc:spChg>
        <pc:spChg chg="mod">
          <ac:chgData name="Yash Jadhav" userId="535c3d6d-72b8-4f77-8155-55f939173cf2" providerId="ADAL" clId="{F33F88E0-3380-47C4-AFDE-F1AC050ADA82}" dt="2026-01-25T16:10:11.039" v="10925" actId="790"/>
          <ac:spMkLst>
            <pc:docMk/>
            <pc:sldMk cId="1913072578" sldId="478"/>
            <ac:spMk id="125" creationId="{2BE4318A-67E2-2DFD-8BBC-BE653062411A}"/>
          </ac:spMkLst>
        </pc:spChg>
        <pc:spChg chg="mod">
          <ac:chgData name="Yash Jadhav" userId="535c3d6d-72b8-4f77-8155-55f939173cf2" providerId="ADAL" clId="{F33F88E0-3380-47C4-AFDE-F1AC050ADA82}" dt="2026-01-25T16:10:11.041" v="10926" actId="790"/>
          <ac:spMkLst>
            <pc:docMk/>
            <pc:sldMk cId="1913072578" sldId="478"/>
            <ac:spMk id="126" creationId="{BBAAA6D1-DD7D-DB1F-0971-98EF47EA5EDB}"/>
          </ac:spMkLst>
        </pc:spChg>
        <pc:spChg chg="mod">
          <ac:chgData name="Yash Jadhav" userId="535c3d6d-72b8-4f77-8155-55f939173cf2" providerId="ADAL" clId="{F33F88E0-3380-47C4-AFDE-F1AC050ADA82}" dt="2026-01-25T16:10:11.042" v="10927" actId="790"/>
          <ac:spMkLst>
            <pc:docMk/>
            <pc:sldMk cId="1913072578" sldId="478"/>
            <ac:spMk id="127" creationId="{40B77519-C34A-2BB0-6B8D-E7FC70CA74AD}"/>
          </ac:spMkLst>
        </pc:spChg>
        <pc:spChg chg="mod">
          <ac:chgData name="Yash Jadhav" userId="535c3d6d-72b8-4f77-8155-55f939173cf2" providerId="ADAL" clId="{F33F88E0-3380-47C4-AFDE-F1AC050ADA82}" dt="2026-01-25T16:10:11.045" v="10928" actId="790"/>
          <ac:spMkLst>
            <pc:docMk/>
            <pc:sldMk cId="1913072578" sldId="478"/>
            <ac:spMk id="128" creationId="{6ABA53C7-B992-FCD0-F538-37EB79DD3E51}"/>
          </ac:spMkLst>
        </pc:spChg>
        <pc:spChg chg="mod">
          <ac:chgData name="Yash Jadhav" userId="535c3d6d-72b8-4f77-8155-55f939173cf2" providerId="ADAL" clId="{F33F88E0-3380-47C4-AFDE-F1AC050ADA82}" dt="2026-01-25T16:10:11.047" v="10929" actId="790"/>
          <ac:spMkLst>
            <pc:docMk/>
            <pc:sldMk cId="1913072578" sldId="478"/>
            <ac:spMk id="130" creationId="{9B36C309-EC5F-655A-1006-10109A10CF1D}"/>
          </ac:spMkLst>
        </pc:spChg>
        <pc:spChg chg="mod">
          <ac:chgData name="Yash Jadhav" userId="535c3d6d-72b8-4f77-8155-55f939173cf2" providerId="ADAL" clId="{F33F88E0-3380-47C4-AFDE-F1AC050ADA82}" dt="2026-01-25T16:10:11.049" v="10930" actId="790"/>
          <ac:spMkLst>
            <pc:docMk/>
            <pc:sldMk cId="1913072578" sldId="478"/>
            <ac:spMk id="131" creationId="{8B776013-955F-CA1E-13B3-72962E2C5E59}"/>
          </ac:spMkLst>
        </pc:spChg>
        <pc:spChg chg="mod">
          <ac:chgData name="Yash Jadhav" userId="535c3d6d-72b8-4f77-8155-55f939173cf2" providerId="ADAL" clId="{F33F88E0-3380-47C4-AFDE-F1AC050ADA82}" dt="2026-01-25T16:10:11.051" v="10931" actId="790"/>
          <ac:spMkLst>
            <pc:docMk/>
            <pc:sldMk cId="1913072578" sldId="478"/>
            <ac:spMk id="132" creationId="{E41239EF-8E14-CE14-1B41-5A66BA4579EC}"/>
          </ac:spMkLst>
        </pc:spChg>
        <pc:spChg chg="mod">
          <ac:chgData name="Yash Jadhav" userId="535c3d6d-72b8-4f77-8155-55f939173cf2" providerId="ADAL" clId="{F33F88E0-3380-47C4-AFDE-F1AC050ADA82}" dt="2026-01-25T16:10:11.054" v="10932" actId="790"/>
          <ac:spMkLst>
            <pc:docMk/>
            <pc:sldMk cId="1913072578" sldId="478"/>
            <ac:spMk id="133" creationId="{691079FA-6352-1BC2-239B-FFAFEE6AE7BD}"/>
          </ac:spMkLst>
        </pc:spChg>
        <pc:spChg chg="mod">
          <ac:chgData name="Yash Jadhav" userId="535c3d6d-72b8-4f77-8155-55f939173cf2" providerId="ADAL" clId="{F33F88E0-3380-47C4-AFDE-F1AC050ADA82}" dt="2026-01-25T16:10:11.056" v="10933" actId="790"/>
          <ac:spMkLst>
            <pc:docMk/>
            <pc:sldMk cId="1913072578" sldId="478"/>
            <ac:spMk id="134" creationId="{850D3820-4158-1F57-B0BE-80E6C00E929E}"/>
          </ac:spMkLst>
        </pc:spChg>
        <pc:spChg chg="mod">
          <ac:chgData name="Yash Jadhav" userId="535c3d6d-72b8-4f77-8155-55f939173cf2" providerId="ADAL" clId="{F33F88E0-3380-47C4-AFDE-F1AC050ADA82}" dt="2026-01-25T16:10:11.058" v="10934" actId="790"/>
          <ac:spMkLst>
            <pc:docMk/>
            <pc:sldMk cId="1913072578" sldId="478"/>
            <ac:spMk id="135" creationId="{9E70745D-5F7D-C902-AC25-2D248FC3B40C}"/>
          </ac:spMkLst>
        </pc:spChg>
        <pc:spChg chg="mod">
          <ac:chgData name="Yash Jadhav" userId="535c3d6d-72b8-4f77-8155-55f939173cf2" providerId="ADAL" clId="{F33F88E0-3380-47C4-AFDE-F1AC050ADA82}" dt="2026-01-25T16:10:11.059" v="10935" actId="790"/>
          <ac:spMkLst>
            <pc:docMk/>
            <pc:sldMk cId="1913072578" sldId="478"/>
            <ac:spMk id="136" creationId="{158FAF2A-4A00-FDAF-E27E-4748E3E86C54}"/>
          </ac:spMkLst>
        </pc:spChg>
        <pc:spChg chg="mod">
          <ac:chgData name="Yash Jadhav" userId="535c3d6d-72b8-4f77-8155-55f939173cf2" providerId="ADAL" clId="{F33F88E0-3380-47C4-AFDE-F1AC050ADA82}" dt="2026-01-25T16:10:11.065" v="10937" actId="790"/>
          <ac:spMkLst>
            <pc:docMk/>
            <pc:sldMk cId="1913072578" sldId="478"/>
            <ac:spMk id="137" creationId="{B7FC477C-8468-49C5-BAE0-A84FB0927929}"/>
          </ac:spMkLst>
        </pc:spChg>
        <pc:spChg chg="mod">
          <ac:chgData name="Yash Jadhav" userId="535c3d6d-72b8-4f77-8155-55f939173cf2" providerId="ADAL" clId="{F33F88E0-3380-47C4-AFDE-F1AC050ADA82}" dt="2026-01-25T16:10:11.067" v="10938" actId="790"/>
          <ac:spMkLst>
            <pc:docMk/>
            <pc:sldMk cId="1913072578" sldId="478"/>
            <ac:spMk id="138" creationId="{156DB95F-6E8A-45E4-2449-807222183B9A}"/>
          </ac:spMkLst>
        </pc:spChg>
        <pc:spChg chg="mod">
          <ac:chgData name="Yash Jadhav" userId="535c3d6d-72b8-4f77-8155-55f939173cf2" providerId="ADAL" clId="{F33F88E0-3380-47C4-AFDE-F1AC050ADA82}" dt="2026-01-25T16:10:11.069" v="10939" actId="790"/>
          <ac:spMkLst>
            <pc:docMk/>
            <pc:sldMk cId="1913072578" sldId="478"/>
            <ac:spMk id="139" creationId="{CA001177-FA72-7BE4-0ED9-4241F7BB405A}"/>
          </ac:spMkLst>
        </pc:spChg>
        <pc:spChg chg="mod">
          <ac:chgData name="Yash Jadhav" userId="535c3d6d-72b8-4f77-8155-55f939173cf2" providerId="ADAL" clId="{F33F88E0-3380-47C4-AFDE-F1AC050ADA82}" dt="2026-01-25T16:10:11.073" v="10940" actId="790"/>
          <ac:spMkLst>
            <pc:docMk/>
            <pc:sldMk cId="1913072578" sldId="478"/>
            <ac:spMk id="141" creationId="{22CEF1EA-C6F8-3627-4A3B-B4EDD31516C6}"/>
          </ac:spMkLst>
        </pc:spChg>
        <pc:spChg chg="mod">
          <ac:chgData name="Yash Jadhav" userId="535c3d6d-72b8-4f77-8155-55f939173cf2" providerId="ADAL" clId="{F33F88E0-3380-47C4-AFDE-F1AC050ADA82}" dt="2026-01-25T16:10:11.074" v="10941" actId="790"/>
          <ac:spMkLst>
            <pc:docMk/>
            <pc:sldMk cId="1913072578" sldId="478"/>
            <ac:spMk id="142" creationId="{1B8E6AF0-4C82-748F-2EF3-075281EEBE19}"/>
          </ac:spMkLst>
        </pc:spChg>
        <pc:spChg chg="mod">
          <ac:chgData name="Yash Jadhav" userId="535c3d6d-72b8-4f77-8155-55f939173cf2" providerId="ADAL" clId="{F33F88E0-3380-47C4-AFDE-F1AC050ADA82}" dt="2026-01-25T16:10:11.076" v="10942" actId="790"/>
          <ac:spMkLst>
            <pc:docMk/>
            <pc:sldMk cId="1913072578" sldId="478"/>
            <ac:spMk id="143" creationId="{CDA01339-138B-1C13-108B-C821F7A90092}"/>
          </ac:spMkLst>
        </pc:spChg>
        <pc:spChg chg="mod">
          <ac:chgData name="Yash Jadhav" userId="535c3d6d-72b8-4f77-8155-55f939173cf2" providerId="ADAL" clId="{F33F88E0-3380-47C4-AFDE-F1AC050ADA82}" dt="2026-01-25T16:10:11.079" v="10943" actId="790"/>
          <ac:spMkLst>
            <pc:docMk/>
            <pc:sldMk cId="1913072578" sldId="478"/>
            <ac:spMk id="144" creationId="{715D84F5-203B-5095-8851-584E0E6C2285}"/>
          </ac:spMkLst>
        </pc:spChg>
        <pc:spChg chg="mod">
          <ac:chgData name="Yash Jadhav" userId="535c3d6d-72b8-4f77-8155-55f939173cf2" providerId="ADAL" clId="{F33F88E0-3380-47C4-AFDE-F1AC050ADA82}" dt="2026-01-25T16:10:11.081" v="10944" actId="790"/>
          <ac:spMkLst>
            <pc:docMk/>
            <pc:sldMk cId="1913072578" sldId="478"/>
            <ac:spMk id="145" creationId="{1F8931D3-446D-DDD6-11E2-0BF36471647D}"/>
          </ac:spMkLst>
        </pc:spChg>
        <pc:spChg chg="mod">
          <ac:chgData name="Yash Jadhav" userId="535c3d6d-72b8-4f77-8155-55f939173cf2" providerId="ADAL" clId="{F33F88E0-3380-47C4-AFDE-F1AC050ADA82}" dt="2026-01-25T16:10:11.084" v="10945" actId="790"/>
          <ac:spMkLst>
            <pc:docMk/>
            <pc:sldMk cId="1913072578" sldId="478"/>
            <ac:spMk id="146" creationId="{D7FCD969-A032-FF8F-6563-BB0EB3C956BE}"/>
          </ac:spMkLst>
        </pc:spChg>
        <pc:spChg chg="mod">
          <ac:chgData name="Yash Jadhav" userId="535c3d6d-72b8-4f77-8155-55f939173cf2" providerId="ADAL" clId="{F33F88E0-3380-47C4-AFDE-F1AC050ADA82}" dt="2026-01-25T16:10:11.086" v="10946" actId="790"/>
          <ac:spMkLst>
            <pc:docMk/>
            <pc:sldMk cId="1913072578" sldId="478"/>
            <ac:spMk id="147" creationId="{D9D1C0F9-5F96-6452-B801-8EBFED6B3BBE}"/>
          </ac:spMkLst>
        </pc:spChg>
        <pc:spChg chg="mod">
          <ac:chgData name="Yash Jadhav" userId="535c3d6d-72b8-4f77-8155-55f939173cf2" providerId="ADAL" clId="{F33F88E0-3380-47C4-AFDE-F1AC050ADA82}" dt="2026-01-25T16:10:11.087" v="10947" actId="790"/>
          <ac:spMkLst>
            <pc:docMk/>
            <pc:sldMk cId="1913072578" sldId="478"/>
            <ac:spMk id="148" creationId="{D639A81A-62F7-A94E-2B4F-13E29FB378E9}"/>
          </ac:spMkLst>
        </pc:spChg>
        <pc:spChg chg="mod">
          <ac:chgData name="Yash Jadhav" userId="535c3d6d-72b8-4f77-8155-55f939173cf2" providerId="ADAL" clId="{F33F88E0-3380-47C4-AFDE-F1AC050ADA82}" dt="2026-01-25T16:10:11.088" v="10948" actId="790"/>
          <ac:spMkLst>
            <pc:docMk/>
            <pc:sldMk cId="1913072578" sldId="478"/>
            <ac:spMk id="149" creationId="{54341556-2AC0-9AA2-8532-FB76E212A352}"/>
          </ac:spMkLst>
        </pc:spChg>
        <pc:spChg chg="mod">
          <ac:chgData name="Yash Jadhav" userId="535c3d6d-72b8-4f77-8155-55f939173cf2" providerId="ADAL" clId="{F33F88E0-3380-47C4-AFDE-F1AC050ADA82}" dt="2026-01-25T16:10:11.090" v="10949" actId="790"/>
          <ac:spMkLst>
            <pc:docMk/>
            <pc:sldMk cId="1913072578" sldId="478"/>
            <ac:spMk id="150" creationId="{53284516-CCE5-64A7-62CF-2412913F82F7}"/>
          </ac:spMkLst>
        </pc:spChg>
        <pc:spChg chg="mod">
          <ac:chgData name="Yash Jadhav" userId="535c3d6d-72b8-4f77-8155-55f939173cf2" providerId="ADAL" clId="{F33F88E0-3380-47C4-AFDE-F1AC050ADA82}" dt="2026-01-25T16:10:11.092" v="10950" actId="790"/>
          <ac:spMkLst>
            <pc:docMk/>
            <pc:sldMk cId="1913072578" sldId="478"/>
            <ac:spMk id="151" creationId="{CAA442A6-CA55-3EAA-4034-9622845797BF}"/>
          </ac:spMkLst>
        </pc:spChg>
        <pc:spChg chg="mod">
          <ac:chgData name="Yash Jadhav" userId="535c3d6d-72b8-4f77-8155-55f939173cf2" providerId="ADAL" clId="{F33F88E0-3380-47C4-AFDE-F1AC050ADA82}" dt="2026-01-25T16:10:11.095" v="10951" actId="790"/>
          <ac:spMkLst>
            <pc:docMk/>
            <pc:sldMk cId="1913072578" sldId="478"/>
            <ac:spMk id="166" creationId="{E6D7E96B-115D-3106-4E3C-0FCF2D1B4D0C}"/>
          </ac:spMkLst>
        </pc:spChg>
        <pc:spChg chg="mod">
          <ac:chgData name="Yash Jadhav" userId="535c3d6d-72b8-4f77-8155-55f939173cf2" providerId="ADAL" clId="{F33F88E0-3380-47C4-AFDE-F1AC050ADA82}" dt="2026-01-25T16:10:11.098" v="10952" actId="790"/>
          <ac:spMkLst>
            <pc:docMk/>
            <pc:sldMk cId="1913072578" sldId="478"/>
            <ac:spMk id="167" creationId="{40B86AE7-E7B2-E63E-8D7B-A7BB1B9D1D6D}"/>
          </ac:spMkLst>
        </pc:spChg>
        <pc:spChg chg="mod">
          <ac:chgData name="Yash Jadhav" userId="535c3d6d-72b8-4f77-8155-55f939173cf2" providerId="ADAL" clId="{F33F88E0-3380-47C4-AFDE-F1AC050ADA82}" dt="2026-01-25T16:10:11.100" v="10953" actId="790"/>
          <ac:spMkLst>
            <pc:docMk/>
            <pc:sldMk cId="1913072578" sldId="478"/>
            <ac:spMk id="168" creationId="{ACD2F515-079D-85A6-E572-A491A152B1C3}"/>
          </ac:spMkLst>
        </pc:spChg>
        <pc:spChg chg="mod">
          <ac:chgData name="Yash Jadhav" userId="535c3d6d-72b8-4f77-8155-55f939173cf2" providerId="ADAL" clId="{F33F88E0-3380-47C4-AFDE-F1AC050ADA82}" dt="2026-01-25T16:10:11.102" v="10954" actId="790"/>
          <ac:spMkLst>
            <pc:docMk/>
            <pc:sldMk cId="1913072578" sldId="478"/>
            <ac:spMk id="169" creationId="{08AA4174-1635-1DF3-0A99-9C725BCEFC3A}"/>
          </ac:spMkLst>
        </pc:spChg>
        <pc:spChg chg="mod">
          <ac:chgData name="Yash Jadhav" userId="535c3d6d-72b8-4f77-8155-55f939173cf2" providerId="ADAL" clId="{F33F88E0-3380-47C4-AFDE-F1AC050ADA82}" dt="2026-01-25T16:10:11.104" v="10955" actId="790"/>
          <ac:spMkLst>
            <pc:docMk/>
            <pc:sldMk cId="1913072578" sldId="478"/>
            <ac:spMk id="170" creationId="{468AB84C-DEA9-468B-6422-13250E492BEA}"/>
          </ac:spMkLst>
        </pc:spChg>
        <pc:spChg chg="mod">
          <ac:chgData name="Yash Jadhav" userId="535c3d6d-72b8-4f77-8155-55f939173cf2" providerId="ADAL" clId="{F33F88E0-3380-47C4-AFDE-F1AC050ADA82}" dt="2026-01-25T16:10:11.106" v="10956" actId="790"/>
          <ac:spMkLst>
            <pc:docMk/>
            <pc:sldMk cId="1913072578" sldId="478"/>
            <ac:spMk id="171" creationId="{77E1FBE6-DC8E-F98E-5783-680AE83AA1AC}"/>
          </ac:spMkLst>
        </pc:spChg>
        <pc:spChg chg="mod">
          <ac:chgData name="Yash Jadhav" userId="535c3d6d-72b8-4f77-8155-55f939173cf2" providerId="ADAL" clId="{F33F88E0-3380-47C4-AFDE-F1AC050ADA82}" dt="2026-01-25T16:10:11.108" v="10957" actId="790"/>
          <ac:spMkLst>
            <pc:docMk/>
            <pc:sldMk cId="1913072578" sldId="478"/>
            <ac:spMk id="172" creationId="{B1C7F057-C943-7579-3E83-AF11A3BB000B}"/>
          </ac:spMkLst>
        </pc:spChg>
        <pc:spChg chg="mod">
          <ac:chgData name="Yash Jadhav" userId="535c3d6d-72b8-4f77-8155-55f939173cf2" providerId="ADAL" clId="{F33F88E0-3380-47C4-AFDE-F1AC050ADA82}" dt="2026-01-25T16:10:11.111" v="10958" actId="790"/>
          <ac:spMkLst>
            <pc:docMk/>
            <pc:sldMk cId="1913072578" sldId="478"/>
            <ac:spMk id="173" creationId="{9F017B0F-D643-0CD2-62BC-B19F26F31824}"/>
          </ac:spMkLst>
        </pc:spChg>
        <pc:spChg chg="mod">
          <ac:chgData name="Yash Jadhav" userId="535c3d6d-72b8-4f77-8155-55f939173cf2" providerId="ADAL" clId="{F33F88E0-3380-47C4-AFDE-F1AC050ADA82}" dt="2026-01-25T16:10:11.114" v="10959" actId="790"/>
          <ac:spMkLst>
            <pc:docMk/>
            <pc:sldMk cId="1913072578" sldId="478"/>
            <ac:spMk id="174" creationId="{C05724E3-538E-1E14-913F-87E90A72E7F0}"/>
          </ac:spMkLst>
        </pc:spChg>
        <pc:spChg chg="mod">
          <ac:chgData name="Yash Jadhav" userId="535c3d6d-72b8-4f77-8155-55f939173cf2" providerId="ADAL" clId="{F33F88E0-3380-47C4-AFDE-F1AC050ADA82}" dt="2026-01-25T16:10:11.117" v="10960" actId="790"/>
          <ac:spMkLst>
            <pc:docMk/>
            <pc:sldMk cId="1913072578" sldId="478"/>
            <ac:spMk id="175" creationId="{08F747AC-8F80-9E9B-BAFA-C4BC9026D888}"/>
          </ac:spMkLst>
        </pc:spChg>
        <pc:spChg chg="mod">
          <ac:chgData name="Yash Jadhav" userId="535c3d6d-72b8-4f77-8155-55f939173cf2" providerId="ADAL" clId="{F33F88E0-3380-47C4-AFDE-F1AC050ADA82}" dt="2026-01-25T16:10:11.119" v="10961" actId="790"/>
          <ac:spMkLst>
            <pc:docMk/>
            <pc:sldMk cId="1913072578" sldId="478"/>
            <ac:spMk id="176" creationId="{CF6E9530-C1A3-86BD-E1D7-102CA71C05A5}"/>
          </ac:spMkLst>
        </pc:spChg>
        <pc:spChg chg="mod">
          <ac:chgData name="Yash Jadhav" userId="535c3d6d-72b8-4f77-8155-55f939173cf2" providerId="ADAL" clId="{F33F88E0-3380-47C4-AFDE-F1AC050ADA82}" dt="2026-01-25T16:10:11.120" v="10962" actId="790"/>
          <ac:spMkLst>
            <pc:docMk/>
            <pc:sldMk cId="1913072578" sldId="478"/>
            <ac:spMk id="177" creationId="{37EAE2CF-DA54-674A-64E6-4E71F8C90692}"/>
          </ac:spMkLst>
        </pc:spChg>
        <pc:spChg chg="mod">
          <ac:chgData name="Yash Jadhav" userId="535c3d6d-72b8-4f77-8155-55f939173cf2" providerId="ADAL" clId="{F33F88E0-3380-47C4-AFDE-F1AC050ADA82}" dt="2026-01-25T16:10:11.123" v="10963" actId="790"/>
          <ac:spMkLst>
            <pc:docMk/>
            <pc:sldMk cId="1913072578" sldId="478"/>
            <ac:spMk id="178" creationId="{F81D6358-B658-FBE8-4CA3-74CDDAB30E3A}"/>
          </ac:spMkLst>
        </pc:spChg>
      </pc:sldChg>
      <pc:sldChg chg="modSp add del mod modNotes">
        <pc:chgData name="Yash Jadhav" userId="535c3d6d-72b8-4f77-8155-55f939173cf2" providerId="ADAL" clId="{F33F88E0-3380-47C4-AFDE-F1AC050ADA82}" dt="2026-01-25T16:10:19.898" v="11096" actId="47"/>
        <pc:sldMkLst>
          <pc:docMk/>
          <pc:sldMk cId="228236425" sldId="479"/>
        </pc:sldMkLst>
        <pc:spChg chg="mod">
          <ac:chgData name="Yash Jadhav" userId="535c3d6d-72b8-4f77-8155-55f939173cf2" providerId="ADAL" clId="{F33F88E0-3380-47C4-AFDE-F1AC050ADA82}" dt="2026-01-25T16:10:15.849" v="10993" actId="790"/>
          <ac:spMkLst>
            <pc:docMk/>
            <pc:sldMk cId="228236425" sldId="479"/>
            <ac:spMk id="2" creationId="{00000000-0000-0000-0000-000000000000}"/>
          </ac:spMkLst>
        </pc:spChg>
        <pc:spChg chg="mod">
          <ac:chgData name="Yash Jadhav" userId="535c3d6d-72b8-4f77-8155-55f939173cf2" providerId="ADAL" clId="{F33F88E0-3380-47C4-AFDE-F1AC050ADA82}" dt="2026-01-25T16:10:16.039" v="11069" actId="790"/>
          <ac:spMkLst>
            <pc:docMk/>
            <pc:sldMk cId="228236425" sldId="479"/>
            <ac:spMk id="5" creationId="{C5D7AA8D-A90B-3471-F159-930BECA1478D}"/>
          </ac:spMkLst>
        </pc:spChg>
        <pc:spChg chg="mod">
          <ac:chgData name="Yash Jadhav" userId="535c3d6d-72b8-4f77-8155-55f939173cf2" providerId="ADAL" clId="{F33F88E0-3380-47C4-AFDE-F1AC050ADA82}" dt="2026-01-25T16:10:15.989" v="11046" actId="790"/>
          <ac:spMkLst>
            <pc:docMk/>
            <pc:sldMk cId="228236425" sldId="479"/>
            <ac:spMk id="7" creationId="{00000000-0000-0000-0000-000000000000}"/>
          </ac:spMkLst>
        </pc:spChg>
        <pc:spChg chg="mod">
          <ac:chgData name="Yash Jadhav" userId="535c3d6d-72b8-4f77-8155-55f939173cf2" providerId="ADAL" clId="{F33F88E0-3380-47C4-AFDE-F1AC050ADA82}" dt="2026-01-25T16:10:16.043" v="11070" actId="790"/>
          <ac:spMkLst>
            <pc:docMk/>
            <pc:sldMk cId="228236425" sldId="479"/>
            <ac:spMk id="8" creationId="{D70B5552-EECB-3642-B988-74857D52AD02}"/>
          </ac:spMkLst>
        </pc:spChg>
        <pc:spChg chg="mod">
          <ac:chgData name="Yash Jadhav" userId="535c3d6d-72b8-4f77-8155-55f939173cf2" providerId="ADAL" clId="{F33F88E0-3380-47C4-AFDE-F1AC050ADA82}" dt="2026-01-25T16:10:16.047" v="11071" actId="790"/>
          <ac:spMkLst>
            <pc:docMk/>
            <pc:sldMk cId="228236425" sldId="479"/>
            <ac:spMk id="9" creationId="{BC019590-711C-9984-3B55-633D7D20E60E}"/>
          </ac:spMkLst>
        </pc:spChg>
        <pc:spChg chg="mod">
          <ac:chgData name="Yash Jadhav" userId="535c3d6d-72b8-4f77-8155-55f939173cf2" providerId="ADAL" clId="{F33F88E0-3380-47C4-AFDE-F1AC050ADA82}" dt="2026-01-25T16:10:16.051" v="11072" actId="790"/>
          <ac:spMkLst>
            <pc:docMk/>
            <pc:sldMk cId="228236425" sldId="479"/>
            <ac:spMk id="10" creationId="{668AC765-CD5E-BC0E-F076-003AC951DA4E}"/>
          </ac:spMkLst>
        </pc:spChg>
        <pc:spChg chg="mod">
          <ac:chgData name="Yash Jadhav" userId="535c3d6d-72b8-4f77-8155-55f939173cf2" providerId="ADAL" clId="{F33F88E0-3380-47C4-AFDE-F1AC050ADA82}" dt="2026-01-25T16:10:16.053" v="11073" actId="790"/>
          <ac:spMkLst>
            <pc:docMk/>
            <pc:sldMk cId="228236425" sldId="479"/>
            <ac:spMk id="14" creationId="{4D401BD3-E3A4-25B2-9905-92A22AAF9ECF}"/>
          </ac:spMkLst>
        </pc:spChg>
        <pc:spChg chg="mod">
          <ac:chgData name="Yash Jadhav" userId="535c3d6d-72b8-4f77-8155-55f939173cf2" providerId="ADAL" clId="{F33F88E0-3380-47C4-AFDE-F1AC050ADA82}" dt="2026-01-25T16:10:16.055" v="11074" actId="790"/>
          <ac:spMkLst>
            <pc:docMk/>
            <pc:sldMk cId="228236425" sldId="479"/>
            <ac:spMk id="15" creationId="{1846171E-C80D-3FA0-7F2F-E4A337851184}"/>
          </ac:spMkLst>
        </pc:spChg>
        <pc:spChg chg="mod">
          <ac:chgData name="Yash Jadhav" userId="535c3d6d-72b8-4f77-8155-55f939173cf2" providerId="ADAL" clId="{F33F88E0-3380-47C4-AFDE-F1AC050ADA82}" dt="2026-01-25T16:10:16.058" v="11075" actId="790"/>
          <ac:spMkLst>
            <pc:docMk/>
            <pc:sldMk cId="228236425" sldId="479"/>
            <ac:spMk id="16" creationId="{879FB204-DD47-A351-0CB7-A074A9263F68}"/>
          </ac:spMkLst>
        </pc:spChg>
        <pc:spChg chg="mod">
          <ac:chgData name="Yash Jadhav" userId="535c3d6d-72b8-4f77-8155-55f939173cf2" providerId="ADAL" clId="{F33F88E0-3380-47C4-AFDE-F1AC050ADA82}" dt="2026-01-25T16:10:16.021" v="11058" actId="790"/>
          <ac:spMkLst>
            <pc:docMk/>
            <pc:sldMk cId="228236425" sldId="479"/>
            <ac:spMk id="18" creationId="{63F3AA8B-10AA-2DD3-52ED-DD663734B79F}"/>
          </ac:spMkLst>
        </pc:spChg>
        <pc:spChg chg="mod">
          <ac:chgData name="Yash Jadhav" userId="535c3d6d-72b8-4f77-8155-55f939173cf2" providerId="ADAL" clId="{F33F88E0-3380-47C4-AFDE-F1AC050ADA82}" dt="2026-01-25T16:10:16.062" v="11076" actId="790"/>
          <ac:spMkLst>
            <pc:docMk/>
            <pc:sldMk cId="228236425" sldId="479"/>
            <ac:spMk id="35" creationId="{6ACDD9FE-C32E-0053-835B-13D39127707F}"/>
          </ac:spMkLst>
        </pc:spChg>
        <pc:spChg chg="mod">
          <ac:chgData name="Yash Jadhav" userId="535c3d6d-72b8-4f77-8155-55f939173cf2" providerId="ADAL" clId="{F33F88E0-3380-47C4-AFDE-F1AC050ADA82}" dt="2026-01-25T16:10:16.066" v="11077" actId="790"/>
          <ac:spMkLst>
            <pc:docMk/>
            <pc:sldMk cId="228236425" sldId="479"/>
            <ac:spMk id="36" creationId="{A1E7389A-DF21-775C-0F05-2D7F6ABBAB5D}"/>
          </ac:spMkLst>
        </pc:spChg>
        <pc:spChg chg="mod">
          <ac:chgData name="Yash Jadhav" userId="535c3d6d-72b8-4f77-8155-55f939173cf2" providerId="ADAL" clId="{F33F88E0-3380-47C4-AFDE-F1AC050ADA82}" dt="2026-01-25T16:10:15.880" v="11001" actId="790"/>
          <ac:spMkLst>
            <pc:docMk/>
            <pc:sldMk cId="228236425" sldId="479"/>
            <ac:spMk id="37" creationId="{00000000-0000-0000-0000-000000000000}"/>
          </ac:spMkLst>
        </pc:spChg>
        <pc:spChg chg="mod">
          <ac:chgData name="Yash Jadhav" userId="535c3d6d-72b8-4f77-8155-55f939173cf2" providerId="ADAL" clId="{F33F88E0-3380-47C4-AFDE-F1AC050ADA82}" dt="2026-01-25T16:10:15.883" v="11002" actId="790"/>
          <ac:spMkLst>
            <pc:docMk/>
            <pc:sldMk cId="228236425" sldId="479"/>
            <ac:spMk id="38" creationId="{00000000-0000-0000-0000-000000000000}"/>
          </ac:spMkLst>
        </pc:spChg>
        <pc:spChg chg="mod">
          <ac:chgData name="Yash Jadhav" userId="535c3d6d-72b8-4f77-8155-55f939173cf2" providerId="ADAL" clId="{F33F88E0-3380-47C4-AFDE-F1AC050ADA82}" dt="2026-01-25T16:10:15.886" v="11003" actId="790"/>
          <ac:spMkLst>
            <pc:docMk/>
            <pc:sldMk cId="228236425" sldId="479"/>
            <ac:spMk id="39" creationId="{00000000-0000-0000-0000-000000000000}"/>
          </ac:spMkLst>
        </pc:spChg>
        <pc:spChg chg="mod">
          <ac:chgData name="Yash Jadhav" userId="535c3d6d-72b8-4f77-8155-55f939173cf2" providerId="ADAL" clId="{F33F88E0-3380-47C4-AFDE-F1AC050ADA82}" dt="2026-01-25T16:10:15.888" v="11004" actId="790"/>
          <ac:spMkLst>
            <pc:docMk/>
            <pc:sldMk cId="228236425" sldId="479"/>
            <ac:spMk id="40" creationId="{00000000-0000-0000-0000-000000000000}"/>
          </ac:spMkLst>
        </pc:spChg>
        <pc:spChg chg="mod">
          <ac:chgData name="Yash Jadhav" userId="535c3d6d-72b8-4f77-8155-55f939173cf2" providerId="ADAL" clId="{F33F88E0-3380-47C4-AFDE-F1AC050ADA82}" dt="2026-01-25T16:10:15.890" v="11005" actId="790"/>
          <ac:spMkLst>
            <pc:docMk/>
            <pc:sldMk cId="228236425" sldId="479"/>
            <ac:spMk id="41" creationId="{00000000-0000-0000-0000-000000000000}"/>
          </ac:spMkLst>
        </pc:spChg>
        <pc:spChg chg="mod">
          <ac:chgData name="Yash Jadhav" userId="535c3d6d-72b8-4f77-8155-55f939173cf2" providerId="ADAL" clId="{F33F88E0-3380-47C4-AFDE-F1AC050ADA82}" dt="2026-01-25T16:10:16.069" v="11078" actId="790"/>
          <ac:spMkLst>
            <pc:docMk/>
            <pc:sldMk cId="228236425" sldId="479"/>
            <ac:spMk id="42" creationId="{371B7CAA-426F-3A1D-7EF7-0F8D28F0AA18}"/>
          </ac:spMkLst>
        </pc:spChg>
        <pc:spChg chg="mod">
          <ac:chgData name="Yash Jadhav" userId="535c3d6d-72b8-4f77-8155-55f939173cf2" providerId="ADAL" clId="{F33F88E0-3380-47C4-AFDE-F1AC050ADA82}" dt="2026-01-25T16:10:16.071" v="11079" actId="790"/>
          <ac:spMkLst>
            <pc:docMk/>
            <pc:sldMk cId="228236425" sldId="479"/>
            <ac:spMk id="45" creationId="{E83E7964-2937-CAF9-1817-1BA8824BA663}"/>
          </ac:spMkLst>
        </pc:spChg>
        <pc:spChg chg="mod">
          <ac:chgData name="Yash Jadhav" userId="535c3d6d-72b8-4f77-8155-55f939173cf2" providerId="ADAL" clId="{F33F88E0-3380-47C4-AFDE-F1AC050ADA82}" dt="2026-01-25T16:10:16.073" v="11080" actId="790"/>
          <ac:spMkLst>
            <pc:docMk/>
            <pc:sldMk cId="228236425" sldId="479"/>
            <ac:spMk id="46" creationId="{B9194CAC-3F1F-9167-FBEA-91388625505C}"/>
          </ac:spMkLst>
        </pc:spChg>
        <pc:spChg chg="mod">
          <ac:chgData name="Yash Jadhav" userId="535c3d6d-72b8-4f77-8155-55f939173cf2" providerId="ADAL" clId="{F33F88E0-3380-47C4-AFDE-F1AC050ADA82}" dt="2026-01-25T16:10:15.892" v="11006" actId="790"/>
          <ac:spMkLst>
            <pc:docMk/>
            <pc:sldMk cId="228236425" sldId="479"/>
            <ac:spMk id="47" creationId="{00000000-0000-0000-0000-000000000000}"/>
          </ac:spMkLst>
        </pc:spChg>
        <pc:spChg chg="mod">
          <ac:chgData name="Yash Jadhav" userId="535c3d6d-72b8-4f77-8155-55f939173cf2" providerId="ADAL" clId="{F33F88E0-3380-47C4-AFDE-F1AC050ADA82}" dt="2026-01-25T16:10:15.895" v="11007" actId="790"/>
          <ac:spMkLst>
            <pc:docMk/>
            <pc:sldMk cId="228236425" sldId="479"/>
            <ac:spMk id="48" creationId="{00000000-0000-0000-0000-000000000000}"/>
          </ac:spMkLst>
        </pc:spChg>
        <pc:spChg chg="mod">
          <ac:chgData name="Yash Jadhav" userId="535c3d6d-72b8-4f77-8155-55f939173cf2" providerId="ADAL" clId="{F33F88E0-3380-47C4-AFDE-F1AC050ADA82}" dt="2026-01-25T16:10:15.897" v="11008" actId="790"/>
          <ac:spMkLst>
            <pc:docMk/>
            <pc:sldMk cId="228236425" sldId="479"/>
            <ac:spMk id="49" creationId="{00000000-0000-0000-0000-000000000000}"/>
          </ac:spMkLst>
        </pc:spChg>
        <pc:spChg chg="mod">
          <ac:chgData name="Yash Jadhav" userId="535c3d6d-72b8-4f77-8155-55f939173cf2" providerId="ADAL" clId="{F33F88E0-3380-47C4-AFDE-F1AC050ADA82}" dt="2026-01-25T16:10:15.901" v="11009" actId="790"/>
          <ac:spMkLst>
            <pc:docMk/>
            <pc:sldMk cId="228236425" sldId="479"/>
            <ac:spMk id="50" creationId="{00000000-0000-0000-0000-000000000000}"/>
          </ac:spMkLst>
        </pc:spChg>
        <pc:spChg chg="mod">
          <ac:chgData name="Yash Jadhav" userId="535c3d6d-72b8-4f77-8155-55f939173cf2" providerId="ADAL" clId="{F33F88E0-3380-47C4-AFDE-F1AC050ADA82}" dt="2026-01-25T16:10:15.903" v="11010" actId="790"/>
          <ac:spMkLst>
            <pc:docMk/>
            <pc:sldMk cId="228236425" sldId="479"/>
            <ac:spMk id="51" creationId="{00000000-0000-0000-0000-000000000000}"/>
          </ac:spMkLst>
        </pc:spChg>
        <pc:spChg chg="mod">
          <ac:chgData name="Yash Jadhav" userId="535c3d6d-72b8-4f77-8155-55f939173cf2" providerId="ADAL" clId="{F33F88E0-3380-47C4-AFDE-F1AC050ADA82}" dt="2026-01-25T16:10:16.075" v="11081" actId="790"/>
          <ac:spMkLst>
            <pc:docMk/>
            <pc:sldMk cId="228236425" sldId="479"/>
            <ac:spMk id="52" creationId="{2FC41962-3BA3-89FC-F968-D481576DAFB9}"/>
          </ac:spMkLst>
        </pc:spChg>
        <pc:spChg chg="mod">
          <ac:chgData name="Yash Jadhav" userId="535c3d6d-72b8-4f77-8155-55f939173cf2" providerId="ADAL" clId="{F33F88E0-3380-47C4-AFDE-F1AC050ADA82}" dt="2026-01-25T16:10:16.077" v="11082" actId="790"/>
          <ac:spMkLst>
            <pc:docMk/>
            <pc:sldMk cId="228236425" sldId="479"/>
            <ac:spMk id="54" creationId="{2FB2A6E8-75F5-2A65-7E57-2240D2E72688}"/>
          </ac:spMkLst>
        </pc:spChg>
        <pc:spChg chg="mod">
          <ac:chgData name="Yash Jadhav" userId="535c3d6d-72b8-4f77-8155-55f939173cf2" providerId="ADAL" clId="{F33F88E0-3380-47C4-AFDE-F1AC050ADA82}" dt="2026-01-25T16:10:16.080" v="11083" actId="790"/>
          <ac:spMkLst>
            <pc:docMk/>
            <pc:sldMk cId="228236425" sldId="479"/>
            <ac:spMk id="55" creationId="{ED0333A6-FBDD-9354-3608-5552B446F045}"/>
          </ac:spMkLst>
        </pc:spChg>
        <pc:spChg chg="mod">
          <ac:chgData name="Yash Jadhav" userId="535c3d6d-72b8-4f77-8155-55f939173cf2" providerId="ADAL" clId="{F33F88E0-3380-47C4-AFDE-F1AC050ADA82}" dt="2026-01-25T16:10:15.904" v="11011" actId="790"/>
          <ac:spMkLst>
            <pc:docMk/>
            <pc:sldMk cId="228236425" sldId="479"/>
            <ac:spMk id="56" creationId="{00000000-0000-0000-0000-000000000000}"/>
          </ac:spMkLst>
        </pc:spChg>
        <pc:spChg chg="mod">
          <ac:chgData name="Yash Jadhav" userId="535c3d6d-72b8-4f77-8155-55f939173cf2" providerId="ADAL" clId="{F33F88E0-3380-47C4-AFDE-F1AC050ADA82}" dt="2026-01-25T16:10:15.907" v="11012" actId="790"/>
          <ac:spMkLst>
            <pc:docMk/>
            <pc:sldMk cId="228236425" sldId="479"/>
            <ac:spMk id="57" creationId="{00000000-0000-0000-0000-000000000000}"/>
          </ac:spMkLst>
        </pc:spChg>
        <pc:spChg chg="mod">
          <ac:chgData name="Yash Jadhav" userId="535c3d6d-72b8-4f77-8155-55f939173cf2" providerId="ADAL" clId="{F33F88E0-3380-47C4-AFDE-F1AC050ADA82}" dt="2026-01-25T16:10:15.909" v="11013" actId="790"/>
          <ac:spMkLst>
            <pc:docMk/>
            <pc:sldMk cId="228236425" sldId="479"/>
            <ac:spMk id="58" creationId="{00000000-0000-0000-0000-000000000000}"/>
          </ac:spMkLst>
        </pc:spChg>
        <pc:spChg chg="mod">
          <ac:chgData name="Yash Jadhav" userId="535c3d6d-72b8-4f77-8155-55f939173cf2" providerId="ADAL" clId="{F33F88E0-3380-47C4-AFDE-F1AC050ADA82}" dt="2026-01-25T16:10:15.912" v="11014" actId="790"/>
          <ac:spMkLst>
            <pc:docMk/>
            <pc:sldMk cId="228236425" sldId="479"/>
            <ac:spMk id="59" creationId="{00000000-0000-0000-0000-000000000000}"/>
          </ac:spMkLst>
        </pc:spChg>
        <pc:spChg chg="mod">
          <ac:chgData name="Yash Jadhav" userId="535c3d6d-72b8-4f77-8155-55f939173cf2" providerId="ADAL" clId="{F33F88E0-3380-47C4-AFDE-F1AC050ADA82}" dt="2026-01-25T16:10:15.914" v="11015" actId="790"/>
          <ac:spMkLst>
            <pc:docMk/>
            <pc:sldMk cId="228236425" sldId="479"/>
            <ac:spMk id="60" creationId="{00000000-0000-0000-0000-000000000000}"/>
          </ac:spMkLst>
        </pc:spChg>
        <pc:spChg chg="mod">
          <ac:chgData name="Yash Jadhav" userId="535c3d6d-72b8-4f77-8155-55f939173cf2" providerId="ADAL" clId="{F33F88E0-3380-47C4-AFDE-F1AC050ADA82}" dt="2026-01-25T16:10:15.915" v="11016" actId="790"/>
          <ac:spMkLst>
            <pc:docMk/>
            <pc:sldMk cId="228236425" sldId="479"/>
            <ac:spMk id="61" creationId="{00000000-0000-0000-0000-000000000000}"/>
          </ac:spMkLst>
        </pc:spChg>
        <pc:spChg chg="mod">
          <ac:chgData name="Yash Jadhav" userId="535c3d6d-72b8-4f77-8155-55f939173cf2" providerId="ADAL" clId="{F33F88E0-3380-47C4-AFDE-F1AC050ADA82}" dt="2026-01-25T16:10:15.918" v="11017" actId="790"/>
          <ac:spMkLst>
            <pc:docMk/>
            <pc:sldMk cId="228236425" sldId="479"/>
            <ac:spMk id="62" creationId="{00000000-0000-0000-0000-000000000000}"/>
          </ac:spMkLst>
        </pc:spChg>
        <pc:spChg chg="mod">
          <ac:chgData name="Yash Jadhav" userId="535c3d6d-72b8-4f77-8155-55f939173cf2" providerId="ADAL" clId="{F33F88E0-3380-47C4-AFDE-F1AC050ADA82}" dt="2026-01-25T16:10:15.921" v="11018" actId="790"/>
          <ac:spMkLst>
            <pc:docMk/>
            <pc:sldMk cId="228236425" sldId="479"/>
            <ac:spMk id="66" creationId="{00000000-0000-0000-0000-000000000000}"/>
          </ac:spMkLst>
        </pc:spChg>
        <pc:spChg chg="mod">
          <ac:chgData name="Yash Jadhav" userId="535c3d6d-72b8-4f77-8155-55f939173cf2" providerId="ADAL" clId="{F33F88E0-3380-47C4-AFDE-F1AC050ADA82}" dt="2026-01-25T16:10:15.924" v="11019" actId="790"/>
          <ac:spMkLst>
            <pc:docMk/>
            <pc:sldMk cId="228236425" sldId="479"/>
            <ac:spMk id="67" creationId="{00000000-0000-0000-0000-000000000000}"/>
          </ac:spMkLst>
        </pc:spChg>
        <pc:spChg chg="mod">
          <ac:chgData name="Yash Jadhav" userId="535c3d6d-72b8-4f77-8155-55f939173cf2" providerId="ADAL" clId="{F33F88E0-3380-47C4-AFDE-F1AC050ADA82}" dt="2026-01-25T16:10:15.927" v="11020" actId="790"/>
          <ac:spMkLst>
            <pc:docMk/>
            <pc:sldMk cId="228236425" sldId="479"/>
            <ac:spMk id="68" creationId="{00000000-0000-0000-0000-000000000000}"/>
          </ac:spMkLst>
        </pc:spChg>
        <pc:spChg chg="mod">
          <ac:chgData name="Yash Jadhav" userId="535c3d6d-72b8-4f77-8155-55f939173cf2" providerId="ADAL" clId="{F33F88E0-3380-47C4-AFDE-F1AC050ADA82}" dt="2026-01-25T16:10:16.082" v="11084" actId="790"/>
          <ac:spMkLst>
            <pc:docMk/>
            <pc:sldMk cId="228236425" sldId="479"/>
            <ac:spMk id="69" creationId="{67FF3BE9-851A-D80A-81AB-792DEAF6F3E1}"/>
          </ac:spMkLst>
        </pc:spChg>
        <pc:spChg chg="mod">
          <ac:chgData name="Yash Jadhav" userId="535c3d6d-72b8-4f77-8155-55f939173cf2" providerId="ADAL" clId="{F33F88E0-3380-47C4-AFDE-F1AC050ADA82}" dt="2026-01-25T16:10:16.084" v="11085" actId="790"/>
          <ac:spMkLst>
            <pc:docMk/>
            <pc:sldMk cId="228236425" sldId="479"/>
            <ac:spMk id="70" creationId="{A504DF35-7AEC-3351-7E67-FE6D9A71662A}"/>
          </ac:spMkLst>
        </pc:spChg>
        <pc:spChg chg="mod">
          <ac:chgData name="Yash Jadhav" userId="535c3d6d-72b8-4f77-8155-55f939173cf2" providerId="ADAL" clId="{F33F88E0-3380-47C4-AFDE-F1AC050ADA82}" dt="2026-01-25T16:10:16.086" v="11086" actId="790"/>
          <ac:spMkLst>
            <pc:docMk/>
            <pc:sldMk cId="228236425" sldId="479"/>
            <ac:spMk id="71" creationId="{D718303E-70A5-B933-49EC-D78A20ABF053}"/>
          </ac:spMkLst>
        </pc:spChg>
        <pc:spChg chg="mod">
          <ac:chgData name="Yash Jadhav" userId="535c3d6d-72b8-4f77-8155-55f939173cf2" providerId="ADAL" clId="{F33F88E0-3380-47C4-AFDE-F1AC050ADA82}" dt="2026-01-25T16:10:15.930" v="11021" actId="790"/>
          <ac:spMkLst>
            <pc:docMk/>
            <pc:sldMk cId="228236425" sldId="479"/>
            <ac:spMk id="72" creationId="{00000000-0000-0000-0000-000000000000}"/>
          </ac:spMkLst>
        </pc:spChg>
        <pc:spChg chg="mod">
          <ac:chgData name="Yash Jadhav" userId="535c3d6d-72b8-4f77-8155-55f939173cf2" providerId="ADAL" clId="{F33F88E0-3380-47C4-AFDE-F1AC050ADA82}" dt="2026-01-25T16:10:15.932" v="11022" actId="790"/>
          <ac:spMkLst>
            <pc:docMk/>
            <pc:sldMk cId="228236425" sldId="479"/>
            <ac:spMk id="73" creationId="{00000000-0000-0000-0000-000000000000}"/>
          </ac:spMkLst>
        </pc:spChg>
        <pc:spChg chg="mod">
          <ac:chgData name="Yash Jadhav" userId="535c3d6d-72b8-4f77-8155-55f939173cf2" providerId="ADAL" clId="{F33F88E0-3380-47C4-AFDE-F1AC050ADA82}" dt="2026-01-25T16:10:15.934" v="11023" actId="790"/>
          <ac:spMkLst>
            <pc:docMk/>
            <pc:sldMk cId="228236425" sldId="479"/>
            <ac:spMk id="74" creationId="{00000000-0000-0000-0000-000000000000}"/>
          </ac:spMkLst>
        </pc:spChg>
        <pc:spChg chg="mod">
          <ac:chgData name="Yash Jadhav" userId="535c3d6d-72b8-4f77-8155-55f939173cf2" providerId="ADAL" clId="{F33F88E0-3380-47C4-AFDE-F1AC050ADA82}" dt="2026-01-25T16:10:15.936" v="11024" actId="790"/>
          <ac:spMkLst>
            <pc:docMk/>
            <pc:sldMk cId="228236425" sldId="479"/>
            <ac:spMk id="75" creationId="{00000000-0000-0000-0000-000000000000}"/>
          </ac:spMkLst>
        </pc:spChg>
        <pc:spChg chg="mod">
          <ac:chgData name="Yash Jadhav" userId="535c3d6d-72b8-4f77-8155-55f939173cf2" providerId="ADAL" clId="{F33F88E0-3380-47C4-AFDE-F1AC050ADA82}" dt="2026-01-25T16:10:15.938" v="11025" actId="790"/>
          <ac:spMkLst>
            <pc:docMk/>
            <pc:sldMk cId="228236425" sldId="479"/>
            <ac:spMk id="76" creationId="{00000000-0000-0000-0000-000000000000}"/>
          </ac:spMkLst>
        </pc:spChg>
        <pc:spChg chg="mod">
          <ac:chgData name="Yash Jadhav" userId="535c3d6d-72b8-4f77-8155-55f939173cf2" providerId="ADAL" clId="{F33F88E0-3380-47C4-AFDE-F1AC050ADA82}" dt="2026-01-25T16:10:15.940" v="11026" actId="790"/>
          <ac:spMkLst>
            <pc:docMk/>
            <pc:sldMk cId="228236425" sldId="479"/>
            <ac:spMk id="77" creationId="{00000000-0000-0000-0000-000000000000}"/>
          </ac:spMkLst>
        </pc:spChg>
        <pc:spChg chg="mod">
          <ac:chgData name="Yash Jadhav" userId="535c3d6d-72b8-4f77-8155-55f939173cf2" providerId="ADAL" clId="{F33F88E0-3380-47C4-AFDE-F1AC050ADA82}" dt="2026-01-25T16:10:15.942" v="11027" actId="790"/>
          <ac:spMkLst>
            <pc:docMk/>
            <pc:sldMk cId="228236425" sldId="479"/>
            <ac:spMk id="78" creationId="{00000000-0000-0000-0000-000000000000}"/>
          </ac:spMkLst>
        </pc:spChg>
        <pc:spChg chg="mod">
          <ac:chgData name="Yash Jadhav" userId="535c3d6d-72b8-4f77-8155-55f939173cf2" providerId="ADAL" clId="{F33F88E0-3380-47C4-AFDE-F1AC050ADA82}" dt="2026-01-25T16:10:16.088" v="11087" actId="790"/>
          <ac:spMkLst>
            <pc:docMk/>
            <pc:sldMk cId="228236425" sldId="479"/>
            <ac:spMk id="81" creationId="{A61BF4FE-FB19-7437-C09E-8392AA4E59F9}"/>
          </ac:spMkLst>
        </pc:spChg>
        <pc:spChg chg="mod">
          <ac:chgData name="Yash Jadhav" userId="535c3d6d-72b8-4f77-8155-55f939173cf2" providerId="ADAL" clId="{F33F88E0-3380-47C4-AFDE-F1AC050ADA82}" dt="2026-01-25T16:10:16.089" v="11088" actId="790"/>
          <ac:spMkLst>
            <pc:docMk/>
            <pc:sldMk cId="228236425" sldId="479"/>
            <ac:spMk id="82" creationId="{62592704-93AE-FA5B-AE91-8D39D7CAD85E}"/>
          </ac:spMkLst>
        </pc:spChg>
        <pc:spChg chg="mod">
          <ac:chgData name="Yash Jadhav" userId="535c3d6d-72b8-4f77-8155-55f939173cf2" providerId="ADAL" clId="{F33F88E0-3380-47C4-AFDE-F1AC050ADA82}" dt="2026-01-25T16:10:16.091" v="11089" actId="790"/>
          <ac:spMkLst>
            <pc:docMk/>
            <pc:sldMk cId="228236425" sldId="479"/>
            <ac:spMk id="83" creationId="{23B425AB-24B6-0A7D-27D2-EE5F31306125}"/>
          </ac:spMkLst>
        </pc:spChg>
        <pc:spChg chg="mod">
          <ac:chgData name="Yash Jadhav" userId="535c3d6d-72b8-4f77-8155-55f939173cf2" providerId="ADAL" clId="{F33F88E0-3380-47C4-AFDE-F1AC050ADA82}" dt="2026-01-25T16:10:16.097" v="11090" actId="790"/>
          <ac:spMkLst>
            <pc:docMk/>
            <pc:sldMk cId="228236425" sldId="479"/>
            <ac:spMk id="86" creationId="{4052AC56-7B1D-D5A5-76E9-F69B15A27ABC}"/>
          </ac:spMkLst>
        </pc:spChg>
        <pc:spChg chg="mod">
          <ac:chgData name="Yash Jadhav" userId="535c3d6d-72b8-4f77-8155-55f939173cf2" providerId="ADAL" clId="{F33F88E0-3380-47C4-AFDE-F1AC050ADA82}" dt="2026-01-25T16:10:16.099" v="11091" actId="790"/>
          <ac:spMkLst>
            <pc:docMk/>
            <pc:sldMk cId="228236425" sldId="479"/>
            <ac:spMk id="87" creationId="{F8401F14-568A-839D-35AE-851C18DC0D0C}"/>
          </ac:spMkLst>
        </pc:spChg>
        <pc:spChg chg="mod">
          <ac:chgData name="Yash Jadhav" userId="535c3d6d-72b8-4f77-8155-55f939173cf2" providerId="ADAL" clId="{F33F88E0-3380-47C4-AFDE-F1AC050ADA82}" dt="2026-01-25T16:10:15.944" v="11028" actId="790"/>
          <ac:spMkLst>
            <pc:docMk/>
            <pc:sldMk cId="228236425" sldId="479"/>
            <ac:spMk id="90" creationId="{00000000-0000-0000-0000-000000000000}"/>
          </ac:spMkLst>
        </pc:spChg>
        <pc:spChg chg="mod">
          <ac:chgData name="Yash Jadhav" userId="535c3d6d-72b8-4f77-8155-55f939173cf2" providerId="ADAL" clId="{F33F88E0-3380-47C4-AFDE-F1AC050ADA82}" dt="2026-01-25T16:10:15.947" v="11029" actId="790"/>
          <ac:spMkLst>
            <pc:docMk/>
            <pc:sldMk cId="228236425" sldId="479"/>
            <ac:spMk id="91" creationId="{00000000-0000-0000-0000-000000000000}"/>
          </ac:spMkLst>
        </pc:spChg>
        <pc:spChg chg="mod">
          <ac:chgData name="Yash Jadhav" userId="535c3d6d-72b8-4f77-8155-55f939173cf2" providerId="ADAL" clId="{F33F88E0-3380-47C4-AFDE-F1AC050ADA82}" dt="2026-01-25T16:10:15.948" v="11030" actId="790"/>
          <ac:spMkLst>
            <pc:docMk/>
            <pc:sldMk cId="228236425" sldId="479"/>
            <ac:spMk id="92" creationId="{00000000-0000-0000-0000-000000000000}"/>
          </ac:spMkLst>
        </pc:spChg>
        <pc:spChg chg="mod">
          <ac:chgData name="Yash Jadhav" userId="535c3d6d-72b8-4f77-8155-55f939173cf2" providerId="ADAL" clId="{F33F88E0-3380-47C4-AFDE-F1AC050ADA82}" dt="2026-01-25T16:10:15.950" v="11031" actId="790"/>
          <ac:spMkLst>
            <pc:docMk/>
            <pc:sldMk cId="228236425" sldId="479"/>
            <ac:spMk id="93" creationId="{00000000-0000-0000-0000-000000000000}"/>
          </ac:spMkLst>
        </pc:spChg>
        <pc:spChg chg="mod">
          <ac:chgData name="Yash Jadhav" userId="535c3d6d-72b8-4f77-8155-55f939173cf2" providerId="ADAL" clId="{F33F88E0-3380-47C4-AFDE-F1AC050ADA82}" dt="2026-01-25T16:10:15.953" v="11032" actId="790"/>
          <ac:spMkLst>
            <pc:docMk/>
            <pc:sldMk cId="228236425" sldId="479"/>
            <ac:spMk id="99" creationId="{00000000-0000-0000-0000-000000000000}"/>
          </ac:spMkLst>
        </pc:spChg>
        <pc:spChg chg="mod">
          <ac:chgData name="Yash Jadhav" userId="535c3d6d-72b8-4f77-8155-55f939173cf2" providerId="ADAL" clId="{F33F88E0-3380-47C4-AFDE-F1AC050ADA82}" dt="2026-01-25T16:10:15.954" v="11033" actId="790"/>
          <ac:spMkLst>
            <pc:docMk/>
            <pc:sldMk cId="228236425" sldId="479"/>
            <ac:spMk id="100" creationId="{00000000-0000-0000-0000-000000000000}"/>
          </ac:spMkLst>
        </pc:spChg>
        <pc:spChg chg="mod">
          <ac:chgData name="Yash Jadhav" userId="535c3d6d-72b8-4f77-8155-55f939173cf2" providerId="ADAL" clId="{F33F88E0-3380-47C4-AFDE-F1AC050ADA82}" dt="2026-01-25T16:10:15.957" v="11034" actId="790"/>
          <ac:spMkLst>
            <pc:docMk/>
            <pc:sldMk cId="228236425" sldId="479"/>
            <ac:spMk id="102" creationId="{00000000-0000-0000-0000-000000000000}"/>
          </ac:spMkLst>
        </pc:spChg>
        <pc:spChg chg="mod">
          <ac:chgData name="Yash Jadhav" userId="535c3d6d-72b8-4f77-8155-55f939173cf2" providerId="ADAL" clId="{F33F88E0-3380-47C4-AFDE-F1AC050ADA82}" dt="2026-01-25T16:10:15.960" v="11035" actId="790"/>
          <ac:spMkLst>
            <pc:docMk/>
            <pc:sldMk cId="228236425" sldId="479"/>
            <ac:spMk id="103" creationId="{00000000-0000-0000-0000-000000000000}"/>
          </ac:spMkLst>
        </pc:spChg>
        <pc:spChg chg="mod">
          <ac:chgData name="Yash Jadhav" userId="535c3d6d-72b8-4f77-8155-55f939173cf2" providerId="ADAL" clId="{F33F88E0-3380-47C4-AFDE-F1AC050ADA82}" dt="2026-01-25T16:10:15.963" v="11036" actId="790"/>
          <ac:spMkLst>
            <pc:docMk/>
            <pc:sldMk cId="228236425" sldId="479"/>
            <ac:spMk id="104" creationId="{00000000-0000-0000-0000-000000000000}"/>
          </ac:spMkLst>
        </pc:spChg>
        <pc:spChg chg="mod">
          <ac:chgData name="Yash Jadhav" userId="535c3d6d-72b8-4f77-8155-55f939173cf2" providerId="ADAL" clId="{F33F88E0-3380-47C4-AFDE-F1AC050ADA82}" dt="2026-01-25T16:10:17.089" v="11095" actId="27636"/>
          <ac:spMkLst>
            <pc:docMk/>
            <pc:sldMk cId="228236425" sldId="479"/>
            <ac:spMk id="105" creationId="{00000000-0000-0000-0000-000000000000}"/>
          </ac:spMkLst>
        </pc:spChg>
        <pc:spChg chg="mod">
          <ac:chgData name="Yash Jadhav" userId="535c3d6d-72b8-4f77-8155-55f939173cf2" providerId="ADAL" clId="{F33F88E0-3380-47C4-AFDE-F1AC050ADA82}" dt="2026-01-25T16:10:15.987" v="11045" actId="790"/>
          <ac:spMkLst>
            <pc:docMk/>
            <pc:sldMk cId="228236425" sldId="479"/>
            <ac:spMk id="108" creationId="{00000000-0000-0000-0000-000000000000}"/>
          </ac:spMkLst>
        </pc:spChg>
        <pc:spChg chg="mod">
          <ac:chgData name="Yash Jadhav" userId="535c3d6d-72b8-4f77-8155-55f939173cf2" providerId="ADAL" clId="{F33F88E0-3380-47C4-AFDE-F1AC050ADA82}" dt="2026-01-25T16:10:15.866" v="10997" actId="790"/>
          <ac:spMkLst>
            <pc:docMk/>
            <pc:sldMk cId="228236425" sldId="479"/>
            <ac:spMk id="109" creationId="{00000000-0000-0000-0000-000000000000}"/>
          </ac:spMkLst>
        </pc:spChg>
        <pc:spChg chg="mod">
          <ac:chgData name="Yash Jadhav" userId="535c3d6d-72b8-4f77-8155-55f939173cf2" providerId="ADAL" clId="{F33F88E0-3380-47C4-AFDE-F1AC050ADA82}" dt="2026-01-25T16:10:15.859" v="10995" actId="790"/>
          <ac:spMkLst>
            <pc:docMk/>
            <pc:sldMk cId="228236425" sldId="479"/>
            <ac:spMk id="112" creationId="{00000000-0000-0000-0000-000000000000}"/>
          </ac:spMkLst>
        </pc:spChg>
        <pc:spChg chg="mod">
          <ac:chgData name="Yash Jadhav" userId="535c3d6d-72b8-4f77-8155-55f939173cf2" providerId="ADAL" clId="{F33F88E0-3380-47C4-AFDE-F1AC050ADA82}" dt="2026-01-25T16:10:15.992" v="11047" actId="790"/>
          <ac:spMkLst>
            <pc:docMk/>
            <pc:sldMk cId="228236425" sldId="479"/>
            <ac:spMk id="113" creationId="{00000000-0000-0000-0000-000000000000}"/>
          </ac:spMkLst>
        </pc:spChg>
        <pc:spChg chg="mod">
          <ac:chgData name="Yash Jadhav" userId="535c3d6d-72b8-4f77-8155-55f939173cf2" providerId="ADAL" clId="{F33F88E0-3380-47C4-AFDE-F1AC050ADA82}" dt="2026-01-25T16:10:15.998" v="11049" actId="790"/>
          <ac:spMkLst>
            <pc:docMk/>
            <pc:sldMk cId="228236425" sldId="479"/>
            <ac:spMk id="117" creationId="{00000000-0000-0000-0000-000000000000}"/>
          </ac:spMkLst>
        </pc:spChg>
        <pc:spChg chg="mod">
          <ac:chgData name="Yash Jadhav" userId="535c3d6d-72b8-4f77-8155-55f939173cf2" providerId="ADAL" clId="{F33F88E0-3380-47C4-AFDE-F1AC050ADA82}" dt="2026-01-25T16:10:16" v="11050" actId="790"/>
          <ac:spMkLst>
            <pc:docMk/>
            <pc:sldMk cId="228236425" sldId="479"/>
            <ac:spMk id="119" creationId="{985152F4-D0AD-4849-84AF-E45ED4C87A0A}"/>
          </ac:spMkLst>
        </pc:spChg>
        <pc:spChg chg="mod">
          <ac:chgData name="Yash Jadhav" userId="535c3d6d-72b8-4f77-8155-55f939173cf2" providerId="ADAL" clId="{F33F88E0-3380-47C4-AFDE-F1AC050ADA82}" dt="2026-01-25T16:10:15.995" v="11048" actId="790"/>
          <ac:spMkLst>
            <pc:docMk/>
            <pc:sldMk cId="228236425" sldId="479"/>
            <ac:spMk id="120" creationId="{00000000-0000-0000-0000-000000000000}"/>
          </ac:spMkLst>
        </pc:spChg>
        <pc:spChg chg="mod">
          <ac:chgData name="Yash Jadhav" userId="535c3d6d-72b8-4f77-8155-55f939173cf2" providerId="ADAL" clId="{F33F88E0-3380-47C4-AFDE-F1AC050ADA82}" dt="2026-01-25T16:10:16.003" v="11051" actId="790"/>
          <ac:spMkLst>
            <pc:docMk/>
            <pc:sldMk cId="228236425" sldId="479"/>
            <ac:spMk id="122" creationId="{413E1D2B-1DED-4E81-972F-5E0A27D546ED}"/>
          </ac:spMkLst>
        </pc:spChg>
        <pc:spChg chg="mod">
          <ac:chgData name="Yash Jadhav" userId="535c3d6d-72b8-4f77-8155-55f939173cf2" providerId="ADAL" clId="{F33F88E0-3380-47C4-AFDE-F1AC050ADA82}" dt="2026-01-25T16:10:16.005" v="11052" actId="790"/>
          <ac:spMkLst>
            <pc:docMk/>
            <pc:sldMk cId="228236425" sldId="479"/>
            <ac:spMk id="123" creationId="{C9487638-0BFC-A20F-4700-F935FE38721E}"/>
          </ac:spMkLst>
        </pc:spChg>
        <pc:spChg chg="mod">
          <ac:chgData name="Yash Jadhav" userId="535c3d6d-72b8-4f77-8155-55f939173cf2" providerId="ADAL" clId="{F33F88E0-3380-47C4-AFDE-F1AC050ADA82}" dt="2026-01-25T16:10:16.008" v="11053" actId="790"/>
          <ac:spMkLst>
            <pc:docMk/>
            <pc:sldMk cId="228236425" sldId="479"/>
            <ac:spMk id="124" creationId="{FD26E401-C396-23A4-32FE-5FB0F7486438}"/>
          </ac:spMkLst>
        </pc:spChg>
        <pc:spChg chg="mod">
          <ac:chgData name="Yash Jadhav" userId="535c3d6d-72b8-4f77-8155-55f939173cf2" providerId="ADAL" clId="{F33F88E0-3380-47C4-AFDE-F1AC050ADA82}" dt="2026-01-25T16:10:16.010" v="11054" actId="790"/>
          <ac:spMkLst>
            <pc:docMk/>
            <pc:sldMk cId="228236425" sldId="479"/>
            <ac:spMk id="125" creationId="{4B53FDBA-B614-DBE0-2F3C-7C63D936A01E}"/>
          </ac:spMkLst>
        </pc:spChg>
        <pc:spChg chg="mod">
          <ac:chgData name="Yash Jadhav" userId="535c3d6d-72b8-4f77-8155-55f939173cf2" providerId="ADAL" clId="{F33F88E0-3380-47C4-AFDE-F1AC050ADA82}" dt="2026-01-25T16:10:16.014" v="11055" actId="790"/>
          <ac:spMkLst>
            <pc:docMk/>
            <pc:sldMk cId="228236425" sldId="479"/>
            <ac:spMk id="126" creationId="{BCB723D6-DECB-D970-E64B-2766260FB699}"/>
          </ac:spMkLst>
        </pc:spChg>
        <pc:spChg chg="mod">
          <ac:chgData name="Yash Jadhav" userId="535c3d6d-72b8-4f77-8155-55f939173cf2" providerId="ADAL" clId="{F33F88E0-3380-47C4-AFDE-F1AC050ADA82}" dt="2026-01-25T16:10:16.017" v="11056" actId="790"/>
          <ac:spMkLst>
            <pc:docMk/>
            <pc:sldMk cId="228236425" sldId="479"/>
            <ac:spMk id="128" creationId="{7C808B28-868B-5FDB-0256-34BF1040088F}"/>
          </ac:spMkLst>
        </pc:spChg>
        <pc:spChg chg="mod">
          <ac:chgData name="Yash Jadhav" userId="535c3d6d-72b8-4f77-8155-55f939173cf2" providerId="ADAL" clId="{F33F88E0-3380-47C4-AFDE-F1AC050ADA82}" dt="2026-01-25T16:10:16.019" v="11057" actId="790"/>
          <ac:spMkLst>
            <pc:docMk/>
            <pc:sldMk cId="228236425" sldId="479"/>
            <ac:spMk id="129" creationId="{795B2DB2-C5D0-5600-1342-00D3287AA60B}"/>
          </ac:spMkLst>
        </pc:spChg>
        <pc:spChg chg="mod">
          <ac:chgData name="Yash Jadhav" userId="535c3d6d-72b8-4f77-8155-55f939173cf2" providerId="ADAL" clId="{F33F88E0-3380-47C4-AFDE-F1AC050ADA82}" dt="2026-01-25T16:10:16.022" v="11059"/>
          <ac:spMkLst>
            <pc:docMk/>
            <pc:sldMk cId="228236425" sldId="479"/>
            <ac:spMk id="131" creationId="{85E9F8D1-3899-C90C-0656-85F20703244F}"/>
          </ac:spMkLst>
        </pc:spChg>
        <pc:spChg chg="mod">
          <ac:chgData name="Yash Jadhav" userId="535c3d6d-72b8-4f77-8155-55f939173cf2" providerId="ADAL" clId="{F33F88E0-3380-47C4-AFDE-F1AC050ADA82}" dt="2026-01-25T16:10:16.023" v="11060"/>
          <ac:spMkLst>
            <pc:docMk/>
            <pc:sldMk cId="228236425" sldId="479"/>
            <ac:spMk id="132" creationId="{D424D5DC-1605-A0B1-4A4B-AFD2C8F25873}"/>
          </ac:spMkLst>
        </pc:spChg>
        <pc:spChg chg="mod">
          <ac:chgData name="Yash Jadhav" userId="535c3d6d-72b8-4f77-8155-55f939173cf2" providerId="ADAL" clId="{F33F88E0-3380-47C4-AFDE-F1AC050ADA82}" dt="2026-01-25T16:10:16.024" v="11061"/>
          <ac:spMkLst>
            <pc:docMk/>
            <pc:sldMk cId="228236425" sldId="479"/>
            <ac:spMk id="134" creationId="{B0848A56-7A11-21B5-0299-8BF3120AF062}"/>
          </ac:spMkLst>
        </pc:spChg>
        <pc:spChg chg="mod">
          <ac:chgData name="Yash Jadhav" userId="535c3d6d-72b8-4f77-8155-55f939173cf2" providerId="ADAL" clId="{F33F88E0-3380-47C4-AFDE-F1AC050ADA82}" dt="2026-01-25T16:10:16.024" v="11062"/>
          <ac:spMkLst>
            <pc:docMk/>
            <pc:sldMk cId="228236425" sldId="479"/>
            <ac:spMk id="135" creationId="{28522021-582F-098F-EF90-028B8B2DF17D}"/>
          </ac:spMkLst>
        </pc:spChg>
        <pc:spChg chg="mod">
          <ac:chgData name="Yash Jadhav" userId="535c3d6d-72b8-4f77-8155-55f939173cf2" providerId="ADAL" clId="{F33F88E0-3380-47C4-AFDE-F1AC050ADA82}" dt="2026-01-25T16:10:16.025" v="11063"/>
          <ac:spMkLst>
            <pc:docMk/>
            <pc:sldMk cId="228236425" sldId="479"/>
            <ac:spMk id="136" creationId="{180642DC-53BC-D52F-AF2C-9982BB02CCB8}"/>
          </ac:spMkLst>
        </pc:spChg>
        <pc:spChg chg="mod">
          <ac:chgData name="Yash Jadhav" userId="535c3d6d-72b8-4f77-8155-55f939173cf2" providerId="ADAL" clId="{F33F88E0-3380-47C4-AFDE-F1AC050ADA82}" dt="2026-01-25T16:10:16.026" v="11064"/>
          <ac:spMkLst>
            <pc:docMk/>
            <pc:sldMk cId="228236425" sldId="479"/>
            <ac:spMk id="137" creationId="{0BC3D3F3-0FFD-AA0D-650C-ED472AEE816A}"/>
          </ac:spMkLst>
        </pc:spChg>
        <pc:spChg chg="mod">
          <ac:chgData name="Yash Jadhav" userId="535c3d6d-72b8-4f77-8155-55f939173cf2" providerId="ADAL" clId="{F33F88E0-3380-47C4-AFDE-F1AC050ADA82}" dt="2026-01-25T16:10:16.027" v="11065"/>
          <ac:spMkLst>
            <pc:docMk/>
            <pc:sldMk cId="228236425" sldId="479"/>
            <ac:spMk id="138" creationId="{2A1B85AB-9320-4163-7332-C2F258F10D08}"/>
          </ac:spMkLst>
        </pc:spChg>
        <pc:spChg chg="mod">
          <ac:chgData name="Yash Jadhav" userId="535c3d6d-72b8-4f77-8155-55f939173cf2" providerId="ADAL" clId="{F33F88E0-3380-47C4-AFDE-F1AC050ADA82}" dt="2026-01-25T16:10:16.029" v="11066" actId="790"/>
          <ac:spMkLst>
            <pc:docMk/>
            <pc:sldMk cId="228236425" sldId="479"/>
            <ac:spMk id="139" creationId="{9E086253-8CE9-5A5C-897A-FC70D14985A7}"/>
          </ac:spMkLst>
        </pc:spChg>
        <pc:spChg chg="mod">
          <ac:chgData name="Yash Jadhav" userId="535c3d6d-72b8-4f77-8155-55f939173cf2" providerId="ADAL" clId="{F33F88E0-3380-47C4-AFDE-F1AC050ADA82}" dt="2026-01-25T16:10:16.033" v="11067" actId="790"/>
          <ac:spMkLst>
            <pc:docMk/>
            <pc:sldMk cId="228236425" sldId="479"/>
            <ac:spMk id="140" creationId="{4DB9D8FA-C09B-FC64-2044-A2FF75F57CBB}"/>
          </ac:spMkLst>
        </pc:spChg>
        <pc:spChg chg="mod">
          <ac:chgData name="Yash Jadhav" userId="535c3d6d-72b8-4f77-8155-55f939173cf2" providerId="ADAL" clId="{F33F88E0-3380-47C4-AFDE-F1AC050ADA82}" dt="2026-01-25T16:10:15.877" v="11000" actId="790"/>
          <ac:spMkLst>
            <pc:docMk/>
            <pc:sldMk cId="228236425" sldId="479"/>
            <ac:spMk id="153" creationId="{00000000-0000-0000-0000-000000000000}"/>
          </ac:spMkLst>
        </pc:spChg>
        <pc:spChg chg="mod">
          <ac:chgData name="Yash Jadhav" userId="535c3d6d-72b8-4f77-8155-55f939173cf2" providerId="ADAL" clId="{F33F88E0-3380-47C4-AFDE-F1AC050ADA82}" dt="2026-01-25T16:10:15.967" v="11037" actId="790"/>
          <ac:spMkLst>
            <pc:docMk/>
            <pc:sldMk cId="228236425" sldId="479"/>
            <ac:spMk id="154" creationId="{00000000-0000-0000-0000-000000000000}"/>
          </ac:spMkLst>
        </pc:spChg>
        <pc:spChg chg="mod">
          <ac:chgData name="Yash Jadhav" userId="535c3d6d-72b8-4f77-8155-55f939173cf2" providerId="ADAL" clId="{F33F88E0-3380-47C4-AFDE-F1AC050ADA82}" dt="2026-01-25T16:10:16.036" v="11068" actId="790"/>
          <ac:spMkLst>
            <pc:docMk/>
            <pc:sldMk cId="228236425" sldId="479"/>
            <ac:spMk id="157" creationId="{00000000-0000-0000-0000-000000000000}"/>
          </ac:spMkLst>
        </pc:spChg>
        <pc:spChg chg="mod">
          <ac:chgData name="Yash Jadhav" userId="535c3d6d-72b8-4f77-8155-55f939173cf2" providerId="ADAL" clId="{F33F88E0-3380-47C4-AFDE-F1AC050ADA82}" dt="2026-01-25T16:10:15.854" v="10994" actId="790"/>
          <ac:spMkLst>
            <pc:docMk/>
            <pc:sldMk cId="228236425" sldId="479"/>
            <ac:spMk id="159" creationId="{00000000-0000-0000-0000-000000000000}"/>
          </ac:spMkLst>
        </pc:spChg>
        <pc:spChg chg="mod">
          <ac:chgData name="Yash Jadhav" userId="535c3d6d-72b8-4f77-8155-55f939173cf2" providerId="ADAL" clId="{F33F88E0-3380-47C4-AFDE-F1AC050ADA82}" dt="2026-01-25T16:10:15.968" v="11038" actId="790"/>
          <ac:spMkLst>
            <pc:docMk/>
            <pc:sldMk cId="228236425" sldId="479"/>
            <ac:spMk id="161" creationId="{00000000-0000-0000-0000-000000000000}"/>
          </ac:spMkLst>
        </pc:spChg>
        <pc:spChg chg="mod">
          <ac:chgData name="Yash Jadhav" userId="535c3d6d-72b8-4f77-8155-55f939173cf2" providerId="ADAL" clId="{F33F88E0-3380-47C4-AFDE-F1AC050ADA82}" dt="2026-01-25T16:10:15.971" v="11039" actId="790"/>
          <ac:spMkLst>
            <pc:docMk/>
            <pc:sldMk cId="228236425" sldId="479"/>
            <ac:spMk id="178" creationId="{00000000-0000-0000-0000-000000000000}"/>
          </ac:spMkLst>
        </pc:spChg>
        <pc:spChg chg="mod">
          <ac:chgData name="Yash Jadhav" userId="535c3d6d-72b8-4f77-8155-55f939173cf2" providerId="ADAL" clId="{F33F88E0-3380-47C4-AFDE-F1AC050ADA82}" dt="2026-01-25T16:10:15.973" v="11040" actId="790"/>
          <ac:spMkLst>
            <pc:docMk/>
            <pc:sldMk cId="228236425" sldId="479"/>
            <ac:spMk id="191" creationId="{00000000-0000-0000-0000-000000000000}"/>
          </ac:spMkLst>
        </pc:spChg>
        <pc:spChg chg="mod">
          <ac:chgData name="Yash Jadhav" userId="535c3d6d-72b8-4f77-8155-55f939173cf2" providerId="ADAL" clId="{F33F88E0-3380-47C4-AFDE-F1AC050ADA82}" dt="2026-01-25T16:10:15.975" v="11041" actId="790"/>
          <ac:spMkLst>
            <pc:docMk/>
            <pc:sldMk cId="228236425" sldId="479"/>
            <ac:spMk id="192" creationId="{00000000-0000-0000-0000-000000000000}"/>
          </ac:spMkLst>
        </pc:spChg>
        <pc:spChg chg="mod">
          <ac:chgData name="Yash Jadhav" userId="535c3d6d-72b8-4f77-8155-55f939173cf2" providerId="ADAL" clId="{F33F88E0-3380-47C4-AFDE-F1AC050ADA82}" dt="2026-01-25T16:10:15.872" v="10999" actId="790"/>
          <ac:spMkLst>
            <pc:docMk/>
            <pc:sldMk cId="228236425" sldId="479"/>
            <ac:spMk id="215" creationId="{00000000-0000-0000-0000-000000000000}"/>
          </ac:spMkLst>
        </pc:spChg>
        <pc:spChg chg="mod">
          <ac:chgData name="Yash Jadhav" userId="535c3d6d-72b8-4f77-8155-55f939173cf2" providerId="ADAL" clId="{F33F88E0-3380-47C4-AFDE-F1AC050ADA82}" dt="2026-01-25T16:10:15.977" v="11042" actId="790"/>
          <ac:spMkLst>
            <pc:docMk/>
            <pc:sldMk cId="228236425" sldId="479"/>
            <ac:spMk id="218" creationId="{00000000-0000-0000-0000-000000000000}"/>
          </ac:spMkLst>
        </pc:spChg>
        <pc:spChg chg="mod">
          <ac:chgData name="Yash Jadhav" userId="535c3d6d-72b8-4f77-8155-55f939173cf2" providerId="ADAL" clId="{F33F88E0-3380-47C4-AFDE-F1AC050ADA82}" dt="2026-01-25T16:10:15.980" v="11043" actId="790"/>
          <ac:spMkLst>
            <pc:docMk/>
            <pc:sldMk cId="228236425" sldId="479"/>
            <ac:spMk id="219" creationId="{00000000-0000-0000-0000-000000000000}"/>
          </ac:spMkLst>
        </pc:spChg>
        <pc:spChg chg="mod">
          <ac:chgData name="Yash Jadhav" userId="535c3d6d-72b8-4f77-8155-55f939173cf2" providerId="ADAL" clId="{F33F88E0-3380-47C4-AFDE-F1AC050ADA82}" dt="2026-01-25T16:10:15.869" v="10998" actId="790"/>
          <ac:spMkLst>
            <pc:docMk/>
            <pc:sldMk cId="228236425" sldId="479"/>
            <ac:spMk id="221" creationId="{00000000-0000-0000-0000-000000000000}"/>
          </ac:spMkLst>
        </pc:spChg>
        <pc:spChg chg="mod">
          <ac:chgData name="Yash Jadhav" userId="535c3d6d-72b8-4f77-8155-55f939173cf2" providerId="ADAL" clId="{F33F88E0-3380-47C4-AFDE-F1AC050ADA82}" dt="2026-01-25T16:10:15.862" v="10996" actId="790"/>
          <ac:spMkLst>
            <pc:docMk/>
            <pc:sldMk cId="228236425" sldId="479"/>
            <ac:spMk id="22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623692028" sldId="479"/>
        </pc:sldMkLst>
        <pc:spChg chg="mod">
          <ac:chgData name="Yash Jadhav" userId="535c3d6d-72b8-4f77-8155-55f939173cf2" providerId="ADAL" clId="{F33F88E0-3380-47C4-AFDE-F1AC050ADA82}" dt="2026-01-25T16:10:21.588" v="11098" actId="790"/>
          <ac:spMkLst>
            <pc:docMk/>
            <pc:sldMk cId="1623692028" sldId="479"/>
            <ac:spMk id="2" creationId="{0AF4EF4A-8ACC-4441-5642-04A99268176F}"/>
          </ac:spMkLst>
        </pc:spChg>
        <pc:spChg chg="mod">
          <ac:chgData name="Yash Jadhav" userId="535c3d6d-72b8-4f77-8155-55f939173cf2" providerId="ADAL" clId="{F33F88E0-3380-47C4-AFDE-F1AC050ADA82}" dt="2026-01-25T16:10:21.591" v="11099" actId="790"/>
          <ac:spMkLst>
            <pc:docMk/>
            <pc:sldMk cId="1623692028" sldId="479"/>
            <ac:spMk id="16" creationId="{4540DDE6-BE05-8CFC-1B80-769BB9563E08}"/>
          </ac:spMkLst>
        </pc:spChg>
        <pc:spChg chg="mod">
          <ac:chgData name="Yash Jadhav" userId="535c3d6d-72b8-4f77-8155-55f939173cf2" providerId="ADAL" clId="{F33F88E0-3380-47C4-AFDE-F1AC050ADA82}" dt="2026-01-25T16:10:21.593" v="11100" actId="790"/>
          <ac:spMkLst>
            <pc:docMk/>
            <pc:sldMk cId="1623692028" sldId="479"/>
            <ac:spMk id="17" creationId="{D7216082-2095-7DCB-3278-D821F81FCB52}"/>
          </ac:spMkLst>
        </pc:spChg>
        <pc:spChg chg="mod">
          <ac:chgData name="Yash Jadhav" userId="535c3d6d-72b8-4f77-8155-55f939173cf2" providerId="ADAL" clId="{F33F88E0-3380-47C4-AFDE-F1AC050ADA82}" dt="2026-01-25T16:10:21.595" v="11101" actId="790"/>
          <ac:spMkLst>
            <pc:docMk/>
            <pc:sldMk cId="1623692028" sldId="479"/>
            <ac:spMk id="34" creationId="{AC8E6562-4501-8070-58B9-98B099BBCF17}"/>
          </ac:spMkLst>
        </pc:spChg>
        <pc:spChg chg="mod">
          <ac:chgData name="Yash Jadhav" userId="535c3d6d-72b8-4f77-8155-55f939173cf2" providerId="ADAL" clId="{F33F88E0-3380-47C4-AFDE-F1AC050ADA82}" dt="2026-01-25T16:11:14.363" v="12049"/>
          <ac:spMkLst>
            <pc:docMk/>
            <pc:sldMk cId="1623692028" sldId="479"/>
            <ac:spMk id="44" creationId="{2E1426EC-7771-E4F5-233A-3DFF4ECEB9D3}"/>
          </ac:spMkLst>
        </pc:spChg>
        <pc:spChg chg="mod">
          <ac:chgData name="Yash Jadhav" userId="535c3d6d-72b8-4f77-8155-55f939173cf2" providerId="ADAL" clId="{F33F88E0-3380-47C4-AFDE-F1AC050ADA82}" dt="2026-01-25T16:10:21.603" v="11103" actId="790"/>
          <ac:spMkLst>
            <pc:docMk/>
            <pc:sldMk cId="1623692028" sldId="479"/>
            <ac:spMk id="46" creationId="{D7AE3C18-321C-A0C4-CAB6-4D5EED5B015D}"/>
          </ac:spMkLst>
        </pc:spChg>
        <pc:spChg chg="mod">
          <ac:chgData name="Yash Jadhav" userId="535c3d6d-72b8-4f77-8155-55f939173cf2" providerId="ADAL" clId="{F33F88E0-3380-47C4-AFDE-F1AC050ADA82}" dt="2026-01-25T16:11:14.363" v="12049"/>
          <ac:spMkLst>
            <pc:docMk/>
            <pc:sldMk cId="1623692028" sldId="479"/>
            <ac:spMk id="49" creationId="{D5CA20E3-258C-7AFE-85B2-AC84281A1C49}"/>
          </ac:spMkLst>
        </pc:spChg>
        <pc:spChg chg="mod">
          <ac:chgData name="Yash Jadhav" userId="535c3d6d-72b8-4f77-8155-55f939173cf2" providerId="ADAL" clId="{F33F88E0-3380-47C4-AFDE-F1AC050ADA82}" dt="2026-01-25T16:10:21.610" v="11105" actId="790"/>
          <ac:spMkLst>
            <pc:docMk/>
            <pc:sldMk cId="1623692028" sldId="479"/>
            <ac:spMk id="51" creationId="{6A4A691D-F4EF-C402-12D6-7101DAA30A59}"/>
          </ac:spMkLst>
        </pc:spChg>
        <pc:spChg chg="mod">
          <ac:chgData name="Yash Jadhav" userId="535c3d6d-72b8-4f77-8155-55f939173cf2" providerId="ADAL" clId="{F33F88E0-3380-47C4-AFDE-F1AC050ADA82}" dt="2026-01-25T16:11:14.363" v="12049"/>
          <ac:spMkLst>
            <pc:docMk/>
            <pc:sldMk cId="1623692028" sldId="479"/>
            <ac:spMk id="54" creationId="{5AF98139-04AC-115A-F948-D33FF5CA83A5}"/>
          </ac:spMkLst>
        </pc:spChg>
        <pc:spChg chg="mod">
          <ac:chgData name="Yash Jadhav" userId="535c3d6d-72b8-4f77-8155-55f939173cf2" providerId="ADAL" clId="{F33F88E0-3380-47C4-AFDE-F1AC050ADA82}" dt="2026-01-25T16:10:21.616" v="11107" actId="790"/>
          <ac:spMkLst>
            <pc:docMk/>
            <pc:sldMk cId="1623692028" sldId="479"/>
            <ac:spMk id="56" creationId="{74DB4A09-85A7-DD61-EAD4-458B21FB92D1}"/>
          </ac:spMkLst>
        </pc:spChg>
        <pc:spChg chg="mod">
          <ac:chgData name="Yash Jadhav" userId="535c3d6d-72b8-4f77-8155-55f939173cf2" providerId="ADAL" clId="{F33F88E0-3380-47C4-AFDE-F1AC050ADA82}" dt="2026-01-25T16:11:14.363" v="12049"/>
          <ac:spMkLst>
            <pc:docMk/>
            <pc:sldMk cId="1623692028" sldId="479"/>
            <ac:spMk id="59" creationId="{E56453C3-73AC-1B49-C7BF-C506D527C2C5}"/>
          </ac:spMkLst>
        </pc:spChg>
        <pc:spChg chg="mod">
          <ac:chgData name="Yash Jadhav" userId="535c3d6d-72b8-4f77-8155-55f939173cf2" providerId="ADAL" clId="{F33F88E0-3380-47C4-AFDE-F1AC050ADA82}" dt="2026-01-25T16:10:21.623" v="11109" actId="790"/>
          <ac:spMkLst>
            <pc:docMk/>
            <pc:sldMk cId="1623692028" sldId="479"/>
            <ac:spMk id="61" creationId="{246C5F0C-DCD1-D0B3-7190-78F025981C0A}"/>
          </ac:spMkLst>
        </pc:spChg>
        <pc:spChg chg="mod">
          <ac:chgData name="Yash Jadhav" userId="535c3d6d-72b8-4f77-8155-55f939173cf2" providerId="ADAL" clId="{F33F88E0-3380-47C4-AFDE-F1AC050ADA82}" dt="2026-01-25T16:11:14.363" v="12049"/>
          <ac:spMkLst>
            <pc:docMk/>
            <pc:sldMk cId="1623692028" sldId="479"/>
            <ac:spMk id="64" creationId="{FE6517F0-E71D-0790-A4F0-731D09E4F682}"/>
          </ac:spMkLst>
        </pc:spChg>
        <pc:spChg chg="mod">
          <ac:chgData name="Yash Jadhav" userId="535c3d6d-72b8-4f77-8155-55f939173cf2" providerId="ADAL" clId="{F33F88E0-3380-47C4-AFDE-F1AC050ADA82}" dt="2026-01-25T16:10:21.630" v="11111" actId="790"/>
          <ac:spMkLst>
            <pc:docMk/>
            <pc:sldMk cId="1623692028" sldId="479"/>
            <ac:spMk id="66" creationId="{295A0DA8-236F-2D0F-DC6B-97D73836CF36}"/>
          </ac:spMkLst>
        </pc:spChg>
        <pc:spChg chg="mod">
          <ac:chgData name="Yash Jadhav" userId="535c3d6d-72b8-4f77-8155-55f939173cf2" providerId="ADAL" clId="{F33F88E0-3380-47C4-AFDE-F1AC050ADA82}" dt="2026-01-25T16:11:14.363" v="12049"/>
          <ac:spMkLst>
            <pc:docMk/>
            <pc:sldMk cId="1623692028" sldId="479"/>
            <ac:spMk id="69" creationId="{DCE494D1-5FFB-FA5D-4979-68292DF14A2A}"/>
          </ac:spMkLst>
        </pc:spChg>
        <pc:spChg chg="mod">
          <ac:chgData name="Yash Jadhav" userId="535c3d6d-72b8-4f77-8155-55f939173cf2" providerId="ADAL" clId="{F33F88E0-3380-47C4-AFDE-F1AC050ADA82}" dt="2026-01-25T16:10:21.636" v="11113" actId="790"/>
          <ac:spMkLst>
            <pc:docMk/>
            <pc:sldMk cId="1623692028" sldId="479"/>
            <ac:spMk id="71" creationId="{E5D95F45-6C89-1A62-252C-3DE64921E6AF}"/>
          </ac:spMkLst>
        </pc:spChg>
        <pc:spChg chg="mod">
          <ac:chgData name="Yash Jadhav" userId="535c3d6d-72b8-4f77-8155-55f939173cf2" providerId="ADAL" clId="{F33F88E0-3380-47C4-AFDE-F1AC050ADA82}" dt="2026-01-25T16:10:21.638" v="11114" actId="790"/>
          <ac:spMkLst>
            <pc:docMk/>
            <pc:sldMk cId="1623692028" sldId="479"/>
            <ac:spMk id="77" creationId="{27B177C6-5B03-5D52-48F4-6F87B1C67403}"/>
          </ac:spMkLst>
        </pc:spChg>
      </pc:sldChg>
      <pc:sldChg chg="modSp add del mod modNotes">
        <pc:chgData name="Yash Jadhav" userId="535c3d6d-72b8-4f77-8155-55f939173cf2" providerId="ADAL" clId="{F33F88E0-3380-47C4-AFDE-F1AC050ADA82}" dt="2026-01-25T16:11:14.363" v="12049"/>
        <pc:sldMkLst>
          <pc:docMk/>
          <pc:sldMk cId="2450653919" sldId="480"/>
        </pc:sldMkLst>
        <pc:spChg chg="mod">
          <ac:chgData name="Yash Jadhav" userId="535c3d6d-72b8-4f77-8155-55f939173cf2" providerId="ADAL" clId="{F33F88E0-3380-47C4-AFDE-F1AC050ADA82}" dt="2026-01-25T16:10:23.554" v="11119" actId="790"/>
          <ac:spMkLst>
            <pc:docMk/>
            <pc:sldMk cId="2450653919" sldId="480"/>
            <ac:spMk id="2" creationId="{830FD2A1-C295-4FF4-83FD-99B53D93DC34}"/>
          </ac:spMkLst>
        </pc:spChg>
        <pc:spChg chg="mod">
          <ac:chgData name="Yash Jadhav" userId="535c3d6d-72b8-4f77-8155-55f939173cf2" providerId="ADAL" clId="{F33F88E0-3380-47C4-AFDE-F1AC050ADA82}" dt="2026-01-25T16:10:23.657" v="11157" actId="790"/>
          <ac:spMkLst>
            <pc:docMk/>
            <pc:sldMk cId="2450653919" sldId="480"/>
            <ac:spMk id="4" creationId="{5A2F134C-F6E3-DA53-4DFA-884DB565DE5A}"/>
          </ac:spMkLst>
        </pc:spChg>
        <pc:spChg chg="mod">
          <ac:chgData name="Yash Jadhav" userId="535c3d6d-72b8-4f77-8155-55f939173cf2" providerId="ADAL" clId="{F33F88E0-3380-47C4-AFDE-F1AC050ADA82}" dt="2026-01-25T16:10:23.659" v="11158" actId="790"/>
          <ac:spMkLst>
            <pc:docMk/>
            <pc:sldMk cId="2450653919" sldId="480"/>
            <ac:spMk id="5" creationId="{379DC0B5-C6C5-94C4-BC5E-C3370A17039E}"/>
          </ac:spMkLst>
        </pc:spChg>
        <pc:spChg chg="mod">
          <ac:chgData name="Yash Jadhav" userId="535c3d6d-72b8-4f77-8155-55f939173cf2" providerId="ADAL" clId="{F33F88E0-3380-47C4-AFDE-F1AC050ADA82}" dt="2026-01-25T16:10:23.661" v="11159" actId="790"/>
          <ac:spMkLst>
            <pc:docMk/>
            <pc:sldMk cId="2450653919" sldId="480"/>
            <ac:spMk id="6" creationId="{699F1513-1B89-D827-026A-CE658794E571}"/>
          </ac:spMkLst>
        </pc:spChg>
        <pc:spChg chg="mod">
          <ac:chgData name="Yash Jadhav" userId="535c3d6d-72b8-4f77-8155-55f939173cf2" providerId="ADAL" clId="{F33F88E0-3380-47C4-AFDE-F1AC050ADA82}" dt="2026-01-25T16:10:23.663" v="11160" actId="790"/>
          <ac:spMkLst>
            <pc:docMk/>
            <pc:sldMk cId="2450653919" sldId="480"/>
            <ac:spMk id="7" creationId="{D5E31E9D-6B15-DF93-8F3C-78E742EF2F98}"/>
          </ac:spMkLst>
        </pc:spChg>
        <pc:spChg chg="mod">
          <ac:chgData name="Yash Jadhav" userId="535c3d6d-72b8-4f77-8155-55f939173cf2" providerId="ADAL" clId="{F33F88E0-3380-47C4-AFDE-F1AC050ADA82}" dt="2026-01-25T16:10:23.665" v="11161" actId="790"/>
          <ac:spMkLst>
            <pc:docMk/>
            <pc:sldMk cId="2450653919" sldId="480"/>
            <ac:spMk id="8" creationId="{AB58AB71-BA95-EF8F-F3BE-1381EF134E7F}"/>
          </ac:spMkLst>
        </pc:spChg>
        <pc:spChg chg="mod">
          <ac:chgData name="Yash Jadhav" userId="535c3d6d-72b8-4f77-8155-55f939173cf2" providerId="ADAL" clId="{F33F88E0-3380-47C4-AFDE-F1AC050ADA82}" dt="2026-01-25T16:10:23.667" v="11162" actId="790"/>
          <ac:spMkLst>
            <pc:docMk/>
            <pc:sldMk cId="2450653919" sldId="480"/>
            <ac:spMk id="9" creationId="{12126E59-A9A8-0700-425F-38914E20BEEA}"/>
          </ac:spMkLst>
        </pc:spChg>
        <pc:spChg chg="mod">
          <ac:chgData name="Yash Jadhav" userId="535c3d6d-72b8-4f77-8155-55f939173cf2" providerId="ADAL" clId="{F33F88E0-3380-47C4-AFDE-F1AC050ADA82}" dt="2026-01-25T16:10:23.668" v="11163" actId="790"/>
          <ac:spMkLst>
            <pc:docMk/>
            <pc:sldMk cId="2450653919" sldId="480"/>
            <ac:spMk id="10" creationId="{6F8B3762-D3FC-C7C8-0011-2B3498E3B61D}"/>
          </ac:spMkLst>
        </pc:spChg>
        <pc:spChg chg="mod">
          <ac:chgData name="Yash Jadhav" userId="535c3d6d-72b8-4f77-8155-55f939173cf2" providerId="ADAL" clId="{F33F88E0-3380-47C4-AFDE-F1AC050ADA82}" dt="2026-01-25T16:10:23.670" v="11164" actId="790"/>
          <ac:spMkLst>
            <pc:docMk/>
            <pc:sldMk cId="2450653919" sldId="480"/>
            <ac:spMk id="11" creationId="{0CEA863E-3733-59FD-7E90-3BD5C22E46AC}"/>
          </ac:spMkLst>
        </pc:spChg>
        <pc:spChg chg="mod">
          <ac:chgData name="Yash Jadhav" userId="535c3d6d-72b8-4f77-8155-55f939173cf2" providerId="ADAL" clId="{F33F88E0-3380-47C4-AFDE-F1AC050ADA82}" dt="2026-01-25T16:10:23.672" v="11165" actId="790"/>
          <ac:spMkLst>
            <pc:docMk/>
            <pc:sldMk cId="2450653919" sldId="480"/>
            <ac:spMk id="13" creationId="{70C0F498-A2E5-2F59-FBCE-BB87C79AE02F}"/>
          </ac:spMkLst>
        </pc:spChg>
        <pc:spChg chg="mod">
          <ac:chgData name="Yash Jadhav" userId="535c3d6d-72b8-4f77-8155-55f939173cf2" providerId="ADAL" clId="{F33F88E0-3380-47C4-AFDE-F1AC050ADA82}" dt="2026-01-25T16:10:23.673" v="11166" actId="790"/>
          <ac:spMkLst>
            <pc:docMk/>
            <pc:sldMk cId="2450653919" sldId="480"/>
            <ac:spMk id="14" creationId="{F8229A10-9E29-A346-D1CA-6D03D2121C5E}"/>
          </ac:spMkLst>
        </pc:spChg>
        <pc:spChg chg="mod">
          <ac:chgData name="Yash Jadhav" userId="535c3d6d-72b8-4f77-8155-55f939173cf2" providerId="ADAL" clId="{F33F88E0-3380-47C4-AFDE-F1AC050ADA82}" dt="2026-01-25T16:10:23.675" v="11167" actId="790"/>
          <ac:spMkLst>
            <pc:docMk/>
            <pc:sldMk cId="2450653919" sldId="480"/>
            <ac:spMk id="15" creationId="{D8F74E70-76CA-38DC-C0C5-7B1857CCBCB0}"/>
          </ac:spMkLst>
        </pc:spChg>
        <pc:spChg chg="mod">
          <ac:chgData name="Yash Jadhav" userId="535c3d6d-72b8-4f77-8155-55f939173cf2" providerId="ADAL" clId="{F33F88E0-3380-47C4-AFDE-F1AC050ADA82}" dt="2026-01-25T16:10:23.677" v="11168" actId="790"/>
          <ac:spMkLst>
            <pc:docMk/>
            <pc:sldMk cId="2450653919" sldId="480"/>
            <ac:spMk id="16" creationId="{FA9AF8C0-7BBA-4D04-37B7-546B5583689D}"/>
          </ac:spMkLst>
        </pc:spChg>
        <pc:spChg chg="mod">
          <ac:chgData name="Yash Jadhav" userId="535c3d6d-72b8-4f77-8155-55f939173cf2" providerId="ADAL" clId="{F33F88E0-3380-47C4-AFDE-F1AC050ADA82}" dt="2026-01-25T16:10:23.679" v="11169" actId="790"/>
          <ac:spMkLst>
            <pc:docMk/>
            <pc:sldMk cId="2450653919" sldId="480"/>
            <ac:spMk id="17" creationId="{E655C063-05AD-B5E8-B614-EF83A38A21D7}"/>
          </ac:spMkLst>
        </pc:spChg>
        <pc:spChg chg="mod">
          <ac:chgData name="Yash Jadhav" userId="535c3d6d-72b8-4f77-8155-55f939173cf2" providerId="ADAL" clId="{F33F88E0-3380-47C4-AFDE-F1AC050ADA82}" dt="2026-01-25T16:10:23.586" v="11131" actId="790"/>
          <ac:spMkLst>
            <pc:docMk/>
            <pc:sldMk cId="2450653919" sldId="480"/>
            <ac:spMk id="19" creationId="{37AE0A7A-C75E-4425-99D8-640E68368A94}"/>
          </ac:spMkLst>
        </pc:spChg>
        <pc:spChg chg="mod">
          <ac:chgData name="Yash Jadhav" userId="535c3d6d-72b8-4f77-8155-55f939173cf2" providerId="ADAL" clId="{F33F88E0-3380-47C4-AFDE-F1AC050ADA82}" dt="2026-01-25T16:10:23.618" v="11138" actId="790"/>
          <ac:spMkLst>
            <pc:docMk/>
            <pc:sldMk cId="2450653919" sldId="480"/>
            <ac:spMk id="20" creationId="{9AB1E1E8-8EE3-4D54-B436-7E04C8EB9690}"/>
          </ac:spMkLst>
        </pc:spChg>
        <pc:spChg chg="mod">
          <ac:chgData name="Yash Jadhav" userId="535c3d6d-72b8-4f77-8155-55f939173cf2" providerId="ADAL" clId="{F33F88E0-3380-47C4-AFDE-F1AC050ADA82}" dt="2026-01-25T16:10:23.597" v="11133" actId="790"/>
          <ac:spMkLst>
            <pc:docMk/>
            <pc:sldMk cId="2450653919" sldId="480"/>
            <ac:spMk id="21" creationId="{C7E4A08B-078B-456D-BC4C-A14763FF6866}"/>
          </ac:spMkLst>
        </pc:spChg>
        <pc:spChg chg="mod">
          <ac:chgData name="Yash Jadhav" userId="535c3d6d-72b8-4f77-8155-55f939173cf2" providerId="ADAL" clId="{F33F88E0-3380-47C4-AFDE-F1AC050ADA82}" dt="2026-01-25T16:10:23.608" v="11136" actId="790"/>
          <ac:spMkLst>
            <pc:docMk/>
            <pc:sldMk cId="2450653919" sldId="480"/>
            <ac:spMk id="22" creationId="{FBBA4692-CE52-42E2-8B71-A3D8100DA807}"/>
          </ac:spMkLst>
        </pc:spChg>
        <pc:spChg chg="mod">
          <ac:chgData name="Yash Jadhav" userId="535c3d6d-72b8-4f77-8155-55f939173cf2" providerId="ADAL" clId="{F33F88E0-3380-47C4-AFDE-F1AC050ADA82}" dt="2026-01-25T16:10:23.605" v="11135" actId="790"/>
          <ac:spMkLst>
            <pc:docMk/>
            <pc:sldMk cId="2450653919" sldId="480"/>
            <ac:spMk id="23" creationId="{9B81628B-EDDA-4933-8F8F-61DF3FC05C44}"/>
          </ac:spMkLst>
        </pc:spChg>
        <pc:spChg chg="mod">
          <ac:chgData name="Yash Jadhav" userId="535c3d6d-72b8-4f77-8155-55f939173cf2" providerId="ADAL" clId="{F33F88E0-3380-47C4-AFDE-F1AC050ADA82}" dt="2026-01-25T16:10:23.589" v="11132" actId="790"/>
          <ac:spMkLst>
            <pc:docMk/>
            <pc:sldMk cId="2450653919" sldId="480"/>
            <ac:spMk id="24" creationId="{1D797DB8-A79B-43EA-AD2F-87248A1054C2}"/>
          </ac:spMkLst>
        </pc:spChg>
        <pc:spChg chg="mod">
          <ac:chgData name="Yash Jadhav" userId="535c3d6d-72b8-4f77-8155-55f939173cf2" providerId="ADAL" clId="{F33F88E0-3380-47C4-AFDE-F1AC050ADA82}" dt="2026-01-25T16:10:23.615" v="11137" actId="790"/>
          <ac:spMkLst>
            <pc:docMk/>
            <pc:sldMk cId="2450653919" sldId="480"/>
            <ac:spMk id="25" creationId="{7D283618-C9E6-4B87-9834-17505BC63929}"/>
          </ac:spMkLst>
        </pc:spChg>
        <pc:spChg chg="mod">
          <ac:chgData name="Yash Jadhav" userId="535c3d6d-72b8-4f77-8155-55f939173cf2" providerId="ADAL" clId="{F33F88E0-3380-47C4-AFDE-F1AC050ADA82}" dt="2026-01-25T16:10:23.599" v="11134" actId="790"/>
          <ac:spMkLst>
            <pc:docMk/>
            <pc:sldMk cId="2450653919" sldId="480"/>
            <ac:spMk id="26" creationId="{43C9C029-4295-43F6-A332-7A6A2F6F299B}"/>
          </ac:spMkLst>
        </pc:spChg>
        <pc:spChg chg="mod">
          <ac:chgData name="Yash Jadhav" userId="535c3d6d-72b8-4f77-8155-55f939173cf2" providerId="ADAL" clId="{F33F88E0-3380-47C4-AFDE-F1AC050ADA82}" dt="2026-01-25T16:10:23.680" v="11170" actId="790"/>
          <ac:spMkLst>
            <pc:docMk/>
            <pc:sldMk cId="2450653919" sldId="480"/>
            <ac:spMk id="27" creationId="{BF55E190-026F-70DA-3609-010B95B06BFE}"/>
          </ac:spMkLst>
        </pc:spChg>
        <pc:spChg chg="mod">
          <ac:chgData name="Yash Jadhav" userId="535c3d6d-72b8-4f77-8155-55f939173cf2" providerId="ADAL" clId="{F33F88E0-3380-47C4-AFDE-F1AC050ADA82}" dt="2026-01-25T16:10:23.682" v="11171" actId="790"/>
          <ac:spMkLst>
            <pc:docMk/>
            <pc:sldMk cId="2450653919" sldId="480"/>
            <ac:spMk id="28" creationId="{8BE78C7B-8A65-7FC8-6513-AA23E978A50B}"/>
          </ac:spMkLst>
        </pc:spChg>
        <pc:spChg chg="mod">
          <ac:chgData name="Yash Jadhav" userId="535c3d6d-72b8-4f77-8155-55f939173cf2" providerId="ADAL" clId="{F33F88E0-3380-47C4-AFDE-F1AC050ADA82}" dt="2026-01-25T16:10:23.651" v="11156"/>
          <ac:spMkLst>
            <pc:docMk/>
            <pc:sldMk cId="2450653919" sldId="480"/>
            <ac:spMk id="31" creationId="{2CEBB8BA-9D02-4DCE-99A2-D5862440798B}"/>
          </ac:spMkLst>
        </pc:spChg>
        <pc:spChg chg="mod">
          <ac:chgData name="Yash Jadhav" userId="535c3d6d-72b8-4f77-8155-55f939173cf2" providerId="ADAL" clId="{F33F88E0-3380-47C4-AFDE-F1AC050ADA82}" dt="2026-01-25T16:10:23.683" v="11172" actId="790"/>
          <ac:spMkLst>
            <pc:docMk/>
            <pc:sldMk cId="2450653919" sldId="480"/>
            <ac:spMk id="32" creationId="{551274A8-9956-8EA7-42C4-88067D635B28}"/>
          </ac:spMkLst>
        </pc:spChg>
        <pc:spChg chg="mod">
          <ac:chgData name="Yash Jadhav" userId="535c3d6d-72b8-4f77-8155-55f939173cf2" providerId="ADAL" clId="{F33F88E0-3380-47C4-AFDE-F1AC050ADA82}" dt="2026-01-25T16:10:23.685" v="11173" actId="790"/>
          <ac:spMkLst>
            <pc:docMk/>
            <pc:sldMk cId="2450653919" sldId="480"/>
            <ac:spMk id="33" creationId="{CF21ADFB-5C3C-8D6F-0D46-C46410E00FB6}"/>
          </ac:spMkLst>
        </pc:spChg>
        <pc:spChg chg="mod">
          <ac:chgData name="Yash Jadhav" userId="535c3d6d-72b8-4f77-8155-55f939173cf2" providerId="ADAL" clId="{F33F88E0-3380-47C4-AFDE-F1AC050ADA82}" dt="2026-01-25T16:10:23.687" v="11174" actId="790"/>
          <ac:spMkLst>
            <pc:docMk/>
            <pc:sldMk cId="2450653919" sldId="480"/>
            <ac:spMk id="34" creationId="{877205BA-55D7-2573-ECB5-0F9AE1299EB3}"/>
          </ac:spMkLst>
        </pc:spChg>
        <pc:spChg chg="mod">
          <ac:chgData name="Yash Jadhav" userId="535c3d6d-72b8-4f77-8155-55f939173cf2" providerId="ADAL" clId="{F33F88E0-3380-47C4-AFDE-F1AC050ADA82}" dt="2026-01-25T16:10:23.687" v="11175" actId="790"/>
          <ac:spMkLst>
            <pc:docMk/>
            <pc:sldMk cId="2450653919" sldId="480"/>
            <ac:spMk id="35" creationId="{172698E9-7325-B31A-B568-2DEF80BDD581}"/>
          </ac:spMkLst>
        </pc:spChg>
        <pc:spChg chg="mod">
          <ac:chgData name="Yash Jadhav" userId="535c3d6d-72b8-4f77-8155-55f939173cf2" providerId="ADAL" clId="{F33F88E0-3380-47C4-AFDE-F1AC050ADA82}" dt="2026-01-25T16:10:23.619" v="11139"/>
          <ac:spMkLst>
            <pc:docMk/>
            <pc:sldMk cId="2450653919" sldId="480"/>
            <ac:spMk id="37" creationId="{C5A84E8E-5200-4A6D-92F5-673CA3B7A8BD}"/>
          </ac:spMkLst>
        </pc:spChg>
        <pc:spChg chg="mod">
          <ac:chgData name="Yash Jadhav" userId="535c3d6d-72b8-4f77-8155-55f939173cf2" providerId="ADAL" clId="{F33F88E0-3380-47C4-AFDE-F1AC050ADA82}" dt="2026-01-25T16:10:23.649" v="11154"/>
          <ac:spMkLst>
            <pc:docMk/>
            <pc:sldMk cId="2450653919" sldId="480"/>
            <ac:spMk id="40" creationId="{06B4A2BC-7E97-4C6F-BD1C-C35D95FF5C4E}"/>
          </ac:spMkLst>
        </pc:spChg>
        <pc:spChg chg="mod">
          <ac:chgData name="Yash Jadhav" userId="535c3d6d-72b8-4f77-8155-55f939173cf2" providerId="ADAL" clId="{F33F88E0-3380-47C4-AFDE-F1AC050ADA82}" dt="2026-01-25T16:10:23.650" v="11155"/>
          <ac:spMkLst>
            <pc:docMk/>
            <pc:sldMk cId="2450653919" sldId="480"/>
            <ac:spMk id="52" creationId="{DA369B28-1B69-4F9A-925F-B9FB22D97759}"/>
          </ac:spMkLst>
        </pc:spChg>
        <pc:spChg chg="mod">
          <ac:chgData name="Yash Jadhav" userId="535c3d6d-72b8-4f77-8155-55f939173cf2" providerId="ADAL" clId="{F33F88E0-3380-47C4-AFDE-F1AC050ADA82}" dt="2026-01-25T16:10:23.558" v="11120" actId="790"/>
          <ac:spMkLst>
            <pc:docMk/>
            <pc:sldMk cId="2450653919" sldId="480"/>
            <ac:spMk id="123" creationId="{BE8749E1-1E9A-42B5-84C9-BB79AD53CAD2}"/>
          </ac:spMkLst>
        </pc:spChg>
        <pc:spChg chg="mod">
          <ac:chgData name="Yash Jadhav" userId="535c3d6d-72b8-4f77-8155-55f939173cf2" providerId="ADAL" clId="{F33F88E0-3380-47C4-AFDE-F1AC050ADA82}" dt="2026-01-25T16:10:23.561" v="11121" actId="790"/>
          <ac:spMkLst>
            <pc:docMk/>
            <pc:sldMk cId="2450653919" sldId="480"/>
            <ac:spMk id="124" creationId="{2033A008-05B5-4777-B618-454AFCC956E4}"/>
          </ac:spMkLst>
        </pc:spChg>
        <pc:spChg chg="mod">
          <ac:chgData name="Yash Jadhav" userId="535c3d6d-72b8-4f77-8155-55f939173cf2" providerId="ADAL" clId="{F33F88E0-3380-47C4-AFDE-F1AC050ADA82}" dt="2026-01-25T16:10:23.563" v="11122" actId="790"/>
          <ac:spMkLst>
            <pc:docMk/>
            <pc:sldMk cId="2450653919" sldId="480"/>
            <ac:spMk id="125" creationId="{9A72B8CB-B950-456A-AA27-E91A2E108DEF}"/>
          </ac:spMkLst>
        </pc:spChg>
        <pc:spChg chg="mod">
          <ac:chgData name="Yash Jadhav" userId="535c3d6d-72b8-4f77-8155-55f939173cf2" providerId="ADAL" clId="{F33F88E0-3380-47C4-AFDE-F1AC050ADA82}" dt="2026-01-25T16:10:23.565" v="11123" actId="790"/>
          <ac:spMkLst>
            <pc:docMk/>
            <pc:sldMk cId="2450653919" sldId="480"/>
            <ac:spMk id="126" creationId="{A9739BA0-85C6-4EBC-B489-B56F3B3CDFD6}"/>
          </ac:spMkLst>
        </pc:spChg>
        <pc:spChg chg="mod">
          <ac:chgData name="Yash Jadhav" userId="535c3d6d-72b8-4f77-8155-55f939173cf2" providerId="ADAL" clId="{F33F88E0-3380-47C4-AFDE-F1AC050ADA82}" dt="2026-01-25T16:10:23.566" v="11124" actId="790"/>
          <ac:spMkLst>
            <pc:docMk/>
            <pc:sldMk cId="2450653919" sldId="480"/>
            <ac:spMk id="127" creationId="{EAB2171C-1E9C-4819-842C-9B4BC18A0296}"/>
          </ac:spMkLst>
        </pc:spChg>
        <pc:spChg chg="mod">
          <ac:chgData name="Yash Jadhav" userId="535c3d6d-72b8-4f77-8155-55f939173cf2" providerId="ADAL" clId="{F33F88E0-3380-47C4-AFDE-F1AC050ADA82}" dt="2026-01-25T16:10:23.568" v="11125" actId="790"/>
          <ac:spMkLst>
            <pc:docMk/>
            <pc:sldMk cId="2450653919" sldId="480"/>
            <ac:spMk id="128" creationId="{DE2AE9D6-FEE8-4C95-A417-D8CC6295D115}"/>
          </ac:spMkLst>
        </pc:spChg>
        <pc:spChg chg="mod">
          <ac:chgData name="Yash Jadhav" userId="535c3d6d-72b8-4f77-8155-55f939173cf2" providerId="ADAL" clId="{F33F88E0-3380-47C4-AFDE-F1AC050ADA82}" dt="2026-01-25T16:10:23.570" v="11126" actId="790"/>
          <ac:spMkLst>
            <pc:docMk/>
            <pc:sldMk cId="2450653919" sldId="480"/>
            <ac:spMk id="129" creationId="{07BA5FA4-AFDE-4CAD-8AB3-A5CE7A92042B}"/>
          </ac:spMkLst>
        </pc:spChg>
        <pc:spChg chg="mod">
          <ac:chgData name="Yash Jadhav" userId="535c3d6d-72b8-4f77-8155-55f939173cf2" providerId="ADAL" clId="{F33F88E0-3380-47C4-AFDE-F1AC050ADA82}" dt="2026-01-25T16:10:23.572" v="11127" actId="790"/>
          <ac:spMkLst>
            <pc:docMk/>
            <pc:sldMk cId="2450653919" sldId="480"/>
            <ac:spMk id="130" creationId="{45418CD2-206D-4159-A22A-F05FBA5CD58C}"/>
          </ac:spMkLst>
        </pc:spChg>
        <pc:spChg chg="mod">
          <ac:chgData name="Yash Jadhav" userId="535c3d6d-72b8-4f77-8155-55f939173cf2" providerId="ADAL" clId="{F33F88E0-3380-47C4-AFDE-F1AC050ADA82}" dt="2026-01-25T16:10:23.574" v="11128" actId="790"/>
          <ac:spMkLst>
            <pc:docMk/>
            <pc:sldMk cId="2450653919" sldId="480"/>
            <ac:spMk id="131" creationId="{5D0F9F16-7908-4649-A1E7-FD9579317230}"/>
          </ac:spMkLst>
        </pc:spChg>
        <pc:spChg chg="mod">
          <ac:chgData name="Yash Jadhav" userId="535c3d6d-72b8-4f77-8155-55f939173cf2" providerId="ADAL" clId="{F33F88E0-3380-47C4-AFDE-F1AC050ADA82}" dt="2026-01-25T16:10:23.578" v="11129" actId="790"/>
          <ac:spMkLst>
            <pc:docMk/>
            <pc:sldMk cId="2450653919" sldId="480"/>
            <ac:spMk id="132" creationId="{D36BE8C1-CE59-4044-8BAD-A122ADE0A836}"/>
          </ac:spMkLst>
        </pc:spChg>
        <pc:spChg chg="mod">
          <ac:chgData name="Yash Jadhav" userId="535c3d6d-72b8-4f77-8155-55f939173cf2" providerId="ADAL" clId="{F33F88E0-3380-47C4-AFDE-F1AC050ADA82}" dt="2026-01-25T16:10:23.580" v="11130" actId="790"/>
          <ac:spMkLst>
            <pc:docMk/>
            <pc:sldMk cId="2450653919" sldId="480"/>
            <ac:spMk id="133" creationId="{EB62FE78-64EA-40B8-BD2E-CD59D2F0E890}"/>
          </ac:spMkLst>
        </pc:spChg>
        <pc:spChg chg="mod">
          <ac:chgData name="Yash Jadhav" userId="535c3d6d-72b8-4f77-8155-55f939173cf2" providerId="ADAL" clId="{F33F88E0-3380-47C4-AFDE-F1AC050ADA82}" dt="2026-01-25T16:10:23.622" v="11140" actId="790"/>
          <ac:spMkLst>
            <pc:docMk/>
            <pc:sldMk cId="2450653919" sldId="480"/>
            <ac:spMk id="201" creationId="{D666C996-5577-4AA7-A965-5D67CE2A3B4A}"/>
          </ac:spMkLst>
        </pc:spChg>
        <pc:spChg chg="mod">
          <ac:chgData name="Yash Jadhav" userId="535c3d6d-72b8-4f77-8155-55f939173cf2" providerId="ADAL" clId="{F33F88E0-3380-47C4-AFDE-F1AC050ADA82}" dt="2026-01-25T16:10:23.624" v="11141" actId="790"/>
          <ac:spMkLst>
            <pc:docMk/>
            <pc:sldMk cId="2450653919" sldId="480"/>
            <ac:spMk id="202" creationId="{76301E8C-0276-4B0D-99ED-2141EFDDC5B4}"/>
          </ac:spMkLst>
        </pc:spChg>
        <pc:spChg chg="mod">
          <ac:chgData name="Yash Jadhav" userId="535c3d6d-72b8-4f77-8155-55f939173cf2" providerId="ADAL" clId="{F33F88E0-3380-47C4-AFDE-F1AC050ADA82}" dt="2026-01-25T16:10:23.626" v="11142" actId="790"/>
          <ac:spMkLst>
            <pc:docMk/>
            <pc:sldMk cId="2450653919" sldId="480"/>
            <ac:spMk id="203" creationId="{AD29A683-9B10-4148-853A-E4A2E6B68023}"/>
          </ac:spMkLst>
        </pc:spChg>
        <pc:spChg chg="mod">
          <ac:chgData name="Yash Jadhav" userId="535c3d6d-72b8-4f77-8155-55f939173cf2" providerId="ADAL" clId="{F33F88E0-3380-47C4-AFDE-F1AC050ADA82}" dt="2026-01-25T16:10:23.629" v="11143" actId="790"/>
          <ac:spMkLst>
            <pc:docMk/>
            <pc:sldMk cId="2450653919" sldId="480"/>
            <ac:spMk id="204" creationId="{00EDF040-7CA6-4F00-90C1-BB62EBE152B2}"/>
          </ac:spMkLst>
        </pc:spChg>
        <pc:spChg chg="mod">
          <ac:chgData name="Yash Jadhav" userId="535c3d6d-72b8-4f77-8155-55f939173cf2" providerId="ADAL" clId="{F33F88E0-3380-47C4-AFDE-F1AC050ADA82}" dt="2026-01-25T16:10:23.630" v="11144" actId="790"/>
          <ac:spMkLst>
            <pc:docMk/>
            <pc:sldMk cId="2450653919" sldId="480"/>
            <ac:spMk id="205" creationId="{1CA8C1F4-11F4-47EA-8F91-BA944716AFB3}"/>
          </ac:spMkLst>
        </pc:spChg>
        <pc:spChg chg="mod">
          <ac:chgData name="Yash Jadhav" userId="535c3d6d-72b8-4f77-8155-55f939173cf2" providerId="ADAL" clId="{F33F88E0-3380-47C4-AFDE-F1AC050ADA82}" dt="2026-01-25T16:10:23.632" v="11145" actId="790"/>
          <ac:spMkLst>
            <pc:docMk/>
            <pc:sldMk cId="2450653919" sldId="480"/>
            <ac:spMk id="206" creationId="{AFAEF5C3-974D-4B15-A74E-F3E7CEF1A3E9}"/>
          </ac:spMkLst>
        </pc:spChg>
        <pc:spChg chg="mod">
          <ac:chgData name="Yash Jadhav" userId="535c3d6d-72b8-4f77-8155-55f939173cf2" providerId="ADAL" clId="{F33F88E0-3380-47C4-AFDE-F1AC050ADA82}" dt="2026-01-25T16:10:23.633" v="11146" actId="790"/>
          <ac:spMkLst>
            <pc:docMk/>
            <pc:sldMk cId="2450653919" sldId="480"/>
            <ac:spMk id="207" creationId="{6209C5A6-CA6E-4B36-ACC0-6EA74F20D02F}"/>
          </ac:spMkLst>
        </pc:spChg>
        <pc:spChg chg="mod">
          <ac:chgData name="Yash Jadhav" userId="535c3d6d-72b8-4f77-8155-55f939173cf2" providerId="ADAL" clId="{F33F88E0-3380-47C4-AFDE-F1AC050ADA82}" dt="2026-01-25T16:10:23.636" v="11147" actId="790"/>
          <ac:spMkLst>
            <pc:docMk/>
            <pc:sldMk cId="2450653919" sldId="480"/>
            <ac:spMk id="208" creationId="{BDFDFC04-B426-4E6E-9B3B-ED205AF2089D}"/>
          </ac:spMkLst>
        </pc:spChg>
        <pc:spChg chg="mod">
          <ac:chgData name="Yash Jadhav" userId="535c3d6d-72b8-4f77-8155-55f939173cf2" providerId="ADAL" clId="{F33F88E0-3380-47C4-AFDE-F1AC050ADA82}" dt="2026-01-25T16:10:23.638" v="11148" actId="790"/>
          <ac:spMkLst>
            <pc:docMk/>
            <pc:sldMk cId="2450653919" sldId="480"/>
            <ac:spMk id="209" creationId="{9E6E19FE-6148-4D88-8BBB-E09690FAA136}"/>
          </ac:spMkLst>
        </pc:spChg>
        <pc:spChg chg="mod">
          <ac:chgData name="Yash Jadhav" userId="535c3d6d-72b8-4f77-8155-55f939173cf2" providerId="ADAL" clId="{F33F88E0-3380-47C4-AFDE-F1AC050ADA82}" dt="2026-01-25T16:10:23.639" v="11149" actId="790"/>
          <ac:spMkLst>
            <pc:docMk/>
            <pc:sldMk cId="2450653919" sldId="480"/>
            <ac:spMk id="210" creationId="{55137DDB-BBCA-447D-994E-484F2DAEC378}"/>
          </ac:spMkLst>
        </pc:spChg>
        <pc:spChg chg="mod">
          <ac:chgData name="Yash Jadhav" userId="535c3d6d-72b8-4f77-8155-55f939173cf2" providerId="ADAL" clId="{F33F88E0-3380-47C4-AFDE-F1AC050ADA82}" dt="2026-01-25T16:10:23.642" v="11150" actId="790"/>
          <ac:spMkLst>
            <pc:docMk/>
            <pc:sldMk cId="2450653919" sldId="480"/>
            <ac:spMk id="211" creationId="{1A4A79A1-607C-42EC-A9C7-671628D4E905}"/>
          </ac:spMkLst>
        </pc:spChg>
        <pc:spChg chg="mod">
          <ac:chgData name="Yash Jadhav" userId="535c3d6d-72b8-4f77-8155-55f939173cf2" providerId="ADAL" clId="{F33F88E0-3380-47C4-AFDE-F1AC050ADA82}" dt="2026-01-25T16:10:23.644" v="11151" actId="790"/>
          <ac:spMkLst>
            <pc:docMk/>
            <pc:sldMk cId="2450653919" sldId="480"/>
            <ac:spMk id="212" creationId="{D6D1AFCB-050C-4D9C-B7DE-2A58BDD61BF5}"/>
          </ac:spMkLst>
        </pc:spChg>
        <pc:spChg chg="mod">
          <ac:chgData name="Yash Jadhav" userId="535c3d6d-72b8-4f77-8155-55f939173cf2" providerId="ADAL" clId="{F33F88E0-3380-47C4-AFDE-F1AC050ADA82}" dt="2026-01-25T16:10:23.646" v="11152" actId="790"/>
          <ac:spMkLst>
            <pc:docMk/>
            <pc:sldMk cId="2450653919" sldId="480"/>
            <ac:spMk id="213" creationId="{E88BBCCC-3CED-4A34-A9F0-FA9762B65BAB}"/>
          </ac:spMkLst>
        </pc:spChg>
        <pc:spChg chg="mod">
          <ac:chgData name="Yash Jadhav" userId="535c3d6d-72b8-4f77-8155-55f939173cf2" providerId="ADAL" clId="{F33F88E0-3380-47C4-AFDE-F1AC050ADA82}" dt="2026-01-25T16:10:23.648" v="11153" actId="790"/>
          <ac:spMkLst>
            <pc:docMk/>
            <pc:sldMk cId="2450653919" sldId="480"/>
            <ac:spMk id="214" creationId="{E8A568C5-0312-48DC-8DEF-FAA98CD73503}"/>
          </ac:spMkLst>
        </pc:spChg>
      </pc:sldChg>
      <pc:sldChg chg="modSp add del mod modNotes">
        <pc:chgData name="Yash Jadhav" userId="535c3d6d-72b8-4f77-8155-55f939173cf2" providerId="ADAL" clId="{F33F88E0-3380-47C4-AFDE-F1AC050ADA82}" dt="2026-01-25T16:11:14.363" v="12049"/>
        <pc:sldMkLst>
          <pc:docMk/>
          <pc:sldMk cId="3718111938" sldId="481"/>
        </pc:sldMkLst>
        <pc:spChg chg="mod">
          <ac:chgData name="Yash Jadhav" userId="535c3d6d-72b8-4f77-8155-55f939173cf2" providerId="ADAL" clId="{F33F88E0-3380-47C4-AFDE-F1AC050ADA82}" dt="2026-01-25T16:10:28.763" v="11180" actId="790"/>
          <ac:spMkLst>
            <pc:docMk/>
            <pc:sldMk cId="3718111938" sldId="481"/>
            <ac:spMk id="2" creationId="{00000000-0000-0000-0000-000000000000}"/>
          </ac:spMkLst>
        </pc:spChg>
        <pc:spChg chg="mod">
          <ac:chgData name="Yash Jadhav" userId="535c3d6d-72b8-4f77-8155-55f939173cf2" providerId="ADAL" clId="{F33F88E0-3380-47C4-AFDE-F1AC050ADA82}" dt="2026-01-25T16:10:28.881" v="11231" actId="790"/>
          <ac:spMkLst>
            <pc:docMk/>
            <pc:sldMk cId="3718111938" sldId="481"/>
            <ac:spMk id="3" creationId="{00000000-0000-0000-0000-000000000000}"/>
          </ac:spMkLst>
        </pc:spChg>
        <pc:spChg chg="mod">
          <ac:chgData name="Yash Jadhav" userId="535c3d6d-72b8-4f77-8155-55f939173cf2" providerId="ADAL" clId="{F33F88E0-3380-47C4-AFDE-F1AC050ADA82}" dt="2026-01-25T16:10:28.766" v="11181" actId="790"/>
          <ac:spMkLst>
            <pc:docMk/>
            <pc:sldMk cId="3718111938" sldId="481"/>
            <ac:spMk id="6" creationId="{00000000-0000-0000-0000-000000000000}"/>
          </ac:spMkLst>
        </pc:spChg>
        <pc:spChg chg="mod">
          <ac:chgData name="Yash Jadhav" userId="535c3d6d-72b8-4f77-8155-55f939173cf2" providerId="ADAL" clId="{F33F88E0-3380-47C4-AFDE-F1AC050ADA82}" dt="2026-01-25T16:10:28.769" v="11182" actId="790"/>
          <ac:spMkLst>
            <pc:docMk/>
            <pc:sldMk cId="3718111938" sldId="481"/>
            <ac:spMk id="7" creationId="{00000000-0000-0000-0000-000000000000}"/>
          </ac:spMkLst>
        </pc:spChg>
        <pc:spChg chg="mod">
          <ac:chgData name="Yash Jadhav" userId="535c3d6d-72b8-4f77-8155-55f939173cf2" providerId="ADAL" clId="{F33F88E0-3380-47C4-AFDE-F1AC050ADA82}" dt="2026-01-25T16:10:28.770" v="11183" actId="790"/>
          <ac:spMkLst>
            <pc:docMk/>
            <pc:sldMk cId="3718111938" sldId="481"/>
            <ac:spMk id="9" creationId="{00000000-0000-0000-0000-000000000000}"/>
          </ac:spMkLst>
        </pc:spChg>
        <pc:spChg chg="mod">
          <ac:chgData name="Yash Jadhav" userId="535c3d6d-72b8-4f77-8155-55f939173cf2" providerId="ADAL" clId="{F33F88E0-3380-47C4-AFDE-F1AC050ADA82}" dt="2026-01-25T16:10:28.772" v="11184" actId="790"/>
          <ac:spMkLst>
            <pc:docMk/>
            <pc:sldMk cId="3718111938" sldId="481"/>
            <ac:spMk id="10" creationId="{00000000-0000-0000-0000-000000000000}"/>
          </ac:spMkLst>
        </pc:spChg>
        <pc:spChg chg="mod">
          <ac:chgData name="Yash Jadhav" userId="535c3d6d-72b8-4f77-8155-55f939173cf2" providerId="ADAL" clId="{F33F88E0-3380-47C4-AFDE-F1AC050ADA82}" dt="2026-01-25T16:10:28.879" v="11230" actId="790"/>
          <ac:spMkLst>
            <pc:docMk/>
            <pc:sldMk cId="3718111938" sldId="481"/>
            <ac:spMk id="21" creationId="{9D8A4117-BB13-4889-99B4-58A1B0456089}"/>
          </ac:spMkLst>
        </pc:spChg>
        <pc:spChg chg="mod">
          <ac:chgData name="Yash Jadhav" userId="535c3d6d-72b8-4f77-8155-55f939173cf2" providerId="ADAL" clId="{F33F88E0-3380-47C4-AFDE-F1AC050ADA82}" dt="2026-01-25T16:10:28.871" v="11225" actId="790"/>
          <ac:spMkLst>
            <pc:docMk/>
            <pc:sldMk cId="3718111938" sldId="481"/>
            <ac:spMk id="34" creationId="{DAE5A1E3-1FB8-404D-83AE-ED42F6D3AF40}"/>
          </ac:spMkLst>
        </pc:spChg>
        <pc:spChg chg="mod">
          <ac:chgData name="Yash Jadhav" userId="535c3d6d-72b8-4f77-8155-55f939173cf2" providerId="ADAL" clId="{F33F88E0-3380-47C4-AFDE-F1AC050ADA82}" dt="2026-01-25T16:10:28.872" v="11226" actId="790"/>
          <ac:spMkLst>
            <pc:docMk/>
            <pc:sldMk cId="3718111938" sldId="481"/>
            <ac:spMk id="35" creationId="{CAEC4DBF-19C0-4138-8560-B090F40C6376}"/>
          </ac:spMkLst>
        </pc:spChg>
        <pc:spChg chg="mod">
          <ac:chgData name="Yash Jadhav" userId="535c3d6d-72b8-4f77-8155-55f939173cf2" providerId="ADAL" clId="{F33F88E0-3380-47C4-AFDE-F1AC050ADA82}" dt="2026-01-25T16:10:28.874" v="11227" actId="790"/>
          <ac:spMkLst>
            <pc:docMk/>
            <pc:sldMk cId="3718111938" sldId="481"/>
            <ac:spMk id="36" creationId="{C7968C7C-EB1D-4661-9C52-30022E1BA5C0}"/>
          </ac:spMkLst>
        </pc:spChg>
        <pc:spChg chg="mod">
          <ac:chgData name="Yash Jadhav" userId="535c3d6d-72b8-4f77-8155-55f939173cf2" providerId="ADAL" clId="{F33F88E0-3380-47C4-AFDE-F1AC050ADA82}" dt="2026-01-25T16:10:28.876" v="11228" actId="790"/>
          <ac:spMkLst>
            <pc:docMk/>
            <pc:sldMk cId="3718111938" sldId="481"/>
            <ac:spMk id="37" creationId="{5EF27E07-8A82-4181-B9F7-DD24B2644A07}"/>
          </ac:spMkLst>
        </pc:spChg>
        <pc:spChg chg="mod">
          <ac:chgData name="Yash Jadhav" userId="535c3d6d-72b8-4f77-8155-55f939173cf2" providerId="ADAL" clId="{F33F88E0-3380-47C4-AFDE-F1AC050ADA82}" dt="2026-01-25T16:10:28.877" v="11229" actId="790"/>
          <ac:spMkLst>
            <pc:docMk/>
            <pc:sldMk cId="3718111938" sldId="481"/>
            <ac:spMk id="38" creationId="{085DCDD9-8EFB-435A-98DF-C95096C82C06}"/>
          </ac:spMkLst>
        </pc:spChg>
        <pc:spChg chg="mod">
          <ac:chgData name="Yash Jadhav" userId="535c3d6d-72b8-4f77-8155-55f939173cf2" providerId="ADAL" clId="{F33F88E0-3380-47C4-AFDE-F1AC050ADA82}" dt="2026-01-25T16:10:28.847" v="11213" actId="790"/>
          <ac:spMkLst>
            <pc:docMk/>
            <pc:sldMk cId="3718111938" sldId="481"/>
            <ac:spMk id="40" creationId="{00000000-0000-0000-0000-000000000000}"/>
          </ac:spMkLst>
        </pc:spChg>
        <pc:spChg chg="mod">
          <ac:chgData name="Yash Jadhav" userId="535c3d6d-72b8-4f77-8155-55f939173cf2" providerId="ADAL" clId="{F33F88E0-3380-47C4-AFDE-F1AC050ADA82}" dt="2026-01-25T16:10:28.849" v="11214" actId="790"/>
          <ac:spMkLst>
            <pc:docMk/>
            <pc:sldMk cId="3718111938" sldId="481"/>
            <ac:spMk id="41" creationId="{00000000-0000-0000-0000-000000000000}"/>
          </ac:spMkLst>
        </pc:spChg>
        <pc:spChg chg="mod">
          <ac:chgData name="Yash Jadhav" userId="535c3d6d-72b8-4f77-8155-55f939173cf2" providerId="ADAL" clId="{F33F88E0-3380-47C4-AFDE-F1AC050ADA82}" dt="2026-01-25T16:10:28.850" v="11215" actId="790"/>
          <ac:spMkLst>
            <pc:docMk/>
            <pc:sldMk cId="3718111938" sldId="481"/>
            <ac:spMk id="42" creationId="{00000000-0000-0000-0000-000000000000}"/>
          </ac:spMkLst>
        </pc:spChg>
        <pc:spChg chg="mod">
          <ac:chgData name="Yash Jadhav" userId="535c3d6d-72b8-4f77-8155-55f939173cf2" providerId="ADAL" clId="{F33F88E0-3380-47C4-AFDE-F1AC050ADA82}" dt="2026-01-25T16:10:28.852" v="11216" actId="790"/>
          <ac:spMkLst>
            <pc:docMk/>
            <pc:sldMk cId="3718111938" sldId="481"/>
            <ac:spMk id="43" creationId="{00000000-0000-0000-0000-000000000000}"/>
          </ac:spMkLst>
        </pc:spChg>
        <pc:spChg chg="mod">
          <ac:chgData name="Yash Jadhav" userId="535c3d6d-72b8-4f77-8155-55f939173cf2" providerId="ADAL" clId="{F33F88E0-3380-47C4-AFDE-F1AC050ADA82}" dt="2026-01-25T16:10:28.854" v="11217" actId="790"/>
          <ac:spMkLst>
            <pc:docMk/>
            <pc:sldMk cId="3718111938" sldId="481"/>
            <ac:spMk id="44" creationId="{00000000-0000-0000-0000-000000000000}"/>
          </ac:spMkLst>
        </pc:spChg>
        <pc:spChg chg="mod">
          <ac:chgData name="Yash Jadhav" userId="535c3d6d-72b8-4f77-8155-55f939173cf2" providerId="ADAL" clId="{F33F88E0-3380-47C4-AFDE-F1AC050ADA82}" dt="2026-01-25T16:10:28.856" v="11218" actId="790"/>
          <ac:spMkLst>
            <pc:docMk/>
            <pc:sldMk cId="3718111938" sldId="481"/>
            <ac:spMk id="45" creationId="{00000000-0000-0000-0000-000000000000}"/>
          </ac:spMkLst>
        </pc:spChg>
        <pc:spChg chg="mod">
          <ac:chgData name="Yash Jadhav" userId="535c3d6d-72b8-4f77-8155-55f939173cf2" providerId="ADAL" clId="{F33F88E0-3380-47C4-AFDE-F1AC050ADA82}" dt="2026-01-25T16:10:28.859" v="11219" actId="790"/>
          <ac:spMkLst>
            <pc:docMk/>
            <pc:sldMk cId="3718111938" sldId="481"/>
            <ac:spMk id="46" creationId="{00000000-0000-0000-0000-000000000000}"/>
          </ac:spMkLst>
        </pc:spChg>
        <pc:spChg chg="mod">
          <ac:chgData name="Yash Jadhav" userId="535c3d6d-72b8-4f77-8155-55f939173cf2" providerId="ADAL" clId="{F33F88E0-3380-47C4-AFDE-F1AC050ADA82}" dt="2026-01-25T16:10:28.862" v="11220" actId="790"/>
          <ac:spMkLst>
            <pc:docMk/>
            <pc:sldMk cId="3718111938" sldId="481"/>
            <ac:spMk id="47" creationId="{00000000-0000-0000-0000-000000000000}"/>
          </ac:spMkLst>
        </pc:spChg>
        <pc:spChg chg="mod">
          <ac:chgData name="Yash Jadhav" userId="535c3d6d-72b8-4f77-8155-55f939173cf2" providerId="ADAL" clId="{F33F88E0-3380-47C4-AFDE-F1AC050ADA82}" dt="2026-01-25T16:10:28.864" v="11221" actId="790"/>
          <ac:spMkLst>
            <pc:docMk/>
            <pc:sldMk cId="3718111938" sldId="481"/>
            <ac:spMk id="48" creationId="{00000000-0000-0000-0000-000000000000}"/>
          </ac:spMkLst>
        </pc:spChg>
        <pc:spChg chg="mod">
          <ac:chgData name="Yash Jadhav" userId="535c3d6d-72b8-4f77-8155-55f939173cf2" providerId="ADAL" clId="{F33F88E0-3380-47C4-AFDE-F1AC050ADA82}" dt="2026-01-25T16:10:28.866" v="11222" actId="790"/>
          <ac:spMkLst>
            <pc:docMk/>
            <pc:sldMk cId="3718111938" sldId="481"/>
            <ac:spMk id="49" creationId="{00000000-0000-0000-0000-000000000000}"/>
          </ac:spMkLst>
        </pc:spChg>
        <pc:spChg chg="mod">
          <ac:chgData name="Yash Jadhav" userId="535c3d6d-72b8-4f77-8155-55f939173cf2" providerId="ADAL" clId="{F33F88E0-3380-47C4-AFDE-F1AC050ADA82}" dt="2026-01-25T16:10:28.867" v="11223" actId="790"/>
          <ac:spMkLst>
            <pc:docMk/>
            <pc:sldMk cId="3718111938" sldId="481"/>
            <ac:spMk id="50" creationId="{00000000-0000-0000-0000-000000000000}"/>
          </ac:spMkLst>
        </pc:spChg>
        <pc:spChg chg="mod">
          <ac:chgData name="Yash Jadhav" userId="535c3d6d-72b8-4f77-8155-55f939173cf2" providerId="ADAL" clId="{F33F88E0-3380-47C4-AFDE-F1AC050ADA82}" dt="2026-01-25T16:10:28.869" v="11224" actId="790"/>
          <ac:spMkLst>
            <pc:docMk/>
            <pc:sldMk cId="3718111938" sldId="481"/>
            <ac:spMk id="51"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2" creationId="{00000000-0000-0000-0000-000000000000}"/>
          </ac:spMkLst>
        </pc:spChg>
        <pc:spChg chg="mod">
          <ac:chgData name="Yash Jadhav" userId="535c3d6d-72b8-4f77-8155-55f939173cf2" providerId="ADAL" clId="{F33F88E0-3380-47C4-AFDE-F1AC050ADA82}" dt="2026-01-25T16:10:28.782" v="11186" actId="790"/>
          <ac:spMkLst>
            <pc:docMk/>
            <pc:sldMk cId="3718111938" sldId="481"/>
            <ac:spMk id="55"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9" creationId="{00000000-0000-0000-0000-000000000000}"/>
          </ac:spMkLst>
        </pc:spChg>
        <pc:spChg chg="mod">
          <ac:chgData name="Yash Jadhav" userId="535c3d6d-72b8-4f77-8155-55f939173cf2" providerId="ADAL" clId="{F33F88E0-3380-47C4-AFDE-F1AC050ADA82}" dt="2026-01-25T16:10:28.787" v="11189" actId="790"/>
          <ac:spMkLst>
            <pc:docMk/>
            <pc:sldMk cId="3718111938" sldId="481"/>
            <ac:spMk id="69" creationId="{00000000-0000-0000-0000-000000000000}"/>
          </ac:spMkLst>
        </pc:spChg>
        <pc:spChg chg="mod">
          <ac:chgData name="Yash Jadhav" userId="535c3d6d-72b8-4f77-8155-55f939173cf2" providerId="ADAL" clId="{F33F88E0-3380-47C4-AFDE-F1AC050ADA82}" dt="2026-01-25T16:10:28.789" v="11190" actId="790"/>
          <ac:spMkLst>
            <pc:docMk/>
            <pc:sldMk cId="3718111938" sldId="481"/>
            <ac:spMk id="70" creationId="{00000000-0000-0000-0000-000000000000}"/>
          </ac:spMkLst>
        </pc:spChg>
        <pc:spChg chg="mod">
          <ac:chgData name="Yash Jadhav" userId="535c3d6d-72b8-4f77-8155-55f939173cf2" providerId="ADAL" clId="{F33F88E0-3380-47C4-AFDE-F1AC050ADA82}" dt="2026-01-25T16:10:28.784" v="11187" actId="790"/>
          <ac:spMkLst>
            <pc:docMk/>
            <pc:sldMk cId="3718111938" sldId="481"/>
            <ac:spMk id="71" creationId="{00000000-0000-0000-0000-000000000000}"/>
          </ac:spMkLst>
        </pc:spChg>
        <pc:spChg chg="mod">
          <ac:chgData name="Yash Jadhav" userId="535c3d6d-72b8-4f77-8155-55f939173cf2" providerId="ADAL" clId="{F33F88E0-3380-47C4-AFDE-F1AC050ADA82}" dt="2026-01-25T16:10:28.786" v="11188" actId="790"/>
          <ac:spMkLst>
            <pc:docMk/>
            <pc:sldMk cId="3718111938" sldId="481"/>
            <ac:spMk id="72" creationId="{00000000-0000-0000-0000-000000000000}"/>
          </ac:spMkLst>
        </pc:spChg>
        <pc:spChg chg="mod">
          <ac:chgData name="Yash Jadhav" userId="535c3d6d-72b8-4f77-8155-55f939173cf2" providerId="ADAL" clId="{F33F88E0-3380-47C4-AFDE-F1AC050ADA82}" dt="2026-01-25T16:10:28.799" v="11192" actId="790"/>
          <ac:spMkLst>
            <pc:docMk/>
            <pc:sldMk cId="3718111938" sldId="481"/>
            <ac:spMk id="74"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78" creationId="{00000000-0000-0000-0000-000000000000}"/>
          </ac:spMkLst>
        </pc:spChg>
        <pc:spChg chg="mod">
          <ac:chgData name="Yash Jadhav" userId="535c3d6d-72b8-4f77-8155-55f939173cf2" providerId="ADAL" clId="{F33F88E0-3380-47C4-AFDE-F1AC050ADA82}" dt="2026-01-25T16:10:28.805" v="11195" actId="790"/>
          <ac:spMkLst>
            <pc:docMk/>
            <pc:sldMk cId="3718111938" sldId="481"/>
            <ac:spMk id="88" creationId="{00000000-0000-0000-0000-000000000000}"/>
          </ac:spMkLst>
        </pc:spChg>
        <pc:spChg chg="mod">
          <ac:chgData name="Yash Jadhav" userId="535c3d6d-72b8-4f77-8155-55f939173cf2" providerId="ADAL" clId="{F33F88E0-3380-47C4-AFDE-F1AC050ADA82}" dt="2026-01-25T16:10:28.807" v="11196" actId="790"/>
          <ac:spMkLst>
            <pc:docMk/>
            <pc:sldMk cId="3718111938" sldId="481"/>
            <ac:spMk id="89" creationId="{00000000-0000-0000-0000-000000000000}"/>
          </ac:spMkLst>
        </pc:spChg>
        <pc:spChg chg="mod">
          <ac:chgData name="Yash Jadhav" userId="535c3d6d-72b8-4f77-8155-55f939173cf2" providerId="ADAL" clId="{F33F88E0-3380-47C4-AFDE-F1AC050ADA82}" dt="2026-01-25T16:10:28.801" v="11193" actId="790"/>
          <ac:spMkLst>
            <pc:docMk/>
            <pc:sldMk cId="3718111938" sldId="481"/>
            <ac:spMk id="90" creationId="{00000000-0000-0000-0000-000000000000}"/>
          </ac:spMkLst>
        </pc:spChg>
        <pc:spChg chg="mod">
          <ac:chgData name="Yash Jadhav" userId="535c3d6d-72b8-4f77-8155-55f939173cf2" providerId="ADAL" clId="{F33F88E0-3380-47C4-AFDE-F1AC050ADA82}" dt="2026-01-25T16:10:28.803" v="11194" actId="790"/>
          <ac:spMkLst>
            <pc:docMk/>
            <pc:sldMk cId="3718111938" sldId="481"/>
            <ac:spMk id="91" creationId="{00000000-0000-0000-0000-000000000000}"/>
          </ac:spMkLst>
        </pc:spChg>
        <pc:spChg chg="mod">
          <ac:chgData name="Yash Jadhav" userId="535c3d6d-72b8-4f77-8155-55f939173cf2" providerId="ADAL" clId="{F33F88E0-3380-47C4-AFDE-F1AC050ADA82}" dt="2026-01-25T16:10:28.820" v="11198" actId="790"/>
          <ac:spMkLst>
            <pc:docMk/>
            <pc:sldMk cId="3718111938" sldId="481"/>
            <ac:spMk id="93"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97" creationId="{00000000-0000-0000-0000-000000000000}"/>
          </ac:spMkLst>
        </pc:spChg>
        <pc:spChg chg="mod">
          <ac:chgData name="Yash Jadhav" userId="535c3d6d-72b8-4f77-8155-55f939173cf2" providerId="ADAL" clId="{F33F88E0-3380-47C4-AFDE-F1AC050ADA82}" dt="2026-01-25T16:10:28.829" v="11203" actId="790"/>
          <ac:spMkLst>
            <pc:docMk/>
            <pc:sldMk cId="3718111938" sldId="481"/>
            <ac:spMk id="98" creationId="{00000000-0000-0000-0000-000000000000}"/>
          </ac:spMkLst>
        </pc:spChg>
        <pc:spChg chg="mod">
          <ac:chgData name="Yash Jadhav" userId="535c3d6d-72b8-4f77-8155-55f939173cf2" providerId="ADAL" clId="{F33F88E0-3380-47C4-AFDE-F1AC050ADA82}" dt="2026-01-25T16:10:28.831" v="11204" actId="790"/>
          <ac:spMkLst>
            <pc:docMk/>
            <pc:sldMk cId="3718111938" sldId="481"/>
            <ac:spMk id="99" creationId="{00000000-0000-0000-0000-000000000000}"/>
          </ac:spMkLst>
        </pc:spChg>
        <pc:spChg chg="mod">
          <ac:chgData name="Yash Jadhav" userId="535c3d6d-72b8-4f77-8155-55f939173cf2" providerId="ADAL" clId="{F33F88E0-3380-47C4-AFDE-F1AC050ADA82}" dt="2026-01-25T16:10:28.833" v="11205" actId="790"/>
          <ac:spMkLst>
            <pc:docMk/>
            <pc:sldMk cId="3718111938" sldId="481"/>
            <ac:spMk id="100" creationId="{00000000-0000-0000-0000-000000000000}"/>
          </ac:spMkLst>
        </pc:spChg>
        <pc:spChg chg="mod">
          <ac:chgData name="Yash Jadhav" userId="535c3d6d-72b8-4f77-8155-55f939173cf2" providerId="ADAL" clId="{F33F88E0-3380-47C4-AFDE-F1AC050ADA82}" dt="2026-01-25T16:10:28.834" v="11206" actId="790"/>
          <ac:spMkLst>
            <pc:docMk/>
            <pc:sldMk cId="3718111938" sldId="481"/>
            <ac:spMk id="101" creationId="{00000000-0000-0000-0000-000000000000}"/>
          </ac:spMkLst>
        </pc:spChg>
        <pc:spChg chg="mod">
          <ac:chgData name="Yash Jadhav" userId="535c3d6d-72b8-4f77-8155-55f939173cf2" providerId="ADAL" clId="{F33F88E0-3380-47C4-AFDE-F1AC050ADA82}" dt="2026-01-25T16:10:28.836" v="11207" actId="790"/>
          <ac:spMkLst>
            <pc:docMk/>
            <pc:sldMk cId="3718111938" sldId="481"/>
            <ac:spMk id="102" creationId="{00000000-0000-0000-0000-000000000000}"/>
          </ac:spMkLst>
        </pc:spChg>
        <pc:spChg chg="mod">
          <ac:chgData name="Yash Jadhav" userId="535c3d6d-72b8-4f77-8155-55f939173cf2" providerId="ADAL" clId="{F33F88E0-3380-47C4-AFDE-F1AC050ADA82}" dt="2026-01-25T16:10:28.837" v="11208" actId="790"/>
          <ac:spMkLst>
            <pc:docMk/>
            <pc:sldMk cId="3718111938" sldId="481"/>
            <ac:spMk id="103" creationId="{00000000-0000-0000-0000-000000000000}"/>
          </ac:spMkLst>
        </pc:spChg>
        <pc:spChg chg="mod">
          <ac:chgData name="Yash Jadhav" userId="535c3d6d-72b8-4f77-8155-55f939173cf2" providerId="ADAL" clId="{F33F88E0-3380-47C4-AFDE-F1AC050ADA82}" dt="2026-01-25T16:10:28.839" v="11209" actId="790"/>
          <ac:spMkLst>
            <pc:docMk/>
            <pc:sldMk cId="3718111938" sldId="481"/>
            <ac:spMk id="104" creationId="{00000000-0000-0000-0000-000000000000}"/>
          </ac:spMkLst>
        </pc:spChg>
        <pc:spChg chg="mod">
          <ac:chgData name="Yash Jadhav" userId="535c3d6d-72b8-4f77-8155-55f939173cf2" providerId="ADAL" clId="{F33F88E0-3380-47C4-AFDE-F1AC050ADA82}" dt="2026-01-25T16:10:28.840" v="11210" actId="790"/>
          <ac:spMkLst>
            <pc:docMk/>
            <pc:sldMk cId="3718111938" sldId="481"/>
            <ac:spMk id="105" creationId="{00000000-0000-0000-0000-000000000000}"/>
          </ac:spMkLst>
        </pc:spChg>
        <pc:spChg chg="mod">
          <ac:chgData name="Yash Jadhav" userId="535c3d6d-72b8-4f77-8155-55f939173cf2" providerId="ADAL" clId="{F33F88E0-3380-47C4-AFDE-F1AC050ADA82}" dt="2026-01-25T16:10:28.843" v="11211" actId="790"/>
          <ac:spMkLst>
            <pc:docMk/>
            <pc:sldMk cId="3718111938" sldId="481"/>
            <ac:spMk id="106" creationId="{00000000-0000-0000-0000-000000000000}"/>
          </ac:spMkLst>
        </pc:spChg>
        <pc:spChg chg="mod">
          <ac:chgData name="Yash Jadhav" userId="535c3d6d-72b8-4f77-8155-55f939173cf2" providerId="ADAL" clId="{F33F88E0-3380-47C4-AFDE-F1AC050ADA82}" dt="2026-01-25T16:10:28.825" v="11201" actId="790"/>
          <ac:spMkLst>
            <pc:docMk/>
            <pc:sldMk cId="3718111938" sldId="481"/>
            <ac:spMk id="107" creationId="{00000000-0000-0000-0000-000000000000}"/>
          </ac:spMkLst>
        </pc:spChg>
        <pc:spChg chg="mod">
          <ac:chgData name="Yash Jadhav" userId="535c3d6d-72b8-4f77-8155-55f939173cf2" providerId="ADAL" clId="{F33F88E0-3380-47C4-AFDE-F1AC050ADA82}" dt="2026-01-25T16:10:28.827" v="11202" actId="790"/>
          <ac:spMkLst>
            <pc:docMk/>
            <pc:sldMk cId="3718111938" sldId="481"/>
            <ac:spMk id="108" creationId="{00000000-0000-0000-0000-000000000000}"/>
          </ac:spMkLst>
        </pc:spChg>
        <pc:spChg chg="mod">
          <ac:chgData name="Yash Jadhav" userId="535c3d6d-72b8-4f77-8155-55f939173cf2" providerId="ADAL" clId="{F33F88E0-3380-47C4-AFDE-F1AC050ADA82}" dt="2026-01-25T16:10:28.822" v="11199" actId="790"/>
          <ac:spMkLst>
            <pc:docMk/>
            <pc:sldMk cId="3718111938" sldId="481"/>
            <ac:spMk id="109" creationId="{00000000-0000-0000-0000-000000000000}"/>
          </ac:spMkLst>
        </pc:spChg>
        <pc:spChg chg="mod">
          <ac:chgData name="Yash Jadhav" userId="535c3d6d-72b8-4f77-8155-55f939173cf2" providerId="ADAL" clId="{F33F88E0-3380-47C4-AFDE-F1AC050ADA82}" dt="2026-01-25T16:10:28.823" v="11200" actId="790"/>
          <ac:spMkLst>
            <pc:docMk/>
            <pc:sldMk cId="3718111938" sldId="481"/>
            <ac:spMk id="11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444062112" sldId="482"/>
        </pc:sldMkLst>
        <pc:spChg chg="mod">
          <ac:chgData name="Yash Jadhav" userId="535c3d6d-72b8-4f77-8155-55f939173cf2" providerId="ADAL" clId="{F33F88E0-3380-47C4-AFDE-F1AC050ADA82}" dt="2026-01-25T16:10:31.221" v="11240" actId="790"/>
          <ac:spMkLst>
            <pc:docMk/>
            <pc:sldMk cId="1444062112" sldId="482"/>
            <ac:spMk id="2" creationId="{00000000-0000-0000-0000-000000000000}"/>
          </ac:spMkLst>
        </pc:spChg>
        <pc:spChg chg="mod">
          <ac:chgData name="Yash Jadhav" userId="535c3d6d-72b8-4f77-8155-55f939173cf2" providerId="ADAL" clId="{F33F88E0-3380-47C4-AFDE-F1AC050ADA82}" dt="2026-01-25T16:10:31.620" v="11416"/>
          <ac:spMkLst>
            <pc:docMk/>
            <pc:sldMk cId="1444062112" sldId="482"/>
            <ac:spMk id="4" creationId="{9064A93D-BDF3-7B43-4D11-476B0D7C5DB6}"/>
          </ac:spMkLst>
        </pc:spChg>
        <pc:spChg chg="mod">
          <ac:chgData name="Yash Jadhav" userId="535c3d6d-72b8-4f77-8155-55f939173cf2" providerId="ADAL" clId="{F33F88E0-3380-47C4-AFDE-F1AC050ADA82}" dt="2026-01-25T16:10:31.621" v="11417"/>
          <ac:spMkLst>
            <pc:docMk/>
            <pc:sldMk cId="1444062112" sldId="482"/>
            <ac:spMk id="5" creationId="{A9DAA9AB-19F1-C888-2835-6BD937E2DB00}"/>
          </ac:spMkLst>
        </pc:spChg>
        <pc:spChg chg="mod">
          <ac:chgData name="Yash Jadhav" userId="535c3d6d-72b8-4f77-8155-55f939173cf2" providerId="ADAL" clId="{F33F88E0-3380-47C4-AFDE-F1AC050ADA82}" dt="2026-01-25T16:10:31.623" v="11418"/>
          <ac:spMkLst>
            <pc:docMk/>
            <pc:sldMk cId="1444062112" sldId="482"/>
            <ac:spMk id="6" creationId="{425AE4DA-106D-F321-3980-3B0765408850}"/>
          </ac:spMkLst>
        </pc:spChg>
        <pc:spChg chg="mod">
          <ac:chgData name="Yash Jadhav" userId="535c3d6d-72b8-4f77-8155-55f939173cf2" providerId="ADAL" clId="{F33F88E0-3380-47C4-AFDE-F1AC050ADA82}" dt="2026-01-25T16:10:31.623" v="11419"/>
          <ac:spMkLst>
            <pc:docMk/>
            <pc:sldMk cId="1444062112" sldId="482"/>
            <ac:spMk id="7" creationId="{A654D17D-81A3-5C0D-41BA-3C74A4C9115F}"/>
          </ac:spMkLst>
        </pc:spChg>
        <pc:spChg chg="mod">
          <ac:chgData name="Yash Jadhav" userId="535c3d6d-72b8-4f77-8155-55f939173cf2" providerId="ADAL" clId="{F33F88E0-3380-47C4-AFDE-F1AC050ADA82}" dt="2026-01-25T16:10:31.624" v="11420"/>
          <ac:spMkLst>
            <pc:docMk/>
            <pc:sldMk cId="1444062112" sldId="482"/>
            <ac:spMk id="8" creationId="{F84B1E1B-EBC6-FE0B-E81A-D6DE4741113E}"/>
          </ac:spMkLst>
        </pc:spChg>
        <pc:spChg chg="mod">
          <ac:chgData name="Yash Jadhav" userId="535c3d6d-72b8-4f77-8155-55f939173cf2" providerId="ADAL" clId="{F33F88E0-3380-47C4-AFDE-F1AC050ADA82}" dt="2026-01-25T16:10:31.625" v="11421"/>
          <ac:spMkLst>
            <pc:docMk/>
            <pc:sldMk cId="1444062112" sldId="482"/>
            <ac:spMk id="9" creationId="{8B0C8D29-92E5-A2DC-3B99-8A7715E0A914}"/>
          </ac:spMkLst>
        </pc:spChg>
        <pc:spChg chg="mod">
          <ac:chgData name="Yash Jadhav" userId="535c3d6d-72b8-4f77-8155-55f939173cf2" providerId="ADAL" clId="{F33F88E0-3380-47C4-AFDE-F1AC050ADA82}" dt="2026-01-25T16:10:31.626" v="11422"/>
          <ac:spMkLst>
            <pc:docMk/>
            <pc:sldMk cId="1444062112" sldId="482"/>
            <ac:spMk id="10" creationId="{99F12DDB-FFC9-ED34-3F87-9879F7DFDB60}"/>
          </ac:spMkLst>
        </pc:spChg>
        <pc:spChg chg="mod">
          <ac:chgData name="Yash Jadhav" userId="535c3d6d-72b8-4f77-8155-55f939173cf2" providerId="ADAL" clId="{F33F88E0-3380-47C4-AFDE-F1AC050ADA82}" dt="2026-01-25T16:10:31.627" v="11423"/>
          <ac:spMkLst>
            <pc:docMk/>
            <pc:sldMk cId="1444062112" sldId="482"/>
            <ac:spMk id="11" creationId="{0DDBFDA7-439B-7162-8D81-BE455BAEF21C}"/>
          </ac:spMkLst>
        </pc:spChg>
        <pc:spChg chg="mod">
          <ac:chgData name="Yash Jadhav" userId="535c3d6d-72b8-4f77-8155-55f939173cf2" providerId="ADAL" clId="{F33F88E0-3380-47C4-AFDE-F1AC050ADA82}" dt="2026-01-25T16:10:31.628" v="11424"/>
          <ac:spMkLst>
            <pc:docMk/>
            <pc:sldMk cId="1444062112" sldId="482"/>
            <ac:spMk id="12" creationId="{F3B3AD0F-5D6A-AA0C-CFEB-74A041A01632}"/>
          </ac:spMkLst>
        </pc:spChg>
        <pc:spChg chg="mod">
          <ac:chgData name="Yash Jadhav" userId="535c3d6d-72b8-4f77-8155-55f939173cf2" providerId="ADAL" clId="{F33F88E0-3380-47C4-AFDE-F1AC050ADA82}" dt="2026-01-25T16:10:31.629" v="11425"/>
          <ac:spMkLst>
            <pc:docMk/>
            <pc:sldMk cId="1444062112" sldId="482"/>
            <ac:spMk id="13" creationId="{FF322C8B-2902-9BDD-0BA6-41D0BD22E60A}"/>
          </ac:spMkLst>
        </pc:spChg>
        <pc:spChg chg="mod">
          <ac:chgData name="Yash Jadhav" userId="535c3d6d-72b8-4f77-8155-55f939173cf2" providerId="ADAL" clId="{F33F88E0-3380-47C4-AFDE-F1AC050ADA82}" dt="2026-01-25T16:10:31.630" v="11426"/>
          <ac:spMkLst>
            <pc:docMk/>
            <pc:sldMk cId="1444062112" sldId="482"/>
            <ac:spMk id="14" creationId="{9C439114-2829-7B3E-3257-2E03553F2CF0}"/>
          </ac:spMkLst>
        </pc:spChg>
        <pc:spChg chg="mod">
          <ac:chgData name="Yash Jadhav" userId="535c3d6d-72b8-4f77-8155-55f939173cf2" providerId="ADAL" clId="{F33F88E0-3380-47C4-AFDE-F1AC050ADA82}" dt="2026-01-25T16:10:31.631" v="11427"/>
          <ac:spMkLst>
            <pc:docMk/>
            <pc:sldMk cId="1444062112" sldId="482"/>
            <ac:spMk id="15" creationId="{DA9DA7AE-EE30-65A9-8656-F6B2A2061A16}"/>
          </ac:spMkLst>
        </pc:spChg>
        <pc:spChg chg="mod">
          <ac:chgData name="Yash Jadhav" userId="535c3d6d-72b8-4f77-8155-55f939173cf2" providerId="ADAL" clId="{F33F88E0-3380-47C4-AFDE-F1AC050ADA82}" dt="2026-01-25T16:10:31.631" v="11428"/>
          <ac:spMkLst>
            <pc:docMk/>
            <pc:sldMk cId="1444062112" sldId="482"/>
            <ac:spMk id="16" creationId="{7E969405-F42B-AEE2-0F78-617FE6FAF792}"/>
          </ac:spMkLst>
        </pc:spChg>
        <pc:spChg chg="mod">
          <ac:chgData name="Yash Jadhav" userId="535c3d6d-72b8-4f77-8155-55f939173cf2" providerId="ADAL" clId="{F33F88E0-3380-47C4-AFDE-F1AC050ADA82}" dt="2026-01-25T16:10:31.632" v="11429"/>
          <ac:spMkLst>
            <pc:docMk/>
            <pc:sldMk cId="1444062112" sldId="482"/>
            <ac:spMk id="17" creationId="{83F90EDF-F1E7-BADD-8BD9-2D267666573F}"/>
          </ac:spMkLst>
        </pc:spChg>
        <pc:spChg chg="mod">
          <ac:chgData name="Yash Jadhav" userId="535c3d6d-72b8-4f77-8155-55f939173cf2" providerId="ADAL" clId="{F33F88E0-3380-47C4-AFDE-F1AC050ADA82}" dt="2026-01-25T16:10:31.633" v="11430"/>
          <ac:spMkLst>
            <pc:docMk/>
            <pc:sldMk cId="1444062112" sldId="482"/>
            <ac:spMk id="18" creationId="{3A880650-45E8-07AB-327B-A006496E5646}"/>
          </ac:spMkLst>
        </pc:spChg>
        <pc:spChg chg="mod">
          <ac:chgData name="Yash Jadhav" userId="535c3d6d-72b8-4f77-8155-55f939173cf2" providerId="ADAL" clId="{F33F88E0-3380-47C4-AFDE-F1AC050ADA82}" dt="2026-01-25T16:10:31.633" v="11431"/>
          <ac:spMkLst>
            <pc:docMk/>
            <pc:sldMk cId="1444062112" sldId="482"/>
            <ac:spMk id="19" creationId="{736B267B-5876-AFDA-95FD-BF13F339DC2E}"/>
          </ac:spMkLst>
        </pc:spChg>
        <pc:spChg chg="mod">
          <ac:chgData name="Yash Jadhav" userId="535c3d6d-72b8-4f77-8155-55f939173cf2" providerId="ADAL" clId="{F33F88E0-3380-47C4-AFDE-F1AC050ADA82}" dt="2026-01-25T16:10:31.634" v="11432"/>
          <ac:spMkLst>
            <pc:docMk/>
            <pc:sldMk cId="1444062112" sldId="482"/>
            <ac:spMk id="20" creationId="{0FB094AF-1E07-61C7-73CF-F1556D19A140}"/>
          </ac:spMkLst>
        </pc:spChg>
        <pc:spChg chg="mod">
          <ac:chgData name="Yash Jadhav" userId="535c3d6d-72b8-4f77-8155-55f939173cf2" providerId="ADAL" clId="{F33F88E0-3380-47C4-AFDE-F1AC050ADA82}" dt="2026-01-25T16:10:31.635" v="11433"/>
          <ac:spMkLst>
            <pc:docMk/>
            <pc:sldMk cId="1444062112" sldId="482"/>
            <ac:spMk id="21" creationId="{7AE57F28-1555-EDDF-3E08-DD214EBB44C0}"/>
          </ac:spMkLst>
        </pc:spChg>
        <pc:spChg chg="mod">
          <ac:chgData name="Yash Jadhav" userId="535c3d6d-72b8-4f77-8155-55f939173cf2" providerId="ADAL" clId="{F33F88E0-3380-47C4-AFDE-F1AC050ADA82}" dt="2026-01-25T16:10:31.636" v="11434"/>
          <ac:spMkLst>
            <pc:docMk/>
            <pc:sldMk cId="1444062112" sldId="482"/>
            <ac:spMk id="22" creationId="{84C799A9-EFC4-C564-BF21-7635FF40CEBF}"/>
          </ac:spMkLst>
        </pc:spChg>
        <pc:spChg chg="mod">
          <ac:chgData name="Yash Jadhav" userId="535c3d6d-72b8-4f77-8155-55f939173cf2" providerId="ADAL" clId="{F33F88E0-3380-47C4-AFDE-F1AC050ADA82}" dt="2026-01-25T16:10:31.636" v="11435"/>
          <ac:spMkLst>
            <pc:docMk/>
            <pc:sldMk cId="1444062112" sldId="482"/>
            <ac:spMk id="23" creationId="{A83E8ED7-58BC-8C15-C679-24E1A6C672C0}"/>
          </ac:spMkLst>
        </pc:spChg>
        <pc:spChg chg="mod">
          <ac:chgData name="Yash Jadhav" userId="535c3d6d-72b8-4f77-8155-55f939173cf2" providerId="ADAL" clId="{F33F88E0-3380-47C4-AFDE-F1AC050ADA82}" dt="2026-01-25T16:10:31.637" v="11436"/>
          <ac:spMkLst>
            <pc:docMk/>
            <pc:sldMk cId="1444062112" sldId="482"/>
            <ac:spMk id="24" creationId="{55BB4BB7-5E3A-22CB-E420-A8215CEA158A}"/>
          </ac:spMkLst>
        </pc:spChg>
        <pc:spChg chg="mod">
          <ac:chgData name="Yash Jadhav" userId="535c3d6d-72b8-4f77-8155-55f939173cf2" providerId="ADAL" clId="{F33F88E0-3380-47C4-AFDE-F1AC050ADA82}" dt="2026-01-25T16:10:31.638" v="11437"/>
          <ac:spMkLst>
            <pc:docMk/>
            <pc:sldMk cId="1444062112" sldId="482"/>
            <ac:spMk id="25" creationId="{D957340A-F570-2B9B-FCCC-B2BB921F54A9}"/>
          </ac:spMkLst>
        </pc:spChg>
        <pc:spChg chg="mod">
          <ac:chgData name="Yash Jadhav" userId="535c3d6d-72b8-4f77-8155-55f939173cf2" providerId="ADAL" clId="{F33F88E0-3380-47C4-AFDE-F1AC050ADA82}" dt="2026-01-25T16:10:31.639" v="11438"/>
          <ac:spMkLst>
            <pc:docMk/>
            <pc:sldMk cId="1444062112" sldId="482"/>
            <ac:spMk id="26" creationId="{E43E54AD-4556-0C7D-BD57-5B782E8709E9}"/>
          </ac:spMkLst>
        </pc:spChg>
        <pc:spChg chg="mod">
          <ac:chgData name="Yash Jadhav" userId="535c3d6d-72b8-4f77-8155-55f939173cf2" providerId="ADAL" clId="{F33F88E0-3380-47C4-AFDE-F1AC050ADA82}" dt="2026-01-25T16:10:31.640" v="11439" actId="790"/>
          <ac:spMkLst>
            <pc:docMk/>
            <pc:sldMk cId="1444062112" sldId="482"/>
            <ac:spMk id="28" creationId="{A3C540BD-CB9F-DB30-C057-E6D055CF882B}"/>
          </ac:spMkLst>
        </pc:spChg>
        <pc:spChg chg="mod">
          <ac:chgData name="Yash Jadhav" userId="535c3d6d-72b8-4f77-8155-55f939173cf2" providerId="ADAL" clId="{F33F88E0-3380-47C4-AFDE-F1AC050ADA82}" dt="2026-01-25T16:10:31.643" v="11440" actId="790"/>
          <ac:spMkLst>
            <pc:docMk/>
            <pc:sldMk cId="1444062112" sldId="482"/>
            <ac:spMk id="29" creationId="{ED803A9F-64FE-3EB7-E37D-6690C288F423}"/>
          </ac:spMkLst>
        </pc:spChg>
        <pc:spChg chg="mod">
          <ac:chgData name="Yash Jadhav" userId="535c3d6d-72b8-4f77-8155-55f939173cf2" providerId="ADAL" clId="{F33F88E0-3380-47C4-AFDE-F1AC050ADA82}" dt="2026-01-25T16:10:31.648" v="11441" actId="790"/>
          <ac:spMkLst>
            <pc:docMk/>
            <pc:sldMk cId="1444062112" sldId="482"/>
            <ac:spMk id="30" creationId="{69D9A88C-98C3-8ECE-8A07-0CDEBFBFCAB6}"/>
          </ac:spMkLst>
        </pc:spChg>
        <pc:spChg chg="mod">
          <ac:chgData name="Yash Jadhav" userId="535c3d6d-72b8-4f77-8155-55f939173cf2" providerId="ADAL" clId="{F33F88E0-3380-47C4-AFDE-F1AC050ADA82}" dt="2026-01-25T16:10:31.652" v="11442" actId="790"/>
          <ac:spMkLst>
            <pc:docMk/>
            <pc:sldMk cId="1444062112" sldId="482"/>
            <ac:spMk id="31" creationId="{C362FA1C-8764-600E-3D1E-A470972E9C79}"/>
          </ac:spMkLst>
        </pc:spChg>
        <pc:spChg chg="mod">
          <ac:chgData name="Yash Jadhav" userId="535c3d6d-72b8-4f77-8155-55f939173cf2" providerId="ADAL" clId="{F33F88E0-3380-47C4-AFDE-F1AC050ADA82}" dt="2026-01-25T16:10:31.656" v="11443" actId="790"/>
          <ac:spMkLst>
            <pc:docMk/>
            <pc:sldMk cId="1444062112" sldId="482"/>
            <ac:spMk id="32" creationId="{2AB51C2C-42D4-5963-1D22-C6F92AB170D2}"/>
          </ac:spMkLst>
        </pc:spChg>
        <pc:spChg chg="mod">
          <ac:chgData name="Yash Jadhav" userId="535c3d6d-72b8-4f77-8155-55f939173cf2" providerId="ADAL" clId="{F33F88E0-3380-47C4-AFDE-F1AC050ADA82}" dt="2026-01-25T16:10:31.659" v="11444" actId="790"/>
          <ac:spMkLst>
            <pc:docMk/>
            <pc:sldMk cId="1444062112" sldId="482"/>
            <ac:spMk id="33" creationId="{45F4DA77-158B-A27F-6778-B4DF90711694}"/>
          </ac:spMkLst>
        </pc:spChg>
        <pc:spChg chg="mod">
          <ac:chgData name="Yash Jadhav" userId="535c3d6d-72b8-4f77-8155-55f939173cf2" providerId="ADAL" clId="{F33F88E0-3380-47C4-AFDE-F1AC050ADA82}" dt="2026-01-25T16:10:31.228" v="11243" actId="790"/>
          <ac:spMkLst>
            <pc:docMk/>
            <pc:sldMk cId="1444062112" sldId="482"/>
            <ac:spMk id="54" creationId="{00000000-0000-0000-0000-000000000000}"/>
          </ac:spMkLst>
        </pc:spChg>
        <pc:spChg chg="mod">
          <ac:chgData name="Yash Jadhav" userId="535c3d6d-72b8-4f77-8155-55f939173cf2" providerId="ADAL" clId="{F33F88E0-3380-47C4-AFDE-F1AC050ADA82}" dt="2026-01-25T16:10:31.223" v="11241" actId="790"/>
          <ac:spMkLst>
            <pc:docMk/>
            <pc:sldMk cId="1444062112" sldId="482"/>
            <ac:spMk id="55" creationId="{00000000-0000-0000-0000-000000000000}"/>
          </ac:spMkLst>
        </pc:spChg>
        <pc:spChg chg="mod">
          <ac:chgData name="Yash Jadhav" userId="535c3d6d-72b8-4f77-8155-55f939173cf2" providerId="ADAL" clId="{F33F88E0-3380-47C4-AFDE-F1AC050ADA82}" dt="2026-01-25T16:10:31.226" v="11242" actId="790"/>
          <ac:spMkLst>
            <pc:docMk/>
            <pc:sldMk cId="1444062112" sldId="482"/>
            <ac:spMk id="56" creationId="{00000000-0000-0000-0000-000000000000}"/>
          </ac:spMkLst>
        </pc:spChg>
        <pc:spChg chg="mod">
          <ac:chgData name="Yash Jadhav" userId="535c3d6d-72b8-4f77-8155-55f939173cf2" providerId="ADAL" clId="{F33F88E0-3380-47C4-AFDE-F1AC050ADA82}" dt="2026-01-25T16:10:31.230" v="11244" actId="790"/>
          <ac:spMkLst>
            <pc:docMk/>
            <pc:sldMk cId="1444062112" sldId="482"/>
            <ac:spMk id="79" creationId="{00000000-0000-0000-0000-000000000000}"/>
          </ac:spMkLst>
        </pc:spChg>
        <pc:spChg chg="mod">
          <ac:chgData name="Yash Jadhav" userId="535c3d6d-72b8-4f77-8155-55f939173cf2" providerId="ADAL" clId="{F33F88E0-3380-47C4-AFDE-F1AC050ADA82}" dt="2026-01-25T16:10:31.232" v="11245" actId="790"/>
          <ac:spMkLst>
            <pc:docMk/>
            <pc:sldMk cId="1444062112" sldId="482"/>
            <ac:spMk id="81" creationId="{00000000-0000-0000-0000-000000000000}"/>
          </ac:spMkLst>
        </pc:spChg>
        <pc:spChg chg="mod">
          <ac:chgData name="Yash Jadhav" userId="535c3d6d-72b8-4f77-8155-55f939173cf2" providerId="ADAL" clId="{F33F88E0-3380-47C4-AFDE-F1AC050ADA82}" dt="2026-01-25T16:10:31.235" v="11246" actId="790"/>
          <ac:spMkLst>
            <pc:docMk/>
            <pc:sldMk cId="1444062112" sldId="482"/>
            <ac:spMk id="82" creationId="{00000000-0000-0000-0000-000000000000}"/>
          </ac:spMkLst>
        </pc:spChg>
        <pc:spChg chg="mod">
          <ac:chgData name="Yash Jadhav" userId="535c3d6d-72b8-4f77-8155-55f939173cf2" providerId="ADAL" clId="{F33F88E0-3380-47C4-AFDE-F1AC050ADA82}" dt="2026-01-25T16:10:31.237" v="11247" actId="790"/>
          <ac:spMkLst>
            <pc:docMk/>
            <pc:sldMk cId="1444062112" sldId="482"/>
            <ac:spMk id="217" creationId="{DA1FCF81-7877-4EAA-B7A6-29D3AE5BFFD6}"/>
          </ac:spMkLst>
        </pc:spChg>
        <pc:spChg chg="mod">
          <ac:chgData name="Yash Jadhav" userId="535c3d6d-72b8-4f77-8155-55f939173cf2" providerId="ADAL" clId="{F33F88E0-3380-47C4-AFDE-F1AC050ADA82}" dt="2026-01-25T16:10:31.239" v="11248" actId="790"/>
          <ac:spMkLst>
            <pc:docMk/>
            <pc:sldMk cId="1444062112" sldId="482"/>
            <ac:spMk id="218" creationId="{B9744611-29AB-40AD-9DB4-BADD36FF60BC}"/>
          </ac:spMkLst>
        </pc:spChg>
        <pc:spChg chg="mod">
          <ac:chgData name="Yash Jadhav" userId="535c3d6d-72b8-4f77-8155-55f939173cf2" providerId="ADAL" clId="{F33F88E0-3380-47C4-AFDE-F1AC050ADA82}" dt="2026-01-25T16:10:31.241" v="11249" actId="790"/>
          <ac:spMkLst>
            <pc:docMk/>
            <pc:sldMk cId="1444062112" sldId="482"/>
            <ac:spMk id="219" creationId="{290EB4DA-AE5B-40B7-8BBB-04E16985812B}"/>
          </ac:spMkLst>
        </pc:spChg>
        <pc:spChg chg="mod">
          <ac:chgData name="Yash Jadhav" userId="535c3d6d-72b8-4f77-8155-55f939173cf2" providerId="ADAL" clId="{F33F88E0-3380-47C4-AFDE-F1AC050ADA82}" dt="2026-01-25T16:10:31.243" v="11250" actId="790"/>
          <ac:spMkLst>
            <pc:docMk/>
            <pc:sldMk cId="1444062112" sldId="482"/>
            <ac:spMk id="220" creationId="{40772F19-36E8-483B-B58F-1AD8EA6D7FC5}"/>
          </ac:spMkLst>
        </pc:spChg>
        <pc:spChg chg="mod">
          <ac:chgData name="Yash Jadhav" userId="535c3d6d-72b8-4f77-8155-55f939173cf2" providerId="ADAL" clId="{F33F88E0-3380-47C4-AFDE-F1AC050ADA82}" dt="2026-01-25T16:10:31.244" v="11251" actId="790"/>
          <ac:spMkLst>
            <pc:docMk/>
            <pc:sldMk cId="1444062112" sldId="482"/>
            <ac:spMk id="221" creationId="{DAB0B439-6C52-4915-A34B-B115E63B9767}"/>
          </ac:spMkLst>
        </pc:spChg>
        <pc:spChg chg="mod">
          <ac:chgData name="Yash Jadhav" userId="535c3d6d-72b8-4f77-8155-55f939173cf2" providerId="ADAL" clId="{F33F88E0-3380-47C4-AFDE-F1AC050ADA82}" dt="2026-01-25T16:10:31.246" v="11252" actId="790"/>
          <ac:spMkLst>
            <pc:docMk/>
            <pc:sldMk cId="1444062112" sldId="482"/>
            <ac:spMk id="226" creationId="{1FC3C5E2-4B2C-4E18-A8A5-E2D7AE5DF2C8}"/>
          </ac:spMkLst>
        </pc:spChg>
        <pc:spChg chg="mod">
          <ac:chgData name="Yash Jadhav" userId="535c3d6d-72b8-4f77-8155-55f939173cf2" providerId="ADAL" clId="{F33F88E0-3380-47C4-AFDE-F1AC050ADA82}" dt="2026-01-25T16:10:31.248" v="11253" actId="790"/>
          <ac:spMkLst>
            <pc:docMk/>
            <pc:sldMk cId="1444062112" sldId="482"/>
            <ac:spMk id="227" creationId="{6601F90F-1B59-41AE-A133-2203C4FB5587}"/>
          </ac:spMkLst>
        </pc:spChg>
        <pc:spChg chg="mod">
          <ac:chgData name="Yash Jadhav" userId="535c3d6d-72b8-4f77-8155-55f939173cf2" providerId="ADAL" clId="{F33F88E0-3380-47C4-AFDE-F1AC050ADA82}" dt="2026-01-25T16:10:31.250" v="11254" actId="790"/>
          <ac:spMkLst>
            <pc:docMk/>
            <pc:sldMk cId="1444062112" sldId="482"/>
            <ac:spMk id="228" creationId="{BC2816A1-BCDA-404C-ACE0-4D50808F86C2}"/>
          </ac:spMkLst>
        </pc:spChg>
        <pc:spChg chg="mod">
          <ac:chgData name="Yash Jadhav" userId="535c3d6d-72b8-4f77-8155-55f939173cf2" providerId="ADAL" clId="{F33F88E0-3380-47C4-AFDE-F1AC050ADA82}" dt="2026-01-25T16:10:31.254" v="11255" actId="790"/>
          <ac:spMkLst>
            <pc:docMk/>
            <pc:sldMk cId="1444062112" sldId="482"/>
            <ac:spMk id="229" creationId="{110BFFCF-BCB5-4050-89FF-10620C2E34E4}"/>
          </ac:spMkLst>
        </pc:spChg>
        <pc:spChg chg="mod">
          <ac:chgData name="Yash Jadhav" userId="535c3d6d-72b8-4f77-8155-55f939173cf2" providerId="ADAL" clId="{F33F88E0-3380-47C4-AFDE-F1AC050ADA82}" dt="2026-01-25T16:10:31.258" v="11256" actId="790"/>
          <ac:spMkLst>
            <pc:docMk/>
            <pc:sldMk cId="1444062112" sldId="482"/>
            <ac:spMk id="230" creationId="{FD32DB97-9E11-48D0-8B16-3C19E74752F3}"/>
          </ac:spMkLst>
        </pc:spChg>
        <pc:spChg chg="mod">
          <ac:chgData name="Yash Jadhav" userId="535c3d6d-72b8-4f77-8155-55f939173cf2" providerId="ADAL" clId="{F33F88E0-3380-47C4-AFDE-F1AC050ADA82}" dt="2026-01-25T16:10:31.262" v="11257" actId="790"/>
          <ac:spMkLst>
            <pc:docMk/>
            <pc:sldMk cId="1444062112" sldId="482"/>
            <ac:spMk id="231" creationId="{93C9254E-74CE-421A-A330-EDF878C4A605}"/>
          </ac:spMkLst>
        </pc:spChg>
        <pc:spChg chg="mod">
          <ac:chgData name="Yash Jadhav" userId="535c3d6d-72b8-4f77-8155-55f939173cf2" providerId="ADAL" clId="{F33F88E0-3380-47C4-AFDE-F1AC050ADA82}" dt="2026-01-25T16:10:31.266" v="11258" actId="790"/>
          <ac:spMkLst>
            <pc:docMk/>
            <pc:sldMk cId="1444062112" sldId="482"/>
            <ac:spMk id="232" creationId="{206323C7-AA03-4E8E-B2E7-8F3FD2205058}"/>
          </ac:spMkLst>
        </pc:spChg>
        <pc:spChg chg="mod">
          <ac:chgData name="Yash Jadhav" userId="535c3d6d-72b8-4f77-8155-55f939173cf2" providerId="ADAL" clId="{F33F88E0-3380-47C4-AFDE-F1AC050ADA82}" dt="2026-01-25T16:10:31.268" v="11259" actId="790"/>
          <ac:spMkLst>
            <pc:docMk/>
            <pc:sldMk cId="1444062112" sldId="482"/>
            <ac:spMk id="233" creationId="{BA1230D2-B4C1-432F-B0E3-6678D6FBF1E2}"/>
          </ac:spMkLst>
        </pc:spChg>
        <pc:spChg chg="mod">
          <ac:chgData name="Yash Jadhav" userId="535c3d6d-72b8-4f77-8155-55f939173cf2" providerId="ADAL" clId="{F33F88E0-3380-47C4-AFDE-F1AC050ADA82}" dt="2026-01-25T16:10:31.270" v="11260" actId="790"/>
          <ac:spMkLst>
            <pc:docMk/>
            <pc:sldMk cId="1444062112" sldId="482"/>
            <ac:spMk id="234" creationId="{D5164C38-BD42-4F9B-9818-F57C1CC62790}"/>
          </ac:spMkLst>
        </pc:spChg>
        <pc:spChg chg="mod">
          <ac:chgData name="Yash Jadhav" userId="535c3d6d-72b8-4f77-8155-55f939173cf2" providerId="ADAL" clId="{F33F88E0-3380-47C4-AFDE-F1AC050ADA82}" dt="2026-01-25T16:10:31.271" v="11261" actId="790"/>
          <ac:spMkLst>
            <pc:docMk/>
            <pc:sldMk cId="1444062112" sldId="482"/>
            <ac:spMk id="235" creationId="{C1325572-5406-4567-95F4-4AA2C80B5E1F}"/>
          </ac:spMkLst>
        </pc:spChg>
        <pc:spChg chg="mod">
          <ac:chgData name="Yash Jadhav" userId="535c3d6d-72b8-4f77-8155-55f939173cf2" providerId="ADAL" clId="{F33F88E0-3380-47C4-AFDE-F1AC050ADA82}" dt="2026-01-25T16:10:31.273" v="11262" actId="790"/>
          <ac:spMkLst>
            <pc:docMk/>
            <pc:sldMk cId="1444062112" sldId="482"/>
            <ac:spMk id="236" creationId="{25FFCAD8-32FC-424C-A229-E4AAECF891F0}"/>
          </ac:spMkLst>
        </pc:spChg>
        <pc:spChg chg="mod">
          <ac:chgData name="Yash Jadhav" userId="535c3d6d-72b8-4f77-8155-55f939173cf2" providerId="ADAL" clId="{F33F88E0-3380-47C4-AFDE-F1AC050ADA82}" dt="2026-01-25T16:10:31.275" v="11263" actId="790"/>
          <ac:spMkLst>
            <pc:docMk/>
            <pc:sldMk cId="1444062112" sldId="482"/>
            <ac:spMk id="237" creationId="{05C3399D-4AEE-4F98-91C7-4A203433BF01}"/>
          </ac:spMkLst>
        </pc:spChg>
        <pc:spChg chg="mod">
          <ac:chgData name="Yash Jadhav" userId="535c3d6d-72b8-4f77-8155-55f939173cf2" providerId="ADAL" clId="{F33F88E0-3380-47C4-AFDE-F1AC050ADA82}" dt="2026-01-25T16:10:31.277" v="11264" actId="790"/>
          <ac:spMkLst>
            <pc:docMk/>
            <pc:sldMk cId="1444062112" sldId="482"/>
            <ac:spMk id="238" creationId="{25C17990-493A-4AA9-A14C-DD3308BD52E7}"/>
          </ac:spMkLst>
        </pc:spChg>
        <pc:spChg chg="mod">
          <ac:chgData name="Yash Jadhav" userId="535c3d6d-72b8-4f77-8155-55f939173cf2" providerId="ADAL" clId="{F33F88E0-3380-47C4-AFDE-F1AC050ADA82}" dt="2026-01-25T16:10:31.279" v="11265" actId="790"/>
          <ac:spMkLst>
            <pc:docMk/>
            <pc:sldMk cId="1444062112" sldId="482"/>
            <ac:spMk id="239" creationId="{374620A2-5DF7-4F9C-B911-00C3ED51C748}"/>
          </ac:spMkLst>
        </pc:spChg>
        <pc:spChg chg="mod">
          <ac:chgData name="Yash Jadhav" userId="535c3d6d-72b8-4f77-8155-55f939173cf2" providerId="ADAL" clId="{F33F88E0-3380-47C4-AFDE-F1AC050ADA82}" dt="2026-01-25T16:10:31.282" v="11266" actId="790"/>
          <ac:spMkLst>
            <pc:docMk/>
            <pc:sldMk cId="1444062112" sldId="482"/>
            <ac:spMk id="277" creationId="{C348730C-6BF7-4C61-8293-BB6B6CAE9B42}"/>
          </ac:spMkLst>
        </pc:spChg>
        <pc:spChg chg="mod">
          <ac:chgData name="Yash Jadhav" userId="535c3d6d-72b8-4f77-8155-55f939173cf2" providerId="ADAL" clId="{F33F88E0-3380-47C4-AFDE-F1AC050ADA82}" dt="2026-01-25T16:10:31.284" v="11267" actId="790"/>
          <ac:spMkLst>
            <pc:docMk/>
            <pc:sldMk cId="1444062112" sldId="482"/>
            <ac:spMk id="278" creationId="{7A9379C0-203D-4830-A4C6-0DFDF97E449E}"/>
          </ac:spMkLst>
        </pc:spChg>
        <pc:spChg chg="mod">
          <ac:chgData name="Yash Jadhav" userId="535c3d6d-72b8-4f77-8155-55f939173cf2" providerId="ADAL" clId="{F33F88E0-3380-47C4-AFDE-F1AC050ADA82}" dt="2026-01-25T16:10:31.335" v="11294" actId="790"/>
          <ac:spMkLst>
            <pc:docMk/>
            <pc:sldMk cId="1444062112" sldId="482"/>
            <ac:spMk id="280" creationId="{2CE5EE4E-D40F-445B-AB4C-5F50BBE04570}"/>
          </ac:spMkLst>
        </pc:spChg>
        <pc:spChg chg="mod">
          <ac:chgData name="Yash Jadhav" userId="535c3d6d-72b8-4f77-8155-55f939173cf2" providerId="ADAL" clId="{F33F88E0-3380-47C4-AFDE-F1AC050ADA82}" dt="2026-01-25T16:10:31.337" v="11295" actId="790"/>
          <ac:spMkLst>
            <pc:docMk/>
            <pc:sldMk cId="1444062112" sldId="482"/>
            <ac:spMk id="281" creationId="{9896F0EF-6BB8-4006-BD2B-621AD8064946}"/>
          </ac:spMkLst>
        </pc:spChg>
        <pc:spChg chg="mod">
          <ac:chgData name="Yash Jadhav" userId="535c3d6d-72b8-4f77-8155-55f939173cf2" providerId="ADAL" clId="{F33F88E0-3380-47C4-AFDE-F1AC050ADA82}" dt="2026-01-25T16:10:31.338" v="11296" actId="790"/>
          <ac:spMkLst>
            <pc:docMk/>
            <pc:sldMk cId="1444062112" sldId="482"/>
            <ac:spMk id="282" creationId="{037E9758-5B95-48C0-B862-D9B12F5A27B5}"/>
          </ac:spMkLst>
        </pc:spChg>
        <pc:spChg chg="mod">
          <ac:chgData name="Yash Jadhav" userId="535c3d6d-72b8-4f77-8155-55f939173cf2" providerId="ADAL" clId="{F33F88E0-3380-47C4-AFDE-F1AC050ADA82}" dt="2026-01-25T16:10:31.340" v="11297" actId="790"/>
          <ac:spMkLst>
            <pc:docMk/>
            <pc:sldMk cId="1444062112" sldId="482"/>
            <ac:spMk id="283" creationId="{A91F425A-A829-4810-A105-9497DFA8BE97}"/>
          </ac:spMkLst>
        </pc:spChg>
        <pc:spChg chg="mod">
          <ac:chgData name="Yash Jadhav" userId="535c3d6d-72b8-4f77-8155-55f939173cf2" providerId="ADAL" clId="{F33F88E0-3380-47C4-AFDE-F1AC050ADA82}" dt="2026-01-25T16:10:31.342" v="11298" actId="790"/>
          <ac:spMkLst>
            <pc:docMk/>
            <pc:sldMk cId="1444062112" sldId="482"/>
            <ac:spMk id="284" creationId="{C411527D-760B-465E-ADCC-E1B83CCF57EF}"/>
          </ac:spMkLst>
        </pc:spChg>
        <pc:spChg chg="mod">
          <ac:chgData name="Yash Jadhav" userId="535c3d6d-72b8-4f77-8155-55f939173cf2" providerId="ADAL" clId="{F33F88E0-3380-47C4-AFDE-F1AC050ADA82}" dt="2026-01-25T16:10:31.344" v="11299" actId="790"/>
          <ac:spMkLst>
            <pc:docMk/>
            <pc:sldMk cId="1444062112" sldId="482"/>
            <ac:spMk id="285" creationId="{77C6DB33-B9BC-4E4D-9870-60439D00DE15}"/>
          </ac:spMkLst>
        </pc:spChg>
        <pc:spChg chg="mod">
          <ac:chgData name="Yash Jadhav" userId="535c3d6d-72b8-4f77-8155-55f939173cf2" providerId="ADAL" clId="{F33F88E0-3380-47C4-AFDE-F1AC050ADA82}" dt="2026-01-25T16:10:31.346" v="11300" actId="790"/>
          <ac:spMkLst>
            <pc:docMk/>
            <pc:sldMk cId="1444062112" sldId="482"/>
            <ac:spMk id="286" creationId="{A85B3FEF-B312-45E8-A6A6-AC3DD5494FD9}"/>
          </ac:spMkLst>
        </pc:spChg>
        <pc:spChg chg="mod">
          <ac:chgData name="Yash Jadhav" userId="535c3d6d-72b8-4f77-8155-55f939173cf2" providerId="ADAL" clId="{F33F88E0-3380-47C4-AFDE-F1AC050ADA82}" dt="2026-01-25T16:10:31.348" v="11301" actId="790"/>
          <ac:spMkLst>
            <pc:docMk/>
            <pc:sldMk cId="1444062112" sldId="482"/>
            <ac:spMk id="287" creationId="{74CFDD0A-4CAE-44F0-B9A7-30DF3A15C16E}"/>
          </ac:spMkLst>
        </pc:spChg>
        <pc:spChg chg="mod">
          <ac:chgData name="Yash Jadhav" userId="535c3d6d-72b8-4f77-8155-55f939173cf2" providerId="ADAL" clId="{F33F88E0-3380-47C4-AFDE-F1AC050ADA82}" dt="2026-01-25T16:10:31.350" v="11302" actId="790"/>
          <ac:spMkLst>
            <pc:docMk/>
            <pc:sldMk cId="1444062112" sldId="482"/>
            <ac:spMk id="288" creationId="{40A5831C-D3F6-4690-A310-DBEFE30A474F}"/>
          </ac:spMkLst>
        </pc:spChg>
        <pc:spChg chg="mod">
          <ac:chgData name="Yash Jadhav" userId="535c3d6d-72b8-4f77-8155-55f939173cf2" providerId="ADAL" clId="{F33F88E0-3380-47C4-AFDE-F1AC050ADA82}" dt="2026-01-25T16:10:31.352" v="11303" actId="790"/>
          <ac:spMkLst>
            <pc:docMk/>
            <pc:sldMk cId="1444062112" sldId="482"/>
            <ac:spMk id="289" creationId="{1B01710C-8750-464F-A246-E56676B2A7F7}"/>
          </ac:spMkLst>
        </pc:spChg>
        <pc:spChg chg="mod">
          <ac:chgData name="Yash Jadhav" userId="535c3d6d-72b8-4f77-8155-55f939173cf2" providerId="ADAL" clId="{F33F88E0-3380-47C4-AFDE-F1AC050ADA82}" dt="2026-01-25T16:10:31.354" v="11304" actId="790"/>
          <ac:spMkLst>
            <pc:docMk/>
            <pc:sldMk cId="1444062112" sldId="482"/>
            <ac:spMk id="290" creationId="{96BDD703-425D-4599-8545-A3743B3422F1}"/>
          </ac:spMkLst>
        </pc:spChg>
        <pc:spChg chg="mod">
          <ac:chgData name="Yash Jadhav" userId="535c3d6d-72b8-4f77-8155-55f939173cf2" providerId="ADAL" clId="{F33F88E0-3380-47C4-AFDE-F1AC050ADA82}" dt="2026-01-25T16:10:31.355" v="11305" actId="790"/>
          <ac:spMkLst>
            <pc:docMk/>
            <pc:sldMk cId="1444062112" sldId="482"/>
            <ac:spMk id="291" creationId="{8C6560E8-BF50-4506-B5E3-74372F8C3F15}"/>
          </ac:spMkLst>
        </pc:spChg>
        <pc:spChg chg="mod">
          <ac:chgData name="Yash Jadhav" userId="535c3d6d-72b8-4f77-8155-55f939173cf2" providerId="ADAL" clId="{F33F88E0-3380-47C4-AFDE-F1AC050ADA82}" dt="2026-01-25T16:10:31.357" v="11306" actId="790"/>
          <ac:spMkLst>
            <pc:docMk/>
            <pc:sldMk cId="1444062112" sldId="482"/>
            <ac:spMk id="292" creationId="{2E11CF79-28A4-48F9-9CF5-1DE2FA313A00}"/>
          </ac:spMkLst>
        </pc:spChg>
        <pc:spChg chg="mod">
          <ac:chgData name="Yash Jadhav" userId="535c3d6d-72b8-4f77-8155-55f939173cf2" providerId="ADAL" clId="{F33F88E0-3380-47C4-AFDE-F1AC050ADA82}" dt="2026-01-25T16:10:31.359" v="11307" actId="790"/>
          <ac:spMkLst>
            <pc:docMk/>
            <pc:sldMk cId="1444062112" sldId="482"/>
            <ac:spMk id="293" creationId="{2D622AA3-BC9F-4B1C-BFFD-20BB73942800}"/>
          </ac:spMkLst>
        </pc:spChg>
        <pc:spChg chg="mod">
          <ac:chgData name="Yash Jadhav" userId="535c3d6d-72b8-4f77-8155-55f939173cf2" providerId="ADAL" clId="{F33F88E0-3380-47C4-AFDE-F1AC050ADA82}" dt="2026-01-25T16:10:31.361" v="11308" actId="790"/>
          <ac:spMkLst>
            <pc:docMk/>
            <pc:sldMk cId="1444062112" sldId="482"/>
            <ac:spMk id="294" creationId="{26F05FC9-DD54-4431-99EA-55DA217895CE}"/>
          </ac:spMkLst>
        </pc:spChg>
        <pc:spChg chg="mod">
          <ac:chgData name="Yash Jadhav" userId="535c3d6d-72b8-4f77-8155-55f939173cf2" providerId="ADAL" clId="{F33F88E0-3380-47C4-AFDE-F1AC050ADA82}" dt="2026-01-25T16:10:31.363" v="11309" actId="790"/>
          <ac:spMkLst>
            <pc:docMk/>
            <pc:sldMk cId="1444062112" sldId="482"/>
            <ac:spMk id="295" creationId="{BB733C5A-1C92-4A01-8B13-8E9991B66032}"/>
          </ac:spMkLst>
        </pc:spChg>
        <pc:spChg chg="mod">
          <ac:chgData name="Yash Jadhav" userId="535c3d6d-72b8-4f77-8155-55f939173cf2" providerId="ADAL" clId="{F33F88E0-3380-47C4-AFDE-F1AC050ADA82}" dt="2026-01-25T16:10:31.365" v="11310" actId="790"/>
          <ac:spMkLst>
            <pc:docMk/>
            <pc:sldMk cId="1444062112" sldId="482"/>
            <ac:spMk id="296" creationId="{6B4E5F5C-EEFD-4AEE-9CE9-8E7EF7080BDA}"/>
          </ac:spMkLst>
        </pc:spChg>
        <pc:spChg chg="mod">
          <ac:chgData name="Yash Jadhav" userId="535c3d6d-72b8-4f77-8155-55f939173cf2" providerId="ADAL" clId="{F33F88E0-3380-47C4-AFDE-F1AC050ADA82}" dt="2026-01-25T16:10:31.366" v="11311" actId="790"/>
          <ac:spMkLst>
            <pc:docMk/>
            <pc:sldMk cId="1444062112" sldId="482"/>
            <ac:spMk id="297" creationId="{E840DFC1-F1E6-472D-BD8A-D20095E0302C}"/>
          </ac:spMkLst>
        </pc:spChg>
        <pc:spChg chg="mod">
          <ac:chgData name="Yash Jadhav" userId="535c3d6d-72b8-4f77-8155-55f939173cf2" providerId="ADAL" clId="{F33F88E0-3380-47C4-AFDE-F1AC050ADA82}" dt="2026-01-25T16:10:31.368" v="11312" actId="790"/>
          <ac:spMkLst>
            <pc:docMk/>
            <pc:sldMk cId="1444062112" sldId="482"/>
            <ac:spMk id="298" creationId="{8CE72A65-9642-4FD3-B24C-C4309F3594B9}"/>
          </ac:spMkLst>
        </pc:spChg>
        <pc:spChg chg="mod">
          <ac:chgData name="Yash Jadhav" userId="535c3d6d-72b8-4f77-8155-55f939173cf2" providerId="ADAL" clId="{F33F88E0-3380-47C4-AFDE-F1AC050ADA82}" dt="2026-01-25T16:10:31.370" v="11313" actId="790"/>
          <ac:spMkLst>
            <pc:docMk/>
            <pc:sldMk cId="1444062112" sldId="482"/>
            <ac:spMk id="299" creationId="{614EE66A-A8A1-4092-B42C-1E55A8DCFF67}"/>
          </ac:spMkLst>
        </pc:spChg>
        <pc:spChg chg="mod">
          <ac:chgData name="Yash Jadhav" userId="535c3d6d-72b8-4f77-8155-55f939173cf2" providerId="ADAL" clId="{F33F88E0-3380-47C4-AFDE-F1AC050ADA82}" dt="2026-01-25T16:10:31.372" v="11314" actId="790"/>
          <ac:spMkLst>
            <pc:docMk/>
            <pc:sldMk cId="1444062112" sldId="482"/>
            <ac:spMk id="300" creationId="{B71C576D-F1CD-4025-97DF-AAFD95810A11}"/>
          </ac:spMkLst>
        </pc:spChg>
        <pc:spChg chg="mod">
          <ac:chgData name="Yash Jadhav" userId="535c3d6d-72b8-4f77-8155-55f939173cf2" providerId="ADAL" clId="{F33F88E0-3380-47C4-AFDE-F1AC050ADA82}" dt="2026-01-25T16:10:31.373" v="11315" actId="790"/>
          <ac:spMkLst>
            <pc:docMk/>
            <pc:sldMk cId="1444062112" sldId="482"/>
            <ac:spMk id="301" creationId="{B7A454D7-DEBA-4CD3-BC94-23BEB4940D38}"/>
          </ac:spMkLst>
        </pc:spChg>
        <pc:spChg chg="mod">
          <ac:chgData name="Yash Jadhav" userId="535c3d6d-72b8-4f77-8155-55f939173cf2" providerId="ADAL" clId="{F33F88E0-3380-47C4-AFDE-F1AC050ADA82}" dt="2026-01-25T16:10:31.375" v="11316" actId="790"/>
          <ac:spMkLst>
            <pc:docMk/>
            <pc:sldMk cId="1444062112" sldId="482"/>
            <ac:spMk id="302" creationId="{B86179BE-9610-4007-BB87-D2472A1204F9}"/>
          </ac:spMkLst>
        </pc:spChg>
        <pc:spChg chg="mod">
          <ac:chgData name="Yash Jadhav" userId="535c3d6d-72b8-4f77-8155-55f939173cf2" providerId="ADAL" clId="{F33F88E0-3380-47C4-AFDE-F1AC050ADA82}" dt="2026-01-25T16:10:31.378" v="11317" actId="790"/>
          <ac:spMkLst>
            <pc:docMk/>
            <pc:sldMk cId="1444062112" sldId="482"/>
            <ac:spMk id="303" creationId="{8CA27384-1632-46FA-BF8B-70209BCE2FCF}"/>
          </ac:spMkLst>
        </pc:spChg>
        <pc:spChg chg="mod">
          <ac:chgData name="Yash Jadhav" userId="535c3d6d-72b8-4f77-8155-55f939173cf2" providerId="ADAL" clId="{F33F88E0-3380-47C4-AFDE-F1AC050ADA82}" dt="2026-01-25T16:10:31.380" v="11318" actId="790"/>
          <ac:spMkLst>
            <pc:docMk/>
            <pc:sldMk cId="1444062112" sldId="482"/>
            <ac:spMk id="304" creationId="{F7BD901C-1763-4155-94FD-4F0EAF67CF60}"/>
          </ac:spMkLst>
        </pc:spChg>
        <pc:spChg chg="mod">
          <ac:chgData name="Yash Jadhav" userId="535c3d6d-72b8-4f77-8155-55f939173cf2" providerId="ADAL" clId="{F33F88E0-3380-47C4-AFDE-F1AC050ADA82}" dt="2026-01-25T16:10:31.382" v="11319" actId="790"/>
          <ac:spMkLst>
            <pc:docMk/>
            <pc:sldMk cId="1444062112" sldId="482"/>
            <ac:spMk id="305" creationId="{888F9A0F-868C-4699-9754-38935B8AAD9D}"/>
          </ac:spMkLst>
        </pc:spChg>
        <pc:spChg chg="mod">
          <ac:chgData name="Yash Jadhav" userId="535c3d6d-72b8-4f77-8155-55f939173cf2" providerId="ADAL" clId="{F33F88E0-3380-47C4-AFDE-F1AC050ADA82}" dt="2026-01-25T16:10:31.384" v="11320" actId="790"/>
          <ac:spMkLst>
            <pc:docMk/>
            <pc:sldMk cId="1444062112" sldId="482"/>
            <ac:spMk id="306" creationId="{B15BDEE0-46D4-412B-9D01-EBA9C2B3488D}"/>
          </ac:spMkLst>
        </pc:spChg>
        <pc:spChg chg="mod">
          <ac:chgData name="Yash Jadhav" userId="535c3d6d-72b8-4f77-8155-55f939173cf2" providerId="ADAL" clId="{F33F88E0-3380-47C4-AFDE-F1AC050ADA82}" dt="2026-01-25T16:10:31.386" v="11321" actId="790"/>
          <ac:spMkLst>
            <pc:docMk/>
            <pc:sldMk cId="1444062112" sldId="482"/>
            <ac:spMk id="307" creationId="{D6C1A521-AB89-4032-883A-5DF812AAECD9}"/>
          </ac:spMkLst>
        </pc:spChg>
        <pc:spChg chg="mod">
          <ac:chgData name="Yash Jadhav" userId="535c3d6d-72b8-4f77-8155-55f939173cf2" providerId="ADAL" clId="{F33F88E0-3380-47C4-AFDE-F1AC050ADA82}" dt="2026-01-25T16:10:31.387" v="11322" actId="790"/>
          <ac:spMkLst>
            <pc:docMk/>
            <pc:sldMk cId="1444062112" sldId="482"/>
            <ac:spMk id="308" creationId="{B42B12E5-FEE2-4DC2-9045-8919D1E41894}"/>
          </ac:spMkLst>
        </pc:spChg>
        <pc:spChg chg="mod">
          <ac:chgData name="Yash Jadhav" userId="535c3d6d-72b8-4f77-8155-55f939173cf2" providerId="ADAL" clId="{F33F88E0-3380-47C4-AFDE-F1AC050ADA82}" dt="2026-01-25T16:10:31.389" v="11323" actId="790"/>
          <ac:spMkLst>
            <pc:docMk/>
            <pc:sldMk cId="1444062112" sldId="482"/>
            <ac:spMk id="309" creationId="{2F6608B3-8310-424E-8663-A0E4040F75F9}"/>
          </ac:spMkLst>
        </pc:spChg>
        <pc:spChg chg="mod">
          <ac:chgData name="Yash Jadhav" userId="535c3d6d-72b8-4f77-8155-55f939173cf2" providerId="ADAL" clId="{F33F88E0-3380-47C4-AFDE-F1AC050ADA82}" dt="2026-01-25T16:10:31.391" v="11324" actId="790"/>
          <ac:spMkLst>
            <pc:docMk/>
            <pc:sldMk cId="1444062112" sldId="482"/>
            <ac:spMk id="310" creationId="{256D3EBE-4821-4924-8DD1-6FAC17D23458}"/>
          </ac:spMkLst>
        </pc:spChg>
        <pc:spChg chg="mod">
          <ac:chgData name="Yash Jadhav" userId="535c3d6d-72b8-4f77-8155-55f939173cf2" providerId="ADAL" clId="{F33F88E0-3380-47C4-AFDE-F1AC050ADA82}" dt="2026-01-25T16:10:31.394" v="11325" actId="790"/>
          <ac:spMkLst>
            <pc:docMk/>
            <pc:sldMk cId="1444062112" sldId="482"/>
            <ac:spMk id="311" creationId="{8A8C7957-7C4F-4920-B328-5B7F754A64F5}"/>
          </ac:spMkLst>
        </pc:spChg>
        <pc:spChg chg="mod">
          <ac:chgData name="Yash Jadhav" userId="535c3d6d-72b8-4f77-8155-55f939173cf2" providerId="ADAL" clId="{F33F88E0-3380-47C4-AFDE-F1AC050ADA82}" dt="2026-01-25T16:10:31.397" v="11326" actId="790"/>
          <ac:spMkLst>
            <pc:docMk/>
            <pc:sldMk cId="1444062112" sldId="482"/>
            <ac:spMk id="312" creationId="{5C23D07C-1CAC-4B6E-AC46-84A1B05311A0}"/>
          </ac:spMkLst>
        </pc:spChg>
        <pc:spChg chg="mod">
          <ac:chgData name="Yash Jadhav" userId="535c3d6d-72b8-4f77-8155-55f939173cf2" providerId="ADAL" clId="{F33F88E0-3380-47C4-AFDE-F1AC050ADA82}" dt="2026-01-25T16:10:31.399" v="11327" actId="790"/>
          <ac:spMkLst>
            <pc:docMk/>
            <pc:sldMk cId="1444062112" sldId="482"/>
            <ac:spMk id="313" creationId="{3934BD7F-0926-40AA-9BD5-A9982ABC105E}"/>
          </ac:spMkLst>
        </pc:spChg>
        <pc:spChg chg="mod">
          <ac:chgData name="Yash Jadhav" userId="535c3d6d-72b8-4f77-8155-55f939173cf2" providerId="ADAL" clId="{F33F88E0-3380-47C4-AFDE-F1AC050ADA82}" dt="2026-01-25T16:10:31.402" v="11328" actId="790"/>
          <ac:spMkLst>
            <pc:docMk/>
            <pc:sldMk cId="1444062112" sldId="482"/>
            <ac:spMk id="314" creationId="{397E86BC-5828-4697-8127-0315189D8E2A}"/>
          </ac:spMkLst>
        </pc:spChg>
        <pc:spChg chg="mod">
          <ac:chgData name="Yash Jadhav" userId="535c3d6d-72b8-4f77-8155-55f939173cf2" providerId="ADAL" clId="{F33F88E0-3380-47C4-AFDE-F1AC050ADA82}" dt="2026-01-25T16:10:31.403" v="11329" actId="790"/>
          <ac:spMkLst>
            <pc:docMk/>
            <pc:sldMk cId="1444062112" sldId="482"/>
            <ac:spMk id="315" creationId="{0898E436-E2B4-4BA5-9565-431158A003D1}"/>
          </ac:spMkLst>
        </pc:spChg>
        <pc:spChg chg="mod">
          <ac:chgData name="Yash Jadhav" userId="535c3d6d-72b8-4f77-8155-55f939173cf2" providerId="ADAL" clId="{F33F88E0-3380-47C4-AFDE-F1AC050ADA82}" dt="2026-01-25T16:10:31.405" v="11330" actId="790"/>
          <ac:spMkLst>
            <pc:docMk/>
            <pc:sldMk cId="1444062112" sldId="482"/>
            <ac:spMk id="316" creationId="{EA4BE521-3E70-4413-9446-57A46C89FFFF}"/>
          </ac:spMkLst>
        </pc:spChg>
        <pc:spChg chg="mod">
          <ac:chgData name="Yash Jadhav" userId="535c3d6d-72b8-4f77-8155-55f939173cf2" providerId="ADAL" clId="{F33F88E0-3380-47C4-AFDE-F1AC050ADA82}" dt="2026-01-25T16:10:31.407" v="11331" actId="790"/>
          <ac:spMkLst>
            <pc:docMk/>
            <pc:sldMk cId="1444062112" sldId="482"/>
            <ac:spMk id="317" creationId="{DED15684-4814-44BD-BD88-E1D8C3A95EFB}"/>
          </ac:spMkLst>
        </pc:spChg>
        <pc:spChg chg="mod">
          <ac:chgData name="Yash Jadhav" userId="535c3d6d-72b8-4f77-8155-55f939173cf2" providerId="ADAL" clId="{F33F88E0-3380-47C4-AFDE-F1AC050ADA82}" dt="2026-01-25T16:10:31.410" v="11332" actId="790"/>
          <ac:spMkLst>
            <pc:docMk/>
            <pc:sldMk cId="1444062112" sldId="482"/>
            <ac:spMk id="318" creationId="{CB17FAF5-1659-44CF-B0FD-890D766C9ECC}"/>
          </ac:spMkLst>
        </pc:spChg>
        <pc:spChg chg="mod">
          <ac:chgData name="Yash Jadhav" userId="535c3d6d-72b8-4f77-8155-55f939173cf2" providerId="ADAL" clId="{F33F88E0-3380-47C4-AFDE-F1AC050ADA82}" dt="2026-01-25T16:10:31.286" v="11268" actId="790"/>
          <ac:spMkLst>
            <pc:docMk/>
            <pc:sldMk cId="1444062112" sldId="482"/>
            <ac:spMk id="321" creationId="{57716703-9E58-42DA-8595-0896CB462635}"/>
          </ac:spMkLst>
        </pc:spChg>
        <pc:spChg chg="mod">
          <ac:chgData name="Yash Jadhav" userId="535c3d6d-72b8-4f77-8155-55f939173cf2" providerId="ADAL" clId="{F33F88E0-3380-47C4-AFDE-F1AC050ADA82}" dt="2026-01-25T16:10:31.288" v="11269" actId="790"/>
          <ac:spMkLst>
            <pc:docMk/>
            <pc:sldMk cId="1444062112" sldId="482"/>
            <ac:spMk id="322" creationId="{0CD7D9BF-F67A-4D45-BF59-6F5D91E6F60A}"/>
          </ac:spMkLst>
        </pc:spChg>
        <pc:spChg chg="mod">
          <ac:chgData name="Yash Jadhav" userId="535c3d6d-72b8-4f77-8155-55f939173cf2" providerId="ADAL" clId="{F33F88E0-3380-47C4-AFDE-F1AC050ADA82}" dt="2026-01-25T16:10:31.289" v="11270" actId="790"/>
          <ac:spMkLst>
            <pc:docMk/>
            <pc:sldMk cId="1444062112" sldId="482"/>
            <ac:spMk id="323" creationId="{FFB9EF84-002C-4072-814D-39B0BB130789}"/>
          </ac:spMkLst>
        </pc:spChg>
        <pc:spChg chg="mod">
          <ac:chgData name="Yash Jadhav" userId="535c3d6d-72b8-4f77-8155-55f939173cf2" providerId="ADAL" clId="{F33F88E0-3380-47C4-AFDE-F1AC050ADA82}" dt="2026-01-25T16:10:31.291" v="11271" actId="790"/>
          <ac:spMkLst>
            <pc:docMk/>
            <pc:sldMk cId="1444062112" sldId="482"/>
            <ac:spMk id="324" creationId="{2A89EC38-804D-4EC6-8D69-DF36AEEC3B2E}"/>
          </ac:spMkLst>
        </pc:spChg>
        <pc:spChg chg="mod">
          <ac:chgData name="Yash Jadhav" userId="535c3d6d-72b8-4f77-8155-55f939173cf2" providerId="ADAL" clId="{F33F88E0-3380-47C4-AFDE-F1AC050ADA82}" dt="2026-01-25T16:10:31.293" v="11272" actId="790"/>
          <ac:spMkLst>
            <pc:docMk/>
            <pc:sldMk cId="1444062112" sldId="482"/>
            <ac:spMk id="325" creationId="{A6533220-A06D-4EF0-A913-2307453CF284}"/>
          </ac:spMkLst>
        </pc:spChg>
        <pc:spChg chg="mod">
          <ac:chgData name="Yash Jadhav" userId="535c3d6d-72b8-4f77-8155-55f939173cf2" providerId="ADAL" clId="{F33F88E0-3380-47C4-AFDE-F1AC050ADA82}" dt="2026-01-25T16:10:31.295" v="11273" actId="790"/>
          <ac:spMkLst>
            <pc:docMk/>
            <pc:sldMk cId="1444062112" sldId="482"/>
            <ac:spMk id="326" creationId="{398608AC-0C84-4660-8D29-63E6A2AD3EC0}"/>
          </ac:spMkLst>
        </pc:spChg>
        <pc:spChg chg="mod">
          <ac:chgData name="Yash Jadhav" userId="535c3d6d-72b8-4f77-8155-55f939173cf2" providerId="ADAL" clId="{F33F88E0-3380-47C4-AFDE-F1AC050ADA82}" dt="2026-01-25T16:10:31.298" v="11274" actId="790"/>
          <ac:spMkLst>
            <pc:docMk/>
            <pc:sldMk cId="1444062112" sldId="482"/>
            <ac:spMk id="327" creationId="{81ACA364-8135-4E09-86A7-259184E43414}"/>
          </ac:spMkLst>
        </pc:spChg>
        <pc:spChg chg="mod">
          <ac:chgData name="Yash Jadhav" userId="535c3d6d-72b8-4f77-8155-55f939173cf2" providerId="ADAL" clId="{F33F88E0-3380-47C4-AFDE-F1AC050ADA82}" dt="2026-01-25T16:10:31.300" v="11275" actId="790"/>
          <ac:spMkLst>
            <pc:docMk/>
            <pc:sldMk cId="1444062112" sldId="482"/>
            <ac:spMk id="328" creationId="{396A7888-64BB-4532-9439-F450A9AD3A33}"/>
          </ac:spMkLst>
        </pc:spChg>
        <pc:spChg chg="mod">
          <ac:chgData name="Yash Jadhav" userId="535c3d6d-72b8-4f77-8155-55f939173cf2" providerId="ADAL" clId="{F33F88E0-3380-47C4-AFDE-F1AC050ADA82}" dt="2026-01-25T16:10:31.302" v="11276" actId="790"/>
          <ac:spMkLst>
            <pc:docMk/>
            <pc:sldMk cId="1444062112" sldId="482"/>
            <ac:spMk id="329" creationId="{DDC4EBE4-CC40-4927-867A-8EDC368D9E45}"/>
          </ac:spMkLst>
        </pc:spChg>
        <pc:spChg chg="mod">
          <ac:chgData name="Yash Jadhav" userId="535c3d6d-72b8-4f77-8155-55f939173cf2" providerId="ADAL" clId="{F33F88E0-3380-47C4-AFDE-F1AC050ADA82}" dt="2026-01-25T16:10:31.303" v="11277" actId="790"/>
          <ac:spMkLst>
            <pc:docMk/>
            <pc:sldMk cId="1444062112" sldId="482"/>
            <ac:spMk id="330" creationId="{23524B4D-829F-4EF9-8FB4-E9A088DFC0D0}"/>
          </ac:spMkLst>
        </pc:spChg>
        <pc:spChg chg="mod">
          <ac:chgData name="Yash Jadhav" userId="535c3d6d-72b8-4f77-8155-55f939173cf2" providerId="ADAL" clId="{F33F88E0-3380-47C4-AFDE-F1AC050ADA82}" dt="2026-01-25T16:10:31.305" v="11278" actId="790"/>
          <ac:spMkLst>
            <pc:docMk/>
            <pc:sldMk cId="1444062112" sldId="482"/>
            <ac:spMk id="331" creationId="{5F8B0C18-04EB-439C-AC48-86F2902EF390}"/>
          </ac:spMkLst>
        </pc:spChg>
        <pc:spChg chg="mod">
          <ac:chgData name="Yash Jadhav" userId="535c3d6d-72b8-4f77-8155-55f939173cf2" providerId="ADAL" clId="{F33F88E0-3380-47C4-AFDE-F1AC050ADA82}" dt="2026-01-25T16:10:31.307" v="11279" actId="790"/>
          <ac:spMkLst>
            <pc:docMk/>
            <pc:sldMk cId="1444062112" sldId="482"/>
            <ac:spMk id="332" creationId="{F338AD68-1AD1-4685-92E8-CC9E41D50918}"/>
          </ac:spMkLst>
        </pc:spChg>
        <pc:spChg chg="mod">
          <ac:chgData name="Yash Jadhav" userId="535c3d6d-72b8-4f77-8155-55f939173cf2" providerId="ADAL" clId="{F33F88E0-3380-47C4-AFDE-F1AC050ADA82}" dt="2026-01-25T16:10:31.309" v="11280" actId="790"/>
          <ac:spMkLst>
            <pc:docMk/>
            <pc:sldMk cId="1444062112" sldId="482"/>
            <ac:spMk id="333" creationId="{F114FD38-9E91-4415-B23A-41362CD8805A}"/>
          </ac:spMkLst>
        </pc:spChg>
        <pc:spChg chg="mod">
          <ac:chgData name="Yash Jadhav" userId="535c3d6d-72b8-4f77-8155-55f939173cf2" providerId="ADAL" clId="{F33F88E0-3380-47C4-AFDE-F1AC050ADA82}" dt="2026-01-25T16:10:31.311" v="11281" actId="790"/>
          <ac:spMkLst>
            <pc:docMk/>
            <pc:sldMk cId="1444062112" sldId="482"/>
            <ac:spMk id="334" creationId="{F94FF0C4-C2E2-4F20-B0C1-0573AD29720B}"/>
          </ac:spMkLst>
        </pc:spChg>
        <pc:spChg chg="mod">
          <ac:chgData name="Yash Jadhav" userId="535c3d6d-72b8-4f77-8155-55f939173cf2" providerId="ADAL" clId="{F33F88E0-3380-47C4-AFDE-F1AC050ADA82}" dt="2026-01-25T16:10:31.312" v="11282" actId="790"/>
          <ac:spMkLst>
            <pc:docMk/>
            <pc:sldMk cId="1444062112" sldId="482"/>
            <ac:spMk id="335" creationId="{E005F54C-D89F-4759-A6D5-E32544FE8DCC}"/>
          </ac:spMkLst>
        </pc:spChg>
        <pc:spChg chg="mod">
          <ac:chgData name="Yash Jadhav" userId="535c3d6d-72b8-4f77-8155-55f939173cf2" providerId="ADAL" clId="{F33F88E0-3380-47C4-AFDE-F1AC050ADA82}" dt="2026-01-25T16:10:31.314" v="11283" actId="790"/>
          <ac:spMkLst>
            <pc:docMk/>
            <pc:sldMk cId="1444062112" sldId="482"/>
            <ac:spMk id="336" creationId="{F1F7D2AD-2A9C-413D-83CD-745A82EF1153}"/>
          </ac:spMkLst>
        </pc:spChg>
        <pc:spChg chg="mod">
          <ac:chgData name="Yash Jadhav" userId="535c3d6d-72b8-4f77-8155-55f939173cf2" providerId="ADAL" clId="{F33F88E0-3380-47C4-AFDE-F1AC050ADA82}" dt="2026-01-25T16:10:31.316" v="11284" actId="790"/>
          <ac:spMkLst>
            <pc:docMk/>
            <pc:sldMk cId="1444062112" sldId="482"/>
            <ac:spMk id="337" creationId="{13C418A7-8C4F-4D21-ADE0-C6B3BAF6D29A}"/>
          </ac:spMkLst>
        </pc:spChg>
        <pc:spChg chg="mod">
          <ac:chgData name="Yash Jadhav" userId="535c3d6d-72b8-4f77-8155-55f939173cf2" providerId="ADAL" clId="{F33F88E0-3380-47C4-AFDE-F1AC050ADA82}" dt="2026-01-25T16:10:31.318" v="11285" actId="790"/>
          <ac:spMkLst>
            <pc:docMk/>
            <pc:sldMk cId="1444062112" sldId="482"/>
            <ac:spMk id="338" creationId="{C996C330-5EEF-4EB8-A719-208152C7671C}"/>
          </ac:spMkLst>
        </pc:spChg>
        <pc:spChg chg="mod">
          <ac:chgData name="Yash Jadhav" userId="535c3d6d-72b8-4f77-8155-55f939173cf2" providerId="ADAL" clId="{F33F88E0-3380-47C4-AFDE-F1AC050ADA82}" dt="2026-01-25T16:10:31.320" v="11286" actId="790"/>
          <ac:spMkLst>
            <pc:docMk/>
            <pc:sldMk cId="1444062112" sldId="482"/>
            <ac:spMk id="339" creationId="{7843F24B-E705-45C7-96D0-485CF64BC9E5}"/>
          </ac:spMkLst>
        </pc:spChg>
        <pc:spChg chg="mod">
          <ac:chgData name="Yash Jadhav" userId="535c3d6d-72b8-4f77-8155-55f939173cf2" providerId="ADAL" clId="{F33F88E0-3380-47C4-AFDE-F1AC050ADA82}" dt="2026-01-25T16:10:31.321" v="11287" actId="790"/>
          <ac:spMkLst>
            <pc:docMk/>
            <pc:sldMk cId="1444062112" sldId="482"/>
            <ac:spMk id="340" creationId="{11E51B54-50A8-46D8-ACC3-9F299C4FCA76}"/>
          </ac:spMkLst>
        </pc:spChg>
        <pc:spChg chg="mod">
          <ac:chgData name="Yash Jadhav" userId="535c3d6d-72b8-4f77-8155-55f939173cf2" providerId="ADAL" clId="{F33F88E0-3380-47C4-AFDE-F1AC050ADA82}" dt="2026-01-25T16:10:31.323" v="11288" actId="790"/>
          <ac:spMkLst>
            <pc:docMk/>
            <pc:sldMk cId="1444062112" sldId="482"/>
            <ac:spMk id="341" creationId="{9CE287C2-9E55-4251-A80A-4C7133E066D2}"/>
          </ac:spMkLst>
        </pc:spChg>
        <pc:spChg chg="mod">
          <ac:chgData name="Yash Jadhav" userId="535c3d6d-72b8-4f77-8155-55f939173cf2" providerId="ADAL" clId="{F33F88E0-3380-47C4-AFDE-F1AC050ADA82}" dt="2026-01-25T16:10:31.325" v="11289" actId="790"/>
          <ac:spMkLst>
            <pc:docMk/>
            <pc:sldMk cId="1444062112" sldId="482"/>
            <ac:spMk id="342" creationId="{EE35CB24-4962-4602-9080-01693AA1AB60}"/>
          </ac:spMkLst>
        </pc:spChg>
        <pc:spChg chg="mod">
          <ac:chgData name="Yash Jadhav" userId="535c3d6d-72b8-4f77-8155-55f939173cf2" providerId="ADAL" clId="{F33F88E0-3380-47C4-AFDE-F1AC050ADA82}" dt="2026-01-25T16:10:31.327" v="11290" actId="790"/>
          <ac:spMkLst>
            <pc:docMk/>
            <pc:sldMk cId="1444062112" sldId="482"/>
            <ac:spMk id="343" creationId="{CAA960D7-F8A2-483C-820B-F14678783BEA}"/>
          </ac:spMkLst>
        </pc:spChg>
        <pc:spChg chg="mod">
          <ac:chgData name="Yash Jadhav" userId="535c3d6d-72b8-4f77-8155-55f939173cf2" providerId="ADAL" clId="{F33F88E0-3380-47C4-AFDE-F1AC050ADA82}" dt="2026-01-25T16:10:31.330" v="11291" actId="790"/>
          <ac:spMkLst>
            <pc:docMk/>
            <pc:sldMk cId="1444062112" sldId="482"/>
            <ac:spMk id="344" creationId="{2CB28BFC-E044-4B15-B0F0-4024C9F9497F}"/>
          </ac:spMkLst>
        </pc:spChg>
        <pc:spChg chg="mod">
          <ac:chgData name="Yash Jadhav" userId="535c3d6d-72b8-4f77-8155-55f939173cf2" providerId="ADAL" clId="{F33F88E0-3380-47C4-AFDE-F1AC050ADA82}" dt="2026-01-25T16:10:31.332" v="11292" actId="790"/>
          <ac:spMkLst>
            <pc:docMk/>
            <pc:sldMk cId="1444062112" sldId="482"/>
            <ac:spMk id="345" creationId="{BE88E1D1-F6D6-4BD9-A08A-4ADAF9ED4627}"/>
          </ac:spMkLst>
        </pc:spChg>
        <pc:spChg chg="mod">
          <ac:chgData name="Yash Jadhav" userId="535c3d6d-72b8-4f77-8155-55f939173cf2" providerId="ADAL" clId="{F33F88E0-3380-47C4-AFDE-F1AC050ADA82}" dt="2026-01-25T16:10:31.333" v="11293" actId="790"/>
          <ac:spMkLst>
            <pc:docMk/>
            <pc:sldMk cId="1444062112" sldId="482"/>
            <ac:spMk id="346" creationId="{B66E6B32-06A8-46C7-91C9-DC70B0D2061E}"/>
          </ac:spMkLst>
        </pc:spChg>
        <pc:spChg chg="mod">
          <ac:chgData name="Yash Jadhav" userId="535c3d6d-72b8-4f77-8155-55f939173cf2" providerId="ADAL" clId="{F33F88E0-3380-47C4-AFDE-F1AC050ADA82}" dt="2026-01-25T16:10:31.414" v="11333" actId="790"/>
          <ac:spMkLst>
            <pc:docMk/>
            <pc:sldMk cId="1444062112" sldId="482"/>
            <ac:spMk id="348" creationId="{7338F8A8-55BE-4DE4-AF07-992D854F4B07}"/>
          </ac:spMkLst>
        </pc:spChg>
        <pc:spChg chg="mod">
          <ac:chgData name="Yash Jadhav" userId="535c3d6d-72b8-4f77-8155-55f939173cf2" providerId="ADAL" clId="{F33F88E0-3380-47C4-AFDE-F1AC050ADA82}" dt="2026-01-25T16:10:31.417" v="11334" actId="790"/>
          <ac:spMkLst>
            <pc:docMk/>
            <pc:sldMk cId="1444062112" sldId="482"/>
            <ac:spMk id="349" creationId="{A6292C88-A8D8-43C0-B388-67EEEEE1D4B4}"/>
          </ac:spMkLst>
        </pc:spChg>
        <pc:spChg chg="mod">
          <ac:chgData name="Yash Jadhav" userId="535c3d6d-72b8-4f77-8155-55f939173cf2" providerId="ADAL" clId="{F33F88E0-3380-47C4-AFDE-F1AC050ADA82}" dt="2026-01-25T16:10:31.419" v="11335" actId="790"/>
          <ac:spMkLst>
            <pc:docMk/>
            <pc:sldMk cId="1444062112" sldId="482"/>
            <ac:spMk id="350" creationId="{252ED93B-82FF-47A4-9CB3-3A051D6CDFCF}"/>
          </ac:spMkLst>
        </pc:spChg>
        <pc:spChg chg="mod">
          <ac:chgData name="Yash Jadhav" userId="535c3d6d-72b8-4f77-8155-55f939173cf2" providerId="ADAL" clId="{F33F88E0-3380-47C4-AFDE-F1AC050ADA82}" dt="2026-01-25T16:10:31.421" v="11336" actId="790"/>
          <ac:spMkLst>
            <pc:docMk/>
            <pc:sldMk cId="1444062112" sldId="482"/>
            <ac:spMk id="351" creationId="{2A657391-9368-4D0E-B357-2FC88DFAD194}"/>
          </ac:spMkLst>
        </pc:spChg>
        <pc:spChg chg="mod">
          <ac:chgData name="Yash Jadhav" userId="535c3d6d-72b8-4f77-8155-55f939173cf2" providerId="ADAL" clId="{F33F88E0-3380-47C4-AFDE-F1AC050ADA82}" dt="2026-01-25T16:10:31.423" v="11337" actId="790"/>
          <ac:spMkLst>
            <pc:docMk/>
            <pc:sldMk cId="1444062112" sldId="482"/>
            <ac:spMk id="352" creationId="{0FEBCDFD-501E-4278-8191-18424A47560C}"/>
          </ac:spMkLst>
        </pc:spChg>
        <pc:spChg chg="mod">
          <ac:chgData name="Yash Jadhav" userId="535c3d6d-72b8-4f77-8155-55f939173cf2" providerId="ADAL" clId="{F33F88E0-3380-47C4-AFDE-F1AC050ADA82}" dt="2026-01-25T16:10:31.425" v="11338" actId="790"/>
          <ac:spMkLst>
            <pc:docMk/>
            <pc:sldMk cId="1444062112" sldId="482"/>
            <ac:spMk id="353" creationId="{606AB33D-BB60-45AE-AAA1-C64B0F9408A4}"/>
          </ac:spMkLst>
        </pc:spChg>
        <pc:spChg chg="mod">
          <ac:chgData name="Yash Jadhav" userId="535c3d6d-72b8-4f77-8155-55f939173cf2" providerId="ADAL" clId="{F33F88E0-3380-47C4-AFDE-F1AC050ADA82}" dt="2026-01-25T16:10:31.428" v="11339" actId="790"/>
          <ac:spMkLst>
            <pc:docMk/>
            <pc:sldMk cId="1444062112" sldId="482"/>
            <ac:spMk id="354" creationId="{66835625-BEEC-490C-84E5-5BE9B4F1929D}"/>
          </ac:spMkLst>
        </pc:spChg>
        <pc:spChg chg="mod">
          <ac:chgData name="Yash Jadhav" userId="535c3d6d-72b8-4f77-8155-55f939173cf2" providerId="ADAL" clId="{F33F88E0-3380-47C4-AFDE-F1AC050ADA82}" dt="2026-01-25T16:10:31.431" v="11340" actId="790"/>
          <ac:spMkLst>
            <pc:docMk/>
            <pc:sldMk cId="1444062112" sldId="482"/>
            <ac:spMk id="355" creationId="{96C78704-F8A0-45B5-B9FE-211628C47A1F}"/>
          </ac:spMkLst>
        </pc:spChg>
        <pc:spChg chg="mod">
          <ac:chgData name="Yash Jadhav" userId="535c3d6d-72b8-4f77-8155-55f939173cf2" providerId="ADAL" clId="{F33F88E0-3380-47C4-AFDE-F1AC050ADA82}" dt="2026-01-25T16:10:31.432" v="11341" actId="790"/>
          <ac:spMkLst>
            <pc:docMk/>
            <pc:sldMk cId="1444062112" sldId="482"/>
            <ac:spMk id="356" creationId="{92B529E8-4A6A-4E4C-823B-B882D5F91474}"/>
          </ac:spMkLst>
        </pc:spChg>
        <pc:spChg chg="mod">
          <ac:chgData name="Yash Jadhav" userId="535c3d6d-72b8-4f77-8155-55f939173cf2" providerId="ADAL" clId="{F33F88E0-3380-47C4-AFDE-F1AC050ADA82}" dt="2026-01-25T16:10:31.435" v="11342" actId="790"/>
          <ac:spMkLst>
            <pc:docMk/>
            <pc:sldMk cId="1444062112" sldId="482"/>
            <ac:spMk id="357" creationId="{B40C3E6C-715F-40D5-A32F-9C85B941188D}"/>
          </ac:spMkLst>
        </pc:spChg>
        <pc:spChg chg="mod">
          <ac:chgData name="Yash Jadhav" userId="535c3d6d-72b8-4f77-8155-55f939173cf2" providerId="ADAL" clId="{F33F88E0-3380-47C4-AFDE-F1AC050ADA82}" dt="2026-01-25T16:10:31.437" v="11343" actId="790"/>
          <ac:spMkLst>
            <pc:docMk/>
            <pc:sldMk cId="1444062112" sldId="482"/>
            <ac:spMk id="358" creationId="{B251572F-118D-4581-9384-D210F348093E}"/>
          </ac:spMkLst>
        </pc:spChg>
        <pc:spChg chg="mod">
          <ac:chgData name="Yash Jadhav" userId="535c3d6d-72b8-4f77-8155-55f939173cf2" providerId="ADAL" clId="{F33F88E0-3380-47C4-AFDE-F1AC050ADA82}" dt="2026-01-25T16:10:31.439" v="11344" actId="790"/>
          <ac:spMkLst>
            <pc:docMk/>
            <pc:sldMk cId="1444062112" sldId="482"/>
            <ac:spMk id="359" creationId="{B288E6CA-0966-4421-92AE-92C85B7ABD9D}"/>
          </ac:spMkLst>
        </pc:spChg>
        <pc:spChg chg="mod">
          <ac:chgData name="Yash Jadhav" userId="535c3d6d-72b8-4f77-8155-55f939173cf2" providerId="ADAL" clId="{F33F88E0-3380-47C4-AFDE-F1AC050ADA82}" dt="2026-01-25T16:10:31.443" v="11345" actId="790"/>
          <ac:spMkLst>
            <pc:docMk/>
            <pc:sldMk cId="1444062112" sldId="482"/>
            <ac:spMk id="360" creationId="{DDA146A8-494A-4B11-8077-B9137A1D2114}"/>
          </ac:spMkLst>
        </pc:spChg>
        <pc:spChg chg="mod">
          <ac:chgData name="Yash Jadhav" userId="535c3d6d-72b8-4f77-8155-55f939173cf2" providerId="ADAL" clId="{F33F88E0-3380-47C4-AFDE-F1AC050ADA82}" dt="2026-01-25T16:10:31.448" v="11346" actId="790"/>
          <ac:spMkLst>
            <pc:docMk/>
            <pc:sldMk cId="1444062112" sldId="482"/>
            <ac:spMk id="361" creationId="{4E70ABA1-3F67-49A8-9CF0-11F9E37FF3BE}"/>
          </ac:spMkLst>
        </pc:spChg>
        <pc:spChg chg="mod">
          <ac:chgData name="Yash Jadhav" userId="535c3d6d-72b8-4f77-8155-55f939173cf2" providerId="ADAL" clId="{F33F88E0-3380-47C4-AFDE-F1AC050ADA82}" dt="2026-01-25T16:10:31.451" v="11347" actId="790"/>
          <ac:spMkLst>
            <pc:docMk/>
            <pc:sldMk cId="1444062112" sldId="482"/>
            <ac:spMk id="362" creationId="{B46DE946-D152-4080-871C-173C47F2D187}"/>
          </ac:spMkLst>
        </pc:spChg>
        <pc:spChg chg="mod">
          <ac:chgData name="Yash Jadhav" userId="535c3d6d-72b8-4f77-8155-55f939173cf2" providerId="ADAL" clId="{F33F88E0-3380-47C4-AFDE-F1AC050ADA82}" dt="2026-01-25T16:10:31.454" v="11348" actId="790"/>
          <ac:spMkLst>
            <pc:docMk/>
            <pc:sldMk cId="1444062112" sldId="482"/>
            <ac:spMk id="363" creationId="{D706B8D1-DF84-45A7-9143-021D3FFA1992}"/>
          </ac:spMkLst>
        </pc:spChg>
        <pc:spChg chg="mod">
          <ac:chgData name="Yash Jadhav" userId="535c3d6d-72b8-4f77-8155-55f939173cf2" providerId="ADAL" clId="{F33F88E0-3380-47C4-AFDE-F1AC050ADA82}" dt="2026-01-25T16:10:31.456" v="11349" actId="790"/>
          <ac:spMkLst>
            <pc:docMk/>
            <pc:sldMk cId="1444062112" sldId="482"/>
            <ac:spMk id="364" creationId="{687789FA-6E45-446F-BE12-CC2B35E89C15}"/>
          </ac:spMkLst>
        </pc:spChg>
        <pc:spChg chg="mod">
          <ac:chgData name="Yash Jadhav" userId="535c3d6d-72b8-4f77-8155-55f939173cf2" providerId="ADAL" clId="{F33F88E0-3380-47C4-AFDE-F1AC050ADA82}" dt="2026-01-25T16:10:31.458" v="11350" actId="790"/>
          <ac:spMkLst>
            <pc:docMk/>
            <pc:sldMk cId="1444062112" sldId="482"/>
            <ac:spMk id="365" creationId="{CD228A47-1A74-4D40-BF29-7F01C12198DA}"/>
          </ac:spMkLst>
        </pc:spChg>
        <pc:spChg chg="mod">
          <ac:chgData name="Yash Jadhav" userId="535c3d6d-72b8-4f77-8155-55f939173cf2" providerId="ADAL" clId="{F33F88E0-3380-47C4-AFDE-F1AC050ADA82}" dt="2026-01-25T16:10:31.461" v="11351" actId="790"/>
          <ac:spMkLst>
            <pc:docMk/>
            <pc:sldMk cId="1444062112" sldId="482"/>
            <ac:spMk id="366" creationId="{49E44009-3335-4F9D-A86D-D3976A81D1CA}"/>
          </ac:spMkLst>
        </pc:spChg>
        <pc:spChg chg="mod">
          <ac:chgData name="Yash Jadhav" userId="535c3d6d-72b8-4f77-8155-55f939173cf2" providerId="ADAL" clId="{F33F88E0-3380-47C4-AFDE-F1AC050ADA82}" dt="2026-01-25T16:10:31.463" v="11352" actId="790"/>
          <ac:spMkLst>
            <pc:docMk/>
            <pc:sldMk cId="1444062112" sldId="482"/>
            <ac:spMk id="367" creationId="{E30DE9D3-0BBD-4278-91E2-2841C6C16151}"/>
          </ac:spMkLst>
        </pc:spChg>
        <pc:spChg chg="mod">
          <ac:chgData name="Yash Jadhav" userId="535c3d6d-72b8-4f77-8155-55f939173cf2" providerId="ADAL" clId="{F33F88E0-3380-47C4-AFDE-F1AC050ADA82}" dt="2026-01-25T16:10:31.466" v="11353" actId="790"/>
          <ac:spMkLst>
            <pc:docMk/>
            <pc:sldMk cId="1444062112" sldId="482"/>
            <ac:spMk id="368" creationId="{111CCA9A-5DE2-4BA8-9255-2585F906AD27}"/>
          </ac:spMkLst>
        </pc:spChg>
        <pc:spChg chg="mod">
          <ac:chgData name="Yash Jadhav" userId="535c3d6d-72b8-4f77-8155-55f939173cf2" providerId="ADAL" clId="{F33F88E0-3380-47C4-AFDE-F1AC050ADA82}" dt="2026-01-25T16:10:31.468" v="11354" actId="790"/>
          <ac:spMkLst>
            <pc:docMk/>
            <pc:sldMk cId="1444062112" sldId="482"/>
            <ac:spMk id="369" creationId="{2EBA3EE5-04FE-4BED-94E7-B1E606C4FF31}"/>
          </ac:spMkLst>
        </pc:spChg>
        <pc:spChg chg="mod">
          <ac:chgData name="Yash Jadhav" userId="535c3d6d-72b8-4f77-8155-55f939173cf2" providerId="ADAL" clId="{F33F88E0-3380-47C4-AFDE-F1AC050ADA82}" dt="2026-01-25T16:10:31.471" v="11355" actId="790"/>
          <ac:spMkLst>
            <pc:docMk/>
            <pc:sldMk cId="1444062112" sldId="482"/>
            <ac:spMk id="370" creationId="{DF47B2D8-2122-45B1-8CC9-FBDD7ECC164F}"/>
          </ac:spMkLst>
        </pc:spChg>
        <pc:spChg chg="mod">
          <ac:chgData name="Yash Jadhav" userId="535c3d6d-72b8-4f77-8155-55f939173cf2" providerId="ADAL" clId="{F33F88E0-3380-47C4-AFDE-F1AC050ADA82}" dt="2026-01-25T16:10:31.473" v="11356" actId="790"/>
          <ac:spMkLst>
            <pc:docMk/>
            <pc:sldMk cId="1444062112" sldId="482"/>
            <ac:spMk id="371" creationId="{14349518-F4C5-47D1-96FB-71F3E04DF176}"/>
          </ac:spMkLst>
        </pc:spChg>
        <pc:spChg chg="mod">
          <ac:chgData name="Yash Jadhav" userId="535c3d6d-72b8-4f77-8155-55f939173cf2" providerId="ADAL" clId="{F33F88E0-3380-47C4-AFDE-F1AC050ADA82}" dt="2026-01-25T16:10:31.476" v="11357" actId="790"/>
          <ac:spMkLst>
            <pc:docMk/>
            <pc:sldMk cId="1444062112" sldId="482"/>
            <ac:spMk id="372" creationId="{E026F1D4-B494-4CB5-9953-8D6DA430F0AC}"/>
          </ac:spMkLst>
        </pc:spChg>
        <pc:spChg chg="mod">
          <ac:chgData name="Yash Jadhav" userId="535c3d6d-72b8-4f77-8155-55f939173cf2" providerId="ADAL" clId="{F33F88E0-3380-47C4-AFDE-F1AC050ADA82}" dt="2026-01-25T16:10:31.479" v="11358" actId="790"/>
          <ac:spMkLst>
            <pc:docMk/>
            <pc:sldMk cId="1444062112" sldId="482"/>
            <ac:spMk id="373" creationId="{A461CC2D-42D1-4118-884C-79D4BFE61B36}"/>
          </ac:spMkLst>
        </pc:spChg>
        <pc:spChg chg="mod">
          <ac:chgData name="Yash Jadhav" userId="535c3d6d-72b8-4f77-8155-55f939173cf2" providerId="ADAL" clId="{F33F88E0-3380-47C4-AFDE-F1AC050ADA82}" dt="2026-01-25T16:10:31.481" v="11359" actId="790"/>
          <ac:spMkLst>
            <pc:docMk/>
            <pc:sldMk cId="1444062112" sldId="482"/>
            <ac:spMk id="374" creationId="{D0522EE4-82C1-4AB7-B841-21214AA8800C}"/>
          </ac:spMkLst>
        </pc:spChg>
        <pc:spChg chg="mod">
          <ac:chgData name="Yash Jadhav" userId="535c3d6d-72b8-4f77-8155-55f939173cf2" providerId="ADAL" clId="{F33F88E0-3380-47C4-AFDE-F1AC050ADA82}" dt="2026-01-25T16:10:31.483" v="11360" actId="790"/>
          <ac:spMkLst>
            <pc:docMk/>
            <pc:sldMk cId="1444062112" sldId="482"/>
            <ac:spMk id="375" creationId="{828BBB4E-C089-40F5-B390-792F1F9A24CF}"/>
          </ac:spMkLst>
        </pc:spChg>
        <pc:spChg chg="mod">
          <ac:chgData name="Yash Jadhav" userId="535c3d6d-72b8-4f77-8155-55f939173cf2" providerId="ADAL" clId="{F33F88E0-3380-47C4-AFDE-F1AC050ADA82}" dt="2026-01-25T16:10:31.487" v="11361" actId="790"/>
          <ac:spMkLst>
            <pc:docMk/>
            <pc:sldMk cId="1444062112" sldId="482"/>
            <ac:spMk id="376" creationId="{02F4870C-0531-484C-BF52-FBD21D8EFE4E}"/>
          </ac:spMkLst>
        </pc:spChg>
        <pc:spChg chg="mod">
          <ac:chgData name="Yash Jadhav" userId="535c3d6d-72b8-4f77-8155-55f939173cf2" providerId="ADAL" clId="{F33F88E0-3380-47C4-AFDE-F1AC050ADA82}" dt="2026-01-25T16:10:31.491" v="11362" actId="790"/>
          <ac:spMkLst>
            <pc:docMk/>
            <pc:sldMk cId="1444062112" sldId="482"/>
            <ac:spMk id="377" creationId="{15D11FB6-A528-4833-BD42-2C5B63EA6C7B}"/>
          </ac:spMkLst>
        </pc:spChg>
        <pc:spChg chg="mod">
          <ac:chgData name="Yash Jadhav" userId="535c3d6d-72b8-4f77-8155-55f939173cf2" providerId="ADAL" clId="{F33F88E0-3380-47C4-AFDE-F1AC050ADA82}" dt="2026-01-25T16:10:31.496" v="11363" actId="790"/>
          <ac:spMkLst>
            <pc:docMk/>
            <pc:sldMk cId="1444062112" sldId="482"/>
            <ac:spMk id="378" creationId="{4BBAF218-44F6-4C50-8259-6F1532A04501}"/>
          </ac:spMkLst>
        </pc:spChg>
        <pc:spChg chg="mod">
          <ac:chgData name="Yash Jadhav" userId="535c3d6d-72b8-4f77-8155-55f939173cf2" providerId="ADAL" clId="{F33F88E0-3380-47C4-AFDE-F1AC050ADA82}" dt="2026-01-25T16:10:31.501" v="11364" actId="790"/>
          <ac:spMkLst>
            <pc:docMk/>
            <pc:sldMk cId="1444062112" sldId="482"/>
            <ac:spMk id="379" creationId="{27623B5F-3F8D-4ABD-8939-E5D553EE48C2}"/>
          </ac:spMkLst>
        </pc:spChg>
        <pc:spChg chg="mod">
          <ac:chgData name="Yash Jadhav" userId="535c3d6d-72b8-4f77-8155-55f939173cf2" providerId="ADAL" clId="{F33F88E0-3380-47C4-AFDE-F1AC050ADA82}" dt="2026-01-25T16:10:31.504" v="11365" actId="790"/>
          <ac:spMkLst>
            <pc:docMk/>
            <pc:sldMk cId="1444062112" sldId="482"/>
            <ac:spMk id="380" creationId="{2F9D07BD-3363-49B1-B877-9DC155F83FAB}"/>
          </ac:spMkLst>
        </pc:spChg>
        <pc:spChg chg="mod">
          <ac:chgData name="Yash Jadhav" userId="535c3d6d-72b8-4f77-8155-55f939173cf2" providerId="ADAL" clId="{F33F88E0-3380-47C4-AFDE-F1AC050ADA82}" dt="2026-01-25T16:10:31.507" v="11366" actId="790"/>
          <ac:spMkLst>
            <pc:docMk/>
            <pc:sldMk cId="1444062112" sldId="482"/>
            <ac:spMk id="381" creationId="{4C414F0A-F996-4CD2-B827-7354E41BE9AC}"/>
          </ac:spMkLst>
        </pc:spChg>
        <pc:spChg chg="mod">
          <ac:chgData name="Yash Jadhav" userId="535c3d6d-72b8-4f77-8155-55f939173cf2" providerId="ADAL" clId="{F33F88E0-3380-47C4-AFDE-F1AC050ADA82}" dt="2026-01-25T16:10:31.509" v="11367" actId="790"/>
          <ac:spMkLst>
            <pc:docMk/>
            <pc:sldMk cId="1444062112" sldId="482"/>
            <ac:spMk id="382" creationId="{3A02EA4A-AFD9-4FD8-9D89-FE1740D85623}"/>
          </ac:spMkLst>
        </pc:spChg>
        <pc:spChg chg="mod">
          <ac:chgData name="Yash Jadhav" userId="535c3d6d-72b8-4f77-8155-55f939173cf2" providerId="ADAL" clId="{F33F88E0-3380-47C4-AFDE-F1AC050ADA82}" dt="2026-01-25T16:10:31.512" v="11368" actId="790"/>
          <ac:spMkLst>
            <pc:docMk/>
            <pc:sldMk cId="1444062112" sldId="482"/>
            <ac:spMk id="383" creationId="{36C94807-FA0A-4DC4-9933-97679B282E34}"/>
          </ac:spMkLst>
        </pc:spChg>
        <pc:spChg chg="mod">
          <ac:chgData name="Yash Jadhav" userId="535c3d6d-72b8-4f77-8155-55f939173cf2" providerId="ADAL" clId="{F33F88E0-3380-47C4-AFDE-F1AC050ADA82}" dt="2026-01-25T16:10:31.514" v="11369" actId="790"/>
          <ac:spMkLst>
            <pc:docMk/>
            <pc:sldMk cId="1444062112" sldId="482"/>
            <ac:spMk id="384" creationId="{010D3F2A-7AF6-4BAE-B88E-3411D947B3B9}"/>
          </ac:spMkLst>
        </pc:spChg>
        <pc:spChg chg="mod">
          <ac:chgData name="Yash Jadhav" userId="535c3d6d-72b8-4f77-8155-55f939173cf2" providerId="ADAL" clId="{F33F88E0-3380-47C4-AFDE-F1AC050ADA82}" dt="2026-01-25T16:10:31.515" v="11370" actId="790"/>
          <ac:spMkLst>
            <pc:docMk/>
            <pc:sldMk cId="1444062112" sldId="482"/>
            <ac:spMk id="385" creationId="{A22D552C-0804-41C5-BE0A-BA3E8B7516F0}"/>
          </ac:spMkLst>
        </pc:spChg>
        <pc:spChg chg="mod">
          <ac:chgData name="Yash Jadhav" userId="535c3d6d-72b8-4f77-8155-55f939173cf2" providerId="ADAL" clId="{F33F88E0-3380-47C4-AFDE-F1AC050ADA82}" dt="2026-01-25T16:10:31.519" v="11371" actId="790"/>
          <ac:spMkLst>
            <pc:docMk/>
            <pc:sldMk cId="1444062112" sldId="482"/>
            <ac:spMk id="386" creationId="{81F7D9C1-A35E-4237-997D-D8D334E5026A}"/>
          </ac:spMkLst>
        </pc:spChg>
        <pc:spChg chg="mod">
          <ac:chgData name="Yash Jadhav" userId="535c3d6d-72b8-4f77-8155-55f939173cf2" providerId="ADAL" clId="{F33F88E0-3380-47C4-AFDE-F1AC050ADA82}" dt="2026-01-25T16:10:31.522" v="11372" actId="790"/>
          <ac:spMkLst>
            <pc:docMk/>
            <pc:sldMk cId="1444062112" sldId="482"/>
            <ac:spMk id="387" creationId="{DA399273-A5A1-4CD7-9964-0EE8960794A5}"/>
          </ac:spMkLst>
        </pc:spChg>
        <pc:spChg chg="mod">
          <ac:chgData name="Yash Jadhav" userId="535c3d6d-72b8-4f77-8155-55f939173cf2" providerId="ADAL" clId="{F33F88E0-3380-47C4-AFDE-F1AC050ADA82}" dt="2026-01-25T16:10:31.525" v="11373" actId="790"/>
          <ac:spMkLst>
            <pc:docMk/>
            <pc:sldMk cId="1444062112" sldId="482"/>
            <ac:spMk id="388" creationId="{940A4605-095D-4F9B-AB9E-A692D27B0028}"/>
          </ac:spMkLst>
        </pc:spChg>
        <pc:spChg chg="mod">
          <ac:chgData name="Yash Jadhav" userId="535c3d6d-72b8-4f77-8155-55f939173cf2" providerId="ADAL" clId="{F33F88E0-3380-47C4-AFDE-F1AC050ADA82}" dt="2026-01-25T16:10:31.528" v="11374" actId="790"/>
          <ac:spMkLst>
            <pc:docMk/>
            <pc:sldMk cId="1444062112" sldId="482"/>
            <ac:spMk id="389" creationId="{563834D2-0024-4A0E-A605-5BEA3FF23771}"/>
          </ac:spMkLst>
        </pc:spChg>
        <pc:spChg chg="mod">
          <ac:chgData name="Yash Jadhav" userId="535c3d6d-72b8-4f77-8155-55f939173cf2" providerId="ADAL" clId="{F33F88E0-3380-47C4-AFDE-F1AC050ADA82}" dt="2026-01-25T16:10:31.530" v="11375" actId="790"/>
          <ac:spMkLst>
            <pc:docMk/>
            <pc:sldMk cId="1444062112" sldId="482"/>
            <ac:spMk id="390" creationId="{059A0609-DC84-4BF6-B539-7973E3EBAB39}"/>
          </ac:spMkLst>
        </pc:spChg>
        <pc:spChg chg="mod">
          <ac:chgData name="Yash Jadhav" userId="535c3d6d-72b8-4f77-8155-55f939173cf2" providerId="ADAL" clId="{F33F88E0-3380-47C4-AFDE-F1AC050ADA82}" dt="2026-01-25T16:10:31.532" v="11376" actId="790"/>
          <ac:spMkLst>
            <pc:docMk/>
            <pc:sldMk cId="1444062112" sldId="482"/>
            <ac:spMk id="391" creationId="{4DF64795-3F7E-4984-B651-F9CBA2A78F11}"/>
          </ac:spMkLst>
        </pc:spChg>
        <pc:spChg chg="mod">
          <ac:chgData name="Yash Jadhav" userId="535c3d6d-72b8-4f77-8155-55f939173cf2" providerId="ADAL" clId="{F33F88E0-3380-47C4-AFDE-F1AC050ADA82}" dt="2026-01-25T16:10:31.217" v="11238" actId="790"/>
          <ac:spMkLst>
            <pc:docMk/>
            <pc:sldMk cId="1444062112" sldId="482"/>
            <ac:spMk id="392" creationId="{754A1326-0D1B-40F4-A7B1-7A0AAAE436DB}"/>
          </ac:spMkLst>
        </pc:spChg>
        <pc:spChg chg="mod">
          <ac:chgData name="Yash Jadhav" userId="535c3d6d-72b8-4f77-8155-55f939173cf2" providerId="ADAL" clId="{F33F88E0-3380-47C4-AFDE-F1AC050ADA82}" dt="2026-01-25T16:10:31.219" v="11239" actId="790"/>
          <ac:spMkLst>
            <pc:docMk/>
            <pc:sldMk cId="1444062112" sldId="482"/>
            <ac:spMk id="393" creationId="{BB40BE38-B459-4161-8EA9-E15F3A14D15D}"/>
          </ac:spMkLst>
        </pc:spChg>
        <pc:spChg chg="mod">
          <ac:chgData name="Yash Jadhav" userId="535c3d6d-72b8-4f77-8155-55f939173cf2" providerId="ADAL" clId="{F33F88E0-3380-47C4-AFDE-F1AC050ADA82}" dt="2026-01-25T16:10:31.215" v="11237" actId="790"/>
          <ac:spMkLst>
            <pc:docMk/>
            <pc:sldMk cId="1444062112" sldId="482"/>
            <ac:spMk id="394" creationId="{E4B51850-62FC-4D50-8445-A1B672D9E73A}"/>
          </ac:spMkLst>
        </pc:spChg>
        <pc:spChg chg="mod">
          <ac:chgData name="Yash Jadhav" userId="535c3d6d-72b8-4f77-8155-55f939173cf2" providerId="ADAL" clId="{F33F88E0-3380-47C4-AFDE-F1AC050ADA82}" dt="2026-01-25T16:10:31.213" v="11236" actId="790"/>
          <ac:spMkLst>
            <pc:docMk/>
            <pc:sldMk cId="1444062112" sldId="482"/>
            <ac:spMk id="395" creationId="{705E66A0-9608-4D89-8D80-EA79731962CD}"/>
          </ac:spMkLst>
        </pc:spChg>
        <pc:spChg chg="mod">
          <ac:chgData name="Yash Jadhav" userId="535c3d6d-72b8-4f77-8155-55f939173cf2" providerId="ADAL" clId="{F33F88E0-3380-47C4-AFDE-F1AC050ADA82}" dt="2026-01-25T16:10:31.536" v="11377" actId="790"/>
          <ac:spMkLst>
            <pc:docMk/>
            <pc:sldMk cId="1444062112" sldId="482"/>
            <ac:spMk id="741" creationId="{74B4E711-7F2F-4F6F-86E2-04B421416B9F}"/>
          </ac:spMkLst>
        </pc:spChg>
        <pc:spChg chg="mod">
          <ac:chgData name="Yash Jadhav" userId="535c3d6d-72b8-4f77-8155-55f939173cf2" providerId="ADAL" clId="{F33F88E0-3380-47C4-AFDE-F1AC050ADA82}" dt="2026-01-25T16:10:31.538" v="11378" actId="790"/>
          <ac:spMkLst>
            <pc:docMk/>
            <pc:sldMk cId="1444062112" sldId="482"/>
            <ac:spMk id="742" creationId="{510F694D-3E34-4D62-8C13-746574A46754}"/>
          </ac:spMkLst>
        </pc:spChg>
        <pc:spChg chg="mod">
          <ac:chgData name="Yash Jadhav" userId="535c3d6d-72b8-4f77-8155-55f939173cf2" providerId="ADAL" clId="{F33F88E0-3380-47C4-AFDE-F1AC050ADA82}" dt="2026-01-25T16:10:31.541" v="11379" actId="790"/>
          <ac:spMkLst>
            <pc:docMk/>
            <pc:sldMk cId="1444062112" sldId="482"/>
            <ac:spMk id="743" creationId="{1CFB4081-1C55-4CBC-902A-5A1DF0BC0316}"/>
          </ac:spMkLst>
        </pc:spChg>
        <pc:spChg chg="mod">
          <ac:chgData name="Yash Jadhav" userId="535c3d6d-72b8-4f77-8155-55f939173cf2" providerId="ADAL" clId="{F33F88E0-3380-47C4-AFDE-F1AC050ADA82}" dt="2026-01-25T16:10:31.544" v="11380" actId="790"/>
          <ac:spMkLst>
            <pc:docMk/>
            <pc:sldMk cId="1444062112" sldId="482"/>
            <ac:spMk id="745" creationId="{C7DEAF8F-8D32-4ABB-9A6B-7255014616C7}"/>
          </ac:spMkLst>
        </pc:spChg>
        <pc:spChg chg="mod">
          <ac:chgData name="Yash Jadhav" userId="535c3d6d-72b8-4f77-8155-55f939173cf2" providerId="ADAL" clId="{F33F88E0-3380-47C4-AFDE-F1AC050ADA82}" dt="2026-01-25T16:10:31.546" v="11381" actId="790"/>
          <ac:spMkLst>
            <pc:docMk/>
            <pc:sldMk cId="1444062112" sldId="482"/>
            <ac:spMk id="746" creationId="{64CA19AD-0061-46EA-A9CB-887AD44378A0}"/>
          </ac:spMkLst>
        </pc:spChg>
        <pc:spChg chg="mod">
          <ac:chgData name="Yash Jadhav" userId="535c3d6d-72b8-4f77-8155-55f939173cf2" providerId="ADAL" clId="{F33F88E0-3380-47C4-AFDE-F1AC050ADA82}" dt="2026-01-25T16:10:31.549" v="11382" actId="790"/>
          <ac:spMkLst>
            <pc:docMk/>
            <pc:sldMk cId="1444062112" sldId="482"/>
            <ac:spMk id="747" creationId="{61AC65E6-C5C4-406E-9F3D-EAD9EAE4FC5B}"/>
          </ac:spMkLst>
        </pc:spChg>
        <pc:spChg chg="mod">
          <ac:chgData name="Yash Jadhav" userId="535c3d6d-72b8-4f77-8155-55f939173cf2" providerId="ADAL" clId="{F33F88E0-3380-47C4-AFDE-F1AC050ADA82}" dt="2026-01-25T16:10:31.551" v="11383" actId="790"/>
          <ac:spMkLst>
            <pc:docMk/>
            <pc:sldMk cId="1444062112" sldId="482"/>
            <ac:spMk id="749" creationId="{4D109C2B-0B95-4576-9508-ED2D69B5556B}"/>
          </ac:spMkLst>
        </pc:spChg>
        <pc:spChg chg="mod">
          <ac:chgData name="Yash Jadhav" userId="535c3d6d-72b8-4f77-8155-55f939173cf2" providerId="ADAL" clId="{F33F88E0-3380-47C4-AFDE-F1AC050ADA82}" dt="2026-01-25T16:10:31.553" v="11384" actId="790"/>
          <ac:spMkLst>
            <pc:docMk/>
            <pc:sldMk cId="1444062112" sldId="482"/>
            <ac:spMk id="750" creationId="{D0D68457-4597-4564-B85A-21391006E455}"/>
          </ac:spMkLst>
        </pc:spChg>
        <pc:spChg chg="mod">
          <ac:chgData name="Yash Jadhav" userId="535c3d6d-72b8-4f77-8155-55f939173cf2" providerId="ADAL" clId="{F33F88E0-3380-47C4-AFDE-F1AC050ADA82}" dt="2026-01-25T16:10:31.555" v="11385" actId="790"/>
          <ac:spMkLst>
            <pc:docMk/>
            <pc:sldMk cId="1444062112" sldId="482"/>
            <ac:spMk id="751" creationId="{B1432B04-F8E0-44D8-9A27-4FA966BBC464}"/>
          </ac:spMkLst>
        </pc:spChg>
        <pc:spChg chg="mod">
          <ac:chgData name="Yash Jadhav" userId="535c3d6d-72b8-4f77-8155-55f939173cf2" providerId="ADAL" clId="{F33F88E0-3380-47C4-AFDE-F1AC050ADA82}" dt="2026-01-25T16:10:31.558" v="11386" actId="790"/>
          <ac:spMkLst>
            <pc:docMk/>
            <pc:sldMk cId="1444062112" sldId="482"/>
            <ac:spMk id="771" creationId="{6B785387-51E8-4C7F-8C32-C78C2870E2EC}"/>
          </ac:spMkLst>
        </pc:spChg>
        <pc:spChg chg="mod">
          <ac:chgData name="Yash Jadhav" userId="535c3d6d-72b8-4f77-8155-55f939173cf2" providerId="ADAL" clId="{F33F88E0-3380-47C4-AFDE-F1AC050ADA82}" dt="2026-01-25T16:10:31.560" v="11387" actId="790"/>
          <ac:spMkLst>
            <pc:docMk/>
            <pc:sldMk cId="1444062112" sldId="482"/>
            <ac:spMk id="772" creationId="{9F4DDE84-6F8C-4E95-890F-78DEBD606058}"/>
          </ac:spMkLst>
        </pc:spChg>
        <pc:spChg chg="mod">
          <ac:chgData name="Yash Jadhav" userId="535c3d6d-72b8-4f77-8155-55f939173cf2" providerId="ADAL" clId="{F33F88E0-3380-47C4-AFDE-F1AC050ADA82}" dt="2026-01-25T16:10:31.562" v="11388" actId="790"/>
          <ac:spMkLst>
            <pc:docMk/>
            <pc:sldMk cId="1444062112" sldId="482"/>
            <ac:spMk id="773" creationId="{8F49ADA2-5B35-4492-9B59-11E6B179ABEE}"/>
          </ac:spMkLst>
        </pc:spChg>
        <pc:spChg chg="mod">
          <ac:chgData name="Yash Jadhav" userId="535c3d6d-72b8-4f77-8155-55f939173cf2" providerId="ADAL" clId="{F33F88E0-3380-47C4-AFDE-F1AC050ADA82}" dt="2026-01-25T16:10:31.564" v="11389" actId="790"/>
          <ac:spMkLst>
            <pc:docMk/>
            <pc:sldMk cId="1444062112" sldId="482"/>
            <ac:spMk id="774" creationId="{D60107B8-7476-45E0-82AA-B77A12234C3D}"/>
          </ac:spMkLst>
        </pc:spChg>
        <pc:spChg chg="mod">
          <ac:chgData name="Yash Jadhav" userId="535c3d6d-72b8-4f77-8155-55f939173cf2" providerId="ADAL" clId="{F33F88E0-3380-47C4-AFDE-F1AC050ADA82}" dt="2026-01-25T16:10:31.566" v="11390" actId="790"/>
          <ac:spMkLst>
            <pc:docMk/>
            <pc:sldMk cId="1444062112" sldId="482"/>
            <ac:spMk id="775" creationId="{E10EBCF1-8691-462E-9C67-F407AF4C2DFD}"/>
          </ac:spMkLst>
        </pc:spChg>
        <pc:spChg chg="mod">
          <ac:chgData name="Yash Jadhav" userId="535c3d6d-72b8-4f77-8155-55f939173cf2" providerId="ADAL" clId="{F33F88E0-3380-47C4-AFDE-F1AC050ADA82}" dt="2026-01-25T16:10:31.568" v="11391" actId="790"/>
          <ac:spMkLst>
            <pc:docMk/>
            <pc:sldMk cId="1444062112" sldId="482"/>
            <ac:spMk id="776" creationId="{57A0B653-8EC6-438A-9110-EB922336E309}"/>
          </ac:spMkLst>
        </pc:spChg>
        <pc:spChg chg="mod">
          <ac:chgData name="Yash Jadhav" userId="535c3d6d-72b8-4f77-8155-55f939173cf2" providerId="ADAL" clId="{F33F88E0-3380-47C4-AFDE-F1AC050ADA82}" dt="2026-01-25T16:10:31.570" v="11392" actId="790"/>
          <ac:spMkLst>
            <pc:docMk/>
            <pc:sldMk cId="1444062112" sldId="482"/>
            <ac:spMk id="777" creationId="{2F6348E5-61D9-45AB-B854-FEFDE7601233}"/>
          </ac:spMkLst>
        </pc:spChg>
        <pc:spChg chg="mod">
          <ac:chgData name="Yash Jadhav" userId="535c3d6d-72b8-4f77-8155-55f939173cf2" providerId="ADAL" clId="{F33F88E0-3380-47C4-AFDE-F1AC050ADA82}" dt="2026-01-25T16:10:31.571" v="11393" actId="790"/>
          <ac:spMkLst>
            <pc:docMk/>
            <pc:sldMk cId="1444062112" sldId="482"/>
            <ac:spMk id="778" creationId="{3A72254A-8095-47A3-B2E5-9C375D2DFE26}"/>
          </ac:spMkLst>
        </pc:spChg>
        <pc:spChg chg="mod">
          <ac:chgData name="Yash Jadhav" userId="535c3d6d-72b8-4f77-8155-55f939173cf2" providerId="ADAL" clId="{F33F88E0-3380-47C4-AFDE-F1AC050ADA82}" dt="2026-01-25T16:10:31.574" v="11394" actId="790"/>
          <ac:spMkLst>
            <pc:docMk/>
            <pc:sldMk cId="1444062112" sldId="482"/>
            <ac:spMk id="779" creationId="{AE977029-E879-4DFB-8E19-04369D2066CD}"/>
          </ac:spMkLst>
        </pc:spChg>
        <pc:spChg chg="mod">
          <ac:chgData name="Yash Jadhav" userId="535c3d6d-72b8-4f77-8155-55f939173cf2" providerId="ADAL" clId="{F33F88E0-3380-47C4-AFDE-F1AC050ADA82}" dt="2026-01-25T16:10:31.576" v="11395" actId="790"/>
          <ac:spMkLst>
            <pc:docMk/>
            <pc:sldMk cId="1444062112" sldId="482"/>
            <ac:spMk id="780" creationId="{045DD0B4-99DA-45EB-ADD8-9E7B85F0F8E3}"/>
          </ac:spMkLst>
        </pc:spChg>
        <pc:spChg chg="mod">
          <ac:chgData name="Yash Jadhav" userId="535c3d6d-72b8-4f77-8155-55f939173cf2" providerId="ADAL" clId="{F33F88E0-3380-47C4-AFDE-F1AC050ADA82}" dt="2026-01-25T16:10:31.577" v="11396" actId="790"/>
          <ac:spMkLst>
            <pc:docMk/>
            <pc:sldMk cId="1444062112" sldId="482"/>
            <ac:spMk id="781" creationId="{71B96B6E-8D72-4C86-9FD9-7B1DCD21C4DD}"/>
          </ac:spMkLst>
        </pc:spChg>
        <pc:spChg chg="mod">
          <ac:chgData name="Yash Jadhav" userId="535c3d6d-72b8-4f77-8155-55f939173cf2" providerId="ADAL" clId="{F33F88E0-3380-47C4-AFDE-F1AC050ADA82}" dt="2026-01-25T16:10:31.579" v="11397" actId="790"/>
          <ac:spMkLst>
            <pc:docMk/>
            <pc:sldMk cId="1444062112" sldId="482"/>
            <ac:spMk id="782" creationId="{7046174E-0735-43F9-AAB7-1109A8B1B13F}"/>
          </ac:spMkLst>
        </pc:spChg>
        <pc:spChg chg="mod">
          <ac:chgData name="Yash Jadhav" userId="535c3d6d-72b8-4f77-8155-55f939173cf2" providerId="ADAL" clId="{F33F88E0-3380-47C4-AFDE-F1AC050ADA82}" dt="2026-01-25T16:10:31.582" v="11398" actId="790"/>
          <ac:spMkLst>
            <pc:docMk/>
            <pc:sldMk cId="1444062112" sldId="482"/>
            <ac:spMk id="784" creationId="{177066A1-8254-4C2F-8DCF-E2582A1AA1EA}"/>
          </ac:spMkLst>
        </pc:spChg>
        <pc:spChg chg="mod">
          <ac:chgData name="Yash Jadhav" userId="535c3d6d-72b8-4f77-8155-55f939173cf2" providerId="ADAL" clId="{F33F88E0-3380-47C4-AFDE-F1AC050ADA82}" dt="2026-01-25T16:10:31.583" v="11399" actId="790"/>
          <ac:spMkLst>
            <pc:docMk/>
            <pc:sldMk cId="1444062112" sldId="482"/>
            <ac:spMk id="785" creationId="{E84C82C0-DB81-4F4C-B34E-DC0B4800DFFA}"/>
          </ac:spMkLst>
        </pc:spChg>
        <pc:spChg chg="mod">
          <ac:chgData name="Yash Jadhav" userId="535c3d6d-72b8-4f77-8155-55f939173cf2" providerId="ADAL" clId="{F33F88E0-3380-47C4-AFDE-F1AC050ADA82}" dt="2026-01-25T16:10:31.585" v="11400" actId="790"/>
          <ac:spMkLst>
            <pc:docMk/>
            <pc:sldMk cId="1444062112" sldId="482"/>
            <ac:spMk id="786" creationId="{44431850-61B7-4C6F-8A91-F69BD7948257}"/>
          </ac:spMkLst>
        </pc:spChg>
        <pc:spChg chg="mod">
          <ac:chgData name="Yash Jadhav" userId="535c3d6d-72b8-4f77-8155-55f939173cf2" providerId="ADAL" clId="{F33F88E0-3380-47C4-AFDE-F1AC050ADA82}" dt="2026-01-25T16:10:31.587" v="11401" actId="790"/>
          <ac:spMkLst>
            <pc:docMk/>
            <pc:sldMk cId="1444062112" sldId="482"/>
            <ac:spMk id="787" creationId="{4568BEB8-2291-4373-B419-AC4C6C444B55}"/>
          </ac:spMkLst>
        </pc:spChg>
        <pc:spChg chg="mod">
          <ac:chgData name="Yash Jadhav" userId="535c3d6d-72b8-4f77-8155-55f939173cf2" providerId="ADAL" clId="{F33F88E0-3380-47C4-AFDE-F1AC050ADA82}" dt="2026-01-25T16:10:31.589" v="11402" actId="790"/>
          <ac:spMkLst>
            <pc:docMk/>
            <pc:sldMk cId="1444062112" sldId="482"/>
            <ac:spMk id="788" creationId="{712BA191-202F-4FC2-9D45-8844AB468CB2}"/>
          </ac:spMkLst>
        </pc:spChg>
        <pc:spChg chg="mod">
          <ac:chgData name="Yash Jadhav" userId="535c3d6d-72b8-4f77-8155-55f939173cf2" providerId="ADAL" clId="{F33F88E0-3380-47C4-AFDE-F1AC050ADA82}" dt="2026-01-25T16:10:31.590" v="11403" actId="790"/>
          <ac:spMkLst>
            <pc:docMk/>
            <pc:sldMk cId="1444062112" sldId="482"/>
            <ac:spMk id="789" creationId="{56E41204-FFFA-4708-8982-CB844069A342}"/>
          </ac:spMkLst>
        </pc:spChg>
        <pc:spChg chg="mod">
          <ac:chgData name="Yash Jadhav" userId="535c3d6d-72b8-4f77-8155-55f939173cf2" providerId="ADAL" clId="{F33F88E0-3380-47C4-AFDE-F1AC050ADA82}" dt="2026-01-25T16:10:31.592" v="11404" actId="790"/>
          <ac:spMkLst>
            <pc:docMk/>
            <pc:sldMk cId="1444062112" sldId="482"/>
            <ac:spMk id="790" creationId="{05828814-4B47-4022-B71E-C88E51A465AE}"/>
          </ac:spMkLst>
        </pc:spChg>
        <pc:spChg chg="mod">
          <ac:chgData name="Yash Jadhav" userId="535c3d6d-72b8-4f77-8155-55f939173cf2" providerId="ADAL" clId="{F33F88E0-3380-47C4-AFDE-F1AC050ADA82}" dt="2026-01-25T16:10:31.594" v="11405" actId="790"/>
          <ac:spMkLst>
            <pc:docMk/>
            <pc:sldMk cId="1444062112" sldId="482"/>
            <ac:spMk id="791" creationId="{10C175C2-BEE8-4C45-8C32-FBFEBFB63AE4}"/>
          </ac:spMkLst>
        </pc:spChg>
        <pc:spChg chg="mod">
          <ac:chgData name="Yash Jadhav" userId="535c3d6d-72b8-4f77-8155-55f939173cf2" providerId="ADAL" clId="{F33F88E0-3380-47C4-AFDE-F1AC050ADA82}" dt="2026-01-25T16:10:31.597" v="11406" actId="790"/>
          <ac:spMkLst>
            <pc:docMk/>
            <pc:sldMk cId="1444062112" sldId="482"/>
            <ac:spMk id="792" creationId="{684D2B6C-A464-430E-A666-598F7BA49E2F}"/>
          </ac:spMkLst>
        </pc:spChg>
        <pc:spChg chg="mod">
          <ac:chgData name="Yash Jadhav" userId="535c3d6d-72b8-4f77-8155-55f939173cf2" providerId="ADAL" clId="{F33F88E0-3380-47C4-AFDE-F1AC050ADA82}" dt="2026-01-25T16:10:31.600" v="11407" actId="790"/>
          <ac:spMkLst>
            <pc:docMk/>
            <pc:sldMk cId="1444062112" sldId="482"/>
            <ac:spMk id="793" creationId="{75DD04A7-B748-486D-8992-B68CA87F0CEE}"/>
          </ac:spMkLst>
        </pc:spChg>
        <pc:spChg chg="mod">
          <ac:chgData name="Yash Jadhav" userId="535c3d6d-72b8-4f77-8155-55f939173cf2" providerId="ADAL" clId="{F33F88E0-3380-47C4-AFDE-F1AC050ADA82}" dt="2026-01-25T16:10:31.603" v="11408" actId="790"/>
          <ac:spMkLst>
            <pc:docMk/>
            <pc:sldMk cId="1444062112" sldId="482"/>
            <ac:spMk id="794" creationId="{1E8CD0FC-718F-40B3-A403-22F24E1E174C}"/>
          </ac:spMkLst>
        </pc:spChg>
        <pc:spChg chg="mod">
          <ac:chgData name="Yash Jadhav" userId="535c3d6d-72b8-4f77-8155-55f939173cf2" providerId="ADAL" clId="{F33F88E0-3380-47C4-AFDE-F1AC050ADA82}" dt="2026-01-25T16:10:31.605" v="11409" actId="790"/>
          <ac:spMkLst>
            <pc:docMk/>
            <pc:sldMk cId="1444062112" sldId="482"/>
            <ac:spMk id="795" creationId="{44754456-4A34-4354-980A-1638235AEFD0}"/>
          </ac:spMkLst>
        </pc:spChg>
        <pc:spChg chg="mod">
          <ac:chgData name="Yash Jadhav" userId="535c3d6d-72b8-4f77-8155-55f939173cf2" providerId="ADAL" clId="{F33F88E0-3380-47C4-AFDE-F1AC050ADA82}" dt="2026-01-25T16:10:31.608" v="11410" actId="790"/>
          <ac:spMkLst>
            <pc:docMk/>
            <pc:sldMk cId="1444062112" sldId="482"/>
            <ac:spMk id="796" creationId="{A13ACB76-AECB-4830-B5C9-EFCEFDB1D6E3}"/>
          </ac:spMkLst>
        </pc:spChg>
        <pc:spChg chg="mod">
          <ac:chgData name="Yash Jadhav" userId="535c3d6d-72b8-4f77-8155-55f939173cf2" providerId="ADAL" clId="{F33F88E0-3380-47C4-AFDE-F1AC050ADA82}" dt="2026-01-25T16:10:31.610" v="11411" actId="790"/>
          <ac:spMkLst>
            <pc:docMk/>
            <pc:sldMk cId="1444062112" sldId="482"/>
            <ac:spMk id="797" creationId="{12C53C57-0FDF-4D24-9FE0-D84F7403D9E8}"/>
          </ac:spMkLst>
        </pc:spChg>
        <pc:spChg chg="mod">
          <ac:chgData name="Yash Jadhav" userId="535c3d6d-72b8-4f77-8155-55f939173cf2" providerId="ADAL" clId="{F33F88E0-3380-47C4-AFDE-F1AC050ADA82}" dt="2026-01-25T16:10:31.612" v="11412" actId="790"/>
          <ac:spMkLst>
            <pc:docMk/>
            <pc:sldMk cId="1444062112" sldId="482"/>
            <ac:spMk id="798" creationId="{36DC83B1-98D4-4469-8116-26CF4E26ED41}"/>
          </ac:spMkLst>
        </pc:spChg>
        <pc:spChg chg="mod">
          <ac:chgData name="Yash Jadhav" userId="535c3d6d-72b8-4f77-8155-55f939173cf2" providerId="ADAL" clId="{F33F88E0-3380-47C4-AFDE-F1AC050ADA82}" dt="2026-01-25T16:10:31.614" v="11413" actId="790"/>
          <ac:spMkLst>
            <pc:docMk/>
            <pc:sldMk cId="1444062112" sldId="482"/>
            <ac:spMk id="800" creationId="{3CC87594-804B-4B31-83B9-EE7BD21075D8}"/>
          </ac:spMkLst>
        </pc:spChg>
        <pc:spChg chg="mod">
          <ac:chgData name="Yash Jadhav" userId="535c3d6d-72b8-4f77-8155-55f939173cf2" providerId="ADAL" clId="{F33F88E0-3380-47C4-AFDE-F1AC050ADA82}" dt="2026-01-25T16:10:31.617" v="11414" actId="790"/>
          <ac:spMkLst>
            <pc:docMk/>
            <pc:sldMk cId="1444062112" sldId="482"/>
            <ac:spMk id="801" creationId="{2DD243C1-ABA2-49C7-996A-2257E60DDF2F}"/>
          </ac:spMkLst>
        </pc:spChg>
        <pc:spChg chg="mod">
          <ac:chgData name="Yash Jadhav" userId="535c3d6d-72b8-4f77-8155-55f939173cf2" providerId="ADAL" clId="{F33F88E0-3380-47C4-AFDE-F1AC050ADA82}" dt="2026-01-25T16:10:31.619" v="11415" actId="790"/>
          <ac:spMkLst>
            <pc:docMk/>
            <pc:sldMk cId="1444062112" sldId="482"/>
            <ac:spMk id="802" creationId="{C8EA8945-7A34-4FC5-9348-88A3AFEA2EEA}"/>
          </ac:spMkLst>
        </pc:spChg>
      </pc:sldChg>
      <pc:sldChg chg="modSp add del mod modNotes">
        <pc:chgData name="Yash Jadhav" userId="535c3d6d-72b8-4f77-8155-55f939173cf2" providerId="ADAL" clId="{F33F88E0-3380-47C4-AFDE-F1AC050ADA82}" dt="2026-01-25T16:11:14.363" v="12049"/>
        <pc:sldMkLst>
          <pc:docMk/>
          <pc:sldMk cId="2481610790" sldId="483"/>
        </pc:sldMkLst>
        <pc:spChg chg="mod">
          <ac:chgData name="Yash Jadhav" userId="535c3d6d-72b8-4f77-8155-55f939173cf2" providerId="ADAL" clId="{F33F88E0-3380-47C4-AFDE-F1AC050ADA82}" dt="2026-01-25T16:10:34.908" v="11449" actId="790"/>
          <ac:spMkLst>
            <pc:docMk/>
            <pc:sldMk cId="2481610790" sldId="483"/>
            <ac:spMk id="2" creationId="{00000000-0000-0000-0000-000000000000}"/>
          </ac:spMkLst>
        </pc:spChg>
        <pc:spChg chg="mod">
          <ac:chgData name="Yash Jadhav" userId="535c3d6d-72b8-4f77-8155-55f939173cf2" providerId="ADAL" clId="{F33F88E0-3380-47C4-AFDE-F1AC050ADA82}" dt="2026-01-25T16:11:11.729" v="12017" actId="790"/>
          <ac:spMkLst>
            <pc:docMk/>
            <pc:sldMk cId="2481610790" sldId="483"/>
            <ac:spMk id="3" creationId="{24799BB2-6C55-5BBF-6982-8D3E75A778E3}"/>
          </ac:spMkLst>
        </pc:spChg>
        <pc:spChg chg="mod">
          <ac:chgData name="Yash Jadhav" userId="535c3d6d-72b8-4f77-8155-55f939173cf2" providerId="ADAL" clId="{F33F88E0-3380-47C4-AFDE-F1AC050ADA82}" dt="2026-01-25T16:11:14.363" v="12049"/>
          <ac:spMkLst>
            <pc:docMk/>
            <pc:sldMk cId="2481610790" sldId="483"/>
            <ac:spMk id="5" creationId="{B6387C48-3911-2E48-B2D9-12E6E9BE0887}"/>
          </ac:spMkLst>
        </pc:spChg>
        <pc:spChg chg="mod">
          <ac:chgData name="Yash Jadhav" userId="535c3d6d-72b8-4f77-8155-55f939173cf2" providerId="ADAL" clId="{F33F88E0-3380-47C4-AFDE-F1AC050ADA82}" dt="2026-01-25T16:11:11.745" v="12019" actId="790"/>
          <ac:spMkLst>
            <pc:docMk/>
            <pc:sldMk cId="2481610790" sldId="483"/>
            <ac:spMk id="6" creationId="{18A09E55-2FDF-9A79-C27C-5AED1EACB3D7}"/>
          </ac:spMkLst>
        </pc:spChg>
        <pc:spChg chg="mod">
          <ac:chgData name="Yash Jadhav" userId="535c3d6d-72b8-4f77-8155-55f939173cf2" providerId="ADAL" clId="{F33F88E0-3380-47C4-AFDE-F1AC050ADA82}" dt="2026-01-25T16:11:14.363" v="12049"/>
          <ac:spMkLst>
            <pc:docMk/>
            <pc:sldMk cId="2481610790" sldId="483"/>
            <ac:spMk id="7" creationId="{7D7804EC-A7CF-64BB-55A0-9D274BF9B9DD}"/>
          </ac:spMkLst>
        </pc:spChg>
        <pc:spChg chg="mod">
          <ac:chgData name="Yash Jadhav" userId="535c3d6d-72b8-4f77-8155-55f939173cf2" providerId="ADAL" clId="{F33F88E0-3380-47C4-AFDE-F1AC050ADA82}" dt="2026-01-25T16:11:11.745" v="12021" actId="790"/>
          <ac:spMkLst>
            <pc:docMk/>
            <pc:sldMk cId="2481610790" sldId="483"/>
            <ac:spMk id="8" creationId="{3D86C4EA-6435-0718-2C7C-5279B3515EB1}"/>
          </ac:spMkLst>
        </pc:spChg>
        <pc:spChg chg="mod">
          <ac:chgData name="Yash Jadhav" userId="535c3d6d-72b8-4f77-8155-55f939173cf2" providerId="ADAL" clId="{F33F88E0-3380-47C4-AFDE-F1AC050ADA82}" dt="2026-01-25T16:11:11.745" v="12022" actId="790"/>
          <ac:spMkLst>
            <pc:docMk/>
            <pc:sldMk cId="2481610790" sldId="483"/>
            <ac:spMk id="9" creationId="{527D09D6-2BA9-3371-B362-178403EBFACB}"/>
          </ac:spMkLst>
        </pc:spChg>
        <pc:spChg chg="mod">
          <ac:chgData name="Yash Jadhav" userId="535c3d6d-72b8-4f77-8155-55f939173cf2" providerId="ADAL" clId="{F33F88E0-3380-47C4-AFDE-F1AC050ADA82}" dt="2026-01-25T16:11:11.745" v="12023" actId="790"/>
          <ac:spMkLst>
            <pc:docMk/>
            <pc:sldMk cId="2481610790" sldId="483"/>
            <ac:spMk id="10" creationId="{13D7D2E4-44AB-D92E-3451-60FB4DE38259}"/>
          </ac:spMkLst>
        </pc:spChg>
        <pc:spChg chg="mod">
          <ac:chgData name="Yash Jadhav" userId="535c3d6d-72b8-4f77-8155-55f939173cf2" providerId="ADAL" clId="{F33F88E0-3380-47C4-AFDE-F1AC050ADA82}" dt="2026-01-25T16:11:14.363" v="12049"/>
          <ac:spMkLst>
            <pc:docMk/>
            <pc:sldMk cId="2481610790" sldId="483"/>
            <ac:spMk id="11" creationId="{C6407B48-B33F-F303-EB4A-22C4AAB13596}"/>
          </ac:spMkLst>
        </pc:spChg>
        <pc:spChg chg="mod">
          <ac:chgData name="Yash Jadhav" userId="535c3d6d-72b8-4f77-8155-55f939173cf2" providerId="ADAL" clId="{F33F88E0-3380-47C4-AFDE-F1AC050ADA82}" dt="2026-01-25T16:11:11.745" v="12025" actId="790"/>
          <ac:spMkLst>
            <pc:docMk/>
            <pc:sldMk cId="2481610790" sldId="483"/>
            <ac:spMk id="12" creationId="{05009959-3550-0897-31F5-85FDC3BD9F5D}"/>
          </ac:spMkLst>
        </pc:spChg>
        <pc:spChg chg="mod">
          <ac:chgData name="Yash Jadhav" userId="535c3d6d-72b8-4f77-8155-55f939173cf2" providerId="ADAL" clId="{F33F88E0-3380-47C4-AFDE-F1AC050ADA82}" dt="2026-01-25T16:11:11.745" v="12026" actId="790"/>
          <ac:spMkLst>
            <pc:docMk/>
            <pc:sldMk cId="2481610790" sldId="483"/>
            <ac:spMk id="13" creationId="{5A318A33-2877-B610-1812-D9EB6E8471A8}"/>
          </ac:spMkLst>
        </pc:spChg>
        <pc:spChg chg="mod">
          <ac:chgData name="Yash Jadhav" userId="535c3d6d-72b8-4f77-8155-55f939173cf2" providerId="ADAL" clId="{F33F88E0-3380-47C4-AFDE-F1AC050ADA82}" dt="2026-01-25T16:10:34.911" v="11450" actId="790"/>
          <ac:spMkLst>
            <pc:docMk/>
            <pc:sldMk cId="2481610790" sldId="483"/>
            <ac:spMk id="17" creationId="{00000000-0000-0000-0000-000000000000}"/>
          </ac:spMkLst>
        </pc:spChg>
        <pc:spChg chg="mod">
          <ac:chgData name="Yash Jadhav" userId="535c3d6d-72b8-4f77-8155-55f939173cf2" providerId="ADAL" clId="{F33F88E0-3380-47C4-AFDE-F1AC050ADA82}" dt="2026-01-25T16:10:34.915" v="11451" actId="790"/>
          <ac:spMkLst>
            <pc:docMk/>
            <pc:sldMk cId="2481610790" sldId="483"/>
            <ac:spMk id="18" creationId="{00000000-0000-0000-0000-000000000000}"/>
          </ac:spMkLst>
        </pc:spChg>
        <pc:spChg chg="mod">
          <ac:chgData name="Yash Jadhav" userId="535c3d6d-72b8-4f77-8155-55f939173cf2" providerId="ADAL" clId="{F33F88E0-3380-47C4-AFDE-F1AC050ADA82}" dt="2026-01-25T16:10:34.917" v="11452" actId="790"/>
          <ac:spMkLst>
            <pc:docMk/>
            <pc:sldMk cId="2481610790" sldId="483"/>
            <ac:spMk id="19" creationId="{00000000-0000-0000-0000-000000000000}"/>
          </ac:spMkLst>
        </pc:spChg>
        <pc:spChg chg="mod">
          <ac:chgData name="Yash Jadhav" userId="535c3d6d-72b8-4f77-8155-55f939173cf2" providerId="ADAL" clId="{F33F88E0-3380-47C4-AFDE-F1AC050ADA82}" dt="2026-01-25T16:10:34.920" v="11453" actId="790"/>
          <ac:spMkLst>
            <pc:docMk/>
            <pc:sldMk cId="2481610790" sldId="483"/>
            <ac:spMk id="20" creationId="{00000000-0000-0000-0000-000000000000}"/>
          </ac:spMkLst>
        </pc:spChg>
        <pc:spChg chg="mod">
          <ac:chgData name="Yash Jadhav" userId="535c3d6d-72b8-4f77-8155-55f939173cf2" providerId="ADAL" clId="{F33F88E0-3380-47C4-AFDE-F1AC050ADA82}" dt="2026-01-25T16:10:34.923" v="11454" actId="790"/>
          <ac:spMkLst>
            <pc:docMk/>
            <pc:sldMk cId="2481610790" sldId="483"/>
            <ac:spMk id="21" creationId="{00000000-0000-0000-0000-000000000000}"/>
          </ac:spMkLst>
        </pc:spChg>
        <pc:spChg chg="mod">
          <ac:chgData name="Yash Jadhav" userId="535c3d6d-72b8-4f77-8155-55f939173cf2" providerId="ADAL" clId="{F33F88E0-3380-47C4-AFDE-F1AC050ADA82}" dt="2026-01-25T16:10:34.925" v="11455" actId="790"/>
          <ac:spMkLst>
            <pc:docMk/>
            <pc:sldMk cId="2481610790" sldId="483"/>
            <ac:spMk id="22" creationId="{00000000-0000-0000-0000-000000000000}"/>
          </ac:spMkLst>
        </pc:spChg>
        <pc:spChg chg="mod">
          <ac:chgData name="Yash Jadhav" userId="535c3d6d-72b8-4f77-8155-55f939173cf2" providerId="ADAL" clId="{F33F88E0-3380-47C4-AFDE-F1AC050ADA82}" dt="2026-01-25T16:10:34.928" v="11456" actId="790"/>
          <ac:spMkLst>
            <pc:docMk/>
            <pc:sldMk cId="2481610790" sldId="483"/>
            <ac:spMk id="23"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4"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6" creationId="{A1CB3E45-E0D0-A203-42FC-34C2A0C22509}"/>
          </ac:spMkLst>
        </pc:spChg>
        <pc:spChg chg="mod">
          <ac:chgData name="Yash Jadhav" userId="535c3d6d-72b8-4f77-8155-55f939173cf2" providerId="ADAL" clId="{F33F88E0-3380-47C4-AFDE-F1AC050ADA82}" dt="2026-01-25T16:11:11.761" v="12028" actId="790"/>
          <ac:spMkLst>
            <pc:docMk/>
            <pc:sldMk cId="2481610790" sldId="483"/>
            <ac:spMk id="46" creationId="{1831D82B-8361-4889-658F-ABAE00D38B84}"/>
          </ac:spMkLst>
        </pc:spChg>
        <pc:spChg chg="mod">
          <ac:chgData name="Yash Jadhav" userId="535c3d6d-72b8-4f77-8155-55f939173cf2" providerId="ADAL" clId="{F33F88E0-3380-47C4-AFDE-F1AC050ADA82}" dt="2026-01-25T16:11:11.761" v="12029" actId="790"/>
          <ac:spMkLst>
            <pc:docMk/>
            <pc:sldMk cId="2481610790" sldId="483"/>
            <ac:spMk id="47" creationId="{2F9A80C3-A842-2FBC-4ACA-82E9B2DF41E3}"/>
          </ac:spMkLst>
        </pc:spChg>
        <pc:spChg chg="mod">
          <ac:chgData name="Yash Jadhav" userId="535c3d6d-72b8-4f77-8155-55f939173cf2" providerId="ADAL" clId="{F33F88E0-3380-47C4-AFDE-F1AC050ADA82}" dt="2026-01-25T16:11:11.761" v="12030" actId="790"/>
          <ac:spMkLst>
            <pc:docMk/>
            <pc:sldMk cId="2481610790" sldId="483"/>
            <ac:spMk id="48" creationId="{D3265654-BEF0-7548-6A37-BB69FC69BA9A}"/>
          </ac:spMkLst>
        </pc:spChg>
        <pc:spChg chg="mod">
          <ac:chgData name="Yash Jadhav" userId="535c3d6d-72b8-4f77-8155-55f939173cf2" providerId="ADAL" clId="{F33F88E0-3380-47C4-AFDE-F1AC050ADA82}" dt="2026-01-25T16:11:14.363" v="12049"/>
          <ac:spMkLst>
            <pc:docMk/>
            <pc:sldMk cId="2481610790" sldId="483"/>
            <ac:spMk id="49" creationId="{4B4BA4F7-14AD-0AE7-FCA7-2ECD69ABAB8E}"/>
          </ac:spMkLst>
        </pc:spChg>
        <pc:spChg chg="mod">
          <ac:chgData name="Yash Jadhav" userId="535c3d6d-72b8-4f77-8155-55f939173cf2" providerId="ADAL" clId="{F33F88E0-3380-47C4-AFDE-F1AC050ADA82}" dt="2026-01-25T16:11:11.761" v="12032" actId="790"/>
          <ac:spMkLst>
            <pc:docMk/>
            <pc:sldMk cId="2481610790" sldId="483"/>
            <ac:spMk id="50" creationId="{92E2C143-850F-E6B5-A7F4-039AC0D00336}"/>
          </ac:spMkLst>
        </pc:spChg>
        <pc:spChg chg="mod">
          <ac:chgData name="Yash Jadhav" userId="535c3d6d-72b8-4f77-8155-55f939173cf2" providerId="ADAL" clId="{F33F88E0-3380-47C4-AFDE-F1AC050ADA82}" dt="2026-01-25T16:11:14.363" v="12049"/>
          <ac:spMkLst>
            <pc:docMk/>
            <pc:sldMk cId="2481610790" sldId="483"/>
            <ac:spMk id="51" creationId="{8FB99A9B-B777-63A5-0A1A-DBB96FC26793}"/>
          </ac:spMkLst>
        </pc:spChg>
        <pc:spChg chg="mod">
          <ac:chgData name="Yash Jadhav" userId="535c3d6d-72b8-4f77-8155-55f939173cf2" providerId="ADAL" clId="{F33F88E0-3380-47C4-AFDE-F1AC050ADA82}" dt="2026-01-25T16:11:11.761" v="12034" actId="790"/>
          <ac:spMkLst>
            <pc:docMk/>
            <pc:sldMk cId="2481610790" sldId="483"/>
            <ac:spMk id="52" creationId="{13F7AA35-9B7D-82AE-96C7-614AEA4FAAAC}"/>
          </ac:spMkLst>
        </pc:spChg>
        <pc:spChg chg="mod">
          <ac:chgData name="Yash Jadhav" userId="535c3d6d-72b8-4f77-8155-55f939173cf2" providerId="ADAL" clId="{F33F88E0-3380-47C4-AFDE-F1AC050ADA82}" dt="2026-01-25T16:11:14.363" v="12049"/>
          <ac:spMkLst>
            <pc:docMk/>
            <pc:sldMk cId="2481610790" sldId="483"/>
            <ac:spMk id="53" creationId="{EF222ED1-D15E-B4EE-D031-E2EC889CC64D}"/>
          </ac:spMkLst>
        </pc:spChg>
        <pc:spChg chg="mod">
          <ac:chgData name="Yash Jadhav" userId="535c3d6d-72b8-4f77-8155-55f939173cf2" providerId="ADAL" clId="{F33F88E0-3380-47C4-AFDE-F1AC050ADA82}" dt="2026-01-25T16:11:14.363" v="12049"/>
          <ac:spMkLst>
            <pc:docMk/>
            <pc:sldMk cId="2481610790" sldId="483"/>
            <ac:spMk id="54" creationId="{846D3E59-505B-08F4-583A-E26EEB8580C5}"/>
          </ac:spMkLst>
        </pc:spChg>
        <pc:spChg chg="mod">
          <ac:chgData name="Yash Jadhav" userId="535c3d6d-72b8-4f77-8155-55f939173cf2" providerId="ADAL" clId="{F33F88E0-3380-47C4-AFDE-F1AC050ADA82}" dt="2026-01-25T16:11:14.363" v="12049"/>
          <ac:spMkLst>
            <pc:docMk/>
            <pc:sldMk cId="2481610790" sldId="483"/>
            <ac:spMk id="55" creationId="{4EB0F992-C686-2F41-0288-93B4D1E1902F}"/>
          </ac:spMkLst>
        </pc:spChg>
        <pc:spChg chg="mod">
          <ac:chgData name="Yash Jadhav" userId="535c3d6d-72b8-4f77-8155-55f939173cf2" providerId="ADAL" clId="{F33F88E0-3380-47C4-AFDE-F1AC050ADA82}" dt="2026-01-25T16:11:11.761" v="12038" actId="790"/>
          <ac:spMkLst>
            <pc:docMk/>
            <pc:sldMk cId="2481610790" sldId="483"/>
            <ac:spMk id="56" creationId="{25F10EEE-957D-1892-4980-C8BD9407ABC1}"/>
          </ac:spMkLst>
        </pc:spChg>
        <pc:spChg chg="mod">
          <ac:chgData name="Yash Jadhav" userId="535c3d6d-72b8-4f77-8155-55f939173cf2" providerId="ADAL" clId="{F33F88E0-3380-47C4-AFDE-F1AC050ADA82}" dt="2026-01-25T16:11:11.761" v="12039" actId="790"/>
          <ac:spMkLst>
            <pc:docMk/>
            <pc:sldMk cId="2481610790" sldId="483"/>
            <ac:spMk id="57" creationId="{B3060B33-5A64-6463-AB55-A998FB2C4B2E}"/>
          </ac:spMkLst>
        </pc:spChg>
        <pc:spChg chg="mod">
          <ac:chgData name="Yash Jadhav" userId="535c3d6d-72b8-4f77-8155-55f939173cf2" providerId="ADAL" clId="{F33F88E0-3380-47C4-AFDE-F1AC050ADA82}" dt="2026-01-25T16:10:34.995" v="11481" actId="790"/>
          <ac:spMkLst>
            <pc:docMk/>
            <pc:sldMk cId="2481610790" sldId="483"/>
            <ac:spMk id="60" creationId="{12EED384-5297-9C34-A17B-8DC8862E5753}"/>
          </ac:spMkLst>
        </pc:spChg>
        <pc:spChg chg="mod">
          <ac:chgData name="Yash Jadhav" userId="535c3d6d-72b8-4f77-8155-55f939173cf2" providerId="ADAL" clId="{F33F88E0-3380-47C4-AFDE-F1AC050ADA82}" dt="2026-01-25T16:10:35" v="11482" actId="790"/>
          <ac:spMkLst>
            <pc:docMk/>
            <pc:sldMk cId="2481610790" sldId="483"/>
            <ac:spMk id="65" creationId="{299F9D13-5584-F66E-1685-8B4699F59D48}"/>
          </ac:spMkLst>
        </pc:spChg>
        <pc:spChg chg="mod">
          <ac:chgData name="Yash Jadhav" userId="535c3d6d-72b8-4f77-8155-55f939173cf2" providerId="ADAL" clId="{F33F88E0-3380-47C4-AFDE-F1AC050ADA82}" dt="2026-01-25T16:10:35.003" v="11483" actId="790"/>
          <ac:spMkLst>
            <pc:docMk/>
            <pc:sldMk cId="2481610790" sldId="483"/>
            <ac:spMk id="66" creationId="{674A3D80-D877-611B-4161-EF50F4186671}"/>
          </ac:spMkLst>
        </pc:spChg>
        <pc:spChg chg="mod">
          <ac:chgData name="Yash Jadhav" userId="535c3d6d-72b8-4f77-8155-55f939173cf2" providerId="ADAL" clId="{F33F88E0-3380-47C4-AFDE-F1AC050ADA82}" dt="2026-01-25T16:10:35.007" v="11484" actId="790"/>
          <ac:spMkLst>
            <pc:docMk/>
            <pc:sldMk cId="2481610790" sldId="483"/>
            <ac:spMk id="67" creationId="{B0FAB826-A77E-2040-14B4-358F2A77FE0D}"/>
          </ac:spMkLst>
        </pc:spChg>
        <pc:spChg chg="mod">
          <ac:chgData name="Yash Jadhav" userId="535c3d6d-72b8-4f77-8155-55f939173cf2" providerId="ADAL" clId="{F33F88E0-3380-47C4-AFDE-F1AC050ADA82}" dt="2026-01-25T16:10:35.009" v="11485" actId="790"/>
          <ac:spMkLst>
            <pc:docMk/>
            <pc:sldMk cId="2481610790" sldId="483"/>
            <ac:spMk id="68" creationId="{9876CC2C-9C5C-B20D-EDED-58F5B2520775}"/>
          </ac:spMkLst>
        </pc:spChg>
        <pc:spChg chg="mod">
          <ac:chgData name="Yash Jadhav" userId="535c3d6d-72b8-4f77-8155-55f939173cf2" providerId="ADAL" clId="{F33F88E0-3380-47C4-AFDE-F1AC050ADA82}" dt="2026-01-25T16:10:35.013" v="11486" actId="790"/>
          <ac:spMkLst>
            <pc:docMk/>
            <pc:sldMk cId="2481610790" sldId="483"/>
            <ac:spMk id="69" creationId="{2865DA8A-C943-A4F7-5DBC-626964D550B0}"/>
          </ac:spMkLst>
        </pc:spChg>
        <pc:spChg chg="mod">
          <ac:chgData name="Yash Jadhav" userId="535c3d6d-72b8-4f77-8155-55f939173cf2" providerId="ADAL" clId="{F33F88E0-3380-47C4-AFDE-F1AC050ADA82}" dt="2026-01-25T16:10:35.017" v="11487" actId="790"/>
          <ac:spMkLst>
            <pc:docMk/>
            <pc:sldMk cId="2481610790" sldId="483"/>
            <ac:spMk id="70" creationId="{128AE3C8-DA78-62C3-9EF6-D5B900252436}"/>
          </ac:spMkLst>
        </pc:spChg>
        <pc:spChg chg="mod">
          <ac:chgData name="Yash Jadhav" userId="535c3d6d-72b8-4f77-8155-55f939173cf2" providerId="ADAL" clId="{F33F88E0-3380-47C4-AFDE-F1AC050ADA82}" dt="2026-01-25T16:10:35.021" v="11488" actId="790"/>
          <ac:spMkLst>
            <pc:docMk/>
            <pc:sldMk cId="2481610790" sldId="483"/>
            <ac:spMk id="71" creationId="{29C144A1-87C2-F79D-0A80-A9ADB217D61D}"/>
          </ac:spMkLst>
        </pc:spChg>
        <pc:spChg chg="mod">
          <ac:chgData name="Yash Jadhav" userId="535c3d6d-72b8-4f77-8155-55f939173cf2" providerId="ADAL" clId="{F33F88E0-3380-47C4-AFDE-F1AC050ADA82}" dt="2026-01-25T16:10:35.023" v="11489" actId="790"/>
          <ac:spMkLst>
            <pc:docMk/>
            <pc:sldMk cId="2481610790" sldId="483"/>
            <ac:spMk id="72" creationId="{9DC5BBC9-7B45-4089-0584-89466893FC2C}"/>
          </ac:spMkLst>
        </pc:spChg>
        <pc:spChg chg="mod">
          <ac:chgData name="Yash Jadhav" userId="535c3d6d-72b8-4f77-8155-55f939173cf2" providerId="ADAL" clId="{F33F88E0-3380-47C4-AFDE-F1AC050ADA82}" dt="2026-01-25T16:10:35.027" v="11490" actId="790"/>
          <ac:spMkLst>
            <pc:docMk/>
            <pc:sldMk cId="2481610790" sldId="483"/>
            <ac:spMk id="73" creationId="{26EBC11B-D4E9-D32C-E01D-8D759E50DA99}"/>
          </ac:spMkLst>
        </pc:spChg>
        <pc:spChg chg="mod">
          <ac:chgData name="Yash Jadhav" userId="535c3d6d-72b8-4f77-8155-55f939173cf2" providerId="ADAL" clId="{F33F88E0-3380-47C4-AFDE-F1AC050ADA82}" dt="2026-01-25T16:10:35.030" v="11491" actId="790"/>
          <ac:spMkLst>
            <pc:docMk/>
            <pc:sldMk cId="2481610790" sldId="483"/>
            <ac:spMk id="74" creationId="{21B2E7AA-6D85-3B72-31C3-0853B228D374}"/>
          </ac:spMkLst>
        </pc:spChg>
        <pc:spChg chg="mod">
          <ac:chgData name="Yash Jadhav" userId="535c3d6d-72b8-4f77-8155-55f939173cf2" providerId="ADAL" clId="{F33F88E0-3380-47C4-AFDE-F1AC050ADA82}" dt="2026-01-25T16:10:35.033" v="11492" actId="790"/>
          <ac:spMkLst>
            <pc:docMk/>
            <pc:sldMk cId="2481610790" sldId="483"/>
            <ac:spMk id="75" creationId="{0B3B59CD-F72C-AA9D-5F45-2F4ADEC43156}"/>
          </ac:spMkLst>
        </pc:spChg>
      </pc:sldChg>
      <pc:sldChg chg="modSp add del mod modNotes">
        <pc:chgData name="Yash Jadhav" userId="535c3d6d-72b8-4f77-8155-55f939173cf2" providerId="ADAL" clId="{F33F88E0-3380-47C4-AFDE-F1AC050ADA82}" dt="2026-01-25T16:11:14.363" v="12049"/>
        <pc:sldMkLst>
          <pc:docMk/>
          <pc:sldMk cId="3767297388" sldId="484"/>
        </pc:sldMkLst>
        <pc:spChg chg="mod">
          <ac:chgData name="Yash Jadhav" userId="535c3d6d-72b8-4f77-8155-55f939173cf2" providerId="ADAL" clId="{F33F88E0-3380-47C4-AFDE-F1AC050ADA82}" dt="2026-01-25T16:10:37.786" v="11497" actId="790"/>
          <ac:spMkLst>
            <pc:docMk/>
            <pc:sldMk cId="3767297388" sldId="484"/>
            <ac:spMk id="2" creationId="{00000000-0000-0000-0000-000000000000}"/>
          </ac:spMkLst>
        </pc:spChg>
        <pc:spChg chg="mod">
          <ac:chgData name="Yash Jadhav" userId="535c3d6d-72b8-4f77-8155-55f939173cf2" providerId="ADAL" clId="{F33F88E0-3380-47C4-AFDE-F1AC050ADA82}" dt="2026-01-25T16:10:37.789" v="11498" actId="790"/>
          <ac:spMkLst>
            <pc:docMk/>
            <pc:sldMk cId="3767297388" sldId="484"/>
            <ac:spMk id="41" creationId="{00000000-0000-0000-0000-000000000000}"/>
          </ac:spMkLst>
        </pc:spChg>
        <pc:spChg chg="mod">
          <ac:chgData name="Yash Jadhav" userId="535c3d6d-72b8-4f77-8155-55f939173cf2" providerId="ADAL" clId="{F33F88E0-3380-47C4-AFDE-F1AC050ADA82}" dt="2026-01-25T16:10:37.792" v="11499" actId="790"/>
          <ac:spMkLst>
            <pc:docMk/>
            <pc:sldMk cId="3767297388" sldId="484"/>
            <ac:spMk id="42" creationId="{00000000-0000-0000-0000-000000000000}"/>
          </ac:spMkLst>
        </pc:spChg>
        <pc:spChg chg="mod">
          <ac:chgData name="Yash Jadhav" userId="535c3d6d-72b8-4f77-8155-55f939173cf2" providerId="ADAL" clId="{F33F88E0-3380-47C4-AFDE-F1AC050ADA82}" dt="2026-01-25T16:10:37.795" v="11500" actId="790"/>
          <ac:spMkLst>
            <pc:docMk/>
            <pc:sldMk cId="3767297388" sldId="484"/>
            <ac:spMk id="43" creationId="{00000000-0000-0000-0000-000000000000}"/>
          </ac:spMkLst>
        </pc:spChg>
        <pc:spChg chg="mod">
          <ac:chgData name="Yash Jadhav" userId="535c3d6d-72b8-4f77-8155-55f939173cf2" providerId="ADAL" clId="{F33F88E0-3380-47C4-AFDE-F1AC050ADA82}" dt="2026-01-25T16:10:37.797" v="11501" actId="790"/>
          <ac:spMkLst>
            <pc:docMk/>
            <pc:sldMk cId="3767297388" sldId="484"/>
            <ac:spMk id="44" creationId="{00000000-0000-0000-0000-000000000000}"/>
          </ac:spMkLst>
        </pc:spChg>
        <pc:spChg chg="mod">
          <ac:chgData name="Yash Jadhav" userId="535c3d6d-72b8-4f77-8155-55f939173cf2" providerId="ADAL" clId="{F33F88E0-3380-47C4-AFDE-F1AC050ADA82}" dt="2026-01-25T16:10:37.805" v="11502" actId="790"/>
          <ac:spMkLst>
            <pc:docMk/>
            <pc:sldMk cId="3767297388" sldId="484"/>
            <ac:spMk id="52" creationId="{00000000-0000-0000-0000-000000000000}"/>
          </ac:spMkLst>
        </pc:spChg>
        <pc:spChg chg="mod">
          <ac:chgData name="Yash Jadhav" userId="535c3d6d-72b8-4f77-8155-55f939173cf2" providerId="ADAL" clId="{F33F88E0-3380-47C4-AFDE-F1AC050ADA82}" dt="2026-01-25T16:10:37.813" v="11503" actId="790"/>
          <ac:spMkLst>
            <pc:docMk/>
            <pc:sldMk cId="3767297388" sldId="484"/>
            <ac:spMk id="53" creationId="{00000000-0000-0000-0000-000000000000}"/>
          </ac:spMkLst>
        </pc:spChg>
        <pc:spChg chg="mod">
          <ac:chgData name="Yash Jadhav" userId="535c3d6d-72b8-4f77-8155-55f939173cf2" providerId="ADAL" clId="{F33F88E0-3380-47C4-AFDE-F1AC050ADA82}" dt="2026-01-25T16:10:37.819" v="11504" actId="790"/>
          <ac:spMkLst>
            <pc:docMk/>
            <pc:sldMk cId="3767297388" sldId="484"/>
            <ac:spMk id="54" creationId="{00000000-0000-0000-0000-000000000000}"/>
          </ac:spMkLst>
        </pc:spChg>
        <pc:spChg chg="mod">
          <ac:chgData name="Yash Jadhav" userId="535c3d6d-72b8-4f77-8155-55f939173cf2" providerId="ADAL" clId="{F33F88E0-3380-47C4-AFDE-F1AC050ADA82}" dt="2026-01-25T16:10:37.823" v="11505" actId="790"/>
          <ac:spMkLst>
            <pc:docMk/>
            <pc:sldMk cId="3767297388" sldId="484"/>
            <ac:spMk id="55"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906075424" sldId="485"/>
        </pc:sldMkLst>
        <pc:spChg chg="mod">
          <ac:chgData name="Yash Jadhav" userId="535c3d6d-72b8-4f77-8155-55f939173cf2" providerId="ADAL" clId="{F33F88E0-3380-47C4-AFDE-F1AC050ADA82}" dt="2026-01-25T16:10:42.368" v="11570" actId="790"/>
          <ac:spMkLst>
            <pc:docMk/>
            <pc:sldMk cId="2906075424" sldId="485"/>
            <ac:spMk id="2" creationId="{00000000-0000-0000-0000-000000000000}"/>
          </ac:spMkLst>
        </pc:spChg>
        <pc:spChg chg="mod">
          <ac:chgData name="Yash Jadhav" userId="535c3d6d-72b8-4f77-8155-55f939173cf2" providerId="ADAL" clId="{F33F88E0-3380-47C4-AFDE-F1AC050ADA82}" dt="2026-01-25T16:10:42.206" v="11510" actId="790"/>
          <ac:spMkLst>
            <pc:docMk/>
            <pc:sldMk cId="2906075424" sldId="485"/>
            <ac:spMk id="18" creationId="{00000000-0000-0000-0000-000000000000}"/>
          </ac:spMkLst>
        </pc:spChg>
        <pc:spChg chg="mod">
          <ac:chgData name="Yash Jadhav" userId="535c3d6d-72b8-4f77-8155-55f939173cf2" providerId="ADAL" clId="{F33F88E0-3380-47C4-AFDE-F1AC050ADA82}" dt="2026-01-25T16:10:42.210" v="11511" actId="790"/>
          <ac:spMkLst>
            <pc:docMk/>
            <pc:sldMk cId="2906075424" sldId="485"/>
            <ac:spMk id="19" creationId="{00000000-0000-0000-0000-000000000000}"/>
          </ac:spMkLst>
        </pc:spChg>
        <pc:spChg chg="mod">
          <ac:chgData name="Yash Jadhav" userId="535c3d6d-72b8-4f77-8155-55f939173cf2" providerId="ADAL" clId="{F33F88E0-3380-47C4-AFDE-F1AC050ADA82}" dt="2026-01-25T16:10:42.214" v="11512" actId="790"/>
          <ac:spMkLst>
            <pc:docMk/>
            <pc:sldMk cId="2906075424" sldId="485"/>
            <ac:spMk id="20" creationId="{00000000-0000-0000-0000-000000000000}"/>
          </ac:spMkLst>
        </pc:spChg>
        <pc:spChg chg="mod">
          <ac:chgData name="Yash Jadhav" userId="535c3d6d-72b8-4f77-8155-55f939173cf2" providerId="ADAL" clId="{F33F88E0-3380-47C4-AFDE-F1AC050ADA82}" dt="2026-01-25T16:10:42.218" v="11513" actId="790"/>
          <ac:spMkLst>
            <pc:docMk/>
            <pc:sldMk cId="2906075424" sldId="485"/>
            <ac:spMk id="21" creationId="{00000000-0000-0000-0000-000000000000}"/>
          </ac:spMkLst>
        </pc:spChg>
        <pc:spChg chg="mod">
          <ac:chgData name="Yash Jadhav" userId="535c3d6d-72b8-4f77-8155-55f939173cf2" providerId="ADAL" clId="{F33F88E0-3380-47C4-AFDE-F1AC050ADA82}" dt="2026-01-25T16:10:42.221" v="11514" actId="790"/>
          <ac:spMkLst>
            <pc:docMk/>
            <pc:sldMk cId="2906075424" sldId="485"/>
            <ac:spMk id="22" creationId="{00000000-0000-0000-0000-000000000000}"/>
          </ac:spMkLst>
        </pc:spChg>
        <pc:spChg chg="mod">
          <ac:chgData name="Yash Jadhav" userId="535c3d6d-72b8-4f77-8155-55f939173cf2" providerId="ADAL" clId="{F33F88E0-3380-47C4-AFDE-F1AC050ADA82}" dt="2026-01-25T16:10:42.224" v="11515" actId="790"/>
          <ac:spMkLst>
            <pc:docMk/>
            <pc:sldMk cId="2906075424" sldId="485"/>
            <ac:spMk id="23" creationId="{00000000-0000-0000-0000-000000000000}"/>
          </ac:spMkLst>
        </pc:spChg>
        <pc:spChg chg="mod">
          <ac:chgData name="Yash Jadhav" userId="535c3d6d-72b8-4f77-8155-55f939173cf2" providerId="ADAL" clId="{F33F88E0-3380-47C4-AFDE-F1AC050ADA82}" dt="2026-01-25T16:10:42.227" v="11516" actId="790"/>
          <ac:spMkLst>
            <pc:docMk/>
            <pc:sldMk cId="2906075424" sldId="485"/>
            <ac:spMk id="24" creationId="{00000000-0000-0000-0000-000000000000}"/>
          </ac:spMkLst>
        </pc:spChg>
        <pc:spChg chg="mod">
          <ac:chgData name="Yash Jadhav" userId="535c3d6d-72b8-4f77-8155-55f939173cf2" providerId="ADAL" clId="{F33F88E0-3380-47C4-AFDE-F1AC050ADA82}" dt="2026-01-25T16:10:42.230" v="11517" actId="790"/>
          <ac:spMkLst>
            <pc:docMk/>
            <pc:sldMk cId="2906075424" sldId="485"/>
            <ac:spMk id="25" creationId="{00000000-0000-0000-0000-000000000000}"/>
          </ac:spMkLst>
        </pc:spChg>
        <pc:spChg chg="mod">
          <ac:chgData name="Yash Jadhav" userId="535c3d6d-72b8-4f77-8155-55f939173cf2" providerId="ADAL" clId="{F33F88E0-3380-47C4-AFDE-F1AC050ADA82}" dt="2026-01-25T16:10:42.233" v="11518" actId="790"/>
          <ac:spMkLst>
            <pc:docMk/>
            <pc:sldMk cId="2906075424" sldId="485"/>
            <ac:spMk id="26" creationId="{00000000-0000-0000-0000-000000000000}"/>
          </ac:spMkLst>
        </pc:spChg>
        <pc:spChg chg="mod">
          <ac:chgData name="Yash Jadhav" userId="535c3d6d-72b8-4f77-8155-55f939173cf2" providerId="ADAL" clId="{F33F88E0-3380-47C4-AFDE-F1AC050ADA82}" dt="2026-01-25T16:10:42.235" v="11519" actId="790"/>
          <ac:spMkLst>
            <pc:docMk/>
            <pc:sldMk cId="2906075424" sldId="485"/>
            <ac:spMk id="27" creationId="{00000000-0000-0000-0000-000000000000}"/>
          </ac:spMkLst>
        </pc:spChg>
        <pc:spChg chg="mod">
          <ac:chgData name="Yash Jadhav" userId="535c3d6d-72b8-4f77-8155-55f939173cf2" providerId="ADAL" clId="{F33F88E0-3380-47C4-AFDE-F1AC050ADA82}" dt="2026-01-25T16:10:42.238" v="11520" actId="790"/>
          <ac:spMkLst>
            <pc:docMk/>
            <pc:sldMk cId="2906075424" sldId="485"/>
            <ac:spMk id="28" creationId="{00000000-0000-0000-0000-000000000000}"/>
          </ac:spMkLst>
        </pc:spChg>
        <pc:spChg chg="mod">
          <ac:chgData name="Yash Jadhav" userId="535c3d6d-72b8-4f77-8155-55f939173cf2" providerId="ADAL" clId="{F33F88E0-3380-47C4-AFDE-F1AC050ADA82}" dt="2026-01-25T16:10:42.241" v="11521" actId="790"/>
          <ac:spMkLst>
            <pc:docMk/>
            <pc:sldMk cId="2906075424" sldId="485"/>
            <ac:spMk id="29" creationId="{00000000-0000-0000-0000-000000000000}"/>
          </ac:spMkLst>
        </pc:spChg>
        <pc:spChg chg="mod">
          <ac:chgData name="Yash Jadhav" userId="535c3d6d-72b8-4f77-8155-55f939173cf2" providerId="ADAL" clId="{F33F88E0-3380-47C4-AFDE-F1AC050ADA82}" dt="2026-01-25T16:10:42.245" v="11522" actId="790"/>
          <ac:spMkLst>
            <pc:docMk/>
            <pc:sldMk cId="2906075424" sldId="485"/>
            <ac:spMk id="30" creationId="{00000000-0000-0000-0000-000000000000}"/>
          </ac:spMkLst>
        </pc:spChg>
        <pc:spChg chg="mod">
          <ac:chgData name="Yash Jadhav" userId="535c3d6d-72b8-4f77-8155-55f939173cf2" providerId="ADAL" clId="{F33F88E0-3380-47C4-AFDE-F1AC050ADA82}" dt="2026-01-25T16:10:42.248" v="11523" actId="790"/>
          <ac:spMkLst>
            <pc:docMk/>
            <pc:sldMk cId="2906075424" sldId="485"/>
            <ac:spMk id="31" creationId="{00000000-0000-0000-0000-000000000000}"/>
          </ac:spMkLst>
        </pc:spChg>
        <pc:spChg chg="mod">
          <ac:chgData name="Yash Jadhav" userId="535c3d6d-72b8-4f77-8155-55f939173cf2" providerId="ADAL" clId="{F33F88E0-3380-47C4-AFDE-F1AC050ADA82}" dt="2026-01-25T16:10:42.251" v="11524" actId="790"/>
          <ac:spMkLst>
            <pc:docMk/>
            <pc:sldMk cId="2906075424" sldId="485"/>
            <ac:spMk id="32" creationId="{00000000-0000-0000-0000-000000000000}"/>
          </ac:spMkLst>
        </pc:spChg>
        <pc:spChg chg="mod">
          <ac:chgData name="Yash Jadhav" userId="535c3d6d-72b8-4f77-8155-55f939173cf2" providerId="ADAL" clId="{F33F88E0-3380-47C4-AFDE-F1AC050ADA82}" dt="2026-01-25T16:10:42.254" v="11525" actId="790"/>
          <ac:spMkLst>
            <pc:docMk/>
            <pc:sldMk cId="2906075424" sldId="485"/>
            <ac:spMk id="33" creationId="{00000000-0000-0000-0000-000000000000}"/>
          </ac:spMkLst>
        </pc:spChg>
        <pc:spChg chg="mod">
          <ac:chgData name="Yash Jadhav" userId="535c3d6d-72b8-4f77-8155-55f939173cf2" providerId="ADAL" clId="{F33F88E0-3380-47C4-AFDE-F1AC050ADA82}" dt="2026-01-25T16:10:42.256" v="11526" actId="790"/>
          <ac:spMkLst>
            <pc:docMk/>
            <pc:sldMk cId="2906075424" sldId="485"/>
            <ac:spMk id="34" creationId="{00000000-0000-0000-0000-000000000000}"/>
          </ac:spMkLst>
        </pc:spChg>
        <pc:spChg chg="mod">
          <ac:chgData name="Yash Jadhav" userId="535c3d6d-72b8-4f77-8155-55f939173cf2" providerId="ADAL" clId="{F33F88E0-3380-47C4-AFDE-F1AC050ADA82}" dt="2026-01-25T16:10:42.260" v="11527" actId="790"/>
          <ac:spMkLst>
            <pc:docMk/>
            <pc:sldMk cId="2906075424" sldId="485"/>
            <ac:spMk id="35" creationId="{00000000-0000-0000-0000-000000000000}"/>
          </ac:spMkLst>
        </pc:spChg>
        <pc:spChg chg="mod">
          <ac:chgData name="Yash Jadhav" userId="535c3d6d-72b8-4f77-8155-55f939173cf2" providerId="ADAL" clId="{F33F88E0-3380-47C4-AFDE-F1AC050ADA82}" dt="2026-01-25T16:10:42.263" v="11528" actId="790"/>
          <ac:spMkLst>
            <pc:docMk/>
            <pc:sldMk cId="2906075424" sldId="485"/>
            <ac:spMk id="36" creationId="{00000000-0000-0000-0000-000000000000}"/>
          </ac:spMkLst>
        </pc:spChg>
        <pc:spChg chg="mod">
          <ac:chgData name="Yash Jadhav" userId="535c3d6d-72b8-4f77-8155-55f939173cf2" providerId="ADAL" clId="{F33F88E0-3380-47C4-AFDE-F1AC050ADA82}" dt="2026-01-25T16:10:42.266" v="11529" actId="790"/>
          <ac:spMkLst>
            <pc:docMk/>
            <pc:sldMk cId="2906075424" sldId="485"/>
            <ac:spMk id="37" creationId="{00000000-0000-0000-0000-000000000000}"/>
          </ac:spMkLst>
        </pc:spChg>
        <pc:spChg chg="mod">
          <ac:chgData name="Yash Jadhav" userId="535c3d6d-72b8-4f77-8155-55f939173cf2" providerId="ADAL" clId="{F33F88E0-3380-47C4-AFDE-F1AC050ADA82}" dt="2026-01-25T16:10:42.269" v="11530" actId="790"/>
          <ac:spMkLst>
            <pc:docMk/>
            <pc:sldMk cId="2906075424" sldId="485"/>
            <ac:spMk id="38" creationId="{00000000-0000-0000-0000-000000000000}"/>
          </ac:spMkLst>
        </pc:spChg>
        <pc:spChg chg="mod">
          <ac:chgData name="Yash Jadhav" userId="535c3d6d-72b8-4f77-8155-55f939173cf2" providerId="ADAL" clId="{F33F88E0-3380-47C4-AFDE-F1AC050ADA82}" dt="2026-01-25T16:10:42.272" v="11531" actId="790"/>
          <ac:spMkLst>
            <pc:docMk/>
            <pc:sldMk cId="2906075424" sldId="485"/>
            <ac:spMk id="39" creationId="{00000000-0000-0000-0000-000000000000}"/>
          </ac:spMkLst>
        </pc:spChg>
        <pc:spChg chg="mod">
          <ac:chgData name="Yash Jadhav" userId="535c3d6d-72b8-4f77-8155-55f939173cf2" providerId="ADAL" clId="{F33F88E0-3380-47C4-AFDE-F1AC050ADA82}" dt="2026-01-25T16:10:42.275" v="11532" actId="790"/>
          <ac:spMkLst>
            <pc:docMk/>
            <pc:sldMk cId="2906075424" sldId="485"/>
            <ac:spMk id="40" creationId="{00000000-0000-0000-0000-000000000000}"/>
          </ac:spMkLst>
        </pc:spChg>
        <pc:spChg chg="mod">
          <ac:chgData name="Yash Jadhav" userId="535c3d6d-72b8-4f77-8155-55f939173cf2" providerId="ADAL" clId="{F33F88E0-3380-47C4-AFDE-F1AC050ADA82}" dt="2026-01-25T16:10:42.370" v="11571" actId="790"/>
          <ac:spMkLst>
            <pc:docMk/>
            <pc:sldMk cId="2906075424" sldId="485"/>
            <ac:spMk id="41" creationId="{00000000-0000-0000-0000-000000000000}"/>
          </ac:spMkLst>
        </pc:spChg>
        <pc:spChg chg="mod">
          <ac:chgData name="Yash Jadhav" userId="535c3d6d-72b8-4f77-8155-55f939173cf2" providerId="ADAL" clId="{F33F88E0-3380-47C4-AFDE-F1AC050ADA82}" dt="2026-01-25T16:10:42.372" v="11572" actId="790"/>
          <ac:spMkLst>
            <pc:docMk/>
            <pc:sldMk cId="2906075424" sldId="485"/>
            <ac:spMk id="42" creationId="{00000000-0000-0000-0000-000000000000}"/>
          </ac:spMkLst>
        </pc:spChg>
        <pc:spChg chg="mod">
          <ac:chgData name="Yash Jadhav" userId="535c3d6d-72b8-4f77-8155-55f939173cf2" providerId="ADAL" clId="{F33F88E0-3380-47C4-AFDE-F1AC050ADA82}" dt="2026-01-25T16:10:42.375" v="11573" actId="790"/>
          <ac:spMkLst>
            <pc:docMk/>
            <pc:sldMk cId="2906075424" sldId="485"/>
            <ac:spMk id="44" creationId="{00000000-0000-0000-0000-000000000000}"/>
          </ac:spMkLst>
        </pc:spChg>
        <pc:spChg chg="mod">
          <ac:chgData name="Yash Jadhav" userId="535c3d6d-72b8-4f77-8155-55f939173cf2" providerId="ADAL" clId="{F33F88E0-3380-47C4-AFDE-F1AC050ADA82}" dt="2026-01-25T16:10:42.380" v="11574" actId="790"/>
          <ac:spMkLst>
            <pc:docMk/>
            <pc:sldMk cId="2906075424" sldId="485"/>
            <ac:spMk id="52" creationId="{00000000-0000-0000-0000-000000000000}"/>
          </ac:spMkLst>
        </pc:spChg>
        <pc:spChg chg="mod">
          <ac:chgData name="Yash Jadhav" userId="535c3d6d-72b8-4f77-8155-55f939173cf2" providerId="ADAL" clId="{F33F88E0-3380-47C4-AFDE-F1AC050ADA82}" dt="2026-01-25T16:10:42.385" v="11575" actId="790"/>
          <ac:spMkLst>
            <pc:docMk/>
            <pc:sldMk cId="2906075424" sldId="485"/>
            <ac:spMk id="53" creationId="{00000000-0000-0000-0000-000000000000}"/>
          </ac:spMkLst>
        </pc:spChg>
        <pc:spChg chg="mod">
          <ac:chgData name="Yash Jadhav" userId="535c3d6d-72b8-4f77-8155-55f939173cf2" providerId="ADAL" clId="{F33F88E0-3380-47C4-AFDE-F1AC050ADA82}" dt="2026-01-25T16:10:42.390" v="11576" actId="790"/>
          <ac:spMkLst>
            <pc:docMk/>
            <pc:sldMk cId="2906075424" sldId="485"/>
            <ac:spMk id="54" creationId="{00000000-0000-0000-0000-000000000000}"/>
          </ac:spMkLst>
        </pc:spChg>
        <pc:spChg chg="mod">
          <ac:chgData name="Yash Jadhav" userId="535c3d6d-72b8-4f77-8155-55f939173cf2" providerId="ADAL" clId="{F33F88E0-3380-47C4-AFDE-F1AC050ADA82}" dt="2026-01-25T16:10:42.279" v="11533" actId="790"/>
          <ac:spMkLst>
            <pc:docMk/>
            <pc:sldMk cId="2906075424" sldId="485"/>
            <ac:spMk id="56" creationId="{00000000-0000-0000-0000-000000000000}"/>
          </ac:spMkLst>
        </pc:spChg>
        <pc:spChg chg="mod">
          <ac:chgData name="Yash Jadhav" userId="535c3d6d-72b8-4f77-8155-55f939173cf2" providerId="ADAL" clId="{F33F88E0-3380-47C4-AFDE-F1AC050ADA82}" dt="2026-01-25T16:10:42.282" v="11534" actId="790"/>
          <ac:spMkLst>
            <pc:docMk/>
            <pc:sldMk cId="2906075424" sldId="485"/>
            <ac:spMk id="57" creationId="{00000000-0000-0000-0000-000000000000}"/>
          </ac:spMkLst>
        </pc:spChg>
        <pc:spChg chg="mod">
          <ac:chgData name="Yash Jadhav" userId="535c3d6d-72b8-4f77-8155-55f939173cf2" providerId="ADAL" clId="{F33F88E0-3380-47C4-AFDE-F1AC050ADA82}" dt="2026-01-25T16:10:42.285" v="11535" actId="790"/>
          <ac:spMkLst>
            <pc:docMk/>
            <pc:sldMk cId="2906075424" sldId="485"/>
            <ac:spMk id="58" creationId="{00000000-0000-0000-0000-000000000000}"/>
          </ac:spMkLst>
        </pc:spChg>
        <pc:spChg chg="mod">
          <ac:chgData name="Yash Jadhav" userId="535c3d6d-72b8-4f77-8155-55f939173cf2" providerId="ADAL" clId="{F33F88E0-3380-47C4-AFDE-F1AC050ADA82}" dt="2026-01-25T16:10:42.287" v="11536" actId="790"/>
          <ac:spMkLst>
            <pc:docMk/>
            <pc:sldMk cId="2906075424" sldId="485"/>
            <ac:spMk id="59" creationId="{00000000-0000-0000-0000-000000000000}"/>
          </ac:spMkLst>
        </pc:spChg>
        <pc:spChg chg="mod">
          <ac:chgData name="Yash Jadhav" userId="535c3d6d-72b8-4f77-8155-55f939173cf2" providerId="ADAL" clId="{F33F88E0-3380-47C4-AFDE-F1AC050ADA82}" dt="2026-01-25T16:10:42.289" v="11537" actId="790"/>
          <ac:spMkLst>
            <pc:docMk/>
            <pc:sldMk cId="2906075424" sldId="485"/>
            <ac:spMk id="60" creationId="{00000000-0000-0000-0000-000000000000}"/>
          </ac:spMkLst>
        </pc:spChg>
        <pc:spChg chg="mod">
          <ac:chgData name="Yash Jadhav" userId="535c3d6d-72b8-4f77-8155-55f939173cf2" providerId="ADAL" clId="{F33F88E0-3380-47C4-AFDE-F1AC050ADA82}" dt="2026-01-25T16:10:42.291" v="11538" actId="790"/>
          <ac:spMkLst>
            <pc:docMk/>
            <pc:sldMk cId="2906075424" sldId="485"/>
            <ac:spMk id="61" creationId="{00000000-0000-0000-0000-000000000000}"/>
          </ac:spMkLst>
        </pc:spChg>
        <pc:spChg chg="mod">
          <ac:chgData name="Yash Jadhav" userId="535c3d6d-72b8-4f77-8155-55f939173cf2" providerId="ADAL" clId="{F33F88E0-3380-47C4-AFDE-F1AC050ADA82}" dt="2026-01-25T16:10:42.294" v="11539" actId="790"/>
          <ac:spMkLst>
            <pc:docMk/>
            <pc:sldMk cId="2906075424" sldId="485"/>
            <ac:spMk id="62" creationId="{00000000-0000-0000-0000-000000000000}"/>
          </ac:spMkLst>
        </pc:spChg>
        <pc:spChg chg="mod">
          <ac:chgData name="Yash Jadhav" userId="535c3d6d-72b8-4f77-8155-55f939173cf2" providerId="ADAL" clId="{F33F88E0-3380-47C4-AFDE-F1AC050ADA82}" dt="2026-01-25T16:10:42.296" v="11540" actId="790"/>
          <ac:spMkLst>
            <pc:docMk/>
            <pc:sldMk cId="2906075424" sldId="485"/>
            <ac:spMk id="63" creationId="{00000000-0000-0000-0000-000000000000}"/>
          </ac:spMkLst>
        </pc:spChg>
        <pc:spChg chg="mod">
          <ac:chgData name="Yash Jadhav" userId="535c3d6d-72b8-4f77-8155-55f939173cf2" providerId="ADAL" clId="{F33F88E0-3380-47C4-AFDE-F1AC050ADA82}" dt="2026-01-25T16:10:42.299" v="11541" actId="790"/>
          <ac:spMkLst>
            <pc:docMk/>
            <pc:sldMk cId="2906075424" sldId="485"/>
            <ac:spMk id="64" creationId="{00000000-0000-0000-0000-000000000000}"/>
          </ac:spMkLst>
        </pc:spChg>
        <pc:spChg chg="mod">
          <ac:chgData name="Yash Jadhav" userId="535c3d6d-72b8-4f77-8155-55f939173cf2" providerId="ADAL" clId="{F33F88E0-3380-47C4-AFDE-F1AC050ADA82}" dt="2026-01-25T16:10:42.301" v="11542" actId="790"/>
          <ac:spMkLst>
            <pc:docMk/>
            <pc:sldMk cId="2906075424" sldId="485"/>
            <ac:spMk id="65" creationId="{00000000-0000-0000-0000-000000000000}"/>
          </ac:spMkLst>
        </pc:spChg>
        <pc:spChg chg="mod">
          <ac:chgData name="Yash Jadhav" userId="535c3d6d-72b8-4f77-8155-55f939173cf2" providerId="ADAL" clId="{F33F88E0-3380-47C4-AFDE-F1AC050ADA82}" dt="2026-01-25T16:10:42.302" v="11543" actId="790"/>
          <ac:spMkLst>
            <pc:docMk/>
            <pc:sldMk cId="2906075424" sldId="485"/>
            <ac:spMk id="66" creationId="{00000000-0000-0000-0000-000000000000}"/>
          </ac:spMkLst>
        </pc:spChg>
        <pc:spChg chg="mod">
          <ac:chgData name="Yash Jadhav" userId="535c3d6d-72b8-4f77-8155-55f939173cf2" providerId="ADAL" clId="{F33F88E0-3380-47C4-AFDE-F1AC050ADA82}" dt="2026-01-25T16:10:42.305" v="11544" actId="790"/>
          <ac:spMkLst>
            <pc:docMk/>
            <pc:sldMk cId="2906075424" sldId="485"/>
            <ac:spMk id="67" creationId="{00000000-0000-0000-0000-000000000000}"/>
          </ac:spMkLst>
        </pc:spChg>
        <pc:spChg chg="mod">
          <ac:chgData name="Yash Jadhav" userId="535c3d6d-72b8-4f77-8155-55f939173cf2" providerId="ADAL" clId="{F33F88E0-3380-47C4-AFDE-F1AC050ADA82}" dt="2026-01-25T16:10:42.307" v="11545" actId="790"/>
          <ac:spMkLst>
            <pc:docMk/>
            <pc:sldMk cId="2906075424" sldId="485"/>
            <ac:spMk id="68" creationId="{00000000-0000-0000-0000-000000000000}"/>
          </ac:spMkLst>
        </pc:spChg>
        <pc:spChg chg="mod">
          <ac:chgData name="Yash Jadhav" userId="535c3d6d-72b8-4f77-8155-55f939173cf2" providerId="ADAL" clId="{F33F88E0-3380-47C4-AFDE-F1AC050ADA82}" dt="2026-01-25T16:10:42.309" v="11546" actId="790"/>
          <ac:spMkLst>
            <pc:docMk/>
            <pc:sldMk cId="2906075424" sldId="485"/>
            <ac:spMk id="69" creationId="{00000000-0000-0000-0000-000000000000}"/>
          </ac:spMkLst>
        </pc:spChg>
        <pc:spChg chg="mod">
          <ac:chgData name="Yash Jadhav" userId="535c3d6d-72b8-4f77-8155-55f939173cf2" providerId="ADAL" clId="{F33F88E0-3380-47C4-AFDE-F1AC050ADA82}" dt="2026-01-25T16:10:42.312" v="11547" actId="790"/>
          <ac:spMkLst>
            <pc:docMk/>
            <pc:sldMk cId="2906075424" sldId="485"/>
            <ac:spMk id="70" creationId="{00000000-0000-0000-0000-000000000000}"/>
          </ac:spMkLst>
        </pc:spChg>
        <pc:spChg chg="mod">
          <ac:chgData name="Yash Jadhav" userId="535c3d6d-72b8-4f77-8155-55f939173cf2" providerId="ADAL" clId="{F33F88E0-3380-47C4-AFDE-F1AC050ADA82}" dt="2026-01-25T16:10:42.315" v="11548" actId="790"/>
          <ac:spMkLst>
            <pc:docMk/>
            <pc:sldMk cId="2906075424" sldId="485"/>
            <ac:spMk id="71" creationId="{00000000-0000-0000-0000-000000000000}"/>
          </ac:spMkLst>
        </pc:spChg>
        <pc:spChg chg="mod">
          <ac:chgData name="Yash Jadhav" userId="535c3d6d-72b8-4f77-8155-55f939173cf2" providerId="ADAL" clId="{F33F88E0-3380-47C4-AFDE-F1AC050ADA82}" dt="2026-01-25T16:10:42.317" v="11549" actId="790"/>
          <ac:spMkLst>
            <pc:docMk/>
            <pc:sldMk cId="2906075424" sldId="485"/>
            <ac:spMk id="72" creationId="{00000000-0000-0000-0000-000000000000}"/>
          </ac:spMkLst>
        </pc:spChg>
        <pc:spChg chg="mod">
          <ac:chgData name="Yash Jadhav" userId="535c3d6d-72b8-4f77-8155-55f939173cf2" providerId="ADAL" clId="{F33F88E0-3380-47C4-AFDE-F1AC050ADA82}" dt="2026-01-25T16:10:42.319" v="11550" actId="790"/>
          <ac:spMkLst>
            <pc:docMk/>
            <pc:sldMk cId="2906075424" sldId="485"/>
            <ac:spMk id="73" creationId="{00000000-0000-0000-0000-000000000000}"/>
          </ac:spMkLst>
        </pc:spChg>
        <pc:spChg chg="mod">
          <ac:chgData name="Yash Jadhav" userId="535c3d6d-72b8-4f77-8155-55f939173cf2" providerId="ADAL" clId="{F33F88E0-3380-47C4-AFDE-F1AC050ADA82}" dt="2026-01-25T16:10:42.320" v="11551" actId="790"/>
          <ac:spMkLst>
            <pc:docMk/>
            <pc:sldMk cId="2906075424" sldId="485"/>
            <ac:spMk id="74" creationId="{00000000-0000-0000-0000-000000000000}"/>
          </ac:spMkLst>
        </pc:spChg>
        <pc:spChg chg="mod">
          <ac:chgData name="Yash Jadhav" userId="535c3d6d-72b8-4f77-8155-55f939173cf2" providerId="ADAL" clId="{F33F88E0-3380-47C4-AFDE-F1AC050ADA82}" dt="2026-01-25T16:10:42.322" v="11552" actId="790"/>
          <ac:spMkLst>
            <pc:docMk/>
            <pc:sldMk cId="2906075424" sldId="485"/>
            <ac:spMk id="75" creationId="{00000000-0000-0000-0000-000000000000}"/>
          </ac:spMkLst>
        </pc:spChg>
        <pc:spChg chg="mod">
          <ac:chgData name="Yash Jadhav" userId="535c3d6d-72b8-4f77-8155-55f939173cf2" providerId="ADAL" clId="{F33F88E0-3380-47C4-AFDE-F1AC050ADA82}" dt="2026-01-25T16:10:42.324" v="11553" actId="790"/>
          <ac:spMkLst>
            <pc:docMk/>
            <pc:sldMk cId="2906075424" sldId="485"/>
            <ac:spMk id="76" creationId="{00000000-0000-0000-0000-000000000000}"/>
          </ac:spMkLst>
        </pc:spChg>
        <pc:spChg chg="mod">
          <ac:chgData name="Yash Jadhav" userId="535c3d6d-72b8-4f77-8155-55f939173cf2" providerId="ADAL" clId="{F33F88E0-3380-47C4-AFDE-F1AC050ADA82}" dt="2026-01-25T16:10:42.326" v="11554" actId="790"/>
          <ac:spMkLst>
            <pc:docMk/>
            <pc:sldMk cId="2906075424" sldId="485"/>
            <ac:spMk id="77" creationId="{00000000-0000-0000-0000-000000000000}"/>
          </ac:spMkLst>
        </pc:spChg>
        <pc:spChg chg="mod">
          <ac:chgData name="Yash Jadhav" userId="535c3d6d-72b8-4f77-8155-55f939173cf2" providerId="ADAL" clId="{F33F88E0-3380-47C4-AFDE-F1AC050ADA82}" dt="2026-01-25T16:10:42.329" v="11555" actId="790"/>
          <ac:spMkLst>
            <pc:docMk/>
            <pc:sldMk cId="2906075424" sldId="485"/>
            <ac:spMk id="78" creationId="{00000000-0000-0000-0000-000000000000}"/>
          </ac:spMkLst>
        </pc:spChg>
        <pc:spChg chg="mod">
          <ac:chgData name="Yash Jadhav" userId="535c3d6d-72b8-4f77-8155-55f939173cf2" providerId="ADAL" clId="{F33F88E0-3380-47C4-AFDE-F1AC050ADA82}" dt="2026-01-25T16:10:42.332" v="11556" actId="790"/>
          <ac:spMkLst>
            <pc:docMk/>
            <pc:sldMk cId="2906075424" sldId="485"/>
            <ac:spMk id="79" creationId="{00000000-0000-0000-0000-000000000000}"/>
          </ac:spMkLst>
        </pc:spChg>
        <pc:spChg chg="mod">
          <ac:chgData name="Yash Jadhav" userId="535c3d6d-72b8-4f77-8155-55f939173cf2" providerId="ADAL" clId="{F33F88E0-3380-47C4-AFDE-F1AC050ADA82}" dt="2026-01-25T16:10:42.335" v="11557" actId="790"/>
          <ac:spMkLst>
            <pc:docMk/>
            <pc:sldMk cId="2906075424" sldId="485"/>
            <ac:spMk id="80" creationId="{00000000-0000-0000-0000-000000000000}"/>
          </ac:spMkLst>
        </pc:spChg>
        <pc:spChg chg="mod">
          <ac:chgData name="Yash Jadhav" userId="535c3d6d-72b8-4f77-8155-55f939173cf2" providerId="ADAL" clId="{F33F88E0-3380-47C4-AFDE-F1AC050ADA82}" dt="2026-01-25T16:10:42.337" v="11558" actId="790"/>
          <ac:spMkLst>
            <pc:docMk/>
            <pc:sldMk cId="2906075424" sldId="485"/>
            <ac:spMk id="81" creationId="{00000000-0000-0000-0000-000000000000}"/>
          </ac:spMkLst>
        </pc:spChg>
        <pc:spChg chg="mod">
          <ac:chgData name="Yash Jadhav" userId="535c3d6d-72b8-4f77-8155-55f939173cf2" providerId="ADAL" clId="{F33F88E0-3380-47C4-AFDE-F1AC050ADA82}" dt="2026-01-25T16:10:42.340" v="11559" actId="790"/>
          <ac:spMkLst>
            <pc:docMk/>
            <pc:sldMk cId="2906075424" sldId="485"/>
            <ac:spMk id="82" creationId="{00000000-0000-0000-0000-000000000000}"/>
          </ac:spMkLst>
        </pc:spChg>
        <pc:spChg chg="mod">
          <ac:chgData name="Yash Jadhav" userId="535c3d6d-72b8-4f77-8155-55f939173cf2" providerId="ADAL" clId="{F33F88E0-3380-47C4-AFDE-F1AC050ADA82}" dt="2026-01-25T16:10:42.342" v="11560" actId="790"/>
          <ac:spMkLst>
            <pc:docMk/>
            <pc:sldMk cId="2906075424" sldId="485"/>
            <ac:spMk id="83" creationId="{00000000-0000-0000-0000-000000000000}"/>
          </ac:spMkLst>
        </pc:spChg>
        <pc:spChg chg="mod">
          <ac:chgData name="Yash Jadhav" userId="535c3d6d-72b8-4f77-8155-55f939173cf2" providerId="ADAL" clId="{F33F88E0-3380-47C4-AFDE-F1AC050ADA82}" dt="2026-01-25T16:10:42.344" v="11561" actId="790"/>
          <ac:spMkLst>
            <pc:docMk/>
            <pc:sldMk cId="2906075424" sldId="485"/>
            <ac:spMk id="84" creationId="{00000000-0000-0000-0000-000000000000}"/>
          </ac:spMkLst>
        </pc:spChg>
        <pc:spChg chg="mod">
          <ac:chgData name="Yash Jadhav" userId="535c3d6d-72b8-4f77-8155-55f939173cf2" providerId="ADAL" clId="{F33F88E0-3380-47C4-AFDE-F1AC050ADA82}" dt="2026-01-25T16:10:42.347" v="11562" actId="790"/>
          <ac:spMkLst>
            <pc:docMk/>
            <pc:sldMk cId="2906075424" sldId="485"/>
            <ac:spMk id="85" creationId="{00000000-0000-0000-0000-000000000000}"/>
          </ac:spMkLst>
        </pc:spChg>
        <pc:spChg chg="mod">
          <ac:chgData name="Yash Jadhav" userId="535c3d6d-72b8-4f77-8155-55f939173cf2" providerId="ADAL" clId="{F33F88E0-3380-47C4-AFDE-F1AC050ADA82}" dt="2026-01-25T16:10:42.349" v="11563" actId="790"/>
          <ac:spMkLst>
            <pc:docMk/>
            <pc:sldMk cId="2906075424" sldId="485"/>
            <ac:spMk id="86" creationId="{00000000-0000-0000-0000-000000000000}"/>
          </ac:spMkLst>
        </pc:spChg>
        <pc:spChg chg="mod">
          <ac:chgData name="Yash Jadhav" userId="535c3d6d-72b8-4f77-8155-55f939173cf2" providerId="ADAL" clId="{F33F88E0-3380-47C4-AFDE-F1AC050ADA82}" dt="2026-01-25T16:10:42.352" v="11564" actId="790"/>
          <ac:spMkLst>
            <pc:docMk/>
            <pc:sldMk cId="2906075424" sldId="485"/>
            <ac:spMk id="87" creationId="{00000000-0000-0000-0000-000000000000}"/>
          </ac:spMkLst>
        </pc:spChg>
        <pc:spChg chg="mod">
          <ac:chgData name="Yash Jadhav" userId="535c3d6d-72b8-4f77-8155-55f939173cf2" providerId="ADAL" clId="{F33F88E0-3380-47C4-AFDE-F1AC050ADA82}" dt="2026-01-25T16:10:42.354" v="11565" actId="790"/>
          <ac:spMkLst>
            <pc:docMk/>
            <pc:sldMk cId="2906075424" sldId="485"/>
            <ac:spMk id="88" creationId="{00000000-0000-0000-0000-000000000000}"/>
          </ac:spMkLst>
        </pc:spChg>
        <pc:spChg chg="mod">
          <ac:chgData name="Yash Jadhav" userId="535c3d6d-72b8-4f77-8155-55f939173cf2" providerId="ADAL" clId="{F33F88E0-3380-47C4-AFDE-F1AC050ADA82}" dt="2026-01-25T16:10:42.357" v="11566" actId="790"/>
          <ac:spMkLst>
            <pc:docMk/>
            <pc:sldMk cId="2906075424" sldId="485"/>
            <ac:spMk id="89" creationId="{00000000-0000-0000-0000-000000000000}"/>
          </ac:spMkLst>
        </pc:spChg>
        <pc:spChg chg="mod">
          <ac:chgData name="Yash Jadhav" userId="535c3d6d-72b8-4f77-8155-55f939173cf2" providerId="ADAL" clId="{F33F88E0-3380-47C4-AFDE-F1AC050ADA82}" dt="2026-01-25T16:10:42.360" v="11567" actId="790"/>
          <ac:spMkLst>
            <pc:docMk/>
            <pc:sldMk cId="2906075424" sldId="485"/>
            <ac:spMk id="90" creationId="{00000000-0000-0000-0000-000000000000}"/>
          </ac:spMkLst>
        </pc:spChg>
        <pc:spChg chg="mod">
          <ac:chgData name="Yash Jadhav" userId="535c3d6d-72b8-4f77-8155-55f939173cf2" providerId="ADAL" clId="{F33F88E0-3380-47C4-AFDE-F1AC050ADA82}" dt="2026-01-25T16:10:42.364" v="11568" actId="790"/>
          <ac:spMkLst>
            <pc:docMk/>
            <pc:sldMk cId="2906075424" sldId="485"/>
            <ac:spMk id="91" creationId="{00000000-0000-0000-0000-000000000000}"/>
          </ac:spMkLst>
        </pc:spChg>
        <pc:spChg chg="mod">
          <ac:chgData name="Yash Jadhav" userId="535c3d6d-72b8-4f77-8155-55f939173cf2" providerId="ADAL" clId="{F33F88E0-3380-47C4-AFDE-F1AC050ADA82}" dt="2026-01-25T16:10:42.366" v="11569" actId="790"/>
          <ac:spMkLst>
            <pc:docMk/>
            <pc:sldMk cId="2906075424" sldId="485"/>
            <ac:spMk id="9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625810942" sldId="486"/>
        </pc:sldMkLst>
        <pc:spChg chg="mod">
          <ac:chgData name="Yash Jadhav" userId="535c3d6d-72b8-4f77-8155-55f939173cf2" providerId="ADAL" clId="{F33F88E0-3380-47C4-AFDE-F1AC050ADA82}" dt="2026-01-25T16:10:44.620" v="11661" actId="790"/>
          <ac:spMkLst>
            <pc:docMk/>
            <pc:sldMk cId="625810942" sldId="486"/>
            <ac:spMk id="2" creationId="{00000000-0000-0000-0000-000000000000}"/>
          </ac:spMkLst>
        </pc:spChg>
        <pc:spChg chg="mod">
          <ac:chgData name="Yash Jadhav" userId="535c3d6d-72b8-4f77-8155-55f939173cf2" providerId="ADAL" clId="{F33F88E0-3380-47C4-AFDE-F1AC050ADA82}" dt="2026-01-25T16:10:44.418" v="11581" actId="790"/>
          <ac:spMkLst>
            <pc:docMk/>
            <pc:sldMk cId="625810942" sldId="486"/>
            <ac:spMk id="18" creationId="{00000000-0000-0000-0000-000000000000}"/>
          </ac:spMkLst>
        </pc:spChg>
        <pc:spChg chg="mod">
          <ac:chgData name="Yash Jadhav" userId="535c3d6d-72b8-4f77-8155-55f939173cf2" providerId="ADAL" clId="{F33F88E0-3380-47C4-AFDE-F1AC050ADA82}" dt="2026-01-25T16:10:44.422" v="11582" actId="790"/>
          <ac:spMkLst>
            <pc:docMk/>
            <pc:sldMk cId="625810942" sldId="486"/>
            <ac:spMk id="19" creationId="{00000000-0000-0000-0000-000000000000}"/>
          </ac:spMkLst>
        </pc:spChg>
        <pc:spChg chg="mod">
          <ac:chgData name="Yash Jadhav" userId="535c3d6d-72b8-4f77-8155-55f939173cf2" providerId="ADAL" clId="{F33F88E0-3380-47C4-AFDE-F1AC050ADA82}" dt="2026-01-25T16:10:44.426" v="11583" actId="790"/>
          <ac:spMkLst>
            <pc:docMk/>
            <pc:sldMk cId="625810942" sldId="486"/>
            <ac:spMk id="20" creationId="{00000000-0000-0000-0000-000000000000}"/>
          </ac:spMkLst>
        </pc:spChg>
        <pc:spChg chg="mod">
          <ac:chgData name="Yash Jadhav" userId="535c3d6d-72b8-4f77-8155-55f939173cf2" providerId="ADAL" clId="{F33F88E0-3380-47C4-AFDE-F1AC050ADA82}" dt="2026-01-25T16:10:44.429" v="11584" actId="790"/>
          <ac:spMkLst>
            <pc:docMk/>
            <pc:sldMk cId="625810942" sldId="486"/>
            <ac:spMk id="21" creationId="{00000000-0000-0000-0000-000000000000}"/>
          </ac:spMkLst>
        </pc:spChg>
        <pc:spChg chg="mod">
          <ac:chgData name="Yash Jadhav" userId="535c3d6d-72b8-4f77-8155-55f939173cf2" providerId="ADAL" clId="{F33F88E0-3380-47C4-AFDE-F1AC050ADA82}" dt="2026-01-25T16:10:44.433" v="11585" actId="790"/>
          <ac:spMkLst>
            <pc:docMk/>
            <pc:sldMk cId="625810942" sldId="486"/>
            <ac:spMk id="22" creationId="{00000000-0000-0000-0000-000000000000}"/>
          </ac:spMkLst>
        </pc:spChg>
        <pc:spChg chg="mod">
          <ac:chgData name="Yash Jadhav" userId="535c3d6d-72b8-4f77-8155-55f939173cf2" providerId="ADAL" clId="{F33F88E0-3380-47C4-AFDE-F1AC050ADA82}" dt="2026-01-25T16:10:44.435" v="11586" actId="790"/>
          <ac:spMkLst>
            <pc:docMk/>
            <pc:sldMk cId="625810942" sldId="486"/>
            <ac:spMk id="23" creationId="{00000000-0000-0000-0000-000000000000}"/>
          </ac:spMkLst>
        </pc:spChg>
        <pc:spChg chg="mod">
          <ac:chgData name="Yash Jadhav" userId="535c3d6d-72b8-4f77-8155-55f939173cf2" providerId="ADAL" clId="{F33F88E0-3380-47C4-AFDE-F1AC050ADA82}" dt="2026-01-25T16:10:44.438" v="11587" actId="790"/>
          <ac:spMkLst>
            <pc:docMk/>
            <pc:sldMk cId="625810942" sldId="486"/>
            <ac:spMk id="24" creationId="{00000000-0000-0000-0000-000000000000}"/>
          </ac:spMkLst>
        </pc:spChg>
        <pc:spChg chg="mod">
          <ac:chgData name="Yash Jadhav" userId="535c3d6d-72b8-4f77-8155-55f939173cf2" providerId="ADAL" clId="{F33F88E0-3380-47C4-AFDE-F1AC050ADA82}" dt="2026-01-25T16:10:44.441" v="11588" actId="790"/>
          <ac:spMkLst>
            <pc:docMk/>
            <pc:sldMk cId="625810942" sldId="486"/>
            <ac:spMk id="25" creationId="{00000000-0000-0000-0000-000000000000}"/>
          </ac:spMkLst>
        </pc:spChg>
        <pc:spChg chg="mod">
          <ac:chgData name="Yash Jadhav" userId="535c3d6d-72b8-4f77-8155-55f939173cf2" providerId="ADAL" clId="{F33F88E0-3380-47C4-AFDE-F1AC050ADA82}" dt="2026-01-25T16:10:44.445" v="11589" actId="790"/>
          <ac:spMkLst>
            <pc:docMk/>
            <pc:sldMk cId="625810942" sldId="486"/>
            <ac:spMk id="26" creationId="{00000000-0000-0000-0000-000000000000}"/>
          </ac:spMkLst>
        </pc:spChg>
        <pc:spChg chg="mod">
          <ac:chgData name="Yash Jadhav" userId="535c3d6d-72b8-4f77-8155-55f939173cf2" providerId="ADAL" clId="{F33F88E0-3380-47C4-AFDE-F1AC050ADA82}" dt="2026-01-25T16:10:44.447" v="11590" actId="790"/>
          <ac:spMkLst>
            <pc:docMk/>
            <pc:sldMk cId="625810942" sldId="486"/>
            <ac:spMk id="27" creationId="{00000000-0000-0000-0000-000000000000}"/>
          </ac:spMkLst>
        </pc:spChg>
        <pc:spChg chg="mod">
          <ac:chgData name="Yash Jadhav" userId="535c3d6d-72b8-4f77-8155-55f939173cf2" providerId="ADAL" clId="{F33F88E0-3380-47C4-AFDE-F1AC050ADA82}" dt="2026-01-25T16:10:44.449" v="11591" actId="790"/>
          <ac:spMkLst>
            <pc:docMk/>
            <pc:sldMk cId="625810942" sldId="486"/>
            <ac:spMk id="28" creationId="{00000000-0000-0000-0000-000000000000}"/>
          </ac:spMkLst>
        </pc:spChg>
        <pc:spChg chg="mod">
          <ac:chgData name="Yash Jadhav" userId="535c3d6d-72b8-4f77-8155-55f939173cf2" providerId="ADAL" clId="{F33F88E0-3380-47C4-AFDE-F1AC050ADA82}" dt="2026-01-25T16:10:44.451" v="11592" actId="790"/>
          <ac:spMkLst>
            <pc:docMk/>
            <pc:sldMk cId="625810942" sldId="486"/>
            <ac:spMk id="29" creationId="{00000000-0000-0000-0000-000000000000}"/>
          </ac:spMkLst>
        </pc:spChg>
        <pc:spChg chg="mod">
          <ac:chgData name="Yash Jadhav" userId="535c3d6d-72b8-4f77-8155-55f939173cf2" providerId="ADAL" clId="{F33F88E0-3380-47C4-AFDE-F1AC050ADA82}" dt="2026-01-25T16:10:44.453" v="11593" actId="790"/>
          <ac:spMkLst>
            <pc:docMk/>
            <pc:sldMk cId="625810942" sldId="486"/>
            <ac:spMk id="30" creationId="{00000000-0000-0000-0000-000000000000}"/>
          </ac:spMkLst>
        </pc:spChg>
        <pc:spChg chg="mod">
          <ac:chgData name="Yash Jadhav" userId="535c3d6d-72b8-4f77-8155-55f939173cf2" providerId="ADAL" clId="{F33F88E0-3380-47C4-AFDE-F1AC050ADA82}" dt="2026-01-25T16:10:44.455" v="11594" actId="790"/>
          <ac:spMkLst>
            <pc:docMk/>
            <pc:sldMk cId="625810942" sldId="486"/>
            <ac:spMk id="31" creationId="{00000000-0000-0000-0000-000000000000}"/>
          </ac:spMkLst>
        </pc:spChg>
        <pc:spChg chg="mod">
          <ac:chgData name="Yash Jadhav" userId="535c3d6d-72b8-4f77-8155-55f939173cf2" providerId="ADAL" clId="{F33F88E0-3380-47C4-AFDE-F1AC050ADA82}" dt="2026-01-25T16:10:44.458" v="11595" actId="790"/>
          <ac:spMkLst>
            <pc:docMk/>
            <pc:sldMk cId="625810942" sldId="486"/>
            <ac:spMk id="32" creationId="{00000000-0000-0000-0000-000000000000}"/>
          </ac:spMkLst>
        </pc:spChg>
        <pc:spChg chg="mod">
          <ac:chgData name="Yash Jadhav" userId="535c3d6d-72b8-4f77-8155-55f939173cf2" providerId="ADAL" clId="{F33F88E0-3380-47C4-AFDE-F1AC050ADA82}" dt="2026-01-25T16:10:44.460" v="11596" actId="790"/>
          <ac:spMkLst>
            <pc:docMk/>
            <pc:sldMk cId="625810942" sldId="486"/>
            <ac:spMk id="33" creationId="{00000000-0000-0000-0000-000000000000}"/>
          </ac:spMkLst>
        </pc:spChg>
        <pc:spChg chg="mod">
          <ac:chgData name="Yash Jadhav" userId="535c3d6d-72b8-4f77-8155-55f939173cf2" providerId="ADAL" clId="{F33F88E0-3380-47C4-AFDE-F1AC050ADA82}" dt="2026-01-25T16:10:44.463" v="11597" actId="790"/>
          <ac:spMkLst>
            <pc:docMk/>
            <pc:sldMk cId="625810942" sldId="486"/>
            <ac:spMk id="34" creationId="{00000000-0000-0000-0000-000000000000}"/>
          </ac:spMkLst>
        </pc:spChg>
        <pc:spChg chg="mod">
          <ac:chgData name="Yash Jadhav" userId="535c3d6d-72b8-4f77-8155-55f939173cf2" providerId="ADAL" clId="{F33F88E0-3380-47C4-AFDE-F1AC050ADA82}" dt="2026-01-25T16:10:44.465" v="11598" actId="790"/>
          <ac:spMkLst>
            <pc:docMk/>
            <pc:sldMk cId="625810942" sldId="486"/>
            <ac:spMk id="35" creationId="{00000000-0000-0000-0000-000000000000}"/>
          </ac:spMkLst>
        </pc:spChg>
        <pc:spChg chg="mod">
          <ac:chgData name="Yash Jadhav" userId="535c3d6d-72b8-4f77-8155-55f939173cf2" providerId="ADAL" clId="{F33F88E0-3380-47C4-AFDE-F1AC050ADA82}" dt="2026-01-25T16:10:44.467" v="11599" actId="790"/>
          <ac:spMkLst>
            <pc:docMk/>
            <pc:sldMk cId="625810942" sldId="486"/>
            <ac:spMk id="36" creationId="{00000000-0000-0000-0000-000000000000}"/>
          </ac:spMkLst>
        </pc:spChg>
        <pc:spChg chg="mod">
          <ac:chgData name="Yash Jadhav" userId="535c3d6d-72b8-4f77-8155-55f939173cf2" providerId="ADAL" clId="{F33F88E0-3380-47C4-AFDE-F1AC050ADA82}" dt="2026-01-25T16:10:44.469" v="11600" actId="790"/>
          <ac:spMkLst>
            <pc:docMk/>
            <pc:sldMk cId="625810942" sldId="486"/>
            <ac:spMk id="37" creationId="{00000000-0000-0000-0000-000000000000}"/>
          </ac:spMkLst>
        </pc:spChg>
        <pc:spChg chg="mod">
          <ac:chgData name="Yash Jadhav" userId="535c3d6d-72b8-4f77-8155-55f939173cf2" providerId="ADAL" clId="{F33F88E0-3380-47C4-AFDE-F1AC050ADA82}" dt="2026-01-25T16:10:44.471" v="11601" actId="790"/>
          <ac:spMkLst>
            <pc:docMk/>
            <pc:sldMk cId="625810942" sldId="486"/>
            <ac:spMk id="38" creationId="{00000000-0000-0000-0000-000000000000}"/>
          </ac:spMkLst>
        </pc:spChg>
        <pc:spChg chg="mod">
          <ac:chgData name="Yash Jadhav" userId="535c3d6d-72b8-4f77-8155-55f939173cf2" providerId="ADAL" clId="{F33F88E0-3380-47C4-AFDE-F1AC050ADA82}" dt="2026-01-25T16:10:44.473" v="11602" actId="790"/>
          <ac:spMkLst>
            <pc:docMk/>
            <pc:sldMk cId="625810942" sldId="486"/>
            <ac:spMk id="39" creationId="{00000000-0000-0000-0000-000000000000}"/>
          </ac:spMkLst>
        </pc:spChg>
        <pc:spChg chg="mod">
          <ac:chgData name="Yash Jadhav" userId="535c3d6d-72b8-4f77-8155-55f939173cf2" providerId="ADAL" clId="{F33F88E0-3380-47C4-AFDE-F1AC050ADA82}" dt="2026-01-25T16:10:44.475" v="11603" actId="790"/>
          <ac:spMkLst>
            <pc:docMk/>
            <pc:sldMk cId="625810942" sldId="486"/>
            <ac:spMk id="40" creationId="{00000000-0000-0000-0000-000000000000}"/>
          </ac:spMkLst>
        </pc:spChg>
        <pc:spChg chg="mod">
          <ac:chgData name="Yash Jadhav" userId="535c3d6d-72b8-4f77-8155-55f939173cf2" providerId="ADAL" clId="{F33F88E0-3380-47C4-AFDE-F1AC050ADA82}" dt="2026-01-25T16:10:44.623" v="11662" actId="790"/>
          <ac:spMkLst>
            <pc:docMk/>
            <pc:sldMk cId="625810942" sldId="486"/>
            <ac:spMk id="41" creationId="{00000000-0000-0000-0000-000000000000}"/>
          </ac:spMkLst>
        </pc:spChg>
        <pc:spChg chg="mod">
          <ac:chgData name="Yash Jadhav" userId="535c3d6d-72b8-4f77-8155-55f939173cf2" providerId="ADAL" clId="{F33F88E0-3380-47C4-AFDE-F1AC050ADA82}" dt="2026-01-25T16:10:44.625" v="11663" actId="790"/>
          <ac:spMkLst>
            <pc:docMk/>
            <pc:sldMk cId="625810942" sldId="486"/>
            <ac:spMk id="42" creationId="{00000000-0000-0000-0000-000000000000}"/>
          </ac:spMkLst>
        </pc:spChg>
        <pc:spChg chg="mod">
          <ac:chgData name="Yash Jadhav" userId="535c3d6d-72b8-4f77-8155-55f939173cf2" providerId="ADAL" clId="{F33F88E0-3380-47C4-AFDE-F1AC050ADA82}" dt="2026-01-25T16:10:44.627" v="11664" actId="790"/>
          <ac:spMkLst>
            <pc:docMk/>
            <pc:sldMk cId="625810942" sldId="486"/>
            <ac:spMk id="43" creationId="{00000000-0000-0000-0000-000000000000}"/>
          </ac:spMkLst>
        </pc:spChg>
        <pc:spChg chg="mod">
          <ac:chgData name="Yash Jadhav" userId="535c3d6d-72b8-4f77-8155-55f939173cf2" providerId="ADAL" clId="{F33F88E0-3380-47C4-AFDE-F1AC050ADA82}" dt="2026-01-25T16:10:44.630" v="11665" actId="790"/>
          <ac:spMkLst>
            <pc:docMk/>
            <pc:sldMk cId="625810942" sldId="486"/>
            <ac:spMk id="44" creationId="{00000000-0000-0000-0000-000000000000}"/>
          </ac:spMkLst>
        </pc:spChg>
        <pc:spChg chg="mod">
          <ac:chgData name="Yash Jadhav" userId="535c3d6d-72b8-4f77-8155-55f939173cf2" providerId="ADAL" clId="{F33F88E0-3380-47C4-AFDE-F1AC050ADA82}" dt="2026-01-25T16:10:44.636" v="11666" actId="790"/>
          <ac:spMkLst>
            <pc:docMk/>
            <pc:sldMk cId="625810942" sldId="486"/>
            <ac:spMk id="52" creationId="{00000000-0000-0000-0000-000000000000}"/>
          </ac:spMkLst>
        </pc:spChg>
        <pc:spChg chg="mod">
          <ac:chgData name="Yash Jadhav" userId="535c3d6d-72b8-4f77-8155-55f939173cf2" providerId="ADAL" clId="{F33F88E0-3380-47C4-AFDE-F1AC050ADA82}" dt="2026-01-25T16:10:44.642" v="11667" actId="790"/>
          <ac:spMkLst>
            <pc:docMk/>
            <pc:sldMk cId="625810942" sldId="486"/>
            <ac:spMk id="53" creationId="{00000000-0000-0000-0000-000000000000}"/>
          </ac:spMkLst>
        </pc:spChg>
        <pc:spChg chg="mod">
          <ac:chgData name="Yash Jadhav" userId="535c3d6d-72b8-4f77-8155-55f939173cf2" providerId="ADAL" clId="{F33F88E0-3380-47C4-AFDE-F1AC050ADA82}" dt="2026-01-25T16:10:44.648" v="11668" actId="790"/>
          <ac:spMkLst>
            <pc:docMk/>
            <pc:sldMk cId="625810942" sldId="486"/>
            <ac:spMk id="54" creationId="{00000000-0000-0000-0000-000000000000}"/>
          </ac:spMkLst>
        </pc:spChg>
        <pc:spChg chg="mod">
          <ac:chgData name="Yash Jadhav" userId="535c3d6d-72b8-4f77-8155-55f939173cf2" providerId="ADAL" clId="{F33F88E0-3380-47C4-AFDE-F1AC050ADA82}" dt="2026-01-25T16:10:44.654" v="11669" actId="790"/>
          <ac:spMkLst>
            <pc:docMk/>
            <pc:sldMk cId="625810942" sldId="486"/>
            <ac:spMk id="55" creationId="{00000000-0000-0000-0000-000000000000}"/>
          </ac:spMkLst>
        </pc:spChg>
        <pc:spChg chg="mod">
          <ac:chgData name="Yash Jadhav" userId="535c3d6d-72b8-4f77-8155-55f939173cf2" providerId="ADAL" clId="{F33F88E0-3380-47C4-AFDE-F1AC050ADA82}" dt="2026-01-25T16:10:44.478" v="11604" actId="790"/>
          <ac:spMkLst>
            <pc:docMk/>
            <pc:sldMk cId="625810942" sldId="486"/>
            <ac:spMk id="56" creationId="{00000000-0000-0000-0000-000000000000}"/>
          </ac:spMkLst>
        </pc:spChg>
        <pc:spChg chg="mod">
          <ac:chgData name="Yash Jadhav" userId="535c3d6d-72b8-4f77-8155-55f939173cf2" providerId="ADAL" clId="{F33F88E0-3380-47C4-AFDE-F1AC050ADA82}" dt="2026-01-25T16:10:44.480" v="11605" actId="790"/>
          <ac:spMkLst>
            <pc:docMk/>
            <pc:sldMk cId="625810942" sldId="486"/>
            <ac:spMk id="57" creationId="{00000000-0000-0000-0000-000000000000}"/>
          </ac:spMkLst>
        </pc:spChg>
        <pc:spChg chg="mod">
          <ac:chgData name="Yash Jadhav" userId="535c3d6d-72b8-4f77-8155-55f939173cf2" providerId="ADAL" clId="{F33F88E0-3380-47C4-AFDE-F1AC050ADA82}" dt="2026-01-25T16:10:44.482" v="11606" actId="790"/>
          <ac:spMkLst>
            <pc:docMk/>
            <pc:sldMk cId="625810942" sldId="486"/>
            <ac:spMk id="58" creationId="{00000000-0000-0000-0000-000000000000}"/>
          </ac:spMkLst>
        </pc:spChg>
        <pc:spChg chg="mod">
          <ac:chgData name="Yash Jadhav" userId="535c3d6d-72b8-4f77-8155-55f939173cf2" providerId="ADAL" clId="{F33F88E0-3380-47C4-AFDE-F1AC050ADA82}" dt="2026-01-25T16:10:44.484" v="11607" actId="790"/>
          <ac:spMkLst>
            <pc:docMk/>
            <pc:sldMk cId="625810942" sldId="486"/>
            <ac:spMk id="59" creationId="{00000000-0000-0000-0000-000000000000}"/>
          </ac:spMkLst>
        </pc:spChg>
        <pc:spChg chg="mod">
          <ac:chgData name="Yash Jadhav" userId="535c3d6d-72b8-4f77-8155-55f939173cf2" providerId="ADAL" clId="{F33F88E0-3380-47C4-AFDE-F1AC050ADA82}" dt="2026-01-25T16:10:44.486" v="11608" actId="790"/>
          <ac:spMkLst>
            <pc:docMk/>
            <pc:sldMk cId="625810942" sldId="486"/>
            <ac:spMk id="60" creationId="{00000000-0000-0000-0000-000000000000}"/>
          </ac:spMkLst>
        </pc:spChg>
        <pc:spChg chg="mod">
          <ac:chgData name="Yash Jadhav" userId="535c3d6d-72b8-4f77-8155-55f939173cf2" providerId="ADAL" clId="{F33F88E0-3380-47C4-AFDE-F1AC050ADA82}" dt="2026-01-25T16:10:44.488" v="11609" actId="790"/>
          <ac:spMkLst>
            <pc:docMk/>
            <pc:sldMk cId="625810942" sldId="486"/>
            <ac:spMk id="61" creationId="{00000000-0000-0000-0000-000000000000}"/>
          </ac:spMkLst>
        </pc:spChg>
        <pc:spChg chg="mod">
          <ac:chgData name="Yash Jadhav" userId="535c3d6d-72b8-4f77-8155-55f939173cf2" providerId="ADAL" clId="{F33F88E0-3380-47C4-AFDE-F1AC050ADA82}" dt="2026-01-25T16:10:44.490" v="11610" actId="790"/>
          <ac:spMkLst>
            <pc:docMk/>
            <pc:sldMk cId="625810942" sldId="486"/>
            <ac:spMk id="62" creationId="{00000000-0000-0000-0000-000000000000}"/>
          </ac:spMkLst>
        </pc:spChg>
        <pc:spChg chg="mod">
          <ac:chgData name="Yash Jadhav" userId="535c3d6d-72b8-4f77-8155-55f939173cf2" providerId="ADAL" clId="{F33F88E0-3380-47C4-AFDE-F1AC050ADA82}" dt="2026-01-25T16:10:44.493" v="11611" actId="790"/>
          <ac:spMkLst>
            <pc:docMk/>
            <pc:sldMk cId="625810942" sldId="486"/>
            <ac:spMk id="63" creationId="{00000000-0000-0000-0000-000000000000}"/>
          </ac:spMkLst>
        </pc:spChg>
        <pc:spChg chg="mod">
          <ac:chgData name="Yash Jadhav" userId="535c3d6d-72b8-4f77-8155-55f939173cf2" providerId="ADAL" clId="{F33F88E0-3380-47C4-AFDE-F1AC050ADA82}" dt="2026-01-25T16:10:44.495" v="11612" actId="790"/>
          <ac:spMkLst>
            <pc:docMk/>
            <pc:sldMk cId="625810942" sldId="486"/>
            <ac:spMk id="64" creationId="{00000000-0000-0000-0000-000000000000}"/>
          </ac:spMkLst>
        </pc:spChg>
        <pc:spChg chg="mod">
          <ac:chgData name="Yash Jadhav" userId="535c3d6d-72b8-4f77-8155-55f939173cf2" providerId="ADAL" clId="{F33F88E0-3380-47C4-AFDE-F1AC050ADA82}" dt="2026-01-25T16:10:44.497" v="11613" actId="790"/>
          <ac:spMkLst>
            <pc:docMk/>
            <pc:sldMk cId="625810942" sldId="486"/>
            <ac:spMk id="65" creationId="{00000000-0000-0000-0000-000000000000}"/>
          </ac:spMkLst>
        </pc:spChg>
        <pc:spChg chg="mod">
          <ac:chgData name="Yash Jadhav" userId="535c3d6d-72b8-4f77-8155-55f939173cf2" providerId="ADAL" clId="{F33F88E0-3380-47C4-AFDE-F1AC050ADA82}" dt="2026-01-25T16:10:44.499" v="11614" actId="790"/>
          <ac:spMkLst>
            <pc:docMk/>
            <pc:sldMk cId="625810942" sldId="486"/>
            <ac:spMk id="66" creationId="{00000000-0000-0000-0000-000000000000}"/>
          </ac:spMkLst>
        </pc:spChg>
        <pc:spChg chg="mod">
          <ac:chgData name="Yash Jadhav" userId="535c3d6d-72b8-4f77-8155-55f939173cf2" providerId="ADAL" clId="{F33F88E0-3380-47C4-AFDE-F1AC050ADA82}" dt="2026-01-25T16:10:44.501" v="11615" actId="790"/>
          <ac:spMkLst>
            <pc:docMk/>
            <pc:sldMk cId="625810942" sldId="486"/>
            <ac:spMk id="67" creationId="{00000000-0000-0000-0000-000000000000}"/>
          </ac:spMkLst>
        </pc:spChg>
        <pc:spChg chg="mod">
          <ac:chgData name="Yash Jadhav" userId="535c3d6d-72b8-4f77-8155-55f939173cf2" providerId="ADAL" clId="{F33F88E0-3380-47C4-AFDE-F1AC050ADA82}" dt="2026-01-25T16:10:44.504" v="11616" actId="790"/>
          <ac:spMkLst>
            <pc:docMk/>
            <pc:sldMk cId="625810942" sldId="486"/>
            <ac:spMk id="68" creationId="{00000000-0000-0000-0000-000000000000}"/>
          </ac:spMkLst>
        </pc:spChg>
        <pc:spChg chg="mod">
          <ac:chgData name="Yash Jadhav" userId="535c3d6d-72b8-4f77-8155-55f939173cf2" providerId="ADAL" clId="{F33F88E0-3380-47C4-AFDE-F1AC050ADA82}" dt="2026-01-25T16:10:44.506" v="11617" actId="790"/>
          <ac:spMkLst>
            <pc:docMk/>
            <pc:sldMk cId="625810942" sldId="486"/>
            <ac:spMk id="69" creationId="{00000000-0000-0000-0000-000000000000}"/>
          </ac:spMkLst>
        </pc:spChg>
        <pc:spChg chg="mod">
          <ac:chgData name="Yash Jadhav" userId="535c3d6d-72b8-4f77-8155-55f939173cf2" providerId="ADAL" clId="{F33F88E0-3380-47C4-AFDE-F1AC050ADA82}" dt="2026-01-25T16:10:44.509" v="11618" actId="790"/>
          <ac:spMkLst>
            <pc:docMk/>
            <pc:sldMk cId="625810942" sldId="486"/>
            <ac:spMk id="70" creationId="{00000000-0000-0000-0000-000000000000}"/>
          </ac:spMkLst>
        </pc:spChg>
        <pc:spChg chg="mod">
          <ac:chgData name="Yash Jadhav" userId="535c3d6d-72b8-4f77-8155-55f939173cf2" providerId="ADAL" clId="{F33F88E0-3380-47C4-AFDE-F1AC050ADA82}" dt="2026-01-25T16:10:44.512" v="11619" actId="790"/>
          <ac:spMkLst>
            <pc:docMk/>
            <pc:sldMk cId="625810942" sldId="486"/>
            <ac:spMk id="71" creationId="{00000000-0000-0000-0000-000000000000}"/>
          </ac:spMkLst>
        </pc:spChg>
        <pc:spChg chg="mod">
          <ac:chgData name="Yash Jadhav" userId="535c3d6d-72b8-4f77-8155-55f939173cf2" providerId="ADAL" clId="{F33F88E0-3380-47C4-AFDE-F1AC050ADA82}" dt="2026-01-25T16:10:44.514" v="11620" actId="790"/>
          <ac:spMkLst>
            <pc:docMk/>
            <pc:sldMk cId="625810942" sldId="486"/>
            <ac:spMk id="72" creationId="{00000000-0000-0000-0000-000000000000}"/>
          </ac:spMkLst>
        </pc:spChg>
        <pc:spChg chg="mod">
          <ac:chgData name="Yash Jadhav" userId="535c3d6d-72b8-4f77-8155-55f939173cf2" providerId="ADAL" clId="{F33F88E0-3380-47C4-AFDE-F1AC050ADA82}" dt="2026-01-25T16:10:44.516" v="11621" actId="790"/>
          <ac:spMkLst>
            <pc:docMk/>
            <pc:sldMk cId="625810942" sldId="486"/>
            <ac:spMk id="73" creationId="{00000000-0000-0000-0000-000000000000}"/>
          </ac:spMkLst>
        </pc:spChg>
        <pc:spChg chg="mod">
          <ac:chgData name="Yash Jadhav" userId="535c3d6d-72b8-4f77-8155-55f939173cf2" providerId="ADAL" clId="{F33F88E0-3380-47C4-AFDE-F1AC050ADA82}" dt="2026-01-25T16:10:44.519" v="11622" actId="790"/>
          <ac:spMkLst>
            <pc:docMk/>
            <pc:sldMk cId="625810942" sldId="486"/>
            <ac:spMk id="74" creationId="{00000000-0000-0000-0000-000000000000}"/>
          </ac:spMkLst>
        </pc:spChg>
        <pc:spChg chg="mod">
          <ac:chgData name="Yash Jadhav" userId="535c3d6d-72b8-4f77-8155-55f939173cf2" providerId="ADAL" clId="{F33F88E0-3380-47C4-AFDE-F1AC050ADA82}" dt="2026-01-25T16:10:44.522" v="11623" actId="790"/>
          <ac:spMkLst>
            <pc:docMk/>
            <pc:sldMk cId="625810942" sldId="486"/>
            <ac:spMk id="75" creationId="{00000000-0000-0000-0000-000000000000}"/>
          </ac:spMkLst>
        </pc:spChg>
        <pc:spChg chg="mod">
          <ac:chgData name="Yash Jadhav" userId="535c3d6d-72b8-4f77-8155-55f939173cf2" providerId="ADAL" clId="{F33F88E0-3380-47C4-AFDE-F1AC050ADA82}" dt="2026-01-25T16:10:44.525" v="11624" actId="790"/>
          <ac:spMkLst>
            <pc:docMk/>
            <pc:sldMk cId="625810942" sldId="486"/>
            <ac:spMk id="76" creationId="{00000000-0000-0000-0000-000000000000}"/>
          </ac:spMkLst>
        </pc:spChg>
        <pc:spChg chg="mod">
          <ac:chgData name="Yash Jadhav" userId="535c3d6d-72b8-4f77-8155-55f939173cf2" providerId="ADAL" clId="{F33F88E0-3380-47C4-AFDE-F1AC050ADA82}" dt="2026-01-25T16:10:44.528" v="11625" actId="790"/>
          <ac:spMkLst>
            <pc:docMk/>
            <pc:sldMk cId="625810942" sldId="486"/>
            <ac:spMk id="77" creationId="{00000000-0000-0000-0000-000000000000}"/>
          </ac:spMkLst>
        </pc:spChg>
        <pc:spChg chg="mod">
          <ac:chgData name="Yash Jadhav" userId="535c3d6d-72b8-4f77-8155-55f939173cf2" providerId="ADAL" clId="{F33F88E0-3380-47C4-AFDE-F1AC050ADA82}" dt="2026-01-25T16:10:44.531" v="11626" actId="790"/>
          <ac:spMkLst>
            <pc:docMk/>
            <pc:sldMk cId="625810942" sldId="486"/>
            <ac:spMk id="78" creationId="{00000000-0000-0000-0000-000000000000}"/>
          </ac:spMkLst>
        </pc:spChg>
        <pc:spChg chg="mod">
          <ac:chgData name="Yash Jadhav" userId="535c3d6d-72b8-4f77-8155-55f939173cf2" providerId="ADAL" clId="{F33F88E0-3380-47C4-AFDE-F1AC050ADA82}" dt="2026-01-25T16:10:44.534" v="11627" actId="790"/>
          <ac:spMkLst>
            <pc:docMk/>
            <pc:sldMk cId="625810942" sldId="486"/>
            <ac:spMk id="79" creationId="{00000000-0000-0000-0000-000000000000}"/>
          </ac:spMkLst>
        </pc:spChg>
        <pc:spChg chg="mod">
          <ac:chgData name="Yash Jadhav" userId="535c3d6d-72b8-4f77-8155-55f939173cf2" providerId="ADAL" clId="{F33F88E0-3380-47C4-AFDE-F1AC050ADA82}" dt="2026-01-25T16:10:44.538" v="11628" actId="790"/>
          <ac:spMkLst>
            <pc:docMk/>
            <pc:sldMk cId="625810942" sldId="486"/>
            <ac:spMk id="80" creationId="{00000000-0000-0000-0000-000000000000}"/>
          </ac:spMkLst>
        </pc:spChg>
        <pc:spChg chg="mod">
          <ac:chgData name="Yash Jadhav" userId="535c3d6d-72b8-4f77-8155-55f939173cf2" providerId="ADAL" clId="{F33F88E0-3380-47C4-AFDE-F1AC050ADA82}" dt="2026-01-25T16:10:44.541" v="11629" actId="790"/>
          <ac:spMkLst>
            <pc:docMk/>
            <pc:sldMk cId="625810942" sldId="486"/>
            <ac:spMk id="81" creationId="{00000000-0000-0000-0000-000000000000}"/>
          </ac:spMkLst>
        </pc:spChg>
        <pc:spChg chg="mod">
          <ac:chgData name="Yash Jadhav" userId="535c3d6d-72b8-4f77-8155-55f939173cf2" providerId="ADAL" clId="{F33F88E0-3380-47C4-AFDE-F1AC050ADA82}" dt="2026-01-25T16:10:44.545" v="11630" actId="790"/>
          <ac:spMkLst>
            <pc:docMk/>
            <pc:sldMk cId="625810942" sldId="486"/>
            <ac:spMk id="82" creationId="{00000000-0000-0000-0000-000000000000}"/>
          </ac:spMkLst>
        </pc:spChg>
        <pc:spChg chg="mod">
          <ac:chgData name="Yash Jadhav" userId="535c3d6d-72b8-4f77-8155-55f939173cf2" providerId="ADAL" clId="{F33F88E0-3380-47C4-AFDE-F1AC050ADA82}" dt="2026-01-25T16:10:44.548" v="11631" actId="790"/>
          <ac:spMkLst>
            <pc:docMk/>
            <pc:sldMk cId="625810942" sldId="486"/>
            <ac:spMk id="83" creationId="{00000000-0000-0000-0000-000000000000}"/>
          </ac:spMkLst>
        </pc:spChg>
        <pc:spChg chg="mod">
          <ac:chgData name="Yash Jadhav" userId="535c3d6d-72b8-4f77-8155-55f939173cf2" providerId="ADAL" clId="{F33F88E0-3380-47C4-AFDE-F1AC050ADA82}" dt="2026-01-25T16:10:44.551" v="11632" actId="790"/>
          <ac:spMkLst>
            <pc:docMk/>
            <pc:sldMk cId="625810942" sldId="486"/>
            <ac:spMk id="84" creationId="{00000000-0000-0000-0000-000000000000}"/>
          </ac:spMkLst>
        </pc:spChg>
        <pc:spChg chg="mod">
          <ac:chgData name="Yash Jadhav" userId="535c3d6d-72b8-4f77-8155-55f939173cf2" providerId="ADAL" clId="{F33F88E0-3380-47C4-AFDE-F1AC050ADA82}" dt="2026-01-25T16:10:44.554" v="11633" actId="790"/>
          <ac:spMkLst>
            <pc:docMk/>
            <pc:sldMk cId="625810942" sldId="486"/>
            <ac:spMk id="85" creationId="{00000000-0000-0000-0000-000000000000}"/>
          </ac:spMkLst>
        </pc:spChg>
        <pc:spChg chg="mod">
          <ac:chgData name="Yash Jadhav" userId="535c3d6d-72b8-4f77-8155-55f939173cf2" providerId="ADAL" clId="{F33F88E0-3380-47C4-AFDE-F1AC050ADA82}" dt="2026-01-25T16:10:44.557" v="11634" actId="790"/>
          <ac:spMkLst>
            <pc:docMk/>
            <pc:sldMk cId="625810942" sldId="486"/>
            <ac:spMk id="86" creationId="{00000000-0000-0000-0000-000000000000}"/>
          </ac:spMkLst>
        </pc:spChg>
        <pc:spChg chg="mod">
          <ac:chgData name="Yash Jadhav" userId="535c3d6d-72b8-4f77-8155-55f939173cf2" providerId="ADAL" clId="{F33F88E0-3380-47C4-AFDE-F1AC050ADA82}" dt="2026-01-25T16:10:44.560" v="11635" actId="790"/>
          <ac:spMkLst>
            <pc:docMk/>
            <pc:sldMk cId="625810942" sldId="486"/>
            <ac:spMk id="87" creationId="{00000000-0000-0000-0000-000000000000}"/>
          </ac:spMkLst>
        </pc:spChg>
        <pc:spChg chg="mod">
          <ac:chgData name="Yash Jadhav" userId="535c3d6d-72b8-4f77-8155-55f939173cf2" providerId="ADAL" clId="{F33F88E0-3380-47C4-AFDE-F1AC050ADA82}" dt="2026-01-25T16:10:44.563" v="11636" actId="790"/>
          <ac:spMkLst>
            <pc:docMk/>
            <pc:sldMk cId="625810942" sldId="486"/>
            <ac:spMk id="88" creationId="{00000000-0000-0000-0000-000000000000}"/>
          </ac:spMkLst>
        </pc:spChg>
        <pc:spChg chg="mod">
          <ac:chgData name="Yash Jadhav" userId="535c3d6d-72b8-4f77-8155-55f939173cf2" providerId="ADAL" clId="{F33F88E0-3380-47C4-AFDE-F1AC050ADA82}" dt="2026-01-25T16:10:44.566" v="11637" actId="790"/>
          <ac:spMkLst>
            <pc:docMk/>
            <pc:sldMk cId="625810942" sldId="486"/>
            <ac:spMk id="89" creationId="{00000000-0000-0000-0000-000000000000}"/>
          </ac:spMkLst>
        </pc:spChg>
        <pc:spChg chg="mod">
          <ac:chgData name="Yash Jadhav" userId="535c3d6d-72b8-4f77-8155-55f939173cf2" providerId="ADAL" clId="{F33F88E0-3380-47C4-AFDE-F1AC050ADA82}" dt="2026-01-25T16:10:44.569" v="11638" actId="790"/>
          <ac:spMkLst>
            <pc:docMk/>
            <pc:sldMk cId="625810942" sldId="486"/>
            <ac:spMk id="90" creationId="{00000000-0000-0000-0000-000000000000}"/>
          </ac:spMkLst>
        </pc:spChg>
        <pc:spChg chg="mod">
          <ac:chgData name="Yash Jadhav" userId="535c3d6d-72b8-4f77-8155-55f939173cf2" providerId="ADAL" clId="{F33F88E0-3380-47C4-AFDE-F1AC050ADA82}" dt="2026-01-25T16:10:44.571" v="11639" actId="790"/>
          <ac:spMkLst>
            <pc:docMk/>
            <pc:sldMk cId="625810942" sldId="486"/>
            <ac:spMk id="91" creationId="{00000000-0000-0000-0000-000000000000}"/>
          </ac:spMkLst>
        </pc:spChg>
        <pc:spChg chg="mod">
          <ac:chgData name="Yash Jadhav" userId="535c3d6d-72b8-4f77-8155-55f939173cf2" providerId="ADAL" clId="{F33F88E0-3380-47C4-AFDE-F1AC050ADA82}" dt="2026-01-25T16:10:44.574" v="11640" actId="790"/>
          <ac:spMkLst>
            <pc:docMk/>
            <pc:sldMk cId="625810942" sldId="486"/>
            <ac:spMk id="92" creationId="{00000000-0000-0000-0000-000000000000}"/>
          </ac:spMkLst>
        </pc:spChg>
        <pc:spChg chg="mod">
          <ac:chgData name="Yash Jadhav" userId="535c3d6d-72b8-4f77-8155-55f939173cf2" providerId="ADAL" clId="{F33F88E0-3380-47C4-AFDE-F1AC050ADA82}" dt="2026-01-25T16:10:44.577" v="11641" actId="790"/>
          <ac:spMkLst>
            <pc:docMk/>
            <pc:sldMk cId="625810942" sldId="486"/>
            <ac:spMk id="93" creationId="{00000000-0000-0000-0000-000000000000}"/>
          </ac:spMkLst>
        </pc:spChg>
        <pc:spChg chg="mod">
          <ac:chgData name="Yash Jadhav" userId="535c3d6d-72b8-4f77-8155-55f939173cf2" providerId="ADAL" clId="{F33F88E0-3380-47C4-AFDE-F1AC050ADA82}" dt="2026-01-25T16:10:44.580" v="11642" actId="790"/>
          <ac:spMkLst>
            <pc:docMk/>
            <pc:sldMk cId="625810942" sldId="486"/>
            <ac:spMk id="94" creationId="{00000000-0000-0000-0000-000000000000}"/>
          </ac:spMkLst>
        </pc:spChg>
        <pc:spChg chg="mod">
          <ac:chgData name="Yash Jadhav" userId="535c3d6d-72b8-4f77-8155-55f939173cf2" providerId="ADAL" clId="{F33F88E0-3380-47C4-AFDE-F1AC050ADA82}" dt="2026-01-25T16:10:44.582" v="11643" actId="790"/>
          <ac:spMkLst>
            <pc:docMk/>
            <pc:sldMk cId="625810942" sldId="486"/>
            <ac:spMk id="95" creationId="{00000000-0000-0000-0000-000000000000}"/>
          </ac:spMkLst>
        </pc:spChg>
        <pc:spChg chg="mod">
          <ac:chgData name="Yash Jadhav" userId="535c3d6d-72b8-4f77-8155-55f939173cf2" providerId="ADAL" clId="{F33F88E0-3380-47C4-AFDE-F1AC050ADA82}" dt="2026-01-25T16:10:44.584" v="11644" actId="790"/>
          <ac:spMkLst>
            <pc:docMk/>
            <pc:sldMk cId="625810942" sldId="486"/>
            <ac:spMk id="96" creationId="{00000000-0000-0000-0000-000000000000}"/>
          </ac:spMkLst>
        </pc:spChg>
        <pc:spChg chg="mod">
          <ac:chgData name="Yash Jadhav" userId="535c3d6d-72b8-4f77-8155-55f939173cf2" providerId="ADAL" clId="{F33F88E0-3380-47C4-AFDE-F1AC050ADA82}" dt="2026-01-25T16:10:44.586" v="11645" actId="790"/>
          <ac:spMkLst>
            <pc:docMk/>
            <pc:sldMk cId="625810942" sldId="486"/>
            <ac:spMk id="97" creationId="{00000000-0000-0000-0000-000000000000}"/>
          </ac:spMkLst>
        </pc:spChg>
        <pc:spChg chg="mod">
          <ac:chgData name="Yash Jadhav" userId="535c3d6d-72b8-4f77-8155-55f939173cf2" providerId="ADAL" clId="{F33F88E0-3380-47C4-AFDE-F1AC050ADA82}" dt="2026-01-25T16:10:44.588" v="11646" actId="790"/>
          <ac:spMkLst>
            <pc:docMk/>
            <pc:sldMk cId="625810942" sldId="486"/>
            <ac:spMk id="98" creationId="{00000000-0000-0000-0000-000000000000}"/>
          </ac:spMkLst>
        </pc:spChg>
        <pc:spChg chg="mod">
          <ac:chgData name="Yash Jadhav" userId="535c3d6d-72b8-4f77-8155-55f939173cf2" providerId="ADAL" clId="{F33F88E0-3380-47C4-AFDE-F1AC050ADA82}" dt="2026-01-25T16:10:44.590" v="11647" actId="790"/>
          <ac:spMkLst>
            <pc:docMk/>
            <pc:sldMk cId="625810942" sldId="486"/>
            <ac:spMk id="99" creationId="{00000000-0000-0000-0000-000000000000}"/>
          </ac:spMkLst>
        </pc:spChg>
        <pc:spChg chg="mod">
          <ac:chgData name="Yash Jadhav" userId="535c3d6d-72b8-4f77-8155-55f939173cf2" providerId="ADAL" clId="{F33F88E0-3380-47C4-AFDE-F1AC050ADA82}" dt="2026-01-25T16:10:44.593" v="11648" actId="790"/>
          <ac:spMkLst>
            <pc:docMk/>
            <pc:sldMk cId="625810942" sldId="486"/>
            <ac:spMk id="100" creationId="{00000000-0000-0000-0000-000000000000}"/>
          </ac:spMkLst>
        </pc:spChg>
        <pc:spChg chg="mod">
          <ac:chgData name="Yash Jadhav" userId="535c3d6d-72b8-4f77-8155-55f939173cf2" providerId="ADAL" clId="{F33F88E0-3380-47C4-AFDE-F1AC050ADA82}" dt="2026-01-25T16:10:44.595" v="11649" actId="790"/>
          <ac:spMkLst>
            <pc:docMk/>
            <pc:sldMk cId="625810942" sldId="486"/>
            <ac:spMk id="101" creationId="{00000000-0000-0000-0000-000000000000}"/>
          </ac:spMkLst>
        </pc:spChg>
        <pc:spChg chg="mod">
          <ac:chgData name="Yash Jadhav" userId="535c3d6d-72b8-4f77-8155-55f939173cf2" providerId="ADAL" clId="{F33F88E0-3380-47C4-AFDE-F1AC050ADA82}" dt="2026-01-25T16:10:44.597" v="11650" actId="790"/>
          <ac:spMkLst>
            <pc:docMk/>
            <pc:sldMk cId="625810942" sldId="486"/>
            <ac:spMk id="102" creationId="{00000000-0000-0000-0000-000000000000}"/>
          </ac:spMkLst>
        </pc:spChg>
        <pc:spChg chg="mod">
          <ac:chgData name="Yash Jadhav" userId="535c3d6d-72b8-4f77-8155-55f939173cf2" providerId="ADAL" clId="{F33F88E0-3380-47C4-AFDE-F1AC050ADA82}" dt="2026-01-25T16:10:44.599" v="11651" actId="790"/>
          <ac:spMkLst>
            <pc:docMk/>
            <pc:sldMk cId="625810942" sldId="486"/>
            <ac:spMk id="103" creationId="{00000000-0000-0000-0000-000000000000}"/>
          </ac:spMkLst>
        </pc:spChg>
        <pc:spChg chg="mod">
          <ac:chgData name="Yash Jadhav" userId="535c3d6d-72b8-4f77-8155-55f939173cf2" providerId="ADAL" clId="{F33F88E0-3380-47C4-AFDE-F1AC050ADA82}" dt="2026-01-25T16:10:44.601" v="11652" actId="790"/>
          <ac:spMkLst>
            <pc:docMk/>
            <pc:sldMk cId="625810942" sldId="486"/>
            <ac:spMk id="104" creationId="{00000000-0000-0000-0000-000000000000}"/>
          </ac:spMkLst>
        </pc:spChg>
        <pc:spChg chg="mod">
          <ac:chgData name="Yash Jadhav" userId="535c3d6d-72b8-4f77-8155-55f939173cf2" providerId="ADAL" clId="{F33F88E0-3380-47C4-AFDE-F1AC050ADA82}" dt="2026-01-25T16:10:44.603" v="11653" actId="790"/>
          <ac:spMkLst>
            <pc:docMk/>
            <pc:sldMk cId="625810942" sldId="486"/>
            <ac:spMk id="105" creationId="{00000000-0000-0000-0000-000000000000}"/>
          </ac:spMkLst>
        </pc:spChg>
        <pc:spChg chg="mod">
          <ac:chgData name="Yash Jadhav" userId="535c3d6d-72b8-4f77-8155-55f939173cf2" providerId="ADAL" clId="{F33F88E0-3380-47C4-AFDE-F1AC050ADA82}" dt="2026-01-25T16:10:44.605" v="11654" actId="790"/>
          <ac:spMkLst>
            <pc:docMk/>
            <pc:sldMk cId="625810942" sldId="486"/>
            <ac:spMk id="106" creationId="{00000000-0000-0000-0000-000000000000}"/>
          </ac:spMkLst>
        </pc:spChg>
        <pc:spChg chg="mod">
          <ac:chgData name="Yash Jadhav" userId="535c3d6d-72b8-4f77-8155-55f939173cf2" providerId="ADAL" clId="{F33F88E0-3380-47C4-AFDE-F1AC050ADA82}" dt="2026-01-25T16:10:44.607" v="11655" actId="790"/>
          <ac:spMkLst>
            <pc:docMk/>
            <pc:sldMk cId="625810942" sldId="486"/>
            <ac:spMk id="107" creationId="{00000000-0000-0000-0000-000000000000}"/>
          </ac:spMkLst>
        </pc:spChg>
        <pc:spChg chg="mod">
          <ac:chgData name="Yash Jadhav" userId="535c3d6d-72b8-4f77-8155-55f939173cf2" providerId="ADAL" clId="{F33F88E0-3380-47C4-AFDE-F1AC050ADA82}" dt="2026-01-25T16:10:44.610" v="11656" actId="790"/>
          <ac:spMkLst>
            <pc:docMk/>
            <pc:sldMk cId="625810942" sldId="486"/>
            <ac:spMk id="108" creationId="{00000000-0000-0000-0000-000000000000}"/>
          </ac:spMkLst>
        </pc:spChg>
        <pc:spChg chg="mod">
          <ac:chgData name="Yash Jadhav" userId="535c3d6d-72b8-4f77-8155-55f939173cf2" providerId="ADAL" clId="{F33F88E0-3380-47C4-AFDE-F1AC050ADA82}" dt="2026-01-25T16:10:44.612" v="11657" actId="790"/>
          <ac:spMkLst>
            <pc:docMk/>
            <pc:sldMk cId="625810942" sldId="486"/>
            <ac:spMk id="109" creationId="{00000000-0000-0000-0000-000000000000}"/>
          </ac:spMkLst>
        </pc:spChg>
        <pc:spChg chg="mod">
          <ac:chgData name="Yash Jadhav" userId="535c3d6d-72b8-4f77-8155-55f939173cf2" providerId="ADAL" clId="{F33F88E0-3380-47C4-AFDE-F1AC050ADA82}" dt="2026-01-25T16:10:44.614" v="11658" actId="790"/>
          <ac:spMkLst>
            <pc:docMk/>
            <pc:sldMk cId="625810942" sldId="486"/>
            <ac:spMk id="110" creationId="{00000000-0000-0000-0000-000000000000}"/>
          </ac:spMkLst>
        </pc:spChg>
        <pc:spChg chg="mod">
          <ac:chgData name="Yash Jadhav" userId="535c3d6d-72b8-4f77-8155-55f939173cf2" providerId="ADAL" clId="{F33F88E0-3380-47C4-AFDE-F1AC050ADA82}" dt="2026-01-25T16:10:44.616" v="11659" actId="790"/>
          <ac:spMkLst>
            <pc:docMk/>
            <pc:sldMk cId="625810942" sldId="486"/>
            <ac:spMk id="111" creationId="{00000000-0000-0000-0000-000000000000}"/>
          </ac:spMkLst>
        </pc:spChg>
        <pc:spChg chg="mod">
          <ac:chgData name="Yash Jadhav" userId="535c3d6d-72b8-4f77-8155-55f939173cf2" providerId="ADAL" clId="{F33F88E0-3380-47C4-AFDE-F1AC050ADA82}" dt="2026-01-25T16:10:44.618" v="11660" actId="790"/>
          <ac:spMkLst>
            <pc:docMk/>
            <pc:sldMk cId="625810942" sldId="486"/>
            <ac:spMk id="11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684069351" sldId="487"/>
        </pc:sldMkLst>
        <pc:spChg chg="mod">
          <ac:chgData name="Yash Jadhav" userId="535c3d6d-72b8-4f77-8155-55f939173cf2" providerId="ADAL" clId="{F33F88E0-3380-47C4-AFDE-F1AC050ADA82}" dt="2026-01-25T16:10:48.532" v="11674" actId="790"/>
          <ac:spMkLst>
            <pc:docMk/>
            <pc:sldMk cId="2684069351" sldId="487"/>
            <ac:spMk id="2" creationId="{00000000-0000-0000-0000-000000000000}"/>
          </ac:spMkLst>
        </pc:spChg>
        <pc:spChg chg="mod">
          <ac:chgData name="Yash Jadhav" userId="535c3d6d-72b8-4f77-8155-55f939173cf2" providerId="ADAL" clId="{F33F88E0-3380-47C4-AFDE-F1AC050ADA82}" dt="2026-01-25T16:10:48.597" v="11705" actId="790"/>
          <ac:spMkLst>
            <pc:docMk/>
            <pc:sldMk cId="2684069351" sldId="487"/>
            <ac:spMk id="40" creationId="{00000000-0000-0000-0000-000000000000}"/>
          </ac:spMkLst>
        </pc:spChg>
        <pc:spChg chg="mod">
          <ac:chgData name="Yash Jadhav" userId="535c3d6d-72b8-4f77-8155-55f939173cf2" providerId="ADAL" clId="{F33F88E0-3380-47C4-AFDE-F1AC050ADA82}" dt="2026-01-25T16:10:48.599" v="11706" actId="790"/>
          <ac:spMkLst>
            <pc:docMk/>
            <pc:sldMk cId="2684069351" sldId="487"/>
            <ac:spMk id="41" creationId="{00000000-0000-0000-0000-000000000000}"/>
          </ac:spMkLst>
        </pc:spChg>
        <pc:spChg chg="mod">
          <ac:chgData name="Yash Jadhav" userId="535c3d6d-72b8-4f77-8155-55f939173cf2" providerId="ADAL" clId="{F33F88E0-3380-47C4-AFDE-F1AC050ADA82}" dt="2026-01-25T16:10:48.601" v="11707" actId="790"/>
          <ac:spMkLst>
            <pc:docMk/>
            <pc:sldMk cId="2684069351" sldId="487"/>
            <ac:spMk id="43" creationId="{00000000-0000-0000-0000-000000000000}"/>
          </ac:spMkLst>
        </pc:spChg>
        <pc:spChg chg="mod">
          <ac:chgData name="Yash Jadhav" userId="535c3d6d-72b8-4f77-8155-55f939173cf2" providerId="ADAL" clId="{F33F88E0-3380-47C4-AFDE-F1AC050ADA82}" dt="2026-01-25T16:10:48.602" v="11708" actId="790"/>
          <ac:spMkLst>
            <pc:docMk/>
            <pc:sldMk cId="2684069351" sldId="487"/>
            <ac:spMk id="44" creationId="{00000000-0000-0000-0000-000000000000}"/>
          </ac:spMkLst>
        </pc:spChg>
        <pc:spChg chg="mod">
          <ac:chgData name="Yash Jadhav" userId="535c3d6d-72b8-4f77-8155-55f939173cf2" providerId="ADAL" clId="{F33F88E0-3380-47C4-AFDE-F1AC050ADA82}" dt="2026-01-25T16:10:48.604" v="11709" actId="790"/>
          <ac:spMkLst>
            <pc:docMk/>
            <pc:sldMk cId="2684069351" sldId="487"/>
            <ac:spMk id="46" creationId="{00000000-0000-0000-0000-000000000000}"/>
          </ac:spMkLst>
        </pc:spChg>
        <pc:spChg chg="mod">
          <ac:chgData name="Yash Jadhav" userId="535c3d6d-72b8-4f77-8155-55f939173cf2" providerId="ADAL" clId="{F33F88E0-3380-47C4-AFDE-F1AC050ADA82}" dt="2026-01-25T16:10:48.606" v="11710" actId="790"/>
          <ac:spMkLst>
            <pc:docMk/>
            <pc:sldMk cId="2684069351" sldId="487"/>
            <ac:spMk id="47" creationId="{00000000-0000-0000-0000-000000000000}"/>
          </ac:spMkLst>
        </pc:spChg>
        <pc:spChg chg="mod">
          <ac:chgData name="Yash Jadhav" userId="535c3d6d-72b8-4f77-8155-55f939173cf2" providerId="ADAL" clId="{F33F88E0-3380-47C4-AFDE-F1AC050ADA82}" dt="2026-01-25T16:10:48.607" v="11711" actId="790"/>
          <ac:spMkLst>
            <pc:docMk/>
            <pc:sldMk cId="2684069351" sldId="487"/>
            <ac:spMk id="49" creationId="{00000000-0000-0000-0000-000000000000}"/>
          </ac:spMkLst>
        </pc:spChg>
        <pc:spChg chg="mod">
          <ac:chgData name="Yash Jadhav" userId="535c3d6d-72b8-4f77-8155-55f939173cf2" providerId="ADAL" clId="{F33F88E0-3380-47C4-AFDE-F1AC050ADA82}" dt="2026-01-25T16:10:48.609" v="11712" actId="790"/>
          <ac:spMkLst>
            <pc:docMk/>
            <pc:sldMk cId="2684069351" sldId="487"/>
            <ac:spMk id="50" creationId="{00000000-0000-0000-0000-000000000000}"/>
          </ac:spMkLst>
        </pc:spChg>
        <pc:spChg chg="mod">
          <ac:chgData name="Yash Jadhav" userId="535c3d6d-72b8-4f77-8155-55f939173cf2" providerId="ADAL" clId="{F33F88E0-3380-47C4-AFDE-F1AC050ADA82}" dt="2026-01-25T16:10:48.613" v="11713" actId="790"/>
          <ac:spMkLst>
            <pc:docMk/>
            <pc:sldMk cId="2684069351" sldId="487"/>
            <ac:spMk id="52" creationId="{00000000-0000-0000-0000-000000000000}"/>
          </ac:spMkLst>
        </pc:spChg>
        <pc:spChg chg="mod">
          <ac:chgData name="Yash Jadhav" userId="535c3d6d-72b8-4f77-8155-55f939173cf2" providerId="ADAL" clId="{F33F88E0-3380-47C4-AFDE-F1AC050ADA82}" dt="2026-01-25T16:10:48.615" v="11714" actId="790"/>
          <ac:spMkLst>
            <pc:docMk/>
            <pc:sldMk cId="2684069351" sldId="487"/>
            <ac:spMk id="53" creationId="{00000000-0000-0000-0000-000000000000}"/>
          </ac:spMkLst>
        </pc:spChg>
        <pc:spChg chg="mod">
          <ac:chgData name="Yash Jadhav" userId="535c3d6d-72b8-4f77-8155-55f939173cf2" providerId="ADAL" clId="{F33F88E0-3380-47C4-AFDE-F1AC050ADA82}" dt="2026-01-25T16:10:48.617" v="11715" actId="790"/>
          <ac:spMkLst>
            <pc:docMk/>
            <pc:sldMk cId="2684069351" sldId="487"/>
            <ac:spMk id="55" creationId="{00000000-0000-0000-0000-000000000000}"/>
          </ac:spMkLst>
        </pc:spChg>
        <pc:spChg chg="mod">
          <ac:chgData name="Yash Jadhav" userId="535c3d6d-72b8-4f77-8155-55f939173cf2" providerId="ADAL" clId="{F33F88E0-3380-47C4-AFDE-F1AC050ADA82}" dt="2026-01-25T16:10:48.618" v="11716" actId="790"/>
          <ac:spMkLst>
            <pc:docMk/>
            <pc:sldMk cId="2684069351" sldId="487"/>
            <ac:spMk id="56" creationId="{00000000-0000-0000-0000-000000000000}"/>
          </ac:spMkLst>
        </pc:spChg>
        <pc:spChg chg="mod">
          <ac:chgData name="Yash Jadhav" userId="535c3d6d-72b8-4f77-8155-55f939173cf2" providerId="ADAL" clId="{F33F88E0-3380-47C4-AFDE-F1AC050ADA82}" dt="2026-01-25T16:10:48.621" v="11717" actId="790"/>
          <ac:spMkLst>
            <pc:docMk/>
            <pc:sldMk cId="2684069351" sldId="487"/>
            <ac:spMk id="58" creationId="{00000000-0000-0000-0000-000000000000}"/>
          </ac:spMkLst>
        </pc:spChg>
        <pc:spChg chg="mod">
          <ac:chgData name="Yash Jadhav" userId="535c3d6d-72b8-4f77-8155-55f939173cf2" providerId="ADAL" clId="{F33F88E0-3380-47C4-AFDE-F1AC050ADA82}" dt="2026-01-25T16:10:48.623" v="11718" actId="790"/>
          <ac:spMkLst>
            <pc:docMk/>
            <pc:sldMk cId="2684069351" sldId="487"/>
            <ac:spMk id="59" creationId="{00000000-0000-0000-0000-000000000000}"/>
          </ac:spMkLst>
        </pc:spChg>
        <pc:spChg chg="mod">
          <ac:chgData name="Yash Jadhav" userId="535c3d6d-72b8-4f77-8155-55f939173cf2" providerId="ADAL" clId="{F33F88E0-3380-47C4-AFDE-F1AC050ADA82}" dt="2026-01-25T16:10:48.625" v="11719" actId="790"/>
          <ac:spMkLst>
            <pc:docMk/>
            <pc:sldMk cId="2684069351" sldId="487"/>
            <ac:spMk id="61" creationId="{00000000-0000-0000-0000-000000000000}"/>
          </ac:spMkLst>
        </pc:spChg>
        <pc:spChg chg="mod">
          <ac:chgData name="Yash Jadhav" userId="535c3d6d-72b8-4f77-8155-55f939173cf2" providerId="ADAL" clId="{F33F88E0-3380-47C4-AFDE-F1AC050ADA82}" dt="2026-01-25T16:10:48.628" v="11720" actId="790"/>
          <ac:spMkLst>
            <pc:docMk/>
            <pc:sldMk cId="2684069351" sldId="487"/>
            <ac:spMk id="62" creationId="{00000000-0000-0000-0000-000000000000}"/>
          </ac:spMkLst>
        </pc:spChg>
        <pc:spChg chg="mod">
          <ac:chgData name="Yash Jadhav" userId="535c3d6d-72b8-4f77-8155-55f939173cf2" providerId="ADAL" clId="{F33F88E0-3380-47C4-AFDE-F1AC050ADA82}" dt="2026-01-25T16:10:48.630" v="11721" actId="790"/>
          <ac:spMkLst>
            <pc:docMk/>
            <pc:sldMk cId="2684069351" sldId="487"/>
            <ac:spMk id="64" creationId="{00000000-0000-0000-0000-000000000000}"/>
          </ac:spMkLst>
        </pc:spChg>
        <pc:spChg chg="mod">
          <ac:chgData name="Yash Jadhav" userId="535c3d6d-72b8-4f77-8155-55f939173cf2" providerId="ADAL" clId="{F33F88E0-3380-47C4-AFDE-F1AC050ADA82}" dt="2026-01-25T16:10:48.632" v="11722" actId="790"/>
          <ac:spMkLst>
            <pc:docMk/>
            <pc:sldMk cId="2684069351" sldId="487"/>
            <ac:spMk id="65" creationId="{00000000-0000-0000-0000-000000000000}"/>
          </ac:spMkLst>
        </pc:spChg>
        <pc:spChg chg="mod">
          <ac:chgData name="Yash Jadhav" userId="535c3d6d-72b8-4f77-8155-55f939173cf2" providerId="ADAL" clId="{F33F88E0-3380-47C4-AFDE-F1AC050ADA82}" dt="2026-01-25T16:10:48.634" v="11723" actId="790"/>
          <ac:spMkLst>
            <pc:docMk/>
            <pc:sldMk cId="2684069351" sldId="487"/>
            <ac:spMk id="67" creationId="{00000000-0000-0000-0000-000000000000}"/>
          </ac:spMkLst>
        </pc:spChg>
        <pc:spChg chg="mod">
          <ac:chgData name="Yash Jadhav" userId="535c3d6d-72b8-4f77-8155-55f939173cf2" providerId="ADAL" clId="{F33F88E0-3380-47C4-AFDE-F1AC050ADA82}" dt="2026-01-25T16:10:48.636" v="11724" actId="790"/>
          <ac:spMkLst>
            <pc:docMk/>
            <pc:sldMk cId="2684069351" sldId="487"/>
            <ac:spMk id="68" creationId="{00000000-0000-0000-0000-000000000000}"/>
          </ac:spMkLst>
        </pc:spChg>
        <pc:spChg chg="mod">
          <ac:chgData name="Yash Jadhav" userId="535c3d6d-72b8-4f77-8155-55f939173cf2" providerId="ADAL" clId="{F33F88E0-3380-47C4-AFDE-F1AC050ADA82}" dt="2026-01-25T16:10:48.638" v="11725" actId="790"/>
          <ac:spMkLst>
            <pc:docMk/>
            <pc:sldMk cId="2684069351" sldId="487"/>
            <ac:spMk id="70" creationId="{00000000-0000-0000-0000-000000000000}"/>
          </ac:spMkLst>
        </pc:spChg>
        <pc:spChg chg="mod">
          <ac:chgData name="Yash Jadhav" userId="535c3d6d-72b8-4f77-8155-55f939173cf2" providerId="ADAL" clId="{F33F88E0-3380-47C4-AFDE-F1AC050ADA82}" dt="2026-01-25T16:10:48.640" v="11726" actId="790"/>
          <ac:spMkLst>
            <pc:docMk/>
            <pc:sldMk cId="2684069351" sldId="487"/>
            <ac:spMk id="71" creationId="{00000000-0000-0000-0000-000000000000}"/>
          </ac:spMkLst>
        </pc:spChg>
        <pc:spChg chg="mod">
          <ac:chgData name="Yash Jadhav" userId="535c3d6d-72b8-4f77-8155-55f939173cf2" providerId="ADAL" clId="{F33F88E0-3380-47C4-AFDE-F1AC050ADA82}" dt="2026-01-25T16:10:48.642" v="11727" actId="790"/>
          <ac:spMkLst>
            <pc:docMk/>
            <pc:sldMk cId="2684069351" sldId="487"/>
            <ac:spMk id="73" creationId="{00000000-0000-0000-0000-000000000000}"/>
          </ac:spMkLst>
        </pc:spChg>
        <pc:spChg chg="mod">
          <ac:chgData name="Yash Jadhav" userId="535c3d6d-72b8-4f77-8155-55f939173cf2" providerId="ADAL" clId="{F33F88E0-3380-47C4-AFDE-F1AC050ADA82}" dt="2026-01-25T16:10:48.644" v="11728" actId="790"/>
          <ac:spMkLst>
            <pc:docMk/>
            <pc:sldMk cId="2684069351" sldId="487"/>
            <ac:spMk id="74" creationId="{00000000-0000-0000-0000-000000000000}"/>
          </ac:spMkLst>
        </pc:spChg>
        <pc:spChg chg="mod">
          <ac:chgData name="Yash Jadhav" userId="535c3d6d-72b8-4f77-8155-55f939173cf2" providerId="ADAL" clId="{F33F88E0-3380-47C4-AFDE-F1AC050ADA82}" dt="2026-01-25T16:10:48.645" v="11729" actId="790"/>
          <ac:spMkLst>
            <pc:docMk/>
            <pc:sldMk cId="2684069351" sldId="487"/>
            <ac:spMk id="76" creationId="{00000000-0000-0000-0000-000000000000}"/>
          </ac:spMkLst>
        </pc:spChg>
        <pc:spChg chg="mod">
          <ac:chgData name="Yash Jadhav" userId="535c3d6d-72b8-4f77-8155-55f939173cf2" providerId="ADAL" clId="{F33F88E0-3380-47C4-AFDE-F1AC050ADA82}" dt="2026-01-25T16:10:48.647" v="11730" actId="790"/>
          <ac:spMkLst>
            <pc:docMk/>
            <pc:sldMk cId="2684069351" sldId="487"/>
            <ac:spMk id="77" creationId="{00000000-0000-0000-0000-000000000000}"/>
          </ac:spMkLst>
        </pc:spChg>
        <pc:spChg chg="mod">
          <ac:chgData name="Yash Jadhav" userId="535c3d6d-72b8-4f77-8155-55f939173cf2" providerId="ADAL" clId="{F33F88E0-3380-47C4-AFDE-F1AC050ADA82}" dt="2026-01-25T16:10:48.649" v="11731" actId="790"/>
          <ac:spMkLst>
            <pc:docMk/>
            <pc:sldMk cId="2684069351" sldId="487"/>
            <ac:spMk id="79" creationId="{00000000-0000-0000-0000-000000000000}"/>
          </ac:spMkLst>
        </pc:spChg>
        <pc:spChg chg="mod">
          <ac:chgData name="Yash Jadhav" userId="535c3d6d-72b8-4f77-8155-55f939173cf2" providerId="ADAL" clId="{F33F88E0-3380-47C4-AFDE-F1AC050ADA82}" dt="2026-01-25T16:10:48.651" v="11732" actId="790"/>
          <ac:spMkLst>
            <pc:docMk/>
            <pc:sldMk cId="2684069351" sldId="487"/>
            <ac:spMk id="80" creationId="{00000000-0000-0000-0000-000000000000}"/>
          </ac:spMkLst>
        </pc:spChg>
        <pc:spChg chg="mod">
          <ac:chgData name="Yash Jadhav" userId="535c3d6d-72b8-4f77-8155-55f939173cf2" providerId="ADAL" clId="{F33F88E0-3380-47C4-AFDE-F1AC050ADA82}" dt="2026-01-25T16:10:48.653" v="11733" actId="790"/>
          <ac:spMkLst>
            <pc:docMk/>
            <pc:sldMk cId="2684069351" sldId="487"/>
            <ac:spMk id="82" creationId="{00000000-0000-0000-0000-000000000000}"/>
          </ac:spMkLst>
        </pc:spChg>
        <pc:spChg chg="mod">
          <ac:chgData name="Yash Jadhav" userId="535c3d6d-72b8-4f77-8155-55f939173cf2" providerId="ADAL" clId="{F33F88E0-3380-47C4-AFDE-F1AC050ADA82}" dt="2026-01-25T16:10:48.655" v="11734" actId="790"/>
          <ac:spMkLst>
            <pc:docMk/>
            <pc:sldMk cId="2684069351" sldId="487"/>
            <ac:spMk id="83" creationId="{00000000-0000-0000-0000-000000000000}"/>
          </ac:spMkLst>
        </pc:spChg>
        <pc:spChg chg="mod">
          <ac:chgData name="Yash Jadhav" userId="535c3d6d-72b8-4f77-8155-55f939173cf2" providerId="ADAL" clId="{F33F88E0-3380-47C4-AFDE-F1AC050ADA82}" dt="2026-01-25T16:10:48.656" v="11735" actId="790"/>
          <ac:spMkLst>
            <pc:docMk/>
            <pc:sldMk cId="2684069351" sldId="487"/>
            <ac:spMk id="85" creationId="{00000000-0000-0000-0000-000000000000}"/>
          </ac:spMkLst>
        </pc:spChg>
        <pc:spChg chg="mod">
          <ac:chgData name="Yash Jadhav" userId="535c3d6d-72b8-4f77-8155-55f939173cf2" providerId="ADAL" clId="{F33F88E0-3380-47C4-AFDE-F1AC050ADA82}" dt="2026-01-25T16:10:48.658" v="11736" actId="790"/>
          <ac:spMkLst>
            <pc:docMk/>
            <pc:sldMk cId="2684069351" sldId="487"/>
            <ac:spMk id="86" creationId="{00000000-0000-0000-0000-000000000000}"/>
          </ac:spMkLst>
        </pc:spChg>
        <pc:spChg chg="mod">
          <ac:chgData name="Yash Jadhav" userId="535c3d6d-72b8-4f77-8155-55f939173cf2" providerId="ADAL" clId="{F33F88E0-3380-47C4-AFDE-F1AC050ADA82}" dt="2026-01-25T16:10:48.660" v="11737" actId="790"/>
          <ac:spMkLst>
            <pc:docMk/>
            <pc:sldMk cId="2684069351" sldId="487"/>
            <ac:spMk id="88" creationId="{00000000-0000-0000-0000-000000000000}"/>
          </ac:spMkLst>
        </pc:spChg>
        <pc:spChg chg="mod">
          <ac:chgData name="Yash Jadhav" userId="535c3d6d-72b8-4f77-8155-55f939173cf2" providerId="ADAL" clId="{F33F88E0-3380-47C4-AFDE-F1AC050ADA82}" dt="2026-01-25T16:10:48.662" v="11738" actId="790"/>
          <ac:spMkLst>
            <pc:docMk/>
            <pc:sldMk cId="2684069351" sldId="487"/>
            <ac:spMk id="89" creationId="{00000000-0000-0000-0000-000000000000}"/>
          </ac:spMkLst>
        </pc:spChg>
        <pc:spChg chg="mod">
          <ac:chgData name="Yash Jadhav" userId="535c3d6d-72b8-4f77-8155-55f939173cf2" providerId="ADAL" clId="{F33F88E0-3380-47C4-AFDE-F1AC050ADA82}" dt="2026-01-25T16:10:48.664" v="11739" actId="790"/>
          <ac:spMkLst>
            <pc:docMk/>
            <pc:sldMk cId="2684069351" sldId="487"/>
            <ac:spMk id="91" creationId="{00000000-0000-0000-0000-000000000000}"/>
          </ac:spMkLst>
        </pc:spChg>
        <pc:spChg chg="mod">
          <ac:chgData name="Yash Jadhav" userId="535c3d6d-72b8-4f77-8155-55f939173cf2" providerId="ADAL" clId="{F33F88E0-3380-47C4-AFDE-F1AC050ADA82}" dt="2026-01-25T16:10:48.667" v="11740" actId="790"/>
          <ac:spMkLst>
            <pc:docMk/>
            <pc:sldMk cId="2684069351" sldId="487"/>
            <ac:spMk id="92" creationId="{00000000-0000-0000-0000-000000000000}"/>
          </ac:spMkLst>
        </pc:spChg>
        <pc:spChg chg="mod">
          <ac:chgData name="Yash Jadhav" userId="535c3d6d-72b8-4f77-8155-55f939173cf2" providerId="ADAL" clId="{F33F88E0-3380-47C4-AFDE-F1AC050ADA82}" dt="2026-01-25T16:10:48.669" v="11741" actId="790"/>
          <ac:spMkLst>
            <pc:docMk/>
            <pc:sldMk cId="2684069351" sldId="487"/>
            <ac:spMk id="94" creationId="{00000000-0000-0000-0000-000000000000}"/>
          </ac:spMkLst>
        </pc:spChg>
        <pc:spChg chg="mod">
          <ac:chgData name="Yash Jadhav" userId="535c3d6d-72b8-4f77-8155-55f939173cf2" providerId="ADAL" clId="{F33F88E0-3380-47C4-AFDE-F1AC050ADA82}" dt="2026-01-25T16:10:48.670" v="11742" actId="790"/>
          <ac:spMkLst>
            <pc:docMk/>
            <pc:sldMk cId="2684069351" sldId="487"/>
            <ac:spMk id="95" creationId="{00000000-0000-0000-0000-000000000000}"/>
          </ac:spMkLst>
        </pc:spChg>
        <pc:spChg chg="mod">
          <ac:chgData name="Yash Jadhav" userId="535c3d6d-72b8-4f77-8155-55f939173cf2" providerId="ADAL" clId="{F33F88E0-3380-47C4-AFDE-F1AC050ADA82}" dt="2026-01-25T16:10:48.675" v="11743" actId="790"/>
          <ac:spMkLst>
            <pc:docMk/>
            <pc:sldMk cId="2684069351" sldId="487"/>
            <ac:spMk id="97" creationId="{00000000-0000-0000-0000-000000000000}"/>
          </ac:spMkLst>
        </pc:spChg>
        <pc:spChg chg="mod">
          <ac:chgData name="Yash Jadhav" userId="535c3d6d-72b8-4f77-8155-55f939173cf2" providerId="ADAL" clId="{F33F88E0-3380-47C4-AFDE-F1AC050ADA82}" dt="2026-01-25T16:10:48.680" v="11744" actId="790"/>
          <ac:spMkLst>
            <pc:docMk/>
            <pc:sldMk cId="2684069351" sldId="487"/>
            <ac:spMk id="98" creationId="{00000000-0000-0000-0000-000000000000}"/>
          </ac:spMkLst>
        </pc:spChg>
        <pc:spChg chg="mod">
          <ac:chgData name="Yash Jadhav" userId="535c3d6d-72b8-4f77-8155-55f939173cf2" providerId="ADAL" clId="{F33F88E0-3380-47C4-AFDE-F1AC050ADA82}" dt="2026-01-25T16:10:48.682" v="11745" actId="790"/>
          <ac:spMkLst>
            <pc:docMk/>
            <pc:sldMk cId="2684069351" sldId="487"/>
            <ac:spMk id="100" creationId="{00000000-0000-0000-0000-000000000000}"/>
          </ac:spMkLst>
        </pc:spChg>
        <pc:spChg chg="mod">
          <ac:chgData name="Yash Jadhav" userId="535c3d6d-72b8-4f77-8155-55f939173cf2" providerId="ADAL" clId="{F33F88E0-3380-47C4-AFDE-F1AC050ADA82}" dt="2026-01-25T16:10:48.684" v="11746" actId="790"/>
          <ac:spMkLst>
            <pc:docMk/>
            <pc:sldMk cId="2684069351" sldId="487"/>
            <ac:spMk id="101" creationId="{00000000-0000-0000-0000-000000000000}"/>
          </ac:spMkLst>
        </pc:spChg>
        <pc:spChg chg="mod">
          <ac:chgData name="Yash Jadhav" userId="535c3d6d-72b8-4f77-8155-55f939173cf2" providerId="ADAL" clId="{F33F88E0-3380-47C4-AFDE-F1AC050ADA82}" dt="2026-01-25T16:10:48.687" v="11747" actId="790"/>
          <ac:spMkLst>
            <pc:docMk/>
            <pc:sldMk cId="2684069351" sldId="487"/>
            <ac:spMk id="103" creationId="{00000000-0000-0000-0000-000000000000}"/>
          </ac:spMkLst>
        </pc:spChg>
        <pc:spChg chg="mod">
          <ac:chgData name="Yash Jadhav" userId="535c3d6d-72b8-4f77-8155-55f939173cf2" providerId="ADAL" clId="{F33F88E0-3380-47C4-AFDE-F1AC050ADA82}" dt="2026-01-25T16:10:48.690" v="11748" actId="790"/>
          <ac:spMkLst>
            <pc:docMk/>
            <pc:sldMk cId="2684069351" sldId="487"/>
            <ac:spMk id="104" creationId="{00000000-0000-0000-0000-000000000000}"/>
          </ac:spMkLst>
        </pc:spChg>
        <pc:spChg chg="mod">
          <ac:chgData name="Yash Jadhav" userId="535c3d6d-72b8-4f77-8155-55f939173cf2" providerId="ADAL" clId="{F33F88E0-3380-47C4-AFDE-F1AC050ADA82}" dt="2026-01-25T16:10:48.694" v="11749" actId="790"/>
          <ac:spMkLst>
            <pc:docMk/>
            <pc:sldMk cId="2684069351" sldId="487"/>
            <ac:spMk id="106" creationId="{00000000-0000-0000-0000-000000000000}"/>
          </ac:spMkLst>
        </pc:spChg>
        <pc:spChg chg="mod">
          <ac:chgData name="Yash Jadhav" userId="535c3d6d-72b8-4f77-8155-55f939173cf2" providerId="ADAL" clId="{F33F88E0-3380-47C4-AFDE-F1AC050ADA82}" dt="2026-01-25T16:10:48.697" v="11750" actId="790"/>
          <ac:spMkLst>
            <pc:docMk/>
            <pc:sldMk cId="2684069351" sldId="487"/>
            <ac:spMk id="107" creationId="{00000000-0000-0000-0000-000000000000}"/>
          </ac:spMkLst>
        </pc:spChg>
        <pc:spChg chg="mod">
          <ac:chgData name="Yash Jadhav" userId="535c3d6d-72b8-4f77-8155-55f939173cf2" providerId="ADAL" clId="{F33F88E0-3380-47C4-AFDE-F1AC050ADA82}" dt="2026-01-25T16:10:48.700" v="11751" actId="790"/>
          <ac:spMkLst>
            <pc:docMk/>
            <pc:sldMk cId="2684069351" sldId="487"/>
            <ac:spMk id="109" creationId="{00000000-0000-0000-0000-000000000000}"/>
          </ac:spMkLst>
        </pc:spChg>
        <pc:spChg chg="mod">
          <ac:chgData name="Yash Jadhav" userId="535c3d6d-72b8-4f77-8155-55f939173cf2" providerId="ADAL" clId="{F33F88E0-3380-47C4-AFDE-F1AC050ADA82}" dt="2026-01-25T16:10:48.703" v="11752" actId="790"/>
          <ac:spMkLst>
            <pc:docMk/>
            <pc:sldMk cId="2684069351" sldId="487"/>
            <ac:spMk id="110" creationId="{00000000-0000-0000-0000-000000000000}"/>
          </ac:spMkLst>
        </pc:spChg>
        <pc:spChg chg="mod">
          <ac:chgData name="Yash Jadhav" userId="535c3d6d-72b8-4f77-8155-55f939173cf2" providerId="ADAL" clId="{F33F88E0-3380-47C4-AFDE-F1AC050ADA82}" dt="2026-01-25T16:10:48.706" v="11753" actId="790"/>
          <ac:spMkLst>
            <pc:docMk/>
            <pc:sldMk cId="2684069351" sldId="487"/>
            <ac:spMk id="112" creationId="{00000000-0000-0000-0000-000000000000}"/>
          </ac:spMkLst>
        </pc:spChg>
        <pc:spChg chg="mod">
          <ac:chgData name="Yash Jadhav" userId="535c3d6d-72b8-4f77-8155-55f939173cf2" providerId="ADAL" clId="{F33F88E0-3380-47C4-AFDE-F1AC050ADA82}" dt="2026-01-25T16:10:48.534" v="11675" actId="790"/>
          <ac:spMkLst>
            <pc:docMk/>
            <pc:sldMk cId="2684069351" sldId="487"/>
            <ac:spMk id="113" creationId="{00000000-0000-0000-0000-000000000000}"/>
          </ac:spMkLst>
        </pc:spChg>
        <pc:spChg chg="mod">
          <ac:chgData name="Yash Jadhav" userId="535c3d6d-72b8-4f77-8155-55f939173cf2" providerId="ADAL" clId="{F33F88E0-3380-47C4-AFDE-F1AC050ADA82}" dt="2026-01-25T16:10:48.536" v="11676" actId="790"/>
          <ac:spMkLst>
            <pc:docMk/>
            <pc:sldMk cId="2684069351" sldId="487"/>
            <ac:spMk id="114" creationId="{00000000-0000-0000-0000-000000000000}"/>
          </ac:spMkLst>
        </pc:spChg>
        <pc:spChg chg="mod">
          <ac:chgData name="Yash Jadhav" userId="535c3d6d-72b8-4f77-8155-55f939173cf2" providerId="ADAL" clId="{F33F88E0-3380-47C4-AFDE-F1AC050ADA82}" dt="2026-01-25T16:10:48.538" v="11677" actId="790"/>
          <ac:spMkLst>
            <pc:docMk/>
            <pc:sldMk cId="2684069351" sldId="487"/>
            <ac:spMk id="115" creationId="{00000000-0000-0000-0000-000000000000}"/>
          </ac:spMkLst>
        </pc:spChg>
        <pc:spChg chg="mod">
          <ac:chgData name="Yash Jadhav" userId="535c3d6d-72b8-4f77-8155-55f939173cf2" providerId="ADAL" clId="{F33F88E0-3380-47C4-AFDE-F1AC050ADA82}" dt="2026-01-25T16:10:48.542" v="11678" actId="790"/>
          <ac:spMkLst>
            <pc:docMk/>
            <pc:sldMk cId="2684069351" sldId="487"/>
            <ac:spMk id="116" creationId="{00000000-0000-0000-0000-000000000000}"/>
          </ac:spMkLst>
        </pc:spChg>
        <pc:spChg chg="mod">
          <ac:chgData name="Yash Jadhav" userId="535c3d6d-72b8-4f77-8155-55f939173cf2" providerId="ADAL" clId="{F33F88E0-3380-47C4-AFDE-F1AC050ADA82}" dt="2026-01-25T16:10:48.544" v="11679" actId="790"/>
          <ac:spMkLst>
            <pc:docMk/>
            <pc:sldMk cId="2684069351" sldId="487"/>
            <ac:spMk id="117" creationId="{00000000-0000-0000-0000-000000000000}"/>
          </ac:spMkLst>
        </pc:spChg>
        <pc:spChg chg="mod">
          <ac:chgData name="Yash Jadhav" userId="535c3d6d-72b8-4f77-8155-55f939173cf2" providerId="ADAL" clId="{F33F88E0-3380-47C4-AFDE-F1AC050ADA82}" dt="2026-01-25T16:10:48.546" v="11680" actId="790"/>
          <ac:spMkLst>
            <pc:docMk/>
            <pc:sldMk cId="2684069351" sldId="487"/>
            <ac:spMk id="118" creationId="{00000000-0000-0000-0000-000000000000}"/>
          </ac:spMkLst>
        </pc:spChg>
        <pc:spChg chg="mod">
          <ac:chgData name="Yash Jadhav" userId="535c3d6d-72b8-4f77-8155-55f939173cf2" providerId="ADAL" clId="{F33F88E0-3380-47C4-AFDE-F1AC050ADA82}" dt="2026-01-25T16:10:48.548" v="11681" actId="790"/>
          <ac:spMkLst>
            <pc:docMk/>
            <pc:sldMk cId="2684069351" sldId="487"/>
            <ac:spMk id="119" creationId="{00000000-0000-0000-0000-000000000000}"/>
          </ac:spMkLst>
        </pc:spChg>
        <pc:spChg chg="mod">
          <ac:chgData name="Yash Jadhav" userId="535c3d6d-72b8-4f77-8155-55f939173cf2" providerId="ADAL" clId="{F33F88E0-3380-47C4-AFDE-F1AC050ADA82}" dt="2026-01-25T16:10:48.551" v="11682" actId="790"/>
          <ac:spMkLst>
            <pc:docMk/>
            <pc:sldMk cId="2684069351" sldId="487"/>
            <ac:spMk id="120" creationId="{00000000-0000-0000-0000-000000000000}"/>
          </ac:spMkLst>
        </pc:spChg>
        <pc:spChg chg="mod">
          <ac:chgData name="Yash Jadhav" userId="535c3d6d-72b8-4f77-8155-55f939173cf2" providerId="ADAL" clId="{F33F88E0-3380-47C4-AFDE-F1AC050ADA82}" dt="2026-01-25T16:10:48.552" v="11683" actId="790"/>
          <ac:spMkLst>
            <pc:docMk/>
            <pc:sldMk cId="2684069351" sldId="487"/>
            <ac:spMk id="121" creationId="{00000000-0000-0000-0000-000000000000}"/>
          </ac:spMkLst>
        </pc:spChg>
        <pc:spChg chg="mod">
          <ac:chgData name="Yash Jadhav" userId="535c3d6d-72b8-4f77-8155-55f939173cf2" providerId="ADAL" clId="{F33F88E0-3380-47C4-AFDE-F1AC050ADA82}" dt="2026-01-25T16:10:48.554" v="11684" actId="790"/>
          <ac:spMkLst>
            <pc:docMk/>
            <pc:sldMk cId="2684069351" sldId="487"/>
            <ac:spMk id="122" creationId="{00000000-0000-0000-0000-000000000000}"/>
          </ac:spMkLst>
        </pc:spChg>
        <pc:spChg chg="mod">
          <ac:chgData name="Yash Jadhav" userId="535c3d6d-72b8-4f77-8155-55f939173cf2" providerId="ADAL" clId="{F33F88E0-3380-47C4-AFDE-F1AC050ADA82}" dt="2026-01-25T16:10:48.556" v="11685" actId="790"/>
          <ac:spMkLst>
            <pc:docMk/>
            <pc:sldMk cId="2684069351" sldId="487"/>
            <ac:spMk id="123" creationId="{00000000-0000-0000-0000-000000000000}"/>
          </ac:spMkLst>
        </pc:spChg>
        <pc:spChg chg="mod">
          <ac:chgData name="Yash Jadhav" userId="535c3d6d-72b8-4f77-8155-55f939173cf2" providerId="ADAL" clId="{F33F88E0-3380-47C4-AFDE-F1AC050ADA82}" dt="2026-01-25T16:10:48.558" v="11686" actId="790"/>
          <ac:spMkLst>
            <pc:docMk/>
            <pc:sldMk cId="2684069351" sldId="487"/>
            <ac:spMk id="124" creationId="{00000000-0000-0000-0000-000000000000}"/>
          </ac:spMkLst>
        </pc:spChg>
        <pc:spChg chg="mod">
          <ac:chgData name="Yash Jadhav" userId="535c3d6d-72b8-4f77-8155-55f939173cf2" providerId="ADAL" clId="{F33F88E0-3380-47C4-AFDE-F1AC050ADA82}" dt="2026-01-25T16:10:48.561" v="11687" actId="790"/>
          <ac:spMkLst>
            <pc:docMk/>
            <pc:sldMk cId="2684069351" sldId="487"/>
            <ac:spMk id="125" creationId="{00000000-0000-0000-0000-000000000000}"/>
          </ac:spMkLst>
        </pc:spChg>
        <pc:spChg chg="mod">
          <ac:chgData name="Yash Jadhav" userId="535c3d6d-72b8-4f77-8155-55f939173cf2" providerId="ADAL" clId="{F33F88E0-3380-47C4-AFDE-F1AC050ADA82}" dt="2026-01-25T16:10:48.563" v="11688" actId="790"/>
          <ac:spMkLst>
            <pc:docMk/>
            <pc:sldMk cId="2684069351" sldId="487"/>
            <ac:spMk id="126" creationId="{00000000-0000-0000-0000-000000000000}"/>
          </ac:spMkLst>
        </pc:spChg>
        <pc:spChg chg="mod">
          <ac:chgData name="Yash Jadhav" userId="535c3d6d-72b8-4f77-8155-55f939173cf2" providerId="ADAL" clId="{F33F88E0-3380-47C4-AFDE-F1AC050ADA82}" dt="2026-01-25T16:10:48.565" v="11689" actId="790"/>
          <ac:spMkLst>
            <pc:docMk/>
            <pc:sldMk cId="2684069351" sldId="487"/>
            <ac:spMk id="127" creationId="{00000000-0000-0000-0000-000000000000}"/>
          </ac:spMkLst>
        </pc:spChg>
        <pc:spChg chg="mod">
          <ac:chgData name="Yash Jadhav" userId="535c3d6d-72b8-4f77-8155-55f939173cf2" providerId="ADAL" clId="{F33F88E0-3380-47C4-AFDE-F1AC050ADA82}" dt="2026-01-25T16:10:48.567" v="11690" actId="790"/>
          <ac:spMkLst>
            <pc:docMk/>
            <pc:sldMk cId="2684069351" sldId="487"/>
            <ac:spMk id="128" creationId="{00000000-0000-0000-0000-000000000000}"/>
          </ac:spMkLst>
        </pc:spChg>
        <pc:spChg chg="mod">
          <ac:chgData name="Yash Jadhav" userId="535c3d6d-72b8-4f77-8155-55f939173cf2" providerId="ADAL" clId="{F33F88E0-3380-47C4-AFDE-F1AC050ADA82}" dt="2026-01-25T16:10:48.569" v="11691" actId="790"/>
          <ac:spMkLst>
            <pc:docMk/>
            <pc:sldMk cId="2684069351" sldId="487"/>
            <ac:spMk id="129" creationId="{00000000-0000-0000-0000-000000000000}"/>
          </ac:spMkLst>
        </pc:spChg>
        <pc:spChg chg="mod">
          <ac:chgData name="Yash Jadhav" userId="535c3d6d-72b8-4f77-8155-55f939173cf2" providerId="ADAL" clId="{F33F88E0-3380-47C4-AFDE-F1AC050ADA82}" dt="2026-01-25T16:10:48.570" v="11692" actId="790"/>
          <ac:spMkLst>
            <pc:docMk/>
            <pc:sldMk cId="2684069351" sldId="487"/>
            <ac:spMk id="130" creationId="{00000000-0000-0000-0000-000000000000}"/>
          </ac:spMkLst>
        </pc:spChg>
        <pc:spChg chg="mod">
          <ac:chgData name="Yash Jadhav" userId="535c3d6d-72b8-4f77-8155-55f939173cf2" providerId="ADAL" clId="{F33F88E0-3380-47C4-AFDE-F1AC050ADA82}" dt="2026-01-25T16:10:48.572" v="11693" actId="790"/>
          <ac:spMkLst>
            <pc:docMk/>
            <pc:sldMk cId="2684069351" sldId="487"/>
            <ac:spMk id="131" creationId="{00000000-0000-0000-0000-000000000000}"/>
          </ac:spMkLst>
        </pc:spChg>
        <pc:spChg chg="mod">
          <ac:chgData name="Yash Jadhav" userId="535c3d6d-72b8-4f77-8155-55f939173cf2" providerId="ADAL" clId="{F33F88E0-3380-47C4-AFDE-F1AC050ADA82}" dt="2026-01-25T16:10:48.574" v="11694" actId="790"/>
          <ac:spMkLst>
            <pc:docMk/>
            <pc:sldMk cId="2684069351" sldId="487"/>
            <ac:spMk id="132" creationId="{00000000-0000-0000-0000-000000000000}"/>
          </ac:spMkLst>
        </pc:spChg>
        <pc:spChg chg="mod">
          <ac:chgData name="Yash Jadhav" userId="535c3d6d-72b8-4f77-8155-55f939173cf2" providerId="ADAL" clId="{F33F88E0-3380-47C4-AFDE-F1AC050ADA82}" dt="2026-01-25T16:10:48.576" v="11695" actId="790"/>
          <ac:spMkLst>
            <pc:docMk/>
            <pc:sldMk cId="2684069351" sldId="487"/>
            <ac:spMk id="133" creationId="{00000000-0000-0000-0000-000000000000}"/>
          </ac:spMkLst>
        </pc:spChg>
        <pc:spChg chg="mod">
          <ac:chgData name="Yash Jadhav" userId="535c3d6d-72b8-4f77-8155-55f939173cf2" providerId="ADAL" clId="{F33F88E0-3380-47C4-AFDE-F1AC050ADA82}" dt="2026-01-25T16:10:48.578" v="11696" actId="790"/>
          <ac:spMkLst>
            <pc:docMk/>
            <pc:sldMk cId="2684069351" sldId="487"/>
            <ac:spMk id="134" creationId="{00000000-0000-0000-0000-000000000000}"/>
          </ac:spMkLst>
        </pc:spChg>
        <pc:spChg chg="mod">
          <ac:chgData name="Yash Jadhav" userId="535c3d6d-72b8-4f77-8155-55f939173cf2" providerId="ADAL" clId="{F33F88E0-3380-47C4-AFDE-F1AC050ADA82}" dt="2026-01-25T16:10:48.580" v="11697" actId="790"/>
          <ac:spMkLst>
            <pc:docMk/>
            <pc:sldMk cId="2684069351" sldId="487"/>
            <ac:spMk id="135" creationId="{00000000-0000-0000-0000-000000000000}"/>
          </ac:spMkLst>
        </pc:spChg>
        <pc:spChg chg="mod">
          <ac:chgData name="Yash Jadhav" userId="535c3d6d-72b8-4f77-8155-55f939173cf2" providerId="ADAL" clId="{F33F88E0-3380-47C4-AFDE-F1AC050ADA82}" dt="2026-01-25T16:10:48.582" v="11698" actId="790"/>
          <ac:spMkLst>
            <pc:docMk/>
            <pc:sldMk cId="2684069351" sldId="487"/>
            <ac:spMk id="136" creationId="{00000000-0000-0000-0000-000000000000}"/>
          </ac:spMkLst>
        </pc:spChg>
        <pc:spChg chg="mod">
          <ac:chgData name="Yash Jadhav" userId="535c3d6d-72b8-4f77-8155-55f939173cf2" providerId="ADAL" clId="{F33F88E0-3380-47C4-AFDE-F1AC050ADA82}" dt="2026-01-25T16:10:48.585" v="11699" actId="790"/>
          <ac:spMkLst>
            <pc:docMk/>
            <pc:sldMk cId="2684069351" sldId="487"/>
            <ac:spMk id="137" creationId="{00000000-0000-0000-0000-000000000000}"/>
          </ac:spMkLst>
        </pc:spChg>
        <pc:spChg chg="mod">
          <ac:chgData name="Yash Jadhav" userId="535c3d6d-72b8-4f77-8155-55f939173cf2" providerId="ADAL" clId="{F33F88E0-3380-47C4-AFDE-F1AC050ADA82}" dt="2026-01-25T16:10:48.587" v="11700" actId="790"/>
          <ac:spMkLst>
            <pc:docMk/>
            <pc:sldMk cId="2684069351" sldId="487"/>
            <ac:spMk id="138" creationId="{00000000-0000-0000-0000-000000000000}"/>
          </ac:spMkLst>
        </pc:spChg>
        <pc:spChg chg="mod">
          <ac:chgData name="Yash Jadhav" userId="535c3d6d-72b8-4f77-8155-55f939173cf2" providerId="ADAL" clId="{F33F88E0-3380-47C4-AFDE-F1AC050ADA82}" dt="2026-01-25T16:10:48.589" v="11701" actId="790"/>
          <ac:spMkLst>
            <pc:docMk/>
            <pc:sldMk cId="2684069351" sldId="487"/>
            <ac:spMk id="139" creationId="{00000000-0000-0000-0000-000000000000}"/>
          </ac:spMkLst>
        </pc:spChg>
        <pc:spChg chg="mod">
          <ac:chgData name="Yash Jadhav" userId="535c3d6d-72b8-4f77-8155-55f939173cf2" providerId="ADAL" clId="{F33F88E0-3380-47C4-AFDE-F1AC050ADA82}" dt="2026-01-25T16:10:48.590" v="11702" actId="790"/>
          <ac:spMkLst>
            <pc:docMk/>
            <pc:sldMk cId="2684069351" sldId="487"/>
            <ac:spMk id="140" creationId="{00000000-0000-0000-0000-000000000000}"/>
          </ac:spMkLst>
        </pc:spChg>
        <pc:spChg chg="mod">
          <ac:chgData name="Yash Jadhav" userId="535c3d6d-72b8-4f77-8155-55f939173cf2" providerId="ADAL" clId="{F33F88E0-3380-47C4-AFDE-F1AC050ADA82}" dt="2026-01-25T16:10:48.592" v="11703" actId="790"/>
          <ac:spMkLst>
            <pc:docMk/>
            <pc:sldMk cId="2684069351" sldId="487"/>
            <ac:spMk id="141" creationId="{00000000-0000-0000-0000-000000000000}"/>
          </ac:spMkLst>
        </pc:spChg>
        <pc:spChg chg="mod">
          <ac:chgData name="Yash Jadhav" userId="535c3d6d-72b8-4f77-8155-55f939173cf2" providerId="ADAL" clId="{F33F88E0-3380-47C4-AFDE-F1AC050ADA82}" dt="2026-01-25T16:10:48.595" v="11704" actId="790"/>
          <ac:spMkLst>
            <pc:docMk/>
            <pc:sldMk cId="2684069351" sldId="487"/>
            <ac:spMk id="142" creationId="{00000000-0000-0000-0000-000000000000}"/>
          </ac:spMkLst>
        </pc:spChg>
        <pc:spChg chg="mod">
          <ac:chgData name="Yash Jadhav" userId="535c3d6d-72b8-4f77-8155-55f939173cf2" providerId="ADAL" clId="{F33F88E0-3380-47C4-AFDE-F1AC050ADA82}" dt="2026-01-25T16:10:48.709" v="11754" actId="790"/>
          <ac:spMkLst>
            <pc:docMk/>
            <pc:sldMk cId="2684069351" sldId="487"/>
            <ac:spMk id="143" creationId="{00000000-0000-0000-0000-000000000000}"/>
          </ac:spMkLst>
        </pc:spChg>
        <pc:spChg chg="mod">
          <ac:chgData name="Yash Jadhav" userId="535c3d6d-72b8-4f77-8155-55f939173cf2" providerId="ADAL" clId="{F33F88E0-3380-47C4-AFDE-F1AC050ADA82}" dt="2026-01-25T16:10:48.711" v="11755" actId="790"/>
          <ac:spMkLst>
            <pc:docMk/>
            <pc:sldMk cId="2684069351" sldId="487"/>
            <ac:spMk id="145" creationId="{00000000-0000-0000-0000-000000000000}"/>
          </ac:spMkLst>
        </pc:spChg>
        <pc:spChg chg="mod">
          <ac:chgData name="Yash Jadhav" userId="535c3d6d-72b8-4f77-8155-55f939173cf2" providerId="ADAL" clId="{F33F88E0-3380-47C4-AFDE-F1AC050ADA82}" dt="2026-01-25T16:10:48.714" v="11756" actId="790"/>
          <ac:spMkLst>
            <pc:docMk/>
            <pc:sldMk cId="2684069351" sldId="487"/>
            <ac:spMk id="146" creationId="{00000000-0000-0000-0000-000000000000}"/>
          </ac:spMkLst>
        </pc:spChg>
        <pc:spChg chg="mod">
          <ac:chgData name="Yash Jadhav" userId="535c3d6d-72b8-4f77-8155-55f939173cf2" providerId="ADAL" clId="{F33F88E0-3380-47C4-AFDE-F1AC050ADA82}" dt="2026-01-25T16:10:48.715" v="11757" actId="790"/>
          <ac:spMkLst>
            <pc:docMk/>
            <pc:sldMk cId="2684069351" sldId="487"/>
            <ac:spMk id="148" creationId="{00000000-0000-0000-0000-000000000000}"/>
          </ac:spMkLst>
        </pc:spChg>
        <pc:spChg chg="mod">
          <ac:chgData name="Yash Jadhav" userId="535c3d6d-72b8-4f77-8155-55f939173cf2" providerId="ADAL" clId="{F33F88E0-3380-47C4-AFDE-F1AC050ADA82}" dt="2026-01-25T16:10:48.717" v="11758" actId="790"/>
          <ac:spMkLst>
            <pc:docMk/>
            <pc:sldMk cId="2684069351" sldId="487"/>
            <ac:spMk id="149" creationId="{00000000-0000-0000-0000-000000000000}"/>
          </ac:spMkLst>
        </pc:spChg>
        <pc:spChg chg="mod">
          <ac:chgData name="Yash Jadhav" userId="535c3d6d-72b8-4f77-8155-55f939173cf2" providerId="ADAL" clId="{F33F88E0-3380-47C4-AFDE-F1AC050ADA82}" dt="2026-01-25T16:10:48.720" v="11759" actId="790"/>
          <ac:spMkLst>
            <pc:docMk/>
            <pc:sldMk cId="2684069351" sldId="487"/>
            <ac:spMk id="151" creationId="{00000000-0000-0000-0000-000000000000}"/>
          </ac:spMkLst>
        </pc:spChg>
        <pc:spChg chg="mod">
          <ac:chgData name="Yash Jadhav" userId="535c3d6d-72b8-4f77-8155-55f939173cf2" providerId="ADAL" clId="{F33F88E0-3380-47C4-AFDE-F1AC050ADA82}" dt="2026-01-25T16:10:48.722" v="11760" actId="790"/>
          <ac:spMkLst>
            <pc:docMk/>
            <pc:sldMk cId="2684069351" sldId="487"/>
            <ac:spMk id="152" creationId="{00000000-0000-0000-0000-000000000000}"/>
          </ac:spMkLst>
        </pc:spChg>
        <pc:spChg chg="mod">
          <ac:chgData name="Yash Jadhav" userId="535c3d6d-72b8-4f77-8155-55f939173cf2" providerId="ADAL" clId="{F33F88E0-3380-47C4-AFDE-F1AC050ADA82}" dt="2026-01-25T16:10:48.724" v="11761" actId="790"/>
          <ac:spMkLst>
            <pc:docMk/>
            <pc:sldMk cId="2684069351" sldId="487"/>
            <ac:spMk id="154" creationId="{00000000-0000-0000-0000-000000000000}"/>
          </ac:spMkLst>
        </pc:spChg>
        <pc:spChg chg="mod">
          <ac:chgData name="Yash Jadhav" userId="535c3d6d-72b8-4f77-8155-55f939173cf2" providerId="ADAL" clId="{F33F88E0-3380-47C4-AFDE-F1AC050ADA82}" dt="2026-01-25T16:10:48.726" v="11762" actId="790"/>
          <ac:spMkLst>
            <pc:docMk/>
            <pc:sldMk cId="2684069351" sldId="487"/>
            <ac:spMk id="155" creationId="{00000000-0000-0000-0000-000000000000}"/>
          </ac:spMkLst>
        </pc:spChg>
        <pc:spChg chg="mod">
          <ac:chgData name="Yash Jadhav" userId="535c3d6d-72b8-4f77-8155-55f939173cf2" providerId="ADAL" clId="{F33F88E0-3380-47C4-AFDE-F1AC050ADA82}" dt="2026-01-25T16:10:48.729" v="11763" actId="790"/>
          <ac:spMkLst>
            <pc:docMk/>
            <pc:sldMk cId="2684069351" sldId="487"/>
            <ac:spMk id="157" creationId="{00000000-0000-0000-0000-000000000000}"/>
          </ac:spMkLst>
        </pc:spChg>
        <pc:spChg chg="mod">
          <ac:chgData name="Yash Jadhav" userId="535c3d6d-72b8-4f77-8155-55f939173cf2" providerId="ADAL" clId="{F33F88E0-3380-47C4-AFDE-F1AC050ADA82}" dt="2026-01-25T16:10:48.731" v="11764" actId="790"/>
          <ac:spMkLst>
            <pc:docMk/>
            <pc:sldMk cId="2684069351" sldId="487"/>
            <ac:spMk id="158" creationId="{00000000-0000-0000-0000-000000000000}"/>
          </ac:spMkLst>
        </pc:spChg>
      </pc:sldChg>
      <pc:sldChg chg="modSp add del mod setBg modNotes">
        <pc:chgData name="Yash Jadhav" userId="535c3d6d-72b8-4f77-8155-55f939173cf2" providerId="ADAL" clId="{F33F88E0-3380-47C4-AFDE-F1AC050ADA82}" dt="2026-01-25T16:11:14.363" v="12049"/>
        <pc:sldMkLst>
          <pc:docMk/>
          <pc:sldMk cId="961106935" sldId="488"/>
        </pc:sldMkLst>
        <pc:spChg chg="mod">
          <ac:chgData name="Yash Jadhav" userId="535c3d6d-72b8-4f77-8155-55f939173cf2" providerId="ADAL" clId="{F33F88E0-3380-47C4-AFDE-F1AC050ADA82}" dt="2026-01-25T16:10:51.421" v="11769" actId="790"/>
          <ac:spMkLst>
            <pc:docMk/>
            <pc:sldMk cId="961106935" sldId="488"/>
            <ac:spMk id="3" creationId="{00000000-0000-0000-0000-000000000000}"/>
          </ac:spMkLst>
        </pc:spChg>
        <pc:spChg chg="mod">
          <ac:chgData name="Yash Jadhav" userId="535c3d6d-72b8-4f77-8155-55f939173cf2" providerId="ADAL" clId="{F33F88E0-3380-47C4-AFDE-F1AC050ADA82}" dt="2026-01-25T16:10:51.424" v="11770" actId="790"/>
          <ac:spMkLst>
            <pc:docMk/>
            <pc:sldMk cId="961106935" sldId="488"/>
            <ac:spMk id="57" creationId="{00000000-0000-0000-0000-000000000000}"/>
          </ac:spMkLst>
        </pc:spChg>
        <pc:spChg chg="mod">
          <ac:chgData name="Yash Jadhav" userId="535c3d6d-72b8-4f77-8155-55f939173cf2" providerId="ADAL" clId="{F33F88E0-3380-47C4-AFDE-F1AC050ADA82}" dt="2026-01-25T16:10:51.427" v="11771" actId="790"/>
          <ac:spMkLst>
            <pc:docMk/>
            <pc:sldMk cId="961106935" sldId="488"/>
            <ac:spMk id="58" creationId="{00000000-0000-0000-0000-000000000000}"/>
          </ac:spMkLst>
        </pc:spChg>
        <pc:spChg chg="mod">
          <ac:chgData name="Yash Jadhav" userId="535c3d6d-72b8-4f77-8155-55f939173cf2" providerId="ADAL" clId="{F33F88E0-3380-47C4-AFDE-F1AC050ADA82}" dt="2026-01-25T16:10:51.429" v="11772" actId="790"/>
          <ac:spMkLst>
            <pc:docMk/>
            <pc:sldMk cId="961106935" sldId="488"/>
            <ac:spMk id="59" creationId="{00000000-0000-0000-0000-000000000000}"/>
          </ac:spMkLst>
        </pc:spChg>
        <pc:spChg chg="mod">
          <ac:chgData name="Yash Jadhav" userId="535c3d6d-72b8-4f77-8155-55f939173cf2" providerId="ADAL" clId="{F33F88E0-3380-47C4-AFDE-F1AC050ADA82}" dt="2026-01-25T16:10:51.432" v="11773" actId="790"/>
          <ac:spMkLst>
            <pc:docMk/>
            <pc:sldMk cId="961106935" sldId="488"/>
            <ac:spMk id="60" creationId="{00000000-0000-0000-0000-000000000000}"/>
          </ac:spMkLst>
        </pc:spChg>
        <pc:spChg chg="mod">
          <ac:chgData name="Yash Jadhav" userId="535c3d6d-72b8-4f77-8155-55f939173cf2" providerId="ADAL" clId="{F33F88E0-3380-47C4-AFDE-F1AC050ADA82}" dt="2026-01-25T16:10:51.434" v="11774" actId="790"/>
          <ac:spMkLst>
            <pc:docMk/>
            <pc:sldMk cId="961106935" sldId="488"/>
            <ac:spMk id="61" creationId="{00000000-0000-0000-0000-000000000000}"/>
          </ac:spMkLst>
        </pc:spChg>
        <pc:spChg chg="mod">
          <ac:chgData name="Yash Jadhav" userId="535c3d6d-72b8-4f77-8155-55f939173cf2" providerId="ADAL" clId="{F33F88E0-3380-47C4-AFDE-F1AC050ADA82}" dt="2026-01-25T16:10:51.436" v="11775" actId="790"/>
          <ac:spMkLst>
            <pc:docMk/>
            <pc:sldMk cId="961106935" sldId="488"/>
            <ac:spMk id="62" creationId="{00000000-0000-0000-0000-000000000000}"/>
          </ac:spMkLst>
        </pc:spChg>
        <pc:spChg chg="mod">
          <ac:chgData name="Yash Jadhav" userId="535c3d6d-72b8-4f77-8155-55f939173cf2" providerId="ADAL" clId="{F33F88E0-3380-47C4-AFDE-F1AC050ADA82}" dt="2026-01-25T16:10:51.437" v="11776" actId="790"/>
          <ac:spMkLst>
            <pc:docMk/>
            <pc:sldMk cId="961106935" sldId="488"/>
            <ac:spMk id="63" creationId="{00000000-0000-0000-0000-000000000000}"/>
          </ac:spMkLst>
        </pc:spChg>
        <pc:spChg chg="mod">
          <ac:chgData name="Yash Jadhav" userId="535c3d6d-72b8-4f77-8155-55f939173cf2" providerId="ADAL" clId="{F33F88E0-3380-47C4-AFDE-F1AC050ADA82}" dt="2026-01-25T16:10:51.439" v="11777" actId="790"/>
          <ac:spMkLst>
            <pc:docMk/>
            <pc:sldMk cId="961106935" sldId="488"/>
            <ac:spMk id="64" creationId="{00000000-0000-0000-0000-000000000000}"/>
          </ac:spMkLst>
        </pc:spChg>
        <pc:spChg chg="mod">
          <ac:chgData name="Yash Jadhav" userId="535c3d6d-72b8-4f77-8155-55f939173cf2" providerId="ADAL" clId="{F33F88E0-3380-47C4-AFDE-F1AC050ADA82}" dt="2026-01-25T16:10:51.441" v="11778" actId="790"/>
          <ac:spMkLst>
            <pc:docMk/>
            <pc:sldMk cId="961106935" sldId="488"/>
            <ac:spMk id="65" creationId="{00000000-0000-0000-0000-000000000000}"/>
          </ac:spMkLst>
        </pc:spChg>
        <pc:spChg chg="mod">
          <ac:chgData name="Yash Jadhav" userId="535c3d6d-72b8-4f77-8155-55f939173cf2" providerId="ADAL" clId="{F33F88E0-3380-47C4-AFDE-F1AC050ADA82}" dt="2026-01-25T16:10:51.443" v="11779" actId="790"/>
          <ac:spMkLst>
            <pc:docMk/>
            <pc:sldMk cId="961106935" sldId="488"/>
            <ac:spMk id="66" creationId="{00000000-0000-0000-0000-000000000000}"/>
          </ac:spMkLst>
        </pc:spChg>
        <pc:spChg chg="mod">
          <ac:chgData name="Yash Jadhav" userId="535c3d6d-72b8-4f77-8155-55f939173cf2" providerId="ADAL" clId="{F33F88E0-3380-47C4-AFDE-F1AC050ADA82}" dt="2026-01-25T16:10:51.445" v="11780" actId="790"/>
          <ac:spMkLst>
            <pc:docMk/>
            <pc:sldMk cId="961106935" sldId="488"/>
            <ac:spMk id="67" creationId="{00000000-0000-0000-0000-000000000000}"/>
          </ac:spMkLst>
        </pc:spChg>
        <pc:spChg chg="mod">
          <ac:chgData name="Yash Jadhav" userId="535c3d6d-72b8-4f77-8155-55f939173cf2" providerId="ADAL" clId="{F33F88E0-3380-47C4-AFDE-F1AC050ADA82}" dt="2026-01-25T16:10:51.447" v="11781" actId="790"/>
          <ac:spMkLst>
            <pc:docMk/>
            <pc:sldMk cId="961106935" sldId="488"/>
            <ac:spMk id="68" creationId="{00000000-0000-0000-0000-000000000000}"/>
          </ac:spMkLst>
        </pc:spChg>
        <pc:spChg chg="mod">
          <ac:chgData name="Yash Jadhav" userId="535c3d6d-72b8-4f77-8155-55f939173cf2" providerId="ADAL" clId="{F33F88E0-3380-47C4-AFDE-F1AC050ADA82}" dt="2026-01-25T16:10:51.449" v="11782" actId="790"/>
          <ac:spMkLst>
            <pc:docMk/>
            <pc:sldMk cId="961106935" sldId="488"/>
            <ac:spMk id="69" creationId="{00000000-0000-0000-0000-000000000000}"/>
          </ac:spMkLst>
        </pc:spChg>
        <pc:spChg chg="mod">
          <ac:chgData name="Yash Jadhav" userId="535c3d6d-72b8-4f77-8155-55f939173cf2" providerId="ADAL" clId="{F33F88E0-3380-47C4-AFDE-F1AC050ADA82}" dt="2026-01-25T16:10:51.451" v="11783" actId="790"/>
          <ac:spMkLst>
            <pc:docMk/>
            <pc:sldMk cId="961106935" sldId="488"/>
            <ac:spMk id="70" creationId="{00000000-0000-0000-0000-000000000000}"/>
          </ac:spMkLst>
        </pc:spChg>
        <pc:spChg chg="mod">
          <ac:chgData name="Yash Jadhav" userId="535c3d6d-72b8-4f77-8155-55f939173cf2" providerId="ADAL" clId="{F33F88E0-3380-47C4-AFDE-F1AC050ADA82}" dt="2026-01-25T16:10:51.453" v="11784" actId="790"/>
          <ac:spMkLst>
            <pc:docMk/>
            <pc:sldMk cId="961106935" sldId="488"/>
            <ac:spMk id="71" creationId="{00000000-0000-0000-0000-000000000000}"/>
          </ac:spMkLst>
        </pc:spChg>
        <pc:spChg chg="mod">
          <ac:chgData name="Yash Jadhav" userId="535c3d6d-72b8-4f77-8155-55f939173cf2" providerId="ADAL" clId="{F33F88E0-3380-47C4-AFDE-F1AC050ADA82}" dt="2026-01-25T16:10:51.455" v="11785" actId="790"/>
          <ac:spMkLst>
            <pc:docMk/>
            <pc:sldMk cId="961106935" sldId="488"/>
            <ac:spMk id="72" creationId="{00000000-0000-0000-0000-000000000000}"/>
          </ac:spMkLst>
        </pc:spChg>
        <pc:spChg chg="mod">
          <ac:chgData name="Yash Jadhav" userId="535c3d6d-72b8-4f77-8155-55f939173cf2" providerId="ADAL" clId="{F33F88E0-3380-47C4-AFDE-F1AC050ADA82}" dt="2026-01-25T16:10:51.457" v="11786" actId="790"/>
          <ac:spMkLst>
            <pc:docMk/>
            <pc:sldMk cId="961106935" sldId="488"/>
            <ac:spMk id="73" creationId="{00000000-0000-0000-0000-000000000000}"/>
          </ac:spMkLst>
        </pc:spChg>
        <pc:spChg chg="mod">
          <ac:chgData name="Yash Jadhav" userId="535c3d6d-72b8-4f77-8155-55f939173cf2" providerId="ADAL" clId="{F33F88E0-3380-47C4-AFDE-F1AC050ADA82}" dt="2026-01-25T16:10:51.458" v="11787" actId="790"/>
          <ac:spMkLst>
            <pc:docMk/>
            <pc:sldMk cId="961106935" sldId="488"/>
            <ac:spMk id="74" creationId="{00000000-0000-0000-0000-000000000000}"/>
          </ac:spMkLst>
        </pc:spChg>
        <pc:spChg chg="mod">
          <ac:chgData name="Yash Jadhav" userId="535c3d6d-72b8-4f77-8155-55f939173cf2" providerId="ADAL" clId="{F33F88E0-3380-47C4-AFDE-F1AC050ADA82}" dt="2026-01-25T16:10:51.460" v="11788" actId="790"/>
          <ac:spMkLst>
            <pc:docMk/>
            <pc:sldMk cId="961106935" sldId="488"/>
            <ac:spMk id="75" creationId="{00000000-0000-0000-0000-000000000000}"/>
          </ac:spMkLst>
        </pc:spChg>
        <pc:spChg chg="mod">
          <ac:chgData name="Yash Jadhav" userId="535c3d6d-72b8-4f77-8155-55f939173cf2" providerId="ADAL" clId="{F33F88E0-3380-47C4-AFDE-F1AC050ADA82}" dt="2026-01-25T16:10:51.462" v="11789" actId="790"/>
          <ac:spMkLst>
            <pc:docMk/>
            <pc:sldMk cId="961106935" sldId="488"/>
            <ac:spMk id="76" creationId="{00000000-0000-0000-0000-000000000000}"/>
          </ac:spMkLst>
        </pc:spChg>
        <pc:spChg chg="mod">
          <ac:chgData name="Yash Jadhav" userId="535c3d6d-72b8-4f77-8155-55f939173cf2" providerId="ADAL" clId="{F33F88E0-3380-47C4-AFDE-F1AC050ADA82}" dt="2026-01-25T16:10:51.464" v="11790" actId="790"/>
          <ac:spMkLst>
            <pc:docMk/>
            <pc:sldMk cId="961106935" sldId="488"/>
            <ac:spMk id="77" creationId="{00000000-0000-0000-0000-000000000000}"/>
          </ac:spMkLst>
        </pc:spChg>
        <pc:spChg chg="mod">
          <ac:chgData name="Yash Jadhav" userId="535c3d6d-72b8-4f77-8155-55f939173cf2" providerId="ADAL" clId="{F33F88E0-3380-47C4-AFDE-F1AC050ADA82}" dt="2026-01-25T16:10:51.466" v="11791" actId="790"/>
          <ac:spMkLst>
            <pc:docMk/>
            <pc:sldMk cId="961106935" sldId="488"/>
            <ac:spMk id="78" creationId="{00000000-0000-0000-0000-000000000000}"/>
          </ac:spMkLst>
        </pc:spChg>
        <pc:spChg chg="mod">
          <ac:chgData name="Yash Jadhav" userId="535c3d6d-72b8-4f77-8155-55f939173cf2" providerId="ADAL" clId="{F33F88E0-3380-47C4-AFDE-F1AC050ADA82}" dt="2026-01-25T16:10:51.468" v="11792" actId="790"/>
          <ac:spMkLst>
            <pc:docMk/>
            <pc:sldMk cId="961106935" sldId="488"/>
            <ac:spMk id="79" creationId="{00000000-0000-0000-0000-000000000000}"/>
          </ac:spMkLst>
        </pc:spChg>
        <pc:spChg chg="mod">
          <ac:chgData name="Yash Jadhav" userId="535c3d6d-72b8-4f77-8155-55f939173cf2" providerId="ADAL" clId="{F33F88E0-3380-47C4-AFDE-F1AC050ADA82}" dt="2026-01-25T16:10:51.470" v="11793" actId="790"/>
          <ac:spMkLst>
            <pc:docMk/>
            <pc:sldMk cId="961106935" sldId="488"/>
            <ac:spMk id="80" creationId="{00000000-0000-0000-0000-000000000000}"/>
          </ac:spMkLst>
        </pc:spChg>
        <pc:spChg chg="mod">
          <ac:chgData name="Yash Jadhav" userId="535c3d6d-72b8-4f77-8155-55f939173cf2" providerId="ADAL" clId="{F33F88E0-3380-47C4-AFDE-F1AC050ADA82}" dt="2026-01-25T16:10:51.472" v="11794" actId="790"/>
          <ac:spMkLst>
            <pc:docMk/>
            <pc:sldMk cId="961106935" sldId="488"/>
            <ac:spMk id="81" creationId="{00000000-0000-0000-0000-000000000000}"/>
          </ac:spMkLst>
        </pc:spChg>
        <pc:spChg chg="mod">
          <ac:chgData name="Yash Jadhav" userId="535c3d6d-72b8-4f77-8155-55f939173cf2" providerId="ADAL" clId="{F33F88E0-3380-47C4-AFDE-F1AC050ADA82}" dt="2026-01-25T16:10:51.473" v="11795" actId="790"/>
          <ac:spMkLst>
            <pc:docMk/>
            <pc:sldMk cId="961106935" sldId="488"/>
            <ac:spMk id="82" creationId="{00000000-0000-0000-0000-000000000000}"/>
          </ac:spMkLst>
        </pc:spChg>
        <pc:spChg chg="mod">
          <ac:chgData name="Yash Jadhav" userId="535c3d6d-72b8-4f77-8155-55f939173cf2" providerId="ADAL" clId="{F33F88E0-3380-47C4-AFDE-F1AC050ADA82}" dt="2026-01-25T16:10:51.475" v="11796" actId="790"/>
          <ac:spMkLst>
            <pc:docMk/>
            <pc:sldMk cId="961106935" sldId="488"/>
            <ac:spMk id="83" creationId="{00000000-0000-0000-0000-000000000000}"/>
          </ac:spMkLst>
        </pc:spChg>
        <pc:spChg chg="mod">
          <ac:chgData name="Yash Jadhav" userId="535c3d6d-72b8-4f77-8155-55f939173cf2" providerId="ADAL" clId="{F33F88E0-3380-47C4-AFDE-F1AC050ADA82}" dt="2026-01-25T16:10:51.477" v="11797" actId="790"/>
          <ac:spMkLst>
            <pc:docMk/>
            <pc:sldMk cId="961106935" sldId="488"/>
            <ac:spMk id="84" creationId="{00000000-0000-0000-0000-000000000000}"/>
          </ac:spMkLst>
        </pc:spChg>
        <pc:spChg chg="mod">
          <ac:chgData name="Yash Jadhav" userId="535c3d6d-72b8-4f77-8155-55f939173cf2" providerId="ADAL" clId="{F33F88E0-3380-47C4-AFDE-F1AC050ADA82}" dt="2026-01-25T16:10:51.479" v="11798" actId="790"/>
          <ac:spMkLst>
            <pc:docMk/>
            <pc:sldMk cId="961106935" sldId="488"/>
            <ac:spMk id="85" creationId="{00000000-0000-0000-0000-000000000000}"/>
          </ac:spMkLst>
        </pc:spChg>
        <pc:spChg chg="mod">
          <ac:chgData name="Yash Jadhav" userId="535c3d6d-72b8-4f77-8155-55f939173cf2" providerId="ADAL" clId="{F33F88E0-3380-47C4-AFDE-F1AC050ADA82}" dt="2026-01-25T16:10:51.481" v="11799" actId="790"/>
          <ac:spMkLst>
            <pc:docMk/>
            <pc:sldMk cId="961106935" sldId="488"/>
            <ac:spMk id="86" creationId="{00000000-0000-0000-0000-000000000000}"/>
          </ac:spMkLst>
        </pc:spChg>
        <pc:spChg chg="mod">
          <ac:chgData name="Yash Jadhav" userId="535c3d6d-72b8-4f77-8155-55f939173cf2" providerId="ADAL" clId="{F33F88E0-3380-47C4-AFDE-F1AC050ADA82}" dt="2026-01-25T16:10:51.483" v="11800" actId="790"/>
          <ac:spMkLst>
            <pc:docMk/>
            <pc:sldMk cId="961106935" sldId="488"/>
            <ac:spMk id="87" creationId="{00000000-0000-0000-0000-000000000000}"/>
          </ac:spMkLst>
        </pc:spChg>
        <pc:spChg chg="mod">
          <ac:chgData name="Yash Jadhav" userId="535c3d6d-72b8-4f77-8155-55f939173cf2" providerId="ADAL" clId="{F33F88E0-3380-47C4-AFDE-F1AC050ADA82}" dt="2026-01-25T16:10:51.484" v="11801" actId="790"/>
          <ac:spMkLst>
            <pc:docMk/>
            <pc:sldMk cId="961106935" sldId="488"/>
            <ac:spMk id="88" creationId="{00000000-0000-0000-0000-000000000000}"/>
          </ac:spMkLst>
        </pc:spChg>
        <pc:spChg chg="mod">
          <ac:chgData name="Yash Jadhav" userId="535c3d6d-72b8-4f77-8155-55f939173cf2" providerId="ADAL" clId="{F33F88E0-3380-47C4-AFDE-F1AC050ADA82}" dt="2026-01-25T16:10:51.486" v="11802" actId="790"/>
          <ac:spMkLst>
            <pc:docMk/>
            <pc:sldMk cId="961106935" sldId="488"/>
            <ac:spMk id="89" creationId="{00000000-0000-0000-0000-000000000000}"/>
          </ac:spMkLst>
        </pc:spChg>
        <pc:spChg chg="mod">
          <ac:chgData name="Yash Jadhav" userId="535c3d6d-72b8-4f77-8155-55f939173cf2" providerId="ADAL" clId="{F33F88E0-3380-47C4-AFDE-F1AC050ADA82}" dt="2026-01-25T16:10:51.488" v="11803" actId="790"/>
          <ac:spMkLst>
            <pc:docMk/>
            <pc:sldMk cId="961106935" sldId="488"/>
            <ac:spMk id="90" creationId="{00000000-0000-0000-0000-000000000000}"/>
          </ac:spMkLst>
        </pc:spChg>
        <pc:spChg chg="mod">
          <ac:chgData name="Yash Jadhav" userId="535c3d6d-72b8-4f77-8155-55f939173cf2" providerId="ADAL" clId="{F33F88E0-3380-47C4-AFDE-F1AC050ADA82}" dt="2026-01-25T16:10:51.490" v="11804" actId="790"/>
          <ac:spMkLst>
            <pc:docMk/>
            <pc:sldMk cId="961106935" sldId="488"/>
            <ac:spMk id="91" creationId="{00000000-0000-0000-0000-000000000000}"/>
          </ac:spMkLst>
        </pc:spChg>
        <pc:spChg chg="mod">
          <ac:chgData name="Yash Jadhav" userId="535c3d6d-72b8-4f77-8155-55f939173cf2" providerId="ADAL" clId="{F33F88E0-3380-47C4-AFDE-F1AC050ADA82}" dt="2026-01-25T16:10:51.492" v="11805" actId="790"/>
          <ac:spMkLst>
            <pc:docMk/>
            <pc:sldMk cId="961106935" sldId="488"/>
            <ac:spMk id="92" creationId="{00000000-0000-0000-0000-000000000000}"/>
          </ac:spMkLst>
        </pc:spChg>
        <pc:spChg chg="mod">
          <ac:chgData name="Yash Jadhav" userId="535c3d6d-72b8-4f77-8155-55f939173cf2" providerId="ADAL" clId="{F33F88E0-3380-47C4-AFDE-F1AC050ADA82}" dt="2026-01-25T16:10:51.494" v="11806" actId="790"/>
          <ac:spMkLst>
            <pc:docMk/>
            <pc:sldMk cId="961106935" sldId="488"/>
            <ac:spMk id="93" creationId="{00000000-0000-0000-0000-000000000000}"/>
          </ac:spMkLst>
        </pc:spChg>
        <pc:spChg chg="mod">
          <ac:chgData name="Yash Jadhav" userId="535c3d6d-72b8-4f77-8155-55f939173cf2" providerId="ADAL" clId="{F33F88E0-3380-47C4-AFDE-F1AC050ADA82}" dt="2026-01-25T16:10:51.495" v="11807" actId="790"/>
          <ac:spMkLst>
            <pc:docMk/>
            <pc:sldMk cId="961106935" sldId="488"/>
            <ac:spMk id="94" creationId="{00000000-0000-0000-0000-000000000000}"/>
          </ac:spMkLst>
        </pc:spChg>
        <pc:spChg chg="mod">
          <ac:chgData name="Yash Jadhav" userId="535c3d6d-72b8-4f77-8155-55f939173cf2" providerId="ADAL" clId="{F33F88E0-3380-47C4-AFDE-F1AC050ADA82}" dt="2026-01-25T16:10:51.498" v="11808" actId="790"/>
          <ac:spMkLst>
            <pc:docMk/>
            <pc:sldMk cId="961106935" sldId="488"/>
            <ac:spMk id="95" creationId="{00000000-0000-0000-0000-000000000000}"/>
          </ac:spMkLst>
        </pc:spChg>
        <pc:spChg chg="mod">
          <ac:chgData name="Yash Jadhav" userId="535c3d6d-72b8-4f77-8155-55f939173cf2" providerId="ADAL" clId="{F33F88E0-3380-47C4-AFDE-F1AC050ADA82}" dt="2026-01-25T16:10:51.500" v="11809" actId="790"/>
          <ac:spMkLst>
            <pc:docMk/>
            <pc:sldMk cId="961106935" sldId="488"/>
            <ac:spMk id="96" creationId="{00000000-0000-0000-0000-000000000000}"/>
          </ac:spMkLst>
        </pc:spChg>
        <pc:spChg chg="mod">
          <ac:chgData name="Yash Jadhav" userId="535c3d6d-72b8-4f77-8155-55f939173cf2" providerId="ADAL" clId="{F33F88E0-3380-47C4-AFDE-F1AC050ADA82}" dt="2026-01-25T16:10:51.502" v="11810" actId="790"/>
          <ac:spMkLst>
            <pc:docMk/>
            <pc:sldMk cId="961106935" sldId="488"/>
            <ac:spMk id="97" creationId="{00000000-0000-0000-0000-000000000000}"/>
          </ac:spMkLst>
        </pc:spChg>
        <pc:spChg chg="mod">
          <ac:chgData name="Yash Jadhav" userId="535c3d6d-72b8-4f77-8155-55f939173cf2" providerId="ADAL" clId="{F33F88E0-3380-47C4-AFDE-F1AC050ADA82}" dt="2026-01-25T16:10:51.504" v="11811" actId="790"/>
          <ac:spMkLst>
            <pc:docMk/>
            <pc:sldMk cId="961106935" sldId="488"/>
            <ac:spMk id="98" creationId="{00000000-0000-0000-0000-000000000000}"/>
          </ac:spMkLst>
        </pc:spChg>
        <pc:spChg chg="mod">
          <ac:chgData name="Yash Jadhav" userId="535c3d6d-72b8-4f77-8155-55f939173cf2" providerId="ADAL" clId="{F33F88E0-3380-47C4-AFDE-F1AC050ADA82}" dt="2026-01-25T16:10:51.506" v="11812" actId="790"/>
          <ac:spMkLst>
            <pc:docMk/>
            <pc:sldMk cId="961106935" sldId="488"/>
            <ac:spMk id="99" creationId="{00000000-0000-0000-0000-000000000000}"/>
          </ac:spMkLst>
        </pc:spChg>
        <pc:spChg chg="mod">
          <ac:chgData name="Yash Jadhav" userId="535c3d6d-72b8-4f77-8155-55f939173cf2" providerId="ADAL" clId="{F33F88E0-3380-47C4-AFDE-F1AC050ADA82}" dt="2026-01-25T16:10:51.508" v="11813" actId="790"/>
          <ac:spMkLst>
            <pc:docMk/>
            <pc:sldMk cId="961106935" sldId="488"/>
            <ac:spMk id="100" creationId="{00000000-0000-0000-0000-000000000000}"/>
          </ac:spMkLst>
        </pc:spChg>
        <pc:spChg chg="mod">
          <ac:chgData name="Yash Jadhav" userId="535c3d6d-72b8-4f77-8155-55f939173cf2" providerId="ADAL" clId="{F33F88E0-3380-47C4-AFDE-F1AC050ADA82}" dt="2026-01-25T16:10:51.510" v="11814" actId="790"/>
          <ac:spMkLst>
            <pc:docMk/>
            <pc:sldMk cId="961106935" sldId="488"/>
            <ac:spMk id="101" creationId="{00000000-0000-0000-0000-000000000000}"/>
          </ac:spMkLst>
        </pc:spChg>
        <pc:spChg chg="mod">
          <ac:chgData name="Yash Jadhav" userId="535c3d6d-72b8-4f77-8155-55f939173cf2" providerId="ADAL" clId="{F33F88E0-3380-47C4-AFDE-F1AC050ADA82}" dt="2026-01-25T16:10:51.511" v="11815" actId="790"/>
          <ac:spMkLst>
            <pc:docMk/>
            <pc:sldMk cId="961106935" sldId="488"/>
            <ac:spMk id="102" creationId="{00000000-0000-0000-0000-000000000000}"/>
          </ac:spMkLst>
        </pc:spChg>
        <pc:spChg chg="mod">
          <ac:chgData name="Yash Jadhav" userId="535c3d6d-72b8-4f77-8155-55f939173cf2" providerId="ADAL" clId="{F33F88E0-3380-47C4-AFDE-F1AC050ADA82}" dt="2026-01-25T16:10:51.513" v="11816" actId="790"/>
          <ac:spMkLst>
            <pc:docMk/>
            <pc:sldMk cId="961106935" sldId="488"/>
            <ac:spMk id="103" creationId="{00000000-0000-0000-0000-000000000000}"/>
          </ac:spMkLst>
        </pc:spChg>
        <pc:spChg chg="mod">
          <ac:chgData name="Yash Jadhav" userId="535c3d6d-72b8-4f77-8155-55f939173cf2" providerId="ADAL" clId="{F33F88E0-3380-47C4-AFDE-F1AC050ADA82}" dt="2026-01-25T16:10:51.515" v="11817" actId="790"/>
          <ac:spMkLst>
            <pc:docMk/>
            <pc:sldMk cId="961106935" sldId="488"/>
            <ac:spMk id="104" creationId="{00000000-0000-0000-0000-000000000000}"/>
          </ac:spMkLst>
        </pc:spChg>
        <pc:spChg chg="mod">
          <ac:chgData name="Yash Jadhav" userId="535c3d6d-72b8-4f77-8155-55f939173cf2" providerId="ADAL" clId="{F33F88E0-3380-47C4-AFDE-F1AC050ADA82}" dt="2026-01-25T16:10:51.517" v="11818" actId="790"/>
          <ac:spMkLst>
            <pc:docMk/>
            <pc:sldMk cId="961106935" sldId="488"/>
            <ac:spMk id="105" creationId="{00000000-0000-0000-0000-000000000000}"/>
          </ac:spMkLst>
        </pc:spChg>
        <pc:spChg chg="mod">
          <ac:chgData name="Yash Jadhav" userId="535c3d6d-72b8-4f77-8155-55f939173cf2" providerId="ADAL" clId="{F33F88E0-3380-47C4-AFDE-F1AC050ADA82}" dt="2026-01-25T16:10:51.519" v="11819" actId="790"/>
          <ac:spMkLst>
            <pc:docMk/>
            <pc:sldMk cId="961106935" sldId="488"/>
            <ac:spMk id="106" creationId="{00000000-0000-0000-0000-000000000000}"/>
          </ac:spMkLst>
        </pc:spChg>
        <pc:spChg chg="mod">
          <ac:chgData name="Yash Jadhav" userId="535c3d6d-72b8-4f77-8155-55f939173cf2" providerId="ADAL" clId="{F33F88E0-3380-47C4-AFDE-F1AC050ADA82}" dt="2026-01-25T16:10:51.520" v="11820" actId="790"/>
          <ac:spMkLst>
            <pc:docMk/>
            <pc:sldMk cId="961106935" sldId="488"/>
            <ac:spMk id="122" creationId="{00000000-0000-0000-0000-000000000000}"/>
          </ac:spMkLst>
        </pc:spChg>
        <pc:spChg chg="mod">
          <ac:chgData name="Yash Jadhav" userId="535c3d6d-72b8-4f77-8155-55f939173cf2" providerId="ADAL" clId="{F33F88E0-3380-47C4-AFDE-F1AC050ADA82}" dt="2026-01-25T16:10:51.523" v="11821" actId="790"/>
          <ac:spMkLst>
            <pc:docMk/>
            <pc:sldMk cId="961106935" sldId="488"/>
            <ac:spMk id="123" creationId="{00000000-0000-0000-0000-000000000000}"/>
          </ac:spMkLst>
        </pc:spChg>
        <pc:spChg chg="mod">
          <ac:chgData name="Yash Jadhav" userId="535c3d6d-72b8-4f77-8155-55f939173cf2" providerId="ADAL" clId="{F33F88E0-3380-47C4-AFDE-F1AC050ADA82}" dt="2026-01-25T16:10:51.524" v="11822" actId="790"/>
          <ac:spMkLst>
            <pc:docMk/>
            <pc:sldMk cId="961106935" sldId="488"/>
            <ac:spMk id="124" creationId="{00000000-0000-0000-0000-000000000000}"/>
          </ac:spMkLst>
        </pc:spChg>
        <pc:spChg chg="mod">
          <ac:chgData name="Yash Jadhav" userId="535c3d6d-72b8-4f77-8155-55f939173cf2" providerId="ADAL" clId="{F33F88E0-3380-47C4-AFDE-F1AC050ADA82}" dt="2026-01-25T16:10:51.526" v="11823" actId="790"/>
          <ac:spMkLst>
            <pc:docMk/>
            <pc:sldMk cId="961106935" sldId="488"/>
            <ac:spMk id="125" creationId="{00000000-0000-0000-0000-000000000000}"/>
          </ac:spMkLst>
        </pc:spChg>
        <pc:spChg chg="mod">
          <ac:chgData name="Yash Jadhav" userId="535c3d6d-72b8-4f77-8155-55f939173cf2" providerId="ADAL" clId="{F33F88E0-3380-47C4-AFDE-F1AC050ADA82}" dt="2026-01-25T16:10:51.529" v="11824" actId="790"/>
          <ac:spMkLst>
            <pc:docMk/>
            <pc:sldMk cId="961106935" sldId="488"/>
            <ac:spMk id="126" creationId="{00000000-0000-0000-0000-000000000000}"/>
          </ac:spMkLst>
        </pc:spChg>
        <pc:spChg chg="mod">
          <ac:chgData name="Yash Jadhav" userId="535c3d6d-72b8-4f77-8155-55f939173cf2" providerId="ADAL" clId="{F33F88E0-3380-47C4-AFDE-F1AC050ADA82}" dt="2026-01-25T16:10:51.532" v="11825" actId="790"/>
          <ac:spMkLst>
            <pc:docMk/>
            <pc:sldMk cId="961106935" sldId="488"/>
            <ac:spMk id="127" creationId="{00000000-0000-0000-0000-000000000000}"/>
          </ac:spMkLst>
        </pc:spChg>
        <pc:spChg chg="mod">
          <ac:chgData name="Yash Jadhav" userId="535c3d6d-72b8-4f77-8155-55f939173cf2" providerId="ADAL" clId="{F33F88E0-3380-47C4-AFDE-F1AC050ADA82}" dt="2026-01-25T16:10:51.534" v="11826" actId="790"/>
          <ac:spMkLst>
            <pc:docMk/>
            <pc:sldMk cId="961106935" sldId="488"/>
            <ac:spMk id="128" creationId="{00000000-0000-0000-0000-000000000000}"/>
          </ac:spMkLst>
        </pc:spChg>
        <pc:spChg chg="mod">
          <ac:chgData name="Yash Jadhav" userId="535c3d6d-72b8-4f77-8155-55f939173cf2" providerId="ADAL" clId="{F33F88E0-3380-47C4-AFDE-F1AC050ADA82}" dt="2026-01-25T16:10:51.536" v="11827" actId="790"/>
          <ac:spMkLst>
            <pc:docMk/>
            <pc:sldMk cId="961106935" sldId="488"/>
            <ac:spMk id="129" creationId="{00000000-0000-0000-0000-000000000000}"/>
          </ac:spMkLst>
        </pc:spChg>
        <pc:spChg chg="mod">
          <ac:chgData name="Yash Jadhav" userId="535c3d6d-72b8-4f77-8155-55f939173cf2" providerId="ADAL" clId="{F33F88E0-3380-47C4-AFDE-F1AC050ADA82}" dt="2026-01-25T16:10:51.537" v="11828" actId="790"/>
          <ac:spMkLst>
            <pc:docMk/>
            <pc:sldMk cId="961106935" sldId="488"/>
            <ac:spMk id="130" creationId="{00000000-0000-0000-0000-000000000000}"/>
          </ac:spMkLst>
        </pc:spChg>
        <pc:spChg chg="mod">
          <ac:chgData name="Yash Jadhav" userId="535c3d6d-72b8-4f77-8155-55f939173cf2" providerId="ADAL" clId="{F33F88E0-3380-47C4-AFDE-F1AC050ADA82}" dt="2026-01-25T16:10:51.539" v="11829" actId="790"/>
          <ac:spMkLst>
            <pc:docMk/>
            <pc:sldMk cId="961106935" sldId="488"/>
            <ac:spMk id="131" creationId="{00000000-0000-0000-0000-000000000000}"/>
          </ac:spMkLst>
        </pc:spChg>
        <pc:spChg chg="mod">
          <ac:chgData name="Yash Jadhav" userId="535c3d6d-72b8-4f77-8155-55f939173cf2" providerId="ADAL" clId="{F33F88E0-3380-47C4-AFDE-F1AC050ADA82}" dt="2026-01-25T16:10:51.542" v="11830" actId="790"/>
          <ac:spMkLst>
            <pc:docMk/>
            <pc:sldMk cId="961106935" sldId="488"/>
            <ac:spMk id="133" creationId="{00000000-0000-0000-0000-000000000000}"/>
          </ac:spMkLst>
        </pc:spChg>
        <pc:spChg chg="mod">
          <ac:chgData name="Yash Jadhav" userId="535c3d6d-72b8-4f77-8155-55f939173cf2" providerId="ADAL" clId="{F33F88E0-3380-47C4-AFDE-F1AC050ADA82}" dt="2026-01-25T16:10:51.545" v="11831" actId="790"/>
          <ac:spMkLst>
            <pc:docMk/>
            <pc:sldMk cId="961106935" sldId="488"/>
            <ac:spMk id="134" creationId="{00000000-0000-0000-0000-000000000000}"/>
          </ac:spMkLst>
        </pc:spChg>
        <pc:spChg chg="mod">
          <ac:chgData name="Yash Jadhav" userId="535c3d6d-72b8-4f77-8155-55f939173cf2" providerId="ADAL" clId="{F33F88E0-3380-47C4-AFDE-F1AC050ADA82}" dt="2026-01-25T16:10:51.547" v="11832" actId="790"/>
          <ac:spMkLst>
            <pc:docMk/>
            <pc:sldMk cId="961106935" sldId="488"/>
            <ac:spMk id="135" creationId="{00000000-0000-0000-0000-000000000000}"/>
          </ac:spMkLst>
        </pc:spChg>
        <pc:spChg chg="mod">
          <ac:chgData name="Yash Jadhav" userId="535c3d6d-72b8-4f77-8155-55f939173cf2" providerId="ADAL" clId="{F33F88E0-3380-47C4-AFDE-F1AC050ADA82}" dt="2026-01-25T16:10:51.549" v="11833" actId="790"/>
          <ac:spMkLst>
            <pc:docMk/>
            <pc:sldMk cId="961106935" sldId="488"/>
            <ac:spMk id="136" creationId="{00000000-0000-0000-0000-000000000000}"/>
          </ac:spMkLst>
        </pc:spChg>
        <pc:spChg chg="mod">
          <ac:chgData name="Yash Jadhav" userId="535c3d6d-72b8-4f77-8155-55f939173cf2" providerId="ADAL" clId="{F33F88E0-3380-47C4-AFDE-F1AC050ADA82}" dt="2026-01-25T16:10:51.551" v="11834" actId="790"/>
          <ac:spMkLst>
            <pc:docMk/>
            <pc:sldMk cId="961106935" sldId="488"/>
            <ac:spMk id="137" creationId="{00000000-0000-0000-0000-000000000000}"/>
          </ac:spMkLst>
        </pc:spChg>
        <pc:spChg chg="mod">
          <ac:chgData name="Yash Jadhav" userId="535c3d6d-72b8-4f77-8155-55f939173cf2" providerId="ADAL" clId="{F33F88E0-3380-47C4-AFDE-F1AC050ADA82}" dt="2026-01-25T16:10:51.552" v="11835" actId="790"/>
          <ac:spMkLst>
            <pc:docMk/>
            <pc:sldMk cId="961106935" sldId="488"/>
            <ac:spMk id="138" creationId="{00000000-0000-0000-0000-000000000000}"/>
          </ac:spMkLst>
        </pc:spChg>
        <pc:spChg chg="mod">
          <ac:chgData name="Yash Jadhav" userId="535c3d6d-72b8-4f77-8155-55f939173cf2" providerId="ADAL" clId="{F33F88E0-3380-47C4-AFDE-F1AC050ADA82}" dt="2026-01-25T16:10:51.554" v="11836" actId="790"/>
          <ac:spMkLst>
            <pc:docMk/>
            <pc:sldMk cId="961106935" sldId="488"/>
            <ac:spMk id="139" creationId="{00000000-0000-0000-0000-000000000000}"/>
          </ac:spMkLst>
        </pc:spChg>
        <pc:spChg chg="mod">
          <ac:chgData name="Yash Jadhav" userId="535c3d6d-72b8-4f77-8155-55f939173cf2" providerId="ADAL" clId="{F33F88E0-3380-47C4-AFDE-F1AC050ADA82}" dt="2026-01-25T16:10:51.557" v="11837" actId="790"/>
          <ac:spMkLst>
            <pc:docMk/>
            <pc:sldMk cId="961106935" sldId="488"/>
            <ac:spMk id="140" creationId="{00000000-0000-0000-0000-000000000000}"/>
          </ac:spMkLst>
        </pc:spChg>
        <pc:spChg chg="mod">
          <ac:chgData name="Yash Jadhav" userId="535c3d6d-72b8-4f77-8155-55f939173cf2" providerId="ADAL" clId="{F33F88E0-3380-47C4-AFDE-F1AC050ADA82}" dt="2026-01-25T16:10:51.559" v="11838" actId="790"/>
          <ac:spMkLst>
            <pc:docMk/>
            <pc:sldMk cId="961106935" sldId="488"/>
            <ac:spMk id="141" creationId="{00000000-0000-0000-0000-000000000000}"/>
          </ac:spMkLst>
        </pc:spChg>
        <pc:spChg chg="mod">
          <ac:chgData name="Yash Jadhav" userId="535c3d6d-72b8-4f77-8155-55f939173cf2" providerId="ADAL" clId="{F33F88E0-3380-47C4-AFDE-F1AC050ADA82}" dt="2026-01-25T16:10:51.562" v="11839" actId="790"/>
          <ac:spMkLst>
            <pc:docMk/>
            <pc:sldMk cId="961106935" sldId="488"/>
            <ac:spMk id="142" creationId="{00000000-0000-0000-0000-000000000000}"/>
          </ac:spMkLst>
        </pc:spChg>
        <pc:spChg chg="mod">
          <ac:chgData name="Yash Jadhav" userId="535c3d6d-72b8-4f77-8155-55f939173cf2" providerId="ADAL" clId="{F33F88E0-3380-47C4-AFDE-F1AC050ADA82}" dt="2026-01-25T16:10:51.564" v="11840" actId="790"/>
          <ac:spMkLst>
            <pc:docMk/>
            <pc:sldMk cId="961106935" sldId="488"/>
            <ac:spMk id="144" creationId="{00000000-0000-0000-0000-000000000000}"/>
          </ac:spMkLst>
        </pc:spChg>
        <pc:spChg chg="mod">
          <ac:chgData name="Yash Jadhav" userId="535c3d6d-72b8-4f77-8155-55f939173cf2" providerId="ADAL" clId="{F33F88E0-3380-47C4-AFDE-F1AC050ADA82}" dt="2026-01-25T16:10:51.566" v="11841" actId="790"/>
          <ac:spMkLst>
            <pc:docMk/>
            <pc:sldMk cId="961106935" sldId="488"/>
            <ac:spMk id="145" creationId="{00000000-0000-0000-0000-000000000000}"/>
          </ac:spMkLst>
        </pc:spChg>
        <pc:spChg chg="mod">
          <ac:chgData name="Yash Jadhav" userId="535c3d6d-72b8-4f77-8155-55f939173cf2" providerId="ADAL" clId="{F33F88E0-3380-47C4-AFDE-F1AC050ADA82}" dt="2026-01-25T16:10:51.568" v="11842" actId="790"/>
          <ac:spMkLst>
            <pc:docMk/>
            <pc:sldMk cId="961106935" sldId="488"/>
            <ac:spMk id="146" creationId="{00000000-0000-0000-0000-000000000000}"/>
          </ac:spMkLst>
        </pc:spChg>
        <pc:spChg chg="mod">
          <ac:chgData name="Yash Jadhav" userId="535c3d6d-72b8-4f77-8155-55f939173cf2" providerId="ADAL" clId="{F33F88E0-3380-47C4-AFDE-F1AC050ADA82}" dt="2026-01-25T16:10:51.570" v="11843" actId="790"/>
          <ac:spMkLst>
            <pc:docMk/>
            <pc:sldMk cId="961106935" sldId="488"/>
            <ac:spMk id="147" creationId="{00000000-0000-0000-0000-000000000000}"/>
          </ac:spMkLst>
        </pc:spChg>
        <pc:spChg chg="mod">
          <ac:chgData name="Yash Jadhav" userId="535c3d6d-72b8-4f77-8155-55f939173cf2" providerId="ADAL" clId="{F33F88E0-3380-47C4-AFDE-F1AC050ADA82}" dt="2026-01-25T16:10:51.572" v="11844" actId="790"/>
          <ac:spMkLst>
            <pc:docMk/>
            <pc:sldMk cId="961106935" sldId="488"/>
            <ac:spMk id="149" creationId="{00000000-0000-0000-0000-000000000000}"/>
          </ac:spMkLst>
        </pc:spChg>
        <pc:spChg chg="mod">
          <ac:chgData name="Yash Jadhav" userId="535c3d6d-72b8-4f77-8155-55f939173cf2" providerId="ADAL" clId="{F33F88E0-3380-47C4-AFDE-F1AC050ADA82}" dt="2026-01-25T16:10:51.574" v="11845" actId="790"/>
          <ac:spMkLst>
            <pc:docMk/>
            <pc:sldMk cId="961106935" sldId="488"/>
            <ac:spMk id="150" creationId="{00000000-0000-0000-0000-000000000000}"/>
          </ac:spMkLst>
        </pc:spChg>
        <pc:spChg chg="mod">
          <ac:chgData name="Yash Jadhav" userId="535c3d6d-72b8-4f77-8155-55f939173cf2" providerId="ADAL" clId="{F33F88E0-3380-47C4-AFDE-F1AC050ADA82}" dt="2026-01-25T16:10:51.577" v="11846" actId="790"/>
          <ac:spMkLst>
            <pc:docMk/>
            <pc:sldMk cId="961106935" sldId="488"/>
            <ac:spMk id="151" creationId="{00000000-0000-0000-0000-000000000000}"/>
          </ac:spMkLst>
        </pc:spChg>
        <pc:spChg chg="mod">
          <ac:chgData name="Yash Jadhav" userId="535c3d6d-72b8-4f77-8155-55f939173cf2" providerId="ADAL" clId="{F33F88E0-3380-47C4-AFDE-F1AC050ADA82}" dt="2026-01-25T16:10:51.579" v="11847" actId="790"/>
          <ac:spMkLst>
            <pc:docMk/>
            <pc:sldMk cId="961106935" sldId="488"/>
            <ac:spMk id="152" creationId="{00000000-0000-0000-0000-000000000000}"/>
          </ac:spMkLst>
        </pc:spChg>
        <pc:spChg chg="mod">
          <ac:chgData name="Yash Jadhav" userId="535c3d6d-72b8-4f77-8155-55f939173cf2" providerId="ADAL" clId="{F33F88E0-3380-47C4-AFDE-F1AC050ADA82}" dt="2026-01-25T16:10:51.581" v="11848" actId="790"/>
          <ac:spMkLst>
            <pc:docMk/>
            <pc:sldMk cId="961106935" sldId="488"/>
            <ac:spMk id="153" creationId="{00000000-0000-0000-0000-000000000000}"/>
          </ac:spMkLst>
        </pc:spChg>
        <pc:spChg chg="mod">
          <ac:chgData name="Yash Jadhav" userId="535c3d6d-72b8-4f77-8155-55f939173cf2" providerId="ADAL" clId="{F33F88E0-3380-47C4-AFDE-F1AC050ADA82}" dt="2026-01-25T16:10:51.583" v="11849" actId="790"/>
          <ac:spMkLst>
            <pc:docMk/>
            <pc:sldMk cId="961106935" sldId="488"/>
            <ac:spMk id="154" creationId="{00000000-0000-0000-0000-000000000000}"/>
          </ac:spMkLst>
        </pc:spChg>
        <pc:spChg chg="mod">
          <ac:chgData name="Yash Jadhav" userId="535c3d6d-72b8-4f77-8155-55f939173cf2" providerId="ADAL" clId="{F33F88E0-3380-47C4-AFDE-F1AC050ADA82}" dt="2026-01-25T16:10:51.585" v="11850" actId="790"/>
          <ac:spMkLst>
            <pc:docMk/>
            <pc:sldMk cId="961106935" sldId="488"/>
            <ac:spMk id="155" creationId="{00000000-0000-0000-0000-000000000000}"/>
          </ac:spMkLst>
        </pc:spChg>
        <pc:spChg chg="mod">
          <ac:chgData name="Yash Jadhav" userId="535c3d6d-72b8-4f77-8155-55f939173cf2" providerId="ADAL" clId="{F33F88E0-3380-47C4-AFDE-F1AC050ADA82}" dt="2026-01-25T16:10:51.586" v="11851" actId="790"/>
          <ac:spMkLst>
            <pc:docMk/>
            <pc:sldMk cId="961106935" sldId="488"/>
            <ac:spMk id="156" creationId="{00000000-0000-0000-0000-000000000000}"/>
          </ac:spMkLst>
        </pc:spChg>
        <pc:spChg chg="mod">
          <ac:chgData name="Yash Jadhav" userId="535c3d6d-72b8-4f77-8155-55f939173cf2" providerId="ADAL" clId="{F33F88E0-3380-47C4-AFDE-F1AC050ADA82}" dt="2026-01-25T16:10:51.590" v="11852" actId="790"/>
          <ac:spMkLst>
            <pc:docMk/>
            <pc:sldMk cId="961106935" sldId="488"/>
            <ac:spMk id="158" creationId="{00000000-0000-0000-0000-000000000000}"/>
          </ac:spMkLst>
        </pc:spChg>
        <pc:spChg chg="mod">
          <ac:chgData name="Yash Jadhav" userId="535c3d6d-72b8-4f77-8155-55f939173cf2" providerId="ADAL" clId="{F33F88E0-3380-47C4-AFDE-F1AC050ADA82}" dt="2026-01-25T16:10:51.597" v="11853" actId="790"/>
          <ac:spMkLst>
            <pc:docMk/>
            <pc:sldMk cId="961106935" sldId="488"/>
            <ac:spMk id="159" creationId="{00000000-0000-0000-0000-000000000000}"/>
          </ac:spMkLst>
        </pc:spChg>
        <pc:spChg chg="mod">
          <ac:chgData name="Yash Jadhav" userId="535c3d6d-72b8-4f77-8155-55f939173cf2" providerId="ADAL" clId="{F33F88E0-3380-47C4-AFDE-F1AC050ADA82}" dt="2026-01-25T16:10:51.602" v="11854" actId="790"/>
          <ac:spMkLst>
            <pc:docMk/>
            <pc:sldMk cId="961106935" sldId="488"/>
            <ac:spMk id="16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785916314" sldId="489"/>
        </pc:sldMkLst>
        <pc:spChg chg="mod">
          <ac:chgData name="Yash Jadhav" userId="535c3d6d-72b8-4f77-8155-55f939173cf2" providerId="ADAL" clId="{F33F88E0-3380-47C4-AFDE-F1AC050ADA82}" dt="2026-01-25T16:10:54.694" v="11860" actId="790"/>
          <ac:spMkLst>
            <pc:docMk/>
            <pc:sldMk cId="785916314" sldId="489"/>
            <ac:spMk id="6" creationId="{00000000-0000-0000-0000-000000000000}"/>
          </ac:spMkLst>
        </pc:spChg>
        <pc:spChg chg="mod">
          <ac:chgData name="Yash Jadhav" userId="535c3d6d-72b8-4f77-8155-55f939173cf2" providerId="ADAL" clId="{F33F88E0-3380-47C4-AFDE-F1AC050ADA82}" dt="2026-01-25T16:10:54.697" v="11861" actId="790"/>
          <ac:spMkLst>
            <pc:docMk/>
            <pc:sldMk cId="785916314" sldId="489"/>
            <ac:spMk id="7" creationId="{00000000-0000-0000-0000-000000000000}"/>
          </ac:spMkLst>
        </pc:spChg>
        <pc:spChg chg="mod">
          <ac:chgData name="Yash Jadhav" userId="535c3d6d-72b8-4f77-8155-55f939173cf2" providerId="ADAL" clId="{F33F88E0-3380-47C4-AFDE-F1AC050ADA82}" dt="2026-01-25T16:10:54.700" v="11862" actId="790"/>
          <ac:spMkLst>
            <pc:docMk/>
            <pc:sldMk cId="785916314" sldId="489"/>
            <ac:spMk id="8" creationId="{00000000-0000-0000-0000-000000000000}"/>
          </ac:spMkLst>
        </pc:spChg>
        <pc:spChg chg="mod">
          <ac:chgData name="Yash Jadhav" userId="535c3d6d-72b8-4f77-8155-55f939173cf2" providerId="ADAL" clId="{F33F88E0-3380-47C4-AFDE-F1AC050ADA82}" dt="2026-01-25T16:10:54.703" v="11863" actId="790"/>
          <ac:spMkLst>
            <pc:docMk/>
            <pc:sldMk cId="785916314" sldId="489"/>
            <ac:spMk id="9" creationId="{00000000-0000-0000-0000-000000000000}"/>
          </ac:spMkLst>
        </pc:spChg>
        <pc:spChg chg="mod">
          <ac:chgData name="Yash Jadhav" userId="535c3d6d-72b8-4f77-8155-55f939173cf2" providerId="ADAL" clId="{F33F88E0-3380-47C4-AFDE-F1AC050ADA82}" dt="2026-01-25T16:10:54.690" v="11859" actId="790"/>
          <ac:spMkLst>
            <pc:docMk/>
            <pc:sldMk cId="785916314" sldId="489"/>
            <ac:spMk id="10" creationId="{00000000-0000-0000-0000-000000000000}"/>
          </ac:spMkLst>
        </pc:spChg>
        <pc:spChg chg="mod">
          <ac:chgData name="Yash Jadhav" userId="535c3d6d-72b8-4f77-8155-55f939173cf2" providerId="ADAL" clId="{F33F88E0-3380-47C4-AFDE-F1AC050ADA82}" dt="2026-01-25T16:10:54.710" v="11866" actId="790"/>
          <ac:spMkLst>
            <pc:docMk/>
            <pc:sldMk cId="785916314" sldId="489"/>
            <ac:spMk id="12" creationId="{00000000-0000-0000-0000-000000000000}"/>
          </ac:spMkLst>
        </pc:spChg>
        <pc:spChg chg="mod">
          <ac:chgData name="Yash Jadhav" userId="535c3d6d-72b8-4f77-8155-55f939173cf2" providerId="ADAL" clId="{F33F88E0-3380-47C4-AFDE-F1AC050ADA82}" dt="2026-01-25T16:10:54.711" v="11867" actId="790"/>
          <ac:spMkLst>
            <pc:docMk/>
            <pc:sldMk cId="785916314" sldId="489"/>
            <ac:spMk id="13" creationId="{00000000-0000-0000-0000-000000000000}"/>
          </ac:spMkLst>
        </pc:spChg>
        <pc:spChg chg="mod">
          <ac:chgData name="Yash Jadhav" userId="535c3d6d-72b8-4f77-8155-55f939173cf2" providerId="ADAL" clId="{F33F88E0-3380-47C4-AFDE-F1AC050ADA82}" dt="2026-01-25T16:10:54.706" v="11864" actId="790"/>
          <ac:spMkLst>
            <pc:docMk/>
            <pc:sldMk cId="785916314" sldId="489"/>
            <ac:spMk id="14" creationId="{00000000-0000-0000-0000-000000000000}"/>
          </ac:spMkLst>
        </pc:spChg>
        <pc:spChg chg="mod">
          <ac:chgData name="Yash Jadhav" userId="535c3d6d-72b8-4f77-8155-55f939173cf2" providerId="ADAL" clId="{F33F88E0-3380-47C4-AFDE-F1AC050ADA82}" dt="2026-01-25T16:10:54.708" v="11865" actId="790"/>
          <ac:spMkLst>
            <pc:docMk/>
            <pc:sldMk cId="785916314" sldId="489"/>
            <ac:spMk id="15" creationId="{00000000-0000-0000-0000-000000000000}"/>
          </ac:spMkLst>
        </pc:spChg>
        <pc:spChg chg="mod">
          <ac:chgData name="Yash Jadhav" userId="535c3d6d-72b8-4f77-8155-55f939173cf2" providerId="ADAL" clId="{F33F88E0-3380-47C4-AFDE-F1AC050ADA82}" dt="2026-01-25T16:10:54.717" v="11870" actId="790"/>
          <ac:spMkLst>
            <pc:docMk/>
            <pc:sldMk cId="785916314" sldId="489"/>
            <ac:spMk id="16" creationId="{00000000-0000-0000-0000-000000000000}"/>
          </ac:spMkLst>
        </pc:spChg>
        <pc:spChg chg="mod">
          <ac:chgData name="Yash Jadhav" userId="535c3d6d-72b8-4f77-8155-55f939173cf2" providerId="ADAL" clId="{F33F88E0-3380-47C4-AFDE-F1AC050ADA82}" dt="2026-01-25T16:10:54.718" v="11871" actId="790"/>
          <ac:spMkLst>
            <pc:docMk/>
            <pc:sldMk cId="785916314" sldId="489"/>
            <ac:spMk id="17" creationId="{00000000-0000-0000-0000-000000000000}"/>
          </ac:spMkLst>
        </pc:spChg>
        <pc:spChg chg="mod">
          <ac:chgData name="Yash Jadhav" userId="535c3d6d-72b8-4f77-8155-55f939173cf2" providerId="ADAL" clId="{F33F88E0-3380-47C4-AFDE-F1AC050ADA82}" dt="2026-01-25T16:10:54.713" v="11868" actId="790"/>
          <ac:spMkLst>
            <pc:docMk/>
            <pc:sldMk cId="785916314" sldId="489"/>
            <ac:spMk id="18" creationId="{00000000-0000-0000-0000-000000000000}"/>
          </ac:spMkLst>
        </pc:spChg>
        <pc:spChg chg="mod">
          <ac:chgData name="Yash Jadhav" userId="535c3d6d-72b8-4f77-8155-55f939173cf2" providerId="ADAL" clId="{F33F88E0-3380-47C4-AFDE-F1AC050ADA82}" dt="2026-01-25T16:10:54.715" v="11869" actId="790"/>
          <ac:spMkLst>
            <pc:docMk/>
            <pc:sldMk cId="785916314" sldId="489"/>
            <ac:spMk id="19" creationId="{00000000-0000-0000-0000-000000000000}"/>
          </ac:spMkLst>
        </pc:spChg>
        <pc:spChg chg="mod">
          <ac:chgData name="Yash Jadhav" userId="535c3d6d-72b8-4f77-8155-55f939173cf2" providerId="ADAL" clId="{F33F88E0-3380-47C4-AFDE-F1AC050ADA82}" dt="2026-01-25T16:10:54.722" v="11872" actId="790"/>
          <ac:spMkLst>
            <pc:docMk/>
            <pc:sldMk cId="785916314" sldId="489"/>
            <ac:spMk id="20" creationId="{00000000-0000-0000-0000-000000000000}"/>
          </ac:spMkLst>
        </pc:spChg>
        <pc:spChg chg="mod">
          <ac:chgData name="Yash Jadhav" userId="535c3d6d-72b8-4f77-8155-55f939173cf2" providerId="ADAL" clId="{F33F88E0-3380-47C4-AFDE-F1AC050ADA82}" dt="2026-01-25T16:10:54.726" v="11873" actId="790"/>
          <ac:spMkLst>
            <pc:docMk/>
            <pc:sldMk cId="785916314" sldId="489"/>
            <ac:spMk id="21" creationId="{00000000-0000-0000-0000-000000000000}"/>
          </ac:spMkLst>
        </pc:spChg>
        <pc:spChg chg="mod">
          <ac:chgData name="Yash Jadhav" userId="535c3d6d-72b8-4f77-8155-55f939173cf2" providerId="ADAL" clId="{F33F88E0-3380-47C4-AFDE-F1AC050ADA82}" dt="2026-01-25T16:10:54.730" v="11874" actId="790"/>
          <ac:spMkLst>
            <pc:docMk/>
            <pc:sldMk cId="785916314" sldId="489"/>
            <ac:spMk id="22" creationId="{00000000-0000-0000-0000-000000000000}"/>
          </ac:spMkLst>
        </pc:spChg>
        <pc:spChg chg="mod">
          <ac:chgData name="Yash Jadhav" userId="535c3d6d-72b8-4f77-8155-55f939173cf2" providerId="ADAL" clId="{F33F88E0-3380-47C4-AFDE-F1AC050ADA82}" dt="2026-01-25T16:10:54.733" v="11875" actId="790"/>
          <ac:spMkLst>
            <pc:docMk/>
            <pc:sldMk cId="785916314" sldId="489"/>
            <ac:spMk id="23" creationId="{00000000-0000-0000-0000-000000000000}"/>
          </ac:spMkLst>
        </pc:spChg>
        <pc:spChg chg="mod">
          <ac:chgData name="Yash Jadhav" userId="535c3d6d-72b8-4f77-8155-55f939173cf2" providerId="ADAL" clId="{F33F88E0-3380-47C4-AFDE-F1AC050ADA82}" dt="2026-01-25T16:10:54.737" v="11877" actId="790"/>
          <ac:spMkLst>
            <pc:docMk/>
            <pc:sldMk cId="785916314" sldId="489"/>
            <ac:spMk id="28" creationId="{00000000-0000-0000-0000-000000000000}"/>
          </ac:spMkLst>
        </pc:spChg>
        <pc:spChg chg="mod">
          <ac:chgData name="Yash Jadhav" userId="535c3d6d-72b8-4f77-8155-55f939173cf2" providerId="ADAL" clId="{F33F88E0-3380-47C4-AFDE-F1AC050ADA82}" dt="2026-01-25T16:10:54.735" v="11876" actId="790"/>
          <ac:spMkLst>
            <pc:docMk/>
            <pc:sldMk cId="785916314" sldId="489"/>
            <ac:spMk id="29" creationId="{00000000-0000-0000-0000-000000000000}"/>
          </ac:spMkLst>
        </pc:spChg>
        <pc:spChg chg="mod">
          <ac:chgData name="Yash Jadhav" userId="535c3d6d-72b8-4f77-8155-55f939173cf2" providerId="ADAL" clId="{F33F88E0-3380-47C4-AFDE-F1AC050ADA82}" dt="2026-01-25T16:10:54.740" v="11879" actId="790"/>
          <ac:spMkLst>
            <pc:docMk/>
            <pc:sldMk cId="785916314" sldId="489"/>
            <ac:spMk id="30" creationId="{00000000-0000-0000-0000-000000000000}"/>
          </ac:spMkLst>
        </pc:spChg>
        <pc:spChg chg="mod">
          <ac:chgData name="Yash Jadhav" userId="535c3d6d-72b8-4f77-8155-55f939173cf2" providerId="ADAL" clId="{F33F88E0-3380-47C4-AFDE-F1AC050ADA82}" dt="2026-01-25T16:10:54.739" v="11878" actId="790"/>
          <ac:spMkLst>
            <pc:docMk/>
            <pc:sldMk cId="785916314" sldId="489"/>
            <ac:spMk id="31" creationId="{00000000-0000-0000-0000-000000000000}"/>
          </ac:spMkLst>
        </pc:spChg>
        <pc:spChg chg="mod">
          <ac:chgData name="Yash Jadhav" userId="535c3d6d-72b8-4f77-8155-55f939173cf2" providerId="ADAL" clId="{F33F88E0-3380-47C4-AFDE-F1AC050ADA82}" dt="2026-01-25T16:10:54.744" v="11880" actId="790"/>
          <ac:spMkLst>
            <pc:docMk/>
            <pc:sldMk cId="785916314" sldId="489"/>
            <ac:spMk id="3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551646055" sldId="490"/>
        </pc:sldMkLst>
        <pc:spChg chg="mod">
          <ac:chgData name="Yash Jadhav" userId="535c3d6d-72b8-4f77-8155-55f939173cf2" providerId="ADAL" clId="{F33F88E0-3380-47C4-AFDE-F1AC050ADA82}" dt="2026-01-25T16:11:01.721" v="11886" actId="790"/>
          <ac:spMkLst>
            <pc:docMk/>
            <pc:sldMk cId="1551646055" sldId="490"/>
            <ac:spMk id="4" creationId="{00000000-0000-0000-0000-000000000000}"/>
          </ac:spMkLst>
        </pc:spChg>
        <pc:spChg chg="mod">
          <ac:chgData name="Yash Jadhav" userId="535c3d6d-72b8-4f77-8155-55f939173cf2" providerId="ADAL" clId="{F33F88E0-3380-47C4-AFDE-F1AC050ADA82}" dt="2026-01-25T16:11:01.723" v="11887" actId="790"/>
          <ac:spMkLst>
            <pc:docMk/>
            <pc:sldMk cId="1551646055" sldId="490"/>
            <ac:spMk id="5" creationId="{00000000-0000-0000-0000-000000000000}"/>
          </ac:spMkLst>
        </pc:spChg>
        <pc:spChg chg="mod">
          <ac:chgData name="Yash Jadhav" userId="535c3d6d-72b8-4f77-8155-55f939173cf2" providerId="ADAL" clId="{F33F88E0-3380-47C4-AFDE-F1AC050ADA82}" dt="2026-01-25T16:11:01.727" v="11888" actId="790"/>
          <ac:spMkLst>
            <pc:docMk/>
            <pc:sldMk cId="1551646055" sldId="490"/>
            <ac:spMk id="6" creationId="{00000000-0000-0000-0000-000000000000}"/>
          </ac:spMkLst>
        </pc:spChg>
        <pc:spChg chg="mod">
          <ac:chgData name="Yash Jadhav" userId="535c3d6d-72b8-4f77-8155-55f939173cf2" providerId="ADAL" clId="{F33F88E0-3380-47C4-AFDE-F1AC050ADA82}" dt="2026-01-25T16:11:01.730" v="11889" actId="790"/>
          <ac:spMkLst>
            <pc:docMk/>
            <pc:sldMk cId="1551646055" sldId="490"/>
            <ac:spMk id="7" creationId="{00000000-0000-0000-0000-000000000000}"/>
          </ac:spMkLst>
        </pc:spChg>
        <pc:spChg chg="mod">
          <ac:chgData name="Yash Jadhav" userId="535c3d6d-72b8-4f77-8155-55f939173cf2" providerId="ADAL" clId="{F33F88E0-3380-47C4-AFDE-F1AC050ADA82}" dt="2026-01-25T16:11:01.734" v="11890" actId="790"/>
          <ac:spMkLst>
            <pc:docMk/>
            <pc:sldMk cId="1551646055" sldId="490"/>
            <ac:spMk id="8" creationId="{00000000-0000-0000-0000-000000000000}"/>
          </ac:spMkLst>
        </pc:spChg>
        <pc:spChg chg="mod">
          <ac:chgData name="Yash Jadhav" userId="535c3d6d-72b8-4f77-8155-55f939173cf2" providerId="ADAL" clId="{F33F88E0-3380-47C4-AFDE-F1AC050ADA82}" dt="2026-01-25T16:11:01.737" v="11891" actId="790"/>
          <ac:spMkLst>
            <pc:docMk/>
            <pc:sldMk cId="1551646055" sldId="490"/>
            <ac:spMk id="9" creationId="{00000000-0000-0000-0000-000000000000}"/>
          </ac:spMkLst>
        </pc:spChg>
        <pc:spChg chg="mod">
          <ac:chgData name="Yash Jadhav" userId="535c3d6d-72b8-4f77-8155-55f939173cf2" providerId="ADAL" clId="{F33F88E0-3380-47C4-AFDE-F1AC050ADA82}" dt="2026-01-25T16:11:01.742" v="11892" actId="790"/>
          <ac:spMkLst>
            <pc:docMk/>
            <pc:sldMk cId="1551646055" sldId="490"/>
            <ac:spMk id="10" creationId="{00000000-0000-0000-0000-000000000000}"/>
          </ac:spMkLst>
        </pc:spChg>
        <pc:spChg chg="mod">
          <ac:chgData name="Yash Jadhav" userId="535c3d6d-72b8-4f77-8155-55f939173cf2" providerId="ADAL" clId="{F33F88E0-3380-47C4-AFDE-F1AC050ADA82}" dt="2026-01-25T16:11:01.746" v="11893" actId="790"/>
          <ac:spMkLst>
            <pc:docMk/>
            <pc:sldMk cId="1551646055" sldId="490"/>
            <ac:spMk id="11" creationId="{00000000-0000-0000-0000-000000000000}"/>
          </ac:spMkLst>
        </pc:spChg>
        <pc:spChg chg="mod">
          <ac:chgData name="Yash Jadhav" userId="535c3d6d-72b8-4f77-8155-55f939173cf2" providerId="ADAL" clId="{F33F88E0-3380-47C4-AFDE-F1AC050ADA82}" dt="2026-01-25T16:11:01.749" v="11894" actId="790"/>
          <ac:spMkLst>
            <pc:docMk/>
            <pc:sldMk cId="1551646055" sldId="490"/>
            <ac:spMk id="12" creationId="{00000000-0000-0000-0000-000000000000}"/>
          </ac:spMkLst>
        </pc:spChg>
        <pc:spChg chg="mod">
          <ac:chgData name="Yash Jadhav" userId="535c3d6d-72b8-4f77-8155-55f939173cf2" providerId="ADAL" clId="{F33F88E0-3380-47C4-AFDE-F1AC050ADA82}" dt="2026-01-25T16:11:01.752" v="11895" actId="790"/>
          <ac:spMkLst>
            <pc:docMk/>
            <pc:sldMk cId="1551646055" sldId="490"/>
            <ac:spMk id="13" creationId="{00000000-0000-0000-0000-000000000000}"/>
          </ac:spMkLst>
        </pc:spChg>
        <pc:spChg chg="mod">
          <ac:chgData name="Yash Jadhav" userId="535c3d6d-72b8-4f77-8155-55f939173cf2" providerId="ADAL" clId="{F33F88E0-3380-47C4-AFDE-F1AC050ADA82}" dt="2026-01-25T16:11:01.718" v="11885" actId="790"/>
          <ac:spMkLst>
            <pc:docMk/>
            <pc:sldMk cId="1551646055" sldId="490"/>
            <ac:spMk id="14" creationId="{00000000-0000-0000-0000-000000000000}"/>
          </ac:spMkLst>
        </pc:spChg>
        <pc:spChg chg="mod">
          <ac:chgData name="Yash Jadhav" userId="535c3d6d-72b8-4f77-8155-55f939173cf2" providerId="ADAL" clId="{F33F88E0-3380-47C4-AFDE-F1AC050ADA82}" dt="2026-01-25T16:11:01.755" v="11896" actId="790"/>
          <ac:spMkLst>
            <pc:docMk/>
            <pc:sldMk cId="1551646055" sldId="490"/>
            <ac:spMk id="17" creationId="{00000000-0000-0000-0000-000000000000}"/>
          </ac:spMkLst>
        </pc:spChg>
        <pc:spChg chg="mod">
          <ac:chgData name="Yash Jadhav" userId="535c3d6d-72b8-4f77-8155-55f939173cf2" providerId="ADAL" clId="{F33F88E0-3380-47C4-AFDE-F1AC050ADA82}" dt="2026-01-25T16:11:01.760" v="11897" actId="790"/>
          <ac:spMkLst>
            <pc:docMk/>
            <pc:sldMk cId="1551646055" sldId="490"/>
            <ac:spMk id="18" creationId="{00000000-0000-0000-0000-000000000000}"/>
          </ac:spMkLst>
        </pc:spChg>
        <pc:spChg chg="mod">
          <ac:chgData name="Yash Jadhav" userId="535c3d6d-72b8-4f77-8155-55f939173cf2" providerId="ADAL" clId="{F33F88E0-3380-47C4-AFDE-F1AC050ADA82}" dt="2026-01-25T16:11:01.763" v="11898" actId="790"/>
          <ac:spMkLst>
            <pc:docMk/>
            <pc:sldMk cId="1551646055" sldId="490"/>
            <ac:spMk id="19" creationId="{00000000-0000-0000-0000-000000000000}"/>
          </ac:spMkLst>
        </pc:spChg>
        <pc:spChg chg="mod">
          <ac:chgData name="Yash Jadhav" userId="535c3d6d-72b8-4f77-8155-55f939173cf2" providerId="ADAL" clId="{F33F88E0-3380-47C4-AFDE-F1AC050ADA82}" dt="2026-01-25T16:11:01.766" v="11899" actId="790"/>
          <ac:spMkLst>
            <pc:docMk/>
            <pc:sldMk cId="1551646055" sldId="490"/>
            <ac:spMk id="20" creationId="{00000000-0000-0000-0000-000000000000}"/>
          </ac:spMkLst>
        </pc:spChg>
        <pc:spChg chg="mod">
          <ac:chgData name="Yash Jadhav" userId="535c3d6d-72b8-4f77-8155-55f939173cf2" providerId="ADAL" clId="{F33F88E0-3380-47C4-AFDE-F1AC050ADA82}" dt="2026-01-25T16:11:01.768" v="11900" actId="790"/>
          <ac:spMkLst>
            <pc:docMk/>
            <pc:sldMk cId="1551646055" sldId="490"/>
            <ac:spMk id="21" creationId="{00000000-0000-0000-0000-000000000000}"/>
          </ac:spMkLst>
        </pc:spChg>
        <pc:spChg chg="mod">
          <ac:chgData name="Yash Jadhav" userId="535c3d6d-72b8-4f77-8155-55f939173cf2" providerId="ADAL" clId="{F33F88E0-3380-47C4-AFDE-F1AC050ADA82}" dt="2026-01-25T16:11:01.770" v="11901" actId="790"/>
          <ac:spMkLst>
            <pc:docMk/>
            <pc:sldMk cId="1551646055" sldId="490"/>
            <ac:spMk id="22" creationId="{00000000-0000-0000-0000-000000000000}"/>
          </ac:spMkLst>
        </pc:spChg>
        <pc:spChg chg="mod">
          <ac:chgData name="Yash Jadhav" userId="535c3d6d-72b8-4f77-8155-55f939173cf2" providerId="ADAL" clId="{F33F88E0-3380-47C4-AFDE-F1AC050ADA82}" dt="2026-01-25T16:11:01.773" v="11902" actId="790"/>
          <ac:spMkLst>
            <pc:docMk/>
            <pc:sldMk cId="1551646055" sldId="490"/>
            <ac:spMk id="23" creationId="{00000000-0000-0000-0000-000000000000}"/>
          </ac:spMkLst>
        </pc:spChg>
        <pc:spChg chg="mod">
          <ac:chgData name="Yash Jadhav" userId="535c3d6d-72b8-4f77-8155-55f939173cf2" providerId="ADAL" clId="{F33F88E0-3380-47C4-AFDE-F1AC050ADA82}" dt="2026-01-25T16:11:01.775" v="11903" actId="790"/>
          <ac:spMkLst>
            <pc:docMk/>
            <pc:sldMk cId="1551646055" sldId="490"/>
            <ac:spMk id="24" creationId="{00000000-0000-0000-0000-000000000000}"/>
          </ac:spMkLst>
        </pc:spChg>
        <pc:spChg chg="mod">
          <ac:chgData name="Yash Jadhav" userId="535c3d6d-72b8-4f77-8155-55f939173cf2" providerId="ADAL" clId="{F33F88E0-3380-47C4-AFDE-F1AC050ADA82}" dt="2026-01-25T16:11:01.779" v="11904" actId="790"/>
          <ac:spMkLst>
            <pc:docMk/>
            <pc:sldMk cId="1551646055" sldId="490"/>
            <ac:spMk id="25" creationId="{00000000-0000-0000-0000-000000000000}"/>
          </ac:spMkLst>
        </pc:spChg>
        <pc:spChg chg="mod">
          <ac:chgData name="Yash Jadhav" userId="535c3d6d-72b8-4f77-8155-55f939173cf2" providerId="ADAL" clId="{F33F88E0-3380-47C4-AFDE-F1AC050ADA82}" dt="2026-01-25T16:11:01.782" v="11905" actId="790"/>
          <ac:spMkLst>
            <pc:docMk/>
            <pc:sldMk cId="1551646055" sldId="490"/>
            <ac:spMk id="26" creationId="{00000000-0000-0000-0000-000000000000}"/>
          </ac:spMkLst>
        </pc:spChg>
        <pc:spChg chg="mod">
          <ac:chgData name="Yash Jadhav" userId="535c3d6d-72b8-4f77-8155-55f939173cf2" providerId="ADAL" clId="{F33F88E0-3380-47C4-AFDE-F1AC050ADA82}" dt="2026-01-25T16:11:01.785" v="11906" actId="790"/>
          <ac:spMkLst>
            <pc:docMk/>
            <pc:sldMk cId="1551646055" sldId="490"/>
            <ac:spMk id="51" creationId="{00000000-0000-0000-0000-000000000000}"/>
          </ac:spMkLst>
        </pc:spChg>
        <pc:spChg chg="mod">
          <ac:chgData name="Yash Jadhav" userId="535c3d6d-72b8-4f77-8155-55f939173cf2" providerId="ADAL" clId="{F33F88E0-3380-47C4-AFDE-F1AC050ADA82}" dt="2026-01-25T16:11:01.788" v="11907" actId="790"/>
          <ac:spMkLst>
            <pc:docMk/>
            <pc:sldMk cId="1551646055" sldId="490"/>
            <ac:spMk id="52" creationId="{00000000-0000-0000-0000-000000000000}"/>
          </ac:spMkLst>
        </pc:spChg>
        <pc:spChg chg="mod">
          <ac:chgData name="Yash Jadhav" userId="535c3d6d-72b8-4f77-8155-55f939173cf2" providerId="ADAL" clId="{F33F88E0-3380-47C4-AFDE-F1AC050ADA82}" dt="2026-01-25T16:11:01.790" v="11908" actId="790"/>
          <ac:spMkLst>
            <pc:docMk/>
            <pc:sldMk cId="1551646055" sldId="490"/>
            <ac:spMk id="53" creationId="{00000000-0000-0000-0000-000000000000}"/>
          </ac:spMkLst>
        </pc:spChg>
        <pc:spChg chg="mod">
          <ac:chgData name="Yash Jadhav" userId="535c3d6d-72b8-4f77-8155-55f939173cf2" providerId="ADAL" clId="{F33F88E0-3380-47C4-AFDE-F1AC050ADA82}" dt="2026-01-25T16:11:01.795" v="11909" actId="790"/>
          <ac:spMkLst>
            <pc:docMk/>
            <pc:sldMk cId="1551646055" sldId="490"/>
            <ac:spMk id="54" creationId="{00000000-0000-0000-0000-000000000000}"/>
          </ac:spMkLst>
        </pc:spChg>
        <pc:spChg chg="mod">
          <ac:chgData name="Yash Jadhav" userId="535c3d6d-72b8-4f77-8155-55f939173cf2" providerId="ADAL" clId="{F33F88E0-3380-47C4-AFDE-F1AC050ADA82}" dt="2026-01-25T16:11:01.799" v="11910" actId="790"/>
          <ac:spMkLst>
            <pc:docMk/>
            <pc:sldMk cId="1551646055" sldId="490"/>
            <ac:spMk id="55" creationId="{00000000-0000-0000-0000-000000000000}"/>
          </ac:spMkLst>
        </pc:spChg>
        <pc:spChg chg="mod">
          <ac:chgData name="Yash Jadhav" userId="535c3d6d-72b8-4f77-8155-55f939173cf2" providerId="ADAL" clId="{F33F88E0-3380-47C4-AFDE-F1AC050ADA82}" dt="2026-01-25T16:11:01.802" v="11911" actId="790"/>
          <ac:spMkLst>
            <pc:docMk/>
            <pc:sldMk cId="1551646055" sldId="490"/>
            <ac:spMk id="56" creationId="{00000000-0000-0000-0000-000000000000}"/>
          </ac:spMkLst>
        </pc:spChg>
        <pc:spChg chg="mod">
          <ac:chgData name="Yash Jadhav" userId="535c3d6d-72b8-4f77-8155-55f939173cf2" providerId="ADAL" clId="{F33F88E0-3380-47C4-AFDE-F1AC050ADA82}" dt="2026-01-25T16:11:01.804" v="11912" actId="790"/>
          <ac:spMkLst>
            <pc:docMk/>
            <pc:sldMk cId="1551646055" sldId="490"/>
            <ac:spMk id="57" creationId="{00000000-0000-0000-0000-000000000000}"/>
          </ac:spMkLst>
        </pc:spChg>
        <pc:spChg chg="mod">
          <ac:chgData name="Yash Jadhav" userId="535c3d6d-72b8-4f77-8155-55f939173cf2" providerId="ADAL" clId="{F33F88E0-3380-47C4-AFDE-F1AC050ADA82}" dt="2026-01-25T16:11:01.807" v="11913" actId="790"/>
          <ac:spMkLst>
            <pc:docMk/>
            <pc:sldMk cId="1551646055" sldId="490"/>
            <ac:spMk id="58" creationId="{00000000-0000-0000-0000-000000000000}"/>
          </ac:spMkLst>
        </pc:spChg>
        <pc:spChg chg="mod">
          <ac:chgData name="Yash Jadhav" userId="535c3d6d-72b8-4f77-8155-55f939173cf2" providerId="ADAL" clId="{F33F88E0-3380-47C4-AFDE-F1AC050ADA82}" dt="2026-01-25T16:11:01.809" v="11914" actId="790"/>
          <ac:spMkLst>
            <pc:docMk/>
            <pc:sldMk cId="1551646055" sldId="490"/>
            <ac:spMk id="59" creationId="{00000000-0000-0000-0000-000000000000}"/>
          </ac:spMkLst>
        </pc:spChg>
        <pc:spChg chg="mod">
          <ac:chgData name="Yash Jadhav" userId="535c3d6d-72b8-4f77-8155-55f939173cf2" providerId="ADAL" clId="{F33F88E0-3380-47C4-AFDE-F1AC050ADA82}" dt="2026-01-25T16:11:01.813" v="11915" actId="790"/>
          <ac:spMkLst>
            <pc:docMk/>
            <pc:sldMk cId="1551646055" sldId="490"/>
            <ac:spMk id="60" creationId="{00000000-0000-0000-0000-000000000000}"/>
          </ac:spMkLst>
        </pc:spChg>
        <pc:spChg chg="mod">
          <ac:chgData name="Yash Jadhav" userId="535c3d6d-72b8-4f77-8155-55f939173cf2" providerId="ADAL" clId="{F33F88E0-3380-47C4-AFDE-F1AC050ADA82}" dt="2026-01-25T16:11:01.816" v="11916" actId="790"/>
          <ac:spMkLst>
            <pc:docMk/>
            <pc:sldMk cId="1551646055" sldId="490"/>
            <ac:spMk id="62" creationId="{00000000-0000-0000-0000-000000000000}"/>
          </ac:spMkLst>
        </pc:spChg>
        <pc:spChg chg="mod">
          <ac:chgData name="Yash Jadhav" userId="535c3d6d-72b8-4f77-8155-55f939173cf2" providerId="ADAL" clId="{F33F88E0-3380-47C4-AFDE-F1AC050ADA82}" dt="2026-01-25T16:11:01.819" v="11917" actId="790"/>
          <ac:spMkLst>
            <pc:docMk/>
            <pc:sldMk cId="1551646055" sldId="490"/>
            <ac:spMk id="63" creationId="{00000000-0000-0000-0000-000000000000}"/>
          </ac:spMkLst>
        </pc:spChg>
        <pc:spChg chg="mod">
          <ac:chgData name="Yash Jadhav" userId="535c3d6d-72b8-4f77-8155-55f939173cf2" providerId="ADAL" clId="{F33F88E0-3380-47C4-AFDE-F1AC050ADA82}" dt="2026-01-25T16:11:01.821" v="11918" actId="790"/>
          <ac:spMkLst>
            <pc:docMk/>
            <pc:sldMk cId="1551646055" sldId="490"/>
            <ac:spMk id="64" creationId="{00000000-0000-0000-0000-000000000000}"/>
          </ac:spMkLst>
        </pc:spChg>
        <pc:spChg chg="mod">
          <ac:chgData name="Yash Jadhav" userId="535c3d6d-72b8-4f77-8155-55f939173cf2" providerId="ADAL" clId="{F33F88E0-3380-47C4-AFDE-F1AC050ADA82}" dt="2026-01-25T16:11:01.824" v="11919" actId="790"/>
          <ac:spMkLst>
            <pc:docMk/>
            <pc:sldMk cId="1551646055" sldId="490"/>
            <ac:spMk id="65" creationId="{00000000-0000-0000-0000-000000000000}"/>
          </ac:spMkLst>
        </pc:spChg>
        <pc:spChg chg="mod">
          <ac:chgData name="Yash Jadhav" userId="535c3d6d-72b8-4f77-8155-55f939173cf2" providerId="ADAL" clId="{F33F88E0-3380-47C4-AFDE-F1AC050ADA82}" dt="2026-01-25T16:11:01.827" v="11920" actId="790"/>
          <ac:spMkLst>
            <pc:docMk/>
            <pc:sldMk cId="1551646055" sldId="490"/>
            <ac:spMk id="66" creationId="{00000000-0000-0000-0000-000000000000}"/>
          </ac:spMkLst>
        </pc:spChg>
        <pc:spChg chg="mod">
          <ac:chgData name="Yash Jadhav" userId="535c3d6d-72b8-4f77-8155-55f939173cf2" providerId="ADAL" clId="{F33F88E0-3380-47C4-AFDE-F1AC050ADA82}" dt="2026-01-25T16:11:01.830" v="11921" actId="790"/>
          <ac:spMkLst>
            <pc:docMk/>
            <pc:sldMk cId="1551646055" sldId="490"/>
            <ac:spMk id="67" creationId="{00000000-0000-0000-0000-000000000000}"/>
          </ac:spMkLst>
        </pc:spChg>
        <pc:spChg chg="mod">
          <ac:chgData name="Yash Jadhav" userId="535c3d6d-72b8-4f77-8155-55f939173cf2" providerId="ADAL" clId="{F33F88E0-3380-47C4-AFDE-F1AC050ADA82}" dt="2026-01-25T16:11:01.833" v="11922" actId="790"/>
          <ac:spMkLst>
            <pc:docMk/>
            <pc:sldMk cId="1551646055" sldId="490"/>
            <ac:spMk id="68" creationId="{00000000-0000-0000-0000-000000000000}"/>
          </ac:spMkLst>
        </pc:spChg>
        <pc:spChg chg="mod">
          <ac:chgData name="Yash Jadhav" userId="535c3d6d-72b8-4f77-8155-55f939173cf2" providerId="ADAL" clId="{F33F88E0-3380-47C4-AFDE-F1AC050ADA82}" dt="2026-01-25T16:11:01.835" v="11923" actId="790"/>
          <ac:spMkLst>
            <pc:docMk/>
            <pc:sldMk cId="1551646055" sldId="490"/>
            <ac:spMk id="69" creationId="{00000000-0000-0000-0000-000000000000}"/>
          </ac:spMkLst>
        </pc:spChg>
        <pc:spChg chg="mod">
          <ac:chgData name="Yash Jadhav" userId="535c3d6d-72b8-4f77-8155-55f939173cf2" providerId="ADAL" clId="{F33F88E0-3380-47C4-AFDE-F1AC050ADA82}" dt="2026-01-25T16:11:01.837" v="11924" actId="790"/>
          <ac:spMkLst>
            <pc:docMk/>
            <pc:sldMk cId="1551646055" sldId="490"/>
            <ac:spMk id="70" creationId="{00000000-0000-0000-0000-000000000000}"/>
          </ac:spMkLst>
        </pc:spChg>
        <pc:spChg chg="mod">
          <ac:chgData name="Yash Jadhav" userId="535c3d6d-72b8-4f77-8155-55f939173cf2" providerId="ADAL" clId="{F33F88E0-3380-47C4-AFDE-F1AC050ADA82}" dt="2026-01-25T16:11:01.839" v="11925" actId="790"/>
          <ac:spMkLst>
            <pc:docMk/>
            <pc:sldMk cId="1551646055" sldId="490"/>
            <ac:spMk id="71" creationId="{00000000-0000-0000-0000-000000000000}"/>
          </ac:spMkLst>
        </pc:spChg>
        <pc:spChg chg="mod">
          <ac:chgData name="Yash Jadhav" userId="535c3d6d-72b8-4f77-8155-55f939173cf2" providerId="ADAL" clId="{F33F88E0-3380-47C4-AFDE-F1AC050ADA82}" dt="2026-01-25T16:11:01.843" v="11926" actId="790"/>
          <ac:spMkLst>
            <pc:docMk/>
            <pc:sldMk cId="1551646055" sldId="490"/>
            <ac:spMk id="73" creationId="{00000000-0000-0000-0000-000000000000}"/>
          </ac:spMkLst>
        </pc:spChg>
        <pc:spChg chg="mod">
          <ac:chgData name="Yash Jadhav" userId="535c3d6d-72b8-4f77-8155-55f939173cf2" providerId="ADAL" clId="{F33F88E0-3380-47C4-AFDE-F1AC050ADA82}" dt="2026-01-25T16:11:01.846" v="11927" actId="790"/>
          <ac:spMkLst>
            <pc:docMk/>
            <pc:sldMk cId="1551646055" sldId="490"/>
            <ac:spMk id="74" creationId="{00000000-0000-0000-0000-000000000000}"/>
          </ac:spMkLst>
        </pc:spChg>
        <pc:spChg chg="mod">
          <ac:chgData name="Yash Jadhav" userId="535c3d6d-72b8-4f77-8155-55f939173cf2" providerId="ADAL" clId="{F33F88E0-3380-47C4-AFDE-F1AC050ADA82}" dt="2026-01-25T16:11:01.849" v="11928" actId="790"/>
          <ac:spMkLst>
            <pc:docMk/>
            <pc:sldMk cId="1551646055" sldId="490"/>
            <ac:spMk id="75" creationId="{00000000-0000-0000-0000-000000000000}"/>
          </ac:spMkLst>
        </pc:spChg>
        <pc:spChg chg="mod">
          <ac:chgData name="Yash Jadhav" userId="535c3d6d-72b8-4f77-8155-55f939173cf2" providerId="ADAL" clId="{F33F88E0-3380-47C4-AFDE-F1AC050ADA82}" dt="2026-01-25T16:11:01.852" v="11929" actId="790"/>
          <ac:spMkLst>
            <pc:docMk/>
            <pc:sldMk cId="1551646055" sldId="490"/>
            <ac:spMk id="76" creationId="{00000000-0000-0000-0000-000000000000}"/>
          </ac:spMkLst>
        </pc:spChg>
        <pc:spChg chg="mod">
          <ac:chgData name="Yash Jadhav" userId="535c3d6d-72b8-4f77-8155-55f939173cf2" providerId="ADAL" clId="{F33F88E0-3380-47C4-AFDE-F1AC050ADA82}" dt="2026-01-25T16:11:01.854" v="11930" actId="790"/>
          <ac:spMkLst>
            <pc:docMk/>
            <pc:sldMk cId="1551646055" sldId="490"/>
            <ac:spMk id="77" creationId="{00000000-0000-0000-0000-000000000000}"/>
          </ac:spMkLst>
        </pc:spChg>
        <pc:spChg chg="mod">
          <ac:chgData name="Yash Jadhav" userId="535c3d6d-72b8-4f77-8155-55f939173cf2" providerId="ADAL" clId="{F33F88E0-3380-47C4-AFDE-F1AC050ADA82}" dt="2026-01-25T16:11:01.856" v="11931" actId="790"/>
          <ac:spMkLst>
            <pc:docMk/>
            <pc:sldMk cId="1551646055" sldId="490"/>
            <ac:spMk id="78" creationId="{00000000-0000-0000-0000-000000000000}"/>
          </ac:spMkLst>
        </pc:spChg>
        <pc:spChg chg="mod">
          <ac:chgData name="Yash Jadhav" userId="535c3d6d-72b8-4f77-8155-55f939173cf2" providerId="ADAL" clId="{F33F88E0-3380-47C4-AFDE-F1AC050ADA82}" dt="2026-01-25T16:11:01.859" v="11932" actId="790"/>
          <ac:spMkLst>
            <pc:docMk/>
            <pc:sldMk cId="1551646055" sldId="490"/>
            <ac:spMk id="79" creationId="{00000000-0000-0000-0000-000000000000}"/>
          </ac:spMkLst>
        </pc:spChg>
        <pc:spChg chg="mod">
          <ac:chgData name="Yash Jadhav" userId="535c3d6d-72b8-4f77-8155-55f939173cf2" providerId="ADAL" clId="{F33F88E0-3380-47C4-AFDE-F1AC050ADA82}" dt="2026-01-25T16:11:01.861" v="11933" actId="790"/>
          <ac:spMkLst>
            <pc:docMk/>
            <pc:sldMk cId="1551646055" sldId="490"/>
            <ac:spMk id="80" creationId="{00000000-0000-0000-0000-000000000000}"/>
          </ac:spMkLst>
        </pc:spChg>
      </pc:sldChg>
      <pc:sldChg chg="modSp add del mod modNotes">
        <pc:chgData name="Yash Jadhav" userId="535c3d6d-72b8-4f77-8155-55f939173cf2" providerId="ADAL" clId="{F33F88E0-3380-47C4-AFDE-F1AC050ADA82}" dt="2026-01-25T16:11:19.329" v="12050" actId="47"/>
        <pc:sldMkLst>
          <pc:docMk/>
          <pc:sldMk cId="2120207521" sldId="491"/>
        </pc:sldMkLst>
        <pc:spChg chg="mod">
          <ac:chgData name="Yash Jadhav" userId="535c3d6d-72b8-4f77-8155-55f939173cf2" providerId="ADAL" clId="{F33F88E0-3380-47C4-AFDE-F1AC050ADA82}" dt="2026-01-25T16:11:05.498" v="11938" actId="790"/>
          <ac:spMkLst>
            <pc:docMk/>
            <pc:sldMk cId="2120207521" sldId="491"/>
            <ac:spMk id="3" creationId="{82A33F18-52D3-4BB4-BD04-CCA2E6BD0FBE}"/>
          </ac:spMkLst>
        </pc:spChg>
        <pc:spChg chg="mod">
          <ac:chgData name="Yash Jadhav" userId="535c3d6d-72b8-4f77-8155-55f939173cf2" providerId="ADAL" clId="{F33F88E0-3380-47C4-AFDE-F1AC050ADA82}" dt="2026-01-25T16:11:05.500" v="11939" actId="790"/>
          <ac:spMkLst>
            <pc:docMk/>
            <pc:sldMk cId="2120207521" sldId="491"/>
            <ac:spMk id="5" creationId="{9FC53684-DEDA-4869-8090-69D5F7CCADEA}"/>
          </ac:spMkLst>
        </pc:spChg>
        <pc:spChg chg="mod">
          <ac:chgData name="Yash Jadhav" userId="535c3d6d-72b8-4f77-8155-55f939173cf2" providerId="ADAL" clId="{F33F88E0-3380-47C4-AFDE-F1AC050ADA82}" dt="2026-01-25T16:11:05.502" v="11940" actId="790"/>
          <ac:spMkLst>
            <pc:docMk/>
            <pc:sldMk cId="2120207521" sldId="491"/>
            <ac:spMk id="7" creationId="{A87971AE-A235-4642-BA95-B3EFEBA4B106}"/>
          </ac:spMkLst>
        </pc:spChg>
        <pc:spChg chg="mod">
          <ac:chgData name="Yash Jadhav" userId="535c3d6d-72b8-4f77-8155-55f939173cf2" providerId="ADAL" clId="{F33F88E0-3380-47C4-AFDE-F1AC050ADA82}" dt="2026-01-25T16:11:05.504" v="11941" actId="790"/>
          <ac:spMkLst>
            <pc:docMk/>
            <pc:sldMk cId="2120207521" sldId="491"/>
            <ac:spMk id="8" creationId="{717F91EF-4C0C-4341-B410-05B2A17DD69D}"/>
          </ac:spMkLst>
        </pc:spChg>
        <pc:spChg chg="mod">
          <ac:chgData name="Yash Jadhav" userId="535c3d6d-72b8-4f77-8155-55f939173cf2" providerId="ADAL" clId="{F33F88E0-3380-47C4-AFDE-F1AC050ADA82}" dt="2026-01-25T16:11:05.506" v="11942" actId="790"/>
          <ac:spMkLst>
            <pc:docMk/>
            <pc:sldMk cId="2120207521" sldId="491"/>
            <ac:spMk id="9" creationId="{4F023C67-D61C-4D4F-82EB-EE4E79F8E0CF}"/>
          </ac:spMkLst>
        </pc:spChg>
        <pc:spChg chg="mod">
          <ac:chgData name="Yash Jadhav" userId="535c3d6d-72b8-4f77-8155-55f939173cf2" providerId="ADAL" clId="{F33F88E0-3380-47C4-AFDE-F1AC050ADA82}" dt="2026-01-25T16:11:05.508" v="11943" actId="790"/>
          <ac:spMkLst>
            <pc:docMk/>
            <pc:sldMk cId="2120207521" sldId="491"/>
            <ac:spMk id="13" creationId="{1C778A7C-C589-4717-8E28-0F097B791764}"/>
          </ac:spMkLst>
        </pc:spChg>
        <pc:spChg chg="mod">
          <ac:chgData name="Yash Jadhav" userId="535c3d6d-72b8-4f77-8155-55f939173cf2" providerId="ADAL" clId="{F33F88E0-3380-47C4-AFDE-F1AC050ADA82}" dt="2026-01-25T16:11:05.510" v="11944" actId="790"/>
          <ac:spMkLst>
            <pc:docMk/>
            <pc:sldMk cId="2120207521" sldId="491"/>
            <ac:spMk id="14" creationId="{A80FDE95-23BA-4558-B50A-3E631C0ACD05}"/>
          </ac:spMkLst>
        </pc:spChg>
        <pc:spChg chg="mod">
          <ac:chgData name="Yash Jadhav" userId="535c3d6d-72b8-4f77-8155-55f939173cf2" providerId="ADAL" clId="{F33F88E0-3380-47C4-AFDE-F1AC050ADA82}" dt="2026-01-25T16:11:05.512" v="11945" actId="790"/>
          <ac:spMkLst>
            <pc:docMk/>
            <pc:sldMk cId="2120207521" sldId="491"/>
            <ac:spMk id="15" creationId="{6A8D629C-9D35-40CF-ABE2-0D154A577E73}"/>
          </ac:spMkLst>
        </pc:spChg>
        <pc:spChg chg="mod">
          <ac:chgData name="Yash Jadhav" userId="535c3d6d-72b8-4f77-8155-55f939173cf2" providerId="ADAL" clId="{F33F88E0-3380-47C4-AFDE-F1AC050ADA82}" dt="2026-01-25T16:11:05.514" v="11946" actId="790"/>
          <ac:spMkLst>
            <pc:docMk/>
            <pc:sldMk cId="2120207521" sldId="491"/>
            <ac:spMk id="16" creationId="{79ACF90A-B445-4478-806E-1E18C0BA485E}"/>
          </ac:spMkLst>
        </pc:spChg>
        <pc:spChg chg="mod">
          <ac:chgData name="Yash Jadhav" userId="535c3d6d-72b8-4f77-8155-55f939173cf2" providerId="ADAL" clId="{F33F88E0-3380-47C4-AFDE-F1AC050ADA82}" dt="2026-01-25T16:11:05.516" v="11947" actId="790"/>
          <ac:spMkLst>
            <pc:docMk/>
            <pc:sldMk cId="2120207521" sldId="491"/>
            <ac:spMk id="17" creationId="{000C22B2-5072-4BDA-A67D-35243C62B5C6}"/>
          </ac:spMkLst>
        </pc:spChg>
        <pc:spChg chg="mod">
          <ac:chgData name="Yash Jadhav" userId="535c3d6d-72b8-4f77-8155-55f939173cf2" providerId="ADAL" clId="{F33F88E0-3380-47C4-AFDE-F1AC050ADA82}" dt="2026-01-25T16:11:05.518" v="11948" actId="790"/>
          <ac:spMkLst>
            <pc:docMk/>
            <pc:sldMk cId="2120207521" sldId="491"/>
            <ac:spMk id="18" creationId="{446B619E-71D4-45B1-8D1A-7AD24B5E4C66}"/>
          </ac:spMkLst>
        </pc:spChg>
        <pc:spChg chg="mod">
          <ac:chgData name="Yash Jadhav" userId="535c3d6d-72b8-4f77-8155-55f939173cf2" providerId="ADAL" clId="{F33F88E0-3380-47C4-AFDE-F1AC050ADA82}" dt="2026-01-25T16:11:05.520" v="11949" actId="790"/>
          <ac:spMkLst>
            <pc:docMk/>
            <pc:sldMk cId="2120207521" sldId="491"/>
            <ac:spMk id="19" creationId="{33945A42-DD37-43E4-A6E2-CEB511029C1A}"/>
          </ac:spMkLst>
        </pc:spChg>
        <pc:spChg chg="mod">
          <ac:chgData name="Yash Jadhav" userId="535c3d6d-72b8-4f77-8155-55f939173cf2" providerId="ADAL" clId="{F33F88E0-3380-47C4-AFDE-F1AC050ADA82}" dt="2026-01-25T16:11:05.522" v="11950" actId="790"/>
          <ac:spMkLst>
            <pc:docMk/>
            <pc:sldMk cId="2120207521" sldId="491"/>
            <ac:spMk id="20" creationId="{A828041C-FCFE-4FF9-9C1B-DE279C6E436B}"/>
          </ac:spMkLst>
        </pc:spChg>
      </pc:sldChg>
      <pc:sldChg chg="modSp add mod modNotes">
        <pc:chgData name="Yash Jadhav" userId="535c3d6d-72b8-4f77-8155-55f939173cf2" providerId="ADAL" clId="{F33F88E0-3380-47C4-AFDE-F1AC050ADA82}" dt="2026-01-25T16:11:22.329" v="12200" actId="20577"/>
        <pc:sldMkLst>
          <pc:docMk/>
          <pc:sldMk cId="4051569631" sldId="491"/>
        </pc:sldMkLst>
        <pc:spChg chg="mod">
          <ac:chgData name="Yash Jadhav" userId="535c3d6d-72b8-4f77-8155-55f939173cf2" providerId="ADAL" clId="{F33F88E0-3380-47C4-AFDE-F1AC050ADA82}" dt="2026-01-25T16:11:21.494" v="12052" actId="790"/>
          <ac:spMkLst>
            <pc:docMk/>
            <pc:sldMk cId="4051569631" sldId="491"/>
            <ac:spMk id="6" creationId="{00000000-0000-0000-0000-000000000000}"/>
          </ac:spMkLst>
        </pc:spChg>
        <pc:spChg chg="mod">
          <ac:chgData name="Yash Jadhav" userId="535c3d6d-72b8-4f77-8155-55f939173cf2" providerId="ADAL" clId="{F33F88E0-3380-47C4-AFDE-F1AC050ADA82}" dt="2026-01-25T16:11:21.495" v="12053"/>
          <ac:spMkLst>
            <pc:docMk/>
            <pc:sldMk cId="4051569631" sldId="491"/>
            <ac:spMk id="131" creationId="{C42EFA33-F60F-43D4-B137-436656C9AFFD}"/>
          </ac:spMkLst>
        </pc:spChg>
        <pc:spChg chg="mod">
          <ac:chgData name="Yash Jadhav" userId="535c3d6d-72b8-4f77-8155-55f939173cf2" providerId="ADAL" clId="{F33F88E0-3380-47C4-AFDE-F1AC050ADA82}" dt="2026-01-25T16:11:21.497" v="12054" actId="790"/>
          <ac:spMkLst>
            <pc:docMk/>
            <pc:sldMk cId="4051569631" sldId="491"/>
            <ac:spMk id="132" creationId="{37CD58A9-4097-4443-9FAC-384D163FD729}"/>
          </ac:spMkLst>
        </pc:spChg>
        <pc:spChg chg="mod">
          <ac:chgData name="Yash Jadhav" userId="535c3d6d-72b8-4f77-8155-55f939173cf2" providerId="ADAL" clId="{F33F88E0-3380-47C4-AFDE-F1AC050ADA82}" dt="2026-01-25T16:11:22.253" v="12173" actId="790"/>
          <ac:spMkLst>
            <pc:docMk/>
            <pc:sldMk cId="4051569631" sldId="491"/>
            <ac:spMk id="252" creationId="{7056EF59-383E-4B0C-9CC4-BD162230D5FC}"/>
          </ac:spMkLst>
        </pc:spChg>
        <pc:spChg chg="mod">
          <ac:chgData name="Yash Jadhav" userId="535c3d6d-72b8-4f77-8155-55f939173cf2" providerId="ADAL" clId="{F33F88E0-3380-47C4-AFDE-F1AC050ADA82}" dt="2026-01-25T16:11:22.255" v="12174" actId="790"/>
          <ac:spMkLst>
            <pc:docMk/>
            <pc:sldMk cId="4051569631" sldId="491"/>
            <ac:spMk id="253" creationId="{F271CF5F-C248-4961-A2D2-9D4FAC97A005}"/>
          </ac:spMkLst>
        </pc:spChg>
        <pc:spChg chg="mod">
          <ac:chgData name="Yash Jadhav" userId="535c3d6d-72b8-4f77-8155-55f939173cf2" providerId="ADAL" clId="{F33F88E0-3380-47C4-AFDE-F1AC050ADA82}" dt="2026-01-25T16:11:22.258" v="12175" actId="790"/>
          <ac:spMkLst>
            <pc:docMk/>
            <pc:sldMk cId="4051569631" sldId="491"/>
            <ac:spMk id="254" creationId="{66D4BEF3-8CA4-4322-81CC-57B014770178}"/>
          </ac:spMkLst>
        </pc:spChg>
        <pc:spChg chg="mod">
          <ac:chgData name="Yash Jadhav" userId="535c3d6d-72b8-4f77-8155-55f939173cf2" providerId="ADAL" clId="{F33F88E0-3380-47C4-AFDE-F1AC050ADA82}" dt="2026-01-25T16:11:22.261" v="12176" actId="790"/>
          <ac:spMkLst>
            <pc:docMk/>
            <pc:sldMk cId="4051569631" sldId="491"/>
            <ac:spMk id="255" creationId="{C0B3E0A9-C57C-4D62-8F91-A1E4C93A2B8F}"/>
          </ac:spMkLst>
        </pc:spChg>
        <pc:spChg chg="mod">
          <ac:chgData name="Yash Jadhav" userId="535c3d6d-72b8-4f77-8155-55f939173cf2" providerId="ADAL" clId="{F33F88E0-3380-47C4-AFDE-F1AC050ADA82}" dt="2026-01-25T16:11:22.263" v="12177" actId="790"/>
          <ac:spMkLst>
            <pc:docMk/>
            <pc:sldMk cId="4051569631" sldId="491"/>
            <ac:spMk id="256" creationId="{871A7E1C-78F9-4FF6-956B-113508E4F81C}"/>
          </ac:spMkLst>
        </pc:spChg>
        <pc:spChg chg="mod">
          <ac:chgData name="Yash Jadhav" userId="535c3d6d-72b8-4f77-8155-55f939173cf2" providerId="ADAL" clId="{F33F88E0-3380-47C4-AFDE-F1AC050ADA82}" dt="2026-01-25T16:11:22.265" v="12178" actId="790"/>
          <ac:spMkLst>
            <pc:docMk/>
            <pc:sldMk cId="4051569631" sldId="491"/>
            <ac:spMk id="257" creationId="{8D47DCB0-8C22-42E6-974F-0A451E02EA15}"/>
          </ac:spMkLst>
        </pc:spChg>
        <pc:spChg chg="mod">
          <ac:chgData name="Yash Jadhav" userId="535c3d6d-72b8-4f77-8155-55f939173cf2" providerId="ADAL" clId="{F33F88E0-3380-47C4-AFDE-F1AC050ADA82}" dt="2026-01-25T16:11:22.268" v="12179" actId="790"/>
          <ac:spMkLst>
            <pc:docMk/>
            <pc:sldMk cId="4051569631" sldId="491"/>
            <ac:spMk id="258" creationId="{B07EF3DC-CF7C-4316-878C-B548D1A4201B}"/>
          </ac:spMkLst>
        </pc:spChg>
        <pc:spChg chg="mod">
          <ac:chgData name="Yash Jadhav" userId="535c3d6d-72b8-4f77-8155-55f939173cf2" providerId="ADAL" clId="{F33F88E0-3380-47C4-AFDE-F1AC050ADA82}" dt="2026-01-25T16:11:22.269" v="12180" actId="790"/>
          <ac:spMkLst>
            <pc:docMk/>
            <pc:sldMk cId="4051569631" sldId="491"/>
            <ac:spMk id="259" creationId="{FD6F6B81-7BAB-40BE-AD3F-91659E7DC5EA}"/>
          </ac:spMkLst>
        </pc:spChg>
        <pc:spChg chg="mod">
          <ac:chgData name="Yash Jadhav" userId="535c3d6d-72b8-4f77-8155-55f939173cf2" providerId="ADAL" clId="{F33F88E0-3380-47C4-AFDE-F1AC050ADA82}" dt="2026-01-25T16:11:22.271" v="12181" actId="790"/>
          <ac:spMkLst>
            <pc:docMk/>
            <pc:sldMk cId="4051569631" sldId="491"/>
            <ac:spMk id="260" creationId="{75437B54-986C-4C23-BCCB-ECD60C84C72E}"/>
          </ac:spMkLst>
        </pc:spChg>
        <pc:spChg chg="mod">
          <ac:chgData name="Yash Jadhav" userId="535c3d6d-72b8-4f77-8155-55f939173cf2" providerId="ADAL" clId="{F33F88E0-3380-47C4-AFDE-F1AC050ADA82}" dt="2026-01-25T16:11:22.274" v="12182" actId="790"/>
          <ac:spMkLst>
            <pc:docMk/>
            <pc:sldMk cId="4051569631" sldId="491"/>
            <ac:spMk id="261" creationId="{C1A354B8-F7DE-40AA-9955-9796C893BD58}"/>
          </ac:spMkLst>
        </pc:spChg>
        <pc:spChg chg="mod">
          <ac:chgData name="Yash Jadhav" userId="535c3d6d-72b8-4f77-8155-55f939173cf2" providerId="ADAL" clId="{F33F88E0-3380-47C4-AFDE-F1AC050ADA82}" dt="2026-01-25T16:11:22.275" v="12183" actId="790"/>
          <ac:spMkLst>
            <pc:docMk/>
            <pc:sldMk cId="4051569631" sldId="491"/>
            <ac:spMk id="262" creationId="{2242579C-9D22-4DBB-9420-E6E89126E9FA}"/>
          </ac:spMkLst>
        </pc:spChg>
        <pc:spChg chg="mod">
          <ac:chgData name="Yash Jadhav" userId="535c3d6d-72b8-4f77-8155-55f939173cf2" providerId="ADAL" clId="{F33F88E0-3380-47C4-AFDE-F1AC050ADA82}" dt="2026-01-25T16:11:22.279" v="12184" actId="790"/>
          <ac:spMkLst>
            <pc:docMk/>
            <pc:sldMk cId="4051569631" sldId="491"/>
            <ac:spMk id="263" creationId="{EBE6830E-3A8D-48BE-8AF8-54222DFFB12E}"/>
          </ac:spMkLst>
        </pc:spChg>
        <pc:spChg chg="mod">
          <ac:chgData name="Yash Jadhav" userId="535c3d6d-72b8-4f77-8155-55f939173cf2" providerId="ADAL" clId="{F33F88E0-3380-47C4-AFDE-F1AC050ADA82}" dt="2026-01-25T16:11:22.282" v="12185" actId="790"/>
          <ac:spMkLst>
            <pc:docMk/>
            <pc:sldMk cId="4051569631" sldId="491"/>
            <ac:spMk id="264" creationId="{67028763-B2D6-4B0C-B84D-F05FCFE176A3}"/>
          </ac:spMkLst>
        </pc:spChg>
        <pc:spChg chg="mod">
          <ac:chgData name="Yash Jadhav" userId="535c3d6d-72b8-4f77-8155-55f939173cf2" providerId="ADAL" clId="{F33F88E0-3380-47C4-AFDE-F1AC050ADA82}" dt="2026-01-25T16:11:22.285" v="12186" actId="790"/>
          <ac:spMkLst>
            <pc:docMk/>
            <pc:sldMk cId="4051569631" sldId="491"/>
            <ac:spMk id="265" creationId="{45A69FB4-2479-4F05-B4E5-9766BF0E1634}"/>
          </ac:spMkLst>
        </pc:spChg>
        <pc:spChg chg="mod">
          <ac:chgData name="Yash Jadhav" userId="535c3d6d-72b8-4f77-8155-55f939173cf2" providerId="ADAL" clId="{F33F88E0-3380-47C4-AFDE-F1AC050ADA82}" dt="2026-01-25T16:11:22.288" v="12187" actId="790"/>
          <ac:spMkLst>
            <pc:docMk/>
            <pc:sldMk cId="4051569631" sldId="491"/>
            <ac:spMk id="266" creationId="{664A21FC-E4EC-4BC2-87DC-E12B28BDF897}"/>
          </ac:spMkLst>
        </pc:spChg>
        <pc:spChg chg="mod">
          <ac:chgData name="Yash Jadhav" userId="535c3d6d-72b8-4f77-8155-55f939173cf2" providerId="ADAL" clId="{F33F88E0-3380-47C4-AFDE-F1AC050ADA82}" dt="2026-01-25T16:11:22.291" v="12188" actId="790"/>
          <ac:spMkLst>
            <pc:docMk/>
            <pc:sldMk cId="4051569631" sldId="491"/>
            <ac:spMk id="267" creationId="{EA3ACC74-8F9A-478A-9640-6BBC5729C91D}"/>
          </ac:spMkLst>
        </pc:spChg>
        <pc:spChg chg="mod">
          <ac:chgData name="Yash Jadhav" userId="535c3d6d-72b8-4f77-8155-55f939173cf2" providerId="ADAL" clId="{F33F88E0-3380-47C4-AFDE-F1AC050ADA82}" dt="2026-01-25T16:11:22.296" v="12189" actId="790"/>
          <ac:spMkLst>
            <pc:docMk/>
            <pc:sldMk cId="4051569631" sldId="491"/>
            <ac:spMk id="268" creationId="{BE1E82E8-0290-43C0-87AA-67C0C3046A81}"/>
          </ac:spMkLst>
        </pc:spChg>
        <pc:spChg chg="mod">
          <ac:chgData name="Yash Jadhav" userId="535c3d6d-72b8-4f77-8155-55f939173cf2" providerId="ADAL" clId="{F33F88E0-3380-47C4-AFDE-F1AC050ADA82}" dt="2026-01-25T16:11:22.298" v="12190" actId="790"/>
          <ac:spMkLst>
            <pc:docMk/>
            <pc:sldMk cId="4051569631" sldId="491"/>
            <ac:spMk id="269" creationId="{435655B4-F912-46CE-9F19-05594FF04231}"/>
          </ac:spMkLst>
        </pc:spChg>
        <pc:spChg chg="mod">
          <ac:chgData name="Yash Jadhav" userId="535c3d6d-72b8-4f77-8155-55f939173cf2" providerId="ADAL" clId="{F33F88E0-3380-47C4-AFDE-F1AC050ADA82}" dt="2026-01-25T16:11:22.300" v="12191" actId="790"/>
          <ac:spMkLst>
            <pc:docMk/>
            <pc:sldMk cId="4051569631" sldId="491"/>
            <ac:spMk id="270" creationId="{69A6AE88-86D3-44FD-8FD2-28C86BE18922}"/>
          </ac:spMkLst>
        </pc:spChg>
        <pc:spChg chg="mod">
          <ac:chgData name="Yash Jadhav" userId="535c3d6d-72b8-4f77-8155-55f939173cf2" providerId="ADAL" clId="{F33F88E0-3380-47C4-AFDE-F1AC050ADA82}" dt="2026-01-25T16:11:22.303" v="12192" actId="790"/>
          <ac:spMkLst>
            <pc:docMk/>
            <pc:sldMk cId="4051569631" sldId="491"/>
            <ac:spMk id="271" creationId="{F6872290-6667-4B37-B31B-63C9DC6FA540}"/>
          </ac:spMkLst>
        </pc:spChg>
        <pc:spChg chg="mod">
          <ac:chgData name="Yash Jadhav" userId="535c3d6d-72b8-4f77-8155-55f939173cf2" providerId="ADAL" clId="{F33F88E0-3380-47C4-AFDE-F1AC050ADA82}" dt="2026-01-25T16:11:22.305" v="12193" actId="790"/>
          <ac:spMkLst>
            <pc:docMk/>
            <pc:sldMk cId="4051569631" sldId="491"/>
            <ac:spMk id="272" creationId="{5F2AD0A8-8CB0-4202-B907-AC1947012090}"/>
          </ac:spMkLst>
        </pc:spChg>
        <pc:spChg chg="mod">
          <ac:chgData name="Yash Jadhav" userId="535c3d6d-72b8-4f77-8155-55f939173cf2" providerId="ADAL" clId="{F33F88E0-3380-47C4-AFDE-F1AC050ADA82}" dt="2026-01-25T16:11:22.308" v="12194" actId="790"/>
          <ac:spMkLst>
            <pc:docMk/>
            <pc:sldMk cId="4051569631" sldId="491"/>
            <ac:spMk id="273" creationId="{1F8D46E7-C65A-46FB-9DAF-4882D7385AFD}"/>
          </ac:spMkLst>
        </pc:spChg>
        <pc:spChg chg="mod">
          <ac:chgData name="Yash Jadhav" userId="535c3d6d-72b8-4f77-8155-55f939173cf2" providerId="ADAL" clId="{F33F88E0-3380-47C4-AFDE-F1AC050ADA82}" dt="2026-01-25T16:11:22.315" v="12195" actId="790"/>
          <ac:spMkLst>
            <pc:docMk/>
            <pc:sldMk cId="4051569631" sldId="491"/>
            <ac:spMk id="274" creationId="{708BD366-056E-4961-813E-0A747BDE9F7C}"/>
          </ac:spMkLst>
        </pc:spChg>
        <pc:spChg chg="mod">
          <ac:chgData name="Yash Jadhav" userId="535c3d6d-72b8-4f77-8155-55f939173cf2" providerId="ADAL" clId="{F33F88E0-3380-47C4-AFDE-F1AC050ADA82}" dt="2026-01-25T16:11:22.317" v="12196" actId="790"/>
          <ac:spMkLst>
            <pc:docMk/>
            <pc:sldMk cId="4051569631" sldId="491"/>
            <ac:spMk id="275" creationId="{7119F69A-5E20-4A80-A228-02703664B3F8}"/>
          </ac:spMkLst>
        </pc:spChg>
        <pc:spChg chg="mod">
          <ac:chgData name="Yash Jadhav" userId="535c3d6d-72b8-4f77-8155-55f939173cf2" providerId="ADAL" clId="{F33F88E0-3380-47C4-AFDE-F1AC050ADA82}" dt="2026-01-25T16:11:22.319" v="12197" actId="790"/>
          <ac:spMkLst>
            <pc:docMk/>
            <pc:sldMk cId="4051569631" sldId="491"/>
            <ac:spMk id="276" creationId="{5B8B03A2-B134-4EC4-9869-CA93CD4C1927}"/>
          </ac:spMkLst>
        </pc:spChg>
        <pc:spChg chg="mod">
          <ac:chgData name="Yash Jadhav" userId="535c3d6d-72b8-4f77-8155-55f939173cf2" providerId="ADAL" clId="{F33F88E0-3380-47C4-AFDE-F1AC050ADA82}" dt="2026-01-25T16:11:22.249" v="12171"/>
          <ac:spMkLst>
            <pc:docMk/>
            <pc:sldMk cId="4051569631" sldId="491"/>
            <ac:spMk id="407" creationId="{F03AEA30-07A6-2E24-92F4-B658F4E5966D}"/>
          </ac:spMkLst>
        </pc:spChg>
        <pc:spChg chg="mod">
          <ac:chgData name="Yash Jadhav" userId="535c3d6d-72b8-4f77-8155-55f939173cf2" providerId="ADAL" clId="{F33F88E0-3380-47C4-AFDE-F1AC050ADA82}" dt="2026-01-25T16:11:22.251" v="12172"/>
          <ac:spMkLst>
            <pc:docMk/>
            <pc:sldMk cId="4051569631" sldId="491"/>
            <ac:spMk id="408" creationId="{40549CA5-D00D-4927-6EF8-AABE99C14154}"/>
          </ac:spMkLst>
        </pc:spChg>
        <pc:spChg chg="mod">
          <ac:chgData name="Yash Jadhav" userId="535c3d6d-72b8-4f77-8155-55f939173cf2" providerId="ADAL" clId="{F33F88E0-3380-47C4-AFDE-F1AC050ADA82}" dt="2026-01-25T16:11:22.188" v="12151" actId="790"/>
          <ac:spMkLst>
            <pc:docMk/>
            <pc:sldMk cId="4051569631" sldId="491"/>
            <ac:spMk id="413" creationId="{CD9C4345-750C-A545-945A-38A2341754B3}"/>
          </ac:spMkLst>
        </pc:spChg>
        <pc:spChg chg="mod">
          <ac:chgData name="Yash Jadhav" userId="535c3d6d-72b8-4f77-8155-55f939173cf2" providerId="ADAL" clId="{F33F88E0-3380-47C4-AFDE-F1AC050ADA82}" dt="2026-01-25T16:11:22.190" v="12152" actId="790"/>
          <ac:spMkLst>
            <pc:docMk/>
            <pc:sldMk cId="4051569631" sldId="491"/>
            <ac:spMk id="414" creationId="{16CB007A-39BE-2597-B364-B7C87BC3FB16}"/>
          </ac:spMkLst>
        </pc:spChg>
        <pc:spChg chg="mod">
          <ac:chgData name="Yash Jadhav" userId="535c3d6d-72b8-4f77-8155-55f939173cf2" providerId="ADAL" clId="{F33F88E0-3380-47C4-AFDE-F1AC050ADA82}" dt="2026-01-25T16:11:22.193" v="12153" actId="790"/>
          <ac:spMkLst>
            <pc:docMk/>
            <pc:sldMk cId="4051569631" sldId="491"/>
            <ac:spMk id="415" creationId="{6A5AC2F0-662A-87B5-E3D1-F0185F716927}"/>
          </ac:spMkLst>
        </pc:spChg>
        <pc:spChg chg="mod">
          <ac:chgData name="Yash Jadhav" userId="535c3d6d-72b8-4f77-8155-55f939173cf2" providerId="ADAL" clId="{F33F88E0-3380-47C4-AFDE-F1AC050ADA82}" dt="2026-01-25T16:11:22.196" v="12154" actId="790"/>
          <ac:spMkLst>
            <pc:docMk/>
            <pc:sldMk cId="4051569631" sldId="491"/>
            <ac:spMk id="416" creationId="{76933197-C094-0042-609F-A198F2E1236E}"/>
          </ac:spMkLst>
        </pc:spChg>
        <pc:spChg chg="mod">
          <ac:chgData name="Yash Jadhav" userId="535c3d6d-72b8-4f77-8155-55f939173cf2" providerId="ADAL" clId="{F33F88E0-3380-47C4-AFDE-F1AC050ADA82}" dt="2026-01-25T16:11:22.200" v="12155" actId="790"/>
          <ac:spMkLst>
            <pc:docMk/>
            <pc:sldMk cId="4051569631" sldId="491"/>
            <ac:spMk id="417" creationId="{95CC9B6E-F114-327B-5858-B5CA1B9CAB70}"/>
          </ac:spMkLst>
        </pc:spChg>
        <pc:spChg chg="mod">
          <ac:chgData name="Yash Jadhav" userId="535c3d6d-72b8-4f77-8155-55f939173cf2" providerId="ADAL" clId="{F33F88E0-3380-47C4-AFDE-F1AC050ADA82}" dt="2026-01-25T16:11:22.203" v="12156" actId="790"/>
          <ac:spMkLst>
            <pc:docMk/>
            <pc:sldMk cId="4051569631" sldId="491"/>
            <ac:spMk id="418" creationId="{18DE6E6A-2351-2C74-2DE0-1DC9ED39A777}"/>
          </ac:spMkLst>
        </pc:spChg>
        <pc:spChg chg="mod">
          <ac:chgData name="Yash Jadhav" userId="535c3d6d-72b8-4f77-8155-55f939173cf2" providerId="ADAL" clId="{F33F88E0-3380-47C4-AFDE-F1AC050ADA82}" dt="2026-01-25T16:11:22.206" v="12157" actId="790"/>
          <ac:spMkLst>
            <pc:docMk/>
            <pc:sldMk cId="4051569631" sldId="491"/>
            <ac:spMk id="419" creationId="{4EAEBE1C-3B1E-FF7D-741A-B5E5F79BD561}"/>
          </ac:spMkLst>
        </pc:spChg>
        <pc:spChg chg="mod">
          <ac:chgData name="Yash Jadhav" userId="535c3d6d-72b8-4f77-8155-55f939173cf2" providerId="ADAL" clId="{F33F88E0-3380-47C4-AFDE-F1AC050ADA82}" dt="2026-01-25T16:11:22.208" v="12158" actId="790"/>
          <ac:spMkLst>
            <pc:docMk/>
            <pc:sldMk cId="4051569631" sldId="491"/>
            <ac:spMk id="420" creationId="{C30FF92C-E391-61D7-1F64-3DD8AA366F78}"/>
          </ac:spMkLst>
        </pc:spChg>
        <pc:spChg chg="mod">
          <ac:chgData name="Yash Jadhav" userId="535c3d6d-72b8-4f77-8155-55f939173cf2" providerId="ADAL" clId="{F33F88E0-3380-47C4-AFDE-F1AC050ADA82}" dt="2026-01-25T16:11:22.211" v="12159" actId="790"/>
          <ac:spMkLst>
            <pc:docMk/>
            <pc:sldMk cId="4051569631" sldId="491"/>
            <ac:spMk id="421" creationId="{6D9012FD-333C-416E-D68B-CE0930BED06D}"/>
          </ac:spMkLst>
        </pc:spChg>
        <pc:spChg chg="mod">
          <ac:chgData name="Yash Jadhav" userId="535c3d6d-72b8-4f77-8155-55f939173cf2" providerId="ADAL" clId="{F33F88E0-3380-47C4-AFDE-F1AC050ADA82}" dt="2026-01-25T16:11:22.215" v="12160" actId="790"/>
          <ac:spMkLst>
            <pc:docMk/>
            <pc:sldMk cId="4051569631" sldId="491"/>
            <ac:spMk id="422" creationId="{2B1834FD-5EE2-CE1A-898E-232643AC6C85}"/>
          </ac:spMkLst>
        </pc:spChg>
        <pc:spChg chg="mod">
          <ac:chgData name="Yash Jadhav" userId="535c3d6d-72b8-4f77-8155-55f939173cf2" providerId="ADAL" clId="{F33F88E0-3380-47C4-AFDE-F1AC050ADA82}" dt="2026-01-25T16:11:22.217" v="12161" actId="790"/>
          <ac:spMkLst>
            <pc:docMk/>
            <pc:sldMk cId="4051569631" sldId="491"/>
            <ac:spMk id="423" creationId="{16FA5AD0-750F-4AFC-A015-F23CE22C1415}"/>
          </ac:spMkLst>
        </pc:spChg>
        <pc:spChg chg="mod">
          <ac:chgData name="Yash Jadhav" userId="535c3d6d-72b8-4f77-8155-55f939173cf2" providerId="ADAL" clId="{F33F88E0-3380-47C4-AFDE-F1AC050ADA82}" dt="2026-01-25T16:11:22.221" v="12162" actId="790"/>
          <ac:spMkLst>
            <pc:docMk/>
            <pc:sldMk cId="4051569631" sldId="491"/>
            <ac:spMk id="424" creationId="{96F91593-A8FF-4566-8B0C-6BF1A3BB0BB0}"/>
          </ac:spMkLst>
        </pc:spChg>
        <pc:spChg chg="mod">
          <ac:chgData name="Yash Jadhav" userId="535c3d6d-72b8-4f77-8155-55f939173cf2" providerId="ADAL" clId="{F33F88E0-3380-47C4-AFDE-F1AC050ADA82}" dt="2026-01-25T16:11:22.224" v="12163" actId="790"/>
          <ac:spMkLst>
            <pc:docMk/>
            <pc:sldMk cId="4051569631" sldId="491"/>
            <ac:spMk id="425" creationId="{134CE726-A78F-49E9-AF16-0FEF10C5154B}"/>
          </ac:spMkLst>
        </pc:spChg>
        <pc:spChg chg="mod">
          <ac:chgData name="Yash Jadhav" userId="535c3d6d-72b8-4f77-8155-55f939173cf2" providerId="ADAL" clId="{F33F88E0-3380-47C4-AFDE-F1AC050ADA82}" dt="2026-01-25T16:11:22.226" v="12164" actId="790"/>
          <ac:spMkLst>
            <pc:docMk/>
            <pc:sldMk cId="4051569631" sldId="491"/>
            <ac:spMk id="426" creationId="{BAEEA49F-23B5-474B-932D-21BB024524EF}"/>
          </ac:spMkLst>
        </pc:spChg>
        <pc:spChg chg="mod">
          <ac:chgData name="Yash Jadhav" userId="535c3d6d-72b8-4f77-8155-55f939173cf2" providerId="ADAL" clId="{F33F88E0-3380-47C4-AFDE-F1AC050ADA82}" dt="2026-01-25T16:11:22.229" v="12165" actId="790"/>
          <ac:spMkLst>
            <pc:docMk/>
            <pc:sldMk cId="4051569631" sldId="491"/>
            <ac:spMk id="427" creationId="{DF881318-6507-4B0C-B741-6FD0C5531325}"/>
          </ac:spMkLst>
        </pc:spChg>
        <pc:spChg chg="mod">
          <ac:chgData name="Yash Jadhav" userId="535c3d6d-72b8-4f77-8155-55f939173cf2" providerId="ADAL" clId="{F33F88E0-3380-47C4-AFDE-F1AC050ADA82}" dt="2026-01-25T16:11:22.233" v="12166" actId="790"/>
          <ac:spMkLst>
            <pc:docMk/>
            <pc:sldMk cId="4051569631" sldId="491"/>
            <ac:spMk id="428" creationId="{251B4035-F5B1-4262-8DBC-21F376EEEF67}"/>
          </ac:spMkLst>
        </pc:spChg>
        <pc:spChg chg="mod">
          <ac:chgData name="Yash Jadhav" userId="535c3d6d-72b8-4f77-8155-55f939173cf2" providerId="ADAL" clId="{F33F88E0-3380-47C4-AFDE-F1AC050ADA82}" dt="2026-01-25T16:11:22.236" v="12167" actId="790"/>
          <ac:spMkLst>
            <pc:docMk/>
            <pc:sldMk cId="4051569631" sldId="491"/>
            <ac:spMk id="429" creationId="{A5DDEA5D-1AA6-4A70-A0CD-62C75AEC7856}"/>
          </ac:spMkLst>
        </pc:spChg>
        <pc:spChg chg="mod">
          <ac:chgData name="Yash Jadhav" userId="535c3d6d-72b8-4f77-8155-55f939173cf2" providerId="ADAL" clId="{F33F88E0-3380-47C4-AFDE-F1AC050ADA82}" dt="2026-01-25T16:11:22.239" v="12168" actId="790"/>
          <ac:spMkLst>
            <pc:docMk/>
            <pc:sldMk cId="4051569631" sldId="491"/>
            <ac:spMk id="430" creationId="{2D7E9DF2-82DF-47CE-941C-E513CAD3A1FF}"/>
          </ac:spMkLst>
        </pc:spChg>
        <pc:spChg chg="mod">
          <ac:chgData name="Yash Jadhav" userId="535c3d6d-72b8-4f77-8155-55f939173cf2" providerId="ADAL" clId="{F33F88E0-3380-47C4-AFDE-F1AC050ADA82}" dt="2026-01-25T16:11:22.243" v="12169" actId="790"/>
          <ac:spMkLst>
            <pc:docMk/>
            <pc:sldMk cId="4051569631" sldId="491"/>
            <ac:spMk id="431" creationId="{5560314A-6EB3-4F84-A9EA-B37152F40A5C}"/>
          </ac:spMkLst>
        </pc:spChg>
        <pc:spChg chg="mod">
          <ac:chgData name="Yash Jadhav" userId="535c3d6d-72b8-4f77-8155-55f939173cf2" providerId="ADAL" clId="{F33F88E0-3380-47C4-AFDE-F1AC050ADA82}" dt="2026-01-25T16:11:22.247" v="12170" actId="790"/>
          <ac:spMkLst>
            <pc:docMk/>
            <pc:sldMk cId="4051569631" sldId="491"/>
            <ac:spMk id="432" creationId="{5E62415C-3749-4C11-9ED6-5C0C8F02CD38}"/>
          </ac:spMkLst>
        </pc:spChg>
        <pc:spChg chg="mod">
          <ac:chgData name="Yash Jadhav" userId="535c3d6d-72b8-4f77-8155-55f939173cf2" providerId="ADAL" clId="{F33F88E0-3380-47C4-AFDE-F1AC050ADA82}" dt="2026-01-25T16:11:22" v="12148" actId="790"/>
          <ac:spMkLst>
            <pc:docMk/>
            <pc:sldMk cId="4051569631" sldId="491"/>
            <ac:spMk id="433" creationId="{45B0A5F0-2CA4-3CDC-EF40-13B23CD96612}"/>
          </ac:spMkLst>
        </pc:spChg>
        <pc:spChg chg="mod">
          <ac:chgData name="Yash Jadhav" userId="535c3d6d-72b8-4f77-8155-55f939173cf2" providerId="ADAL" clId="{F33F88E0-3380-47C4-AFDE-F1AC050ADA82}" dt="2026-01-25T16:11:22.096" v="12149" actId="790"/>
          <ac:spMkLst>
            <pc:docMk/>
            <pc:sldMk cId="4051569631" sldId="491"/>
            <ac:spMk id="434" creationId="{E71EFD96-344D-45A9-9095-FC7A468DF34E}"/>
          </ac:spMkLst>
        </pc:spChg>
        <pc:spChg chg="mod">
          <ac:chgData name="Yash Jadhav" userId="535c3d6d-72b8-4f77-8155-55f939173cf2" providerId="ADAL" clId="{F33F88E0-3380-47C4-AFDE-F1AC050ADA82}" dt="2026-01-25T16:11:22.185" v="12150" actId="790"/>
          <ac:spMkLst>
            <pc:docMk/>
            <pc:sldMk cId="4051569631" sldId="491"/>
            <ac:spMk id="435" creationId="{C5BFB24E-E2B6-7BC0-E7BF-065B7C22F39E}"/>
          </ac:spMkLst>
        </pc:spChg>
        <pc:spChg chg="mod">
          <ac:chgData name="Yash Jadhav" userId="535c3d6d-72b8-4f77-8155-55f939173cf2" providerId="ADAL" clId="{F33F88E0-3380-47C4-AFDE-F1AC050ADA82}" dt="2026-01-25T16:11:21.670" v="12105"/>
          <ac:spMkLst>
            <pc:docMk/>
            <pc:sldMk cId="4051569631" sldId="491"/>
            <ac:spMk id="436" creationId="{8BD8210D-D81A-5BF9-8862-740CC3CE6BB6}"/>
          </ac:spMkLst>
        </pc:spChg>
        <pc:spChg chg="mod">
          <ac:chgData name="Yash Jadhav" userId="535c3d6d-72b8-4f77-8155-55f939173cf2" providerId="ADAL" clId="{F33F88E0-3380-47C4-AFDE-F1AC050ADA82}" dt="2026-01-25T16:11:21.673" v="12106"/>
          <ac:spMkLst>
            <pc:docMk/>
            <pc:sldMk cId="4051569631" sldId="491"/>
            <ac:spMk id="437" creationId="{16ECC97E-1EAF-9712-726A-37F1D94B75B2}"/>
          </ac:spMkLst>
        </pc:spChg>
        <pc:spChg chg="mod">
          <ac:chgData name="Yash Jadhav" userId="535c3d6d-72b8-4f77-8155-55f939173cf2" providerId="ADAL" clId="{F33F88E0-3380-47C4-AFDE-F1AC050ADA82}" dt="2026-01-25T16:11:21.675" v="12107"/>
          <ac:spMkLst>
            <pc:docMk/>
            <pc:sldMk cId="4051569631" sldId="491"/>
            <ac:spMk id="438" creationId="{C9E26453-3B39-62B4-348E-5FC22D7A9B10}"/>
          </ac:spMkLst>
        </pc:spChg>
        <pc:spChg chg="mod">
          <ac:chgData name="Yash Jadhav" userId="535c3d6d-72b8-4f77-8155-55f939173cf2" providerId="ADAL" clId="{F33F88E0-3380-47C4-AFDE-F1AC050ADA82}" dt="2026-01-25T16:11:21.677" v="12108"/>
          <ac:spMkLst>
            <pc:docMk/>
            <pc:sldMk cId="4051569631" sldId="491"/>
            <ac:spMk id="439" creationId="{795E00D5-7556-FB49-9190-2601DE7F68FC}"/>
          </ac:spMkLst>
        </pc:spChg>
        <pc:spChg chg="mod">
          <ac:chgData name="Yash Jadhav" userId="535c3d6d-72b8-4f77-8155-55f939173cf2" providerId="ADAL" clId="{F33F88E0-3380-47C4-AFDE-F1AC050ADA82}" dt="2026-01-25T16:11:21.680" v="12109"/>
          <ac:spMkLst>
            <pc:docMk/>
            <pc:sldMk cId="4051569631" sldId="491"/>
            <ac:spMk id="440" creationId="{75C3396F-624F-E5B2-903E-71CE0E4750F4}"/>
          </ac:spMkLst>
        </pc:spChg>
        <pc:spChg chg="mod">
          <ac:chgData name="Yash Jadhav" userId="535c3d6d-72b8-4f77-8155-55f939173cf2" providerId="ADAL" clId="{F33F88E0-3380-47C4-AFDE-F1AC050ADA82}" dt="2026-01-25T16:11:21.682" v="12110"/>
          <ac:spMkLst>
            <pc:docMk/>
            <pc:sldMk cId="4051569631" sldId="491"/>
            <ac:spMk id="441" creationId="{95A5E152-BAF7-E7D9-B5DA-CE1C968614E5}"/>
          </ac:spMkLst>
        </pc:spChg>
        <pc:spChg chg="mod">
          <ac:chgData name="Yash Jadhav" userId="535c3d6d-72b8-4f77-8155-55f939173cf2" providerId="ADAL" clId="{F33F88E0-3380-47C4-AFDE-F1AC050ADA82}" dt="2026-01-25T16:11:21.684" v="12111"/>
          <ac:spMkLst>
            <pc:docMk/>
            <pc:sldMk cId="4051569631" sldId="491"/>
            <ac:spMk id="442" creationId="{067F14C9-8CE9-108E-5180-D392944E2D3C}"/>
          </ac:spMkLst>
        </pc:spChg>
        <pc:spChg chg="mod">
          <ac:chgData name="Yash Jadhav" userId="535c3d6d-72b8-4f77-8155-55f939173cf2" providerId="ADAL" clId="{F33F88E0-3380-47C4-AFDE-F1AC050ADA82}" dt="2026-01-25T16:11:21.687" v="12112"/>
          <ac:spMkLst>
            <pc:docMk/>
            <pc:sldMk cId="4051569631" sldId="491"/>
            <ac:spMk id="443" creationId="{03DA8D12-909A-0019-E014-FD84397A6B3B}"/>
          </ac:spMkLst>
        </pc:spChg>
        <pc:spChg chg="mod">
          <ac:chgData name="Yash Jadhav" userId="535c3d6d-72b8-4f77-8155-55f939173cf2" providerId="ADAL" clId="{F33F88E0-3380-47C4-AFDE-F1AC050ADA82}" dt="2026-01-25T16:11:21.689" v="12113"/>
          <ac:spMkLst>
            <pc:docMk/>
            <pc:sldMk cId="4051569631" sldId="491"/>
            <ac:spMk id="444" creationId="{F11341AA-0B76-1D1A-D18A-FBC99FC1482B}"/>
          </ac:spMkLst>
        </pc:spChg>
        <pc:spChg chg="mod">
          <ac:chgData name="Yash Jadhav" userId="535c3d6d-72b8-4f77-8155-55f939173cf2" providerId="ADAL" clId="{F33F88E0-3380-47C4-AFDE-F1AC050ADA82}" dt="2026-01-25T16:11:21.691" v="12114"/>
          <ac:spMkLst>
            <pc:docMk/>
            <pc:sldMk cId="4051569631" sldId="491"/>
            <ac:spMk id="445" creationId="{65751C20-AAAE-350F-1046-592854ADD7D1}"/>
          </ac:spMkLst>
        </pc:spChg>
        <pc:spChg chg="mod">
          <ac:chgData name="Yash Jadhav" userId="535c3d6d-72b8-4f77-8155-55f939173cf2" providerId="ADAL" clId="{F33F88E0-3380-47C4-AFDE-F1AC050ADA82}" dt="2026-01-25T16:11:21.694" v="12115"/>
          <ac:spMkLst>
            <pc:docMk/>
            <pc:sldMk cId="4051569631" sldId="491"/>
            <ac:spMk id="446" creationId="{56E76806-A84F-6FE9-7226-5E58188B3405}"/>
          </ac:spMkLst>
        </pc:spChg>
        <pc:spChg chg="mod">
          <ac:chgData name="Yash Jadhav" userId="535c3d6d-72b8-4f77-8155-55f939173cf2" providerId="ADAL" clId="{F33F88E0-3380-47C4-AFDE-F1AC050ADA82}" dt="2026-01-25T16:11:21.980" v="12142"/>
          <ac:spMkLst>
            <pc:docMk/>
            <pc:sldMk cId="4051569631" sldId="491"/>
            <ac:spMk id="447" creationId="{928E6214-052E-62C9-C261-B928EC6E5D68}"/>
          </ac:spMkLst>
        </pc:spChg>
        <pc:spChg chg="mod">
          <ac:chgData name="Yash Jadhav" userId="535c3d6d-72b8-4f77-8155-55f939173cf2" providerId="ADAL" clId="{F33F88E0-3380-47C4-AFDE-F1AC050ADA82}" dt="2026-01-25T16:11:21.699" v="12117"/>
          <ac:spMkLst>
            <pc:docMk/>
            <pc:sldMk cId="4051569631" sldId="491"/>
            <ac:spMk id="448" creationId="{EDC49A35-1F45-729D-9178-D9A315CCB60A}"/>
          </ac:spMkLst>
        </pc:spChg>
        <pc:spChg chg="mod">
          <ac:chgData name="Yash Jadhav" userId="535c3d6d-72b8-4f77-8155-55f939173cf2" providerId="ADAL" clId="{F33F88E0-3380-47C4-AFDE-F1AC050ADA82}" dt="2026-01-25T16:11:21.701" v="12118"/>
          <ac:spMkLst>
            <pc:docMk/>
            <pc:sldMk cId="4051569631" sldId="491"/>
            <ac:spMk id="449" creationId="{B4D36461-7576-01A4-2EDB-A25C53B4D7D4}"/>
          </ac:spMkLst>
        </pc:spChg>
        <pc:spChg chg="mod">
          <ac:chgData name="Yash Jadhav" userId="535c3d6d-72b8-4f77-8155-55f939173cf2" providerId="ADAL" clId="{F33F88E0-3380-47C4-AFDE-F1AC050ADA82}" dt="2026-01-25T16:11:21.703" v="12119"/>
          <ac:spMkLst>
            <pc:docMk/>
            <pc:sldMk cId="4051569631" sldId="491"/>
            <ac:spMk id="450" creationId="{8CB6647B-0442-C529-EEB1-90FD608AC591}"/>
          </ac:spMkLst>
        </pc:spChg>
        <pc:spChg chg="mod">
          <ac:chgData name="Yash Jadhav" userId="535c3d6d-72b8-4f77-8155-55f939173cf2" providerId="ADAL" clId="{F33F88E0-3380-47C4-AFDE-F1AC050ADA82}" dt="2026-01-25T16:11:21.980" v="12142"/>
          <ac:spMkLst>
            <pc:docMk/>
            <pc:sldMk cId="4051569631" sldId="491"/>
            <ac:spMk id="451" creationId="{6341781F-C2CD-A879-D72D-484EF2E7543B}"/>
          </ac:spMkLst>
        </pc:spChg>
        <pc:spChg chg="mod">
          <ac:chgData name="Yash Jadhav" userId="535c3d6d-72b8-4f77-8155-55f939173cf2" providerId="ADAL" clId="{F33F88E0-3380-47C4-AFDE-F1AC050ADA82}" dt="2026-01-25T16:11:21.708" v="12121"/>
          <ac:spMkLst>
            <pc:docMk/>
            <pc:sldMk cId="4051569631" sldId="491"/>
            <ac:spMk id="452" creationId="{6C15EC11-3AE3-4C3D-037D-0124BB673578}"/>
          </ac:spMkLst>
        </pc:spChg>
        <pc:spChg chg="mod">
          <ac:chgData name="Yash Jadhav" userId="535c3d6d-72b8-4f77-8155-55f939173cf2" providerId="ADAL" clId="{F33F88E0-3380-47C4-AFDE-F1AC050ADA82}" dt="2026-01-25T16:11:21.711" v="12122"/>
          <ac:spMkLst>
            <pc:docMk/>
            <pc:sldMk cId="4051569631" sldId="491"/>
            <ac:spMk id="453" creationId="{87815563-CEF6-025A-717B-595EFF46C6E2}"/>
          </ac:spMkLst>
        </pc:spChg>
        <pc:spChg chg="mod">
          <ac:chgData name="Yash Jadhav" userId="535c3d6d-72b8-4f77-8155-55f939173cf2" providerId="ADAL" clId="{F33F88E0-3380-47C4-AFDE-F1AC050ADA82}" dt="2026-01-25T16:11:21.714" v="12123"/>
          <ac:spMkLst>
            <pc:docMk/>
            <pc:sldMk cId="4051569631" sldId="491"/>
            <ac:spMk id="454" creationId="{25571A2A-D3C7-8C6A-F2A2-0D438B2C4FEA}"/>
          </ac:spMkLst>
        </pc:spChg>
        <pc:spChg chg="mod">
          <ac:chgData name="Yash Jadhav" userId="535c3d6d-72b8-4f77-8155-55f939173cf2" providerId="ADAL" clId="{F33F88E0-3380-47C4-AFDE-F1AC050ADA82}" dt="2026-01-25T16:11:21.716" v="12124"/>
          <ac:spMkLst>
            <pc:docMk/>
            <pc:sldMk cId="4051569631" sldId="491"/>
            <ac:spMk id="455" creationId="{75F66387-EDEC-02F4-50F4-52B9927B7188}"/>
          </ac:spMkLst>
        </pc:spChg>
        <pc:spChg chg="mod">
          <ac:chgData name="Yash Jadhav" userId="535c3d6d-72b8-4f77-8155-55f939173cf2" providerId="ADAL" clId="{F33F88E0-3380-47C4-AFDE-F1AC050ADA82}" dt="2026-01-25T16:11:21.719" v="12125"/>
          <ac:spMkLst>
            <pc:docMk/>
            <pc:sldMk cId="4051569631" sldId="491"/>
            <ac:spMk id="456" creationId="{6683F1FB-E23C-B0E8-ADFB-88B1E17E77BD}"/>
          </ac:spMkLst>
        </pc:spChg>
        <pc:spChg chg="mod">
          <ac:chgData name="Yash Jadhav" userId="535c3d6d-72b8-4f77-8155-55f939173cf2" providerId="ADAL" clId="{F33F88E0-3380-47C4-AFDE-F1AC050ADA82}" dt="2026-01-25T16:11:21.722" v="12126"/>
          <ac:spMkLst>
            <pc:docMk/>
            <pc:sldMk cId="4051569631" sldId="491"/>
            <ac:spMk id="457" creationId="{A685F5D7-E164-091C-82B6-A181EDC85898}"/>
          </ac:spMkLst>
        </pc:spChg>
        <pc:spChg chg="mod">
          <ac:chgData name="Yash Jadhav" userId="535c3d6d-72b8-4f77-8155-55f939173cf2" providerId="ADAL" clId="{F33F88E0-3380-47C4-AFDE-F1AC050ADA82}" dt="2026-01-25T16:11:21.724" v="12127"/>
          <ac:spMkLst>
            <pc:docMk/>
            <pc:sldMk cId="4051569631" sldId="491"/>
            <ac:spMk id="458" creationId="{20A40A45-5FC6-6D1E-D7A0-B79C25223A76}"/>
          </ac:spMkLst>
        </pc:spChg>
        <pc:spChg chg="mod">
          <ac:chgData name="Yash Jadhav" userId="535c3d6d-72b8-4f77-8155-55f939173cf2" providerId="ADAL" clId="{F33F88E0-3380-47C4-AFDE-F1AC050ADA82}" dt="2026-01-25T16:11:21.726" v="12128"/>
          <ac:spMkLst>
            <pc:docMk/>
            <pc:sldMk cId="4051569631" sldId="491"/>
            <ac:spMk id="459" creationId="{2075AB52-0914-34E8-30AE-600827BE39DD}"/>
          </ac:spMkLst>
        </pc:spChg>
        <pc:spChg chg="mod">
          <ac:chgData name="Yash Jadhav" userId="535c3d6d-72b8-4f77-8155-55f939173cf2" providerId="ADAL" clId="{F33F88E0-3380-47C4-AFDE-F1AC050ADA82}" dt="2026-01-25T16:11:21.980" v="12142"/>
          <ac:spMkLst>
            <pc:docMk/>
            <pc:sldMk cId="4051569631" sldId="491"/>
            <ac:spMk id="460" creationId="{99969412-8545-0524-3602-136714E3DD1E}"/>
          </ac:spMkLst>
        </pc:spChg>
        <pc:spChg chg="mod">
          <ac:chgData name="Yash Jadhav" userId="535c3d6d-72b8-4f77-8155-55f939173cf2" providerId="ADAL" clId="{F33F88E0-3380-47C4-AFDE-F1AC050ADA82}" dt="2026-01-25T16:11:21.843" v="12131"/>
          <ac:spMkLst>
            <pc:docMk/>
            <pc:sldMk cId="4051569631" sldId="491"/>
            <ac:spMk id="462" creationId="{04CA1EE8-41EA-541D-253B-DC589E467140}"/>
          </ac:spMkLst>
        </pc:spChg>
        <pc:spChg chg="mod">
          <ac:chgData name="Yash Jadhav" userId="535c3d6d-72b8-4f77-8155-55f939173cf2" providerId="ADAL" clId="{F33F88E0-3380-47C4-AFDE-F1AC050ADA82}" dt="2026-01-25T16:11:21.846" v="12132"/>
          <ac:spMkLst>
            <pc:docMk/>
            <pc:sldMk cId="4051569631" sldId="491"/>
            <ac:spMk id="463" creationId="{90FE1356-E6F7-84E9-F4B4-B784C4C0C94B}"/>
          </ac:spMkLst>
        </pc:spChg>
        <pc:spChg chg="mod">
          <ac:chgData name="Yash Jadhav" userId="535c3d6d-72b8-4f77-8155-55f939173cf2" providerId="ADAL" clId="{F33F88E0-3380-47C4-AFDE-F1AC050ADA82}" dt="2026-01-25T16:11:21.848" v="12133"/>
          <ac:spMkLst>
            <pc:docMk/>
            <pc:sldMk cId="4051569631" sldId="491"/>
            <ac:spMk id="464" creationId="{A710BE6F-894C-9404-9A3D-12ED94987B8C}"/>
          </ac:spMkLst>
        </pc:spChg>
        <pc:spChg chg="mod">
          <ac:chgData name="Yash Jadhav" userId="535c3d6d-72b8-4f77-8155-55f939173cf2" providerId="ADAL" clId="{F33F88E0-3380-47C4-AFDE-F1AC050ADA82}" dt="2026-01-25T16:11:21.850" v="12134"/>
          <ac:spMkLst>
            <pc:docMk/>
            <pc:sldMk cId="4051569631" sldId="491"/>
            <ac:spMk id="465" creationId="{51446D9F-FD58-B313-61BD-1485B10E38C2}"/>
          </ac:spMkLst>
        </pc:spChg>
        <pc:spChg chg="mod">
          <ac:chgData name="Yash Jadhav" userId="535c3d6d-72b8-4f77-8155-55f939173cf2" providerId="ADAL" clId="{F33F88E0-3380-47C4-AFDE-F1AC050ADA82}" dt="2026-01-25T16:11:21.852" v="12135"/>
          <ac:spMkLst>
            <pc:docMk/>
            <pc:sldMk cId="4051569631" sldId="491"/>
            <ac:spMk id="466" creationId="{6D9B83C9-3E63-692D-63C2-EE379F90F157}"/>
          </ac:spMkLst>
        </pc:spChg>
        <pc:spChg chg="mod">
          <ac:chgData name="Yash Jadhav" userId="535c3d6d-72b8-4f77-8155-55f939173cf2" providerId="ADAL" clId="{F33F88E0-3380-47C4-AFDE-F1AC050ADA82}" dt="2026-01-25T16:11:21.854" v="12136"/>
          <ac:spMkLst>
            <pc:docMk/>
            <pc:sldMk cId="4051569631" sldId="491"/>
            <ac:spMk id="467" creationId="{EB63D774-5019-11CA-0720-E3894294284B}"/>
          </ac:spMkLst>
        </pc:spChg>
        <pc:spChg chg="mod">
          <ac:chgData name="Yash Jadhav" userId="535c3d6d-72b8-4f77-8155-55f939173cf2" providerId="ADAL" clId="{F33F88E0-3380-47C4-AFDE-F1AC050ADA82}" dt="2026-01-25T16:11:21.857" v="12137"/>
          <ac:spMkLst>
            <pc:docMk/>
            <pc:sldMk cId="4051569631" sldId="491"/>
            <ac:spMk id="468" creationId="{7796654E-517B-1D87-E5E5-47CAB566E67E}"/>
          </ac:spMkLst>
        </pc:spChg>
        <pc:spChg chg="mod">
          <ac:chgData name="Yash Jadhav" userId="535c3d6d-72b8-4f77-8155-55f939173cf2" providerId="ADAL" clId="{F33F88E0-3380-47C4-AFDE-F1AC050ADA82}" dt="2026-01-25T16:11:21.859" v="12138"/>
          <ac:spMkLst>
            <pc:docMk/>
            <pc:sldMk cId="4051569631" sldId="491"/>
            <ac:spMk id="469" creationId="{FF4ACC71-E0BD-154D-15F8-3AC64D60368C}"/>
          </ac:spMkLst>
        </pc:spChg>
        <pc:spChg chg="mod">
          <ac:chgData name="Yash Jadhav" userId="535c3d6d-72b8-4f77-8155-55f939173cf2" providerId="ADAL" clId="{F33F88E0-3380-47C4-AFDE-F1AC050ADA82}" dt="2026-01-25T16:11:21.861" v="12139"/>
          <ac:spMkLst>
            <pc:docMk/>
            <pc:sldMk cId="4051569631" sldId="491"/>
            <ac:spMk id="470" creationId="{42380275-9D0D-62C8-C7B1-86830163E215}"/>
          </ac:spMkLst>
        </pc:spChg>
        <pc:spChg chg="mod">
          <ac:chgData name="Yash Jadhav" userId="535c3d6d-72b8-4f77-8155-55f939173cf2" providerId="ADAL" clId="{F33F88E0-3380-47C4-AFDE-F1AC050ADA82}" dt="2026-01-25T16:11:21.864" v="12140"/>
          <ac:spMkLst>
            <pc:docMk/>
            <pc:sldMk cId="4051569631" sldId="491"/>
            <ac:spMk id="471" creationId="{E462183B-BEF8-5251-ED7C-1AF462850890}"/>
          </ac:spMkLst>
        </pc:spChg>
        <pc:spChg chg="mod">
          <ac:chgData name="Yash Jadhav" userId="535c3d6d-72b8-4f77-8155-55f939173cf2" providerId="ADAL" clId="{F33F88E0-3380-47C4-AFDE-F1AC050ADA82}" dt="2026-01-25T16:11:21.866" v="12141"/>
          <ac:spMkLst>
            <pc:docMk/>
            <pc:sldMk cId="4051569631" sldId="491"/>
            <ac:spMk id="472" creationId="{91B04F49-528D-E440-0365-4ABD64AFD026}"/>
          </ac:spMkLst>
        </pc:spChg>
        <pc:spChg chg="mod">
          <ac:chgData name="Yash Jadhav" userId="535c3d6d-72b8-4f77-8155-55f939173cf2" providerId="ADAL" clId="{F33F88E0-3380-47C4-AFDE-F1AC050ADA82}" dt="2026-01-25T16:11:21.983" v="12143"/>
          <ac:spMkLst>
            <pc:docMk/>
            <pc:sldMk cId="4051569631" sldId="491"/>
            <ac:spMk id="474" creationId="{54EA1BD2-325D-C6B9-18C6-60724A6652E6}"/>
          </ac:spMkLst>
        </pc:spChg>
        <pc:spChg chg="mod">
          <ac:chgData name="Yash Jadhav" userId="535c3d6d-72b8-4f77-8155-55f939173cf2" providerId="ADAL" clId="{F33F88E0-3380-47C4-AFDE-F1AC050ADA82}" dt="2026-01-25T16:11:21.986" v="12144"/>
          <ac:spMkLst>
            <pc:docMk/>
            <pc:sldMk cId="4051569631" sldId="491"/>
            <ac:spMk id="475" creationId="{B3A8D031-A19B-BAEA-23C8-A3567152E4FC}"/>
          </ac:spMkLst>
        </pc:spChg>
        <pc:spChg chg="mod">
          <ac:chgData name="Yash Jadhav" userId="535c3d6d-72b8-4f77-8155-55f939173cf2" providerId="ADAL" clId="{F33F88E0-3380-47C4-AFDE-F1AC050ADA82}" dt="2026-01-25T16:11:21.990" v="12145"/>
          <ac:spMkLst>
            <pc:docMk/>
            <pc:sldMk cId="4051569631" sldId="491"/>
            <ac:spMk id="476" creationId="{9A6459C5-946C-1A54-5E98-0EDF50C1672D}"/>
          </ac:spMkLst>
        </pc:spChg>
        <pc:spChg chg="mod">
          <ac:chgData name="Yash Jadhav" userId="535c3d6d-72b8-4f77-8155-55f939173cf2" providerId="ADAL" clId="{F33F88E0-3380-47C4-AFDE-F1AC050ADA82}" dt="2026-01-25T16:11:21.993" v="12146"/>
          <ac:spMkLst>
            <pc:docMk/>
            <pc:sldMk cId="4051569631" sldId="491"/>
            <ac:spMk id="477" creationId="{5B80A415-C910-E18B-7533-8701FDC81FC4}"/>
          </ac:spMkLst>
        </pc:spChg>
        <pc:spChg chg="mod">
          <ac:chgData name="Yash Jadhav" userId="535c3d6d-72b8-4f77-8155-55f939173cf2" providerId="ADAL" clId="{F33F88E0-3380-47C4-AFDE-F1AC050ADA82}" dt="2026-01-25T16:11:21.998" v="12147"/>
          <ac:spMkLst>
            <pc:docMk/>
            <pc:sldMk cId="4051569631" sldId="491"/>
            <ac:spMk id="478" creationId="{15391FFF-D4E4-5F73-304F-FD72E47475EB}"/>
          </ac:spMkLst>
        </pc:spChg>
        <pc:spChg chg="mod">
          <ac:chgData name="Yash Jadhav" userId="535c3d6d-72b8-4f77-8155-55f939173cf2" providerId="ADAL" clId="{F33F88E0-3380-47C4-AFDE-F1AC050ADA82}" dt="2026-01-25T16:11:21.509" v="12058" actId="790"/>
          <ac:spMkLst>
            <pc:docMk/>
            <pc:sldMk cId="4051569631" sldId="491"/>
            <ac:spMk id="480" creationId="{58026492-C4C1-561C-FB6A-A9A6B11D3AE5}"/>
          </ac:spMkLst>
        </pc:spChg>
        <pc:spChg chg="mod">
          <ac:chgData name="Yash Jadhav" userId="535c3d6d-72b8-4f77-8155-55f939173cf2" providerId="ADAL" clId="{F33F88E0-3380-47C4-AFDE-F1AC050ADA82}" dt="2026-01-25T16:11:21.517" v="12061" actId="790"/>
          <ac:spMkLst>
            <pc:docMk/>
            <pc:sldMk cId="4051569631" sldId="491"/>
            <ac:spMk id="482" creationId="{2E6F7BD3-8615-E011-15BD-FB17D76F5B13}"/>
          </ac:spMkLst>
        </pc:spChg>
        <pc:spChg chg="mod">
          <ac:chgData name="Yash Jadhav" userId="535c3d6d-72b8-4f77-8155-55f939173cf2" providerId="ADAL" clId="{F33F88E0-3380-47C4-AFDE-F1AC050ADA82}" dt="2026-01-25T16:11:21.519" v="12062" actId="790"/>
          <ac:spMkLst>
            <pc:docMk/>
            <pc:sldMk cId="4051569631" sldId="491"/>
            <ac:spMk id="483" creationId="{F26CC001-00D3-3BD5-C0F3-537709B64958}"/>
          </ac:spMkLst>
        </pc:spChg>
        <pc:spChg chg="mod">
          <ac:chgData name="Yash Jadhav" userId="535c3d6d-72b8-4f77-8155-55f939173cf2" providerId="ADAL" clId="{F33F88E0-3380-47C4-AFDE-F1AC050ADA82}" dt="2026-01-25T16:11:21.522" v="12063" actId="790"/>
          <ac:spMkLst>
            <pc:docMk/>
            <pc:sldMk cId="4051569631" sldId="491"/>
            <ac:spMk id="484" creationId="{8B47DCA9-7C06-8651-640E-B5146A4500A6}"/>
          </ac:spMkLst>
        </pc:spChg>
        <pc:spChg chg="mod">
          <ac:chgData name="Yash Jadhav" userId="535c3d6d-72b8-4f77-8155-55f939173cf2" providerId="ADAL" clId="{F33F88E0-3380-47C4-AFDE-F1AC050ADA82}" dt="2026-01-25T16:11:21.525" v="12064" actId="790"/>
          <ac:spMkLst>
            <pc:docMk/>
            <pc:sldMk cId="4051569631" sldId="491"/>
            <ac:spMk id="485" creationId="{EFC50D14-7666-60D8-3804-13D6564F0736}"/>
          </ac:spMkLst>
        </pc:spChg>
        <pc:spChg chg="mod">
          <ac:chgData name="Yash Jadhav" userId="535c3d6d-72b8-4f77-8155-55f939173cf2" providerId="ADAL" clId="{F33F88E0-3380-47C4-AFDE-F1AC050ADA82}" dt="2026-01-25T16:11:21.528" v="12065" actId="790"/>
          <ac:spMkLst>
            <pc:docMk/>
            <pc:sldMk cId="4051569631" sldId="491"/>
            <ac:spMk id="486" creationId="{41ED6C14-3288-512F-FEE6-22FE9CEC0622}"/>
          </ac:spMkLst>
        </pc:spChg>
        <pc:spChg chg="mod">
          <ac:chgData name="Yash Jadhav" userId="535c3d6d-72b8-4f77-8155-55f939173cf2" providerId="ADAL" clId="{F33F88E0-3380-47C4-AFDE-F1AC050ADA82}" dt="2026-01-25T16:11:21.531" v="12066" actId="790"/>
          <ac:spMkLst>
            <pc:docMk/>
            <pc:sldMk cId="4051569631" sldId="491"/>
            <ac:spMk id="487" creationId="{7D92558A-8D86-896F-5547-1C86CDD504FB}"/>
          </ac:spMkLst>
        </pc:spChg>
        <pc:spChg chg="mod">
          <ac:chgData name="Yash Jadhav" userId="535c3d6d-72b8-4f77-8155-55f939173cf2" providerId="ADAL" clId="{F33F88E0-3380-47C4-AFDE-F1AC050ADA82}" dt="2026-01-25T16:11:21.538" v="12067" actId="790"/>
          <ac:spMkLst>
            <pc:docMk/>
            <pc:sldMk cId="4051569631" sldId="491"/>
            <ac:spMk id="488" creationId="{806BAD1F-E970-E80B-0F66-FF3DE04DB9A7}"/>
          </ac:spMkLst>
        </pc:spChg>
        <pc:spChg chg="mod">
          <ac:chgData name="Yash Jadhav" userId="535c3d6d-72b8-4f77-8155-55f939173cf2" providerId="ADAL" clId="{F33F88E0-3380-47C4-AFDE-F1AC050ADA82}" dt="2026-01-25T16:11:21.542" v="12068" actId="790"/>
          <ac:spMkLst>
            <pc:docMk/>
            <pc:sldMk cId="4051569631" sldId="491"/>
            <ac:spMk id="489" creationId="{EAF61AB6-AA05-40ED-D671-ED21B67A7BC8}"/>
          </ac:spMkLst>
        </pc:spChg>
        <pc:spChg chg="mod">
          <ac:chgData name="Yash Jadhav" userId="535c3d6d-72b8-4f77-8155-55f939173cf2" providerId="ADAL" clId="{F33F88E0-3380-47C4-AFDE-F1AC050ADA82}" dt="2026-01-25T16:11:21.546" v="12069" actId="790"/>
          <ac:spMkLst>
            <pc:docMk/>
            <pc:sldMk cId="4051569631" sldId="491"/>
            <ac:spMk id="490" creationId="{F7228B72-E032-61A0-C425-22DD7CAAF9AB}"/>
          </ac:spMkLst>
        </pc:spChg>
        <pc:spChg chg="mod">
          <ac:chgData name="Yash Jadhav" userId="535c3d6d-72b8-4f77-8155-55f939173cf2" providerId="ADAL" clId="{F33F88E0-3380-47C4-AFDE-F1AC050ADA82}" dt="2026-01-25T16:11:21.551" v="12070" actId="790"/>
          <ac:spMkLst>
            <pc:docMk/>
            <pc:sldMk cId="4051569631" sldId="491"/>
            <ac:spMk id="491" creationId="{942137C3-7F82-A215-7370-64D1F8CB8314}"/>
          </ac:spMkLst>
        </pc:spChg>
        <pc:spChg chg="mod">
          <ac:chgData name="Yash Jadhav" userId="535c3d6d-72b8-4f77-8155-55f939173cf2" providerId="ADAL" clId="{F33F88E0-3380-47C4-AFDE-F1AC050ADA82}" dt="2026-01-25T16:11:21.554" v="12071" actId="790"/>
          <ac:spMkLst>
            <pc:docMk/>
            <pc:sldMk cId="4051569631" sldId="491"/>
            <ac:spMk id="492" creationId="{C34184BD-193E-2575-A303-6C0A232461EB}"/>
          </ac:spMkLst>
        </pc:spChg>
        <pc:spChg chg="mod">
          <ac:chgData name="Yash Jadhav" userId="535c3d6d-72b8-4f77-8155-55f939173cf2" providerId="ADAL" clId="{F33F88E0-3380-47C4-AFDE-F1AC050ADA82}" dt="2026-01-25T16:11:21.557" v="12072" actId="790"/>
          <ac:spMkLst>
            <pc:docMk/>
            <pc:sldMk cId="4051569631" sldId="491"/>
            <ac:spMk id="493" creationId="{34E1D6D2-07F1-FFCB-4559-3285A3A78BA0}"/>
          </ac:spMkLst>
        </pc:spChg>
        <pc:spChg chg="mod">
          <ac:chgData name="Yash Jadhav" userId="535c3d6d-72b8-4f77-8155-55f939173cf2" providerId="ADAL" clId="{F33F88E0-3380-47C4-AFDE-F1AC050ADA82}" dt="2026-01-25T16:11:21.560" v="12073" actId="790"/>
          <ac:spMkLst>
            <pc:docMk/>
            <pc:sldMk cId="4051569631" sldId="491"/>
            <ac:spMk id="494" creationId="{D2395FAC-D10B-F627-AC29-44171E595F16}"/>
          </ac:spMkLst>
        </pc:spChg>
        <pc:spChg chg="mod">
          <ac:chgData name="Yash Jadhav" userId="535c3d6d-72b8-4f77-8155-55f939173cf2" providerId="ADAL" clId="{F33F88E0-3380-47C4-AFDE-F1AC050ADA82}" dt="2026-01-25T16:11:21.563" v="12074" actId="790"/>
          <ac:spMkLst>
            <pc:docMk/>
            <pc:sldMk cId="4051569631" sldId="491"/>
            <ac:spMk id="495" creationId="{1F28A3D9-F8F2-BE41-9241-62E95F09DA66}"/>
          </ac:spMkLst>
        </pc:spChg>
        <pc:spChg chg="mod">
          <ac:chgData name="Yash Jadhav" userId="535c3d6d-72b8-4f77-8155-55f939173cf2" providerId="ADAL" clId="{F33F88E0-3380-47C4-AFDE-F1AC050ADA82}" dt="2026-01-25T16:11:21.567" v="12075" actId="790"/>
          <ac:spMkLst>
            <pc:docMk/>
            <pc:sldMk cId="4051569631" sldId="491"/>
            <ac:spMk id="496" creationId="{8C72AEA5-E72D-7F30-E23C-AE5A3E5DA1A3}"/>
          </ac:spMkLst>
        </pc:spChg>
        <pc:spChg chg="mod">
          <ac:chgData name="Yash Jadhav" userId="535c3d6d-72b8-4f77-8155-55f939173cf2" providerId="ADAL" clId="{F33F88E0-3380-47C4-AFDE-F1AC050ADA82}" dt="2026-01-25T16:11:21.570" v="12076" actId="790"/>
          <ac:spMkLst>
            <pc:docMk/>
            <pc:sldMk cId="4051569631" sldId="491"/>
            <ac:spMk id="497" creationId="{A6E4971B-3235-5294-B608-501AE510F858}"/>
          </ac:spMkLst>
        </pc:spChg>
        <pc:spChg chg="mod">
          <ac:chgData name="Yash Jadhav" userId="535c3d6d-72b8-4f77-8155-55f939173cf2" providerId="ADAL" clId="{F33F88E0-3380-47C4-AFDE-F1AC050ADA82}" dt="2026-01-25T16:11:21.574" v="12077" actId="790"/>
          <ac:spMkLst>
            <pc:docMk/>
            <pc:sldMk cId="4051569631" sldId="491"/>
            <ac:spMk id="498" creationId="{D8C74D54-3A4A-1A40-128B-B2494A099A01}"/>
          </ac:spMkLst>
        </pc:spChg>
        <pc:spChg chg="mod">
          <ac:chgData name="Yash Jadhav" userId="535c3d6d-72b8-4f77-8155-55f939173cf2" providerId="ADAL" clId="{F33F88E0-3380-47C4-AFDE-F1AC050ADA82}" dt="2026-01-25T16:11:21.578" v="12078" actId="790"/>
          <ac:spMkLst>
            <pc:docMk/>
            <pc:sldMk cId="4051569631" sldId="491"/>
            <ac:spMk id="499" creationId="{9F6787C6-5C78-F68A-0B41-E2F8AD11AA56}"/>
          </ac:spMkLst>
        </pc:spChg>
        <pc:spChg chg="mod">
          <ac:chgData name="Yash Jadhav" userId="535c3d6d-72b8-4f77-8155-55f939173cf2" providerId="ADAL" clId="{F33F88E0-3380-47C4-AFDE-F1AC050ADA82}" dt="2026-01-25T16:11:21.583" v="12079" actId="790"/>
          <ac:spMkLst>
            <pc:docMk/>
            <pc:sldMk cId="4051569631" sldId="491"/>
            <ac:spMk id="500" creationId="{846C0CE0-922B-4D14-7AF8-95BA46543A5F}"/>
          </ac:spMkLst>
        </pc:spChg>
        <pc:spChg chg="mod">
          <ac:chgData name="Yash Jadhav" userId="535c3d6d-72b8-4f77-8155-55f939173cf2" providerId="ADAL" clId="{F33F88E0-3380-47C4-AFDE-F1AC050ADA82}" dt="2026-01-25T16:11:21.586" v="12080" actId="790"/>
          <ac:spMkLst>
            <pc:docMk/>
            <pc:sldMk cId="4051569631" sldId="491"/>
            <ac:spMk id="501" creationId="{92A13D63-EBDC-8BA5-044E-26FE822F0CAE}"/>
          </ac:spMkLst>
        </pc:spChg>
        <pc:spChg chg="mod">
          <ac:chgData name="Yash Jadhav" userId="535c3d6d-72b8-4f77-8155-55f939173cf2" providerId="ADAL" clId="{F33F88E0-3380-47C4-AFDE-F1AC050ADA82}" dt="2026-01-25T16:11:21.589" v="12081" actId="790"/>
          <ac:spMkLst>
            <pc:docMk/>
            <pc:sldMk cId="4051569631" sldId="491"/>
            <ac:spMk id="502" creationId="{52F792BD-3CDF-2B6E-ED24-204334C20576}"/>
          </ac:spMkLst>
        </pc:spChg>
        <pc:spChg chg="mod">
          <ac:chgData name="Yash Jadhav" userId="535c3d6d-72b8-4f77-8155-55f939173cf2" providerId="ADAL" clId="{F33F88E0-3380-47C4-AFDE-F1AC050ADA82}" dt="2026-01-25T16:11:21.592" v="12082" actId="790"/>
          <ac:spMkLst>
            <pc:docMk/>
            <pc:sldMk cId="4051569631" sldId="491"/>
            <ac:spMk id="503" creationId="{F5562898-0D91-51B7-049E-80E212BFB44B}"/>
          </ac:spMkLst>
        </pc:spChg>
        <pc:spChg chg="mod">
          <ac:chgData name="Yash Jadhav" userId="535c3d6d-72b8-4f77-8155-55f939173cf2" providerId="ADAL" clId="{F33F88E0-3380-47C4-AFDE-F1AC050ADA82}" dt="2026-01-25T16:11:21.596" v="12083" actId="790"/>
          <ac:spMkLst>
            <pc:docMk/>
            <pc:sldMk cId="4051569631" sldId="491"/>
            <ac:spMk id="504" creationId="{177753CE-96FC-6806-7915-29F324328460}"/>
          </ac:spMkLst>
        </pc:spChg>
        <pc:spChg chg="mod">
          <ac:chgData name="Yash Jadhav" userId="535c3d6d-72b8-4f77-8155-55f939173cf2" providerId="ADAL" clId="{F33F88E0-3380-47C4-AFDE-F1AC050ADA82}" dt="2026-01-25T16:11:21.980" v="12142"/>
          <ac:spMkLst>
            <pc:docMk/>
            <pc:sldMk cId="4051569631" sldId="491"/>
            <ac:spMk id="505" creationId="{A24699DE-F311-1C2B-933B-1C07830A58D5}"/>
          </ac:spMkLst>
        </pc:spChg>
        <pc:spChg chg="mod">
          <ac:chgData name="Yash Jadhav" userId="535c3d6d-72b8-4f77-8155-55f939173cf2" providerId="ADAL" clId="{F33F88E0-3380-47C4-AFDE-F1AC050ADA82}" dt="2026-01-25T16:11:21.601" v="12085" actId="790"/>
          <ac:spMkLst>
            <pc:docMk/>
            <pc:sldMk cId="4051569631" sldId="491"/>
            <ac:spMk id="506" creationId="{EF4DD267-80E2-F248-F9EE-B7F996C855A4}"/>
          </ac:spMkLst>
        </pc:spChg>
        <pc:spChg chg="mod">
          <ac:chgData name="Yash Jadhav" userId="535c3d6d-72b8-4f77-8155-55f939173cf2" providerId="ADAL" clId="{F33F88E0-3380-47C4-AFDE-F1AC050ADA82}" dt="2026-01-25T16:11:21.604" v="12086" actId="790"/>
          <ac:spMkLst>
            <pc:docMk/>
            <pc:sldMk cId="4051569631" sldId="491"/>
            <ac:spMk id="507" creationId="{76EF175D-20BD-F7A2-F354-1E8B1DDD5152}"/>
          </ac:spMkLst>
        </pc:spChg>
        <pc:spChg chg="mod">
          <ac:chgData name="Yash Jadhav" userId="535c3d6d-72b8-4f77-8155-55f939173cf2" providerId="ADAL" clId="{F33F88E0-3380-47C4-AFDE-F1AC050ADA82}" dt="2026-01-25T16:11:21.606" v="12087" actId="790"/>
          <ac:spMkLst>
            <pc:docMk/>
            <pc:sldMk cId="4051569631" sldId="491"/>
            <ac:spMk id="508" creationId="{CE2EF85A-033F-7091-BE63-4688F90C9F40}"/>
          </ac:spMkLst>
        </pc:spChg>
        <pc:spChg chg="mod">
          <ac:chgData name="Yash Jadhav" userId="535c3d6d-72b8-4f77-8155-55f939173cf2" providerId="ADAL" clId="{F33F88E0-3380-47C4-AFDE-F1AC050ADA82}" dt="2026-01-25T16:11:21.610" v="12088" actId="790"/>
          <ac:spMkLst>
            <pc:docMk/>
            <pc:sldMk cId="4051569631" sldId="491"/>
            <ac:spMk id="509" creationId="{ADA11893-E3A7-B7E9-2ECC-8841EB88872F}"/>
          </ac:spMkLst>
        </pc:spChg>
        <pc:spChg chg="mod">
          <ac:chgData name="Yash Jadhav" userId="535c3d6d-72b8-4f77-8155-55f939173cf2" providerId="ADAL" clId="{F33F88E0-3380-47C4-AFDE-F1AC050ADA82}" dt="2026-01-25T16:11:21.615" v="12089" actId="790"/>
          <ac:spMkLst>
            <pc:docMk/>
            <pc:sldMk cId="4051569631" sldId="491"/>
            <ac:spMk id="510" creationId="{0640E3EC-D672-5AAB-425E-7912EB7BC4D9}"/>
          </ac:spMkLst>
        </pc:spChg>
        <pc:spChg chg="mod">
          <ac:chgData name="Yash Jadhav" userId="535c3d6d-72b8-4f77-8155-55f939173cf2" providerId="ADAL" clId="{F33F88E0-3380-47C4-AFDE-F1AC050ADA82}" dt="2026-01-25T16:11:21.621" v="12090" actId="790"/>
          <ac:spMkLst>
            <pc:docMk/>
            <pc:sldMk cId="4051569631" sldId="491"/>
            <ac:spMk id="511" creationId="{EB6359E6-D941-8299-39C5-CEEC6749C17D}"/>
          </ac:spMkLst>
        </pc:spChg>
        <pc:spChg chg="mod">
          <ac:chgData name="Yash Jadhav" userId="535c3d6d-72b8-4f77-8155-55f939173cf2" providerId="ADAL" clId="{F33F88E0-3380-47C4-AFDE-F1AC050ADA82}" dt="2026-01-25T16:11:21.980" v="12142"/>
          <ac:spMkLst>
            <pc:docMk/>
            <pc:sldMk cId="4051569631" sldId="491"/>
            <ac:spMk id="512" creationId="{1D222AEA-392F-D111-C7D9-057BA4D7AD98}"/>
          </ac:spMkLst>
        </pc:spChg>
        <pc:spChg chg="mod">
          <ac:chgData name="Yash Jadhav" userId="535c3d6d-72b8-4f77-8155-55f939173cf2" providerId="ADAL" clId="{F33F88E0-3380-47C4-AFDE-F1AC050ADA82}" dt="2026-01-25T16:11:21.630" v="12092" actId="790"/>
          <ac:spMkLst>
            <pc:docMk/>
            <pc:sldMk cId="4051569631" sldId="491"/>
            <ac:spMk id="513" creationId="{2972A492-D5BA-64C6-994E-5FBABF846183}"/>
          </ac:spMkLst>
        </pc:spChg>
        <pc:spChg chg="mod">
          <ac:chgData name="Yash Jadhav" userId="535c3d6d-72b8-4f77-8155-55f939173cf2" providerId="ADAL" clId="{F33F88E0-3380-47C4-AFDE-F1AC050ADA82}" dt="2026-01-25T16:11:21.633" v="12093" actId="790"/>
          <ac:spMkLst>
            <pc:docMk/>
            <pc:sldMk cId="4051569631" sldId="491"/>
            <ac:spMk id="514" creationId="{6555F92B-145D-6C59-356E-EF01F3F5E3B5}"/>
          </ac:spMkLst>
        </pc:spChg>
        <pc:spChg chg="mod">
          <ac:chgData name="Yash Jadhav" userId="535c3d6d-72b8-4f77-8155-55f939173cf2" providerId="ADAL" clId="{F33F88E0-3380-47C4-AFDE-F1AC050ADA82}" dt="2026-01-25T16:11:21.636" v="12094" actId="790"/>
          <ac:spMkLst>
            <pc:docMk/>
            <pc:sldMk cId="4051569631" sldId="491"/>
            <ac:spMk id="515" creationId="{FFF839C0-05E5-53F5-B952-7A217FF4D7E4}"/>
          </ac:spMkLst>
        </pc:spChg>
        <pc:spChg chg="mod">
          <ac:chgData name="Yash Jadhav" userId="535c3d6d-72b8-4f77-8155-55f939173cf2" providerId="ADAL" clId="{F33F88E0-3380-47C4-AFDE-F1AC050ADA82}" dt="2026-01-25T16:11:21.640" v="12095" actId="790"/>
          <ac:spMkLst>
            <pc:docMk/>
            <pc:sldMk cId="4051569631" sldId="491"/>
            <ac:spMk id="516" creationId="{090AC807-2C19-D64A-2AFE-BDF9D9A7F7BF}"/>
          </ac:spMkLst>
        </pc:spChg>
        <pc:spChg chg="mod">
          <ac:chgData name="Yash Jadhav" userId="535c3d6d-72b8-4f77-8155-55f939173cf2" providerId="ADAL" clId="{F33F88E0-3380-47C4-AFDE-F1AC050ADA82}" dt="2026-01-25T16:11:21.643" v="12096" actId="790"/>
          <ac:spMkLst>
            <pc:docMk/>
            <pc:sldMk cId="4051569631" sldId="491"/>
            <ac:spMk id="517" creationId="{DE98504B-031E-D0C6-A007-F75C4FE078AE}"/>
          </ac:spMkLst>
        </pc:spChg>
        <pc:spChg chg="mod">
          <ac:chgData name="Yash Jadhav" userId="535c3d6d-72b8-4f77-8155-55f939173cf2" providerId="ADAL" clId="{F33F88E0-3380-47C4-AFDE-F1AC050ADA82}" dt="2026-01-25T16:11:21.980" v="12142"/>
          <ac:spMkLst>
            <pc:docMk/>
            <pc:sldMk cId="4051569631" sldId="491"/>
            <ac:spMk id="518" creationId="{41ED3825-E20E-0AF6-FC5F-C74EA300C6FB}"/>
          </ac:spMkLst>
        </pc:spChg>
        <pc:spChg chg="mod">
          <ac:chgData name="Yash Jadhav" userId="535c3d6d-72b8-4f77-8155-55f939173cf2" providerId="ADAL" clId="{F33F88E0-3380-47C4-AFDE-F1AC050ADA82}" dt="2026-01-25T16:11:21.649" v="12098" actId="790"/>
          <ac:spMkLst>
            <pc:docMk/>
            <pc:sldMk cId="4051569631" sldId="491"/>
            <ac:spMk id="519" creationId="{62537F3D-9740-0207-D93B-7EDF54E7A581}"/>
          </ac:spMkLst>
        </pc:spChg>
        <pc:spChg chg="mod">
          <ac:chgData name="Yash Jadhav" userId="535c3d6d-72b8-4f77-8155-55f939173cf2" providerId="ADAL" clId="{F33F88E0-3380-47C4-AFDE-F1AC050ADA82}" dt="2026-01-25T16:11:21.653" v="12099" actId="790"/>
          <ac:spMkLst>
            <pc:docMk/>
            <pc:sldMk cId="4051569631" sldId="491"/>
            <ac:spMk id="520" creationId="{47D7DE9A-378B-906B-A8BE-230FCA41710F}"/>
          </ac:spMkLst>
        </pc:spChg>
        <pc:spChg chg="mod">
          <ac:chgData name="Yash Jadhav" userId="535c3d6d-72b8-4f77-8155-55f939173cf2" providerId="ADAL" clId="{F33F88E0-3380-47C4-AFDE-F1AC050ADA82}" dt="2026-01-25T16:11:21.661" v="12102" actId="790"/>
          <ac:spMkLst>
            <pc:docMk/>
            <pc:sldMk cId="4051569631" sldId="491"/>
            <ac:spMk id="522" creationId="{AAC3D766-D9B3-D60E-670F-74E0A37F49C1}"/>
          </ac:spMkLst>
        </pc:spChg>
        <pc:spChg chg="mod">
          <ac:chgData name="Yash Jadhav" userId="535c3d6d-72b8-4f77-8155-55f939173cf2" providerId="ADAL" clId="{F33F88E0-3380-47C4-AFDE-F1AC050ADA82}" dt="2026-01-25T16:11:21.664" v="12103" actId="790"/>
          <ac:spMkLst>
            <pc:docMk/>
            <pc:sldMk cId="4051569631" sldId="491"/>
            <ac:spMk id="523" creationId="{1458C8E8-66B5-F784-470C-B900C230F8D7}"/>
          </ac:spMkLst>
        </pc:spChg>
        <pc:spChg chg="mod">
          <ac:chgData name="Yash Jadhav" userId="535c3d6d-72b8-4f77-8155-55f939173cf2" providerId="ADAL" clId="{F33F88E0-3380-47C4-AFDE-F1AC050ADA82}" dt="2026-01-25T16:11:21.667" v="12104" actId="790"/>
          <ac:spMkLst>
            <pc:docMk/>
            <pc:sldMk cId="4051569631" sldId="491"/>
            <ac:spMk id="524" creationId="{81CF9021-FBF2-10E5-E36B-C8C7B6004A71}"/>
          </ac:spMkLst>
        </pc:spChg>
        <pc:spChg chg="mod">
          <ac:chgData name="Yash Jadhav" userId="535c3d6d-72b8-4f77-8155-55f939173cf2" providerId="ADAL" clId="{F33F88E0-3380-47C4-AFDE-F1AC050ADA82}" dt="2026-01-25T16:11:21.655" v="12100" actId="790"/>
          <ac:spMkLst>
            <pc:docMk/>
            <pc:sldMk cId="4051569631" sldId="491"/>
            <ac:spMk id="525" creationId="{7CF94500-A91B-48A3-EB12-D49C3A6AD48B}"/>
          </ac:spMkLst>
        </pc:spChg>
        <pc:spChg chg="mod">
          <ac:chgData name="Yash Jadhav" userId="535c3d6d-72b8-4f77-8155-55f939173cf2" providerId="ADAL" clId="{F33F88E0-3380-47C4-AFDE-F1AC050ADA82}" dt="2026-01-25T16:11:21.658" v="12101" actId="790"/>
          <ac:spMkLst>
            <pc:docMk/>
            <pc:sldMk cId="4051569631" sldId="491"/>
            <ac:spMk id="526" creationId="{11F7DED4-C28F-14F4-F4CE-968FA8402A4B}"/>
          </ac:spMkLst>
        </pc:spChg>
        <pc:spChg chg="mod">
          <ac:chgData name="Yash Jadhav" userId="535c3d6d-72b8-4f77-8155-55f939173cf2" providerId="ADAL" clId="{F33F88E0-3380-47C4-AFDE-F1AC050ADA82}" dt="2026-01-25T16:11:21.511" v="12059" actId="790"/>
          <ac:spMkLst>
            <pc:docMk/>
            <pc:sldMk cId="4051569631" sldId="491"/>
            <ac:spMk id="527" creationId="{0F109427-801A-1180-4E1C-400CA9F9F28B}"/>
          </ac:spMkLst>
        </pc:spChg>
        <pc:spChg chg="mod">
          <ac:chgData name="Yash Jadhav" userId="535c3d6d-72b8-4f77-8155-55f939173cf2" providerId="ADAL" clId="{F33F88E0-3380-47C4-AFDE-F1AC050ADA82}" dt="2026-01-25T16:11:21.514" v="12060" actId="790"/>
          <ac:spMkLst>
            <pc:docMk/>
            <pc:sldMk cId="4051569631" sldId="491"/>
            <ac:spMk id="528" creationId="{250F8F2E-56BF-B5EE-7790-10ABCCEEE7B6}"/>
          </ac:spMkLst>
        </pc:spChg>
        <pc:spChg chg="mod">
          <ac:chgData name="Yash Jadhav" userId="535c3d6d-72b8-4f77-8155-55f939173cf2" providerId="ADAL" clId="{F33F88E0-3380-47C4-AFDE-F1AC050ADA82}" dt="2026-01-25T16:11:21.500" v="12055" actId="790"/>
          <ac:spMkLst>
            <pc:docMk/>
            <pc:sldMk cId="4051569631" sldId="491"/>
            <ac:spMk id="529" creationId="{C7C2C9B8-3CDF-712B-CCE1-89B0E5DC15F5}"/>
          </ac:spMkLst>
        </pc:spChg>
        <pc:spChg chg="mod">
          <ac:chgData name="Yash Jadhav" userId="535c3d6d-72b8-4f77-8155-55f939173cf2" providerId="ADAL" clId="{F33F88E0-3380-47C4-AFDE-F1AC050ADA82}" dt="2026-01-25T16:11:21.980" v="12142"/>
          <ac:spMkLst>
            <pc:docMk/>
            <pc:sldMk cId="4051569631" sldId="491"/>
            <ac:spMk id="530" creationId="{F291CF5A-629A-FF4A-A5F3-963A662B7896}"/>
          </ac:spMkLst>
        </pc:spChg>
        <pc:spChg chg="mod">
          <ac:chgData name="Yash Jadhav" userId="535c3d6d-72b8-4f77-8155-55f939173cf2" providerId="ADAL" clId="{F33F88E0-3380-47C4-AFDE-F1AC050ADA82}" dt="2026-01-25T16:11:21.506" v="12057" actId="790"/>
          <ac:spMkLst>
            <pc:docMk/>
            <pc:sldMk cId="4051569631" sldId="491"/>
            <ac:spMk id="531" creationId="{38D97666-F134-60EB-BD96-D26BC3C3C978}"/>
          </ac:spMkLst>
        </pc:spChg>
      </pc:sldChg>
      <pc:sldChg chg="modSp add mod modNotes">
        <pc:chgData name="Yash Jadhav" userId="535c3d6d-72b8-4f77-8155-55f939173cf2" providerId="ADAL" clId="{F33F88E0-3380-47C4-AFDE-F1AC050ADA82}" dt="2026-01-25T16:11:30.361" v="12240" actId="20577"/>
        <pc:sldMkLst>
          <pc:docMk/>
          <pc:sldMk cId="2590883869" sldId="492"/>
        </pc:sldMkLst>
        <pc:spChg chg="mod">
          <ac:chgData name="Yash Jadhav" userId="535c3d6d-72b8-4f77-8155-55f939173cf2" providerId="ADAL" clId="{F33F88E0-3380-47C4-AFDE-F1AC050ADA82}" dt="2026-01-25T16:11:30.297" v="12214" actId="790"/>
          <ac:spMkLst>
            <pc:docMk/>
            <pc:sldMk cId="2590883869" sldId="492"/>
            <ac:spMk id="2" creationId="{00000000-0000-0000-0000-000000000000}"/>
          </ac:spMkLst>
        </pc:spChg>
        <pc:spChg chg="mod">
          <ac:chgData name="Yash Jadhav" userId="535c3d6d-72b8-4f77-8155-55f939173cf2" providerId="ADAL" clId="{F33F88E0-3380-47C4-AFDE-F1AC050ADA82}" dt="2026-01-25T16:11:30.300" v="12215" actId="790"/>
          <ac:spMkLst>
            <pc:docMk/>
            <pc:sldMk cId="2590883869" sldId="492"/>
            <ac:spMk id="3" creationId="{00000000-0000-0000-0000-000000000000}"/>
          </ac:spMkLst>
        </pc:spChg>
        <pc:spChg chg="mod">
          <ac:chgData name="Yash Jadhav" userId="535c3d6d-72b8-4f77-8155-55f939173cf2" providerId="ADAL" clId="{F33F88E0-3380-47C4-AFDE-F1AC050ADA82}" dt="2026-01-25T16:11:30.314" v="12219" actId="790"/>
          <ac:spMkLst>
            <pc:docMk/>
            <pc:sldMk cId="2590883869" sldId="492"/>
            <ac:spMk id="12" creationId="{00000000-0000-0000-0000-000000000000}"/>
          </ac:spMkLst>
        </pc:spChg>
        <pc:spChg chg="mod">
          <ac:chgData name="Yash Jadhav" userId="535c3d6d-72b8-4f77-8155-55f939173cf2" providerId="ADAL" clId="{F33F88E0-3380-47C4-AFDE-F1AC050ADA82}" dt="2026-01-25T16:11:30.303" v="12216" actId="790"/>
          <ac:spMkLst>
            <pc:docMk/>
            <pc:sldMk cId="2590883869" sldId="492"/>
            <ac:spMk id="13" creationId="{00000000-0000-0000-0000-000000000000}"/>
          </ac:spMkLst>
        </pc:spChg>
        <pc:spChg chg="mod">
          <ac:chgData name="Yash Jadhav" userId="535c3d6d-72b8-4f77-8155-55f939173cf2" providerId="ADAL" clId="{F33F88E0-3380-47C4-AFDE-F1AC050ADA82}" dt="2026-01-25T16:11:30.316" v="12220" actId="790"/>
          <ac:spMkLst>
            <pc:docMk/>
            <pc:sldMk cId="2590883869" sldId="492"/>
            <ac:spMk id="14" creationId="{00000000-0000-0000-0000-000000000000}"/>
          </ac:spMkLst>
        </pc:spChg>
        <pc:spChg chg="mod">
          <ac:chgData name="Yash Jadhav" userId="535c3d6d-72b8-4f77-8155-55f939173cf2" providerId="ADAL" clId="{F33F88E0-3380-47C4-AFDE-F1AC050ADA82}" dt="2026-01-25T16:11:30.319" v="12221" actId="790"/>
          <ac:spMkLst>
            <pc:docMk/>
            <pc:sldMk cId="2590883869" sldId="492"/>
            <ac:spMk id="15" creationId="{00000000-0000-0000-0000-000000000000}"/>
          </ac:spMkLst>
        </pc:spChg>
        <pc:spChg chg="mod">
          <ac:chgData name="Yash Jadhav" userId="535c3d6d-72b8-4f77-8155-55f939173cf2" providerId="ADAL" clId="{F33F88E0-3380-47C4-AFDE-F1AC050ADA82}" dt="2026-01-25T16:11:30.348" v="12235" actId="790"/>
          <ac:spMkLst>
            <pc:docMk/>
            <pc:sldMk cId="2590883869" sldId="492"/>
            <ac:spMk id="21" creationId="{00000000-0000-0000-0000-000000000000}"/>
          </ac:spMkLst>
        </pc:spChg>
        <pc:spChg chg="mod">
          <ac:chgData name="Yash Jadhav" userId="535c3d6d-72b8-4f77-8155-55f939173cf2" providerId="ADAL" clId="{F33F88E0-3380-47C4-AFDE-F1AC050ADA82}" dt="2026-01-25T16:11:30.306" v="12217" actId="790"/>
          <ac:spMkLst>
            <pc:docMk/>
            <pc:sldMk cId="2590883869" sldId="492"/>
            <ac:spMk id="22" creationId="{00000000-0000-0000-0000-000000000000}"/>
          </ac:spMkLst>
        </pc:spChg>
        <pc:spChg chg="mod">
          <ac:chgData name="Yash Jadhav" userId="535c3d6d-72b8-4f77-8155-55f939173cf2" providerId="ADAL" clId="{F33F88E0-3380-47C4-AFDE-F1AC050ADA82}" dt="2026-01-25T16:11:30.310" v="12218" actId="790"/>
          <ac:spMkLst>
            <pc:docMk/>
            <pc:sldMk cId="2590883869" sldId="492"/>
            <ac:spMk id="23" creationId="{00000000-0000-0000-0000-000000000000}"/>
          </ac:spMkLst>
        </pc:spChg>
        <pc:spChg chg="mod">
          <ac:chgData name="Yash Jadhav" userId="535c3d6d-72b8-4f77-8155-55f939173cf2" providerId="ADAL" clId="{F33F88E0-3380-47C4-AFDE-F1AC050ADA82}" dt="2026-01-25T16:11:30.321" v="12222" actId="790"/>
          <ac:spMkLst>
            <pc:docMk/>
            <pc:sldMk cId="2590883869" sldId="492"/>
            <ac:spMk id="35" creationId="{00000000-0000-0000-0000-000000000000}"/>
          </ac:spMkLst>
        </pc:spChg>
        <pc:spChg chg="mod">
          <ac:chgData name="Yash Jadhav" userId="535c3d6d-72b8-4f77-8155-55f939173cf2" providerId="ADAL" clId="{F33F88E0-3380-47C4-AFDE-F1AC050ADA82}" dt="2026-01-25T16:11:30.323" v="12223" actId="790"/>
          <ac:spMkLst>
            <pc:docMk/>
            <pc:sldMk cId="2590883869" sldId="492"/>
            <ac:spMk id="48" creationId="{00000000-0000-0000-0000-000000000000}"/>
          </ac:spMkLst>
        </pc:spChg>
        <pc:spChg chg="mod">
          <ac:chgData name="Yash Jadhav" userId="535c3d6d-72b8-4f77-8155-55f939173cf2" providerId="ADAL" clId="{F33F88E0-3380-47C4-AFDE-F1AC050ADA82}" dt="2026-01-25T16:11:30.325" v="12224" actId="790"/>
          <ac:spMkLst>
            <pc:docMk/>
            <pc:sldMk cId="2590883869" sldId="492"/>
            <ac:spMk id="49" creationId="{00000000-0000-0000-0000-000000000000}"/>
          </ac:spMkLst>
        </pc:spChg>
        <pc:spChg chg="mod">
          <ac:chgData name="Yash Jadhav" userId="535c3d6d-72b8-4f77-8155-55f939173cf2" providerId="ADAL" clId="{F33F88E0-3380-47C4-AFDE-F1AC050ADA82}" dt="2026-01-25T16:11:30.349" v="12236" actId="790"/>
          <ac:spMkLst>
            <pc:docMk/>
            <pc:sldMk cId="2590883869" sldId="492"/>
            <ac:spMk id="54" creationId="{00000000-0000-0000-0000-000000000000}"/>
          </ac:spMkLst>
        </pc:spChg>
        <pc:spChg chg="mod">
          <ac:chgData name="Yash Jadhav" userId="535c3d6d-72b8-4f77-8155-55f939173cf2" providerId="ADAL" clId="{F33F88E0-3380-47C4-AFDE-F1AC050ADA82}" dt="2026-01-25T16:11:30.328" v="12225" actId="790"/>
          <ac:spMkLst>
            <pc:docMk/>
            <pc:sldMk cId="2590883869" sldId="492"/>
            <ac:spMk id="55" creationId="{00000000-0000-0000-0000-000000000000}"/>
          </ac:spMkLst>
        </pc:spChg>
        <pc:spChg chg="mod">
          <ac:chgData name="Yash Jadhav" userId="535c3d6d-72b8-4f77-8155-55f939173cf2" providerId="ADAL" clId="{F33F88E0-3380-47C4-AFDE-F1AC050ADA82}" dt="2026-01-25T16:11:30.330" v="12226" actId="790"/>
          <ac:spMkLst>
            <pc:docMk/>
            <pc:sldMk cId="2590883869" sldId="492"/>
            <ac:spMk id="56" creationId="{00000000-0000-0000-0000-000000000000}"/>
          </ac:spMkLst>
        </pc:spChg>
        <pc:spChg chg="mod">
          <ac:chgData name="Yash Jadhav" userId="535c3d6d-72b8-4f77-8155-55f939173cf2" providerId="ADAL" clId="{F33F88E0-3380-47C4-AFDE-F1AC050ADA82}" dt="2026-01-25T16:11:30.333" v="12227" actId="790"/>
          <ac:spMkLst>
            <pc:docMk/>
            <pc:sldMk cId="2590883869" sldId="492"/>
            <ac:spMk id="58" creationId="{00000000-0000-0000-0000-000000000000}"/>
          </ac:spMkLst>
        </pc:spChg>
        <pc:spChg chg="mod">
          <ac:chgData name="Yash Jadhav" userId="535c3d6d-72b8-4f77-8155-55f939173cf2" providerId="ADAL" clId="{F33F88E0-3380-47C4-AFDE-F1AC050ADA82}" dt="2026-01-25T16:11:30.261" v="12203" actId="790"/>
          <ac:spMkLst>
            <pc:docMk/>
            <pc:sldMk cId="2590883869" sldId="492"/>
            <ac:spMk id="61" creationId="{00000000-0000-0000-0000-000000000000}"/>
          </ac:spMkLst>
        </pc:spChg>
        <pc:spChg chg="mod">
          <ac:chgData name="Yash Jadhav" userId="535c3d6d-72b8-4f77-8155-55f939173cf2" providerId="ADAL" clId="{F33F88E0-3380-47C4-AFDE-F1AC050ADA82}" dt="2026-01-25T16:11:30.265" v="12204" actId="790"/>
          <ac:spMkLst>
            <pc:docMk/>
            <pc:sldMk cId="2590883869" sldId="492"/>
            <ac:spMk id="62" creationId="{00000000-0000-0000-0000-000000000000}"/>
          </ac:spMkLst>
        </pc:spChg>
        <pc:spChg chg="mod">
          <ac:chgData name="Yash Jadhav" userId="535c3d6d-72b8-4f77-8155-55f939173cf2" providerId="ADAL" clId="{F33F88E0-3380-47C4-AFDE-F1AC050ADA82}" dt="2026-01-25T16:11:30.334" v="12228" actId="790"/>
          <ac:spMkLst>
            <pc:docMk/>
            <pc:sldMk cId="2590883869" sldId="492"/>
            <ac:spMk id="65" creationId="{00000000-0000-0000-0000-000000000000}"/>
          </ac:spMkLst>
        </pc:spChg>
        <pc:spChg chg="mod">
          <ac:chgData name="Yash Jadhav" userId="535c3d6d-72b8-4f77-8155-55f939173cf2" providerId="ADAL" clId="{F33F88E0-3380-47C4-AFDE-F1AC050ADA82}" dt="2026-01-25T16:11:30.336" v="12229" actId="790"/>
          <ac:spMkLst>
            <pc:docMk/>
            <pc:sldMk cId="2590883869" sldId="492"/>
            <ac:spMk id="66" creationId="{00000000-0000-0000-0000-000000000000}"/>
          </ac:spMkLst>
        </pc:spChg>
        <pc:spChg chg="mod">
          <ac:chgData name="Yash Jadhav" userId="535c3d6d-72b8-4f77-8155-55f939173cf2" providerId="ADAL" clId="{F33F88E0-3380-47C4-AFDE-F1AC050ADA82}" dt="2026-01-25T16:11:30.338" v="12230" actId="790"/>
          <ac:spMkLst>
            <pc:docMk/>
            <pc:sldMk cId="2590883869" sldId="492"/>
            <ac:spMk id="67" creationId="{00000000-0000-0000-0000-000000000000}"/>
          </ac:spMkLst>
        </pc:spChg>
        <pc:spChg chg="mod">
          <ac:chgData name="Yash Jadhav" userId="535c3d6d-72b8-4f77-8155-55f939173cf2" providerId="ADAL" clId="{F33F88E0-3380-47C4-AFDE-F1AC050ADA82}" dt="2026-01-25T16:11:30.340" v="12231" actId="790"/>
          <ac:spMkLst>
            <pc:docMk/>
            <pc:sldMk cId="2590883869" sldId="492"/>
            <ac:spMk id="68" creationId="{00000000-0000-0000-0000-000000000000}"/>
          </ac:spMkLst>
        </pc:spChg>
        <pc:spChg chg="mod">
          <ac:chgData name="Yash Jadhav" userId="535c3d6d-72b8-4f77-8155-55f939173cf2" providerId="ADAL" clId="{F33F88E0-3380-47C4-AFDE-F1AC050ADA82}" dt="2026-01-25T16:11:30.342" v="12232" actId="790"/>
          <ac:spMkLst>
            <pc:docMk/>
            <pc:sldMk cId="2590883869" sldId="492"/>
            <ac:spMk id="69" creationId="{00000000-0000-0000-0000-000000000000}"/>
          </ac:spMkLst>
        </pc:spChg>
        <pc:spChg chg="mod">
          <ac:chgData name="Yash Jadhav" userId="535c3d6d-72b8-4f77-8155-55f939173cf2" providerId="ADAL" clId="{F33F88E0-3380-47C4-AFDE-F1AC050ADA82}" dt="2026-01-25T16:11:30.344" v="12233" actId="790"/>
          <ac:spMkLst>
            <pc:docMk/>
            <pc:sldMk cId="2590883869" sldId="492"/>
            <ac:spMk id="70" creationId="{00000000-0000-0000-0000-000000000000}"/>
          </ac:spMkLst>
        </pc:spChg>
        <pc:spChg chg="mod">
          <ac:chgData name="Yash Jadhav" userId="535c3d6d-72b8-4f77-8155-55f939173cf2" providerId="ADAL" clId="{F33F88E0-3380-47C4-AFDE-F1AC050ADA82}" dt="2026-01-25T16:11:30.257" v="12202" actId="790"/>
          <ac:spMkLst>
            <pc:docMk/>
            <pc:sldMk cId="2590883869" sldId="492"/>
            <ac:spMk id="76" creationId="{00000000-0000-0000-0000-000000000000}"/>
          </ac:spMkLst>
        </pc:spChg>
        <pc:spChg chg="mod">
          <ac:chgData name="Yash Jadhav" userId="535c3d6d-72b8-4f77-8155-55f939173cf2" providerId="ADAL" clId="{F33F88E0-3380-47C4-AFDE-F1AC050ADA82}" dt="2026-01-25T16:11:30.270" v="12205" actId="790"/>
          <ac:spMkLst>
            <pc:docMk/>
            <pc:sldMk cId="2590883869" sldId="492"/>
            <ac:spMk id="83" creationId="{00000000-0000-0000-0000-000000000000}"/>
          </ac:spMkLst>
        </pc:spChg>
        <pc:spChg chg="mod">
          <ac:chgData name="Yash Jadhav" userId="535c3d6d-72b8-4f77-8155-55f939173cf2" providerId="ADAL" clId="{F33F88E0-3380-47C4-AFDE-F1AC050ADA82}" dt="2026-01-25T16:11:30.273" v="12206" actId="790"/>
          <ac:spMkLst>
            <pc:docMk/>
            <pc:sldMk cId="2590883869" sldId="492"/>
            <ac:spMk id="102" creationId="{00000000-0000-0000-0000-000000000000}"/>
          </ac:spMkLst>
        </pc:spChg>
        <pc:spChg chg="mod">
          <ac:chgData name="Yash Jadhav" userId="535c3d6d-72b8-4f77-8155-55f939173cf2" providerId="ADAL" clId="{F33F88E0-3380-47C4-AFDE-F1AC050ADA82}" dt="2026-01-25T16:11:30.276" v="12207" actId="790"/>
          <ac:spMkLst>
            <pc:docMk/>
            <pc:sldMk cId="2590883869" sldId="492"/>
            <ac:spMk id="104" creationId="{00000000-0000-0000-0000-000000000000}"/>
          </ac:spMkLst>
        </pc:spChg>
        <pc:spChg chg="mod">
          <ac:chgData name="Yash Jadhav" userId="535c3d6d-72b8-4f77-8155-55f939173cf2" providerId="ADAL" clId="{F33F88E0-3380-47C4-AFDE-F1AC050ADA82}" dt="2026-01-25T16:11:30.278" v="12208" actId="790"/>
          <ac:spMkLst>
            <pc:docMk/>
            <pc:sldMk cId="2590883869" sldId="492"/>
            <ac:spMk id="105" creationId="{00000000-0000-0000-0000-000000000000}"/>
          </ac:spMkLst>
        </pc:spChg>
        <pc:spChg chg="mod">
          <ac:chgData name="Yash Jadhav" userId="535c3d6d-72b8-4f77-8155-55f939173cf2" providerId="ADAL" clId="{F33F88E0-3380-47C4-AFDE-F1AC050ADA82}" dt="2026-01-25T16:11:30.282" v="12209" actId="790"/>
          <ac:spMkLst>
            <pc:docMk/>
            <pc:sldMk cId="2590883869" sldId="492"/>
            <ac:spMk id="108" creationId="{00000000-0000-0000-0000-000000000000}"/>
          </ac:spMkLst>
        </pc:spChg>
        <pc:spChg chg="mod">
          <ac:chgData name="Yash Jadhav" userId="535c3d6d-72b8-4f77-8155-55f939173cf2" providerId="ADAL" clId="{F33F88E0-3380-47C4-AFDE-F1AC050ADA82}" dt="2026-01-25T16:11:30.285" v="12210" actId="790"/>
          <ac:spMkLst>
            <pc:docMk/>
            <pc:sldMk cId="2590883869" sldId="492"/>
            <ac:spMk id="113" creationId="{00000000-0000-0000-0000-000000000000}"/>
          </ac:spMkLst>
        </pc:spChg>
        <pc:spChg chg="mod">
          <ac:chgData name="Yash Jadhav" userId="535c3d6d-72b8-4f77-8155-55f939173cf2" providerId="ADAL" clId="{F33F88E0-3380-47C4-AFDE-F1AC050ADA82}" dt="2026-01-25T16:11:30.289" v="12211" actId="790"/>
          <ac:spMkLst>
            <pc:docMk/>
            <pc:sldMk cId="2590883869" sldId="492"/>
            <ac:spMk id="115" creationId="{00000000-0000-0000-0000-000000000000}"/>
          </ac:spMkLst>
        </pc:spChg>
        <pc:spChg chg="mod">
          <ac:chgData name="Yash Jadhav" userId="535c3d6d-72b8-4f77-8155-55f939173cf2" providerId="ADAL" clId="{F33F88E0-3380-47C4-AFDE-F1AC050ADA82}" dt="2026-01-25T16:11:30.292" v="12212" actId="790"/>
          <ac:spMkLst>
            <pc:docMk/>
            <pc:sldMk cId="2590883869" sldId="492"/>
            <ac:spMk id="116" creationId="{00000000-0000-0000-0000-000000000000}"/>
          </ac:spMkLst>
        </pc:spChg>
        <pc:spChg chg="mod">
          <ac:chgData name="Yash Jadhav" userId="535c3d6d-72b8-4f77-8155-55f939173cf2" providerId="ADAL" clId="{F33F88E0-3380-47C4-AFDE-F1AC050ADA82}" dt="2026-01-25T16:11:30.295" v="12213" actId="790"/>
          <ac:spMkLst>
            <pc:docMk/>
            <pc:sldMk cId="2590883869" sldId="492"/>
            <ac:spMk id="118" creationId="{00000000-0000-0000-0000-000000000000}"/>
          </ac:spMkLst>
        </pc:spChg>
        <pc:spChg chg="mod">
          <ac:chgData name="Yash Jadhav" userId="535c3d6d-72b8-4f77-8155-55f939173cf2" providerId="ADAL" clId="{F33F88E0-3380-47C4-AFDE-F1AC050ADA82}" dt="2026-01-25T16:11:30.346" v="12234" actId="790"/>
          <ac:spMkLst>
            <pc:docMk/>
            <pc:sldMk cId="2590883869" sldId="492"/>
            <ac:spMk id="119" creationId="{00000000-0000-0000-0000-000000000000}"/>
          </ac:spMkLst>
        </pc:spChg>
        <pc:spChg chg="mod">
          <ac:chgData name="Yash Jadhav" userId="535c3d6d-72b8-4f77-8155-55f939173cf2" providerId="ADAL" clId="{F33F88E0-3380-47C4-AFDE-F1AC050ADA82}" dt="2026-01-25T16:11:30.351" v="12237" actId="790"/>
          <ac:spMkLst>
            <pc:docMk/>
            <pc:sldMk cId="2590883869" sldId="492"/>
            <ac:spMk id="129" creationId="{00000000-0000-0000-0000-000000000000}"/>
          </ac:spMkLst>
        </pc:spChg>
      </pc:sldChg>
      <pc:sldChg chg="modSp add mod modNotes">
        <pc:chgData name="Yash Jadhav" userId="535c3d6d-72b8-4f77-8155-55f939173cf2" providerId="ADAL" clId="{F33F88E0-3380-47C4-AFDE-F1AC050ADA82}" dt="2026-01-25T16:11:31.720" v="12260" actId="20577"/>
        <pc:sldMkLst>
          <pc:docMk/>
          <pc:sldMk cId="2218247809" sldId="493"/>
        </pc:sldMkLst>
        <pc:spChg chg="mod">
          <ac:chgData name="Yash Jadhav" userId="535c3d6d-72b8-4f77-8155-55f939173cf2" providerId="ADAL" clId="{F33F88E0-3380-47C4-AFDE-F1AC050ADA82}" dt="2026-01-25T16:11:31.675" v="12242" actId="790"/>
          <ac:spMkLst>
            <pc:docMk/>
            <pc:sldMk cId="2218247809" sldId="493"/>
            <ac:spMk id="2" creationId="{00000000-0000-0000-0000-000000000000}"/>
          </ac:spMkLst>
        </pc:spChg>
        <pc:spChg chg="mod">
          <ac:chgData name="Yash Jadhav" userId="535c3d6d-72b8-4f77-8155-55f939173cf2" providerId="ADAL" clId="{F33F88E0-3380-47C4-AFDE-F1AC050ADA82}" dt="2026-01-25T16:11:31.679" v="12243" actId="790"/>
          <ac:spMkLst>
            <pc:docMk/>
            <pc:sldMk cId="2218247809" sldId="493"/>
            <ac:spMk id="3" creationId="{00000000-0000-0000-0000-000000000000}"/>
          </ac:spMkLst>
        </pc:spChg>
        <pc:spChg chg="mod">
          <ac:chgData name="Yash Jadhav" userId="535c3d6d-72b8-4f77-8155-55f939173cf2" providerId="ADAL" clId="{F33F88E0-3380-47C4-AFDE-F1AC050ADA82}" dt="2026-01-25T16:11:31.708" v="12255" actId="790"/>
          <ac:spMkLst>
            <pc:docMk/>
            <pc:sldMk cId="2218247809" sldId="493"/>
            <ac:spMk id="12" creationId="{00000000-0000-0000-0000-000000000000}"/>
          </ac:spMkLst>
        </pc:spChg>
        <pc:spChg chg="mod">
          <ac:chgData name="Yash Jadhav" userId="535c3d6d-72b8-4f77-8155-55f939173cf2" providerId="ADAL" clId="{F33F88E0-3380-47C4-AFDE-F1AC050ADA82}" dt="2026-01-25T16:11:31.683" v="12244" actId="790"/>
          <ac:spMkLst>
            <pc:docMk/>
            <pc:sldMk cId="2218247809" sldId="493"/>
            <ac:spMk id="13" creationId="{00000000-0000-0000-0000-000000000000}"/>
          </ac:spMkLst>
        </pc:spChg>
        <pc:spChg chg="mod">
          <ac:chgData name="Yash Jadhav" userId="535c3d6d-72b8-4f77-8155-55f939173cf2" providerId="ADAL" clId="{F33F88E0-3380-47C4-AFDE-F1AC050ADA82}" dt="2026-01-25T16:11:31.710" v="12256" actId="790"/>
          <ac:spMkLst>
            <pc:docMk/>
            <pc:sldMk cId="2218247809" sldId="493"/>
            <ac:spMk id="14" creationId="{00000000-0000-0000-0000-000000000000}"/>
          </ac:spMkLst>
        </pc:spChg>
        <pc:spChg chg="mod">
          <ac:chgData name="Yash Jadhav" userId="535c3d6d-72b8-4f77-8155-55f939173cf2" providerId="ADAL" clId="{F33F88E0-3380-47C4-AFDE-F1AC050ADA82}" dt="2026-01-25T16:11:31.712" v="12257" actId="790"/>
          <ac:spMkLst>
            <pc:docMk/>
            <pc:sldMk cId="2218247809" sldId="493"/>
            <ac:spMk id="15" creationId="{00000000-0000-0000-0000-000000000000}"/>
          </ac:spMkLst>
        </pc:spChg>
        <pc:spChg chg="mod">
          <ac:chgData name="Yash Jadhav" userId="535c3d6d-72b8-4f77-8155-55f939173cf2" providerId="ADAL" clId="{F33F88E0-3380-47C4-AFDE-F1AC050ADA82}" dt="2026-01-25T16:11:31.685" v="12245" actId="790"/>
          <ac:spMkLst>
            <pc:docMk/>
            <pc:sldMk cId="2218247809" sldId="493"/>
            <ac:spMk id="22" creationId="{00000000-0000-0000-0000-000000000000}"/>
          </ac:spMkLst>
        </pc:spChg>
        <pc:spChg chg="mod">
          <ac:chgData name="Yash Jadhav" userId="535c3d6d-72b8-4f77-8155-55f939173cf2" providerId="ADAL" clId="{F33F88E0-3380-47C4-AFDE-F1AC050ADA82}" dt="2026-01-25T16:11:31.687" v="12246" actId="790"/>
          <ac:spMkLst>
            <pc:docMk/>
            <pc:sldMk cId="2218247809" sldId="493"/>
            <ac:spMk id="23" creationId="{00000000-0000-0000-0000-000000000000}"/>
          </ac:spMkLst>
        </pc:spChg>
        <pc:spChg chg="mod">
          <ac:chgData name="Yash Jadhav" userId="535c3d6d-72b8-4f77-8155-55f939173cf2" providerId="ADAL" clId="{F33F88E0-3380-47C4-AFDE-F1AC050ADA82}" dt="2026-01-25T16:11:31.691" v="12247" actId="790"/>
          <ac:spMkLst>
            <pc:docMk/>
            <pc:sldMk cId="2218247809" sldId="493"/>
            <ac:spMk id="24" creationId="{00000000-0000-0000-0000-000000000000}"/>
          </ac:spMkLst>
        </pc:spChg>
        <pc:spChg chg="mod">
          <ac:chgData name="Yash Jadhav" userId="535c3d6d-72b8-4f77-8155-55f939173cf2" providerId="ADAL" clId="{F33F88E0-3380-47C4-AFDE-F1AC050ADA82}" dt="2026-01-25T16:11:31.694" v="12248" actId="790"/>
          <ac:spMkLst>
            <pc:docMk/>
            <pc:sldMk cId="2218247809" sldId="493"/>
            <ac:spMk id="25" creationId="{00000000-0000-0000-0000-000000000000}"/>
          </ac:spMkLst>
        </pc:spChg>
        <pc:spChg chg="mod">
          <ac:chgData name="Yash Jadhav" userId="535c3d6d-72b8-4f77-8155-55f939173cf2" providerId="ADAL" clId="{F33F88E0-3380-47C4-AFDE-F1AC050ADA82}" dt="2026-01-25T16:11:31.696" v="12249" actId="790"/>
          <ac:spMkLst>
            <pc:docMk/>
            <pc:sldMk cId="2218247809" sldId="493"/>
            <ac:spMk id="26" creationId="{00000000-0000-0000-0000-000000000000}"/>
          </ac:spMkLst>
        </pc:spChg>
        <pc:spChg chg="mod">
          <ac:chgData name="Yash Jadhav" userId="535c3d6d-72b8-4f77-8155-55f939173cf2" providerId="ADAL" clId="{F33F88E0-3380-47C4-AFDE-F1AC050ADA82}" dt="2026-01-25T16:11:31.698" v="12250" actId="790"/>
          <ac:spMkLst>
            <pc:docMk/>
            <pc:sldMk cId="2218247809" sldId="493"/>
            <ac:spMk id="31" creationId="{00000000-0000-0000-0000-000000000000}"/>
          </ac:spMkLst>
        </pc:spChg>
        <pc:spChg chg="mod">
          <ac:chgData name="Yash Jadhav" userId="535c3d6d-72b8-4f77-8155-55f939173cf2" providerId="ADAL" clId="{F33F88E0-3380-47C4-AFDE-F1AC050ADA82}" dt="2026-01-25T16:11:31.700" v="12251" actId="790"/>
          <ac:spMkLst>
            <pc:docMk/>
            <pc:sldMk cId="2218247809" sldId="493"/>
            <ac:spMk id="33" creationId="{00000000-0000-0000-0000-000000000000}"/>
          </ac:spMkLst>
        </pc:spChg>
        <pc:spChg chg="mod">
          <ac:chgData name="Yash Jadhav" userId="535c3d6d-72b8-4f77-8155-55f939173cf2" providerId="ADAL" clId="{F33F88E0-3380-47C4-AFDE-F1AC050ADA82}" dt="2026-01-25T16:11:31.702" v="12252" actId="790"/>
          <ac:spMkLst>
            <pc:docMk/>
            <pc:sldMk cId="2218247809" sldId="493"/>
            <ac:spMk id="34" creationId="{00000000-0000-0000-0000-000000000000}"/>
          </ac:spMkLst>
        </pc:spChg>
        <pc:spChg chg="mod">
          <ac:chgData name="Yash Jadhav" userId="535c3d6d-72b8-4f77-8155-55f939173cf2" providerId="ADAL" clId="{F33F88E0-3380-47C4-AFDE-F1AC050ADA82}" dt="2026-01-25T16:11:31.704" v="12253" actId="790"/>
          <ac:spMkLst>
            <pc:docMk/>
            <pc:sldMk cId="2218247809" sldId="493"/>
            <ac:spMk id="43" creationId="{00000000-0000-0000-0000-000000000000}"/>
          </ac:spMkLst>
        </pc:spChg>
        <pc:spChg chg="mod">
          <ac:chgData name="Yash Jadhav" userId="535c3d6d-72b8-4f77-8155-55f939173cf2" providerId="ADAL" clId="{F33F88E0-3380-47C4-AFDE-F1AC050ADA82}" dt="2026-01-25T16:11:31.705" v="12254" actId="790"/>
          <ac:spMkLst>
            <pc:docMk/>
            <pc:sldMk cId="2218247809" sldId="493"/>
            <ac:spMk id="44" creationId="{00000000-0000-0000-0000-000000000000}"/>
          </ac:spMkLst>
        </pc:spChg>
      </pc:sldChg>
      <pc:sldChg chg="modSp add mod modNotes">
        <pc:chgData name="Yash Jadhav" userId="535c3d6d-72b8-4f77-8155-55f939173cf2" providerId="ADAL" clId="{F33F88E0-3380-47C4-AFDE-F1AC050ADA82}" dt="2026-01-25T16:11:33.388" v="12280" actId="20577"/>
        <pc:sldMkLst>
          <pc:docMk/>
          <pc:sldMk cId="2735089021" sldId="494"/>
        </pc:sldMkLst>
        <pc:spChg chg="mod">
          <ac:chgData name="Yash Jadhav" userId="535c3d6d-72b8-4f77-8155-55f939173cf2" providerId="ADAL" clId="{F33F88E0-3380-47C4-AFDE-F1AC050ADA82}" dt="2026-01-25T16:11:33.333" v="12262" actId="790"/>
          <ac:spMkLst>
            <pc:docMk/>
            <pc:sldMk cId="2735089021" sldId="494"/>
            <ac:spMk id="2" creationId="{00000000-0000-0000-0000-000000000000}"/>
          </ac:spMkLst>
        </pc:spChg>
        <pc:spChg chg="mod">
          <ac:chgData name="Yash Jadhav" userId="535c3d6d-72b8-4f77-8155-55f939173cf2" providerId="ADAL" clId="{F33F88E0-3380-47C4-AFDE-F1AC050ADA82}" dt="2026-01-25T16:11:33.336" v="12263" actId="790"/>
          <ac:spMkLst>
            <pc:docMk/>
            <pc:sldMk cId="2735089021" sldId="494"/>
            <ac:spMk id="3" creationId="{00000000-0000-0000-0000-000000000000}"/>
          </ac:spMkLst>
        </pc:spChg>
        <pc:spChg chg="mod">
          <ac:chgData name="Yash Jadhav" userId="535c3d6d-72b8-4f77-8155-55f939173cf2" providerId="ADAL" clId="{F33F88E0-3380-47C4-AFDE-F1AC050ADA82}" dt="2026-01-25T16:11:33.369" v="12275" actId="790"/>
          <ac:spMkLst>
            <pc:docMk/>
            <pc:sldMk cId="2735089021" sldId="494"/>
            <ac:spMk id="12" creationId="{00000000-0000-0000-0000-000000000000}"/>
          </ac:spMkLst>
        </pc:spChg>
        <pc:spChg chg="mod">
          <ac:chgData name="Yash Jadhav" userId="535c3d6d-72b8-4f77-8155-55f939173cf2" providerId="ADAL" clId="{F33F88E0-3380-47C4-AFDE-F1AC050ADA82}" dt="2026-01-25T16:11:33.340" v="12264" actId="790"/>
          <ac:spMkLst>
            <pc:docMk/>
            <pc:sldMk cId="2735089021" sldId="494"/>
            <ac:spMk id="13" creationId="{00000000-0000-0000-0000-000000000000}"/>
          </ac:spMkLst>
        </pc:spChg>
        <pc:spChg chg="mod">
          <ac:chgData name="Yash Jadhav" userId="535c3d6d-72b8-4f77-8155-55f939173cf2" providerId="ADAL" clId="{F33F88E0-3380-47C4-AFDE-F1AC050ADA82}" dt="2026-01-25T16:11:33.372" v="12276" actId="790"/>
          <ac:spMkLst>
            <pc:docMk/>
            <pc:sldMk cId="2735089021" sldId="494"/>
            <ac:spMk id="14" creationId="{00000000-0000-0000-0000-000000000000}"/>
          </ac:spMkLst>
        </pc:spChg>
        <pc:spChg chg="mod">
          <ac:chgData name="Yash Jadhav" userId="535c3d6d-72b8-4f77-8155-55f939173cf2" providerId="ADAL" clId="{F33F88E0-3380-47C4-AFDE-F1AC050ADA82}" dt="2026-01-25T16:11:33.376" v="12277" actId="790"/>
          <ac:spMkLst>
            <pc:docMk/>
            <pc:sldMk cId="2735089021" sldId="494"/>
            <ac:spMk id="15" creationId="{00000000-0000-0000-0000-000000000000}"/>
          </ac:spMkLst>
        </pc:spChg>
        <pc:spChg chg="mod">
          <ac:chgData name="Yash Jadhav" userId="535c3d6d-72b8-4f77-8155-55f939173cf2" providerId="ADAL" clId="{F33F88E0-3380-47C4-AFDE-F1AC050ADA82}" dt="2026-01-25T16:11:33.343" v="12265" actId="790"/>
          <ac:spMkLst>
            <pc:docMk/>
            <pc:sldMk cId="2735089021" sldId="494"/>
            <ac:spMk id="22" creationId="{00000000-0000-0000-0000-000000000000}"/>
          </ac:spMkLst>
        </pc:spChg>
        <pc:spChg chg="mod">
          <ac:chgData name="Yash Jadhav" userId="535c3d6d-72b8-4f77-8155-55f939173cf2" providerId="ADAL" clId="{F33F88E0-3380-47C4-AFDE-F1AC050ADA82}" dt="2026-01-25T16:11:33.345" v="12266" actId="790"/>
          <ac:spMkLst>
            <pc:docMk/>
            <pc:sldMk cId="2735089021" sldId="494"/>
            <ac:spMk id="23" creationId="{00000000-0000-0000-0000-000000000000}"/>
          </ac:spMkLst>
        </pc:spChg>
        <pc:spChg chg="mod">
          <ac:chgData name="Yash Jadhav" userId="535c3d6d-72b8-4f77-8155-55f939173cf2" providerId="ADAL" clId="{F33F88E0-3380-47C4-AFDE-F1AC050ADA82}" dt="2026-01-25T16:11:33.347" v="12267" actId="790"/>
          <ac:spMkLst>
            <pc:docMk/>
            <pc:sldMk cId="2735089021" sldId="494"/>
            <ac:spMk id="24" creationId="{00000000-0000-0000-0000-000000000000}"/>
          </ac:spMkLst>
        </pc:spChg>
        <pc:spChg chg="mod">
          <ac:chgData name="Yash Jadhav" userId="535c3d6d-72b8-4f77-8155-55f939173cf2" providerId="ADAL" clId="{F33F88E0-3380-47C4-AFDE-F1AC050ADA82}" dt="2026-01-25T16:11:33.349" v="12268" actId="790"/>
          <ac:spMkLst>
            <pc:docMk/>
            <pc:sldMk cId="2735089021" sldId="494"/>
            <ac:spMk id="25" creationId="{00000000-0000-0000-0000-000000000000}"/>
          </ac:spMkLst>
        </pc:spChg>
        <pc:spChg chg="mod">
          <ac:chgData name="Yash Jadhav" userId="535c3d6d-72b8-4f77-8155-55f939173cf2" providerId="ADAL" clId="{F33F88E0-3380-47C4-AFDE-F1AC050ADA82}" dt="2026-01-25T16:11:33.351" v="12269" actId="790"/>
          <ac:spMkLst>
            <pc:docMk/>
            <pc:sldMk cId="2735089021" sldId="494"/>
            <ac:spMk id="26" creationId="{00000000-0000-0000-0000-000000000000}"/>
          </ac:spMkLst>
        </pc:spChg>
        <pc:spChg chg="mod">
          <ac:chgData name="Yash Jadhav" userId="535c3d6d-72b8-4f77-8155-55f939173cf2" providerId="ADAL" clId="{F33F88E0-3380-47C4-AFDE-F1AC050ADA82}" dt="2026-01-25T16:11:33.353" v="12270" actId="790"/>
          <ac:spMkLst>
            <pc:docMk/>
            <pc:sldMk cId="2735089021" sldId="494"/>
            <ac:spMk id="31" creationId="{00000000-0000-0000-0000-000000000000}"/>
          </ac:spMkLst>
        </pc:spChg>
        <pc:spChg chg="mod">
          <ac:chgData name="Yash Jadhav" userId="535c3d6d-72b8-4f77-8155-55f939173cf2" providerId="ADAL" clId="{F33F88E0-3380-47C4-AFDE-F1AC050ADA82}" dt="2026-01-25T16:11:33.357" v="12271" actId="790"/>
          <ac:spMkLst>
            <pc:docMk/>
            <pc:sldMk cId="2735089021" sldId="494"/>
            <ac:spMk id="33" creationId="{00000000-0000-0000-0000-000000000000}"/>
          </ac:spMkLst>
        </pc:spChg>
        <pc:spChg chg="mod">
          <ac:chgData name="Yash Jadhav" userId="535c3d6d-72b8-4f77-8155-55f939173cf2" providerId="ADAL" clId="{F33F88E0-3380-47C4-AFDE-F1AC050ADA82}" dt="2026-01-25T16:11:33.360" v="12272" actId="790"/>
          <ac:spMkLst>
            <pc:docMk/>
            <pc:sldMk cId="2735089021" sldId="494"/>
            <ac:spMk id="34" creationId="{00000000-0000-0000-0000-000000000000}"/>
          </ac:spMkLst>
        </pc:spChg>
        <pc:spChg chg="mod">
          <ac:chgData name="Yash Jadhav" userId="535c3d6d-72b8-4f77-8155-55f939173cf2" providerId="ADAL" clId="{F33F88E0-3380-47C4-AFDE-F1AC050ADA82}" dt="2026-01-25T16:11:33.363" v="12273" actId="790"/>
          <ac:spMkLst>
            <pc:docMk/>
            <pc:sldMk cId="2735089021" sldId="494"/>
            <ac:spMk id="43" creationId="{00000000-0000-0000-0000-000000000000}"/>
          </ac:spMkLst>
        </pc:spChg>
        <pc:spChg chg="mod">
          <ac:chgData name="Yash Jadhav" userId="535c3d6d-72b8-4f77-8155-55f939173cf2" providerId="ADAL" clId="{F33F88E0-3380-47C4-AFDE-F1AC050ADA82}" dt="2026-01-25T16:11:33.366" v="12274" actId="790"/>
          <ac:spMkLst>
            <pc:docMk/>
            <pc:sldMk cId="2735089021" sldId="494"/>
            <ac:spMk id="44" creationId="{00000000-0000-0000-0000-000000000000}"/>
          </ac:spMkLst>
        </pc:spChg>
      </pc:sldChg>
      <pc:sldChg chg="modSp add mod modNotes">
        <pc:chgData name="Yash Jadhav" userId="535c3d6d-72b8-4f77-8155-55f939173cf2" providerId="ADAL" clId="{F33F88E0-3380-47C4-AFDE-F1AC050ADA82}" dt="2026-01-25T16:11:42.880" v="12315" actId="20577"/>
        <pc:sldMkLst>
          <pc:docMk/>
          <pc:sldMk cId="3455225392" sldId="495"/>
        </pc:sldMkLst>
        <pc:spChg chg="mod">
          <ac:chgData name="Yash Jadhav" userId="535c3d6d-72b8-4f77-8155-55f939173cf2" providerId="ADAL" clId="{F33F88E0-3380-47C4-AFDE-F1AC050ADA82}" dt="2026-01-25T16:11:42.801" v="12282" actId="790"/>
          <ac:spMkLst>
            <pc:docMk/>
            <pc:sldMk cId="3455225392" sldId="495"/>
            <ac:spMk id="2" creationId="{00000000-0000-0000-0000-000000000000}"/>
          </ac:spMkLst>
        </pc:spChg>
        <pc:spChg chg="mod">
          <ac:chgData name="Yash Jadhav" userId="535c3d6d-72b8-4f77-8155-55f939173cf2" providerId="ADAL" clId="{F33F88E0-3380-47C4-AFDE-F1AC050ADA82}" dt="2026-01-25T16:11:42.869" v="12311" actId="790"/>
          <ac:spMkLst>
            <pc:docMk/>
            <pc:sldMk cId="3455225392" sldId="495"/>
            <ac:spMk id="3" creationId="{00000000-0000-0000-0000-000000000000}"/>
          </ac:spMkLst>
        </pc:spChg>
        <pc:spChg chg="mod">
          <ac:chgData name="Yash Jadhav" userId="535c3d6d-72b8-4f77-8155-55f939173cf2" providerId="ADAL" clId="{F33F88E0-3380-47C4-AFDE-F1AC050ADA82}" dt="2026-01-25T16:11:42.818" v="12288" actId="790"/>
          <ac:spMkLst>
            <pc:docMk/>
            <pc:sldMk cId="3455225392" sldId="495"/>
            <ac:spMk id="23" creationId="{00000000-0000-0000-0000-000000000000}"/>
          </ac:spMkLst>
        </pc:spChg>
        <pc:spChg chg="mod">
          <ac:chgData name="Yash Jadhav" userId="535c3d6d-72b8-4f77-8155-55f939173cf2" providerId="ADAL" clId="{F33F88E0-3380-47C4-AFDE-F1AC050ADA82}" dt="2026-01-25T16:11:42.820" v="12289" actId="790"/>
          <ac:spMkLst>
            <pc:docMk/>
            <pc:sldMk cId="3455225392" sldId="495"/>
            <ac:spMk id="49" creationId="{00000000-0000-0000-0000-000000000000}"/>
          </ac:spMkLst>
        </pc:spChg>
        <pc:spChg chg="mod">
          <ac:chgData name="Yash Jadhav" userId="535c3d6d-72b8-4f77-8155-55f939173cf2" providerId="ADAL" clId="{F33F88E0-3380-47C4-AFDE-F1AC050ADA82}" dt="2026-01-25T16:11:42.803" v="12283" actId="790"/>
          <ac:spMkLst>
            <pc:docMk/>
            <pc:sldMk cId="3455225392" sldId="495"/>
            <ac:spMk id="59" creationId="{00000000-0000-0000-0000-000000000000}"/>
          </ac:spMkLst>
        </pc:spChg>
        <pc:spChg chg="mod">
          <ac:chgData name="Yash Jadhav" userId="535c3d6d-72b8-4f77-8155-55f939173cf2" providerId="ADAL" clId="{F33F88E0-3380-47C4-AFDE-F1AC050ADA82}" dt="2026-01-25T16:11:42.806" v="12284" actId="790"/>
          <ac:spMkLst>
            <pc:docMk/>
            <pc:sldMk cId="3455225392" sldId="495"/>
            <ac:spMk id="65" creationId="{00000000-0000-0000-0000-000000000000}"/>
          </ac:spMkLst>
        </pc:spChg>
        <pc:spChg chg="mod">
          <ac:chgData name="Yash Jadhav" userId="535c3d6d-72b8-4f77-8155-55f939173cf2" providerId="ADAL" clId="{F33F88E0-3380-47C4-AFDE-F1AC050ADA82}" dt="2026-01-25T16:11:42.808" v="12285" actId="790"/>
          <ac:spMkLst>
            <pc:docMk/>
            <pc:sldMk cId="3455225392" sldId="495"/>
            <ac:spMk id="69" creationId="{00000000-0000-0000-0000-000000000000}"/>
          </ac:spMkLst>
        </pc:spChg>
        <pc:spChg chg="mod">
          <ac:chgData name="Yash Jadhav" userId="535c3d6d-72b8-4f77-8155-55f939173cf2" providerId="ADAL" clId="{F33F88E0-3380-47C4-AFDE-F1AC050ADA82}" dt="2026-01-25T16:11:42.811" v="12286" actId="790"/>
          <ac:spMkLst>
            <pc:docMk/>
            <pc:sldMk cId="3455225392" sldId="495"/>
            <ac:spMk id="76" creationId="{00000000-0000-0000-0000-000000000000}"/>
          </ac:spMkLst>
        </pc:spChg>
        <pc:spChg chg="mod">
          <ac:chgData name="Yash Jadhav" userId="535c3d6d-72b8-4f77-8155-55f939173cf2" providerId="ADAL" clId="{F33F88E0-3380-47C4-AFDE-F1AC050ADA82}" dt="2026-01-25T16:11:42.815" v="12287" actId="790"/>
          <ac:spMkLst>
            <pc:docMk/>
            <pc:sldMk cId="3455225392" sldId="495"/>
            <ac:spMk id="80" creationId="{00000000-0000-0000-0000-000000000000}"/>
          </ac:spMkLst>
        </pc:spChg>
        <pc:spChg chg="mod">
          <ac:chgData name="Yash Jadhav" userId="535c3d6d-72b8-4f77-8155-55f939173cf2" providerId="ADAL" clId="{F33F88E0-3380-47C4-AFDE-F1AC050ADA82}" dt="2026-01-25T16:11:42.835" v="12295" actId="790"/>
          <ac:spMkLst>
            <pc:docMk/>
            <pc:sldMk cId="3455225392" sldId="495"/>
            <ac:spMk id="96" creationId="{00000000-0000-0000-0000-000000000000}"/>
          </ac:spMkLst>
        </pc:spChg>
        <pc:spChg chg="mod">
          <ac:chgData name="Yash Jadhav" userId="535c3d6d-72b8-4f77-8155-55f939173cf2" providerId="ADAL" clId="{F33F88E0-3380-47C4-AFDE-F1AC050ADA82}" dt="2026-01-25T16:11:42.822" v="12290" actId="790"/>
          <ac:spMkLst>
            <pc:docMk/>
            <pc:sldMk cId="3455225392" sldId="495"/>
            <ac:spMk id="97" creationId="{00000000-0000-0000-0000-000000000000}"/>
          </ac:spMkLst>
        </pc:spChg>
        <pc:spChg chg="mod">
          <ac:chgData name="Yash Jadhav" userId="535c3d6d-72b8-4f77-8155-55f939173cf2" providerId="ADAL" clId="{F33F88E0-3380-47C4-AFDE-F1AC050ADA82}" dt="2026-01-25T16:11:42.824" v="12291" actId="790"/>
          <ac:spMkLst>
            <pc:docMk/>
            <pc:sldMk cId="3455225392" sldId="495"/>
            <ac:spMk id="98" creationId="{00000000-0000-0000-0000-000000000000}"/>
          </ac:spMkLst>
        </pc:spChg>
        <pc:spChg chg="mod">
          <ac:chgData name="Yash Jadhav" userId="535c3d6d-72b8-4f77-8155-55f939173cf2" providerId="ADAL" clId="{F33F88E0-3380-47C4-AFDE-F1AC050ADA82}" dt="2026-01-25T16:11:42.827" v="12292" actId="790"/>
          <ac:spMkLst>
            <pc:docMk/>
            <pc:sldMk cId="3455225392" sldId="495"/>
            <ac:spMk id="99" creationId="{00000000-0000-0000-0000-000000000000}"/>
          </ac:spMkLst>
        </pc:spChg>
        <pc:spChg chg="mod">
          <ac:chgData name="Yash Jadhav" userId="535c3d6d-72b8-4f77-8155-55f939173cf2" providerId="ADAL" clId="{F33F88E0-3380-47C4-AFDE-F1AC050ADA82}" dt="2026-01-25T16:11:42.831" v="12293" actId="790"/>
          <ac:spMkLst>
            <pc:docMk/>
            <pc:sldMk cId="3455225392" sldId="495"/>
            <ac:spMk id="100" creationId="{00000000-0000-0000-0000-000000000000}"/>
          </ac:spMkLst>
        </pc:spChg>
        <pc:spChg chg="mod">
          <ac:chgData name="Yash Jadhav" userId="535c3d6d-72b8-4f77-8155-55f939173cf2" providerId="ADAL" clId="{F33F88E0-3380-47C4-AFDE-F1AC050ADA82}" dt="2026-01-25T16:11:42.833" v="12294" actId="790"/>
          <ac:spMkLst>
            <pc:docMk/>
            <pc:sldMk cId="3455225392" sldId="495"/>
            <ac:spMk id="101" creationId="{00000000-0000-0000-0000-000000000000}"/>
          </ac:spMkLst>
        </pc:spChg>
        <pc:spChg chg="mod">
          <ac:chgData name="Yash Jadhav" userId="535c3d6d-72b8-4f77-8155-55f939173cf2" providerId="ADAL" clId="{F33F88E0-3380-47C4-AFDE-F1AC050ADA82}" dt="2026-01-25T16:11:42.837" v="12296" actId="790"/>
          <ac:spMkLst>
            <pc:docMk/>
            <pc:sldMk cId="3455225392" sldId="495"/>
            <ac:spMk id="103" creationId="{00000000-0000-0000-0000-000000000000}"/>
          </ac:spMkLst>
        </pc:spChg>
        <pc:spChg chg="mod">
          <ac:chgData name="Yash Jadhav" userId="535c3d6d-72b8-4f77-8155-55f939173cf2" providerId="ADAL" clId="{F33F88E0-3380-47C4-AFDE-F1AC050ADA82}" dt="2026-01-25T16:11:42.851" v="12302" actId="790"/>
          <ac:spMkLst>
            <pc:docMk/>
            <pc:sldMk cId="3455225392" sldId="495"/>
            <ac:spMk id="111" creationId="{00000000-0000-0000-0000-000000000000}"/>
          </ac:spMkLst>
        </pc:spChg>
        <pc:spChg chg="mod">
          <ac:chgData name="Yash Jadhav" userId="535c3d6d-72b8-4f77-8155-55f939173cf2" providerId="ADAL" clId="{F33F88E0-3380-47C4-AFDE-F1AC050ADA82}" dt="2026-01-25T16:11:42.840" v="12297" actId="790"/>
          <ac:spMkLst>
            <pc:docMk/>
            <pc:sldMk cId="3455225392" sldId="495"/>
            <ac:spMk id="112" creationId="{00000000-0000-0000-0000-000000000000}"/>
          </ac:spMkLst>
        </pc:spChg>
        <pc:spChg chg="mod">
          <ac:chgData name="Yash Jadhav" userId="535c3d6d-72b8-4f77-8155-55f939173cf2" providerId="ADAL" clId="{F33F88E0-3380-47C4-AFDE-F1AC050ADA82}" dt="2026-01-25T16:11:42.844" v="12298" actId="790"/>
          <ac:spMkLst>
            <pc:docMk/>
            <pc:sldMk cId="3455225392" sldId="495"/>
            <ac:spMk id="113" creationId="{00000000-0000-0000-0000-000000000000}"/>
          </ac:spMkLst>
        </pc:spChg>
        <pc:spChg chg="mod">
          <ac:chgData name="Yash Jadhav" userId="535c3d6d-72b8-4f77-8155-55f939173cf2" providerId="ADAL" clId="{F33F88E0-3380-47C4-AFDE-F1AC050ADA82}" dt="2026-01-25T16:11:42.846" v="12299" actId="790"/>
          <ac:spMkLst>
            <pc:docMk/>
            <pc:sldMk cId="3455225392" sldId="495"/>
            <ac:spMk id="114" creationId="{00000000-0000-0000-0000-000000000000}"/>
          </ac:spMkLst>
        </pc:spChg>
        <pc:spChg chg="mod">
          <ac:chgData name="Yash Jadhav" userId="535c3d6d-72b8-4f77-8155-55f939173cf2" providerId="ADAL" clId="{F33F88E0-3380-47C4-AFDE-F1AC050ADA82}" dt="2026-01-25T16:11:42.848" v="12300" actId="790"/>
          <ac:spMkLst>
            <pc:docMk/>
            <pc:sldMk cId="3455225392" sldId="495"/>
            <ac:spMk id="115" creationId="{00000000-0000-0000-0000-000000000000}"/>
          </ac:spMkLst>
        </pc:spChg>
        <pc:spChg chg="mod">
          <ac:chgData name="Yash Jadhav" userId="535c3d6d-72b8-4f77-8155-55f939173cf2" providerId="ADAL" clId="{F33F88E0-3380-47C4-AFDE-F1AC050ADA82}" dt="2026-01-25T16:11:42.849" v="12301" actId="790"/>
          <ac:spMkLst>
            <pc:docMk/>
            <pc:sldMk cId="3455225392" sldId="495"/>
            <ac:spMk id="116" creationId="{00000000-0000-0000-0000-000000000000}"/>
          </ac:spMkLst>
        </pc:spChg>
        <pc:spChg chg="mod">
          <ac:chgData name="Yash Jadhav" userId="535c3d6d-72b8-4f77-8155-55f939173cf2" providerId="ADAL" clId="{F33F88E0-3380-47C4-AFDE-F1AC050ADA82}" dt="2026-01-25T16:11:42.853" v="12303" actId="790"/>
          <ac:spMkLst>
            <pc:docMk/>
            <pc:sldMk cId="3455225392" sldId="495"/>
            <ac:spMk id="118" creationId="{00000000-0000-0000-0000-000000000000}"/>
          </ac:spMkLst>
        </pc:spChg>
        <pc:spChg chg="mod">
          <ac:chgData name="Yash Jadhav" userId="535c3d6d-72b8-4f77-8155-55f939173cf2" providerId="ADAL" clId="{F33F88E0-3380-47C4-AFDE-F1AC050ADA82}" dt="2026-01-25T16:11:42.865" v="12309" actId="790"/>
          <ac:spMkLst>
            <pc:docMk/>
            <pc:sldMk cId="3455225392" sldId="495"/>
            <ac:spMk id="124" creationId="{00000000-0000-0000-0000-000000000000}"/>
          </ac:spMkLst>
        </pc:spChg>
        <pc:spChg chg="mod">
          <ac:chgData name="Yash Jadhav" userId="535c3d6d-72b8-4f77-8155-55f939173cf2" providerId="ADAL" clId="{F33F88E0-3380-47C4-AFDE-F1AC050ADA82}" dt="2026-01-25T16:11:42.856" v="12304" actId="790"/>
          <ac:spMkLst>
            <pc:docMk/>
            <pc:sldMk cId="3455225392" sldId="495"/>
            <ac:spMk id="125" creationId="{00000000-0000-0000-0000-000000000000}"/>
          </ac:spMkLst>
        </pc:spChg>
        <pc:spChg chg="mod">
          <ac:chgData name="Yash Jadhav" userId="535c3d6d-72b8-4f77-8155-55f939173cf2" providerId="ADAL" clId="{F33F88E0-3380-47C4-AFDE-F1AC050ADA82}" dt="2026-01-25T16:11:42.858" v="12305" actId="790"/>
          <ac:spMkLst>
            <pc:docMk/>
            <pc:sldMk cId="3455225392" sldId="495"/>
            <ac:spMk id="126" creationId="{00000000-0000-0000-0000-000000000000}"/>
          </ac:spMkLst>
        </pc:spChg>
        <pc:spChg chg="mod">
          <ac:chgData name="Yash Jadhav" userId="535c3d6d-72b8-4f77-8155-55f939173cf2" providerId="ADAL" clId="{F33F88E0-3380-47C4-AFDE-F1AC050ADA82}" dt="2026-01-25T16:11:42.860" v="12306" actId="790"/>
          <ac:spMkLst>
            <pc:docMk/>
            <pc:sldMk cId="3455225392" sldId="495"/>
            <ac:spMk id="127" creationId="{00000000-0000-0000-0000-000000000000}"/>
          </ac:spMkLst>
        </pc:spChg>
        <pc:spChg chg="mod">
          <ac:chgData name="Yash Jadhav" userId="535c3d6d-72b8-4f77-8155-55f939173cf2" providerId="ADAL" clId="{F33F88E0-3380-47C4-AFDE-F1AC050ADA82}" dt="2026-01-25T16:11:42.862" v="12307" actId="790"/>
          <ac:spMkLst>
            <pc:docMk/>
            <pc:sldMk cId="3455225392" sldId="495"/>
            <ac:spMk id="128" creationId="{00000000-0000-0000-0000-000000000000}"/>
          </ac:spMkLst>
        </pc:spChg>
        <pc:spChg chg="mod">
          <ac:chgData name="Yash Jadhav" userId="535c3d6d-72b8-4f77-8155-55f939173cf2" providerId="ADAL" clId="{F33F88E0-3380-47C4-AFDE-F1AC050ADA82}" dt="2026-01-25T16:11:42.863" v="12308" actId="790"/>
          <ac:spMkLst>
            <pc:docMk/>
            <pc:sldMk cId="3455225392" sldId="495"/>
            <ac:spMk id="129" creationId="{00000000-0000-0000-0000-000000000000}"/>
          </ac:spMkLst>
        </pc:spChg>
        <pc:spChg chg="mod">
          <ac:chgData name="Yash Jadhav" userId="535c3d6d-72b8-4f77-8155-55f939173cf2" providerId="ADAL" clId="{F33F88E0-3380-47C4-AFDE-F1AC050ADA82}" dt="2026-01-25T16:11:42.867" v="12310" actId="790"/>
          <ac:spMkLst>
            <pc:docMk/>
            <pc:sldMk cId="3455225392" sldId="495"/>
            <ac:spMk id="131" creationId="{00000000-0000-0000-0000-000000000000}"/>
          </ac:spMkLst>
        </pc:spChg>
        <pc:spChg chg="mod">
          <ac:chgData name="Yash Jadhav" userId="535c3d6d-72b8-4f77-8155-55f939173cf2" providerId="ADAL" clId="{F33F88E0-3380-47C4-AFDE-F1AC050ADA82}" dt="2026-01-25T16:11:42.871" v="12312" actId="790"/>
          <ac:spMkLst>
            <pc:docMk/>
            <pc:sldMk cId="3455225392" sldId="495"/>
            <ac:spMk id="143" creationId="{00000000-0000-0000-0000-000000000000}"/>
          </ac:spMkLst>
        </pc:spChg>
      </pc:sldChg>
      <pc:sldChg chg="modSp add mod modNotes">
        <pc:chgData name="Yash Jadhav" userId="535c3d6d-72b8-4f77-8155-55f939173cf2" providerId="ADAL" clId="{F33F88E0-3380-47C4-AFDE-F1AC050ADA82}" dt="2026-01-25T16:11:44.783" v="12350" actId="20577"/>
        <pc:sldMkLst>
          <pc:docMk/>
          <pc:sldMk cId="399299778" sldId="496"/>
        </pc:sldMkLst>
        <pc:spChg chg="mod">
          <ac:chgData name="Yash Jadhav" userId="535c3d6d-72b8-4f77-8155-55f939173cf2" providerId="ADAL" clId="{F33F88E0-3380-47C4-AFDE-F1AC050ADA82}" dt="2026-01-25T16:11:44.704" v="12317" actId="790"/>
          <ac:spMkLst>
            <pc:docMk/>
            <pc:sldMk cId="399299778" sldId="496"/>
            <ac:spMk id="2" creationId="{00000000-0000-0000-0000-000000000000}"/>
          </ac:spMkLst>
        </pc:spChg>
        <pc:spChg chg="mod">
          <ac:chgData name="Yash Jadhav" userId="535c3d6d-72b8-4f77-8155-55f939173cf2" providerId="ADAL" clId="{F33F88E0-3380-47C4-AFDE-F1AC050ADA82}" dt="2026-01-25T16:11:44.770" v="12346" actId="790"/>
          <ac:spMkLst>
            <pc:docMk/>
            <pc:sldMk cId="399299778" sldId="496"/>
            <ac:spMk id="3" creationId="{00000000-0000-0000-0000-000000000000}"/>
          </ac:spMkLst>
        </pc:spChg>
        <pc:spChg chg="mod">
          <ac:chgData name="Yash Jadhav" userId="535c3d6d-72b8-4f77-8155-55f939173cf2" providerId="ADAL" clId="{F33F88E0-3380-47C4-AFDE-F1AC050ADA82}" dt="2026-01-25T16:11:44.721" v="12323" actId="790"/>
          <ac:spMkLst>
            <pc:docMk/>
            <pc:sldMk cId="399299778" sldId="496"/>
            <ac:spMk id="23" creationId="{00000000-0000-0000-0000-000000000000}"/>
          </ac:spMkLst>
        </pc:spChg>
        <pc:spChg chg="mod">
          <ac:chgData name="Yash Jadhav" userId="535c3d6d-72b8-4f77-8155-55f939173cf2" providerId="ADAL" clId="{F33F88E0-3380-47C4-AFDE-F1AC050ADA82}" dt="2026-01-25T16:11:44.723" v="12324" actId="790"/>
          <ac:spMkLst>
            <pc:docMk/>
            <pc:sldMk cId="399299778" sldId="496"/>
            <ac:spMk id="49" creationId="{00000000-0000-0000-0000-000000000000}"/>
          </ac:spMkLst>
        </pc:spChg>
        <pc:spChg chg="mod">
          <ac:chgData name="Yash Jadhav" userId="535c3d6d-72b8-4f77-8155-55f939173cf2" providerId="ADAL" clId="{F33F88E0-3380-47C4-AFDE-F1AC050ADA82}" dt="2026-01-25T16:11:44.708" v="12318" actId="790"/>
          <ac:spMkLst>
            <pc:docMk/>
            <pc:sldMk cId="399299778" sldId="496"/>
            <ac:spMk id="59" creationId="{00000000-0000-0000-0000-000000000000}"/>
          </ac:spMkLst>
        </pc:spChg>
        <pc:spChg chg="mod">
          <ac:chgData name="Yash Jadhav" userId="535c3d6d-72b8-4f77-8155-55f939173cf2" providerId="ADAL" clId="{F33F88E0-3380-47C4-AFDE-F1AC050ADA82}" dt="2026-01-25T16:11:44.712" v="12319" actId="790"/>
          <ac:spMkLst>
            <pc:docMk/>
            <pc:sldMk cId="399299778" sldId="496"/>
            <ac:spMk id="65" creationId="{00000000-0000-0000-0000-000000000000}"/>
          </ac:spMkLst>
        </pc:spChg>
        <pc:spChg chg="mod">
          <ac:chgData name="Yash Jadhav" userId="535c3d6d-72b8-4f77-8155-55f939173cf2" providerId="ADAL" clId="{F33F88E0-3380-47C4-AFDE-F1AC050ADA82}" dt="2026-01-25T16:11:44.714" v="12320" actId="790"/>
          <ac:spMkLst>
            <pc:docMk/>
            <pc:sldMk cId="399299778" sldId="496"/>
            <ac:spMk id="69" creationId="{00000000-0000-0000-0000-000000000000}"/>
          </ac:spMkLst>
        </pc:spChg>
        <pc:spChg chg="mod">
          <ac:chgData name="Yash Jadhav" userId="535c3d6d-72b8-4f77-8155-55f939173cf2" providerId="ADAL" clId="{F33F88E0-3380-47C4-AFDE-F1AC050ADA82}" dt="2026-01-25T16:11:44.716" v="12321" actId="790"/>
          <ac:spMkLst>
            <pc:docMk/>
            <pc:sldMk cId="399299778" sldId="496"/>
            <ac:spMk id="76" creationId="{00000000-0000-0000-0000-000000000000}"/>
          </ac:spMkLst>
        </pc:spChg>
        <pc:spChg chg="mod">
          <ac:chgData name="Yash Jadhav" userId="535c3d6d-72b8-4f77-8155-55f939173cf2" providerId="ADAL" clId="{F33F88E0-3380-47C4-AFDE-F1AC050ADA82}" dt="2026-01-25T16:11:44.719" v="12322" actId="790"/>
          <ac:spMkLst>
            <pc:docMk/>
            <pc:sldMk cId="399299778" sldId="496"/>
            <ac:spMk id="80" creationId="{00000000-0000-0000-0000-000000000000}"/>
          </ac:spMkLst>
        </pc:spChg>
        <pc:spChg chg="mod">
          <ac:chgData name="Yash Jadhav" userId="535c3d6d-72b8-4f77-8155-55f939173cf2" providerId="ADAL" clId="{F33F88E0-3380-47C4-AFDE-F1AC050ADA82}" dt="2026-01-25T16:11:44.737" v="12330" actId="790"/>
          <ac:spMkLst>
            <pc:docMk/>
            <pc:sldMk cId="399299778" sldId="496"/>
            <ac:spMk id="96" creationId="{00000000-0000-0000-0000-000000000000}"/>
          </ac:spMkLst>
        </pc:spChg>
        <pc:spChg chg="mod">
          <ac:chgData name="Yash Jadhav" userId="535c3d6d-72b8-4f77-8155-55f939173cf2" providerId="ADAL" clId="{F33F88E0-3380-47C4-AFDE-F1AC050ADA82}" dt="2026-01-25T16:11:44.725" v="12325" actId="790"/>
          <ac:spMkLst>
            <pc:docMk/>
            <pc:sldMk cId="399299778" sldId="496"/>
            <ac:spMk id="97" creationId="{00000000-0000-0000-0000-000000000000}"/>
          </ac:spMkLst>
        </pc:spChg>
        <pc:spChg chg="mod">
          <ac:chgData name="Yash Jadhav" userId="535c3d6d-72b8-4f77-8155-55f939173cf2" providerId="ADAL" clId="{F33F88E0-3380-47C4-AFDE-F1AC050ADA82}" dt="2026-01-25T16:11:44.728" v="12326" actId="790"/>
          <ac:spMkLst>
            <pc:docMk/>
            <pc:sldMk cId="399299778" sldId="496"/>
            <ac:spMk id="98" creationId="{00000000-0000-0000-0000-000000000000}"/>
          </ac:spMkLst>
        </pc:spChg>
        <pc:spChg chg="mod">
          <ac:chgData name="Yash Jadhav" userId="535c3d6d-72b8-4f77-8155-55f939173cf2" providerId="ADAL" clId="{F33F88E0-3380-47C4-AFDE-F1AC050ADA82}" dt="2026-01-25T16:11:44.731" v="12327" actId="790"/>
          <ac:spMkLst>
            <pc:docMk/>
            <pc:sldMk cId="399299778" sldId="496"/>
            <ac:spMk id="99" creationId="{00000000-0000-0000-0000-000000000000}"/>
          </ac:spMkLst>
        </pc:spChg>
        <pc:spChg chg="mod">
          <ac:chgData name="Yash Jadhav" userId="535c3d6d-72b8-4f77-8155-55f939173cf2" providerId="ADAL" clId="{F33F88E0-3380-47C4-AFDE-F1AC050ADA82}" dt="2026-01-25T16:11:44.733" v="12328" actId="790"/>
          <ac:spMkLst>
            <pc:docMk/>
            <pc:sldMk cId="399299778" sldId="496"/>
            <ac:spMk id="100" creationId="{00000000-0000-0000-0000-000000000000}"/>
          </ac:spMkLst>
        </pc:spChg>
        <pc:spChg chg="mod">
          <ac:chgData name="Yash Jadhav" userId="535c3d6d-72b8-4f77-8155-55f939173cf2" providerId="ADAL" clId="{F33F88E0-3380-47C4-AFDE-F1AC050ADA82}" dt="2026-01-25T16:11:44.735" v="12329" actId="790"/>
          <ac:spMkLst>
            <pc:docMk/>
            <pc:sldMk cId="399299778" sldId="496"/>
            <ac:spMk id="101" creationId="{00000000-0000-0000-0000-000000000000}"/>
          </ac:spMkLst>
        </pc:spChg>
        <pc:spChg chg="mod">
          <ac:chgData name="Yash Jadhav" userId="535c3d6d-72b8-4f77-8155-55f939173cf2" providerId="ADAL" clId="{F33F88E0-3380-47C4-AFDE-F1AC050ADA82}" dt="2026-01-25T16:11:44.739" v="12331" actId="790"/>
          <ac:spMkLst>
            <pc:docMk/>
            <pc:sldMk cId="399299778" sldId="496"/>
            <ac:spMk id="103" creationId="{00000000-0000-0000-0000-000000000000}"/>
          </ac:spMkLst>
        </pc:spChg>
        <pc:spChg chg="mod">
          <ac:chgData name="Yash Jadhav" userId="535c3d6d-72b8-4f77-8155-55f939173cf2" providerId="ADAL" clId="{F33F88E0-3380-47C4-AFDE-F1AC050ADA82}" dt="2026-01-25T16:11:44.752" v="12337" actId="790"/>
          <ac:spMkLst>
            <pc:docMk/>
            <pc:sldMk cId="399299778" sldId="496"/>
            <ac:spMk id="111" creationId="{00000000-0000-0000-0000-000000000000}"/>
          </ac:spMkLst>
        </pc:spChg>
        <pc:spChg chg="mod">
          <ac:chgData name="Yash Jadhav" userId="535c3d6d-72b8-4f77-8155-55f939173cf2" providerId="ADAL" clId="{F33F88E0-3380-47C4-AFDE-F1AC050ADA82}" dt="2026-01-25T16:11:44.741" v="12332" actId="790"/>
          <ac:spMkLst>
            <pc:docMk/>
            <pc:sldMk cId="399299778" sldId="496"/>
            <ac:spMk id="112" creationId="{00000000-0000-0000-0000-000000000000}"/>
          </ac:spMkLst>
        </pc:spChg>
        <pc:spChg chg="mod">
          <ac:chgData name="Yash Jadhav" userId="535c3d6d-72b8-4f77-8155-55f939173cf2" providerId="ADAL" clId="{F33F88E0-3380-47C4-AFDE-F1AC050ADA82}" dt="2026-01-25T16:11:44.744" v="12333" actId="790"/>
          <ac:spMkLst>
            <pc:docMk/>
            <pc:sldMk cId="399299778" sldId="496"/>
            <ac:spMk id="113" creationId="{00000000-0000-0000-0000-000000000000}"/>
          </ac:spMkLst>
        </pc:spChg>
        <pc:spChg chg="mod">
          <ac:chgData name="Yash Jadhav" userId="535c3d6d-72b8-4f77-8155-55f939173cf2" providerId="ADAL" clId="{F33F88E0-3380-47C4-AFDE-F1AC050ADA82}" dt="2026-01-25T16:11:44.746" v="12334" actId="790"/>
          <ac:spMkLst>
            <pc:docMk/>
            <pc:sldMk cId="399299778" sldId="496"/>
            <ac:spMk id="114" creationId="{00000000-0000-0000-0000-000000000000}"/>
          </ac:spMkLst>
        </pc:spChg>
        <pc:spChg chg="mod">
          <ac:chgData name="Yash Jadhav" userId="535c3d6d-72b8-4f77-8155-55f939173cf2" providerId="ADAL" clId="{F33F88E0-3380-47C4-AFDE-F1AC050ADA82}" dt="2026-01-25T16:11:44.748" v="12335" actId="790"/>
          <ac:spMkLst>
            <pc:docMk/>
            <pc:sldMk cId="399299778" sldId="496"/>
            <ac:spMk id="115" creationId="{00000000-0000-0000-0000-000000000000}"/>
          </ac:spMkLst>
        </pc:spChg>
        <pc:spChg chg="mod">
          <ac:chgData name="Yash Jadhav" userId="535c3d6d-72b8-4f77-8155-55f939173cf2" providerId="ADAL" clId="{F33F88E0-3380-47C4-AFDE-F1AC050ADA82}" dt="2026-01-25T16:11:44.750" v="12336" actId="790"/>
          <ac:spMkLst>
            <pc:docMk/>
            <pc:sldMk cId="399299778" sldId="496"/>
            <ac:spMk id="116" creationId="{00000000-0000-0000-0000-000000000000}"/>
          </ac:spMkLst>
        </pc:spChg>
        <pc:spChg chg="mod">
          <ac:chgData name="Yash Jadhav" userId="535c3d6d-72b8-4f77-8155-55f939173cf2" providerId="ADAL" clId="{F33F88E0-3380-47C4-AFDE-F1AC050ADA82}" dt="2026-01-25T16:11:44.753" v="12338" actId="790"/>
          <ac:spMkLst>
            <pc:docMk/>
            <pc:sldMk cId="399299778" sldId="496"/>
            <ac:spMk id="118" creationId="{00000000-0000-0000-0000-000000000000}"/>
          </ac:spMkLst>
        </pc:spChg>
        <pc:spChg chg="mod">
          <ac:chgData name="Yash Jadhav" userId="535c3d6d-72b8-4f77-8155-55f939173cf2" providerId="ADAL" clId="{F33F88E0-3380-47C4-AFDE-F1AC050ADA82}" dt="2026-01-25T16:11:44.766" v="12344" actId="790"/>
          <ac:spMkLst>
            <pc:docMk/>
            <pc:sldMk cId="399299778" sldId="496"/>
            <ac:spMk id="124" creationId="{00000000-0000-0000-0000-000000000000}"/>
          </ac:spMkLst>
        </pc:spChg>
        <pc:spChg chg="mod">
          <ac:chgData name="Yash Jadhav" userId="535c3d6d-72b8-4f77-8155-55f939173cf2" providerId="ADAL" clId="{F33F88E0-3380-47C4-AFDE-F1AC050ADA82}" dt="2026-01-25T16:11:44.756" v="12339" actId="790"/>
          <ac:spMkLst>
            <pc:docMk/>
            <pc:sldMk cId="399299778" sldId="496"/>
            <ac:spMk id="125" creationId="{00000000-0000-0000-0000-000000000000}"/>
          </ac:spMkLst>
        </pc:spChg>
        <pc:spChg chg="mod">
          <ac:chgData name="Yash Jadhav" userId="535c3d6d-72b8-4f77-8155-55f939173cf2" providerId="ADAL" clId="{F33F88E0-3380-47C4-AFDE-F1AC050ADA82}" dt="2026-01-25T16:11:44.757" v="12340" actId="790"/>
          <ac:spMkLst>
            <pc:docMk/>
            <pc:sldMk cId="399299778" sldId="496"/>
            <ac:spMk id="126" creationId="{00000000-0000-0000-0000-000000000000}"/>
          </ac:spMkLst>
        </pc:spChg>
        <pc:spChg chg="mod">
          <ac:chgData name="Yash Jadhav" userId="535c3d6d-72b8-4f77-8155-55f939173cf2" providerId="ADAL" clId="{F33F88E0-3380-47C4-AFDE-F1AC050ADA82}" dt="2026-01-25T16:11:44.760" v="12341" actId="790"/>
          <ac:spMkLst>
            <pc:docMk/>
            <pc:sldMk cId="399299778" sldId="496"/>
            <ac:spMk id="127" creationId="{00000000-0000-0000-0000-000000000000}"/>
          </ac:spMkLst>
        </pc:spChg>
        <pc:spChg chg="mod">
          <ac:chgData name="Yash Jadhav" userId="535c3d6d-72b8-4f77-8155-55f939173cf2" providerId="ADAL" clId="{F33F88E0-3380-47C4-AFDE-F1AC050ADA82}" dt="2026-01-25T16:11:44.762" v="12342" actId="790"/>
          <ac:spMkLst>
            <pc:docMk/>
            <pc:sldMk cId="399299778" sldId="496"/>
            <ac:spMk id="128" creationId="{00000000-0000-0000-0000-000000000000}"/>
          </ac:spMkLst>
        </pc:spChg>
        <pc:spChg chg="mod">
          <ac:chgData name="Yash Jadhav" userId="535c3d6d-72b8-4f77-8155-55f939173cf2" providerId="ADAL" clId="{F33F88E0-3380-47C4-AFDE-F1AC050ADA82}" dt="2026-01-25T16:11:44.764" v="12343" actId="790"/>
          <ac:spMkLst>
            <pc:docMk/>
            <pc:sldMk cId="399299778" sldId="496"/>
            <ac:spMk id="129" creationId="{00000000-0000-0000-0000-000000000000}"/>
          </ac:spMkLst>
        </pc:spChg>
        <pc:spChg chg="mod">
          <ac:chgData name="Yash Jadhav" userId="535c3d6d-72b8-4f77-8155-55f939173cf2" providerId="ADAL" clId="{F33F88E0-3380-47C4-AFDE-F1AC050ADA82}" dt="2026-01-25T16:11:44.768" v="12345" actId="790"/>
          <ac:spMkLst>
            <pc:docMk/>
            <pc:sldMk cId="399299778" sldId="496"/>
            <ac:spMk id="131" creationId="{00000000-0000-0000-0000-000000000000}"/>
          </ac:spMkLst>
        </pc:spChg>
        <pc:spChg chg="mod">
          <ac:chgData name="Yash Jadhav" userId="535c3d6d-72b8-4f77-8155-55f939173cf2" providerId="ADAL" clId="{F33F88E0-3380-47C4-AFDE-F1AC050ADA82}" dt="2026-01-25T16:11:44.772" v="12347" actId="790"/>
          <ac:spMkLst>
            <pc:docMk/>
            <pc:sldMk cId="399299778" sldId="496"/>
            <ac:spMk id="143" creationId="{00000000-0000-0000-0000-000000000000}"/>
          </ac:spMkLst>
        </pc:spChg>
      </pc:sldChg>
      <pc:sldChg chg="modSp add mod modNotes">
        <pc:chgData name="Yash Jadhav" userId="535c3d6d-72b8-4f77-8155-55f939173cf2" providerId="ADAL" clId="{F33F88E0-3380-47C4-AFDE-F1AC050ADA82}" dt="2026-01-25T16:11:46.685" v="12374" actId="20577"/>
        <pc:sldMkLst>
          <pc:docMk/>
          <pc:sldMk cId="4167778830" sldId="497"/>
        </pc:sldMkLst>
        <pc:spChg chg="mod">
          <ac:chgData name="Yash Jadhav" userId="535c3d6d-72b8-4f77-8155-55f939173cf2" providerId="ADAL" clId="{F33F88E0-3380-47C4-AFDE-F1AC050ADA82}" dt="2026-01-25T16:11:46.624" v="12352" actId="790"/>
          <ac:spMkLst>
            <pc:docMk/>
            <pc:sldMk cId="4167778830" sldId="497"/>
            <ac:spMk id="2" creationId="{00000000-0000-0000-0000-000000000000}"/>
          </ac:spMkLst>
        </pc:spChg>
        <pc:spChg chg="mod">
          <ac:chgData name="Yash Jadhav" userId="535c3d6d-72b8-4f77-8155-55f939173cf2" providerId="ADAL" clId="{F33F88E0-3380-47C4-AFDE-F1AC050ADA82}" dt="2026-01-25T16:11:46.627" v="12353" actId="790"/>
          <ac:spMkLst>
            <pc:docMk/>
            <pc:sldMk cId="4167778830" sldId="497"/>
            <ac:spMk id="3" creationId="{00000000-0000-0000-0000-000000000000}"/>
          </ac:spMkLst>
        </pc:spChg>
        <pc:spChg chg="mod">
          <ac:chgData name="Yash Jadhav" userId="535c3d6d-72b8-4f77-8155-55f939173cf2" providerId="ADAL" clId="{F33F88E0-3380-47C4-AFDE-F1AC050ADA82}" dt="2026-01-25T16:11:46.629" v="12354" actId="790"/>
          <ac:spMkLst>
            <pc:docMk/>
            <pc:sldMk cId="4167778830" sldId="497"/>
            <ac:spMk id="12" creationId="{00000000-0000-0000-0000-000000000000}"/>
          </ac:spMkLst>
        </pc:spChg>
        <pc:spChg chg="mod">
          <ac:chgData name="Yash Jadhav" userId="535c3d6d-72b8-4f77-8155-55f939173cf2" providerId="ADAL" clId="{F33F88E0-3380-47C4-AFDE-F1AC050ADA82}" dt="2026-01-25T16:11:46.631" v="12355" actId="790"/>
          <ac:spMkLst>
            <pc:docMk/>
            <pc:sldMk cId="4167778830" sldId="497"/>
            <ac:spMk id="13" creationId="{00000000-0000-0000-0000-000000000000}"/>
          </ac:spMkLst>
        </pc:spChg>
        <pc:spChg chg="mod">
          <ac:chgData name="Yash Jadhav" userId="535c3d6d-72b8-4f77-8155-55f939173cf2" providerId="ADAL" clId="{F33F88E0-3380-47C4-AFDE-F1AC050ADA82}" dt="2026-01-25T16:11:46.633" v="12356" actId="790"/>
          <ac:spMkLst>
            <pc:docMk/>
            <pc:sldMk cId="4167778830" sldId="497"/>
            <ac:spMk id="14" creationId="{00000000-0000-0000-0000-000000000000}"/>
          </ac:spMkLst>
        </pc:spChg>
        <pc:spChg chg="mod">
          <ac:chgData name="Yash Jadhav" userId="535c3d6d-72b8-4f77-8155-55f939173cf2" providerId="ADAL" clId="{F33F88E0-3380-47C4-AFDE-F1AC050ADA82}" dt="2026-01-25T16:11:46.636" v="12357" actId="790"/>
          <ac:spMkLst>
            <pc:docMk/>
            <pc:sldMk cId="4167778830" sldId="497"/>
            <ac:spMk id="15" creationId="{00000000-0000-0000-0000-000000000000}"/>
          </ac:spMkLst>
        </pc:spChg>
        <pc:spChg chg="mod">
          <ac:chgData name="Yash Jadhav" userId="535c3d6d-72b8-4f77-8155-55f939173cf2" providerId="ADAL" clId="{F33F88E0-3380-47C4-AFDE-F1AC050ADA82}" dt="2026-01-25T16:11:46.639" v="12358" actId="790"/>
          <ac:spMkLst>
            <pc:docMk/>
            <pc:sldMk cId="4167778830" sldId="497"/>
            <ac:spMk id="22" creationId="{00000000-0000-0000-0000-000000000000}"/>
          </ac:spMkLst>
        </pc:spChg>
        <pc:spChg chg="mod">
          <ac:chgData name="Yash Jadhav" userId="535c3d6d-72b8-4f77-8155-55f939173cf2" providerId="ADAL" clId="{F33F88E0-3380-47C4-AFDE-F1AC050ADA82}" dt="2026-01-25T16:11:46.643" v="12359" actId="790"/>
          <ac:spMkLst>
            <pc:docMk/>
            <pc:sldMk cId="4167778830" sldId="497"/>
            <ac:spMk id="23" creationId="{00000000-0000-0000-0000-000000000000}"/>
          </ac:spMkLst>
        </pc:spChg>
        <pc:spChg chg="mod">
          <ac:chgData name="Yash Jadhav" userId="535c3d6d-72b8-4f77-8155-55f939173cf2" providerId="ADAL" clId="{F33F88E0-3380-47C4-AFDE-F1AC050ADA82}" dt="2026-01-25T16:11:46.646" v="12360" actId="790"/>
          <ac:spMkLst>
            <pc:docMk/>
            <pc:sldMk cId="4167778830" sldId="497"/>
            <ac:spMk id="24" creationId="{00000000-0000-0000-0000-000000000000}"/>
          </ac:spMkLst>
        </pc:spChg>
        <pc:spChg chg="mod">
          <ac:chgData name="Yash Jadhav" userId="535c3d6d-72b8-4f77-8155-55f939173cf2" providerId="ADAL" clId="{F33F88E0-3380-47C4-AFDE-F1AC050ADA82}" dt="2026-01-25T16:11:46.649" v="12361" actId="790"/>
          <ac:spMkLst>
            <pc:docMk/>
            <pc:sldMk cId="4167778830" sldId="497"/>
            <ac:spMk id="25" creationId="{00000000-0000-0000-0000-000000000000}"/>
          </ac:spMkLst>
        </pc:spChg>
        <pc:spChg chg="mod">
          <ac:chgData name="Yash Jadhav" userId="535c3d6d-72b8-4f77-8155-55f939173cf2" providerId="ADAL" clId="{F33F88E0-3380-47C4-AFDE-F1AC050ADA82}" dt="2026-01-25T16:11:46.651" v="12362" actId="790"/>
          <ac:spMkLst>
            <pc:docMk/>
            <pc:sldMk cId="4167778830" sldId="497"/>
            <ac:spMk id="26" creationId="{00000000-0000-0000-0000-000000000000}"/>
          </ac:spMkLst>
        </pc:spChg>
        <pc:spChg chg="mod">
          <ac:chgData name="Yash Jadhav" userId="535c3d6d-72b8-4f77-8155-55f939173cf2" providerId="ADAL" clId="{F33F88E0-3380-47C4-AFDE-F1AC050ADA82}" dt="2026-01-25T16:11:46.654" v="12363" actId="790"/>
          <ac:spMkLst>
            <pc:docMk/>
            <pc:sldMk cId="4167778830" sldId="497"/>
            <ac:spMk id="31" creationId="{00000000-0000-0000-0000-000000000000}"/>
          </ac:spMkLst>
        </pc:spChg>
        <pc:spChg chg="mod">
          <ac:chgData name="Yash Jadhav" userId="535c3d6d-72b8-4f77-8155-55f939173cf2" providerId="ADAL" clId="{F33F88E0-3380-47C4-AFDE-F1AC050ADA82}" dt="2026-01-25T16:11:46.657" v="12364" actId="790"/>
          <ac:spMkLst>
            <pc:docMk/>
            <pc:sldMk cId="4167778830" sldId="497"/>
            <ac:spMk id="33" creationId="{00000000-0000-0000-0000-000000000000}"/>
          </ac:spMkLst>
        </pc:spChg>
        <pc:spChg chg="mod">
          <ac:chgData name="Yash Jadhav" userId="535c3d6d-72b8-4f77-8155-55f939173cf2" providerId="ADAL" clId="{F33F88E0-3380-47C4-AFDE-F1AC050ADA82}" dt="2026-01-25T16:11:46.661" v="12365" actId="790"/>
          <ac:spMkLst>
            <pc:docMk/>
            <pc:sldMk cId="4167778830" sldId="497"/>
            <ac:spMk id="34" creationId="{00000000-0000-0000-0000-000000000000}"/>
          </ac:spMkLst>
        </pc:spChg>
        <pc:spChg chg="mod">
          <ac:chgData name="Yash Jadhav" userId="535c3d6d-72b8-4f77-8155-55f939173cf2" providerId="ADAL" clId="{F33F88E0-3380-47C4-AFDE-F1AC050ADA82}" dt="2026-01-25T16:11:46.664" v="12366" actId="790"/>
          <ac:spMkLst>
            <pc:docMk/>
            <pc:sldMk cId="4167778830" sldId="497"/>
            <ac:spMk id="35" creationId="{00000000-0000-0000-0000-000000000000}"/>
          </ac:spMkLst>
        </pc:spChg>
        <pc:spChg chg="mod">
          <ac:chgData name="Yash Jadhav" userId="535c3d6d-72b8-4f77-8155-55f939173cf2" providerId="ADAL" clId="{F33F88E0-3380-47C4-AFDE-F1AC050ADA82}" dt="2026-01-25T16:11:46.666" v="12367" actId="790"/>
          <ac:spMkLst>
            <pc:docMk/>
            <pc:sldMk cId="4167778830" sldId="497"/>
            <ac:spMk id="40" creationId="{00000000-0000-0000-0000-000000000000}"/>
          </ac:spMkLst>
        </pc:spChg>
        <pc:spChg chg="mod">
          <ac:chgData name="Yash Jadhav" userId="535c3d6d-72b8-4f77-8155-55f939173cf2" providerId="ADAL" clId="{F33F88E0-3380-47C4-AFDE-F1AC050ADA82}" dt="2026-01-25T16:11:46.668" v="12368" actId="790"/>
          <ac:spMkLst>
            <pc:docMk/>
            <pc:sldMk cId="4167778830" sldId="497"/>
            <ac:spMk id="41" creationId="{00000000-0000-0000-0000-000000000000}"/>
          </ac:spMkLst>
        </pc:spChg>
        <pc:spChg chg="mod">
          <ac:chgData name="Yash Jadhav" userId="535c3d6d-72b8-4f77-8155-55f939173cf2" providerId="ADAL" clId="{F33F88E0-3380-47C4-AFDE-F1AC050ADA82}" dt="2026-01-25T16:11:46.670" v="12369" actId="790"/>
          <ac:spMkLst>
            <pc:docMk/>
            <pc:sldMk cId="4167778830" sldId="497"/>
            <ac:spMk id="42" creationId="{00000000-0000-0000-0000-000000000000}"/>
          </ac:spMkLst>
        </pc:spChg>
        <pc:spChg chg="mod">
          <ac:chgData name="Yash Jadhav" userId="535c3d6d-72b8-4f77-8155-55f939173cf2" providerId="ADAL" clId="{F33F88E0-3380-47C4-AFDE-F1AC050ADA82}" dt="2026-01-25T16:11:46.672" v="12370" actId="790"/>
          <ac:spMkLst>
            <pc:docMk/>
            <pc:sldMk cId="4167778830" sldId="497"/>
            <ac:spMk id="43" creationId="{00000000-0000-0000-0000-000000000000}"/>
          </ac:spMkLst>
        </pc:spChg>
        <pc:spChg chg="mod">
          <ac:chgData name="Yash Jadhav" userId="535c3d6d-72b8-4f77-8155-55f939173cf2" providerId="ADAL" clId="{F33F88E0-3380-47C4-AFDE-F1AC050ADA82}" dt="2026-01-25T16:11:46.675" v="12371" actId="790"/>
          <ac:spMkLst>
            <pc:docMk/>
            <pc:sldMk cId="4167778830" sldId="497"/>
            <ac:spMk id="44" creationId="{00000000-0000-0000-0000-000000000000}"/>
          </ac:spMkLst>
        </pc:spChg>
      </pc:sldChg>
      <pc:sldChg chg="modSp add mod modNotes">
        <pc:chgData name="Yash Jadhav" userId="535c3d6d-72b8-4f77-8155-55f939173cf2" providerId="ADAL" clId="{F33F88E0-3380-47C4-AFDE-F1AC050ADA82}" dt="2026-01-25T16:11:50.048" v="12398" actId="20577"/>
        <pc:sldMkLst>
          <pc:docMk/>
          <pc:sldMk cId="1976145735" sldId="498"/>
        </pc:sldMkLst>
        <pc:spChg chg="mod">
          <ac:chgData name="Yash Jadhav" userId="535c3d6d-72b8-4f77-8155-55f939173cf2" providerId="ADAL" clId="{F33F88E0-3380-47C4-AFDE-F1AC050ADA82}" dt="2026-01-25T16:11:50.004" v="12376" actId="790"/>
          <ac:spMkLst>
            <pc:docMk/>
            <pc:sldMk cId="1976145735" sldId="498"/>
            <ac:spMk id="2" creationId="{00000000-0000-0000-0000-000000000000}"/>
          </ac:spMkLst>
        </pc:spChg>
        <pc:spChg chg="mod">
          <ac:chgData name="Yash Jadhav" userId="535c3d6d-72b8-4f77-8155-55f939173cf2" providerId="ADAL" clId="{F33F88E0-3380-47C4-AFDE-F1AC050ADA82}" dt="2026-01-25T16:11:50.006" v="12377" actId="790"/>
          <ac:spMkLst>
            <pc:docMk/>
            <pc:sldMk cId="1976145735" sldId="498"/>
            <ac:spMk id="3" creationId="{00000000-0000-0000-0000-000000000000}"/>
          </ac:spMkLst>
        </pc:spChg>
        <pc:spChg chg="mod">
          <ac:chgData name="Yash Jadhav" userId="535c3d6d-72b8-4f77-8155-55f939173cf2" providerId="ADAL" clId="{F33F88E0-3380-47C4-AFDE-F1AC050ADA82}" dt="2026-01-25T16:11:50.009" v="12378" actId="790"/>
          <ac:spMkLst>
            <pc:docMk/>
            <pc:sldMk cId="1976145735" sldId="498"/>
            <ac:spMk id="12" creationId="{00000000-0000-0000-0000-000000000000}"/>
          </ac:spMkLst>
        </pc:spChg>
        <pc:spChg chg="mod">
          <ac:chgData name="Yash Jadhav" userId="535c3d6d-72b8-4f77-8155-55f939173cf2" providerId="ADAL" clId="{F33F88E0-3380-47C4-AFDE-F1AC050ADA82}" dt="2026-01-25T16:11:50.011" v="12379" actId="790"/>
          <ac:spMkLst>
            <pc:docMk/>
            <pc:sldMk cId="1976145735" sldId="498"/>
            <ac:spMk id="13" creationId="{00000000-0000-0000-0000-000000000000}"/>
          </ac:spMkLst>
        </pc:spChg>
        <pc:spChg chg="mod">
          <ac:chgData name="Yash Jadhav" userId="535c3d6d-72b8-4f77-8155-55f939173cf2" providerId="ADAL" clId="{F33F88E0-3380-47C4-AFDE-F1AC050ADA82}" dt="2026-01-25T16:11:50.012" v="12380" actId="790"/>
          <ac:spMkLst>
            <pc:docMk/>
            <pc:sldMk cId="1976145735" sldId="498"/>
            <ac:spMk id="14" creationId="{00000000-0000-0000-0000-000000000000}"/>
          </ac:spMkLst>
        </pc:spChg>
        <pc:spChg chg="mod">
          <ac:chgData name="Yash Jadhav" userId="535c3d6d-72b8-4f77-8155-55f939173cf2" providerId="ADAL" clId="{F33F88E0-3380-47C4-AFDE-F1AC050ADA82}" dt="2026-01-25T16:11:50.014" v="12381" actId="790"/>
          <ac:spMkLst>
            <pc:docMk/>
            <pc:sldMk cId="1976145735" sldId="498"/>
            <ac:spMk id="15" creationId="{00000000-0000-0000-0000-000000000000}"/>
          </ac:spMkLst>
        </pc:spChg>
        <pc:spChg chg="mod">
          <ac:chgData name="Yash Jadhav" userId="535c3d6d-72b8-4f77-8155-55f939173cf2" providerId="ADAL" clId="{F33F88E0-3380-47C4-AFDE-F1AC050ADA82}" dt="2026-01-25T16:11:50.016" v="12382" actId="790"/>
          <ac:spMkLst>
            <pc:docMk/>
            <pc:sldMk cId="1976145735" sldId="498"/>
            <ac:spMk id="22" creationId="{00000000-0000-0000-0000-000000000000}"/>
          </ac:spMkLst>
        </pc:spChg>
        <pc:spChg chg="mod">
          <ac:chgData name="Yash Jadhav" userId="535c3d6d-72b8-4f77-8155-55f939173cf2" providerId="ADAL" clId="{F33F88E0-3380-47C4-AFDE-F1AC050ADA82}" dt="2026-01-25T16:11:50.018" v="12383" actId="790"/>
          <ac:spMkLst>
            <pc:docMk/>
            <pc:sldMk cId="1976145735" sldId="498"/>
            <ac:spMk id="23" creationId="{00000000-0000-0000-0000-000000000000}"/>
          </ac:spMkLst>
        </pc:spChg>
        <pc:spChg chg="mod">
          <ac:chgData name="Yash Jadhav" userId="535c3d6d-72b8-4f77-8155-55f939173cf2" providerId="ADAL" clId="{F33F88E0-3380-47C4-AFDE-F1AC050ADA82}" dt="2026-01-25T16:11:50.020" v="12384" actId="790"/>
          <ac:spMkLst>
            <pc:docMk/>
            <pc:sldMk cId="1976145735" sldId="498"/>
            <ac:spMk id="24" creationId="{00000000-0000-0000-0000-000000000000}"/>
          </ac:spMkLst>
        </pc:spChg>
        <pc:spChg chg="mod">
          <ac:chgData name="Yash Jadhav" userId="535c3d6d-72b8-4f77-8155-55f939173cf2" providerId="ADAL" clId="{F33F88E0-3380-47C4-AFDE-F1AC050ADA82}" dt="2026-01-25T16:11:50.022" v="12385" actId="790"/>
          <ac:spMkLst>
            <pc:docMk/>
            <pc:sldMk cId="1976145735" sldId="498"/>
            <ac:spMk id="25" creationId="{00000000-0000-0000-0000-000000000000}"/>
          </ac:spMkLst>
        </pc:spChg>
        <pc:spChg chg="mod">
          <ac:chgData name="Yash Jadhav" userId="535c3d6d-72b8-4f77-8155-55f939173cf2" providerId="ADAL" clId="{F33F88E0-3380-47C4-AFDE-F1AC050ADA82}" dt="2026-01-25T16:11:50.023" v="12386" actId="790"/>
          <ac:spMkLst>
            <pc:docMk/>
            <pc:sldMk cId="1976145735" sldId="498"/>
            <ac:spMk id="26" creationId="{00000000-0000-0000-0000-000000000000}"/>
          </ac:spMkLst>
        </pc:spChg>
        <pc:spChg chg="mod">
          <ac:chgData name="Yash Jadhav" userId="535c3d6d-72b8-4f77-8155-55f939173cf2" providerId="ADAL" clId="{F33F88E0-3380-47C4-AFDE-F1AC050ADA82}" dt="2026-01-25T16:11:50.025" v="12387" actId="790"/>
          <ac:spMkLst>
            <pc:docMk/>
            <pc:sldMk cId="1976145735" sldId="498"/>
            <ac:spMk id="31" creationId="{00000000-0000-0000-0000-000000000000}"/>
          </ac:spMkLst>
        </pc:spChg>
        <pc:spChg chg="mod">
          <ac:chgData name="Yash Jadhav" userId="535c3d6d-72b8-4f77-8155-55f939173cf2" providerId="ADAL" clId="{F33F88E0-3380-47C4-AFDE-F1AC050ADA82}" dt="2026-01-25T16:11:50.027" v="12388" actId="790"/>
          <ac:spMkLst>
            <pc:docMk/>
            <pc:sldMk cId="1976145735" sldId="498"/>
            <ac:spMk id="33" creationId="{00000000-0000-0000-0000-000000000000}"/>
          </ac:spMkLst>
        </pc:spChg>
        <pc:spChg chg="mod">
          <ac:chgData name="Yash Jadhav" userId="535c3d6d-72b8-4f77-8155-55f939173cf2" providerId="ADAL" clId="{F33F88E0-3380-47C4-AFDE-F1AC050ADA82}" dt="2026-01-25T16:11:50.029" v="12389" actId="790"/>
          <ac:spMkLst>
            <pc:docMk/>
            <pc:sldMk cId="1976145735" sldId="498"/>
            <ac:spMk id="34" creationId="{00000000-0000-0000-0000-000000000000}"/>
          </ac:spMkLst>
        </pc:spChg>
        <pc:spChg chg="mod">
          <ac:chgData name="Yash Jadhav" userId="535c3d6d-72b8-4f77-8155-55f939173cf2" providerId="ADAL" clId="{F33F88E0-3380-47C4-AFDE-F1AC050ADA82}" dt="2026-01-25T16:11:50.031" v="12390" actId="790"/>
          <ac:spMkLst>
            <pc:docMk/>
            <pc:sldMk cId="1976145735" sldId="498"/>
            <ac:spMk id="35" creationId="{00000000-0000-0000-0000-000000000000}"/>
          </ac:spMkLst>
        </pc:spChg>
        <pc:spChg chg="mod">
          <ac:chgData name="Yash Jadhav" userId="535c3d6d-72b8-4f77-8155-55f939173cf2" providerId="ADAL" clId="{F33F88E0-3380-47C4-AFDE-F1AC050ADA82}" dt="2026-01-25T16:11:50.032" v="12391" actId="790"/>
          <ac:spMkLst>
            <pc:docMk/>
            <pc:sldMk cId="1976145735" sldId="498"/>
            <ac:spMk id="40" creationId="{00000000-0000-0000-0000-000000000000}"/>
          </ac:spMkLst>
        </pc:spChg>
        <pc:spChg chg="mod">
          <ac:chgData name="Yash Jadhav" userId="535c3d6d-72b8-4f77-8155-55f939173cf2" providerId="ADAL" clId="{F33F88E0-3380-47C4-AFDE-F1AC050ADA82}" dt="2026-01-25T16:11:50.034" v="12392" actId="790"/>
          <ac:spMkLst>
            <pc:docMk/>
            <pc:sldMk cId="1976145735" sldId="498"/>
            <ac:spMk id="41" creationId="{00000000-0000-0000-0000-000000000000}"/>
          </ac:spMkLst>
        </pc:spChg>
        <pc:spChg chg="mod">
          <ac:chgData name="Yash Jadhav" userId="535c3d6d-72b8-4f77-8155-55f939173cf2" providerId="ADAL" clId="{F33F88E0-3380-47C4-AFDE-F1AC050ADA82}" dt="2026-01-25T16:11:50.036" v="12393" actId="790"/>
          <ac:spMkLst>
            <pc:docMk/>
            <pc:sldMk cId="1976145735" sldId="498"/>
            <ac:spMk id="42" creationId="{00000000-0000-0000-0000-000000000000}"/>
          </ac:spMkLst>
        </pc:spChg>
        <pc:spChg chg="mod">
          <ac:chgData name="Yash Jadhav" userId="535c3d6d-72b8-4f77-8155-55f939173cf2" providerId="ADAL" clId="{F33F88E0-3380-47C4-AFDE-F1AC050ADA82}" dt="2026-01-25T16:11:50.038" v="12394" actId="790"/>
          <ac:spMkLst>
            <pc:docMk/>
            <pc:sldMk cId="1976145735" sldId="498"/>
            <ac:spMk id="43" creationId="{00000000-0000-0000-0000-000000000000}"/>
          </ac:spMkLst>
        </pc:spChg>
        <pc:spChg chg="mod">
          <ac:chgData name="Yash Jadhav" userId="535c3d6d-72b8-4f77-8155-55f939173cf2" providerId="ADAL" clId="{F33F88E0-3380-47C4-AFDE-F1AC050ADA82}" dt="2026-01-25T16:11:50.040" v="12395" actId="790"/>
          <ac:spMkLst>
            <pc:docMk/>
            <pc:sldMk cId="1976145735" sldId="498"/>
            <ac:spMk id="44" creationId="{00000000-0000-0000-0000-000000000000}"/>
          </ac:spMkLst>
        </pc:spChg>
      </pc:sldChg>
      <pc:sldChg chg="modSp add mod modNotes">
        <pc:chgData name="Yash Jadhav" userId="535c3d6d-72b8-4f77-8155-55f939173cf2" providerId="ADAL" clId="{F33F88E0-3380-47C4-AFDE-F1AC050ADA82}" dt="2026-01-25T16:11:54.936" v="12413" actId="20577"/>
        <pc:sldMkLst>
          <pc:docMk/>
          <pc:sldMk cId="393400714" sldId="499"/>
        </pc:sldMkLst>
        <pc:spChg chg="mod">
          <ac:chgData name="Yash Jadhav" userId="535c3d6d-72b8-4f77-8155-55f939173cf2" providerId="ADAL" clId="{F33F88E0-3380-47C4-AFDE-F1AC050ADA82}" dt="2026-01-25T16:11:54.763" v="12400" actId="790"/>
          <ac:spMkLst>
            <pc:docMk/>
            <pc:sldMk cId="393400714" sldId="499"/>
            <ac:spMk id="2" creationId="{771EA583-BDDE-43D0-8BA2-4E58BF5E6E54}"/>
          </ac:spMkLst>
        </pc:spChg>
        <pc:graphicFrameChg chg="mod">
          <ac:chgData name="Yash Jadhav" userId="535c3d6d-72b8-4f77-8155-55f939173cf2" providerId="ADAL" clId="{F33F88E0-3380-47C4-AFDE-F1AC050ADA82}" dt="2026-01-25T16:11:54.918" v="12410"/>
          <ac:graphicFrameMkLst>
            <pc:docMk/>
            <pc:sldMk cId="393400714" sldId="499"/>
            <ac:graphicFrameMk id="3" creationId="{26013576-5B58-4B78-A7FA-A7803AF8BA03}"/>
          </ac:graphicFrameMkLst>
        </pc:graphicFrameChg>
      </pc:sldChg>
      <pc:sldChg chg="modSp add mod modNotes">
        <pc:chgData name="Yash Jadhav" userId="535c3d6d-72b8-4f77-8155-55f939173cf2" providerId="ADAL" clId="{F33F88E0-3380-47C4-AFDE-F1AC050ADA82}" dt="2026-01-25T16:11:58.305" v="12431" actId="20577"/>
        <pc:sldMkLst>
          <pc:docMk/>
          <pc:sldMk cId="762421373" sldId="500"/>
        </pc:sldMkLst>
        <pc:spChg chg="mod">
          <ac:chgData name="Yash Jadhav" userId="535c3d6d-72b8-4f77-8155-55f939173cf2" providerId="ADAL" clId="{F33F88E0-3380-47C4-AFDE-F1AC050ADA82}" dt="2026-01-25T16:11:58.242" v="12415" actId="790"/>
          <ac:spMkLst>
            <pc:docMk/>
            <pc:sldMk cId="762421373" sldId="500"/>
            <ac:spMk id="2" creationId="{27E958D5-6E31-8E05-BF36-96F5CDF3EC7E}"/>
          </ac:spMkLst>
        </pc:spChg>
        <pc:spChg chg="mod">
          <ac:chgData name="Yash Jadhav" userId="535c3d6d-72b8-4f77-8155-55f939173cf2" providerId="ADAL" clId="{F33F88E0-3380-47C4-AFDE-F1AC050ADA82}" dt="2026-01-25T16:11:58.263" v="12416" actId="790"/>
          <ac:spMkLst>
            <pc:docMk/>
            <pc:sldMk cId="762421373" sldId="500"/>
            <ac:spMk id="9" creationId="{8F7445A1-704F-7AC7-81FB-94153C90E5DC}"/>
          </ac:spMkLst>
        </pc:spChg>
        <pc:spChg chg="mod">
          <ac:chgData name="Yash Jadhav" userId="535c3d6d-72b8-4f77-8155-55f939173cf2" providerId="ADAL" clId="{F33F88E0-3380-47C4-AFDE-F1AC050ADA82}" dt="2026-01-25T16:11:58.266" v="12417" actId="790"/>
          <ac:spMkLst>
            <pc:docMk/>
            <pc:sldMk cId="762421373" sldId="500"/>
            <ac:spMk id="10" creationId="{BA46730B-8F2C-2195-4140-4573D8CE1D2F}"/>
          </ac:spMkLst>
        </pc:spChg>
        <pc:spChg chg="mod">
          <ac:chgData name="Yash Jadhav" userId="535c3d6d-72b8-4f77-8155-55f939173cf2" providerId="ADAL" clId="{F33F88E0-3380-47C4-AFDE-F1AC050ADA82}" dt="2026-01-25T16:11:58.270" v="12418" actId="790"/>
          <ac:spMkLst>
            <pc:docMk/>
            <pc:sldMk cId="762421373" sldId="500"/>
            <ac:spMk id="11" creationId="{97547857-57CB-7EB4-ADAA-870E23D48911}"/>
          </ac:spMkLst>
        </pc:spChg>
        <pc:spChg chg="mod">
          <ac:chgData name="Yash Jadhav" userId="535c3d6d-72b8-4f77-8155-55f939173cf2" providerId="ADAL" clId="{F33F88E0-3380-47C4-AFDE-F1AC050ADA82}" dt="2026-01-25T16:11:58.273" v="12419" actId="790"/>
          <ac:spMkLst>
            <pc:docMk/>
            <pc:sldMk cId="762421373" sldId="500"/>
            <ac:spMk id="12" creationId="{8A63DAE6-0156-DC76-2499-80DAF0004F41}"/>
          </ac:spMkLst>
        </pc:spChg>
        <pc:spChg chg="mod">
          <ac:chgData name="Yash Jadhav" userId="535c3d6d-72b8-4f77-8155-55f939173cf2" providerId="ADAL" clId="{F33F88E0-3380-47C4-AFDE-F1AC050ADA82}" dt="2026-01-25T16:11:58.275" v="12420" actId="790"/>
          <ac:spMkLst>
            <pc:docMk/>
            <pc:sldMk cId="762421373" sldId="500"/>
            <ac:spMk id="13" creationId="{D3389D49-7028-3220-24FD-CD602E1EB5E6}"/>
          </ac:spMkLst>
        </pc:spChg>
        <pc:spChg chg="mod">
          <ac:chgData name="Yash Jadhav" userId="535c3d6d-72b8-4f77-8155-55f939173cf2" providerId="ADAL" clId="{F33F88E0-3380-47C4-AFDE-F1AC050ADA82}" dt="2026-01-25T16:11:58.279" v="12421" actId="790"/>
          <ac:spMkLst>
            <pc:docMk/>
            <pc:sldMk cId="762421373" sldId="500"/>
            <ac:spMk id="30" creationId="{093BFD68-2DDB-8B63-A22A-7A5B18B60C50}"/>
          </ac:spMkLst>
        </pc:spChg>
        <pc:spChg chg="mod">
          <ac:chgData name="Yash Jadhav" userId="535c3d6d-72b8-4f77-8155-55f939173cf2" providerId="ADAL" clId="{F33F88E0-3380-47C4-AFDE-F1AC050ADA82}" dt="2026-01-25T16:11:58.282" v="12422" actId="790"/>
          <ac:spMkLst>
            <pc:docMk/>
            <pc:sldMk cId="762421373" sldId="500"/>
            <ac:spMk id="31" creationId="{3F3292B4-2192-B401-F302-6344403CDAEF}"/>
          </ac:spMkLst>
        </pc:spChg>
        <pc:spChg chg="mod">
          <ac:chgData name="Yash Jadhav" userId="535c3d6d-72b8-4f77-8155-55f939173cf2" providerId="ADAL" clId="{F33F88E0-3380-47C4-AFDE-F1AC050ADA82}" dt="2026-01-25T16:11:58.285" v="12423" actId="790"/>
          <ac:spMkLst>
            <pc:docMk/>
            <pc:sldMk cId="762421373" sldId="500"/>
            <ac:spMk id="32" creationId="{3D3F2A69-53A6-067F-2C9C-DB305F116A86}"/>
          </ac:spMkLst>
        </pc:spChg>
        <pc:spChg chg="mod">
          <ac:chgData name="Yash Jadhav" userId="535c3d6d-72b8-4f77-8155-55f939173cf2" providerId="ADAL" clId="{F33F88E0-3380-47C4-AFDE-F1AC050ADA82}" dt="2026-01-25T16:11:58.287" v="12424" actId="790"/>
          <ac:spMkLst>
            <pc:docMk/>
            <pc:sldMk cId="762421373" sldId="500"/>
            <ac:spMk id="33" creationId="{A9CBAB05-295F-84FE-ADAD-5364EF93414E}"/>
          </ac:spMkLst>
        </pc:spChg>
        <pc:spChg chg="mod">
          <ac:chgData name="Yash Jadhav" userId="535c3d6d-72b8-4f77-8155-55f939173cf2" providerId="ADAL" clId="{F33F88E0-3380-47C4-AFDE-F1AC050ADA82}" dt="2026-01-25T16:11:58.290" v="12425" actId="790"/>
          <ac:spMkLst>
            <pc:docMk/>
            <pc:sldMk cId="762421373" sldId="500"/>
            <ac:spMk id="34" creationId="{EA4F1D11-C1D0-8E08-3C67-86D250B83B43}"/>
          </ac:spMkLst>
        </pc:spChg>
        <pc:spChg chg="mod">
          <ac:chgData name="Yash Jadhav" userId="535c3d6d-72b8-4f77-8155-55f939173cf2" providerId="ADAL" clId="{F33F88E0-3380-47C4-AFDE-F1AC050ADA82}" dt="2026-01-25T16:11:58.293" v="12426" actId="790"/>
          <ac:spMkLst>
            <pc:docMk/>
            <pc:sldMk cId="762421373" sldId="500"/>
            <ac:spMk id="35" creationId="{E6EF6975-23FA-1618-9094-820AE2AE550C}"/>
          </ac:spMkLst>
        </pc:spChg>
        <pc:spChg chg="mod">
          <ac:chgData name="Yash Jadhav" userId="535c3d6d-72b8-4f77-8155-55f939173cf2" providerId="ADAL" clId="{F33F88E0-3380-47C4-AFDE-F1AC050ADA82}" dt="2026-01-25T16:11:58.295" v="12427" actId="790"/>
          <ac:spMkLst>
            <pc:docMk/>
            <pc:sldMk cId="762421373" sldId="500"/>
            <ac:spMk id="36" creationId="{6E5EC1B4-8A9E-4C76-AB08-E231A0FE4D92}"/>
          </ac:spMkLst>
        </pc:spChg>
        <pc:spChg chg="mod">
          <ac:chgData name="Yash Jadhav" userId="535c3d6d-72b8-4f77-8155-55f939173cf2" providerId="ADAL" clId="{F33F88E0-3380-47C4-AFDE-F1AC050ADA82}" dt="2026-01-25T16:11:58.297" v="12428" actId="790"/>
          <ac:spMkLst>
            <pc:docMk/>
            <pc:sldMk cId="762421373" sldId="500"/>
            <ac:spMk id="37" creationId="{E9D83EB2-EA25-9397-5C22-42E481248A59}"/>
          </ac:spMkLst>
        </pc:spChg>
      </pc:sldChg>
      <pc:sldChg chg="modSp add mod modNotes">
        <pc:chgData name="Yash Jadhav" userId="535c3d6d-72b8-4f77-8155-55f939173cf2" providerId="ADAL" clId="{F33F88E0-3380-47C4-AFDE-F1AC050ADA82}" dt="2026-01-25T16:12:00.768" v="12450" actId="20577"/>
        <pc:sldMkLst>
          <pc:docMk/>
          <pc:sldMk cId="1896125424" sldId="501"/>
        </pc:sldMkLst>
        <pc:spChg chg="mod">
          <ac:chgData name="Yash Jadhav" userId="535c3d6d-72b8-4f77-8155-55f939173cf2" providerId="ADAL" clId="{F33F88E0-3380-47C4-AFDE-F1AC050ADA82}" dt="2026-01-25T16:12:00.699" v="12433" actId="790"/>
          <ac:spMkLst>
            <pc:docMk/>
            <pc:sldMk cId="1896125424" sldId="501"/>
            <ac:spMk id="2" creationId="{38B42B25-A343-E0BC-F223-0A0E894E691C}"/>
          </ac:spMkLst>
        </pc:spChg>
        <pc:spChg chg="mod">
          <ac:chgData name="Yash Jadhav" userId="535c3d6d-72b8-4f77-8155-55f939173cf2" providerId="ADAL" clId="{F33F88E0-3380-47C4-AFDE-F1AC050ADA82}" dt="2026-01-25T16:12:00.704" v="12434" actId="790"/>
          <ac:spMkLst>
            <pc:docMk/>
            <pc:sldMk cId="1896125424" sldId="501"/>
            <ac:spMk id="9" creationId="{6ACAA059-4CC0-62C7-C0DB-08CA510189AD}"/>
          </ac:spMkLst>
        </pc:spChg>
        <pc:spChg chg="mod">
          <ac:chgData name="Yash Jadhav" userId="535c3d6d-72b8-4f77-8155-55f939173cf2" providerId="ADAL" clId="{F33F88E0-3380-47C4-AFDE-F1AC050ADA82}" dt="2026-01-25T16:12:00.707" v="12435" actId="790"/>
          <ac:spMkLst>
            <pc:docMk/>
            <pc:sldMk cId="1896125424" sldId="501"/>
            <ac:spMk id="16" creationId="{7E02BE89-EE0C-CDD2-17B3-6CC11D718F44}"/>
          </ac:spMkLst>
        </pc:spChg>
        <pc:spChg chg="mod">
          <ac:chgData name="Yash Jadhav" userId="535c3d6d-72b8-4f77-8155-55f939173cf2" providerId="ADAL" clId="{F33F88E0-3380-47C4-AFDE-F1AC050ADA82}" dt="2026-01-25T16:12:00.709" v="12436" actId="790"/>
          <ac:spMkLst>
            <pc:docMk/>
            <pc:sldMk cId="1896125424" sldId="501"/>
            <ac:spMk id="17" creationId="{DAAA2455-7D4F-462E-A75D-D26217DAF436}"/>
          </ac:spMkLst>
        </pc:spChg>
        <pc:spChg chg="mod">
          <ac:chgData name="Yash Jadhav" userId="535c3d6d-72b8-4f77-8155-55f939173cf2" providerId="ADAL" clId="{F33F88E0-3380-47C4-AFDE-F1AC050ADA82}" dt="2026-01-25T16:12:00.712" v="12437" actId="790"/>
          <ac:spMkLst>
            <pc:docMk/>
            <pc:sldMk cId="1896125424" sldId="501"/>
            <ac:spMk id="18" creationId="{C839C0E4-7FB9-D20D-DB75-D519BF928724}"/>
          </ac:spMkLst>
        </pc:spChg>
        <pc:spChg chg="mod">
          <ac:chgData name="Yash Jadhav" userId="535c3d6d-72b8-4f77-8155-55f939173cf2" providerId="ADAL" clId="{F33F88E0-3380-47C4-AFDE-F1AC050ADA82}" dt="2026-01-25T16:12:00.715" v="12438" actId="790"/>
          <ac:spMkLst>
            <pc:docMk/>
            <pc:sldMk cId="1896125424" sldId="501"/>
            <ac:spMk id="19" creationId="{0E1302C5-9725-54DF-FF8B-877068CD30AF}"/>
          </ac:spMkLst>
        </pc:spChg>
        <pc:spChg chg="mod">
          <ac:chgData name="Yash Jadhav" userId="535c3d6d-72b8-4f77-8155-55f939173cf2" providerId="ADAL" clId="{F33F88E0-3380-47C4-AFDE-F1AC050ADA82}" dt="2026-01-25T16:12:00.717" v="12439" actId="790"/>
          <ac:spMkLst>
            <pc:docMk/>
            <pc:sldMk cId="1896125424" sldId="501"/>
            <ac:spMk id="20" creationId="{A6C96DD4-0895-19BD-D51F-8F27081A752B}"/>
          </ac:spMkLst>
        </pc:spChg>
        <pc:spChg chg="mod">
          <ac:chgData name="Yash Jadhav" userId="535c3d6d-72b8-4f77-8155-55f939173cf2" providerId="ADAL" clId="{F33F88E0-3380-47C4-AFDE-F1AC050ADA82}" dt="2026-01-25T16:12:00.719" v="12440" actId="790"/>
          <ac:spMkLst>
            <pc:docMk/>
            <pc:sldMk cId="1896125424" sldId="501"/>
            <ac:spMk id="22" creationId="{B2AC522E-92C7-9D10-22C5-A52E3DA93DFB}"/>
          </ac:spMkLst>
        </pc:spChg>
        <pc:spChg chg="mod">
          <ac:chgData name="Yash Jadhav" userId="535c3d6d-72b8-4f77-8155-55f939173cf2" providerId="ADAL" clId="{F33F88E0-3380-47C4-AFDE-F1AC050ADA82}" dt="2026-01-25T16:12:00.725" v="12441" actId="790"/>
          <ac:spMkLst>
            <pc:docMk/>
            <pc:sldMk cId="1896125424" sldId="501"/>
            <ac:spMk id="23" creationId="{E2311329-12D6-D8ED-6F6F-940CAFF450D8}"/>
          </ac:spMkLst>
        </pc:spChg>
        <pc:spChg chg="mod">
          <ac:chgData name="Yash Jadhav" userId="535c3d6d-72b8-4f77-8155-55f939173cf2" providerId="ADAL" clId="{F33F88E0-3380-47C4-AFDE-F1AC050ADA82}" dt="2026-01-25T16:12:00.728" v="12442" actId="790"/>
          <ac:spMkLst>
            <pc:docMk/>
            <pc:sldMk cId="1896125424" sldId="501"/>
            <ac:spMk id="25" creationId="{E251B1E0-85BB-7FFD-C6DC-033F83F73ABA}"/>
          </ac:spMkLst>
        </pc:spChg>
        <pc:spChg chg="mod">
          <ac:chgData name="Yash Jadhav" userId="535c3d6d-72b8-4f77-8155-55f939173cf2" providerId="ADAL" clId="{F33F88E0-3380-47C4-AFDE-F1AC050ADA82}" dt="2026-01-25T16:12:00.735" v="12443" actId="790"/>
          <ac:spMkLst>
            <pc:docMk/>
            <pc:sldMk cId="1896125424" sldId="501"/>
            <ac:spMk id="26" creationId="{5D3390BD-3308-1A19-B2D9-9C1E2514635C}"/>
          </ac:spMkLst>
        </pc:spChg>
        <pc:spChg chg="mod">
          <ac:chgData name="Yash Jadhav" userId="535c3d6d-72b8-4f77-8155-55f939173cf2" providerId="ADAL" clId="{F33F88E0-3380-47C4-AFDE-F1AC050ADA82}" dt="2026-01-25T16:12:00.737" v="12444" actId="790"/>
          <ac:spMkLst>
            <pc:docMk/>
            <pc:sldMk cId="1896125424" sldId="501"/>
            <ac:spMk id="28" creationId="{369A2A68-4E50-355D-B7DF-2F7BE99C4015}"/>
          </ac:spMkLst>
        </pc:spChg>
        <pc:spChg chg="mod">
          <ac:chgData name="Yash Jadhav" userId="535c3d6d-72b8-4f77-8155-55f939173cf2" providerId="ADAL" clId="{F33F88E0-3380-47C4-AFDE-F1AC050ADA82}" dt="2026-01-25T16:12:00.743" v="12445" actId="790"/>
          <ac:spMkLst>
            <pc:docMk/>
            <pc:sldMk cId="1896125424" sldId="501"/>
            <ac:spMk id="29" creationId="{BD51F063-87B3-5BEA-A299-0F4961AD2727}"/>
          </ac:spMkLst>
        </pc:spChg>
        <pc:spChg chg="mod">
          <ac:chgData name="Yash Jadhav" userId="535c3d6d-72b8-4f77-8155-55f939173cf2" providerId="ADAL" clId="{F33F88E0-3380-47C4-AFDE-F1AC050ADA82}" dt="2026-01-25T16:12:00.746" v="12446" actId="790"/>
          <ac:spMkLst>
            <pc:docMk/>
            <pc:sldMk cId="1896125424" sldId="501"/>
            <ac:spMk id="37" creationId="{1B8D89E5-F11B-D756-B283-229E655A741B}"/>
          </ac:spMkLst>
        </pc:spChg>
        <pc:spChg chg="mod">
          <ac:chgData name="Yash Jadhav" userId="535c3d6d-72b8-4f77-8155-55f939173cf2" providerId="ADAL" clId="{F33F88E0-3380-47C4-AFDE-F1AC050ADA82}" dt="2026-01-25T16:12:00.752" v="12447" actId="790"/>
          <ac:spMkLst>
            <pc:docMk/>
            <pc:sldMk cId="1896125424" sldId="501"/>
            <ac:spMk id="38" creationId="{84FFDA66-1B47-071B-7479-069CAD5E9374}"/>
          </ac:spMkLst>
        </pc:spChg>
      </pc:sldChg>
      <pc:sldChg chg="modSp add mod modNotes">
        <pc:chgData name="Yash Jadhav" userId="535c3d6d-72b8-4f77-8155-55f939173cf2" providerId="ADAL" clId="{F33F88E0-3380-47C4-AFDE-F1AC050ADA82}" dt="2026-01-25T16:12:02.549" v="12474" actId="20577"/>
        <pc:sldMkLst>
          <pc:docMk/>
          <pc:sldMk cId="1205404604" sldId="502"/>
        </pc:sldMkLst>
        <pc:spChg chg="mod">
          <ac:chgData name="Yash Jadhav" userId="535c3d6d-72b8-4f77-8155-55f939173cf2" providerId="ADAL" clId="{F33F88E0-3380-47C4-AFDE-F1AC050ADA82}" dt="2026-01-25T16:12:02.484" v="12452" actId="790"/>
          <ac:spMkLst>
            <pc:docMk/>
            <pc:sldMk cId="1205404604" sldId="502"/>
            <ac:spMk id="2" creationId="{F2A235F3-E3AC-7AD5-87EE-4106474447F9}"/>
          </ac:spMkLst>
        </pc:spChg>
        <pc:spChg chg="mod">
          <ac:chgData name="Yash Jadhav" userId="535c3d6d-72b8-4f77-8155-55f939173cf2" providerId="ADAL" clId="{F33F88E0-3380-47C4-AFDE-F1AC050ADA82}" dt="2026-01-25T16:12:02.487" v="12453" actId="790"/>
          <ac:spMkLst>
            <pc:docMk/>
            <pc:sldMk cId="1205404604" sldId="502"/>
            <ac:spMk id="3" creationId="{FCEE2A25-6F01-3A4F-B57C-5BC48802C71A}"/>
          </ac:spMkLst>
        </pc:spChg>
        <pc:spChg chg="mod">
          <ac:chgData name="Yash Jadhav" userId="535c3d6d-72b8-4f77-8155-55f939173cf2" providerId="ADAL" clId="{F33F88E0-3380-47C4-AFDE-F1AC050ADA82}" dt="2026-01-25T16:12:02.491" v="12454" actId="790"/>
          <ac:spMkLst>
            <pc:docMk/>
            <pc:sldMk cId="1205404604" sldId="502"/>
            <ac:spMk id="28" creationId="{CF434050-4494-A71F-B37A-BAAE422CCF06}"/>
          </ac:spMkLst>
        </pc:spChg>
        <pc:spChg chg="mod">
          <ac:chgData name="Yash Jadhav" userId="535c3d6d-72b8-4f77-8155-55f939173cf2" providerId="ADAL" clId="{F33F88E0-3380-47C4-AFDE-F1AC050ADA82}" dt="2026-01-25T16:12:02.494" v="12455" actId="790"/>
          <ac:spMkLst>
            <pc:docMk/>
            <pc:sldMk cId="1205404604" sldId="502"/>
            <ac:spMk id="29" creationId="{C764A83E-0B6F-1CE9-1490-29875F5E0C22}"/>
          </ac:spMkLst>
        </pc:spChg>
        <pc:spChg chg="mod">
          <ac:chgData name="Yash Jadhav" userId="535c3d6d-72b8-4f77-8155-55f939173cf2" providerId="ADAL" clId="{F33F88E0-3380-47C4-AFDE-F1AC050ADA82}" dt="2026-01-25T16:12:02.496" v="12456" actId="790"/>
          <ac:spMkLst>
            <pc:docMk/>
            <pc:sldMk cId="1205404604" sldId="502"/>
            <ac:spMk id="30" creationId="{C0A1EA17-1593-96C2-5957-4D873F0F27F9}"/>
          </ac:spMkLst>
        </pc:spChg>
        <pc:spChg chg="mod">
          <ac:chgData name="Yash Jadhav" userId="535c3d6d-72b8-4f77-8155-55f939173cf2" providerId="ADAL" clId="{F33F88E0-3380-47C4-AFDE-F1AC050ADA82}" dt="2026-01-25T16:12:02.497" v="12457" actId="790"/>
          <ac:spMkLst>
            <pc:docMk/>
            <pc:sldMk cId="1205404604" sldId="502"/>
            <ac:spMk id="31" creationId="{7F344384-D334-CCD8-E4ED-4426F0C7CC05}"/>
          </ac:spMkLst>
        </pc:spChg>
        <pc:spChg chg="mod">
          <ac:chgData name="Yash Jadhav" userId="535c3d6d-72b8-4f77-8155-55f939173cf2" providerId="ADAL" clId="{F33F88E0-3380-47C4-AFDE-F1AC050ADA82}" dt="2026-01-25T16:12:02.499" v="12458" actId="790"/>
          <ac:spMkLst>
            <pc:docMk/>
            <pc:sldMk cId="1205404604" sldId="502"/>
            <ac:spMk id="32" creationId="{06B47A7B-E041-320D-7518-5E202D1E73E0}"/>
          </ac:spMkLst>
        </pc:spChg>
        <pc:spChg chg="mod">
          <ac:chgData name="Yash Jadhav" userId="535c3d6d-72b8-4f77-8155-55f939173cf2" providerId="ADAL" clId="{F33F88E0-3380-47C4-AFDE-F1AC050ADA82}" dt="2026-01-25T16:12:02.501" v="12459" actId="790"/>
          <ac:spMkLst>
            <pc:docMk/>
            <pc:sldMk cId="1205404604" sldId="502"/>
            <ac:spMk id="33" creationId="{079A1DFB-D94E-805C-BEA7-6AFEC2B1DACC}"/>
          </ac:spMkLst>
        </pc:spChg>
        <pc:spChg chg="mod">
          <ac:chgData name="Yash Jadhav" userId="535c3d6d-72b8-4f77-8155-55f939173cf2" providerId="ADAL" clId="{F33F88E0-3380-47C4-AFDE-F1AC050ADA82}" dt="2026-01-25T16:12:02.504" v="12460" actId="790"/>
          <ac:spMkLst>
            <pc:docMk/>
            <pc:sldMk cId="1205404604" sldId="502"/>
            <ac:spMk id="34" creationId="{51800398-4FFF-E9F5-65FF-3B004BEE926D}"/>
          </ac:spMkLst>
        </pc:spChg>
        <pc:spChg chg="mod">
          <ac:chgData name="Yash Jadhav" userId="535c3d6d-72b8-4f77-8155-55f939173cf2" providerId="ADAL" clId="{F33F88E0-3380-47C4-AFDE-F1AC050ADA82}" dt="2026-01-25T16:12:02.506" v="12461" actId="790"/>
          <ac:spMkLst>
            <pc:docMk/>
            <pc:sldMk cId="1205404604" sldId="502"/>
            <ac:spMk id="35" creationId="{993BF845-5304-06F4-33A2-FA106687C986}"/>
          </ac:spMkLst>
        </pc:spChg>
        <pc:spChg chg="mod">
          <ac:chgData name="Yash Jadhav" userId="535c3d6d-72b8-4f77-8155-55f939173cf2" providerId="ADAL" clId="{F33F88E0-3380-47C4-AFDE-F1AC050ADA82}" dt="2026-01-25T16:12:02.509" v="12462" actId="790"/>
          <ac:spMkLst>
            <pc:docMk/>
            <pc:sldMk cId="1205404604" sldId="502"/>
            <ac:spMk id="36" creationId="{28C2A96F-3EC6-AE39-922B-907819B9D2BD}"/>
          </ac:spMkLst>
        </pc:spChg>
        <pc:spChg chg="mod">
          <ac:chgData name="Yash Jadhav" userId="535c3d6d-72b8-4f77-8155-55f939173cf2" providerId="ADAL" clId="{F33F88E0-3380-47C4-AFDE-F1AC050ADA82}" dt="2026-01-25T16:12:02.512" v="12463" actId="790"/>
          <ac:spMkLst>
            <pc:docMk/>
            <pc:sldMk cId="1205404604" sldId="502"/>
            <ac:spMk id="37" creationId="{F3EBFB83-1569-2FBA-41E6-2C4D7D7CB036}"/>
          </ac:spMkLst>
        </pc:spChg>
        <pc:spChg chg="mod">
          <ac:chgData name="Yash Jadhav" userId="535c3d6d-72b8-4f77-8155-55f939173cf2" providerId="ADAL" clId="{F33F88E0-3380-47C4-AFDE-F1AC050ADA82}" dt="2026-01-25T16:12:02.514" v="12464" actId="790"/>
          <ac:spMkLst>
            <pc:docMk/>
            <pc:sldMk cId="1205404604" sldId="502"/>
            <ac:spMk id="38" creationId="{85A38165-64A3-DA66-0C60-1D6198CC3EC8}"/>
          </ac:spMkLst>
        </pc:spChg>
        <pc:spChg chg="mod">
          <ac:chgData name="Yash Jadhav" userId="535c3d6d-72b8-4f77-8155-55f939173cf2" providerId="ADAL" clId="{F33F88E0-3380-47C4-AFDE-F1AC050ADA82}" dt="2026-01-25T16:12:02.515" v="12465" actId="790"/>
          <ac:spMkLst>
            <pc:docMk/>
            <pc:sldMk cId="1205404604" sldId="502"/>
            <ac:spMk id="39" creationId="{62D32D51-5121-3370-269B-ACEC362FDC96}"/>
          </ac:spMkLst>
        </pc:spChg>
        <pc:spChg chg="mod">
          <ac:chgData name="Yash Jadhav" userId="535c3d6d-72b8-4f77-8155-55f939173cf2" providerId="ADAL" clId="{F33F88E0-3380-47C4-AFDE-F1AC050ADA82}" dt="2026-01-25T16:12:02.519" v="12466" actId="790"/>
          <ac:spMkLst>
            <pc:docMk/>
            <pc:sldMk cId="1205404604" sldId="502"/>
            <ac:spMk id="40" creationId="{9AC9E3EA-DC4B-38FA-6E31-9302A91008BA}"/>
          </ac:spMkLst>
        </pc:spChg>
        <pc:spChg chg="mod">
          <ac:chgData name="Yash Jadhav" userId="535c3d6d-72b8-4f77-8155-55f939173cf2" providerId="ADAL" clId="{F33F88E0-3380-47C4-AFDE-F1AC050ADA82}" dt="2026-01-25T16:12:02.523" v="12467" actId="790"/>
          <ac:spMkLst>
            <pc:docMk/>
            <pc:sldMk cId="1205404604" sldId="502"/>
            <ac:spMk id="41" creationId="{0E84D0C3-3904-6917-BBF0-9071F1059702}"/>
          </ac:spMkLst>
        </pc:spChg>
        <pc:spChg chg="mod">
          <ac:chgData name="Yash Jadhav" userId="535c3d6d-72b8-4f77-8155-55f939173cf2" providerId="ADAL" clId="{F33F88E0-3380-47C4-AFDE-F1AC050ADA82}" dt="2026-01-25T16:12:02.527" v="12468" actId="790"/>
          <ac:spMkLst>
            <pc:docMk/>
            <pc:sldMk cId="1205404604" sldId="502"/>
            <ac:spMk id="42" creationId="{21F3B8C8-C1F9-2154-A4E6-5C72C734BC39}"/>
          </ac:spMkLst>
        </pc:spChg>
        <pc:spChg chg="mod">
          <ac:chgData name="Yash Jadhav" userId="535c3d6d-72b8-4f77-8155-55f939173cf2" providerId="ADAL" clId="{F33F88E0-3380-47C4-AFDE-F1AC050ADA82}" dt="2026-01-25T16:12:02.531" v="12469" actId="790"/>
          <ac:spMkLst>
            <pc:docMk/>
            <pc:sldMk cId="1205404604" sldId="502"/>
            <ac:spMk id="43" creationId="{806283F5-3ECD-A725-0372-5B2348235E63}"/>
          </ac:spMkLst>
        </pc:spChg>
        <pc:spChg chg="mod">
          <ac:chgData name="Yash Jadhav" userId="535c3d6d-72b8-4f77-8155-55f939173cf2" providerId="ADAL" clId="{F33F88E0-3380-47C4-AFDE-F1AC050ADA82}" dt="2026-01-25T16:12:02.535" v="12470" actId="790"/>
          <ac:spMkLst>
            <pc:docMk/>
            <pc:sldMk cId="1205404604" sldId="502"/>
            <ac:spMk id="44" creationId="{D0614F67-3C84-370E-3E08-AF167C7544DB}"/>
          </ac:spMkLst>
        </pc:spChg>
        <pc:spChg chg="mod">
          <ac:chgData name="Yash Jadhav" userId="535c3d6d-72b8-4f77-8155-55f939173cf2" providerId="ADAL" clId="{F33F88E0-3380-47C4-AFDE-F1AC050ADA82}" dt="2026-01-25T16:12:02.539" v="12471" actId="790"/>
          <ac:spMkLst>
            <pc:docMk/>
            <pc:sldMk cId="1205404604" sldId="502"/>
            <ac:spMk id="45" creationId="{BDBA7D1E-8723-AE13-963A-BE5AB89B82EE}"/>
          </ac:spMkLst>
        </pc:spChg>
      </pc:sldChg>
      <pc:sldChg chg="modSp add mod modNotes">
        <pc:chgData name="Yash Jadhav" userId="535c3d6d-72b8-4f77-8155-55f939173cf2" providerId="ADAL" clId="{F33F88E0-3380-47C4-AFDE-F1AC050ADA82}" dt="2026-01-25T16:12:07.438" v="12504" actId="20577"/>
        <pc:sldMkLst>
          <pc:docMk/>
          <pc:sldMk cId="1225954150" sldId="503"/>
        </pc:sldMkLst>
        <pc:spChg chg="mod">
          <ac:chgData name="Yash Jadhav" userId="535c3d6d-72b8-4f77-8155-55f939173cf2" providerId="ADAL" clId="{F33F88E0-3380-47C4-AFDE-F1AC050ADA82}" dt="2026-01-25T16:12:07.325" v="12476" actId="790"/>
          <ac:spMkLst>
            <pc:docMk/>
            <pc:sldMk cId="1225954150" sldId="503"/>
            <ac:spMk id="2" creationId="{9E2F6094-94B5-25E5-A5F0-0ABCCD85ADD4}"/>
          </ac:spMkLst>
        </pc:spChg>
        <pc:spChg chg="mod">
          <ac:chgData name="Yash Jadhav" userId="535c3d6d-72b8-4f77-8155-55f939173cf2" providerId="ADAL" clId="{F33F88E0-3380-47C4-AFDE-F1AC050ADA82}" dt="2026-01-25T16:12:07.328" v="12477" actId="790"/>
          <ac:spMkLst>
            <pc:docMk/>
            <pc:sldMk cId="1225954150" sldId="503"/>
            <ac:spMk id="3" creationId="{30C87570-C037-914C-C392-7D407B6550D6}"/>
          </ac:spMkLst>
        </pc:spChg>
        <pc:spChg chg="mod">
          <ac:chgData name="Yash Jadhav" userId="535c3d6d-72b8-4f77-8155-55f939173cf2" providerId="ADAL" clId="{F33F88E0-3380-47C4-AFDE-F1AC050ADA82}" dt="2026-01-25T16:12:07.331" v="12478" actId="790"/>
          <ac:spMkLst>
            <pc:docMk/>
            <pc:sldMk cId="1225954150" sldId="503"/>
            <ac:spMk id="5" creationId="{FE673B62-C1AD-FA12-39C3-9B108E3C133F}"/>
          </ac:spMkLst>
        </pc:spChg>
        <pc:spChg chg="mod">
          <ac:chgData name="Yash Jadhav" userId="535c3d6d-72b8-4f77-8155-55f939173cf2" providerId="ADAL" clId="{F33F88E0-3380-47C4-AFDE-F1AC050ADA82}" dt="2026-01-25T16:12:07.334" v="12479" actId="790"/>
          <ac:spMkLst>
            <pc:docMk/>
            <pc:sldMk cId="1225954150" sldId="503"/>
            <ac:spMk id="6" creationId="{AA33D16E-D973-6238-6C20-0B9B36697397}"/>
          </ac:spMkLst>
        </pc:spChg>
        <pc:spChg chg="mod">
          <ac:chgData name="Yash Jadhav" userId="535c3d6d-72b8-4f77-8155-55f939173cf2" providerId="ADAL" clId="{F33F88E0-3380-47C4-AFDE-F1AC050ADA82}" dt="2026-01-25T16:12:07.340" v="12480" actId="790"/>
          <ac:spMkLst>
            <pc:docMk/>
            <pc:sldMk cId="1225954150" sldId="503"/>
            <ac:spMk id="8" creationId="{14262837-6593-BDB7-B8EC-72DE7011E0EB}"/>
          </ac:spMkLst>
        </pc:spChg>
        <pc:spChg chg="mod">
          <ac:chgData name="Yash Jadhav" userId="535c3d6d-72b8-4f77-8155-55f939173cf2" providerId="ADAL" clId="{F33F88E0-3380-47C4-AFDE-F1AC050ADA82}" dt="2026-01-25T16:12:07.346" v="12481" actId="790"/>
          <ac:spMkLst>
            <pc:docMk/>
            <pc:sldMk cId="1225954150" sldId="503"/>
            <ac:spMk id="10" creationId="{455F9ED8-2FA4-B583-38B8-E73702A09C95}"/>
          </ac:spMkLst>
        </pc:spChg>
        <pc:spChg chg="mod">
          <ac:chgData name="Yash Jadhav" userId="535c3d6d-72b8-4f77-8155-55f939173cf2" providerId="ADAL" clId="{F33F88E0-3380-47C4-AFDE-F1AC050ADA82}" dt="2026-01-25T16:12:07.352" v="12482" actId="790"/>
          <ac:spMkLst>
            <pc:docMk/>
            <pc:sldMk cId="1225954150" sldId="503"/>
            <ac:spMk id="12" creationId="{03AFE48A-D7E0-B01A-16B8-E2FD3275A030}"/>
          </ac:spMkLst>
        </pc:spChg>
        <pc:spChg chg="mod">
          <ac:chgData name="Yash Jadhav" userId="535c3d6d-72b8-4f77-8155-55f939173cf2" providerId="ADAL" clId="{F33F88E0-3380-47C4-AFDE-F1AC050ADA82}" dt="2026-01-25T16:12:07.360" v="12484" actId="790"/>
          <ac:spMkLst>
            <pc:docMk/>
            <pc:sldMk cId="1225954150" sldId="503"/>
            <ac:spMk id="22" creationId="{F136A1E7-2042-527A-2CEF-72E9AB9AFB6A}"/>
          </ac:spMkLst>
        </pc:spChg>
        <pc:spChg chg="mod">
          <ac:chgData name="Yash Jadhav" userId="535c3d6d-72b8-4f77-8155-55f939173cf2" providerId="ADAL" clId="{F33F88E0-3380-47C4-AFDE-F1AC050ADA82}" dt="2026-01-25T16:12:07.362" v="12485" actId="790"/>
          <ac:spMkLst>
            <pc:docMk/>
            <pc:sldMk cId="1225954150" sldId="503"/>
            <ac:spMk id="23" creationId="{B4E17E26-9724-5E33-2B92-6462BD79AE0C}"/>
          </ac:spMkLst>
        </pc:spChg>
        <pc:spChg chg="mod">
          <ac:chgData name="Yash Jadhav" userId="535c3d6d-72b8-4f77-8155-55f939173cf2" providerId="ADAL" clId="{F33F88E0-3380-47C4-AFDE-F1AC050ADA82}" dt="2026-01-25T16:12:07.367" v="12486" actId="790"/>
          <ac:spMkLst>
            <pc:docMk/>
            <pc:sldMk cId="1225954150" sldId="503"/>
            <ac:spMk id="25" creationId="{2FAEDF21-6836-2A96-E939-B0B2E1558B58}"/>
          </ac:spMkLst>
        </pc:spChg>
        <pc:spChg chg="mod">
          <ac:chgData name="Yash Jadhav" userId="535c3d6d-72b8-4f77-8155-55f939173cf2" providerId="ADAL" clId="{F33F88E0-3380-47C4-AFDE-F1AC050ADA82}" dt="2026-01-25T16:12:07.373" v="12487" actId="790"/>
          <ac:spMkLst>
            <pc:docMk/>
            <pc:sldMk cId="1225954150" sldId="503"/>
            <ac:spMk id="27" creationId="{A9ECD6B8-7D2F-5E39-9301-31A1B2793916}"/>
          </ac:spMkLst>
        </pc:spChg>
        <pc:spChg chg="mod">
          <ac:chgData name="Yash Jadhav" userId="535c3d6d-72b8-4f77-8155-55f939173cf2" providerId="ADAL" clId="{F33F88E0-3380-47C4-AFDE-F1AC050ADA82}" dt="2026-01-25T16:12:07.378" v="12488" actId="790"/>
          <ac:spMkLst>
            <pc:docMk/>
            <pc:sldMk cId="1225954150" sldId="503"/>
            <ac:spMk id="29" creationId="{C335449E-AE9C-EE49-E625-81E560C93460}"/>
          </ac:spMkLst>
        </pc:spChg>
        <pc:spChg chg="mod">
          <ac:chgData name="Yash Jadhav" userId="535c3d6d-72b8-4f77-8155-55f939173cf2" providerId="ADAL" clId="{F33F88E0-3380-47C4-AFDE-F1AC050ADA82}" dt="2026-01-25T16:12:07.382" v="12490" actId="790"/>
          <ac:spMkLst>
            <pc:docMk/>
            <pc:sldMk cId="1225954150" sldId="503"/>
            <ac:spMk id="33" creationId="{8A432505-A0CE-99E8-D269-F91866766D0C}"/>
          </ac:spMkLst>
        </pc:spChg>
        <pc:spChg chg="mod">
          <ac:chgData name="Yash Jadhav" userId="535c3d6d-72b8-4f77-8155-55f939173cf2" providerId="ADAL" clId="{F33F88E0-3380-47C4-AFDE-F1AC050ADA82}" dt="2026-01-25T16:12:07.384" v="12491" actId="790"/>
          <ac:spMkLst>
            <pc:docMk/>
            <pc:sldMk cId="1225954150" sldId="503"/>
            <ac:spMk id="34" creationId="{6C1C3E1A-1888-575D-9370-25F6A7D3FF11}"/>
          </ac:spMkLst>
        </pc:spChg>
        <pc:spChg chg="mod">
          <ac:chgData name="Yash Jadhav" userId="535c3d6d-72b8-4f77-8155-55f939173cf2" providerId="ADAL" clId="{F33F88E0-3380-47C4-AFDE-F1AC050ADA82}" dt="2026-01-25T16:12:07.389" v="12492" actId="790"/>
          <ac:spMkLst>
            <pc:docMk/>
            <pc:sldMk cId="1225954150" sldId="503"/>
            <ac:spMk id="36" creationId="{405FB70E-D60F-5A0C-86ED-E9831096D554}"/>
          </ac:spMkLst>
        </pc:spChg>
        <pc:spChg chg="mod">
          <ac:chgData name="Yash Jadhav" userId="535c3d6d-72b8-4f77-8155-55f939173cf2" providerId="ADAL" clId="{F33F88E0-3380-47C4-AFDE-F1AC050ADA82}" dt="2026-01-25T16:12:07.395" v="12493" actId="790"/>
          <ac:spMkLst>
            <pc:docMk/>
            <pc:sldMk cId="1225954150" sldId="503"/>
            <ac:spMk id="38" creationId="{39E3886C-F506-50A8-8FA7-DD527049FFA5}"/>
          </ac:spMkLst>
        </pc:spChg>
        <pc:spChg chg="mod">
          <ac:chgData name="Yash Jadhav" userId="535c3d6d-72b8-4f77-8155-55f939173cf2" providerId="ADAL" clId="{F33F88E0-3380-47C4-AFDE-F1AC050ADA82}" dt="2026-01-25T16:12:07.400" v="12494" actId="790"/>
          <ac:spMkLst>
            <pc:docMk/>
            <pc:sldMk cId="1225954150" sldId="503"/>
            <ac:spMk id="40" creationId="{44B0322C-FE1D-12F9-E29C-D26EE0E70B48}"/>
          </ac:spMkLst>
        </pc:spChg>
        <pc:spChg chg="mod">
          <ac:chgData name="Yash Jadhav" userId="535c3d6d-72b8-4f77-8155-55f939173cf2" providerId="ADAL" clId="{F33F88E0-3380-47C4-AFDE-F1AC050ADA82}" dt="2026-01-25T16:12:07.406" v="12496" actId="790"/>
          <ac:spMkLst>
            <pc:docMk/>
            <pc:sldMk cId="1225954150" sldId="503"/>
            <ac:spMk id="44" creationId="{B7E2CC70-86A3-8605-E018-D917B1253BE2}"/>
          </ac:spMkLst>
        </pc:spChg>
        <pc:spChg chg="mod">
          <ac:chgData name="Yash Jadhav" userId="535c3d6d-72b8-4f77-8155-55f939173cf2" providerId="ADAL" clId="{F33F88E0-3380-47C4-AFDE-F1AC050ADA82}" dt="2026-01-25T16:12:07.409" v="12497" actId="790"/>
          <ac:spMkLst>
            <pc:docMk/>
            <pc:sldMk cId="1225954150" sldId="503"/>
            <ac:spMk id="45" creationId="{24789AA5-C9F4-DC1B-CF18-60A536F636E4}"/>
          </ac:spMkLst>
        </pc:spChg>
        <pc:spChg chg="mod">
          <ac:chgData name="Yash Jadhav" userId="535c3d6d-72b8-4f77-8155-55f939173cf2" providerId="ADAL" clId="{F33F88E0-3380-47C4-AFDE-F1AC050ADA82}" dt="2026-01-25T16:12:07.415" v="12498" actId="790"/>
          <ac:spMkLst>
            <pc:docMk/>
            <pc:sldMk cId="1225954150" sldId="503"/>
            <ac:spMk id="47" creationId="{8C62B2DC-F7A8-4A6E-ED0B-CE2C2CE32D76}"/>
          </ac:spMkLst>
        </pc:spChg>
        <pc:spChg chg="mod">
          <ac:chgData name="Yash Jadhav" userId="535c3d6d-72b8-4f77-8155-55f939173cf2" providerId="ADAL" clId="{F33F88E0-3380-47C4-AFDE-F1AC050ADA82}" dt="2026-01-25T16:12:07.420" v="12499" actId="790"/>
          <ac:spMkLst>
            <pc:docMk/>
            <pc:sldMk cId="1225954150" sldId="503"/>
            <ac:spMk id="49" creationId="{EFEE0E3D-0DB6-619C-570A-CF86BB34A5A6}"/>
          </ac:spMkLst>
        </pc:spChg>
        <pc:spChg chg="mod">
          <ac:chgData name="Yash Jadhav" userId="535c3d6d-72b8-4f77-8155-55f939173cf2" providerId="ADAL" clId="{F33F88E0-3380-47C4-AFDE-F1AC050ADA82}" dt="2026-01-25T16:12:07.425" v="12500" actId="790"/>
          <ac:spMkLst>
            <pc:docMk/>
            <pc:sldMk cId="1225954150" sldId="503"/>
            <ac:spMk id="51" creationId="{3E9D1DE1-76F2-4B82-96A0-CEC3A2682FD1}"/>
          </ac:spMkLst>
        </pc:spChg>
        <pc:spChg chg="mod">
          <ac:chgData name="Yash Jadhav" userId="535c3d6d-72b8-4f77-8155-55f939173cf2" providerId="ADAL" clId="{F33F88E0-3380-47C4-AFDE-F1AC050ADA82}" dt="2026-01-25T16:12:07.427" v="12501" actId="790"/>
          <ac:spMkLst>
            <pc:docMk/>
            <pc:sldMk cId="1225954150" sldId="503"/>
            <ac:spMk id="53" creationId="{E4B008CA-42D1-DA60-AFDD-F9922C3F6914}"/>
          </ac:spMkLst>
        </pc:spChg>
        <pc:spChg chg="mod">
          <ac:chgData name="Yash Jadhav" userId="535c3d6d-72b8-4f77-8155-55f939173cf2" providerId="ADAL" clId="{F33F88E0-3380-47C4-AFDE-F1AC050ADA82}" dt="2026-01-25T16:12:07.354" v="12483" actId="790"/>
          <ac:spMkLst>
            <pc:docMk/>
            <pc:sldMk cId="1225954150" sldId="503"/>
            <ac:spMk id="54" creationId="{39343E57-F17D-9A3F-FC48-6CCC0846F0B4}"/>
          </ac:spMkLst>
        </pc:spChg>
        <pc:spChg chg="mod">
          <ac:chgData name="Yash Jadhav" userId="535c3d6d-72b8-4f77-8155-55f939173cf2" providerId="ADAL" clId="{F33F88E0-3380-47C4-AFDE-F1AC050ADA82}" dt="2026-01-25T16:12:07.380" v="12489" actId="790"/>
          <ac:spMkLst>
            <pc:docMk/>
            <pc:sldMk cId="1225954150" sldId="503"/>
            <ac:spMk id="55" creationId="{56AA0882-DBA4-B937-2195-B9EA66DC4C04}"/>
          </ac:spMkLst>
        </pc:spChg>
        <pc:spChg chg="mod">
          <ac:chgData name="Yash Jadhav" userId="535c3d6d-72b8-4f77-8155-55f939173cf2" providerId="ADAL" clId="{F33F88E0-3380-47C4-AFDE-F1AC050ADA82}" dt="2026-01-25T16:12:07.402" v="12495" actId="790"/>
          <ac:spMkLst>
            <pc:docMk/>
            <pc:sldMk cId="1225954150" sldId="503"/>
            <ac:spMk id="56" creationId="{C3A71C84-20A4-AE34-0532-DB0F179804DD}"/>
          </ac:spMkLst>
        </pc:spChg>
      </pc:sldChg>
      <pc:sldChg chg="modSp add mod">
        <pc:chgData name="Yash Jadhav" userId="535c3d6d-72b8-4f77-8155-55f939173cf2" providerId="ADAL" clId="{F33F88E0-3380-47C4-AFDE-F1AC050ADA82}" dt="2026-01-26T08:30:50.283" v="12523"/>
        <pc:sldMkLst>
          <pc:docMk/>
          <pc:sldMk cId="4071028596" sldId="504"/>
        </pc:sldMkLst>
        <pc:spChg chg="mod">
          <ac:chgData name="Yash Jadhav" userId="535c3d6d-72b8-4f77-8155-55f939173cf2" providerId="ADAL" clId="{F33F88E0-3380-47C4-AFDE-F1AC050ADA82}" dt="2026-01-26T08:30:50.283" v="12523"/>
          <ac:spMkLst>
            <pc:docMk/>
            <pc:sldMk cId="4071028596" sldId="504"/>
            <ac:spMk id="4" creationId="{632B16C0-95A8-B8A5-9129-204763808283}"/>
          </ac:spMkLst>
        </pc:spChg>
        <pc:spChg chg="mod">
          <ac:chgData name="Yash Jadhav" userId="535c3d6d-72b8-4f77-8155-55f939173cf2" providerId="ADAL" clId="{F33F88E0-3380-47C4-AFDE-F1AC050ADA82}" dt="2026-01-26T08:30:50.283" v="12523"/>
          <ac:spMkLst>
            <pc:docMk/>
            <pc:sldMk cId="4071028596" sldId="504"/>
            <ac:spMk id="6" creationId="{4BACA7FF-48D9-45C6-6A49-3B2D5F7E53DA}"/>
          </ac:spMkLst>
        </pc:spChg>
      </pc:sldChg>
      <pc:sldChg chg="del">
        <pc:chgData name="Yash Jadhav" userId="535c3d6d-72b8-4f77-8155-55f939173cf2" providerId="ADAL" clId="{F33F88E0-3380-47C4-AFDE-F1AC050ADA82}" dt="2026-01-26T08:30:35.766" v="12511" actId="47"/>
        <pc:sldMkLst>
          <pc:docMk/>
          <pc:sldMk cId="3479298497" sldId="520"/>
        </pc:sldMkLst>
      </pc:sldChg>
      <pc:sldChg chg="del">
        <pc:chgData name="Yash Jadhav" userId="535c3d6d-72b8-4f77-8155-55f939173cf2" providerId="ADAL" clId="{F33F88E0-3380-47C4-AFDE-F1AC050ADA82}" dt="2026-01-26T08:30:35.766" v="12511" actId="47"/>
        <pc:sldMkLst>
          <pc:docMk/>
          <pc:sldMk cId="4141950972" sldId="521"/>
        </pc:sldMkLst>
      </pc:sldChg>
      <pc:sldChg chg="del">
        <pc:chgData name="Yash Jadhav" userId="535c3d6d-72b8-4f77-8155-55f939173cf2" providerId="ADAL" clId="{F33F88E0-3380-47C4-AFDE-F1AC050ADA82}" dt="2026-01-26T08:30:35.766" v="12511" actId="47"/>
        <pc:sldMkLst>
          <pc:docMk/>
          <pc:sldMk cId="981034326" sldId="522"/>
        </pc:sldMkLst>
      </pc:sldChg>
      <pc:sldChg chg="del">
        <pc:chgData name="Yash Jadhav" userId="535c3d6d-72b8-4f77-8155-55f939173cf2" providerId="ADAL" clId="{F33F88E0-3380-47C4-AFDE-F1AC050ADA82}" dt="2026-01-26T08:30:35.766" v="12511" actId="47"/>
        <pc:sldMkLst>
          <pc:docMk/>
          <pc:sldMk cId="600528127" sldId="523"/>
        </pc:sldMkLst>
      </pc:sldChg>
      <pc:sldChg chg="del">
        <pc:chgData name="Yash Jadhav" userId="535c3d6d-72b8-4f77-8155-55f939173cf2" providerId="ADAL" clId="{F33F88E0-3380-47C4-AFDE-F1AC050ADA82}" dt="2026-01-26T08:30:35.766" v="12511" actId="47"/>
        <pc:sldMkLst>
          <pc:docMk/>
          <pc:sldMk cId="1822931635" sldId="524"/>
        </pc:sldMkLst>
      </pc:sldChg>
      <pc:sldChg chg="del">
        <pc:chgData name="Yash Jadhav" userId="535c3d6d-72b8-4f77-8155-55f939173cf2" providerId="ADAL" clId="{F33F88E0-3380-47C4-AFDE-F1AC050ADA82}" dt="2026-01-26T08:30:35.766" v="12511" actId="47"/>
        <pc:sldMkLst>
          <pc:docMk/>
          <pc:sldMk cId="1277441130" sldId="525"/>
        </pc:sldMkLst>
      </pc:sldChg>
      <pc:sldChg chg="del">
        <pc:chgData name="Yash Jadhav" userId="535c3d6d-72b8-4f77-8155-55f939173cf2" providerId="ADAL" clId="{F33F88E0-3380-47C4-AFDE-F1AC050ADA82}" dt="2026-01-26T08:30:35.766" v="12511" actId="47"/>
        <pc:sldMkLst>
          <pc:docMk/>
          <pc:sldMk cId="2604702927" sldId="526"/>
        </pc:sldMkLst>
      </pc:sldChg>
      <pc:sldChg chg="del">
        <pc:chgData name="Yash Jadhav" userId="535c3d6d-72b8-4f77-8155-55f939173cf2" providerId="ADAL" clId="{F33F88E0-3380-47C4-AFDE-F1AC050ADA82}" dt="2026-01-26T08:30:35.766" v="12511" actId="47"/>
        <pc:sldMkLst>
          <pc:docMk/>
          <pc:sldMk cId="2942542253" sldId="527"/>
        </pc:sldMkLst>
      </pc:sldChg>
      <pc:sldChg chg="del">
        <pc:chgData name="Yash Jadhav" userId="535c3d6d-72b8-4f77-8155-55f939173cf2" providerId="ADAL" clId="{F33F88E0-3380-47C4-AFDE-F1AC050ADA82}" dt="2026-01-26T08:30:35.766" v="12511" actId="47"/>
        <pc:sldMkLst>
          <pc:docMk/>
          <pc:sldMk cId="4142305947" sldId="528"/>
        </pc:sldMkLst>
      </pc:sldChg>
      <pc:sldChg chg="del">
        <pc:chgData name="Yash Jadhav" userId="535c3d6d-72b8-4f77-8155-55f939173cf2" providerId="ADAL" clId="{F33F88E0-3380-47C4-AFDE-F1AC050ADA82}" dt="2026-01-26T08:30:35.766" v="12511" actId="47"/>
        <pc:sldMkLst>
          <pc:docMk/>
          <pc:sldMk cId="1977406036" sldId="529"/>
        </pc:sldMkLst>
      </pc:sldChg>
      <pc:sldChg chg="del">
        <pc:chgData name="Yash Jadhav" userId="535c3d6d-72b8-4f77-8155-55f939173cf2" providerId="ADAL" clId="{F33F88E0-3380-47C4-AFDE-F1AC050ADA82}" dt="2026-01-26T08:30:35.766" v="12511" actId="47"/>
        <pc:sldMkLst>
          <pc:docMk/>
          <pc:sldMk cId="3071697348" sldId="530"/>
        </pc:sldMkLst>
      </pc:sldChg>
      <pc:sldChg chg="del">
        <pc:chgData name="Yash Jadhav" userId="535c3d6d-72b8-4f77-8155-55f939173cf2" providerId="ADAL" clId="{F33F88E0-3380-47C4-AFDE-F1AC050ADA82}" dt="2026-01-26T08:30:35.766" v="12511" actId="47"/>
        <pc:sldMkLst>
          <pc:docMk/>
          <pc:sldMk cId="1983723866" sldId="531"/>
        </pc:sldMkLst>
      </pc:sldChg>
      <pc:sldChg chg="del">
        <pc:chgData name="Yash Jadhav" userId="535c3d6d-72b8-4f77-8155-55f939173cf2" providerId="ADAL" clId="{F33F88E0-3380-47C4-AFDE-F1AC050ADA82}" dt="2026-01-26T08:30:35.766" v="12511" actId="47"/>
        <pc:sldMkLst>
          <pc:docMk/>
          <pc:sldMk cId="1388729601" sldId="532"/>
        </pc:sldMkLst>
      </pc:sldChg>
      <pc:sldChg chg="del">
        <pc:chgData name="Yash Jadhav" userId="535c3d6d-72b8-4f77-8155-55f939173cf2" providerId="ADAL" clId="{F33F88E0-3380-47C4-AFDE-F1AC050ADA82}" dt="2026-01-26T08:30:35.766" v="12511" actId="47"/>
        <pc:sldMkLst>
          <pc:docMk/>
          <pc:sldMk cId="3366257178" sldId="533"/>
        </pc:sldMkLst>
      </pc:sldChg>
      <pc:sldChg chg="del">
        <pc:chgData name="Yash Jadhav" userId="535c3d6d-72b8-4f77-8155-55f939173cf2" providerId="ADAL" clId="{F33F88E0-3380-47C4-AFDE-F1AC050ADA82}" dt="2026-01-26T08:30:35.766" v="12511" actId="47"/>
        <pc:sldMkLst>
          <pc:docMk/>
          <pc:sldMk cId="954856389" sldId="534"/>
        </pc:sldMkLst>
      </pc:sldChg>
      <pc:sldChg chg="del">
        <pc:chgData name="Yash Jadhav" userId="535c3d6d-72b8-4f77-8155-55f939173cf2" providerId="ADAL" clId="{F33F88E0-3380-47C4-AFDE-F1AC050ADA82}" dt="2026-01-26T08:30:35.766" v="12511" actId="47"/>
        <pc:sldMkLst>
          <pc:docMk/>
          <pc:sldMk cId="2808712095" sldId="535"/>
        </pc:sldMkLst>
      </pc:sldChg>
      <pc:sldChg chg="del">
        <pc:chgData name="Yash Jadhav" userId="535c3d6d-72b8-4f77-8155-55f939173cf2" providerId="ADAL" clId="{F33F88E0-3380-47C4-AFDE-F1AC050ADA82}" dt="2026-01-26T08:30:35.766" v="12511" actId="47"/>
        <pc:sldMkLst>
          <pc:docMk/>
          <pc:sldMk cId="3492159057" sldId="536"/>
        </pc:sldMkLst>
      </pc:sldChg>
      <pc:sldChg chg="del">
        <pc:chgData name="Yash Jadhav" userId="535c3d6d-72b8-4f77-8155-55f939173cf2" providerId="ADAL" clId="{F33F88E0-3380-47C4-AFDE-F1AC050ADA82}" dt="2026-01-26T08:30:35.766" v="12511" actId="47"/>
        <pc:sldMkLst>
          <pc:docMk/>
          <pc:sldMk cId="1021814903" sldId="537"/>
        </pc:sldMkLst>
      </pc:sldChg>
      <pc:sldChg chg="del">
        <pc:chgData name="Yash Jadhav" userId="535c3d6d-72b8-4f77-8155-55f939173cf2" providerId="ADAL" clId="{F33F88E0-3380-47C4-AFDE-F1AC050ADA82}" dt="2026-01-26T08:30:35.766" v="12511" actId="47"/>
        <pc:sldMkLst>
          <pc:docMk/>
          <pc:sldMk cId="3545508288" sldId="538"/>
        </pc:sldMkLst>
      </pc:sldChg>
      <pc:sldChg chg="del">
        <pc:chgData name="Yash Jadhav" userId="535c3d6d-72b8-4f77-8155-55f939173cf2" providerId="ADAL" clId="{F33F88E0-3380-47C4-AFDE-F1AC050ADA82}" dt="2026-01-26T08:30:35.766" v="12511" actId="47"/>
        <pc:sldMkLst>
          <pc:docMk/>
          <pc:sldMk cId="2683252346" sldId="539"/>
        </pc:sldMkLst>
      </pc:sldChg>
      <pc:sldChg chg="del">
        <pc:chgData name="Yash Jadhav" userId="535c3d6d-72b8-4f77-8155-55f939173cf2" providerId="ADAL" clId="{F33F88E0-3380-47C4-AFDE-F1AC050ADA82}" dt="2026-01-26T08:30:35.766" v="12511" actId="47"/>
        <pc:sldMkLst>
          <pc:docMk/>
          <pc:sldMk cId="1195977201" sldId="540"/>
        </pc:sldMkLst>
      </pc:sldChg>
      <pc:sldChg chg="del">
        <pc:chgData name="Yash Jadhav" userId="535c3d6d-72b8-4f77-8155-55f939173cf2" providerId="ADAL" clId="{F33F88E0-3380-47C4-AFDE-F1AC050ADA82}" dt="2026-01-26T08:30:35.766" v="12511" actId="47"/>
        <pc:sldMkLst>
          <pc:docMk/>
          <pc:sldMk cId="441027500" sldId="543"/>
        </pc:sldMkLst>
      </pc:sldChg>
      <pc:sldChg chg="add del">
        <pc:chgData name="Yash Jadhav" userId="535c3d6d-72b8-4f77-8155-55f939173cf2" providerId="ADAL" clId="{F33F88E0-3380-47C4-AFDE-F1AC050ADA82}" dt="2026-01-26T08:30:35.766" v="12511" actId="47"/>
        <pc:sldMkLst>
          <pc:docMk/>
          <pc:sldMk cId="3308801048" sldId="667"/>
        </pc:sldMkLst>
      </pc:sldChg>
      <pc:sldChg chg="del">
        <pc:chgData name="Yash Jadhav" userId="535c3d6d-72b8-4f77-8155-55f939173cf2" providerId="ADAL" clId="{F33F88E0-3380-47C4-AFDE-F1AC050ADA82}" dt="2026-01-26T08:30:35.766" v="12511" actId="47"/>
        <pc:sldMkLst>
          <pc:docMk/>
          <pc:sldMk cId="3148985204" sldId="1152"/>
        </pc:sldMkLst>
      </pc:sldChg>
      <pc:sldChg chg="del">
        <pc:chgData name="Yash Jadhav" userId="535c3d6d-72b8-4f77-8155-55f939173cf2" providerId="ADAL" clId="{F33F88E0-3380-47C4-AFDE-F1AC050ADA82}" dt="2026-01-26T08:30:35.766" v="12511" actId="47"/>
        <pc:sldMkLst>
          <pc:docMk/>
          <pc:sldMk cId="0" sldId="2678"/>
        </pc:sldMkLst>
      </pc:sldChg>
      <pc:sldChg chg="del">
        <pc:chgData name="Yash Jadhav" userId="535c3d6d-72b8-4f77-8155-55f939173cf2" providerId="ADAL" clId="{F33F88E0-3380-47C4-AFDE-F1AC050ADA82}" dt="2026-01-26T08:30:35.766" v="12511" actId="47"/>
        <pc:sldMkLst>
          <pc:docMk/>
          <pc:sldMk cId="0" sldId="2679"/>
        </pc:sldMkLst>
      </pc:sldChg>
      <pc:sldChg chg="del">
        <pc:chgData name="Yash Jadhav" userId="535c3d6d-72b8-4f77-8155-55f939173cf2" providerId="ADAL" clId="{F33F88E0-3380-47C4-AFDE-F1AC050ADA82}" dt="2026-01-26T08:30:35.766" v="12511" actId="47"/>
        <pc:sldMkLst>
          <pc:docMk/>
          <pc:sldMk cId="0" sldId="2680"/>
        </pc:sldMkLst>
      </pc:sldChg>
      <pc:sldChg chg="del">
        <pc:chgData name="Yash Jadhav" userId="535c3d6d-72b8-4f77-8155-55f939173cf2" providerId="ADAL" clId="{F33F88E0-3380-47C4-AFDE-F1AC050ADA82}" dt="2026-01-26T08:30:35.766" v="12511" actId="47"/>
        <pc:sldMkLst>
          <pc:docMk/>
          <pc:sldMk cId="0" sldId="2681"/>
        </pc:sldMkLst>
      </pc:sldChg>
      <pc:sldChg chg="del">
        <pc:chgData name="Yash Jadhav" userId="535c3d6d-72b8-4f77-8155-55f939173cf2" providerId="ADAL" clId="{F33F88E0-3380-47C4-AFDE-F1AC050ADA82}" dt="2026-01-26T08:30:35.766" v="12511" actId="47"/>
        <pc:sldMkLst>
          <pc:docMk/>
          <pc:sldMk cId="0" sldId="2682"/>
        </pc:sldMkLst>
      </pc:sldChg>
      <pc:sldChg chg="del">
        <pc:chgData name="Yash Jadhav" userId="535c3d6d-72b8-4f77-8155-55f939173cf2" providerId="ADAL" clId="{F33F88E0-3380-47C4-AFDE-F1AC050ADA82}" dt="2026-01-26T08:30:35.766" v="12511" actId="47"/>
        <pc:sldMkLst>
          <pc:docMk/>
          <pc:sldMk cId="0" sldId="2683"/>
        </pc:sldMkLst>
      </pc:sldChg>
      <pc:sldChg chg="del">
        <pc:chgData name="Yash Jadhav" userId="535c3d6d-72b8-4f77-8155-55f939173cf2" providerId="ADAL" clId="{F33F88E0-3380-47C4-AFDE-F1AC050ADA82}" dt="2026-01-26T08:30:35.766" v="12511" actId="47"/>
        <pc:sldMkLst>
          <pc:docMk/>
          <pc:sldMk cId="0" sldId="2684"/>
        </pc:sldMkLst>
      </pc:sldChg>
      <pc:sldChg chg="del">
        <pc:chgData name="Yash Jadhav" userId="535c3d6d-72b8-4f77-8155-55f939173cf2" providerId="ADAL" clId="{F33F88E0-3380-47C4-AFDE-F1AC050ADA82}" dt="2026-01-26T08:30:35.766" v="12511" actId="47"/>
        <pc:sldMkLst>
          <pc:docMk/>
          <pc:sldMk cId="0" sldId="2685"/>
        </pc:sldMkLst>
      </pc:sldChg>
      <pc:sldChg chg="del">
        <pc:chgData name="Yash Jadhav" userId="535c3d6d-72b8-4f77-8155-55f939173cf2" providerId="ADAL" clId="{F33F88E0-3380-47C4-AFDE-F1AC050ADA82}" dt="2026-01-26T08:30:35.766" v="12511" actId="47"/>
        <pc:sldMkLst>
          <pc:docMk/>
          <pc:sldMk cId="0" sldId="2686"/>
        </pc:sldMkLst>
      </pc:sldChg>
      <pc:sldChg chg="del">
        <pc:chgData name="Yash Jadhav" userId="535c3d6d-72b8-4f77-8155-55f939173cf2" providerId="ADAL" clId="{F33F88E0-3380-47C4-AFDE-F1AC050ADA82}" dt="2026-01-26T08:30:35.766" v="12511" actId="47"/>
        <pc:sldMkLst>
          <pc:docMk/>
          <pc:sldMk cId="0" sldId="2687"/>
        </pc:sldMkLst>
      </pc:sldChg>
      <pc:sldChg chg="del">
        <pc:chgData name="Yash Jadhav" userId="535c3d6d-72b8-4f77-8155-55f939173cf2" providerId="ADAL" clId="{F33F88E0-3380-47C4-AFDE-F1AC050ADA82}" dt="2026-01-26T08:30:35.766" v="12511" actId="47"/>
        <pc:sldMkLst>
          <pc:docMk/>
          <pc:sldMk cId="0" sldId="2688"/>
        </pc:sldMkLst>
      </pc:sldChg>
      <pc:sldChg chg="del">
        <pc:chgData name="Yash Jadhav" userId="535c3d6d-72b8-4f77-8155-55f939173cf2" providerId="ADAL" clId="{F33F88E0-3380-47C4-AFDE-F1AC050ADA82}" dt="2026-01-26T08:30:35.766" v="12511" actId="47"/>
        <pc:sldMkLst>
          <pc:docMk/>
          <pc:sldMk cId="0" sldId="2689"/>
        </pc:sldMkLst>
      </pc:sldChg>
      <pc:sldChg chg="del">
        <pc:chgData name="Yash Jadhav" userId="535c3d6d-72b8-4f77-8155-55f939173cf2" providerId="ADAL" clId="{F33F88E0-3380-47C4-AFDE-F1AC050ADA82}" dt="2026-01-26T08:30:35.766" v="12511" actId="47"/>
        <pc:sldMkLst>
          <pc:docMk/>
          <pc:sldMk cId="0" sldId="2690"/>
        </pc:sldMkLst>
      </pc:sldChg>
      <pc:sldChg chg="del">
        <pc:chgData name="Yash Jadhav" userId="535c3d6d-72b8-4f77-8155-55f939173cf2" providerId="ADAL" clId="{F33F88E0-3380-47C4-AFDE-F1AC050ADA82}" dt="2026-01-26T08:30:35.766" v="12511" actId="47"/>
        <pc:sldMkLst>
          <pc:docMk/>
          <pc:sldMk cId="0" sldId="2691"/>
        </pc:sldMkLst>
      </pc:sldChg>
      <pc:sldChg chg="del">
        <pc:chgData name="Yash Jadhav" userId="535c3d6d-72b8-4f77-8155-55f939173cf2" providerId="ADAL" clId="{F33F88E0-3380-47C4-AFDE-F1AC050ADA82}" dt="2026-01-26T08:30:35.766" v="12511" actId="47"/>
        <pc:sldMkLst>
          <pc:docMk/>
          <pc:sldMk cId="0" sldId="2692"/>
        </pc:sldMkLst>
      </pc:sldChg>
      <pc:sldChg chg="del">
        <pc:chgData name="Yash Jadhav" userId="535c3d6d-72b8-4f77-8155-55f939173cf2" providerId="ADAL" clId="{F33F88E0-3380-47C4-AFDE-F1AC050ADA82}" dt="2026-01-26T08:30:35.766" v="12511" actId="47"/>
        <pc:sldMkLst>
          <pc:docMk/>
          <pc:sldMk cId="3093072388" sldId="2694"/>
        </pc:sldMkLst>
      </pc:sldChg>
      <pc:sldChg chg="del">
        <pc:chgData name="Yash Jadhav" userId="535c3d6d-72b8-4f77-8155-55f939173cf2" providerId="ADAL" clId="{F33F88E0-3380-47C4-AFDE-F1AC050ADA82}" dt="2026-01-26T08:30:35.766" v="12511" actId="47"/>
        <pc:sldMkLst>
          <pc:docMk/>
          <pc:sldMk cId="3575555535" sldId="11924"/>
        </pc:sldMkLst>
      </pc:sldChg>
      <pc:sldChg chg="add del">
        <pc:chgData name="Yash Jadhav" userId="535c3d6d-72b8-4f77-8155-55f939173cf2" providerId="ADAL" clId="{F33F88E0-3380-47C4-AFDE-F1AC050ADA82}" dt="2026-01-25T15:51:59.102" v="38" actId="2696"/>
        <pc:sldMkLst>
          <pc:docMk/>
          <pc:sldMk cId="619583730" sldId="12215"/>
        </pc:sldMkLst>
      </pc:sldChg>
      <pc:sldChg chg="add del">
        <pc:chgData name="Yash Jadhav" userId="535c3d6d-72b8-4f77-8155-55f939173cf2" providerId="ADAL" clId="{F33F88E0-3380-47C4-AFDE-F1AC050ADA82}" dt="2026-01-26T08:30:35.766" v="12511" actId="47"/>
        <pc:sldMkLst>
          <pc:docMk/>
          <pc:sldMk cId="2882699598" sldId="12215"/>
        </pc:sldMkLst>
      </pc:sldChg>
      <pc:sldChg chg="add del">
        <pc:chgData name="Yash Jadhav" userId="535c3d6d-72b8-4f77-8155-55f939173cf2" providerId="ADAL" clId="{F33F88E0-3380-47C4-AFDE-F1AC050ADA82}" dt="2026-01-25T15:51:59.102" v="38" actId="2696"/>
        <pc:sldMkLst>
          <pc:docMk/>
          <pc:sldMk cId="3765605539" sldId="2141410905"/>
        </pc:sldMkLst>
      </pc:sldChg>
      <pc:sldChg chg="add del">
        <pc:chgData name="Yash Jadhav" userId="535c3d6d-72b8-4f77-8155-55f939173cf2" providerId="ADAL" clId="{F33F88E0-3380-47C4-AFDE-F1AC050ADA82}" dt="2026-01-26T08:30:35.766" v="12511" actId="47"/>
        <pc:sldMkLst>
          <pc:docMk/>
          <pc:sldMk cId="4151283240" sldId="2141410905"/>
        </pc:sldMkLst>
      </pc:sldChg>
      <pc:sldChg chg="del">
        <pc:chgData name="Yash Jadhav" userId="535c3d6d-72b8-4f77-8155-55f939173cf2" providerId="ADAL" clId="{F33F88E0-3380-47C4-AFDE-F1AC050ADA82}" dt="2026-01-25T15:03:41.107" v="1" actId="47"/>
        <pc:sldMkLst>
          <pc:docMk/>
          <pc:sldMk cId="1147120311" sldId="2147470669"/>
        </pc:sldMkLst>
      </pc:sldChg>
      <pc:sldChg chg="del">
        <pc:chgData name="Yash Jadhav" userId="535c3d6d-72b8-4f77-8155-55f939173cf2" providerId="ADAL" clId="{F33F88E0-3380-47C4-AFDE-F1AC050ADA82}" dt="2026-01-25T15:03:41.107" v="1" actId="47"/>
        <pc:sldMkLst>
          <pc:docMk/>
          <pc:sldMk cId="88850478" sldId="2147470671"/>
        </pc:sldMkLst>
      </pc:sldChg>
      <pc:sldChg chg="del">
        <pc:chgData name="Yash Jadhav" userId="535c3d6d-72b8-4f77-8155-55f939173cf2" providerId="ADAL" clId="{F33F88E0-3380-47C4-AFDE-F1AC050ADA82}" dt="2026-01-25T15:03:41.107" v="1" actId="47"/>
        <pc:sldMkLst>
          <pc:docMk/>
          <pc:sldMk cId="3920206736" sldId="2147470674"/>
        </pc:sldMkLst>
      </pc:sldChg>
      <pc:sldChg chg="del">
        <pc:chgData name="Yash Jadhav" userId="535c3d6d-72b8-4f77-8155-55f939173cf2" providerId="ADAL" clId="{F33F88E0-3380-47C4-AFDE-F1AC050ADA82}" dt="2026-01-25T15:03:41.107" v="1" actId="47"/>
        <pc:sldMkLst>
          <pc:docMk/>
          <pc:sldMk cId="3798675615" sldId="2147470675"/>
        </pc:sldMkLst>
      </pc:sldChg>
      <pc:sldChg chg="addSp delSp modSp del mod">
        <pc:chgData name="Yash Jadhav" userId="535c3d6d-72b8-4f77-8155-55f939173cf2" providerId="ADAL" clId="{F33F88E0-3380-47C4-AFDE-F1AC050ADA82}" dt="2026-01-26T08:30:10.677" v="12508" actId="47"/>
        <pc:sldMkLst>
          <pc:docMk/>
          <pc:sldMk cId="30208093" sldId="2147470676"/>
        </pc:sldMkLst>
        <pc:spChg chg="add del">
          <ac:chgData name="Yash Jadhav" userId="535c3d6d-72b8-4f77-8155-55f939173cf2" providerId="ADAL" clId="{F33F88E0-3380-47C4-AFDE-F1AC050ADA82}" dt="2026-01-26T08:30:00.906" v="12506" actId="22"/>
          <ac:spMkLst>
            <pc:docMk/>
            <pc:sldMk cId="30208093" sldId="2147470676"/>
            <ac:spMk id="3" creationId="{5E249D4A-0DAE-90EA-49DC-63946EE1DD4F}"/>
          </ac:spMkLst>
        </pc:spChg>
        <pc:spChg chg="mod">
          <ac:chgData name="Yash Jadhav" userId="535c3d6d-72b8-4f77-8155-55f939173cf2" providerId="ADAL" clId="{F33F88E0-3380-47C4-AFDE-F1AC050ADA82}" dt="2026-01-25T15:54:51.139" v="69" actId="20577"/>
          <ac:spMkLst>
            <pc:docMk/>
            <pc:sldMk cId="30208093" sldId="2147470676"/>
            <ac:spMk id="4" creationId="{632B16C0-95A8-B8A5-9129-204763808283}"/>
          </ac:spMkLst>
        </pc:spChg>
      </pc:sldChg>
      <pc:sldChg chg="del">
        <pc:chgData name="Yash Jadhav" userId="535c3d6d-72b8-4f77-8155-55f939173cf2" providerId="ADAL" clId="{F33F88E0-3380-47C4-AFDE-F1AC050ADA82}" dt="2026-01-26T08:30:12.906" v="12510" actId="47"/>
        <pc:sldMkLst>
          <pc:docMk/>
          <pc:sldMk cId="1371475599" sldId="2147470677"/>
        </pc:sldMkLst>
      </pc:sldChg>
      <pc:sldChg chg="del">
        <pc:chgData name="Yash Jadhav" userId="535c3d6d-72b8-4f77-8155-55f939173cf2" providerId="ADAL" clId="{F33F88E0-3380-47C4-AFDE-F1AC050ADA82}" dt="2026-01-26T08:30:35.766" v="12511" actId="47"/>
        <pc:sldMkLst>
          <pc:docMk/>
          <pc:sldMk cId="1451054675" sldId="2147470682"/>
        </pc:sldMkLst>
      </pc:sldChg>
      <pc:sldChg chg="del">
        <pc:chgData name="Yash Jadhav" userId="535c3d6d-72b8-4f77-8155-55f939173cf2" providerId="ADAL" clId="{F33F88E0-3380-47C4-AFDE-F1AC050ADA82}" dt="2026-01-26T08:30:35.766" v="12511" actId="47"/>
        <pc:sldMkLst>
          <pc:docMk/>
          <pc:sldMk cId="2566537785" sldId="2147470683"/>
        </pc:sldMkLst>
      </pc:sldChg>
      <pc:sldChg chg="add del">
        <pc:chgData name="Yash Jadhav" userId="535c3d6d-72b8-4f77-8155-55f939173cf2" providerId="ADAL" clId="{F33F88E0-3380-47C4-AFDE-F1AC050ADA82}" dt="2026-01-26T08:30:35.766" v="12511" actId="47"/>
        <pc:sldMkLst>
          <pc:docMk/>
          <pc:sldMk cId="105071933" sldId="2147470693"/>
        </pc:sldMkLst>
      </pc:sldChg>
      <pc:sldChg chg="add del">
        <pc:chgData name="Yash Jadhav" userId="535c3d6d-72b8-4f77-8155-55f939173cf2" providerId="ADAL" clId="{F33F88E0-3380-47C4-AFDE-F1AC050ADA82}" dt="2026-01-25T15:51:59.102" v="38" actId="2696"/>
        <pc:sldMkLst>
          <pc:docMk/>
          <pc:sldMk cId="1943977242" sldId="2147470693"/>
        </pc:sldMkLst>
      </pc:sldChg>
      <pc:sldChg chg="add del">
        <pc:chgData name="Yash Jadhav" userId="535c3d6d-72b8-4f77-8155-55f939173cf2" providerId="ADAL" clId="{F33F88E0-3380-47C4-AFDE-F1AC050ADA82}" dt="2026-01-26T08:30:35.766" v="12511" actId="47"/>
        <pc:sldMkLst>
          <pc:docMk/>
          <pc:sldMk cId="1676671204" sldId="2147470696"/>
        </pc:sldMkLst>
      </pc:sldChg>
      <pc:sldChg chg="add del">
        <pc:chgData name="Yash Jadhav" userId="535c3d6d-72b8-4f77-8155-55f939173cf2" providerId="ADAL" clId="{F33F88E0-3380-47C4-AFDE-F1AC050ADA82}" dt="2026-01-25T15:51:59.102" v="38" actId="2696"/>
        <pc:sldMkLst>
          <pc:docMk/>
          <pc:sldMk cId="2463139612" sldId="2147470696"/>
        </pc:sldMkLst>
      </pc:sldChg>
      <pc:sldChg chg="add del">
        <pc:chgData name="Yash Jadhav" userId="535c3d6d-72b8-4f77-8155-55f939173cf2" providerId="ADAL" clId="{F33F88E0-3380-47C4-AFDE-F1AC050ADA82}" dt="2026-01-25T15:51:59.102" v="38" actId="2696"/>
        <pc:sldMkLst>
          <pc:docMk/>
          <pc:sldMk cId="31611986" sldId="2147470709"/>
        </pc:sldMkLst>
      </pc:sldChg>
      <pc:sldChg chg="add del">
        <pc:chgData name="Yash Jadhav" userId="535c3d6d-72b8-4f77-8155-55f939173cf2" providerId="ADAL" clId="{F33F88E0-3380-47C4-AFDE-F1AC050ADA82}" dt="2026-01-26T08:30:35.766" v="12511" actId="47"/>
        <pc:sldMkLst>
          <pc:docMk/>
          <pc:sldMk cId="3392993526" sldId="2147470709"/>
        </pc:sldMkLst>
      </pc:sldChg>
      <pc:sldChg chg="del">
        <pc:chgData name="Yash Jadhav" userId="535c3d6d-72b8-4f77-8155-55f939173cf2" providerId="ADAL" clId="{F33F88E0-3380-47C4-AFDE-F1AC050ADA82}" dt="2026-01-25T15:03:41.107" v="1" actId="47"/>
        <pc:sldMkLst>
          <pc:docMk/>
          <pc:sldMk cId="1827613839" sldId="2147470710"/>
        </pc:sldMkLst>
      </pc:sldChg>
      <pc:sldChg chg="del">
        <pc:chgData name="Yash Jadhav" userId="535c3d6d-72b8-4f77-8155-55f939173cf2" providerId="ADAL" clId="{F33F88E0-3380-47C4-AFDE-F1AC050ADA82}" dt="2026-01-25T15:03:33.170" v="0" actId="47"/>
        <pc:sldMkLst>
          <pc:docMk/>
          <pc:sldMk cId="4109046140" sldId="2147470712"/>
        </pc:sldMkLst>
      </pc:sldChg>
      <pc:sldChg chg="del">
        <pc:chgData name="Yash Jadhav" userId="535c3d6d-72b8-4f77-8155-55f939173cf2" providerId="ADAL" clId="{F33F88E0-3380-47C4-AFDE-F1AC050ADA82}" dt="2026-01-25T15:03:33.170" v="0" actId="47"/>
        <pc:sldMkLst>
          <pc:docMk/>
          <pc:sldMk cId="3921408338" sldId="2147470713"/>
        </pc:sldMkLst>
      </pc:sldChg>
      <pc:sldChg chg="del">
        <pc:chgData name="Yash Jadhav" userId="535c3d6d-72b8-4f77-8155-55f939173cf2" providerId="ADAL" clId="{F33F88E0-3380-47C4-AFDE-F1AC050ADA82}" dt="2026-01-26T08:30:35.766" v="12511" actId="47"/>
        <pc:sldMkLst>
          <pc:docMk/>
          <pc:sldMk cId="2872675354" sldId="2147470714"/>
        </pc:sldMkLst>
      </pc:sldChg>
      <pc:sldChg chg="add del">
        <pc:chgData name="Yash Jadhav" userId="535c3d6d-72b8-4f77-8155-55f939173cf2" providerId="ADAL" clId="{F33F88E0-3380-47C4-AFDE-F1AC050ADA82}" dt="2026-01-25T15:51:59.102" v="38" actId="2696"/>
        <pc:sldMkLst>
          <pc:docMk/>
          <pc:sldMk cId="111978885" sldId="2147470720"/>
        </pc:sldMkLst>
      </pc:sldChg>
      <pc:sldChg chg="add del">
        <pc:chgData name="Yash Jadhav" userId="535c3d6d-72b8-4f77-8155-55f939173cf2" providerId="ADAL" clId="{F33F88E0-3380-47C4-AFDE-F1AC050ADA82}" dt="2026-01-26T08:30:35.766" v="12511" actId="47"/>
        <pc:sldMkLst>
          <pc:docMk/>
          <pc:sldMk cId="1967048449" sldId="2147470720"/>
        </pc:sldMkLst>
      </pc:sldChg>
      <pc:sldChg chg="add del ord">
        <pc:chgData name="Yash Jadhav" userId="535c3d6d-72b8-4f77-8155-55f939173cf2" providerId="ADAL" clId="{F33F88E0-3380-47C4-AFDE-F1AC050ADA82}" dt="2026-01-26T08:30:35.766" v="12511" actId="47"/>
        <pc:sldMkLst>
          <pc:docMk/>
          <pc:sldMk cId="3352452316" sldId="2147471342"/>
        </pc:sldMkLst>
      </pc:sldChg>
      <pc:sldChg chg="add del">
        <pc:chgData name="Yash Jadhav" userId="535c3d6d-72b8-4f77-8155-55f939173cf2" providerId="ADAL" clId="{F33F88E0-3380-47C4-AFDE-F1AC050ADA82}" dt="2026-01-26T08:30:35.766" v="12511" actId="47"/>
        <pc:sldMkLst>
          <pc:docMk/>
          <pc:sldMk cId="2618565142" sldId="2147471418"/>
        </pc:sldMkLst>
      </pc:sldChg>
      <pc:sldChg chg="add del">
        <pc:chgData name="Yash Jadhav" userId="535c3d6d-72b8-4f77-8155-55f939173cf2" providerId="ADAL" clId="{F33F88E0-3380-47C4-AFDE-F1AC050ADA82}" dt="2026-01-25T15:51:59.102" v="38" actId="2696"/>
        <pc:sldMkLst>
          <pc:docMk/>
          <pc:sldMk cId="186320337" sldId="2147476375"/>
        </pc:sldMkLst>
      </pc:sldChg>
      <pc:sldChg chg="add del">
        <pc:chgData name="Yash Jadhav" userId="535c3d6d-72b8-4f77-8155-55f939173cf2" providerId="ADAL" clId="{F33F88E0-3380-47C4-AFDE-F1AC050ADA82}" dt="2026-01-26T08:30:35.766" v="12511" actId="47"/>
        <pc:sldMkLst>
          <pc:docMk/>
          <pc:sldMk cId="4089005428" sldId="2147476375"/>
        </pc:sldMkLst>
      </pc:sldChg>
      <pc:sldChg chg="del">
        <pc:chgData name="Yash Jadhav" userId="535c3d6d-72b8-4f77-8155-55f939173cf2" providerId="ADAL" clId="{F33F88E0-3380-47C4-AFDE-F1AC050ADA82}" dt="2026-01-26T08:30:35.766" v="12511" actId="47"/>
        <pc:sldMkLst>
          <pc:docMk/>
          <pc:sldMk cId="543253913" sldId="2147476415"/>
        </pc:sldMkLst>
      </pc:sldChg>
      <pc:sldChg chg="add del">
        <pc:chgData name="Yash Jadhav" userId="535c3d6d-72b8-4f77-8155-55f939173cf2" providerId="ADAL" clId="{F33F88E0-3380-47C4-AFDE-F1AC050ADA82}" dt="2026-01-26T08:30:35.766" v="12511" actId="47"/>
        <pc:sldMkLst>
          <pc:docMk/>
          <pc:sldMk cId="1875093559" sldId="2147476455"/>
        </pc:sldMkLst>
      </pc:sldChg>
      <pc:sldChg chg="add del">
        <pc:chgData name="Yash Jadhav" userId="535c3d6d-72b8-4f77-8155-55f939173cf2" providerId="ADAL" clId="{F33F88E0-3380-47C4-AFDE-F1AC050ADA82}" dt="2026-01-26T08:30:35.766" v="12511" actId="47"/>
        <pc:sldMkLst>
          <pc:docMk/>
          <pc:sldMk cId="639082040" sldId="2147476961"/>
        </pc:sldMkLst>
      </pc:sldChg>
      <pc:sldChg chg="add del">
        <pc:chgData name="Yash Jadhav" userId="535c3d6d-72b8-4f77-8155-55f939173cf2" providerId="ADAL" clId="{F33F88E0-3380-47C4-AFDE-F1AC050ADA82}" dt="2026-01-25T15:51:59.102" v="38" actId="2696"/>
        <pc:sldMkLst>
          <pc:docMk/>
          <pc:sldMk cId="3008005818" sldId="2147476961"/>
        </pc:sldMkLst>
      </pc:sldChg>
      <pc:sldChg chg="add del">
        <pc:chgData name="Yash Jadhav" userId="535c3d6d-72b8-4f77-8155-55f939173cf2" providerId="ADAL" clId="{F33F88E0-3380-47C4-AFDE-F1AC050ADA82}" dt="2026-01-26T08:30:35.766" v="12511" actId="47"/>
        <pc:sldMkLst>
          <pc:docMk/>
          <pc:sldMk cId="1142795825" sldId="2147477025"/>
        </pc:sldMkLst>
      </pc:sldChg>
      <pc:sldChg chg="add del">
        <pc:chgData name="Yash Jadhav" userId="535c3d6d-72b8-4f77-8155-55f939173cf2" providerId="ADAL" clId="{F33F88E0-3380-47C4-AFDE-F1AC050ADA82}" dt="2026-01-25T15:51:59.102" v="38" actId="2696"/>
        <pc:sldMkLst>
          <pc:docMk/>
          <pc:sldMk cId="3084773791" sldId="2147477025"/>
        </pc:sldMkLst>
      </pc:sldChg>
      <pc:sldChg chg="add del">
        <pc:chgData name="Yash Jadhav" userId="535c3d6d-72b8-4f77-8155-55f939173cf2" providerId="ADAL" clId="{F33F88E0-3380-47C4-AFDE-F1AC050ADA82}" dt="2026-01-25T15:51:59.102" v="38" actId="2696"/>
        <pc:sldMkLst>
          <pc:docMk/>
          <pc:sldMk cId="2552738806" sldId="2147477031"/>
        </pc:sldMkLst>
      </pc:sldChg>
      <pc:sldChg chg="add del">
        <pc:chgData name="Yash Jadhav" userId="535c3d6d-72b8-4f77-8155-55f939173cf2" providerId="ADAL" clId="{F33F88E0-3380-47C4-AFDE-F1AC050ADA82}" dt="2026-01-26T08:30:35.766" v="12511" actId="47"/>
        <pc:sldMkLst>
          <pc:docMk/>
          <pc:sldMk cId="3993749421" sldId="2147477031"/>
        </pc:sldMkLst>
      </pc:sldChg>
      <pc:sldChg chg="add del">
        <pc:chgData name="Yash Jadhav" userId="535c3d6d-72b8-4f77-8155-55f939173cf2" providerId="ADAL" clId="{F33F88E0-3380-47C4-AFDE-F1AC050ADA82}" dt="2026-01-26T08:30:35.766" v="12511" actId="47"/>
        <pc:sldMkLst>
          <pc:docMk/>
          <pc:sldMk cId="76510148" sldId="2147477081"/>
        </pc:sldMkLst>
      </pc:sldChg>
      <pc:sldChg chg="add del">
        <pc:chgData name="Yash Jadhav" userId="535c3d6d-72b8-4f77-8155-55f939173cf2" providerId="ADAL" clId="{F33F88E0-3380-47C4-AFDE-F1AC050ADA82}" dt="2026-01-25T15:51:59.102" v="38" actId="2696"/>
        <pc:sldMkLst>
          <pc:docMk/>
          <pc:sldMk cId="586294156" sldId="2147477081"/>
        </pc:sldMkLst>
      </pc:sldChg>
      <pc:sldChg chg="add del">
        <pc:chgData name="Yash Jadhav" userId="535c3d6d-72b8-4f77-8155-55f939173cf2" providerId="ADAL" clId="{F33F88E0-3380-47C4-AFDE-F1AC050ADA82}" dt="2026-01-26T08:30:35.766" v="12511" actId="47"/>
        <pc:sldMkLst>
          <pc:docMk/>
          <pc:sldMk cId="1866168999" sldId="2147477082"/>
        </pc:sldMkLst>
      </pc:sldChg>
      <pc:sldChg chg="add del">
        <pc:chgData name="Yash Jadhav" userId="535c3d6d-72b8-4f77-8155-55f939173cf2" providerId="ADAL" clId="{F33F88E0-3380-47C4-AFDE-F1AC050ADA82}" dt="2026-01-25T15:51:59.102" v="38" actId="2696"/>
        <pc:sldMkLst>
          <pc:docMk/>
          <pc:sldMk cId="3127562808" sldId="2147477082"/>
        </pc:sldMkLst>
      </pc:sldChg>
      <pc:sldChg chg="add del">
        <pc:chgData name="Yash Jadhav" userId="535c3d6d-72b8-4f77-8155-55f939173cf2" providerId="ADAL" clId="{F33F88E0-3380-47C4-AFDE-F1AC050ADA82}" dt="2026-01-26T08:30:35.766" v="12511" actId="47"/>
        <pc:sldMkLst>
          <pc:docMk/>
          <pc:sldMk cId="227398467" sldId="2147477083"/>
        </pc:sldMkLst>
      </pc:sldChg>
      <pc:sldChg chg="add del">
        <pc:chgData name="Yash Jadhav" userId="535c3d6d-72b8-4f77-8155-55f939173cf2" providerId="ADAL" clId="{F33F88E0-3380-47C4-AFDE-F1AC050ADA82}" dt="2026-01-25T15:51:59.102" v="38" actId="2696"/>
        <pc:sldMkLst>
          <pc:docMk/>
          <pc:sldMk cId="1837988671" sldId="2147477083"/>
        </pc:sldMkLst>
      </pc:sldChg>
      <pc:sldChg chg="modSp mod modClrScheme chgLayout">
        <pc:chgData name="Yash Jadhav" userId="535c3d6d-72b8-4f77-8155-55f939173cf2" providerId="ADAL" clId="{F33F88E0-3380-47C4-AFDE-F1AC050ADA82}" dt="2026-01-25T15:57:26.743" v="143" actId="700"/>
        <pc:sldMkLst>
          <pc:docMk/>
          <pc:sldMk cId="1570300463" sldId="2147477989"/>
        </pc:sldMkLst>
        <pc:spChg chg="mod ord">
          <ac:chgData name="Yash Jadhav" userId="535c3d6d-72b8-4f77-8155-55f939173cf2" providerId="ADAL" clId="{F33F88E0-3380-47C4-AFDE-F1AC050ADA82}" dt="2026-01-25T15:57:26.743" v="143" actId="700"/>
          <ac:spMkLst>
            <pc:docMk/>
            <pc:sldMk cId="1570300463" sldId="2147477989"/>
            <ac:spMk id="2" creationId="{00000000-0000-0000-0000-000000000000}"/>
          </ac:spMkLst>
        </pc:spChg>
      </pc:sldChg>
      <pc:sldChg chg="del">
        <pc:chgData name="Yash Jadhav" userId="535c3d6d-72b8-4f77-8155-55f939173cf2" providerId="ADAL" clId="{F33F88E0-3380-47C4-AFDE-F1AC050ADA82}" dt="2026-01-25T15:51:59.102" v="38" actId="2696"/>
        <pc:sldMkLst>
          <pc:docMk/>
          <pc:sldMk cId="281129070" sldId="2147477990"/>
        </pc:sldMkLst>
      </pc:sldChg>
      <pc:sldChg chg="add del">
        <pc:chgData name="Yash Jadhav" userId="535c3d6d-72b8-4f77-8155-55f939173cf2" providerId="ADAL" clId="{F33F88E0-3380-47C4-AFDE-F1AC050ADA82}" dt="2026-01-26T08:30:35.766" v="12511" actId="47"/>
        <pc:sldMkLst>
          <pc:docMk/>
          <pc:sldMk cId="520256953" sldId="2147477990"/>
        </pc:sldMkLst>
      </pc:sldChg>
      <pc:sldChg chg="del">
        <pc:chgData name="Yash Jadhav" userId="535c3d6d-72b8-4f77-8155-55f939173cf2" providerId="ADAL" clId="{F33F88E0-3380-47C4-AFDE-F1AC050ADA82}" dt="2026-01-25T15:51:59.102" v="38" actId="2696"/>
        <pc:sldMkLst>
          <pc:docMk/>
          <pc:sldMk cId="1019732609" sldId="2147477991"/>
        </pc:sldMkLst>
      </pc:sldChg>
      <pc:sldChg chg="add del">
        <pc:chgData name="Yash Jadhav" userId="535c3d6d-72b8-4f77-8155-55f939173cf2" providerId="ADAL" clId="{F33F88E0-3380-47C4-AFDE-F1AC050ADA82}" dt="2026-01-26T08:30:35.766" v="12511" actId="47"/>
        <pc:sldMkLst>
          <pc:docMk/>
          <pc:sldMk cId="2967851306" sldId="2147477991"/>
        </pc:sldMkLst>
      </pc:sldChg>
      <pc:sldChg chg="del">
        <pc:chgData name="Yash Jadhav" userId="535c3d6d-72b8-4f77-8155-55f939173cf2" providerId="ADAL" clId="{F33F88E0-3380-47C4-AFDE-F1AC050ADA82}" dt="2026-01-25T15:51:59.102" v="38" actId="2696"/>
        <pc:sldMkLst>
          <pc:docMk/>
          <pc:sldMk cId="43490629" sldId="2147477992"/>
        </pc:sldMkLst>
      </pc:sldChg>
      <pc:sldChg chg="add del">
        <pc:chgData name="Yash Jadhav" userId="535c3d6d-72b8-4f77-8155-55f939173cf2" providerId="ADAL" clId="{F33F88E0-3380-47C4-AFDE-F1AC050ADA82}" dt="2026-01-26T08:30:35.766" v="12511" actId="47"/>
        <pc:sldMkLst>
          <pc:docMk/>
          <pc:sldMk cId="2741594960" sldId="2147477992"/>
        </pc:sldMkLst>
      </pc:sldChg>
      <pc:sldChg chg="del">
        <pc:chgData name="Yash Jadhav" userId="535c3d6d-72b8-4f77-8155-55f939173cf2" providerId="ADAL" clId="{F33F88E0-3380-47C4-AFDE-F1AC050ADA82}" dt="2026-01-25T16:00:27.306" v="2886" actId="47"/>
        <pc:sldMkLst>
          <pc:docMk/>
          <pc:sldMk cId="4235998233" sldId="2147477993"/>
        </pc:sldMkLst>
      </pc:sldChg>
      <pc:sldChg chg="del">
        <pc:chgData name="Yash Jadhav" userId="535c3d6d-72b8-4f77-8155-55f939173cf2" providerId="ADAL" clId="{F33F88E0-3380-47C4-AFDE-F1AC050ADA82}" dt="2026-01-25T15:03:33.170" v="0" actId="47"/>
        <pc:sldMkLst>
          <pc:docMk/>
          <pc:sldMk cId="2323935980" sldId="2147477994"/>
        </pc:sldMkLst>
      </pc:sldChg>
      <pc:sldChg chg="del">
        <pc:chgData name="Yash Jadhav" userId="535c3d6d-72b8-4f77-8155-55f939173cf2" providerId="ADAL" clId="{F33F88E0-3380-47C4-AFDE-F1AC050ADA82}" dt="2026-01-25T15:03:33.170" v="0" actId="47"/>
        <pc:sldMkLst>
          <pc:docMk/>
          <pc:sldMk cId="2682706436" sldId="2147477995"/>
        </pc:sldMkLst>
      </pc:sldChg>
      <pc:sldChg chg="del">
        <pc:chgData name="Yash Jadhav" userId="535c3d6d-72b8-4f77-8155-55f939173cf2" providerId="ADAL" clId="{F33F88E0-3380-47C4-AFDE-F1AC050ADA82}" dt="2026-01-25T15:03:33.170" v="0" actId="47"/>
        <pc:sldMkLst>
          <pc:docMk/>
          <pc:sldMk cId="954771923" sldId="2147477996"/>
        </pc:sldMkLst>
      </pc:sldChg>
      <pc:sldChg chg="del">
        <pc:chgData name="Yash Jadhav" userId="535c3d6d-72b8-4f77-8155-55f939173cf2" providerId="ADAL" clId="{F33F88E0-3380-47C4-AFDE-F1AC050ADA82}" dt="2026-01-25T15:03:33.170" v="0" actId="47"/>
        <pc:sldMkLst>
          <pc:docMk/>
          <pc:sldMk cId="882543173" sldId="2147477997"/>
        </pc:sldMkLst>
      </pc:sldChg>
      <pc:sldChg chg="del">
        <pc:chgData name="Yash Jadhav" userId="535c3d6d-72b8-4f77-8155-55f939173cf2" providerId="ADAL" clId="{F33F88E0-3380-47C4-AFDE-F1AC050ADA82}" dt="2026-01-25T15:03:33.170" v="0" actId="47"/>
        <pc:sldMkLst>
          <pc:docMk/>
          <pc:sldMk cId="437507318" sldId="2147477998"/>
        </pc:sldMkLst>
      </pc:sldChg>
      <pc:sldChg chg="add del">
        <pc:chgData name="Yash Jadhav" userId="535c3d6d-72b8-4f77-8155-55f939173cf2" providerId="ADAL" clId="{F33F88E0-3380-47C4-AFDE-F1AC050ADA82}" dt="2026-01-26T08:30:35.766" v="12511" actId="47"/>
        <pc:sldMkLst>
          <pc:docMk/>
          <pc:sldMk cId="3388170611" sldId="2147478141"/>
        </pc:sldMkLst>
      </pc:sldChg>
      <pc:sldChg chg="add del">
        <pc:chgData name="Yash Jadhav" userId="535c3d6d-72b8-4f77-8155-55f939173cf2" providerId="ADAL" clId="{F33F88E0-3380-47C4-AFDE-F1AC050ADA82}" dt="2026-01-25T15:51:59.102" v="38" actId="2696"/>
        <pc:sldMkLst>
          <pc:docMk/>
          <pc:sldMk cId="3707762736" sldId="2147478141"/>
        </pc:sldMkLst>
      </pc:sldChg>
      <pc:sldChg chg="add del">
        <pc:chgData name="Yash Jadhav" userId="535c3d6d-72b8-4f77-8155-55f939173cf2" providerId="ADAL" clId="{F33F88E0-3380-47C4-AFDE-F1AC050ADA82}" dt="2026-01-25T15:51:59.102" v="38" actId="2696"/>
        <pc:sldMkLst>
          <pc:docMk/>
          <pc:sldMk cId="835390080" sldId="2147478244"/>
        </pc:sldMkLst>
      </pc:sldChg>
      <pc:sldChg chg="add del">
        <pc:chgData name="Yash Jadhav" userId="535c3d6d-72b8-4f77-8155-55f939173cf2" providerId="ADAL" clId="{F33F88E0-3380-47C4-AFDE-F1AC050ADA82}" dt="2026-01-26T08:30:35.766" v="12511" actId="47"/>
        <pc:sldMkLst>
          <pc:docMk/>
          <pc:sldMk cId="2392895611" sldId="2147478244"/>
        </pc:sldMkLst>
      </pc:sldChg>
      <pc:sldChg chg="add del">
        <pc:chgData name="Yash Jadhav" userId="535c3d6d-72b8-4f77-8155-55f939173cf2" providerId="ADAL" clId="{F33F88E0-3380-47C4-AFDE-F1AC050ADA82}" dt="2026-01-25T15:51:59.102" v="38" actId="2696"/>
        <pc:sldMkLst>
          <pc:docMk/>
          <pc:sldMk cId="574278856" sldId="2147478285"/>
        </pc:sldMkLst>
      </pc:sldChg>
      <pc:sldChg chg="add del">
        <pc:chgData name="Yash Jadhav" userId="535c3d6d-72b8-4f77-8155-55f939173cf2" providerId="ADAL" clId="{F33F88E0-3380-47C4-AFDE-F1AC050ADA82}" dt="2026-01-26T08:30:35.766" v="12511" actId="47"/>
        <pc:sldMkLst>
          <pc:docMk/>
          <pc:sldMk cId="2574313630" sldId="2147478285"/>
        </pc:sldMkLst>
      </pc:sldChg>
      <pc:sldChg chg="add del">
        <pc:chgData name="Yash Jadhav" userId="535c3d6d-72b8-4f77-8155-55f939173cf2" providerId="ADAL" clId="{F33F88E0-3380-47C4-AFDE-F1AC050ADA82}" dt="2026-01-25T15:51:59.102" v="38" actId="2696"/>
        <pc:sldMkLst>
          <pc:docMk/>
          <pc:sldMk cId="1563066254" sldId="2147478286"/>
        </pc:sldMkLst>
      </pc:sldChg>
      <pc:sldChg chg="add del">
        <pc:chgData name="Yash Jadhav" userId="535c3d6d-72b8-4f77-8155-55f939173cf2" providerId="ADAL" clId="{F33F88E0-3380-47C4-AFDE-F1AC050ADA82}" dt="2026-01-26T08:30:35.766" v="12511" actId="47"/>
        <pc:sldMkLst>
          <pc:docMk/>
          <pc:sldMk cId="4186657729" sldId="2147478286"/>
        </pc:sldMkLst>
      </pc:sldChg>
      <pc:sldChg chg="add del">
        <pc:chgData name="Yash Jadhav" userId="535c3d6d-72b8-4f77-8155-55f939173cf2" providerId="ADAL" clId="{F33F88E0-3380-47C4-AFDE-F1AC050ADA82}" dt="2026-01-25T15:51:59.102" v="38" actId="2696"/>
        <pc:sldMkLst>
          <pc:docMk/>
          <pc:sldMk cId="1181356021" sldId="2147478287"/>
        </pc:sldMkLst>
      </pc:sldChg>
      <pc:sldChg chg="add del">
        <pc:chgData name="Yash Jadhav" userId="535c3d6d-72b8-4f77-8155-55f939173cf2" providerId="ADAL" clId="{F33F88E0-3380-47C4-AFDE-F1AC050ADA82}" dt="2026-01-26T08:30:35.766" v="12511" actId="47"/>
        <pc:sldMkLst>
          <pc:docMk/>
          <pc:sldMk cId="2483520349" sldId="2147478287"/>
        </pc:sldMkLst>
      </pc:sldChg>
      <pc:sldChg chg="add del">
        <pc:chgData name="Yash Jadhav" userId="535c3d6d-72b8-4f77-8155-55f939173cf2" providerId="ADAL" clId="{F33F88E0-3380-47C4-AFDE-F1AC050ADA82}" dt="2026-01-26T08:30:35.766" v="12511" actId="47"/>
        <pc:sldMkLst>
          <pc:docMk/>
          <pc:sldMk cId="644616384" sldId="2147478288"/>
        </pc:sldMkLst>
      </pc:sldChg>
      <pc:sldChg chg="add del">
        <pc:chgData name="Yash Jadhav" userId="535c3d6d-72b8-4f77-8155-55f939173cf2" providerId="ADAL" clId="{F33F88E0-3380-47C4-AFDE-F1AC050ADA82}" dt="2026-01-25T15:51:59.102" v="38" actId="2696"/>
        <pc:sldMkLst>
          <pc:docMk/>
          <pc:sldMk cId="2212630789" sldId="2147478288"/>
        </pc:sldMkLst>
      </pc:sldChg>
      <pc:sldChg chg="add del">
        <pc:chgData name="Yash Jadhav" userId="535c3d6d-72b8-4f77-8155-55f939173cf2" providerId="ADAL" clId="{F33F88E0-3380-47C4-AFDE-F1AC050ADA82}" dt="2026-01-26T08:30:35.766" v="12511" actId="47"/>
        <pc:sldMkLst>
          <pc:docMk/>
          <pc:sldMk cId="310690738" sldId="2147478289"/>
        </pc:sldMkLst>
      </pc:sldChg>
      <pc:sldChg chg="modSp new del mod">
        <pc:chgData name="Yash Jadhav" userId="535c3d6d-72b8-4f77-8155-55f939173cf2" providerId="ADAL" clId="{F33F88E0-3380-47C4-AFDE-F1AC050ADA82}" dt="2026-01-25T15:51:59.102" v="38" actId="2696"/>
        <pc:sldMkLst>
          <pc:docMk/>
          <pc:sldMk cId="1153464758" sldId="2147478289"/>
        </pc:sldMkLst>
        <pc:spChg chg="mod">
          <ac:chgData name="Yash Jadhav" userId="535c3d6d-72b8-4f77-8155-55f939173cf2" providerId="ADAL" clId="{F33F88E0-3380-47C4-AFDE-F1AC050ADA82}" dt="2026-01-25T15:07:21.209" v="6"/>
          <ac:spMkLst>
            <pc:docMk/>
            <pc:sldMk cId="1153464758" sldId="2147478289"/>
            <ac:spMk id="2" creationId="{8D819F39-0FC0-B9A1-6272-68F7AAB8631D}"/>
          </ac:spMkLst>
        </pc:spChg>
      </pc:sldChg>
      <pc:sldChg chg="add del">
        <pc:chgData name="Yash Jadhav" userId="535c3d6d-72b8-4f77-8155-55f939173cf2" providerId="ADAL" clId="{F33F88E0-3380-47C4-AFDE-F1AC050ADA82}" dt="2026-01-26T08:30:35.766" v="12511" actId="47"/>
        <pc:sldMkLst>
          <pc:docMk/>
          <pc:sldMk cId="1966257365" sldId="2147478363"/>
        </pc:sldMkLst>
      </pc:sldChg>
      <pc:sldChg chg="add del">
        <pc:chgData name="Yash Jadhav" userId="535c3d6d-72b8-4f77-8155-55f939173cf2" providerId="ADAL" clId="{F33F88E0-3380-47C4-AFDE-F1AC050ADA82}" dt="2026-01-25T15:51:59.102" v="38" actId="2696"/>
        <pc:sldMkLst>
          <pc:docMk/>
          <pc:sldMk cId="2427173182" sldId="2147478363"/>
        </pc:sldMkLst>
      </pc:sldChg>
      <pc:sldChg chg="delSp add del mod">
        <pc:chgData name="Yash Jadhav" userId="535c3d6d-72b8-4f77-8155-55f939173cf2" providerId="ADAL" clId="{F33F88E0-3380-47C4-AFDE-F1AC050ADA82}" dt="2026-01-26T08:30:35.766" v="12511" actId="47"/>
        <pc:sldMkLst>
          <pc:docMk/>
          <pc:sldMk cId="2360877112" sldId="2147483516"/>
        </pc:sldMkLst>
        <pc:spChg chg="del">
          <ac:chgData name="Yash Jadhav" userId="535c3d6d-72b8-4f77-8155-55f939173cf2" providerId="ADAL" clId="{F33F88E0-3380-47C4-AFDE-F1AC050ADA82}" dt="2026-01-25T15:54:36.005" v="66" actId="478"/>
          <ac:spMkLst>
            <pc:docMk/>
            <pc:sldMk cId="2360877112" sldId="2147483516"/>
            <ac:spMk id="123" creationId="{FD6E3787-08D1-84C6-05AC-208C2BF00AD9}"/>
          </ac:spMkLst>
        </pc:spChg>
        <pc:spChg chg="del">
          <ac:chgData name="Yash Jadhav" userId="535c3d6d-72b8-4f77-8155-55f939173cf2" providerId="ADAL" clId="{F33F88E0-3380-47C4-AFDE-F1AC050ADA82}" dt="2026-01-25T15:54:33.671" v="65" actId="478"/>
          <ac:spMkLst>
            <pc:docMk/>
            <pc:sldMk cId="2360877112" sldId="2147483516"/>
            <ac:spMk id="125" creationId="{959EA987-B29B-D2D6-0C73-1B4150405821}"/>
          </ac:spMkLst>
        </pc:spChg>
        <pc:spChg chg="del">
          <ac:chgData name="Yash Jadhav" userId="535c3d6d-72b8-4f77-8155-55f939173cf2" providerId="ADAL" clId="{F33F88E0-3380-47C4-AFDE-F1AC050ADA82}" dt="2026-01-25T15:54:36.005" v="66" actId="478"/>
          <ac:spMkLst>
            <pc:docMk/>
            <pc:sldMk cId="2360877112" sldId="2147483516"/>
            <ac:spMk id="126" creationId="{9B5E5165-F2C7-9B71-6F0E-3BBF025D9F69}"/>
          </ac:spMkLst>
        </pc:spChg>
        <pc:picChg chg="del">
          <ac:chgData name="Yash Jadhav" userId="535c3d6d-72b8-4f77-8155-55f939173cf2" providerId="ADAL" clId="{F33F88E0-3380-47C4-AFDE-F1AC050ADA82}" dt="2026-01-25T15:54:36.005" v="66" actId="478"/>
          <ac:picMkLst>
            <pc:docMk/>
            <pc:sldMk cId="2360877112" sldId="2147483516"/>
            <ac:picMk id="124" creationId="{EB271EC2-0C81-6924-45EE-5B15ABE34CA5}"/>
          </ac:picMkLst>
        </pc:picChg>
      </pc:sldChg>
      <pc:sldChg chg="add del">
        <pc:chgData name="Yash Jadhav" userId="535c3d6d-72b8-4f77-8155-55f939173cf2" providerId="ADAL" clId="{F33F88E0-3380-47C4-AFDE-F1AC050ADA82}" dt="2026-01-25T15:51:59.102" v="38" actId="2696"/>
        <pc:sldMkLst>
          <pc:docMk/>
          <pc:sldMk cId="491452495" sldId="2147483518"/>
        </pc:sldMkLst>
      </pc:sldChg>
      <pc:sldChg chg="add del">
        <pc:chgData name="Yash Jadhav" userId="535c3d6d-72b8-4f77-8155-55f939173cf2" providerId="ADAL" clId="{F33F88E0-3380-47C4-AFDE-F1AC050ADA82}" dt="2026-01-26T08:30:35.766" v="12511" actId="47"/>
        <pc:sldMkLst>
          <pc:docMk/>
          <pc:sldMk cId="1139444755" sldId="2147483518"/>
        </pc:sldMkLst>
      </pc:sldChg>
      <pc:sldChg chg="add del">
        <pc:chgData name="Yash Jadhav" userId="535c3d6d-72b8-4f77-8155-55f939173cf2" providerId="ADAL" clId="{F33F88E0-3380-47C4-AFDE-F1AC050ADA82}" dt="2026-01-26T08:30:11.551" v="12509" actId="47"/>
        <pc:sldMkLst>
          <pc:docMk/>
          <pc:sldMk cId="183270449" sldId="2147483519"/>
        </pc:sldMkLst>
      </pc:sldChg>
      <pc:sldChg chg="add del">
        <pc:chgData name="Yash Jadhav" userId="535c3d6d-72b8-4f77-8155-55f939173cf2" providerId="ADAL" clId="{F33F88E0-3380-47C4-AFDE-F1AC050ADA82}" dt="2026-01-26T08:30:35.766" v="12511" actId="47"/>
        <pc:sldMkLst>
          <pc:docMk/>
          <pc:sldMk cId="3878608159" sldId="2147483529"/>
        </pc:sldMkLst>
      </pc:sldChg>
      <pc:sldChg chg="add del">
        <pc:chgData name="Yash Jadhav" userId="535c3d6d-72b8-4f77-8155-55f939173cf2" providerId="ADAL" clId="{F33F88E0-3380-47C4-AFDE-F1AC050ADA82}" dt="2026-01-26T08:30:35.766" v="12511" actId="47"/>
        <pc:sldMkLst>
          <pc:docMk/>
          <pc:sldMk cId="2621511149" sldId="2147483553"/>
        </pc:sldMkLst>
      </pc:sldChg>
      <pc:sldChg chg="add del">
        <pc:chgData name="Yash Jadhav" userId="535c3d6d-72b8-4f77-8155-55f939173cf2" providerId="ADAL" clId="{F33F88E0-3380-47C4-AFDE-F1AC050ADA82}" dt="2026-01-25T15:51:59.102" v="38" actId="2696"/>
        <pc:sldMkLst>
          <pc:docMk/>
          <pc:sldMk cId="3257648607" sldId="2147483553"/>
        </pc:sldMkLst>
      </pc:sldChg>
      <pc:sldChg chg="add del">
        <pc:chgData name="Yash Jadhav" userId="535c3d6d-72b8-4f77-8155-55f939173cf2" providerId="ADAL" clId="{F33F88E0-3380-47C4-AFDE-F1AC050ADA82}" dt="2026-01-25T15:51:59.102" v="38" actId="2696"/>
        <pc:sldMkLst>
          <pc:docMk/>
          <pc:sldMk cId="1476602924" sldId="2147483554"/>
        </pc:sldMkLst>
      </pc:sldChg>
      <pc:sldChg chg="add del">
        <pc:chgData name="Yash Jadhav" userId="535c3d6d-72b8-4f77-8155-55f939173cf2" providerId="ADAL" clId="{F33F88E0-3380-47C4-AFDE-F1AC050ADA82}" dt="2026-01-26T08:30:35.766" v="12511" actId="47"/>
        <pc:sldMkLst>
          <pc:docMk/>
          <pc:sldMk cId="2371639947" sldId="2147483554"/>
        </pc:sldMkLst>
      </pc:sldChg>
      <pc:sldChg chg="add del">
        <pc:chgData name="Yash Jadhav" userId="535c3d6d-72b8-4f77-8155-55f939173cf2" providerId="ADAL" clId="{F33F88E0-3380-47C4-AFDE-F1AC050ADA82}" dt="2026-01-26T08:30:35.766" v="12511" actId="47"/>
        <pc:sldMkLst>
          <pc:docMk/>
          <pc:sldMk cId="1632777387" sldId="2147483555"/>
        </pc:sldMkLst>
      </pc:sldChg>
      <pc:sldChg chg="add del">
        <pc:chgData name="Yash Jadhav" userId="535c3d6d-72b8-4f77-8155-55f939173cf2" providerId="ADAL" clId="{F33F88E0-3380-47C4-AFDE-F1AC050ADA82}" dt="2026-01-26T08:30:35.766" v="12511" actId="47"/>
        <pc:sldMkLst>
          <pc:docMk/>
          <pc:sldMk cId="687194343" sldId="2147483558"/>
        </pc:sldMkLst>
      </pc:sldChg>
      <pc:sldChg chg="add del">
        <pc:chgData name="Yash Jadhav" userId="535c3d6d-72b8-4f77-8155-55f939173cf2" providerId="ADAL" clId="{F33F88E0-3380-47C4-AFDE-F1AC050ADA82}" dt="2026-01-25T15:51:59.102" v="38" actId="2696"/>
        <pc:sldMkLst>
          <pc:docMk/>
          <pc:sldMk cId="2052059847" sldId="2147483558"/>
        </pc:sldMkLst>
      </pc:sldChg>
      <pc:sldChg chg="add del">
        <pc:chgData name="Yash Jadhav" userId="535c3d6d-72b8-4f77-8155-55f939173cf2" providerId="ADAL" clId="{F33F88E0-3380-47C4-AFDE-F1AC050ADA82}" dt="2026-01-25T15:51:59.102" v="38" actId="2696"/>
        <pc:sldMkLst>
          <pc:docMk/>
          <pc:sldMk cId="6516457" sldId="2147483562"/>
        </pc:sldMkLst>
      </pc:sldChg>
      <pc:sldChg chg="add del">
        <pc:chgData name="Yash Jadhav" userId="535c3d6d-72b8-4f77-8155-55f939173cf2" providerId="ADAL" clId="{F33F88E0-3380-47C4-AFDE-F1AC050ADA82}" dt="2026-01-26T08:30:35.766" v="12511" actId="47"/>
        <pc:sldMkLst>
          <pc:docMk/>
          <pc:sldMk cId="2791852117" sldId="2147483562"/>
        </pc:sldMkLst>
      </pc:sldChg>
      <pc:sldChg chg="modSp new del">
        <pc:chgData name="Yash Jadhav" userId="535c3d6d-72b8-4f77-8155-55f939173cf2" providerId="ADAL" clId="{F33F88E0-3380-47C4-AFDE-F1AC050ADA82}" dt="2026-01-25T15:51:59.102" v="38" actId="2696"/>
        <pc:sldMkLst>
          <pc:docMk/>
          <pc:sldMk cId="2828313241" sldId="2147483563"/>
        </pc:sldMkLst>
        <pc:spChg chg="mod">
          <ac:chgData name="Yash Jadhav" userId="535c3d6d-72b8-4f77-8155-55f939173cf2" providerId="ADAL" clId="{F33F88E0-3380-47C4-AFDE-F1AC050ADA82}" dt="2026-01-25T15:08:06.726" v="9"/>
          <ac:spMkLst>
            <pc:docMk/>
            <pc:sldMk cId="2828313241" sldId="2147483563"/>
            <ac:spMk id="2" creationId="{607F2C0F-5D63-1834-844B-A1DFBB2F9C84}"/>
          </ac:spMkLst>
        </pc:spChg>
      </pc:sldChg>
      <pc:sldChg chg="add del">
        <pc:chgData name="Yash Jadhav" userId="535c3d6d-72b8-4f77-8155-55f939173cf2" providerId="ADAL" clId="{F33F88E0-3380-47C4-AFDE-F1AC050ADA82}" dt="2026-01-26T08:30:35.766" v="12511" actId="47"/>
        <pc:sldMkLst>
          <pc:docMk/>
          <pc:sldMk cId="3444196676" sldId="2147483563"/>
        </pc:sldMkLst>
      </pc:sldChg>
      <pc:sldChg chg="add del">
        <pc:chgData name="Yash Jadhav" userId="535c3d6d-72b8-4f77-8155-55f939173cf2" providerId="ADAL" clId="{F33F88E0-3380-47C4-AFDE-F1AC050ADA82}" dt="2026-01-25T15:51:59.102" v="38" actId="2696"/>
        <pc:sldMkLst>
          <pc:docMk/>
          <pc:sldMk cId="2364571604" sldId="2147483569"/>
        </pc:sldMkLst>
      </pc:sldChg>
      <pc:sldChg chg="add del">
        <pc:chgData name="Yash Jadhav" userId="535c3d6d-72b8-4f77-8155-55f939173cf2" providerId="ADAL" clId="{F33F88E0-3380-47C4-AFDE-F1AC050ADA82}" dt="2026-01-26T08:30:35.766" v="12511" actId="47"/>
        <pc:sldMkLst>
          <pc:docMk/>
          <pc:sldMk cId="3795432908" sldId="2147483569"/>
        </pc:sldMkLst>
      </pc:sldChg>
      <pc:sldChg chg="add del">
        <pc:chgData name="Yash Jadhav" userId="535c3d6d-72b8-4f77-8155-55f939173cf2" providerId="ADAL" clId="{F33F88E0-3380-47C4-AFDE-F1AC050ADA82}" dt="2026-01-25T15:51:59.102" v="38" actId="2696"/>
        <pc:sldMkLst>
          <pc:docMk/>
          <pc:sldMk cId="3274616549" sldId="2147483596"/>
        </pc:sldMkLst>
      </pc:sldChg>
      <pc:sldChg chg="add del">
        <pc:chgData name="Yash Jadhav" userId="535c3d6d-72b8-4f77-8155-55f939173cf2" providerId="ADAL" clId="{F33F88E0-3380-47C4-AFDE-F1AC050ADA82}" dt="2026-01-26T08:30:35.766" v="12511" actId="47"/>
        <pc:sldMkLst>
          <pc:docMk/>
          <pc:sldMk cId="3860366700" sldId="2147483596"/>
        </pc:sldMkLst>
      </pc:sldChg>
      <pc:sldChg chg="add del">
        <pc:chgData name="Yash Jadhav" userId="535c3d6d-72b8-4f77-8155-55f939173cf2" providerId="ADAL" clId="{F33F88E0-3380-47C4-AFDE-F1AC050ADA82}" dt="2026-01-25T15:51:59.102" v="38" actId="2696"/>
        <pc:sldMkLst>
          <pc:docMk/>
          <pc:sldMk cId="2642458266" sldId="2147483597"/>
        </pc:sldMkLst>
      </pc:sldChg>
      <pc:sldChg chg="add del">
        <pc:chgData name="Yash Jadhav" userId="535c3d6d-72b8-4f77-8155-55f939173cf2" providerId="ADAL" clId="{F33F88E0-3380-47C4-AFDE-F1AC050ADA82}" dt="2026-01-26T08:30:35.766" v="12511" actId="47"/>
        <pc:sldMkLst>
          <pc:docMk/>
          <pc:sldMk cId="3195126016" sldId="2147483597"/>
        </pc:sldMkLst>
      </pc:sldChg>
      <pc:sldChg chg="add del">
        <pc:chgData name="Yash Jadhav" userId="535c3d6d-72b8-4f77-8155-55f939173cf2" providerId="ADAL" clId="{F33F88E0-3380-47C4-AFDE-F1AC050ADA82}" dt="2026-01-25T15:51:59.102" v="38" actId="2696"/>
        <pc:sldMkLst>
          <pc:docMk/>
          <pc:sldMk cId="729010439" sldId="2147483598"/>
        </pc:sldMkLst>
      </pc:sldChg>
      <pc:sldChg chg="add del">
        <pc:chgData name="Yash Jadhav" userId="535c3d6d-72b8-4f77-8155-55f939173cf2" providerId="ADAL" clId="{F33F88E0-3380-47C4-AFDE-F1AC050ADA82}" dt="2026-01-26T08:30:35.766" v="12511" actId="47"/>
        <pc:sldMkLst>
          <pc:docMk/>
          <pc:sldMk cId="2833968409" sldId="2147483598"/>
        </pc:sldMkLst>
      </pc:sldChg>
      <pc:sldChg chg="modSp new del mod">
        <pc:chgData name="Yash Jadhav" userId="535c3d6d-72b8-4f77-8155-55f939173cf2" providerId="ADAL" clId="{F33F88E0-3380-47C4-AFDE-F1AC050ADA82}" dt="2026-01-25T15:51:59.102" v="38" actId="2696"/>
        <pc:sldMkLst>
          <pc:docMk/>
          <pc:sldMk cId="2204960464" sldId="2147483599"/>
        </pc:sldMkLst>
        <pc:spChg chg="mod">
          <ac:chgData name="Yash Jadhav" userId="535c3d6d-72b8-4f77-8155-55f939173cf2" providerId="ADAL" clId="{F33F88E0-3380-47C4-AFDE-F1AC050ADA82}" dt="2026-01-25T15:11:07.530" v="30" actId="20577"/>
          <ac:spMkLst>
            <pc:docMk/>
            <pc:sldMk cId="2204960464" sldId="2147483599"/>
            <ac:spMk id="2" creationId="{AB621C78-CD3A-CDF1-5456-F8086A5D669B}"/>
          </ac:spMkLst>
        </pc:spChg>
      </pc:sldChg>
      <pc:sldChg chg="modSp add del mod">
        <pc:chgData name="Yash Jadhav" userId="535c3d6d-72b8-4f77-8155-55f939173cf2" providerId="ADAL" clId="{F33F88E0-3380-47C4-AFDE-F1AC050ADA82}" dt="2026-01-26T08:30:35.766" v="12511" actId="47"/>
        <pc:sldMkLst>
          <pc:docMk/>
          <pc:sldMk cId="4086397996" sldId="2147483599"/>
        </pc:sldMkLst>
        <pc:spChg chg="mod">
          <ac:chgData name="Yash Jadhav" userId="535c3d6d-72b8-4f77-8155-55f939173cf2" providerId="ADAL" clId="{F33F88E0-3380-47C4-AFDE-F1AC050ADA82}" dt="2026-01-25T15:54:25.683" v="64" actId="20577"/>
          <ac:spMkLst>
            <pc:docMk/>
            <pc:sldMk cId="4086397996" sldId="2147483599"/>
            <ac:spMk id="2" creationId="{AB621C78-CD3A-CDF1-5456-F8086A5D669B}"/>
          </ac:spMkLst>
        </pc:spChg>
      </pc:sldChg>
      <pc:sldChg chg="add del">
        <pc:chgData name="Yash Jadhav" userId="535c3d6d-72b8-4f77-8155-55f939173cf2" providerId="ADAL" clId="{F33F88E0-3380-47C4-AFDE-F1AC050ADA82}" dt="2026-01-25T15:51:59.102" v="38" actId="2696"/>
        <pc:sldMkLst>
          <pc:docMk/>
          <pc:sldMk cId="1139172178" sldId="2147483600"/>
        </pc:sldMkLst>
      </pc:sldChg>
      <pc:sldChg chg="add del">
        <pc:chgData name="Yash Jadhav" userId="535c3d6d-72b8-4f77-8155-55f939173cf2" providerId="ADAL" clId="{F33F88E0-3380-47C4-AFDE-F1AC050ADA82}" dt="2026-01-26T08:30:35.766" v="12511" actId="47"/>
        <pc:sldMkLst>
          <pc:docMk/>
          <pc:sldMk cId="1247928494" sldId="2147483600"/>
        </pc:sldMkLst>
      </pc:sldChg>
      <pc:sldChg chg="add del">
        <pc:chgData name="Yash Jadhav" userId="535c3d6d-72b8-4f77-8155-55f939173cf2" providerId="ADAL" clId="{F33F88E0-3380-47C4-AFDE-F1AC050ADA82}" dt="2026-01-25T15:51:59.102" v="38" actId="2696"/>
        <pc:sldMkLst>
          <pc:docMk/>
          <pc:sldMk cId="1636324791" sldId="2147483601"/>
        </pc:sldMkLst>
      </pc:sldChg>
      <pc:sldChg chg="add del">
        <pc:chgData name="Yash Jadhav" userId="535c3d6d-72b8-4f77-8155-55f939173cf2" providerId="ADAL" clId="{F33F88E0-3380-47C4-AFDE-F1AC050ADA82}" dt="2026-01-26T08:30:35.766" v="12511" actId="47"/>
        <pc:sldMkLst>
          <pc:docMk/>
          <pc:sldMk cId="4251848122" sldId="2147483601"/>
        </pc:sldMkLst>
      </pc:sldChg>
      <pc:sldChg chg="add del">
        <pc:chgData name="Yash Jadhav" userId="535c3d6d-72b8-4f77-8155-55f939173cf2" providerId="ADAL" clId="{F33F88E0-3380-47C4-AFDE-F1AC050ADA82}" dt="2026-01-26T08:30:35.766" v="12511" actId="47"/>
        <pc:sldMkLst>
          <pc:docMk/>
          <pc:sldMk cId="3019528548" sldId="2147483623"/>
        </pc:sldMkLst>
      </pc:sldChg>
      <pc:sldChg chg="add del">
        <pc:chgData name="Yash Jadhav" userId="535c3d6d-72b8-4f77-8155-55f939173cf2" providerId="ADAL" clId="{F33F88E0-3380-47C4-AFDE-F1AC050ADA82}" dt="2026-01-25T15:51:59.102" v="38" actId="2696"/>
        <pc:sldMkLst>
          <pc:docMk/>
          <pc:sldMk cId="1427766331" sldId="2147483640"/>
        </pc:sldMkLst>
      </pc:sldChg>
      <pc:sldChg chg="add del">
        <pc:chgData name="Yash Jadhav" userId="535c3d6d-72b8-4f77-8155-55f939173cf2" providerId="ADAL" clId="{F33F88E0-3380-47C4-AFDE-F1AC050ADA82}" dt="2026-01-26T08:30:35.766" v="12511" actId="47"/>
        <pc:sldMkLst>
          <pc:docMk/>
          <pc:sldMk cId="2077168317" sldId="2147483640"/>
        </pc:sldMkLst>
      </pc:sldChg>
      <pc:sldChg chg="add del">
        <pc:chgData name="Yash Jadhav" userId="535c3d6d-72b8-4f77-8155-55f939173cf2" providerId="ADAL" clId="{F33F88E0-3380-47C4-AFDE-F1AC050ADA82}" dt="2026-01-25T15:51:59.102" v="38" actId="2696"/>
        <pc:sldMkLst>
          <pc:docMk/>
          <pc:sldMk cId="663995492" sldId="2147483641"/>
        </pc:sldMkLst>
      </pc:sldChg>
      <pc:sldChg chg="addSp modSp add del mod">
        <pc:chgData name="Yash Jadhav" userId="535c3d6d-72b8-4f77-8155-55f939173cf2" providerId="ADAL" clId="{F33F88E0-3380-47C4-AFDE-F1AC050ADA82}" dt="2026-01-26T08:30:35.766" v="12511" actId="47"/>
        <pc:sldMkLst>
          <pc:docMk/>
          <pc:sldMk cId="1715078193" sldId="2147483641"/>
        </pc:sldMkLst>
        <pc:spChg chg="mod">
          <ac:chgData name="Yash Jadhav" userId="535c3d6d-72b8-4f77-8155-55f939173cf2" providerId="ADAL" clId="{F33F88E0-3380-47C4-AFDE-F1AC050ADA82}" dt="2026-01-25T15:52:53.463" v="48" actId="20577"/>
          <ac:spMkLst>
            <pc:docMk/>
            <pc:sldMk cId="1715078193" sldId="2147483641"/>
            <ac:spMk id="2" creationId="{0DCEA776-3165-567D-5C3E-8FD369A17D7E}"/>
          </ac:spMkLst>
        </pc:spChg>
        <pc:spChg chg="add mod">
          <ac:chgData name="Yash Jadhav" userId="535c3d6d-72b8-4f77-8155-55f939173cf2" providerId="ADAL" clId="{F33F88E0-3380-47C4-AFDE-F1AC050ADA82}" dt="2026-01-25T15:52:50.430" v="42"/>
          <ac:spMkLst>
            <pc:docMk/>
            <pc:sldMk cId="1715078193" sldId="2147483641"/>
            <ac:spMk id="5" creationId="{14CFB880-D1E0-24D2-D5CC-A57AF83A228C}"/>
          </ac:spMkLst>
        </pc:spChg>
        <pc:spChg chg="mod">
          <ac:chgData name="Yash Jadhav" userId="535c3d6d-72b8-4f77-8155-55f939173cf2" providerId="ADAL" clId="{F33F88E0-3380-47C4-AFDE-F1AC050ADA82}" dt="2026-01-25T15:52:50.430" v="42"/>
          <ac:spMkLst>
            <pc:docMk/>
            <pc:sldMk cId="1715078193" sldId="2147483641"/>
            <ac:spMk id="32" creationId="{EFD91895-93D3-7D08-AFF2-FB935EEE0022}"/>
          </ac:spMkLst>
        </pc:spChg>
        <pc:spChg chg="mod">
          <ac:chgData name="Yash Jadhav" userId="535c3d6d-72b8-4f77-8155-55f939173cf2" providerId="ADAL" clId="{F33F88E0-3380-47C4-AFDE-F1AC050ADA82}" dt="2026-01-25T15:52:50.430" v="42"/>
          <ac:spMkLst>
            <pc:docMk/>
            <pc:sldMk cId="1715078193" sldId="2147483641"/>
            <ac:spMk id="62" creationId="{91BACD81-9B24-3A7B-0F95-AD5831733E87}"/>
          </ac:spMkLst>
        </pc:spChg>
        <pc:spChg chg="mod">
          <ac:chgData name="Yash Jadhav" userId="535c3d6d-72b8-4f77-8155-55f939173cf2" providerId="ADAL" clId="{F33F88E0-3380-47C4-AFDE-F1AC050ADA82}" dt="2026-01-25T15:52:50.430" v="42"/>
          <ac:spMkLst>
            <pc:docMk/>
            <pc:sldMk cId="1715078193" sldId="2147483641"/>
            <ac:spMk id="72" creationId="{64728BE0-96FD-5857-35DE-E9F6B9344B7F}"/>
          </ac:spMkLst>
        </pc:spChg>
        <pc:spChg chg="mod">
          <ac:chgData name="Yash Jadhav" userId="535c3d6d-72b8-4f77-8155-55f939173cf2" providerId="ADAL" clId="{F33F88E0-3380-47C4-AFDE-F1AC050ADA82}" dt="2026-01-25T15:52:50.430" v="42"/>
          <ac:spMkLst>
            <pc:docMk/>
            <pc:sldMk cId="1715078193" sldId="2147483641"/>
            <ac:spMk id="142" creationId="{6CB25A2A-BC11-4402-F84C-EDEF5E0C4A0C}"/>
          </ac:spMkLst>
        </pc:spChg>
        <pc:spChg chg="mod">
          <ac:chgData name="Yash Jadhav" userId="535c3d6d-72b8-4f77-8155-55f939173cf2" providerId="ADAL" clId="{F33F88E0-3380-47C4-AFDE-F1AC050ADA82}" dt="2026-01-25T15:52:50.430" v="42"/>
          <ac:spMkLst>
            <pc:docMk/>
            <pc:sldMk cId="1715078193" sldId="2147483641"/>
            <ac:spMk id="188" creationId="{FB2480D6-A8A7-916D-4641-A62B43C986B9}"/>
          </ac:spMkLst>
        </pc:spChg>
        <pc:spChg chg="mod">
          <ac:chgData name="Yash Jadhav" userId="535c3d6d-72b8-4f77-8155-55f939173cf2" providerId="ADAL" clId="{F33F88E0-3380-47C4-AFDE-F1AC050ADA82}" dt="2026-01-25T15:52:50.430" v="42"/>
          <ac:spMkLst>
            <pc:docMk/>
            <pc:sldMk cId="1715078193" sldId="2147483641"/>
            <ac:spMk id="249" creationId="{B12CB64A-8077-DF8B-8F47-7F3695C637D6}"/>
          </ac:spMkLst>
        </pc:spChg>
        <pc:spChg chg="mod">
          <ac:chgData name="Yash Jadhav" userId="535c3d6d-72b8-4f77-8155-55f939173cf2" providerId="ADAL" clId="{F33F88E0-3380-47C4-AFDE-F1AC050ADA82}" dt="2026-01-25T15:52:50.430" v="42"/>
          <ac:spMkLst>
            <pc:docMk/>
            <pc:sldMk cId="1715078193" sldId="2147483641"/>
            <ac:spMk id="250" creationId="{E30B2C4B-5FA8-7D01-7B55-7CD0D210A0C9}"/>
          </ac:spMkLst>
        </pc:spChg>
        <pc:spChg chg="mod">
          <ac:chgData name="Yash Jadhav" userId="535c3d6d-72b8-4f77-8155-55f939173cf2" providerId="ADAL" clId="{F33F88E0-3380-47C4-AFDE-F1AC050ADA82}" dt="2026-01-25T15:52:50.430" v="42"/>
          <ac:spMkLst>
            <pc:docMk/>
            <pc:sldMk cId="1715078193" sldId="2147483641"/>
            <ac:spMk id="266" creationId="{934C4A88-4AF9-1444-0EE2-6E6DCA2AAEF0}"/>
          </ac:spMkLst>
        </pc:spChg>
        <pc:spChg chg="mod">
          <ac:chgData name="Yash Jadhav" userId="535c3d6d-72b8-4f77-8155-55f939173cf2" providerId="ADAL" clId="{F33F88E0-3380-47C4-AFDE-F1AC050ADA82}" dt="2026-01-25T15:52:50.430" v="42"/>
          <ac:spMkLst>
            <pc:docMk/>
            <pc:sldMk cId="1715078193" sldId="2147483641"/>
            <ac:spMk id="288" creationId="{907A05C1-0E20-734E-E741-5AE2D0E8CDA4}"/>
          </ac:spMkLst>
        </pc:spChg>
      </pc:sldChg>
      <pc:sldChg chg="modSp new del mod">
        <pc:chgData name="Yash Jadhav" userId="535c3d6d-72b8-4f77-8155-55f939173cf2" providerId="ADAL" clId="{F33F88E0-3380-47C4-AFDE-F1AC050ADA82}" dt="2026-01-26T08:30:35.766" v="12511" actId="47"/>
        <pc:sldMkLst>
          <pc:docMk/>
          <pc:sldMk cId="1146301866" sldId="2147483642"/>
        </pc:sldMkLst>
        <pc:spChg chg="mod">
          <ac:chgData name="Yash Jadhav" userId="535c3d6d-72b8-4f77-8155-55f939173cf2" providerId="ADAL" clId="{F33F88E0-3380-47C4-AFDE-F1AC050ADA82}" dt="2026-01-25T15:55:22.446" v="78" actId="20577"/>
          <ac:spMkLst>
            <pc:docMk/>
            <pc:sldMk cId="1146301866" sldId="2147483642"/>
            <ac:spMk id="2" creationId="{5D7FF656-D28A-8E8D-5555-F062FC172269}"/>
          </ac:spMkLst>
        </pc:spChg>
      </pc:sldChg>
      <pc:sldChg chg="addSp modSp add del">
        <pc:chgData name="Yash Jadhav" userId="535c3d6d-72b8-4f77-8155-55f939173cf2" providerId="ADAL" clId="{F33F88E0-3380-47C4-AFDE-F1AC050ADA82}" dt="2026-01-26T08:30:35.766" v="12511" actId="47"/>
        <pc:sldMkLst>
          <pc:docMk/>
          <pc:sldMk cId="3611412722" sldId="2147483643"/>
        </pc:sldMkLst>
        <pc:spChg chg="mod">
          <ac:chgData name="Yash Jadhav" userId="535c3d6d-72b8-4f77-8155-55f939173cf2" providerId="ADAL" clId="{F33F88E0-3380-47C4-AFDE-F1AC050ADA82}" dt="2026-01-25T15:53:02.030" v="49"/>
          <ac:spMkLst>
            <pc:docMk/>
            <pc:sldMk cId="3611412722" sldId="2147483643"/>
            <ac:spMk id="89" creationId="{98883373-0833-F3C7-972F-03795E83E865}"/>
          </ac:spMkLst>
        </pc:spChg>
        <pc:spChg chg="mod">
          <ac:chgData name="Yash Jadhav" userId="535c3d6d-72b8-4f77-8155-55f939173cf2" providerId="ADAL" clId="{F33F88E0-3380-47C4-AFDE-F1AC050ADA82}" dt="2026-01-25T15:53:02.030" v="49"/>
          <ac:spMkLst>
            <pc:docMk/>
            <pc:sldMk cId="3611412722" sldId="2147483643"/>
            <ac:spMk id="91" creationId="{9DEA8324-8637-E0A2-EA6B-A28CE3F9E252}"/>
          </ac:spMkLst>
        </pc:spChg>
        <pc:spChg chg="mod">
          <ac:chgData name="Yash Jadhav" userId="535c3d6d-72b8-4f77-8155-55f939173cf2" providerId="ADAL" clId="{F33F88E0-3380-47C4-AFDE-F1AC050ADA82}" dt="2026-01-25T15:53:02.030" v="49"/>
          <ac:spMkLst>
            <pc:docMk/>
            <pc:sldMk cId="3611412722" sldId="2147483643"/>
            <ac:spMk id="151" creationId="{07E5482F-09F8-26B7-CAA9-EC3FF625C08E}"/>
          </ac:spMkLst>
        </pc:spChg>
        <pc:spChg chg="mod">
          <ac:chgData name="Yash Jadhav" userId="535c3d6d-72b8-4f77-8155-55f939173cf2" providerId="ADAL" clId="{F33F88E0-3380-47C4-AFDE-F1AC050ADA82}" dt="2026-01-25T15:53:02.030" v="49"/>
          <ac:spMkLst>
            <pc:docMk/>
            <pc:sldMk cId="3611412722" sldId="2147483643"/>
            <ac:spMk id="157" creationId="{06341D86-A90F-E063-4F3F-20F78BF7CBB3}"/>
          </ac:spMkLst>
        </pc:spChg>
        <pc:spChg chg="mod">
          <ac:chgData name="Yash Jadhav" userId="535c3d6d-72b8-4f77-8155-55f939173cf2" providerId="ADAL" clId="{F33F88E0-3380-47C4-AFDE-F1AC050ADA82}" dt="2026-01-25T15:53:02.030" v="49"/>
          <ac:spMkLst>
            <pc:docMk/>
            <pc:sldMk cId="3611412722" sldId="2147483643"/>
            <ac:spMk id="163" creationId="{C7A703EB-3A59-1E94-E590-8492FA6FB612}"/>
          </ac:spMkLst>
        </pc:spChg>
        <pc:spChg chg="mod">
          <ac:chgData name="Yash Jadhav" userId="535c3d6d-72b8-4f77-8155-55f939173cf2" providerId="ADAL" clId="{F33F88E0-3380-47C4-AFDE-F1AC050ADA82}" dt="2026-01-25T15:53:02.030" v="49"/>
          <ac:spMkLst>
            <pc:docMk/>
            <pc:sldMk cId="3611412722" sldId="2147483643"/>
            <ac:spMk id="179" creationId="{721D5323-5D10-22E0-39E7-09ED982451B0}"/>
          </ac:spMkLst>
        </pc:spChg>
        <pc:spChg chg="mod">
          <ac:chgData name="Yash Jadhav" userId="535c3d6d-72b8-4f77-8155-55f939173cf2" providerId="ADAL" clId="{F33F88E0-3380-47C4-AFDE-F1AC050ADA82}" dt="2026-01-25T15:53:02.030" v="49"/>
          <ac:spMkLst>
            <pc:docMk/>
            <pc:sldMk cId="3611412722" sldId="2147483643"/>
            <ac:spMk id="182" creationId="{6F579480-4DD8-BC1B-C08F-C65DF68B3E83}"/>
          </ac:spMkLst>
        </pc:spChg>
        <pc:spChg chg="mod">
          <ac:chgData name="Yash Jadhav" userId="535c3d6d-72b8-4f77-8155-55f939173cf2" providerId="ADAL" clId="{F33F88E0-3380-47C4-AFDE-F1AC050ADA82}" dt="2026-01-25T15:53:02.030" v="49"/>
          <ac:spMkLst>
            <pc:docMk/>
            <pc:sldMk cId="3611412722" sldId="2147483643"/>
            <ac:spMk id="225" creationId="{BAC274F1-67A2-5F51-59A0-D0C89D265BFC}"/>
          </ac:spMkLst>
        </pc:spChg>
        <pc:spChg chg="mod">
          <ac:chgData name="Yash Jadhav" userId="535c3d6d-72b8-4f77-8155-55f939173cf2" providerId="ADAL" clId="{F33F88E0-3380-47C4-AFDE-F1AC050ADA82}" dt="2026-01-25T15:53:02.030" v="49"/>
          <ac:spMkLst>
            <pc:docMk/>
            <pc:sldMk cId="3611412722" sldId="2147483643"/>
            <ac:spMk id="288" creationId="{BFDEAF30-36F7-208B-8431-B9408EDB7541}"/>
          </ac:spMkLst>
        </pc:spChg>
        <pc:spChg chg="mod">
          <ac:chgData name="Yash Jadhav" userId="535c3d6d-72b8-4f77-8155-55f939173cf2" providerId="ADAL" clId="{F33F88E0-3380-47C4-AFDE-F1AC050ADA82}" dt="2026-01-25T15:53:02.030" v="49"/>
          <ac:spMkLst>
            <pc:docMk/>
            <pc:sldMk cId="3611412722" sldId="2147483643"/>
            <ac:spMk id="328" creationId="{DE2BD667-0399-2982-2412-D81403A0448F}"/>
          </ac:spMkLst>
        </pc:spChg>
      </pc:sldChg>
      <pc:sldChg chg="add del">
        <pc:chgData name="Yash Jadhav" userId="535c3d6d-72b8-4f77-8155-55f939173cf2" providerId="ADAL" clId="{F33F88E0-3380-47C4-AFDE-F1AC050ADA82}" dt="2026-01-26T08:30:35.766" v="12511" actId="47"/>
        <pc:sldMkLst>
          <pc:docMk/>
          <pc:sldMk cId="1871705589" sldId="2147483644"/>
        </pc:sldMkLst>
      </pc:sldChg>
      <pc:sldChg chg="modSp add del mod modNotes">
        <pc:chgData name="Yash Jadhav" userId="535c3d6d-72b8-4f77-8155-55f939173cf2" providerId="ADAL" clId="{F33F88E0-3380-47C4-AFDE-F1AC050ADA82}" dt="2026-01-25T15:57:18.166" v="142"/>
        <pc:sldMkLst>
          <pc:docMk/>
          <pc:sldMk cId="2328389529" sldId="2147483645"/>
        </pc:sldMkLst>
        <pc:spChg chg="mod">
          <ac:chgData name="Yash Jadhav" userId="535c3d6d-72b8-4f77-8155-55f939173cf2" providerId="ADAL" clId="{F33F88E0-3380-47C4-AFDE-F1AC050ADA82}" dt="2026-01-25T15:57:14.120" v="81" actId="790"/>
          <ac:spMkLst>
            <pc:docMk/>
            <pc:sldMk cId="2328389529" sldId="2147483645"/>
            <ac:spMk id="2" creationId="{8B61817D-494A-5CFF-6B54-52EE4F0D7095}"/>
          </ac:spMkLst>
        </pc:spChg>
        <pc:spChg chg="mod">
          <ac:chgData name="Yash Jadhav" userId="535c3d6d-72b8-4f77-8155-55f939173cf2" providerId="ADAL" clId="{F33F88E0-3380-47C4-AFDE-F1AC050ADA82}" dt="2026-01-25T15:57:14.123" v="82" actId="790"/>
          <ac:spMkLst>
            <pc:docMk/>
            <pc:sldMk cId="2328389529" sldId="2147483645"/>
            <ac:spMk id="3" creationId="{257BC3E5-8A58-AA8A-EF26-A0C15B0586F3}"/>
          </ac:spMkLst>
        </pc:spChg>
        <pc:spChg chg="mod">
          <ac:chgData name="Yash Jadhav" userId="535c3d6d-72b8-4f77-8155-55f939173cf2" providerId="ADAL" clId="{F33F88E0-3380-47C4-AFDE-F1AC050ADA82}" dt="2026-01-25T15:57:14.124" v="83" actId="790"/>
          <ac:spMkLst>
            <pc:docMk/>
            <pc:sldMk cId="2328389529" sldId="2147483645"/>
            <ac:spMk id="4" creationId="{64DADF5B-8298-BB59-04A1-EC23FFA13FA5}"/>
          </ac:spMkLst>
        </pc:spChg>
        <pc:spChg chg="mod">
          <ac:chgData name="Yash Jadhav" userId="535c3d6d-72b8-4f77-8155-55f939173cf2" providerId="ADAL" clId="{F33F88E0-3380-47C4-AFDE-F1AC050ADA82}" dt="2026-01-25T15:57:14.126" v="84" actId="790"/>
          <ac:spMkLst>
            <pc:docMk/>
            <pc:sldMk cId="2328389529" sldId="2147483645"/>
            <ac:spMk id="5" creationId="{E0C33F97-7749-FB0F-9DB5-D0272C5CFB00}"/>
          </ac:spMkLst>
        </pc:spChg>
        <pc:spChg chg="mod">
          <ac:chgData name="Yash Jadhav" userId="535c3d6d-72b8-4f77-8155-55f939173cf2" providerId="ADAL" clId="{F33F88E0-3380-47C4-AFDE-F1AC050ADA82}" dt="2026-01-25T15:57:14.127" v="85" actId="790"/>
          <ac:spMkLst>
            <pc:docMk/>
            <pc:sldMk cId="2328389529" sldId="2147483645"/>
            <ac:spMk id="6" creationId="{5FC5CA22-6DEB-FF0B-B2C2-A4ED93732231}"/>
          </ac:spMkLst>
        </pc:spChg>
        <pc:spChg chg="mod">
          <ac:chgData name="Yash Jadhav" userId="535c3d6d-72b8-4f77-8155-55f939173cf2" providerId="ADAL" clId="{F33F88E0-3380-47C4-AFDE-F1AC050ADA82}" dt="2026-01-25T15:57:14.129" v="86" actId="790"/>
          <ac:spMkLst>
            <pc:docMk/>
            <pc:sldMk cId="2328389529" sldId="2147483645"/>
            <ac:spMk id="7" creationId="{BE6EE059-2DD5-0F13-00A2-E2DCBB01D903}"/>
          </ac:spMkLst>
        </pc:spChg>
        <pc:spChg chg="mod">
          <ac:chgData name="Yash Jadhav" userId="535c3d6d-72b8-4f77-8155-55f939173cf2" providerId="ADAL" clId="{F33F88E0-3380-47C4-AFDE-F1AC050ADA82}" dt="2026-01-25T15:57:14.130" v="87" actId="790"/>
          <ac:spMkLst>
            <pc:docMk/>
            <pc:sldMk cId="2328389529" sldId="2147483645"/>
            <ac:spMk id="8" creationId="{E4177AF9-901F-20EF-E1D7-79D868DF9102}"/>
          </ac:spMkLst>
        </pc:spChg>
        <pc:spChg chg="mod">
          <ac:chgData name="Yash Jadhav" userId="535c3d6d-72b8-4f77-8155-55f939173cf2" providerId="ADAL" clId="{F33F88E0-3380-47C4-AFDE-F1AC050ADA82}" dt="2026-01-25T15:57:14.131" v="88" actId="790"/>
          <ac:spMkLst>
            <pc:docMk/>
            <pc:sldMk cId="2328389529" sldId="2147483645"/>
            <ac:spMk id="9" creationId="{A57A6620-AF92-02C0-3AFD-FD97D7BD3B7D}"/>
          </ac:spMkLst>
        </pc:spChg>
        <pc:spChg chg="mod">
          <ac:chgData name="Yash Jadhav" userId="535c3d6d-72b8-4f77-8155-55f939173cf2" providerId="ADAL" clId="{F33F88E0-3380-47C4-AFDE-F1AC050ADA82}" dt="2026-01-25T15:57:14.133" v="89" actId="790"/>
          <ac:spMkLst>
            <pc:docMk/>
            <pc:sldMk cId="2328389529" sldId="2147483645"/>
            <ac:spMk id="10" creationId="{4B8BBA93-FBEA-B37E-67CE-CB84939CD580}"/>
          </ac:spMkLst>
        </pc:spChg>
        <pc:spChg chg="mod">
          <ac:chgData name="Yash Jadhav" userId="535c3d6d-72b8-4f77-8155-55f939173cf2" providerId="ADAL" clId="{F33F88E0-3380-47C4-AFDE-F1AC050ADA82}" dt="2026-01-25T15:57:14.134" v="90" actId="790"/>
          <ac:spMkLst>
            <pc:docMk/>
            <pc:sldMk cId="2328389529" sldId="2147483645"/>
            <ac:spMk id="11" creationId="{77083377-7CDA-4C67-F2F1-D89623239948}"/>
          </ac:spMkLst>
        </pc:spChg>
        <pc:spChg chg="mod">
          <ac:chgData name="Yash Jadhav" userId="535c3d6d-72b8-4f77-8155-55f939173cf2" providerId="ADAL" clId="{F33F88E0-3380-47C4-AFDE-F1AC050ADA82}" dt="2026-01-25T15:57:18.166" v="142"/>
          <ac:spMkLst>
            <pc:docMk/>
            <pc:sldMk cId="2328389529" sldId="2147483645"/>
            <ac:spMk id="12" creationId="{80449D6E-96D4-F5A8-A93A-4031D9C402DB}"/>
          </ac:spMkLst>
        </pc:spChg>
        <pc:spChg chg="mod">
          <ac:chgData name="Yash Jadhav" userId="535c3d6d-72b8-4f77-8155-55f939173cf2" providerId="ADAL" clId="{F33F88E0-3380-47C4-AFDE-F1AC050ADA82}" dt="2026-01-25T15:57:14.140" v="92" actId="790"/>
          <ac:spMkLst>
            <pc:docMk/>
            <pc:sldMk cId="2328389529" sldId="2147483645"/>
            <ac:spMk id="16" creationId="{22A7E3C4-77DE-519A-19D6-325ECB1B18F4}"/>
          </ac:spMkLst>
        </pc:spChg>
        <pc:spChg chg="mod">
          <ac:chgData name="Yash Jadhav" userId="535c3d6d-72b8-4f77-8155-55f939173cf2" providerId="ADAL" clId="{F33F88E0-3380-47C4-AFDE-F1AC050ADA82}" dt="2026-01-25T15:57:18.166" v="142"/>
          <ac:spMkLst>
            <pc:docMk/>
            <pc:sldMk cId="2328389529" sldId="2147483645"/>
            <ac:spMk id="22" creationId="{8CCD5718-70E2-E8AE-EFF5-F1F358FF2E71}"/>
          </ac:spMkLst>
        </pc:spChg>
        <pc:spChg chg="mod">
          <ac:chgData name="Yash Jadhav" userId="535c3d6d-72b8-4f77-8155-55f939173cf2" providerId="ADAL" clId="{F33F88E0-3380-47C4-AFDE-F1AC050ADA82}" dt="2026-01-25T15:57:14.148" v="94" actId="790"/>
          <ac:spMkLst>
            <pc:docMk/>
            <pc:sldMk cId="2328389529" sldId="2147483645"/>
            <ac:spMk id="23" creationId="{393CE874-A163-DF08-2C05-3F1699F4D2B3}"/>
          </ac:spMkLst>
        </pc:spChg>
        <pc:spChg chg="mod">
          <ac:chgData name="Yash Jadhav" userId="535c3d6d-72b8-4f77-8155-55f939173cf2" providerId="ADAL" clId="{F33F88E0-3380-47C4-AFDE-F1AC050ADA82}" dt="2026-01-25T15:57:18.166" v="142"/>
          <ac:spMkLst>
            <pc:docMk/>
            <pc:sldMk cId="2328389529" sldId="2147483645"/>
            <ac:spMk id="24" creationId="{ADA19437-3793-BEB3-259C-BC8EC3BDA609}"/>
          </ac:spMkLst>
        </pc:spChg>
        <pc:spChg chg="mod">
          <ac:chgData name="Yash Jadhav" userId="535c3d6d-72b8-4f77-8155-55f939173cf2" providerId="ADAL" clId="{F33F88E0-3380-47C4-AFDE-F1AC050ADA82}" dt="2026-01-25T15:57:14.155" v="96" actId="790"/>
          <ac:spMkLst>
            <pc:docMk/>
            <pc:sldMk cId="2328389529" sldId="2147483645"/>
            <ac:spMk id="25" creationId="{0EFB8C5F-A0CB-252A-45AC-BBFE32DDE329}"/>
          </ac:spMkLst>
        </pc:spChg>
        <pc:spChg chg="mod">
          <ac:chgData name="Yash Jadhav" userId="535c3d6d-72b8-4f77-8155-55f939173cf2" providerId="ADAL" clId="{F33F88E0-3380-47C4-AFDE-F1AC050ADA82}" dt="2026-01-25T15:57:18.166" v="142"/>
          <ac:spMkLst>
            <pc:docMk/>
            <pc:sldMk cId="2328389529" sldId="2147483645"/>
            <ac:spMk id="26" creationId="{37E52349-48AA-6D73-08DB-6BBC944CE3B8}"/>
          </ac:spMkLst>
        </pc:spChg>
        <pc:spChg chg="mod">
          <ac:chgData name="Yash Jadhav" userId="535c3d6d-72b8-4f77-8155-55f939173cf2" providerId="ADAL" clId="{F33F88E0-3380-47C4-AFDE-F1AC050ADA82}" dt="2026-01-25T15:57:14.161" v="98" actId="790"/>
          <ac:spMkLst>
            <pc:docMk/>
            <pc:sldMk cId="2328389529" sldId="2147483645"/>
            <ac:spMk id="27" creationId="{1040B0DD-3EB4-D8E3-6209-EC425451158E}"/>
          </ac:spMkLst>
        </pc:spChg>
        <pc:spChg chg="mod">
          <ac:chgData name="Yash Jadhav" userId="535c3d6d-72b8-4f77-8155-55f939173cf2" providerId="ADAL" clId="{F33F88E0-3380-47C4-AFDE-F1AC050ADA82}" dt="2026-01-25T15:57:14.163" v="99" actId="790"/>
          <ac:spMkLst>
            <pc:docMk/>
            <pc:sldMk cId="2328389529" sldId="2147483645"/>
            <ac:spMk id="30" creationId="{AFB24986-EEA4-57FB-6B85-4EBA0AEF2A20}"/>
          </ac:spMkLst>
        </pc:spChg>
      </pc:sldChg>
      <pc:sldChg chg="addSp delSp modSp new mod chgLayout">
        <pc:chgData name="Yash Jadhav" userId="535c3d6d-72b8-4f77-8155-55f939173cf2" providerId="ADAL" clId="{F33F88E0-3380-47C4-AFDE-F1AC050ADA82}" dt="2026-01-25T16:06:14.662" v="8413" actId="6264"/>
        <pc:sldMkLst>
          <pc:docMk/>
          <pc:sldMk cId="3956101151" sldId="2147483645"/>
        </pc:sldMkLst>
        <pc:spChg chg="del">
          <ac:chgData name="Yash Jadhav" userId="535c3d6d-72b8-4f77-8155-55f939173cf2" providerId="ADAL" clId="{F33F88E0-3380-47C4-AFDE-F1AC050ADA82}" dt="2026-01-25T16:06:11.158" v="8412" actId="700"/>
          <ac:spMkLst>
            <pc:docMk/>
            <pc:sldMk cId="3956101151" sldId="2147483645"/>
            <ac:spMk id="2" creationId="{3E3B5E3D-F551-8A70-4739-478F0ED3B62F}"/>
          </ac:spMkLst>
        </pc:spChg>
        <pc:spChg chg="add del mod ord">
          <ac:chgData name="Yash Jadhav" userId="535c3d6d-72b8-4f77-8155-55f939173cf2" providerId="ADAL" clId="{F33F88E0-3380-47C4-AFDE-F1AC050ADA82}" dt="2026-01-25T16:06:14.662" v="8413" actId="6264"/>
          <ac:spMkLst>
            <pc:docMk/>
            <pc:sldMk cId="3956101151" sldId="2147483645"/>
            <ac:spMk id="3" creationId="{9C85F435-06C0-910F-9113-3D390EE3C7B4}"/>
          </ac:spMkLst>
        </pc:spChg>
        <pc:spChg chg="add mod ord">
          <ac:chgData name="Yash Jadhav" userId="535c3d6d-72b8-4f77-8155-55f939173cf2" providerId="ADAL" clId="{F33F88E0-3380-47C4-AFDE-F1AC050ADA82}" dt="2026-01-25T16:06:14.662" v="8413" actId="6264"/>
          <ac:spMkLst>
            <pc:docMk/>
            <pc:sldMk cId="3956101151" sldId="2147483645"/>
            <ac:spMk id="4" creationId="{3113D756-1478-CCA2-A812-175535E837CE}"/>
          </ac:spMkLst>
        </pc:spChg>
      </pc:sldChg>
      <pc:sldChg chg="modSp add del mod modNotes">
        <pc:chgData name="Yash Jadhav" userId="535c3d6d-72b8-4f77-8155-55f939173cf2" providerId="ADAL" clId="{F33F88E0-3380-47C4-AFDE-F1AC050ADA82}" dt="2026-01-25T15:57:18.166" v="142"/>
        <pc:sldMkLst>
          <pc:docMk/>
          <pc:sldMk cId="2660851769" sldId="2147483646"/>
        </pc:sldMkLst>
        <pc:spChg chg="mod">
          <ac:chgData name="Yash Jadhav" userId="535c3d6d-72b8-4f77-8155-55f939173cf2" providerId="ADAL" clId="{F33F88E0-3380-47C4-AFDE-F1AC050ADA82}" dt="2026-01-25T15:57:15.466" v="104" actId="790"/>
          <ac:spMkLst>
            <pc:docMk/>
            <pc:sldMk cId="2660851769" sldId="2147483646"/>
            <ac:spMk id="2" creationId="{20EB1262-ED9A-BEB7-9F96-53E94E19781F}"/>
          </ac:spMkLst>
        </pc:spChg>
        <pc:spChg chg="mod">
          <ac:chgData name="Yash Jadhav" userId="535c3d6d-72b8-4f77-8155-55f939173cf2" providerId="ADAL" clId="{F33F88E0-3380-47C4-AFDE-F1AC050ADA82}" dt="2026-01-25T15:57:15.468" v="105" actId="790"/>
          <ac:spMkLst>
            <pc:docMk/>
            <pc:sldMk cId="2660851769" sldId="2147483646"/>
            <ac:spMk id="4" creationId="{A840F321-DF91-86F0-BBC4-815E69989E68}"/>
          </ac:spMkLst>
        </pc:spChg>
        <pc:spChg chg="mod">
          <ac:chgData name="Yash Jadhav" userId="535c3d6d-72b8-4f77-8155-55f939173cf2" providerId="ADAL" clId="{F33F88E0-3380-47C4-AFDE-F1AC050ADA82}" dt="2026-01-25T15:57:15.471" v="106" actId="790"/>
          <ac:spMkLst>
            <pc:docMk/>
            <pc:sldMk cId="2660851769" sldId="2147483646"/>
            <ac:spMk id="5" creationId="{EBBF32FA-9A23-A626-F3F0-BE15088E2C1F}"/>
          </ac:spMkLst>
        </pc:spChg>
        <pc:spChg chg="mod">
          <ac:chgData name="Yash Jadhav" userId="535c3d6d-72b8-4f77-8155-55f939173cf2" providerId="ADAL" clId="{F33F88E0-3380-47C4-AFDE-F1AC050ADA82}" dt="2026-01-25T15:57:15.473" v="107" actId="790"/>
          <ac:spMkLst>
            <pc:docMk/>
            <pc:sldMk cId="2660851769" sldId="2147483646"/>
            <ac:spMk id="6" creationId="{49F92282-E108-531F-5E99-C8A90DAF216F}"/>
          </ac:spMkLst>
        </pc:spChg>
        <pc:spChg chg="mod">
          <ac:chgData name="Yash Jadhav" userId="535c3d6d-72b8-4f77-8155-55f939173cf2" providerId="ADAL" clId="{F33F88E0-3380-47C4-AFDE-F1AC050ADA82}" dt="2026-01-25T15:57:15.474" v="108" actId="790"/>
          <ac:spMkLst>
            <pc:docMk/>
            <pc:sldMk cId="2660851769" sldId="2147483646"/>
            <ac:spMk id="7" creationId="{FB9E807D-EC96-B1CA-7826-48F0416F6579}"/>
          </ac:spMkLst>
        </pc:spChg>
        <pc:spChg chg="mod">
          <ac:chgData name="Yash Jadhav" userId="535c3d6d-72b8-4f77-8155-55f939173cf2" providerId="ADAL" clId="{F33F88E0-3380-47C4-AFDE-F1AC050ADA82}" dt="2026-01-25T15:57:15.476" v="109" actId="790"/>
          <ac:spMkLst>
            <pc:docMk/>
            <pc:sldMk cId="2660851769" sldId="2147483646"/>
            <ac:spMk id="8" creationId="{8C1E4EBD-F15F-AE80-8F5D-A8288FFE3342}"/>
          </ac:spMkLst>
        </pc:spChg>
        <pc:spChg chg="mod">
          <ac:chgData name="Yash Jadhav" userId="535c3d6d-72b8-4f77-8155-55f939173cf2" providerId="ADAL" clId="{F33F88E0-3380-47C4-AFDE-F1AC050ADA82}" dt="2026-01-25T15:57:15.477" v="110" actId="790"/>
          <ac:spMkLst>
            <pc:docMk/>
            <pc:sldMk cId="2660851769" sldId="2147483646"/>
            <ac:spMk id="9" creationId="{6AF9460F-7F8C-FFCC-E514-6597FEE515AE}"/>
          </ac:spMkLst>
        </pc:spChg>
        <pc:spChg chg="mod">
          <ac:chgData name="Yash Jadhav" userId="535c3d6d-72b8-4f77-8155-55f939173cf2" providerId="ADAL" clId="{F33F88E0-3380-47C4-AFDE-F1AC050ADA82}" dt="2026-01-25T15:57:15.480" v="111" actId="790"/>
          <ac:spMkLst>
            <pc:docMk/>
            <pc:sldMk cId="2660851769" sldId="2147483646"/>
            <ac:spMk id="12" creationId="{1362AEC1-DF23-A009-5BDE-F3E5348499B8}"/>
          </ac:spMkLst>
        </pc:spChg>
        <pc:spChg chg="mod">
          <ac:chgData name="Yash Jadhav" userId="535c3d6d-72b8-4f77-8155-55f939173cf2" providerId="ADAL" clId="{F33F88E0-3380-47C4-AFDE-F1AC050ADA82}" dt="2026-01-25T15:57:15.482" v="112" actId="790"/>
          <ac:spMkLst>
            <pc:docMk/>
            <pc:sldMk cId="2660851769" sldId="2147483646"/>
            <ac:spMk id="13" creationId="{D12379EF-175D-A940-0748-A47603B8D4E2}"/>
          </ac:spMkLst>
        </pc:spChg>
        <pc:spChg chg="mod">
          <ac:chgData name="Yash Jadhav" userId="535c3d6d-72b8-4f77-8155-55f939173cf2" providerId="ADAL" clId="{F33F88E0-3380-47C4-AFDE-F1AC050ADA82}" dt="2026-01-25T15:57:15.483" v="113" actId="790"/>
          <ac:spMkLst>
            <pc:docMk/>
            <pc:sldMk cId="2660851769" sldId="2147483646"/>
            <ac:spMk id="14" creationId="{5D9A02B4-7C66-6B74-9F8E-55F040B01F69}"/>
          </ac:spMkLst>
        </pc:spChg>
        <pc:spChg chg="mod">
          <ac:chgData name="Yash Jadhav" userId="535c3d6d-72b8-4f77-8155-55f939173cf2" providerId="ADAL" clId="{F33F88E0-3380-47C4-AFDE-F1AC050ADA82}" dt="2026-01-25T15:57:15.485" v="114" actId="790"/>
          <ac:spMkLst>
            <pc:docMk/>
            <pc:sldMk cId="2660851769" sldId="2147483646"/>
            <ac:spMk id="15" creationId="{F241A7E5-0386-3F92-4A51-D628FD3DD97D}"/>
          </ac:spMkLst>
        </pc:spChg>
        <pc:spChg chg="mod">
          <ac:chgData name="Yash Jadhav" userId="535c3d6d-72b8-4f77-8155-55f939173cf2" providerId="ADAL" clId="{F33F88E0-3380-47C4-AFDE-F1AC050ADA82}" dt="2026-01-25T15:57:15.486" v="115" actId="790"/>
          <ac:spMkLst>
            <pc:docMk/>
            <pc:sldMk cId="2660851769" sldId="2147483646"/>
            <ac:spMk id="16" creationId="{D77851D8-358B-7120-9906-77F6AFE8FD36}"/>
          </ac:spMkLst>
        </pc:spChg>
        <pc:spChg chg="mod">
          <ac:chgData name="Yash Jadhav" userId="535c3d6d-72b8-4f77-8155-55f939173cf2" providerId="ADAL" clId="{F33F88E0-3380-47C4-AFDE-F1AC050ADA82}" dt="2026-01-25T15:57:15.488" v="116" actId="790"/>
          <ac:spMkLst>
            <pc:docMk/>
            <pc:sldMk cId="2660851769" sldId="2147483646"/>
            <ac:spMk id="17" creationId="{68F7BDD2-510F-0A55-E0F3-13F32193DC2E}"/>
          </ac:spMkLst>
        </pc:spChg>
        <pc:spChg chg="mod">
          <ac:chgData name="Yash Jadhav" userId="535c3d6d-72b8-4f77-8155-55f939173cf2" providerId="ADAL" clId="{F33F88E0-3380-47C4-AFDE-F1AC050ADA82}" dt="2026-01-25T15:57:15.489" v="117" actId="790"/>
          <ac:spMkLst>
            <pc:docMk/>
            <pc:sldMk cId="2660851769" sldId="2147483646"/>
            <ac:spMk id="20" creationId="{13170004-E86C-8768-F53F-D5F93F677AA5}"/>
          </ac:spMkLst>
        </pc:spChg>
        <pc:spChg chg="mod">
          <ac:chgData name="Yash Jadhav" userId="535c3d6d-72b8-4f77-8155-55f939173cf2" providerId="ADAL" clId="{F33F88E0-3380-47C4-AFDE-F1AC050ADA82}" dt="2026-01-25T15:57:15.490" v="118" actId="790"/>
          <ac:spMkLst>
            <pc:docMk/>
            <pc:sldMk cId="2660851769" sldId="2147483646"/>
            <ac:spMk id="21" creationId="{B4B158B7-7277-F308-C40A-D03EA31C19BF}"/>
          </ac:spMkLst>
        </pc:spChg>
        <pc:spChg chg="mod">
          <ac:chgData name="Yash Jadhav" userId="535c3d6d-72b8-4f77-8155-55f939173cf2" providerId="ADAL" clId="{F33F88E0-3380-47C4-AFDE-F1AC050ADA82}" dt="2026-01-25T15:57:15.492" v="119" actId="790"/>
          <ac:spMkLst>
            <pc:docMk/>
            <pc:sldMk cId="2660851769" sldId="2147483646"/>
            <ac:spMk id="22" creationId="{5633EAB5-FB82-33AF-4A39-96FC1A21EAEE}"/>
          </ac:spMkLst>
        </pc:spChg>
        <pc:spChg chg="mod">
          <ac:chgData name="Yash Jadhav" userId="535c3d6d-72b8-4f77-8155-55f939173cf2" providerId="ADAL" clId="{F33F88E0-3380-47C4-AFDE-F1AC050ADA82}" dt="2026-01-25T15:57:15.494" v="120" actId="790"/>
          <ac:spMkLst>
            <pc:docMk/>
            <pc:sldMk cId="2660851769" sldId="2147483646"/>
            <ac:spMk id="23" creationId="{C576A39A-96DF-8DA5-F37F-FFB9D87F6952}"/>
          </ac:spMkLst>
        </pc:spChg>
        <pc:spChg chg="mod">
          <ac:chgData name="Yash Jadhav" userId="535c3d6d-72b8-4f77-8155-55f939173cf2" providerId="ADAL" clId="{F33F88E0-3380-47C4-AFDE-F1AC050ADA82}" dt="2026-01-25T15:57:15.495" v="121" actId="790"/>
          <ac:spMkLst>
            <pc:docMk/>
            <pc:sldMk cId="2660851769" sldId="2147483646"/>
            <ac:spMk id="24" creationId="{11DD8F24-9143-55DF-F718-5CEDDA690FFC}"/>
          </ac:spMkLst>
        </pc:spChg>
        <pc:spChg chg="mod">
          <ac:chgData name="Yash Jadhav" userId="535c3d6d-72b8-4f77-8155-55f939173cf2" providerId="ADAL" clId="{F33F88E0-3380-47C4-AFDE-F1AC050ADA82}" dt="2026-01-25T15:57:15.496" v="122" actId="790"/>
          <ac:spMkLst>
            <pc:docMk/>
            <pc:sldMk cId="2660851769" sldId="2147483646"/>
            <ac:spMk id="25" creationId="{EC7925B0-B42F-80AA-F32C-5B86AB5C91E8}"/>
          </ac:spMkLst>
        </pc:spChg>
        <pc:spChg chg="mod">
          <ac:chgData name="Yash Jadhav" userId="535c3d6d-72b8-4f77-8155-55f939173cf2" providerId="ADAL" clId="{F33F88E0-3380-47C4-AFDE-F1AC050ADA82}" dt="2026-01-25T15:57:15.498" v="123" actId="790"/>
          <ac:spMkLst>
            <pc:docMk/>
            <pc:sldMk cId="2660851769" sldId="2147483646"/>
            <ac:spMk id="28" creationId="{0473C6A8-5A47-9844-083F-789D105706E2}"/>
          </ac:spMkLst>
        </pc:spChg>
        <pc:spChg chg="mod">
          <ac:chgData name="Yash Jadhav" userId="535c3d6d-72b8-4f77-8155-55f939173cf2" providerId="ADAL" clId="{F33F88E0-3380-47C4-AFDE-F1AC050ADA82}" dt="2026-01-25T15:57:15.499" v="124" actId="790"/>
          <ac:spMkLst>
            <pc:docMk/>
            <pc:sldMk cId="2660851769" sldId="2147483646"/>
            <ac:spMk id="29" creationId="{09C164AD-8E51-3982-223B-F458605213A8}"/>
          </ac:spMkLst>
        </pc:spChg>
        <pc:spChg chg="mod">
          <ac:chgData name="Yash Jadhav" userId="535c3d6d-72b8-4f77-8155-55f939173cf2" providerId="ADAL" clId="{F33F88E0-3380-47C4-AFDE-F1AC050ADA82}" dt="2026-01-25T15:57:15.500" v="125" actId="790"/>
          <ac:spMkLst>
            <pc:docMk/>
            <pc:sldMk cId="2660851769" sldId="2147483646"/>
            <ac:spMk id="30" creationId="{A75466CE-837F-02C4-F260-07A19891828A}"/>
          </ac:spMkLst>
        </pc:spChg>
        <pc:spChg chg="mod">
          <ac:chgData name="Yash Jadhav" userId="535c3d6d-72b8-4f77-8155-55f939173cf2" providerId="ADAL" clId="{F33F88E0-3380-47C4-AFDE-F1AC050ADA82}" dt="2026-01-25T15:57:15.502" v="126" actId="790"/>
          <ac:spMkLst>
            <pc:docMk/>
            <pc:sldMk cId="2660851769" sldId="2147483646"/>
            <ac:spMk id="31" creationId="{38810583-A710-A780-1484-F1D72FBF0B23}"/>
          </ac:spMkLst>
        </pc:spChg>
        <pc:spChg chg="mod">
          <ac:chgData name="Yash Jadhav" userId="535c3d6d-72b8-4f77-8155-55f939173cf2" providerId="ADAL" clId="{F33F88E0-3380-47C4-AFDE-F1AC050ADA82}" dt="2026-01-25T15:57:15.504" v="127" actId="790"/>
          <ac:spMkLst>
            <pc:docMk/>
            <pc:sldMk cId="2660851769" sldId="2147483646"/>
            <ac:spMk id="32" creationId="{582391CC-B7C9-9B6C-CAE3-5C020E0EB4F6}"/>
          </ac:spMkLst>
        </pc:spChg>
        <pc:spChg chg="mod">
          <ac:chgData name="Yash Jadhav" userId="535c3d6d-72b8-4f77-8155-55f939173cf2" providerId="ADAL" clId="{F33F88E0-3380-47C4-AFDE-F1AC050ADA82}" dt="2026-01-25T15:57:15.505" v="128" actId="790"/>
          <ac:spMkLst>
            <pc:docMk/>
            <pc:sldMk cId="2660851769" sldId="2147483646"/>
            <ac:spMk id="33" creationId="{982985E7-FABF-396B-E32B-A85A831BB611}"/>
          </ac:spMkLst>
        </pc:spChg>
        <pc:spChg chg="mod">
          <ac:chgData name="Yash Jadhav" userId="535c3d6d-72b8-4f77-8155-55f939173cf2" providerId="ADAL" clId="{F33F88E0-3380-47C4-AFDE-F1AC050ADA82}" dt="2026-01-25T15:57:15.508" v="129" actId="790"/>
          <ac:spMkLst>
            <pc:docMk/>
            <pc:sldMk cId="2660851769" sldId="2147483646"/>
            <ac:spMk id="35" creationId="{916280EA-D5BA-B1EC-8D73-BE8EEA92A503}"/>
          </ac:spMkLst>
        </pc:spChg>
        <pc:spChg chg="mod">
          <ac:chgData name="Yash Jadhav" userId="535c3d6d-72b8-4f77-8155-55f939173cf2" providerId="ADAL" clId="{F33F88E0-3380-47C4-AFDE-F1AC050ADA82}" dt="2026-01-25T15:57:15.511" v="130" actId="790"/>
          <ac:spMkLst>
            <pc:docMk/>
            <pc:sldMk cId="2660851769" sldId="2147483646"/>
            <ac:spMk id="36" creationId="{7D5BDFBD-B035-619F-ADE3-D050C2A1518D}"/>
          </ac:spMkLst>
        </pc:spChg>
        <pc:spChg chg="mod">
          <ac:chgData name="Yash Jadhav" userId="535c3d6d-72b8-4f77-8155-55f939173cf2" providerId="ADAL" clId="{F33F88E0-3380-47C4-AFDE-F1AC050ADA82}" dt="2026-01-25T15:57:15.516" v="131" actId="790"/>
          <ac:spMkLst>
            <pc:docMk/>
            <pc:sldMk cId="2660851769" sldId="2147483646"/>
            <ac:spMk id="37" creationId="{7BA47D7D-D15C-C197-EB0B-2155BF4A458C}"/>
          </ac:spMkLst>
        </pc:spChg>
        <pc:spChg chg="mod">
          <ac:chgData name="Yash Jadhav" userId="535c3d6d-72b8-4f77-8155-55f939173cf2" providerId="ADAL" clId="{F33F88E0-3380-47C4-AFDE-F1AC050ADA82}" dt="2026-01-25T15:57:15.520" v="132" actId="790"/>
          <ac:spMkLst>
            <pc:docMk/>
            <pc:sldMk cId="2660851769" sldId="2147483646"/>
            <ac:spMk id="38" creationId="{EA8EECDE-DE60-4A7F-0502-627DF03AF65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0805075" sldId="2147483646"/>
        </pc:sldMkLst>
        <pc:spChg chg="mod ord">
          <ac:chgData name="Yash Jadhav" userId="535c3d6d-72b8-4f77-8155-55f939173cf2" providerId="ADAL" clId="{F33F88E0-3380-47C4-AFDE-F1AC050ADA82}" dt="2026-01-25T16:06:14.662" v="8413" actId="6264"/>
          <ac:spMkLst>
            <pc:docMk/>
            <pc:sldMk cId="2720805075" sldId="2147483646"/>
            <ac:spMk id="2" creationId="{8B61817D-494A-5CFF-6B54-52EE4F0D7095}"/>
          </ac:spMkLst>
        </pc:spChg>
        <pc:spChg chg="mod">
          <ac:chgData name="Yash Jadhav" userId="535c3d6d-72b8-4f77-8155-55f939173cf2" providerId="ADAL" clId="{F33F88E0-3380-47C4-AFDE-F1AC050ADA82}" dt="2026-01-25T15:57:31.439" v="147" actId="790"/>
          <ac:spMkLst>
            <pc:docMk/>
            <pc:sldMk cId="2720805075" sldId="2147483646"/>
            <ac:spMk id="3" creationId="{257BC3E5-8A58-AA8A-EF26-A0C15B0586F3}"/>
          </ac:spMkLst>
        </pc:spChg>
        <pc:spChg chg="mod">
          <ac:chgData name="Yash Jadhav" userId="535c3d6d-72b8-4f77-8155-55f939173cf2" providerId="ADAL" clId="{F33F88E0-3380-47C4-AFDE-F1AC050ADA82}" dt="2026-01-25T15:57:31.442" v="148" actId="790"/>
          <ac:spMkLst>
            <pc:docMk/>
            <pc:sldMk cId="2720805075" sldId="2147483646"/>
            <ac:spMk id="4" creationId="{64DADF5B-8298-BB59-04A1-EC23FFA13FA5}"/>
          </ac:spMkLst>
        </pc:spChg>
        <pc:spChg chg="mod">
          <ac:chgData name="Yash Jadhav" userId="535c3d6d-72b8-4f77-8155-55f939173cf2" providerId="ADAL" clId="{F33F88E0-3380-47C4-AFDE-F1AC050ADA82}" dt="2026-01-25T15:57:31.444" v="149" actId="790"/>
          <ac:spMkLst>
            <pc:docMk/>
            <pc:sldMk cId="2720805075" sldId="2147483646"/>
            <ac:spMk id="5" creationId="{E0C33F97-7749-FB0F-9DB5-D0272C5CFB00}"/>
          </ac:spMkLst>
        </pc:spChg>
        <pc:spChg chg="mod">
          <ac:chgData name="Yash Jadhav" userId="535c3d6d-72b8-4f77-8155-55f939173cf2" providerId="ADAL" clId="{F33F88E0-3380-47C4-AFDE-F1AC050ADA82}" dt="2026-01-25T15:57:31.447" v="150" actId="790"/>
          <ac:spMkLst>
            <pc:docMk/>
            <pc:sldMk cId="2720805075" sldId="2147483646"/>
            <ac:spMk id="6" creationId="{5FC5CA22-6DEB-FF0B-B2C2-A4ED93732231}"/>
          </ac:spMkLst>
        </pc:spChg>
        <pc:spChg chg="mod">
          <ac:chgData name="Yash Jadhav" userId="535c3d6d-72b8-4f77-8155-55f939173cf2" providerId="ADAL" clId="{F33F88E0-3380-47C4-AFDE-F1AC050ADA82}" dt="2026-01-25T15:57:31.449" v="151" actId="790"/>
          <ac:spMkLst>
            <pc:docMk/>
            <pc:sldMk cId="2720805075" sldId="2147483646"/>
            <ac:spMk id="7" creationId="{BE6EE059-2DD5-0F13-00A2-E2DCBB01D903}"/>
          </ac:spMkLst>
        </pc:spChg>
        <pc:spChg chg="mod">
          <ac:chgData name="Yash Jadhav" userId="535c3d6d-72b8-4f77-8155-55f939173cf2" providerId="ADAL" clId="{F33F88E0-3380-47C4-AFDE-F1AC050ADA82}" dt="2026-01-25T15:57:31.451" v="152" actId="790"/>
          <ac:spMkLst>
            <pc:docMk/>
            <pc:sldMk cId="2720805075" sldId="2147483646"/>
            <ac:spMk id="8" creationId="{E4177AF9-901F-20EF-E1D7-79D868DF9102}"/>
          </ac:spMkLst>
        </pc:spChg>
        <pc:spChg chg="mod">
          <ac:chgData name="Yash Jadhav" userId="535c3d6d-72b8-4f77-8155-55f939173cf2" providerId="ADAL" clId="{F33F88E0-3380-47C4-AFDE-F1AC050ADA82}" dt="2026-01-25T15:57:31.453" v="153" actId="790"/>
          <ac:spMkLst>
            <pc:docMk/>
            <pc:sldMk cId="2720805075" sldId="2147483646"/>
            <ac:spMk id="9" creationId="{A57A6620-AF92-02C0-3AFD-FD97D7BD3B7D}"/>
          </ac:spMkLst>
        </pc:spChg>
        <pc:spChg chg="mod">
          <ac:chgData name="Yash Jadhav" userId="535c3d6d-72b8-4f77-8155-55f939173cf2" providerId="ADAL" clId="{F33F88E0-3380-47C4-AFDE-F1AC050ADA82}" dt="2026-01-25T15:57:31.456" v="154" actId="790"/>
          <ac:spMkLst>
            <pc:docMk/>
            <pc:sldMk cId="2720805075" sldId="2147483646"/>
            <ac:spMk id="10" creationId="{4B8BBA93-FBEA-B37E-67CE-CB84939CD580}"/>
          </ac:spMkLst>
        </pc:spChg>
        <pc:spChg chg="mod">
          <ac:chgData name="Yash Jadhav" userId="535c3d6d-72b8-4f77-8155-55f939173cf2" providerId="ADAL" clId="{F33F88E0-3380-47C4-AFDE-F1AC050ADA82}" dt="2026-01-25T15:57:31.458" v="155" actId="790"/>
          <ac:spMkLst>
            <pc:docMk/>
            <pc:sldMk cId="2720805075" sldId="2147483646"/>
            <ac:spMk id="11" creationId="{77083377-7CDA-4C67-F2F1-D89623239948}"/>
          </ac:spMkLst>
        </pc:spChg>
        <pc:spChg chg="mod">
          <ac:chgData name="Yash Jadhav" userId="535c3d6d-72b8-4f77-8155-55f939173cf2" providerId="ADAL" clId="{F33F88E0-3380-47C4-AFDE-F1AC050ADA82}" dt="2026-01-25T15:57:31.465" v="156" actId="790"/>
          <ac:spMkLst>
            <pc:docMk/>
            <pc:sldMk cId="2720805075" sldId="2147483646"/>
            <ac:spMk id="12" creationId="{80449D6E-96D4-F5A8-A93A-4031D9C402DB}"/>
          </ac:spMkLst>
        </pc:spChg>
        <pc:spChg chg="add del mod">
          <ac:chgData name="Yash Jadhav" userId="535c3d6d-72b8-4f77-8155-55f939173cf2" providerId="ADAL" clId="{F33F88E0-3380-47C4-AFDE-F1AC050ADA82}" dt="2026-01-25T15:57:37.189" v="168" actId="6264"/>
          <ac:spMkLst>
            <pc:docMk/>
            <pc:sldMk cId="2720805075" sldId="2147483646"/>
            <ac:spMk id="13" creationId="{F3D66D94-D2EE-53D7-2C32-28F97868818F}"/>
          </ac:spMkLst>
        </pc:spChg>
        <pc:spChg chg="add del mod">
          <ac:chgData name="Yash Jadhav" userId="535c3d6d-72b8-4f77-8155-55f939173cf2" providerId="ADAL" clId="{F33F88E0-3380-47C4-AFDE-F1AC050ADA82}" dt="2026-01-25T16:06:14.662" v="8413" actId="6264"/>
          <ac:spMkLst>
            <pc:docMk/>
            <pc:sldMk cId="2720805075" sldId="2147483646"/>
            <ac:spMk id="14" creationId="{A59E0FA8-3709-0AE0-3F16-10F0138B272D}"/>
          </ac:spMkLst>
        </pc:spChg>
        <pc:spChg chg="mod">
          <ac:chgData name="Yash Jadhav" userId="535c3d6d-72b8-4f77-8155-55f939173cf2" providerId="ADAL" clId="{F33F88E0-3380-47C4-AFDE-F1AC050ADA82}" dt="2026-01-25T15:57:31.467" v="157" actId="790"/>
          <ac:spMkLst>
            <pc:docMk/>
            <pc:sldMk cId="2720805075" sldId="2147483646"/>
            <ac:spMk id="16" creationId="{22A7E3C4-77DE-519A-19D6-325ECB1B18F4}"/>
          </ac:spMkLst>
        </pc:spChg>
        <pc:spChg chg="mod">
          <ac:chgData name="Yash Jadhav" userId="535c3d6d-72b8-4f77-8155-55f939173cf2" providerId="ADAL" clId="{F33F88E0-3380-47C4-AFDE-F1AC050ADA82}" dt="2026-01-25T15:57:31.472" v="158" actId="790"/>
          <ac:spMkLst>
            <pc:docMk/>
            <pc:sldMk cId="2720805075" sldId="2147483646"/>
            <ac:spMk id="22" creationId="{8CCD5718-70E2-E8AE-EFF5-F1F358FF2E71}"/>
          </ac:spMkLst>
        </pc:spChg>
        <pc:spChg chg="mod">
          <ac:chgData name="Yash Jadhav" userId="535c3d6d-72b8-4f77-8155-55f939173cf2" providerId="ADAL" clId="{F33F88E0-3380-47C4-AFDE-F1AC050ADA82}" dt="2026-01-25T15:57:31.474" v="159" actId="790"/>
          <ac:spMkLst>
            <pc:docMk/>
            <pc:sldMk cId="2720805075" sldId="2147483646"/>
            <ac:spMk id="23" creationId="{393CE874-A163-DF08-2C05-3F1699F4D2B3}"/>
          </ac:spMkLst>
        </pc:spChg>
        <pc:spChg chg="mod">
          <ac:chgData name="Yash Jadhav" userId="535c3d6d-72b8-4f77-8155-55f939173cf2" providerId="ADAL" clId="{F33F88E0-3380-47C4-AFDE-F1AC050ADA82}" dt="2026-01-25T15:57:31.479" v="160" actId="790"/>
          <ac:spMkLst>
            <pc:docMk/>
            <pc:sldMk cId="2720805075" sldId="2147483646"/>
            <ac:spMk id="24" creationId="{ADA19437-3793-BEB3-259C-BC8EC3BDA609}"/>
          </ac:spMkLst>
        </pc:spChg>
        <pc:spChg chg="mod">
          <ac:chgData name="Yash Jadhav" userId="535c3d6d-72b8-4f77-8155-55f939173cf2" providerId="ADAL" clId="{F33F88E0-3380-47C4-AFDE-F1AC050ADA82}" dt="2026-01-25T15:57:31.482" v="161" actId="790"/>
          <ac:spMkLst>
            <pc:docMk/>
            <pc:sldMk cId="2720805075" sldId="2147483646"/>
            <ac:spMk id="25" creationId="{0EFB8C5F-A0CB-252A-45AC-BBFE32DDE329}"/>
          </ac:spMkLst>
        </pc:spChg>
        <pc:spChg chg="mod">
          <ac:chgData name="Yash Jadhav" userId="535c3d6d-72b8-4f77-8155-55f939173cf2" providerId="ADAL" clId="{F33F88E0-3380-47C4-AFDE-F1AC050ADA82}" dt="2026-01-25T15:57:31.486" v="162" actId="790"/>
          <ac:spMkLst>
            <pc:docMk/>
            <pc:sldMk cId="2720805075" sldId="2147483646"/>
            <ac:spMk id="26" creationId="{37E52349-48AA-6D73-08DB-6BBC944CE3B8}"/>
          </ac:spMkLst>
        </pc:spChg>
        <pc:spChg chg="mod">
          <ac:chgData name="Yash Jadhav" userId="535c3d6d-72b8-4f77-8155-55f939173cf2" providerId="ADAL" clId="{F33F88E0-3380-47C4-AFDE-F1AC050ADA82}" dt="2026-01-25T15:57:31.488" v="163" actId="790"/>
          <ac:spMkLst>
            <pc:docMk/>
            <pc:sldMk cId="2720805075" sldId="2147483646"/>
            <ac:spMk id="27" creationId="{1040B0DD-3EB4-D8E3-6209-EC425451158E}"/>
          </ac:spMkLst>
        </pc:spChg>
        <pc:spChg chg="mod">
          <ac:chgData name="Yash Jadhav" userId="535c3d6d-72b8-4f77-8155-55f939173cf2" providerId="ADAL" clId="{F33F88E0-3380-47C4-AFDE-F1AC050ADA82}" dt="2026-01-25T15:57:31.490" v="164" actId="790"/>
          <ac:spMkLst>
            <pc:docMk/>
            <pc:sldMk cId="2720805075" sldId="2147483646"/>
            <ac:spMk id="30" creationId="{AFB24986-EEA4-57FB-6B85-4EBA0AEF2A2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233498945" sldId="2147483647"/>
        </pc:sldMkLst>
        <pc:spChg chg="mod ord">
          <ac:chgData name="Yash Jadhav" userId="535c3d6d-72b8-4f77-8155-55f939173cf2" providerId="ADAL" clId="{F33F88E0-3380-47C4-AFDE-F1AC050ADA82}" dt="2026-01-25T16:06:14.662" v="8413" actId="6264"/>
          <ac:spMkLst>
            <pc:docMk/>
            <pc:sldMk cId="2233498945" sldId="2147483647"/>
            <ac:spMk id="2" creationId="{20EB1262-ED9A-BEB7-9F96-53E94E19781F}"/>
          </ac:spMkLst>
        </pc:spChg>
        <pc:spChg chg="add del mod">
          <ac:chgData name="Yash Jadhav" userId="535c3d6d-72b8-4f77-8155-55f939173cf2" providerId="ADAL" clId="{F33F88E0-3380-47C4-AFDE-F1AC050ADA82}" dt="2026-01-25T16:06:14.662" v="8413" actId="6264"/>
          <ac:spMkLst>
            <pc:docMk/>
            <pc:sldMk cId="2233498945" sldId="2147483647"/>
            <ac:spMk id="3" creationId="{4B712264-B8A5-597D-6E05-B8A70174C030}"/>
          </ac:spMkLst>
        </pc:spChg>
        <pc:spChg chg="mod">
          <ac:chgData name="Yash Jadhav" userId="535c3d6d-72b8-4f77-8155-55f939173cf2" providerId="ADAL" clId="{F33F88E0-3380-47C4-AFDE-F1AC050ADA82}" dt="2026-01-25T15:57:45.005" v="172" actId="790"/>
          <ac:spMkLst>
            <pc:docMk/>
            <pc:sldMk cId="2233498945" sldId="2147483647"/>
            <ac:spMk id="4" creationId="{A840F321-DF91-86F0-BBC4-815E69989E68}"/>
          </ac:spMkLst>
        </pc:spChg>
        <pc:spChg chg="mod">
          <ac:chgData name="Yash Jadhav" userId="535c3d6d-72b8-4f77-8155-55f939173cf2" providerId="ADAL" clId="{F33F88E0-3380-47C4-AFDE-F1AC050ADA82}" dt="2026-01-25T15:57:45.007" v="173" actId="790"/>
          <ac:spMkLst>
            <pc:docMk/>
            <pc:sldMk cId="2233498945" sldId="2147483647"/>
            <ac:spMk id="5" creationId="{EBBF32FA-9A23-A626-F3F0-BE15088E2C1F}"/>
          </ac:spMkLst>
        </pc:spChg>
        <pc:spChg chg="mod">
          <ac:chgData name="Yash Jadhav" userId="535c3d6d-72b8-4f77-8155-55f939173cf2" providerId="ADAL" clId="{F33F88E0-3380-47C4-AFDE-F1AC050ADA82}" dt="2026-01-25T15:57:45.009" v="174" actId="790"/>
          <ac:spMkLst>
            <pc:docMk/>
            <pc:sldMk cId="2233498945" sldId="2147483647"/>
            <ac:spMk id="6" creationId="{49F92282-E108-531F-5E99-C8A90DAF216F}"/>
          </ac:spMkLst>
        </pc:spChg>
        <pc:spChg chg="mod">
          <ac:chgData name="Yash Jadhav" userId="535c3d6d-72b8-4f77-8155-55f939173cf2" providerId="ADAL" clId="{F33F88E0-3380-47C4-AFDE-F1AC050ADA82}" dt="2026-01-25T15:57:45.011" v="175" actId="790"/>
          <ac:spMkLst>
            <pc:docMk/>
            <pc:sldMk cId="2233498945" sldId="2147483647"/>
            <ac:spMk id="7" creationId="{FB9E807D-EC96-B1CA-7826-48F0416F6579}"/>
          </ac:spMkLst>
        </pc:spChg>
        <pc:spChg chg="mod">
          <ac:chgData name="Yash Jadhav" userId="535c3d6d-72b8-4f77-8155-55f939173cf2" providerId="ADAL" clId="{F33F88E0-3380-47C4-AFDE-F1AC050ADA82}" dt="2026-01-25T15:57:45.014" v="176" actId="790"/>
          <ac:spMkLst>
            <pc:docMk/>
            <pc:sldMk cId="2233498945" sldId="2147483647"/>
            <ac:spMk id="8" creationId="{8C1E4EBD-F15F-AE80-8F5D-A8288FFE3342}"/>
          </ac:spMkLst>
        </pc:spChg>
        <pc:spChg chg="mod">
          <ac:chgData name="Yash Jadhav" userId="535c3d6d-72b8-4f77-8155-55f939173cf2" providerId="ADAL" clId="{F33F88E0-3380-47C4-AFDE-F1AC050ADA82}" dt="2026-01-25T15:57:45.016" v="177" actId="790"/>
          <ac:spMkLst>
            <pc:docMk/>
            <pc:sldMk cId="2233498945" sldId="2147483647"/>
            <ac:spMk id="9" creationId="{6AF9460F-7F8C-FFCC-E514-6597FEE515AE}"/>
          </ac:spMkLst>
        </pc:spChg>
        <pc:spChg chg="mod">
          <ac:chgData name="Yash Jadhav" userId="535c3d6d-72b8-4f77-8155-55f939173cf2" providerId="ADAL" clId="{F33F88E0-3380-47C4-AFDE-F1AC050ADA82}" dt="2026-01-25T15:57:45.017" v="178" actId="790"/>
          <ac:spMkLst>
            <pc:docMk/>
            <pc:sldMk cId="2233498945" sldId="2147483647"/>
            <ac:spMk id="12" creationId="{1362AEC1-DF23-A009-5BDE-F3E5348499B8}"/>
          </ac:spMkLst>
        </pc:spChg>
        <pc:spChg chg="mod">
          <ac:chgData name="Yash Jadhav" userId="535c3d6d-72b8-4f77-8155-55f939173cf2" providerId="ADAL" clId="{F33F88E0-3380-47C4-AFDE-F1AC050ADA82}" dt="2026-01-25T15:57:45.019" v="179" actId="790"/>
          <ac:spMkLst>
            <pc:docMk/>
            <pc:sldMk cId="2233498945" sldId="2147483647"/>
            <ac:spMk id="13" creationId="{D12379EF-175D-A940-0748-A47603B8D4E2}"/>
          </ac:spMkLst>
        </pc:spChg>
        <pc:spChg chg="mod">
          <ac:chgData name="Yash Jadhav" userId="535c3d6d-72b8-4f77-8155-55f939173cf2" providerId="ADAL" clId="{F33F88E0-3380-47C4-AFDE-F1AC050ADA82}" dt="2026-01-25T15:57:45.021" v="180" actId="790"/>
          <ac:spMkLst>
            <pc:docMk/>
            <pc:sldMk cId="2233498945" sldId="2147483647"/>
            <ac:spMk id="14" creationId="{5D9A02B4-7C66-6B74-9F8E-55F040B01F69}"/>
          </ac:spMkLst>
        </pc:spChg>
        <pc:spChg chg="mod">
          <ac:chgData name="Yash Jadhav" userId="535c3d6d-72b8-4f77-8155-55f939173cf2" providerId="ADAL" clId="{F33F88E0-3380-47C4-AFDE-F1AC050ADA82}" dt="2026-01-25T15:57:45.022" v="181" actId="790"/>
          <ac:spMkLst>
            <pc:docMk/>
            <pc:sldMk cId="2233498945" sldId="2147483647"/>
            <ac:spMk id="15" creationId="{F241A7E5-0386-3F92-4A51-D628FD3DD97D}"/>
          </ac:spMkLst>
        </pc:spChg>
        <pc:spChg chg="mod">
          <ac:chgData name="Yash Jadhav" userId="535c3d6d-72b8-4f77-8155-55f939173cf2" providerId="ADAL" clId="{F33F88E0-3380-47C4-AFDE-F1AC050ADA82}" dt="2026-01-25T15:57:45.023" v="182" actId="790"/>
          <ac:spMkLst>
            <pc:docMk/>
            <pc:sldMk cId="2233498945" sldId="2147483647"/>
            <ac:spMk id="16" creationId="{D77851D8-358B-7120-9906-77F6AFE8FD36}"/>
          </ac:spMkLst>
        </pc:spChg>
        <pc:spChg chg="mod">
          <ac:chgData name="Yash Jadhav" userId="535c3d6d-72b8-4f77-8155-55f939173cf2" providerId="ADAL" clId="{F33F88E0-3380-47C4-AFDE-F1AC050ADA82}" dt="2026-01-25T15:57:45.025" v="183" actId="790"/>
          <ac:spMkLst>
            <pc:docMk/>
            <pc:sldMk cId="2233498945" sldId="2147483647"/>
            <ac:spMk id="17" creationId="{68F7BDD2-510F-0A55-E0F3-13F32193DC2E}"/>
          </ac:spMkLst>
        </pc:spChg>
        <pc:spChg chg="mod">
          <ac:chgData name="Yash Jadhav" userId="535c3d6d-72b8-4f77-8155-55f939173cf2" providerId="ADAL" clId="{F33F88E0-3380-47C4-AFDE-F1AC050ADA82}" dt="2026-01-25T15:57:45.027" v="184" actId="790"/>
          <ac:spMkLst>
            <pc:docMk/>
            <pc:sldMk cId="2233498945" sldId="2147483647"/>
            <ac:spMk id="20" creationId="{13170004-E86C-8768-F53F-D5F93F677AA5}"/>
          </ac:spMkLst>
        </pc:spChg>
        <pc:spChg chg="mod">
          <ac:chgData name="Yash Jadhav" userId="535c3d6d-72b8-4f77-8155-55f939173cf2" providerId="ADAL" clId="{F33F88E0-3380-47C4-AFDE-F1AC050ADA82}" dt="2026-01-25T15:57:45.029" v="185" actId="790"/>
          <ac:spMkLst>
            <pc:docMk/>
            <pc:sldMk cId="2233498945" sldId="2147483647"/>
            <ac:spMk id="21" creationId="{B4B158B7-7277-F308-C40A-D03EA31C19BF}"/>
          </ac:spMkLst>
        </pc:spChg>
        <pc:spChg chg="mod">
          <ac:chgData name="Yash Jadhav" userId="535c3d6d-72b8-4f77-8155-55f939173cf2" providerId="ADAL" clId="{F33F88E0-3380-47C4-AFDE-F1AC050ADA82}" dt="2026-01-25T15:57:45.031" v="186" actId="790"/>
          <ac:spMkLst>
            <pc:docMk/>
            <pc:sldMk cId="2233498945" sldId="2147483647"/>
            <ac:spMk id="22" creationId="{5633EAB5-FB82-33AF-4A39-96FC1A21EAEE}"/>
          </ac:spMkLst>
        </pc:spChg>
        <pc:spChg chg="mod">
          <ac:chgData name="Yash Jadhav" userId="535c3d6d-72b8-4f77-8155-55f939173cf2" providerId="ADAL" clId="{F33F88E0-3380-47C4-AFDE-F1AC050ADA82}" dt="2026-01-25T15:57:45.033" v="187" actId="790"/>
          <ac:spMkLst>
            <pc:docMk/>
            <pc:sldMk cId="2233498945" sldId="2147483647"/>
            <ac:spMk id="23" creationId="{C576A39A-96DF-8DA5-F37F-FFB9D87F6952}"/>
          </ac:spMkLst>
        </pc:spChg>
        <pc:spChg chg="mod">
          <ac:chgData name="Yash Jadhav" userId="535c3d6d-72b8-4f77-8155-55f939173cf2" providerId="ADAL" clId="{F33F88E0-3380-47C4-AFDE-F1AC050ADA82}" dt="2026-01-25T15:57:45.034" v="188" actId="790"/>
          <ac:spMkLst>
            <pc:docMk/>
            <pc:sldMk cId="2233498945" sldId="2147483647"/>
            <ac:spMk id="24" creationId="{11DD8F24-9143-55DF-F718-5CEDDA690FFC}"/>
          </ac:spMkLst>
        </pc:spChg>
        <pc:spChg chg="mod">
          <ac:chgData name="Yash Jadhav" userId="535c3d6d-72b8-4f77-8155-55f939173cf2" providerId="ADAL" clId="{F33F88E0-3380-47C4-AFDE-F1AC050ADA82}" dt="2026-01-25T15:57:45.036" v="189" actId="790"/>
          <ac:spMkLst>
            <pc:docMk/>
            <pc:sldMk cId="2233498945" sldId="2147483647"/>
            <ac:spMk id="25" creationId="{EC7925B0-B42F-80AA-F32C-5B86AB5C91E8}"/>
          </ac:spMkLst>
        </pc:spChg>
        <pc:spChg chg="mod">
          <ac:chgData name="Yash Jadhav" userId="535c3d6d-72b8-4f77-8155-55f939173cf2" providerId="ADAL" clId="{F33F88E0-3380-47C4-AFDE-F1AC050ADA82}" dt="2026-01-25T15:57:45.037" v="190" actId="790"/>
          <ac:spMkLst>
            <pc:docMk/>
            <pc:sldMk cId="2233498945" sldId="2147483647"/>
            <ac:spMk id="28" creationId="{0473C6A8-5A47-9844-083F-789D105706E2}"/>
          </ac:spMkLst>
        </pc:spChg>
        <pc:spChg chg="mod">
          <ac:chgData name="Yash Jadhav" userId="535c3d6d-72b8-4f77-8155-55f939173cf2" providerId="ADAL" clId="{F33F88E0-3380-47C4-AFDE-F1AC050ADA82}" dt="2026-01-25T15:57:45.039" v="191" actId="790"/>
          <ac:spMkLst>
            <pc:docMk/>
            <pc:sldMk cId="2233498945" sldId="2147483647"/>
            <ac:spMk id="29" creationId="{09C164AD-8E51-3982-223B-F458605213A8}"/>
          </ac:spMkLst>
        </pc:spChg>
        <pc:spChg chg="mod">
          <ac:chgData name="Yash Jadhav" userId="535c3d6d-72b8-4f77-8155-55f939173cf2" providerId="ADAL" clId="{F33F88E0-3380-47C4-AFDE-F1AC050ADA82}" dt="2026-01-25T15:57:45.040" v="192" actId="790"/>
          <ac:spMkLst>
            <pc:docMk/>
            <pc:sldMk cId="2233498945" sldId="2147483647"/>
            <ac:spMk id="30" creationId="{A75466CE-837F-02C4-F260-07A19891828A}"/>
          </ac:spMkLst>
        </pc:spChg>
        <pc:spChg chg="mod">
          <ac:chgData name="Yash Jadhav" userId="535c3d6d-72b8-4f77-8155-55f939173cf2" providerId="ADAL" clId="{F33F88E0-3380-47C4-AFDE-F1AC050ADA82}" dt="2026-01-25T15:57:45.042" v="193" actId="790"/>
          <ac:spMkLst>
            <pc:docMk/>
            <pc:sldMk cId="2233498945" sldId="2147483647"/>
            <ac:spMk id="31" creationId="{38810583-A710-A780-1484-F1D72FBF0B23}"/>
          </ac:spMkLst>
        </pc:spChg>
        <pc:spChg chg="mod">
          <ac:chgData name="Yash Jadhav" userId="535c3d6d-72b8-4f77-8155-55f939173cf2" providerId="ADAL" clId="{F33F88E0-3380-47C4-AFDE-F1AC050ADA82}" dt="2026-01-25T15:57:45.044" v="194" actId="790"/>
          <ac:spMkLst>
            <pc:docMk/>
            <pc:sldMk cId="2233498945" sldId="2147483647"/>
            <ac:spMk id="32" creationId="{582391CC-B7C9-9B6C-CAE3-5C020E0EB4F6}"/>
          </ac:spMkLst>
        </pc:spChg>
        <pc:spChg chg="mod">
          <ac:chgData name="Yash Jadhav" userId="535c3d6d-72b8-4f77-8155-55f939173cf2" providerId="ADAL" clId="{F33F88E0-3380-47C4-AFDE-F1AC050ADA82}" dt="2026-01-25T15:57:45.045" v="195" actId="790"/>
          <ac:spMkLst>
            <pc:docMk/>
            <pc:sldMk cId="2233498945" sldId="2147483647"/>
            <ac:spMk id="33" creationId="{982985E7-FABF-396B-E32B-A85A831BB611}"/>
          </ac:spMkLst>
        </pc:spChg>
        <pc:spChg chg="mod">
          <ac:chgData name="Yash Jadhav" userId="535c3d6d-72b8-4f77-8155-55f939173cf2" providerId="ADAL" clId="{F33F88E0-3380-47C4-AFDE-F1AC050ADA82}" dt="2026-01-25T15:57:45.050" v="196" actId="790"/>
          <ac:spMkLst>
            <pc:docMk/>
            <pc:sldMk cId="2233498945" sldId="2147483647"/>
            <ac:spMk id="35" creationId="{916280EA-D5BA-B1EC-8D73-BE8EEA92A503}"/>
          </ac:spMkLst>
        </pc:spChg>
        <pc:spChg chg="mod">
          <ac:chgData name="Yash Jadhav" userId="535c3d6d-72b8-4f77-8155-55f939173cf2" providerId="ADAL" clId="{F33F88E0-3380-47C4-AFDE-F1AC050ADA82}" dt="2026-01-25T15:57:45.053" v="197" actId="790"/>
          <ac:spMkLst>
            <pc:docMk/>
            <pc:sldMk cId="2233498945" sldId="2147483647"/>
            <ac:spMk id="36" creationId="{7D5BDFBD-B035-619F-ADE3-D050C2A1518D}"/>
          </ac:spMkLst>
        </pc:spChg>
        <pc:spChg chg="mod">
          <ac:chgData name="Yash Jadhav" userId="535c3d6d-72b8-4f77-8155-55f939173cf2" providerId="ADAL" clId="{F33F88E0-3380-47C4-AFDE-F1AC050ADA82}" dt="2026-01-25T15:57:45.057" v="198" actId="790"/>
          <ac:spMkLst>
            <pc:docMk/>
            <pc:sldMk cId="2233498945" sldId="2147483647"/>
            <ac:spMk id="37" creationId="{7BA47D7D-D15C-C197-EB0B-2155BF4A458C}"/>
          </ac:spMkLst>
        </pc:spChg>
        <pc:spChg chg="mod">
          <ac:chgData name="Yash Jadhav" userId="535c3d6d-72b8-4f77-8155-55f939173cf2" providerId="ADAL" clId="{F33F88E0-3380-47C4-AFDE-F1AC050ADA82}" dt="2026-01-25T15:57:45.060" v="199" actId="790"/>
          <ac:spMkLst>
            <pc:docMk/>
            <pc:sldMk cId="2233498945" sldId="2147483647"/>
            <ac:spMk id="38" creationId="{EA8EECDE-DE60-4A7F-0502-627DF03AF651}"/>
          </ac:spMkLst>
        </pc:spChg>
      </pc:sldChg>
      <pc:sldMasterChg chg="modSp delSldLayout">
        <pc:chgData name="Yash Jadhav" userId="535c3d6d-72b8-4f77-8155-55f939173cf2" providerId="ADAL" clId="{F33F88E0-3380-47C4-AFDE-F1AC050ADA82}" dt="2026-01-26T08:30:35.766" v="12511" actId="47"/>
        <pc:sldMasterMkLst>
          <pc:docMk/>
          <pc:sldMasterMk cId="135384092" sldId="2147483696"/>
        </pc:sldMasterMkLst>
        <pc:spChg chg="mod">
          <ac:chgData name="Yash Jadhav" userId="535c3d6d-72b8-4f77-8155-55f939173cf2" providerId="ADAL" clId="{F33F88E0-3380-47C4-AFDE-F1AC050ADA82}" dt="2026-01-25T15:56:11.571" v="79"/>
          <ac:spMkLst>
            <pc:docMk/>
            <pc:sldMasterMk cId="135384092" sldId="2147483696"/>
            <ac:spMk id="5" creationId="{7EE4B855-DF6F-931E-E1FD-8247D1F82A3D}"/>
          </ac:spMkLst>
        </pc:spChg>
        <pc:sldLayoutChg chg="del">
          <pc:chgData name="Yash Jadhav" userId="535c3d6d-72b8-4f77-8155-55f939173cf2" providerId="ADAL" clId="{F33F88E0-3380-47C4-AFDE-F1AC050ADA82}" dt="2026-01-26T08:30:35.766" v="12511" actId="47"/>
          <pc:sldLayoutMkLst>
            <pc:docMk/>
            <pc:sldMasterMk cId="135384092" sldId="2147483696"/>
            <pc:sldLayoutMk cId="1921032301" sldId="2147483716"/>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1119402671" sldId="2147483718"/>
          </pc:sldLayoutMkLst>
        </pc:sldLayoutChg>
        <pc:sldLayoutChg chg="del">
          <pc:chgData name="Yash Jadhav" userId="535c3d6d-72b8-4f77-8155-55f939173cf2" providerId="ADAL" clId="{F33F88E0-3380-47C4-AFDE-F1AC050ADA82}" dt="2026-01-25T15:51:59.102" v="38" actId="2696"/>
          <pc:sldLayoutMkLst>
            <pc:docMk/>
            <pc:sldMasterMk cId="135384092" sldId="2147483696"/>
            <pc:sldLayoutMk cId="1305208064"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3275414479"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202379785" sldId="2147483724"/>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98129378" sldId="2147483725"/>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840331819" sldId="2147483726"/>
          </pc:sldLayoutMkLst>
        </pc:sldLayoutChg>
      </pc:sldMasterChg>
    </pc:docChg>
  </pc:docChgLst>
</pc:chgInfo>
</file>

<file path=ppt/charts/_rels/chart1.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microsoft.com/office/2011/relationships/chartStyle" Target="style2.xml"/><Relationship Id="rId2" Type="http://schemas.microsoft.com/office/2011/relationships/chartColorStyle" Target="colors2.xml"/><Relationship Id="rId3"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microsoft.com/office/2011/relationships/chartStyle" Target="style3.xml"/><Relationship Id="rId2" Type="http://schemas.microsoft.com/office/2011/relationships/chartColorStyle" Target="colors3.xml"/><Relationship Id="rId3"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microsoft.com/office/2011/relationships/chartStyle" Target="style4.xml"/><Relationship Id="rId2" Type="http://schemas.microsoft.com/office/2011/relationships/chartColorStyle" Target="colors4.xml"/><Relationship Id="rId3"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microsoft.com/office/2011/relationships/chartStyle" Target="style5.xml"/><Relationship Id="rId2" Type="http://schemas.microsoft.com/office/2011/relationships/chartColorStyle" Target="colors5.xml"/><Relationship Id="rId3"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microsoft.com/office/2011/relationships/chartStyle" Target="style6.xml"/><Relationship Id="rId2" Type="http://schemas.microsoft.com/office/2011/relationships/chartColorStyle" Target="colors6.xml"/><Relationship Id="rId3"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microsoft.com/office/2011/relationships/chartStyle" Target="style7.xml"/><Relationship Id="rId2" Type="http://schemas.microsoft.com/office/2011/relationships/chartColorStyle" Target="colors7.xml"/><Relationship Id="rId3"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microsoft.com/office/2011/relationships/chartStyle" Target="style8.xml"/><Relationship Id="rId2" Type="http://schemas.microsoft.com/office/2011/relationships/chartColorStyle" Target="colors8.xml"/><Relationship Id="rId3"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microsoft.com/office/2011/relationships/chartStyle" Target="style9.xml"/><Relationship Id="rId2" Type="http://schemas.microsoft.com/office/2011/relationships/chartColorStyle" Target="colors9.xml"/><Relationship Id="rId3" Type="http://schemas.openxmlformats.org/officeDocument/2006/relationships/package" Target="../embeddings/Microsoft_Excel_Worksheet9.xlsx"/><Relationship Id="rId4" Type="http://schemas.openxmlformats.org/officeDocument/2006/relationships/chartUserShapes" Target="../drawings/drawing1.xml"/></Relationships>
</file>

<file path=ppt/charts/_rels/chart11.xml.rels><?xml version='1.0' encoding='UTF-8' standalone='yes'?>
<Relationships xmlns="http://schemas.openxmlformats.org/package/2006/relationships"><Relationship Id="rId1" Type="http://schemas.microsoft.com/office/2011/relationships/chartStyle" Target="style10.xml"/><Relationship Id="rId2" Type="http://schemas.microsoft.com/office/2011/relationships/chartColorStyle" Target="colors10.xml"/><Relationship Id="rId3"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microsoft.com/office/2011/relationships/chartStyle" Target="style11.xml"/><Relationship Id="rId2" Type="http://schemas.microsoft.com/office/2011/relationships/chartColorStyle" Target="colors11.xml"/><Relationship Id="rId3"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microsoft.com/office/2011/relationships/chartStyle" Target="style12.xml"/><Relationship Id="rId2" Type="http://schemas.microsoft.com/office/2011/relationships/chartColorStyle" Target="colors12.xml"/><Relationship Id="rId3"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6.xml.rels><?xml version='1.0' encoding='UTF-8' standalone='yes'?>
<Relationships xmlns="http://schemas.openxmlformats.org/package/2006/relationships"><Relationship Id="rId1" Type="http://schemas.microsoft.com/office/2011/relationships/chartStyle" Target="style14.xml"/><Relationship Id="rId2" Type="http://schemas.microsoft.com/office/2011/relationships/chartColorStyle" Target="colors14.xml"/><Relationship Id="rId3" Type="http://schemas.openxmlformats.org/officeDocument/2006/relationships/package" Target="../embeddings/Microsoft_Excel_Worksheet16.xlsx"/></Relationships>
</file>

<file path=ppt/charts/_rels/chart17.xml.rels><?xml version='1.0' encoding='UTF-8' standalone='yes'?>
<Relationships xmlns="http://schemas.openxmlformats.org/package/2006/relationships"><Relationship Id="rId1" Type="http://schemas.microsoft.com/office/2011/relationships/chartStyle" Target="style15.xml"/><Relationship Id="rId2" Type="http://schemas.microsoft.com/office/2011/relationships/chartColorStyle" Target="colors15.xml"/><Relationship Id="rId3" Type="http://schemas.openxmlformats.org/officeDocument/2006/relationships/package" Target="../embeddings/Microsoft_Excel_Worksheet17.xlsx"/></Relationships>
</file>

<file path=ppt/charts/_rels/chart18.xml.rels><?xml version='1.0' encoding='UTF-8' standalone='yes'?>
<Relationships xmlns="http://schemas.openxmlformats.org/package/2006/relationships"><Relationship Id="rId1" Type="http://schemas.microsoft.com/office/2011/relationships/chartStyle" Target="style16.xml"/><Relationship Id="rId2" Type="http://schemas.microsoft.com/office/2011/relationships/chartColorStyle" Target="colors16.xml"/><Relationship Id="rId3" Type="http://schemas.openxmlformats.org/officeDocument/2006/relationships/package" Target="../embeddings/Microsoft_Excel_Worksheet18.xlsx"/></Relationships>
</file>

<file path=ppt/charts/_rels/chart19.xml.rels><?xml version='1.0' encoding='UTF-8' standalone='yes'?>
<Relationships xmlns="http://schemas.openxmlformats.org/package/2006/relationships"><Relationship Id="rId1" Type="http://schemas.microsoft.com/office/2011/relationships/chartStyle" Target="style17.xml"/><Relationship Id="rId2" Type="http://schemas.microsoft.com/office/2011/relationships/chartColorStyle" Target="colors17.xml"/><Relationship Id="rId3" Type="http://schemas.openxmlformats.org/officeDocument/2006/relationships/package" Target="../embeddings/Microsoft_Excel_Worksheet19.xlsx"/></Relationships>
</file>

<file path=ppt/charts/_rels/chart20.xml.rels><?xml version='1.0' encoding='UTF-8' standalone='yes'?>
<Relationships xmlns="http://schemas.openxmlformats.org/package/2006/relationships"><Relationship Id="rId1" Type="http://schemas.microsoft.com/office/2011/relationships/chartStyle" Target="style18.xml"/><Relationship Id="rId2" Type="http://schemas.microsoft.com/office/2011/relationships/chartColorStyle" Target="colors18.xml"/><Relationship Id="rId3" Type="http://schemas.openxmlformats.org/officeDocument/2006/relationships/package" Target="../embeddings/Microsoft_Excel_Worksheet20.xlsx"/></Relationships>
</file>

<file path=ppt/charts/_rels/chart21.xml.rels><?xml version='1.0' encoding='UTF-8' standalone='yes'?>
<Relationships xmlns="http://schemas.openxmlformats.org/package/2006/relationships"><Relationship Id="rId1" Type="http://schemas.microsoft.com/office/2011/relationships/chartStyle" Target="style19.xml"/><Relationship Id="rId2" Type="http://schemas.microsoft.com/office/2011/relationships/chartColorStyle" Target="colors19.xml"/><Relationship Id="rId3" Type="http://schemas.openxmlformats.org/officeDocument/2006/relationships/package" Target="../embeddings/Microsoft_Excel_Work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4.xml.rels><?xml version='1.0' encoding='UTF-8' standalone='yes'?>
<Relationships xmlns="http://schemas.openxmlformats.org/package/2006/relationships"><Relationship Id="rId1" Type="http://schemas.microsoft.com/office/2011/relationships/chartStyle" Target="style21.xml"/><Relationship Id="rId2" Type="http://schemas.microsoft.com/office/2011/relationships/chartColorStyle" Target="colors21.xml"/><Relationship Id="rId3" Type="http://schemas.openxmlformats.org/officeDocument/2006/relationships/package" Target="../embeddings/Microsoft_Excel_Worksheet25.xlsx"/></Relationships>
</file>

<file path=ppt/charts/_rels/chart25.xml.rels><?xml version='1.0' encoding='UTF-8' standalone='yes'?>
<Relationships xmlns="http://schemas.openxmlformats.org/package/2006/relationships"><Relationship Id="rId1" Type="http://schemas.microsoft.com/office/2011/relationships/chartStyle" Target="style22.xml"/><Relationship Id="rId2" Type="http://schemas.microsoft.com/office/2011/relationships/chartColorStyle" Target="colors22.xml"/><Relationship Id="rId3" Type="http://schemas.openxmlformats.org/officeDocument/2006/relationships/package" Target="../embeddings/Microsoft_Excel_Worksheet26.xlsx"/></Relationships>
</file>

<file path=ppt/charts/_rels/chart26.xml.rels><?xml version='1.0' encoding='UTF-8' standalone='yes'?>
<Relationships xmlns="http://schemas.openxmlformats.org/package/2006/relationships"><Relationship Id="rId1" Type="http://schemas.microsoft.com/office/2011/relationships/chartStyle" Target="style23.xml"/><Relationship Id="rId2" Type="http://schemas.microsoft.com/office/2011/relationships/chartColorStyle" Target="colors23.xml"/><Relationship Id="rId3" Type="http://schemas.openxmlformats.org/officeDocument/2006/relationships/package" Target="../embeddings/Microsoft_Excel_Worksheet27.xlsx"/></Relationships>
</file>

<file path=ppt/charts/_rels/chart27.xml.rels><?xml version='1.0' encoding='UTF-8' standalone='yes'?>
<Relationships xmlns="http://schemas.openxmlformats.org/package/2006/relationships"><Relationship Id="rId1" Type="http://schemas.microsoft.com/office/2011/relationships/chartStyle" Target="style24.xml"/><Relationship Id="rId2" Type="http://schemas.microsoft.com/office/2011/relationships/chartColorStyle" Target="colors24.xml"/><Relationship Id="rId3" Type="http://schemas.openxmlformats.org/officeDocument/2006/relationships/package" Target="../embeddings/Microsoft_Excel_Worksheet28.xlsx"/></Relationships>
</file>

<file path=ppt/charts/_rels/chart28.xml.rels><?xml version='1.0' encoding='UTF-8' standalone='yes'?>
<Relationships xmlns="http://schemas.openxmlformats.org/package/2006/relationships"><Relationship Id="rId1" Type="http://schemas.microsoft.com/office/2011/relationships/chartStyle" Target="style25.xml"/><Relationship Id="rId2" Type="http://schemas.microsoft.com/office/2011/relationships/chartColorStyle" Target="colors25.xml"/><Relationship Id="rId3" Type="http://schemas.openxmlformats.org/officeDocument/2006/relationships/package" Target="../embeddings/Microsoft_Excel_Worksheet29.xlsx"/></Relationships>
</file>

<file path=ppt/charts/_rels/chart29.xml.rels><?xml version='1.0' encoding='UTF-8' standalone='yes'?>
<Relationships xmlns="http://schemas.openxmlformats.org/package/2006/relationships"><Relationship Id="rId1" Type="http://schemas.microsoft.com/office/2011/relationships/chartStyle" Target="style26.xml"/><Relationship Id="rId2" Type="http://schemas.microsoft.com/office/2011/relationships/chartColorStyle" Target="colors26.xml"/><Relationship Id="rId3" Type="http://schemas.openxmlformats.org/officeDocument/2006/relationships/package" Target="../embeddings/Microsoft_Excel_Worksheet30.xlsx"/></Relationships>
</file>

<file path=ppt/charts/_rels/chart30.xml.rels><?xml version='1.0' encoding='UTF-8' standalone='yes'?>
<Relationships xmlns="http://schemas.openxmlformats.org/package/2006/relationships"><Relationship Id="rId1" Type="http://schemas.microsoft.com/office/2011/relationships/chartStyle" Target="style27.xml"/><Relationship Id="rId2" Type="http://schemas.microsoft.com/office/2011/relationships/chartColorStyle" Target="colors27.xml"/><Relationship Id="rId3" Type="http://schemas.openxmlformats.org/officeDocument/2006/relationships/package" Target="../embeddings/Microsoft_Excel_Worksheet31.xlsx"/></Relationships>
</file>

<file path=ppt/charts/_rels/chart31.xml.rels><?xml version='1.0' encoding='UTF-8' standalone='yes'?>
<Relationships xmlns="http://schemas.openxmlformats.org/package/2006/relationships"><Relationship Id="rId1" Type="http://schemas.microsoft.com/office/2011/relationships/chartStyle" Target="style28.xml"/><Relationship Id="rId2" Type="http://schemas.microsoft.com/office/2011/relationships/chartColorStyle" Target="colors28.xml"/><Relationship Id="rId3" Type="http://schemas.openxmlformats.org/officeDocument/2006/relationships/package" Target="../embeddings/Microsoft_Excel_Worksheet32.xlsx"/></Relationships>
</file>

<file path=ppt/charts/_rels/chartEx1.xml.rels><?xml version='1.0' encoding='UTF-8' standalone='yes'?>
<Relationships xmlns="http://schemas.openxmlformats.org/package/2006/relationships"><Relationship Id="rId1" Type="http://schemas.openxmlformats.org/officeDocument/2006/relationships/package" Target="../embeddings/Microsoft_Excel_Worksheet14.xlsx"/><Relationship Id="rId2" Type="http://schemas.microsoft.com/office/2011/relationships/chartStyle" Target="style13.xml"/><Relationship Id="rId3" Type="http://schemas.microsoft.com/office/2011/relationships/chartColorStyle" Target="colors13.xml"/></Relationships>
</file>

<file path=ppt/charts/_rels/chartEx2.xml.rels><?xml version='1.0' encoding='UTF-8' standalone='yes'?>
<Relationships xmlns="http://schemas.openxmlformats.org/package/2006/relationships"><Relationship Id="rId1" Type="http://schemas.openxmlformats.org/officeDocument/2006/relationships/package" Target="../embeddings/Microsoft_Excel_Worksheet24.xlsx"/><Relationship Id="rId2" Type="http://schemas.microsoft.com/office/2011/relationships/chartStyle" Target="style20.xml"/><Relationship Id="rId3" Type="http://schemas.microsoft.com/office/2011/relationships/chartColorStyle" Target="colors20.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Feuil1!$B$1</c:f>
              <c:strCache>
                <c:ptCount val="1"/>
                <c:pt idx="0">
                  <c:v>Data</c:v>
                </c:pt>
              </c:strCache>
            </c:strRef>
          </c:tx>
          <c:spPr>
            <a:ln>
              <a:solidFill>
                <a:schemeClr val="lt1"/>
              </a:solidFill>
            </a:ln>
          </c:spPr>
          <c:dPt>
            <c:idx val="0"/>
            <c:bubble3D val="0"/>
            <c:spPr>
              <a:solidFill>
                <a:schemeClr val="accent1"/>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1-CA13-472F-B923-3A249D6A8DD7}"/>
              </c:ext>
            </c:extLst>
          </c:dPt>
          <c:dPt>
            <c:idx val="1"/>
            <c:bubble3D val="0"/>
            <c:spPr>
              <a:solidFill>
                <a:schemeClr val="accent2"/>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3-CA13-472F-B923-3A249D6A8DD7}"/>
              </c:ext>
            </c:extLst>
          </c:dPt>
          <c:dPt>
            <c:idx val="2"/>
            <c:bubble3D val="0"/>
            <c:spPr>
              <a:solidFill>
                <a:schemeClr val="accent3"/>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5-CA13-472F-B923-3A249D6A8DD7}"/>
              </c:ext>
            </c:extLst>
          </c:dPt>
          <c:dPt>
            <c:idx val="3"/>
            <c:bubble3D val="0"/>
            <c:spPr>
              <a:solidFill>
                <a:schemeClr val="accent4"/>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7-CA13-472F-B923-3A249D6A8DD7}"/>
              </c:ext>
            </c:extLst>
          </c:dPt>
          <c:dPt>
            <c:idx val="4"/>
            <c:bubble3D val="0"/>
            <c:spPr>
              <a:solidFill>
                <a:schemeClr val="accent5"/>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9-CA13-472F-B923-3A249D6A8DD7}"/>
              </c:ext>
            </c:extLst>
          </c:dPt>
          <c:dPt>
            <c:idx val="5"/>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B-CA13-472F-B923-3A249D6A8DD7}"/>
              </c:ext>
            </c:extLst>
          </c:dPt>
          <c:dPt>
            <c:idx val="6"/>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D-CA13-472F-B923-3A249D6A8DD7}"/>
              </c:ext>
            </c:extLst>
          </c:dPt>
          <c:dPt>
            <c:idx val="7"/>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F-CA13-472F-B923-3A249D6A8DD7}"/>
              </c:ext>
            </c:extLst>
          </c:dPt>
          <c:dPt>
            <c:idx val="8"/>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1-CA13-472F-B923-3A249D6A8DD7}"/>
              </c:ext>
            </c:extLst>
          </c:dPt>
          <c:dPt>
            <c:idx val="9"/>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3-CA13-472F-B923-3A249D6A8DD7}"/>
              </c:ext>
            </c:extLst>
          </c:dPt>
          <c:cat>
            <c:numRef>
              <c:f>Feuil1!$A$2:$A$11</c:f>
              <c:numCache>
                <c:formatCode>General</c:formatCode>
                <c:ptCount val="10"/>
                <c:pt idx="0">
                  <c:v>1</c:v>
                </c:pt>
                <c:pt idx="1">
                  <c:v>2</c:v>
                </c:pt>
                <c:pt idx="2">
                  <c:v>3</c:v>
                </c:pt>
                <c:pt idx="3">
                  <c:v>4</c:v>
                </c:pt>
                <c:pt idx="4">
                  <c:v>5</c:v>
                </c:pt>
                <c:pt idx="5">
                  <c:v>6</c:v>
                </c:pt>
                <c:pt idx="6">
                  <c:v>7</c:v>
                </c:pt>
                <c:pt idx="7">
                  <c:v>8</c:v>
                </c:pt>
                <c:pt idx="8">
                  <c:v>9</c:v>
                </c:pt>
                <c:pt idx="9">
                  <c:v>10</c:v>
                </c:pt>
              </c:numCache>
            </c:numRef>
          </c:cat>
          <c:val>
            <c:numRef>
              <c:f>Feuil1!$B$2:$B$11</c:f>
              <c:numCache>
                <c:formatCode>General</c:formatCode>
                <c:ptCount val="10"/>
                <c:pt idx="0">
                  <c:v>10</c:v>
                </c:pt>
                <c:pt idx="1">
                  <c:v>10</c:v>
                </c:pt>
                <c:pt idx="2">
                  <c:v>10</c:v>
                </c:pt>
                <c:pt idx="3">
                  <c:v>10</c:v>
                </c:pt>
                <c:pt idx="4">
                  <c:v>10</c:v>
                </c:pt>
                <c:pt idx="5">
                  <c:v>10</c:v>
                </c:pt>
                <c:pt idx="6">
                  <c:v>10</c:v>
                </c:pt>
                <c:pt idx="7">
                  <c:v>10</c:v>
                </c:pt>
                <c:pt idx="8">
                  <c:v>10</c:v>
                </c:pt>
                <c:pt idx="9">
                  <c:v>10</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4-CA13-472F-B923-3A249D6A8DD7}"/>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xmlns:mc="http://schemas.openxmlformats.org/markup-compatibility/2006" xmlns:c14="http://schemas.microsoft.com/office/drawing/2007/8/2/chart" xmlns:c16="http://schemas.microsoft.com/office/drawing/2014/chart" xmlns:c16r3="http://schemas.microsoft.com/office/drawing/2017/03/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1"/>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C7A8-493A-A5E2-A0C7EDB55F78}"/>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7A8-493A-A5E2-A0C7EDB55F78}"/>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7A8-493A-A5E2-A0C7EDB55F78}"/>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2"/>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F184-4BD4-B0CD-78AA3A0E13EB}"/>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80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F184-4BD4-B0CD-78AA3A0E13EB}"/>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20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F184-4BD4-B0CD-78AA3A0E13EB}"/>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3"/>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46F5-4F0C-8D1B-F2F3706B8906}"/>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60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46F5-4F0C-8D1B-F2F3706B8906}"/>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40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46F5-4F0C-8D1B-F2F3706B8906}"/>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4"/>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2B28-463E-ABA2-667378DC3365}"/>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2B28-463E-ABA2-667378DC3365}"/>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2B28-463E-ABA2-667378DC3365}"/>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5"/>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ED2F-460E-A4AD-496290393667}"/>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ED2F-460E-A4AD-496290393667}"/>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D2F-460E-A4AD-496290393667}"/>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001-428D-A98F-798D08554E47}"/>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001-428D-A98F-798D08554E47}"/>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001-428D-A98F-798D08554E47}"/>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001-428D-A98F-798D08554E47}"/>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001-428D-A98F-798D08554E47}"/>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001-428D-A98F-798D08554E47}"/>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fr-FR"/>
              </a:p>
            </c:txPr>
            <c:showLegendKey val="0"/>
            <c:showVal val="1"/>
            <c:showCatName val="0"/>
            <c:showSerName val="0"/>
            <c:showPercent val="0"/>
            <c:showBubbleSize val="0"/>
            <c:showLeaderLines val="1"/>
            <c:leaderLines>
              <c:spPr>
                <a:ln w="6350" cap="flat" cmpd="sng" algn="ctr">
                  <a:solidFill>
                    <a:schemeClr val="tx1"/>
                  </a:solidFill>
                  <a:prstDash val="solid"/>
                  <a:round/>
                </a:ln>
                <a:effectLst/>
              </c:spPr>
            </c:leaderLines>
            <c:extLst>
              <c:ext xmlns:c15="http://schemas.microsoft.com/office/drawing/2012/chart" uri="{CE6537A1-D6FC-4f65-9D91-7224C49458BB}"/>
            </c:extLst>
          </c:dLbls>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001-428D-A98F-798D08554E47}"/>
            </c:ext>
          </c:extLst>
        </c:ser>
        <c:dLbls>
          <c:showLegendKey val="0"/>
          <c:showVal val="0"/>
          <c:showCatName val="0"/>
          <c:showSerName val="0"/>
          <c:showPercent val="0"/>
          <c:showBubbleSize val="0"/>
          <c:showLeaderLines val="1"/>
        </c:dLbls>
        <c:firstSliceAng val="0"/>
        <c:holeSize val="65"/>
      </c:doughnutChart>
      <c:spPr>
        <a:noFill/>
        <a:ln>
          <a:noFill/>
        </a:ln>
        <a:effectLst/>
      </c:spPr>
    </c:plotArea>
    <c:legend>
      <c:legendPos val="r"/>
      <c:overlay val="0"/>
      <c:spPr>
        <a:noFill/>
        <a:ln>
          <a:noFill/>
        </a:ln>
        <a:effectLst/>
      </c:spPr>
      <c:txPr>
        <a:bodyPr rot="0" spcFirstLastPara="1" vertOverflow="ellipsis" vert="horz" wrap="square" anchor="ctr" anchorCtr="1"/>
        <a:lstStyle/>
        <a:p>
          <a:pPr>
            <a:defRPr lang="en-US" sz="1000" b="0" i="0" u="none" strike="noStrike" kern="1200" baseline="0">
              <a:solidFill>
                <a:schemeClr val="tx1"/>
              </a:solidFill>
              <a:latin typeface="+mn-lt"/>
              <a:ea typeface="+mn-ea"/>
              <a:cs typeface="+mn-cs"/>
            </a:defRPr>
          </a:pPr>
          <a:endParaRPr lang="fr-FR"/>
        </a:p>
      </c:txPr>
    </c:legend>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0292090183253098E-2"/>
          <c:y val="6.5339154633625759E-2"/>
          <c:w val="0.92358685959720477"/>
          <c:h val="0.83948980849690735"/>
        </c:manualLayout>
      </c:layout>
      <c:stockChart>
        <c:ser>
          <c:idx val="0"/>
          <c:order val="0"/>
          <c:tx>
            <c:strRef>
              <c:f>Sheet1!$B$1</c:f>
              <c:strCache>
                <c:ptCount val="1"/>
                <c:pt idx="0">
                  <c:v>2021</c:v>
                </c:pt>
              </c:strCache>
            </c:strRef>
          </c:tx>
          <c:spPr>
            <a:ln w="25400">
              <a:noFill/>
            </a:ln>
          </c:spPr>
          <c:marker>
            <c:symbol val="circle"/>
            <c:size val="5"/>
            <c:spPr>
              <a:solidFill>
                <a:schemeClr val="bg1"/>
              </a:solidFill>
              <a:ln>
                <a:solidFill>
                  <a:schemeClr val="accent1"/>
                </a:solidFill>
              </a:ln>
            </c:spPr>
          </c:marker>
          <c:dLbls>
            <c:dLbl>
              <c:idx val="0"/>
              <c:layout>
                <c:manualLayout>
                  <c:x val="-4.6377259118725103E-2"/>
                  <c:y val="5.847174023643155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9-0ED6-427C-9DE2-76D82707529E}"/>
                </c:ext>
              </c:extLst>
            </c:dLbl>
            <c:dLbl>
              <c:idx val="2"/>
              <c:layout>
                <c:manualLayout>
                  <c:x val="-4.9799298724387583E-2"/>
                  <c:y val="4.691318248960401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4-0ED6-427C-9DE2-76D82707529E}"/>
                </c:ext>
              </c:extLst>
            </c:dLbl>
            <c:dLbl>
              <c:idx val="10"/>
              <c:layout>
                <c:manualLayout>
                  <c:x val="-3.6025454585627378E-2"/>
                  <c:y val="4.691318248960412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7-0ED6-427C-9DE2-76D82707529E}"/>
                </c:ext>
              </c:extLst>
            </c:dLbl>
            <c:dLbl>
              <c:idx val="11"/>
              <c:layout>
                <c:manualLayout>
                  <c:x val="-3.6025454585627378E-2"/>
                  <c:y val="5.847174023643171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5-0ED6-427C-9DE2-76D82707529E}"/>
                </c:ext>
              </c:extLst>
            </c:dLbl>
            <c:spPr>
              <a:noFill/>
              <a:ln>
                <a:noFill/>
              </a:ln>
              <a:effectLst/>
            </c:spPr>
            <c:txPr>
              <a:bodyPr/>
              <a:lstStyle/>
              <a:p>
                <a:pPr>
                  <a:defRPr>
                    <a:solidFill>
                      <a:schemeClr val="accent1"/>
                    </a:solidFill>
                  </a:defRPr>
                </a:pPr>
                <a:endParaRPr lang="fr-FR"/>
              </a:p>
            </c:txPr>
            <c:dLblPos val="t"/>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Sheet1!$B$2:$B$13</c:f>
              <c:numCache>
                <c:formatCode>General</c:formatCode>
                <c:ptCount val="12"/>
                <c:pt idx="0">
                  <c:v>3.1</c:v>
                </c:pt>
                <c:pt idx="1">
                  <c:v>3</c:v>
                </c:pt>
                <c:pt idx="2">
                  <c:v>1.2</c:v>
                </c:pt>
                <c:pt idx="3">
                  <c:v>3.4</c:v>
                </c:pt>
                <c:pt idx="4">
                  <c:v>4.5999999999999996</c:v>
                </c:pt>
                <c:pt idx="5">
                  <c:v>4.2</c:v>
                </c:pt>
                <c:pt idx="6">
                  <c:v>4.4000000000000004</c:v>
                </c:pt>
                <c:pt idx="7">
                  <c:v>4.3</c:v>
                </c:pt>
                <c:pt idx="8">
                  <c:v>4.9000000000000004</c:v>
                </c:pt>
                <c:pt idx="9">
                  <c:v>5.2</c:v>
                </c:pt>
                <c:pt idx="10">
                  <c:v>3</c:v>
                </c:pt>
                <c:pt idx="11">
                  <c:v>4</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0ED6-427C-9DE2-76D82707529E}"/>
            </c:ext>
          </c:extLst>
        </c:ser>
        <c:ser>
          <c:idx val="1"/>
          <c:order val="1"/>
          <c:tx>
            <c:strRef>
              <c:f>Sheet1!$C$1</c:f>
              <c:strCache>
                <c:ptCount val="1"/>
                <c:pt idx="0">
                  <c:v>2022</c:v>
                </c:pt>
              </c:strCache>
            </c:strRef>
          </c:tx>
          <c:spPr>
            <a:ln w="25400">
              <a:noFill/>
            </a:ln>
          </c:spPr>
          <c:marker>
            <c:symbol val="circle"/>
            <c:size val="5"/>
            <c:spPr>
              <a:solidFill>
                <a:schemeClr val="bg1"/>
              </a:solidFill>
              <a:ln>
                <a:solidFill>
                  <a:schemeClr val="accent2"/>
                </a:solidFill>
              </a:ln>
            </c:spPr>
          </c:marker>
          <c:dLbls>
            <c:dLbl>
              <c:idx val="0"/>
              <c:layout>
                <c:manualLayout>
                  <c:x val="-4.6377124392756375E-2"/>
                  <c:y val="-5.269223383235358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5.5112082575162938E-2"/>
                      <c:h val="7.377272234979107E-2"/>
                    </c:manualLayout>
                  </c15:layout>
                </c:ext>
                <c:ext xmlns:c16="http://schemas.microsoft.com/office/drawing/2014/chart" uri="{C3380CC4-5D6E-409C-BE32-E72D297353CC}">
                  <c16:uniqueId val="{0000000A-0ED6-427C-9DE2-76D82707529E}"/>
                </c:ext>
              </c:extLst>
            </c:dLbl>
            <c:dLbl>
              <c:idx val="2"/>
              <c:layout>
                <c:manualLayout>
                  <c:x val="-4.6377259118725103E-2"/>
                  <c:y val="-5.269246136301789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3-0ED6-427C-9DE2-76D82707529E}"/>
                </c:ext>
              </c:extLst>
            </c:dLbl>
            <c:dLbl>
              <c:idx val="10"/>
              <c:layout>
                <c:manualLayout>
                  <c:x val="-3.6025454585627378E-2"/>
                  <c:y val="-5.269246136301791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8-0ED6-427C-9DE2-76D82707529E}"/>
                </c:ext>
              </c:extLst>
            </c:dLbl>
            <c:dLbl>
              <c:idx val="11"/>
              <c:layout>
                <c:manualLayout>
                  <c:x val="-3.6025454585627378E-2"/>
                  <c:y val="-4.113390361619035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6-0ED6-427C-9DE2-76D82707529E}"/>
                </c:ext>
              </c:extLst>
            </c:dLbl>
            <c:spPr>
              <a:noFill/>
              <a:ln>
                <a:noFill/>
              </a:ln>
              <a:effectLst/>
            </c:spPr>
            <c:txPr>
              <a:bodyPr/>
              <a:lstStyle/>
              <a:p>
                <a:pPr>
                  <a:defRPr>
                    <a:solidFill>
                      <a:schemeClr val="accent2"/>
                    </a:solidFill>
                  </a:defRPr>
                </a:pPr>
                <a:endParaRPr lang="fr-FR"/>
              </a:p>
            </c:txPr>
            <c:dLblPos val="b"/>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Sheet1!$C$2:$C$13</c:f>
              <c:numCache>
                <c:formatCode>General</c:formatCode>
                <c:ptCount val="12"/>
                <c:pt idx="0">
                  <c:v>3.5</c:v>
                </c:pt>
                <c:pt idx="1">
                  <c:v>2</c:v>
                </c:pt>
                <c:pt idx="2">
                  <c:v>2.5</c:v>
                </c:pt>
                <c:pt idx="3">
                  <c:v>2</c:v>
                </c:pt>
                <c:pt idx="4">
                  <c:v>1</c:v>
                </c:pt>
                <c:pt idx="5">
                  <c:v>3</c:v>
                </c:pt>
                <c:pt idx="6">
                  <c:v>4</c:v>
                </c:pt>
                <c:pt idx="7">
                  <c:v>3.8</c:v>
                </c:pt>
                <c:pt idx="8">
                  <c:v>3.2</c:v>
                </c:pt>
                <c:pt idx="9">
                  <c:v>4.0999999999999996</c:v>
                </c:pt>
                <c:pt idx="10">
                  <c:v>5</c:v>
                </c:pt>
                <c:pt idx="11">
                  <c:v>6</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0ED6-427C-9DE2-76D82707529E}"/>
            </c:ext>
          </c:extLst>
        </c:ser>
        <c:dLbls>
          <c:showLegendKey val="0"/>
          <c:showVal val="0"/>
          <c:showCatName val="0"/>
          <c:showSerName val="0"/>
          <c:showPercent val="0"/>
          <c:showBubbleSize val="0"/>
        </c:dLbls>
        <c:hiLowLines>
          <c:spPr>
            <a:ln w="0" cap="sq">
              <a:solidFill>
                <a:schemeClr val="tx1"/>
              </a:solidFill>
              <a:headEnd type="none"/>
              <a:tailEnd type="none"/>
            </a:ln>
          </c:spPr>
        </c:hiLowLines>
        <c:axId val="298462208"/>
        <c:axId val="298472192"/>
      </c:stockChart>
      <c:catAx>
        <c:axId val="298462208"/>
        <c:scaling>
          <c:orientation val="minMax"/>
        </c:scaling>
        <c:delete val="0"/>
        <c:axPos val="b"/>
        <c:numFmt formatCode="[$-40C]mmm\-yy;@" sourceLinked="0"/>
        <c:majorTickMark val="in"/>
        <c:minorTickMark val="none"/>
        <c:tickLblPos val="low"/>
        <c:spPr>
          <a:ln>
            <a:solidFill>
              <a:srgbClr val="7F7F7F"/>
            </a:solidFill>
          </a:ln>
        </c:spPr>
        <c:crossAx val="298472192"/>
        <c:crosses val="autoZero"/>
        <c:auto val="1"/>
        <c:lblAlgn val="ctr"/>
        <c:lblOffset val="100"/>
        <c:noMultiLvlLbl val="0"/>
      </c:catAx>
      <c:valAx>
        <c:axId val="298472192"/>
        <c:scaling>
          <c:orientation val="minMax"/>
        </c:scaling>
        <c:delete val="0"/>
        <c:axPos val="l"/>
        <c:numFmt formatCode="General" sourceLinked="1"/>
        <c:majorTickMark val="out"/>
        <c:minorTickMark val="none"/>
        <c:tickLblPos val="nextTo"/>
        <c:spPr>
          <a:ln>
            <a:solidFill>
              <a:srgbClr val="7F7F7F"/>
            </a:solidFill>
          </a:ln>
        </c:spPr>
        <c:crossAx val="298462208"/>
        <c:crosses val="autoZero"/>
        <c:crossBetween val="between"/>
      </c:valAx>
    </c:plotArea>
    <c:legend>
      <c:legendPos val="t"/>
      <c:layout>
        <c:manualLayout>
          <c:xMode val="edge"/>
          <c:yMode val="edge"/>
          <c:x val="0.77714950567694818"/>
          <c:y val="0.76286481129061767"/>
          <c:w val="0.20539351165123651"/>
          <c:h val="9.0545827861220854E-2"/>
        </c:manualLayout>
      </c:layout>
      <c:overlay val="0"/>
      <c:txPr>
        <a:bodyPr/>
        <a:lstStyle/>
        <a:p>
          <a:pPr>
            <a:defRPr lang="en-US"/>
          </a:pPr>
          <a:endParaRPr lang="fr-FR"/>
        </a:p>
      </c:txPr>
    </c:legend>
    <c:plotVisOnly val="1"/>
    <c:dispBlanksAs val="gap"/>
    <c:showDLblsOverMax val="0"/>
  </c:chart>
  <c:txPr>
    <a:bodyPr/>
    <a:lstStyle/>
    <a:p>
      <a:pPr>
        <a:defRPr sz="800"/>
      </a:pPr>
      <a:endParaRPr lang="fr-FR"/>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82BB-4D49-8BDB-BB686D8C5F1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831465231794097"/>
          <c:y val="7.9021431586857468E-2"/>
          <c:w val="0.8658574306195157"/>
          <c:h val="0.90309105442150139"/>
        </c:manualLayout>
      </c:layout>
      <c:barChart>
        <c:barDir val="bar"/>
        <c:grouping val="clustered"/>
        <c:varyColors val="0"/>
        <c:ser>
          <c:idx val="0"/>
          <c:order val="0"/>
          <c:tx>
            <c:strRef>
              <c:f>Bars_with_variation_3!$B$1</c:f>
              <c:strCache>
                <c:ptCount val="1"/>
                <c:pt idx="0">
                  <c:v>CY</c:v>
                </c:pt>
              </c:strCache>
            </c:strRef>
          </c:tx>
          <c:spPr>
            <a:solidFill>
              <a:schemeClr val="accent3">
                <a:lumMod val="20000"/>
                <a:lumOff val="80000"/>
              </a:schemeClr>
            </a:solidFill>
            <a:ln>
              <a:solidFill>
                <a:schemeClr val="accent3"/>
              </a:solidFill>
            </a:ln>
            <a:effectLst/>
          </c:spPr>
          <c:invertIfNegative val="0"/>
          <c:dPt>
            <c:idx val="0"/>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0-9DB1-467C-A90B-6E4ED72C5DCC}"/>
              </c:ext>
            </c:extLst>
          </c:dPt>
          <c:dPt>
            <c:idx val="1"/>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1-9DB1-467C-A90B-6E4ED72C5DCC}"/>
              </c:ext>
            </c:extLst>
          </c:dPt>
          <c:dPt>
            <c:idx val="2"/>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2-9DB1-467C-A90B-6E4ED72C5DCC}"/>
              </c:ext>
            </c:extLst>
          </c:dPt>
          <c:dPt>
            <c:idx val="3"/>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3-9DB1-467C-A90B-6E4ED72C5DCC}"/>
              </c:ext>
            </c:extLst>
          </c:dPt>
          <c:dPt>
            <c:idx val="4"/>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4-9DB1-467C-A90B-6E4ED72C5DCC}"/>
              </c:ext>
            </c:extLst>
          </c:dPt>
          <c:dPt>
            <c:idx val="5"/>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5-9DB1-467C-A90B-6E4ED72C5DCC}"/>
              </c:ext>
            </c:extLst>
          </c:dPt>
          <c:dLbls>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dLblPos val="inEnd"/>
            <c:showLegendKey val="0"/>
            <c:showVal val="1"/>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Bars_with_variation_3!$A$2:$A$7</c:f>
              <c:strCache>
                <c:ptCount val="6"/>
                <c:pt idx="0">
                  <c:v>Category 6</c:v>
                </c:pt>
                <c:pt idx="1">
                  <c:v>Category 5</c:v>
                </c:pt>
                <c:pt idx="2">
                  <c:v>Category 4</c:v>
                </c:pt>
                <c:pt idx="3">
                  <c:v>Category 3</c:v>
                </c:pt>
                <c:pt idx="4">
                  <c:v>Category 2</c:v>
                </c:pt>
                <c:pt idx="5">
                  <c:v>Category 1</c:v>
                </c:pt>
              </c:strCache>
            </c:strRef>
          </c:cat>
          <c:val>
            <c:numRef>
              <c:f>Bars_with_variation_3!$B$2:$B$7</c:f>
              <c:numCache>
                <c:formatCode>_-* #\ ##0_-;\-* #\ ##0_-;_-* "-"??_-;_-@_-</c:formatCode>
                <c:ptCount val="6"/>
                <c:pt idx="0">
                  <c:v>931</c:v>
                </c:pt>
                <c:pt idx="1">
                  <c:v>1245</c:v>
                </c:pt>
                <c:pt idx="2">
                  <c:v>1537</c:v>
                </c:pt>
                <c:pt idx="3">
                  <c:v>1658</c:v>
                </c:pt>
                <c:pt idx="4">
                  <c:v>1894</c:v>
                </c:pt>
                <c:pt idx="5">
                  <c:v>2413</c:v>
                </c:pt>
              </c:numCache>
            </c:numRef>
          </c:val>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6-9DB1-467C-A90B-6E4ED72C5DCC}"/>
            </c:ext>
          </c:extLst>
        </c:ser>
        <c:dLbls>
          <c:showLegendKey val="0"/>
          <c:showVal val="0"/>
          <c:showCatName val="0"/>
          <c:showSerName val="0"/>
          <c:showPercent val="0"/>
          <c:showBubbleSize val="0"/>
        </c:dLbls>
        <c:gapWidth val="30"/>
        <c:axId val="506014336"/>
        <c:axId val="506002688"/>
      </c:barChart>
      <c:scatterChart>
        <c:scatterStyle val="lineMarker"/>
        <c:varyColors val="0"/>
        <c:ser>
          <c:idx val="2"/>
          <c:order val="1"/>
          <c:tx>
            <c:v>2nd axis</c:v>
          </c:tx>
          <c:spPr>
            <a:ln w="12700" cap="rnd">
              <a:solidFill>
                <a:schemeClr val="tx1"/>
              </a:solidFill>
              <a:round/>
            </a:ln>
            <a:effectLst/>
          </c:spPr>
          <c:marker>
            <c:symbol val="none"/>
          </c:marker>
          <c:xVal>
            <c:numRef>
              <c:f>Bars_with_variation_3!$F$2:$F$7</c:f>
              <c:numCache>
                <c:formatCode>_-* #\ ##0_-;\-* #\ ##0_-;_-* "-"??_-;_-@_-</c:formatCode>
                <c:ptCount val="6"/>
                <c:pt idx="0">
                  <c:v>2871.5985790408527</c:v>
                </c:pt>
                <c:pt idx="1">
                  <c:v>2871.5985790408527</c:v>
                </c:pt>
                <c:pt idx="2">
                  <c:v>2871.5985790408527</c:v>
                </c:pt>
                <c:pt idx="3">
                  <c:v>2871.5985790408527</c:v>
                </c:pt>
                <c:pt idx="4">
                  <c:v>2871.5985790408527</c:v>
                </c:pt>
                <c:pt idx="5">
                  <c:v>2871.5985790408527</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7-9DB1-467C-A90B-6E4ED72C5DCC}"/>
            </c:ext>
          </c:extLst>
        </c:ser>
        <c:ser>
          <c:idx val="1"/>
          <c:order val="2"/>
          <c:tx>
            <c:strRef>
              <c:f>Bars_with_variation_3!$I$1</c:f>
              <c:strCache>
                <c:ptCount val="1"/>
                <c:pt idx="0">
                  <c:v>2nd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8-9DB1-467C-A90B-6E4ED72C5DCC}"/>
                </c:ext>
              </c:extLst>
            </c:dLbl>
            <c:dLbl>
              <c:idx val="1"/>
              <c:tx>
                <c:rich>
                  <a:bodyPr/>
                  <a:lstStyle/>
                  <a:p>
                    <a:fld id="{322B8C35-733A-4A21-A8A9-C366A96FC42C}"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9DB1-467C-A90B-6E4ED72C5DCC}"/>
                </c:ext>
              </c:extLst>
            </c:dLbl>
            <c:dLbl>
              <c:idx val="2"/>
              <c:tx>
                <c:rich>
                  <a:bodyPr/>
                  <a:lstStyle/>
                  <a:p>
                    <a:fld id="{F01D5835-8408-4D94-9248-22176569C1E2}"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B-9DB1-467C-A90B-6E4ED72C5DCC}"/>
                </c:ext>
              </c:extLst>
            </c:dLbl>
            <c:dLbl>
              <c:idx val="4"/>
              <c:tx>
                <c:rich>
                  <a:bodyPr/>
                  <a:lstStyle/>
                  <a:p>
                    <a:fld id="{52F50255-5332-4098-80A1-DA854E7C160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9DB1-467C-A90B-6E4ED72C5DCC}"/>
                </c:ext>
              </c:extLst>
            </c:dLbl>
            <c:dLbl>
              <c:idx val="5"/>
              <c:tx>
                <c:rich>
                  <a:bodyPr/>
                  <a:lstStyle/>
                  <a:p>
                    <a:fld id="{8E829139-1C76-4894-8B21-5A341EB461A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plus>
            <c:min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minus>
            <c:spPr>
              <a:noFill/>
              <a:ln w="15875" cap="flat" cmpd="sng" algn="ctr">
                <a:solidFill>
                  <a:schemeClr val="accent2"/>
                </a:solidFill>
                <a:round/>
                <a:headEnd type="oval" w="lg" len="lg"/>
              </a:ln>
              <a:effectLst/>
            </c:spPr>
          </c:errBars>
          <c:xVal>
            <c:numRef>
              <c:f>Bars_with_variation_3!$I$2:$I$7</c:f>
              <c:numCache>
                <c:formatCode>_-* #\ ##0_-;\-* #\ ##0_-;_-* "-"??_-;_-@_-</c:formatCode>
                <c:ptCount val="6"/>
                <c:pt idx="0">
                  <c:v>#N/A</c:v>
                </c:pt>
                <c:pt idx="1">
                  <c:v>3186.6172291296625</c:v>
                </c:pt>
                <c:pt idx="2">
                  <c:v>3047.7518650088814</c:v>
                </c:pt>
                <c:pt idx="3">
                  <c:v>#N/A</c:v>
                </c:pt>
                <c:pt idx="4">
                  <c:v>3378.2000000000003</c:v>
                </c:pt>
                <c:pt idx="5">
                  <c:v>3145.4719360568383</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0E-9DB1-467C-A90B-6E4ED72C5DCC}"/>
            </c:ext>
          </c:extLst>
        </c:ser>
        <c:ser>
          <c:idx val="3"/>
          <c:order val="3"/>
          <c:tx>
            <c:strRef>
              <c:f>Bars_with_variation_3!$K$1</c:f>
              <c:strCache>
                <c:ptCount val="1"/>
                <c:pt idx="0">
                  <c:v>2nd Axis Negative</c:v>
                </c:pt>
              </c:strCache>
            </c:strRef>
          </c:tx>
          <c:spPr>
            <a:ln w="25400" cap="rnd">
              <a:noFill/>
              <a:round/>
            </a:ln>
            <a:effectLst/>
          </c:spPr>
          <c:marker>
            <c:symbol val="circle"/>
            <c:size val="8"/>
            <c:spPr>
              <a:noFill/>
              <a:ln w="9525">
                <a:noFill/>
              </a:ln>
              <a:effectLst/>
            </c:spPr>
          </c:marker>
          <c:dLbls>
            <c:dLbl>
              <c:idx val="0"/>
              <c:tx>
                <c:rich>
                  <a:bodyPr/>
                  <a:lstStyle/>
                  <a:p>
                    <a:fld id="{EDA39E74-1C1B-417C-BE72-3D01F175A104}"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0F-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9DB1-467C-A90B-6E4ED72C5DCC}"/>
                </c:ext>
              </c:extLst>
            </c:dLbl>
            <c:dLbl>
              <c:idx val="3"/>
              <c:tx>
                <c:rich>
                  <a:bodyPr/>
                  <a:lstStyle/>
                  <a:p>
                    <a:fld id="{648CB8B4-A4DC-4F4B-AC1A-BC7A684CCC36}"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Bars_with_variation_3!$O$2:$O$7</c:f>
                <c:numCache>
                  <c:formatCode>General</c:formatCode>
                  <c:ptCount val="6"/>
                  <c:pt idx="0">
                    <c:v>217.29857904085247</c:v>
                  </c:pt>
                  <c:pt idx="1">
                    <c:v>#N/A</c:v>
                  </c:pt>
                  <c:pt idx="2">
                    <c:v>#N/A</c:v>
                  </c:pt>
                  <c:pt idx="3">
                    <c:v>54.003197158081548</c:v>
                  </c:pt>
                  <c:pt idx="4">
                    <c:v>#N/A</c:v>
                  </c:pt>
                  <c:pt idx="5">
                    <c:v>#N/A</c:v>
                  </c:pt>
                </c:numCache>
              </c:numRef>
            </c:plus>
            <c:minus>
              <c:numRef>
                <c:f>Bars_with_variation_3!$O$2:$O$7</c:f>
                <c:numCache>
                  <c:formatCode>General</c:formatCode>
                  <c:ptCount val="6"/>
                  <c:pt idx="0">
                    <c:v>217.29857904085247</c:v>
                  </c:pt>
                  <c:pt idx="1">
                    <c:v>#N/A</c:v>
                  </c:pt>
                  <c:pt idx="2">
                    <c:v>#N/A</c:v>
                  </c:pt>
                  <c:pt idx="3">
                    <c:v>54.003197158081548</c:v>
                  </c:pt>
                  <c:pt idx="4">
                    <c:v>#N/A</c:v>
                  </c:pt>
                  <c:pt idx="5">
                    <c:v>#N/A</c:v>
                  </c:pt>
                </c:numCache>
              </c:numRef>
            </c:minus>
            <c:spPr>
              <a:noFill/>
              <a:ln w="15875" cap="flat" cmpd="sng" algn="ctr">
                <a:solidFill>
                  <a:schemeClr val="accent1"/>
                </a:solidFill>
                <a:round/>
                <a:headEnd type="oval" w="lg" len="lg"/>
              </a:ln>
              <a:effectLst/>
            </c:spPr>
          </c:errBars>
          <c:xVal>
            <c:numRef>
              <c:f>Bars_with_variation_3!$K$2:$K$7</c:f>
              <c:numCache>
                <c:formatCode>0</c:formatCode>
                <c:ptCount val="6"/>
                <c:pt idx="0">
                  <c:v>2654.3</c:v>
                </c:pt>
                <c:pt idx="1">
                  <c:v>#N/A</c:v>
                </c:pt>
                <c:pt idx="2">
                  <c:v>#N/A</c:v>
                </c:pt>
                <c:pt idx="3">
                  <c:v>2817.5953818827711</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15-9DB1-467C-A90B-6E4ED72C5DCC}"/>
            </c:ext>
          </c:extLst>
        </c:ser>
        <c:ser>
          <c:idx val="4"/>
          <c:order val="4"/>
          <c:tx>
            <c:v>3rd axis</c:v>
          </c:tx>
          <c:spPr>
            <a:ln w="12700" cap="rnd">
              <a:solidFill>
                <a:schemeClr val="tx1"/>
              </a:solidFill>
              <a:round/>
            </a:ln>
            <a:effectLst/>
          </c:spPr>
          <c:marker>
            <c:symbol val="none"/>
          </c:marker>
          <c:xVal>
            <c:numRef>
              <c:f>Bars_with_variation_3!$G$2:$G$7</c:f>
              <c:numCache>
                <c:formatCode>_-* #\ ##0_-;\-* #\ ##0_-;_-* "-"??_-;_-@_-</c:formatCode>
                <c:ptCount val="6"/>
                <c:pt idx="0">
                  <c:v>4153.8096520599802</c:v>
                </c:pt>
                <c:pt idx="1">
                  <c:v>4153.8096520599802</c:v>
                </c:pt>
                <c:pt idx="2">
                  <c:v>4153.8096520599802</c:v>
                </c:pt>
                <c:pt idx="3">
                  <c:v>4153.8096520599802</c:v>
                </c:pt>
                <c:pt idx="4">
                  <c:v>4153.8096520599802</c:v>
                </c:pt>
                <c:pt idx="5">
                  <c:v>4153.8096520599802</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16-9DB1-467C-A90B-6E4ED72C5DCC}"/>
            </c:ext>
          </c:extLst>
        </c:ser>
        <c:ser>
          <c:idx val="5"/>
          <c:order val="5"/>
          <c:tx>
            <c:strRef>
              <c:f>Bars_with_variation_3!$J$1</c:f>
              <c:strCache>
                <c:ptCount val="1"/>
                <c:pt idx="0">
                  <c:v>3rd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7-9DB1-467C-A90B-6E4ED72C5DCC}"/>
                </c:ext>
              </c:extLst>
            </c:dLbl>
            <c:dLbl>
              <c:idx val="1"/>
              <c:tx>
                <c:rich>
                  <a:bodyPr/>
                  <a:lstStyle/>
                  <a:p>
                    <a:fld id="{180B2EE9-9DDC-4D15-A3F8-A9597786D69F}"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8-9DB1-467C-A90B-6E4ED72C5DCC}"/>
                </c:ext>
              </c:extLst>
            </c:dLbl>
            <c:dLbl>
              <c:idx val="2"/>
              <c:tx>
                <c:rich>
                  <a:bodyPr/>
                  <a:lstStyle/>
                  <a:p>
                    <a:fld id="{EF575BC1-486E-4D65-AD1C-255FDE6C292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9-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A-9DB1-467C-A90B-6E4ED72C5DCC}"/>
                </c:ext>
              </c:extLst>
            </c:dLbl>
            <c:dLbl>
              <c:idx val="4"/>
              <c:tx>
                <c:rich>
                  <a:bodyPr/>
                  <a:lstStyle/>
                  <a:p>
                    <a:fld id="{54964CC0-BDCB-4986-82A9-929B8B0D67F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B-9DB1-467C-A90B-6E4ED72C5DCC}"/>
                </c:ext>
              </c:extLst>
            </c:dLbl>
            <c:dLbl>
              <c:idx val="5"/>
              <c:tx>
                <c:rich>
                  <a:bodyPr/>
                  <a:lstStyle/>
                  <a:p>
                    <a:fld id="{F4205C62-9D6A-44A1-8962-6EA02DDFBFB6}"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C-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plus>
            <c:min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minus>
            <c:spPr>
              <a:noFill/>
              <a:ln w="15875" cap="flat" cmpd="sng" algn="ctr">
                <a:solidFill>
                  <a:schemeClr val="accent2"/>
                </a:solidFill>
                <a:round/>
                <a:headEnd type="oval" w="lg" len="lg"/>
              </a:ln>
              <a:effectLst/>
            </c:spPr>
          </c:errBars>
          <c:xVal>
            <c:numRef>
              <c:f>Bars_with_variation_3!$J$2:$J$7</c:f>
              <c:numCache>
                <c:formatCode>_-* #\ ##0_-;\-* #\ ##0_-;_-* "-"??_-;_-@_-</c:formatCode>
                <c:ptCount val="6"/>
                <c:pt idx="0">
                  <c:v>#N/A</c:v>
                </c:pt>
                <c:pt idx="1">
                  <c:v>5005.8596593390612</c:v>
                </c:pt>
                <c:pt idx="2">
                  <c:v>4494.1328328099335</c:v>
                </c:pt>
                <c:pt idx="3">
                  <c:v>#N/A</c:v>
                </c:pt>
                <c:pt idx="4">
                  <c:v>5067.3</c:v>
                </c:pt>
                <c:pt idx="5">
                  <c:v>4490.5195807249975</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1D-9DB1-467C-A90B-6E4ED72C5DCC}"/>
            </c:ext>
          </c:extLst>
        </c:ser>
        <c:ser>
          <c:idx val="6"/>
          <c:order val="6"/>
          <c:tx>
            <c:strRef>
              <c:f>Bars_with_variation_3!$L$1</c:f>
              <c:strCache>
                <c:ptCount val="1"/>
                <c:pt idx="0">
                  <c:v>3rd Axis Negative</c:v>
                </c:pt>
              </c:strCache>
            </c:strRef>
          </c:tx>
          <c:spPr>
            <a:ln w="28575" cap="rnd">
              <a:noFill/>
              <a:round/>
            </a:ln>
            <a:effectLst/>
          </c:spPr>
          <c:marker>
            <c:symbol val="none"/>
          </c:marker>
          <c:dLbls>
            <c:dLbl>
              <c:idx val="0"/>
              <c:tx>
                <c:rich>
                  <a:bodyPr/>
                  <a:lstStyle/>
                  <a:p>
                    <a:fld id="{B48B5094-ACE3-41BC-9E6F-9660B356C7BC}"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1E-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F-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0-9DB1-467C-A90B-6E4ED72C5DCC}"/>
                </c:ext>
              </c:extLst>
            </c:dLbl>
            <c:dLbl>
              <c:idx val="3"/>
              <c:tx>
                <c:rich>
                  <a:bodyPr/>
                  <a:lstStyle/>
                  <a:p>
                    <a:fld id="{8BB4E1DE-6A7B-4F1F-8C2A-7D3833237AA7}"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21-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2-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3-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Bars_with_variation_3!$P$2:$P$7</c:f>
                <c:numCache>
                  <c:formatCode>General</c:formatCode>
                  <c:ptCount val="6"/>
                  <c:pt idx="0">
                    <c:v>534.30965205997973</c:v>
                  </c:pt>
                  <c:pt idx="1">
                    <c:v>#N/A</c:v>
                  </c:pt>
                  <c:pt idx="2">
                    <c:v>#N/A</c:v>
                  </c:pt>
                  <c:pt idx="3">
                    <c:v>85.921009137386136</c:v>
                  </c:pt>
                  <c:pt idx="4">
                    <c:v>#N/A</c:v>
                  </c:pt>
                  <c:pt idx="5">
                    <c:v>#N/A</c:v>
                  </c:pt>
                </c:numCache>
              </c:numRef>
            </c:plus>
            <c:minus>
              <c:numRef>
                <c:f>Bars_with_variation_3!$P$2:$P$7</c:f>
                <c:numCache>
                  <c:formatCode>General</c:formatCode>
                  <c:ptCount val="6"/>
                  <c:pt idx="0">
                    <c:v>534.30965205997973</c:v>
                  </c:pt>
                  <c:pt idx="1">
                    <c:v>#N/A</c:v>
                  </c:pt>
                  <c:pt idx="2">
                    <c:v>#N/A</c:v>
                  </c:pt>
                  <c:pt idx="3">
                    <c:v>85.921009137386136</c:v>
                  </c:pt>
                  <c:pt idx="4">
                    <c:v>#N/A</c:v>
                  </c:pt>
                  <c:pt idx="5">
                    <c:v>#N/A</c:v>
                  </c:pt>
                </c:numCache>
              </c:numRef>
            </c:minus>
            <c:spPr>
              <a:noFill/>
              <a:ln w="15875" cap="flat" cmpd="sng" algn="ctr">
                <a:solidFill>
                  <a:schemeClr val="accent1"/>
                </a:solidFill>
                <a:round/>
                <a:headEnd type="oval" w="lg" len="lg"/>
              </a:ln>
              <a:effectLst/>
            </c:spPr>
          </c:errBars>
          <c:xVal>
            <c:numRef>
              <c:f>Bars_with_variation_3!$L$2:$L$7</c:f>
              <c:numCache>
                <c:formatCode>0</c:formatCode>
                <c:ptCount val="6"/>
                <c:pt idx="0">
                  <c:v>3619.5000000000005</c:v>
                </c:pt>
                <c:pt idx="1">
                  <c:v>#N/A</c:v>
                </c:pt>
                <c:pt idx="2">
                  <c:v>#N/A</c:v>
                </c:pt>
                <c:pt idx="3">
                  <c:v>4067.888642922594</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24-9DB1-467C-A90B-6E4ED72C5DCC}"/>
            </c:ext>
          </c:extLst>
        </c:ser>
        <c:dLbls>
          <c:showLegendKey val="0"/>
          <c:showVal val="0"/>
          <c:showCatName val="0"/>
          <c:showSerName val="0"/>
          <c:showPercent val="0"/>
          <c:showBubbleSize val="0"/>
        </c:dLbls>
        <c:axId val="1882129311"/>
        <c:axId val="1114336608"/>
      </c:scatterChart>
      <c:valAx>
        <c:axId val="506002688"/>
        <c:scaling>
          <c:orientation val="minMax"/>
        </c:scaling>
        <c:delete val="1"/>
        <c:axPos val="b"/>
        <c:numFmt formatCode="_-* #\ ##0_-;\-* #\ ##0_-;_-* &quot;-&quot;??_-;_-@_-" sourceLinked="1"/>
        <c:majorTickMark val="none"/>
        <c:minorTickMark val="none"/>
        <c:tickLblPos val="nextTo"/>
        <c:crossAx val="506014336"/>
        <c:crosses val="autoZero"/>
        <c:crossBetween val="between"/>
      </c:valAx>
      <c:catAx>
        <c:axId val="506014336"/>
        <c:scaling>
          <c:orientation val="minMax"/>
        </c:scaling>
        <c:delete val="0"/>
        <c:axPos val="l"/>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valAx>
        <c:axId val="1114336608"/>
        <c:scaling>
          <c:orientation val="minMax"/>
        </c:scaling>
        <c:delete val="1"/>
        <c:axPos val="r"/>
        <c:numFmt formatCode="General" sourceLinked="1"/>
        <c:majorTickMark val="out"/>
        <c:minorTickMark val="none"/>
        <c:tickLblPos val="nextTo"/>
        <c:crossAx val="1882129311"/>
        <c:crosses val="max"/>
        <c:crossBetween val="midCat"/>
      </c:valAx>
      <c:valAx>
        <c:axId val="1882129311"/>
        <c:scaling>
          <c:orientation val="minMax"/>
        </c:scaling>
        <c:delete val="1"/>
        <c:axPos val="b"/>
        <c:numFmt formatCode="_-* #\ ##0_-;\-* #\ ##0_-;_-* &quot;-&quot;??_-;_-@_-" sourceLinked="1"/>
        <c:majorTickMark val="out"/>
        <c:minorTickMark val="none"/>
        <c:tickLblPos val="nextTo"/>
        <c:crossAx val="1114336608"/>
        <c:crosses val="autoZero"/>
        <c:crossBetween val="midCat"/>
      </c:valAx>
      <c:spPr>
        <a:noFill/>
        <a:ln>
          <a:noFill/>
        </a:ln>
        <a:effectLst/>
      </c:spPr>
    </c:plotArea>
    <c:plotVisOnly val="0"/>
    <c:dispBlanksAs val="gap"/>
    <c:showDLblsOverMax val="0"/>
  </c:chart>
  <c:spPr>
    <a:noFill/>
    <a:ln>
      <a:noFill/>
    </a:ln>
    <a:effectLst/>
  </c:spPr>
  <c:txPr>
    <a:bodyPr/>
    <a:lstStyle/>
    <a:p>
      <a:pPr>
        <a:defRPr sz="1200"/>
      </a:pPr>
      <a:endParaRPr lang="fr-FR"/>
    </a:p>
  </c:txPr>
  <c:externalData r:id="rId3">
    <c:autoUpdate val="0"/>
  </c:externalData>
  <c:userShapes r:id="rId4"/>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6C00-4E13-A5E3-D509ED8712E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253-4F7D-9F75-6506C73F1AF5}"/>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253-4F7D-9F75-6506C73F1AF5}"/>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253-4F7D-9F75-6506C73F1AF5}"/>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253-4F7D-9F75-6506C73F1AF5}"/>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253-4F7D-9F75-6506C73F1AF5}"/>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253-4F7D-9F75-6506C73F1AF5}"/>
              </c:ext>
            </c:extLst>
          </c:dPt>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253-4F7D-9F75-6506C73F1AF5}"/>
            </c:ext>
          </c:extLst>
        </c:ser>
        <c:dLbls>
          <c:showLegendKey val="0"/>
          <c:showVal val="0"/>
          <c:showCatName val="0"/>
          <c:showSerName val="0"/>
          <c:showPercent val="0"/>
          <c:showBubbleSize val="0"/>
          <c:showLeaderLines val="1"/>
        </c:dLbls>
        <c:firstSliceAng val="0"/>
        <c:holeSize val="65"/>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563330282802432"/>
          <c:y val="0"/>
          <c:w val="0.78853878635585817"/>
          <c:h val="0.99999999999999989"/>
        </c:manualLayout>
      </c:layout>
      <c:barChart>
        <c:barDir val="bar"/>
        <c:grouping val="stacked"/>
        <c:varyColors val="0"/>
        <c:ser>
          <c:idx val="0"/>
          <c:order val="0"/>
          <c:tx>
            <c:strRef>
              <c:f>Sheet1!$B$1</c:f>
              <c:strCache>
                <c:ptCount val="1"/>
                <c:pt idx="0">
                  <c:v>Series 1</c:v>
                </c:pt>
              </c:strCache>
            </c:strRef>
          </c:tx>
          <c:spPr>
            <a:solidFill>
              <a:schemeClr val="accent3"/>
            </a:solidFill>
            <a:ln w="12700">
              <a:noFill/>
            </a:ln>
            <a:effectLst/>
          </c:spPr>
          <c:invertIfNegative val="0"/>
          <c:dPt>
            <c:idx val="0"/>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6F85-4BD6-9C42-DD67A22C2A5C}"/>
              </c:ext>
            </c:extLst>
          </c:dPt>
          <c:dPt>
            <c:idx val="1"/>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6F85-4BD6-9C42-DD67A22C2A5C}"/>
              </c:ext>
            </c:extLst>
          </c:dPt>
          <c:dPt>
            <c:idx val="2"/>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5-6F85-4BD6-9C42-DD67A22C2A5C}"/>
              </c:ext>
            </c:extLst>
          </c:dPt>
          <c:dPt>
            <c:idx val="3"/>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7-6F85-4BD6-9C42-DD67A22C2A5C}"/>
              </c:ext>
            </c:extLst>
          </c:dPt>
          <c:dPt>
            <c:idx val="4"/>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9-6F85-4BD6-9C42-DD67A22C2A5C}"/>
              </c:ext>
            </c:extLst>
          </c:dPt>
          <c:dPt>
            <c:idx val="5"/>
            <c:invertIfNegative val="0"/>
            <c:bubble3D val="0"/>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B-6F85-4BD6-9C42-DD67A22C2A5C}"/>
              </c:ext>
            </c:extLst>
          </c:dPt>
          <c:dLbls>
            <c:spPr>
              <a:noFill/>
              <a:ln>
                <a:noFill/>
              </a:ln>
              <a:effectLst/>
            </c:spPr>
            <c:txPr>
              <a:bodyPr rot="0" spcFirstLastPara="1" vertOverflow="ellipsis" vert="horz" wrap="square" anchor="ctr" anchorCtr="1"/>
              <a:lstStyle/>
              <a:p>
                <a:pPr>
                  <a:defRPr sz="800" b="0" i="0" u="none" strike="noStrike" kern="1200" baseline="0">
                    <a:solidFill>
                      <a:schemeClr val="bg1"/>
                    </a:solidFill>
                    <a:latin typeface="+mn-lt"/>
                    <a:ea typeface="+mn-ea"/>
                    <a:cs typeface="+mn-cs"/>
                  </a:defRPr>
                </a:pPr>
                <a:endParaRPr lang="fr-FR"/>
              </a:p>
            </c:txPr>
            <c:dLblPos val="ctr"/>
            <c:showLegendKey val="0"/>
            <c:showVal val="1"/>
            <c:showCatName val="0"/>
            <c:showSerName val="0"/>
            <c:showPercent val="0"/>
            <c:showBubbleSize val="0"/>
            <c:showLeaderLines val="0"/>
            <c:extLs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strRef>
              <c:f>Sheet1!$A$2:$A$7</c:f>
              <c:strCache>
                <c:ptCount val="6"/>
                <c:pt idx="0">
                  <c:v>Category 6</c:v>
                </c:pt>
                <c:pt idx="1">
                  <c:v>Category 5</c:v>
                </c:pt>
                <c:pt idx="2">
                  <c:v>Category 4</c:v>
                </c:pt>
                <c:pt idx="3">
                  <c:v>Category 3</c:v>
                </c:pt>
                <c:pt idx="4">
                  <c:v>Category 2</c:v>
                </c:pt>
                <c:pt idx="5">
                  <c:v>Category 1</c:v>
                </c:pt>
              </c:strCache>
            </c:strRef>
          </c:cat>
          <c:val>
            <c:numRef>
              <c:f>Sheet1!$B$2:$B$7</c:f>
              <c:numCache>
                <c:formatCode>General</c:formatCode>
                <c:ptCount val="6"/>
                <c:pt idx="0">
                  <c:v>0.5</c:v>
                </c:pt>
                <c:pt idx="1">
                  <c:v>0.9</c:v>
                </c:pt>
                <c:pt idx="2">
                  <c:v>1.5</c:v>
                </c:pt>
                <c:pt idx="3">
                  <c:v>2.5</c:v>
                </c:pt>
                <c:pt idx="4">
                  <c:v>3.5</c:v>
                </c:pt>
                <c:pt idx="5">
                  <c:v>4.3</c:v>
                </c:pt>
              </c:numCache>
            </c:numRef>
          </c:val>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C-6F85-4BD6-9C42-DD67A22C2A5C}"/>
            </c:ext>
          </c:extLst>
        </c:ser>
        <c:dLbls>
          <c:showLegendKey val="0"/>
          <c:showVal val="0"/>
          <c:showCatName val="0"/>
          <c:showSerName val="0"/>
          <c:showPercent val="0"/>
          <c:showBubbleSize val="0"/>
        </c:dLbls>
        <c:gapWidth val="100"/>
        <c:overlap val="100"/>
        <c:axId val="506014336"/>
        <c:axId val="506002688"/>
      </c:barChart>
      <c:valAx>
        <c:axId val="506002688"/>
        <c:scaling>
          <c:orientation val="minMax"/>
        </c:scaling>
        <c:delete val="1"/>
        <c:axPos val="b"/>
        <c:numFmt formatCode="General" sourceLinked="1"/>
        <c:majorTickMark val="out"/>
        <c:minorTickMark val="none"/>
        <c:tickLblPos val="nextTo"/>
        <c:crossAx val="506014336"/>
        <c:crosses val="autoZero"/>
        <c:crossBetween val="between"/>
      </c:valAx>
      <c:catAx>
        <c:axId val="506014336"/>
        <c:scaling>
          <c:orientation val="minMax"/>
        </c:scaling>
        <c:delete val="0"/>
        <c:axPos val="l"/>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561704826504127E-2"/>
          <c:y val="3.5806530003869144E-2"/>
          <c:w val="0.94045902785838553"/>
          <c:h val="0.93958524307019031"/>
        </c:manualLayout>
      </c:layout>
      <c:bubbleChart>
        <c:varyColors val="0"/>
        <c:ser>
          <c:idx val="0"/>
          <c:order val="0"/>
          <c:tx>
            <c:strRef>
              <c:f>Sheet1!$B$1</c:f>
              <c:strCache>
                <c:ptCount val="1"/>
                <c:pt idx="0">
                  <c:v>Y-Values</c:v>
                </c:pt>
              </c:strCache>
            </c:strRef>
          </c:tx>
          <c:spPr>
            <a:solidFill>
              <a:schemeClr val="accent1">
                <a:alpha val="20000"/>
              </a:schemeClr>
            </a:solidFill>
            <a:ln>
              <a:solidFill>
                <a:schemeClr val="accent1"/>
              </a:solidFill>
            </a:ln>
          </c:spPr>
          <c:invertIfNegative val="0"/>
          <c:dLbls>
            <c:dLbl>
              <c:idx val="0"/>
              <c:tx>
                <c:rich>
                  <a:bodyPr/>
                  <a:lstStyle/>
                  <a:p>
                    <a:pPr>
                      <a:defRPr>
                        <a:solidFill>
                          <a:schemeClr val="accent1"/>
                        </a:solidFill>
                      </a:defRPr>
                    </a:pPr>
                    <a:r>
                      <a:rPr lang="en-US">
                        <a:solidFill>
                          <a:schemeClr val="accent1"/>
                        </a:solidFill>
                      </a:rPr>
                      <a:t>10</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0-7B89-40D0-BF53-5BA6C2088B1B}"/>
                </c:ext>
              </c:extLst>
            </c:dLbl>
            <c:dLbl>
              <c:idx val="1"/>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1-7B89-40D0-BF53-5BA6C2088B1B}"/>
                </c:ext>
              </c:extLst>
            </c:dLbl>
            <c:dLbl>
              <c:idx val="2"/>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2-7B89-40D0-BF53-5BA6C2088B1B}"/>
                </c:ext>
              </c:extLst>
            </c:dLbl>
            <c:dLbl>
              <c:idx val="3"/>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3-7B89-40D0-BF53-5BA6C2088B1B}"/>
                </c:ext>
              </c:extLst>
            </c:dLbl>
            <c:dLbl>
              <c:idx val="4"/>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4-7B89-40D0-BF53-5BA6C2088B1B}"/>
                </c:ext>
              </c:extLst>
            </c:dLbl>
            <c:dLbl>
              <c:idx val="5"/>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5-7B89-40D0-BF53-5BA6C2088B1B}"/>
                </c:ext>
              </c:extLst>
            </c:dLbl>
            <c:dLbl>
              <c:idx val="6"/>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6-7B89-40D0-BF53-5BA6C2088B1B}"/>
                </c:ext>
              </c:extLst>
            </c:dLbl>
            <c:dLbl>
              <c:idx val="7"/>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7-7B89-40D0-BF53-5BA6C2088B1B}"/>
                </c:ext>
              </c:extLst>
            </c:dLbl>
            <c:dLbl>
              <c:idx val="8"/>
              <c:layout>
                <c:manualLayout>
                  <c:x val="-5.1988177078917681E-2"/>
                  <c:y val="4.4793212311714202E-3"/>
                </c:manualLayout>
              </c:layout>
              <c:tx>
                <c:rich>
                  <a:bodyPr/>
                  <a:lstStyle/>
                  <a:p>
                    <a:pPr>
                      <a:defRPr>
                        <a:solidFill>
                          <a:schemeClr val="accent1"/>
                        </a:solidFill>
                      </a:defRPr>
                    </a:pPr>
                    <a:r>
                      <a:rPr lang="en-US">
                        <a:solidFill>
                          <a:schemeClr val="accent1"/>
                        </a:solidFill>
                      </a:rPr>
                      <a:t>5</a:t>
                    </a:r>
                  </a:p>
                </c:rich>
              </c:tx>
              <c:spPr/>
              <c:dLblPos val="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8-7B89-40D0-BF53-5BA6C2088B1B}"/>
                </c:ext>
              </c:extLst>
            </c:dLbl>
            <c:dLbl>
              <c:idx val="9"/>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9-7B89-40D0-BF53-5BA6C2088B1B}"/>
                </c:ext>
              </c:extLst>
            </c:dLbl>
            <c:dLbl>
              <c:idx val="10"/>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A-7B89-40D0-BF53-5BA6C2088B1B}"/>
                </c:ext>
              </c:extLst>
            </c:dLbl>
            <c:dLbl>
              <c:idx val="11"/>
              <c:tx>
                <c:rich>
                  <a:bodyPr/>
                  <a:lstStyle/>
                  <a:p>
                    <a:pPr>
                      <a:defRPr>
                        <a:solidFill>
                          <a:schemeClr val="accent1"/>
                        </a:solidFill>
                      </a:defRPr>
                    </a:pPr>
                    <a:r>
                      <a:rPr lang="en-US">
                        <a:solidFill>
                          <a:schemeClr val="accent1"/>
                        </a:solidFill>
                      </a:rPr>
                      <a:t>7</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B-7B89-40D0-BF53-5BA6C2088B1B}"/>
                </c:ext>
              </c:extLst>
            </c:dLbl>
            <c:dLbl>
              <c:idx val="12"/>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C-7B89-40D0-BF53-5BA6C2088B1B}"/>
                </c:ext>
              </c:extLst>
            </c:dLbl>
            <c:dLbl>
              <c:idx val="13"/>
              <c:tx>
                <c:rich>
                  <a:bodyPr/>
                  <a:lstStyle/>
                  <a:p>
                    <a:pPr>
                      <a:defRPr>
                        <a:solidFill>
                          <a:schemeClr val="accent1"/>
                        </a:solidFill>
                      </a:defRPr>
                    </a:pPr>
                    <a:r>
                      <a:rPr lang="en-US">
                        <a:solidFill>
                          <a:schemeClr val="accent1"/>
                        </a:solidFill>
                      </a:rPr>
                      <a:t>1,5</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D-7B89-40D0-BF53-5BA6C2088B1B}"/>
                </c:ext>
              </c:extLst>
            </c:dLbl>
            <c:spPr>
              <a:noFill/>
              <a:ln>
                <a:noFill/>
              </a:ln>
              <a:effectLst/>
            </c:spPr>
            <c:txPr>
              <a:bodyPr/>
              <a:lstStyle/>
              <a:p>
                <a:pPr>
                  <a:defRPr>
                    <a:solidFill>
                      <a:schemeClr val="accent1"/>
                    </a:solidFill>
                  </a:defRPr>
                </a:pPr>
                <a:endParaRPr lang="fr-FR"/>
              </a:p>
            </c:txPr>
            <c:dLblPos val="ctr"/>
            <c:showLegendKey val="0"/>
            <c:showVal val="0"/>
            <c:showCatName val="0"/>
            <c:showSerName val="0"/>
            <c:showPercent val="0"/>
            <c:showBubbleSize val="1"/>
            <c:showLeaderLines val="0"/>
            <c:extLst>
              <c:ext xmlns:c15="http://schemas.microsoft.com/office/drawing/2012/chart" uri="{CE6537A1-D6FC-4f65-9D91-7224C49458BB}">
                <c15:showLeaderLines val="0"/>
              </c:ext>
            </c:extLst>
          </c:dLbls>
          <c:xVal>
            <c:numRef>
              <c:f>Sheet1!$A$2:$A$15</c:f>
              <c:numCache>
                <c:formatCode>General</c:formatCode>
                <c:ptCount val="14"/>
                <c:pt idx="0">
                  <c:v>7</c:v>
                </c:pt>
                <c:pt idx="1">
                  <c:v>18</c:v>
                </c:pt>
                <c:pt idx="2">
                  <c:v>-26</c:v>
                </c:pt>
                <c:pt idx="3">
                  <c:v>40</c:v>
                </c:pt>
                <c:pt idx="4">
                  <c:v>28</c:v>
                </c:pt>
                <c:pt idx="5">
                  <c:v>30</c:v>
                </c:pt>
                <c:pt idx="6">
                  <c:v>5</c:v>
                </c:pt>
                <c:pt idx="7">
                  <c:v>11</c:v>
                </c:pt>
                <c:pt idx="8">
                  <c:v>1</c:v>
                </c:pt>
                <c:pt idx="9">
                  <c:v>-8</c:v>
                </c:pt>
                <c:pt idx="10">
                  <c:v>-21</c:v>
                </c:pt>
                <c:pt idx="11">
                  <c:v>10</c:v>
                </c:pt>
                <c:pt idx="12">
                  <c:v>30</c:v>
                </c:pt>
                <c:pt idx="13">
                  <c:v>38</c:v>
                </c:pt>
              </c:numCache>
            </c:numRef>
          </c:xVal>
          <c:yVal>
            <c:numRef>
              <c:f>Sheet1!$B$2:$B$15</c:f>
              <c:numCache>
                <c:formatCode>0%</c:formatCode>
                <c:ptCount val="14"/>
                <c:pt idx="0">
                  <c:v>0.27</c:v>
                </c:pt>
                <c:pt idx="1">
                  <c:v>-0.32</c:v>
                </c:pt>
                <c:pt idx="2">
                  <c:v>0.08</c:v>
                </c:pt>
                <c:pt idx="3">
                  <c:v>0.21000000000000002</c:v>
                </c:pt>
                <c:pt idx="4">
                  <c:v>0.16999999999999998</c:v>
                </c:pt>
                <c:pt idx="5">
                  <c:v>-0.3</c:v>
                </c:pt>
                <c:pt idx="6">
                  <c:v>6.9999999999999993E-2</c:v>
                </c:pt>
                <c:pt idx="7">
                  <c:v>-0.1</c:v>
                </c:pt>
                <c:pt idx="8">
                  <c:v>-0.03</c:v>
                </c:pt>
                <c:pt idx="9">
                  <c:v>-0.2</c:v>
                </c:pt>
                <c:pt idx="10">
                  <c:v>-0.06</c:v>
                </c:pt>
                <c:pt idx="11">
                  <c:v>0.21000000000000002</c:v>
                </c:pt>
                <c:pt idx="12">
                  <c:v>-0.16999999999999998</c:v>
                </c:pt>
                <c:pt idx="13">
                  <c:v>-0.26</c:v>
                </c:pt>
              </c:numCache>
            </c:numRef>
          </c:yVal>
          <c:bubbleSize>
            <c:numRef>
              <c:f>Sheet1!$C$2:$C$15</c:f>
              <c:numCache>
                <c:formatCode>General</c:formatCode>
                <c:ptCount val="14"/>
                <c:pt idx="0">
                  <c:v>10</c:v>
                </c:pt>
                <c:pt idx="1">
                  <c:v>4</c:v>
                </c:pt>
                <c:pt idx="2">
                  <c:v>3</c:v>
                </c:pt>
                <c:pt idx="3">
                  <c:v>6</c:v>
                </c:pt>
                <c:pt idx="4">
                  <c:v>3</c:v>
                </c:pt>
                <c:pt idx="5">
                  <c:v>2</c:v>
                </c:pt>
                <c:pt idx="6">
                  <c:v>4</c:v>
                </c:pt>
                <c:pt idx="7">
                  <c:v>2</c:v>
                </c:pt>
                <c:pt idx="8">
                  <c:v>5</c:v>
                </c:pt>
                <c:pt idx="9">
                  <c:v>6</c:v>
                </c:pt>
                <c:pt idx="10">
                  <c:v>4</c:v>
                </c:pt>
                <c:pt idx="11">
                  <c:v>7</c:v>
                </c:pt>
                <c:pt idx="12">
                  <c:v>6</c:v>
                </c:pt>
                <c:pt idx="13">
                  <c:v>1.5</c:v>
                </c:pt>
              </c:numCache>
            </c:numRef>
          </c:bubbleSize>
          <c:bubble3D val="0"/>
          <c:extLst>
            <c:ext xmlns:c16="http://schemas.microsoft.com/office/drawing/2014/chart" uri="{C3380CC4-5D6E-409C-BE32-E72D297353CC}">
              <c16:uniqueId val="{0000000E-7B89-40D0-BF53-5BA6C2088B1B}"/>
            </c:ext>
          </c:extLst>
        </c:ser>
        <c:dLbls>
          <c:showLegendKey val="0"/>
          <c:showVal val="0"/>
          <c:showCatName val="0"/>
          <c:showSerName val="0"/>
          <c:showPercent val="0"/>
          <c:showBubbleSize val="0"/>
        </c:dLbls>
        <c:bubbleScale val="100"/>
        <c:showNegBubbles val="0"/>
        <c:axId val="293792000"/>
        <c:axId val="293814656"/>
      </c:bubbleChart>
      <c:valAx>
        <c:axId val="293792000"/>
        <c:scaling>
          <c:orientation val="minMax"/>
        </c:scaling>
        <c:delete val="0"/>
        <c:axPos val="b"/>
        <c:numFmt formatCode="General"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814656"/>
        <c:crosses val="autoZero"/>
        <c:crossBetween val="midCat"/>
      </c:valAx>
      <c:valAx>
        <c:axId val="293814656"/>
        <c:scaling>
          <c:orientation val="minMax"/>
        </c:scaling>
        <c:delete val="0"/>
        <c:axPos val="l"/>
        <c:numFmt formatCode="0%"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792000"/>
        <c:crosses val="autoZero"/>
        <c:crossBetween val="midCat"/>
      </c:valAx>
    </c:plotArea>
    <c:plotVisOnly val="1"/>
    <c:dispBlanksAs val="gap"/>
    <c:showDLblsOverMax val="0"/>
  </c:chart>
  <c:txPr>
    <a:bodyPr/>
    <a:lstStyle/>
    <a:p>
      <a:pPr>
        <a:defRPr sz="800"/>
      </a:pPr>
      <a:endParaRPr lang="fr-FR"/>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Sheet1!$B$1</c:f>
              <c:strCache>
                <c:ptCount val="1"/>
                <c:pt idx="0">
                  <c:v>Lower Value</c:v>
                </c:pt>
              </c:strCache>
            </c:strRef>
          </c:tx>
          <c:spPr>
            <a:noFill/>
            <a:ln>
              <a:noFill/>
            </a:ln>
            <a:effectLst/>
          </c:spPr>
          <c:invertIfNegative val="0"/>
          <c:dLbls>
            <c:spPr>
              <a:noFill/>
              <a:ln>
                <a:noFill/>
              </a:ln>
              <a:effectLst/>
            </c:spPr>
            <c:txPr>
              <a:bodyPr rot="0" vert="horz"/>
              <a:lstStyle/>
              <a:p>
                <a:pPr algn="r">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Sheet1!$B$2:$B$7</c:f>
              <c:numCache>
                <c:formatCode>"$"#\ ##0.0;\("$"#\ ##0.0\);"–";@</c:formatCode>
                <c:ptCount val="6"/>
                <c:pt idx="0">
                  <c:v>9</c:v>
                </c:pt>
                <c:pt idx="1">
                  <c:v>8.6999999999999993</c:v>
                </c:pt>
                <c:pt idx="2">
                  <c:v>6</c:v>
                </c:pt>
                <c:pt idx="3">
                  <c:v>7</c:v>
                </c:pt>
                <c:pt idx="4">
                  <c:v>8</c:v>
                </c:pt>
                <c:pt idx="5">
                  <c:v>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E8E1-4203-BC66-C098C96F9021}"/>
            </c:ext>
          </c:extLst>
        </c:ser>
        <c:ser>
          <c:idx val="1"/>
          <c:order val="1"/>
          <c:tx>
            <c:strRef>
              <c:f>Sheet1!$C$1</c:f>
              <c:strCache>
                <c:ptCount val="1"/>
                <c:pt idx="0">
                  <c:v>Column Value</c:v>
                </c:pt>
              </c:strCache>
            </c:strRef>
          </c:tx>
          <c:spPr>
            <a:solidFill>
              <a:schemeClr val="accent2"/>
            </a:solidFill>
            <a:ln>
              <a:noFill/>
            </a:ln>
            <a:effectLst/>
          </c:spPr>
          <c:invertIfNegative val="0"/>
          <c:dPt>
            <c:idx val="0"/>
            <c:invertIfNegative val="0"/>
            <c:bubble3D val="0"/>
            <c:spPr>
              <a:solidFill>
                <a:schemeClr val="accent1"/>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8E1-4203-BC66-C098C96F9021}"/>
              </c:ext>
            </c:extLst>
          </c:dPt>
          <c:dPt>
            <c:idx val="2"/>
            <c:invertIfNegative val="0"/>
            <c:bubble3D val="0"/>
            <c:spPr>
              <a:solidFill>
                <a:schemeClr val="accent3"/>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4-E8E1-4203-BC66-C098C96F9021}"/>
              </c:ext>
            </c:extLst>
          </c:dPt>
          <c:dPt>
            <c:idx val="3"/>
            <c:invertIfNegative val="0"/>
            <c:bubble3D val="0"/>
            <c:spPr>
              <a:solidFill>
                <a:schemeClr val="accent4"/>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6-E8E1-4203-BC66-C098C96F9021}"/>
              </c:ext>
            </c:extLst>
          </c:dPt>
          <c:dPt>
            <c:idx val="4"/>
            <c:invertIfNegative val="0"/>
            <c:bubble3D val="0"/>
            <c:spPr>
              <a:solidFill>
                <a:schemeClr val="accent5"/>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8-E8E1-4203-BC66-C098C96F9021}"/>
              </c:ext>
            </c:extLst>
          </c:dPt>
          <c:dPt>
            <c:idx val="5"/>
            <c:invertIfNegative val="0"/>
            <c:bubble3D val="0"/>
            <c:spPr>
              <a:solidFill>
                <a:schemeClr val="accent6"/>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A-E8E1-4203-BC66-C098C96F9021}"/>
              </c:ext>
            </c:extLst>
          </c:dPt>
          <c:dLbls>
            <c:delete val="1"/>
          </c:dLbls>
          <c:cat>
            <c:strRef>
              <c:f>Sheet1!$A$2:$A$7</c:f>
              <c:strCache>
                <c:ptCount val="6"/>
                <c:pt idx="0">
                  <c:v>Product A</c:v>
                </c:pt>
                <c:pt idx="1">
                  <c:v>Product B</c:v>
                </c:pt>
                <c:pt idx="2">
                  <c:v>Product C</c:v>
                </c:pt>
                <c:pt idx="3">
                  <c:v>Product D</c:v>
                </c:pt>
                <c:pt idx="4">
                  <c:v>Product E</c:v>
                </c:pt>
                <c:pt idx="5">
                  <c:v>Product F</c:v>
                </c:pt>
              </c:strCache>
            </c:strRef>
          </c:cat>
          <c:val>
            <c:numRef>
              <c:f>Sheet1!$C$2:$C$7</c:f>
              <c:numCache>
                <c:formatCode>"$"#\ ##0.0;\("$"#\ ##0.0\);"–";@</c:formatCode>
                <c:ptCount val="6"/>
                <c:pt idx="0">
                  <c:v>2</c:v>
                </c:pt>
                <c:pt idx="1">
                  <c:v>3.2</c:v>
                </c:pt>
                <c:pt idx="2">
                  <c:v>4</c:v>
                </c:pt>
                <c:pt idx="3">
                  <c:v>1</c:v>
                </c:pt>
                <c:pt idx="4">
                  <c:v>4.7</c:v>
                </c:pt>
                <c:pt idx="5">
                  <c:v>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B-E8E1-4203-BC66-C098C96F9021}"/>
            </c:ext>
          </c:extLst>
        </c:ser>
        <c:ser>
          <c:idx val="2"/>
          <c:order val="2"/>
          <c:tx>
            <c:strRef>
              <c:f>Sheet1!$D$1</c:f>
              <c:strCache>
                <c:ptCount val="1"/>
                <c:pt idx="0">
                  <c:v>Upper Value</c:v>
                </c:pt>
              </c:strCache>
            </c:strRef>
          </c:tx>
          <c:spPr>
            <a:noFill/>
            <a:ln>
              <a:noFill/>
            </a:ln>
            <a:effectLst/>
          </c:spPr>
          <c:invertIfNegative val="0"/>
          <c:dLbls>
            <c:spPr>
              <a:noFill/>
              <a:ln>
                <a:noFill/>
              </a:ln>
              <a:effectLst/>
            </c:spPr>
            <c:txPr>
              <a:bodyPr rot="0" vert="horz"/>
              <a:lstStyle/>
              <a:p>
                <a:pPr>
                  <a:defRPr/>
                </a:pPr>
                <a:endParaRPr lang="fr-FR"/>
              </a:p>
            </c:txPr>
            <c:dLblPos val="inBase"/>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Sheet1!$D$2:$D$7</c:f>
              <c:numCache>
                <c:formatCode>"$"#\ ##0.0;\("$"#\ ##0.0\);"–";@</c:formatCode>
                <c:ptCount val="6"/>
                <c:pt idx="0">
                  <c:v>11</c:v>
                </c:pt>
                <c:pt idx="1">
                  <c:v>12</c:v>
                </c:pt>
                <c:pt idx="2">
                  <c:v>10</c:v>
                </c:pt>
                <c:pt idx="3">
                  <c:v>8.5</c:v>
                </c:pt>
                <c:pt idx="4">
                  <c:v>12.7</c:v>
                </c:pt>
                <c:pt idx="5">
                  <c:v>10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C-E8E1-4203-BC66-C098C96F9021}"/>
            </c:ext>
          </c:extLst>
        </c:ser>
        <c:dLbls>
          <c:dLblPos val="ctr"/>
          <c:showLegendKey val="0"/>
          <c:showVal val="1"/>
          <c:showCatName val="0"/>
          <c:showSerName val="0"/>
          <c:showPercent val="0"/>
          <c:showBubbleSize val="0"/>
        </c:dLbls>
        <c:gapWidth val="475"/>
        <c:overlap val="100"/>
        <c:axId val="1919203984"/>
        <c:axId val="1919198992"/>
      </c:barChart>
      <c:catAx>
        <c:axId val="1919203984"/>
        <c:scaling>
          <c:orientation val="maxMin"/>
        </c:scaling>
        <c:delete val="0"/>
        <c:axPos val="l"/>
        <c:numFmt formatCode="General" sourceLinked="0"/>
        <c:majorTickMark val="out"/>
        <c:minorTickMark val="none"/>
        <c:tickLblPos val="nextTo"/>
        <c:spPr>
          <a:noFill/>
          <a:ln w="9525" cap="flat" cmpd="sng" algn="ctr">
            <a:solidFill>
              <a:schemeClr val="tx1"/>
            </a:solidFill>
            <a:round/>
          </a:ln>
          <a:effectLst/>
        </c:spPr>
        <c:txPr>
          <a:bodyPr rot="-60000000" vert="horz"/>
          <a:lstStyle/>
          <a:p>
            <a:pPr>
              <a:defRPr/>
            </a:pPr>
            <a:endParaRPr lang="fr-FR"/>
          </a:p>
        </c:txPr>
        <c:crossAx val="1919198992"/>
        <c:crossesAt val="0"/>
        <c:auto val="1"/>
        <c:lblAlgn val="ctr"/>
        <c:lblOffset val="100"/>
        <c:noMultiLvlLbl val="0"/>
      </c:catAx>
      <c:valAx>
        <c:axId val="1919198992"/>
        <c:scaling>
          <c:orientation val="minMax"/>
          <c:max val="14"/>
          <c:min val="4"/>
        </c:scaling>
        <c:delete val="1"/>
        <c:axPos val="t"/>
        <c:majorGridlines>
          <c:spPr>
            <a:ln w="9525" cap="flat" cmpd="sng" algn="ctr">
              <a:noFill/>
              <a:round/>
            </a:ln>
            <a:effectLst/>
          </c:spPr>
        </c:majorGridlines>
        <c:numFmt formatCode="&quot;$&quot;#\ ##0.0;\(&quot;$&quot;#\ ##0.0\);&quot;–&quot;;@" sourceLinked="1"/>
        <c:majorTickMark val="out"/>
        <c:minorTickMark val="none"/>
        <c:tickLblPos val="nextTo"/>
        <c:crossAx val="191920398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pPr>
      <a:endParaRPr lang="fr-FR"/>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1"/>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509B-44E4-A733-D57E8AD3D630}"/>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-0.06</c:v>
                </c:pt>
                <c:pt idx="1">
                  <c:v>-0.09</c:v>
                </c:pt>
                <c:pt idx="2">
                  <c:v>0.04</c:v>
                </c:pt>
                <c:pt idx="3">
                  <c:v>0.02</c:v>
                </c:pt>
                <c:pt idx="4">
                  <c:v>-0.01</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509B-44E4-A733-D57E8AD3D630}"/>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2"/>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2FD1-4899-A5A3-50249A317945}"/>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0.11</c:v>
                </c:pt>
                <c:pt idx="2">
                  <c:v>0.06</c:v>
                </c:pt>
                <c:pt idx="3">
                  <c:v>0.18</c:v>
                </c:pt>
                <c:pt idx="4">
                  <c:v>0.13</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2FD1-4899-A5A3-50249A317945}"/>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a:p>
            <a:pPr marL="0" marR="0" lvl="0" indent="0" algn="ctr" defTabSz="914400" rtl="0" eaLnBrk="1" fontAlgn="auto" latinLnBrk="0" hangingPunct="1">
              <a:lnSpc>
                <a:spcPct val="100000"/>
              </a:lnSpc>
              <a:spcBef>
                <a:spcPts val="0"/>
              </a:spcBef>
              <a:spcAft>
                <a:spcPts val="0"/>
              </a:spcAft>
              <a:buClrTx/>
              <a:buSzTx/>
              <a:buFontTx/>
              <a:buNone/>
              <a:tabLst/>
              <a:defRPr lang="en-US" sz="1400" b="1">
                <a:solidFill>
                  <a:prstClr val="black"/>
                </a:solidFill>
              </a:defRPr>
            </a:pPr>
            <a:endParaRPr lang="en-US" sz="1400" b="1" dirty="0">
              <a:solidFill>
                <a:schemeClr val="tx1"/>
              </a:solidFill>
            </a:endParaRP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3"/>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3408-4BED-8FD5-B088D909684A}"/>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-0.17</c:v>
                </c:pt>
                <c:pt idx="1">
                  <c:v>-0.15</c:v>
                </c:pt>
                <c:pt idx="2">
                  <c:v>0.04</c:v>
                </c:pt>
                <c:pt idx="3">
                  <c:v>-0.1</c:v>
                </c:pt>
                <c:pt idx="4">
                  <c:v>-0.03</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3408-4BED-8FD5-B088D909684A}"/>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4"/>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8569-433F-9096-720A12DDEE7B}"/>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0.16</c:v>
                </c:pt>
                <c:pt idx="1">
                  <c:v>0.31</c:v>
                </c:pt>
                <c:pt idx="2">
                  <c:v>0.12</c:v>
                </c:pt>
                <c:pt idx="3">
                  <c:v>0.08</c:v>
                </c:pt>
                <c:pt idx="4">
                  <c:v>-0.04</c:v>
                </c:pt>
                <c:pt idx="5">
                  <c:v>-0.12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8569-433F-9096-720A12DDEE7B}"/>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5"/>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ADA9-4E5C-8317-3EBBCBE6B1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-0.08</c:v>
                </c:pt>
                <c:pt idx="2">
                  <c:v>-0.05</c:v>
                </c:pt>
                <c:pt idx="3">
                  <c:v>-0.11</c:v>
                </c:pt>
                <c:pt idx="4">
                  <c:v>-0.01</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ADA9-4E5C-8317-3EBBCBE6B1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6"/>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E022-4998-B0F1-0D00FCB82E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0.03</c:v>
                </c:pt>
                <c:pt idx="1">
                  <c:v>0.04</c:v>
                </c:pt>
                <c:pt idx="2">
                  <c:v>0.03</c:v>
                </c:pt>
                <c:pt idx="3">
                  <c:v>0.06</c:v>
                </c:pt>
                <c:pt idx="4">
                  <c:v>0.04</c:v>
                </c:pt>
                <c:pt idx="5">
                  <c:v>0.02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E022-4998-B0F1-0D00FCB82E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lang="en-US"/>
            </a:pPr>
            <a:r>
              <a:rPr lang="en-US" dirty="0"/>
              <a:t>Building a </a:t>
            </a:r>
            <a:r>
              <a:rPr lang="en-US" dirty="0" err="1"/>
              <a:t>differenciated</a:t>
            </a:r>
            <a:r>
              <a:rPr lang="en-US" dirty="0"/>
              <a:t> strategy</a:t>
            </a:r>
          </a:p>
        </c:rich>
      </c:tx>
      <c:overlay val="0"/>
    </c:title>
    <c:autoTitleDeleted val="0"/>
    <c:plotArea>
      <c:layout>
        <c:manualLayout>
          <c:layoutTarget val="inner"/>
          <c:xMode val="edge"/>
          <c:yMode val="edge"/>
          <c:x val="5.2125964419863162E-2"/>
          <c:y val="0.17636203282906887"/>
          <c:w val="0.93565605240127825"/>
          <c:h val="0.68833260702649979"/>
        </c:manualLayout>
      </c:layout>
      <c:lineChart>
        <c:grouping val="standard"/>
        <c:varyColors val="0"/>
        <c:ser>
          <c:idx val="0"/>
          <c:order val="0"/>
          <c:tx>
            <c:strRef>
              <c:f>Feuil1!$B$1</c:f>
              <c:strCache>
                <c:ptCount val="1"/>
                <c:pt idx="0">
                  <c:v>Competitor 1</c:v>
                </c:pt>
              </c:strCache>
            </c:strRef>
          </c:tx>
          <c:spPr>
            <a:ln w="19050" cap="rnd">
              <a:solidFill>
                <a:schemeClr val="accent1"/>
              </a:solidFill>
              <a:round/>
            </a:ln>
            <a:effectLst/>
          </c:spPr>
          <c:marker>
            <c:symbol val="circle"/>
            <c:size val="8"/>
            <c:spPr>
              <a:solidFill>
                <a:schemeClr val="bg1"/>
              </a:solidFill>
              <a:ln w="15875">
                <a:solidFill>
                  <a:schemeClr val="accent1"/>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Feuil1!$B$2:$B$8</c:f>
              <c:numCache>
                <c:formatCode>General</c:formatCode>
                <c:ptCount val="7"/>
                <c:pt idx="0">
                  <c:v>3</c:v>
                </c:pt>
                <c:pt idx="1">
                  <c:v>2</c:v>
                </c:pt>
                <c:pt idx="2">
                  <c:v>4</c:v>
                </c:pt>
                <c:pt idx="3">
                  <c:v>4</c:v>
                </c:pt>
                <c:pt idx="4">
                  <c:v>2</c:v>
                </c:pt>
                <c:pt idx="5">
                  <c:v>1</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C7D0-4DF0-BB48-B6CFAA3CC7F8}"/>
            </c:ext>
          </c:extLst>
        </c:ser>
        <c:ser>
          <c:idx val="1"/>
          <c:order val="1"/>
          <c:tx>
            <c:strRef>
              <c:f>Feuil1!$C$1</c:f>
              <c:strCache>
                <c:ptCount val="1"/>
                <c:pt idx="0">
                  <c:v>Competitor 2</c:v>
                </c:pt>
              </c:strCache>
            </c:strRef>
          </c:tx>
          <c:spPr>
            <a:ln w="19050" cap="rnd">
              <a:solidFill>
                <a:schemeClr val="accent2"/>
              </a:solidFill>
              <a:round/>
            </a:ln>
            <a:effectLst/>
          </c:spPr>
          <c:marker>
            <c:symbol val="circle"/>
            <c:size val="8"/>
            <c:spPr>
              <a:solidFill>
                <a:schemeClr val="bg1"/>
              </a:solidFill>
              <a:ln w="15875">
                <a:solidFill>
                  <a:schemeClr val="accent2"/>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Feuil1!$C$2:$C$8</c:f>
              <c:numCache>
                <c:formatCode>General</c:formatCode>
                <c:ptCount val="7"/>
                <c:pt idx="0">
                  <c:v>4</c:v>
                </c:pt>
                <c:pt idx="1">
                  <c:v>5</c:v>
                </c:pt>
                <c:pt idx="2">
                  <c:v>4.5</c:v>
                </c:pt>
                <c:pt idx="3">
                  <c:v>4.5</c:v>
                </c:pt>
                <c:pt idx="4">
                  <c:v>1</c:v>
                </c:pt>
                <c:pt idx="5">
                  <c:v>2</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C7D0-4DF0-BB48-B6CFAA3CC7F8}"/>
            </c:ext>
          </c:extLst>
        </c:ser>
        <c:ser>
          <c:idx val="2"/>
          <c:order val="2"/>
          <c:tx>
            <c:strRef>
              <c:f>Feuil1!$D$1</c:f>
              <c:strCache>
                <c:ptCount val="1"/>
                <c:pt idx="0">
                  <c:v>Competitor 3</c:v>
                </c:pt>
              </c:strCache>
            </c:strRef>
          </c:tx>
          <c:spPr>
            <a:ln w="19050" cap="rnd">
              <a:solidFill>
                <a:schemeClr val="accent3"/>
              </a:solidFill>
              <a:round/>
            </a:ln>
            <a:effectLst/>
          </c:spPr>
          <c:marker>
            <c:symbol val="circle"/>
            <c:size val="8"/>
            <c:spPr>
              <a:solidFill>
                <a:schemeClr val="bg1"/>
              </a:solidFill>
              <a:ln w="15875">
                <a:solidFill>
                  <a:schemeClr val="accent3"/>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Feuil1!$D$2:$D$8</c:f>
              <c:numCache>
                <c:formatCode>General</c:formatCode>
                <c:ptCount val="7"/>
                <c:pt idx="0">
                  <c:v>1</c:v>
                </c:pt>
                <c:pt idx="1">
                  <c:v>2</c:v>
                </c:pt>
                <c:pt idx="2">
                  <c:v>2</c:v>
                </c:pt>
                <c:pt idx="3">
                  <c:v>4.5</c:v>
                </c:pt>
                <c:pt idx="4">
                  <c:v>6</c:v>
                </c:pt>
                <c:pt idx="5">
                  <c:v>5</c:v>
                </c:pt>
                <c:pt idx="6">
                  <c:v>5.5</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C7D0-4DF0-BB48-B6CFAA3CC7F8}"/>
            </c:ext>
          </c:extLst>
        </c:ser>
        <c:dLbls>
          <c:showLegendKey val="0"/>
          <c:showVal val="0"/>
          <c:showCatName val="0"/>
          <c:showSerName val="0"/>
          <c:showPercent val="0"/>
          <c:showBubbleSize val="0"/>
        </c:dLbls>
        <c:marker val="1"/>
        <c:smooth val="0"/>
        <c:axId val="384058496"/>
        <c:axId val="384060800"/>
      </c:lineChart>
      <c:catAx>
        <c:axId val="384058496"/>
        <c:scaling>
          <c:orientation val="minMax"/>
        </c:scaling>
        <c:delete val="0"/>
        <c:axPos val="b"/>
        <c:title>
          <c:tx>
            <c:rich>
              <a:bodyPr/>
              <a:lstStyle/>
              <a:p>
                <a:pPr>
                  <a:defRPr lang="en-US"/>
                </a:pPr>
                <a:r>
                  <a:rPr lang="en-US" dirty="0"/>
                  <a:t>Competition factors</a:t>
                </a:r>
              </a:p>
            </c:rich>
          </c:tx>
          <c:overlay val="0"/>
        </c:title>
        <c:numFmt formatCode="General" sourceLinked="1"/>
        <c:majorTickMark val="none"/>
        <c:minorTickMark val="none"/>
        <c:tickLblPos val="nextTo"/>
        <c:spPr>
          <a:noFill/>
          <a:ln w="9525" cap="flat" cmpd="sng" algn="ctr">
            <a:solidFill>
              <a:schemeClr val="tx1"/>
            </a:solidFill>
            <a:round/>
          </a:ln>
          <a:effectLst/>
        </c:spPr>
        <c:txPr>
          <a:bodyPr rot="-60000000" vert="horz"/>
          <a:lstStyle/>
          <a:p>
            <a:pPr>
              <a:defRPr/>
            </a:pPr>
            <a:endParaRPr lang="fr-FR"/>
          </a:p>
        </c:txPr>
        <c:crossAx val="384060800"/>
        <c:crosses val="autoZero"/>
        <c:auto val="0"/>
        <c:lblAlgn val="ctr"/>
        <c:lblOffset val="50"/>
        <c:noMultiLvlLbl val="0"/>
      </c:catAx>
      <c:valAx>
        <c:axId val="38406080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vert="horz"/>
              <a:lstStyle/>
              <a:p>
                <a:pPr>
                  <a:defRPr lang="en-US"/>
                </a:pPr>
                <a:r>
                  <a:rPr lang="en-US" dirty="0"/>
                  <a:t>Offering level</a:t>
                </a:r>
              </a:p>
            </c:rich>
          </c:tx>
          <c:overlay val="0"/>
        </c:title>
        <c:numFmt formatCode="General" sourceLinked="1"/>
        <c:majorTickMark val="out"/>
        <c:minorTickMark val="none"/>
        <c:tickLblPos val="nextTo"/>
        <c:spPr>
          <a:ln>
            <a:solidFill>
              <a:schemeClr val="tx1"/>
            </a:solidFill>
          </a:ln>
        </c:spPr>
        <c:crossAx val="384058496"/>
        <c:crosses val="autoZero"/>
        <c:crossBetween val="midCat"/>
      </c:valAx>
      <c:spPr>
        <a:noFill/>
        <a:ln>
          <a:noFill/>
        </a:ln>
        <a:effectLst/>
      </c:spPr>
    </c:plotArea>
    <c:legend>
      <c:legendPos val="t"/>
      <c:overlay val="0"/>
      <c:spPr>
        <a:noFill/>
        <a:ln>
          <a:solidFill>
            <a:srgbClr val="FFFFFF"/>
          </a:solidFill>
          <a:prstDash val="solid"/>
        </a:ln>
        <a:effectLst/>
      </c:spPr>
      <c:txPr>
        <a:bodyPr rot="0" vert="horz"/>
        <a:lstStyle/>
        <a:p>
          <a:pPr>
            <a:defRPr lang="en-US"/>
          </a:pPr>
          <a:endParaRPr lang="fr-FR"/>
        </a:p>
      </c:txPr>
    </c:legend>
    <c:plotVisOnly val="1"/>
    <c:dispBlanksAs val="gap"/>
    <c:showDLblsOverMax val="0"/>
    <c:extLst xmlns:c16r3="http://schemas.microsoft.com/office/drawing/2017/03/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mn-lt"/>
        </a:defRPr>
      </a:pPr>
      <a:endParaRPr lang="fr-FR"/>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416945992204508E-2"/>
          <c:y val="0.13176164881770136"/>
          <c:w val="0.74570912290304514"/>
          <c:h val="0.77910913879101451"/>
        </c:manualLayout>
      </c:layout>
      <c:barChart>
        <c:barDir val="col"/>
        <c:grouping val="percentStacked"/>
        <c:varyColors val="0"/>
        <c:ser>
          <c:idx val="0"/>
          <c:order val="0"/>
          <c:tx>
            <c:strRef>
              <c:f>Sheet1!$A$2</c:f>
              <c:strCache>
                <c:ptCount val="1"/>
                <c:pt idx="0">
                  <c:v>Detractors</c:v>
                </c:pt>
              </c:strCache>
            </c:strRef>
          </c:tx>
          <c:spPr>
            <a:gradFill>
              <a:gsLst>
                <a:gs pos="100000">
                  <a:srgbClr val="FF0000"/>
                </a:gs>
                <a:gs pos="2000">
                  <a:srgbClr val="C00000"/>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30%</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7D78-407B-BAE3-AADCF9064D61}"/>
                </c:ext>
              </c:extLst>
            </c:dLbl>
            <c:dLbl>
              <c:idx val="1"/>
              <c:tx>
                <c:rich>
                  <a:bodyPr/>
                  <a:lstStyle/>
                  <a:p>
                    <a:pPr>
                      <a:defRPr lang="en-US" sz="1600">
                        <a:solidFill>
                          <a:schemeClr val="bg1"/>
                        </a:solidFill>
                      </a:defRPr>
                    </a:pPr>
                    <a:r>
                      <a:rPr lang="en-US" sz="1600" dirty="0"/>
                      <a:t>29%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7D78-407B-BAE3-AADCF9064D61}"/>
                </c:ext>
              </c:extLst>
            </c:dLbl>
            <c:dLbl>
              <c:idx val="2"/>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7D78-407B-BAE3-AADCF9064D61}"/>
                </c:ext>
              </c:extLst>
            </c:dLbl>
            <c:dLbl>
              <c:idx val="3"/>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Sheet1!$B$2:$E$2</c:f>
              <c:numCache>
                <c:formatCode>0%</c:formatCode>
                <c:ptCount val="4"/>
                <c:pt idx="0">
                  <c:v>0.3</c:v>
                </c:pt>
                <c:pt idx="1">
                  <c:v>0.28999999999999998</c:v>
                </c:pt>
                <c:pt idx="2">
                  <c:v>0.24</c:v>
                </c:pt>
                <c:pt idx="3">
                  <c:v>0.24</c:v>
                </c:pt>
              </c:numCache>
            </c:numRef>
          </c:val>
          <c:extLst>
            <c:ext xmlns:c16="http://schemas.microsoft.com/office/drawing/2014/chart" uri="{C3380CC4-5D6E-409C-BE32-E72D297353CC}">
              <c16:uniqueId val="{00000004-7D78-407B-BAE3-AADCF9064D61}"/>
            </c:ext>
          </c:extLst>
        </c:ser>
        <c:ser>
          <c:idx val="1"/>
          <c:order val="1"/>
          <c:tx>
            <c:strRef>
              <c:f>Sheet1!$A$3</c:f>
              <c:strCache>
                <c:ptCount val="1"/>
                <c:pt idx="0">
                  <c:v>Passives</c:v>
                </c:pt>
              </c:strCache>
            </c:strRef>
          </c:tx>
          <c:spPr>
            <a:gradFill>
              <a:gsLst>
                <a:gs pos="100000">
                  <a:srgbClr val="FFC000"/>
                </a:gs>
                <a:gs pos="2000">
                  <a:srgbClr val="E2AC00"/>
                </a:gs>
              </a:gsLst>
              <a:lin ang="16200000" scaled="1"/>
            </a:gradFill>
            <a:ln>
              <a:solidFill>
                <a:schemeClr val="bg1"/>
              </a:solidFill>
            </a:ln>
          </c:spPr>
          <c:invertIfNegative val="0"/>
          <c:dLbls>
            <c:dLbl>
              <c:idx val="0"/>
              <c:layout>
                <c:manualLayout>
                  <c:x val="0"/>
                  <c:y val="-3.1272111871846954E-2"/>
                </c:manualLayout>
              </c:layout>
              <c:tx>
                <c:rich>
                  <a:bodyPr wrap="square" lIns="38100" tIns="19050" rIns="38100" bIns="19050" anchor="ctr">
                    <a:spAutoFit/>
                  </a:bodyPr>
                  <a:lstStyle/>
                  <a:p>
                    <a:pPr>
                      <a:defRPr lang="en-US" sz="1600">
                        <a:solidFill>
                          <a:schemeClr val="bg1"/>
                        </a:solidFill>
                      </a:defRPr>
                    </a:pPr>
                    <a:endParaRPr lang="en-US" sz="1600"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7D78-407B-BAE3-AADCF9064D61}"/>
                </c:ext>
              </c:extLst>
            </c:dLbl>
            <c:dLbl>
              <c:idx val="1"/>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7D78-407B-BAE3-AADCF9064D61}"/>
                </c:ext>
              </c:extLst>
            </c:dLbl>
            <c:dLbl>
              <c:idx val="2"/>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7D78-407B-BAE3-AADCF9064D61}"/>
                </c:ext>
              </c:extLst>
            </c:dLbl>
            <c:dLbl>
              <c:idx val="3"/>
              <c:tx>
                <c:rich>
                  <a:bodyPr/>
                  <a:lstStyle/>
                  <a:p>
                    <a:pPr>
                      <a:defRPr lang="en-US" sz="1600">
                        <a:solidFill>
                          <a:schemeClr val="bg1"/>
                        </a:solidFill>
                      </a:defRPr>
                    </a:pPr>
                    <a:r>
                      <a:rPr lang="en-US" sz="1600" dirty="0"/>
                      <a:t>25%</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2016</c:v>
                </c:pt>
                <c:pt idx="1">
                  <c:v>2017</c:v>
                </c:pt>
                <c:pt idx="2">
                  <c:v>2018</c:v>
                </c:pt>
                <c:pt idx="3">
                  <c:v>2019</c:v>
                </c:pt>
              </c:strCache>
            </c:strRef>
          </c:cat>
          <c:val>
            <c:numRef>
              <c:f>Sheet1!$B$3:$E$3</c:f>
              <c:numCache>
                <c:formatCode>0%</c:formatCode>
                <c:ptCount val="4"/>
                <c:pt idx="0">
                  <c:v>0.28999999999999998</c:v>
                </c:pt>
                <c:pt idx="1">
                  <c:v>0.27</c:v>
                </c:pt>
                <c:pt idx="2">
                  <c:v>0.27</c:v>
                </c:pt>
                <c:pt idx="3">
                  <c:v>0.25</c:v>
                </c:pt>
              </c:numCache>
            </c:numRef>
          </c:val>
          <c:extLst>
            <c:ext xmlns:c16="http://schemas.microsoft.com/office/drawing/2014/chart" uri="{C3380CC4-5D6E-409C-BE32-E72D297353CC}">
              <c16:uniqueId val="{00000009-7D78-407B-BAE3-AADCF9064D61}"/>
            </c:ext>
          </c:extLst>
        </c:ser>
        <c:ser>
          <c:idx val="2"/>
          <c:order val="2"/>
          <c:tx>
            <c:strRef>
              <c:f>Sheet1!$A$4</c:f>
              <c:strCache>
                <c:ptCount val="1"/>
                <c:pt idx="0">
                  <c:v>Promoters</c:v>
                </c:pt>
              </c:strCache>
            </c:strRef>
          </c:tx>
          <c:spPr>
            <a:gradFill>
              <a:gsLst>
                <a:gs pos="100000">
                  <a:srgbClr val="00B050"/>
                </a:gs>
                <a:gs pos="2000">
                  <a:srgbClr val="009A46"/>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41%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7D78-407B-BAE3-AADCF9064D61}"/>
                </c:ext>
              </c:extLst>
            </c:dLbl>
            <c:dLbl>
              <c:idx val="1"/>
              <c:tx>
                <c:rich>
                  <a:bodyPr/>
                  <a:lstStyle/>
                  <a:p>
                    <a:pPr>
                      <a:defRPr lang="en-US" sz="1600">
                        <a:solidFill>
                          <a:schemeClr val="bg1"/>
                        </a:solidFill>
                      </a:defRPr>
                    </a:pPr>
                    <a:r>
                      <a:rPr lang="en-US" sz="1600" dirty="0"/>
                      <a:t>44%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7D78-407B-BAE3-AADCF9064D61}"/>
                </c:ext>
              </c:extLst>
            </c:dLbl>
            <c:dLbl>
              <c:idx val="2"/>
              <c:tx>
                <c:rich>
                  <a:bodyPr/>
                  <a:lstStyle/>
                  <a:p>
                    <a:pPr>
                      <a:defRPr lang="en-US" sz="1600">
                        <a:solidFill>
                          <a:schemeClr val="bg1"/>
                        </a:solidFill>
                      </a:defRPr>
                    </a:pPr>
                    <a:r>
                      <a:rPr lang="en-US" sz="1600" dirty="0"/>
                      <a:t>49%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7D78-407B-BAE3-AADCF9064D61}"/>
                </c:ext>
              </c:extLst>
            </c:dLbl>
            <c:dLbl>
              <c:idx val="3"/>
              <c:tx>
                <c:rich>
                  <a:bodyPr/>
                  <a:lstStyle/>
                  <a:p>
                    <a:pPr>
                      <a:defRPr lang="en-US" sz="1600">
                        <a:solidFill>
                          <a:schemeClr val="bg1"/>
                        </a:solidFill>
                      </a:defRPr>
                    </a:pPr>
                    <a:r>
                      <a:rPr lang="en-US" sz="1600" dirty="0"/>
                      <a:t>51%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Sheet1!$B$4:$E$4</c:f>
              <c:numCache>
                <c:formatCode>0%</c:formatCode>
                <c:ptCount val="4"/>
                <c:pt idx="0">
                  <c:v>0.41</c:v>
                </c:pt>
                <c:pt idx="1">
                  <c:v>0.44</c:v>
                </c:pt>
                <c:pt idx="2">
                  <c:v>0.49</c:v>
                </c:pt>
                <c:pt idx="3">
                  <c:v>0.51</c:v>
                </c:pt>
              </c:numCache>
            </c:numRef>
          </c:val>
          <c:extLst>
            <c:ext xmlns:c16="http://schemas.microsoft.com/office/drawing/2014/chart" uri="{C3380CC4-5D6E-409C-BE32-E72D297353CC}">
              <c16:uniqueId val="{0000000E-7D78-407B-BAE3-AADCF9064D61}"/>
            </c:ext>
          </c:extLst>
        </c:ser>
        <c:dLbls>
          <c:showLegendKey val="0"/>
          <c:showVal val="0"/>
          <c:showCatName val="0"/>
          <c:showSerName val="0"/>
          <c:showPercent val="0"/>
          <c:showBubbleSize val="0"/>
        </c:dLbls>
        <c:gapWidth val="75"/>
        <c:overlap val="100"/>
        <c:axId val="387692032"/>
        <c:axId val="387693568"/>
      </c:barChart>
      <c:lineChart>
        <c:grouping val="standard"/>
        <c:varyColors val="0"/>
        <c:ser>
          <c:idx val="3"/>
          <c:order val="3"/>
          <c:tx>
            <c:strRef>
              <c:f>Sheet1!$A$5</c:f>
              <c:strCache>
                <c:ptCount val="1"/>
                <c:pt idx="0">
                  <c:v>NPS</c:v>
                </c:pt>
              </c:strCache>
            </c:strRef>
          </c:tx>
          <c:spPr>
            <a:ln>
              <a:solidFill>
                <a:schemeClr val="tx1"/>
              </a:solidFill>
            </a:ln>
          </c:spPr>
          <c:marker>
            <c:symbol val="diamond"/>
            <c:size val="8"/>
            <c:spPr>
              <a:solidFill>
                <a:schemeClr val="tx1"/>
              </a:solidFill>
              <a:ln>
                <a:solidFill>
                  <a:schemeClr val="tx1"/>
                </a:solidFill>
              </a:ln>
            </c:spPr>
          </c:marker>
          <c:dLbls>
            <c:dLbl>
              <c:idx val="0"/>
              <c:tx>
                <c:rich>
                  <a:bodyPr/>
                  <a:lstStyle/>
                  <a:p>
                    <a:pPr>
                      <a:defRPr lang="en-US" sz="1600" b="1"/>
                    </a:pPr>
                    <a:r>
                      <a:rPr lang="en-US" sz="1600" dirty="0"/>
                      <a:t> 11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7D78-407B-BAE3-AADCF9064D61}"/>
                </c:ext>
              </c:extLst>
            </c:dLbl>
            <c:dLbl>
              <c:idx val="1"/>
              <c:tx>
                <c:rich>
                  <a:bodyPr/>
                  <a:lstStyle/>
                  <a:p>
                    <a:pPr>
                      <a:defRPr lang="en-US" sz="1600" b="1"/>
                    </a:pPr>
                    <a:r>
                      <a:rPr lang="en-US" sz="1600" dirty="0"/>
                      <a:t> 15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7D78-407B-BAE3-AADCF9064D61}"/>
                </c:ext>
              </c:extLst>
            </c:dLbl>
            <c:dLbl>
              <c:idx val="2"/>
              <c:tx>
                <c:rich>
                  <a:bodyPr/>
                  <a:lstStyle/>
                  <a:p>
                    <a:pPr>
                      <a:defRPr lang="en-US" sz="1600" b="1"/>
                    </a:pPr>
                    <a:r>
                      <a:rPr lang="en-US" sz="1600" dirty="0"/>
                      <a:t> 25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7D78-407B-BAE3-AADCF9064D61}"/>
                </c:ext>
              </c:extLst>
            </c:dLbl>
            <c:dLbl>
              <c:idx val="3"/>
              <c:tx>
                <c:rich>
                  <a:bodyPr/>
                  <a:lstStyle/>
                  <a:p>
                    <a:pPr>
                      <a:defRPr lang="en-US" sz="1600" b="1"/>
                    </a:pPr>
                    <a:r>
                      <a:rPr lang="en-US" sz="1600" dirty="0"/>
                      <a:t> 27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7D78-407B-BAE3-AADCF9064D61}"/>
                </c:ext>
              </c:extLst>
            </c:dLbl>
            <c:spPr>
              <a:noFill/>
              <a:ln>
                <a:noFill/>
              </a:ln>
              <a:effectLst/>
            </c:spPr>
            <c:txPr>
              <a:bodyPr/>
              <a:lstStyle/>
              <a:p>
                <a:pPr>
                  <a:defRPr sz="1600" b="1"/>
                </a:pPr>
                <a:endParaRPr lang="fr-F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Sheet1!$B$5:$E$5</c:f>
              <c:numCache>
                <c:formatCode>_-* #,##0\ _€_-;\-* #,##0\ _€_-;_-* "-"??\ _€_-;_-@_-</c:formatCode>
                <c:ptCount val="4"/>
                <c:pt idx="0">
                  <c:v>10.999999999999998</c:v>
                </c:pt>
                <c:pt idx="1">
                  <c:v>15.000000000000002</c:v>
                </c:pt>
                <c:pt idx="2">
                  <c:v>25</c:v>
                </c:pt>
                <c:pt idx="3">
                  <c:v>27</c:v>
                </c:pt>
              </c:numCache>
            </c:numRef>
          </c:val>
          <c:smooth val="0"/>
          <c:extLst>
            <c:ext xmlns:c16="http://schemas.microsoft.com/office/drawing/2014/chart" uri="{C3380CC4-5D6E-409C-BE32-E72D297353CC}">
              <c16:uniqueId val="{00000013-7D78-407B-BAE3-AADCF9064D61}"/>
            </c:ext>
          </c:extLst>
        </c:ser>
        <c:dLbls>
          <c:showLegendKey val="0"/>
          <c:showVal val="0"/>
          <c:showCatName val="0"/>
          <c:showSerName val="0"/>
          <c:showPercent val="0"/>
          <c:showBubbleSize val="0"/>
        </c:dLbls>
        <c:marker val="1"/>
        <c:smooth val="0"/>
        <c:axId val="388249856"/>
        <c:axId val="388248320"/>
      </c:lineChart>
      <c:catAx>
        <c:axId val="387692032"/>
        <c:scaling>
          <c:orientation val="minMax"/>
        </c:scaling>
        <c:delete val="0"/>
        <c:axPos val="b"/>
        <c:numFmt formatCode="General" sourceLinked="0"/>
        <c:majorTickMark val="out"/>
        <c:minorTickMark val="none"/>
        <c:tickLblPos val="nextTo"/>
        <c:spPr>
          <a:ln w="12700">
            <a:solidFill>
              <a:schemeClr val="tx1"/>
            </a:solidFill>
          </a:ln>
        </c:spPr>
        <c:txPr>
          <a:bodyPr/>
          <a:lstStyle/>
          <a:p>
            <a:pPr>
              <a:defRPr b="0"/>
            </a:pPr>
            <a:endParaRPr lang="fr-FR"/>
          </a:p>
        </c:txPr>
        <c:crossAx val="387693568"/>
        <c:crosses val="autoZero"/>
        <c:auto val="1"/>
        <c:lblAlgn val="ctr"/>
        <c:lblOffset val="100"/>
        <c:noMultiLvlLbl val="0"/>
      </c:catAx>
      <c:valAx>
        <c:axId val="387693568"/>
        <c:scaling>
          <c:orientation val="minMax"/>
        </c:scaling>
        <c:delete val="0"/>
        <c:axPos val="l"/>
        <c:numFmt formatCode="0%"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7692032"/>
        <c:crosses val="autoZero"/>
        <c:crossBetween val="between"/>
      </c:valAx>
      <c:valAx>
        <c:axId val="388248320"/>
        <c:scaling>
          <c:orientation val="minMax"/>
        </c:scaling>
        <c:delete val="0"/>
        <c:axPos val="r"/>
        <c:numFmt formatCode="_-* #,##0\ _€_-;\-* #,##0\ _€_-;_-* &quot;-&quot;??\ _€_-;_-@_-"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8249856"/>
        <c:crosses val="max"/>
        <c:crossBetween val="between"/>
      </c:valAx>
      <c:catAx>
        <c:axId val="388249856"/>
        <c:scaling>
          <c:orientation val="minMax"/>
        </c:scaling>
        <c:delete val="1"/>
        <c:axPos val="b"/>
        <c:numFmt formatCode="General" sourceLinked="1"/>
        <c:majorTickMark val="out"/>
        <c:minorTickMark val="none"/>
        <c:tickLblPos val="nextTo"/>
        <c:crossAx val="388248320"/>
        <c:crosses val="autoZero"/>
        <c:auto val="1"/>
        <c:lblAlgn val="ctr"/>
        <c:lblOffset val="100"/>
        <c:noMultiLvlLbl val="0"/>
      </c:catAx>
    </c:plotArea>
    <c:legend>
      <c:legendPos val="t"/>
      <c:overlay val="0"/>
      <c:txPr>
        <a:bodyPr/>
        <a:lstStyle/>
        <a:p>
          <a:pPr>
            <a:defRPr lang="en-US" sz="1600"/>
          </a:pPr>
          <a:endParaRPr lang="fr-FR"/>
        </a:p>
      </c:txPr>
    </c:legend>
    <c:plotVisOnly val="1"/>
    <c:dispBlanksAs val="gap"/>
    <c:showDLblsOverMax val="0"/>
  </c:chart>
  <c:txPr>
    <a:bodyPr/>
    <a:lstStyle/>
    <a:p>
      <a:pPr>
        <a:defRPr sz="1800"/>
      </a:pPr>
      <a:endParaRPr lang="fr-FR"/>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Sheet1!$B$2</c:f>
              <c:numCache>
                <c:formatCode>0%</c:formatCode>
                <c:ptCount val="1"/>
                <c:pt idx="0">
                  <c:v>0.66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D5AF-4D62-9418-5FB0EA26AAD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Sheet1!$C$2</c:f>
              <c:numCache>
                <c:formatCode>0%</c:formatCode>
                <c:ptCount val="1"/>
                <c:pt idx="0">
                  <c:v>0.35549023360082022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D5AF-4D62-9418-5FB0EA26AAD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Sheet1!$D$2</c:f>
              <c:numCache>
                <c:formatCode>0%</c:formatCode>
                <c:ptCount val="1"/>
                <c:pt idx="0">
                  <c:v>0.31441044663432771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D5AF-4D62-9418-5FB0EA26AAD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Sheet1!$E$2</c:f>
              <c:numCache>
                <c:formatCode>0%</c:formatCode>
                <c:ptCount val="1"/>
                <c:pt idx="0">
                  <c:v>2.382894725719209E-2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D5AF-4D62-9418-5FB0EA26AAD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Sheet1!$B$2</c:f>
              <c:numCache>
                <c:formatCode>0%</c:formatCode>
                <c:ptCount val="1"/>
                <c:pt idx="0">
                  <c:v>0.41822405807538254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55F4-4AFE-A913-2944C279E46B}"/>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Sheet1!$C$2</c:f>
              <c:numCache>
                <c:formatCode>0%</c:formatCode>
                <c:ptCount val="1"/>
                <c:pt idx="0">
                  <c:v>0.40960830919839808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55F4-4AFE-A913-2944C279E46B}"/>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Sheet1!$D$2</c:f>
              <c:numCache>
                <c:formatCode>0%</c:formatCode>
                <c:ptCount val="1"/>
                <c:pt idx="0">
                  <c:v>0.40380659936009</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55F4-4AFE-A913-2944C279E46B}"/>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Sheet1!$E$2</c:f>
              <c:numCache>
                <c:formatCode>0%</c:formatCode>
                <c:ptCount val="1"/>
                <c:pt idx="0">
                  <c:v>0.45447340771912936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55F4-4AFE-A913-2944C279E46B}"/>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Sheet1!$B$2</c:f>
              <c:numCache>
                <c:formatCode>0%</c:formatCode>
                <c:ptCount val="1"/>
                <c:pt idx="0">
                  <c:v>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1E48-4E57-9402-D59297827B9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Sheet1!$C$2</c:f>
              <c:numCache>
                <c:formatCode>0%</c:formatCode>
                <c:ptCount val="1"/>
                <c:pt idx="0">
                  <c:v>0.14000000000000001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1E48-4E57-9402-D59297827B9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Sheet1!$D$2</c:f>
              <c:numCache>
                <c:formatCode>0%</c:formatCode>
                <c:ptCount val="1"/>
                <c:pt idx="0">
                  <c:v>0.16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1E48-4E57-9402-D59297827B9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Sheet1!$E$2</c:f>
              <c:numCache>
                <c:formatCode>0%</c:formatCode>
                <c:ptCount val="1"/>
                <c:pt idx="0">
                  <c:v>0.18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1E48-4E57-9402-D59297827B9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Sheet1!$B$2</c:f>
              <c:numCache>
                <c:formatCode>0%</c:formatCode>
                <c:ptCount val="1"/>
                <c:pt idx="0">
                  <c:v>0.61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C5E2-4B95-9461-BAA7419F012D}"/>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Sheet1!$C$2</c:f>
              <c:numCache>
                <c:formatCode>0%</c:formatCode>
                <c:ptCount val="1"/>
                <c:pt idx="0">
                  <c:v>0.42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5E2-4B95-9461-BAA7419F012D}"/>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Sheet1!$D$2</c:f>
              <c:numCache>
                <c:formatCode>0%</c:formatCode>
                <c:ptCount val="1"/>
                <c:pt idx="0">
                  <c:v>0.31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5E2-4B95-9461-BAA7419F012D}"/>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Sheet1!$E$2</c:f>
              <c:numCache>
                <c:formatCode>0%</c:formatCode>
                <c:ptCount val="1"/>
                <c:pt idx="0">
                  <c:v>0.20921160366613334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C5E2-4B95-9461-BAA7419F012D}"/>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D547-4722-9799-ADA81691D3A3}"/>
              </c:ext>
            </c:extLst>
          </c:dPt>
          <c:dPt>
            <c:idx val="1"/>
            <c:bubble3D val="0"/>
            <c:spPr>
              <a:noFill/>
              <a:ln w="19050">
                <a:noFill/>
              </a:ln>
              <a:effectLst/>
            </c:spPr>
            <c:extLst>
              <c:ext xmlns:c16="http://schemas.microsoft.com/office/drawing/2014/chart" uri="{C3380CC4-5D6E-409C-BE32-E72D297353CC}">
                <c16:uniqueId val="{00000003-D547-4722-9799-ADA81691D3A3}"/>
              </c:ext>
            </c:extLst>
          </c:dPt>
          <c:cat>
            <c:strRef>
              <c:f>Sheet1!$A$2:$A$3</c:f>
              <c:strCache>
                <c:ptCount val="2"/>
                <c:pt idx="0">
                  <c:v>1st Qtr</c:v>
                </c:pt>
                <c:pt idx="1">
                  <c:v>2nd Qtr</c:v>
                </c:pt>
              </c:strCache>
            </c:strRef>
          </c:cat>
          <c:val>
            <c:numRef>
              <c:f>Sheet1!$B$2:$B$3</c:f>
              <c:numCache>
                <c:formatCode>0%</c:formatCode>
                <c:ptCount val="2"/>
                <c:pt idx="0">
                  <c:v>0.4</c:v>
                </c:pt>
                <c:pt idx="1">
                  <c:v>0.6</c:v>
                </c:pt>
              </c:numCache>
            </c:numRef>
          </c:val>
          <c:extLst>
            <c:ext xmlns:c16="http://schemas.microsoft.com/office/drawing/2014/chart" uri="{C3380CC4-5D6E-409C-BE32-E72D297353CC}">
              <c16:uniqueId val="{00000004-D547-4722-9799-ADA81691D3A3}"/>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lt1"/>
              </a:solidFill>
            </a:ln>
          </c:spPr>
          <c:dPt>
            <c:idx val="0"/>
            <c:bubble3D val="0"/>
            <c:spPr>
              <a:solidFill>
                <a:schemeClr val="accent3"/>
              </a:solidFill>
              <a:ln w="19050">
                <a:solidFill>
                  <a:schemeClr val="lt1"/>
                </a:solidFill>
              </a:ln>
              <a:effectLst/>
            </c:spPr>
            <c:extLst>
              <c:ext xmlns:c16="http://schemas.microsoft.com/office/drawing/2014/chart" uri="{C3380CC4-5D6E-409C-BE32-E72D297353CC}">
                <c16:uniqueId val="{00000001-FEB6-4344-9C4E-9F0BE746DE1C}"/>
              </c:ext>
            </c:extLst>
          </c:dPt>
          <c:dPt>
            <c:idx val="1"/>
            <c:bubble3D val="0"/>
            <c:spPr>
              <a:noFill/>
              <a:ln w="19050">
                <a:solidFill>
                  <a:schemeClr val="lt1"/>
                </a:solidFill>
              </a:ln>
              <a:effectLst/>
            </c:spPr>
            <c:extLst>
              <c:ext xmlns:c16="http://schemas.microsoft.com/office/drawing/2014/chart" uri="{C3380CC4-5D6E-409C-BE32-E72D297353CC}">
                <c16:uniqueId val="{00000003-FEB6-4344-9C4E-9F0BE746DE1C}"/>
              </c:ext>
            </c:extLst>
          </c:dPt>
          <c:cat>
            <c:strRef>
              <c:f>Sheet1!$A$2:$A$3</c:f>
              <c:strCache>
                <c:ptCount val="2"/>
                <c:pt idx="0">
                  <c:v>1st Qtr</c:v>
                </c:pt>
                <c:pt idx="1">
                  <c:v>2nd Qtr</c:v>
                </c:pt>
              </c:strCache>
            </c:strRef>
          </c:cat>
          <c:val>
            <c:numRef>
              <c:f>Sheet1!$B$2:$B$3</c:f>
              <c:numCache>
                <c:formatCode>0%</c:formatCode>
                <c:ptCount val="2"/>
                <c:pt idx="0">
                  <c:v>0.6</c:v>
                </c:pt>
                <c:pt idx="1">
                  <c:v>0.4</c:v>
                </c:pt>
              </c:numCache>
            </c:numRef>
          </c:val>
          <c:extLst>
            <c:ext xmlns:c16="http://schemas.microsoft.com/office/drawing/2014/chart" uri="{C3380CC4-5D6E-409C-BE32-E72D297353CC}">
              <c16:uniqueId val="{00000004-FEB6-4344-9C4E-9F0BE746DE1C}"/>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01-F842-4551-AAFB-447E53004EED}"/>
              </c:ext>
            </c:extLst>
          </c:dPt>
          <c:dPt>
            <c:idx val="1"/>
            <c:bubble3D val="0"/>
            <c:spPr>
              <a:noFill/>
              <a:ln w="19050">
                <a:noFill/>
              </a:ln>
              <a:effectLst/>
            </c:spPr>
            <c:extLst>
              <c:ext xmlns:c16="http://schemas.microsoft.com/office/drawing/2014/chart" uri="{C3380CC4-5D6E-409C-BE32-E72D297353CC}">
                <c16:uniqueId val="{00000003-F842-4551-AAFB-447E53004EED}"/>
              </c:ext>
            </c:extLst>
          </c:dPt>
          <c:cat>
            <c:strRef>
              <c:f>Sheet1!$A$2:$A$3</c:f>
              <c:strCache>
                <c:ptCount val="2"/>
                <c:pt idx="0">
                  <c:v>1st Qtr</c:v>
                </c:pt>
                <c:pt idx="1">
                  <c:v>2nd Qtr</c:v>
                </c:pt>
              </c:strCache>
            </c:strRef>
          </c:cat>
          <c:val>
            <c:numRef>
              <c:f>Sheet1!$B$2:$B$3</c:f>
              <c:numCache>
                <c:formatCode>0%</c:formatCode>
                <c:ptCount val="2"/>
                <c:pt idx="0">
                  <c:v>0.75</c:v>
                </c:pt>
                <c:pt idx="1">
                  <c:v>0.25</c:v>
                </c:pt>
              </c:numCache>
            </c:numRef>
          </c:val>
          <c:extLst>
            <c:ext xmlns:c16="http://schemas.microsoft.com/office/drawing/2014/chart" uri="{C3380CC4-5D6E-409C-BE32-E72D297353CC}">
              <c16:uniqueId val="{00000004-F842-4551-AAFB-447E53004EED}"/>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A293-4680-BF03-8B3472FBD154}"/>
              </c:ext>
            </c:extLst>
          </c:dPt>
          <c:dPt>
            <c:idx val="1"/>
            <c:bubble3D val="0"/>
            <c:spPr>
              <a:noFill/>
              <a:ln w="19050">
                <a:noFill/>
              </a:ln>
              <a:effectLst/>
            </c:spPr>
            <c:extLst>
              <c:ext xmlns:c16="http://schemas.microsoft.com/office/drawing/2014/chart" uri="{C3380CC4-5D6E-409C-BE32-E72D297353CC}">
                <c16:uniqueId val="{00000003-A293-4680-BF03-8B3472FBD154}"/>
              </c:ext>
            </c:extLst>
          </c:dPt>
          <c:cat>
            <c:strRef>
              <c:f>Sheet1!$A$2:$A$3</c:f>
              <c:strCache>
                <c:ptCount val="2"/>
                <c:pt idx="0">
                  <c:v>1st Qtr</c:v>
                </c:pt>
                <c:pt idx="1">
                  <c:v>2nd Qtr</c:v>
                </c:pt>
              </c:strCache>
            </c:strRef>
          </c:cat>
          <c:val>
            <c:numRef>
              <c:f>Sheet1!$B$2:$B$3</c:f>
              <c:numCache>
                <c:formatCode>0%</c:formatCode>
                <c:ptCount val="2"/>
                <c:pt idx="0">
                  <c:v>0.7</c:v>
                </c:pt>
                <c:pt idx="1">
                  <c:v>0.30000000000000004</c:v>
                </c:pt>
              </c:numCache>
            </c:numRef>
          </c:val>
          <c:extLst>
            <c:ext xmlns:c16="http://schemas.microsoft.com/office/drawing/2014/chart" uri="{C3380CC4-5D6E-409C-BE32-E72D297353CC}">
              <c16:uniqueId val="{00000004-A293-4680-BF03-8B3472FBD154}"/>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cx:pt>
          <cx:pt idx="5">Facilities</cx:pt>
          <cx:pt idx="6">Other</cx:pt>
          <cx:pt idx="7">EBITDA</cx:pt>
          <cx:pt idx="8">D&amp;A</cx:pt>
          <cx:pt idx="9">EBIT</cx:pt>
          <cx:pt idx="10">Financial</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spPr>
            <a:ln w="3175">
              <a:solidFill>
                <a:schemeClr val="tx1"/>
              </a:solidFill>
            </a:ln>
          </cx:spPr>
          <cx:dataLabels>
            <cx:txPr>
              <a:bodyPr vertOverflow="overflow" horzOverflow="overflow" wrap="square" lIns="0" tIns="0" rIns="0" bIns="0"/>
              <a:lstStyle/>
              <a:p>
                <a:pPr algn="ctr" rtl="0">
                  <a:defRPr sz="800" b="0" i="0">
                    <a:solidFill>
                      <a:schemeClr val="tx1"/>
                    </a:solidFill>
                    <a:latin typeface="+mn-lt"/>
                    <a:ea typeface="Calibri" panose="020F0502020204030204" pitchFamily="34" charset="0"/>
                    <a:cs typeface="Calibri" panose="020F0502020204030204" pitchFamily="34" charset="0"/>
                  </a:defRPr>
                </a:pPr>
                <a:endParaRPr lang="en-US" sz="800">
                  <a:solidFill>
                    <a:schemeClr val="tx1"/>
                  </a:solidFill>
                  <a:latin typeface="+mn-lt"/>
                </a:endParaRPr>
              </a:p>
            </cx:txPr>
          </cx:dataLabels>
          <cx:dataId val="0"/>
          <cx:layoutPr>
            <cx:subtotals>
              <cx:idx val="2"/>
              <cx:idx val="7"/>
              <cx:idx val="9"/>
              <cx:idx val="12"/>
            </cx:subtotals>
          </cx:layoutPr>
        </cx:series>
      </cx:plotAreaRegion>
      <cx:axis id="0">
        <cx:catScaling gapWidth="0.5"/>
        <cx:majorTickMarks type="out"/>
        <cx:tickLabels/>
        <cx:numFmt formatCode="Standard" sourceLinked="0"/>
        <cx:spPr>
          <a:ln w="3175">
            <a:solidFill>
              <a:schemeClr val="tx1"/>
            </a:solidFill>
          </a:ln>
        </cx:spPr>
        <cx:txPr>
          <a:bodyPr spcFirstLastPara="1" vertOverflow="ellipsis" wrap="square" lIns="0" tIns="0" rIns="0" bIns="0" anchor="ctr" anchorCtr="1"/>
          <a:lstStyle/>
          <a:p>
            <a:pPr>
              <a:defRPr sz="800" b="0">
                <a:solidFill>
                  <a:schemeClr val="tx1"/>
                </a:solidFill>
                <a:latin typeface="+mn-lt"/>
              </a:defRPr>
            </a:pPr>
            <a:endParaRPr lang="fr-FR" sz="800" b="0">
              <a:solidFill>
                <a:schemeClr val="tx1"/>
              </a:solidFill>
              <a:latin typeface="+mn-lt"/>
            </a:endParaRPr>
          </a:p>
        </cx:txPr>
      </cx:axis>
      <cx:axis id="1" hidden="1">
        <cx:valScaling/>
        <cx:tickLabels/>
        <cx:txPr>
          <a:bodyPr vertOverflow="overflow" horzOverflow="overflow" wrap="square" lIns="0" tIns="0" rIns="0" bIns="0"/>
          <a:lstStyle/>
          <a:p>
            <a:pPr algn="ctr" rtl="0">
              <a:defRPr sz="900" b="0" i="0">
                <a:solidFill>
                  <a:srgbClr val="595959"/>
                </a:solidFill>
                <a:latin typeface="+mn-lt"/>
                <a:ea typeface="Calibri" panose="020F0502020204030204" pitchFamily="34" charset="0"/>
                <a:cs typeface="Calibri" panose="020F0502020204030204" pitchFamily="34" charset="0"/>
              </a:defRPr>
            </a:pPr>
            <a:endParaRPr lang="en-US" sz="900">
              <a:latin typeface="+mn-lt"/>
            </a:endParaRPr>
          </a:p>
        </cx:txPr>
      </cx:axis>
    </cx:plotArea>
  </cx:chart>
</cx:chartSpace>
</file>

<file path=ppt/charts/chartEx2.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 / promotion</cx:pt>
          <cx:pt idx="5">Facilities</cx:pt>
          <cx:pt idx="6">Other expenses</cx:pt>
          <cx:pt idx="7">EBITDA</cx:pt>
          <cx:pt idx="8">D&amp;A</cx:pt>
          <cx:pt idx="9">EBIT</cx:pt>
          <cx:pt idx="10">Financial charges</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dataLabels>
            <cx:txPr>
              <a:bodyPr vertOverflow="overflow" horzOverflow="overflow" wrap="square" lIns="0" tIns="0" rIns="0" bIns="0"/>
              <a:lstStyle/>
              <a:p>
                <a:pPr algn="ctr" rtl="0">
                  <a:defRPr sz="1197" b="0" i="0">
                    <a:solidFill>
                      <a:schemeClr val="tx1"/>
                    </a:solidFill>
                    <a:latin typeface="+mn-lt"/>
                    <a:ea typeface="Calibri" panose="020F0502020204030204" pitchFamily="34" charset="0"/>
                    <a:cs typeface="Calibri" panose="020F0502020204030204" pitchFamily="34" charset="0"/>
                  </a:defRPr>
                </a:pPr>
                <a:endParaRPr lang="en-US">
                  <a:solidFill>
                    <a:schemeClr val="tx1"/>
                  </a:solidFill>
                  <a:latin typeface="+mn-lt"/>
                </a:endParaRPr>
              </a:p>
            </cx:txPr>
          </cx:dataLabels>
          <cx:dataId val="0"/>
          <cx:layoutPr>
            <cx:visibility connectorLines="1"/>
            <cx:subtotals>
              <cx:idx val="2"/>
              <cx:idx val="7"/>
              <cx:idx val="9"/>
              <cx:idx val="12"/>
            </cx:subtotals>
          </cx:layoutPr>
        </cx:series>
      </cx:plotAreaRegion>
      <cx:axis id="0">
        <cx:catScaling gapWidth="0.5"/>
        <cx:majorTickMarks type="out"/>
        <cx:tickLabels/>
        <cx:numFmt formatCode="Standard" sourceLinked="0"/>
        <cx:spPr>
          <a:ln w="38100">
            <a:solidFill>
              <a:schemeClr val="tx1"/>
            </a:solidFill>
          </a:ln>
        </cx:spPr>
        <cx:txPr>
          <a:bodyPr spcFirstLastPara="1" vertOverflow="ellipsis" wrap="square" lIns="0" tIns="0" rIns="0" bIns="0" anchor="ctr" anchorCtr="1"/>
          <a:lstStyle/>
          <a:p>
            <a:pPr>
              <a:defRPr sz="1100" b="0">
                <a:solidFill>
                  <a:schemeClr val="tx1"/>
                </a:solidFill>
                <a:latin typeface="+mn-lt"/>
              </a:defRPr>
            </a:pPr>
            <a:endParaRPr lang="fr-FR" sz="1100" b="0">
              <a:solidFill>
                <a:schemeClr val="tx1"/>
              </a:solidFill>
              <a:latin typeface="+mn-lt"/>
            </a:endParaRPr>
          </a:p>
        </cx:txPr>
      </cx:axis>
      <cx:axis id="1" hidden="1">
        <cx:valScaling/>
        <cx:tickLabels/>
        <cx:txPr>
          <a:bodyPr vertOverflow="overflow" horzOverflow="overflow" wrap="square" lIns="0" tIns="0" rIns="0" bIns="0"/>
          <a:lstStyle/>
          <a:p>
            <a:pPr algn="ctr" rtl="0">
              <a:defRPr sz="1197" b="0" i="0">
                <a:solidFill>
                  <a:srgbClr val="595959"/>
                </a:solidFill>
                <a:latin typeface="+mn-lt"/>
                <a:ea typeface="Calibri" panose="020F0502020204030204" pitchFamily="34" charset="0"/>
                <a:cs typeface="Calibri" panose="020F0502020204030204" pitchFamily="34" charset="0"/>
              </a:defRPr>
            </a:pPr>
            <a:endParaRPr lang="en-US">
              <a:latin typeface="+mn-lt"/>
            </a:endParaRPr>
          </a:p>
        </cx:txPr>
      </cx:axis>
    </cx:plotArea>
  </cx:chart>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8.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1.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2.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3.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_rels/data2.xml.rels><?xml version='1.0' encoding='UTF-8' standalone='yes'?>
<Relationships xmlns="http://schemas.openxmlformats.org/package/2006/relationships"><Relationship Id="rId1" Type="http://schemas.openxmlformats.org/officeDocument/2006/relationships/image" Target="../media/image59.png"/><Relationship Id="rId2" Type="http://schemas.openxmlformats.org/officeDocument/2006/relationships/image" Target="../media/image60.png"/><Relationship Id="rId3" Type="http://schemas.openxmlformats.org/officeDocument/2006/relationships/image" Target="../media/image61.png"/><Relationship Id="rId4" Type="http://schemas.openxmlformats.org/officeDocument/2006/relationships/image" Target="../media/image62.png"/><Relationship Id="rId5" Type="http://schemas.openxmlformats.org/officeDocument/2006/relationships/image" Target="../media/image63.png"/><Relationship Id="rId6" Type="http://schemas.openxmlformats.org/officeDocument/2006/relationships/image" Target="../media/image64.png"/></Relationships>
</file>

<file path=ppt/diagrams/_rels/drawing2.xml.rels><?xml version='1.0' encoding='UTF-8' standalone='yes'?>
<Relationships xmlns="http://schemas.openxmlformats.org/package/2006/relationships"><Relationship Id="rId1" Type="http://schemas.openxmlformats.org/officeDocument/2006/relationships/image" Target="../media/image59.png"/><Relationship Id="rId2" Type="http://schemas.openxmlformats.org/officeDocument/2006/relationships/image" Target="../media/image60.png"/><Relationship Id="rId3" Type="http://schemas.openxmlformats.org/officeDocument/2006/relationships/image" Target="../media/image61.png"/><Relationship Id="rId4" Type="http://schemas.openxmlformats.org/officeDocument/2006/relationships/image" Target="../media/image62.png"/><Relationship Id="rId5" Type="http://schemas.openxmlformats.org/officeDocument/2006/relationships/image" Target="../media/image63.png"/><Relationship Id="rId6" Type="http://schemas.openxmlformats.org/officeDocument/2006/relationships/image" Target="../media/image64.png"/></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ECFAEC43-1773-4289-B624-D6105D6FAD56}" type="doc">
      <dgm:prSet loTypeId="urn:microsoft.com/office/officeart/2005/8/layout/venn3" loCatId="relationship" qsTypeId="urn:microsoft.com/office/officeart/2005/8/quickstyle/simple1" qsCatId="simple" csTypeId="urn:microsoft.com/office/officeart/2005/8/colors/colorful2" csCatId="colorful" phldr="1"/>
      <dgm:spPr/>
    </dgm:pt>
    <dgm:pt modelId="{76691898-AEBB-4BCC-900C-F6BBE366BB78}">
      <dgm:prSet phldrT="[Texte]" custT="1"/>
      <dgm:spPr>
        <a:solidFill>
          <a:schemeClr val="accent1">
            <a:lumMod val="60000"/>
            <a:lumOff val="40000"/>
          </a:schemeClr>
        </a:solidFill>
        <a:ln w="3175">
          <a:solidFill>
            <a:schemeClr val="bg1"/>
          </a:solidFill>
        </a:ln>
      </dgm:spPr>
      <dgm:t>
        <a:bodyPr tIns="720000"/>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gm:t>
    </dgm:pt>
    <dgm:pt modelId="{EA270B15-C856-4FD4-8DC1-42879F82B901}" type="sibTrans" cxnId="{9C2EA86E-494D-419F-A8CB-E25CB89C4B57}">
      <dgm:prSet/>
      <dgm:spPr/>
      <dgm:t>
        <a:bodyPr/>
        <a:lstStyle/>
        <a:p>
          <a:endParaRPr lang="fr-FR" sz="2000">
            <a:solidFill>
              <a:schemeClr val="tx1"/>
            </a:solidFill>
            <a:latin typeface="+mn-lt"/>
          </a:endParaRPr>
        </a:p>
      </dgm:t>
    </dgm:pt>
    <dgm:pt modelId="{9B3AB8E7-2425-48AC-933E-A74E00B4F487}" type="parTrans" cxnId="{9C2EA86E-494D-419F-A8CB-E25CB89C4B57}">
      <dgm:prSet/>
      <dgm:spPr/>
      <dgm:t>
        <a:bodyPr/>
        <a:lstStyle/>
        <a:p>
          <a:endParaRPr lang="fr-FR" sz="2000">
            <a:solidFill>
              <a:schemeClr val="tx1"/>
            </a:solidFill>
            <a:latin typeface="+mn-lt"/>
          </a:endParaRPr>
        </a:p>
      </dgm:t>
    </dgm:pt>
    <dgm:pt modelId="{685FC51F-601E-4EBA-BF91-188CA3D75B5F}">
      <dgm:prSet phldrT="[Texte]" custT="1"/>
      <dgm:spPr>
        <a:solidFill>
          <a:schemeClr val="accent2">
            <a:lumMod val="60000"/>
            <a:lumOff val="40000"/>
            <a:alpha val="70000"/>
          </a:schemeClr>
        </a:solidFill>
        <a:ln w="3175">
          <a:solidFill>
            <a:schemeClr val="bg1"/>
          </a:solidFill>
        </a:ln>
      </dgm:spPr>
      <dgm:t>
        <a:bodyPr tIns="720000"/>
        <a:lstStyle/>
        <a:p>
          <a:pPr marL="0" indent="0" algn="ctr">
            <a:buNone/>
          </a:pPr>
          <a:r>
            <a:rPr lang="en-US" sz="1600" b="1" noProof="0" dirty="0">
              <a:solidFill>
                <a:schemeClr val="tx1"/>
              </a:solidFill>
              <a:latin typeface="+mn-lt"/>
              <a:ea typeface="Lato Black" panose="020B0604020202020204" charset="0"/>
              <a:cs typeface="Lato Black" panose="020B0604020202020204" charset="0"/>
            </a:rPr>
            <a:t>LOREM IPSUM</a:t>
          </a:r>
        </a:p>
        <a:p>
          <a:pPr marL="0" indent="0"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5180D868-6D4D-4927-AE58-7A41D44C85E6}" type="sibTrans" cxnId="{11496E75-F00A-4BF3-A799-2B4F9BA008E3}">
      <dgm:prSet/>
      <dgm:spPr/>
      <dgm:t>
        <a:bodyPr/>
        <a:lstStyle/>
        <a:p>
          <a:endParaRPr lang="fr-FR" sz="2000">
            <a:solidFill>
              <a:schemeClr val="tx1"/>
            </a:solidFill>
            <a:latin typeface="+mn-lt"/>
          </a:endParaRPr>
        </a:p>
      </dgm:t>
    </dgm:pt>
    <dgm:pt modelId="{CB397A92-2888-47DA-8544-49D46597E471}" type="parTrans" cxnId="{11496E75-F00A-4BF3-A799-2B4F9BA008E3}">
      <dgm:prSet/>
      <dgm:spPr/>
      <dgm:t>
        <a:bodyPr/>
        <a:lstStyle/>
        <a:p>
          <a:endParaRPr lang="fr-FR" sz="2000">
            <a:solidFill>
              <a:schemeClr val="tx1"/>
            </a:solidFill>
            <a:latin typeface="+mn-lt"/>
          </a:endParaRPr>
        </a:p>
      </dgm:t>
    </dgm:pt>
    <dgm:pt modelId="{5AF480D1-3FF1-4915-AD1B-155C7B66DBDC}">
      <dgm:prSet custT="1"/>
      <dgm:spPr>
        <a:solidFill>
          <a:schemeClr val="accent3">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b="0" dirty="0">
            <a:solidFill>
              <a:schemeClr val="tx1"/>
            </a:solidFill>
            <a:latin typeface="+mn-lt"/>
            <a:ea typeface="Lato" panose="020B0604020202020204" charset="0"/>
            <a:cs typeface="Lato" panose="020B0604020202020204" charset="0"/>
          </a:endParaRPr>
        </a:p>
      </dgm:t>
    </dgm:pt>
    <dgm:pt modelId="{D851E5D7-873C-4B34-BAEB-72F19645819C}" type="sibTrans" cxnId="{D33BA585-550F-49B2-A98F-ABAFB36AA91D}">
      <dgm:prSet/>
      <dgm:spPr/>
      <dgm:t>
        <a:bodyPr/>
        <a:lstStyle/>
        <a:p>
          <a:endParaRPr lang="fr-FR" sz="2000">
            <a:solidFill>
              <a:schemeClr val="tx1"/>
            </a:solidFill>
            <a:latin typeface="+mn-lt"/>
          </a:endParaRPr>
        </a:p>
      </dgm:t>
    </dgm:pt>
    <dgm:pt modelId="{1E695CBB-1FC2-404B-A84B-8B0FBD99EE13}" type="parTrans" cxnId="{D33BA585-550F-49B2-A98F-ABAFB36AA91D}">
      <dgm:prSet/>
      <dgm:spPr/>
      <dgm:t>
        <a:bodyPr/>
        <a:lstStyle/>
        <a:p>
          <a:endParaRPr lang="fr-FR" sz="2000">
            <a:solidFill>
              <a:schemeClr val="tx1"/>
            </a:solidFill>
            <a:latin typeface="+mn-lt"/>
          </a:endParaRPr>
        </a:p>
      </dgm:t>
    </dgm:pt>
    <dgm:pt modelId="{92D57691-700A-4336-9059-50EA7BA8FF6D}">
      <dgm:prSet phldrT="[Texte]" custT="1"/>
      <dgm:spPr>
        <a:solidFill>
          <a:schemeClr val="accent4">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DBCEE4B2-5E43-4D97-9405-474FD811A004}" type="sibTrans" cxnId="{E23987A3-0DDE-4CCA-8DAB-DDAA4A4F8BA8}">
      <dgm:prSet/>
      <dgm:spPr/>
      <dgm:t>
        <a:bodyPr/>
        <a:lstStyle/>
        <a:p>
          <a:endParaRPr lang="fr-FR" sz="2000">
            <a:solidFill>
              <a:schemeClr val="tx1"/>
            </a:solidFill>
            <a:latin typeface="+mn-lt"/>
          </a:endParaRPr>
        </a:p>
      </dgm:t>
    </dgm:pt>
    <dgm:pt modelId="{70548608-8F57-4F22-9471-25620D23C83F}" type="parTrans" cxnId="{E23987A3-0DDE-4CCA-8DAB-DDAA4A4F8BA8}">
      <dgm:prSet/>
      <dgm:spPr/>
      <dgm:t>
        <a:bodyPr/>
        <a:lstStyle/>
        <a:p>
          <a:endParaRPr lang="fr-FR" sz="2000">
            <a:solidFill>
              <a:schemeClr val="tx1"/>
            </a:solidFill>
            <a:latin typeface="+mn-lt"/>
          </a:endParaRPr>
        </a:p>
      </dgm:t>
    </dgm:pt>
    <dgm:pt modelId="{42C260FF-092F-4668-A31B-A91C215C37D5}" type="pres">
      <dgm:prSet presAssocID="{ECFAEC43-1773-4289-B624-D6105D6FAD56}" presName="Name0" presStyleCnt="0">
        <dgm:presLayoutVars>
          <dgm:dir/>
          <dgm:resizeHandles val="exact"/>
        </dgm:presLayoutVars>
      </dgm:prSet>
      <dgm:spPr/>
    </dgm:pt>
    <dgm:pt modelId="{49CE4283-B0B9-4413-8271-E4CEED923DB3}" type="pres">
      <dgm:prSet presAssocID="{76691898-AEBB-4BCC-900C-F6BBE366BB78}" presName="Name5" presStyleLbl="vennNode1" presStyleIdx="0" presStyleCnt="4">
        <dgm:presLayoutVars>
          <dgm:bulletEnabled val="1"/>
        </dgm:presLayoutVars>
      </dgm:prSet>
      <dgm:spPr/>
    </dgm:pt>
    <dgm:pt modelId="{F1FD3745-7759-4BB0-9DDD-9CE8E535A803}" type="pres">
      <dgm:prSet presAssocID="{EA270B15-C856-4FD4-8DC1-42879F82B901}" presName="space" presStyleCnt="0"/>
      <dgm:spPr/>
    </dgm:pt>
    <dgm:pt modelId="{BB73B202-8892-464F-A72C-7A9BFEC6E47D}" type="pres">
      <dgm:prSet presAssocID="{685FC51F-601E-4EBA-BF91-188CA3D75B5F}" presName="Name5" presStyleLbl="vennNode1" presStyleIdx="1" presStyleCnt="4" custLinFactNeighborX="2840" custLinFactNeighborY="-254">
        <dgm:presLayoutVars>
          <dgm:bulletEnabled val="1"/>
        </dgm:presLayoutVars>
      </dgm:prSet>
      <dgm:spPr/>
    </dgm:pt>
    <dgm:pt modelId="{1AADB164-3D9D-44D7-8DEE-3156E15BD9BD}" type="pres">
      <dgm:prSet presAssocID="{5180D868-6D4D-4927-AE58-7A41D44C85E6}" presName="space" presStyleCnt="0"/>
      <dgm:spPr/>
    </dgm:pt>
    <dgm:pt modelId="{CDF5FF57-C68B-4B0E-811C-86A76E9A55DA}" type="pres">
      <dgm:prSet presAssocID="{5AF480D1-3FF1-4915-AD1B-155C7B66DBDC}" presName="Name5" presStyleLbl="vennNode1" presStyleIdx="2" presStyleCnt="4">
        <dgm:presLayoutVars>
          <dgm:bulletEnabled val="1"/>
        </dgm:presLayoutVars>
      </dgm:prSet>
      <dgm:spPr/>
    </dgm:pt>
    <dgm:pt modelId="{0DE57C86-5CC1-4301-B92E-C230CF14B10F}" type="pres">
      <dgm:prSet presAssocID="{D851E5D7-873C-4B34-BAEB-72F19645819C}" presName="space" presStyleCnt="0"/>
      <dgm:spPr/>
    </dgm:pt>
    <dgm:pt modelId="{36321623-05DB-492D-A6AB-811AEB466F83}" type="pres">
      <dgm:prSet presAssocID="{92D57691-700A-4336-9059-50EA7BA8FF6D}" presName="Name5" presStyleLbl="vennNode1" presStyleIdx="3" presStyleCnt="4">
        <dgm:presLayoutVars>
          <dgm:bulletEnabled val="1"/>
        </dgm:presLayoutVars>
      </dgm:prSet>
      <dgm:spPr/>
    </dgm:pt>
  </dgm:ptLst>
  <dgm:cxnLst>
    <dgm:cxn modelId="{5BC68340-974C-4B61-9E81-95E5A1961661}" type="presOf" srcId="{ECFAEC43-1773-4289-B624-D6105D6FAD56}" destId="{42C260FF-092F-4668-A31B-A91C215C37D5}" srcOrd="0" destOrd="0" presId="urn:microsoft.com/office/officeart/2005/8/layout/venn3"/>
    <dgm:cxn modelId="{9C2EA86E-494D-419F-A8CB-E25CB89C4B57}" srcId="{ECFAEC43-1773-4289-B624-D6105D6FAD56}" destId="{76691898-AEBB-4BCC-900C-F6BBE366BB78}" srcOrd="0" destOrd="0" parTransId="{9B3AB8E7-2425-48AC-933E-A74E00B4F487}" sibTransId="{EA270B15-C856-4FD4-8DC1-42879F82B901}"/>
    <dgm:cxn modelId="{11496E75-F00A-4BF3-A799-2B4F9BA008E3}" srcId="{ECFAEC43-1773-4289-B624-D6105D6FAD56}" destId="{685FC51F-601E-4EBA-BF91-188CA3D75B5F}" srcOrd="1" destOrd="0" parTransId="{CB397A92-2888-47DA-8544-49D46597E471}" sibTransId="{5180D868-6D4D-4927-AE58-7A41D44C85E6}"/>
    <dgm:cxn modelId="{32E7B058-8D95-404D-8BD9-725B5DA962E6}" type="presOf" srcId="{5AF480D1-3FF1-4915-AD1B-155C7B66DBDC}" destId="{CDF5FF57-C68B-4B0E-811C-86A76E9A55DA}" srcOrd="0" destOrd="0" presId="urn:microsoft.com/office/officeart/2005/8/layout/venn3"/>
    <dgm:cxn modelId="{D33BA585-550F-49B2-A98F-ABAFB36AA91D}" srcId="{ECFAEC43-1773-4289-B624-D6105D6FAD56}" destId="{5AF480D1-3FF1-4915-AD1B-155C7B66DBDC}" srcOrd="2" destOrd="0" parTransId="{1E695CBB-1FC2-404B-A84B-8B0FBD99EE13}" sibTransId="{D851E5D7-873C-4B34-BAEB-72F19645819C}"/>
    <dgm:cxn modelId="{923C599E-1146-4CE3-8BF4-58BFDBE7A97B}" type="presOf" srcId="{685FC51F-601E-4EBA-BF91-188CA3D75B5F}" destId="{BB73B202-8892-464F-A72C-7A9BFEC6E47D}" srcOrd="0" destOrd="0" presId="urn:microsoft.com/office/officeart/2005/8/layout/venn3"/>
    <dgm:cxn modelId="{E23987A3-0DDE-4CCA-8DAB-DDAA4A4F8BA8}" srcId="{ECFAEC43-1773-4289-B624-D6105D6FAD56}" destId="{92D57691-700A-4336-9059-50EA7BA8FF6D}" srcOrd="3" destOrd="0" parTransId="{70548608-8F57-4F22-9471-25620D23C83F}" sibTransId="{DBCEE4B2-5E43-4D97-9405-474FD811A004}"/>
    <dgm:cxn modelId="{14FD59A9-1336-4C39-9A92-B0CAC5272000}" type="presOf" srcId="{76691898-AEBB-4BCC-900C-F6BBE366BB78}" destId="{49CE4283-B0B9-4413-8271-E4CEED923DB3}" srcOrd="0" destOrd="0" presId="urn:microsoft.com/office/officeart/2005/8/layout/venn3"/>
    <dgm:cxn modelId="{628D34CD-CC48-424E-9285-D2CB02772778}" type="presOf" srcId="{92D57691-700A-4336-9059-50EA7BA8FF6D}" destId="{36321623-05DB-492D-A6AB-811AEB466F83}" srcOrd="0" destOrd="0" presId="urn:microsoft.com/office/officeart/2005/8/layout/venn3"/>
    <dgm:cxn modelId="{6F1EE735-82DE-4515-9E33-EAC317FB1EF0}" type="presParOf" srcId="{42C260FF-092F-4668-A31B-A91C215C37D5}" destId="{49CE4283-B0B9-4413-8271-E4CEED923DB3}" srcOrd="0" destOrd="0" presId="urn:microsoft.com/office/officeart/2005/8/layout/venn3"/>
    <dgm:cxn modelId="{93F4E674-21E7-445B-8619-A4F00521A2E1}" type="presParOf" srcId="{42C260FF-092F-4668-A31B-A91C215C37D5}" destId="{F1FD3745-7759-4BB0-9DDD-9CE8E535A803}" srcOrd="1" destOrd="0" presId="urn:microsoft.com/office/officeart/2005/8/layout/venn3"/>
    <dgm:cxn modelId="{2F0B1913-A03D-419A-9BC9-B556F07EB04D}" type="presParOf" srcId="{42C260FF-092F-4668-A31B-A91C215C37D5}" destId="{BB73B202-8892-464F-A72C-7A9BFEC6E47D}" srcOrd="2" destOrd="0" presId="urn:microsoft.com/office/officeart/2005/8/layout/venn3"/>
    <dgm:cxn modelId="{5EF1C51A-1B92-4449-9DB9-2D727EC8D699}" type="presParOf" srcId="{42C260FF-092F-4668-A31B-A91C215C37D5}" destId="{1AADB164-3D9D-44D7-8DEE-3156E15BD9BD}" srcOrd="3" destOrd="0" presId="urn:microsoft.com/office/officeart/2005/8/layout/venn3"/>
    <dgm:cxn modelId="{FFED29AA-A5C6-4DE0-A8C2-4B92E0325E0A}" type="presParOf" srcId="{42C260FF-092F-4668-A31B-A91C215C37D5}" destId="{CDF5FF57-C68B-4B0E-811C-86A76E9A55DA}" srcOrd="4" destOrd="0" presId="urn:microsoft.com/office/officeart/2005/8/layout/venn3"/>
    <dgm:cxn modelId="{B11BA042-1981-4D4E-8C3D-E7E3B40B9657}" type="presParOf" srcId="{42C260FF-092F-4668-A31B-A91C215C37D5}" destId="{0DE57C86-5CC1-4301-B92E-C230CF14B10F}" srcOrd="5" destOrd="0" presId="urn:microsoft.com/office/officeart/2005/8/layout/venn3"/>
    <dgm:cxn modelId="{23863C1E-E49E-48CF-8C02-DCA7D1C9D33B}" type="presParOf" srcId="{42C260FF-092F-4668-A31B-A91C215C37D5}" destId="{36321623-05DB-492D-A6AB-811AEB466F83}" srcOrd="6" destOrd="0" presId="urn:microsoft.com/office/officeart/2005/8/layout/venn3"/>
  </dgm:cxnLst>
  <dgm:bg/>
  <dgm:whole/>
  <dgm:extLst>
    <a:ext uri="http://schemas.microsoft.com/office/drawing/2008/diagram">
      <dsp:dataModelExt xmlns:dsp="http://schemas.microsoft.com/office/drawing/2008/diagram" relId="rId9" minVer="http://schemas.openxmlformats.org/drawingml/2006/diagram"/>
    </a:ext>
    <a:ext uri="{C62137D5-CB1D-491B-B009-E17868A290BF}">
      <dgm14:recolorImg xmlns:dgm14="http://schemas.microsoft.com/office/drawing/2010/diagram" val="1"/>
    </a:ext>
  </dgm:extLst>
</dgm:dataModel>
</file>

<file path=ppt/diagrams/data2.xml><?xml version="1.0" encoding="utf-8"?>
<dgm:dataModel xmlns:dgm="http://schemas.openxmlformats.org/drawingml/2006/diagram" xmlns:a="http://schemas.openxmlformats.org/drawingml/2006/main">
  <dgm:ptLst>
    <dgm:pt modelId="{E93DA866-9251-4F39-8FDA-C4554223EBE8}" type="doc">
      <dgm:prSet loTypeId="urn:microsoft.com/office/officeart/2009/layout/CirclePictureHierarchy" loCatId="hierarchy" qsTypeId="urn:microsoft.com/office/officeart/2005/8/quickstyle/simple1" qsCatId="simple" csTypeId="urn:microsoft.com/office/officeart/2005/8/colors/accent0_1" csCatId="mainScheme" phldr="1"/>
      <dgm:spPr/>
      <dgm:t>
        <a:bodyPr/>
        <a:lstStyle/>
        <a:p>
          <a:endParaRPr lang="en-US"/>
        </a:p>
      </dgm:t>
    </dgm:pt>
    <dgm:pt modelId="{9D1940F7-9FA0-4F17-9030-2CA6F33F5264}">
      <dgm:prSet phldrT="[Text]" custT="1"/>
      <dgm:spPr/>
      <dgm:t>
        <a:bodyPr/>
        <a:lstStyle/>
        <a:p>
          <a:r>
            <a:rPr lang="en-US" sz="1600" dirty="0"/>
            <a:t>Jane DOE</a:t>
          </a:r>
        </a:p>
        <a:p>
          <a:r>
            <a:rPr lang="en-US" sz="1600" dirty="0"/>
            <a:t>CEO</a:t>
          </a:r>
        </a:p>
      </dgm:t>
    </dgm:pt>
    <dgm:pt modelId="{A08D6B84-9504-4FF2-A2E8-E456120C7EDE}" type="parTrans" cxnId="{F3E78BE6-0474-422E-AB3F-2CADF5269D0D}">
      <dgm:prSet/>
      <dgm:spPr/>
      <dgm:t>
        <a:bodyPr/>
        <a:lstStyle/>
        <a:p>
          <a:endParaRPr lang="en-US" sz="1050"/>
        </a:p>
      </dgm:t>
    </dgm:pt>
    <dgm:pt modelId="{3FBF166C-422F-4A0E-A3B3-BA1D5937AEB4}" type="sibTrans" cxnId="{F3E78BE6-0474-422E-AB3F-2CADF5269D0D}">
      <dgm:prSet/>
      <dgm:spPr/>
      <dgm:t>
        <a:bodyPr/>
        <a:lstStyle/>
        <a:p>
          <a:endParaRPr lang="en-US" sz="1050"/>
        </a:p>
      </dgm:t>
    </dgm:pt>
    <dgm:pt modelId="{C1CF8918-AA00-4831-843F-F2C74136DECC}">
      <dgm:prSet phldrT="[Text]" custT="1"/>
      <dgm:spPr/>
      <dgm:t>
        <a:bodyPr/>
        <a:lstStyle/>
        <a:p>
          <a:r>
            <a:rPr lang="en-US" sz="1600" dirty="0"/>
            <a:t>John DOE</a:t>
          </a:r>
        </a:p>
        <a:p>
          <a:r>
            <a:rPr lang="en-US" sz="1600" dirty="0"/>
            <a:t>CFO</a:t>
          </a:r>
        </a:p>
      </dgm:t>
    </dgm:pt>
    <dgm:pt modelId="{0384D3AC-0AA5-4DC9-8969-E2914922AA51}" type="parTrans" cxnId="{EB59B3C2-D36A-44FA-98FA-6AA1F36E5BBF}">
      <dgm:prSet/>
      <dgm:spPr/>
      <dgm:t>
        <a:bodyPr/>
        <a:lstStyle/>
        <a:p>
          <a:endParaRPr lang="en-US" sz="1050"/>
        </a:p>
      </dgm:t>
    </dgm:pt>
    <dgm:pt modelId="{04718E87-F759-489C-ABC7-8919C5E53058}" type="sibTrans" cxnId="{EB59B3C2-D36A-44FA-98FA-6AA1F36E5BBF}">
      <dgm:prSet/>
      <dgm:spPr/>
      <dgm:t>
        <a:bodyPr/>
        <a:lstStyle/>
        <a:p>
          <a:endParaRPr lang="en-US" sz="1050"/>
        </a:p>
      </dgm:t>
    </dgm:pt>
    <dgm:pt modelId="{43AF8E94-2C52-4A5F-9ED1-4563332526A5}">
      <dgm:prSet phldrT="[Text]" custT="1"/>
      <dgm:spPr/>
      <dgm:t>
        <a:bodyPr/>
        <a:lstStyle/>
        <a:p>
          <a:r>
            <a:rPr lang="en-US" sz="1600" dirty="0"/>
            <a:t>John DOE</a:t>
          </a:r>
        </a:p>
        <a:p>
          <a:r>
            <a:rPr lang="en-US" sz="1600" dirty="0"/>
            <a:t>Controlling</a:t>
          </a:r>
        </a:p>
      </dgm:t>
    </dgm:pt>
    <dgm:pt modelId="{C9C61EB5-9790-41B7-8E3A-F35982094DA8}" type="parTrans" cxnId="{DFE92259-31C6-481F-9760-07A41219FAC2}">
      <dgm:prSet/>
      <dgm:spPr/>
      <dgm:t>
        <a:bodyPr/>
        <a:lstStyle/>
        <a:p>
          <a:endParaRPr lang="en-US" sz="1050"/>
        </a:p>
      </dgm:t>
    </dgm:pt>
    <dgm:pt modelId="{F8A5C632-ED45-4660-AE02-83D89DB36C6E}" type="sibTrans" cxnId="{DFE92259-31C6-481F-9760-07A41219FAC2}">
      <dgm:prSet/>
      <dgm:spPr/>
      <dgm:t>
        <a:bodyPr/>
        <a:lstStyle/>
        <a:p>
          <a:endParaRPr lang="en-US" sz="1050"/>
        </a:p>
      </dgm:t>
    </dgm:pt>
    <dgm:pt modelId="{1223CB75-B354-4C0A-ADF7-9330E4676D5D}">
      <dgm:prSet phldrT="[Text]" custT="1"/>
      <dgm:spPr/>
      <dgm:t>
        <a:bodyPr/>
        <a:lstStyle/>
        <a:p>
          <a:r>
            <a:rPr lang="en-US" sz="1600" dirty="0"/>
            <a:t>Jane DOE</a:t>
          </a:r>
        </a:p>
        <a:p>
          <a:r>
            <a:rPr lang="en-US" sz="1600" dirty="0"/>
            <a:t>Budget</a:t>
          </a:r>
        </a:p>
      </dgm:t>
    </dgm:pt>
    <dgm:pt modelId="{D38F200D-202C-42AE-AEE8-4DA6A321E997}" type="parTrans" cxnId="{A646C6ED-31A6-4593-9270-B902F70E0FA2}">
      <dgm:prSet/>
      <dgm:spPr/>
      <dgm:t>
        <a:bodyPr/>
        <a:lstStyle/>
        <a:p>
          <a:endParaRPr lang="en-US" sz="1050"/>
        </a:p>
      </dgm:t>
    </dgm:pt>
    <dgm:pt modelId="{375A8D1C-CBD9-41B0-B049-DE241BCA5B51}" type="sibTrans" cxnId="{A646C6ED-31A6-4593-9270-B902F70E0FA2}">
      <dgm:prSet/>
      <dgm:spPr/>
      <dgm:t>
        <a:bodyPr/>
        <a:lstStyle/>
        <a:p>
          <a:endParaRPr lang="en-US" sz="1050"/>
        </a:p>
      </dgm:t>
    </dgm:pt>
    <dgm:pt modelId="{F5841DD2-EE9E-4920-8F40-9071A2C587C3}">
      <dgm:prSet phldrT="[Text]" custT="1"/>
      <dgm:spPr/>
      <dgm:t>
        <a:bodyPr/>
        <a:lstStyle/>
        <a:p>
          <a:r>
            <a:rPr lang="en-US" sz="1600" dirty="0"/>
            <a:t>Jane DOE</a:t>
          </a:r>
        </a:p>
        <a:p>
          <a:r>
            <a:rPr lang="en-US" sz="1600" dirty="0"/>
            <a:t>COO</a:t>
          </a:r>
        </a:p>
      </dgm:t>
    </dgm:pt>
    <dgm:pt modelId="{AA009840-A326-4520-B71E-19D950C348F3}" type="parTrans" cxnId="{E633F196-34A0-4F91-A747-2FA71C3DB26E}">
      <dgm:prSet/>
      <dgm:spPr/>
      <dgm:t>
        <a:bodyPr/>
        <a:lstStyle/>
        <a:p>
          <a:endParaRPr lang="en-US" sz="1050"/>
        </a:p>
      </dgm:t>
    </dgm:pt>
    <dgm:pt modelId="{07424E8B-D651-49D6-819F-E61F6DCDDB95}" type="sibTrans" cxnId="{E633F196-34A0-4F91-A747-2FA71C3DB26E}">
      <dgm:prSet/>
      <dgm:spPr/>
      <dgm:t>
        <a:bodyPr/>
        <a:lstStyle/>
        <a:p>
          <a:endParaRPr lang="en-US" sz="1050"/>
        </a:p>
      </dgm:t>
    </dgm:pt>
    <dgm:pt modelId="{55D40DF2-D370-4272-AB3F-85905DE98BAB}">
      <dgm:prSet phldrT="[Text]" custT="1"/>
      <dgm:spPr/>
      <dgm:t>
        <a:bodyPr/>
        <a:lstStyle/>
        <a:p>
          <a:r>
            <a:rPr lang="en-US" sz="1600" dirty="0"/>
            <a:t>John DOE</a:t>
          </a:r>
        </a:p>
        <a:p>
          <a:r>
            <a:rPr lang="en-US" sz="1600" dirty="0"/>
            <a:t>Manager</a:t>
          </a:r>
        </a:p>
      </dgm:t>
    </dgm:pt>
    <dgm:pt modelId="{650BE4EF-A470-47D8-B517-59262EAA9DD9}" type="parTrans" cxnId="{51F0B6C8-C30F-4EAF-B4EA-A51314D9DB61}">
      <dgm:prSet/>
      <dgm:spPr/>
      <dgm:t>
        <a:bodyPr/>
        <a:lstStyle/>
        <a:p>
          <a:endParaRPr lang="en-US" sz="1050"/>
        </a:p>
      </dgm:t>
    </dgm:pt>
    <dgm:pt modelId="{630528BA-84EA-4EA0-ADF9-B9C26E1FF1BB}" type="sibTrans" cxnId="{51F0B6C8-C30F-4EAF-B4EA-A51314D9DB61}">
      <dgm:prSet/>
      <dgm:spPr/>
      <dgm:t>
        <a:bodyPr/>
        <a:lstStyle/>
        <a:p>
          <a:endParaRPr lang="en-US" sz="1050"/>
        </a:p>
      </dgm:t>
    </dgm:pt>
    <dgm:pt modelId="{1FDC0451-41E7-4D23-B779-558F289C7F87}">
      <dgm:prSet custT="1"/>
      <dgm:spPr/>
      <dgm:t>
        <a:bodyPr/>
        <a:lstStyle/>
        <a:p>
          <a:r>
            <a:rPr lang="en-US" sz="1800" dirty="0"/>
            <a:t>Jane DOE</a:t>
          </a:r>
        </a:p>
        <a:p>
          <a:r>
            <a:rPr lang="en-US" sz="1800" dirty="0"/>
            <a:t>EMEA</a:t>
          </a:r>
        </a:p>
      </dgm:t>
    </dgm:pt>
    <dgm:pt modelId="{1A7988FC-21A7-4F43-92CC-0EBFB1C04092}" type="parTrans" cxnId="{589BD4C0-CFA7-42D7-AF31-38076233D68A}">
      <dgm:prSet/>
      <dgm:spPr/>
      <dgm:t>
        <a:bodyPr/>
        <a:lstStyle/>
        <a:p>
          <a:endParaRPr lang="en-US" sz="1050"/>
        </a:p>
      </dgm:t>
    </dgm:pt>
    <dgm:pt modelId="{EA577F56-3070-4854-BA49-9A7AF78883C4}" type="sibTrans" cxnId="{589BD4C0-CFA7-42D7-AF31-38076233D68A}">
      <dgm:prSet/>
      <dgm:spPr/>
      <dgm:t>
        <a:bodyPr/>
        <a:lstStyle/>
        <a:p>
          <a:endParaRPr lang="en-US" sz="1050"/>
        </a:p>
      </dgm:t>
    </dgm:pt>
    <dgm:pt modelId="{C2D7660A-FAB3-4AFC-BCC7-5F5448DB0FFD}">
      <dgm:prSet custT="1"/>
      <dgm:spPr/>
      <dgm:t>
        <a:bodyPr/>
        <a:lstStyle/>
        <a:p>
          <a:r>
            <a:rPr lang="en-US" sz="1800" dirty="0"/>
            <a:t>Jane DOE</a:t>
          </a:r>
        </a:p>
        <a:p>
          <a:r>
            <a:rPr lang="en-US" sz="1800" dirty="0"/>
            <a:t>Asia-Pacific</a:t>
          </a:r>
        </a:p>
      </dgm:t>
    </dgm:pt>
    <dgm:pt modelId="{AE3DA7E5-4E97-47DC-AB96-E9882052DE6C}" type="parTrans" cxnId="{A3379B0F-9214-4283-BD32-DAD205BA3ABB}">
      <dgm:prSet/>
      <dgm:spPr/>
      <dgm:t>
        <a:bodyPr/>
        <a:lstStyle/>
        <a:p>
          <a:endParaRPr lang="en-US" sz="1050"/>
        </a:p>
      </dgm:t>
    </dgm:pt>
    <dgm:pt modelId="{443CAFB8-3D87-4890-9684-D821DB0CD4EF}" type="sibTrans" cxnId="{A3379B0F-9214-4283-BD32-DAD205BA3ABB}">
      <dgm:prSet/>
      <dgm:spPr/>
      <dgm:t>
        <a:bodyPr/>
        <a:lstStyle/>
        <a:p>
          <a:endParaRPr lang="en-US" sz="1050"/>
        </a:p>
      </dgm:t>
    </dgm:pt>
    <dgm:pt modelId="{54A1F6AD-6658-4C52-A4B7-179EF3477C61}">
      <dgm:prSet custT="1"/>
      <dgm:spPr/>
      <dgm:t>
        <a:bodyPr/>
        <a:lstStyle/>
        <a:p>
          <a:r>
            <a:rPr lang="en-US" sz="1800" dirty="0"/>
            <a:t>John DOE</a:t>
          </a:r>
        </a:p>
        <a:p>
          <a:r>
            <a:rPr lang="en-US" sz="1800" dirty="0"/>
            <a:t>Logistics</a:t>
          </a:r>
        </a:p>
      </dgm:t>
    </dgm:pt>
    <dgm:pt modelId="{88D4E001-6EF2-466C-8043-ED4285E540D5}" type="parTrans" cxnId="{C0ACC128-C30F-4952-938E-8289E95F58FB}">
      <dgm:prSet/>
      <dgm:spPr/>
      <dgm:t>
        <a:bodyPr/>
        <a:lstStyle/>
        <a:p>
          <a:endParaRPr lang="en-US" sz="1050"/>
        </a:p>
      </dgm:t>
    </dgm:pt>
    <dgm:pt modelId="{C7E78A98-D4BF-47C3-AF85-545A4E3FC11E}" type="sibTrans" cxnId="{C0ACC128-C30F-4952-938E-8289E95F58FB}">
      <dgm:prSet/>
      <dgm:spPr/>
      <dgm:t>
        <a:bodyPr/>
        <a:lstStyle/>
        <a:p>
          <a:endParaRPr lang="en-US" sz="1050"/>
        </a:p>
      </dgm:t>
    </dgm:pt>
    <dgm:pt modelId="{DA7EFAD4-86D4-46E4-A835-BB514BF75868}">
      <dgm:prSet custT="1"/>
      <dgm:spPr/>
      <dgm:t>
        <a:bodyPr/>
        <a:lstStyle/>
        <a:p>
          <a:r>
            <a:rPr lang="en-US" sz="1800" dirty="0"/>
            <a:t>Jane DOE</a:t>
          </a:r>
        </a:p>
        <a:p>
          <a:r>
            <a:rPr lang="en-US" sz="1800" dirty="0"/>
            <a:t>Supply</a:t>
          </a:r>
        </a:p>
      </dgm:t>
    </dgm:pt>
    <dgm:pt modelId="{C57E4CAC-E232-4D59-BA83-3FEA1299B66B}" type="parTrans" cxnId="{31A75004-55E9-491D-802F-AA4A01C75E68}">
      <dgm:prSet/>
      <dgm:spPr/>
      <dgm:t>
        <a:bodyPr/>
        <a:lstStyle/>
        <a:p>
          <a:endParaRPr lang="en-US" sz="1050"/>
        </a:p>
      </dgm:t>
    </dgm:pt>
    <dgm:pt modelId="{C5F9B91B-A7A9-4C45-A084-21B9E1915A31}" type="sibTrans" cxnId="{31A75004-55E9-491D-802F-AA4A01C75E68}">
      <dgm:prSet/>
      <dgm:spPr/>
      <dgm:t>
        <a:bodyPr/>
        <a:lstStyle/>
        <a:p>
          <a:endParaRPr lang="en-US" sz="1050"/>
        </a:p>
      </dgm:t>
    </dgm:pt>
    <dgm:pt modelId="{FA1D42FA-956E-492C-BFB9-96BB7F8C4E4A}" type="pres">
      <dgm:prSet presAssocID="{E93DA866-9251-4F39-8FDA-C4554223EBE8}" presName="hierChild1" presStyleCnt="0">
        <dgm:presLayoutVars>
          <dgm:chPref val="1"/>
          <dgm:dir/>
          <dgm:animOne val="branch"/>
          <dgm:animLvl val="lvl"/>
          <dgm:resizeHandles/>
        </dgm:presLayoutVars>
      </dgm:prSet>
      <dgm:spPr/>
    </dgm:pt>
    <dgm:pt modelId="{EF2D904F-BC55-45CE-845F-247E2AEFB7DF}" type="pres">
      <dgm:prSet presAssocID="{9D1940F7-9FA0-4F17-9030-2CA6F33F5264}" presName="hierRoot1" presStyleCnt="0"/>
      <dgm:spPr/>
    </dgm:pt>
    <dgm:pt modelId="{5C42C9C9-9F46-428F-B73D-3EACE4AED5E1}" type="pres">
      <dgm:prSet presAssocID="{9D1940F7-9FA0-4F17-9030-2CA6F33F5264}" presName="composite" presStyleCnt="0"/>
      <dgm:spPr/>
    </dgm:pt>
    <dgm:pt modelId="{CEDF556B-5E8B-4837-A701-FE0089246878}" type="pres">
      <dgm:prSet presAssocID="{9D1940F7-9FA0-4F17-9030-2CA6F33F5264}" presName="image" presStyleLbl="node0" presStyleIdx="0" presStyleCnt="1"/>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DC6A477-6147-419F-A44E-9705C872826C}" type="pres">
      <dgm:prSet presAssocID="{9D1940F7-9FA0-4F17-9030-2CA6F33F5264}" presName="text" presStyleLbl="revTx" presStyleIdx="0" presStyleCnt="10">
        <dgm:presLayoutVars>
          <dgm:chPref val="3"/>
        </dgm:presLayoutVars>
      </dgm:prSet>
      <dgm:spPr/>
    </dgm:pt>
    <dgm:pt modelId="{A31E0AA3-8EAC-416A-A6DB-3E42DC87161D}" type="pres">
      <dgm:prSet presAssocID="{9D1940F7-9FA0-4F17-9030-2CA6F33F5264}" presName="hierChild2" presStyleCnt="0"/>
      <dgm:spPr/>
    </dgm:pt>
    <dgm:pt modelId="{19702E68-2394-40FE-BBE2-1822CBC6B9F8}" type="pres">
      <dgm:prSet presAssocID="{0384D3AC-0AA5-4DC9-8969-E2914922AA51}" presName="Name10" presStyleLbl="parChTrans1D2" presStyleIdx="0" presStyleCnt="2"/>
      <dgm:spPr/>
    </dgm:pt>
    <dgm:pt modelId="{59100A92-BAE6-499C-8053-BBD76F032A53}" type="pres">
      <dgm:prSet presAssocID="{C1CF8918-AA00-4831-843F-F2C74136DECC}" presName="hierRoot2" presStyleCnt="0"/>
      <dgm:spPr/>
    </dgm:pt>
    <dgm:pt modelId="{29E8CDF5-D4F2-4FBB-8F74-4E8C16897C07}" type="pres">
      <dgm:prSet presAssocID="{C1CF8918-AA00-4831-843F-F2C74136DECC}" presName="composite2" presStyleCnt="0"/>
      <dgm:spPr/>
    </dgm:pt>
    <dgm:pt modelId="{428D60E3-2F07-4E84-AE9B-A46E9180FC88}" type="pres">
      <dgm:prSet presAssocID="{C1CF8918-AA00-4831-843F-F2C74136DECC}" presName="image2" presStyleLbl="node2" presStyleIdx="0" presStyleCnt="2"/>
      <dgm:spPr>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a:noFill/>
        </a:ln>
      </dgm:spPr>
    </dgm:pt>
    <dgm:pt modelId="{36E38736-D47B-48D8-8F06-3F2F5CD8F0B5}" type="pres">
      <dgm:prSet presAssocID="{C1CF8918-AA00-4831-843F-F2C74136DECC}" presName="text2" presStyleLbl="revTx" presStyleIdx="1" presStyleCnt="10">
        <dgm:presLayoutVars>
          <dgm:chPref val="3"/>
        </dgm:presLayoutVars>
      </dgm:prSet>
      <dgm:spPr/>
    </dgm:pt>
    <dgm:pt modelId="{D19C407A-FBE1-4E94-A31E-DBBA82EB18A4}" type="pres">
      <dgm:prSet presAssocID="{C1CF8918-AA00-4831-843F-F2C74136DECC}" presName="hierChild3" presStyleCnt="0"/>
      <dgm:spPr/>
    </dgm:pt>
    <dgm:pt modelId="{2321B222-3E73-4649-A043-C6B50419F769}" type="pres">
      <dgm:prSet presAssocID="{C9C61EB5-9790-41B7-8E3A-F35982094DA8}" presName="Name17" presStyleLbl="parChTrans1D3" presStyleIdx="0" presStyleCnt="3"/>
      <dgm:spPr/>
    </dgm:pt>
    <dgm:pt modelId="{B5AF043A-D0CA-4CBC-8A6E-F947BC6E4B31}" type="pres">
      <dgm:prSet presAssocID="{43AF8E94-2C52-4A5F-9ED1-4563332526A5}" presName="hierRoot3" presStyleCnt="0"/>
      <dgm:spPr/>
    </dgm:pt>
    <dgm:pt modelId="{94CAC937-7265-45DA-BDED-491F2696639A}" type="pres">
      <dgm:prSet presAssocID="{43AF8E94-2C52-4A5F-9ED1-4563332526A5}" presName="composite3" presStyleCnt="0"/>
      <dgm:spPr/>
    </dgm:pt>
    <dgm:pt modelId="{A7569EB3-B6EB-478C-A757-B62B6334FF01}" type="pres">
      <dgm:prSet presAssocID="{43AF8E94-2C52-4A5F-9ED1-4563332526A5}" presName="image3" presStyleLbl="node3" presStyleIdx="0" presStyleCnt="3"/>
      <dgm:spPr>
        <a:blipFill>
          <a:blip xmlns:r="http://schemas.openxmlformats.org/officeDocument/2006/relationships" r:embed="rId3"/>
          <a:srcRect/>
          <a:stretch>
            <a:fillRect/>
          </a:stretch>
        </a:blipFill>
        <a:ln>
          <a:noFill/>
        </a:ln>
      </dgm:spPr>
    </dgm:pt>
    <dgm:pt modelId="{D77869A7-EDD5-4F81-8865-6491891EE69D}" type="pres">
      <dgm:prSet presAssocID="{43AF8E94-2C52-4A5F-9ED1-4563332526A5}" presName="text3" presStyleLbl="revTx" presStyleIdx="2" presStyleCnt="10">
        <dgm:presLayoutVars>
          <dgm:chPref val="3"/>
        </dgm:presLayoutVars>
      </dgm:prSet>
      <dgm:spPr/>
    </dgm:pt>
    <dgm:pt modelId="{9DD4F3E2-1234-453F-9C31-FCE7E4DF7C76}" type="pres">
      <dgm:prSet presAssocID="{43AF8E94-2C52-4A5F-9ED1-4563332526A5}" presName="hierChild4" presStyleCnt="0"/>
      <dgm:spPr/>
    </dgm:pt>
    <dgm:pt modelId="{E1285B01-EC8F-44E0-8404-240C13F43905}" type="pres">
      <dgm:prSet presAssocID="{1A7988FC-21A7-4F43-92CC-0EBFB1C04092}" presName="Name23" presStyleLbl="parChTrans1D4" presStyleIdx="0" presStyleCnt="4"/>
      <dgm:spPr/>
    </dgm:pt>
    <dgm:pt modelId="{A7A4625F-1508-47D4-BFCD-A21B7074D0EB}" type="pres">
      <dgm:prSet presAssocID="{1FDC0451-41E7-4D23-B779-558F289C7F87}" presName="hierRoot4" presStyleCnt="0"/>
      <dgm:spPr/>
    </dgm:pt>
    <dgm:pt modelId="{7A3A7C31-781E-48EE-9F11-545E6A0955EC}" type="pres">
      <dgm:prSet presAssocID="{1FDC0451-41E7-4D23-B779-558F289C7F87}" presName="composite4" presStyleCnt="0"/>
      <dgm:spPr/>
    </dgm:pt>
    <dgm:pt modelId="{FF92E61B-9AC9-47CB-B829-31798DE6659E}" type="pres">
      <dgm:prSet presAssocID="{1FDC0451-41E7-4D23-B779-558F289C7F87}" presName="image4" presStyleLbl="node4" presStyleIdx="0" presStyleCnt="4"/>
      <dgm:spPr>
        <a:blipFill>
          <a:blip xmlns:r="http://schemas.openxmlformats.org/officeDocument/2006/relationships" r:embed="rId4"/>
          <a:srcRect/>
          <a:stretch>
            <a:fillRect/>
          </a:stretch>
        </a:blipFill>
        <a:ln>
          <a:noFill/>
        </a:ln>
      </dgm:spPr>
    </dgm:pt>
    <dgm:pt modelId="{E0E3107F-DB7B-43F1-B9AC-5667F8504980}" type="pres">
      <dgm:prSet presAssocID="{1FDC0451-41E7-4D23-B779-558F289C7F87}" presName="text4" presStyleLbl="revTx" presStyleIdx="3" presStyleCnt="10">
        <dgm:presLayoutVars>
          <dgm:chPref val="3"/>
        </dgm:presLayoutVars>
      </dgm:prSet>
      <dgm:spPr/>
    </dgm:pt>
    <dgm:pt modelId="{812D8801-96BD-40B4-8491-7DD366D1518A}" type="pres">
      <dgm:prSet presAssocID="{1FDC0451-41E7-4D23-B779-558F289C7F87}" presName="hierChild5" presStyleCnt="0"/>
      <dgm:spPr/>
    </dgm:pt>
    <dgm:pt modelId="{09B829C1-D08A-432E-9E3D-53728CAECBCA}" type="pres">
      <dgm:prSet presAssocID="{AE3DA7E5-4E97-47DC-AB96-E9882052DE6C}" presName="Name23" presStyleLbl="parChTrans1D4" presStyleIdx="1" presStyleCnt="4"/>
      <dgm:spPr/>
    </dgm:pt>
    <dgm:pt modelId="{09DD8B7F-E9A4-44DA-B73F-4869A1652143}" type="pres">
      <dgm:prSet presAssocID="{C2D7660A-FAB3-4AFC-BCC7-5F5448DB0FFD}" presName="hierRoot4" presStyleCnt="0"/>
      <dgm:spPr/>
    </dgm:pt>
    <dgm:pt modelId="{F3DD2E07-E858-49A2-8881-1B8DC33AE424}" type="pres">
      <dgm:prSet presAssocID="{C2D7660A-FAB3-4AFC-BCC7-5F5448DB0FFD}" presName="composite4" presStyleCnt="0"/>
      <dgm:spPr/>
    </dgm:pt>
    <dgm:pt modelId="{4C96804C-86B6-4912-92AF-1C77FE094A04}" type="pres">
      <dgm:prSet presAssocID="{C2D7660A-FAB3-4AFC-BCC7-5F5448DB0FFD}" presName="image4" presStyleLbl="node4" presStyleIdx="1" presStyleCnt="4"/>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91C348C-4CF6-4BF4-9D21-18A6AAD7A60C}" type="pres">
      <dgm:prSet presAssocID="{C2D7660A-FAB3-4AFC-BCC7-5F5448DB0FFD}" presName="text4" presStyleLbl="revTx" presStyleIdx="4" presStyleCnt="10">
        <dgm:presLayoutVars>
          <dgm:chPref val="3"/>
        </dgm:presLayoutVars>
      </dgm:prSet>
      <dgm:spPr/>
    </dgm:pt>
    <dgm:pt modelId="{2346AD5D-DA64-46D8-A47D-314A88DC9EFA}" type="pres">
      <dgm:prSet presAssocID="{C2D7660A-FAB3-4AFC-BCC7-5F5448DB0FFD}" presName="hierChild5" presStyleCnt="0"/>
      <dgm:spPr/>
    </dgm:pt>
    <dgm:pt modelId="{E094079D-7488-4B2E-925A-79EF1AA3DEF2}" type="pres">
      <dgm:prSet presAssocID="{D38F200D-202C-42AE-AEE8-4DA6A321E997}" presName="Name17" presStyleLbl="parChTrans1D3" presStyleIdx="1" presStyleCnt="3"/>
      <dgm:spPr/>
    </dgm:pt>
    <dgm:pt modelId="{044D4B08-00F7-492C-B556-3990353AF351}" type="pres">
      <dgm:prSet presAssocID="{1223CB75-B354-4C0A-ADF7-9330E4676D5D}" presName="hierRoot3" presStyleCnt="0"/>
      <dgm:spPr/>
    </dgm:pt>
    <dgm:pt modelId="{D663066D-16A7-4C72-ACD7-CA7AA88AEBAC}" type="pres">
      <dgm:prSet presAssocID="{1223CB75-B354-4C0A-ADF7-9330E4676D5D}" presName="composite3" presStyleCnt="0"/>
      <dgm:spPr/>
    </dgm:pt>
    <dgm:pt modelId="{06A8187E-7EB6-4A41-8476-433AB79A5C19}" type="pres">
      <dgm:prSet presAssocID="{1223CB75-B354-4C0A-ADF7-9330E4676D5D}" presName="image3" presStyleLbl="node3" presStyleIdx="1" presStyleCnt="3"/>
      <dgm:spPr>
        <a:blipFill>
          <a:blip xmlns:r="http://schemas.openxmlformats.org/officeDocument/2006/relationships" r:embed="rId5"/>
          <a:srcRect/>
          <a:stretch>
            <a:fillRect/>
          </a:stretch>
        </a:blipFill>
        <a:ln>
          <a:noFill/>
        </a:ln>
      </dgm:spPr>
    </dgm:pt>
    <dgm:pt modelId="{5F03C316-DDBB-424E-8FCE-11FC9A857219}" type="pres">
      <dgm:prSet presAssocID="{1223CB75-B354-4C0A-ADF7-9330E4676D5D}" presName="text3" presStyleLbl="revTx" presStyleIdx="5" presStyleCnt="10">
        <dgm:presLayoutVars>
          <dgm:chPref val="3"/>
        </dgm:presLayoutVars>
      </dgm:prSet>
      <dgm:spPr/>
    </dgm:pt>
    <dgm:pt modelId="{9347600E-65D4-4E6D-99A4-A4829315898B}" type="pres">
      <dgm:prSet presAssocID="{1223CB75-B354-4C0A-ADF7-9330E4676D5D}" presName="hierChild4" presStyleCnt="0"/>
      <dgm:spPr/>
    </dgm:pt>
    <dgm:pt modelId="{769917F2-B795-47C2-ACFB-BECCDF85EB33}" type="pres">
      <dgm:prSet presAssocID="{AA009840-A326-4520-B71E-19D950C348F3}" presName="Name10" presStyleLbl="parChTrans1D2" presStyleIdx="1" presStyleCnt="2"/>
      <dgm:spPr/>
    </dgm:pt>
    <dgm:pt modelId="{342CA465-FA5A-458D-B671-AA3426651E10}" type="pres">
      <dgm:prSet presAssocID="{F5841DD2-EE9E-4920-8F40-9071A2C587C3}" presName="hierRoot2" presStyleCnt="0"/>
      <dgm:spPr/>
    </dgm:pt>
    <dgm:pt modelId="{CB0230BE-23FF-4CD8-B807-A586882CE0C0}" type="pres">
      <dgm:prSet presAssocID="{F5841DD2-EE9E-4920-8F40-9071A2C587C3}" presName="composite2" presStyleCnt="0"/>
      <dgm:spPr/>
    </dgm:pt>
    <dgm:pt modelId="{7D03A8B1-8DE7-443E-83BD-6B3D8C6266FC}" type="pres">
      <dgm:prSet presAssocID="{F5841DD2-EE9E-4920-8F40-9071A2C587C3}" presName="image2" presStyleLbl="node2" presStyleIdx="1" presStyleCnt="2"/>
      <dgm:spPr>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a:noFill/>
        </a:ln>
      </dgm:spPr>
    </dgm:pt>
    <dgm:pt modelId="{E3879CB6-8B1F-49E1-9A8D-C7CEDF6DA615}" type="pres">
      <dgm:prSet presAssocID="{F5841DD2-EE9E-4920-8F40-9071A2C587C3}" presName="text2" presStyleLbl="revTx" presStyleIdx="6" presStyleCnt="10">
        <dgm:presLayoutVars>
          <dgm:chPref val="3"/>
        </dgm:presLayoutVars>
      </dgm:prSet>
      <dgm:spPr/>
    </dgm:pt>
    <dgm:pt modelId="{7EF6CAC8-CAF3-4CB5-BF9B-B9C57ED85C0A}" type="pres">
      <dgm:prSet presAssocID="{F5841DD2-EE9E-4920-8F40-9071A2C587C3}" presName="hierChild3" presStyleCnt="0"/>
      <dgm:spPr/>
    </dgm:pt>
    <dgm:pt modelId="{E08CC3BE-B3AC-4ADD-BF76-C1BDFC834CA3}" type="pres">
      <dgm:prSet presAssocID="{650BE4EF-A470-47D8-B517-59262EAA9DD9}" presName="Name17" presStyleLbl="parChTrans1D3" presStyleIdx="2" presStyleCnt="3"/>
      <dgm:spPr/>
    </dgm:pt>
    <dgm:pt modelId="{05066EE6-DF5B-45CE-B269-23C02ED4D10F}" type="pres">
      <dgm:prSet presAssocID="{55D40DF2-D370-4272-AB3F-85905DE98BAB}" presName="hierRoot3" presStyleCnt="0"/>
      <dgm:spPr/>
    </dgm:pt>
    <dgm:pt modelId="{CEEAC96B-5A21-438E-B206-7D3BFADC38E2}" type="pres">
      <dgm:prSet presAssocID="{55D40DF2-D370-4272-AB3F-85905DE98BAB}" presName="composite3" presStyleCnt="0"/>
      <dgm:spPr/>
    </dgm:pt>
    <dgm:pt modelId="{43E3429A-B174-4527-AAD2-1AE6424E595C}" type="pres">
      <dgm:prSet presAssocID="{55D40DF2-D370-4272-AB3F-85905DE98BAB}" presName="image3" presStyleLbl="node3" presStyleIdx="2" presStyleCnt="3"/>
      <dgm:spPr>
        <a:blipFill>
          <a:blip xmlns:r="http://schemas.openxmlformats.org/officeDocument/2006/relationships" r:embed="rId2"/>
          <a:srcRect/>
          <a:stretch>
            <a:fillRect/>
          </a:stretch>
        </a:blipFill>
        <a:ln>
          <a:noFill/>
        </a:ln>
      </dgm:spPr>
    </dgm:pt>
    <dgm:pt modelId="{90B1F20A-C81C-4D8C-8BF7-F99CD68045F3}" type="pres">
      <dgm:prSet presAssocID="{55D40DF2-D370-4272-AB3F-85905DE98BAB}" presName="text3" presStyleLbl="revTx" presStyleIdx="7" presStyleCnt="10">
        <dgm:presLayoutVars>
          <dgm:chPref val="3"/>
        </dgm:presLayoutVars>
      </dgm:prSet>
      <dgm:spPr/>
    </dgm:pt>
    <dgm:pt modelId="{AC1C2983-9370-45E7-815C-1BC86B1BCB2A}" type="pres">
      <dgm:prSet presAssocID="{55D40DF2-D370-4272-AB3F-85905DE98BAB}" presName="hierChild4" presStyleCnt="0"/>
      <dgm:spPr/>
    </dgm:pt>
    <dgm:pt modelId="{35B95E64-27D4-41E3-B7C9-2BCAB3749212}" type="pres">
      <dgm:prSet presAssocID="{88D4E001-6EF2-466C-8043-ED4285E540D5}" presName="Name23" presStyleLbl="parChTrans1D4" presStyleIdx="2" presStyleCnt="4"/>
      <dgm:spPr/>
    </dgm:pt>
    <dgm:pt modelId="{B8833F84-8CD9-406E-AD15-DE96F523921F}" type="pres">
      <dgm:prSet presAssocID="{54A1F6AD-6658-4C52-A4B7-179EF3477C61}" presName="hierRoot4" presStyleCnt="0"/>
      <dgm:spPr/>
    </dgm:pt>
    <dgm:pt modelId="{BD65D00F-6C42-4A8F-9748-8D0EF3606439}" type="pres">
      <dgm:prSet presAssocID="{54A1F6AD-6658-4C52-A4B7-179EF3477C61}" presName="composite4" presStyleCnt="0"/>
      <dgm:spPr/>
    </dgm:pt>
    <dgm:pt modelId="{2F946EE3-15C8-44B9-B183-4722881C782E}" type="pres">
      <dgm:prSet presAssocID="{54A1F6AD-6658-4C52-A4B7-179EF3477C61}" presName="image4" presStyleLbl="node4" presStyleIdx="2" presStyleCnt="4"/>
      <dgm:spPr>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a:noFill/>
        </a:ln>
      </dgm:spPr>
    </dgm:pt>
    <dgm:pt modelId="{B60BE668-A15E-4557-BFC3-86C86346E8EC}" type="pres">
      <dgm:prSet presAssocID="{54A1F6AD-6658-4C52-A4B7-179EF3477C61}" presName="text4" presStyleLbl="revTx" presStyleIdx="8" presStyleCnt="10">
        <dgm:presLayoutVars>
          <dgm:chPref val="3"/>
        </dgm:presLayoutVars>
      </dgm:prSet>
      <dgm:spPr/>
    </dgm:pt>
    <dgm:pt modelId="{A4887137-EAF3-4F9F-8EBA-D8424CAA3467}" type="pres">
      <dgm:prSet presAssocID="{54A1F6AD-6658-4C52-A4B7-179EF3477C61}" presName="hierChild5" presStyleCnt="0"/>
      <dgm:spPr/>
    </dgm:pt>
    <dgm:pt modelId="{C96F4661-284D-440B-BB7C-F72092C26B8D}" type="pres">
      <dgm:prSet presAssocID="{C57E4CAC-E232-4D59-BA83-3FEA1299B66B}" presName="Name23" presStyleLbl="parChTrans1D4" presStyleIdx="3" presStyleCnt="4"/>
      <dgm:spPr/>
    </dgm:pt>
    <dgm:pt modelId="{4C615ECC-3EF4-4242-8EC8-4558CE1D074A}" type="pres">
      <dgm:prSet presAssocID="{DA7EFAD4-86D4-46E4-A835-BB514BF75868}" presName="hierRoot4" presStyleCnt="0"/>
      <dgm:spPr/>
    </dgm:pt>
    <dgm:pt modelId="{E2315996-949F-49E5-9489-E6778F38F1E8}" type="pres">
      <dgm:prSet presAssocID="{DA7EFAD4-86D4-46E4-A835-BB514BF75868}" presName="composite4" presStyleCnt="0"/>
      <dgm:spPr/>
    </dgm:pt>
    <dgm:pt modelId="{03897EE8-2084-49B5-A006-EAB9B942663E}" type="pres">
      <dgm:prSet presAssocID="{DA7EFAD4-86D4-46E4-A835-BB514BF75868}" presName="image4" presStyleLbl="node4" presStyleIdx="3" presStyleCnt="4"/>
      <dgm:spPr>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a:noFill/>
        </a:ln>
      </dgm:spPr>
    </dgm:pt>
    <dgm:pt modelId="{E92C39C4-9515-4851-9FA6-2CB4CF519E57}" type="pres">
      <dgm:prSet presAssocID="{DA7EFAD4-86D4-46E4-A835-BB514BF75868}" presName="text4" presStyleLbl="revTx" presStyleIdx="9" presStyleCnt="10">
        <dgm:presLayoutVars>
          <dgm:chPref val="3"/>
        </dgm:presLayoutVars>
      </dgm:prSet>
      <dgm:spPr/>
    </dgm:pt>
    <dgm:pt modelId="{AE9B8032-C9C0-49B2-9E6D-785582D9792A}" type="pres">
      <dgm:prSet presAssocID="{DA7EFAD4-86D4-46E4-A835-BB514BF75868}" presName="hierChild5" presStyleCnt="0"/>
      <dgm:spPr/>
    </dgm:pt>
  </dgm:ptLst>
  <dgm:cxnLst>
    <dgm:cxn modelId="{31A75004-55E9-491D-802F-AA4A01C75E68}" srcId="{55D40DF2-D370-4272-AB3F-85905DE98BAB}" destId="{DA7EFAD4-86D4-46E4-A835-BB514BF75868}" srcOrd="1" destOrd="0" parTransId="{C57E4CAC-E232-4D59-BA83-3FEA1299B66B}" sibTransId="{C5F9B91B-A7A9-4C45-A084-21B9E1915A31}"/>
    <dgm:cxn modelId="{A3379B0F-9214-4283-BD32-DAD205BA3ABB}" srcId="{43AF8E94-2C52-4A5F-9ED1-4563332526A5}" destId="{C2D7660A-FAB3-4AFC-BCC7-5F5448DB0FFD}" srcOrd="1" destOrd="0" parTransId="{AE3DA7E5-4E97-47DC-AB96-E9882052DE6C}" sibTransId="{443CAFB8-3D87-4890-9684-D821DB0CD4EF}"/>
    <dgm:cxn modelId="{3C5AC01E-7798-4933-B228-9BA0462AE452}" type="presOf" srcId="{54A1F6AD-6658-4C52-A4B7-179EF3477C61}" destId="{B60BE668-A15E-4557-BFC3-86C86346E8EC}" srcOrd="0" destOrd="0" presId="urn:microsoft.com/office/officeart/2009/layout/CirclePictureHierarchy"/>
    <dgm:cxn modelId="{C0ACC128-C30F-4952-938E-8289E95F58FB}" srcId="{55D40DF2-D370-4272-AB3F-85905DE98BAB}" destId="{54A1F6AD-6658-4C52-A4B7-179EF3477C61}" srcOrd="0" destOrd="0" parTransId="{88D4E001-6EF2-466C-8043-ED4285E540D5}" sibTransId="{C7E78A98-D4BF-47C3-AF85-545A4E3FC11E}"/>
    <dgm:cxn modelId="{F59B472F-CBA4-4D2D-A4CB-7ED0A5B7DDBC}" type="presOf" srcId="{C57E4CAC-E232-4D59-BA83-3FEA1299B66B}" destId="{C96F4661-284D-440B-BB7C-F72092C26B8D}" srcOrd="0" destOrd="0" presId="urn:microsoft.com/office/officeart/2009/layout/CirclePictureHierarchy"/>
    <dgm:cxn modelId="{31A6AD5F-DFA5-4623-BA28-157A46E1BE92}" type="presOf" srcId="{C2D7660A-FAB3-4AFC-BCC7-5F5448DB0FFD}" destId="{391C348C-4CF6-4BF4-9D21-18A6AAD7A60C}" srcOrd="0" destOrd="0" presId="urn:microsoft.com/office/officeart/2009/layout/CirclePictureHierarchy"/>
    <dgm:cxn modelId="{F8419045-7CBA-457D-B51A-608EC92E116D}" type="presOf" srcId="{55D40DF2-D370-4272-AB3F-85905DE98BAB}" destId="{90B1F20A-C81C-4D8C-8BF7-F99CD68045F3}" srcOrd="0" destOrd="0" presId="urn:microsoft.com/office/officeart/2009/layout/CirclePictureHierarchy"/>
    <dgm:cxn modelId="{FCB6E149-F521-43AF-96E1-4F9F90F195A9}" type="presOf" srcId="{9D1940F7-9FA0-4F17-9030-2CA6F33F5264}" destId="{3DC6A477-6147-419F-A44E-9705C872826C}" srcOrd="0" destOrd="0" presId="urn:microsoft.com/office/officeart/2009/layout/CirclePictureHierarchy"/>
    <dgm:cxn modelId="{45411E4D-6611-471A-80A6-AAA05EDDF964}" type="presOf" srcId="{AA009840-A326-4520-B71E-19D950C348F3}" destId="{769917F2-B795-47C2-ACFB-BECCDF85EB33}" srcOrd="0" destOrd="0" presId="urn:microsoft.com/office/officeart/2009/layout/CirclePictureHierarchy"/>
    <dgm:cxn modelId="{60433D71-3A9B-4548-A088-BE126307DB12}" type="presOf" srcId="{C1CF8918-AA00-4831-843F-F2C74136DECC}" destId="{36E38736-D47B-48D8-8F06-3F2F5CD8F0B5}" srcOrd="0" destOrd="0" presId="urn:microsoft.com/office/officeart/2009/layout/CirclePictureHierarchy"/>
    <dgm:cxn modelId="{91887773-B506-4ADA-9B5B-408810EF0045}" type="presOf" srcId="{1FDC0451-41E7-4D23-B779-558F289C7F87}" destId="{E0E3107F-DB7B-43F1-B9AC-5667F8504980}" srcOrd="0" destOrd="0" presId="urn:microsoft.com/office/officeart/2009/layout/CirclePictureHierarchy"/>
    <dgm:cxn modelId="{F0E66074-7461-4FEF-A698-F04AF70F541F}" type="presOf" srcId="{1223CB75-B354-4C0A-ADF7-9330E4676D5D}" destId="{5F03C316-DDBB-424E-8FCE-11FC9A857219}" srcOrd="0" destOrd="0" presId="urn:microsoft.com/office/officeart/2009/layout/CirclePictureHierarchy"/>
    <dgm:cxn modelId="{DFE92259-31C6-481F-9760-07A41219FAC2}" srcId="{C1CF8918-AA00-4831-843F-F2C74136DECC}" destId="{43AF8E94-2C52-4A5F-9ED1-4563332526A5}" srcOrd="0" destOrd="0" parTransId="{C9C61EB5-9790-41B7-8E3A-F35982094DA8}" sibTransId="{F8A5C632-ED45-4660-AE02-83D89DB36C6E}"/>
    <dgm:cxn modelId="{E52AC059-B8A7-492B-A801-B27914F321E3}" type="presOf" srcId="{DA7EFAD4-86D4-46E4-A835-BB514BF75868}" destId="{E92C39C4-9515-4851-9FA6-2CB4CF519E57}" srcOrd="0" destOrd="0" presId="urn:microsoft.com/office/officeart/2009/layout/CirclePictureHierarchy"/>
    <dgm:cxn modelId="{E633F196-34A0-4F91-A747-2FA71C3DB26E}" srcId="{9D1940F7-9FA0-4F17-9030-2CA6F33F5264}" destId="{F5841DD2-EE9E-4920-8F40-9071A2C587C3}" srcOrd="1" destOrd="0" parTransId="{AA009840-A326-4520-B71E-19D950C348F3}" sibTransId="{07424E8B-D651-49D6-819F-E61F6DCDDB95}"/>
    <dgm:cxn modelId="{8643219A-558A-453F-A8DD-E3099868E253}" type="presOf" srcId="{E93DA866-9251-4F39-8FDA-C4554223EBE8}" destId="{FA1D42FA-956E-492C-BFB9-96BB7F8C4E4A}" srcOrd="0" destOrd="0" presId="urn:microsoft.com/office/officeart/2009/layout/CirclePictureHierarchy"/>
    <dgm:cxn modelId="{88DB4D9B-A0B6-4317-87CC-496EE53A905A}" type="presOf" srcId="{88D4E001-6EF2-466C-8043-ED4285E540D5}" destId="{35B95E64-27D4-41E3-B7C9-2BCAB3749212}" srcOrd="0" destOrd="0" presId="urn:microsoft.com/office/officeart/2009/layout/CirclePictureHierarchy"/>
    <dgm:cxn modelId="{6B9EDDA2-4FA9-4690-8479-E452F9F5848D}" type="presOf" srcId="{C9C61EB5-9790-41B7-8E3A-F35982094DA8}" destId="{2321B222-3E73-4649-A043-C6B50419F769}" srcOrd="0" destOrd="0" presId="urn:microsoft.com/office/officeart/2009/layout/CirclePictureHierarchy"/>
    <dgm:cxn modelId="{552F9FC0-9B6F-4821-A5BD-D2F6B5695984}" type="presOf" srcId="{650BE4EF-A470-47D8-B517-59262EAA9DD9}" destId="{E08CC3BE-B3AC-4ADD-BF76-C1BDFC834CA3}" srcOrd="0" destOrd="0" presId="urn:microsoft.com/office/officeart/2009/layout/CirclePictureHierarchy"/>
    <dgm:cxn modelId="{589BD4C0-CFA7-42D7-AF31-38076233D68A}" srcId="{43AF8E94-2C52-4A5F-9ED1-4563332526A5}" destId="{1FDC0451-41E7-4D23-B779-558F289C7F87}" srcOrd="0" destOrd="0" parTransId="{1A7988FC-21A7-4F43-92CC-0EBFB1C04092}" sibTransId="{EA577F56-3070-4854-BA49-9A7AF78883C4}"/>
    <dgm:cxn modelId="{04A394C1-94A6-4953-9248-A8B1FEC0BFC6}" type="presOf" srcId="{F5841DD2-EE9E-4920-8F40-9071A2C587C3}" destId="{E3879CB6-8B1F-49E1-9A8D-C7CEDF6DA615}" srcOrd="0" destOrd="0" presId="urn:microsoft.com/office/officeart/2009/layout/CirclePictureHierarchy"/>
    <dgm:cxn modelId="{EB59B3C2-D36A-44FA-98FA-6AA1F36E5BBF}" srcId="{9D1940F7-9FA0-4F17-9030-2CA6F33F5264}" destId="{C1CF8918-AA00-4831-843F-F2C74136DECC}" srcOrd="0" destOrd="0" parTransId="{0384D3AC-0AA5-4DC9-8969-E2914922AA51}" sibTransId="{04718E87-F759-489C-ABC7-8919C5E53058}"/>
    <dgm:cxn modelId="{E051D2C5-6E16-4834-8ECB-4FC030F80A02}" type="presOf" srcId="{1A7988FC-21A7-4F43-92CC-0EBFB1C04092}" destId="{E1285B01-EC8F-44E0-8404-240C13F43905}" srcOrd="0" destOrd="0" presId="urn:microsoft.com/office/officeart/2009/layout/CirclePictureHierarchy"/>
    <dgm:cxn modelId="{51F0B6C8-C30F-4EAF-B4EA-A51314D9DB61}" srcId="{F5841DD2-EE9E-4920-8F40-9071A2C587C3}" destId="{55D40DF2-D370-4272-AB3F-85905DE98BAB}" srcOrd="0" destOrd="0" parTransId="{650BE4EF-A470-47D8-B517-59262EAA9DD9}" sibTransId="{630528BA-84EA-4EA0-ADF9-B9C26E1FF1BB}"/>
    <dgm:cxn modelId="{2EDFBECA-5F75-469B-9BBB-82F02E4C84C0}" type="presOf" srcId="{AE3DA7E5-4E97-47DC-AB96-E9882052DE6C}" destId="{09B829C1-D08A-432E-9E3D-53728CAECBCA}" srcOrd="0" destOrd="0" presId="urn:microsoft.com/office/officeart/2009/layout/CirclePictureHierarchy"/>
    <dgm:cxn modelId="{6A3C64D1-1FD2-4E13-929A-DB58EDC605D2}" type="presOf" srcId="{0384D3AC-0AA5-4DC9-8969-E2914922AA51}" destId="{19702E68-2394-40FE-BBE2-1822CBC6B9F8}" srcOrd="0" destOrd="0" presId="urn:microsoft.com/office/officeart/2009/layout/CirclePictureHierarchy"/>
    <dgm:cxn modelId="{C30B47D9-5573-483F-953C-20210F2ED2D8}" type="presOf" srcId="{D38F200D-202C-42AE-AEE8-4DA6A321E997}" destId="{E094079D-7488-4B2E-925A-79EF1AA3DEF2}" srcOrd="0" destOrd="0" presId="urn:microsoft.com/office/officeart/2009/layout/CirclePictureHierarchy"/>
    <dgm:cxn modelId="{F3E78BE6-0474-422E-AB3F-2CADF5269D0D}" srcId="{E93DA866-9251-4F39-8FDA-C4554223EBE8}" destId="{9D1940F7-9FA0-4F17-9030-2CA6F33F5264}" srcOrd="0" destOrd="0" parTransId="{A08D6B84-9504-4FF2-A2E8-E456120C7EDE}" sibTransId="{3FBF166C-422F-4A0E-A3B3-BA1D5937AEB4}"/>
    <dgm:cxn modelId="{A646C6ED-31A6-4593-9270-B902F70E0FA2}" srcId="{C1CF8918-AA00-4831-843F-F2C74136DECC}" destId="{1223CB75-B354-4C0A-ADF7-9330E4676D5D}" srcOrd="1" destOrd="0" parTransId="{D38F200D-202C-42AE-AEE8-4DA6A321E997}" sibTransId="{375A8D1C-CBD9-41B0-B049-DE241BCA5B51}"/>
    <dgm:cxn modelId="{D7D419EF-F322-4166-9A63-C84EB6ED7332}" type="presOf" srcId="{43AF8E94-2C52-4A5F-9ED1-4563332526A5}" destId="{D77869A7-EDD5-4F81-8865-6491891EE69D}" srcOrd="0" destOrd="0" presId="urn:microsoft.com/office/officeart/2009/layout/CirclePictureHierarchy"/>
    <dgm:cxn modelId="{C2EC046C-66D8-48E7-A15A-970D87B83DB4}" type="presParOf" srcId="{FA1D42FA-956E-492C-BFB9-96BB7F8C4E4A}" destId="{EF2D904F-BC55-45CE-845F-247E2AEFB7DF}" srcOrd="0" destOrd="0" presId="urn:microsoft.com/office/officeart/2009/layout/CirclePictureHierarchy"/>
    <dgm:cxn modelId="{9D1B0F14-86E3-4D40-B43A-A092E55CB882}" type="presParOf" srcId="{EF2D904F-BC55-45CE-845F-247E2AEFB7DF}" destId="{5C42C9C9-9F46-428F-B73D-3EACE4AED5E1}" srcOrd="0" destOrd="0" presId="urn:microsoft.com/office/officeart/2009/layout/CirclePictureHierarchy"/>
    <dgm:cxn modelId="{1DC5516B-4757-471A-B96B-ED1C6ECC41F5}" type="presParOf" srcId="{5C42C9C9-9F46-428F-B73D-3EACE4AED5E1}" destId="{CEDF556B-5E8B-4837-A701-FE0089246878}" srcOrd="0" destOrd="0" presId="urn:microsoft.com/office/officeart/2009/layout/CirclePictureHierarchy"/>
    <dgm:cxn modelId="{773629AB-86ED-4D18-92BD-494A5E62DC2A}" type="presParOf" srcId="{5C42C9C9-9F46-428F-B73D-3EACE4AED5E1}" destId="{3DC6A477-6147-419F-A44E-9705C872826C}" srcOrd="1" destOrd="0" presId="urn:microsoft.com/office/officeart/2009/layout/CirclePictureHierarchy"/>
    <dgm:cxn modelId="{2A0848E0-E346-48AE-85E6-5E39DF3B83F6}" type="presParOf" srcId="{EF2D904F-BC55-45CE-845F-247E2AEFB7DF}" destId="{A31E0AA3-8EAC-416A-A6DB-3E42DC87161D}" srcOrd="1" destOrd="0" presId="urn:microsoft.com/office/officeart/2009/layout/CirclePictureHierarchy"/>
    <dgm:cxn modelId="{99A0A9BC-F6D0-4EDA-B3A8-EEDFC189F545}" type="presParOf" srcId="{A31E0AA3-8EAC-416A-A6DB-3E42DC87161D}" destId="{19702E68-2394-40FE-BBE2-1822CBC6B9F8}" srcOrd="0" destOrd="0" presId="urn:microsoft.com/office/officeart/2009/layout/CirclePictureHierarchy"/>
    <dgm:cxn modelId="{1120813D-7132-4AA3-9074-E686A69097D2}" type="presParOf" srcId="{A31E0AA3-8EAC-416A-A6DB-3E42DC87161D}" destId="{59100A92-BAE6-499C-8053-BBD76F032A53}" srcOrd="1" destOrd="0" presId="urn:microsoft.com/office/officeart/2009/layout/CirclePictureHierarchy"/>
    <dgm:cxn modelId="{ADDACD69-259A-4CF5-861D-7EADA3A3ACB2}" type="presParOf" srcId="{59100A92-BAE6-499C-8053-BBD76F032A53}" destId="{29E8CDF5-D4F2-4FBB-8F74-4E8C16897C07}" srcOrd="0" destOrd="0" presId="urn:microsoft.com/office/officeart/2009/layout/CirclePictureHierarchy"/>
    <dgm:cxn modelId="{679F23C9-A591-4A33-B5F9-DA72BEF69B3D}" type="presParOf" srcId="{29E8CDF5-D4F2-4FBB-8F74-4E8C16897C07}" destId="{428D60E3-2F07-4E84-AE9B-A46E9180FC88}" srcOrd="0" destOrd="0" presId="urn:microsoft.com/office/officeart/2009/layout/CirclePictureHierarchy"/>
    <dgm:cxn modelId="{52921A69-04C3-4E88-AAA7-1DBA4298876E}" type="presParOf" srcId="{29E8CDF5-D4F2-4FBB-8F74-4E8C16897C07}" destId="{36E38736-D47B-48D8-8F06-3F2F5CD8F0B5}" srcOrd="1" destOrd="0" presId="urn:microsoft.com/office/officeart/2009/layout/CirclePictureHierarchy"/>
    <dgm:cxn modelId="{F61E3D89-F754-4DC1-87B1-E08B3CB7316F}" type="presParOf" srcId="{59100A92-BAE6-499C-8053-BBD76F032A53}" destId="{D19C407A-FBE1-4E94-A31E-DBBA82EB18A4}" srcOrd="1" destOrd="0" presId="urn:microsoft.com/office/officeart/2009/layout/CirclePictureHierarchy"/>
    <dgm:cxn modelId="{237C9011-7080-4D16-9071-78D62992216D}" type="presParOf" srcId="{D19C407A-FBE1-4E94-A31E-DBBA82EB18A4}" destId="{2321B222-3E73-4649-A043-C6B50419F769}" srcOrd="0" destOrd="0" presId="urn:microsoft.com/office/officeart/2009/layout/CirclePictureHierarchy"/>
    <dgm:cxn modelId="{6C1992BB-F2BB-4E45-9C1C-3B49651FA62C}" type="presParOf" srcId="{D19C407A-FBE1-4E94-A31E-DBBA82EB18A4}" destId="{B5AF043A-D0CA-4CBC-8A6E-F947BC6E4B31}" srcOrd="1" destOrd="0" presId="urn:microsoft.com/office/officeart/2009/layout/CirclePictureHierarchy"/>
    <dgm:cxn modelId="{389838C8-038B-4072-AD70-2CDE3C6AAD4E}" type="presParOf" srcId="{B5AF043A-D0CA-4CBC-8A6E-F947BC6E4B31}" destId="{94CAC937-7265-45DA-BDED-491F2696639A}" srcOrd="0" destOrd="0" presId="urn:microsoft.com/office/officeart/2009/layout/CirclePictureHierarchy"/>
    <dgm:cxn modelId="{E1681BAA-AC50-44EE-9337-F384F9F9B969}" type="presParOf" srcId="{94CAC937-7265-45DA-BDED-491F2696639A}" destId="{A7569EB3-B6EB-478C-A757-B62B6334FF01}" srcOrd="0" destOrd="0" presId="urn:microsoft.com/office/officeart/2009/layout/CirclePictureHierarchy"/>
    <dgm:cxn modelId="{E8385A1B-B8FE-4EFA-A399-44F86564C673}" type="presParOf" srcId="{94CAC937-7265-45DA-BDED-491F2696639A}" destId="{D77869A7-EDD5-4F81-8865-6491891EE69D}" srcOrd="1" destOrd="0" presId="urn:microsoft.com/office/officeart/2009/layout/CirclePictureHierarchy"/>
    <dgm:cxn modelId="{2ED76047-4823-4E87-A0FB-A0E4A118BB3C}" type="presParOf" srcId="{B5AF043A-D0CA-4CBC-8A6E-F947BC6E4B31}" destId="{9DD4F3E2-1234-453F-9C31-FCE7E4DF7C76}" srcOrd="1" destOrd="0" presId="urn:microsoft.com/office/officeart/2009/layout/CirclePictureHierarchy"/>
    <dgm:cxn modelId="{1E7AEA0D-38AF-4AA4-8957-1E9F297B2B45}" type="presParOf" srcId="{9DD4F3E2-1234-453F-9C31-FCE7E4DF7C76}" destId="{E1285B01-EC8F-44E0-8404-240C13F43905}" srcOrd="0" destOrd="0" presId="urn:microsoft.com/office/officeart/2009/layout/CirclePictureHierarchy"/>
    <dgm:cxn modelId="{E74FCB0F-FFFE-43E9-BB62-CFB1C3673C98}" type="presParOf" srcId="{9DD4F3E2-1234-453F-9C31-FCE7E4DF7C76}" destId="{A7A4625F-1508-47D4-BFCD-A21B7074D0EB}" srcOrd="1" destOrd="0" presId="urn:microsoft.com/office/officeart/2009/layout/CirclePictureHierarchy"/>
    <dgm:cxn modelId="{9FCC2777-A120-4EB7-A5EA-515D2BBB6365}" type="presParOf" srcId="{A7A4625F-1508-47D4-BFCD-A21B7074D0EB}" destId="{7A3A7C31-781E-48EE-9F11-545E6A0955EC}" srcOrd="0" destOrd="0" presId="urn:microsoft.com/office/officeart/2009/layout/CirclePictureHierarchy"/>
    <dgm:cxn modelId="{304DA119-4222-4157-B45D-1108B039BBF0}" type="presParOf" srcId="{7A3A7C31-781E-48EE-9F11-545E6A0955EC}" destId="{FF92E61B-9AC9-47CB-B829-31798DE6659E}" srcOrd="0" destOrd="0" presId="urn:microsoft.com/office/officeart/2009/layout/CirclePictureHierarchy"/>
    <dgm:cxn modelId="{ABFEE654-C097-4FD1-B555-E6D452B98279}" type="presParOf" srcId="{7A3A7C31-781E-48EE-9F11-545E6A0955EC}" destId="{E0E3107F-DB7B-43F1-B9AC-5667F8504980}" srcOrd="1" destOrd="0" presId="urn:microsoft.com/office/officeart/2009/layout/CirclePictureHierarchy"/>
    <dgm:cxn modelId="{37ABB999-4D73-419A-8562-4A630985A94B}" type="presParOf" srcId="{A7A4625F-1508-47D4-BFCD-A21B7074D0EB}" destId="{812D8801-96BD-40B4-8491-7DD366D1518A}" srcOrd="1" destOrd="0" presId="urn:microsoft.com/office/officeart/2009/layout/CirclePictureHierarchy"/>
    <dgm:cxn modelId="{C6E049D4-58DF-450B-AF55-BD107B7D8DFC}" type="presParOf" srcId="{9DD4F3E2-1234-453F-9C31-FCE7E4DF7C76}" destId="{09B829C1-D08A-432E-9E3D-53728CAECBCA}" srcOrd="2" destOrd="0" presId="urn:microsoft.com/office/officeart/2009/layout/CirclePictureHierarchy"/>
    <dgm:cxn modelId="{50ABFB9A-EB36-405D-A287-6E1E494216AC}" type="presParOf" srcId="{9DD4F3E2-1234-453F-9C31-FCE7E4DF7C76}" destId="{09DD8B7F-E9A4-44DA-B73F-4869A1652143}" srcOrd="3" destOrd="0" presId="urn:microsoft.com/office/officeart/2009/layout/CirclePictureHierarchy"/>
    <dgm:cxn modelId="{54DC4C38-71D7-4162-94FE-A0E3A2F62E67}" type="presParOf" srcId="{09DD8B7F-E9A4-44DA-B73F-4869A1652143}" destId="{F3DD2E07-E858-49A2-8881-1B8DC33AE424}" srcOrd="0" destOrd="0" presId="urn:microsoft.com/office/officeart/2009/layout/CirclePictureHierarchy"/>
    <dgm:cxn modelId="{707EF0E1-82BC-4F3E-AEAC-E4C2564EC67C}" type="presParOf" srcId="{F3DD2E07-E858-49A2-8881-1B8DC33AE424}" destId="{4C96804C-86B6-4912-92AF-1C77FE094A04}" srcOrd="0" destOrd="0" presId="urn:microsoft.com/office/officeart/2009/layout/CirclePictureHierarchy"/>
    <dgm:cxn modelId="{F6D37F1D-2F80-470E-98C4-B45BE41C22F8}" type="presParOf" srcId="{F3DD2E07-E858-49A2-8881-1B8DC33AE424}" destId="{391C348C-4CF6-4BF4-9D21-18A6AAD7A60C}" srcOrd="1" destOrd="0" presId="urn:microsoft.com/office/officeart/2009/layout/CirclePictureHierarchy"/>
    <dgm:cxn modelId="{83BBAFF0-B2D6-45A4-AD79-3A209FACEA8C}" type="presParOf" srcId="{09DD8B7F-E9A4-44DA-B73F-4869A1652143}" destId="{2346AD5D-DA64-46D8-A47D-314A88DC9EFA}" srcOrd="1" destOrd="0" presId="urn:microsoft.com/office/officeart/2009/layout/CirclePictureHierarchy"/>
    <dgm:cxn modelId="{E5367BF1-A210-4900-8BFF-6F2E161D3960}" type="presParOf" srcId="{D19C407A-FBE1-4E94-A31E-DBBA82EB18A4}" destId="{E094079D-7488-4B2E-925A-79EF1AA3DEF2}" srcOrd="2" destOrd="0" presId="urn:microsoft.com/office/officeart/2009/layout/CirclePictureHierarchy"/>
    <dgm:cxn modelId="{C3122A6E-6227-4C35-9854-3055BF7717C5}" type="presParOf" srcId="{D19C407A-FBE1-4E94-A31E-DBBA82EB18A4}" destId="{044D4B08-00F7-492C-B556-3990353AF351}" srcOrd="3" destOrd="0" presId="urn:microsoft.com/office/officeart/2009/layout/CirclePictureHierarchy"/>
    <dgm:cxn modelId="{C4FB3BA0-451C-4F14-97CE-A5E599B8E894}" type="presParOf" srcId="{044D4B08-00F7-492C-B556-3990353AF351}" destId="{D663066D-16A7-4C72-ACD7-CA7AA88AEBAC}" srcOrd="0" destOrd="0" presId="urn:microsoft.com/office/officeart/2009/layout/CirclePictureHierarchy"/>
    <dgm:cxn modelId="{811C1E6E-7B0A-464B-AA7B-80B3C3F298E0}" type="presParOf" srcId="{D663066D-16A7-4C72-ACD7-CA7AA88AEBAC}" destId="{06A8187E-7EB6-4A41-8476-433AB79A5C19}" srcOrd="0" destOrd="0" presId="urn:microsoft.com/office/officeart/2009/layout/CirclePictureHierarchy"/>
    <dgm:cxn modelId="{09A7B9FD-2A3E-4BEB-9855-C6C5FB17BEC7}" type="presParOf" srcId="{D663066D-16A7-4C72-ACD7-CA7AA88AEBAC}" destId="{5F03C316-DDBB-424E-8FCE-11FC9A857219}" srcOrd="1" destOrd="0" presId="urn:microsoft.com/office/officeart/2009/layout/CirclePictureHierarchy"/>
    <dgm:cxn modelId="{27138F4D-2D20-494B-AA25-25C1DD93CFCE}" type="presParOf" srcId="{044D4B08-00F7-492C-B556-3990353AF351}" destId="{9347600E-65D4-4E6D-99A4-A4829315898B}" srcOrd="1" destOrd="0" presId="urn:microsoft.com/office/officeart/2009/layout/CirclePictureHierarchy"/>
    <dgm:cxn modelId="{ACFDE471-3BE2-4F3C-9A53-A58687EE2E19}" type="presParOf" srcId="{A31E0AA3-8EAC-416A-A6DB-3E42DC87161D}" destId="{769917F2-B795-47C2-ACFB-BECCDF85EB33}" srcOrd="2" destOrd="0" presId="urn:microsoft.com/office/officeart/2009/layout/CirclePictureHierarchy"/>
    <dgm:cxn modelId="{FDC1FC55-DC64-40A6-AE27-12701300EF2E}" type="presParOf" srcId="{A31E0AA3-8EAC-416A-A6DB-3E42DC87161D}" destId="{342CA465-FA5A-458D-B671-AA3426651E10}" srcOrd="3" destOrd="0" presId="urn:microsoft.com/office/officeart/2009/layout/CirclePictureHierarchy"/>
    <dgm:cxn modelId="{10702F61-1B75-4093-94DC-DB2BF73812DC}" type="presParOf" srcId="{342CA465-FA5A-458D-B671-AA3426651E10}" destId="{CB0230BE-23FF-4CD8-B807-A586882CE0C0}" srcOrd="0" destOrd="0" presId="urn:microsoft.com/office/officeart/2009/layout/CirclePictureHierarchy"/>
    <dgm:cxn modelId="{29BF749D-4E9A-4BC0-8A38-664F604CA7F8}" type="presParOf" srcId="{CB0230BE-23FF-4CD8-B807-A586882CE0C0}" destId="{7D03A8B1-8DE7-443E-83BD-6B3D8C6266FC}" srcOrd="0" destOrd="0" presId="urn:microsoft.com/office/officeart/2009/layout/CirclePictureHierarchy"/>
    <dgm:cxn modelId="{3DBE626A-825B-4A45-863C-53985C561221}" type="presParOf" srcId="{CB0230BE-23FF-4CD8-B807-A586882CE0C0}" destId="{E3879CB6-8B1F-49E1-9A8D-C7CEDF6DA615}" srcOrd="1" destOrd="0" presId="urn:microsoft.com/office/officeart/2009/layout/CirclePictureHierarchy"/>
    <dgm:cxn modelId="{EBDB3E24-2E97-47A3-849C-DD0F962A4A6C}" type="presParOf" srcId="{342CA465-FA5A-458D-B671-AA3426651E10}" destId="{7EF6CAC8-CAF3-4CB5-BF9B-B9C57ED85C0A}" srcOrd="1" destOrd="0" presId="urn:microsoft.com/office/officeart/2009/layout/CirclePictureHierarchy"/>
    <dgm:cxn modelId="{DD9E4566-1732-4B78-ABA0-723F8E4C658F}" type="presParOf" srcId="{7EF6CAC8-CAF3-4CB5-BF9B-B9C57ED85C0A}" destId="{E08CC3BE-B3AC-4ADD-BF76-C1BDFC834CA3}" srcOrd="0" destOrd="0" presId="urn:microsoft.com/office/officeart/2009/layout/CirclePictureHierarchy"/>
    <dgm:cxn modelId="{20C9D2FC-1A3F-4978-9038-B4D78C90FE65}" type="presParOf" srcId="{7EF6CAC8-CAF3-4CB5-BF9B-B9C57ED85C0A}" destId="{05066EE6-DF5B-45CE-B269-23C02ED4D10F}" srcOrd="1" destOrd="0" presId="urn:microsoft.com/office/officeart/2009/layout/CirclePictureHierarchy"/>
    <dgm:cxn modelId="{5E72CD3D-0836-4187-8A6B-4F0DF1F30DB7}" type="presParOf" srcId="{05066EE6-DF5B-45CE-B269-23C02ED4D10F}" destId="{CEEAC96B-5A21-438E-B206-7D3BFADC38E2}" srcOrd="0" destOrd="0" presId="urn:microsoft.com/office/officeart/2009/layout/CirclePictureHierarchy"/>
    <dgm:cxn modelId="{786FDD33-D579-412A-A49F-6EC728E501B2}" type="presParOf" srcId="{CEEAC96B-5A21-438E-B206-7D3BFADC38E2}" destId="{43E3429A-B174-4527-AAD2-1AE6424E595C}" srcOrd="0" destOrd="0" presId="urn:microsoft.com/office/officeart/2009/layout/CirclePictureHierarchy"/>
    <dgm:cxn modelId="{50A138D3-110C-4857-94A6-528A9410E515}" type="presParOf" srcId="{CEEAC96B-5A21-438E-B206-7D3BFADC38E2}" destId="{90B1F20A-C81C-4D8C-8BF7-F99CD68045F3}" srcOrd="1" destOrd="0" presId="urn:microsoft.com/office/officeart/2009/layout/CirclePictureHierarchy"/>
    <dgm:cxn modelId="{1F3E7879-C140-49F0-8926-B888CB444CBD}" type="presParOf" srcId="{05066EE6-DF5B-45CE-B269-23C02ED4D10F}" destId="{AC1C2983-9370-45E7-815C-1BC86B1BCB2A}" srcOrd="1" destOrd="0" presId="urn:microsoft.com/office/officeart/2009/layout/CirclePictureHierarchy"/>
    <dgm:cxn modelId="{AB7D5256-481F-44E4-9F04-2863492BBB4B}" type="presParOf" srcId="{AC1C2983-9370-45E7-815C-1BC86B1BCB2A}" destId="{35B95E64-27D4-41E3-B7C9-2BCAB3749212}" srcOrd="0" destOrd="0" presId="urn:microsoft.com/office/officeart/2009/layout/CirclePictureHierarchy"/>
    <dgm:cxn modelId="{9AC2E866-FE3A-488B-8B02-D60B9CDD97F0}" type="presParOf" srcId="{AC1C2983-9370-45E7-815C-1BC86B1BCB2A}" destId="{B8833F84-8CD9-406E-AD15-DE96F523921F}" srcOrd="1" destOrd="0" presId="urn:microsoft.com/office/officeart/2009/layout/CirclePictureHierarchy"/>
    <dgm:cxn modelId="{D34F1C56-11B7-4FFB-A47F-CB7925DE2AB8}" type="presParOf" srcId="{B8833F84-8CD9-406E-AD15-DE96F523921F}" destId="{BD65D00F-6C42-4A8F-9748-8D0EF3606439}" srcOrd="0" destOrd="0" presId="urn:microsoft.com/office/officeart/2009/layout/CirclePictureHierarchy"/>
    <dgm:cxn modelId="{3AB118E2-7271-4D6D-A4B6-4228E7337778}" type="presParOf" srcId="{BD65D00F-6C42-4A8F-9748-8D0EF3606439}" destId="{2F946EE3-15C8-44B9-B183-4722881C782E}" srcOrd="0" destOrd="0" presId="urn:microsoft.com/office/officeart/2009/layout/CirclePictureHierarchy"/>
    <dgm:cxn modelId="{378CA12F-C513-44C3-95B6-96FAA9D3CB3D}" type="presParOf" srcId="{BD65D00F-6C42-4A8F-9748-8D0EF3606439}" destId="{B60BE668-A15E-4557-BFC3-86C86346E8EC}" srcOrd="1" destOrd="0" presId="urn:microsoft.com/office/officeart/2009/layout/CirclePictureHierarchy"/>
    <dgm:cxn modelId="{8A9CE330-DEB4-4C8D-8398-03876FD60EA8}" type="presParOf" srcId="{B8833F84-8CD9-406E-AD15-DE96F523921F}" destId="{A4887137-EAF3-4F9F-8EBA-D8424CAA3467}" srcOrd="1" destOrd="0" presId="urn:microsoft.com/office/officeart/2009/layout/CirclePictureHierarchy"/>
    <dgm:cxn modelId="{525275F9-8BF8-4B8E-B3B5-4B633FCB77F3}" type="presParOf" srcId="{AC1C2983-9370-45E7-815C-1BC86B1BCB2A}" destId="{C96F4661-284D-440B-BB7C-F72092C26B8D}" srcOrd="2" destOrd="0" presId="urn:microsoft.com/office/officeart/2009/layout/CirclePictureHierarchy"/>
    <dgm:cxn modelId="{9B636B45-16AD-47B6-A46D-071BADABC060}" type="presParOf" srcId="{AC1C2983-9370-45E7-815C-1BC86B1BCB2A}" destId="{4C615ECC-3EF4-4242-8EC8-4558CE1D074A}" srcOrd="3" destOrd="0" presId="urn:microsoft.com/office/officeart/2009/layout/CirclePictureHierarchy"/>
    <dgm:cxn modelId="{D0029595-2644-438B-9688-1405A6085CE8}" type="presParOf" srcId="{4C615ECC-3EF4-4242-8EC8-4558CE1D074A}" destId="{E2315996-949F-49E5-9489-E6778F38F1E8}" srcOrd="0" destOrd="0" presId="urn:microsoft.com/office/officeart/2009/layout/CirclePictureHierarchy"/>
    <dgm:cxn modelId="{4056BE98-C39F-4B15-A89F-C2A3BE1348CC}" type="presParOf" srcId="{E2315996-949F-49E5-9489-E6778F38F1E8}" destId="{03897EE8-2084-49B5-A006-EAB9B942663E}" srcOrd="0" destOrd="0" presId="urn:microsoft.com/office/officeart/2009/layout/CirclePictureHierarchy"/>
    <dgm:cxn modelId="{F7784B19-4AD6-42AE-B9AA-808884FB4107}" type="presParOf" srcId="{E2315996-949F-49E5-9489-E6778F38F1E8}" destId="{E92C39C4-9515-4851-9FA6-2CB4CF519E57}" srcOrd="1" destOrd="0" presId="urn:microsoft.com/office/officeart/2009/layout/CirclePictureHierarchy"/>
    <dgm:cxn modelId="{578AC6C0-9320-4F3A-A900-8E7B7BD892F0}" type="presParOf" srcId="{4C615ECC-3EF4-4242-8EC8-4558CE1D074A}" destId="{AE9B8032-C9C0-49B2-9E6D-785582D9792A}" srcOrd="1" destOrd="0" presId="urn:microsoft.com/office/officeart/2009/layout/CirclePictureHierarchy"/>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9CE4283-B0B9-4413-8271-E4CEED923DB3}">
      <dsp:nvSpPr>
        <dsp:cNvPr id="0" name=""/>
        <dsp:cNvSpPr/>
      </dsp:nvSpPr>
      <dsp:spPr>
        <a:xfrm>
          <a:off x="3257" y="1416164"/>
          <a:ext cx="3268015" cy="3268015"/>
        </a:xfrm>
        <a:prstGeom prst="ellipse">
          <a:avLst/>
        </a:prstGeom>
        <a:solidFill>
          <a:schemeClr val="accent1">
            <a:lumMod val="60000"/>
            <a:lumOff val="4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sp:txBody>
      <dsp:txXfrm>
        <a:off x="481847" y="1894754"/>
        <a:ext cx="2310835" cy="2310835"/>
      </dsp:txXfrm>
    </dsp:sp>
    <dsp:sp modelId="{BB73B202-8892-464F-A72C-7A9BFEC6E47D}">
      <dsp:nvSpPr>
        <dsp:cNvPr id="0" name=""/>
        <dsp:cNvSpPr/>
      </dsp:nvSpPr>
      <dsp:spPr>
        <a:xfrm>
          <a:off x="2636231" y="1407863"/>
          <a:ext cx="3268015" cy="3268015"/>
        </a:xfrm>
        <a:prstGeom prst="ellipse">
          <a:avLst/>
        </a:prstGeom>
        <a:solidFill>
          <a:schemeClr val="accent2">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3114821" y="1886453"/>
        <a:ext cx="2310835" cy="2310835"/>
      </dsp:txXfrm>
    </dsp:sp>
    <dsp:sp modelId="{CDF5FF57-C68B-4B0E-811C-86A76E9A55DA}">
      <dsp:nvSpPr>
        <dsp:cNvPr id="0" name=""/>
        <dsp:cNvSpPr/>
      </dsp:nvSpPr>
      <dsp:spPr>
        <a:xfrm>
          <a:off x="5232081" y="1416164"/>
          <a:ext cx="3268015" cy="3268015"/>
        </a:xfrm>
        <a:prstGeom prst="ellipse">
          <a:avLst/>
        </a:prstGeom>
        <a:solidFill>
          <a:schemeClr val="accent3">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0" kern="1200" dirty="0">
            <a:solidFill>
              <a:schemeClr val="tx1"/>
            </a:solidFill>
            <a:latin typeface="+mn-lt"/>
            <a:ea typeface="Lato" panose="020B0604020202020204" charset="0"/>
            <a:cs typeface="Lato" panose="020B0604020202020204" charset="0"/>
          </a:endParaRPr>
        </a:p>
      </dsp:txBody>
      <dsp:txXfrm>
        <a:off x="5710671" y="1894754"/>
        <a:ext cx="2310835" cy="2310835"/>
      </dsp:txXfrm>
    </dsp:sp>
    <dsp:sp modelId="{36321623-05DB-492D-A6AB-811AEB466F83}">
      <dsp:nvSpPr>
        <dsp:cNvPr id="0" name=""/>
        <dsp:cNvSpPr/>
      </dsp:nvSpPr>
      <dsp:spPr>
        <a:xfrm>
          <a:off x="7846493" y="1416164"/>
          <a:ext cx="3268015" cy="3268015"/>
        </a:xfrm>
        <a:prstGeom prst="ellipse">
          <a:avLst/>
        </a:prstGeom>
        <a:solidFill>
          <a:schemeClr val="accent4">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8325083" y="1894754"/>
        <a:ext cx="2310835" cy="2310835"/>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96F4661-284D-440B-BB7C-F72092C26B8D}">
      <dsp:nvSpPr>
        <dsp:cNvPr id="0" name=""/>
        <dsp:cNvSpPr/>
      </dsp:nvSpPr>
      <dsp:spPr>
        <a:xfrm>
          <a:off x="7590272"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5B95E64-27D4-41E3-B7C9-2BCAB3749212}">
      <dsp:nvSpPr>
        <dsp:cNvPr id="0" name=""/>
        <dsp:cNvSpPr/>
      </dsp:nvSpPr>
      <dsp:spPr>
        <a:xfrm>
          <a:off x="6175741"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8CC3BE-B3AC-4ADD-BF76-C1BDFC834CA3}">
      <dsp:nvSpPr>
        <dsp:cNvPr id="0" name=""/>
        <dsp:cNvSpPr/>
      </dsp:nvSpPr>
      <dsp:spPr>
        <a:xfrm>
          <a:off x="7544552" y="2444830"/>
          <a:ext cx="91440" cy="324056"/>
        </a:xfrm>
        <a:custGeom>
          <a:avLst/>
          <a:gdLst/>
          <a:ahLst/>
          <a:cxnLst/>
          <a:rect l="0" t="0" r="0" b="0"/>
          <a:pathLst>
            <a:path>
              <a:moveTo>
                <a:pt x="45720" y="0"/>
              </a:moveTo>
              <a:lnTo>
                <a:pt x="4572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69917F2-B795-47C2-ACFB-BECCDF85EB33}">
      <dsp:nvSpPr>
        <dsp:cNvPr id="0" name=""/>
        <dsp:cNvSpPr/>
      </dsp:nvSpPr>
      <dsp:spPr>
        <a:xfrm>
          <a:off x="5468475" y="1092024"/>
          <a:ext cx="2121796" cy="324056"/>
        </a:xfrm>
        <a:custGeom>
          <a:avLst/>
          <a:gdLst/>
          <a:ahLst/>
          <a:cxnLst/>
          <a:rect l="0" t="0" r="0" b="0"/>
          <a:pathLst>
            <a:path>
              <a:moveTo>
                <a:pt x="0" y="0"/>
              </a:moveTo>
              <a:lnTo>
                <a:pt x="0" y="163314"/>
              </a:lnTo>
              <a:lnTo>
                <a:pt x="2121796" y="163314"/>
              </a:lnTo>
              <a:lnTo>
                <a:pt x="2121796"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94079D-7488-4B2E-925A-79EF1AA3DEF2}">
      <dsp:nvSpPr>
        <dsp:cNvPr id="0" name=""/>
        <dsp:cNvSpPr/>
      </dsp:nvSpPr>
      <dsp:spPr>
        <a:xfrm>
          <a:off x="3346678" y="2444830"/>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9B829C1-D08A-432E-9E3D-53728CAECBCA}">
      <dsp:nvSpPr>
        <dsp:cNvPr id="0" name=""/>
        <dsp:cNvSpPr/>
      </dsp:nvSpPr>
      <dsp:spPr>
        <a:xfrm>
          <a:off x="1932147"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1285B01-EC8F-44E0-8404-240C13F43905}">
      <dsp:nvSpPr>
        <dsp:cNvPr id="0" name=""/>
        <dsp:cNvSpPr/>
      </dsp:nvSpPr>
      <dsp:spPr>
        <a:xfrm>
          <a:off x="517616"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321B222-3E73-4649-A043-C6B50419F769}">
      <dsp:nvSpPr>
        <dsp:cNvPr id="0" name=""/>
        <dsp:cNvSpPr/>
      </dsp:nvSpPr>
      <dsp:spPr>
        <a:xfrm>
          <a:off x="1932147" y="2444830"/>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9702E68-2394-40FE-BBE2-1822CBC6B9F8}">
      <dsp:nvSpPr>
        <dsp:cNvPr id="0" name=""/>
        <dsp:cNvSpPr/>
      </dsp:nvSpPr>
      <dsp:spPr>
        <a:xfrm>
          <a:off x="3346678" y="1092024"/>
          <a:ext cx="2121796" cy="324056"/>
        </a:xfrm>
        <a:custGeom>
          <a:avLst/>
          <a:gdLst/>
          <a:ahLst/>
          <a:cxnLst/>
          <a:rect l="0" t="0" r="0" b="0"/>
          <a:pathLst>
            <a:path>
              <a:moveTo>
                <a:pt x="2121796" y="0"/>
              </a:moveTo>
              <a:lnTo>
                <a:pt x="2121796" y="163314"/>
              </a:lnTo>
              <a:lnTo>
                <a:pt x="0" y="163314"/>
              </a:lnTo>
              <a:lnTo>
                <a:pt x="0"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EDF556B-5E8B-4837-A701-FE0089246878}">
      <dsp:nvSpPr>
        <dsp:cNvPr id="0" name=""/>
        <dsp:cNvSpPr/>
      </dsp:nvSpPr>
      <dsp:spPr>
        <a:xfrm>
          <a:off x="4954100" y="63274"/>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DC6A477-6147-419F-A44E-9705C872826C}">
      <dsp:nvSpPr>
        <dsp:cNvPr id="0" name=""/>
        <dsp:cNvSpPr/>
      </dsp:nvSpPr>
      <dsp:spPr>
        <a:xfrm>
          <a:off x="5982850" y="60702"/>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CEO</a:t>
          </a:r>
        </a:p>
      </dsp:txBody>
      <dsp:txXfrm>
        <a:off x="5982850" y="60702"/>
        <a:ext cx="1543124" cy="1028749"/>
      </dsp:txXfrm>
    </dsp:sp>
    <dsp:sp modelId="{428D60E3-2F07-4E84-AE9B-A46E9180FC88}">
      <dsp:nvSpPr>
        <dsp:cNvPr id="0" name=""/>
        <dsp:cNvSpPr/>
      </dsp:nvSpPr>
      <dsp:spPr>
        <a:xfrm>
          <a:off x="2832304" y="1416080"/>
          <a:ext cx="1028749" cy="1028749"/>
        </a:xfrm>
        <a:prstGeom prst="ellipse">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6E38736-D47B-48D8-8F06-3F2F5CD8F0B5}">
      <dsp:nvSpPr>
        <dsp:cNvPr id="0" name=""/>
        <dsp:cNvSpPr/>
      </dsp:nvSpPr>
      <dsp:spPr>
        <a:xfrm>
          <a:off x="3861053"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CFO</a:t>
          </a:r>
        </a:p>
      </dsp:txBody>
      <dsp:txXfrm>
        <a:off x="3861053" y="1413509"/>
        <a:ext cx="1543124" cy="1028749"/>
      </dsp:txXfrm>
    </dsp:sp>
    <dsp:sp modelId="{A7569EB3-B6EB-478C-A757-B62B6334FF01}">
      <dsp:nvSpPr>
        <dsp:cNvPr id="0" name=""/>
        <dsp:cNvSpPr/>
      </dsp:nvSpPr>
      <dsp:spPr>
        <a:xfrm>
          <a:off x="1417772" y="2768887"/>
          <a:ext cx="1028749" cy="1028749"/>
        </a:xfrm>
        <a:prstGeom prst="ellipse">
          <a:avLst/>
        </a:prstGeom>
        <a:blipFill>
          <a:blip xmlns:r="http://schemas.openxmlformats.org/officeDocument/2006/relationships" r:embed="rId3"/>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D77869A7-EDD5-4F81-8865-6491891EE69D}">
      <dsp:nvSpPr>
        <dsp:cNvPr id="0" name=""/>
        <dsp:cNvSpPr/>
      </dsp:nvSpPr>
      <dsp:spPr>
        <a:xfrm>
          <a:off x="2446522"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Controlling</a:t>
          </a:r>
        </a:p>
      </dsp:txBody>
      <dsp:txXfrm>
        <a:off x="2446522" y="2766315"/>
        <a:ext cx="1543124" cy="1028749"/>
      </dsp:txXfrm>
    </dsp:sp>
    <dsp:sp modelId="{FF92E61B-9AC9-47CB-B829-31798DE6659E}">
      <dsp:nvSpPr>
        <dsp:cNvPr id="0" name=""/>
        <dsp:cNvSpPr/>
      </dsp:nvSpPr>
      <dsp:spPr>
        <a:xfrm>
          <a:off x="3241" y="4121693"/>
          <a:ext cx="1028749" cy="1028749"/>
        </a:xfrm>
        <a:prstGeom prst="ellipse">
          <a:avLst/>
        </a:prstGeom>
        <a:blipFill>
          <a:blip xmlns:r="http://schemas.openxmlformats.org/officeDocument/2006/relationships" r:embed="rId4"/>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0E3107F-DB7B-43F1-B9AC-5667F8504980}">
      <dsp:nvSpPr>
        <dsp:cNvPr id="0" name=""/>
        <dsp:cNvSpPr/>
      </dsp:nvSpPr>
      <dsp:spPr>
        <a:xfrm>
          <a:off x="1031991"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EMEA</a:t>
          </a:r>
        </a:p>
      </dsp:txBody>
      <dsp:txXfrm>
        <a:off x="1031991" y="4119121"/>
        <a:ext cx="1543124" cy="1028749"/>
      </dsp:txXfrm>
    </dsp:sp>
    <dsp:sp modelId="{4C96804C-86B6-4912-92AF-1C77FE094A04}">
      <dsp:nvSpPr>
        <dsp:cNvPr id="0" name=""/>
        <dsp:cNvSpPr/>
      </dsp:nvSpPr>
      <dsp:spPr>
        <a:xfrm>
          <a:off x="2832304" y="4121693"/>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91C348C-4CF6-4BF4-9D21-18A6AAD7A60C}">
      <dsp:nvSpPr>
        <dsp:cNvPr id="0" name=""/>
        <dsp:cNvSpPr/>
      </dsp:nvSpPr>
      <dsp:spPr>
        <a:xfrm>
          <a:off x="3861053"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Asia-Pacific</a:t>
          </a:r>
        </a:p>
      </dsp:txBody>
      <dsp:txXfrm>
        <a:off x="3861053" y="4119121"/>
        <a:ext cx="1543124" cy="1028749"/>
      </dsp:txXfrm>
    </dsp:sp>
    <dsp:sp modelId="{06A8187E-7EB6-4A41-8476-433AB79A5C19}">
      <dsp:nvSpPr>
        <dsp:cNvPr id="0" name=""/>
        <dsp:cNvSpPr/>
      </dsp:nvSpPr>
      <dsp:spPr>
        <a:xfrm>
          <a:off x="4246835" y="2768887"/>
          <a:ext cx="1028749" cy="1028749"/>
        </a:xfrm>
        <a:prstGeom prst="ellipse">
          <a:avLst/>
        </a:prstGeom>
        <a:blipFill>
          <a:blip xmlns:r="http://schemas.openxmlformats.org/officeDocument/2006/relationships" r:embed="rId5"/>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5F03C316-DDBB-424E-8FCE-11FC9A857219}">
      <dsp:nvSpPr>
        <dsp:cNvPr id="0" name=""/>
        <dsp:cNvSpPr/>
      </dsp:nvSpPr>
      <dsp:spPr>
        <a:xfrm>
          <a:off x="5275585"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Budget</a:t>
          </a:r>
        </a:p>
      </dsp:txBody>
      <dsp:txXfrm>
        <a:off x="5275585" y="2766315"/>
        <a:ext cx="1543124" cy="1028749"/>
      </dsp:txXfrm>
    </dsp:sp>
    <dsp:sp modelId="{7D03A8B1-8DE7-443E-83BD-6B3D8C6266FC}">
      <dsp:nvSpPr>
        <dsp:cNvPr id="0" name=""/>
        <dsp:cNvSpPr/>
      </dsp:nvSpPr>
      <dsp:spPr>
        <a:xfrm>
          <a:off x="7075897" y="1416080"/>
          <a:ext cx="1028749" cy="1028749"/>
        </a:xfrm>
        <a:prstGeom prst="ellipse">
          <a:avLst/>
        </a:prstGeom>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3879CB6-8B1F-49E1-9A8D-C7CEDF6DA615}">
      <dsp:nvSpPr>
        <dsp:cNvPr id="0" name=""/>
        <dsp:cNvSpPr/>
      </dsp:nvSpPr>
      <dsp:spPr>
        <a:xfrm>
          <a:off x="8104647"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COO</a:t>
          </a:r>
        </a:p>
      </dsp:txBody>
      <dsp:txXfrm>
        <a:off x="8104647" y="1413509"/>
        <a:ext cx="1543124" cy="1028749"/>
      </dsp:txXfrm>
    </dsp:sp>
    <dsp:sp modelId="{43E3429A-B174-4527-AAD2-1AE6424E595C}">
      <dsp:nvSpPr>
        <dsp:cNvPr id="0" name=""/>
        <dsp:cNvSpPr/>
      </dsp:nvSpPr>
      <dsp:spPr>
        <a:xfrm>
          <a:off x="7075897" y="2768887"/>
          <a:ext cx="1028749" cy="1028749"/>
        </a:xfrm>
        <a:prstGeom prst="ellipse">
          <a:avLst/>
        </a:prstGeom>
        <a:blipFill>
          <a:blip xmlns:r="http://schemas.openxmlformats.org/officeDocument/2006/relationships" r:embed="rId2"/>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0B1F20A-C81C-4D8C-8BF7-F99CD68045F3}">
      <dsp:nvSpPr>
        <dsp:cNvPr id="0" name=""/>
        <dsp:cNvSpPr/>
      </dsp:nvSpPr>
      <dsp:spPr>
        <a:xfrm>
          <a:off x="8104647"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Manager</a:t>
          </a:r>
        </a:p>
      </dsp:txBody>
      <dsp:txXfrm>
        <a:off x="8104647" y="2766315"/>
        <a:ext cx="1543124" cy="1028749"/>
      </dsp:txXfrm>
    </dsp:sp>
    <dsp:sp modelId="{2F946EE3-15C8-44B9-B183-4722881C782E}">
      <dsp:nvSpPr>
        <dsp:cNvPr id="0" name=""/>
        <dsp:cNvSpPr/>
      </dsp:nvSpPr>
      <dsp:spPr>
        <a:xfrm>
          <a:off x="5661366" y="4121693"/>
          <a:ext cx="1028749" cy="1028749"/>
        </a:xfrm>
        <a:prstGeom prst="ellipse">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B60BE668-A15E-4557-BFC3-86C86346E8EC}">
      <dsp:nvSpPr>
        <dsp:cNvPr id="0" name=""/>
        <dsp:cNvSpPr/>
      </dsp:nvSpPr>
      <dsp:spPr>
        <a:xfrm>
          <a:off x="6690116"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John DOE</a:t>
          </a:r>
        </a:p>
        <a:p>
          <a:pPr marL="0" lvl="0" indent="0" algn="l" defTabSz="800100">
            <a:lnSpc>
              <a:spcPct val="90000"/>
            </a:lnSpc>
            <a:spcBef>
              <a:spcPct val="0"/>
            </a:spcBef>
            <a:spcAft>
              <a:spcPct val="35000"/>
            </a:spcAft>
            <a:buNone/>
          </a:pPr>
          <a:r>
            <a:rPr lang="en-US" sz="1800" kern="1200" dirty="0"/>
            <a:t>Logistics</a:t>
          </a:r>
        </a:p>
      </dsp:txBody>
      <dsp:txXfrm>
        <a:off x="6690116" y="4119121"/>
        <a:ext cx="1543124" cy="1028749"/>
      </dsp:txXfrm>
    </dsp:sp>
    <dsp:sp modelId="{03897EE8-2084-49B5-A006-EAB9B942663E}">
      <dsp:nvSpPr>
        <dsp:cNvPr id="0" name=""/>
        <dsp:cNvSpPr/>
      </dsp:nvSpPr>
      <dsp:spPr>
        <a:xfrm>
          <a:off x="8490428" y="4121693"/>
          <a:ext cx="1028749" cy="1028749"/>
        </a:xfrm>
        <a:prstGeom prst="ellipse">
          <a:avLst/>
        </a:prstGeom>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92C39C4-9515-4851-9FA6-2CB4CF519E57}">
      <dsp:nvSpPr>
        <dsp:cNvPr id="0" name=""/>
        <dsp:cNvSpPr/>
      </dsp:nvSpPr>
      <dsp:spPr>
        <a:xfrm>
          <a:off x="9519178"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Supply</a:t>
          </a:r>
        </a:p>
      </dsp:txBody>
      <dsp:txXfrm>
        <a:off x="9519178" y="4119121"/>
        <a:ext cx="1543124" cy="1028749"/>
      </dsp:txXfrm>
    </dsp:sp>
  </dsp:spTree>
</dsp:drawing>
</file>

<file path=ppt/diagrams/layout1.xml><?xml version="1.0" encoding="utf-8"?>
<dgm:layoutDef xmlns:dgm="http://schemas.openxmlformats.org/drawingml/2006/diagram" xmlns:a="http://schemas.openxmlformats.org/drawingml/2006/main" uniqueId="urn:microsoft.com/office/officeart/2005/8/layout/venn3">
  <dgm:title val=""/>
  <dgm:desc val=""/>
  <dgm:catLst>
    <dgm:cat type="relationship" pri="2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param type="fallback" val="2D"/>
        </dgm:alg>
      </dgm:if>
      <dgm:else name="Name3">
        <dgm:alg type="lin">
          <dgm:param type="fallback" val="2D"/>
          <dgm:param type="linDir" val="fromR"/>
        </dgm:alg>
      </dgm:else>
    </dgm:choose>
    <dgm:shape xmlns:r="http://schemas.openxmlformats.org/officeDocument/2006/relationships" r:blip="">
      <dgm:adjLst/>
    </dgm:shape>
    <dgm:presOf/>
    <dgm:constrLst>
      <dgm:constr type="w" for="ch" ptType="node" refType="w"/>
      <dgm:constr type="h" for="ch" ptType="node" refType="w" refFor="ch" refPtType="node"/>
      <dgm:constr type="w" for="ch" forName="space" refType="w" refFor="ch" refPtType="node" fact="-0.2"/>
      <dgm:constr type="primFontSz" for="ch" ptType="node" op="equ" val="65"/>
    </dgm:constrLst>
    <dgm:ruleLst/>
    <dgm:forEach name="Name4" axis="ch" ptType="node">
      <dgm:layoutNode name="Name5" styleLbl="vennNode1">
        <dgm:varLst>
          <dgm:bulletEnabled val="1"/>
        </dgm:varLst>
        <dgm:alg type="tx">
          <dgm:param type="txAnchorVertCh" val="mid"/>
          <dgm:param type="txAnchorHorzCh" val="ctr"/>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w" fact="0.156"/>
          <dgm:constr type="rMarg" refType="w" fact="0.156"/>
        </dgm:constrLst>
        <dgm:ruleLst>
          <dgm:rule type="primFontSz" val="5" fact="NaN" max="NaN"/>
        </dgm:ruleLst>
      </dgm:layoutNode>
      <dgm:forEach name="Name6"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9/layout/CirclePictureHierarchy">
  <dgm:title val=""/>
  <dgm:desc val=""/>
  <dgm:catLst>
    <dgm:cat type="hierarchy" pri="1750"/>
    <dgm:cat type="picture" pri="23000"/>
    <dgm:cat type="pictureconvert" pri="23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5"/>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h" for="ch" forName="image" refType="h" fact="0.8"/>
              <dgm:constr type="w" for="ch" forName="image" refType="h" refFor="ch" refForName="image"/>
              <dgm:constr type="t" for="ch" forName="image" refType="h" fact="0.1"/>
              <dgm:constr type="l" for="ch" forName="image"/>
              <dgm:constr type="w" for="ch" forName="text" refType="w" fact="0.6"/>
              <dgm:constr type="h" for="ch" forName="text" refType="h" fact="0.8"/>
              <dgm:constr type="t" for="ch" forName="text" refType="w" fact="0.04"/>
              <dgm:constr type="l" for="ch" forName="text" refType="w" fact="0.4"/>
            </dgm:constrLst>
            <dgm:ruleLst/>
            <dgm:layoutNode name="image" styleLbl="node0">
              <dgm:alg type="sp"/>
              <dgm:shape xmlns:r="http://schemas.openxmlformats.org/officeDocument/2006/relationships" type="ellipse" r:blip="" blipPhldr="1">
                <dgm:adjLst/>
              </dgm:shape>
              <dgm:presOf/>
              <dgm:constrLst/>
              <dgm:ruleLst/>
            </dgm:layoutNode>
            <dgm:layoutNode name="text"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image"/>
                    <dgm:param type="dstNode" val="image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h" for="ch" forName="image2" refType="h" fact="0.8"/>
                      <dgm:constr type="w" for="ch" forName="image2" refType="h" refFor="ch" refForName="image2"/>
                      <dgm:constr type="t" for="ch" forName="image2" refType="h" fact="0.1"/>
                      <dgm:constr type="l" for="ch" forName="image2"/>
                      <dgm:constr type="w" for="ch" forName="text2" refType="w" fact="0.6"/>
                      <dgm:constr type="h" for="ch" forName="text2" refType="h" fact="0.8"/>
                      <dgm:constr type="t" for="ch" forName="text2" refType="w" fact="0.04"/>
                      <dgm:constr type="l" for="ch" forName="text2" refType="w" fact="0.4"/>
                    </dgm:constrLst>
                    <dgm:ruleLst/>
                    <dgm:layoutNode name="image2">
                      <dgm:alg type="sp"/>
                      <dgm:shape xmlns:r="http://schemas.openxmlformats.org/officeDocument/2006/relationships" type="ellipse" r:blip="" blipPhldr="1">
                        <dgm:adjLst/>
                      </dgm:shape>
                      <dgm:presOf/>
                      <dgm:constrLst/>
                      <dgm:ruleLst/>
                    </dgm:layoutNode>
                    <dgm:layoutNode name="text2"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image2"/>
                            <dgm:param type="dstNode" val="image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h" for="ch" forName="image3" refType="h" fact="0.8"/>
                              <dgm:constr type="w" for="ch" forName="image3" refType="h" refFor="ch" refForName="image3"/>
                              <dgm:constr type="t" for="ch" forName="image3" refType="h" fact="0.1"/>
                              <dgm:constr type="l" for="ch" forName="image3"/>
                              <dgm:constr type="w" for="ch" forName="text3" refType="w" fact="0.6"/>
                              <dgm:constr type="h" for="ch" forName="text3" refType="h" fact="0.8"/>
                              <dgm:constr type="t" for="ch" forName="text3" refType="w" fact="0.04"/>
                              <dgm:constr type="l" for="ch" forName="text3" refType="w" fact="0.4"/>
                            </dgm:constrLst>
                            <dgm:ruleLst/>
                            <dgm:layoutNode name="image3">
                              <dgm:alg type="sp"/>
                              <dgm:shape xmlns:r="http://schemas.openxmlformats.org/officeDocument/2006/relationships" type="ellipse" r:blip="" blipPhldr="1">
                                <dgm:adjLst/>
                              </dgm:shape>
                              <dgm:presOf/>
                              <dgm:constrLst/>
                              <dgm:ruleLst/>
                            </dgm:layoutNode>
                            <dgm:layoutNode name="text3"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image3"/>
                                        <dgm:param type="dstNode" val="image4"/>
                                      </dgm:alg>
                                    </dgm:if>
                                    <dgm:else name="Name26">
                                      <dgm:alg type="conn">
                                        <dgm:param type="dim" val="1D"/>
                                        <dgm:param type="endSty" val="noArr"/>
                                        <dgm:param type="connRout" val="bend"/>
                                        <dgm:param type="bendPt" val="end"/>
                                        <dgm:param type="begPts" val="bCtr"/>
                                        <dgm:param type="endPts" val="tCtr"/>
                                        <dgm:param type="srcNode" val="image4"/>
                                        <dgm:param type="dstNode" val="image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h" for="ch" forName="image4" refType="h" fact="0.8"/>
                                      <dgm:constr type="w" for="ch" forName="image4" refType="h" refFor="ch" refForName="image4"/>
                                      <dgm:constr type="t" for="ch" forName="image4" refType="h" fact="0.1"/>
                                      <dgm:constr type="l" for="ch" forName="image4"/>
                                      <dgm:constr type="w" for="ch" forName="text4" refType="w" fact="0.6"/>
                                      <dgm:constr type="h" for="ch" forName="text4" refType="h" fact="0.8"/>
                                      <dgm:constr type="t" for="ch" forName="text4" refType="w" fact="0.04"/>
                                      <dgm:constr type="l" for="ch" forName="text4" refType="w" fact="0.4"/>
                                    </dgm:constrLst>
                                    <dgm:ruleLst/>
                                    <dgm:layoutNode name="image4">
                                      <dgm:alg type="sp"/>
                                      <dgm:shape xmlns:r="http://schemas.openxmlformats.org/officeDocument/2006/relationships" type="ellipse" r:blip="" blipPhldr="1">
                                        <dgm:adjLst/>
                                      </dgm:shape>
                                      <dgm:presOf/>
                                      <dgm:constrLst/>
                                      <dgm:ruleLst/>
                                    </dgm:layoutNode>
                                    <dgm:layoutNode name="text4"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0.56869</cdr:x>
      <cdr:y>0</cdr:y>
    </cdr:from>
    <cdr:to>
      <cdr:x>0.6195</cdr:x>
      <cdr:y>0.1006</cdr:y>
    </cdr:to>
    <cdr:sp macro="" textlink="">
      <cdr:nvSpPr>
        <cdr:cNvPr id="2" name="TextBox 1">
          <a:extLst xmlns:a="http://schemas.openxmlformats.org/drawingml/2006/main">
            <a:ext uri="{FF2B5EF4-FFF2-40B4-BE49-F238E27FC236}">
              <a16:creationId xmlns:a16="http://schemas.microsoft.com/office/drawing/2014/main" id="{1DAF47B2-5D62-DDA3-581B-16097713200F}"/>
            </a:ext>
          </a:extLst>
        </cdr:cNvPr>
        <cdr:cNvSpPr txBox="1"/>
      </cdr:nvSpPr>
      <cdr:spPr>
        <a:xfrm xmlns:a="http://schemas.openxmlformats.org/drawingml/2006/main">
          <a:off x="4094568" y="0"/>
          <a:ext cx="36580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a:t>
          </a:r>
        </a:p>
      </cdr:txBody>
    </cdr:sp>
  </cdr:relSizeAnchor>
  <cdr:relSizeAnchor xmlns:cdr="http://schemas.openxmlformats.org/drawingml/2006/chartDrawing">
    <cdr:from>
      <cdr:x>0.7446</cdr:x>
      <cdr:y>0</cdr:y>
    </cdr:from>
    <cdr:to>
      <cdr:x>0.82368</cdr:x>
      <cdr:y>0.1006</cdr:y>
    </cdr:to>
    <cdr:sp macro="" textlink="">
      <cdr:nvSpPr>
        <cdr:cNvPr id="3" name="TextBox 2">
          <a:extLst xmlns:a="http://schemas.openxmlformats.org/drawingml/2006/main">
            <a:ext uri="{FF2B5EF4-FFF2-40B4-BE49-F238E27FC236}">
              <a16:creationId xmlns:a16="http://schemas.microsoft.com/office/drawing/2014/main" id="{6E46832A-C44E-69BA-91C9-56C646485FA4}"/>
            </a:ext>
          </a:extLst>
        </cdr:cNvPr>
        <cdr:cNvSpPr txBox="1"/>
      </cdr:nvSpPr>
      <cdr:spPr>
        <a:xfrm xmlns:a="http://schemas.openxmlformats.org/drawingml/2006/main">
          <a:off x="5361120" y="0"/>
          <a:ext cx="569387"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  (%)</a:t>
          </a:r>
        </a:p>
      </cdr:txBody>
    </cdr:sp>
  </cdr:relSizeAnchor>
  <cdr:relSizeAnchor xmlns:cdr="http://schemas.openxmlformats.org/drawingml/2006/chartDrawing">
    <cdr:from>
      <cdr:x>0.25841</cdr:x>
      <cdr:y>0</cdr:y>
    </cdr:from>
    <cdr:to>
      <cdr:x>0.30031</cdr:x>
      <cdr:y>0.1006</cdr:y>
    </cdr:to>
    <cdr:sp macro="" textlink="">
      <cdr:nvSpPr>
        <cdr:cNvPr id="4" name="TextBox 3">
          <a:extLst xmlns:a="http://schemas.openxmlformats.org/drawingml/2006/main">
            <a:ext uri="{FF2B5EF4-FFF2-40B4-BE49-F238E27FC236}">
              <a16:creationId xmlns:a16="http://schemas.microsoft.com/office/drawing/2014/main" id="{0556E60E-6D6D-ADAA-5DE0-2796D7BA5503}"/>
            </a:ext>
          </a:extLst>
        </cdr:cNvPr>
        <cdr:cNvSpPr txBox="1"/>
      </cdr:nvSpPr>
      <cdr:spPr>
        <a:xfrm xmlns:a="http://schemas.openxmlformats.org/drawingml/2006/main">
          <a:off x="1860552" y="0"/>
          <a:ext cx="30168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fr-FR" sz="900" b="0" dirty="0"/>
            <a:t>CY</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78317D5-B0AB-934F-982A-ACF13BC18A5C}" type="datetimeFigureOut">
              <a:rPr lang="en-US" smtClean="0"/>
              <a:t>6/2/2026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D3633B3-5939-4C49-87BE-5FCECF0B4639}" type="slidenum">
              <a:rPr lang="en-US" smtClean="0"/>
              <a:t>‹#›</a:t>
            </a:fld>
            <a:endParaRPr lang="en-US"/>
          </a:p>
        </p:txBody>
      </p:sp>
    </p:spTree>
    <p:extLst>
      <p:ext uri="{BB962C8B-B14F-4D97-AF65-F5344CB8AC3E}">
        <p14:creationId xmlns:p14="http://schemas.microsoft.com/office/powerpoint/2010/main" val="6798097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D3633B3-5939-4C49-87BE-5FCECF0B4639}" type="slidenum">
              <a:rPr lang="en-US" smtClean="0"/>
              <a:t>1</a:t>
            </a:fld>
            <a:endParaRPr lang="en-US"/>
          </a:p>
        </p:txBody>
      </p:sp>
    </p:spTree>
    <p:extLst>
      <p:ext uri="{BB962C8B-B14F-4D97-AF65-F5344CB8AC3E}">
        <p14:creationId xmlns:p14="http://schemas.microsoft.com/office/powerpoint/2010/main" val="377690249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a:t>
            </a:fld>
            <a:endParaRPr lang="en-US" dirty="0"/>
          </a:p>
        </p:txBody>
      </p:sp>
    </p:spTree>
    <p:extLst>
      <p:ext uri="{BB962C8B-B14F-4D97-AF65-F5344CB8AC3E}">
        <p14:creationId xmlns:p14="http://schemas.microsoft.com/office/powerpoint/2010/main" val="207239331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a:t>
            </a:fld>
            <a:endParaRPr lang="en-US" dirty="0"/>
          </a:p>
        </p:txBody>
      </p:sp>
    </p:spTree>
    <p:extLst>
      <p:ext uri="{BB962C8B-B14F-4D97-AF65-F5344CB8AC3E}">
        <p14:creationId xmlns:p14="http://schemas.microsoft.com/office/powerpoint/2010/main" val="248352678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a:t>
            </a:fld>
            <a:endParaRPr lang="en-US" dirty="0"/>
          </a:p>
        </p:txBody>
      </p:sp>
    </p:spTree>
    <p:extLst>
      <p:ext uri="{BB962C8B-B14F-4D97-AF65-F5344CB8AC3E}">
        <p14:creationId xmlns:p14="http://schemas.microsoft.com/office/powerpoint/2010/main" val="34339527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a:t>
            </a:fld>
            <a:endParaRPr lang="en-US" dirty="0"/>
          </a:p>
        </p:txBody>
      </p:sp>
    </p:spTree>
    <p:extLst>
      <p:ext uri="{BB962C8B-B14F-4D97-AF65-F5344CB8AC3E}">
        <p14:creationId xmlns:p14="http://schemas.microsoft.com/office/powerpoint/2010/main" val="357268405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a:t>
            </a:fld>
            <a:endParaRPr lang="en-US" dirty="0"/>
          </a:p>
        </p:txBody>
      </p:sp>
    </p:spTree>
    <p:extLst>
      <p:ext uri="{BB962C8B-B14F-4D97-AF65-F5344CB8AC3E}">
        <p14:creationId xmlns:p14="http://schemas.microsoft.com/office/powerpoint/2010/main" val="24974913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a:t>
            </a:fld>
            <a:endParaRPr lang="en-US" dirty="0"/>
          </a:p>
        </p:txBody>
      </p:sp>
    </p:spTree>
    <p:extLst>
      <p:ext uri="{BB962C8B-B14F-4D97-AF65-F5344CB8AC3E}">
        <p14:creationId xmlns:p14="http://schemas.microsoft.com/office/powerpoint/2010/main" val="225653446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a:t>
            </a:fld>
            <a:endParaRPr lang="en-US" dirty="0"/>
          </a:p>
        </p:txBody>
      </p:sp>
    </p:spTree>
    <p:extLst>
      <p:ext uri="{BB962C8B-B14F-4D97-AF65-F5344CB8AC3E}">
        <p14:creationId xmlns:p14="http://schemas.microsoft.com/office/powerpoint/2010/main" val="11880864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a:t>
            </a:fld>
            <a:endParaRPr lang="en-US" dirty="0"/>
          </a:p>
        </p:txBody>
      </p:sp>
    </p:spTree>
    <p:extLst>
      <p:ext uri="{BB962C8B-B14F-4D97-AF65-F5344CB8AC3E}">
        <p14:creationId xmlns:p14="http://schemas.microsoft.com/office/powerpoint/2010/main" val="134403314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a:t>
            </a:fld>
            <a:endParaRPr lang="en-US" dirty="0"/>
          </a:p>
        </p:txBody>
      </p:sp>
    </p:spTree>
    <p:extLst>
      <p:ext uri="{BB962C8B-B14F-4D97-AF65-F5344CB8AC3E}">
        <p14:creationId xmlns:p14="http://schemas.microsoft.com/office/powerpoint/2010/main" val="415524820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a:t>
            </a:fld>
            <a:endParaRPr lang="en-US" dirty="0"/>
          </a:p>
        </p:txBody>
      </p:sp>
    </p:spTree>
    <p:extLst>
      <p:ext uri="{BB962C8B-B14F-4D97-AF65-F5344CB8AC3E}">
        <p14:creationId xmlns:p14="http://schemas.microsoft.com/office/powerpoint/2010/main" val="33045805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a:t>
            </a:fld>
            <a:endParaRPr lang="en-US" dirty="0"/>
          </a:p>
        </p:txBody>
      </p:sp>
    </p:spTree>
    <p:extLst>
      <p:ext uri="{BB962C8B-B14F-4D97-AF65-F5344CB8AC3E}">
        <p14:creationId xmlns:p14="http://schemas.microsoft.com/office/powerpoint/2010/main" val="262757056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a:t>
            </a:fld>
            <a:endParaRPr lang="en-US" dirty="0"/>
          </a:p>
        </p:txBody>
      </p:sp>
    </p:spTree>
    <p:extLst>
      <p:ext uri="{BB962C8B-B14F-4D97-AF65-F5344CB8AC3E}">
        <p14:creationId xmlns:p14="http://schemas.microsoft.com/office/powerpoint/2010/main" val="307469638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a:t>
            </a:fld>
            <a:endParaRPr lang="en-US" dirty="0"/>
          </a:p>
        </p:txBody>
      </p:sp>
    </p:spTree>
    <p:extLst>
      <p:ext uri="{BB962C8B-B14F-4D97-AF65-F5344CB8AC3E}">
        <p14:creationId xmlns:p14="http://schemas.microsoft.com/office/powerpoint/2010/main" val="86108716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a:t>
            </a:fld>
            <a:endParaRPr lang="en-US" dirty="0"/>
          </a:p>
        </p:txBody>
      </p:sp>
    </p:spTree>
    <p:extLst>
      <p:ext uri="{BB962C8B-B14F-4D97-AF65-F5344CB8AC3E}">
        <p14:creationId xmlns:p14="http://schemas.microsoft.com/office/powerpoint/2010/main" val="132885496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20935967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a:t>
            </a:fld>
            <a:endParaRPr lang="en-US" dirty="0"/>
          </a:p>
        </p:txBody>
      </p:sp>
    </p:spTree>
    <p:extLst>
      <p:ext uri="{BB962C8B-B14F-4D97-AF65-F5344CB8AC3E}">
        <p14:creationId xmlns:p14="http://schemas.microsoft.com/office/powerpoint/2010/main" val="254341030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a:t>
            </a:fld>
            <a:endParaRPr lang="en-US" dirty="0"/>
          </a:p>
        </p:txBody>
      </p:sp>
    </p:spTree>
    <p:extLst>
      <p:ext uri="{BB962C8B-B14F-4D97-AF65-F5344CB8AC3E}">
        <p14:creationId xmlns:p14="http://schemas.microsoft.com/office/powerpoint/2010/main" val="321368251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a:t>
            </a:fld>
            <a:endParaRPr lang="en-US" dirty="0"/>
          </a:p>
        </p:txBody>
      </p:sp>
    </p:spTree>
    <p:extLst>
      <p:ext uri="{BB962C8B-B14F-4D97-AF65-F5344CB8AC3E}">
        <p14:creationId xmlns:p14="http://schemas.microsoft.com/office/powerpoint/2010/main" val="418936231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a:t>
            </a:fld>
            <a:endParaRPr lang="en-US" dirty="0"/>
          </a:p>
        </p:txBody>
      </p:sp>
    </p:spTree>
    <p:extLst>
      <p:ext uri="{BB962C8B-B14F-4D97-AF65-F5344CB8AC3E}">
        <p14:creationId xmlns:p14="http://schemas.microsoft.com/office/powerpoint/2010/main" val="399718879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a:t>
            </a:fld>
            <a:endParaRPr lang="en-US" dirty="0"/>
          </a:p>
        </p:txBody>
      </p:sp>
    </p:spTree>
    <p:extLst>
      <p:ext uri="{BB962C8B-B14F-4D97-AF65-F5344CB8AC3E}">
        <p14:creationId xmlns:p14="http://schemas.microsoft.com/office/powerpoint/2010/main" val="234052005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a:t>
            </a:fld>
            <a:endParaRPr lang="en-US" dirty="0"/>
          </a:p>
        </p:txBody>
      </p:sp>
    </p:spTree>
    <p:extLst>
      <p:ext uri="{BB962C8B-B14F-4D97-AF65-F5344CB8AC3E}">
        <p14:creationId xmlns:p14="http://schemas.microsoft.com/office/powerpoint/2010/main" val="329991421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a:t>
            </a:fld>
            <a:endParaRPr lang="en-US" dirty="0"/>
          </a:p>
        </p:txBody>
      </p:sp>
    </p:spTree>
    <p:extLst>
      <p:ext uri="{BB962C8B-B14F-4D97-AF65-F5344CB8AC3E}">
        <p14:creationId xmlns:p14="http://schemas.microsoft.com/office/powerpoint/2010/main" val="170108552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25</a:t>
            </a:fld>
            <a:endParaRPr lang="en-US" dirty="0"/>
          </a:p>
        </p:txBody>
      </p:sp>
    </p:spTree>
    <p:extLst>
      <p:ext uri="{BB962C8B-B14F-4D97-AF65-F5344CB8AC3E}">
        <p14:creationId xmlns:p14="http://schemas.microsoft.com/office/powerpoint/2010/main" val="207672057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a:t>
            </a:fld>
            <a:endParaRPr lang="en-US" dirty="0"/>
          </a:p>
        </p:txBody>
      </p:sp>
    </p:spTree>
    <p:extLst>
      <p:ext uri="{BB962C8B-B14F-4D97-AF65-F5344CB8AC3E}">
        <p14:creationId xmlns:p14="http://schemas.microsoft.com/office/powerpoint/2010/main" val="356743144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a:t>
            </a:fld>
            <a:endParaRPr lang="en-US" dirty="0"/>
          </a:p>
        </p:txBody>
      </p:sp>
    </p:spTree>
    <p:extLst>
      <p:ext uri="{BB962C8B-B14F-4D97-AF65-F5344CB8AC3E}">
        <p14:creationId xmlns:p14="http://schemas.microsoft.com/office/powerpoint/2010/main" val="421419601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a:t>
            </a:fld>
            <a:endParaRPr lang="en-US" dirty="0"/>
          </a:p>
        </p:txBody>
      </p:sp>
    </p:spTree>
    <p:extLst>
      <p:ext uri="{BB962C8B-B14F-4D97-AF65-F5344CB8AC3E}">
        <p14:creationId xmlns:p14="http://schemas.microsoft.com/office/powerpoint/2010/main" val="197730267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29</a:t>
            </a:fld>
            <a:endParaRPr lang="en-US" dirty="0"/>
          </a:p>
        </p:txBody>
      </p:sp>
    </p:spTree>
    <p:extLst>
      <p:ext uri="{BB962C8B-B14F-4D97-AF65-F5344CB8AC3E}">
        <p14:creationId xmlns:p14="http://schemas.microsoft.com/office/powerpoint/2010/main" val="351515268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a:t>
            </a:fld>
            <a:endParaRPr lang="en-US" dirty="0"/>
          </a:p>
        </p:txBody>
      </p:sp>
    </p:spTree>
    <p:extLst>
      <p:ext uri="{BB962C8B-B14F-4D97-AF65-F5344CB8AC3E}">
        <p14:creationId xmlns:p14="http://schemas.microsoft.com/office/powerpoint/2010/main" val="36196497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31</a:t>
            </a:fld>
            <a:endParaRPr lang="en-US" dirty="0"/>
          </a:p>
        </p:txBody>
      </p:sp>
    </p:spTree>
    <p:extLst>
      <p:ext uri="{BB962C8B-B14F-4D97-AF65-F5344CB8AC3E}">
        <p14:creationId xmlns:p14="http://schemas.microsoft.com/office/powerpoint/2010/main" val="321094712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a:t>
            </a:fld>
            <a:endParaRPr lang="en-US" dirty="0"/>
          </a:p>
        </p:txBody>
      </p:sp>
    </p:spTree>
    <p:extLst>
      <p:ext uri="{BB962C8B-B14F-4D97-AF65-F5344CB8AC3E}">
        <p14:creationId xmlns:p14="http://schemas.microsoft.com/office/powerpoint/2010/main" val="29258125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a:t>
            </a:fld>
            <a:endParaRPr lang="en-US" dirty="0"/>
          </a:p>
        </p:txBody>
      </p:sp>
    </p:spTree>
    <p:extLst>
      <p:ext uri="{BB962C8B-B14F-4D97-AF65-F5344CB8AC3E}">
        <p14:creationId xmlns:p14="http://schemas.microsoft.com/office/powerpoint/2010/main" val="51952404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a:t>
            </a:fld>
            <a:endParaRPr lang="en-US" dirty="0"/>
          </a:p>
        </p:txBody>
      </p:sp>
    </p:spTree>
    <p:extLst>
      <p:ext uri="{BB962C8B-B14F-4D97-AF65-F5344CB8AC3E}">
        <p14:creationId xmlns:p14="http://schemas.microsoft.com/office/powerpoint/2010/main" val="428051373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35</a:t>
            </a:fld>
            <a:endParaRPr lang="en-US" dirty="0"/>
          </a:p>
        </p:txBody>
      </p:sp>
    </p:spTree>
    <p:extLst>
      <p:ext uri="{BB962C8B-B14F-4D97-AF65-F5344CB8AC3E}">
        <p14:creationId xmlns:p14="http://schemas.microsoft.com/office/powerpoint/2010/main" val="68077638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a:t>
            </a:fld>
            <a:endParaRPr lang="en-US" dirty="0"/>
          </a:p>
        </p:txBody>
      </p:sp>
    </p:spTree>
    <p:extLst>
      <p:ext uri="{BB962C8B-B14F-4D97-AF65-F5344CB8AC3E}">
        <p14:creationId xmlns:p14="http://schemas.microsoft.com/office/powerpoint/2010/main" val="254647598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a:t>
            </a:fld>
            <a:endParaRPr lang="en-US" dirty="0"/>
          </a:p>
        </p:txBody>
      </p:sp>
    </p:spTree>
    <p:extLst>
      <p:ext uri="{BB962C8B-B14F-4D97-AF65-F5344CB8AC3E}">
        <p14:creationId xmlns:p14="http://schemas.microsoft.com/office/powerpoint/2010/main" val="262721929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38</a:t>
            </a:fld>
            <a:endParaRPr lang="en-US" dirty="0"/>
          </a:p>
        </p:txBody>
      </p:sp>
    </p:spTree>
    <p:extLst>
      <p:ext uri="{BB962C8B-B14F-4D97-AF65-F5344CB8AC3E}">
        <p14:creationId xmlns:p14="http://schemas.microsoft.com/office/powerpoint/2010/main" val="370402090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39</a:t>
            </a:fld>
            <a:endParaRPr lang="en-US" dirty="0"/>
          </a:p>
        </p:txBody>
      </p:sp>
    </p:spTree>
    <p:extLst>
      <p:ext uri="{BB962C8B-B14F-4D97-AF65-F5344CB8AC3E}">
        <p14:creationId xmlns:p14="http://schemas.microsoft.com/office/powerpoint/2010/main" val="153262792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40</a:t>
            </a:fld>
            <a:endParaRPr lang="en-US" dirty="0"/>
          </a:p>
        </p:txBody>
      </p:sp>
    </p:spTree>
    <p:extLst>
      <p:ext uri="{BB962C8B-B14F-4D97-AF65-F5344CB8AC3E}">
        <p14:creationId xmlns:p14="http://schemas.microsoft.com/office/powerpoint/2010/main" val="244531867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41</a:t>
            </a:fld>
            <a:endParaRPr lang="en-US" dirty="0"/>
          </a:p>
        </p:txBody>
      </p:sp>
    </p:spTree>
    <p:extLst>
      <p:ext uri="{BB962C8B-B14F-4D97-AF65-F5344CB8AC3E}">
        <p14:creationId xmlns:p14="http://schemas.microsoft.com/office/powerpoint/2010/main" val="75512739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42</a:t>
            </a:fld>
            <a:endParaRPr lang="en-US" dirty="0"/>
          </a:p>
        </p:txBody>
      </p:sp>
    </p:spTree>
    <p:extLst>
      <p:ext uri="{BB962C8B-B14F-4D97-AF65-F5344CB8AC3E}">
        <p14:creationId xmlns:p14="http://schemas.microsoft.com/office/powerpoint/2010/main" val="260183894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43</a:t>
            </a:fld>
            <a:endParaRPr lang="en-US" dirty="0"/>
          </a:p>
        </p:txBody>
      </p:sp>
    </p:spTree>
    <p:extLst>
      <p:ext uri="{BB962C8B-B14F-4D97-AF65-F5344CB8AC3E}">
        <p14:creationId xmlns:p14="http://schemas.microsoft.com/office/powerpoint/2010/main" val="381149214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44</a:t>
            </a:fld>
            <a:endParaRPr lang="en-US" dirty="0"/>
          </a:p>
        </p:txBody>
      </p:sp>
    </p:spTree>
    <p:extLst>
      <p:ext uri="{BB962C8B-B14F-4D97-AF65-F5344CB8AC3E}">
        <p14:creationId xmlns:p14="http://schemas.microsoft.com/office/powerpoint/2010/main" val="381075430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45</a:t>
            </a:fld>
            <a:endParaRPr lang="en-US" dirty="0"/>
          </a:p>
        </p:txBody>
      </p:sp>
    </p:spTree>
    <p:extLst>
      <p:ext uri="{BB962C8B-B14F-4D97-AF65-F5344CB8AC3E}">
        <p14:creationId xmlns:p14="http://schemas.microsoft.com/office/powerpoint/2010/main" val="349449270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46</a:t>
            </a:fld>
            <a:endParaRPr lang="en-US" dirty="0"/>
          </a:p>
        </p:txBody>
      </p:sp>
    </p:spTree>
    <p:extLst>
      <p:ext uri="{BB962C8B-B14F-4D97-AF65-F5344CB8AC3E}">
        <p14:creationId xmlns:p14="http://schemas.microsoft.com/office/powerpoint/2010/main" val="28783566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47</a:t>
            </a:fld>
            <a:endParaRPr lang="en-US" dirty="0"/>
          </a:p>
        </p:txBody>
      </p:sp>
    </p:spTree>
    <p:extLst>
      <p:ext uri="{BB962C8B-B14F-4D97-AF65-F5344CB8AC3E}">
        <p14:creationId xmlns:p14="http://schemas.microsoft.com/office/powerpoint/2010/main" val="146492041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48</a:t>
            </a:fld>
            <a:endParaRPr lang="en-US" dirty="0"/>
          </a:p>
        </p:txBody>
      </p:sp>
    </p:spTree>
    <p:extLst>
      <p:ext uri="{BB962C8B-B14F-4D97-AF65-F5344CB8AC3E}">
        <p14:creationId xmlns:p14="http://schemas.microsoft.com/office/powerpoint/2010/main" val="12553950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49</a:t>
            </a:fld>
            <a:endParaRPr lang="en-US" dirty="0"/>
          </a:p>
        </p:txBody>
      </p:sp>
    </p:spTree>
    <p:extLst>
      <p:ext uri="{BB962C8B-B14F-4D97-AF65-F5344CB8AC3E}">
        <p14:creationId xmlns:p14="http://schemas.microsoft.com/office/powerpoint/2010/main" val="64002577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50</a:t>
            </a:fld>
            <a:endParaRPr lang="en-US" dirty="0"/>
          </a:p>
        </p:txBody>
      </p:sp>
    </p:spTree>
    <p:extLst>
      <p:ext uri="{BB962C8B-B14F-4D97-AF65-F5344CB8AC3E}">
        <p14:creationId xmlns:p14="http://schemas.microsoft.com/office/powerpoint/2010/main" val="35091438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51</a:t>
            </a:fld>
            <a:endParaRPr lang="en-US" dirty="0"/>
          </a:p>
        </p:txBody>
      </p:sp>
    </p:spTree>
    <p:extLst>
      <p:ext uri="{BB962C8B-B14F-4D97-AF65-F5344CB8AC3E}">
        <p14:creationId xmlns:p14="http://schemas.microsoft.com/office/powerpoint/2010/main" val="283626395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52</a:t>
            </a:fld>
            <a:endParaRPr lang="en-US" dirty="0"/>
          </a:p>
        </p:txBody>
      </p:sp>
    </p:spTree>
    <p:extLst>
      <p:ext uri="{BB962C8B-B14F-4D97-AF65-F5344CB8AC3E}">
        <p14:creationId xmlns:p14="http://schemas.microsoft.com/office/powerpoint/2010/main" val="293672819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53</a:t>
            </a:fld>
            <a:endParaRPr lang="en-US" dirty="0"/>
          </a:p>
        </p:txBody>
      </p:sp>
    </p:spTree>
    <p:extLst>
      <p:ext uri="{BB962C8B-B14F-4D97-AF65-F5344CB8AC3E}">
        <p14:creationId xmlns:p14="http://schemas.microsoft.com/office/powerpoint/2010/main" val="29239033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54</a:t>
            </a:fld>
            <a:endParaRPr lang="en-US" dirty="0"/>
          </a:p>
        </p:txBody>
      </p:sp>
    </p:spTree>
    <p:extLst>
      <p:ext uri="{BB962C8B-B14F-4D97-AF65-F5344CB8AC3E}">
        <p14:creationId xmlns:p14="http://schemas.microsoft.com/office/powerpoint/2010/main" val="91970442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55</a:t>
            </a:fld>
            <a:endParaRPr lang="en-US" dirty="0"/>
          </a:p>
        </p:txBody>
      </p:sp>
    </p:spTree>
    <p:extLst>
      <p:ext uri="{BB962C8B-B14F-4D97-AF65-F5344CB8AC3E}">
        <p14:creationId xmlns:p14="http://schemas.microsoft.com/office/powerpoint/2010/main" val="407042144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56</a:t>
            </a:fld>
            <a:endParaRPr lang="en-US" dirty="0"/>
          </a:p>
        </p:txBody>
      </p:sp>
    </p:spTree>
    <p:extLst>
      <p:ext uri="{BB962C8B-B14F-4D97-AF65-F5344CB8AC3E}">
        <p14:creationId xmlns:p14="http://schemas.microsoft.com/office/powerpoint/2010/main" val="304440247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57</a:t>
            </a:fld>
            <a:endParaRPr lang="en-US" dirty="0"/>
          </a:p>
        </p:txBody>
      </p:sp>
    </p:spTree>
    <p:extLst>
      <p:ext uri="{BB962C8B-B14F-4D97-AF65-F5344CB8AC3E}">
        <p14:creationId xmlns:p14="http://schemas.microsoft.com/office/powerpoint/2010/main" val="99166250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58</a:t>
            </a:fld>
            <a:endParaRPr lang="en-US" dirty="0"/>
          </a:p>
        </p:txBody>
      </p:sp>
    </p:spTree>
    <p:extLst>
      <p:ext uri="{BB962C8B-B14F-4D97-AF65-F5344CB8AC3E}">
        <p14:creationId xmlns:p14="http://schemas.microsoft.com/office/powerpoint/2010/main" val="10213057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59</a:t>
            </a:fld>
            <a:endParaRPr lang="en-US" dirty="0"/>
          </a:p>
        </p:txBody>
      </p:sp>
    </p:spTree>
    <p:extLst>
      <p:ext uri="{BB962C8B-B14F-4D97-AF65-F5344CB8AC3E}">
        <p14:creationId xmlns:p14="http://schemas.microsoft.com/office/powerpoint/2010/main" val="67984919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60</a:t>
            </a:fld>
            <a:endParaRPr lang="en-US" dirty="0">
              <a:solidFill>
                <a:srgbClr val="000000"/>
              </a:solidFill>
            </a:endParaRPr>
          </a:p>
        </p:txBody>
      </p:sp>
    </p:spTree>
    <p:extLst>
      <p:ext uri="{BB962C8B-B14F-4D97-AF65-F5344CB8AC3E}">
        <p14:creationId xmlns:p14="http://schemas.microsoft.com/office/powerpoint/2010/main" val="144841711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61</a:t>
            </a:fld>
            <a:endParaRPr lang="en-US" dirty="0"/>
          </a:p>
        </p:txBody>
      </p:sp>
    </p:spTree>
    <p:extLst>
      <p:ext uri="{BB962C8B-B14F-4D97-AF65-F5344CB8AC3E}">
        <p14:creationId xmlns:p14="http://schemas.microsoft.com/office/powerpoint/2010/main" val="85769731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62</a:t>
            </a:fld>
            <a:endParaRPr lang="en-US" dirty="0"/>
          </a:p>
        </p:txBody>
      </p:sp>
    </p:spTree>
    <p:extLst>
      <p:ext uri="{BB962C8B-B14F-4D97-AF65-F5344CB8AC3E}">
        <p14:creationId xmlns:p14="http://schemas.microsoft.com/office/powerpoint/2010/main" val="268863785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63</a:t>
            </a:fld>
            <a:endParaRPr lang="en-US" dirty="0">
              <a:solidFill>
                <a:srgbClr val="000000"/>
              </a:solidFill>
            </a:endParaRPr>
          </a:p>
        </p:txBody>
      </p:sp>
    </p:spTree>
    <p:extLst>
      <p:ext uri="{BB962C8B-B14F-4D97-AF65-F5344CB8AC3E}">
        <p14:creationId xmlns:p14="http://schemas.microsoft.com/office/powerpoint/2010/main" val="406601032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64</a:t>
            </a:fld>
            <a:endParaRPr lang="en-US" dirty="0"/>
          </a:p>
        </p:txBody>
      </p:sp>
    </p:spTree>
    <p:extLst>
      <p:ext uri="{BB962C8B-B14F-4D97-AF65-F5344CB8AC3E}">
        <p14:creationId xmlns:p14="http://schemas.microsoft.com/office/powerpoint/2010/main" val="32234929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65</a:t>
            </a:fld>
            <a:endParaRPr lang="en-US" dirty="0"/>
          </a:p>
        </p:txBody>
      </p:sp>
    </p:spTree>
    <p:extLst>
      <p:ext uri="{BB962C8B-B14F-4D97-AF65-F5344CB8AC3E}">
        <p14:creationId xmlns:p14="http://schemas.microsoft.com/office/powerpoint/2010/main" val="424022896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66</a:t>
            </a:fld>
            <a:endParaRPr lang="en-US" dirty="0"/>
          </a:p>
        </p:txBody>
      </p:sp>
    </p:spTree>
    <p:extLst>
      <p:ext uri="{BB962C8B-B14F-4D97-AF65-F5344CB8AC3E}">
        <p14:creationId xmlns:p14="http://schemas.microsoft.com/office/powerpoint/2010/main" val="240434316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67</a:t>
            </a:fld>
            <a:endParaRPr lang="en-US" dirty="0"/>
          </a:p>
        </p:txBody>
      </p:sp>
    </p:spTree>
    <p:extLst>
      <p:ext uri="{BB962C8B-B14F-4D97-AF65-F5344CB8AC3E}">
        <p14:creationId xmlns:p14="http://schemas.microsoft.com/office/powerpoint/2010/main" val="6918156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68</a:t>
            </a:fld>
            <a:endParaRPr lang="en-US" dirty="0"/>
          </a:p>
        </p:txBody>
      </p:sp>
    </p:spTree>
    <p:extLst>
      <p:ext uri="{BB962C8B-B14F-4D97-AF65-F5344CB8AC3E}">
        <p14:creationId xmlns:p14="http://schemas.microsoft.com/office/powerpoint/2010/main" val="87463562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69</a:t>
            </a:fld>
            <a:endParaRPr lang="en-US" dirty="0"/>
          </a:p>
        </p:txBody>
      </p:sp>
    </p:spTree>
    <p:extLst>
      <p:ext uri="{BB962C8B-B14F-4D97-AF65-F5344CB8AC3E}">
        <p14:creationId xmlns:p14="http://schemas.microsoft.com/office/powerpoint/2010/main" val="393594118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70</a:t>
            </a:fld>
            <a:endParaRPr lang="en-US" dirty="0"/>
          </a:p>
        </p:txBody>
      </p:sp>
    </p:spTree>
    <p:extLst>
      <p:ext uri="{BB962C8B-B14F-4D97-AF65-F5344CB8AC3E}">
        <p14:creationId xmlns:p14="http://schemas.microsoft.com/office/powerpoint/2010/main" val="273240646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71</a:t>
            </a:fld>
            <a:endParaRPr lang="en-US" dirty="0"/>
          </a:p>
        </p:txBody>
      </p:sp>
    </p:spTree>
    <p:extLst>
      <p:ext uri="{BB962C8B-B14F-4D97-AF65-F5344CB8AC3E}">
        <p14:creationId xmlns:p14="http://schemas.microsoft.com/office/powerpoint/2010/main" val="156173639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72</a:t>
            </a:fld>
            <a:endParaRPr lang="en-US" dirty="0"/>
          </a:p>
        </p:txBody>
      </p:sp>
    </p:spTree>
    <p:extLst>
      <p:ext uri="{BB962C8B-B14F-4D97-AF65-F5344CB8AC3E}">
        <p14:creationId xmlns:p14="http://schemas.microsoft.com/office/powerpoint/2010/main" val="400765003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73</a:t>
            </a:fld>
            <a:endParaRPr lang="en-US" dirty="0"/>
          </a:p>
        </p:txBody>
      </p:sp>
    </p:spTree>
    <p:extLst>
      <p:ext uri="{BB962C8B-B14F-4D97-AF65-F5344CB8AC3E}">
        <p14:creationId xmlns:p14="http://schemas.microsoft.com/office/powerpoint/2010/main" val="73076126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74</a:t>
            </a:fld>
            <a:endParaRPr lang="en-US" dirty="0"/>
          </a:p>
        </p:txBody>
      </p:sp>
    </p:spTree>
    <p:extLst>
      <p:ext uri="{BB962C8B-B14F-4D97-AF65-F5344CB8AC3E}">
        <p14:creationId xmlns:p14="http://schemas.microsoft.com/office/powerpoint/2010/main" val="345759723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75</a:t>
            </a:fld>
            <a:endParaRPr lang="en-US" dirty="0"/>
          </a:p>
        </p:txBody>
      </p:sp>
    </p:spTree>
    <p:extLst>
      <p:ext uri="{BB962C8B-B14F-4D97-AF65-F5344CB8AC3E}">
        <p14:creationId xmlns:p14="http://schemas.microsoft.com/office/powerpoint/2010/main" val="373271644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76</a:t>
            </a:fld>
            <a:endParaRPr lang="en-US" dirty="0"/>
          </a:p>
        </p:txBody>
      </p:sp>
    </p:spTree>
    <p:extLst>
      <p:ext uri="{BB962C8B-B14F-4D97-AF65-F5344CB8AC3E}">
        <p14:creationId xmlns:p14="http://schemas.microsoft.com/office/powerpoint/2010/main" val="258023425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77</a:t>
            </a:fld>
            <a:endParaRPr lang="en-US" dirty="0"/>
          </a:p>
        </p:txBody>
      </p:sp>
    </p:spTree>
    <p:extLst>
      <p:ext uri="{BB962C8B-B14F-4D97-AF65-F5344CB8AC3E}">
        <p14:creationId xmlns:p14="http://schemas.microsoft.com/office/powerpoint/2010/main" val="160393322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78</a:t>
            </a:fld>
            <a:endParaRPr lang="en-US" dirty="0"/>
          </a:p>
        </p:txBody>
      </p:sp>
    </p:spTree>
    <p:extLst>
      <p:ext uri="{BB962C8B-B14F-4D97-AF65-F5344CB8AC3E}">
        <p14:creationId xmlns:p14="http://schemas.microsoft.com/office/powerpoint/2010/main" val="281455386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79</a:t>
            </a:fld>
            <a:endParaRPr lang="en-US" dirty="0"/>
          </a:p>
        </p:txBody>
      </p:sp>
    </p:spTree>
    <p:extLst>
      <p:ext uri="{BB962C8B-B14F-4D97-AF65-F5344CB8AC3E}">
        <p14:creationId xmlns:p14="http://schemas.microsoft.com/office/powerpoint/2010/main" val="162270526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80</a:t>
            </a:fld>
            <a:endParaRPr lang="en-US" dirty="0"/>
          </a:p>
        </p:txBody>
      </p:sp>
    </p:spTree>
    <p:extLst>
      <p:ext uri="{BB962C8B-B14F-4D97-AF65-F5344CB8AC3E}">
        <p14:creationId xmlns:p14="http://schemas.microsoft.com/office/powerpoint/2010/main" val="98170810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81</a:t>
            </a:fld>
            <a:endParaRPr lang="en-US" dirty="0"/>
          </a:p>
        </p:txBody>
      </p:sp>
    </p:spTree>
    <p:extLst>
      <p:ext uri="{BB962C8B-B14F-4D97-AF65-F5344CB8AC3E}">
        <p14:creationId xmlns:p14="http://schemas.microsoft.com/office/powerpoint/2010/main" val="30408218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82</a:t>
            </a:fld>
            <a:endParaRPr lang="en-US" dirty="0"/>
          </a:p>
        </p:txBody>
      </p:sp>
    </p:spTree>
    <p:extLst>
      <p:ext uri="{BB962C8B-B14F-4D97-AF65-F5344CB8AC3E}">
        <p14:creationId xmlns:p14="http://schemas.microsoft.com/office/powerpoint/2010/main" val="412341223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83</a:t>
            </a:fld>
            <a:endParaRPr lang="en-US" dirty="0"/>
          </a:p>
        </p:txBody>
      </p:sp>
    </p:spTree>
    <p:extLst>
      <p:ext uri="{BB962C8B-B14F-4D97-AF65-F5344CB8AC3E}">
        <p14:creationId xmlns:p14="http://schemas.microsoft.com/office/powerpoint/2010/main" val="179075109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84</a:t>
            </a:fld>
            <a:endParaRPr lang="en-US" dirty="0"/>
          </a:p>
        </p:txBody>
      </p:sp>
    </p:spTree>
    <p:extLst>
      <p:ext uri="{BB962C8B-B14F-4D97-AF65-F5344CB8AC3E}">
        <p14:creationId xmlns:p14="http://schemas.microsoft.com/office/powerpoint/2010/main" val="198733298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85</a:t>
            </a:fld>
            <a:endParaRPr lang="en-US" dirty="0"/>
          </a:p>
        </p:txBody>
      </p:sp>
    </p:spTree>
    <p:extLst>
      <p:ext uri="{BB962C8B-B14F-4D97-AF65-F5344CB8AC3E}">
        <p14:creationId xmlns:p14="http://schemas.microsoft.com/office/powerpoint/2010/main" val="391597753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86</a:t>
            </a:fld>
            <a:endParaRPr lang="en-US" dirty="0"/>
          </a:p>
        </p:txBody>
      </p:sp>
    </p:spTree>
    <p:extLst>
      <p:ext uri="{BB962C8B-B14F-4D97-AF65-F5344CB8AC3E}">
        <p14:creationId xmlns:p14="http://schemas.microsoft.com/office/powerpoint/2010/main" val="364012150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87</a:t>
            </a:fld>
            <a:endParaRPr lang="en-US" dirty="0"/>
          </a:p>
        </p:txBody>
      </p:sp>
    </p:spTree>
    <p:extLst>
      <p:ext uri="{BB962C8B-B14F-4D97-AF65-F5344CB8AC3E}">
        <p14:creationId xmlns:p14="http://schemas.microsoft.com/office/powerpoint/2010/main" val="417217112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88</a:t>
            </a:fld>
            <a:endParaRPr lang="en-US" dirty="0"/>
          </a:p>
        </p:txBody>
      </p:sp>
    </p:spTree>
    <p:extLst>
      <p:ext uri="{BB962C8B-B14F-4D97-AF65-F5344CB8AC3E}">
        <p14:creationId xmlns:p14="http://schemas.microsoft.com/office/powerpoint/2010/main" val="20291539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89</a:t>
            </a:fld>
            <a:endParaRPr lang="en-US" dirty="0"/>
          </a:p>
        </p:txBody>
      </p:sp>
    </p:spTree>
    <p:extLst>
      <p:ext uri="{BB962C8B-B14F-4D97-AF65-F5344CB8AC3E}">
        <p14:creationId xmlns:p14="http://schemas.microsoft.com/office/powerpoint/2010/main" val="396668444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90</a:t>
            </a:fld>
            <a:endParaRPr lang="en-US" dirty="0"/>
          </a:p>
        </p:txBody>
      </p:sp>
    </p:spTree>
    <p:extLst>
      <p:ext uri="{BB962C8B-B14F-4D97-AF65-F5344CB8AC3E}">
        <p14:creationId xmlns:p14="http://schemas.microsoft.com/office/powerpoint/2010/main" val="111517739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91</a:t>
            </a:fld>
            <a:endParaRPr lang="en-US" dirty="0"/>
          </a:p>
        </p:txBody>
      </p:sp>
    </p:spTree>
    <p:extLst>
      <p:ext uri="{BB962C8B-B14F-4D97-AF65-F5344CB8AC3E}">
        <p14:creationId xmlns:p14="http://schemas.microsoft.com/office/powerpoint/2010/main" val="120456646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92</a:t>
            </a:fld>
            <a:endParaRPr lang="en-US" dirty="0"/>
          </a:p>
        </p:txBody>
      </p:sp>
    </p:spTree>
    <p:extLst>
      <p:ext uri="{BB962C8B-B14F-4D97-AF65-F5344CB8AC3E}">
        <p14:creationId xmlns:p14="http://schemas.microsoft.com/office/powerpoint/2010/main" val="111387282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93</a:t>
            </a:fld>
            <a:endParaRPr lang="en-US" dirty="0"/>
          </a:p>
        </p:txBody>
      </p:sp>
    </p:spTree>
    <p:extLst>
      <p:ext uri="{BB962C8B-B14F-4D97-AF65-F5344CB8AC3E}">
        <p14:creationId xmlns:p14="http://schemas.microsoft.com/office/powerpoint/2010/main" val="102340496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94</a:t>
            </a:fld>
            <a:endParaRPr lang="en-US" dirty="0"/>
          </a:p>
        </p:txBody>
      </p:sp>
    </p:spTree>
    <p:extLst>
      <p:ext uri="{BB962C8B-B14F-4D97-AF65-F5344CB8AC3E}">
        <p14:creationId xmlns:p14="http://schemas.microsoft.com/office/powerpoint/2010/main" val="252379259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95</a:t>
            </a:fld>
            <a:endParaRPr lang="en-US" dirty="0"/>
          </a:p>
        </p:txBody>
      </p:sp>
    </p:spTree>
    <p:extLst>
      <p:ext uri="{BB962C8B-B14F-4D97-AF65-F5344CB8AC3E}">
        <p14:creationId xmlns:p14="http://schemas.microsoft.com/office/powerpoint/2010/main" val="205461489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96</a:t>
            </a:fld>
            <a:endParaRPr lang="en-US" dirty="0"/>
          </a:p>
        </p:txBody>
      </p:sp>
    </p:spTree>
    <p:extLst>
      <p:ext uri="{BB962C8B-B14F-4D97-AF65-F5344CB8AC3E}">
        <p14:creationId xmlns:p14="http://schemas.microsoft.com/office/powerpoint/2010/main" val="119084761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97</a:t>
            </a:fld>
            <a:endParaRPr lang="en-US" dirty="0"/>
          </a:p>
        </p:txBody>
      </p:sp>
    </p:spTree>
    <p:extLst>
      <p:ext uri="{BB962C8B-B14F-4D97-AF65-F5344CB8AC3E}">
        <p14:creationId xmlns:p14="http://schemas.microsoft.com/office/powerpoint/2010/main" val="91803625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98</a:t>
            </a:fld>
            <a:endParaRPr lang="en-US" dirty="0"/>
          </a:p>
        </p:txBody>
      </p:sp>
    </p:spTree>
    <p:extLst>
      <p:ext uri="{BB962C8B-B14F-4D97-AF65-F5344CB8AC3E}">
        <p14:creationId xmlns:p14="http://schemas.microsoft.com/office/powerpoint/2010/main" val="228372971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99</a:t>
            </a:fld>
            <a:endParaRPr lang="en-US" dirty="0"/>
          </a:p>
        </p:txBody>
      </p:sp>
    </p:spTree>
    <p:extLst>
      <p:ext uri="{BB962C8B-B14F-4D97-AF65-F5344CB8AC3E}">
        <p14:creationId xmlns:p14="http://schemas.microsoft.com/office/powerpoint/2010/main" val="101367848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100</a:t>
            </a:fld>
            <a:endParaRPr lang="en-US" dirty="0"/>
          </a:p>
        </p:txBody>
      </p:sp>
    </p:spTree>
    <p:extLst>
      <p:ext uri="{BB962C8B-B14F-4D97-AF65-F5344CB8AC3E}">
        <p14:creationId xmlns:p14="http://schemas.microsoft.com/office/powerpoint/2010/main" val="4135605944"/>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101</a:t>
            </a:fld>
            <a:endParaRPr lang="en-US" dirty="0"/>
          </a:p>
        </p:txBody>
      </p:sp>
    </p:spTree>
    <p:extLst>
      <p:ext uri="{BB962C8B-B14F-4D97-AF65-F5344CB8AC3E}">
        <p14:creationId xmlns:p14="http://schemas.microsoft.com/office/powerpoint/2010/main" val="343068366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102</a:t>
            </a:fld>
            <a:endParaRPr lang="en-US" dirty="0"/>
          </a:p>
        </p:txBody>
      </p:sp>
    </p:spTree>
    <p:extLst>
      <p:ext uri="{BB962C8B-B14F-4D97-AF65-F5344CB8AC3E}">
        <p14:creationId xmlns:p14="http://schemas.microsoft.com/office/powerpoint/2010/main" val="285939767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103</a:t>
            </a:fld>
            <a:endParaRPr lang="en-US" dirty="0"/>
          </a:p>
        </p:txBody>
      </p:sp>
    </p:spTree>
    <p:extLst>
      <p:ext uri="{BB962C8B-B14F-4D97-AF65-F5344CB8AC3E}">
        <p14:creationId xmlns:p14="http://schemas.microsoft.com/office/powerpoint/2010/main" val="322044939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104</a:t>
            </a:fld>
            <a:endParaRPr lang="en-US" dirty="0"/>
          </a:p>
        </p:txBody>
      </p:sp>
    </p:spTree>
    <p:extLst>
      <p:ext uri="{BB962C8B-B14F-4D97-AF65-F5344CB8AC3E}">
        <p14:creationId xmlns:p14="http://schemas.microsoft.com/office/powerpoint/2010/main" val="355189419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105</a:t>
            </a:fld>
            <a:endParaRPr lang="en-US" dirty="0"/>
          </a:p>
        </p:txBody>
      </p:sp>
    </p:spTree>
    <p:extLst>
      <p:ext uri="{BB962C8B-B14F-4D97-AF65-F5344CB8AC3E}">
        <p14:creationId xmlns:p14="http://schemas.microsoft.com/office/powerpoint/2010/main" val="120841345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106</a:t>
            </a:fld>
            <a:endParaRPr lang="en-US" dirty="0"/>
          </a:p>
        </p:txBody>
      </p:sp>
    </p:spTree>
    <p:extLst>
      <p:ext uri="{BB962C8B-B14F-4D97-AF65-F5344CB8AC3E}">
        <p14:creationId xmlns:p14="http://schemas.microsoft.com/office/powerpoint/2010/main" val="4270604842"/>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107</a:t>
            </a:fld>
            <a:endParaRPr lang="en-US" dirty="0"/>
          </a:p>
        </p:txBody>
      </p:sp>
    </p:spTree>
    <p:extLst>
      <p:ext uri="{BB962C8B-B14F-4D97-AF65-F5344CB8AC3E}">
        <p14:creationId xmlns:p14="http://schemas.microsoft.com/office/powerpoint/2010/main" val="210255249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108</a:t>
            </a:fld>
            <a:endParaRPr lang="en-US" dirty="0"/>
          </a:p>
        </p:txBody>
      </p:sp>
    </p:spTree>
    <p:extLst>
      <p:ext uri="{BB962C8B-B14F-4D97-AF65-F5344CB8AC3E}">
        <p14:creationId xmlns:p14="http://schemas.microsoft.com/office/powerpoint/2010/main" val="254347832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109</a:t>
            </a:fld>
            <a:endParaRPr lang="en-US" dirty="0"/>
          </a:p>
        </p:txBody>
      </p:sp>
    </p:spTree>
    <p:extLst>
      <p:ext uri="{BB962C8B-B14F-4D97-AF65-F5344CB8AC3E}">
        <p14:creationId xmlns:p14="http://schemas.microsoft.com/office/powerpoint/2010/main" val="101979307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110</a:t>
            </a:fld>
            <a:endParaRPr lang="en-US" dirty="0"/>
          </a:p>
        </p:txBody>
      </p:sp>
    </p:spTree>
    <p:extLst>
      <p:ext uri="{BB962C8B-B14F-4D97-AF65-F5344CB8AC3E}">
        <p14:creationId xmlns:p14="http://schemas.microsoft.com/office/powerpoint/2010/main" val="1699941193"/>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111</a:t>
            </a:fld>
            <a:endParaRPr lang="en-US" dirty="0"/>
          </a:p>
        </p:txBody>
      </p:sp>
    </p:spTree>
    <p:extLst>
      <p:ext uri="{BB962C8B-B14F-4D97-AF65-F5344CB8AC3E}">
        <p14:creationId xmlns:p14="http://schemas.microsoft.com/office/powerpoint/2010/main" val="2579881014"/>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112</a:t>
            </a:fld>
            <a:endParaRPr lang="en-US" dirty="0"/>
          </a:p>
        </p:txBody>
      </p:sp>
    </p:spTree>
    <p:extLst>
      <p:ext uri="{BB962C8B-B14F-4D97-AF65-F5344CB8AC3E}">
        <p14:creationId xmlns:p14="http://schemas.microsoft.com/office/powerpoint/2010/main" val="340787649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113</a:t>
            </a:fld>
            <a:endParaRPr lang="en-US" dirty="0"/>
          </a:p>
        </p:txBody>
      </p:sp>
    </p:spTree>
    <p:extLst>
      <p:ext uri="{BB962C8B-B14F-4D97-AF65-F5344CB8AC3E}">
        <p14:creationId xmlns:p14="http://schemas.microsoft.com/office/powerpoint/2010/main" val="184297278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114</a:t>
            </a:fld>
            <a:endParaRPr lang="en-US" dirty="0"/>
          </a:p>
        </p:txBody>
      </p:sp>
    </p:spTree>
    <p:extLst>
      <p:ext uri="{BB962C8B-B14F-4D97-AF65-F5344CB8AC3E}">
        <p14:creationId xmlns:p14="http://schemas.microsoft.com/office/powerpoint/2010/main" val="2022108754"/>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115</a:t>
            </a:fld>
            <a:endParaRPr lang="en-US" dirty="0"/>
          </a:p>
        </p:txBody>
      </p:sp>
    </p:spTree>
    <p:extLst>
      <p:ext uri="{BB962C8B-B14F-4D97-AF65-F5344CB8AC3E}">
        <p14:creationId xmlns:p14="http://schemas.microsoft.com/office/powerpoint/2010/main" val="210379045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116</a:t>
            </a:fld>
            <a:endParaRPr lang="en-US" dirty="0"/>
          </a:p>
        </p:txBody>
      </p:sp>
    </p:spTree>
    <p:extLst>
      <p:ext uri="{BB962C8B-B14F-4D97-AF65-F5344CB8AC3E}">
        <p14:creationId xmlns:p14="http://schemas.microsoft.com/office/powerpoint/2010/main" val="3448435019"/>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117</a:t>
            </a:fld>
            <a:endParaRPr lang="en-US" dirty="0"/>
          </a:p>
        </p:txBody>
      </p:sp>
    </p:spTree>
    <p:extLst>
      <p:ext uri="{BB962C8B-B14F-4D97-AF65-F5344CB8AC3E}">
        <p14:creationId xmlns:p14="http://schemas.microsoft.com/office/powerpoint/2010/main" val="109205258"/>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118</a:t>
            </a:fld>
            <a:endParaRPr lang="en-US" dirty="0"/>
          </a:p>
        </p:txBody>
      </p:sp>
    </p:spTree>
    <p:extLst>
      <p:ext uri="{BB962C8B-B14F-4D97-AF65-F5344CB8AC3E}">
        <p14:creationId xmlns:p14="http://schemas.microsoft.com/office/powerpoint/2010/main" val="296061526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119</a:t>
            </a:fld>
            <a:endParaRPr lang="en-US" dirty="0"/>
          </a:p>
        </p:txBody>
      </p:sp>
    </p:spTree>
    <p:extLst>
      <p:ext uri="{BB962C8B-B14F-4D97-AF65-F5344CB8AC3E}">
        <p14:creationId xmlns:p14="http://schemas.microsoft.com/office/powerpoint/2010/main" val="245637075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120</a:t>
            </a:fld>
            <a:endParaRPr lang="en-US" dirty="0"/>
          </a:p>
        </p:txBody>
      </p:sp>
    </p:spTree>
    <p:extLst>
      <p:ext uri="{BB962C8B-B14F-4D97-AF65-F5344CB8AC3E}">
        <p14:creationId xmlns:p14="http://schemas.microsoft.com/office/powerpoint/2010/main" val="219813920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121</a:t>
            </a:fld>
            <a:endParaRPr lang="en-US" dirty="0"/>
          </a:p>
        </p:txBody>
      </p:sp>
    </p:spTree>
    <p:extLst>
      <p:ext uri="{BB962C8B-B14F-4D97-AF65-F5344CB8AC3E}">
        <p14:creationId xmlns:p14="http://schemas.microsoft.com/office/powerpoint/2010/main" val="338120435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122</a:t>
            </a:fld>
            <a:endParaRPr lang="en-US" dirty="0"/>
          </a:p>
        </p:txBody>
      </p:sp>
    </p:spTree>
    <p:extLst>
      <p:ext uri="{BB962C8B-B14F-4D97-AF65-F5344CB8AC3E}">
        <p14:creationId xmlns:p14="http://schemas.microsoft.com/office/powerpoint/2010/main" val="86666716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123</a:t>
            </a:fld>
            <a:endParaRPr lang="en-US" dirty="0"/>
          </a:p>
        </p:txBody>
      </p:sp>
    </p:spTree>
    <p:extLst>
      <p:ext uri="{BB962C8B-B14F-4D97-AF65-F5344CB8AC3E}">
        <p14:creationId xmlns:p14="http://schemas.microsoft.com/office/powerpoint/2010/main" val="270004970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124</a:t>
            </a:fld>
            <a:endParaRPr lang="en-US" dirty="0"/>
          </a:p>
        </p:txBody>
      </p:sp>
    </p:spTree>
    <p:extLst>
      <p:ext uri="{BB962C8B-B14F-4D97-AF65-F5344CB8AC3E}">
        <p14:creationId xmlns:p14="http://schemas.microsoft.com/office/powerpoint/2010/main" val="321397114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125</a:t>
            </a:fld>
            <a:endParaRPr lang="en-US" dirty="0"/>
          </a:p>
        </p:txBody>
      </p:sp>
    </p:spTree>
    <p:extLst>
      <p:ext uri="{BB962C8B-B14F-4D97-AF65-F5344CB8AC3E}">
        <p14:creationId xmlns:p14="http://schemas.microsoft.com/office/powerpoint/2010/main" val="210201037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126</a:t>
            </a:fld>
            <a:endParaRPr lang="en-US" dirty="0"/>
          </a:p>
        </p:txBody>
      </p:sp>
    </p:spTree>
    <p:extLst>
      <p:ext uri="{BB962C8B-B14F-4D97-AF65-F5344CB8AC3E}">
        <p14:creationId xmlns:p14="http://schemas.microsoft.com/office/powerpoint/2010/main" val="521767214"/>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127</a:t>
            </a:fld>
            <a:endParaRPr lang="en-US" dirty="0"/>
          </a:p>
        </p:txBody>
      </p:sp>
    </p:spTree>
    <p:extLst>
      <p:ext uri="{BB962C8B-B14F-4D97-AF65-F5344CB8AC3E}">
        <p14:creationId xmlns:p14="http://schemas.microsoft.com/office/powerpoint/2010/main" val="479541879"/>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128</a:t>
            </a:fld>
            <a:endParaRPr lang="en-US" dirty="0"/>
          </a:p>
        </p:txBody>
      </p:sp>
    </p:spTree>
    <p:extLst>
      <p:ext uri="{BB962C8B-B14F-4D97-AF65-F5344CB8AC3E}">
        <p14:creationId xmlns:p14="http://schemas.microsoft.com/office/powerpoint/2010/main" val="387413270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129</a:t>
            </a:fld>
            <a:endParaRPr lang="en-US" dirty="0"/>
          </a:p>
        </p:txBody>
      </p:sp>
    </p:spTree>
    <p:extLst>
      <p:ext uri="{BB962C8B-B14F-4D97-AF65-F5344CB8AC3E}">
        <p14:creationId xmlns:p14="http://schemas.microsoft.com/office/powerpoint/2010/main" val="231215991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130</a:t>
            </a:fld>
            <a:endParaRPr lang="en-US" dirty="0"/>
          </a:p>
        </p:txBody>
      </p:sp>
    </p:spTree>
    <p:extLst>
      <p:ext uri="{BB962C8B-B14F-4D97-AF65-F5344CB8AC3E}">
        <p14:creationId xmlns:p14="http://schemas.microsoft.com/office/powerpoint/2010/main" val="427305654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131</a:t>
            </a:fld>
            <a:endParaRPr lang="en-US" dirty="0"/>
          </a:p>
        </p:txBody>
      </p:sp>
    </p:spTree>
    <p:extLst>
      <p:ext uri="{BB962C8B-B14F-4D97-AF65-F5344CB8AC3E}">
        <p14:creationId xmlns:p14="http://schemas.microsoft.com/office/powerpoint/2010/main" val="3971514565"/>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132</a:t>
            </a:fld>
            <a:endParaRPr lang="en-US" dirty="0"/>
          </a:p>
        </p:txBody>
      </p:sp>
    </p:spTree>
    <p:extLst>
      <p:ext uri="{BB962C8B-B14F-4D97-AF65-F5344CB8AC3E}">
        <p14:creationId xmlns:p14="http://schemas.microsoft.com/office/powerpoint/2010/main" val="465342822"/>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133</a:t>
            </a:fld>
            <a:endParaRPr lang="en-US" dirty="0"/>
          </a:p>
        </p:txBody>
      </p:sp>
    </p:spTree>
    <p:extLst>
      <p:ext uri="{BB962C8B-B14F-4D97-AF65-F5344CB8AC3E}">
        <p14:creationId xmlns:p14="http://schemas.microsoft.com/office/powerpoint/2010/main" val="2446564696"/>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134</a:t>
            </a:fld>
            <a:endParaRPr lang="en-US" dirty="0"/>
          </a:p>
        </p:txBody>
      </p:sp>
    </p:spTree>
    <p:extLst>
      <p:ext uri="{BB962C8B-B14F-4D97-AF65-F5344CB8AC3E}">
        <p14:creationId xmlns:p14="http://schemas.microsoft.com/office/powerpoint/2010/main" val="16528800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135</a:t>
            </a:fld>
            <a:endParaRPr lang="en-US" dirty="0"/>
          </a:p>
        </p:txBody>
      </p:sp>
    </p:spTree>
    <p:extLst>
      <p:ext uri="{BB962C8B-B14F-4D97-AF65-F5344CB8AC3E}">
        <p14:creationId xmlns:p14="http://schemas.microsoft.com/office/powerpoint/2010/main" val="4214205869"/>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136</a:t>
            </a:fld>
            <a:endParaRPr lang="en-US" dirty="0"/>
          </a:p>
        </p:txBody>
      </p:sp>
    </p:spTree>
    <p:extLst>
      <p:ext uri="{BB962C8B-B14F-4D97-AF65-F5344CB8AC3E}">
        <p14:creationId xmlns:p14="http://schemas.microsoft.com/office/powerpoint/2010/main" val="174085324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137</a:t>
            </a:fld>
            <a:endParaRPr lang="en-US" dirty="0"/>
          </a:p>
        </p:txBody>
      </p:sp>
    </p:spTree>
    <p:extLst>
      <p:ext uri="{BB962C8B-B14F-4D97-AF65-F5344CB8AC3E}">
        <p14:creationId xmlns:p14="http://schemas.microsoft.com/office/powerpoint/2010/main" val="241231227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138</a:t>
            </a:fld>
            <a:endParaRPr lang="en-US" dirty="0"/>
          </a:p>
        </p:txBody>
      </p:sp>
    </p:spTree>
    <p:extLst>
      <p:ext uri="{BB962C8B-B14F-4D97-AF65-F5344CB8AC3E}">
        <p14:creationId xmlns:p14="http://schemas.microsoft.com/office/powerpoint/2010/main" val="390679434"/>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139</a:t>
            </a:fld>
            <a:endParaRPr lang="en-US" dirty="0"/>
          </a:p>
        </p:txBody>
      </p:sp>
    </p:spTree>
    <p:extLst>
      <p:ext uri="{BB962C8B-B14F-4D97-AF65-F5344CB8AC3E}">
        <p14:creationId xmlns:p14="http://schemas.microsoft.com/office/powerpoint/2010/main" val="1771992846"/>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140</a:t>
            </a:fld>
            <a:endParaRPr lang="en-US" dirty="0"/>
          </a:p>
        </p:txBody>
      </p:sp>
    </p:spTree>
    <p:extLst>
      <p:ext uri="{BB962C8B-B14F-4D97-AF65-F5344CB8AC3E}">
        <p14:creationId xmlns:p14="http://schemas.microsoft.com/office/powerpoint/2010/main" val="2317515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141</a:t>
            </a:fld>
            <a:endParaRPr lang="en-US" dirty="0"/>
          </a:p>
        </p:txBody>
      </p:sp>
    </p:spTree>
    <p:extLst>
      <p:ext uri="{BB962C8B-B14F-4D97-AF65-F5344CB8AC3E}">
        <p14:creationId xmlns:p14="http://schemas.microsoft.com/office/powerpoint/2010/main" val="410261850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142</a:t>
            </a:fld>
            <a:endParaRPr lang="en-US" dirty="0"/>
          </a:p>
        </p:txBody>
      </p:sp>
    </p:spTree>
    <p:extLst>
      <p:ext uri="{BB962C8B-B14F-4D97-AF65-F5344CB8AC3E}">
        <p14:creationId xmlns:p14="http://schemas.microsoft.com/office/powerpoint/2010/main" val="159097170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143</a:t>
            </a:fld>
            <a:endParaRPr lang="en-US" dirty="0"/>
          </a:p>
        </p:txBody>
      </p:sp>
    </p:spTree>
    <p:extLst>
      <p:ext uri="{BB962C8B-B14F-4D97-AF65-F5344CB8AC3E}">
        <p14:creationId xmlns:p14="http://schemas.microsoft.com/office/powerpoint/2010/main" val="289480789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144</a:t>
            </a:fld>
            <a:endParaRPr lang="en-US" dirty="0"/>
          </a:p>
        </p:txBody>
      </p:sp>
    </p:spTree>
    <p:extLst>
      <p:ext uri="{BB962C8B-B14F-4D97-AF65-F5344CB8AC3E}">
        <p14:creationId xmlns:p14="http://schemas.microsoft.com/office/powerpoint/2010/main" val="3409782388"/>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145</a:t>
            </a:fld>
            <a:endParaRPr lang="en-US" dirty="0"/>
          </a:p>
        </p:txBody>
      </p:sp>
    </p:spTree>
    <p:extLst>
      <p:ext uri="{BB962C8B-B14F-4D97-AF65-F5344CB8AC3E}">
        <p14:creationId xmlns:p14="http://schemas.microsoft.com/office/powerpoint/2010/main" val="2434417919"/>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146</a:t>
            </a:fld>
            <a:endParaRPr lang="en-US" dirty="0"/>
          </a:p>
        </p:txBody>
      </p:sp>
    </p:spTree>
    <p:extLst>
      <p:ext uri="{BB962C8B-B14F-4D97-AF65-F5344CB8AC3E}">
        <p14:creationId xmlns:p14="http://schemas.microsoft.com/office/powerpoint/2010/main" val="258137579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147</a:t>
            </a:fld>
            <a:endParaRPr lang="en-US" dirty="0"/>
          </a:p>
        </p:txBody>
      </p:sp>
    </p:spTree>
    <p:extLst>
      <p:ext uri="{BB962C8B-B14F-4D97-AF65-F5344CB8AC3E}">
        <p14:creationId xmlns:p14="http://schemas.microsoft.com/office/powerpoint/2010/main" val="4183003536"/>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148</a:t>
            </a:fld>
            <a:endParaRPr lang="en-US" dirty="0"/>
          </a:p>
        </p:txBody>
      </p:sp>
    </p:spTree>
    <p:extLst>
      <p:ext uri="{BB962C8B-B14F-4D97-AF65-F5344CB8AC3E}">
        <p14:creationId xmlns:p14="http://schemas.microsoft.com/office/powerpoint/2010/main" val="314879918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149</a:t>
            </a:fld>
            <a:endParaRPr lang="en-US" dirty="0"/>
          </a:p>
        </p:txBody>
      </p:sp>
    </p:spTree>
    <p:extLst>
      <p:ext uri="{BB962C8B-B14F-4D97-AF65-F5344CB8AC3E}">
        <p14:creationId xmlns:p14="http://schemas.microsoft.com/office/powerpoint/2010/main" val="149298027"/>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150</a:t>
            </a:fld>
            <a:endParaRPr lang="en-US" dirty="0"/>
          </a:p>
        </p:txBody>
      </p:sp>
    </p:spTree>
    <p:extLst>
      <p:ext uri="{BB962C8B-B14F-4D97-AF65-F5344CB8AC3E}">
        <p14:creationId xmlns:p14="http://schemas.microsoft.com/office/powerpoint/2010/main" val="3170638399"/>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151</a:t>
            </a:fld>
            <a:endParaRPr lang="en-US" dirty="0"/>
          </a:p>
        </p:txBody>
      </p:sp>
    </p:spTree>
    <p:extLst>
      <p:ext uri="{BB962C8B-B14F-4D97-AF65-F5344CB8AC3E}">
        <p14:creationId xmlns:p14="http://schemas.microsoft.com/office/powerpoint/2010/main" val="324959281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153</a:t>
            </a:fld>
            <a:endParaRPr lang="en-US" dirty="0"/>
          </a:p>
        </p:txBody>
      </p:sp>
    </p:spTree>
    <p:extLst>
      <p:ext uri="{BB962C8B-B14F-4D97-AF65-F5344CB8AC3E}">
        <p14:creationId xmlns:p14="http://schemas.microsoft.com/office/powerpoint/2010/main" val="347471171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154</a:t>
            </a:fld>
            <a:endParaRPr lang="en-US" dirty="0"/>
          </a:p>
        </p:txBody>
      </p:sp>
    </p:spTree>
    <p:extLst>
      <p:ext uri="{BB962C8B-B14F-4D97-AF65-F5344CB8AC3E}">
        <p14:creationId xmlns:p14="http://schemas.microsoft.com/office/powerpoint/2010/main" val="2477351937"/>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155</a:t>
            </a:fld>
            <a:endParaRPr lang="en-US" dirty="0"/>
          </a:p>
        </p:txBody>
      </p:sp>
    </p:spTree>
    <p:extLst>
      <p:ext uri="{BB962C8B-B14F-4D97-AF65-F5344CB8AC3E}">
        <p14:creationId xmlns:p14="http://schemas.microsoft.com/office/powerpoint/2010/main" val="342861581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156</a:t>
            </a:fld>
            <a:endParaRPr lang="en-US" dirty="0"/>
          </a:p>
        </p:txBody>
      </p:sp>
    </p:spTree>
    <p:extLst>
      <p:ext uri="{BB962C8B-B14F-4D97-AF65-F5344CB8AC3E}">
        <p14:creationId xmlns:p14="http://schemas.microsoft.com/office/powerpoint/2010/main" val="4089738664"/>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157</a:t>
            </a:fld>
            <a:endParaRPr lang="en-US" dirty="0"/>
          </a:p>
        </p:txBody>
      </p:sp>
    </p:spTree>
    <p:extLst>
      <p:ext uri="{BB962C8B-B14F-4D97-AF65-F5344CB8AC3E}">
        <p14:creationId xmlns:p14="http://schemas.microsoft.com/office/powerpoint/2010/main" val="610928160"/>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158</a:t>
            </a:fld>
            <a:endParaRPr lang="en-US" dirty="0"/>
          </a:p>
        </p:txBody>
      </p:sp>
    </p:spTree>
    <p:extLst>
      <p:ext uri="{BB962C8B-B14F-4D97-AF65-F5344CB8AC3E}">
        <p14:creationId xmlns:p14="http://schemas.microsoft.com/office/powerpoint/2010/main" val="3932374868"/>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159</a:t>
            </a:fld>
            <a:endParaRPr lang="en-US" dirty="0"/>
          </a:p>
        </p:txBody>
      </p:sp>
    </p:spTree>
    <p:extLst>
      <p:ext uri="{BB962C8B-B14F-4D97-AF65-F5344CB8AC3E}">
        <p14:creationId xmlns:p14="http://schemas.microsoft.com/office/powerpoint/2010/main" val="3423895802"/>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160</a:t>
            </a:fld>
            <a:endParaRPr lang="en-US" dirty="0"/>
          </a:p>
        </p:txBody>
      </p:sp>
    </p:spTree>
    <p:extLst>
      <p:ext uri="{BB962C8B-B14F-4D97-AF65-F5344CB8AC3E}">
        <p14:creationId xmlns:p14="http://schemas.microsoft.com/office/powerpoint/2010/main" val="630700574"/>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161</a:t>
            </a:fld>
            <a:endParaRPr lang="en-US" dirty="0"/>
          </a:p>
        </p:txBody>
      </p:sp>
    </p:spTree>
    <p:extLst>
      <p:ext uri="{BB962C8B-B14F-4D97-AF65-F5344CB8AC3E}">
        <p14:creationId xmlns:p14="http://schemas.microsoft.com/office/powerpoint/2010/main" val="399142394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162</a:t>
            </a:fld>
            <a:endParaRPr lang="en-US" dirty="0"/>
          </a:p>
        </p:txBody>
      </p:sp>
    </p:spTree>
    <p:extLst>
      <p:ext uri="{BB962C8B-B14F-4D97-AF65-F5344CB8AC3E}">
        <p14:creationId xmlns:p14="http://schemas.microsoft.com/office/powerpoint/2010/main" val="641452051"/>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163</a:t>
            </a:fld>
            <a:endParaRPr lang="en-US" dirty="0"/>
          </a:p>
        </p:txBody>
      </p:sp>
    </p:spTree>
    <p:extLst>
      <p:ext uri="{BB962C8B-B14F-4D97-AF65-F5344CB8AC3E}">
        <p14:creationId xmlns:p14="http://schemas.microsoft.com/office/powerpoint/2010/main" val="402452945"/>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164</a:t>
            </a:fld>
            <a:endParaRPr lang="en-US" dirty="0"/>
          </a:p>
        </p:txBody>
      </p:sp>
    </p:spTree>
    <p:extLst>
      <p:ext uri="{BB962C8B-B14F-4D97-AF65-F5344CB8AC3E}">
        <p14:creationId xmlns:p14="http://schemas.microsoft.com/office/powerpoint/2010/main" val="4053063208"/>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165</a:t>
            </a:fld>
            <a:endParaRPr lang="en-US" dirty="0"/>
          </a:p>
        </p:txBody>
      </p:sp>
    </p:spTree>
    <p:extLst>
      <p:ext uri="{BB962C8B-B14F-4D97-AF65-F5344CB8AC3E}">
        <p14:creationId xmlns:p14="http://schemas.microsoft.com/office/powerpoint/2010/main" val="759364397"/>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166</a:t>
            </a:fld>
            <a:endParaRPr lang="en-US" dirty="0"/>
          </a:p>
        </p:txBody>
      </p:sp>
    </p:spTree>
    <p:extLst>
      <p:ext uri="{BB962C8B-B14F-4D97-AF65-F5344CB8AC3E}">
        <p14:creationId xmlns:p14="http://schemas.microsoft.com/office/powerpoint/2010/main" val="375366807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167</a:t>
            </a:fld>
            <a:endParaRPr lang="en-US" dirty="0"/>
          </a:p>
        </p:txBody>
      </p:sp>
    </p:spTree>
    <p:extLst>
      <p:ext uri="{BB962C8B-B14F-4D97-AF65-F5344CB8AC3E}">
        <p14:creationId xmlns:p14="http://schemas.microsoft.com/office/powerpoint/2010/main" val="1445477104"/>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168</a:t>
            </a:fld>
            <a:endParaRPr lang="en-US" dirty="0"/>
          </a:p>
        </p:txBody>
      </p:sp>
    </p:spTree>
    <p:extLst>
      <p:ext uri="{BB962C8B-B14F-4D97-AF65-F5344CB8AC3E}">
        <p14:creationId xmlns:p14="http://schemas.microsoft.com/office/powerpoint/2010/main" val="2384616259"/>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169</a:t>
            </a:fld>
            <a:endParaRPr lang="en-US" dirty="0"/>
          </a:p>
        </p:txBody>
      </p:sp>
    </p:spTree>
    <p:extLst>
      <p:ext uri="{BB962C8B-B14F-4D97-AF65-F5344CB8AC3E}">
        <p14:creationId xmlns:p14="http://schemas.microsoft.com/office/powerpoint/2010/main" val="177522658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170</a:t>
            </a:fld>
            <a:endParaRPr lang="en-US" dirty="0"/>
          </a:p>
        </p:txBody>
      </p:sp>
    </p:spTree>
    <p:extLst>
      <p:ext uri="{BB962C8B-B14F-4D97-AF65-F5344CB8AC3E}">
        <p14:creationId xmlns:p14="http://schemas.microsoft.com/office/powerpoint/2010/main" val="94560811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171</a:t>
            </a:fld>
            <a:endParaRPr lang="en-US" dirty="0"/>
          </a:p>
        </p:txBody>
      </p:sp>
    </p:spTree>
    <p:extLst>
      <p:ext uri="{BB962C8B-B14F-4D97-AF65-F5344CB8AC3E}">
        <p14:creationId xmlns:p14="http://schemas.microsoft.com/office/powerpoint/2010/main" val="2286742556"/>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172</a:t>
            </a:fld>
            <a:endParaRPr lang="en-US" dirty="0"/>
          </a:p>
        </p:txBody>
      </p:sp>
    </p:spTree>
    <p:extLst>
      <p:ext uri="{BB962C8B-B14F-4D97-AF65-F5344CB8AC3E}">
        <p14:creationId xmlns:p14="http://schemas.microsoft.com/office/powerpoint/2010/main" val="1711106344"/>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173</a:t>
            </a:fld>
            <a:endParaRPr lang="en-US" dirty="0"/>
          </a:p>
        </p:txBody>
      </p:sp>
    </p:spTree>
    <p:extLst>
      <p:ext uri="{BB962C8B-B14F-4D97-AF65-F5344CB8AC3E}">
        <p14:creationId xmlns:p14="http://schemas.microsoft.com/office/powerpoint/2010/main" val="4150964043"/>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174</a:t>
            </a:fld>
            <a:endParaRPr lang="en-US" dirty="0"/>
          </a:p>
        </p:txBody>
      </p:sp>
    </p:spTree>
    <p:extLst>
      <p:ext uri="{BB962C8B-B14F-4D97-AF65-F5344CB8AC3E}">
        <p14:creationId xmlns:p14="http://schemas.microsoft.com/office/powerpoint/2010/main" val="3935304644"/>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175</a:t>
            </a:fld>
            <a:endParaRPr lang="en-US" dirty="0"/>
          </a:p>
        </p:txBody>
      </p:sp>
    </p:spTree>
    <p:extLst>
      <p:ext uri="{BB962C8B-B14F-4D97-AF65-F5344CB8AC3E}">
        <p14:creationId xmlns:p14="http://schemas.microsoft.com/office/powerpoint/2010/main" val="385228936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176</a:t>
            </a:fld>
            <a:endParaRPr lang="en-US" dirty="0"/>
          </a:p>
        </p:txBody>
      </p:sp>
    </p:spTree>
    <p:extLst>
      <p:ext uri="{BB962C8B-B14F-4D97-AF65-F5344CB8AC3E}">
        <p14:creationId xmlns:p14="http://schemas.microsoft.com/office/powerpoint/2010/main" val="2680851546"/>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177</a:t>
            </a:fld>
            <a:endParaRPr lang="en-US" dirty="0"/>
          </a:p>
        </p:txBody>
      </p:sp>
    </p:spTree>
    <p:extLst>
      <p:ext uri="{BB962C8B-B14F-4D97-AF65-F5344CB8AC3E}">
        <p14:creationId xmlns:p14="http://schemas.microsoft.com/office/powerpoint/2010/main" val="369679909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178</a:t>
            </a:fld>
            <a:endParaRPr lang="en-US" dirty="0"/>
          </a:p>
        </p:txBody>
      </p:sp>
    </p:spTree>
    <p:extLst>
      <p:ext uri="{BB962C8B-B14F-4D97-AF65-F5344CB8AC3E}">
        <p14:creationId xmlns:p14="http://schemas.microsoft.com/office/powerpoint/2010/main" val="2520706163"/>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179</a:t>
            </a:fld>
            <a:endParaRPr lang="en-US" dirty="0"/>
          </a:p>
        </p:txBody>
      </p:sp>
    </p:spTree>
    <p:extLst>
      <p:ext uri="{BB962C8B-B14F-4D97-AF65-F5344CB8AC3E}">
        <p14:creationId xmlns:p14="http://schemas.microsoft.com/office/powerpoint/2010/main" val="1267977930"/>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180</a:t>
            </a:fld>
            <a:endParaRPr lang="en-US" dirty="0"/>
          </a:p>
        </p:txBody>
      </p:sp>
    </p:spTree>
    <p:extLst>
      <p:ext uri="{BB962C8B-B14F-4D97-AF65-F5344CB8AC3E}">
        <p14:creationId xmlns:p14="http://schemas.microsoft.com/office/powerpoint/2010/main" val="2826578982"/>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181</a:t>
            </a:fld>
            <a:endParaRPr lang="en-US" dirty="0"/>
          </a:p>
        </p:txBody>
      </p:sp>
    </p:spTree>
    <p:extLst>
      <p:ext uri="{BB962C8B-B14F-4D97-AF65-F5344CB8AC3E}">
        <p14:creationId xmlns:p14="http://schemas.microsoft.com/office/powerpoint/2010/main" val="52108510"/>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182</a:t>
            </a:fld>
            <a:endParaRPr lang="en-US" dirty="0"/>
          </a:p>
        </p:txBody>
      </p:sp>
    </p:spTree>
    <p:extLst>
      <p:ext uri="{BB962C8B-B14F-4D97-AF65-F5344CB8AC3E}">
        <p14:creationId xmlns:p14="http://schemas.microsoft.com/office/powerpoint/2010/main" val="428049862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183</a:t>
            </a:fld>
            <a:endParaRPr lang="en-US" dirty="0"/>
          </a:p>
        </p:txBody>
      </p:sp>
    </p:spTree>
    <p:extLst>
      <p:ext uri="{BB962C8B-B14F-4D97-AF65-F5344CB8AC3E}">
        <p14:creationId xmlns:p14="http://schemas.microsoft.com/office/powerpoint/2010/main" val="271278192"/>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184</a:t>
            </a:fld>
            <a:endParaRPr lang="en-US" dirty="0"/>
          </a:p>
        </p:txBody>
      </p:sp>
    </p:spTree>
    <p:extLst>
      <p:ext uri="{BB962C8B-B14F-4D97-AF65-F5344CB8AC3E}">
        <p14:creationId xmlns:p14="http://schemas.microsoft.com/office/powerpoint/2010/main" val="841155335"/>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185</a:t>
            </a:fld>
            <a:endParaRPr lang="en-US" dirty="0"/>
          </a:p>
        </p:txBody>
      </p:sp>
    </p:spTree>
    <p:extLst>
      <p:ext uri="{BB962C8B-B14F-4D97-AF65-F5344CB8AC3E}">
        <p14:creationId xmlns:p14="http://schemas.microsoft.com/office/powerpoint/2010/main" val="1935150389"/>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186</a:t>
            </a:fld>
            <a:endParaRPr lang="en-US" dirty="0"/>
          </a:p>
        </p:txBody>
      </p:sp>
    </p:spTree>
    <p:extLst>
      <p:ext uri="{BB962C8B-B14F-4D97-AF65-F5344CB8AC3E}">
        <p14:creationId xmlns:p14="http://schemas.microsoft.com/office/powerpoint/2010/main" val="2935945700"/>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187</a:t>
            </a:fld>
            <a:endParaRPr lang="en-US" dirty="0"/>
          </a:p>
        </p:txBody>
      </p:sp>
    </p:spTree>
    <p:extLst>
      <p:ext uri="{BB962C8B-B14F-4D97-AF65-F5344CB8AC3E}">
        <p14:creationId xmlns:p14="http://schemas.microsoft.com/office/powerpoint/2010/main" val="2147248863"/>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188</a:t>
            </a:fld>
            <a:endParaRPr lang="en-US" dirty="0"/>
          </a:p>
        </p:txBody>
      </p:sp>
    </p:spTree>
    <p:extLst>
      <p:ext uri="{BB962C8B-B14F-4D97-AF65-F5344CB8AC3E}">
        <p14:creationId xmlns:p14="http://schemas.microsoft.com/office/powerpoint/2010/main" val="1267341023"/>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189</a:t>
            </a:fld>
            <a:endParaRPr lang="en-US" dirty="0"/>
          </a:p>
        </p:txBody>
      </p:sp>
    </p:spTree>
    <p:extLst>
      <p:ext uri="{BB962C8B-B14F-4D97-AF65-F5344CB8AC3E}">
        <p14:creationId xmlns:p14="http://schemas.microsoft.com/office/powerpoint/2010/main" val="83992248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190</a:t>
            </a:fld>
            <a:endParaRPr lang="en-US" dirty="0"/>
          </a:p>
        </p:txBody>
      </p:sp>
    </p:spTree>
    <p:extLst>
      <p:ext uri="{BB962C8B-B14F-4D97-AF65-F5344CB8AC3E}">
        <p14:creationId xmlns:p14="http://schemas.microsoft.com/office/powerpoint/2010/main" val="735841058"/>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191</a:t>
            </a:fld>
            <a:endParaRPr lang="en-US" dirty="0"/>
          </a:p>
        </p:txBody>
      </p:sp>
    </p:spTree>
    <p:extLst>
      <p:ext uri="{BB962C8B-B14F-4D97-AF65-F5344CB8AC3E}">
        <p14:creationId xmlns:p14="http://schemas.microsoft.com/office/powerpoint/2010/main" val="522310484"/>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192</a:t>
            </a:fld>
            <a:endParaRPr lang="en-US" dirty="0"/>
          </a:p>
        </p:txBody>
      </p:sp>
    </p:spTree>
    <p:extLst>
      <p:ext uri="{BB962C8B-B14F-4D97-AF65-F5344CB8AC3E}">
        <p14:creationId xmlns:p14="http://schemas.microsoft.com/office/powerpoint/2010/main" val="3533776122"/>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193</a:t>
            </a:fld>
            <a:endParaRPr lang="en-US" dirty="0"/>
          </a:p>
        </p:txBody>
      </p:sp>
    </p:spTree>
    <p:extLst>
      <p:ext uri="{BB962C8B-B14F-4D97-AF65-F5344CB8AC3E}">
        <p14:creationId xmlns:p14="http://schemas.microsoft.com/office/powerpoint/2010/main" val="378639026"/>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194</a:t>
            </a:fld>
            <a:endParaRPr lang="en-US" dirty="0"/>
          </a:p>
        </p:txBody>
      </p:sp>
    </p:spTree>
    <p:extLst>
      <p:ext uri="{BB962C8B-B14F-4D97-AF65-F5344CB8AC3E}">
        <p14:creationId xmlns:p14="http://schemas.microsoft.com/office/powerpoint/2010/main" val="2490162655"/>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195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00822341"/>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196</a:t>
            </a:fld>
            <a:endParaRPr lang="en-US" dirty="0"/>
          </a:p>
        </p:txBody>
      </p:sp>
    </p:spTree>
    <p:extLst>
      <p:ext uri="{BB962C8B-B14F-4D97-AF65-F5344CB8AC3E}">
        <p14:creationId xmlns:p14="http://schemas.microsoft.com/office/powerpoint/2010/main" val="2201779099"/>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197</a:t>
            </a:fld>
            <a:endParaRPr lang="en-US" dirty="0"/>
          </a:p>
        </p:txBody>
      </p:sp>
    </p:spTree>
    <p:extLst>
      <p:ext uri="{BB962C8B-B14F-4D97-AF65-F5344CB8AC3E}">
        <p14:creationId xmlns:p14="http://schemas.microsoft.com/office/powerpoint/2010/main" val="809255552"/>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198</a:t>
            </a:fld>
            <a:endParaRPr lang="en-US" dirty="0"/>
          </a:p>
        </p:txBody>
      </p:sp>
    </p:spTree>
    <p:extLst>
      <p:ext uri="{BB962C8B-B14F-4D97-AF65-F5344CB8AC3E}">
        <p14:creationId xmlns:p14="http://schemas.microsoft.com/office/powerpoint/2010/main" val="164428832"/>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199</a:t>
            </a:fld>
            <a:endParaRPr lang="en-US" dirty="0"/>
          </a:p>
        </p:txBody>
      </p:sp>
    </p:spTree>
    <p:extLst>
      <p:ext uri="{BB962C8B-B14F-4D97-AF65-F5344CB8AC3E}">
        <p14:creationId xmlns:p14="http://schemas.microsoft.com/office/powerpoint/2010/main" val="1728001465"/>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200</a:t>
            </a:fld>
            <a:endParaRPr lang="en-US" dirty="0"/>
          </a:p>
        </p:txBody>
      </p:sp>
    </p:spTree>
    <p:extLst>
      <p:ext uri="{BB962C8B-B14F-4D97-AF65-F5344CB8AC3E}">
        <p14:creationId xmlns:p14="http://schemas.microsoft.com/office/powerpoint/2010/main" val="1757842982"/>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201</a:t>
            </a:fld>
            <a:endParaRPr lang="en-US" dirty="0"/>
          </a:p>
        </p:txBody>
      </p:sp>
    </p:spTree>
    <p:extLst>
      <p:ext uri="{BB962C8B-B14F-4D97-AF65-F5344CB8AC3E}">
        <p14:creationId xmlns:p14="http://schemas.microsoft.com/office/powerpoint/2010/main" val="2515073885"/>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202</a:t>
            </a:fld>
            <a:endParaRPr lang="en-US" dirty="0"/>
          </a:p>
        </p:txBody>
      </p:sp>
    </p:spTree>
    <p:extLst>
      <p:ext uri="{BB962C8B-B14F-4D97-AF65-F5344CB8AC3E}">
        <p14:creationId xmlns:p14="http://schemas.microsoft.com/office/powerpoint/2010/main" val="4002459702"/>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203</a:t>
            </a:fld>
            <a:endParaRPr lang="en-US" dirty="0"/>
          </a:p>
        </p:txBody>
      </p:sp>
    </p:spTree>
    <p:extLst>
      <p:ext uri="{BB962C8B-B14F-4D97-AF65-F5344CB8AC3E}">
        <p14:creationId xmlns:p14="http://schemas.microsoft.com/office/powerpoint/2010/main" val="1861423487"/>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204</a:t>
            </a:fld>
            <a:endParaRPr lang="en-US" dirty="0"/>
          </a:p>
        </p:txBody>
      </p:sp>
    </p:spTree>
    <p:extLst>
      <p:ext uri="{BB962C8B-B14F-4D97-AF65-F5344CB8AC3E}">
        <p14:creationId xmlns:p14="http://schemas.microsoft.com/office/powerpoint/2010/main" val="846691802"/>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205</a:t>
            </a:fld>
            <a:endParaRPr lang="en-US" dirty="0"/>
          </a:p>
        </p:txBody>
      </p:sp>
    </p:spTree>
    <p:extLst>
      <p:ext uri="{BB962C8B-B14F-4D97-AF65-F5344CB8AC3E}">
        <p14:creationId xmlns:p14="http://schemas.microsoft.com/office/powerpoint/2010/main" val="4281974525"/>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206</a:t>
            </a:fld>
            <a:endParaRPr lang="en-US" dirty="0"/>
          </a:p>
        </p:txBody>
      </p:sp>
    </p:spTree>
    <p:extLst>
      <p:ext uri="{BB962C8B-B14F-4D97-AF65-F5344CB8AC3E}">
        <p14:creationId xmlns:p14="http://schemas.microsoft.com/office/powerpoint/2010/main" val="179258763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207</a:t>
            </a:fld>
            <a:endParaRPr lang="en-US" dirty="0"/>
          </a:p>
        </p:txBody>
      </p:sp>
    </p:spTree>
    <p:extLst>
      <p:ext uri="{BB962C8B-B14F-4D97-AF65-F5344CB8AC3E}">
        <p14:creationId xmlns:p14="http://schemas.microsoft.com/office/powerpoint/2010/main" val="1583668363"/>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208</a:t>
            </a:fld>
            <a:endParaRPr lang="en-US" dirty="0"/>
          </a:p>
        </p:txBody>
      </p:sp>
    </p:spTree>
    <p:extLst>
      <p:ext uri="{BB962C8B-B14F-4D97-AF65-F5344CB8AC3E}">
        <p14:creationId xmlns:p14="http://schemas.microsoft.com/office/powerpoint/2010/main" val="3620203583"/>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209</a:t>
            </a:fld>
            <a:endParaRPr lang="en-US" dirty="0"/>
          </a:p>
        </p:txBody>
      </p:sp>
    </p:spTree>
    <p:extLst>
      <p:ext uri="{BB962C8B-B14F-4D97-AF65-F5344CB8AC3E}">
        <p14:creationId xmlns:p14="http://schemas.microsoft.com/office/powerpoint/2010/main" val="4127921268"/>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210</a:t>
            </a:fld>
            <a:endParaRPr lang="en-US" dirty="0"/>
          </a:p>
        </p:txBody>
      </p:sp>
    </p:spTree>
    <p:extLst>
      <p:ext uri="{BB962C8B-B14F-4D97-AF65-F5344CB8AC3E}">
        <p14:creationId xmlns:p14="http://schemas.microsoft.com/office/powerpoint/2010/main" val="3316445364"/>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211</a:t>
            </a:fld>
            <a:endParaRPr lang="en-US" dirty="0"/>
          </a:p>
        </p:txBody>
      </p:sp>
    </p:spTree>
    <p:extLst>
      <p:ext uri="{BB962C8B-B14F-4D97-AF65-F5344CB8AC3E}">
        <p14:creationId xmlns:p14="http://schemas.microsoft.com/office/powerpoint/2010/main" val="4176254064"/>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212</a:t>
            </a:fld>
            <a:endParaRPr lang="en-US" dirty="0"/>
          </a:p>
        </p:txBody>
      </p:sp>
    </p:spTree>
    <p:extLst>
      <p:ext uri="{BB962C8B-B14F-4D97-AF65-F5344CB8AC3E}">
        <p14:creationId xmlns:p14="http://schemas.microsoft.com/office/powerpoint/2010/main" val="1084754178"/>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213</a:t>
            </a:fld>
            <a:endParaRPr lang="en-US" dirty="0"/>
          </a:p>
        </p:txBody>
      </p:sp>
    </p:spTree>
    <p:extLst>
      <p:ext uri="{BB962C8B-B14F-4D97-AF65-F5344CB8AC3E}">
        <p14:creationId xmlns:p14="http://schemas.microsoft.com/office/powerpoint/2010/main" val="244256376"/>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214</a:t>
            </a:fld>
            <a:endParaRPr lang="en-US" dirty="0"/>
          </a:p>
        </p:txBody>
      </p:sp>
    </p:spTree>
    <p:extLst>
      <p:ext uri="{BB962C8B-B14F-4D97-AF65-F5344CB8AC3E}">
        <p14:creationId xmlns:p14="http://schemas.microsoft.com/office/powerpoint/2010/main" val="1485625245"/>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215</a:t>
            </a:fld>
            <a:endParaRPr lang="en-US" dirty="0"/>
          </a:p>
        </p:txBody>
      </p:sp>
    </p:spTree>
    <p:extLst>
      <p:ext uri="{BB962C8B-B14F-4D97-AF65-F5344CB8AC3E}">
        <p14:creationId xmlns:p14="http://schemas.microsoft.com/office/powerpoint/2010/main" val="2098431566"/>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216</a:t>
            </a:fld>
            <a:endParaRPr lang="en-US" dirty="0"/>
          </a:p>
        </p:txBody>
      </p:sp>
    </p:spTree>
    <p:extLst>
      <p:ext uri="{BB962C8B-B14F-4D97-AF65-F5344CB8AC3E}">
        <p14:creationId xmlns:p14="http://schemas.microsoft.com/office/powerpoint/2010/main" val="3660937110"/>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217</a:t>
            </a:fld>
            <a:endParaRPr lang="en-US" dirty="0"/>
          </a:p>
        </p:txBody>
      </p:sp>
    </p:spTree>
    <p:extLst>
      <p:ext uri="{BB962C8B-B14F-4D97-AF65-F5344CB8AC3E}">
        <p14:creationId xmlns:p14="http://schemas.microsoft.com/office/powerpoint/2010/main" val="3646983785"/>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218</a:t>
            </a:fld>
            <a:endParaRPr lang="en-US" dirty="0"/>
          </a:p>
        </p:txBody>
      </p:sp>
    </p:spTree>
    <p:extLst>
      <p:ext uri="{BB962C8B-B14F-4D97-AF65-F5344CB8AC3E}">
        <p14:creationId xmlns:p14="http://schemas.microsoft.com/office/powerpoint/2010/main" val="969795129"/>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219</a:t>
            </a:fld>
            <a:endParaRPr lang="en-US" dirty="0"/>
          </a:p>
        </p:txBody>
      </p:sp>
    </p:spTree>
    <p:extLst>
      <p:ext uri="{BB962C8B-B14F-4D97-AF65-F5344CB8AC3E}">
        <p14:creationId xmlns:p14="http://schemas.microsoft.com/office/powerpoint/2010/main" val="624857612"/>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220</a:t>
            </a:fld>
            <a:endParaRPr lang="en-US" dirty="0"/>
          </a:p>
        </p:txBody>
      </p:sp>
    </p:spTree>
    <p:extLst>
      <p:ext uri="{BB962C8B-B14F-4D97-AF65-F5344CB8AC3E}">
        <p14:creationId xmlns:p14="http://schemas.microsoft.com/office/powerpoint/2010/main" val="907710112"/>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221</a:t>
            </a:fld>
            <a:endParaRPr lang="en-US" dirty="0"/>
          </a:p>
        </p:txBody>
      </p:sp>
    </p:spTree>
    <p:extLst>
      <p:ext uri="{BB962C8B-B14F-4D97-AF65-F5344CB8AC3E}">
        <p14:creationId xmlns:p14="http://schemas.microsoft.com/office/powerpoint/2010/main" val="3480427305"/>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222</a:t>
            </a:fld>
            <a:endParaRPr lang="en-US" dirty="0"/>
          </a:p>
        </p:txBody>
      </p:sp>
    </p:spTree>
    <p:extLst>
      <p:ext uri="{BB962C8B-B14F-4D97-AF65-F5344CB8AC3E}">
        <p14:creationId xmlns:p14="http://schemas.microsoft.com/office/powerpoint/2010/main" val="3890433171"/>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223</a:t>
            </a:fld>
            <a:endParaRPr lang="en-US" dirty="0"/>
          </a:p>
        </p:txBody>
      </p:sp>
    </p:spTree>
    <p:extLst>
      <p:ext uri="{BB962C8B-B14F-4D97-AF65-F5344CB8AC3E}">
        <p14:creationId xmlns:p14="http://schemas.microsoft.com/office/powerpoint/2010/main" val="377188186"/>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224</a:t>
            </a:fld>
            <a:endParaRPr lang="en-US" dirty="0"/>
          </a:p>
        </p:txBody>
      </p:sp>
    </p:spTree>
    <p:extLst>
      <p:ext uri="{BB962C8B-B14F-4D97-AF65-F5344CB8AC3E}">
        <p14:creationId xmlns:p14="http://schemas.microsoft.com/office/powerpoint/2010/main" val="1362188790"/>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225</a:t>
            </a:fld>
            <a:endParaRPr lang="en-US" dirty="0"/>
          </a:p>
        </p:txBody>
      </p:sp>
    </p:spTree>
    <p:extLst>
      <p:ext uri="{BB962C8B-B14F-4D97-AF65-F5344CB8AC3E}">
        <p14:creationId xmlns:p14="http://schemas.microsoft.com/office/powerpoint/2010/main" val="3313326450"/>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226</a:t>
            </a:fld>
            <a:endParaRPr lang="en-US" dirty="0"/>
          </a:p>
        </p:txBody>
      </p:sp>
    </p:spTree>
    <p:extLst>
      <p:ext uri="{BB962C8B-B14F-4D97-AF65-F5344CB8AC3E}">
        <p14:creationId xmlns:p14="http://schemas.microsoft.com/office/powerpoint/2010/main" val="953781319"/>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227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704932408"/>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208DB7-8C15-65BF-D233-C02D030BA43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98DF20-C7E3-79F1-53CC-4E82167052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0482A6D-59AC-65B2-C55B-EA926E7DA9CB}"/>
              </a:ext>
            </a:extLst>
          </p:cNvPr>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a:extLst>
              <a:ext uri="{FF2B5EF4-FFF2-40B4-BE49-F238E27FC236}">
                <a16:creationId xmlns:a16="http://schemas.microsoft.com/office/drawing/2014/main" id="{DFC43995-900D-88FB-66AC-0EC3BCF1712A}"/>
              </a:ext>
            </a:extLst>
          </p:cNvPr>
          <p:cNvSpPr>
            <a:spLocks noGrp="1"/>
          </p:cNvSpPr>
          <p:nvPr>
            <p:ph type="sldNum" sz="quarter" idx="5"/>
          </p:nvPr>
        </p:nvSpPr>
        <p:spPr/>
        <p:txBody>
          <a:bodyPr/>
          <a:lstStyle/>
          <a:p>
            <a:fld id="{B4A55CF2-256D-44FD-9430-5B63A079CF51}" type="slidenum">
              <a:rPr lang="en-US" smtClean="0"/>
              <a:t>228</a:t>
            </a:fld>
            <a:endParaRPr lang="en-US" dirty="0"/>
          </a:p>
        </p:txBody>
      </p:sp>
    </p:spTree>
    <p:extLst>
      <p:ext uri="{BB962C8B-B14F-4D97-AF65-F5344CB8AC3E}">
        <p14:creationId xmlns:p14="http://schemas.microsoft.com/office/powerpoint/2010/main" val="3061584435"/>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229</a:t>
            </a:fld>
            <a:endParaRPr lang="en-US" dirty="0"/>
          </a:p>
        </p:txBody>
      </p:sp>
    </p:spTree>
    <p:extLst>
      <p:ext uri="{BB962C8B-B14F-4D97-AF65-F5344CB8AC3E}">
        <p14:creationId xmlns:p14="http://schemas.microsoft.com/office/powerpoint/2010/main" val="473667997"/>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230</a:t>
            </a:fld>
            <a:endParaRPr lang="en-US" dirty="0"/>
          </a:p>
        </p:txBody>
      </p:sp>
    </p:spTree>
    <p:extLst>
      <p:ext uri="{BB962C8B-B14F-4D97-AF65-F5344CB8AC3E}">
        <p14:creationId xmlns:p14="http://schemas.microsoft.com/office/powerpoint/2010/main" val="105644601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231</a:t>
            </a:fld>
            <a:endParaRPr lang="en-US" dirty="0"/>
          </a:p>
        </p:txBody>
      </p:sp>
    </p:spTree>
    <p:extLst>
      <p:ext uri="{BB962C8B-B14F-4D97-AF65-F5344CB8AC3E}">
        <p14:creationId xmlns:p14="http://schemas.microsoft.com/office/powerpoint/2010/main" val="2004513416"/>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232</a:t>
            </a:fld>
            <a:endParaRPr lang="en-US" dirty="0"/>
          </a:p>
        </p:txBody>
      </p:sp>
    </p:spTree>
    <p:extLst>
      <p:ext uri="{BB962C8B-B14F-4D97-AF65-F5344CB8AC3E}">
        <p14:creationId xmlns:p14="http://schemas.microsoft.com/office/powerpoint/2010/main" val="741210264"/>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233</a:t>
            </a:fld>
            <a:endParaRPr lang="en-US" dirty="0"/>
          </a:p>
        </p:txBody>
      </p:sp>
    </p:spTree>
    <p:extLst>
      <p:ext uri="{BB962C8B-B14F-4D97-AF65-F5344CB8AC3E}">
        <p14:creationId xmlns:p14="http://schemas.microsoft.com/office/powerpoint/2010/main" val="4282090282"/>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234</a:t>
            </a:fld>
            <a:endParaRPr lang="en-US" dirty="0"/>
          </a:p>
        </p:txBody>
      </p:sp>
    </p:spTree>
    <p:extLst>
      <p:ext uri="{BB962C8B-B14F-4D97-AF65-F5344CB8AC3E}">
        <p14:creationId xmlns:p14="http://schemas.microsoft.com/office/powerpoint/2010/main" val="1939168857"/>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235</a:t>
            </a:fld>
            <a:endParaRPr lang="en-US" dirty="0"/>
          </a:p>
        </p:txBody>
      </p:sp>
    </p:spTree>
    <p:extLst>
      <p:ext uri="{BB962C8B-B14F-4D97-AF65-F5344CB8AC3E}">
        <p14:creationId xmlns:p14="http://schemas.microsoft.com/office/powerpoint/2010/main" val="50200141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236</a:t>
            </a:fld>
            <a:endParaRPr lang="en-US" dirty="0"/>
          </a:p>
        </p:txBody>
      </p:sp>
    </p:spTree>
    <p:extLst>
      <p:ext uri="{BB962C8B-B14F-4D97-AF65-F5344CB8AC3E}">
        <p14:creationId xmlns:p14="http://schemas.microsoft.com/office/powerpoint/2010/main" val="333156392"/>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237</a:t>
            </a:fld>
            <a:endParaRPr lang="en-US" dirty="0"/>
          </a:p>
        </p:txBody>
      </p:sp>
    </p:spTree>
    <p:extLst>
      <p:ext uri="{BB962C8B-B14F-4D97-AF65-F5344CB8AC3E}">
        <p14:creationId xmlns:p14="http://schemas.microsoft.com/office/powerpoint/2010/main" val="3852876446"/>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238</a:t>
            </a:fld>
            <a:endParaRPr lang="en-US" dirty="0"/>
          </a:p>
        </p:txBody>
      </p:sp>
    </p:spTree>
    <p:extLst>
      <p:ext uri="{BB962C8B-B14F-4D97-AF65-F5344CB8AC3E}">
        <p14:creationId xmlns:p14="http://schemas.microsoft.com/office/powerpoint/2010/main" val="1199459861"/>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239</a:t>
            </a:fld>
            <a:endParaRPr lang="en-US" dirty="0"/>
          </a:p>
        </p:txBody>
      </p:sp>
    </p:spTree>
    <p:extLst>
      <p:ext uri="{BB962C8B-B14F-4D97-AF65-F5344CB8AC3E}">
        <p14:creationId xmlns:p14="http://schemas.microsoft.com/office/powerpoint/2010/main" val="3976847889"/>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240</a:t>
            </a:fld>
            <a:endParaRPr lang="en-US" dirty="0"/>
          </a:p>
        </p:txBody>
      </p:sp>
    </p:spTree>
    <p:extLst>
      <p:ext uri="{BB962C8B-B14F-4D97-AF65-F5344CB8AC3E}">
        <p14:creationId xmlns:p14="http://schemas.microsoft.com/office/powerpoint/2010/main" val="1383881002"/>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241</a:t>
            </a:fld>
            <a:endParaRPr lang="en-US" dirty="0"/>
          </a:p>
        </p:txBody>
      </p:sp>
    </p:spTree>
    <p:extLst>
      <p:ext uri="{BB962C8B-B14F-4D97-AF65-F5344CB8AC3E}">
        <p14:creationId xmlns:p14="http://schemas.microsoft.com/office/powerpoint/2010/main" val="3661642200"/>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242</a:t>
            </a:fld>
            <a:endParaRPr lang="en-US" dirty="0"/>
          </a:p>
        </p:txBody>
      </p:sp>
    </p:spTree>
    <p:extLst>
      <p:ext uri="{BB962C8B-B14F-4D97-AF65-F5344CB8AC3E}">
        <p14:creationId xmlns:p14="http://schemas.microsoft.com/office/powerpoint/2010/main" val="3786814252"/>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243</a:t>
            </a:fld>
            <a:endParaRPr lang="en-US" dirty="0"/>
          </a:p>
        </p:txBody>
      </p:sp>
    </p:spTree>
    <p:extLst>
      <p:ext uri="{BB962C8B-B14F-4D97-AF65-F5344CB8AC3E}">
        <p14:creationId xmlns:p14="http://schemas.microsoft.com/office/powerpoint/2010/main" val="3991287976"/>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244</a:t>
            </a:fld>
            <a:endParaRPr lang="en-US" dirty="0"/>
          </a:p>
        </p:txBody>
      </p:sp>
    </p:spTree>
    <p:extLst>
      <p:ext uri="{BB962C8B-B14F-4D97-AF65-F5344CB8AC3E}">
        <p14:creationId xmlns:p14="http://schemas.microsoft.com/office/powerpoint/2010/main" val="3770638785"/>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245</a:t>
            </a:fld>
            <a:endParaRPr lang="en-US" dirty="0"/>
          </a:p>
        </p:txBody>
      </p:sp>
    </p:spTree>
    <p:extLst>
      <p:ext uri="{BB962C8B-B14F-4D97-AF65-F5344CB8AC3E}">
        <p14:creationId xmlns:p14="http://schemas.microsoft.com/office/powerpoint/2010/main" val="2846624347"/>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246</a:t>
            </a:fld>
            <a:endParaRPr lang="en-US" dirty="0"/>
          </a:p>
        </p:txBody>
      </p:sp>
    </p:spTree>
    <p:extLst>
      <p:ext uri="{BB962C8B-B14F-4D97-AF65-F5344CB8AC3E}">
        <p14:creationId xmlns:p14="http://schemas.microsoft.com/office/powerpoint/2010/main" val="2227487154"/>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247</a:t>
            </a:fld>
            <a:endParaRPr lang="en-US" dirty="0"/>
          </a:p>
        </p:txBody>
      </p:sp>
    </p:spTree>
    <p:extLst>
      <p:ext uri="{BB962C8B-B14F-4D97-AF65-F5344CB8AC3E}">
        <p14:creationId xmlns:p14="http://schemas.microsoft.com/office/powerpoint/2010/main" val="37751975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248</a:t>
            </a:fld>
            <a:endParaRPr lang="en-US" dirty="0"/>
          </a:p>
        </p:txBody>
      </p:sp>
    </p:spTree>
    <p:extLst>
      <p:ext uri="{BB962C8B-B14F-4D97-AF65-F5344CB8AC3E}">
        <p14:creationId xmlns:p14="http://schemas.microsoft.com/office/powerpoint/2010/main" val="115499269"/>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249</a:t>
            </a:fld>
            <a:endParaRPr lang="en-US" dirty="0"/>
          </a:p>
        </p:txBody>
      </p:sp>
    </p:spTree>
    <p:extLst>
      <p:ext uri="{BB962C8B-B14F-4D97-AF65-F5344CB8AC3E}">
        <p14:creationId xmlns:p14="http://schemas.microsoft.com/office/powerpoint/2010/main" val="3023801454"/>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250</a:t>
            </a:fld>
            <a:endParaRPr lang="en-US" dirty="0"/>
          </a:p>
        </p:txBody>
      </p:sp>
    </p:spTree>
    <p:extLst>
      <p:ext uri="{BB962C8B-B14F-4D97-AF65-F5344CB8AC3E}">
        <p14:creationId xmlns:p14="http://schemas.microsoft.com/office/powerpoint/2010/main" val="1384324852"/>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251</a:t>
            </a:fld>
            <a:endParaRPr lang="en-US" dirty="0"/>
          </a:p>
        </p:txBody>
      </p:sp>
    </p:spTree>
    <p:extLst>
      <p:ext uri="{BB962C8B-B14F-4D97-AF65-F5344CB8AC3E}">
        <p14:creationId xmlns:p14="http://schemas.microsoft.com/office/powerpoint/2010/main" val="3833728572"/>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252</a:t>
            </a:fld>
            <a:endParaRPr lang="en-US" dirty="0"/>
          </a:p>
        </p:txBody>
      </p:sp>
    </p:spTree>
    <p:extLst>
      <p:ext uri="{BB962C8B-B14F-4D97-AF65-F5344CB8AC3E}">
        <p14:creationId xmlns:p14="http://schemas.microsoft.com/office/powerpoint/2010/main" val="1253197209"/>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253</a:t>
            </a:fld>
            <a:endParaRPr lang="en-US" dirty="0"/>
          </a:p>
        </p:txBody>
      </p:sp>
    </p:spTree>
    <p:extLst>
      <p:ext uri="{BB962C8B-B14F-4D97-AF65-F5344CB8AC3E}">
        <p14:creationId xmlns:p14="http://schemas.microsoft.com/office/powerpoint/2010/main" val="2431578827"/>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254</a:t>
            </a:fld>
            <a:endParaRPr lang="en-US" dirty="0"/>
          </a:p>
        </p:txBody>
      </p:sp>
    </p:spTree>
    <p:extLst>
      <p:ext uri="{BB962C8B-B14F-4D97-AF65-F5344CB8AC3E}">
        <p14:creationId xmlns:p14="http://schemas.microsoft.com/office/powerpoint/2010/main" val="2229988446"/>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255</a:t>
            </a:fld>
            <a:endParaRPr lang="en-US" dirty="0"/>
          </a:p>
        </p:txBody>
      </p:sp>
    </p:spTree>
    <p:extLst>
      <p:ext uri="{BB962C8B-B14F-4D97-AF65-F5344CB8AC3E}">
        <p14:creationId xmlns:p14="http://schemas.microsoft.com/office/powerpoint/2010/main" val="3342320563"/>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256</a:t>
            </a:fld>
            <a:endParaRPr lang="en-US" dirty="0"/>
          </a:p>
        </p:txBody>
      </p:sp>
    </p:spTree>
    <p:extLst>
      <p:ext uri="{BB962C8B-B14F-4D97-AF65-F5344CB8AC3E}">
        <p14:creationId xmlns:p14="http://schemas.microsoft.com/office/powerpoint/2010/main" val="717553084"/>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257</a:t>
            </a:fld>
            <a:endParaRPr lang="en-US" dirty="0"/>
          </a:p>
        </p:txBody>
      </p:sp>
    </p:spTree>
    <p:extLst>
      <p:ext uri="{BB962C8B-B14F-4D97-AF65-F5344CB8AC3E}">
        <p14:creationId xmlns:p14="http://schemas.microsoft.com/office/powerpoint/2010/main" val="3254750653"/>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258</a:t>
            </a:fld>
            <a:endParaRPr lang="en-US" dirty="0"/>
          </a:p>
        </p:txBody>
      </p:sp>
    </p:spTree>
    <p:extLst>
      <p:ext uri="{BB962C8B-B14F-4D97-AF65-F5344CB8AC3E}">
        <p14:creationId xmlns:p14="http://schemas.microsoft.com/office/powerpoint/2010/main" val="231864337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259</a:t>
            </a:fld>
            <a:endParaRPr lang="en-US" dirty="0"/>
          </a:p>
        </p:txBody>
      </p:sp>
    </p:spTree>
    <p:extLst>
      <p:ext uri="{BB962C8B-B14F-4D97-AF65-F5344CB8AC3E}">
        <p14:creationId xmlns:p14="http://schemas.microsoft.com/office/powerpoint/2010/main" val="93583618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260</a:t>
            </a:fld>
            <a:endParaRPr lang="en-US" dirty="0"/>
          </a:p>
        </p:txBody>
      </p:sp>
    </p:spTree>
    <p:extLst>
      <p:ext uri="{BB962C8B-B14F-4D97-AF65-F5344CB8AC3E}">
        <p14:creationId xmlns:p14="http://schemas.microsoft.com/office/powerpoint/2010/main" val="2956746870"/>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261</a:t>
            </a:fld>
            <a:endParaRPr lang="en-US" dirty="0"/>
          </a:p>
        </p:txBody>
      </p:sp>
    </p:spTree>
    <p:extLst>
      <p:ext uri="{BB962C8B-B14F-4D97-AF65-F5344CB8AC3E}">
        <p14:creationId xmlns:p14="http://schemas.microsoft.com/office/powerpoint/2010/main" val="107732241"/>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262</a:t>
            </a:fld>
            <a:endParaRPr lang="en-US" dirty="0"/>
          </a:p>
        </p:txBody>
      </p:sp>
    </p:spTree>
    <p:extLst>
      <p:ext uri="{BB962C8B-B14F-4D97-AF65-F5344CB8AC3E}">
        <p14:creationId xmlns:p14="http://schemas.microsoft.com/office/powerpoint/2010/main" val="2457558447"/>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263</a:t>
            </a:fld>
            <a:endParaRPr lang="en-US" dirty="0"/>
          </a:p>
        </p:txBody>
      </p:sp>
    </p:spTree>
    <p:extLst>
      <p:ext uri="{BB962C8B-B14F-4D97-AF65-F5344CB8AC3E}">
        <p14:creationId xmlns:p14="http://schemas.microsoft.com/office/powerpoint/2010/main" val="2928499673"/>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264</a:t>
            </a:fld>
            <a:endParaRPr lang="en-US" dirty="0"/>
          </a:p>
        </p:txBody>
      </p:sp>
    </p:spTree>
    <p:extLst>
      <p:ext uri="{BB962C8B-B14F-4D97-AF65-F5344CB8AC3E}">
        <p14:creationId xmlns:p14="http://schemas.microsoft.com/office/powerpoint/2010/main" val="2555721554"/>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265</a:t>
            </a:fld>
            <a:endParaRPr lang="en-US" dirty="0"/>
          </a:p>
        </p:txBody>
      </p:sp>
    </p:spTree>
    <p:extLst>
      <p:ext uri="{BB962C8B-B14F-4D97-AF65-F5344CB8AC3E}">
        <p14:creationId xmlns:p14="http://schemas.microsoft.com/office/powerpoint/2010/main" val="1507905077"/>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266</a:t>
            </a:fld>
            <a:endParaRPr lang="en-US" dirty="0"/>
          </a:p>
        </p:txBody>
      </p:sp>
    </p:spTree>
    <p:extLst>
      <p:ext uri="{BB962C8B-B14F-4D97-AF65-F5344CB8AC3E}">
        <p14:creationId xmlns:p14="http://schemas.microsoft.com/office/powerpoint/2010/main" val="1018760404"/>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84200" y="365125"/>
            <a:ext cx="7966075" cy="4481513"/>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8C5CC3A9-A89E-4F2B-BA7E-2A98FE9AC65B}"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267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123392296"/>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268</a:t>
            </a:fld>
            <a:endParaRPr lang="en-US" dirty="0"/>
          </a:p>
        </p:txBody>
      </p:sp>
    </p:spTree>
    <p:extLst>
      <p:ext uri="{BB962C8B-B14F-4D97-AF65-F5344CB8AC3E}">
        <p14:creationId xmlns:p14="http://schemas.microsoft.com/office/powerpoint/2010/main" val="2788789067"/>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269</a:t>
            </a:fld>
            <a:endParaRPr lang="en-US" dirty="0"/>
          </a:p>
        </p:txBody>
      </p:sp>
    </p:spTree>
    <p:extLst>
      <p:ext uri="{BB962C8B-B14F-4D97-AF65-F5344CB8AC3E}">
        <p14:creationId xmlns:p14="http://schemas.microsoft.com/office/powerpoint/2010/main" val="1229157850"/>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270</a:t>
            </a:fld>
            <a:endParaRPr lang="en-US" dirty="0"/>
          </a:p>
        </p:txBody>
      </p:sp>
    </p:spTree>
    <p:extLst>
      <p:ext uri="{BB962C8B-B14F-4D97-AF65-F5344CB8AC3E}">
        <p14:creationId xmlns:p14="http://schemas.microsoft.com/office/powerpoint/2010/main" val="884590760"/>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271</a:t>
            </a:fld>
            <a:endParaRPr lang="en-US" dirty="0"/>
          </a:p>
        </p:txBody>
      </p:sp>
    </p:spTree>
    <p:extLst>
      <p:ext uri="{BB962C8B-B14F-4D97-AF65-F5344CB8AC3E}">
        <p14:creationId xmlns:p14="http://schemas.microsoft.com/office/powerpoint/2010/main" val="2096902195"/>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272</a:t>
            </a:fld>
            <a:endParaRPr lang="en-US" dirty="0"/>
          </a:p>
        </p:txBody>
      </p:sp>
    </p:spTree>
    <p:extLst>
      <p:ext uri="{BB962C8B-B14F-4D97-AF65-F5344CB8AC3E}">
        <p14:creationId xmlns:p14="http://schemas.microsoft.com/office/powerpoint/2010/main" val="104189162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273</a:t>
            </a:fld>
            <a:endParaRPr lang="en-US" dirty="0"/>
          </a:p>
        </p:txBody>
      </p:sp>
    </p:spTree>
    <p:extLst>
      <p:ext uri="{BB962C8B-B14F-4D97-AF65-F5344CB8AC3E}">
        <p14:creationId xmlns:p14="http://schemas.microsoft.com/office/powerpoint/2010/main" val="1418458426"/>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274</a:t>
            </a:fld>
            <a:endParaRPr lang="en-US" dirty="0"/>
          </a:p>
        </p:txBody>
      </p:sp>
    </p:spTree>
    <p:extLst>
      <p:ext uri="{BB962C8B-B14F-4D97-AF65-F5344CB8AC3E}">
        <p14:creationId xmlns:p14="http://schemas.microsoft.com/office/powerpoint/2010/main" val="2283708684"/>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275</a:t>
            </a:fld>
            <a:endParaRPr lang="en-US" dirty="0"/>
          </a:p>
        </p:txBody>
      </p:sp>
    </p:spTree>
    <p:extLst>
      <p:ext uri="{BB962C8B-B14F-4D97-AF65-F5344CB8AC3E}">
        <p14:creationId xmlns:p14="http://schemas.microsoft.com/office/powerpoint/2010/main" val="649685249"/>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D4A13685-3ECC-4941-956A-6612154EBCA9}" type="slidenum">
              <a:rPr lang="en-US" smtClean="0"/>
              <a:t>276</a:t>
            </a:fld>
            <a:endParaRPr lang="en-US" dirty="0"/>
          </a:p>
        </p:txBody>
      </p:sp>
    </p:spTree>
    <p:extLst>
      <p:ext uri="{BB962C8B-B14F-4D97-AF65-F5344CB8AC3E}">
        <p14:creationId xmlns:p14="http://schemas.microsoft.com/office/powerpoint/2010/main" val="722783775"/>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277</a:t>
            </a:fld>
            <a:endParaRPr lang="en-US" dirty="0"/>
          </a:p>
        </p:txBody>
      </p:sp>
    </p:spTree>
    <p:extLst>
      <p:ext uri="{BB962C8B-B14F-4D97-AF65-F5344CB8AC3E}">
        <p14:creationId xmlns:p14="http://schemas.microsoft.com/office/powerpoint/2010/main" val="3733030586"/>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278</a:t>
            </a:fld>
            <a:endParaRPr lang="en-US" dirty="0"/>
          </a:p>
        </p:txBody>
      </p:sp>
    </p:spTree>
    <p:extLst>
      <p:ext uri="{BB962C8B-B14F-4D97-AF65-F5344CB8AC3E}">
        <p14:creationId xmlns:p14="http://schemas.microsoft.com/office/powerpoint/2010/main" val="3782348397"/>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279</a:t>
            </a:fld>
            <a:endParaRPr lang="en-US" dirty="0"/>
          </a:p>
        </p:txBody>
      </p:sp>
    </p:spTree>
    <p:extLst>
      <p:ext uri="{BB962C8B-B14F-4D97-AF65-F5344CB8AC3E}">
        <p14:creationId xmlns:p14="http://schemas.microsoft.com/office/powerpoint/2010/main" val="327681646"/>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280</a:t>
            </a:fld>
            <a:endParaRPr lang="en-US" dirty="0"/>
          </a:p>
        </p:txBody>
      </p:sp>
    </p:spTree>
    <p:extLst>
      <p:ext uri="{BB962C8B-B14F-4D97-AF65-F5344CB8AC3E}">
        <p14:creationId xmlns:p14="http://schemas.microsoft.com/office/powerpoint/2010/main" val="2208385279"/>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281</a:t>
            </a:fld>
            <a:endParaRPr lang="en-US" dirty="0"/>
          </a:p>
        </p:txBody>
      </p:sp>
    </p:spTree>
    <p:extLst>
      <p:ext uri="{BB962C8B-B14F-4D97-AF65-F5344CB8AC3E}">
        <p14:creationId xmlns:p14="http://schemas.microsoft.com/office/powerpoint/2010/main" val="1727933497"/>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282</a:t>
            </a:fld>
            <a:endParaRPr lang="en-US" dirty="0"/>
          </a:p>
        </p:txBody>
      </p:sp>
    </p:spTree>
    <p:extLst>
      <p:ext uri="{BB962C8B-B14F-4D97-AF65-F5344CB8AC3E}">
        <p14:creationId xmlns:p14="http://schemas.microsoft.com/office/powerpoint/2010/main" val="3517438293"/>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283</a:t>
            </a:fld>
            <a:endParaRPr lang="en-US" dirty="0"/>
          </a:p>
        </p:txBody>
      </p:sp>
    </p:spTree>
    <p:extLst>
      <p:ext uri="{BB962C8B-B14F-4D97-AF65-F5344CB8AC3E}">
        <p14:creationId xmlns:p14="http://schemas.microsoft.com/office/powerpoint/2010/main" val="650312162"/>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284</a:t>
            </a:fld>
            <a:endParaRPr lang="en-US" dirty="0"/>
          </a:p>
        </p:txBody>
      </p:sp>
    </p:spTree>
    <p:extLst>
      <p:ext uri="{BB962C8B-B14F-4D97-AF65-F5344CB8AC3E}">
        <p14:creationId xmlns:p14="http://schemas.microsoft.com/office/powerpoint/2010/main" val="3931325028"/>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285</a:t>
            </a:fld>
            <a:endParaRPr lang="en-US" dirty="0"/>
          </a:p>
        </p:txBody>
      </p:sp>
    </p:spTree>
    <p:extLst>
      <p:ext uri="{BB962C8B-B14F-4D97-AF65-F5344CB8AC3E}">
        <p14:creationId xmlns:p14="http://schemas.microsoft.com/office/powerpoint/2010/main" val="17910756"/>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286</a:t>
            </a:fld>
            <a:endParaRPr lang="en-US" dirty="0"/>
          </a:p>
        </p:txBody>
      </p:sp>
    </p:spTree>
    <p:extLst>
      <p:ext uri="{BB962C8B-B14F-4D97-AF65-F5344CB8AC3E}">
        <p14:creationId xmlns:p14="http://schemas.microsoft.com/office/powerpoint/2010/main" val="2802208548"/>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287</a:t>
            </a:fld>
            <a:endParaRPr lang="en-US" dirty="0"/>
          </a:p>
        </p:txBody>
      </p:sp>
    </p:spTree>
    <p:extLst>
      <p:ext uri="{BB962C8B-B14F-4D97-AF65-F5344CB8AC3E}">
        <p14:creationId xmlns:p14="http://schemas.microsoft.com/office/powerpoint/2010/main" val="3082579484"/>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288</a:t>
            </a:fld>
            <a:endParaRPr lang="en-US" dirty="0"/>
          </a:p>
        </p:txBody>
      </p:sp>
    </p:spTree>
    <p:extLst>
      <p:ext uri="{BB962C8B-B14F-4D97-AF65-F5344CB8AC3E}">
        <p14:creationId xmlns:p14="http://schemas.microsoft.com/office/powerpoint/2010/main" val="99511899"/>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289</a:t>
            </a:fld>
            <a:endParaRPr lang="en-US" dirty="0"/>
          </a:p>
        </p:txBody>
      </p:sp>
    </p:spTree>
    <p:extLst>
      <p:ext uri="{BB962C8B-B14F-4D97-AF65-F5344CB8AC3E}">
        <p14:creationId xmlns:p14="http://schemas.microsoft.com/office/powerpoint/2010/main" val="3325207610"/>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290</a:t>
            </a:fld>
            <a:endParaRPr lang="en-US" dirty="0"/>
          </a:p>
        </p:txBody>
      </p:sp>
    </p:spTree>
    <p:extLst>
      <p:ext uri="{BB962C8B-B14F-4D97-AF65-F5344CB8AC3E}">
        <p14:creationId xmlns:p14="http://schemas.microsoft.com/office/powerpoint/2010/main" val="1385681913"/>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291</a:t>
            </a:fld>
            <a:endParaRPr lang="en-US" dirty="0"/>
          </a:p>
        </p:txBody>
      </p:sp>
    </p:spTree>
    <p:extLst>
      <p:ext uri="{BB962C8B-B14F-4D97-AF65-F5344CB8AC3E}">
        <p14:creationId xmlns:p14="http://schemas.microsoft.com/office/powerpoint/2010/main" val="2231674958"/>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292</a:t>
            </a:fld>
            <a:endParaRPr lang="en-US" dirty="0"/>
          </a:p>
        </p:txBody>
      </p:sp>
    </p:spTree>
    <p:extLst>
      <p:ext uri="{BB962C8B-B14F-4D97-AF65-F5344CB8AC3E}">
        <p14:creationId xmlns:p14="http://schemas.microsoft.com/office/powerpoint/2010/main" val="3367305415"/>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293</a:t>
            </a:fld>
            <a:endParaRPr lang="en-US" dirty="0"/>
          </a:p>
        </p:txBody>
      </p:sp>
    </p:spTree>
    <p:extLst>
      <p:ext uri="{BB962C8B-B14F-4D97-AF65-F5344CB8AC3E}">
        <p14:creationId xmlns:p14="http://schemas.microsoft.com/office/powerpoint/2010/main" val="354906552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294</a:t>
            </a:fld>
            <a:endParaRPr lang="en-US" dirty="0"/>
          </a:p>
        </p:txBody>
      </p:sp>
    </p:spTree>
    <p:extLst>
      <p:ext uri="{BB962C8B-B14F-4D97-AF65-F5344CB8AC3E}">
        <p14:creationId xmlns:p14="http://schemas.microsoft.com/office/powerpoint/2010/main" val="75411283"/>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295</a:t>
            </a:fld>
            <a:endParaRPr lang="en-US" dirty="0"/>
          </a:p>
        </p:txBody>
      </p:sp>
    </p:spTree>
    <p:extLst>
      <p:ext uri="{BB962C8B-B14F-4D97-AF65-F5344CB8AC3E}">
        <p14:creationId xmlns:p14="http://schemas.microsoft.com/office/powerpoint/2010/main" val="152158969"/>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296</a:t>
            </a:fld>
            <a:endParaRPr lang="en-US" dirty="0"/>
          </a:p>
        </p:txBody>
      </p:sp>
    </p:spTree>
    <p:extLst>
      <p:ext uri="{BB962C8B-B14F-4D97-AF65-F5344CB8AC3E}">
        <p14:creationId xmlns:p14="http://schemas.microsoft.com/office/powerpoint/2010/main" val="184479093"/>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297</a:t>
            </a:fld>
            <a:endParaRPr lang="en-US" dirty="0"/>
          </a:p>
        </p:txBody>
      </p:sp>
    </p:spTree>
    <p:extLst>
      <p:ext uri="{BB962C8B-B14F-4D97-AF65-F5344CB8AC3E}">
        <p14:creationId xmlns:p14="http://schemas.microsoft.com/office/powerpoint/2010/main" val="3445778827"/>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298</a:t>
            </a:fld>
            <a:endParaRPr lang="en-US" dirty="0"/>
          </a:p>
        </p:txBody>
      </p:sp>
    </p:spTree>
    <p:extLst>
      <p:ext uri="{BB962C8B-B14F-4D97-AF65-F5344CB8AC3E}">
        <p14:creationId xmlns:p14="http://schemas.microsoft.com/office/powerpoint/2010/main" val="470384185"/>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299</a:t>
            </a:fld>
            <a:endParaRPr lang="en-US" dirty="0"/>
          </a:p>
        </p:txBody>
      </p:sp>
    </p:spTree>
    <p:extLst>
      <p:ext uri="{BB962C8B-B14F-4D97-AF65-F5344CB8AC3E}">
        <p14:creationId xmlns:p14="http://schemas.microsoft.com/office/powerpoint/2010/main" val="1195342846"/>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300</a:t>
            </a:fld>
            <a:endParaRPr lang="en-US" dirty="0"/>
          </a:p>
        </p:txBody>
      </p:sp>
    </p:spTree>
    <p:extLst>
      <p:ext uri="{BB962C8B-B14F-4D97-AF65-F5344CB8AC3E}">
        <p14:creationId xmlns:p14="http://schemas.microsoft.com/office/powerpoint/2010/main" val="4181334947"/>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301</a:t>
            </a:fld>
            <a:endParaRPr lang="en-US" dirty="0"/>
          </a:p>
        </p:txBody>
      </p:sp>
    </p:spTree>
    <p:extLst>
      <p:ext uri="{BB962C8B-B14F-4D97-AF65-F5344CB8AC3E}">
        <p14:creationId xmlns:p14="http://schemas.microsoft.com/office/powerpoint/2010/main" val="1075908277"/>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7299DCE8-6765-4922-9B45-D02D7B8627B1}" type="slidenum">
              <a:rPr kumimoji="0" lang="en-US" altLang="fr-FR"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302</a:t>
            </a:fld>
            <a:endParaRPr kumimoji="0" lang="en-US" altLang="fr-FR"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20003308"/>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303</a:t>
            </a:fld>
            <a:endParaRPr lang="en-US" dirty="0"/>
          </a:p>
        </p:txBody>
      </p:sp>
    </p:spTree>
    <p:extLst>
      <p:ext uri="{BB962C8B-B14F-4D97-AF65-F5344CB8AC3E}">
        <p14:creationId xmlns:p14="http://schemas.microsoft.com/office/powerpoint/2010/main" val="1486579662"/>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304</a:t>
            </a:fld>
            <a:endParaRPr lang="en-US" dirty="0"/>
          </a:p>
        </p:txBody>
      </p:sp>
    </p:spTree>
    <p:extLst>
      <p:ext uri="{BB962C8B-B14F-4D97-AF65-F5344CB8AC3E}">
        <p14:creationId xmlns:p14="http://schemas.microsoft.com/office/powerpoint/2010/main" val="649684866"/>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305</a:t>
            </a:fld>
            <a:endParaRPr lang="en-US" dirty="0"/>
          </a:p>
        </p:txBody>
      </p:sp>
    </p:spTree>
    <p:extLst>
      <p:ext uri="{BB962C8B-B14F-4D97-AF65-F5344CB8AC3E}">
        <p14:creationId xmlns:p14="http://schemas.microsoft.com/office/powerpoint/2010/main" val="655000199"/>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306</a:t>
            </a:fld>
            <a:endParaRPr lang="en-US" dirty="0"/>
          </a:p>
        </p:txBody>
      </p:sp>
    </p:spTree>
    <p:extLst>
      <p:ext uri="{BB962C8B-B14F-4D97-AF65-F5344CB8AC3E}">
        <p14:creationId xmlns:p14="http://schemas.microsoft.com/office/powerpoint/2010/main" val="3864122797"/>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307</a:t>
            </a:fld>
            <a:endParaRPr lang="en-US" dirty="0"/>
          </a:p>
        </p:txBody>
      </p:sp>
    </p:spTree>
    <p:extLst>
      <p:ext uri="{BB962C8B-B14F-4D97-AF65-F5344CB8AC3E}">
        <p14:creationId xmlns:p14="http://schemas.microsoft.com/office/powerpoint/2010/main" val="1377979739"/>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308</a:t>
            </a:fld>
            <a:endParaRPr lang="en-US" dirty="0"/>
          </a:p>
        </p:txBody>
      </p:sp>
    </p:spTree>
    <p:extLst>
      <p:ext uri="{BB962C8B-B14F-4D97-AF65-F5344CB8AC3E}">
        <p14:creationId xmlns:p14="http://schemas.microsoft.com/office/powerpoint/2010/main" val="3806433400"/>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309</a:t>
            </a:fld>
            <a:endParaRPr lang="en-US" dirty="0"/>
          </a:p>
        </p:txBody>
      </p:sp>
    </p:spTree>
    <p:extLst>
      <p:ext uri="{BB962C8B-B14F-4D97-AF65-F5344CB8AC3E}">
        <p14:creationId xmlns:p14="http://schemas.microsoft.com/office/powerpoint/2010/main" val="3855416295"/>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310</a:t>
            </a:fld>
            <a:endParaRPr lang="en-US" dirty="0"/>
          </a:p>
        </p:txBody>
      </p:sp>
    </p:spTree>
    <p:extLst>
      <p:ext uri="{BB962C8B-B14F-4D97-AF65-F5344CB8AC3E}">
        <p14:creationId xmlns:p14="http://schemas.microsoft.com/office/powerpoint/2010/main" val="1758199850"/>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311</a:t>
            </a:fld>
            <a:endParaRPr lang="en-US" dirty="0"/>
          </a:p>
        </p:txBody>
      </p:sp>
    </p:spTree>
    <p:extLst>
      <p:ext uri="{BB962C8B-B14F-4D97-AF65-F5344CB8AC3E}">
        <p14:creationId xmlns:p14="http://schemas.microsoft.com/office/powerpoint/2010/main" val="299054428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312</a:t>
            </a:fld>
            <a:endParaRPr lang="en-US" dirty="0"/>
          </a:p>
        </p:txBody>
      </p:sp>
    </p:spTree>
    <p:extLst>
      <p:ext uri="{BB962C8B-B14F-4D97-AF65-F5344CB8AC3E}">
        <p14:creationId xmlns:p14="http://schemas.microsoft.com/office/powerpoint/2010/main" val="133181308"/>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313</a:t>
            </a:fld>
            <a:endParaRPr lang="en-US" dirty="0"/>
          </a:p>
        </p:txBody>
      </p:sp>
    </p:spTree>
    <p:extLst>
      <p:ext uri="{BB962C8B-B14F-4D97-AF65-F5344CB8AC3E}">
        <p14:creationId xmlns:p14="http://schemas.microsoft.com/office/powerpoint/2010/main" val="2182116404"/>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314</a:t>
            </a:fld>
            <a:endParaRPr lang="en-US" dirty="0"/>
          </a:p>
        </p:txBody>
      </p:sp>
    </p:spTree>
    <p:extLst>
      <p:ext uri="{BB962C8B-B14F-4D97-AF65-F5344CB8AC3E}">
        <p14:creationId xmlns:p14="http://schemas.microsoft.com/office/powerpoint/2010/main" val="3229588383"/>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315</a:t>
            </a:fld>
            <a:endParaRPr lang="en-US" dirty="0"/>
          </a:p>
        </p:txBody>
      </p:sp>
    </p:spTree>
    <p:extLst>
      <p:ext uri="{BB962C8B-B14F-4D97-AF65-F5344CB8AC3E}">
        <p14:creationId xmlns:p14="http://schemas.microsoft.com/office/powerpoint/2010/main" val="388815909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316</a:t>
            </a:fld>
            <a:endParaRPr lang="en-US" dirty="0"/>
          </a:p>
        </p:txBody>
      </p:sp>
    </p:spTree>
    <p:extLst>
      <p:ext uri="{BB962C8B-B14F-4D97-AF65-F5344CB8AC3E}">
        <p14:creationId xmlns:p14="http://schemas.microsoft.com/office/powerpoint/2010/main" val="3916664702"/>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317</a:t>
            </a:fld>
            <a:endParaRPr lang="en-US" dirty="0"/>
          </a:p>
        </p:txBody>
      </p:sp>
    </p:spTree>
    <p:extLst>
      <p:ext uri="{BB962C8B-B14F-4D97-AF65-F5344CB8AC3E}">
        <p14:creationId xmlns:p14="http://schemas.microsoft.com/office/powerpoint/2010/main" val="3523793489"/>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318</a:t>
            </a:fld>
            <a:endParaRPr lang="en-US" dirty="0"/>
          </a:p>
        </p:txBody>
      </p:sp>
    </p:spTree>
    <p:extLst>
      <p:ext uri="{BB962C8B-B14F-4D97-AF65-F5344CB8AC3E}">
        <p14:creationId xmlns:p14="http://schemas.microsoft.com/office/powerpoint/2010/main" val="900120571"/>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319</a:t>
            </a:fld>
            <a:endParaRPr lang="en-US" dirty="0"/>
          </a:p>
        </p:txBody>
      </p:sp>
    </p:spTree>
    <p:extLst>
      <p:ext uri="{BB962C8B-B14F-4D97-AF65-F5344CB8AC3E}">
        <p14:creationId xmlns:p14="http://schemas.microsoft.com/office/powerpoint/2010/main" val="1358147750"/>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320</a:t>
            </a:fld>
            <a:endParaRPr lang="en-US" dirty="0"/>
          </a:p>
        </p:txBody>
      </p:sp>
    </p:spTree>
    <p:extLst>
      <p:ext uri="{BB962C8B-B14F-4D97-AF65-F5344CB8AC3E}">
        <p14:creationId xmlns:p14="http://schemas.microsoft.com/office/powerpoint/2010/main" val="2984979393"/>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321</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340814681"/>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322</a:t>
            </a:fld>
            <a:endParaRPr lang="en-US" dirty="0"/>
          </a:p>
        </p:txBody>
      </p:sp>
    </p:spTree>
    <p:extLst>
      <p:ext uri="{BB962C8B-B14F-4D97-AF65-F5344CB8AC3E}">
        <p14:creationId xmlns:p14="http://schemas.microsoft.com/office/powerpoint/2010/main" val="1932958000"/>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323</a:t>
            </a:fld>
            <a:endParaRPr lang="en-US" dirty="0"/>
          </a:p>
        </p:txBody>
      </p:sp>
    </p:spTree>
    <p:extLst>
      <p:ext uri="{BB962C8B-B14F-4D97-AF65-F5344CB8AC3E}">
        <p14:creationId xmlns:p14="http://schemas.microsoft.com/office/powerpoint/2010/main" val="1816056178"/>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324</a:t>
            </a:fld>
            <a:endParaRPr lang="en-US" dirty="0"/>
          </a:p>
        </p:txBody>
      </p:sp>
    </p:spTree>
    <p:extLst>
      <p:ext uri="{BB962C8B-B14F-4D97-AF65-F5344CB8AC3E}">
        <p14:creationId xmlns:p14="http://schemas.microsoft.com/office/powerpoint/2010/main" val="101666813"/>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325</a:t>
            </a:fld>
            <a:endParaRPr lang="en-US" dirty="0"/>
          </a:p>
        </p:txBody>
      </p:sp>
    </p:spTree>
    <p:extLst>
      <p:ext uri="{BB962C8B-B14F-4D97-AF65-F5344CB8AC3E}">
        <p14:creationId xmlns:p14="http://schemas.microsoft.com/office/powerpoint/2010/main" val="3793161716"/>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326</a:t>
            </a:fld>
            <a:endParaRPr lang="en-US" dirty="0"/>
          </a:p>
        </p:txBody>
      </p:sp>
    </p:spTree>
    <p:extLst>
      <p:ext uri="{BB962C8B-B14F-4D97-AF65-F5344CB8AC3E}">
        <p14:creationId xmlns:p14="http://schemas.microsoft.com/office/powerpoint/2010/main" val="3460738153"/>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327</a:t>
            </a:fld>
            <a:endParaRPr lang="en-US" dirty="0"/>
          </a:p>
        </p:txBody>
      </p:sp>
    </p:spTree>
    <p:extLst>
      <p:ext uri="{BB962C8B-B14F-4D97-AF65-F5344CB8AC3E}">
        <p14:creationId xmlns:p14="http://schemas.microsoft.com/office/powerpoint/2010/main" val="3779967110"/>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328</a:t>
            </a:fld>
            <a:endParaRPr lang="en-US" dirty="0"/>
          </a:p>
        </p:txBody>
      </p:sp>
    </p:spTree>
    <p:extLst>
      <p:ext uri="{BB962C8B-B14F-4D97-AF65-F5344CB8AC3E}">
        <p14:creationId xmlns:p14="http://schemas.microsoft.com/office/powerpoint/2010/main" val="754415858"/>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329</a:t>
            </a:fld>
            <a:endParaRPr lang="en-US" dirty="0"/>
          </a:p>
        </p:txBody>
      </p:sp>
    </p:spTree>
    <p:extLst>
      <p:ext uri="{BB962C8B-B14F-4D97-AF65-F5344CB8AC3E}">
        <p14:creationId xmlns:p14="http://schemas.microsoft.com/office/powerpoint/2010/main" val="4104538216"/>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330</a:t>
            </a:fld>
            <a:endParaRPr lang="en-US" dirty="0"/>
          </a:p>
        </p:txBody>
      </p:sp>
    </p:spTree>
    <p:extLst>
      <p:ext uri="{BB962C8B-B14F-4D97-AF65-F5344CB8AC3E}">
        <p14:creationId xmlns:p14="http://schemas.microsoft.com/office/powerpoint/2010/main" val="4262494685"/>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331</a:t>
            </a:fld>
            <a:endParaRPr lang="en-US" dirty="0"/>
          </a:p>
        </p:txBody>
      </p:sp>
    </p:spTree>
    <p:extLst>
      <p:ext uri="{BB962C8B-B14F-4D97-AF65-F5344CB8AC3E}">
        <p14:creationId xmlns:p14="http://schemas.microsoft.com/office/powerpoint/2010/main" val="3640176321"/>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332</a:t>
            </a:fld>
            <a:endParaRPr lang="en-US" dirty="0"/>
          </a:p>
        </p:txBody>
      </p:sp>
    </p:spTree>
    <p:extLst>
      <p:ext uri="{BB962C8B-B14F-4D97-AF65-F5344CB8AC3E}">
        <p14:creationId xmlns:p14="http://schemas.microsoft.com/office/powerpoint/2010/main" val="2297242296"/>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333</a:t>
            </a:fld>
            <a:endParaRPr lang="en-US" dirty="0"/>
          </a:p>
        </p:txBody>
      </p:sp>
    </p:spTree>
    <p:extLst>
      <p:ext uri="{BB962C8B-B14F-4D97-AF65-F5344CB8AC3E}">
        <p14:creationId xmlns:p14="http://schemas.microsoft.com/office/powerpoint/2010/main" val="3453819784"/>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334</a:t>
            </a:fld>
            <a:endParaRPr lang="en-US" dirty="0"/>
          </a:p>
        </p:txBody>
      </p:sp>
    </p:spTree>
    <p:extLst>
      <p:ext uri="{BB962C8B-B14F-4D97-AF65-F5344CB8AC3E}">
        <p14:creationId xmlns:p14="http://schemas.microsoft.com/office/powerpoint/2010/main" val="1218215996"/>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335</a:t>
            </a:fld>
            <a:endParaRPr lang="en-US" dirty="0"/>
          </a:p>
        </p:txBody>
      </p:sp>
    </p:spTree>
    <p:extLst>
      <p:ext uri="{BB962C8B-B14F-4D97-AF65-F5344CB8AC3E}">
        <p14:creationId xmlns:p14="http://schemas.microsoft.com/office/powerpoint/2010/main" val="226522234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336</a:t>
            </a:fld>
            <a:endParaRPr lang="en-US" dirty="0"/>
          </a:p>
        </p:txBody>
      </p:sp>
    </p:spTree>
    <p:extLst>
      <p:ext uri="{BB962C8B-B14F-4D97-AF65-F5344CB8AC3E}">
        <p14:creationId xmlns:p14="http://schemas.microsoft.com/office/powerpoint/2010/main" val="2232309169"/>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855070757"/>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338</a:t>
            </a:fld>
            <a:endParaRPr lang="en-US" dirty="0"/>
          </a:p>
        </p:txBody>
      </p:sp>
    </p:spTree>
    <p:extLst>
      <p:ext uri="{BB962C8B-B14F-4D97-AF65-F5344CB8AC3E}">
        <p14:creationId xmlns:p14="http://schemas.microsoft.com/office/powerpoint/2010/main" val="1827440262"/>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696485979"/>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340</a:t>
            </a:fld>
            <a:endParaRPr lang="en-US" dirty="0"/>
          </a:p>
        </p:txBody>
      </p:sp>
    </p:spTree>
    <p:extLst>
      <p:ext uri="{BB962C8B-B14F-4D97-AF65-F5344CB8AC3E}">
        <p14:creationId xmlns:p14="http://schemas.microsoft.com/office/powerpoint/2010/main" val="1854103047"/>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341</a:t>
            </a:fld>
            <a:endParaRPr lang="en-US" dirty="0"/>
          </a:p>
        </p:txBody>
      </p:sp>
    </p:spTree>
    <p:extLst>
      <p:ext uri="{BB962C8B-B14F-4D97-AF65-F5344CB8AC3E}">
        <p14:creationId xmlns:p14="http://schemas.microsoft.com/office/powerpoint/2010/main" val="1915854486"/>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342</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9492859"/>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343</a:t>
            </a:fld>
            <a:endParaRPr lang="en-US" dirty="0"/>
          </a:p>
        </p:txBody>
      </p:sp>
    </p:spTree>
    <p:extLst>
      <p:ext uri="{BB962C8B-B14F-4D97-AF65-F5344CB8AC3E}">
        <p14:creationId xmlns:p14="http://schemas.microsoft.com/office/powerpoint/2010/main" val="2008210219"/>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344</a:t>
            </a:fld>
            <a:endParaRPr lang="en-US" dirty="0"/>
          </a:p>
        </p:txBody>
      </p:sp>
    </p:spTree>
    <p:extLst>
      <p:ext uri="{BB962C8B-B14F-4D97-AF65-F5344CB8AC3E}">
        <p14:creationId xmlns:p14="http://schemas.microsoft.com/office/powerpoint/2010/main" val="4196533702"/>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345</a:t>
            </a:fld>
            <a:endParaRPr lang="en-US" dirty="0"/>
          </a:p>
        </p:txBody>
      </p:sp>
    </p:spTree>
    <p:extLst>
      <p:ext uri="{BB962C8B-B14F-4D97-AF65-F5344CB8AC3E}">
        <p14:creationId xmlns:p14="http://schemas.microsoft.com/office/powerpoint/2010/main" val="1657684028"/>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346</a:t>
            </a:fld>
            <a:endParaRPr lang="en-US" dirty="0"/>
          </a:p>
        </p:txBody>
      </p:sp>
    </p:spTree>
    <p:extLst>
      <p:ext uri="{BB962C8B-B14F-4D97-AF65-F5344CB8AC3E}">
        <p14:creationId xmlns:p14="http://schemas.microsoft.com/office/powerpoint/2010/main" val="3761478961"/>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347</a:t>
            </a:fld>
            <a:endParaRPr lang="en-US" dirty="0"/>
          </a:p>
        </p:txBody>
      </p:sp>
    </p:spTree>
    <p:extLst>
      <p:ext uri="{BB962C8B-B14F-4D97-AF65-F5344CB8AC3E}">
        <p14:creationId xmlns:p14="http://schemas.microsoft.com/office/powerpoint/2010/main" val="3136140220"/>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348</a:t>
            </a:fld>
            <a:endParaRPr lang="en-US" dirty="0"/>
          </a:p>
        </p:txBody>
      </p:sp>
    </p:spTree>
    <p:extLst>
      <p:ext uri="{BB962C8B-B14F-4D97-AF65-F5344CB8AC3E}">
        <p14:creationId xmlns:p14="http://schemas.microsoft.com/office/powerpoint/2010/main" val="3334716002"/>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349</a:t>
            </a:fld>
            <a:endParaRPr lang="en-US" dirty="0"/>
          </a:p>
        </p:txBody>
      </p:sp>
    </p:spTree>
    <p:extLst>
      <p:ext uri="{BB962C8B-B14F-4D97-AF65-F5344CB8AC3E}">
        <p14:creationId xmlns:p14="http://schemas.microsoft.com/office/powerpoint/2010/main" val="3477651141"/>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350</a:t>
            </a:fld>
            <a:endParaRPr lang="en-US" dirty="0"/>
          </a:p>
        </p:txBody>
      </p:sp>
    </p:spTree>
    <p:extLst>
      <p:ext uri="{BB962C8B-B14F-4D97-AF65-F5344CB8AC3E}">
        <p14:creationId xmlns:p14="http://schemas.microsoft.com/office/powerpoint/2010/main" val="3897378003"/>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351</a:t>
            </a:fld>
            <a:endParaRPr lang="en-US" dirty="0"/>
          </a:p>
        </p:txBody>
      </p:sp>
    </p:spTree>
    <p:extLst>
      <p:ext uri="{BB962C8B-B14F-4D97-AF65-F5344CB8AC3E}">
        <p14:creationId xmlns:p14="http://schemas.microsoft.com/office/powerpoint/2010/main" val="1441998964"/>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352</a:t>
            </a:fld>
            <a:endParaRPr lang="en-US" dirty="0"/>
          </a:p>
        </p:txBody>
      </p:sp>
    </p:spTree>
    <p:extLst>
      <p:ext uri="{BB962C8B-B14F-4D97-AF65-F5344CB8AC3E}">
        <p14:creationId xmlns:p14="http://schemas.microsoft.com/office/powerpoint/2010/main" val="1707173199"/>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353</a:t>
            </a:fld>
            <a:endParaRPr lang="en-US" dirty="0"/>
          </a:p>
        </p:txBody>
      </p:sp>
    </p:spTree>
    <p:extLst>
      <p:ext uri="{BB962C8B-B14F-4D97-AF65-F5344CB8AC3E}">
        <p14:creationId xmlns:p14="http://schemas.microsoft.com/office/powerpoint/2010/main" val="4023927179"/>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354</a:t>
            </a:fld>
            <a:endParaRPr lang="en-US" dirty="0"/>
          </a:p>
        </p:txBody>
      </p:sp>
    </p:spTree>
    <p:extLst>
      <p:ext uri="{BB962C8B-B14F-4D97-AF65-F5344CB8AC3E}">
        <p14:creationId xmlns:p14="http://schemas.microsoft.com/office/powerpoint/2010/main" val="936114765"/>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902483832"/>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356</a:t>
            </a:fld>
            <a:endParaRPr lang="en-US" dirty="0"/>
          </a:p>
        </p:txBody>
      </p:sp>
    </p:spTree>
    <p:extLst>
      <p:ext uri="{BB962C8B-B14F-4D97-AF65-F5344CB8AC3E}">
        <p14:creationId xmlns:p14="http://schemas.microsoft.com/office/powerpoint/2010/main" val="1741443534"/>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357</a:t>
            </a:fld>
            <a:endParaRPr lang="en-US" dirty="0"/>
          </a:p>
        </p:txBody>
      </p:sp>
    </p:spTree>
    <p:extLst>
      <p:ext uri="{BB962C8B-B14F-4D97-AF65-F5344CB8AC3E}">
        <p14:creationId xmlns:p14="http://schemas.microsoft.com/office/powerpoint/2010/main" val="4165294105"/>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358</a:t>
            </a:fld>
            <a:endParaRPr lang="en-US" dirty="0"/>
          </a:p>
        </p:txBody>
      </p:sp>
    </p:spTree>
    <p:extLst>
      <p:ext uri="{BB962C8B-B14F-4D97-AF65-F5344CB8AC3E}">
        <p14:creationId xmlns:p14="http://schemas.microsoft.com/office/powerpoint/2010/main" val="1919450245"/>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581265016"/>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360</a:t>
            </a:fld>
            <a:endParaRPr lang="en-US" dirty="0"/>
          </a:p>
        </p:txBody>
      </p:sp>
    </p:spTree>
    <p:extLst>
      <p:ext uri="{BB962C8B-B14F-4D97-AF65-F5344CB8AC3E}">
        <p14:creationId xmlns:p14="http://schemas.microsoft.com/office/powerpoint/2010/main" val="1821484488"/>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361</a:t>
            </a:fld>
            <a:endParaRPr lang="en-US" dirty="0"/>
          </a:p>
        </p:txBody>
      </p:sp>
    </p:spTree>
    <p:extLst>
      <p:ext uri="{BB962C8B-B14F-4D97-AF65-F5344CB8AC3E}">
        <p14:creationId xmlns:p14="http://schemas.microsoft.com/office/powerpoint/2010/main" val="2673157641"/>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362</a:t>
            </a:fld>
            <a:endParaRPr lang="en-US" dirty="0"/>
          </a:p>
        </p:txBody>
      </p:sp>
    </p:spTree>
    <p:extLst>
      <p:ext uri="{BB962C8B-B14F-4D97-AF65-F5344CB8AC3E}">
        <p14:creationId xmlns:p14="http://schemas.microsoft.com/office/powerpoint/2010/main" val="1576860330"/>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363</a:t>
            </a:fld>
            <a:endParaRPr lang="en-US" dirty="0"/>
          </a:p>
        </p:txBody>
      </p:sp>
    </p:spTree>
    <p:extLst>
      <p:ext uri="{BB962C8B-B14F-4D97-AF65-F5344CB8AC3E}">
        <p14:creationId xmlns:p14="http://schemas.microsoft.com/office/powerpoint/2010/main" val="2282326172"/>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364</a:t>
            </a:fld>
            <a:endParaRPr lang="en-US" dirty="0"/>
          </a:p>
        </p:txBody>
      </p:sp>
    </p:spTree>
    <p:extLst>
      <p:ext uri="{BB962C8B-B14F-4D97-AF65-F5344CB8AC3E}">
        <p14:creationId xmlns:p14="http://schemas.microsoft.com/office/powerpoint/2010/main" val="4053923878"/>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365</a:t>
            </a:fld>
            <a:endParaRPr lang="en-US" dirty="0"/>
          </a:p>
        </p:txBody>
      </p:sp>
    </p:spTree>
    <p:extLst>
      <p:ext uri="{BB962C8B-B14F-4D97-AF65-F5344CB8AC3E}">
        <p14:creationId xmlns:p14="http://schemas.microsoft.com/office/powerpoint/2010/main" val="3476810029"/>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366</a:t>
            </a:fld>
            <a:endParaRPr lang="en-US" dirty="0"/>
          </a:p>
        </p:txBody>
      </p:sp>
    </p:spTree>
    <p:extLst>
      <p:ext uri="{BB962C8B-B14F-4D97-AF65-F5344CB8AC3E}">
        <p14:creationId xmlns:p14="http://schemas.microsoft.com/office/powerpoint/2010/main" val="1170498450"/>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367</a:t>
            </a:fld>
            <a:endParaRPr lang="en-US" dirty="0"/>
          </a:p>
        </p:txBody>
      </p:sp>
    </p:spTree>
    <p:extLst>
      <p:ext uri="{BB962C8B-B14F-4D97-AF65-F5344CB8AC3E}">
        <p14:creationId xmlns:p14="http://schemas.microsoft.com/office/powerpoint/2010/main" val="3250441894"/>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368</a:t>
            </a:fld>
            <a:endParaRPr lang="en-US" dirty="0"/>
          </a:p>
        </p:txBody>
      </p:sp>
    </p:spTree>
    <p:extLst>
      <p:ext uri="{BB962C8B-B14F-4D97-AF65-F5344CB8AC3E}">
        <p14:creationId xmlns:p14="http://schemas.microsoft.com/office/powerpoint/2010/main" val="424308275"/>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369</a:t>
            </a:fld>
            <a:endParaRPr lang="en-US" dirty="0"/>
          </a:p>
        </p:txBody>
      </p:sp>
    </p:spTree>
    <p:extLst>
      <p:ext uri="{BB962C8B-B14F-4D97-AF65-F5344CB8AC3E}">
        <p14:creationId xmlns:p14="http://schemas.microsoft.com/office/powerpoint/2010/main" val="1207784580"/>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370</a:t>
            </a:fld>
            <a:endParaRPr lang="en-US" dirty="0"/>
          </a:p>
        </p:txBody>
      </p:sp>
    </p:spTree>
    <p:extLst>
      <p:ext uri="{BB962C8B-B14F-4D97-AF65-F5344CB8AC3E}">
        <p14:creationId xmlns:p14="http://schemas.microsoft.com/office/powerpoint/2010/main" val="1822110945"/>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371</a:t>
            </a:fld>
            <a:endParaRPr lang="en-US" dirty="0"/>
          </a:p>
        </p:txBody>
      </p:sp>
    </p:spTree>
    <p:extLst>
      <p:ext uri="{BB962C8B-B14F-4D97-AF65-F5344CB8AC3E}">
        <p14:creationId xmlns:p14="http://schemas.microsoft.com/office/powerpoint/2010/main" val="4185247386"/>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372</a:t>
            </a:fld>
            <a:endParaRPr lang="en-US" dirty="0"/>
          </a:p>
        </p:txBody>
      </p:sp>
    </p:spTree>
    <p:extLst>
      <p:ext uri="{BB962C8B-B14F-4D97-AF65-F5344CB8AC3E}">
        <p14:creationId xmlns:p14="http://schemas.microsoft.com/office/powerpoint/2010/main" val="765733338"/>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373</a:t>
            </a:fld>
            <a:endParaRPr lang="en-US" dirty="0"/>
          </a:p>
        </p:txBody>
      </p:sp>
    </p:spTree>
    <p:extLst>
      <p:ext uri="{BB962C8B-B14F-4D97-AF65-F5344CB8AC3E}">
        <p14:creationId xmlns:p14="http://schemas.microsoft.com/office/powerpoint/2010/main" val="2946669207"/>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374</a:t>
            </a:fld>
            <a:endParaRPr lang="en-US" dirty="0"/>
          </a:p>
        </p:txBody>
      </p:sp>
    </p:spTree>
    <p:extLst>
      <p:ext uri="{BB962C8B-B14F-4D97-AF65-F5344CB8AC3E}">
        <p14:creationId xmlns:p14="http://schemas.microsoft.com/office/powerpoint/2010/main" val="580871560"/>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375</a:t>
            </a:fld>
            <a:endParaRPr lang="en-US" dirty="0"/>
          </a:p>
        </p:txBody>
      </p:sp>
    </p:spTree>
    <p:extLst>
      <p:ext uri="{BB962C8B-B14F-4D97-AF65-F5344CB8AC3E}">
        <p14:creationId xmlns:p14="http://schemas.microsoft.com/office/powerpoint/2010/main" val="2050444281"/>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376</a:t>
            </a:fld>
            <a:endParaRPr lang="en-US" dirty="0"/>
          </a:p>
        </p:txBody>
      </p:sp>
    </p:spTree>
    <p:extLst>
      <p:ext uri="{BB962C8B-B14F-4D97-AF65-F5344CB8AC3E}">
        <p14:creationId xmlns:p14="http://schemas.microsoft.com/office/powerpoint/2010/main" val="3002858002"/>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377</a:t>
            </a:fld>
            <a:endParaRPr lang="en-US" dirty="0"/>
          </a:p>
        </p:txBody>
      </p:sp>
    </p:spTree>
    <p:extLst>
      <p:ext uri="{BB962C8B-B14F-4D97-AF65-F5344CB8AC3E}">
        <p14:creationId xmlns:p14="http://schemas.microsoft.com/office/powerpoint/2010/main" val="4193896791"/>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378</a:t>
            </a:fld>
            <a:endParaRPr lang="en-US" dirty="0"/>
          </a:p>
        </p:txBody>
      </p:sp>
    </p:spTree>
    <p:extLst>
      <p:ext uri="{BB962C8B-B14F-4D97-AF65-F5344CB8AC3E}">
        <p14:creationId xmlns:p14="http://schemas.microsoft.com/office/powerpoint/2010/main" val="1347972517"/>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379</a:t>
            </a:fld>
            <a:endParaRPr lang="en-US" dirty="0"/>
          </a:p>
        </p:txBody>
      </p:sp>
    </p:spTree>
    <p:extLst>
      <p:ext uri="{BB962C8B-B14F-4D97-AF65-F5344CB8AC3E}">
        <p14:creationId xmlns:p14="http://schemas.microsoft.com/office/powerpoint/2010/main" val="1054543920"/>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380</a:t>
            </a:fld>
            <a:endParaRPr lang="en-US" dirty="0"/>
          </a:p>
        </p:txBody>
      </p:sp>
    </p:spTree>
    <p:extLst>
      <p:ext uri="{BB962C8B-B14F-4D97-AF65-F5344CB8AC3E}">
        <p14:creationId xmlns:p14="http://schemas.microsoft.com/office/powerpoint/2010/main" val="591311999"/>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381</a:t>
            </a:fld>
            <a:endParaRPr lang="en-US" dirty="0"/>
          </a:p>
        </p:txBody>
      </p:sp>
    </p:spTree>
    <p:extLst>
      <p:ext uri="{BB962C8B-B14F-4D97-AF65-F5344CB8AC3E}">
        <p14:creationId xmlns:p14="http://schemas.microsoft.com/office/powerpoint/2010/main" val="2880048534"/>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382</a:t>
            </a:fld>
            <a:endParaRPr lang="en-US" dirty="0"/>
          </a:p>
        </p:txBody>
      </p:sp>
    </p:spTree>
    <p:extLst>
      <p:ext uri="{BB962C8B-B14F-4D97-AF65-F5344CB8AC3E}">
        <p14:creationId xmlns:p14="http://schemas.microsoft.com/office/powerpoint/2010/main" val="3327232998"/>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383</a:t>
            </a:fld>
            <a:endParaRPr lang="en-US" dirty="0"/>
          </a:p>
        </p:txBody>
      </p:sp>
    </p:spTree>
    <p:extLst>
      <p:ext uri="{BB962C8B-B14F-4D97-AF65-F5344CB8AC3E}">
        <p14:creationId xmlns:p14="http://schemas.microsoft.com/office/powerpoint/2010/main" val="1213182145"/>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384</a:t>
            </a:fld>
            <a:endParaRPr lang="en-US" dirty="0"/>
          </a:p>
        </p:txBody>
      </p:sp>
    </p:spTree>
    <p:extLst>
      <p:ext uri="{BB962C8B-B14F-4D97-AF65-F5344CB8AC3E}">
        <p14:creationId xmlns:p14="http://schemas.microsoft.com/office/powerpoint/2010/main" val="2692585168"/>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385</a:t>
            </a:fld>
            <a:endParaRPr lang="en-US" dirty="0"/>
          </a:p>
        </p:txBody>
      </p:sp>
    </p:spTree>
    <p:extLst>
      <p:ext uri="{BB962C8B-B14F-4D97-AF65-F5344CB8AC3E}">
        <p14:creationId xmlns:p14="http://schemas.microsoft.com/office/powerpoint/2010/main" val="3432620009"/>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386</a:t>
            </a:fld>
            <a:endParaRPr lang="en-US" dirty="0"/>
          </a:p>
        </p:txBody>
      </p:sp>
    </p:spTree>
    <p:extLst>
      <p:ext uri="{BB962C8B-B14F-4D97-AF65-F5344CB8AC3E}">
        <p14:creationId xmlns:p14="http://schemas.microsoft.com/office/powerpoint/2010/main" val="3921136625"/>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387</a:t>
            </a:fld>
            <a:endParaRPr lang="en-US" dirty="0"/>
          </a:p>
        </p:txBody>
      </p:sp>
    </p:spTree>
    <p:extLst>
      <p:ext uri="{BB962C8B-B14F-4D97-AF65-F5344CB8AC3E}">
        <p14:creationId xmlns:p14="http://schemas.microsoft.com/office/powerpoint/2010/main" val="1147913647"/>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388</a:t>
            </a:fld>
            <a:endParaRPr lang="en-US" dirty="0"/>
          </a:p>
        </p:txBody>
      </p:sp>
    </p:spTree>
    <p:extLst>
      <p:ext uri="{BB962C8B-B14F-4D97-AF65-F5344CB8AC3E}">
        <p14:creationId xmlns:p14="http://schemas.microsoft.com/office/powerpoint/2010/main" val="284407703"/>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389</a:t>
            </a:fld>
            <a:endParaRPr lang="en-US" dirty="0"/>
          </a:p>
        </p:txBody>
      </p:sp>
    </p:spTree>
    <p:extLst>
      <p:ext uri="{BB962C8B-B14F-4D97-AF65-F5344CB8AC3E}">
        <p14:creationId xmlns:p14="http://schemas.microsoft.com/office/powerpoint/2010/main" val="3611983442"/>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390</a:t>
            </a:fld>
            <a:endParaRPr lang="en-US" dirty="0"/>
          </a:p>
        </p:txBody>
      </p:sp>
    </p:spTree>
    <p:extLst>
      <p:ext uri="{BB962C8B-B14F-4D97-AF65-F5344CB8AC3E}">
        <p14:creationId xmlns:p14="http://schemas.microsoft.com/office/powerpoint/2010/main" val="2817158920"/>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391</a:t>
            </a:fld>
            <a:endParaRPr lang="en-US" dirty="0"/>
          </a:p>
        </p:txBody>
      </p:sp>
    </p:spTree>
    <p:extLst>
      <p:ext uri="{BB962C8B-B14F-4D97-AF65-F5344CB8AC3E}">
        <p14:creationId xmlns:p14="http://schemas.microsoft.com/office/powerpoint/2010/main" val="3127824017"/>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392</a:t>
            </a:fld>
            <a:endParaRPr lang="en-US" dirty="0"/>
          </a:p>
        </p:txBody>
      </p:sp>
    </p:spTree>
    <p:extLst>
      <p:ext uri="{BB962C8B-B14F-4D97-AF65-F5344CB8AC3E}">
        <p14:creationId xmlns:p14="http://schemas.microsoft.com/office/powerpoint/2010/main" val="3218745868"/>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393</a:t>
            </a:fld>
            <a:endParaRPr lang="en-US" dirty="0"/>
          </a:p>
        </p:txBody>
      </p:sp>
    </p:spTree>
    <p:extLst>
      <p:ext uri="{BB962C8B-B14F-4D97-AF65-F5344CB8AC3E}">
        <p14:creationId xmlns:p14="http://schemas.microsoft.com/office/powerpoint/2010/main" val="618024750"/>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394</a:t>
            </a:fld>
            <a:endParaRPr lang="en-US" dirty="0"/>
          </a:p>
        </p:txBody>
      </p:sp>
    </p:spTree>
    <p:extLst>
      <p:ext uri="{BB962C8B-B14F-4D97-AF65-F5344CB8AC3E}">
        <p14:creationId xmlns:p14="http://schemas.microsoft.com/office/powerpoint/2010/main" val="1242599631"/>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395</a:t>
            </a:fld>
            <a:endParaRPr lang="en-US" dirty="0"/>
          </a:p>
        </p:txBody>
      </p:sp>
    </p:spTree>
    <p:extLst>
      <p:ext uri="{BB962C8B-B14F-4D97-AF65-F5344CB8AC3E}">
        <p14:creationId xmlns:p14="http://schemas.microsoft.com/office/powerpoint/2010/main" val="4067748707"/>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396</a:t>
            </a:fld>
            <a:endParaRPr lang="en-US" dirty="0"/>
          </a:p>
        </p:txBody>
      </p:sp>
    </p:spTree>
    <p:extLst>
      <p:ext uri="{BB962C8B-B14F-4D97-AF65-F5344CB8AC3E}">
        <p14:creationId xmlns:p14="http://schemas.microsoft.com/office/powerpoint/2010/main" val="4062010746"/>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397</a:t>
            </a:fld>
            <a:endParaRPr lang="en-US" dirty="0"/>
          </a:p>
        </p:txBody>
      </p:sp>
    </p:spTree>
    <p:extLst>
      <p:ext uri="{BB962C8B-B14F-4D97-AF65-F5344CB8AC3E}">
        <p14:creationId xmlns:p14="http://schemas.microsoft.com/office/powerpoint/2010/main" val="219312508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eg"/><Relationship Id="rId3" Type="http://schemas.openxmlformats.org/officeDocument/2006/relationships/image" Target="../media/image2.sv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eg"/><Relationship Id="rId3" Type="http://schemas.openxmlformats.org/officeDocument/2006/relationships/image" Target="../media/image2.sv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www.gep.com/" TargetMode="External"/><Relationship Id="rId3" Type="http://schemas.openxmlformats.org/officeDocument/2006/relationships/hyperlink" Target="mailto:mailto;info@gep.com" TargetMode="External"/><Relationship Id="rId4" Type="http://schemas.openxmlformats.org/officeDocument/2006/relationships/image" Target="../media/image5.png"/><Relationship Id="rId5" Type="http://schemas.openxmlformats.org/officeDocument/2006/relationships/image" Target="../media/image6.svg"/><Relationship Id="rId6" Type="http://schemas.openxmlformats.org/officeDocument/2006/relationships/image" Target="../media/image7.svg"/><Relationship Id="rId7" Type="http://schemas.openxmlformats.org/officeDocument/2006/relationships/image" Target="../media/image8.sv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tags" Target="../tags/tag1.xml"/><Relationship Id="rId2" Type="http://schemas.openxmlformats.org/officeDocument/2006/relationships/slideMaster" Target="../slideMasters/slideMaster1.xml"/><Relationship Id="rId3" Type="http://schemas.openxmlformats.org/officeDocument/2006/relationships/oleObject" Target="../embeddings/oleObject1.bin"/><Relationship Id="rId4" Type="http://schemas.openxmlformats.org/officeDocument/2006/relationships/image" Target="../media/image9.emf"/></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90716CED-701F-7E4B-0A0C-B63C3DC8DAE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3" y="1"/>
            <a:ext cx="12192001" cy="6858000"/>
          </a:xfrm>
          <a:prstGeom prst="rect">
            <a:avLst/>
          </a:prstGeom>
        </p:spPr>
      </p:pic>
      <p:sp>
        <p:nvSpPr>
          <p:cNvPr id="3" name="Rectangle 2">
            <a:extLst>
              <a:ext uri="{FF2B5EF4-FFF2-40B4-BE49-F238E27FC236}">
                <a16:creationId xmlns:a16="http://schemas.microsoft.com/office/drawing/2014/main" id="{A50173DB-1F20-1514-D67D-A654604FC6DD}"/>
              </a:ext>
            </a:extLst>
          </p:cNvPr>
          <p:cNvSpPr/>
          <p:nvPr userDrawn="1"/>
        </p:nvSpPr>
        <p:spPr>
          <a:xfrm>
            <a:off x="-4" y="0"/>
            <a:ext cx="12192004" cy="6857999"/>
          </a:xfrm>
          <a:prstGeom prst="rect">
            <a:avLst/>
          </a:prstGeom>
          <a:solidFill>
            <a:schemeClr val="tx1">
              <a:alpha val="3182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Helvetica"/>
              <a:ea typeface="+mn-ea"/>
              <a:cs typeface="+mn-cs"/>
            </a:endParaRPr>
          </a:p>
        </p:txBody>
      </p:sp>
      <p:sp>
        <p:nvSpPr>
          <p:cNvPr id="9" name="Text Placeholder 8">
            <a:extLst>
              <a:ext uri="{FF2B5EF4-FFF2-40B4-BE49-F238E27FC236}">
                <a16:creationId xmlns:a16="http://schemas.microsoft.com/office/drawing/2014/main" id="{B5EC3EF0-C772-31BF-9C7C-71580AAC4B9F}"/>
              </a:ext>
            </a:extLst>
          </p:cNvPr>
          <p:cNvSpPr>
            <a:spLocks noGrp="1"/>
          </p:cNvSpPr>
          <p:nvPr>
            <p:ph type="body" sz="quarter" idx="10"/>
          </p:nvPr>
        </p:nvSpPr>
        <p:spPr>
          <a:xfrm>
            <a:off x="1160463" y="2251574"/>
            <a:ext cx="10407650" cy="1793875"/>
          </a:xfrm>
          <a:prstGeom prst="rect">
            <a:avLst/>
          </a:prstGeom>
        </p:spPr>
        <p:txBody>
          <a:bodyPr/>
          <a:lstStyle>
            <a:lvl1pPr marL="0" indent="0">
              <a:buNone/>
              <a:defRPr sz="80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B69BD7AE-1A6B-6728-884F-76C638A34ACF}"/>
              </a:ext>
            </a:extLst>
          </p:cNvPr>
          <p:cNvSpPr>
            <a:spLocks noGrp="1"/>
          </p:cNvSpPr>
          <p:nvPr>
            <p:ph type="body" sz="quarter" idx="11"/>
          </p:nvPr>
        </p:nvSpPr>
        <p:spPr>
          <a:xfrm>
            <a:off x="1160463" y="3422395"/>
            <a:ext cx="10407650" cy="1005768"/>
          </a:xfrm>
          <a:prstGeom prst="rect">
            <a:avLst/>
          </a:prstGeom>
        </p:spPr>
        <p:txBody>
          <a:bodyPr/>
          <a:lstStyle>
            <a:lvl1pPr marL="0" indent="0">
              <a:buNone/>
              <a:defRPr sz="65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pic>
        <p:nvPicPr>
          <p:cNvPr id="11" name="Graphic 10">
            <a:extLst>
              <a:ext uri="{FF2B5EF4-FFF2-40B4-BE49-F238E27FC236}">
                <a16:creationId xmlns:a16="http://schemas.microsoft.com/office/drawing/2014/main" id="{2ABA4D8B-49FA-EBCC-3349-D0D0FDAD1E6A}"/>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234454" y="706482"/>
            <a:ext cx="1730520" cy="437538"/>
          </a:xfrm>
          <a:prstGeom prst="rect">
            <a:avLst/>
          </a:prstGeom>
        </p:spPr>
      </p:pic>
      <p:sp>
        <p:nvSpPr>
          <p:cNvPr id="12" name="Rectangle 11">
            <a:extLst>
              <a:ext uri="{FF2B5EF4-FFF2-40B4-BE49-F238E27FC236}">
                <a16:creationId xmlns:a16="http://schemas.microsoft.com/office/drawing/2014/main" id="{17BDA3B1-BC94-A04C-ED80-766598C9089F}"/>
              </a:ext>
            </a:extLst>
          </p:cNvPr>
          <p:cNvSpPr/>
          <p:nvPr userDrawn="1"/>
        </p:nvSpPr>
        <p:spPr>
          <a:xfrm>
            <a:off x="7093600" y="706482"/>
            <a:ext cx="4225516" cy="138499"/>
          </a:xfrm>
          <a:prstGeom prst="rect">
            <a:avLst/>
          </a:prstGeom>
        </p:spPr>
        <p:txBody>
          <a:bodyPr wrap="none" lIns="0" tIns="0" rIns="0" bIns="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300" normalizeH="0" baseline="0" noProof="0">
                <a:ln>
                  <a:noFill/>
                </a:ln>
                <a:solidFill>
                  <a:prstClr val="white"/>
                </a:solidFill>
                <a:effectLst/>
                <a:uLnTx/>
                <a:uFillTx/>
                <a:latin typeface="Helvetica" panose="020B0604020202020204" pitchFamily="2" charset="0"/>
                <a:ea typeface="+mn-ea"/>
                <a:cs typeface="+mn-cs"/>
              </a:rPr>
              <a:t>SOFTWARE | STRATEGY | MANAGED SERVICES </a:t>
            </a:r>
          </a:p>
        </p:txBody>
      </p:sp>
      <p:sp>
        <p:nvSpPr>
          <p:cNvPr id="13" name="TextBox 12">
            <a:extLst>
              <a:ext uri="{FF2B5EF4-FFF2-40B4-BE49-F238E27FC236}">
                <a16:creationId xmlns:a16="http://schemas.microsoft.com/office/drawing/2014/main" id="{B083AF99-A9A5-EE26-442A-1223D869E378}"/>
              </a:ext>
            </a:extLst>
          </p:cNvPr>
          <p:cNvSpPr txBox="1"/>
          <p:nvPr userDrawn="1"/>
        </p:nvSpPr>
        <p:spPr>
          <a:xfrm>
            <a:off x="1105991" y="5695704"/>
            <a:ext cx="8088048" cy="307777"/>
          </a:xfrm>
          <a:prstGeom prst="rect">
            <a:avLst/>
          </a:prstGeom>
        </p:spPr>
        <p:txBody>
          <a:bodyPr wrap="none" lIns="0" tIns="0" rIns="0" bIns="0">
            <a:spAutoFit/>
          </a:bodyPr>
          <a:lstStyle>
            <a:defPPr>
              <a:defRPr lang="en-US"/>
            </a:defPPr>
            <a:lvl1pPr marR="0" lvl="0" indent="0" algn="r" fontAlgn="auto">
              <a:lnSpc>
                <a:spcPct val="100000"/>
              </a:lnSpc>
              <a:spcBef>
                <a:spcPts val="0"/>
              </a:spcBef>
              <a:spcAft>
                <a:spcPts val="0"/>
              </a:spcAft>
              <a:buClrTx/>
              <a:buSzTx/>
              <a:buFontTx/>
              <a:buNone/>
              <a:tabLst/>
              <a:defRPr kumimoji="0" sz="1200" b="1" i="0" u="none" strike="noStrike" cap="none" spc="300" normalizeH="0" baseline="0">
                <a:ln>
                  <a:noFill/>
                </a:ln>
                <a:solidFill>
                  <a:prstClr val="white"/>
                </a:solidFill>
                <a:effectLst/>
                <a:uLnTx/>
                <a:uFillTx/>
                <a:latin typeface="Helvetica" panose="020B0604020202020204" pitchFamily="2" charset="0"/>
              </a:defRPr>
            </a:lvl1pPr>
          </a:lstStyle>
          <a:p>
            <a:r>
              <a:rPr lang="en-US" sz="2000"/>
              <a:t>PROCUREMENT | SUPPLY CHAIN | SUSTAINABILITY</a:t>
            </a:r>
          </a:p>
        </p:txBody>
      </p:sp>
    </p:spTree>
    <p:extLst>
      <p:ext uri="{BB962C8B-B14F-4D97-AF65-F5344CB8AC3E}">
        <p14:creationId xmlns:p14="http://schemas.microsoft.com/office/powerpoint/2010/main" val="253380941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125744753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able with heading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3" name="Table Placeholder 2">
            <a:extLst>
              <a:ext uri="{FF2B5EF4-FFF2-40B4-BE49-F238E27FC236}">
                <a16:creationId xmlns:a16="http://schemas.microsoft.com/office/drawing/2014/main" id="{D8C3696F-0677-C393-8091-80AB8F1A4042}"/>
              </a:ext>
            </a:extLst>
          </p:cNvPr>
          <p:cNvSpPr>
            <a:spLocks noGrp="1"/>
          </p:cNvSpPr>
          <p:nvPr>
            <p:ph type="tbl" sz="quarter" idx="10"/>
          </p:nvPr>
        </p:nvSpPr>
        <p:spPr>
          <a:xfrm>
            <a:off x="666750" y="1968500"/>
            <a:ext cx="10858500" cy="4356100"/>
          </a:xfrm>
          <a:prstGeom prst="rect">
            <a:avLst/>
          </a:prstGeom>
        </p:spPr>
        <p:txBody>
          <a:bodyPr/>
          <a:lstStyle>
            <a:lvl1pPr marL="0" indent="0">
              <a:buNone/>
              <a:defRPr sz="2000"/>
            </a:lvl1pPr>
          </a:lstStyle>
          <a:p>
            <a:r>
              <a:rPr lang="en-US"/>
              <a:t>Click icon to add table</a:t>
            </a:r>
          </a:p>
        </p:txBody>
      </p:sp>
      <p:sp>
        <p:nvSpPr>
          <p:cNvPr id="7" name="Text Placeholder 6">
            <a:extLst>
              <a:ext uri="{FF2B5EF4-FFF2-40B4-BE49-F238E27FC236}">
                <a16:creationId xmlns:a16="http://schemas.microsoft.com/office/drawing/2014/main" id="{1F5B865D-43DF-9A7C-DDFE-6A1DB519BE94}"/>
              </a:ext>
            </a:extLst>
          </p:cNvPr>
          <p:cNvSpPr>
            <a:spLocks noGrp="1"/>
          </p:cNvSpPr>
          <p:nvPr>
            <p:ph type="body" sz="quarter" idx="11"/>
          </p:nvPr>
        </p:nvSpPr>
        <p:spPr>
          <a:xfrm>
            <a:off x="660400" y="1028700"/>
            <a:ext cx="10858500" cy="825500"/>
          </a:xfrm>
          <a:prstGeom prst="rect">
            <a:avLst/>
          </a:prstGeom>
        </p:spPr>
        <p:txBody>
          <a:bodyPr/>
          <a:lstStyle>
            <a:lvl1pPr marL="0" indent="0">
              <a:buNone/>
              <a:defRPr sz="1800"/>
            </a:lvl1pPr>
            <a:lvl2pPr marL="457200" indent="0">
              <a:buNone/>
              <a:defRPr sz="1600"/>
            </a:lvl2pPr>
            <a:lvl3pPr marL="914400" indent="0">
              <a:buNone/>
              <a:defRPr sz="1400"/>
            </a:lvl3pPr>
            <a:lvl4pPr marL="1371600" indent="0">
              <a:buNone/>
              <a:defRPr sz="1200"/>
            </a:lvl4pPr>
            <a:lvl5pPr marL="1828800" indent="0">
              <a:buNone/>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1673299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0" y="981075"/>
            <a:ext cx="10964863"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404155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ntent with Picture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69976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7886700" y="981075"/>
            <a:ext cx="3662363" cy="5364163"/>
          </a:xfrm>
          <a:prstGeom prst="rect">
            <a:avLst/>
          </a:prstGeom>
        </p:spPr>
        <p:txBody>
          <a:bodyPr/>
          <a:lstStyle>
            <a:lvl1pPr marL="0" indent="0">
              <a:buNone/>
              <a:defRPr sz="1600"/>
            </a:lvl1pPr>
          </a:lstStyle>
          <a:p>
            <a:r>
              <a:rPr lang="en-US"/>
              <a:t>Click icon to add picture</a:t>
            </a:r>
          </a:p>
        </p:txBody>
      </p:sp>
    </p:spTree>
    <p:extLst>
      <p:ext uri="{BB962C8B-B14F-4D97-AF65-F5344CB8AC3E}">
        <p14:creationId xmlns:p14="http://schemas.microsoft.com/office/powerpoint/2010/main" val="130999472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ntent with Ch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hart Placeholder 9">
            <a:extLst>
              <a:ext uri="{FF2B5EF4-FFF2-40B4-BE49-F238E27FC236}">
                <a16:creationId xmlns:a16="http://schemas.microsoft.com/office/drawing/2014/main" id="{DC9A401C-810E-10BA-E073-8CDA0929C7C8}"/>
              </a:ext>
            </a:extLst>
          </p:cNvPr>
          <p:cNvSpPr>
            <a:spLocks noGrp="1"/>
          </p:cNvSpPr>
          <p:nvPr>
            <p:ph type="chart" sz="quarter" idx="11"/>
          </p:nvPr>
        </p:nvSpPr>
        <p:spPr>
          <a:xfrm>
            <a:off x="6648450" y="981075"/>
            <a:ext cx="4892675" cy="5364163"/>
          </a:xfrm>
          <a:prstGeom prst="rect">
            <a:avLst/>
          </a:prstGeom>
        </p:spPr>
        <p:txBody>
          <a:bodyPr/>
          <a:lstStyle>
            <a:lvl1pPr marL="0" indent="0">
              <a:buNone/>
              <a:defRPr sz="1800"/>
            </a:lvl1pPr>
          </a:lstStyle>
          <a:p>
            <a:r>
              <a:rPr lang="en-US"/>
              <a:t>Click icon to add chart</a:t>
            </a:r>
          </a:p>
        </p:txBody>
      </p:sp>
    </p:spTree>
    <p:extLst>
      <p:ext uri="{BB962C8B-B14F-4D97-AF65-F5344CB8AC3E}">
        <p14:creationId xmlns:p14="http://schemas.microsoft.com/office/powerpoint/2010/main" val="98496939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mart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2" name="SmartArt Placeholder 5">
            <a:extLst>
              <a:ext uri="{FF2B5EF4-FFF2-40B4-BE49-F238E27FC236}">
                <a16:creationId xmlns:a16="http://schemas.microsoft.com/office/drawing/2014/main" id="{ABE253B2-9A98-6EE8-FF29-30F4A436E338}"/>
              </a:ext>
            </a:extLst>
          </p:cNvPr>
          <p:cNvSpPr>
            <a:spLocks noGrp="1"/>
          </p:cNvSpPr>
          <p:nvPr>
            <p:ph type="dgm" sz="quarter" idx="11"/>
          </p:nvPr>
        </p:nvSpPr>
        <p:spPr>
          <a:xfrm>
            <a:off x="609600" y="981075"/>
            <a:ext cx="10931525" cy="5378450"/>
          </a:xfrm>
          <a:prstGeom prst="rect">
            <a:avLst/>
          </a:prstGeom>
        </p:spPr>
        <p:txBody>
          <a:bodyPr/>
          <a:lstStyle>
            <a:lvl1pPr marL="0" indent="0">
              <a:buNone/>
              <a:defRPr sz="1400"/>
            </a:lvl1pPr>
          </a:lstStyle>
          <a:p>
            <a:r>
              <a:rPr lang="en-US"/>
              <a:t>Click icon to add SmartArt graphic</a:t>
            </a:r>
          </a:p>
        </p:txBody>
      </p:sp>
    </p:spTree>
    <p:extLst>
      <p:ext uri="{BB962C8B-B14F-4D97-AF65-F5344CB8AC3E}">
        <p14:creationId xmlns:p14="http://schemas.microsoft.com/office/powerpoint/2010/main" val="317468913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ntent with Media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Media Placeholder 5">
            <a:extLst>
              <a:ext uri="{FF2B5EF4-FFF2-40B4-BE49-F238E27FC236}">
                <a16:creationId xmlns:a16="http://schemas.microsoft.com/office/drawing/2014/main" id="{1488407E-FC1B-B330-C800-1442724F2E80}"/>
              </a:ext>
            </a:extLst>
          </p:cNvPr>
          <p:cNvSpPr>
            <a:spLocks noGrp="1"/>
          </p:cNvSpPr>
          <p:nvPr>
            <p:ph type="media" sz="quarter" idx="11"/>
          </p:nvPr>
        </p:nvSpPr>
        <p:spPr>
          <a:xfrm>
            <a:off x="6664325" y="981075"/>
            <a:ext cx="4902200" cy="5378450"/>
          </a:xfrm>
          <a:prstGeom prst="rect">
            <a:avLst/>
          </a:prstGeom>
        </p:spPr>
        <p:txBody>
          <a:bodyPr/>
          <a:lstStyle>
            <a:lvl1pPr marL="0" indent="0">
              <a:buNone/>
              <a:defRPr sz="1600"/>
            </a:lvl1pPr>
          </a:lstStyle>
          <a:p>
            <a:r>
              <a:rPr lang="en-US"/>
              <a:t>Click icon to add media</a:t>
            </a:r>
          </a:p>
        </p:txBody>
      </p:sp>
    </p:spTree>
    <p:extLst>
      <p:ext uri="{BB962C8B-B14F-4D97-AF65-F5344CB8AC3E}">
        <p14:creationId xmlns:p14="http://schemas.microsoft.com/office/powerpoint/2010/main" val="179695811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wo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Content Placeholder 10">
            <a:extLst>
              <a:ext uri="{FF2B5EF4-FFF2-40B4-BE49-F238E27FC236}">
                <a16:creationId xmlns:a16="http://schemas.microsoft.com/office/drawing/2014/main" id="{D6803BCB-3560-BD26-BD7E-5A72E84F77CA}"/>
              </a:ext>
            </a:extLst>
          </p:cNvPr>
          <p:cNvSpPr>
            <a:spLocks noGrp="1"/>
          </p:cNvSpPr>
          <p:nvPr>
            <p:ph sz="quarter" idx="11"/>
          </p:nvPr>
        </p:nvSpPr>
        <p:spPr>
          <a:xfrm>
            <a:off x="62992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19910346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hree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Content Placeholder 10">
            <a:extLst>
              <a:ext uri="{FF2B5EF4-FFF2-40B4-BE49-F238E27FC236}">
                <a16:creationId xmlns:a16="http://schemas.microsoft.com/office/drawing/2014/main" id="{1010077A-9393-3367-2927-6A9349C52275}"/>
              </a:ext>
            </a:extLst>
          </p:cNvPr>
          <p:cNvSpPr>
            <a:spLocks noGrp="1"/>
          </p:cNvSpPr>
          <p:nvPr>
            <p:ph sz="quarter" idx="11"/>
          </p:nvPr>
        </p:nvSpPr>
        <p:spPr>
          <a:xfrm>
            <a:off x="4368800"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10">
            <a:extLst>
              <a:ext uri="{FF2B5EF4-FFF2-40B4-BE49-F238E27FC236}">
                <a16:creationId xmlns:a16="http://schemas.microsoft.com/office/drawing/2014/main" id="{ABC080CA-2F7D-F42B-E113-BD1A6BE55045}"/>
              </a:ext>
            </a:extLst>
          </p:cNvPr>
          <p:cNvSpPr>
            <a:spLocks noGrp="1"/>
          </p:cNvSpPr>
          <p:nvPr>
            <p:ph sz="quarter" idx="12"/>
          </p:nvPr>
        </p:nvSpPr>
        <p:spPr>
          <a:xfrm>
            <a:off x="8128002"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3348474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asestudy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4216400" y="955675"/>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300039" y="704679"/>
            <a:ext cx="2227262" cy="5873921"/>
          </a:xfrm>
          <a:prstGeom prst="rect">
            <a:avLst/>
          </a:prstGeom>
        </p:spPr>
        <p:txBody>
          <a:bodyPr/>
          <a:lstStyle>
            <a:lvl1pPr marL="0" indent="0">
              <a:buNone/>
              <a:defRPr sz="1600"/>
            </a:lvl1pPr>
          </a:lstStyle>
          <a:p>
            <a:r>
              <a:rPr lang="en-US"/>
              <a:t>Click icon to add picture</a:t>
            </a:r>
          </a:p>
        </p:txBody>
      </p:sp>
      <p:grpSp>
        <p:nvGrpSpPr>
          <p:cNvPr id="2" name="Group 1">
            <a:extLst>
              <a:ext uri="{FF2B5EF4-FFF2-40B4-BE49-F238E27FC236}">
                <a16:creationId xmlns:a16="http://schemas.microsoft.com/office/drawing/2014/main" id="{956E6F7E-CD63-26F3-E5E8-E1783FA52AA6}"/>
              </a:ext>
            </a:extLst>
          </p:cNvPr>
          <p:cNvGrpSpPr/>
          <p:nvPr userDrawn="1"/>
        </p:nvGrpSpPr>
        <p:grpSpPr>
          <a:xfrm>
            <a:off x="3000485" y="1189810"/>
            <a:ext cx="931665" cy="916191"/>
            <a:chOff x="6737115" y="2540411"/>
            <a:chExt cx="931665" cy="916191"/>
          </a:xfrm>
        </p:grpSpPr>
        <p:sp>
          <p:nvSpPr>
            <p:cNvPr id="3" name="Rectangle 2">
              <a:extLst>
                <a:ext uri="{FF2B5EF4-FFF2-40B4-BE49-F238E27FC236}">
                  <a16:creationId xmlns:a16="http://schemas.microsoft.com/office/drawing/2014/main" id="{5DE106FF-3E25-72D0-5535-716AB881DFF2}"/>
                </a:ext>
              </a:extLst>
            </p:cNvPr>
            <p:cNvSpPr/>
            <p:nvPr/>
          </p:nvSpPr>
          <p:spPr>
            <a:xfrm>
              <a:off x="6737115" y="2902604"/>
              <a:ext cx="931665"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Background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&amp;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Objectives</a:t>
              </a:r>
            </a:p>
          </p:txBody>
        </p:sp>
        <p:sp>
          <p:nvSpPr>
            <p:cNvPr id="4" name="Freeform 27">
              <a:extLst>
                <a:ext uri="{FF2B5EF4-FFF2-40B4-BE49-F238E27FC236}">
                  <a16:creationId xmlns:a16="http://schemas.microsoft.com/office/drawing/2014/main" id="{81D699CE-D8F4-9108-5AC0-C4CBCB617760}"/>
                </a:ext>
              </a:extLst>
            </p:cNvPr>
            <p:cNvSpPr>
              <a:spLocks noEditPoints="1"/>
            </p:cNvSpPr>
            <p:nvPr/>
          </p:nvSpPr>
          <p:spPr bwMode="auto">
            <a:xfrm>
              <a:off x="7035869" y="2540411"/>
              <a:ext cx="334150" cy="329122"/>
            </a:xfrm>
            <a:custGeom>
              <a:avLst/>
              <a:gdLst>
                <a:gd name="T0" fmla="*/ 537 w 1941"/>
                <a:gd name="T1" fmla="*/ 935 h 1920"/>
                <a:gd name="T2" fmla="*/ 319 w 1941"/>
                <a:gd name="T3" fmla="*/ 770 h 1920"/>
                <a:gd name="T4" fmla="*/ 9 w 1941"/>
                <a:gd name="T5" fmla="*/ 819 h 1920"/>
                <a:gd name="T6" fmla="*/ 19 w 1941"/>
                <a:gd name="T7" fmla="*/ 1161 h 1920"/>
                <a:gd name="T8" fmla="*/ 346 w 1941"/>
                <a:gd name="T9" fmla="*/ 1150 h 1920"/>
                <a:gd name="T10" fmla="*/ 1262 w 1941"/>
                <a:gd name="T11" fmla="*/ 1660 h 1920"/>
                <a:gd name="T12" fmla="*/ 94 w 1941"/>
                <a:gd name="T13" fmla="*/ 1101 h 1920"/>
                <a:gd name="T14" fmla="*/ 301 w 1941"/>
                <a:gd name="T15" fmla="*/ 1101 h 1920"/>
                <a:gd name="T16" fmla="*/ 301 w 1941"/>
                <a:gd name="T17" fmla="*/ 834 h 1920"/>
                <a:gd name="T18" fmla="*/ 1232 w 1941"/>
                <a:gd name="T19" fmla="*/ 1597 h 1920"/>
                <a:gd name="T20" fmla="*/ 1263 w 1941"/>
                <a:gd name="T21" fmla="*/ 1465 h 1920"/>
                <a:gd name="T22" fmla="*/ 732 w 1941"/>
                <a:gd name="T23" fmla="*/ 935 h 1920"/>
                <a:gd name="T24" fmla="*/ 1861 w 1941"/>
                <a:gd name="T25" fmla="*/ 966 h 1920"/>
                <a:gd name="T26" fmla="*/ 1197 w 1941"/>
                <a:gd name="T27" fmla="*/ 935 h 1920"/>
                <a:gd name="T28" fmla="*/ 1198 w 1941"/>
                <a:gd name="T29" fmla="*/ 999 h 1920"/>
                <a:gd name="T30" fmla="*/ 1262 w 1941"/>
                <a:gd name="T31" fmla="*/ 967 h 1920"/>
                <a:gd name="T32" fmla="*/ 1336 w 1941"/>
                <a:gd name="T33" fmla="*/ 935 h 1920"/>
                <a:gd name="T34" fmla="*/ 992 w 1941"/>
                <a:gd name="T35" fmla="*/ 935 h 1920"/>
                <a:gd name="T36" fmla="*/ 1198 w 1941"/>
                <a:gd name="T37" fmla="*/ 1205 h 1920"/>
                <a:gd name="T38" fmla="*/ 1263 w 1941"/>
                <a:gd name="T39" fmla="*/ 1072 h 1920"/>
                <a:gd name="T40" fmla="*/ 1198 w 1941"/>
                <a:gd name="T41" fmla="*/ 664 h 1920"/>
                <a:gd name="T42" fmla="*/ 1262 w 1941"/>
                <a:gd name="T43" fmla="*/ 533 h 1920"/>
                <a:gd name="T44" fmla="*/ 796 w 1941"/>
                <a:gd name="T45" fmla="*/ 999 h 1920"/>
                <a:gd name="T46" fmla="*/ 324 w 1941"/>
                <a:gd name="T47" fmla="*/ 32 h 1920"/>
                <a:gd name="T48" fmla="*/ 580 w 1941"/>
                <a:gd name="T49" fmla="*/ 32 h 1920"/>
                <a:gd name="T50" fmla="*/ 324 w 1941"/>
                <a:gd name="T51" fmla="*/ 32 h 1920"/>
                <a:gd name="T52" fmla="*/ 804 w 1941"/>
                <a:gd name="T53" fmla="*/ 224 h 1920"/>
                <a:gd name="T54" fmla="*/ 612 w 1941"/>
                <a:gd name="T55" fmla="*/ 288 h 1920"/>
                <a:gd name="T56" fmla="*/ 228 w 1941"/>
                <a:gd name="T57" fmla="*/ 0 h 1920"/>
                <a:gd name="T58" fmla="*/ 196 w 1941"/>
                <a:gd name="T59" fmla="*/ 32 h 1920"/>
                <a:gd name="T60" fmla="*/ 356 w 1941"/>
                <a:gd name="T61" fmla="*/ 608 h 1920"/>
                <a:gd name="T62" fmla="*/ 164 w 1941"/>
                <a:gd name="T63" fmla="*/ 672 h 1920"/>
                <a:gd name="T64" fmla="*/ 36 w 1941"/>
                <a:gd name="T65" fmla="*/ 608 h 1920"/>
                <a:gd name="T66" fmla="*/ 4 w 1941"/>
                <a:gd name="T67" fmla="*/ 640 h 1920"/>
                <a:gd name="T68" fmla="*/ 292 w 1941"/>
                <a:gd name="T69" fmla="*/ 1376 h 1920"/>
                <a:gd name="T70" fmla="*/ 420 w 1941"/>
                <a:gd name="T71" fmla="*/ 1312 h 1920"/>
                <a:gd name="T72" fmla="*/ 164 w 1941"/>
                <a:gd name="T73" fmla="*/ 1312 h 1920"/>
                <a:gd name="T74" fmla="*/ 132 w 1941"/>
                <a:gd name="T75" fmla="*/ 1344 h 1920"/>
                <a:gd name="T76" fmla="*/ 644 w 1941"/>
                <a:gd name="T77" fmla="*/ 1632 h 1920"/>
                <a:gd name="T78" fmla="*/ 388 w 1941"/>
                <a:gd name="T79" fmla="*/ 1888 h 1920"/>
                <a:gd name="T80" fmla="*/ 132 w 1941"/>
                <a:gd name="T81" fmla="*/ 1888 h 1920"/>
                <a:gd name="T82" fmla="*/ 388 w 1941"/>
                <a:gd name="T83" fmla="*/ 1888 h 1920"/>
                <a:gd name="T84" fmla="*/ 4 w 1941"/>
                <a:gd name="T85" fmla="*/ 1888 h 1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41" h="1920">
                  <a:moveTo>
                    <a:pt x="1923" y="935"/>
                  </a:moveTo>
                  <a:cubicBezTo>
                    <a:pt x="1906" y="552"/>
                    <a:pt x="1581" y="256"/>
                    <a:pt x="1198" y="273"/>
                  </a:cubicBezTo>
                  <a:cubicBezTo>
                    <a:pt x="840" y="290"/>
                    <a:pt x="553" y="576"/>
                    <a:pt x="537" y="935"/>
                  </a:cubicBezTo>
                  <a:cubicBezTo>
                    <a:pt x="439" y="935"/>
                    <a:pt x="439" y="935"/>
                    <a:pt x="439" y="935"/>
                  </a:cubicBezTo>
                  <a:cubicBezTo>
                    <a:pt x="346" y="785"/>
                    <a:pt x="346" y="785"/>
                    <a:pt x="346" y="785"/>
                  </a:cubicBezTo>
                  <a:cubicBezTo>
                    <a:pt x="340" y="775"/>
                    <a:pt x="330" y="770"/>
                    <a:pt x="319" y="770"/>
                  </a:cubicBezTo>
                  <a:cubicBezTo>
                    <a:pt x="36" y="770"/>
                    <a:pt x="36" y="770"/>
                    <a:pt x="36" y="770"/>
                  </a:cubicBezTo>
                  <a:cubicBezTo>
                    <a:pt x="19" y="770"/>
                    <a:pt x="4" y="784"/>
                    <a:pt x="4" y="802"/>
                  </a:cubicBezTo>
                  <a:cubicBezTo>
                    <a:pt x="4" y="808"/>
                    <a:pt x="6" y="814"/>
                    <a:pt x="9" y="819"/>
                  </a:cubicBezTo>
                  <a:cubicBezTo>
                    <a:pt x="101" y="968"/>
                    <a:pt x="101" y="968"/>
                    <a:pt x="101" y="968"/>
                  </a:cubicBezTo>
                  <a:cubicBezTo>
                    <a:pt x="9" y="1117"/>
                    <a:pt x="9" y="1117"/>
                    <a:pt x="9" y="1117"/>
                  </a:cubicBezTo>
                  <a:cubicBezTo>
                    <a:pt x="0" y="1132"/>
                    <a:pt x="4" y="1151"/>
                    <a:pt x="19" y="1161"/>
                  </a:cubicBezTo>
                  <a:cubicBezTo>
                    <a:pt x="24" y="1164"/>
                    <a:pt x="30" y="1165"/>
                    <a:pt x="36" y="1165"/>
                  </a:cubicBezTo>
                  <a:cubicBezTo>
                    <a:pt x="319" y="1165"/>
                    <a:pt x="319" y="1165"/>
                    <a:pt x="319" y="1165"/>
                  </a:cubicBezTo>
                  <a:cubicBezTo>
                    <a:pt x="330" y="1165"/>
                    <a:pt x="340" y="1160"/>
                    <a:pt x="346" y="1150"/>
                  </a:cubicBezTo>
                  <a:cubicBezTo>
                    <a:pt x="440" y="999"/>
                    <a:pt x="440" y="999"/>
                    <a:pt x="440" y="999"/>
                  </a:cubicBezTo>
                  <a:cubicBezTo>
                    <a:pt x="537" y="999"/>
                    <a:pt x="537" y="999"/>
                    <a:pt x="537" y="999"/>
                  </a:cubicBezTo>
                  <a:cubicBezTo>
                    <a:pt x="554" y="1381"/>
                    <a:pt x="879" y="1677"/>
                    <a:pt x="1262" y="1660"/>
                  </a:cubicBezTo>
                  <a:cubicBezTo>
                    <a:pt x="1645" y="1642"/>
                    <a:pt x="1941" y="1317"/>
                    <a:pt x="1923" y="935"/>
                  </a:cubicBezTo>
                  <a:close/>
                  <a:moveTo>
                    <a:pt x="301" y="1101"/>
                  </a:moveTo>
                  <a:cubicBezTo>
                    <a:pt x="94" y="1101"/>
                    <a:pt x="94" y="1101"/>
                    <a:pt x="94" y="1101"/>
                  </a:cubicBezTo>
                  <a:cubicBezTo>
                    <a:pt x="156" y="1001"/>
                    <a:pt x="156" y="1001"/>
                    <a:pt x="156" y="1001"/>
                  </a:cubicBezTo>
                  <a:cubicBezTo>
                    <a:pt x="363" y="1001"/>
                    <a:pt x="363" y="1001"/>
                    <a:pt x="363" y="1001"/>
                  </a:cubicBezTo>
                  <a:lnTo>
                    <a:pt x="301" y="1101"/>
                  </a:lnTo>
                  <a:close/>
                  <a:moveTo>
                    <a:pt x="156" y="935"/>
                  </a:moveTo>
                  <a:cubicBezTo>
                    <a:pt x="94" y="834"/>
                    <a:pt x="94" y="834"/>
                    <a:pt x="94" y="834"/>
                  </a:cubicBezTo>
                  <a:cubicBezTo>
                    <a:pt x="301" y="834"/>
                    <a:pt x="301" y="834"/>
                    <a:pt x="301" y="834"/>
                  </a:cubicBezTo>
                  <a:cubicBezTo>
                    <a:pt x="363" y="935"/>
                    <a:pt x="363" y="935"/>
                    <a:pt x="363" y="935"/>
                  </a:cubicBezTo>
                  <a:lnTo>
                    <a:pt x="156" y="935"/>
                  </a:lnTo>
                  <a:close/>
                  <a:moveTo>
                    <a:pt x="1232" y="1597"/>
                  </a:moveTo>
                  <a:cubicBezTo>
                    <a:pt x="896" y="1597"/>
                    <a:pt x="619" y="1334"/>
                    <a:pt x="602" y="999"/>
                  </a:cubicBezTo>
                  <a:cubicBezTo>
                    <a:pt x="732" y="999"/>
                    <a:pt x="732" y="999"/>
                    <a:pt x="732" y="999"/>
                  </a:cubicBezTo>
                  <a:cubicBezTo>
                    <a:pt x="750" y="1274"/>
                    <a:pt x="987" y="1482"/>
                    <a:pt x="1263" y="1465"/>
                  </a:cubicBezTo>
                  <a:cubicBezTo>
                    <a:pt x="1538" y="1447"/>
                    <a:pt x="1746" y="1210"/>
                    <a:pt x="1729" y="935"/>
                  </a:cubicBezTo>
                  <a:cubicBezTo>
                    <a:pt x="1711" y="659"/>
                    <a:pt x="1474" y="451"/>
                    <a:pt x="1199" y="468"/>
                  </a:cubicBezTo>
                  <a:cubicBezTo>
                    <a:pt x="948" y="484"/>
                    <a:pt x="748" y="684"/>
                    <a:pt x="732" y="935"/>
                  </a:cubicBezTo>
                  <a:cubicBezTo>
                    <a:pt x="602" y="935"/>
                    <a:pt x="602" y="935"/>
                    <a:pt x="602" y="935"/>
                  </a:cubicBezTo>
                  <a:cubicBezTo>
                    <a:pt x="619" y="600"/>
                    <a:pt x="895" y="337"/>
                    <a:pt x="1230" y="337"/>
                  </a:cubicBezTo>
                  <a:cubicBezTo>
                    <a:pt x="1578" y="336"/>
                    <a:pt x="1860" y="618"/>
                    <a:pt x="1861" y="966"/>
                  </a:cubicBezTo>
                  <a:cubicBezTo>
                    <a:pt x="1861" y="1314"/>
                    <a:pt x="1580" y="1596"/>
                    <a:pt x="1232" y="1597"/>
                  </a:cubicBezTo>
                  <a:close/>
                  <a:moveTo>
                    <a:pt x="1230" y="935"/>
                  </a:moveTo>
                  <a:cubicBezTo>
                    <a:pt x="1197" y="935"/>
                    <a:pt x="1197" y="935"/>
                    <a:pt x="1197" y="935"/>
                  </a:cubicBezTo>
                  <a:cubicBezTo>
                    <a:pt x="1215" y="916"/>
                    <a:pt x="1244" y="916"/>
                    <a:pt x="1262" y="934"/>
                  </a:cubicBezTo>
                  <a:cubicBezTo>
                    <a:pt x="1280" y="951"/>
                    <a:pt x="1281" y="980"/>
                    <a:pt x="1263" y="999"/>
                  </a:cubicBezTo>
                  <a:cubicBezTo>
                    <a:pt x="1245" y="1017"/>
                    <a:pt x="1216" y="1017"/>
                    <a:pt x="1198" y="999"/>
                  </a:cubicBezTo>
                  <a:cubicBezTo>
                    <a:pt x="1198" y="999"/>
                    <a:pt x="1198" y="999"/>
                    <a:pt x="1197" y="999"/>
                  </a:cubicBezTo>
                  <a:cubicBezTo>
                    <a:pt x="1230" y="999"/>
                    <a:pt x="1230" y="999"/>
                    <a:pt x="1230" y="999"/>
                  </a:cubicBezTo>
                  <a:cubicBezTo>
                    <a:pt x="1248" y="999"/>
                    <a:pt x="1262" y="984"/>
                    <a:pt x="1262" y="967"/>
                  </a:cubicBezTo>
                  <a:cubicBezTo>
                    <a:pt x="1262" y="949"/>
                    <a:pt x="1248" y="935"/>
                    <a:pt x="1230" y="935"/>
                  </a:cubicBezTo>
                  <a:close/>
                  <a:moveTo>
                    <a:pt x="1263" y="1072"/>
                  </a:moveTo>
                  <a:cubicBezTo>
                    <a:pt x="1321" y="1054"/>
                    <a:pt x="1353" y="993"/>
                    <a:pt x="1336" y="935"/>
                  </a:cubicBezTo>
                  <a:cubicBezTo>
                    <a:pt x="1318" y="877"/>
                    <a:pt x="1257" y="844"/>
                    <a:pt x="1199" y="861"/>
                  </a:cubicBezTo>
                  <a:cubicBezTo>
                    <a:pt x="1164" y="872"/>
                    <a:pt x="1136" y="900"/>
                    <a:pt x="1126" y="935"/>
                  </a:cubicBezTo>
                  <a:cubicBezTo>
                    <a:pt x="992" y="935"/>
                    <a:pt x="992" y="935"/>
                    <a:pt x="992" y="935"/>
                  </a:cubicBezTo>
                  <a:cubicBezTo>
                    <a:pt x="1009" y="803"/>
                    <a:pt x="1131" y="710"/>
                    <a:pt x="1262" y="728"/>
                  </a:cubicBezTo>
                  <a:cubicBezTo>
                    <a:pt x="1394" y="746"/>
                    <a:pt x="1486" y="867"/>
                    <a:pt x="1469" y="999"/>
                  </a:cubicBezTo>
                  <a:cubicBezTo>
                    <a:pt x="1451" y="1130"/>
                    <a:pt x="1330" y="1223"/>
                    <a:pt x="1198" y="1205"/>
                  </a:cubicBezTo>
                  <a:cubicBezTo>
                    <a:pt x="1091" y="1191"/>
                    <a:pt x="1006" y="1106"/>
                    <a:pt x="992" y="999"/>
                  </a:cubicBezTo>
                  <a:cubicBezTo>
                    <a:pt x="1126" y="999"/>
                    <a:pt x="1126" y="999"/>
                    <a:pt x="1126" y="999"/>
                  </a:cubicBezTo>
                  <a:cubicBezTo>
                    <a:pt x="1143" y="1057"/>
                    <a:pt x="1205" y="1089"/>
                    <a:pt x="1263" y="1072"/>
                  </a:cubicBezTo>
                  <a:close/>
                  <a:moveTo>
                    <a:pt x="1262" y="1269"/>
                  </a:moveTo>
                  <a:cubicBezTo>
                    <a:pt x="1429" y="1252"/>
                    <a:pt x="1551" y="1102"/>
                    <a:pt x="1533" y="935"/>
                  </a:cubicBezTo>
                  <a:cubicBezTo>
                    <a:pt x="1515" y="767"/>
                    <a:pt x="1365" y="646"/>
                    <a:pt x="1198" y="664"/>
                  </a:cubicBezTo>
                  <a:cubicBezTo>
                    <a:pt x="1055" y="679"/>
                    <a:pt x="942" y="792"/>
                    <a:pt x="927" y="935"/>
                  </a:cubicBezTo>
                  <a:cubicBezTo>
                    <a:pt x="796" y="935"/>
                    <a:pt x="796" y="935"/>
                    <a:pt x="796" y="935"/>
                  </a:cubicBezTo>
                  <a:cubicBezTo>
                    <a:pt x="814" y="695"/>
                    <a:pt x="1023" y="515"/>
                    <a:pt x="1262" y="533"/>
                  </a:cubicBezTo>
                  <a:cubicBezTo>
                    <a:pt x="1502" y="550"/>
                    <a:pt x="1682" y="759"/>
                    <a:pt x="1664" y="999"/>
                  </a:cubicBezTo>
                  <a:cubicBezTo>
                    <a:pt x="1647" y="1238"/>
                    <a:pt x="1438" y="1418"/>
                    <a:pt x="1198" y="1401"/>
                  </a:cubicBezTo>
                  <a:cubicBezTo>
                    <a:pt x="983" y="1385"/>
                    <a:pt x="812" y="1214"/>
                    <a:pt x="796" y="999"/>
                  </a:cubicBezTo>
                  <a:cubicBezTo>
                    <a:pt x="927" y="999"/>
                    <a:pt x="927" y="999"/>
                    <a:pt x="927" y="999"/>
                  </a:cubicBezTo>
                  <a:cubicBezTo>
                    <a:pt x="945" y="1166"/>
                    <a:pt x="1095" y="1287"/>
                    <a:pt x="1262" y="1269"/>
                  </a:cubicBezTo>
                  <a:close/>
                  <a:moveTo>
                    <a:pt x="324" y="32"/>
                  </a:moveTo>
                  <a:cubicBezTo>
                    <a:pt x="324" y="14"/>
                    <a:pt x="338" y="0"/>
                    <a:pt x="356" y="0"/>
                  </a:cubicBezTo>
                  <a:cubicBezTo>
                    <a:pt x="548" y="0"/>
                    <a:pt x="548" y="0"/>
                    <a:pt x="548" y="0"/>
                  </a:cubicBezTo>
                  <a:cubicBezTo>
                    <a:pt x="566" y="0"/>
                    <a:pt x="580" y="14"/>
                    <a:pt x="580" y="32"/>
                  </a:cubicBezTo>
                  <a:cubicBezTo>
                    <a:pt x="580" y="50"/>
                    <a:pt x="566" y="64"/>
                    <a:pt x="548" y="64"/>
                  </a:cubicBezTo>
                  <a:cubicBezTo>
                    <a:pt x="356" y="64"/>
                    <a:pt x="356" y="64"/>
                    <a:pt x="356" y="64"/>
                  </a:cubicBezTo>
                  <a:cubicBezTo>
                    <a:pt x="338" y="64"/>
                    <a:pt x="324" y="50"/>
                    <a:pt x="324" y="32"/>
                  </a:cubicBezTo>
                  <a:close/>
                  <a:moveTo>
                    <a:pt x="580" y="256"/>
                  </a:moveTo>
                  <a:cubicBezTo>
                    <a:pt x="580" y="238"/>
                    <a:pt x="594" y="224"/>
                    <a:pt x="612" y="224"/>
                  </a:cubicBezTo>
                  <a:cubicBezTo>
                    <a:pt x="804" y="224"/>
                    <a:pt x="804" y="224"/>
                    <a:pt x="804" y="224"/>
                  </a:cubicBezTo>
                  <a:cubicBezTo>
                    <a:pt x="822" y="224"/>
                    <a:pt x="836" y="238"/>
                    <a:pt x="836" y="256"/>
                  </a:cubicBezTo>
                  <a:cubicBezTo>
                    <a:pt x="836" y="274"/>
                    <a:pt x="822" y="288"/>
                    <a:pt x="804" y="288"/>
                  </a:cubicBezTo>
                  <a:cubicBezTo>
                    <a:pt x="612" y="288"/>
                    <a:pt x="612" y="288"/>
                    <a:pt x="612" y="288"/>
                  </a:cubicBezTo>
                  <a:cubicBezTo>
                    <a:pt x="594" y="288"/>
                    <a:pt x="580" y="274"/>
                    <a:pt x="580" y="256"/>
                  </a:cubicBezTo>
                  <a:close/>
                  <a:moveTo>
                    <a:pt x="196" y="32"/>
                  </a:moveTo>
                  <a:cubicBezTo>
                    <a:pt x="196" y="14"/>
                    <a:pt x="210" y="0"/>
                    <a:pt x="228" y="0"/>
                  </a:cubicBezTo>
                  <a:cubicBezTo>
                    <a:pt x="246" y="0"/>
                    <a:pt x="260" y="14"/>
                    <a:pt x="260" y="32"/>
                  </a:cubicBezTo>
                  <a:cubicBezTo>
                    <a:pt x="260" y="50"/>
                    <a:pt x="246" y="64"/>
                    <a:pt x="228" y="64"/>
                  </a:cubicBezTo>
                  <a:cubicBezTo>
                    <a:pt x="210" y="64"/>
                    <a:pt x="196" y="50"/>
                    <a:pt x="196" y="32"/>
                  </a:cubicBezTo>
                  <a:close/>
                  <a:moveTo>
                    <a:pt x="132" y="640"/>
                  </a:moveTo>
                  <a:cubicBezTo>
                    <a:pt x="132" y="622"/>
                    <a:pt x="146" y="608"/>
                    <a:pt x="164" y="608"/>
                  </a:cubicBezTo>
                  <a:cubicBezTo>
                    <a:pt x="356" y="608"/>
                    <a:pt x="356" y="608"/>
                    <a:pt x="356" y="608"/>
                  </a:cubicBezTo>
                  <a:cubicBezTo>
                    <a:pt x="374" y="608"/>
                    <a:pt x="388" y="622"/>
                    <a:pt x="388" y="640"/>
                  </a:cubicBezTo>
                  <a:cubicBezTo>
                    <a:pt x="388" y="658"/>
                    <a:pt x="374" y="672"/>
                    <a:pt x="356" y="672"/>
                  </a:cubicBezTo>
                  <a:cubicBezTo>
                    <a:pt x="164" y="672"/>
                    <a:pt x="164" y="672"/>
                    <a:pt x="164" y="672"/>
                  </a:cubicBezTo>
                  <a:cubicBezTo>
                    <a:pt x="146" y="672"/>
                    <a:pt x="132" y="658"/>
                    <a:pt x="132" y="640"/>
                  </a:cubicBezTo>
                  <a:close/>
                  <a:moveTo>
                    <a:pt x="4" y="640"/>
                  </a:moveTo>
                  <a:cubicBezTo>
                    <a:pt x="4" y="622"/>
                    <a:pt x="18" y="608"/>
                    <a:pt x="36" y="608"/>
                  </a:cubicBezTo>
                  <a:cubicBezTo>
                    <a:pt x="54" y="608"/>
                    <a:pt x="68" y="622"/>
                    <a:pt x="68" y="640"/>
                  </a:cubicBezTo>
                  <a:cubicBezTo>
                    <a:pt x="68" y="658"/>
                    <a:pt x="54" y="672"/>
                    <a:pt x="36" y="672"/>
                  </a:cubicBezTo>
                  <a:cubicBezTo>
                    <a:pt x="18" y="672"/>
                    <a:pt x="4" y="658"/>
                    <a:pt x="4" y="640"/>
                  </a:cubicBezTo>
                  <a:close/>
                  <a:moveTo>
                    <a:pt x="452" y="1344"/>
                  </a:moveTo>
                  <a:cubicBezTo>
                    <a:pt x="452" y="1362"/>
                    <a:pt x="438" y="1376"/>
                    <a:pt x="420" y="1376"/>
                  </a:cubicBezTo>
                  <a:cubicBezTo>
                    <a:pt x="292" y="1376"/>
                    <a:pt x="292" y="1376"/>
                    <a:pt x="292" y="1376"/>
                  </a:cubicBezTo>
                  <a:cubicBezTo>
                    <a:pt x="274" y="1376"/>
                    <a:pt x="260" y="1362"/>
                    <a:pt x="260" y="1344"/>
                  </a:cubicBezTo>
                  <a:cubicBezTo>
                    <a:pt x="260" y="1326"/>
                    <a:pt x="274" y="1312"/>
                    <a:pt x="292" y="1312"/>
                  </a:cubicBezTo>
                  <a:cubicBezTo>
                    <a:pt x="420" y="1312"/>
                    <a:pt x="420" y="1312"/>
                    <a:pt x="420" y="1312"/>
                  </a:cubicBezTo>
                  <a:cubicBezTo>
                    <a:pt x="438" y="1312"/>
                    <a:pt x="452" y="1326"/>
                    <a:pt x="452" y="1344"/>
                  </a:cubicBezTo>
                  <a:close/>
                  <a:moveTo>
                    <a:pt x="132" y="1344"/>
                  </a:moveTo>
                  <a:cubicBezTo>
                    <a:pt x="132" y="1326"/>
                    <a:pt x="146" y="1312"/>
                    <a:pt x="164" y="1312"/>
                  </a:cubicBezTo>
                  <a:cubicBezTo>
                    <a:pt x="182" y="1312"/>
                    <a:pt x="196" y="1326"/>
                    <a:pt x="196" y="1344"/>
                  </a:cubicBezTo>
                  <a:cubicBezTo>
                    <a:pt x="196" y="1362"/>
                    <a:pt x="182" y="1376"/>
                    <a:pt x="164" y="1376"/>
                  </a:cubicBezTo>
                  <a:cubicBezTo>
                    <a:pt x="146" y="1376"/>
                    <a:pt x="132" y="1362"/>
                    <a:pt x="132" y="1344"/>
                  </a:cubicBezTo>
                  <a:close/>
                  <a:moveTo>
                    <a:pt x="708" y="1632"/>
                  </a:moveTo>
                  <a:cubicBezTo>
                    <a:pt x="708" y="1650"/>
                    <a:pt x="694" y="1664"/>
                    <a:pt x="676" y="1664"/>
                  </a:cubicBezTo>
                  <a:cubicBezTo>
                    <a:pt x="658" y="1664"/>
                    <a:pt x="644" y="1650"/>
                    <a:pt x="644" y="1632"/>
                  </a:cubicBezTo>
                  <a:cubicBezTo>
                    <a:pt x="644" y="1614"/>
                    <a:pt x="658" y="1600"/>
                    <a:pt x="676" y="1600"/>
                  </a:cubicBezTo>
                  <a:cubicBezTo>
                    <a:pt x="694" y="1600"/>
                    <a:pt x="708" y="1614"/>
                    <a:pt x="708" y="1632"/>
                  </a:cubicBezTo>
                  <a:close/>
                  <a:moveTo>
                    <a:pt x="388" y="1888"/>
                  </a:moveTo>
                  <a:cubicBezTo>
                    <a:pt x="388" y="1906"/>
                    <a:pt x="374" y="1920"/>
                    <a:pt x="356" y="1920"/>
                  </a:cubicBezTo>
                  <a:cubicBezTo>
                    <a:pt x="164" y="1920"/>
                    <a:pt x="164" y="1920"/>
                    <a:pt x="164" y="1920"/>
                  </a:cubicBezTo>
                  <a:cubicBezTo>
                    <a:pt x="146" y="1920"/>
                    <a:pt x="132" y="1906"/>
                    <a:pt x="132" y="1888"/>
                  </a:cubicBezTo>
                  <a:cubicBezTo>
                    <a:pt x="132" y="1870"/>
                    <a:pt x="146" y="1856"/>
                    <a:pt x="164" y="1856"/>
                  </a:cubicBezTo>
                  <a:cubicBezTo>
                    <a:pt x="356" y="1856"/>
                    <a:pt x="356" y="1856"/>
                    <a:pt x="356" y="1856"/>
                  </a:cubicBezTo>
                  <a:cubicBezTo>
                    <a:pt x="374" y="1856"/>
                    <a:pt x="388" y="1870"/>
                    <a:pt x="388" y="1888"/>
                  </a:cubicBezTo>
                  <a:close/>
                  <a:moveTo>
                    <a:pt x="68" y="1888"/>
                  </a:moveTo>
                  <a:cubicBezTo>
                    <a:pt x="68" y="1906"/>
                    <a:pt x="54" y="1920"/>
                    <a:pt x="36" y="1920"/>
                  </a:cubicBezTo>
                  <a:cubicBezTo>
                    <a:pt x="18" y="1920"/>
                    <a:pt x="4" y="1906"/>
                    <a:pt x="4" y="1888"/>
                  </a:cubicBezTo>
                  <a:cubicBezTo>
                    <a:pt x="4" y="1870"/>
                    <a:pt x="18" y="1856"/>
                    <a:pt x="36" y="1856"/>
                  </a:cubicBezTo>
                  <a:cubicBezTo>
                    <a:pt x="54" y="1856"/>
                    <a:pt x="68" y="1870"/>
                    <a:pt x="68" y="1888"/>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7" name="Group 6">
            <a:extLst>
              <a:ext uri="{FF2B5EF4-FFF2-40B4-BE49-F238E27FC236}">
                <a16:creationId xmlns:a16="http://schemas.microsoft.com/office/drawing/2014/main" id="{D1482A78-C58B-B1B5-6ED1-C4DAAD88B204}"/>
              </a:ext>
            </a:extLst>
          </p:cNvPr>
          <p:cNvGrpSpPr/>
          <p:nvPr userDrawn="1"/>
        </p:nvGrpSpPr>
        <p:grpSpPr>
          <a:xfrm>
            <a:off x="2974035" y="3075877"/>
            <a:ext cx="984564" cy="706245"/>
            <a:chOff x="6707459" y="3674798"/>
            <a:chExt cx="984564" cy="706245"/>
          </a:xfrm>
        </p:grpSpPr>
        <p:sp>
          <p:nvSpPr>
            <p:cNvPr id="8" name="Rectangle 7">
              <a:extLst>
                <a:ext uri="{FF2B5EF4-FFF2-40B4-BE49-F238E27FC236}">
                  <a16:creationId xmlns:a16="http://schemas.microsoft.com/office/drawing/2014/main" id="{733B3114-1A14-F89E-34B5-821FCC454CE6}"/>
                </a:ext>
              </a:extLst>
            </p:cNvPr>
            <p:cNvSpPr/>
            <p:nvPr/>
          </p:nvSpPr>
          <p:spPr>
            <a:xfrm>
              <a:off x="6707459" y="3965545"/>
              <a:ext cx="984564" cy="4154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Approach &amp; </a:t>
              </a:r>
              <a:b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b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Outcome </a:t>
              </a:r>
            </a:p>
          </p:txBody>
        </p:sp>
        <p:sp>
          <p:nvSpPr>
            <p:cNvPr id="9" name="Freeform 145">
              <a:extLst>
                <a:ext uri="{FF2B5EF4-FFF2-40B4-BE49-F238E27FC236}">
                  <a16:creationId xmlns:a16="http://schemas.microsoft.com/office/drawing/2014/main" id="{878F6102-54C3-D7CA-8A6A-C36DB142B382}"/>
                </a:ext>
              </a:extLst>
            </p:cNvPr>
            <p:cNvSpPr>
              <a:spLocks noEditPoints="1"/>
            </p:cNvSpPr>
            <p:nvPr/>
          </p:nvSpPr>
          <p:spPr bwMode="auto">
            <a:xfrm>
              <a:off x="7049433" y="3674798"/>
              <a:ext cx="300610" cy="251956"/>
            </a:xfrm>
            <a:custGeom>
              <a:avLst/>
              <a:gdLst>
                <a:gd name="T0" fmla="*/ 131 w 200"/>
                <a:gd name="T1" fmla="*/ 126 h 167"/>
                <a:gd name="T2" fmla="*/ 131 w 200"/>
                <a:gd name="T3" fmla="*/ 159 h 167"/>
                <a:gd name="T4" fmla="*/ 125 w 200"/>
                <a:gd name="T5" fmla="*/ 165 h 167"/>
                <a:gd name="T6" fmla="*/ 92 w 200"/>
                <a:gd name="T7" fmla="*/ 165 h 167"/>
                <a:gd name="T8" fmla="*/ 84 w 200"/>
                <a:gd name="T9" fmla="*/ 162 h 167"/>
                <a:gd name="T10" fmla="*/ 102 w 200"/>
                <a:gd name="T11" fmla="*/ 142 h 167"/>
                <a:gd name="T12" fmla="*/ 84 w 200"/>
                <a:gd name="T13" fmla="*/ 123 h 167"/>
                <a:gd name="T14" fmla="*/ 92 w 200"/>
                <a:gd name="T15" fmla="*/ 120 h 167"/>
                <a:gd name="T16" fmla="*/ 125 w 200"/>
                <a:gd name="T17" fmla="*/ 120 h 167"/>
                <a:gd name="T18" fmla="*/ 200 w 200"/>
                <a:gd name="T19" fmla="*/ 39 h 167"/>
                <a:gd name="T20" fmla="*/ 146 w 200"/>
                <a:gd name="T21" fmla="*/ 39 h 167"/>
                <a:gd name="T22" fmla="*/ 200 w 200"/>
                <a:gd name="T23" fmla="*/ 39 h 167"/>
                <a:gd name="T24" fmla="*/ 173 w 200"/>
                <a:gd name="T25" fmla="*/ 21 h 167"/>
                <a:gd name="T26" fmla="*/ 173 w 200"/>
                <a:gd name="T27" fmla="*/ 57 h 167"/>
                <a:gd name="T28" fmla="*/ 13 w 200"/>
                <a:gd name="T29" fmla="*/ 47 h 167"/>
                <a:gd name="T30" fmla="*/ 46 w 200"/>
                <a:gd name="T31" fmla="*/ 47 h 167"/>
                <a:gd name="T32" fmla="*/ 54 w 200"/>
                <a:gd name="T33" fmla="*/ 44 h 167"/>
                <a:gd name="T34" fmla="*/ 36 w 200"/>
                <a:gd name="T35" fmla="*/ 25 h 167"/>
                <a:gd name="T36" fmla="*/ 52 w 200"/>
                <a:gd name="T37" fmla="*/ 2 h 167"/>
                <a:gd name="T38" fmla="*/ 30 w 200"/>
                <a:gd name="T39" fmla="*/ 18 h 167"/>
                <a:gd name="T40" fmla="*/ 7 w 200"/>
                <a:gd name="T41" fmla="*/ 2 h 167"/>
                <a:gd name="T42" fmla="*/ 23 w 200"/>
                <a:gd name="T43" fmla="*/ 25 h 167"/>
                <a:gd name="T44" fmla="*/ 5 w 200"/>
                <a:gd name="T45" fmla="*/ 44 h 167"/>
                <a:gd name="T46" fmla="*/ 13 w 200"/>
                <a:gd name="T47" fmla="*/ 47 h 167"/>
                <a:gd name="T48" fmla="*/ 132 w 200"/>
                <a:gd name="T49" fmla="*/ 43 h 167"/>
                <a:gd name="T50" fmla="*/ 105 w 200"/>
                <a:gd name="T51" fmla="*/ 67 h 167"/>
                <a:gd name="T52" fmla="*/ 119 w 200"/>
                <a:gd name="T53" fmla="*/ 44 h 167"/>
                <a:gd name="T54" fmla="*/ 50 w 200"/>
                <a:gd name="T55" fmla="*/ 81 h 167"/>
                <a:gd name="T56" fmla="*/ 34 w 200"/>
                <a:gd name="T57" fmla="*/ 114 h 167"/>
                <a:gd name="T58" fmla="*/ 54 w 200"/>
                <a:gd name="T59" fmla="*/ 140 h 167"/>
                <a:gd name="T60" fmla="*/ 0 w 200"/>
                <a:gd name="T61" fmla="*/ 140 h 167"/>
                <a:gd name="T62" fmla="*/ 25 w 200"/>
                <a:gd name="T63" fmla="*/ 113 h 167"/>
                <a:gd name="T64" fmla="*/ 42 w 200"/>
                <a:gd name="T65" fmla="*/ 76 h 167"/>
                <a:gd name="T66" fmla="*/ 117 w 200"/>
                <a:gd name="T67" fmla="*/ 35 h 167"/>
                <a:gd name="T68" fmla="*/ 100 w 200"/>
                <a:gd name="T69" fmla="*/ 19 h 167"/>
                <a:gd name="T70" fmla="*/ 105 w 200"/>
                <a:gd name="T71" fmla="*/ 14 h 167"/>
                <a:gd name="T72" fmla="*/ 132 w 200"/>
                <a:gd name="T73" fmla="*/ 36 h 167"/>
                <a:gd name="T74" fmla="*/ 9 w 200"/>
                <a:gd name="T75" fmla="*/ 140 h 167"/>
                <a:gd name="T76" fmla="*/ 45 w 200"/>
                <a:gd name="T77" fmla="*/ 14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 h="167">
                  <a:moveTo>
                    <a:pt x="131" y="120"/>
                  </a:moveTo>
                  <a:cubicBezTo>
                    <a:pt x="133" y="121"/>
                    <a:pt x="133" y="124"/>
                    <a:pt x="131" y="126"/>
                  </a:cubicBezTo>
                  <a:cubicBezTo>
                    <a:pt x="115" y="142"/>
                    <a:pt x="115" y="142"/>
                    <a:pt x="115" y="142"/>
                  </a:cubicBezTo>
                  <a:cubicBezTo>
                    <a:pt x="131" y="159"/>
                    <a:pt x="131" y="159"/>
                    <a:pt x="131" y="159"/>
                  </a:cubicBezTo>
                  <a:cubicBezTo>
                    <a:pt x="133" y="161"/>
                    <a:pt x="133" y="164"/>
                    <a:pt x="131" y="165"/>
                  </a:cubicBezTo>
                  <a:cubicBezTo>
                    <a:pt x="129" y="167"/>
                    <a:pt x="126" y="167"/>
                    <a:pt x="125" y="165"/>
                  </a:cubicBezTo>
                  <a:cubicBezTo>
                    <a:pt x="108" y="149"/>
                    <a:pt x="108" y="149"/>
                    <a:pt x="108" y="149"/>
                  </a:cubicBezTo>
                  <a:cubicBezTo>
                    <a:pt x="92" y="165"/>
                    <a:pt x="92" y="165"/>
                    <a:pt x="92" y="165"/>
                  </a:cubicBezTo>
                  <a:cubicBezTo>
                    <a:pt x="90" y="167"/>
                    <a:pt x="87" y="167"/>
                    <a:pt x="85" y="165"/>
                  </a:cubicBezTo>
                  <a:cubicBezTo>
                    <a:pt x="84" y="164"/>
                    <a:pt x="84" y="163"/>
                    <a:pt x="84" y="162"/>
                  </a:cubicBezTo>
                  <a:cubicBezTo>
                    <a:pt x="84" y="161"/>
                    <a:pt x="84" y="160"/>
                    <a:pt x="85" y="159"/>
                  </a:cubicBezTo>
                  <a:cubicBezTo>
                    <a:pt x="102" y="142"/>
                    <a:pt x="102" y="142"/>
                    <a:pt x="102" y="142"/>
                  </a:cubicBezTo>
                  <a:cubicBezTo>
                    <a:pt x="85" y="126"/>
                    <a:pt x="85" y="126"/>
                    <a:pt x="85" y="126"/>
                  </a:cubicBezTo>
                  <a:cubicBezTo>
                    <a:pt x="84" y="125"/>
                    <a:pt x="84" y="124"/>
                    <a:pt x="84" y="123"/>
                  </a:cubicBezTo>
                  <a:cubicBezTo>
                    <a:pt x="84" y="122"/>
                    <a:pt x="84" y="120"/>
                    <a:pt x="85" y="120"/>
                  </a:cubicBezTo>
                  <a:cubicBezTo>
                    <a:pt x="87" y="118"/>
                    <a:pt x="90" y="118"/>
                    <a:pt x="92" y="120"/>
                  </a:cubicBezTo>
                  <a:cubicBezTo>
                    <a:pt x="108" y="136"/>
                    <a:pt x="108" y="136"/>
                    <a:pt x="108" y="136"/>
                  </a:cubicBezTo>
                  <a:cubicBezTo>
                    <a:pt x="125" y="120"/>
                    <a:pt x="125" y="120"/>
                    <a:pt x="125" y="120"/>
                  </a:cubicBezTo>
                  <a:cubicBezTo>
                    <a:pt x="126" y="118"/>
                    <a:pt x="129" y="118"/>
                    <a:pt x="131" y="120"/>
                  </a:cubicBezTo>
                  <a:close/>
                  <a:moveTo>
                    <a:pt x="200" y="39"/>
                  </a:moveTo>
                  <a:cubicBezTo>
                    <a:pt x="200" y="53"/>
                    <a:pt x="188" y="66"/>
                    <a:pt x="173" y="66"/>
                  </a:cubicBezTo>
                  <a:cubicBezTo>
                    <a:pt x="158" y="66"/>
                    <a:pt x="146" y="53"/>
                    <a:pt x="146" y="39"/>
                  </a:cubicBezTo>
                  <a:cubicBezTo>
                    <a:pt x="146" y="24"/>
                    <a:pt x="158" y="12"/>
                    <a:pt x="173" y="12"/>
                  </a:cubicBezTo>
                  <a:cubicBezTo>
                    <a:pt x="188" y="12"/>
                    <a:pt x="200" y="24"/>
                    <a:pt x="200" y="39"/>
                  </a:cubicBezTo>
                  <a:close/>
                  <a:moveTo>
                    <a:pt x="191" y="39"/>
                  </a:moveTo>
                  <a:cubicBezTo>
                    <a:pt x="191" y="29"/>
                    <a:pt x="183" y="21"/>
                    <a:pt x="173" y="21"/>
                  </a:cubicBezTo>
                  <a:cubicBezTo>
                    <a:pt x="163" y="21"/>
                    <a:pt x="155" y="29"/>
                    <a:pt x="155" y="39"/>
                  </a:cubicBezTo>
                  <a:cubicBezTo>
                    <a:pt x="155" y="48"/>
                    <a:pt x="163" y="57"/>
                    <a:pt x="173" y="57"/>
                  </a:cubicBezTo>
                  <a:cubicBezTo>
                    <a:pt x="183" y="57"/>
                    <a:pt x="191" y="48"/>
                    <a:pt x="191" y="39"/>
                  </a:cubicBezTo>
                  <a:close/>
                  <a:moveTo>
                    <a:pt x="13" y="47"/>
                  </a:moveTo>
                  <a:cubicBezTo>
                    <a:pt x="30" y="31"/>
                    <a:pt x="30" y="31"/>
                    <a:pt x="30" y="31"/>
                  </a:cubicBezTo>
                  <a:cubicBezTo>
                    <a:pt x="46" y="47"/>
                    <a:pt x="46" y="47"/>
                    <a:pt x="46" y="47"/>
                  </a:cubicBezTo>
                  <a:cubicBezTo>
                    <a:pt x="48" y="49"/>
                    <a:pt x="51" y="49"/>
                    <a:pt x="52" y="47"/>
                  </a:cubicBezTo>
                  <a:cubicBezTo>
                    <a:pt x="53" y="47"/>
                    <a:pt x="54" y="45"/>
                    <a:pt x="54" y="44"/>
                  </a:cubicBezTo>
                  <a:cubicBezTo>
                    <a:pt x="54" y="43"/>
                    <a:pt x="53" y="42"/>
                    <a:pt x="52" y="41"/>
                  </a:cubicBezTo>
                  <a:cubicBezTo>
                    <a:pt x="36" y="25"/>
                    <a:pt x="36" y="25"/>
                    <a:pt x="36" y="25"/>
                  </a:cubicBezTo>
                  <a:cubicBezTo>
                    <a:pt x="52" y="8"/>
                    <a:pt x="52" y="8"/>
                    <a:pt x="52" y="8"/>
                  </a:cubicBezTo>
                  <a:cubicBezTo>
                    <a:pt x="54" y="6"/>
                    <a:pt x="54" y="3"/>
                    <a:pt x="52" y="2"/>
                  </a:cubicBezTo>
                  <a:cubicBezTo>
                    <a:pt x="51" y="0"/>
                    <a:pt x="48" y="0"/>
                    <a:pt x="46" y="2"/>
                  </a:cubicBezTo>
                  <a:cubicBezTo>
                    <a:pt x="30" y="18"/>
                    <a:pt x="30" y="18"/>
                    <a:pt x="30" y="18"/>
                  </a:cubicBezTo>
                  <a:cubicBezTo>
                    <a:pt x="13" y="2"/>
                    <a:pt x="13" y="2"/>
                    <a:pt x="13" y="2"/>
                  </a:cubicBezTo>
                  <a:cubicBezTo>
                    <a:pt x="11" y="0"/>
                    <a:pt x="8" y="0"/>
                    <a:pt x="7" y="2"/>
                  </a:cubicBezTo>
                  <a:cubicBezTo>
                    <a:pt x="5" y="3"/>
                    <a:pt x="5" y="6"/>
                    <a:pt x="7" y="8"/>
                  </a:cubicBezTo>
                  <a:cubicBezTo>
                    <a:pt x="23" y="25"/>
                    <a:pt x="23" y="25"/>
                    <a:pt x="23" y="25"/>
                  </a:cubicBezTo>
                  <a:cubicBezTo>
                    <a:pt x="7" y="41"/>
                    <a:pt x="7" y="41"/>
                    <a:pt x="7" y="41"/>
                  </a:cubicBezTo>
                  <a:cubicBezTo>
                    <a:pt x="6" y="42"/>
                    <a:pt x="5" y="43"/>
                    <a:pt x="5" y="44"/>
                  </a:cubicBezTo>
                  <a:cubicBezTo>
                    <a:pt x="5" y="45"/>
                    <a:pt x="6" y="47"/>
                    <a:pt x="7" y="47"/>
                  </a:cubicBezTo>
                  <a:cubicBezTo>
                    <a:pt x="8" y="49"/>
                    <a:pt x="11" y="49"/>
                    <a:pt x="13" y="47"/>
                  </a:cubicBezTo>
                  <a:close/>
                  <a:moveTo>
                    <a:pt x="132" y="36"/>
                  </a:moveTo>
                  <a:cubicBezTo>
                    <a:pt x="133" y="38"/>
                    <a:pt x="134" y="41"/>
                    <a:pt x="132" y="43"/>
                  </a:cubicBezTo>
                  <a:cubicBezTo>
                    <a:pt x="111" y="67"/>
                    <a:pt x="111" y="67"/>
                    <a:pt x="111" y="67"/>
                  </a:cubicBezTo>
                  <a:cubicBezTo>
                    <a:pt x="110" y="68"/>
                    <a:pt x="107" y="69"/>
                    <a:pt x="105" y="67"/>
                  </a:cubicBezTo>
                  <a:cubicBezTo>
                    <a:pt x="103" y="65"/>
                    <a:pt x="103" y="63"/>
                    <a:pt x="104" y="61"/>
                  </a:cubicBezTo>
                  <a:cubicBezTo>
                    <a:pt x="119" y="44"/>
                    <a:pt x="119" y="44"/>
                    <a:pt x="119" y="44"/>
                  </a:cubicBezTo>
                  <a:cubicBezTo>
                    <a:pt x="115" y="45"/>
                    <a:pt x="115" y="45"/>
                    <a:pt x="115" y="45"/>
                  </a:cubicBezTo>
                  <a:cubicBezTo>
                    <a:pt x="88" y="48"/>
                    <a:pt x="66" y="61"/>
                    <a:pt x="50" y="81"/>
                  </a:cubicBezTo>
                  <a:cubicBezTo>
                    <a:pt x="41" y="94"/>
                    <a:pt x="36" y="106"/>
                    <a:pt x="34" y="112"/>
                  </a:cubicBezTo>
                  <a:cubicBezTo>
                    <a:pt x="34" y="114"/>
                    <a:pt x="34" y="114"/>
                    <a:pt x="34" y="114"/>
                  </a:cubicBezTo>
                  <a:cubicBezTo>
                    <a:pt x="35" y="114"/>
                    <a:pt x="35" y="114"/>
                    <a:pt x="35" y="114"/>
                  </a:cubicBezTo>
                  <a:cubicBezTo>
                    <a:pt x="46" y="118"/>
                    <a:pt x="54" y="128"/>
                    <a:pt x="54" y="140"/>
                  </a:cubicBezTo>
                  <a:cubicBezTo>
                    <a:pt x="54" y="155"/>
                    <a:pt x="42" y="167"/>
                    <a:pt x="27" y="167"/>
                  </a:cubicBezTo>
                  <a:cubicBezTo>
                    <a:pt x="12" y="167"/>
                    <a:pt x="0" y="155"/>
                    <a:pt x="0" y="140"/>
                  </a:cubicBezTo>
                  <a:cubicBezTo>
                    <a:pt x="0" y="126"/>
                    <a:pt x="10" y="114"/>
                    <a:pt x="24" y="113"/>
                  </a:cubicBezTo>
                  <a:cubicBezTo>
                    <a:pt x="25" y="113"/>
                    <a:pt x="25" y="113"/>
                    <a:pt x="25" y="113"/>
                  </a:cubicBezTo>
                  <a:cubicBezTo>
                    <a:pt x="25" y="112"/>
                    <a:pt x="25" y="112"/>
                    <a:pt x="25" y="112"/>
                  </a:cubicBezTo>
                  <a:cubicBezTo>
                    <a:pt x="27" y="105"/>
                    <a:pt x="32" y="91"/>
                    <a:pt x="42" y="76"/>
                  </a:cubicBezTo>
                  <a:cubicBezTo>
                    <a:pt x="54" y="61"/>
                    <a:pt x="76" y="41"/>
                    <a:pt x="114" y="36"/>
                  </a:cubicBezTo>
                  <a:cubicBezTo>
                    <a:pt x="117" y="35"/>
                    <a:pt x="117" y="35"/>
                    <a:pt x="117" y="35"/>
                  </a:cubicBezTo>
                  <a:cubicBezTo>
                    <a:pt x="102" y="22"/>
                    <a:pt x="102" y="22"/>
                    <a:pt x="102" y="22"/>
                  </a:cubicBezTo>
                  <a:cubicBezTo>
                    <a:pt x="101" y="22"/>
                    <a:pt x="100" y="20"/>
                    <a:pt x="100" y="19"/>
                  </a:cubicBezTo>
                  <a:cubicBezTo>
                    <a:pt x="100" y="18"/>
                    <a:pt x="100" y="17"/>
                    <a:pt x="101" y="16"/>
                  </a:cubicBezTo>
                  <a:cubicBezTo>
                    <a:pt x="102" y="15"/>
                    <a:pt x="103" y="14"/>
                    <a:pt x="105" y="14"/>
                  </a:cubicBezTo>
                  <a:cubicBezTo>
                    <a:pt x="106" y="14"/>
                    <a:pt x="107" y="15"/>
                    <a:pt x="108" y="15"/>
                  </a:cubicBezTo>
                  <a:lnTo>
                    <a:pt x="132" y="36"/>
                  </a:lnTo>
                  <a:close/>
                  <a:moveTo>
                    <a:pt x="27" y="122"/>
                  </a:moveTo>
                  <a:cubicBezTo>
                    <a:pt x="17" y="122"/>
                    <a:pt x="9" y="130"/>
                    <a:pt x="9" y="140"/>
                  </a:cubicBezTo>
                  <a:cubicBezTo>
                    <a:pt x="9" y="150"/>
                    <a:pt x="17" y="158"/>
                    <a:pt x="27" y="158"/>
                  </a:cubicBezTo>
                  <a:cubicBezTo>
                    <a:pt x="37" y="158"/>
                    <a:pt x="45" y="150"/>
                    <a:pt x="45" y="140"/>
                  </a:cubicBezTo>
                  <a:cubicBezTo>
                    <a:pt x="45" y="130"/>
                    <a:pt x="37" y="122"/>
                    <a:pt x="27" y="122"/>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10" name="Group 9">
            <a:extLst>
              <a:ext uri="{FF2B5EF4-FFF2-40B4-BE49-F238E27FC236}">
                <a16:creationId xmlns:a16="http://schemas.microsoft.com/office/drawing/2014/main" id="{BD561FDB-0CF5-C88E-268B-308CE460F8A9}"/>
              </a:ext>
            </a:extLst>
          </p:cNvPr>
          <p:cNvGrpSpPr/>
          <p:nvPr userDrawn="1"/>
        </p:nvGrpSpPr>
        <p:grpSpPr>
          <a:xfrm>
            <a:off x="3050979" y="5331608"/>
            <a:ext cx="830677" cy="535494"/>
            <a:chOff x="6784399" y="4834949"/>
            <a:chExt cx="830677" cy="535494"/>
          </a:xfrm>
        </p:grpSpPr>
        <p:sp>
          <p:nvSpPr>
            <p:cNvPr id="12" name="Rectangle 11">
              <a:extLst>
                <a:ext uri="{FF2B5EF4-FFF2-40B4-BE49-F238E27FC236}">
                  <a16:creationId xmlns:a16="http://schemas.microsoft.com/office/drawing/2014/main" id="{2C0AB927-7690-AFA1-3DB8-4B89EA82BD42}"/>
                </a:ext>
              </a:extLst>
            </p:cNvPr>
            <p:cNvSpPr/>
            <p:nvPr/>
          </p:nvSpPr>
          <p:spPr>
            <a:xfrm>
              <a:off x="6784399" y="5124222"/>
              <a:ext cx="830677" cy="246221"/>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Our Scope</a:t>
              </a:r>
              <a:endParaRPr kumimoji="0" lang="en-US" sz="1000" b="1" i="1" u="none" strike="noStrike" kern="1200" cap="none" spc="0" normalizeH="0" baseline="0" noProof="0">
                <a:ln>
                  <a:noFill/>
                </a:ln>
                <a:solidFill>
                  <a:srgbClr val="FF0000"/>
                </a:solidFill>
                <a:effectLst/>
                <a:uLnTx/>
                <a:uFillTx/>
                <a:latin typeface="Helvetica" panose="020B0604020202020204" pitchFamily="34" charset="0"/>
                <a:ea typeface="+mn-ea"/>
                <a:cs typeface="Helvetica" panose="020B0604020202020204" pitchFamily="34" charset="0"/>
              </a:endParaRPr>
            </a:p>
          </p:txBody>
        </p:sp>
        <p:sp>
          <p:nvSpPr>
            <p:cNvPr id="13" name="Freeform 149">
              <a:extLst>
                <a:ext uri="{FF2B5EF4-FFF2-40B4-BE49-F238E27FC236}">
                  <a16:creationId xmlns:a16="http://schemas.microsoft.com/office/drawing/2014/main" id="{F63B37E1-4A5B-3F88-080D-B60196A7BF37}"/>
                </a:ext>
              </a:extLst>
            </p:cNvPr>
            <p:cNvSpPr>
              <a:spLocks noEditPoints="1"/>
            </p:cNvSpPr>
            <p:nvPr/>
          </p:nvSpPr>
          <p:spPr bwMode="auto">
            <a:xfrm>
              <a:off x="7073999" y="4834949"/>
              <a:ext cx="251479" cy="289273"/>
            </a:xfrm>
            <a:custGeom>
              <a:avLst/>
              <a:gdLst>
                <a:gd name="T0" fmla="*/ 131 w 199"/>
                <a:gd name="T1" fmla="*/ 55 h 231"/>
                <a:gd name="T2" fmla="*/ 103 w 199"/>
                <a:gd name="T3" fmla="*/ 34 h 231"/>
                <a:gd name="T4" fmla="*/ 88 w 199"/>
                <a:gd name="T5" fmla="*/ 49 h 231"/>
                <a:gd name="T6" fmla="*/ 69 w 199"/>
                <a:gd name="T7" fmla="*/ 59 h 231"/>
                <a:gd name="T8" fmla="*/ 80 w 199"/>
                <a:gd name="T9" fmla="*/ 92 h 231"/>
                <a:gd name="T10" fmla="*/ 115 w 199"/>
                <a:gd name="T11" fmla="*/ 92 h 231"/>
                <a:gd name="T12" fmla="*/ 118 w 199"/>
                <a:gd name="T13" fmla="*/ 71 h 231"/>
                <a:gd name="T14" fmla="*/ 111 w 199"/>
                <a:gd name="T15" fmla="*/ 81 h 231"/>
                <a:gd name="T16" fmla="*/ 88 w 199"/>
                <a:gd name="T17" fmla="*/ 81 h 231"/>
                <a:gd name="T18" fmla="*/ 80 w 199"/>
                <a:gd name="T19" fmla="*/ 59 h 231"/>
                <a:gd name="T20" fmla="*/ 99 w 199"/>
                <a:gd name="T21" fmla="*/ 45 h 231"/>
                <a:gd name="T22" fmla="*/ 118 w 199"/>
                <a:gd name="T23" fmla="*/ 59 h 231"/>
                <a:gd name="T24" fmla="*/ 183 w 199"/>
                <a:gd name="T25" fmla="*/ 17 h 231"/>
                <a:gd name="T26" fmla="*/ 155 w 199"/>
                <a:gd name="T27" fmla="*/ 0 h 231"/>
                <a:gd name="T28" fmla="*/ 34 w 199"/>
                <a:gd name="T29" fmla="*/ 17 h 231"/>
                <a:gd name="T30" fmla="*/ 1 w 199"/>
                <a:gd name="T31" fmla="*/ 35 h 231"/>
                <a:gd name="T32" fmla="*/ 45 w 199"/>
                <a:gd name="T33" fmla="*/ 97 h 231"/>
                <a:gd name="T34" fmla="*/ 84 w 199"/>
                <a:gd name="T35" fmla="*/ 140 h 231"/>
                <a:gd name="T36" fmla="*/ 61 w 199"/>
                <a:gd name="T37" fmla="*/ 173 h 231"/>
                <a:gd name="T38" fmla="*/ 35 w 199"/>
                <a:gd name="T39" fmla="*/ 214 h 231"/>
                <a:gd name="T40" fmla="*/ 161 w 199"/>
                <a:gd name="T41" fmla="*/ 231 h 231"/>
                <a:gd name="T42" fmla="*/ 150 w 199"/>
                <a:gd name="T43" fmla="*/ 199 h 231"/>
                <a:gd name="T44" fmla="*/ 135 w 199"/>
                <a:gd name="T45" fmla="*/ 169 h 231"/>
                <a:gd name="T46" fmla="*/ 116 w 199"/>
                <a:gd name="T47" fmla="*/ 140 h 231"/>
                <a:gd name="T48" fmla="*/ 154 w 199"/>
                <a:gd name="T49" fmla="*/ 96 h 231"/>
                <a:gd name="T50" fmla="*/ 194 w 199"/>
                <a:gd name="T51" fmla="*/ 22 h 231"/>
                <a:gd name="T52" fmla="*/ 11 w 199"/>
                <a:gd name="T53" fmla="*/ 27 h 231"/>
                <a:gd name="T54" fmla="*/ 34 w 199"/>
                <a:gd name="T55" fmla="*/ 36 h 231"/>
                <a:gd name="T56" fmla="*/ 38 w 199"/>
                <a:gd name="T57" fmla="*/ 82 h 231"/>
                <a:gd name="T58" fmla="*/ 157 w 199"/>
                <a:gd name="T59" fmla="*/ 223 h 231"/>
                <a:gd name="T60" fmla="*/ 49 w 199"/>
                <a:gd name="T61" fmla="*/ 207 h 231"/>
                <a:gd name="T62" fmla="*/ 131 w 199"/>
                <a:gd name="T63" fmla="*/ 199 h 231"/>
                <a:gd name="T64" fmla="*/ 131 w 199"/>
                <a:gd name="T65" fmla="*/ 177 h 231"/>
                <a:gd name="T66" fmla="*/ 81 w 199"/>
                <a:gd name="T67" fmla="*/ 169 h 231"/>
                <a:gd name="T68" fmla="*/ 92 w 199"/>
                <a:gd name="T69" fmla="*/ 144 h 231"/>
                <a:gd name="T70" fmla="*/ 106 w 199"/>
                <a:gd name="T71" fmla="*/ 143 h 231"/>
                <a:gd name="T72" fmla="*/ 116 w 199"/>
                <a:gd name="T73" fmla="*/ 167 h 231"/>
                <a:gd name="T74" fmla="*/ 99 w 199"/>
                <a:gd name="T75" fmla="*/ 135 h 231"/>
                <a:gd name="T76" fmla="*/ 42 w 199"/>
                <a:gd name="T77" fmla="*/ 10 h 231"/>
                <a:gd name="T78" fmla="*/ 157 w 199"/>
                <a:gd name="T79" fmla="*/ 10 h 231"/>
                <a:gd name="T80" fmla="*/ 161 w 199"/>
                <a:gd name="T81" fmla="*/ 82 h 231"/>
                <a:gd name="T82" fmla="*/ 165 w 199"/>
                <a:gd name="T83" fmla="*/ 36 h 231"/>
                <a:gd name="T84" fmla="*/ 188 w 199"/>
                <a:gd name="T85" fmla="*/ 27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9" h="231">
                  <a:moveTo>
                    <a:pt x="118" y="71"/>
                  </a:moveTo>
                  <a:cubicBezTo>
                    <a:pt x="130" y="59"/>
                    <a:pt x="130" y="59"/>
                    <a:pt x="130" y="59"/>
                  </a:cubicBezTo>
                  <a:cubicBezTo>
                    <a:pt x="131" y="58"/>
                    <a:pt x="131" y="56"/>
                    <a:pt x="131" y="55"/>
                  </a:cubicBezTo>
                  <a:cubicBezTo>
                    <a:pt x="130" y="53"/>
                    <a:pt x="129" y="52"/>
                    <a:pt x="128" y="52"/>
                  </a:cubicBezTo>
                  <a:cubicBezTo>
                    <a:pt x="111" y="49"/>
                    <a:pt x="111" y="49"/>
                    <a:pt x="111" y="49"/>
                  </a:cubicBezTo>
                  <a:cubicBezTo>
                    <a:pt x="103" y="34"/>
                    <a:pt x="103" y="34"/>
                    <a:pt x="103" y="34"/>
                  </a:cubicBezTo>
                  <a:cubicBezTo>
                    <a:pt x="102" y="33"/>
                    <a:pt x="101" y="32"/>
                    <a:pt x="99" y="32"/>
                  </a:cubicBezTo>
                  <a:cubicBezTo>
                    <a:pt x="98" y="32"/>
                    <a:pt x="96" y="33"/>
                    <a:pt x="96" y="34"/>
                  </a:cubicBezTo>
                  <a:cubicBezTo>
                    <a:pt x="88" y="49"/>
                    <a:pt x="88" y="49"/>
                    <a:pt x="88" y="49"/>
                  </a:cubicBezTo>
                  <a:cubicBezTo>
                    <a:pt x="71" y="52"/>
                    <a:pt x="71" y="52"/>
                    <a:pt x="71" y="52"/>
                  </a:cubicBezTo>
                  <a:cubicBezTo>
                    <a:pt x="70" y="52"/>
                    <a:pt x="68" y="53"/>
                    <a:pt x="68" y="55"/>
                  </a:cubicBezTo>
                  <a:cubicBezTo>
                    <a:pt x="67" y="56"/>
                    <a:pt x="68" y="58"/>
                    <a:pt x="69" y="59"/>
                  </a:cubicBezTo>
                  <a:cubicBezTo>
                    <a:pt x="81" y="71"/>
                    <a:pt x="81" y="71"/>
                    <a:pt x="81" y="71"/>
                  </a:cubicBezTo>
                  <a:cubicBezTo>
                    <a:pt x="78" y="88"/>
                    <a:pt x="78" y="88"/>
                    <a:pt x="78" y="88"/>
                  </a:cubicBezTo>
                  <a:cubicBezTo>
                    <a:pt x="78" y="89"/>
                    <a:pt x="79" y="91"/>
                    <a:pt x="80" y="92"/>
                  </a:cubicBezTo>
                  <a:cubicBezTo>
                    <a:pt x="81" y="93"/>
                    <a:pt x="83" y="93"/>
                    <a:pt x="84" y="92"/>
                  </a:cubicBezTo>
                  <a:cubicBezTo>
                    <a:pt x="99" y="84"/>
                    <a:pt x="99" y="84"/>
                    <a:pt x="99" y="84"/>
                  </a:cubicBezTo>
                  <a:cubicBezTo>
                    <a:pt x="115" y="92"/>
                    <a:pt x="115" y="92"/>
                    <a:pt x="115" y="92"/>
                  </a:cubicBezTo>
                  <a:cubicBezTo>
                    <a:pt x="116" y="93"/>
                    <a:pt x="118" y="93"/>
                    <a:pt x="119" y="92"/>
                  </a:cubicBezTo>
                  <a:cubicBezTo>
                    <a:pt x="120" y="91"/>
                    <a:pt x="121" y="89"/>
                    <a:pt x="120" y="88"/>
                  </a:cubicBezTo>
                  <a:lnTo>
                    <a:pt x="118" y="71"/>
                  </a:lnTo>
                  <a:close/>
                  <a:moveTo>
                    <a:pt x="110" y="67"/>
                  </a:moveTo>
                  <a:cubicBezTo>
                    <a:pt x="110" y="67"/>
                    <a:pt x="109" y="69"/>
                    <a:pt x="109" y="70"/>
                  </a:cubicBezTo>
                  <a:cubicBezTo>
                    <a:pt x="111" y="81"/>
                    <a:pt x="111" y="81"/>
                    <a:pt x="111" y="81"/>
                  </a:cubicBezTo>
                  <a:cubicBezTo>
                    <a:pt x="101" y="76"/>
                    <a:pt x="101" y="76"/>
                    <a:pt x="101" y="76"/>
                  </a:cubicBezTo>
                  <a:cubicBezTo>
                    <a:pt x="100" y="75"/>
                    <a:pt x="99" y="75"/>
                    <a:pt x="98" y="76"/>
                  </a:cubicBezTo>
                  <a:cubicBezTo>
                    <a:pt x="88" y="81"/>
                    <a:pt x="88" y="81"/>
                    <a:pt x="88" y="81"/>
                  </a:cubicBezTo>
                  <a:cubicBezTo>
                    <a:pt x="90" y="70"/>
                    <a:pt x="90" y="70"/>
                    <a:pt x="90" y="70"/>
                  </a:cubicBezTo>
                  <a:cubicBezTo>
                    <a:pt x="90" y="69"/>
                    <a:pt x="89" y="67"/>
                    <a:pt x="88" y="67"/>
                  </a:cubicBezTo>
                  <a:cubicBezTo>
                    <a:pt x="80" y="59"/>
                    <a:pt x="80" y="59"/>
                    <a:pt x="80" y="59"/>
                  </a:cubicBezTo>
                  <a:cubicBezTo>
                    <a:pt x="91" y="57"/>
                    <a:pt x="91" y="57"/>
                    <a:pt x="91" y="57"/>
                  </a:cubicBezTo>
                  <a:cubicBezTo>
                    <a:pt x="93" y="57"/>
                    <a:pt x="94" y="56"/>
                    <a:pt x="94" y="55"/>
                  </a:cubicBezTo>
                  <a:cubicBezTo>
                    <a:pt x="99" y="45"/>
                    <a:pt x="99" y="45"/>
                    <a:pt x="99" y="45"/>
                  </a:cubicBezTo>
                  <a:cubicBezTo>
                    <a:pt x="104" y="55"/>
                    <a:pt x="104" y="55"/>
                    <a:pt x="104" y="55"/>
                  </a:cubicBezTo>
                  <a:cubicBezTo>
                    <a:pt x="105" y="56"/>
                    <a:pt x="106" y="57"/>
                    <a:pt x="107" y="57"/>
                  </a:cubicBezTo>
                  <a:cubicBezTo>
                    <a:pt x="118" y="59"/>
                    <a:pt x="118" y="59"/>
                    <a:pt x="118" y="59"/>
                  </a:cubicBezTo>
                  <a:lnTo>
                    <a:pt x="110" y="67"/>
                  </a:lnTo>
                  <a:close/>
                  <a:moveTo>
                    <a:pt x="194" y="22"/>
                  </a:moveTo>
                  <a:cubicBezTo>
                    <a:pt x="191" y="19"/>
                    <a:pt x="187" y="17"/>
                    <a:pt x="183" y="17"/>
                  </a:cubicBezTo>
                  <a:cubicBezTo>
                    <a:pt x="165" y="17"/>
                    <a:pt x="165" y="17"/>
                    <a:pt x="165" y="17"/>
                  </a:cubicBezTo>
                  <a:cubicBezTo>
                    <a:pt x="165" y="10"/>
                    <a:pt x="165" y="10"/>
                    <a:pt x="165" y="10"/>
                  </a:cubicBezTo>
                  <a:cubicBezTo>
                    <a:pt x="165" y="5"/>
                    <a:pt x="160" y="0"/>
                    <a:pt x="155" y="0"/>
                  </a:cubicBezTo>
                  <a:cubicBezTo>
                    <a:pt x="44" y="0"/>
                    <a:pt x="44" y="0"/>
                    <a:pt x="44" y="0"/>
                  </a:cubicBezTo>
                  <a:cubicBezTo>
                    <a:pt x="39" y="0"/>
                    <a:pt x="34" y="5"/>
                    <a:pt x="34" y="10"/>
                  </a:cubicBezTo>
                  <a:cubicBezTo>
                    <a:pt x="34" y="17"/>
                    <a:pt x="34" y="17"/>
                    <a:pt x="34" y="17"/>
                  </a:cubicBezTo>
                  <a:cubicBezTo>
                    <a:pt x="16" y="17"/>
                    <a:pt x="16" y="17"/>
                    <a:pt x="16" y="17"/>
                  </a:cubicBezTo>
                  <a:cubicBezTo>
                    <a:pt x="12" y="17"/>
                    <a:pt x="7" y="19"/>
                    <a:pt x="4" y="22"/>
                  </a:cubicBezTo>
                  <a:cubicBezTo>
                    <a:pt x="2" y="26"/>
                    <a:pt x="0" y="30"/>
                    <a:pt x="1" y="35"/>
                  </a:cubicBezTo>
                  <a:cubicBezTo>
                    <a:pt x="5" y="60"/>
                    <a:pt x="22" y="83"/>
                    <a:pt x="45" y="96"/>
                  </a:cubicBezTo>
                  <a:cubicBezTo>
                    <a:pt x="45" y="96"/>
                    <a:pt x="45" y="96"/>
                    <a:pt x="45" y="96"/>
                  </a:cubicBezTo>
                  <a:cubicBezTo>
                    <a:pt x="45" y="97"/>
                    <a:pt x="45" y="97"/>
                    <a:pt x="45" y="97"/>
                  </a:cubicBezTo>
                  <a:cubicBezTo>
                    <a:pt x="47" y="102"/>
                    <a:pt x="50" y="107"/>
                    <a:pt x="53" y="111"/>
                  </a:cubicBezTo>
                  <a:cubicBezTo>
                    <a:pt x="61" y="125"/>
                    <a:pt x="72" y="135"/>
                    <a:pt x="83" y="140"/>
                  </a:cubicBezTo>
                  <a:cubicBezTo>
                    <a:pt x="84" y="140"/>
                    <a:pt x="84" y="140"/>
                    <a:pt x="84" y="140"/>
                  </a:cubicBezTo>
                  <a:cubicBezTo>
                    <a:pt x="84" y="141"/>
                    <a:pt x="84" y="141"/>
                    <a:pt x="84" y="141"/>
                  </a:cubicBezTo>
                  <a:cubicBezTo>
                    <a:pt x="85" y="154"/>
                    <a:pt x="77" y="166"/>
                    <a:pt x="64" y="169"/>
                  </a:cubicBezTo>
                  <a:cubicBezTo>
                    <a:pt x="62" y="170"/>
                    <a:pt x="61" y="171"/>
                    <a:pt x="61" y="173"/>
                  </a:cubicBezTo>
                  <a:cubicBezTo>
                    <a:pt x="61" y="199"/>
                    <a:pt x="61" y="199"/>
                    <a:pt x="61" y="199"/>
                  </a:cubicBezTo>
                  <a:cubicBezTo>
                    <a:pt x="49" y="199"/>
                    <a:pt x="49" y="199"/>
                    <a:pt x="49" y="199"/>
                  </a:cubicBezTo>
                  <a:cubicBezTo>
                    <a:pt x="41" y="199"/>
                    <a:pt x="35" y="206"/>
                    <a:pt x="35" y="214"/>
                  </a:cubicBezTo>
                  <a:cubicBezTo>
                    <a:pt x="35" y="227"/>
                    <a:pt x="35" y="227"/>
                    <a:pt x="35" y="227"/>
                  </a:cubicBezTo>
                  <a:cubicBezTo>
                    <a:pt x="35" y="229"/>
                    <a:pt x="36" y="231"/>
                    <a:pt x="39" y="231"/>
                  </a:cubicBezTo>
                  <a:cubicBezTo>
                    <a:pt x="161" y="231"/>
                    <a:pt x="161" y="231"/>
                    <a:pt x="161" y="231"/>
                  </a:cubicBezTo>
                  <a:cubicBezTo>
                    <a:pt x="163" y="231"/>
                    <a:pt x="165" y="229"/>
                    <a:pt x="165" y="227"/>
                  </a:cubicBezTo>
                  <a:cubicBezTo>
                    <a:pt x="165" y="214"/>
                    <a:pt x="165" y="214"/>
                    <a:pt x="165" y="214"/>
                  </a:cubicBezTo>
                  <a:cubicBezTo>
                    <a:pt x="165" y="206"/>
                    <a:pt x="158" y="199"/>
                    <a:pt x="150" y="199"/>
                  </a:cubicBezTo>
                  <a:cubicBezTo>
                    <a:pt x="139" y="199"/>
                    <a:pt x="139" y="199"/>
                    <a:pt x="139" y="199"/>
                  </a:cubicBezTo>
                  <a:cubicBezTo>
                    <a:pt x="139" y="173"/>
                    <a:pt x="139" y="173"/>
                    <a:pt x="139" y="173"/>
                  </a:cubicBezTo>
                  <a:cubicBezTo>
                    <a:pt x="139" y="171"/>
                    <a:pt x="137" y="170"/>
                    <a:pt x="135" y="169"/>
                  </a:cubicBezTo>
                  <a:cubicBezTo>
                    <a:pt x="123" y="166"/>
                    <a:pt x="114" y="154"/>
                    <a:pt x="115" y="141"/>
                  </a:cubicBezTo>
                  <a:cubicBezTo>
                    <a:pt x="115" y="140"/>
                    <a:pt x="115" y="140"/>
                    <a:pt x="115" y="140"/>
                  </a:cubicBezTo>
                  <a:cubicBezTo>
                    <a:pt x="116" y="140"/>
                    <a:pt x="116" y="140"/>
                    <a:pt x="116" y="140"/>
                  </a:cubicBezTo>
                  <a:cubicBezTo>
                    <a:pt x="128" y="135"/>
                    <a:pt x="138" y="125"/>
                    <a:pt x="146" y="111"/>
                  </a:cubicBezTo>
                  <a:cubicBezTo>
                    <a:pt x="149" y="107"/>
                    <a:pt x="151" y="102"/>
                    <a:pt x="153" y="97"/>
                  </a:cubicBezTo>
                  <a:cubicBezTo>
                    <a:pt x="154" y="96"/>
                    <a:pt x="154" y="96"/>
                    <a:pt x="154" y="96"/>
                  </a:cubicBezTo>
                  <a:cubicBezTo>
                    <a:pt x="154" y="96"/>
                    <a:pt x="154" y="96"/>
                    <a:pt x="154" y="96"/>
                  </a:cubicBezTo>
                  <a:cubicBezTo>
                    <a:pt x="177" y="83"/>
                    <a:pt x="194" y="60"/>
                    <a:pt x="198" y="35"/>
                  </a:cubicBezTo>
                  <a:cubicBezTo>
                    <a:pt x="199" y="30"/>
                    <a:pt x="197" y="26"/>
                    <a:pt x="194" y="22"/>
                  </a:cubicBezTo>
                  <a:close/>
                  <a:moveTo>
                    <a:pt x="38" y="82"/>
                  </a:moveTo>
                  <a:cubicBezTo>
                    <a:pt x="22" y="70"/>
                    <a:pt x="12" y="52"/>
                    <a:pt x="9" y="33"/>
                  </a:cubicBezTo>
                  <a:cubicBezTo>
                    <a:pt x="9" y="31"/>
                    <a:pt x="9" y="29"/>
                    <a:pt x="11" y="27"/>
                  </a:cubicBezTo>
                  <a:cubicBezTo>
                    <a:pt x="12" y="26"/>
                    <a:pt x="14" y="25"/>
                    <a:pt x="16" y="25"/>
                  </a:cubicBezTo>
                  <a:cubicBezTo>
                    <a:pt x="34" y="25"/>
                    <a:pt x="34" y="25"/>
                    <a:pt x="34" y="25"/>
                  </a:cubicBezTo>
                  <a:cubicBezTo>
                    <a:pt x="34" y="36"/>
                    <a:pt x="34" y="36"/>
                    <a:pt x="34" y="36"/>
                  </a:cubicBezTo>
                  <a:cubicBezTo>
                    <a:pt x="34" y="51"/>
                    <a:pt x="36" y="66"/>
                    <a:pt x="40" y="80"/>
                  </a:cubicBezTo>
                  <a:cubicBezTo>
                    <a:pt x="41" y="84"/>
                    <a:pt x="41" y="84"/>
                    <a:pt x="41" y="84"/>
                  </a:cubicBezTo>
                  <a:lnTo>
                    <a:pt x="38" y="82"/>
                  </a:lnTo>
                  <a:close/>
                  <a:moveTo>
                    <a:pt x="150" y="207"/>
                  </a:moveTo>
                  <a:cubicBezTo>
                    <a:pt x="154" y="207"/>
                    <a:pt x="157" y="210"/>
                    <a:pt x="157" y="214"/>
                  </a:cubicBezTo>
                  <a:cubicBezTo>
                    <a:pt x="157" y="223"/>
                    <a:pt x="157" y="223"/>
                    <a:pt x="157" y="223"/>
                  </a:cubicBezTo>
                  <a:cubicBezTo>
                    <a:pt x="43" y="223"/>
                    <a:pt x="43" y="223"/>
                    <a:pt x="43" y="223"/>
                  </a:cubicBezTo>
                  <a:cubicBezTo>
                    <a:pt x="43" y="214"/>
                    <a:pt x="43" y="214"/>
                    <a:pt x="43" y="214"/>
                  </a:cubicBezTo>
                  <a:cubicBezTo>
                    <a:pt x="43" y="210"/>
                    <a:pt x="46" y="207"/>
                    <a:pt x="49" y="207"/>
                  </a:cubicBezTo>
                  <a:lnTo>
                    <a:pt x="150" y="207"/>
                  </a:lnTo>
                  <a:close/>
                  <a:moveTo>
                    <a:pt x="131" y="177"/>
                  </a:moveTo>
                  <a:cubicBezTo>
                    <a:pt x="131" y="199"/>
                    <a:pt x="131" y="199"/>
                    <a:pt x="131" y="199"/>
                  </a:cubicBezTo>
                  <a:cubicBezTo>
                    <a:pt x="69" y="199"/>
                    <a:pt x="69" y="199"/>
                    <a:pt x="69" y="199"/>
                  </a:cubicBezTo>
                  <a:cubicBezTo>
                    <a:pt x="69" y="177"/>
                    <a:pt x="69" y="177"/>
                    <a:pt x="69" y="177"/>
                  </a:cubicBezTo>
                  <a:lnTo>
                    <a:pt x="131" y="177"/>
                  </a:lnTo>
                  <a:close/>
                  <a:moveTo>
                    <a:pt x="116" y="167"/>
                  </a:moveTo>
                  <a:cubicBezTo>
                    <a:pt x="118" y="169"/>
                    <a:pt x="118" y="169"/>
                    <a:pt x="118" y="169"/>
                  </a:cubicBezTo>
                  <a:cubicBezTo>
                    <a:pt x="81" y="169"/>
                    <a:pt x="81" y="169"/>
                    <a:pt x="81" y="169"/>
                  </a:cubicBezTo>
                  <a:cubicBezTo>
                    <a:pt x="83" y="167"/>
                    <a:pt x="83" y="167"/>
                    <a:pt x="83" y="167"/>
                  </a:cubicBezTo>
                  <a:cubicBezTo>
                    <a:pt x="85" y="165"/>
                    <a:pt x="86" y="164"/>
                    <a:pt x="87" y="162"/>
                  </a:cubicBezTo>
                  <a:cubicBezTo>
                    <a:pt x="90" y="157"/>
                    <a:pt x="92" y="151"/>
                    <a:pt x="92" y="144"/>
                  </a:cubicBezTo>
                  <a:cubicBezTo>
                    <a:pt x="92" y="143"/>
                    <a:pt x="92" y="143"/>
                    <a:pt x="92" y="143"/>
                  </a:cubicBezTo>
                  <a:cubicBezTo>
                    <a:pt x="94" y="143"/>
                    <a:pt x="94" y="143"/>
                    <a:pt x="94" y="143"/>
                  </a:cubicBezTo>
                  <a:cubicBezTo>
                    <a:pt x="98" y="143"/>
                    <a:pt x="102" y="143"/>
                    <a:pt x="106" y="143"/>
                  </a:cubicBezTo>
                  <a:cubicBezTo>
                    <a:pt x="107" y="143"/>
                    <a:pt x="107" y="143"/>
                    <a:pt x="107" y="143"/>
                  </a:cubicBezTo>
                  <a:cubicBezTo>
                    <a:pt x="107" y="144"/>
                    <a:pt x="107" y="144"/>
                    <a:pt x="107" y="144"/>
                  </a:cubicBezTo>
                  <a:cubicBezTo>
                    <a:pt x="107" y="153"/>
                    <a:pt x="110" y="161"/>
                    <a:pt x="116" y="167"/>
                  </a:cubicBezTo>
                  <a:close/>
                  <a:moveTo>
                    <a:pt x="157" y="36"/>
                  </a:moveTo>
                  <a:cubicBezTo>
                    <a:pt x="157" y="63"/>
                    <a:pt x="151" y="88"/>
                    <a:pt x="139" y="107"/>
                  </a:cubicBezTo>
                  <a:cubicBezTo>
                    <a:pt x="129" y="125"/>
                    <a:pt x="114" y="135"/>
                    <a:pt x="99" y="135"/>
                  </a:cubicBezTo>
                  <a:cubicBezTo>
                    <a:pt x="84" y="135"/>
                    <a:pt x="70" y="125"/>
                    <a:pt x="59" y="107"/>
                  </a:cubicBezTo>
                  <a:cubicBezTo>
                    <a:pt x="48" y="88"/>
                    <a:pt x="42" y="63"/>
                    <a:pt x="42" y="36"/>
                  </a:cubicBezTo>
                  <a:cubicBezTo>
                    <a:pt x="42" y="10"/>
                    <a:pt x="42" y="10"/>
                    <a:pt x="42" y="10"/>
                  </a:cubicBezTo>
                  <a:cubicBezTo>
                    <a:pt x="42" y="9"/>
                    <a:pt x="43" y="8"/>
                    <a:pt x="44" y="8"/>
                  </a:cubicBezTo>
                  <a:cubicBezTo>
                    <a:pt x="155" y="8"/>
                    <a:pt x="155" y="8"/>
                    <a:pt x="155" y="8"/>
                  </a:cubicBezTo>
                  <a:cubicBezTo>
                    <a:pt x="156" y="8"/>
                    <a:pt x="157" y="9"/>
                    <a:pt x="157" y="10"/>
                  </a:cubicBezTo>
                  <a:lnTo>
                    <a:pt x="157" y="36"/>
                  </a:lnTo>
                  <a:close/>
                  <a:moveTo>
                    <a:pt x="190" y="33"/>
                  </a:moveTo>
                  <a:cubicBezTo>
                    <a:pt x="187" y="52"/>
                    <a:pt x="177" y="70"/>
                    <a:pt x="161" y="82"/>
                  </a:cubicBezTo>
                  <a:cubicBezTo>
                    <a:pt x="158" y="84"/>
                    <a:pt x="158" y="84"/>
                    <a:pt x="158" y="84"/>
                  </a:cubicBezTo>
                  <a:cubicBezTo>
                    <a:pt x="159" y="80"/>
                    <a:pt x="159" y="80"/>
                    <a:pt x="159" y="80"/>
                  </a:cubicBezTo>
                  <a:cubicBezTo>
                    <a:pt x="163" y="66"/>
                    <a:pt x="165" y="51"/>
                    <a:pt x="165" y="36"/>
                  </a:cubicBezTo>
                  <a:cubicBezTo>
                    <a:pt x="165" y="25"/>
                    <a:pt x="165" y="25"/>
                    <a:pt x="165" y="25"/>
                  </a:cubicBezTo>
                  <a:cubicBezTo>
                    <a:pt x="183" y="25"/>
                    <a:pt x="183" y="25"/>
                    <a:pt x="183" y="25"/>
                  </a:cubicBezTo>
                  <a:cubicBezTo>
                    <a:pt x="185" y="25"/>
                    <a:pt x="187" y="26"/>
                    <a:pt x="188" y="27"/>
                  </a:cubicBezTo>
                  <a:cubicBezTo>
                    <a:pt x="190" y="29"/>
                    <a:pt x="190" y="31"/>
                    <a:pt x="190" y="33"/>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sp>
        <p:nvSpPr>
          <p:cNvPr id="14" name="Content Placeholder 10">
            <a:extLst>
              <a:ext uri="{FF2B5EF4-FFF2-40B4-BE49-F238E27FC236}">
                <a16:creationId xmlns:a16="http://schemas.microsoft.com/office/drawing/2014/main" id="{1DEB0A7C-E115-8111-C943-BF86D863BC51}"/>
              </a:ext>
            </a:extLst>
          </p:cNvPr>
          <p:cNvSpPr>
            <a:spLocks noGrp="1"/>
          </p:cNvSpPr>
          <p:nvPr>
            <p:ph sz="quarter" idx="12"/>
          </p:nvPr>
        </p:nvSpPr>
        <p:spPr>
          <a:xfrm>
            <a:off x="4216400" y="2507138"/>
            <a:ext cx="7351713" cy="2229961"/>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10">
            <a:extLst>
              <a:ext uri="{FF2B5EF4-FFF2-40B4-BE49-F238E27FC236}">
                <a16:creationId xmlns:a16="http://schemas.microsoft.com/office/drawing/2014/main" id="{96897917-755A-3AA1-58FD-92882CAA5398}"/>
              </a:ext>
            </a:extLst>
          </p:cNvPr>
          <p:cNvSpPr>
            <a:spLocks noGrp="1"/>
          </p:cNvSpPr>
          <p:nvPr>
            <p:ph sz="quarter" idx="13"/>
          </p:nvPr>
        </p:nvSpPr>
        <p:spPr>
          <a:xfrm>
            <a:off x="4216400" y="4955718"/>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3622408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4_Main Layout">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6CE0775-8A64-09AC-9156-1258944A8D7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3" y="1"/>
            <a:ext cx="12192001" cy="6858000"/>
          </a:xfrm>
          <a:prstGeom prst="rect">
            <a:avLst/>
          </a:prstGeom>
        </p:spPr>
      </p:pic>
      <p:sp>
        <p:nvSpPr>
          <p:cNvPr id="9" name="Rectangle 8">
            <a:extLst>
              <a:ext uri="{FF2B5EF4-FFF2-40B4-BE49-F238E27FC236}">
                <a16:creationId xmlns:a16="http://schemas.microsoft.com/office/drawing/2014/main" id="{C264E3BB-5E84-224A-C2D4-06F8FD1FE290}"/>
              </a:ext>
            </a:extLst>
          </p:cNvPr>
          <p:cNvSpPr/>
          <p:nvPr userDrawn="1"/>
        </p:nvSpPr>
        <p:spPr>
          <a:xfrm>
            <a:off x="-6" y="0"/>
            <a:ext cx="12192006" cy="6857999"/>
          </a:xfrm>
          <a:prstGeom prst="rect">
            <a:avLst/>
          </a:prstGeom>
          <a:solidFill>
            <a:srgbClr val="130026">
              <a:alpha val="7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Graphic 14">
            <a:extLst>
              <a:ext uri="{FF2B5EF4-FFF2-40B4-BE49-F238E27FC236}">
                <a16:creationId xmlns:a16="http://schemas.microsoft.com/office/drawing/2014/main" id="{5F3FEB04-7582-2EE5-D0B3-2980C6B7298F}"/>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0665229" y="328867"/>
            <a:ext cx="1238747" cy="313201"/>
          </a:xfrm>
          <a:prstGeom prst="rect">
            <a:avLst/>
          </a:prstGeom>
        </p:spPr>
      </p:pic>
      <p:sp>
        <p:nvSpPr>
          <p:cNvPr id="2" name="Text Placeholder 6">
            <a:extLst>
              <a:ext uri="{FF2B5EF4-FFF2-40B4-BE49-F238E27FC236}">
                <a16:creationId xmlns:a16="http://schemas.microsoft.com/office/drawing/2014/main" id="{95FDA456-18C3-5CD1-C5DD-C496CF871C3D}"/>
              </a:ext>
            </a:extLst>
          </p:cNvPr>
          <p:cNvSpPr>
            <a:spLocks noGrp="1"/>
          </p:cNvSpPr>
          <p:nvPr>
            <p:ph type="body" sz="quarter" idx="10"/>
          </p:nvPr>
        </p:nvSpPr>
        <p:spPr>
          <a:xfrm>
            <a:off x="300038" y="2387600"/>
            <a:ext cx="11549062" cy="1765300"/>
          </a:xfrm>
          <a:prstGeom prst="rect">
            <a:avLst/>
          </a:prstGeom>
        </p:spPr>
        <p:txBody>
          <a:bodyPr/>
          <a:lstStyle>
            <a:lvl1pPr marL="0" indent="0" algn="ctr">
              <a:buNone/>
              <a:defRPr b="1">
                <a:solidFill>
                  <a:schemeClr val="bg1"/>
                </a:solidFill>
              </a:defRPr>
            </a:lvl1pPr>
            <a:lvl2pPr marL="457200" indent="0" algn="ctr">
              <a:buNone/>
              <a:defRPr b="1">
                <a:solidFill>
                  <a:schemeClr val="bg1"/>
                </a:solidFill>
              </a:defRPr>
            </a:lvl2pPr>
            <a:lvl3pPr marL="914400" indent="0" algn="ctr">
              <a:buNone/>
              <a:defRPr b="1">
                <a:solidFill>
                  <a:schemeClr val="bg1"/>
                </a:solidFill>
              </a:defRPr>
            </a:lvl3pPr>
            <a:lvl4pPr marL="1371600" indent="0" algn="ctr">
              <a:buNone/>
              <a:defRPr b="1">
                <a:solidFill>
                  <a:schemeClr val="bg1"/>
                </a:solidFill>
              </a:defRPr>
            </a:lvl4pPr>
            <a:lvl5pPr marL="1828800" indent="0" algn="ctr">
              <a:buNone/>
              <a:defRPr b="1">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4183496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36AC9C9-3F6B-6208-F3C9-D2AAF2A8C616}"/>
              </a:ext>
            </a:extLst>
          </p:cNvPr>
          <p:cNvSpPr/>
          <p:nvPr userDrawn="1"/>
        </p:nvSpPr>
        <p:spPr>
          <a:xfrm>
            <a:off x="3978" y="-1"/>
            <a:ext cx="12188022" cy="148166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AE98B10A-42C4-7920-5710-C866FB293034}"/>
              </a:ext>
            </a:extLst>
          </p:cNvPr>
          <p:cNvSpPr/>
          <p:nvPr userDrawn="1"/>
        </p:nvSpPr>
        <p:spPr>
          <a:xfrm>
            <a:off x="-1" y="5315707"/>
            <a:ext cx="12192001" cy="1542293"/>
          </a:xfrm>
          <a:prstGeom prst="rect">
            <a:avLst/>
          </a:prstGeom>
          <a:gradFill>
            <a:gsLst>
              <a:gs pos="0">
                <a:srgbClr val="0070C0"/>
              </a:gs>
              <a:gs pos="100000">
                <a:srgbClr val="7030A0"/>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1">
            <a:extLst>
              <a:ext uri="{FF2B5EF4-FFF2-40B4-BE49-F238E27FC236}">
                <a16:creationId xmlns:a16="http://schemas.microsoft.com/office/drawing/2014/main" id="{BAE2E199-709E-9430-ED7D-E6422F97EA4B}"/>
              </a:ext>
            </a:extLst>
          </p:cNvPr>
          <p:cNvSpPr txBox="1">
            <a:spLocks/>
          </p:cNvSpPr>
          <p:nvPr userDrawn="1"/>
        </p:nvSpPr>
        <p:spPr>
          <a:xfrm>
            <a:off x="609599" y="1133133"/>
            <a:ext cx="10999304" cy="2068794"/>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a:t>
            </a:r>
            <a:r>
              <a:rPr lang="en-US" sz="1000" baseline="30000">
                <a:latin typeface="Helvetica" panose="020B0604020202020204" pitchFamily="2" charset="0"/>
              </a:rPr>
              <a:t>®</a:t>
            </a:r>
            <a:r>
              <a:rPr lang="en-US" sz="1000">
                <a:latin typeface="Helvetica" panose="020B0604020202020204" pitchFamily="2" charset="0"/>
              </a:rPr>
              <a:t> delivers AI-powered procurement and supply chain solutions that help global enterprises become more agile and resilient, operate more efficiently and effectively, gain competitive advantage, boost profitability and increase shareholder value. </a:t>
            </a:r>
          </a:p>
          <a:p>
            <a:pPr marL="0" indent="0">
              <a:lnSpc>
                <a:spcPct val="100000"/>
              </a:lnSpc>
              <a:buNone/>
            </a:pPr>
            <a:r>
              <a:rPr lang="en-US" sz="1000">
                <a:latin typeface="Helvetica" panose="020B0604020202020204" pitchFamily="2" charset="0"/>
              </a:rPr>
              <a:t>Fresh thinking, innovative products, unrivaled domain expertise, smart, passionate people — this is how GEP SOFTWARE™, GEP STRATEGY™ and GEP MANAGED SERVICES™ together deliver procurement and supply chain solutions of unprecedented scale, power and effectiveness. Our customers are the world’s best companies, including more than 550 Fortune 500 and Global 2000 industry leaders who rely on GEP to meet ambitious strategic, financial and operational goals.  </a:t>
            </a:r>
          </a:p>
          <a:p>
            <a:pPr marL="0" indent="0">
              <a:lnSpc>
                <a:spcPct val="100000"/>
              </a:lnSpc>
              <a:buNone/>
            </a:pPr>
            <a:r>
              <a:rPr lang="en-US" sz="1000">
                <a:latin typeface="Helvetica" panose="020B0604020202020204" pitchFamily="2" charset="0"/>
              </a:rPr>
              <a:t>A leader in multiple Gartner Magic Quadrants, GEP’s cloud-native software and digital business platforms consistently win awards and recognition from industry analysts, research firms and media outlets, including Gartner, Forrester, IDC, ISG, and Spend Matters.  </a:t>
            </a:r>
          </a:p>
          <a:p>
            <a:pPr marL="0" indent="0">
              <a:lnSpc>
                <a:spcPct val="100000"/>
              </a:lnSpc>
              <a:buNone/>
            </a:pPr>
            <a:r>
              <a:rPr lang="en-US" sz="1000">
                <a:latin typeface="Helvetica" panose="020B0604020202020204" pitchFamily="2" charset="0"/>
              </a:rPr>
              <a:t>GEP is also regularly ranked a top procurement and supply chain consulting and strategy firm, and a leading managed services provider by ALM, Everest Group, NelsonHall, IDC, ISG and HFS, among others. Headquartered in Clark, New Jersey, GEP has offices and operations centers across Europe, Asia, Africa and the Americas. To learn more, visit </a:t>
            </a:r>
            <a:r>
              <a:rPr lang="en-US" sz="1000">
                <a:latin typeface="Helvetica" panose="020B0604020202020204" pitchFamily="2" charset="0"/>
                <a:hlinkClick r:id="rId2"/>
              </a:rPr>
              <a:t>www.gep.com</a:t>
            </a:r>
            <a:r>
              <a:rPr lang="en-US" sz="1000">
                <a:latin typeface="Helvetica" panose="020B0604020202020204" pitchFamily="2" charset="0"/>
              </a:rPr>
              <a:t>.</a:t>
            </a:r>
            <a:endParaRPr lang="en-IN" sz="1000">
              <a:latin typeface="Helvetica" panose="020B0604020202020204" pitchFamily="2" charset="0"/>
            </a:endParaRPr>
          </a:p>
        </p:txBody>
      </p:sp>
      <p:sp>
        <p:nvSpPr>
          <p:cNvPr id="15" name="TextBox 14">
            <a:extLst>
              <a:ext uri="{FF2B5EF4-FFF2-40B4-BE49-F238E27FC236}">
                <a16:creationId xmlns:a16="http://schemas.microsoft.com/office/drawing/2014/main" id="{14DBCE78-6CA0-F1F4-1F91-F6CCC9C42716}"/>
              </a:ext>
            </a:extLst>
          </p:cNvPr>
          <p:cNvSpPr txBox="1"/>
          <p:nvPr userDrawn="1"/>
        </p:nvSpPr>
        <p:spPr>
          <a:xfrm>
            <a:off x="609599" y="5684923"/>
            <a:ext cx="11179278" cy="861774"/>
          </a:xfrm>
          <a:prstGeom prst="rect">
            <a:avLst/>
          </a:prstGeom>
          <a:noFill/>
        </p:spPr>
        <p:txBody>
          <a:bodyPr wrap="square" lIns="0" rtlCol="0">
            <a:spAutoFit/>
          </a:bodyPr>
          <a:lstStyle/>
          <a:p>
            <a:pPr>
              <a:spcBef>
                <a:spcPts val="600"/>
              </a:spcBef>
            </a:pPr>
            <a:r>
              <a:rPr lang="en-US" sz="1000">
                <a:solidFill>
                  <a:schemeClr val="bg1"/>
                </a:solidFill>
                <a:latin typeface="Helvetica" panose="020B0604020202020204" pitchFamily="2" charset="0"/>
              </a:rPr>
              <a:t>100 Walnut Avenue, Clark, NJ 07066 | P 732.382.6565 | </a:t>
            </a:r>
            <a:r>
              <a:rPr lang="en-US" sz="1000">
                <a:solidFill>
                  <a:schemeClr val="bg1"/>
                </a:solidFill>
                <a:latin typeface="Helvetica" panose="020B0604020202020204" pitchFamily="2" charset="0"/>
                <a:hlinkClick r:id="rId3">
                  <a:extLst>
                    <a:ext uri="{A12FA001-AC4F-418D-AE19-62706E023703}">
                      <ahyp:hlinkClr xmlns:ahyp="http://schemas.microsoft.com/office/drawing/2018/hyperlinkcolor" val="tx"/>
                    </a:ext>
                  </a:extLst>
                </a:hlinkClick>
              </a:rPr>
              <a:t>info@gep.com</a:t>
            </a:r>
            <a:r>
              <a:rPr lang="en-US" sz="1000">
                <a:solidFill>
                  <a:schemeClr val="bg1"/>
                </a:solidFill>
                <a:latin typeface="Helvetica" panose="020B0604020202020204" pitchFamily="2" charset="0"/>
              </a:rPr>
              <a:t> </a:t>
            </a:r>
            <a:r>
              <a:rPr lang="en-US" sz="1000">
                <a:solidFill>
                  <a:schemeClr val="bg1"/>
                </a:solidFill>
                <a:latin typeface="Helvetica" panose="020B0604020202020204" pitchFamily="2" charset="0"/>
                <a:hlinkClick r:id="rId2">
                  <a:extLst>
                    <a:ext uri="{A12FA001-AC4F-418D-AE19-62706E023703}">
                      <ahyp:hlinkClr xmlns:ahyp="http://schemas.microsoft.com/office/drawing/2018/hyperlinkcolor" val="tx"/>
                    </a:ext>
                  </a:extLst>
                </a:hlinkClick>
              </a:rPr>
              <a:t>www.gep.com</a:t>
            </a:r>
            <a:endParaRPr lang="en-US" sz="1000">
              <a:solidFill>
                <a:schemeClr val="bg1"/>
              </a:solidFill>
              <a:latin typeface="Helvetica" panose="020B0604020202020204" pitchFamily="2" charset="0"/>
            </a:endParaRPr>
          </a:p>
          <a:p>
            <a:pPr>
              <a:spcBef>
                <a:spcPts val="600"/>
              </a:spcBef>
            </a:pPr>
            <a:r>
              <a:rPr lang="en-US" sz="1000">
                <a:solidFill>
                  <a:schemeClr val="bg1"/>
                </a:solidFill>
                <a:latin typeface="Helvetica" panose="020B0604020202020204" pitchFamily="2" charset="0"/>
              </a:rPr>
              <a:t>Clark, NJ | Austin | Chicago | Atlanta | Toronto | Mexico City | San Jose | São Paulo | Dublin | London | Amsterdam | Frankfurt | Prague | Cluj-Napoca, Romania | Pretoria | Abu Dhabi | Mumbai | Coimbatore | Hyderabad | Kuala Lumpur | Singapore | Surabaya, Indonesia | Shanghai | Dalian | Tokyo | Sydney</a:t>
            </a:r>
          </a:p>
          <a:p>
            <a:pPr>
              <a:spcBef>
                <a:spcPts val="600"/>
              </a:spcBef>
            </a:pPr>
            <a:r>
              <a:rPr lang="en-US" sz="1000">
                <a:solidFill>
                  <a:schemeClr val="bg1"/>
                </a:solidFill>
                <a:latin typeface="Helvetica" panose="020B0604020202020204" pitchFamily="2" charset="0"/>
              </a:rPr>
              <a:t>Copyright © 2024 GEP. All rights reserved.</a:t>
            </a:r>
          </a:p>
        </p:txBody>
      </p:sp>
      <p:sp>
        <p:nvSpPr>
          <p:cNvPr id="17" name="Content Placeholder 1">
            <a:extLst>
              <a:ext uri="{FF2B5EF4-FFF2-40B4-BE49-F238E27FC236}">
                <a16:creationId xmlns:a16="http://schemas.microsoft.com/office/drawing/2014/main" id="{667939B2-7F89-EE48-B3C3-942B95D59A91}"/>
              </a:ext>
            </a:extLst>
          </p:cNvPr>
          <p:cNvSpPr txBox="1">
            <a:spLocks/>
          </p:cNvSpPr>
          <p:nvPr userDrawn="1"/>
        </p:nvSpPr>
        <p:spPr>
          <a:xfrm>
            <a:off x="609599" y="3814296"/>
            <a:ext cx="3481138"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SMART</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an AI-powered, cloud-native software for direct and indirect procurement that offers comprehensive source-to-pay functionality in one user-friendly platform, inclusive of spend analysis, sourcing, contract management, supplier management, procure-to-pay, savings project management and savings tracking, invoicing and other related functionalities.</a:t>
            </a:r>
            <a:endParaRPr lang="en-IN" sz="1000">
              <a:latin typeface="Helvetica" panose="020B0604020202020204" pitchFamily="2" charset="0"/>
            </a:endParaRPr>
          </a:p>
        </p:txBody>
      </p:sp>
      <p:sp>
        <p:nvSpPr>
          <p:cNvPr id="18" name="Content Placeholder 1">
            <a:extLst>
              <a:ext uri="{FF2B5EF4-FFF2-40B4-BE49-F238E27FC236}">
                <a16:creationId xmlns:a16="http://schemas.microsoft.com/office/drawing/2014/main" id="{132B37E7-9664-119A-C42A-2D87E54554F8}"/>
              </a:ext>
            </a:extLst>
          </p:cNvPr>
          <p:cNvSpPr txBox="1">
            <a:spLocks/>
          </p:cNvSpPr>
          <p:nvPr userDrawn="1"/>
        </p:nvSpPr>
        <p:spPr>
          <a:xfrm>
            <a:off x="4417995" y="3814296"/>
            <a:ext cx="3888605"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NEXXE</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 unified and comprehensive supply chain platform that provides end-to-end planning, visibility, execution and collaboration capabilities for today’s complex, global supply chains.</a:t>
            </a:r>
          </a:p>
          <a:p>
            <a:pPr marL="0" indent="0">
              <a:lnSpc>
                <a:spcPct val="100000"/>
              </a:lnSpc>
              <a:buNone/>
            </a:pPr>
            <a:r>
              <a:rPr lang="en-US" sz="1000">
                <a:latin typeface="Helvetica" panose="020B0604020202020204" pitchFamily="2" charset="0"/>
              </a:rPr>
              <a:t>Built on a foundation of big data, artificial intelligence and machine learning, GEP NEXXE is next-generation software that helps enterprises make supply chain a competitive advantage.</a:t>
            </a:r>
            <a:endParaRPr lang="en-IN" sz="1000">
              <a:latin typeface="Helvetica" panose="020B0604020202020204" pitchFamily="2" charset="0"/>
            </a:endParaRPr>
          </a:p>
        </p:txBody>
      </p:sp>
      <p:cxnSp>
        <p:nvCxnSpPr>
          <p:cNvPr id="20" name="Straight Connector 19">
            <a:extLst>
              <a:ext uri="{FF2B5EF4-FFF2-40B4-BE49-F238E27FC236}">
                <a16:creationId xmlns:a16="http://schemas.microsoft.com/office/drawing/2014/main" id="{8DAE1997-EA6A-3B8C-547B-835A45B8A241}"/>
              </a:ext>
            </a:extLst>
          </p:cNvPr>
          <p:cNvCxnSpPr>
            <a:cxnSpLocks/>
          </p:cNvCxnSpPr>
          <p:nvPr userDrawn="1"/>
        </p:nvCxnSpPr>
        <p:spPr>
          <a:xfrm>
            <a:off x="4219072"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2B29F13-598B-0DAE-44A3-18B5C399DF97}"/>
              </a:ext>
            </a:extLst>
          </p:cNvPr>
          <p:cNvSpPr txBox="1"/>
          <p:nvPr userDrawn="1"/>
        </p:nvSpPr>
        <p:spPr>
          <a:xfrm>
            <a:off x="8839199" y="3814296"/>
            <a:ext cx="2743193" cy="984885"/>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kern="1200">
                <a:solidFill>
                  <a:schemeClr val="tx1"/>
                </a:solidFill>
                <a:latin typeface="Helvetica" panose="020B0604020202020204" pitchFamily="2" charset="0"/>
                <a:ea typeface="+mn-ea"/>
                <a:cs typeface="+mn-cs"/>
              </a:rPr>
              <a:t>GEP GREEN is an AI-powered, comprehensive ESG management solution that helps enterprises measure, track and report their sustainability performance.</a:t>
            </a:r>
          </a:p>
          <a:p>
            <a:endParaRPr lang="en-US"/>
          </a:p>
        </p:txBody>
      </p:sp>
      <p:pic>
        <p:nvPicPr>
          <p:cNvPr id="23" name="Picture 22" descr="A green letter and black background&#10;&#10;Description automatically generated">
            <a:extLst>
              <a:ext uri="{FF2B5EF4-FFF2-40B4-BE49-F238E27FC236}">
                <a16:creationId xmlns:a16="http://schemas.microsoft.com/office/drawing/2014/main" id="{416A64B4-FA6A-AC28-CC4F-383AFEFF8C72}"/>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8839200" y="3496594"/>
            <a:ext cx="2133600" cy="293891"/>
          </a:xfrm>
          <a:prstGeom prst="rect">
            <a:avLst/>
          </a:prstGeom>
        </p:spPr>
      </p:pic>
      <p:pic>
        <p:nvPicPr>
          <p:cNvPr id="3" name="Graphic 2">
            <a:extLst>
              <a:ext uri="{FF2B5EF4-FFF2-40B4-BE49-F238E27FC236}">
                <a16:creationId xmlns:a16="http://schemas.microsoft.com/office/drawing/2014/main" id="{BE7C9BCF-F2E6-987D-B491-30991C9ED398}"/>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4417995" y="3450280"/>
            <a:ext cx="1915817" cy="324647"/>
          </a:xfrm>
          <a:prstGeom prst="rect">
            <a:avLst/>
          </a:prstGeom>
        </p:spPr>
      </p:pic>
      <p:pic>
        <p:nvPicPr>
          <p:cNvPr id="5" name="Graphic 4">
            <a:extLst>
              <a:ext uri="{FF2B5EF4-FFF2-40B4-BE49-F238E27FC236}">
                <a16:creationId xmlns:a16="http://schemas.microsoft.com/office/drawing/2014/main" id="{68770AE0-1500-7B84-0F3D-5E691F39549C}"/>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09599" y="3444562"/>
            <a:ext cx="2248479" cy="324646"/>
          </a:xfrm>
          <a:prstGeom prst="rect">
            <a:avLst/>
          </a:prstGeom>
        </p:spPr>
      </p:pic>
      <p:pic>
        <p:nvPicPr>
          <p:cNvPr id="8" name="Graphic 7">
            <a:extLst>
              <a:ext uri="{FF2B5EF4-FFF2-40B4-BE49-F238E27FC236}">
                <a16:creationId xmlns:a16="http://schemas.microsoft.com/office/drawing/2014/main" id="{AF89D33B-3624-665E-C10F-FB1A65763F4D}"/>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62778" y="537592"/>
            <a:ext cx="3011696" cy="603097"/>
          </a:xfrm>
          <a:prstGeom prst="rect">
            <a:avLst/>
          </a:prstGeom>
        </p:spPr>
      </p:pic>
      <p:cxnSp>
        <p:nvCxnSpPr>
          <p:cNvPr id="9" name="Straight Connector 8">
            <a:extLst>
              <a:ext uri="{FF2B5EF4-FFF2-40B4-BE49-F238E27FC236}">
                <a16:creationId xmlns:a16="http://schemas.microsoft.com/office/drawing/2014/main" id="{3AB1AC19-F676-8956-7C46-D72411C324A2}"/>
              </a:ext>
            </a:extLst>
          </p:cNvPr>
          <p:cNvCxnSpPr>
            <a:cxnSpLocks/>
          </p:cNvCxnSpPr>
          <p:nvPr userDrawn="1"/>
        </p:nvCxnSpPr>
        <p:spPr>
          <a:xfrm>
            <a:off x="8566785"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392265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0" y="100102"/>
            <a:ext cx="9422296" cy="748322"/>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179613" y="1449977"/>
            <a:ext cx="11740243" cy="4726986"/>
          </a:xfrm>
          <a:prstGeom prst="rect">
            <a:avLst/>
          </a:prstGeom>
        </p:spPr>
        <p:txBody>
          <a:bodyPr/>
          <a:lstStyle>
            <a:lvl1pPr marL="0" indent="0">
              <a:lnSpc>
                <a:spcPct val="150000"/>
              </a:lnSpc>
              <a:buNone/>
              <a:defRPr/>
            </a:lvl1pPr>
            <a:lvl2pPr marL="457200" indent="0">
              <a:lnSpc>
                <a:spcPct val="150000"/>
              </a:lnSpc>
              <a:buNone/>
              <a:defRPr/>
            </a:lvl2pPr>
            <a:lvl3pPr marL="914400" indent="0">
              <a:lnSpc>
                <a:spcPct val="150000"/>
              </a:lnSpc>
              <a:buNone/>
              <a:defRPr/>
            </a:lvl3pPr>
            <a:lvl4pPr marL="1371600" indent="0">
              <a:lnSpc>
                <a:spcPct val="150000"/>
              </a:lnSpc>
              <a:buNone/>
              <a:defRPr/>
            </a:lvl4pPr>
            <a:lvl5pPr marL="1828800" indent="0">
              <a:lnSpc>
                <a:spcPct val="150000"/>
              </a:lnSpc>
              <a:buNone/>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5852321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_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370170162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Only Title">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1587"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5" name="Object 4"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7" y="1588"/>
                        <a:ext cx="1587" cy="1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Title 2">
            <a:extLst>
              <a:ext uri="{FF2B5EF4-FFF2-40B4-BE49-F238E27FC236}">
                <a16:creationId xmlns:a16="http://schemas.microsoft.com/office/drawing/2014/main" id="{57F0C9DF-D1FA-45A1-91F6-147FDC3E7341}"/>
              </a:ext>
            </a:extLst>
          </p:cNvPr>
          <p:cNvSpPr>
            <a:spLocks noGrp="1"/>
          </p:cNvSpPr>
          <p:nvPr>
            <p:ph type="title"/>
          </p:nvPr>
        </p:nvSpPr>
        <p:spPr/>
        <p:txBody>
          <a:bodyPr/>
          <a:lstStyle/>
          <a:p>
            <a:r>
              <a:rPr lang="en-US"/>
              <a:t>Click to edit Master title style</a:t>
            </a:r>
            <a:endParaRPr lang="de-DE" dirty="0"/>
          </a:p>
        </p:txBody>
      </p:sp>
    </p:spTree>
    <p:extLst>
      <p:ext uri="{BB962C8B-B14F-4D97-AF65-F5344CB8AC3E}">
        <p14:creationId xmlns:p14="http://schemas.microsoft.com/office/powerpoint/2010/main" val="82796364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97D74F-878E-4A9F-93F5-6110267F1C47}"/>
              </a:ext>
            </a:extLst>
          </p:cNvPr>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12050587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Titre et contenu">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404812" y="1447201"/>
            <a:ext cx="11379201" cy="50226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itle 10">
            <a:extLst>
              <a:ext uri="{FF2B5EF4-FFF2-40B4-BE49-F238E27FC236}">
                <a16:creationId xmlns:a16="http://schemas.microsoft.com/office/drawing/2014/main" id="{006B5C2B-B0BF-4136-9EC7-0E7F54D1D264}"/>
              </a:ext>
            </a:extLst>
          </p:cNvPr>
          <p:cNvSpPr>
            <a:spLocks noGrp="1"/>
          </p:cNvSpPr>
          <p:nvPr>
            <p:ph type="title"/>
          </p:nvPr>
        </p:nvSpPr>
        <p:spPr/>
        <p:txBody>
          <a:bodyPr/>
          <a:lstStyle/>
          <a:p>
            <a:r>
              <a:rPr lang="en-US"/>
              <a:t>Click to edit Master title style</a:t>
            </a:r>
            <a:endParaRPr lang="en-GB" dirty="0"/>
          </a:p>
        </p:txBody>
      </p:sp>
    </p:spTree>
    <p:extLst>
      <p:ext uri="{BB962C8B-B14F-4D97-AF65-F5344CB8AC3E}">
        <p14:creationId xmlns:p14="http://schemas.microsoft.com/office/powerpoint/2010/main" val="92511250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28" name="Text Placeholder 27">
            <a:extLst>
              <a:ext uri="{FF2B5EF4-FFF2-40B4-BE49-F238E27FC236}">
                <a16:creationId xmlns:a16="http://schemas.microsoft.com/office/drawing/2014/main" id="{EEECD9CE-847D-4DBF-9A59-637325DD3587}"/>
              </a:ext>
            </a:extLst>
          </p:cNvPr>
          <p:cNvSpPr>
            <a:spLocks noGrp="1"/>
          </p:cNvSpPr>
          <p:nvPr>
            <p:ph type="body" sz="quarter" idx="10"/>
          </p:nvPr>
        </p:nvSpPr>
        <p:spPr>
          <a:xfrm>
            <a:off x="381000" y="7620"/>
            <a:ext cx="9384102" cy="800100"/>
          </a:xfrm>
          <a:prstGeom prst="rect">
            <a:avLst/>
          </a:prstGeom>
        </p:spPr>
        <p:txBody>
          <a:bodyPr lIns="0" rIns="0" anchor="ctr"/>
          <a:lstStyle>
            <a:lvl1pPr marL="0" indent="0">
              <a:buNone/>
              <a:defRPr sz="2400" b="1">
                <a:solidFill>
                  <a:srgbClr val="006EAF"/>
                </a:solidFill>
                <a:latin typeface="Helvetica" panose="020B0604020202020204" pitchFamily="2" charset="0"/>
              </a:defRPr>
            </a:lvl1pPr>
            <a:lvl2pPr marL="457200" indent="0">
              <a:buNone/>
              <a:defRPr sz="2400" b="1">
                <a:solidFill>
                  <a:srgbClr val="006EAF"/>
                </a:solidFill>
                <a:latin typeface="Helvetica" panose="020B0604020202020204" pitchFamily="2" charset="0"/>
              </a:defRPr>
            </a:lvl2pPr>
            <a:lvl3pPr marL="914400" indent="0">
              <a:buFont typeface="Arial" panose="020B0604020202020204" pitchFamily="34" charset="0"/>
              <a:buNone/>
              <a:defRPr sz="2000" b="1">
                <a:solidFill>
                  <a:schemeClr val="bg1"/>
                </a:solidFill>
                <a:latin typeface="Helvetica" panose="020B0604020202020204" pitchFamily="2" charset="0"/>
              </a:defRPr>
            </a:lvl3pPr>
            <a:lvl4pPr marL="1371600" indent="0">
              <a:buFont typeface="Arial" panose="020B0604020202020204" pitchFamily="34" charset="0"/>
              <a:buNone/>
              <a:defRPr sz="2000" b="1">
                <a:solidFill>
                  <a:schemeClr val="bg1"/>
                </a:solidFill>
                <a:latin typeface="Helvetica" panose="020B0604020202020204" pitchFamily="2" charset="0"/>
              </a:defRPr>
            </a:lvl4pPr>
            <a:lvl5pPr marL="1828800" indent="0">
              <a:buFont typeface="Arial" panose="020B0604020202020204" pitchFamily="34" charset="0"/>
              <a:buNone/>
              <a:defRPr sz="2000" b="1">
                <a:solidFill>
                  <a:schemeClr val="bg1"/>
                </a:solidFill>
                <a:latin typeface="Helvetica" panose="020B0604020202020204" pitchFamily="2" charset="0"/>
              </a:defRPr>
            </a:lvl5pPr>
          </a:lstStyle>
          <a:p>
            <a:pPr lvl="0"/>
            <a:r>
              <a:rPr lang="en-US" dirty="0"/>
              <a:t>Click to edit Master text styles</a:t>
            </a:r>
          </a:p>
        </p:txBody>
      </p:sp>
      <p:sp>
        <p:nvSpPr>
          <p:cNvPr id="4" name="Slide Number Placeholder 3">
            <a:extLst>
              <a:ext uri="{FF2B5EF4-FFF2-40B4-BE49-F238E27FC236}">
                <a16:creationId xmlns:a16="http://schemas.microsoft.com/office/drawing/2014/main" id="{C239F2C2-CE24-BE4D-BE42-786530CB17B1}"/>
              </a:ext>
            </a:extLst>
          </p:cNvPr>
          <p:cNvSpPr txBox="1">
            <a:spLocks/>
          </p:cNvSpPr>
          <p:nvPr userDrawn="1"/>
        </p:nvSpPr>
        <p:spPr>
          <a:xfrm>
            <a:off x="11823728" y="6534288"/>
            <a:ext cx="368271" cy="323711"/>
          </a:xfrm>
          <a:prstGeom prst="rect">
            <a:avLst/>
          </a:prstGeom>
          <a:solidFill>
            <a:schemeClr val="bg2">
              <a:lumMod val="25000"/>
            </a:schemeClr>
          </a:solidFill>
        </p:spPr>
        <p:txBody>
          <a:bodyPr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prstClr val="white"/>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dirty="0">
              <a:ln>
                <a:noFill/>
              </a:ln>
              <a:solidFill>
                <a:prstClr val="white"/>
              </a:solidFill>
              <a:effectLst/>
              <a:uLnTx/>
              <a:uFillTx/>
              <a:latin typeface="Calibri Light" panose="020F0302020204030204"/>
              <a:ea typeface="+mn-ea"/>
              <a:cs typeface="Arial" panose="020B0604020202020204" pitchFamily="34" charset="0"/>
            </a:endParaRPr>
          </a:p>
        </p:txBody>
      </p:sp>
    </p:spTree>
    <p:extLst>
      <p:ext uri="{BB962C8B-B14F-4D97-AF65-F5344CB8AC3E}">
        <p14:creationId xmlns:p14="http://schemas.microsoft.com/office/powerpoint/2010/main" val="140973171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_Titre et contenu">
    <p:spTree>
      <p:nvGrpSpPr>
        <p:cNvPr id="1" name=""/>
        <p:cNvGrpSpPr/>
        <p:nvPr/>
      </p:nvGrpSpPr>
      <p:grpSpPr>
        <a:xfrm>
          <a:off x="0" y="0"/>
          <a:ext cx="0" cy="0"/>
          <a:chOff x="0" y="0"/>
          <a:chExt cx="0" cy="0"/>
        </a:xfrm>
      </p:grpSpPr>
      <p:sp>
        <p:nvSpPr>
          <p:cNvPr id="2" name="Title 1"/>
          <p:cNvSpPr>
            <a:spLocks noGrp="1"/>
          </p:cNvSpPr>
          <p:nvPr>
            <p:ph type="title"/>
          </p:nvPr>
        </p:nvSpPr>
        <p:spPr>
          <a:xfrm>
            <a:off x="838200" y="334643"/>
            <a:ext cx="10515600" cy="670626"/>
          </a:xfrm>
        </p:spPr>
        <p:txBody>
          <a:bodyPr>
            <a:normAutofit/>
          </a:bodyPr>
          <a:lstStyle>
            <a:lvl1pPr algn="ctr">
              <a:defRPr sz="4000"/>
            </a:lvl1pPr>
          </a:lstStyle>
          <a:p>
            <a:r>
              <a:rPr lang="en-US" dirty="0"/>
              <a:t>Click to edit Master title style</a:t>
            </a:r>
          </a:p>
        </p:txBody>
      </p:sp>
    </p:spTree>
    <p:extLst>
      <p:ext uri="{BB962C8B-B14F-4D97-AF65-F5344CB8AC3E}">
        <p14:creationId xmlns:p14="http://schemas.microsoft.com/office/powerpoint/2010/main" val="1190987494"/>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theme" Target="../theme/theme1.xml"/><Relationship Id="rId22" Type="http://schemas.openxmlformats.org/officeDocument/2006/relationships/image" Target="../media/image1.png"/><Relationship Id="rId23" Type="http://schemas.openxmlformats.org/officeDocument/2006/relationships/image" Target="../media/image2.sv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2D1BB78B-72A3-2C83-3AD2-11848F84166B}"/>
              </a:ext>
            </a:extLst>
          </p:cNvPr>
          <p:cNvPicPr>
            <a:picLocks noChangeAspect="1"/>
          </p:cNvPicPr>
          <p:nvPr userDrawn="1"/>
        </p:nvPicPr>
        <p:blipFill rotWithShape="1">
          <a:blip r:embed="rId22" cstate="email">
            <a:alphaModFix/>
            <a:extLst>
              <a:ext uri="{28A0092B-C50C-407E-A947-70E740481C1C}">
                <a14:useLocalDpi xmlns:a14="http://schemas.microsoft.com/office/drawing/2010/main"/>
              </a:ext>
            </a:extLst>
          </a:blip>
          <a:srcRect/>
          <a:stretch/>
        </p:blipFill>
        <p:spPr>
          <a:xfrm flipH="1">
            <a:off x="0" y="0"/>
            <a:ext cx="12192000" cy="691980"/>
          </a:xfrm>
          <a:prstGeom prst="rect">
            <a:avLst/>
          </a:prstGeom>
        </p:spPr>
      </p:pic>
      <p:sp>
        <p:nvSpPr>
          <p:cNvPr id="3" name="Rectangle 2">
            <a:extLst>
              <a:ext uri="{FF2B5EF4-FFF2-40B4-BE49-F238E27FC236}">
                <a16:creationId xmlns:a16="http://schemas.microsoft.com/office/drawing/2014/main" id="{AE7DFBAA-036E-452F-5C2D-2AB26B9FC3CE}"/>
              </a:ext>
            </a:extLst>
          </p:cNvPr>
          <p:cNvSpPr/>
          <p:nvPr userDrawn="1"/>
        </p:nvSpPr>
        <p:spPr>
          <a:xfrm>
            <a:off x="300038" y="6701757"/>
            <a:ext cx="6137782" cy="104644"/>
          </a:xfrm>
          <a:prstGeom prst="rect">
            <a:avLst/>
          </a:prstGeom>
        </p:spPr>
        <p:txBody>
          <a:bodyPr wrap="square" lIns="0" tIns="0" rIns="0" bIns="0" anchor="ctr">
            <a:spAutoFit/>
          </a:bodyPr>
          <a:lstStyle/>
          <a:p>
            <a:r>
              <a:rPr lang="en-US" sz="680" baseline="0">
                <a:solidFill>
                  <a:schemeClr val="tx1">
                    <a:lumMod val="65000"/>
                    <a:lumOff val="35000"/>
                  </a:schemeClr>
                </a:solidFill>
                <a:latin typeface="Helvetica" panose="020B0604020202020204" pitchFamily="2" charset="0"/>
              </a:rPr>
              <a:t>AI-Powered Procurement &amp; Supply Chain Transformation: Helping Leading Enterprises Worldwide Achieve Extraordinary Results</a:t>
            </a:r>
          </a:p>
        </p:txBody>
      </p:sp>
      <p:sp>
        <p:nvSpPr>
          <p:cNvPr id="4" name="Slide Number Placeholder 3">
            <a:extLst>
              <a:ext uri="{FF2B5EF4-FFF2-40B4-BE49-F238E27FC236}">
                <a16:creationId xmlns:a16="http://schemas.microsoft.com/office/drawing/2014/main" id="{DAD58C99-BFB6-5868-9BDF-1CB82DC64D4E}"/>
              </a:ext>
            </a:extLst>
          </p:cNvPr>
          <p:cNvSpPr txBox="1">
            <a:spLocks/>
          </p:cNvSpPr>
          <p:nvPr userDrawn="1"/>
        </p:nvSpPr>
        <p:spPr>
          <a:xfrm>
            <a:off x="5917900" y="6631522"/>
            <a:ext cx="321275" cy="226477"/>
          </a:xfrm>
          <a:prstGeom prst="rect">
            <a:avLst/>
          </a:prstGeom>
          <a:noFill/>
        </p:spPr>
        <p:txBody>
          <a:bodyPr lIns="36000" rIns="36000"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sysClr val="windowText" lastClr="000000"/>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a:ln>
                <a:noFill/>
              </a:ln>
              <a:solidFill>
                <a:sysClr val="windowText" lastClr="000000"/>
              </a:solidFill>
              <a:effectLst/>
              <a:uLnTx/>
              <a:uFillTx/>
              <a:latin typeface="Calibri Light" panose="020F0302020204030204"/>
              <a:ea typeface="+mn-ea"/>
              <a:cs typeface="Arial" panose="020B0604020202020204" pitchFamily="34" charset="0"/>
            </a:endParaRPr>
          </a:p>
        </p:txBody>
      </p:sp>
      <p:sp>
        <p:nvSpPr>
          <p:cNvPr id="5" name="Rectangle 4">
            <a:extLst>
              <a:ext uri="{FF2B5EF4-FFF2-40B4-BE49-F238E27FC236}">
                <a16:creationId xmlns:a16="http://schemas.microsoft.com/office/drawing/2014/main" id="{7EE4B855-DF6F-931E-E1FD-8247D1F82A3D}"/>
              </a:ext>
            </a:extLst>
          </p:cNvPr>
          <p:cNvSpPr/>
          <p:nvPr userDrawn="1"/>
        </p:nvSpPr>
        <p:spPr>
          <a:xfrm>
            <a:off x="10057829" y="6697428"/>
            <a:ext cx="1796693" cy="104644"/>
          </a:xfrm>
          <a:prstGeom prst="rect">
            <a:avLst/>
          </a:prstGeom>
        </p:spPr>
        <p:txBody>
          <a:bodyPr wrap="square" lIns="0" tIns="0" rIns="0" bIns="0" anchor="ctr">
            <a:spAutoFit/>
          </a:bodyPr>
          <a:lstStyle/>
          <a:p>
            <a:pPr algn="r"/>
            <a:r>
              <a:rPr lang="en-US" sz="680" kern="1200" baseline="0" dirty="0">
                <a:solidFill>
                  <a:schemeClr val="tx1">
                    <a:lumMod val="65000"/>
                    <a:lumOff val="35000"/>
                  </a:schemeClr>
                </a:solidFill>
                <a:latin typeface="Helvetica" panose="020B0604020202020204" pitchFamily="2" charset="0"/>
                <a:ea typeface="+mn-ea"/>
                <a:cs typeface="+mn-cs"/>
              </a:rPr>
              <a:t>Copyright © 2026 GEP. All rights reserved.</a:t>
            </a:r>
          </a:p>
        </p:txBody>
      </p:sp>
      <p:pic>
        <p:nvPicPr>
          <p:cNvPr id="6" name="Graphic 5">
            <a:extLst>
              <a:ext uri="{FF2B5EF4-FFF2-40B4-BE49-F238E27FC236}">
                <a16:creationId xmlns:a16="http://schemas.microsoft.com/office/drawing/2014/main" id="{08407BE5-1722-C6C2-C209-BDC066F6E61B}"/>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23"/>
              </a:ext>
            </a:extLst>
          </a:blip>
          <a:srcRect r="36008"/>
          <a:stretch/>
        </p:blipFill>
        <p:spPr>
          <a:xfrm>
            <a:off x="10665229" y="196043"/>
            <a:ext cx="1238747" cy="313201"/>
          </a:xfrm>
          <a:prstGeom prst="rect">
            <a:avLst/>
          </a:prstGeom>
        </p:spPr>
      </p:pic>
      <p:cxnSp>
        <p:nvCxnSpPr>
          <p:cNvPr id="7" name="Straight Connector 6">
            <a:extLst>
              <a:ext uri="{FF2B5EF4-FFF2-40B4-BE49-F238E27FC236}">
                <a16:creationId xmlns:a16="http://schemas.microsoft.com/office/drawing/2014/main" id="{9C2A8D26-D2C1-BD72-DD29-B67128526509}"/>
              </a:ext>
            </a:extLst>
          </p:cNvPr>
          <p:cNvCxnSpPr>
            <a:cxnSpLocks/>
          </p:cNvCxnSpPr>
          <p:nvPr userDrawn="1"/>
        </p:nvCxnSpPr>
        <p:spPr>
          <a:xfrm>
            <a:off x="-6" y="6581822"/>
            <a:ext cx="12192006" cy="14995"/>
          </a:xfrm>
          <a:prstGeom prst="line">
            <a:avLst/>
          </a:prstGeom>
          <a:ln w="635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384092"/>
      </p:ext>
    </p:extLst>
  </p:cSld>
  <p:clrMap bg1="lt1" tx1="dk1" bg2="lt2" tx2="dk2" accent1="accent1" accent2="accent2" accent3="accent3" accent4="accent4" accent5="accent5" accent6="accent6" hlink="hlink" folHlink="folHlink"/>
  <p:sldLayoutIdLst>
    <p:sldLayoutId id="2147483697" r:id="rId1"/>
    <p:sldLayoutId id="2147483705" r:id="rId2"/>
    <p:sldLayoutId id="2147483706" r:id="rId3"/>
    <p:sldLayoutId id="2147483707" r:id="rId4"/>
    <p:sldLayoutId id="2147483708" r:id="rId5"/>
    <p:sldLayoutId id="2147483709" r:id="rId6"/>
    <p:sldLayoutId id="2147483710" r:id="rId7"/>
    <p:sldLayoutId id="2147483711" r:id="rId8"/>
    <p:sldLayoutId id="2147483712" r:id="rId9"/>
    <p:sldLayoutId id="2147483713" r:id="rId10"/>
    <p:sldLayoutId id="2147483714" r:id="rId11"/>
    <p:sldLayoutId id="2147483699" r:id="rId12"/>
    <p:sldLayoutId id="2147483703" r:id="rId13"/>
    <p:sldLayoutId id="2147483715" r:id="rId14"/>
    <p:sldLayoutId id="2147483717" r:id="rId15"/>
    <p:sldLayoutId id="2147483719" r:id="rId16"/>
    <p:sldLayoutId id="2147483720" r:id="rId17"/>
    <p:sldLayoutId id="2147483721" r:id="rId18"/>
    <p:sldLayoutId id="2147483722" r:id="rId19"/>
    <p:sldLayoutId id="2147483727" r:id="rId20"/>
  </p:sldLayoutIdLst>
  <p:txStyles>
    <p:titleStyle>
      <a:lvl1pPr algn="l" defTabSz="914400" rtl="0" eaLnBrk="1" latinLnBrk="0" hangingPunct="1">
        <a:lnSpc>
          <a:spcPct val="90000"/>
        </a:lnSpc>
        <a:spcBef>
          <a:spcPct val="0"/>
        </a:spcBef>
        <a:buNone/>
        <a:defRPr sz="2400" b="1" kern="1200">
          <a:solidFill>
            <a:srgbClr val="016AAA"/>
          </a:solidFill>
          <a:latin typeface="Helvetica" panose="020B0604020202020204" pitchFamily="2"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tags" Target="../tags/tag2.xml"/><Relationship Id="rId2" Type="http://schemas.openxmlformats.org/officeDocument/2006/relationships/slideLayout" Target="../slideLayouts/slideLayout2.xml"/><Relationship Id="rId3" Type="http://schemas.openxmlformats.org/officeDocument/2006/relationships/notesSlide" Target="../notesSlides/notesSlide2.xml"/></Relationships>
</file>

<file path=ppt/slides/_rels/slide4.xml.rels><?xml version='1.0' encoding='UTF-8' standalone='yes'?>
<Relationships xmlns="http://schemas.openxmlformats.org/package/2006/relationships"><Relationship Id="rId1" Type="http://schemas.openxmlformats.org/officeDocument/2006/relationships/tags" Target="../tags/tag3.xml"/><Relationship Id="rId2" Type="http://schemas.openxmlformats.org/officeDocument/2006/relationships/slideLayout" Target="../slideLayouts/slideLayout2.xml"/><Relationship Id="rId3" Type="http://schemas.openxmlformats.org/officeDocument/2006/relationships/notesSlide" Target="../notesSlides/notesSlide3.xml"/></Relationships>
</file>

<file path=ppt/slides/_rels/slide5.xml.rels><?xml version='1.0' encoding='UTF-8' standalone='yes'?>
<Relationships xmlns="http://schemas.openxmlformats.org/package/2006/relationships"><Relationship Id="rId1" Type="http://schemas.openxmlformats.org/officeDocument/2006/relationships/tags" Target="../tags/tag4.xml"/><Relationship Id="rId2" Type="http://schemas.openxmlformats.org/officeDocument/2006/relationships/tags" Target="../tags/tag5.xml"/><Relationship Id="rId3" Type="http://schemas.openxmlformats.org/officeDocument/2006/relationships/tags" Target="../tags/tag6.xml"/><Relationship Id="rId4" Type="http://schemas.openxmlformats.org/officeDocument/2006/relationships/tags" Target="../tags/tag7.xml"/><Relationship Id="rId5" Type="http://schemas.openxmlformats.org/officeDocument/2006/relationships/tags" Target="../tags/tag8.xml"/><Relationship Id="rId6" Type="http://schemas.openxmlformats.org/officeDocument/2006/relationships/tags" Target="../tags/tag9.xml"/><Relationship Id="rId7" Type="http://schemas.openxmlformats.org/officeDocument/2006/relationships/tags" Target="../tags/tag10.xml"/><Relationship Id="rId8" Type="http://schemas.openxmlformats.org/officeDocument/2006/relationships/tags" Target="../tags/tag11.xml"/><Relationship Id="rId9" Type="http://schemas.openxmlformats.org/officeDocument/2006/relationships/tags" Target="../tags/tag12.xml"/><Relationship Id="rId10" Type="http://schemas.openxmlformats.org/officeDocument/2006/relationships/tags" Target="../tags/tag13.xml"/><Relationship Id="rId11" Type="http://schemas.openxmlformats.org/officeDocument/2006/relationships/tags" Target="../tags/tag14.xml"/><Relationship Id="rId12" Type="http://schemas.openxmlformats.org/officeDocument/2006/relationships/tags" Target="../tags/tag15.xml"/><Relationship Id="rId13" Type="http://schemas.openxmlformats.org/officeDocument/2006/relationships/tags" Target="../tags/tag16.xml"/><Relationship Id="rId14" Type="http://schemas.openxmlformats.org/officeDocument/2006/relationships/tags" Target="../tags/tag17.xml"/><Relationship Id="rId15" Type="http://schemas.openxmlformats.org/officeDocument/2006/relationships/tags" Target="../tags/tag18.xml"/><Relationship Id="rId16" Type="http://schemas.openxmlformats.org/officeDocument/2006/relationships/tags" Target="../tags/tag19.xml"/><Relationship Id="rId17" Type="http://schemas.openxmlformats.org/officeDocument/2006/relationships/tags" Target="../tags/tag20.xml"/><Relationship Id="rId18" Type="http://schemas.openxmlformats.org/officeDocument/2006/relationships/tags" Target="../tags/tag21.xml"/><Relationship Id="rId19" Type="http://schemas.openxmlformats.org/officeDocument/2006/relationships/tags" Target="../tags/tag22.xml"/><Relationship Id="rId20" Type="http://schemas.openxmlformats.org/officeDocument/2006/relationships/tags" Target="../tags/tag23.xml"/><Relationship Id="rId21" Type="http://schemas.openxmlformats.org/officeDocument/2006/relationships/tags" Target="../tags/tag24.xml"/><Relationship Id="rId22" Type="http://schemas.openxmlformats.org/officeDocument/2006/relationships/tags" Target="../tags/tag25.xml"/><Relationship Id="rId23" Type="http://schemas.openxmlformats.org/officeDocument/2006/relationships/tags" Target="../tags/tag26.xml"/><Relationship Id="rId24" Type="http://schemas.openxmlformats.org/officeDocument/2006/relationships/tags" Target="../tags/tag27.xml"/><Relationship Id="rId25" Type="http://schemas.openxmlformats.org/officeDocument/2006/relationships/tags" Target="../tags/tag28.xml"/><Relationship Id="rId26" Type="http://schemas.openxmlformats.org/officeDocument/2006/relationships/tags" Target="../tags/tag29.xml"/><Relationship Id="rId27" Type="http://schemas.openxmlformats.org/officeDocument/2006/relationships/tags" Target="../tags/tag30.xml"/><Relationship Id="rId28" Type="http://schemas.openxmlformats.org/officeDocument/2006/relationships/tags" Target="../tags/tag31.xml"/><Relationship Id="rId29" Type="http://schemas.openxmlformats.org/officeDocument/2006/relationships/tags" Target="../tags/tag32.xml"/><Relationship Id="rId30" Type="http://schemas.openxmlformats.org/officeDocument/2006/relationships/tags" Target="../tags/tag33.xml"/><Relationship Id="rId31" Type="http://schemas.openxmlformats.org/officeDocument/2006/relationships/tags" Target="../tags/tag34.xml"/><Relationship Id="rId32" Type="http://schemas.openxmlformats.org/officeDocument/2006/relationships/tags" Target="../tags/tag35.xml"/><Relationship Id="rId33" Type="http://schemas.openxmlformats.org/officeDocument/2006/relationships/tags" Target="../tags/tag36.xml"/><Relationship Id="rId34" Type="http://schemas.openxmlformats.org/officeDocument/2006/relationships/tags" Target="../tags/tag37.xml"/><Relationship Id="rId35" Type="http://schemas.openxmlformats.org/officeDocument/2006/relationships/tags" Target="../tags/tag38.xml"/><Relationship Id="rId36" Type="http://schemas.openxmlformats.org/officeDocument/2006/relationships/tags" Target="../tags/tag39.xml"/><Relationship Id="rId37" Type="http://schemas.openxmlformats.org/officeDocument/2006/relationships/tags" Target="../tags/tag40.xml"/><Relationship Id="rId38" Type="http://schemas.openxmlformats.org/officeDocument/2006/relationships/tags" Target="../tags/tag41.xml"/><Relationship Id="rId39" Type="http://schemas.openxmlformats.org/officeDocument/2006/relationships/tags" Target="../tags/tag42.xml"/><Relationship Id="rId40" Type="http://schemas.openxmlformats.org/officeDocument/2006/relationships/tags" Target="../tags/tag43.xml"/><Relationship Id="rId41" Type="http://schemas.openxmlformats.org/officeDocument/2006/relationships/tags" Target="../tags/tag44.xml"/><Relationship Id="rId42" Type="http://schemas.openxmlformats.org/officeDocument/2006/relationships/tags" Target="../tags/tag45.xml"/><Relationship Id="rId43" Type="http://schemas.openxmlformats.org/officeDocument/2006/relationships/tags" Target="../tags/tag46.xml"/><Relationship Id="rId44" Type="http://schemas.openxmlformats.org/officeDocument/2006/relationships/tags" Target="../tags/tag47.xml"/><Relationship Id="rId45" Type="http://schemas.openxmlformats.org/officeDocument/2006/relationships/tags" Target="../tags/tag48.xml"/><Relationship Id="rId46" Type="http://schemas.openxmlformats.org/officeDocument/2006/relationships/tags" Target="../tags/tag49.xml"/><Relationship Id="rId47" Type="http://schemas.openxmlformats.org/officeDocument/2006/relationships/tags" Target="../tags/tag50.xml"/><Relationship Id="rId48" Type="http://schemas.openxmlformats.org/officeDocument/2006/relationships/tags" Target="../tags/tag51.xml"/><Relationship Id="rId49" Type="http://schemas.openxmlformats.org/officeDocument/2006/relationships/tags" Target="../tags/tag52.xml"/><Relationship Id="rId50" Type="http://schemas.openxmlformats.org/officeDocument/2006/relationships/tags" Target="../tags/tag53.xml"/><Relationship Id="rId51" Type="http://schemas.openxmlformats.org/officeDocument/2006/relationships/tags" Target="../tags/tag54.xml"/><Relationship Id="rId52" Type="http://schemas.openxmlformats.org/officeDocument/2006/relationships/slideLayout" Target="../slideLayouts/slideLayout2.xml"/><Relationship Id="rId53" Type="http://schemas.openxmlformats.org/officeDocument/2006/relationships/notesSlide" Target="../notesSlides/notesSlide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7.xml.rels><?xml version='1.0' encoding='UTF-8' standalone='yes'?>
<Relationships xmlns="http://schemas.openxmlformats.org/package/2006/relationships"><Relationship Id="rId1" Type="http://schemas.openxmlformats.org/officeDocument/2006/relationships/tags" Target="../tags/tag55.xml"/><Relationship Id="rId2" Type="http://schemas.openxmlformats.org/officeDocument/2006/relationships/slideLayout" Target="../slideLayouts/slideLayout2.xml"/><Relationship Id="rId3" Type="http://schemas.openxmlformats.org/officeDocument/2006/relationships/notesSlide" Target="../notesSlides/notesSlide6.xml"/></Relationships>
</file>

<file path=ppt/slides/_rels/slide8.xml.rels><?xml version='1.0' encoding='UTF-8' standalone='yes'?>
<Relationships xmlns="http://schemas.openxmlformats.org/package/2006/relationships"><Relationship Id="rId1" Type="http://schemas.openxmlformats.org/officeDocument/2006/relationships/tags" Target="../tags/tag56.xml"/><Relationship Id="rId2" Type="http://schemas.openxmlformats.org/officeDocument/2006/relationships/slideLayout" Target="../slideLayouts/slideLayout2.xml"/><Relationship Id="rId3" Type="http://schemas.openxmlformats.org/officeDocument/2006/relationships/notesSlide" Target="../notesSlides/notesSlide7.xml"/></Relationships>
</file>

<file path=ppt/slides/_rels/slide9.xml.rels><?xml version='1.0' encoding='UTF-8' standalone='yes'?>
<Relationships xmlns="http://schemas.openxmlformats.org/package/2006/relationships"><Relationship Id="rId1" Type="http://schemas.openxmlformats.org/officeDocument/2006/relationships/tags" Target="../tags/tag57.xml"/><Relationship Id="rId2" Type="http://schemas.openxmlformats.org/officeDocument/2006/relationships/tags" Target="../tags/tag58.xml"/><Relationship Id="rId3" Type="http://schemas.openxmlformats.org/officeDocument/2006/relationships/slideLayout" Target="../slideLayouts/slideLayout2.xml"/><Relationship Id="rId4" Type="http://schemas.openxmlformats.org/officeDocument/2006/relationships/notesSlide" Target="../notesSlides/notesSlide8.xml"/></Relationships>
</file>

<file path=ppt/slides/_rels/slide10.xml.rels><?xml version='1.0' encoding='UTF-8' standalone='yes'?>
<Relationships xmlns="http://schemas.openxmlformats.org/package/2006/relationships"><Relationship Id="rId1" Type="http://schemas.openxmlformats.org/officeDocument/2006/relationships/tags" Target="../tags/tag59.xml"/><Relationship Id="rId2" Type="http://schemas.openxmlformats.org/officeDocument/2006/relationships/tags" Target="../tags/tag60.xml"/><Relationship Id="rId3" Type="http://schemas.openxmlformats.org/officeDocument/2006/relationships/slideLayout" Target="../slideLayouts/slideLayout2.xml"/><Relationship Id="rId4" Type="http://schemas.openxmlformats.org/officeDocument/2006/relationships/notesSlide" Target="../notesSlides/notesSlide9.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 Id="rId3" Type="http://schemas.openxmlformats.org/officeDocument/2006/relationships/image" Target="../media/image10.svg"/><Relationship Id="rId4" Type="http://schemas.openxmlformats.org/officeDocument/2006/relationships/image" Target="../media/image11.sv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 Id="rId3" Type="http://schemas.openxmlformats.org/officeDocument/2006/relationships/image" Target="../media/image12.sv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s>
</file>

<file path=ppt/slides/_rels/slide15.xml.rels><?xml version='1.0' encoding='UTF-8' standalone='yes'?>
<Relationships xmlns="http://schemas.openxmlformats.org/package/2006/relationships"><Relationship Id="rId1" Type="http://schemas.openxmlformats.org/officeDocument/2006/relationships/tags" Target="../tags/tag61.xml"/><Relationship Id="rId2" Type="http://schemas.openxmlformats.org/officeDocument/2006/relationships/slideLayout" Target="../slideLayouts/slideLayout2.xml"/><Relationship Id="rId3" Type="http://schemas.openxmlformats.org/officeDocument/2006/relationships/notesSlide" Target="../notesSlides/notesSlide14.xml"/></Relationships>
</file>

<file path=ppt/slides/_rels/slide16.xml.rels><?xml version='1.0' encoding='UTF-8' standalone='yes'?>
<Relationships xmlns="http://schemas.openxmlformats.org/package/2006/relationships"><Relationship Id="rId1" Type="http://schemas.openxmlformats.org/officeDocument/2006/relationships/tags" Target="../tags/tag62.xml"/><Relationship Id="rId2" Type="http://schemas.openxmlformats.org/officeDocument/2006/relationships/slideLayout" Target="../slideLayouts/slideLayout2.xml"/><Relationship Id="rId3" Type="http://schemas.openxmlformats.org/officeDocument/2006/relationships/notesSlide" Target="../notesSlides/notesSlide15.xml"/></Relationships>
</file>

<file path=ppt/slides/_rels/slide17.xml.rels><?xml version='1.0' encoding='UTF-8' standalone='yes'?>
<Relationships xmlns="http://schemas.openxmlformats.org/package/2006/relationships"><Relationship Id="rId1" Type="http://schemas.openxmlformats.org/officeDocument/2006/relationships/tags" Target="../tags/tag63.xml"/><Relationship Id="rId2" Type="http://schemas.openxmlformats.org/officeDocument/2006/relationships/slideLayout" Target="../slideLayouts/slideLayout2.xml"/><Relationship Id="rId3" Type="http://schemas.openxmlformats.org/officeDocument/2006/relationships/notesSlide" Target="../notesSlides/notesSlide1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s>
</file>

<file path=ppt/slides/_rels/slide19.xml.rels><?xml version='1.0' encoding='UTF-8' standalone='yes'?>
<Relationships xmlns="http://schemas.openxmlformats.org/package/2006/relationships"><Relationship Id="rId1" Type="http://schemas.openxmlformats.org/officeDocument/2006/relationships/tags" Target="../tags/tag64.xml"/><Relationship Id="rId2" Type="http://schemas.openxmlformats.org/officeDocument/2006/relationships/tags" Target="../tags/tag65.xml"/><Relationship Id="rId3" Type="http://schemas.openxmlformats.org/officeDocument/2006/relationships/tags" Target="../tags/tag66.xml"/><Relationship Id="rId4" Type="http://schemas.openxmlformats.org/officeDocument/2006/relationships/tags" Target="../tags/tag67.xml"/><Relationship Id="rId5" Type="http://schemas.openxmlformats.org/officeDocument/2006/relationships/tags" Target="../tags/tag68.xml"/><Relationship Id="rId6" Type="http://schemas.openxmlformats.org/officeDocument/2006/relationships/tags" Target="../tags/tag69.xml"/><Relationship Id="rId7" Type="http://schemas.openxmlformats.org/officeDocument/2006/relationships/tags" Target="../tags/tag70.xml"/><Relationship Id="rId8" Type="http://schemas.openxmlformats.org/officeDocument/2006/relationships/slideLayout" Target="../slideLayouts/slideLayout2.xml"/><Relationship Id="rId9" Type="http://schemas.openxmlformats.org/officeDocument/2006/relationships/notesSlide" Target="../notesSlides/notesSlide1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xml"/><Relationship Id="rId3" Type="http://schemas.openxmlformats.org/officeDocument/2006/relationships/image" Target="../media/image13.svg"/></Relationships>
</file>

<file path=ppt/slides/_rels/slide21.xml.rels><?xml version='1.0' encoding='UTF-8' standalone='yes'?>
<Relationships xmlns="http://schemas.openxmlformats.org/package/2006/relationships"><Relationship Id="rId1" Type="http://schemas.openxmlformats.org/officeDocument/2006/relationships/tags" Target="../tags/tag71.xml"/><Relationship Id="rId2" Type="http://schemas.openxmlformats.org/officeDocument/2006/relationships/slideLayout" Target="../slideLayouts/slideLayout2.xml"/><Relationship Id="rId3" Type="http://schemas.openxmlformats.org/officeDocument/2006/relationships/notesSlide" Target="../notesSlides/notesSlide20.xml"/></Relationships>
</file>

<file path=ppt/slides/_rels/slide22.xml.rels><?xml version='1.0' encoding='UTF-8' standalone='yes'?>
<Relationships xmlns="http://schemas.openxmlformats.org/package/2006/relationships"><Relationship Id="rId1" Type="http://schemas.openxmlformats.org/officeDocument/2006/relationships/tags" Target="../tags/tag72.xml"/><Relationship Id="rId2" Type="http://schemas.openxmlformats.org/officeDocument/2006/relationships/slideLayout" Target="../slideLayouts/slideLayout2.xml"/><Relationship Id="rId3" Type="http://schemas.openxmlformats.org/officeDocument/2006/relationships/notesSlide" Target="../notesSlides/notesSlide21.xml"/></Relationships>
</file>

<file path=ppt/slides/_rels/slide23.xml.rels><?xml version='1.0' encoding='UTF-8' standalone='yes'?>
<Relationships xmlns="http://schemas.openxmlformats.org/package/2006/relationships"><Relationship Id="rId1" Type="http://schemas.openxmlformats.org/officeDocument/2006/relationships/tags" Target="../tags/tag73.xml"/><Relationship Id="rId2" Type="http://schemas.openxmlformats.org/officeDocument/2006/relationships/tags" Target="../tags/tag74.xml"/><Relationship Id="rId3" Type="http://schemas.openxmlformats.org/officeDocument/2006/relationships/tags" Target="../tags/tag75.xml"/><Relationship Id="rId4" Type="http://schemas.openxmlformats.org/officeDocument/2006/relationships/tags" Target="../tags/tag76.xml"/><Relationship Id="rId5" Type="http://schemas.openxmlformats.org/officeDocument/2006/relationships/tags" Target="../tags/tag77.xml"/><Relationship Id="rId6" Type="http://schemas.openxmlformats.org/officeDocument/2006/relationships/tags" Target="../tags/tag78.xml"/><Relationship Id="rId7" Type="http://schemas.openxmlformats.org/officeDocument/2006/relationships/tags" Target="../tags/tag79.xml"/><Relationship Id="rId8" Type="http://schemas.openxmlformats.org/officeDocument/2006/relationships/tags" Target="../tags/tag80.xml"/><Relationship Id="rId9" Type="http://schemas.openxmlformats.org/officeDocument/2006/relationships/tags" Target="../tags/tag81.xml"/><Relationship Id="rId10" Type="http://schemas.openxmlformats.org/officeDocument/2006/relationships/tags" Target="../tags/tag82.xml"/><Relationship Id="rId11" Type="http://schemas.openxmlformats.org/officeDocument/2006/relationships/tags" Target="../tags/tag83.xml"/><Relationship Id="rId12" Type="http://schemas.openxmlformats.org/officeDocument/2006/relationships/tags" Target="../tags/tag84.xml"/><Relationship Id="rId13" Type="http://schemas.openxmlformats.org/officeDocument/2006/relationships/tags" Target="../tags/tag85.xml"/><Relationship Id="rId14" Type="http://schemas.openxmlformats.org/officeDocument/2006/relationships/tags" Target="../tags/tag86.xml"/><Relationship Id="rId15" Type="http://schemas.openxmlformats.org/officeDocument/2006/relationships/tags" Target="../tags/tag87.xml"/><Relationship Id="rId16" Type="http://schemas.openxmlformats.org/officeDocument/2006/relationships/tags" Target="../tags/tag88.xml"/><Relationship Id="rId17" Type="http://schemas.openxmlformats.org/officeDocument/2006/relationships/tags" Target="../tags/tag89.xml"/><Relationship Id="rId18" Type="http://schemas.openxmlformats.org/officeDocument/2006/relationships/tags" Target="../tags/tag90.xml"/><Relationship Id="rId19" Type="http://schemas.openxmlformats.org/officeDocument/2006/relationships/tags" Target="../tags/tag91.xml"/><Relationship Id="rId20" Type="http://schemas.openxmlformats.org/officeDocument/2006/relationships/tags" Target="../tags/tag92.xml"/><Relationship Id="rId21" Type="http://schemas.openxmlformats.org/officeDocument/2006/relationships/tags" Target="../tags/tag93.xml"/><Relationship Id="rId22" Type="http://schemas.openxmlformats.org/officeDocument/2006/relationships/tags" Target="../tags/tag94.xml"/><Relationship Id="rId23" Type="http://schemas.openxmlformats.org/officeDocument/2006/relationships/tags" Target="../tags/tag95.xml"/><Relationship Id="rId24" Type="http://schemas.openxmlformats.org/officeDocument/2006/relationships/tags" Target="../tags/tag96.xml"/><Relationship Id="rId25" Type="http://schemas.openxmlformats.org/officeDocument/2006/relationships/tags" Target="../tags/tag97.xml"/><Relationship Id="rId26" Type="http://schemas.openxmlformats.org/officeDocument/2006/relationships/tags" Target="../tags/tag98.xml"/><Relationship Id="rId27" Type="http://schemas.openxmlformats.org/officeDocument/2006/relationships/tags" Target="../tags/tag99.xml"/><Relationship Id="rId28" Type="http://schemas.openxmlformats.org/officeDocument/2006/relationships/tags" Target="../tags/tag100.xml"/><Relationship Id="rId29" Type="http://schemas.openxmlformats.org/officeDocument/2006/relationships/tags" Target="../tags/tag101.xml"/><Relationship Id="rId30" Type="http://schemas.openxmlformats.org/officeDocument/2006/relationships/tags" Target="../tags/tag102.xml"/><Relationship Id="rId31" Type="http://schemas.openxmlformats.org/officeDocument/2006/relationships/tags" Target="../tags/tag103.xml"/><Relationship Id="rId32" Type="http://schemas.openxmlformats.org/officeDocument/2006/relationships/tags" Target="../tags/tag104.xml"/><Relationship Id="rId33" Type="http://schemas.openxmlformats.org/officeDocument/2006/relationships/tags" Target="../tags/tag105.xml"/><Relationship Id="rId34" Type="http://schemas.openxmlformats.org/officeDocument/2006/relationships/tags" Target="../tags/tag106.xml"/><Relationship Id="rId35" Type="http://schemas.openxmlformats.org/officeDocument/2006/relationships/tags" Target="../tags/tag107.xml"/><Relationship Id="rId36" Type="http://schemas.openxmlformats.org/officeDocument/2006/relationships/tags" Target="../tags/tag108.xml"/><Relationship Id="rId37" Type="http://schemas.openxmlformats.org/officeDocument/2006/relationships/tags" Target="../tags/tag109.xml"/><Relationship Id="rId38" Type="http://schemas.openxmlformats.org/officeDocument/2006/relationships/tags" Target="../tags/tag110.xml"/><Relationship Id="rId39" Type="http://schemas.openxmlformats.org/officeDocument/2006/relationships/tags" Target="../tags/tag111.xml"/><Relationship Id="rId40" Type="http://schemas.openxmlformats.org/officeDocument/2006/relationships/tags" Target="../tags/tag112.xml"/><Relationship Id="rId41" Type="http://schemas.openxmlformats.org/officeDocument/2006/relationships/tags" Target="../tags/tag113.xml"/><Relationship Id="rId42" Type="http://schemas.openxmlformats.org/officeDocument/2006/relationships/tags" Target="../tags/tag114.xml"/><Relationship Id="rId43" Type="http://schemas.openxmlformats.org/officeDocument/2006/relationships/tags" Target="../tags/tag115.xml"/><Relationship Id="rId44" Type="http://schemas.openxmlformats.org/officeDocument/2006/relationships/tags" Target="../tags/tag116.xml"/><Relationship Id="rId45" Type="http://schemas.openxmlformats.org/officeDocument/2006/relationships/tags" Target="../tags/tag117.xml"/><Relationship Id="rId46" Type="http://schemas.openxmlformats.org/officeDocument/2006/relationships/tags" Target="../tags/tag118.xml"/><Relationship Id="rId47" Type="http://schemas.openxmlformats.org/officeDocument/2006/relationships/tags" Target="../tags/tag119.xml"/><Relationship Id="rId48" Type="http://schemas.openxmlformats.org/officeDocument/2006/relationships/tags" Target="../tags/tag120.xml"/><Relationship Id="rId49" Type="http://schemas.openxmlformats.org/officeDocument/2006/relationships/tags" Target="../tags/tag121.xml"/><Relationship Id="rId50" Type="http://schemas.openxmlformats.org/officeDocument/2006/relationships/tags" Target="../tags/tag122.xml"/><Relationship Id="rId51" Type="http://schemas.openxmlformats.org/officeDocument/2006/relationships/tags" Target="../tags/tag123.xml"/><Relationship Id="rId52" Type="http://schemas.openxmlformats.org/officeDocument/2006/relationships/tags" Target="../tags/tag124.xml"/><Relationship Id="rId53" Type="http://schemas.openxmlformats.org/officeDocument/2006/relationships/tags" Target="../tags/tag125.xml"/><Relationship Id="rId54" Type="http://schemas.openxmlformats.org/officeDocument/2006/relationships/tags" Target="../tags/tag126.xml"/><Relationship Id="rId55" Type="http://schemas.openxmlformats.org/officeDocument/2006/relationships/tags" Target="../tags/tag127.xml"/><Relationship Id="rId56" Type="http://schemas.openxmlformats.org/officeDocument/2006/relationships/tags" Target="../tags/tag128.xml"/><Relationship Id="rId57" Type="http://schemas.openxmlformats.org/officeDocument/2006/relationships/tags" Target="../tags/tag129.xml"/><Relationship Id="rId58" Type="http://schemas.openxmlformats.org/officeDocument/2006/relationships/tags" Target="../tags/tag130.xml"/><Relationship Id="rId59" Type="http://schemas.openxmlformats.org/officeDocument/2006/relationships/tags" Target="../tags/tag131.xml"/><Relationship Id="rId60" Type="http://schemas.openxmlformats.org/officeDocument/2006/relationships/slideLayout" Target="../slideLayouts/slideLayout2.xml"/><Relationship Id="rId61" Type="http://schemas.openxmlformats.org/officeDocument/2006/relationships/notesSlide" Target="../notesSlides/notesSlide22.xml"/></Relationships>
</file>

<file path=ppt/slides/_rels/slide24.xml.rels><?xml version='1.0' encoding='UTF-8' standalone='yes'?>
<Relationships xmlns="http://schemas.openxmlformats.org/package/2006/relationships"><Relationship Id="rId1" Type="http://schemas.openxmlformats.org/officeDocument/2006/relationships/tags" Target="../tags/tag132.xml"/><Relationship Id="rId2" Type="http://schemas.openxmlformats.org/officeDocument/2006/relationships/slideLayout" Target="../slideLayouts/slideLayout2.xml"/><Relationship Id="rId3" Type="http://schemas.openxmlformats.org/officeDocument/2006/relationships/notesSlide" Target="../notesSlides/notesSlide23.xml"/></Relationships>
</file>

<file path=ppt/slides/_rels/slide25.xml.rels><?xml version='1.0' encoding='UTF-8' standalone='yes'?>
<Relationships xmlns="http://schemas.openxmlformats.org/package/2006/relationships"><Relationship Id="rId1" Type="http://schemas.openxmlformats.org/officeDocument/2006/relationships/tags" Target="../tags/tag133.xml"/><Relationship Id="rId2" Type="http://schemas.openxmlformats.org/officeDocument/2006/relationships/tags" Target="../tags/tag134.xml"/><Relationship Id="rId3" Type="http://schemas.openxmlformats.org/officeDocument/2006/relationships/slideLayout" Target="../slideLayouts/slideLayout2.xml"/><Relationship Id="rId4" Type="http://schemas.openxmlformats.org/officeDocument/2006/relationships/notesSlide" Target="../notesSlides/notesSlide24.xml"/></Relationships>
</file>

<file path=ppt/slides/_rels/slide26.xml.rels><?xml version='1.0' encoding='UTF-8' standalone='yes'?>
<Relationships xmlns="http://schemas.openxmlformats.org/package/2006/relationships"><Relationship Id="rId1" Type="http://schemas.openxmlformats.org/officeDocument/2006/relationships/tags" Target="../tags/tag135.xml"/><Relationship Id="rId2" Type="http://schemas.openxmlformats.org/officeDocument/2006/relationships/tags" Target="../tags/tag136.xml"/><Relationship Id="rId3" Type="http://schemas.openxmlformats.org/officeDocument/2006/relationships/tags" Target="../tags/tag137.xml"/><Relationship Id="rId4" Type="http://schemas.openxmlformats.org/officeDocument/2006/relationships/tags" Target="../tags/tag138.xml"/><Relationship Id="rId5" Type="http://schemas.openxmlformats.org/officeDocument/2006/relationships/tags" Target="../tags/tag139.xml"/><Relationship Id="rId6" Type="http://schemas.openxmlformats.org/officeDocument/2006/relationships/tags" Target="../tags/tag140.xml"/><Relationship Id="rId7" Type="http://schemas.openxmlformats.org/officeDocument/2006/relationships/tags" Target="../tags/tag141.xml"/><Relationship Id="rId8" Type="http://schemas.openxmlformats.org/officeDocument/2006/relationships/tags" Target="../tags/tag142.xml"/><Relationship Id="rId9" Type="http://schemas.openxmlformats.org/officeDocument/2006/relationships/tags" Target="../tags/tag143.xml"/><Relationship Id="rId10" Type="http://schemas.openxmlformats.org/officeDocument/2006/relationships/tags" Target="../tags/tag144.xml"/><Relationship Id="rId11" Type="http://schemas.openxmlformats.org/officeDocument/2006/relationships/tags" Target="../tags/tag145.xml"/><Relationship Id="rId12" Type="http://schemas.openxmlformats.org/officeDocument/2006/relationships/tags" Target="../tags/tag146.xml"/><Relationship Id="rId13" Type="http://schemas.openxmlformats.org/officeDocument/2006/relationships/tags" Target="../tags/tag147.xml"/><Relationship Id="rId14" Type="http://schemas.openxmlformats.org/officeDocument/2006/relationships/tags" Target="../tags/tag148.xml"/><Relationship Id="rId15" Type="http://schemas.openxmlformats.org/officeDocument/2006/relationships/tags" Target="../tags/tag149.xml"/><Relationship Id="rId16" Type="http://schemas.openxmlformats.org/officeDocument/2006/relationships/slideLayout" Target="../slideLayouts/slideLayout2.xml"/><Relationship Id="rId17" Type="http://schemas.openxmlformats.org/officeDocument/2006/relationships/notesSlide" Target="../notesSlides/notesSlide2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xml"/></Relationships>
</file>

<file path=ppt/slides/_rels/slide31.xml.rels><?xml version='1.0' encoding='UTF-8' standalone='yes'?>
<Relationships xmlns="http://schemas.openxmlformats.org/package/2006/relationships"><Relationship Id="rId1" Type="http://schemas.openxmlformats.org/officeDocument/2006/relationships/tags" Target="../tags/tag150.xml"/><Relationship Id="rId2" Type="http://schemas.openxmlformats.org/officeDocument/2006/relationships/tags" Target="../tags/tag151.xml"/><Relationship Id="rId3" Type="http://schemas.openxmlformats.org/officeDocument/2006/relationships/tags" Target="../tags/tag152.xml"/><Relationship Id="rId4" Type="http://schemas.openxmlformats.org/officeDocument/2006/relationships/tags" Target="../tags/tag153.xml"/><Relationship Id="rId5" Type="http://schemas.openxmlformats.org/officeDocument/2006/relationships/slideLayout" Target="../slideLayouts/slideLayout2.xml"/><Relationship Id="rId6" Type="http://schemas.openxmlformats.org/officeDocument/2006/relationships/notesSlide" Target="../notesSlides/notesSlide3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xml"/></Relationships>
</file>

<file path=ppt/slides/_rels/slide36.xml.rels><?xml version='1.0' encoding='UTF-8' standalone='yes'?>
<Relationships xmlns="http://schemas.openxmlformats.org/package/2006/relationships"><Relationship Id="rId1" Type="http://schemas.openxmlformats.org/officeDocument/2006/relationships/tags" Target="../tags/tag154.xml"/><Relationship Id="rId2" Type="http://schemas.openxmlformats.org/officeDocument/2006/relationships/tags" Target="../tags/tag155.xml"/><Relationship Id="rId3" Type="http://schemas.openxmlformats.org/officeDocument/2006/relationships/tags" Target="../tags/tag156.xml"/><Relationship Id="rId4" Type="http://schemas.openxmlformats.org/officeDocument/2006/relationships/tags" Target="../tags/tag157.xml"/><Relationship Id="rId5" Type="http://schemas.openxmlformats.org/officeDocument/2006/relationships/tags" Target="../tags/tag158.xml"/><Relationship Id="rId6" Type="http://schemas.openxmlformats.org/officeDocument/2006/relationships/tags" Target="../tags/tag159.xml"/><Relationship Id="rId7" Type="http://schemas.openxmlformats.org/officeDocument/2006/relationships/tags" Target="../tags/tag160.xml"/><Relationship Id="rId8" Type="http://schemas.openxmlformats.org/officeDocument/2006/relationships/tags" Target="../tags/tag161.xml"/><Relationship Id="rId9" Type="http://schemas.openxmlformats.org/officeDocument/2006/relationships/tags" Target="../tags/tag162.xml"/><Relationship Id="rId10" Type="http://schemas.openxmlformats.org/officeDocument/2006/relationships/tags" Target="../tags/tag163.xml"/><Relationship Id="rId11" Type="http://schemas.openxmlformats.org/officeDocument/2006/relationships/slideLayout" Target="../slideLayouts/slideLayout2.xml"/><Relationship Id="rId12" Type="http://schemas.openxmlformats.org/officeDocument/2006/relationships/notesSlide" Target="../notesSlides/notesSlide35.xml"/></Relationships>
</file>

<file path=ppt/slides/_rels/slide37.xml.rels><?xml version='1.0' encoding='UTF-8' standalone='yes'?>
<Relationships xmlns="http://schemas.openxmlformats.org/package/2006/relationships"><Relationship Id="rId1" Type="http://schemas.openxmlformats.org/officeDocument/2006/relationships/tags" Target="../tags/tag164.xml"/><Relationship Id="rId2" Type="http://schemas.openxmlformats.org/officeDocument/2006/relationships/slideLayout" Target="../slideLayouts/slideLayout2.xml"/><Relationship Id="rId3" Type="http://schemas.openxmlformats.org/officeDocument/2006/relationships/notesSlide" Target="../notesSlides/notesSlide3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xml"/></Relationships>
</file>

<file path=ppt/slides/_rels/slide39.xml.rels><?xml version='1.0' encoding='UTF-8' standalone='yes'?>
<Relationships xmlns="http://schemas.openxmlformats.org/package/2006/relationships"><Relationship Id="rId1" Type="http://schemas.openxmlformats.org/officeDocument/2006/relationships/tags" Target="../tags/tag165.xml"/><Relationship Id="rId2" Type="http://schemas.openxmlformats.org/officeDocument/2006/relationships/tags" Target="../tags/tag166.xml"/><Relationship Id="rId3" Type="http://schemas.openxmlformats.org/officeDocument/2006/relationships/tags" Target="../tags/tag167.xml"/><Relationship Id="rId4" Type="http://schemas.openxmlformats.org/officeDocument/2006/relationships/tags" Target="../tags/tag168.xml"/><Relationship Id="rId5" Type="http://schemas.openxmlformats.org/officeDocument/2006/relationships/tags" Target="../tags/tag169.xml"/><Relationship Id="rId6" Type="http://schemas.openxmlformats.org/officeDocument/2006/relationships/tags" Target="../tags/tag170.xml"/><Relationship Id="rId7" Type="http://schemas.openxmlformats.org/officeDocument/2006/relationships/tags" Target="../tags/tag171.xml"/><Relationship Id="rId8" Type="http://schemas.openxmlformats.org/officeDocument/2006/relationships/tags" Target="../tags/tag172.xml"/><Relationship Id="rId9" Type="http://schemas.openxmlformats.org/officeDocument/2006/relationships/tags" Target="../tags/tag173.xml"/><Relationship Id="rId10" Type="http://schemas.openxmlformats.org/officeDocument/2006/relationships/tags" Target="../tags/tag174.xml"/><Relationship Id="rId11" Type="http://schemas.openxmlformats.org/officeDocument/2006/relationships/tags" Target="../tags/tag175.xml"/><Relationship Id="rId12" Type="http://schemas.openxmlformats.org/officeDocument/2006/relationships/tags" Target="../tags/tag176.xml"/><Relationship Id="rId13" Type="http://schemas.openxmlformats.org/officeDocument/2006/relationships/tags" Target="../tags/tag177.xml"/><Relationship Id="rId14" Type="http://schemas.openxmlformats.org/officeDocument/2006/relationships/tags" Target="../tags/tag178.xml"/><Relationship Id="rId15" Type="http://schemas.openxmlformats.org/officeDocument/2006/relationships/tags" Target="../tags/tag179.xml"/><Relationship Id="rId16" Type="http://schemas.openxmlformats.org/officeDocument/2006/relationships/tags" Target="../tags/tag180.xml"/><Relationship Id="rId17" Type="http://schemas.openxmlformats.org/officeDocument/2006/relationships/tags" Target="../tags/tag181.xml"/><Relationship Id="rId18" Type="http://schemas.openxmlformats.org/officeDocument/2006/relationships/tags" Target="../tags/tag182.xml"/><Relationship Id="rId19" Type="http://schemas.openxmlformats.org/officeDocument/2006/relationships/tags" Target="../tags/tag183.xml"/><Relationship Id="rId20" Type="http://schemas.openxmlformats.org/officeDocument/2006/relationships/tags" Target="../tags/tag184.xml"/><Relationship Id="rId21" Type="http://schemas.openxmlformats.org/officeDocument/2006/relationships/tags" Target="../tags/tag185.xml"/><Relationship Id="rId22" Type="http://schemas.openxmlformats.org/officeDocument/2006/relationships/tags" Target="../tags/tag186.xml"/><Relationship Id="rId23" Type="http://schemas.openxmlformats.org/officeDocument/2006/relationships/tags" Target="../tags/tag187.xml"/><Relationship Id="rId24" Type="http://schemas.openxmlformats.org/officeDocument/2006/relationships/tags" Target="../tags/tag188.xml"/><Relationship Id="rId25" Type="http://schemas.openxmlformats.org/officeDocument/2006/relationships/tags" Target="../tags/tag189.xml"/><Relationship Id="rId26" Type="http://schemas.openxmlformats.org/officeDocument/2006/relationships/tags" Target="../tags/tag190.xml"/><Relationship Id="rId27" Type="http://schemas.openxmlformats.org/officeDocument/2006/relationships/tags" Target="../tags/tag191.xml"/><Relationship Id="rId28" Type="http://schemas.openxmlformats.org/officeDocument/2006/relationships/tags" Target="../tags/tag192.xml"/><Relationship Id="rId29" Type="http://schemas.openxmlformats.org/officeDocument/2006/relationships/tags" Target="../tags/tag193.xml"/><Relationship Id="rId30" Type="http://schemas.openxmlformats.org/officeDocument/2006/relationships/tags" Target="../tags/tag194.xml"/><Relationship Id="rId31" Type="http://schemas.openxmlformats.org/officeDocument/2006/relationships/tags" Target="../tags/tag195.xml"/><Relationship Id="rId32" Type="http://schemas.openxmlformats.org/officeDocument/2006/relationships/tags" Target="../tags/tag196.xml"/><Relationship Id="rId33" Type="http://schemas.openxmlformats.org/officeDocument/2006/relationships/tags" Target="../tags/tag197.xml"/><Relationship Id="rId34" Type="http://schemas.openxmlformats.org/officeDocument/2006/relationships/tags" Target="../tags/tag198.xml"/><Relationship Id="rId35" Type="http://schemas.openxmlformats.org/officeDocument/2006/relationships/tags" Target="../tags/tag199.xml"/><Relationship Id="rId36" Type="http://schemas.openxmlformats.org/officeDocument/2006/relationships/tags" Target="../tags/tag200.xml"/><Relationship Id="rId37" Type="http://schemas.openxmlformats.org/officeDocument/2006/relationships/tags" Target="../tags/tag201.xml"/><Relationship Id="rId38" Type="http://schemas.openxmlformats.org/officeDocument/2006/relationships/tags" Target="../tags/tag202.xml"/><Relationship Id="rId39" Type="http://schemas.openxmlformats.org/officeDocument/2006/relationships/tags" Target="../tags/tag203.xml"/><Relationship Id="rId40" Type="http://schemas.openxmlformats.org/officeDocument/2006/relationships/tags" Target="../tags/tag204.xml"/><Relationship Id="rId41" Type="http://schemas.openxmlformats.org/officeDocument/2006/relationships/tags" Target="../tags/tag205.xml"/><Relationship Id="rId42" Type="http://schemas.openxmlformats.org/officeDocument/2006/relationships/tags" Target="../tags/tag206.xml"/><Relationship Id="rId43" Type="http://schemas.openxmlformats.org/officeDocument/2006/relationships/tags" Target="../tags/tag207.xml"/><Relationship Id="rId44" Type="http://schemas.openxmlformats.org/officeDocument/2006/relationships/tags" Target="../tags/tag208.xml"/><Relationship Id="rId45" Type="http://schemas.openxmlformats.org/officeDocument/2006/relationships/tags" Target="../tags/tag209.xml"/><Relationship Id="rId46" Type="http://schemas.openxmlformats.org/officeDocument/2006/relationships/tags" Target="../tags/tag210.xml"/><Relationship Id="rId47" Type="http://schemas.openxmlformats.org/officeDocument/2006/relationships/tags" Target="../tags/tag211.xml"/><Relationship Id="rId48" Type="http://schemas.openxmlformats.org/officeDocument/2006/relationships/tags" Target="../tags/tag212.xml"/><Relationship Id="rId49" Type="http://schemas.openxmlformats.org/officeDocument/2006/relationships/tags" Target="../tags/tag213.xml"/><Relationship Id="rId50" Type="http://schemas.openxmlformats.org/officeDocument/2006/relationships/tags" Target="../tags/tag214.xml"/><Relationship Id="rId51" Type="http://schemas.openxmlformats.org/officeDocument/2006/relationships/slideLayout" Target="../slideLayouts/slideLayout2.xml"/><Relationship Id="rId52" Type="http://schemas.openxmlformats.org/officeDocument/2006/relationships/notesSlide" Target="../notesSlides/notesSlide38.xml"/></Relationships>
</file>

<file path=ppt/slides/_rels/slide40.xml.rels><?xml version='1.0' encoding='UTF-8' standalone='yes'?>
<Relationships xmlns="http://schemas.openxmlformats.org/package/2006/relationships"><Relationship Id="rId1" Type="http://schemas.openxmlformats.org/officeDocument/2006/relationships/tags" Target="../tags/tag215.xml"/><Relationship Id="rId2" Type="http://schemas.openxmlformats.org/officeDocument/2006/relationships/slideLayout" Target="../slideLayouts/slideLayout2.xml"/><Relationship Id="rId3" Type="http://schemas.openxmlformats.org/officeDocument/2006/relationships/notesSlide" Target="../notesSlides/notesSlide39.xml"/></Relationships>
</file>

<file path=ppt/slides/_rels/slide41.xml.rels><?xml version='1.0' encoding='UTF-8' standalone='yes'?>
<Relationships xmlns="http://schemas.openxmlformats.org/package/2006/relationships"><Relationship Id="rId1" Type="http://schemas.openxmlformats.org/officeDocument/2006/relationships/tags" Target="../tags/tag216.xml"/><Relationship Id="rId2" Type="http://schemas.openxmlformats.org/officeDocument/2006/relationships/tags" Target="../tags/tag217.xml"/><Relationship Id="rId3" Type="http://schemas.openxmlformats.org/officeDocument/2006/relationships/tags" Target="../tags/tag218.xml"/><Relationship Id="rId4" Type="http://schemas.openxmlformats.org/officeDocument/2006/relationships/tags" Target="../tags/tag219.xml"/><Relationship Id="rId5" Type="http://schemas.openxmlformats.org/officeDocument/2006/relationships/tags" Target="../tags/tag220.xml"/><Relationship Id="rId6" Type="http://schemas.openxmlformats.org/officeDocument/2006/relationships/tags" Target="../tags/tag221.xml"/><Relationship Id="rId7" Type="http://schemas.openxmlformats.org/officeDocument/2006/relationships/tags" Target="../tags/tag222.xml"/><Relationship Id="rId8" Type="http://schemas.openxmlformats.org/officeDocument/2006/relationships/tags" Target="../tags/tag223.xml"/><Relationship Id="rId9" Type="http://schemas.openxmlformats.org/officeDocument/2006/relationships/tags" Target="../tags/tag224.xml"/><Relationship Id="rId10" Type="http://schemas.openxmlformats.org/officeDocument/2006/relationships/tags" Target="../tags/tag225.xml"/><Relationship Id="rId11" Type="http://schemas.openxmlformats.org/officeDocument/2006/relationships/tags" Target="../tags/tag226.xml"/><Relationship Id="rId12" Type="http://schemas.openxmlformats.org/officeDocument/2006/relationships/tags" Target="../tags/tag227.xml"/><Relationship Id="rId13" Type="http://schemas.openxmlformats.org/officeDocument/2006/relationships/slideLayout" Target="../slideLayouts/slideLayout2.xml"/><Relationship Id="rId14" Type="http://schemas.openxmlformats.org/officeDocument/2006/relationships/notesSlide" Target="../notesSlides/notesSlide40.xml"/><Relationship Id="rId15" Type="http://schemas.openxmlformats.org/officeDocument/2006/relationships/oleObject" Target="../embeddings/oleObject2.bin"/><Relationship Id="rId16" Type="http://schemas.openxmlformats.org/officeDocument/2006/relationships/image" Target="../media/image14.emf"/></Relationships>
</file>

<file path=ppt/slides/_rels/slide42.xml.rels><?xml version='1.0' encoding='UTF-8' standalone='yes'?>
<Relationships xmlns="http://schemas.openxmlformats.org/package/2006/relationships"><Relationship Id="rId1" Type="http://schemas.openxmlformats.org/officeDocument/2006/relationships/tags" Target="../tags/tag228.xml"/><Relationship Id="rId2" Type="http://schemas.openxmlformats.org/officeDocument/2006/relationships/tags" Target="../tags/tag229.xml"/><Relationship Id="rId3" Type="http://schemas.openxmlformats.org/officeDocument/2006/relationships/tags" Target="../tags/tag230.xml"/><Relationship Id="rId4" Type="http://schemas.openxmlformats.org/officeDocument/2006/relationships/tags" Target="../tags/tag231.xml"/><Relationship Id="rId5" Type="http://schemas.openxmlformats.org/officeDocument/2006/relationships/tags" Target="../tags/tag232.xml"/><Relationship Id="rId6" Type="http://schemas.openxmlformats.org/officeDocument/2006/relationships/tags" Target="../tags/tag233.xml"/><Relationship Id="rId7" Type="http://schemas.openxmlformats.org/officeDocument/2006/relationships/tags" Target="../tags/tag234.xml"/><Relationship Id="rId8" Type="http://schemas.openxmlformats.org/officeDocument/2006/relationships/tags" Target="../tags/tag235.xml"/><Relationship Id="rId9" Type="http://schemas.openxmlformats.org/officeDocument/2006/relationships/tags" Target="../tags/tag236.xml"/><Relationship Id="rId10" Type="http://schemas.openxmlformats.org/officeDocument/2006/relationships/tags" Target="../tags/tag237.xml"/><Relationship Id="rId11" Type="http://schemas.openxmlformats.org/officeDocument/2006/relationships/tags" Target="../tags/tag238.xml"/><Relationship Id="rId12" Type="http://schemas.openxmlformats.org/officeDocument/2006/relationships/tags" Target="../tags/tag239.xml"/><Relationship Id="rId13" Type="http://schemas.openxmlformats.org/officeDocument/2006/relationships/tags" Target="../tags/tag240.xml"/><Relationship Id="rId14" Type="http://schemas.openxmlformats.org/officeDocument/2006/relationships/tags" Target="../tags/tag241.xml"/><Relationship Id="rId15" Type="http://schemas.openxmlformats.org/officeDocument/2006/relationships/tags" Target="../tags/tag242.xml"/><Relationship Id="rId16" Type="http://schemas.openxmlformats.org/officeDocument/2006/relationships/tags" Target="../tags/tag243.xml"/><Relationship Id="rId17" Type="http://schemas.openxmlformats.org/officeDocument/2006/relationships/tags" Target="../tags/tag244.xml"/><Relationship Id="rId18" Type="http://schemas.openxmlformats.org/officeDocument/2006/relationships/tags" Target="../tags/tag245.xml"/><Relationship Id="rId19" Type="http://schemas.openxmlformats.org/officeDocument/2006/relationships/tags" Target="../tags/tag246.xml"/><Relationship Id="rId20" Type="http://schemas.openxmlformats.org/officeDocument/2006/relationships/tags" Target="../tags/tag247.xml"/><Relationship Id="rId21" Type="http://schemas.openxmlformats.org/officeDocument/2006/relationships/tags" Target="../tags/tag248.xml"/><Relationship Id="rId22" Type="http://schemas.openxmlformats.org/officeDocument/2006/relationships/tags" Target="../tags/tag249.xml"/><Relationship Id="rId23" Type="http://schemas.openxmlformats.org/officeDocument/2006/relationships/tags" Target="../tags/tag250.xml"/><Relationship Id="rId24" Type="http://schemas.openxmlformats.org/officeDocument/2006/relationships/tags" Target="../tags/tag251.xml"/><Relationship Id="rId25" Type="http://schemas.openxmlformats.org/officeDocument/2006/relationships/tags" Target="../tags/tag252.xml"/><Relationship Id="rId26" Type="http://schemas.openxmlformats.org/officeDocument/2006/relationships/tags" Target="../tags/tag253.xml"/><Relationship Id="rId27" Type="http://schemas.openxmlformats.org/officeDocument/2006/relationships/tags" Target="../tags/tag254.xml"/><Relationship Id="rId28" Type="http://schemas.openxmlformats.org/officeDocument/2006/relationships/slideLayout" Target="../slideLayouts/slideLayout2.xml"/><Relationship Id="rId29" Type="http://schemas.openxmlformats.org/officeDocument/2006/relationships/notesSlide" Target="../notesSlides/notesSlide4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5.xml"/></Relationships>
</file>

<file path=ppt/slides/_rels/slide47.xml.rels><?xml version='1.0' encoding='UTF-8' standalone='yes'?>
<Relationships xmlns="http://schemas.openxmlformats.org/package/2006/relationships"><Relationship Id="rId1" Type="http://schemas.openxmlformats.org/officeDocument/2006/relationships/tags" Target="../tags/tag255.xml"/><Relationship Id="rId2" Type="http://schemas.openxmlformats.org/officeDocument/2006/relationships/slideLayout" Target="../slideLayouts/slideLayout2.xml"/><Relationship Id="rId3" Type="http://schemas.openxmlformats.org/officeDocument/2006/relationships/notesSlide" Target="../notesSlides/notesSlide46.xml"/></Relationships>
</file>

<file path=ppt/slides/_rels/slide48.xml.rels><?xml version='1.0' encoding='UTF-8' standalone='yes'?>
<Relationships xmlns="http://schemas.openxmlformats.org/package/2006/relationships"><Relationship Id="rId1" Type="http://schemas.openxmlformats.org/officeDocument/2006/relationships/tags" Target="../tags/tag256.xml"/><Relationship Id="rId2" Type="http://schemas.openxmlformats.org/officeDocument/2006/relationships/tags" Target="../tags/tag257.xml"/><Relationship Id="rId3" Type="http://schemas.openxmlformats.org/officeDocument/2006/relationships/tags" Target="../tags/tag258.xml"/><Relationship Id="rId4" Type="http://schemas.openxmlformats.org/officeDocument/2006/relationships/tags" Target="../tags/tag259.xml"/><Relationship Id="rId5" Type="http://schemas.openxmlformats.org/officeDocument/2006/relationships/tags" Target="../tags/tag260.xml"/><Relationship Id="rId6" Type="http://schemas.openxmlformats.org/officeDocument/2006/relationships/tags" Target="../tags/tag261.xml"/><Relationship Id="rId7" Type="http://schemas.openxmlformats.org/officeDocument/2006/relationships/tags" Target="../tags/tag262.xml"/><Relationship Id="rId8" Type="http://schemas.openxmlformats.org/officeDocument/2006/relationships/tags" Target="../tags/tag263.xml"/><Relationship Id="rId9" Type="http://schemas.openxmlformats.org/officeDocument/2006/relationships/tags" Target="../tags/tag264.xml"/><Relationship Id="rId10" Type="http://schemas.openxmlformats.org/officeDocument/2006/relationships/tags" Target="../tags/tag265.xml"/><Relationship Id="rId11" Type="http://schemas.openxmlformats.org/officeDocument/2006/relationships/tags" Target="../tags/tag266.xml"/><Relationship Id="rId12" Type="http://schemas.openxmlformats.org/officeDocument/2006/relationships/tags" Target="../tags/tag267.xml"/><Relationship Id="rId13" Type="http://schemas.openxmlformats.org/officeDocument/2006/relationships/tags" Target="../tags/tag268.xml"/><Relationship Id="rId14" Type="http://schemas.openxmlformats.org/officeDocument/2006/relationships/tags" Target="../tags/tag269.xml"/><Relationship Id="rId15" Type="http://schemas.openxmlformats.org/officeDocument/2006/relationships/tags" Target="../tags/tag270.xml"/><Relationship Id="rId16" Type="http://schemas.openxmlformats.org/officeDocument/2006/relationships/tags" Target="../tags/tag271.xml"/><Relationship Id="rId17" Type="http://schemas.openxmlformats.org/officeDocument/2006/relationships/tags" Target="../tags/tag272.xml"/><Relationship Id="rId18" Type="http://schemas.openxmlformats.org/officeDocument/2006/relationships/tags" Target="../tags/tag273.xml"/><Relationship Id="rId19" Type="http://schemas.openxmlformats.org/officeDocument/2006/relationships/tags" Target="../tags/tag274.xml"/><Relationship Id="rId20" Type="http://schemas.openxmlformats.org/officeDocument/2006/relationships/tags" Target="../tags/tag275.xml"/><Relationship Id="rId21" Type="http://schemas.openxmlformats.org/officeDocument/2006/relationships/tags" Target="../tags/tag276.xml"/><Relationship Id="rId22" Type="http://schemas.openxmlformats.org/officeDocument/2006/relationships/tags" Target="../tags/tag277.xml"/><Relationship Id="rId23" Type="http://schemas.openxmlformats.org/officeDocument/2006/relationships/tags" Target="../tags/tag278.xml"/><Relationship Id="rId24" Type="http://schemas.openxmlformats.org/officeDocument/2006/relationships/tags" Target="../tags/tag279.xml"/><Relationship Id="rId25" Type="http://schemas.openxmlformats.org/officeDocument/2006/relationships/tags" Target="../tags/tag280.xml"/><Relationship Id="rId26" Type="http://schemas.openxmlformats.org/officeDocument/2006/relationships/tags" Target="../tags/tag281.xml"/><Relationship Id="rId27" Type="http://schemas.openxmlformats.org/officeDocument/2006/relationships/tags" Target="../tags/tag282.xml"/><Relationship Id="rId28" Type="http://schemas.openxmlformats.org/officeDocument/2006/relationships/tags" Target="../tags/tag283.xml"/><Relationship Id="rId29" Type="http://schemas.openxmlformats.org/officeDocument/2006/relationships/tags" Target="../tags/tag284.xml"/><Relationship Id="rId30" Type="http://schemas.openxmlformats.org/officeDocument/2006/relationships/tags" Target="../tags/tag285.xml"/><Relationship Id="rId31" Type="http://schemas.openxmlformats.org/officeDocument/2006/relationships/tags" Target="../tags/tag286.xml"/><Relationship Id="rId32" Type="http://schemas.openxmlformats.org/officeDocument/2006/relationships/tags" Target="../tags/tag287.xml"/><Relationship Id="rId33" Type="http://schemas.openxmlformats.org/officeDocument/2006/relationships/tags" Target="../tags/tag288.xml"/><Relationship Id="rId34" Type="http://schemas.openxmlformats.org/officeDocument/2006/relationships/tags" Target="../tags/tag289.xml"/><Relationship Id="rId35" Type="http://schemas.openxmlformats.org/officeDocument/2006/relationships/tags" Target="../tags/tag290.xml"/><Relationship Id="rId36" Type="http://schemas.openxmlformats.org/officeDocument/2006/relationships/tags" Target="../tags/tag291.xml"/><Relationship Id="rId37" Type="http://schemas.openxmlformats.org/officeDocument/2006/relationships/tags" Target="../tags/tag292.xml"/><Relationship Id="rId38" Type="http://schemas.openxmlformats.org/officeDocument/2006/relationships/tags" Target="../tags/tag293.xml"/><Relationship Id="rId39" Type="http://schemas.openxmlformats.org/officeDocument/2006/relationships/tags" Target="../tags/tag294.xml"/><Relationship Id="rId40" Type="http://schemas.openxmlformats.org/officeDocument/2006/relationships/tags" Target="../tags/tag295.xml"/><Relationship Id="rId41" Type="http://schemas.openxmlformats.org/officeDocument/2006/relationships/tags" Target="../tags/tag296.xml"/><Relationship Id="rId42" Type="http://schemas.openxmlformats.org/officeDocument/2006/relationships/tags" Target="../tags/tag297.xml"/><Relationship Id="rId43" Type="http://schemas.openxmlformats.org/officeDocument/2006/relationships/tags" Target="../tags/tag298.xml"/><Relationship Id="rId44" Type="http://schemas.openxmlformats.org/officeDocument/2006/relationships/tags" Target="../tags/tag299.xml"/><Relationship Id="rId45" Type="http://schemas.openxmlformats.org/officeDocument/2006/relationships/tags" Target="../tags/tag300.xml"/><Relationship Id="rId46" Type="http://schemas.openxmlformats.org/officeDocument/2006/relationships/tags" Target="../tags/tag301.xml"/><Relationship Id="rId47" Type="http://schemas.openxmlformats.org/officeDocument/2006/relationships/tags" Target="../tags/tag302.xml"/><Relationship Id="rId48" Type="http://schemas.openxmlformats.org/officeDocument/2006/relationships/tags" Target="../tags/tag303.xml"/><Relationship Id="rId49" Type="http://schemas.openxmlformats.org/officeDocument/2006/relationships/tags" Target="../tags/tag304.xml"/><Relationship Id="rId50" Type="http://schemas.openxmlformats.org/officeDocument/2006/relationships/tags" Target="../tags/tag305.xml"/><Relationship Id="rId51" Type="http://schemas.openxmlformats.org/officeDocument/2006/relationships/tags" Target="../tags/tag306.xml"/><Relationship Id="rId52" Type="http://schemas.openxmlformats.org/officeDocument/2006/relationships/tags" Target="../tags/tag307.xml"/><Relationship Id="rId53" Type="http://schemas.openxmlformats.org/officeDocument/2006/relationships/tags" Target="../tags/tag308.xml"/><Relationship Id="rId54" Type="http://schemas.openxmlformats.org/officeDocument/2006/relationships/tags" Target="../tags/tag309.xml"/><Relationship Id="rId55" Type="http://schemas.openxmlformats.org/officeDocument/2006/relationships/tags" Target="../tags/tag310.xml"/><Relationship Id="rId56" Type="http://schemas.openxmlformats.org/officeDocument/2006/relationships/tags" Target="../tags/tag311.xml"/><Relationship Id="rId57" Type="http://schemas.openxmlformats.org/officeDocument/2006/relationships/tags" Target="../tags/tag312.xml"/><Relationship Id="rId58" Type="http://schemas.openxmlformats.org/officeDocument/2006/relationships/tags" Target="../tags/tag313.xml"/><Relationship Id="rId59" Type="http://schemas.openxmlformats.org/officeDocument/2006/relationships/tags" Target="../tags/tag314.xml"/><Relationship Id="rId60" Type="http://schemas.openxmlformats.org/officeDocument/2006/relationships/tags" Target="../tags/tag315.xml"/><Relationship Id="rId61" Type="http://schemas.openxmlformats.org/officeDocument/2006/relationships/tags" Target="../tags/tag316.xml"/><Relationship Id="rId62" Type="http://schemas.openxmlformats.org/officeDocument/2006/relationships/slideLayout" Target="../slideLayouts/slideLayout2.xml"/><Relationship Id="rId63" Type="http://schemas.openxmlformats.org/officeDocument/2006/relationships/notesSlide" Target="../notesSlides/notesSlide47.xml"/></Relationships>
</file>

<file path=ppt/slides/_rels/slide49.xml.rels><?xml version='1.0' encoding='UTF-8' standalone='yes'?>
<Relationships xmlns="http://schemas.openxmlformats.org/package/2006/relationships"><Relationship Id="rId1" Type="http://schemas.openxmlformats.org/officeDocument/2006/relationships/tags" Target="../tags/tag317.xml"/><Relationship Id="rId2" Type="http://schemas.openxmlformats.org/officeDocument/2006/relationships/slideLayout" Target="../slideLayouts/slideLayout2.xml"/><Relationship Id="rId3" Type="http://schemas.openxmlformats.org/officeDocument/2006/relationships/notesSlide" Target="../notesSlides/notesSlide48.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9.xml"/></Relationships>
</file>

<file path=ppt/slides/_rels/slide51.xml.rels><?xml version='1.0' encoding='UTF-8' standalone='yes'?>
<Relationships xmlns="http://schemas.openxmlformats.org/package/2006/relationships"><Relationship Id="rId1" Type="http://schemas.openxmlformats.org/officeDocument/2006/relationships/tags" Target="../tags/tag318.xml"/><Relationship Id="rId2" Type="http://schemas.openxmlformats.org/officeDocument/2006/relationships/slideLayout" Target="../slideLayouts/slideLayout2.xml"/><Relationship Id="rId3" Type="http://schemas.openxmlformats.org/officeDocument/2006/relationships/notesSlide" Target="../notesSlides/notesSlide5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1.xml"/></Relationships>
</file>

<file path=ppt/slides/_rels/slide53.xml.rels><?xml version='1.0' encoding='UTF-8' standalone='yes'?>
<Relationships xmlns="http://schemas.openxmlformats.org/package/2006/relationships"><Relationship Id="rId1" Type="http://schemas.openxmlformats.org/officeDocument/2006/relationships/tags" Target="../tags/tag319.xml"/><Relationship Id="rId2" Type="http://schemas.openxmlformats.org/officeDocument/2006/relationships/slideLayout" Target="../slideLayouts/slideLayout2.xml"/><Relationship Id="rId3" Type="http://schemas.openxmlformats.org/officeDocument/2006/relationships/notesSlide" Target="../notesSlides/notesSlide52.xml"/></Relationships>
</file>

<file path=ppt/slides/_rels/slide54.xml.rels><?xml version='1.0' encoding='UTF-8' standalone='yes'?>
<Relationships xmlns="http://schemas.openxmlformats.org/package/2006/relationships"><Relationship Id="rId1" Type="http://schemas.openxmlformats.org/officeDocument/2006/relationships/tags" Target="../tags/tag320.xml"/><Relationship Id="rId2" Type="http://schemas.openxmlformats.org/officeDocument/2006/relationships/slideLayout" Target="../slideLayouts/slideLayout2.xml"/><Relationship Id="rId3" Type="http://schemas.openxmlformats.org/officeDocument/2006/relationships/notesSlide" Target="../notesSlides/notesSlide5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4.xml"/></Relationships>
</file>

<file path=ppt/slides/_rels/slide56.xml.rels><?xml version='1.0' encoding='UTF-8' standalone='yes'?>
<Relationships xmlns="http://schemas.openxmlformats.org/package/2006/relationships"><Relationship Id="rId1" Type="http://schemas.openxmlformats.org/officeDocument/2006/relationships/tags" Target="../tags/tag321.xml"/><Relationship Id="rId2" Type="http://schemas.openxmlformats.org/officeDocument/2006/relationships/tags" Target="../tags/tag322.xml"/><Relationship Id="rId3" Type="http://schemas.openxmlformats.org/officeDocument/2006/relationships/slideLayout" Target="../slideLayouts/slideLayout2.xml"/><Relationship Id="rId4" Type="http://schemas.openxmlformats.org/officeDocument/2006/relationships/notesSlide" Target="../notesSlides/notesSlide5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xml"/></Relationships>
</file>

<file path=ppt/slides/_rels/slide58.xml.rels><?xml version='1.0' encoding='UTF-8' standalone='yes'?>
<Relationships xmlns="http://schemas.openxmlformats.org/package/2006/relationships"><Relationship Id="rId1" Type="http://schemas.openxmlformats.org/officeDocument/2006/relationships/tags" Target="../tags/tag323.xml"/><Relationship Id="rId2" Type="http://schemas.openxmlformats.org/officeDocument/2006/relationships/slideLayout" Target="../slideLayouts/slideLayout2.xml"/><Relationship Id="rId3" Type="http://schemas.openxmlformats.org/officeDocument/2006/relationships/notesSlide" Target="../notesSlides/notesSlide5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8.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xml"/><Relationship Id="rId3" Type="http://schemas.openxmlformats.org/officeDocument/2006/relationships/image" Target="../media/image15.svg"/></Relationships>
</file>

<file path=ppt/slides/_rels/slide63.xml.rels><?xml version='1.0' encoding='UTF-8' standalone='yes'?>
<Relationships xmlns="http://schemas.openxmlformats.org/package/2006/relationships"><Relationship Id="rId1" Type="http://schemas.openxmlformats.org/officeDocument/2006/relationships/tags" Target="../tags/tag324.xml"/><Relationship Id="rId2" Type="http://schemas.openxmlformats.org/officeDocument/2006/relationships/tags" Target="../tags/tag325.xml"/><Relationship Id="rId3" Type="http://schemas.openxmlformats.org/officeDocument/2006/relationships/slideLayout" Target="../slideLayouts/slideLayout2.xml"/><Relationship Id="rId4" Type="http://schemas.openxmlformats.org/officeDocument/2006/relationships/notesSlide" Target="../notesSlides/notesSlide62.xml"/><Relationship Id="rId5" Type="http://schemas.openxmlformats.org/officeDocument/2006/relationships/diagramData" Target="../diagrams/data1.xml"/><Relationship Id="rId6" Type="http://schemas.openxmlformats.org/officeDocument/2006/relationships/diagramLayout" Target="../diagrams/layout1.xml"/><Relationship Id="rId7" Type="http://schemas.openxmlformats.org/officeDocument/2006/relationships/diagramQuickStyle" Target="../diagrams/quickStyle1.xml"/><Relationship Id="rId8" Type="http://schemas.openxmlformats.org/officeDocument/2006/relationships/diagramColors" Target="../diagrams/colors1.xml"/><Relationship Id="rId9" Type="http://schemas.microsoft.com/office/2007/relationships/diagramDrawing" Target="../diagrams/drawing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xml"/></Relationships>
</file>

<file path=ppt/slides/_rels/slide65.xml.rels><?xml version='1.0' encoding='UTF-8' standalone='yes'?>
<Relationships xmlns="http://schemas.openxmlformats.org/package/2006/relationships"><Relationship Id="rId1" Type="http://schemas.openxmlformats.org/officeDocument/2006/relationships/tags" Target="../tags/tag326.xml"/><Relationship Id="rId2" Type="http://schemas.openxmlformats.org/officeDocument/2006/relationships/tags" Target="../tags/tag327.xml"/><Relationship Id="rId3" Type="http://schemas.openxmlformats.org/officeDocument/2006/relationships/tags" Target="../tags/tag328.xml"/><Relationship Id="rId4" Type="http://schemas.openxmlformats.org/officeDocument/2006/relationships/tags" Target="../tags/tag329.xml"/><Relationship Id="rId5" Type="http://schemas.openxmlformats.org/officeDocument/2006/relationships/tags" Target="../tags/tag330.xml"/><Relationship Id="rId6" Type="http://schemas.openxmlformats.org/officeDocument/2006/relationships/slideLayout" Target="../slideLayouts/slideLayout2.xml"/><Relationship Id="rId7" Type="http://schemas.openxmlformats.org/officeDocument/2006/relationships/notesSlide" Target="../notesSlides/notesSlide6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5.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6.xml"/></Relationships>
</file>

<file path=ppt/slides/_rels/slide68.xml.rels><?xml version='1.0' encoding='UTF-8' standalone='yes'?>
<Relationships xmlns="http://schemas.openxmlformats.org/package/2006/relationships"><Relationship Id="rId1" Type="http://schemas.openxmlformats.org/officeDocument/2006/relationships/tags" Target="../tags/tag331.xml"/><Relationship Id="rId2" Type="http://schemas.openxmlformats.org/officeDocument/2006/relationships/tags" Target="../tags/tag332.xml"/><Relationship Id="rId3" Type="http://schemas.openxmlformats.org/officeDocument/2006/relationships/slideLayout" Target="../slideLayouts/slideLayout2.xml"/><Relationship Id="rId4" Type="http://schemas.openxmlformats.org/officeDocument/2006/relationships/notesSlide" Target="../notesSlides/notesSlide67.xml"/></Relationships>
</file>

<file path=ppt/slides/_rels/slide69.xml.rels><?xml version='1.0' encoding='UTF-8' standalone='yes'?>
<Relationships xmlns="http://schemas.openxmlformats.org/package/2006/relationships"><Relationship Id="rId1" Type="http://schemas.openxmlformats.org/officeDocument/2006/relationships/tags" Target="../tags/tag333.xml"/><Relationship Id="rId2" Type="http://schemas.openxmlformats.org/officeDocument/2006/relationships/tags" Target="../tags/tag334.xml"/><Relationship Id="rId3" Type="http://schemas.openxmlformats.org/officeDocument/2006/relationships/slideLayout" Target="../slideLayouts/slideLayout2.xml"/><Relationship Id="rId4" Type="http://schemas.openxmlformats.org/officeDocument/2006/relationships/notesSlide" Target="../notesSlides/notesSlide68.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9.xml"/></Relationships>
</file>

<file path=ppt/slides/_rels/slide71.xml.rels><?xml version='1.0' encoding='UTF-8' standalone='yes'?>
<Relationships xmlns="http://schemas.openxmlformats.org/package/2006/relationships"><Relationship Id="rId1" Type="http://schemas.openxmlformats.org/officeDocument/2006/relationships/tags" Target="../tags/tag335.xml"/><Relationship Id="rId2" Type="http://schemas.openxmlformats.org/officeDocument/2006/relationships/slideLayout" Target="../slideLayouts/slideLayout2.xml"/><Relationship Id="rId3" Type="http://schemas.openxmlformats.org/officeDocument/2006/relationships/notesSlide" Target="../notesSlides/notesSlide70.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xml"/></Relationships>
</file>

<file path=ppt/slides/_rels/slide73.xml.rels><?xml version='1.0' encoding='UTF-8' standalone='yes'?>
<Relationships xmlns="http://schemas.openxmlformats.org/package/2006/relationships"><Relationship Id="rId1" Type="http://schemas.openxmlformats.org/officeDocument/2006/relationships/tags" Target="../tags/tag336.xml"/><Relationship Id="rId2" Type="http://schemas.openxmlformats.org/officeDocument/2006/relationships/tags" Target="../tags/tag337.xml"/><Relationship Id="rId3" Type="http://schemas.openxmlformats.org/officeDocument/2006/relationships/tags" Target="../tags/tag338.xml"/><Relationship Id="rId4" Type="http://schemas.openxmlformats.org/officeDocument/2006/relationships/tags" Target="../tags/tag339.xml"/><Relationship Id="rId5" Type="http://schemas.openxmlformats.org/officeDocument/2006/relationships/slideLayout" Target="../slideLayouts/slideLayout2.xml"/><Relationship Id="rId6" Type="http://schemas.openxmlformats.org/officeDocument/2006/relationships/notesSlide" Target="../notesSlides/notesSlide7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3.xml"/></Relationships>
</file>

<file path=ppt/slides/_rels/slide75.xml.rels><?xml version='1.0' encoding='UTF-8' standalone='yes'?>
<Relationships xmlns="http://schemas.openxmlformats.org/package/2006/relationships"><Relationship Id="rId1" Type="http://schemas.openxmlformats.org/officeDocument/2006/relationships/tags" Target="../tags/tag340.xml"/><Relationship Id="rId2" Type="http://schemas.openxmlformats.org/officeDocument/2006/relationships/tags" Target="../tags/tag341.xml"/><Relationship Id="rId3" Type="http://schemas.openxmlformats.org/officeDocument/2006/relationships/tags" Target="../tags/tag342.xml"/><Relationship Id="rId4" Type="http://schemas.openxmlformats.org/officeDocument/2006/relationships/tags" Target="../tags/tag343.xml"/><Relationship Id="rId5" Type="http://schemas.openxmlformats.org/officeDocument/2006/relationships/tags" Target="../tags/tag344.xml"/><Relationship Id="rId6" Type="http://schemas.openxmlformats.org/officeDocument/2006/relationships/tags" Target="../tags/tag345.xml"/><Relationship Id="rId7" Type="http://schemas.openxmlformats.org/officeDocument/2006/relationships/tags" Target="../tags/tag346.xml"/><Relationship Id="rId8" Type="http://schemas.openxmlformats.org/officeDocument/2006/relationships/tags" Target="../tags/tag347.xml"/><Relationship Id="rId9" Type="http://schemas.openxmlformats.org/officeDocument/2006/relationships/tags" Target="../tags/tag348.xml"/><Relationship Id="rId10" Type="http://schemas.openxmlformats.org/officeDocument/2006/relationships/tags" Target="../tags/tag349.xml"/><Relationship Id="rId11" Type="http://schemas.openxmlformats.org/officeDocument/2006/relationships/tags" Target="../tags/tag350.xml"/><Relationship Id="rId12" Type="http://schemas.openxmlformats.org/officeDocument/2006/relationships/tags" Target="../tags/tag351.xml"/><Relationship Id="rId13" Type="http://schemas.openxmlformats.org/officeDocument/2006/relationships/slideLayout" Target="../slideLayouts/slideLayout2.xml"/><Relationship Id="rId14" Type="http://schemas.openxmlformats.org/officeDocument/2006/relationships/notesSlide" Target="../notesSlides/notesSlide7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5.xml"/></Relationships>
</file>

<file path=ppt/slides/_rels/slide77.xml.rels><?xml version='1.0' encoding='UTF-8' standalone='yes'?>
<Relationships xmlns="http://schemas.openxmlformats.org/package/2006/relationships"><Relationship Id="rId1" Type="http://schemas.openxmlformats.org/officeDocument/2006/relationships/tags" Target="../tags/tag352.xml"/><Relationship Id="rId2" Type="http://schemas.openxmlformats.org/officeDocument/2006/relationships/tags" Target="../tags/tag353.xml"/><Relationship Id="rId3" Type="http://schemas.openxmlformats.org/officeDocument/2006/relationships/tags" Target="../tags/tag354.xml"/><Relationship Id="rId4" Type="http://schemas.openxmlformats.org/officeDocument/2006/relationships/tags" Target="../tags/tag355.xml"/><Relationship Id="rId5" Type="http://schemas.openxmlformats.org/officeDocument/2006/relationships/tags" Target="../tags/tag356.xml"/><Relationship Id="rId6" Type="http://schemas.openxmlformats.org/officeDocument/2006/relationships/tags" Target="../tags/tag357.xml"/><Relationship Id="rId7" Type="http://schemas.openxmlformats.org/officeDocument/2006/relationships/tags" Target="../tags/tag358.xml"/><Relationship Id="rId8" Type="http://schemas.openxmlformats.org/officeDocument/2006/relationships/tags" Target="../tags/tag359.xml"/><Relationship Id="rId9" Type="http://schemas.openxmlformats.org/officeDocument/2006/relationships/tags" Target="../tags/tag360.xml"/><Relationship Id="rId10" Type="http://schemas.openxmlformats.org/officeDocument/2006/relationships/tags" Target="../tags/tag361.xml"/><Relationship Id="rId11" Type="http://schemas.openxmlformats.org/officeDocument/2006/relationships/tags" Target="../tags/tag362.xml"/><Relationship Id="rId12" Type="http://schemas.openxmlformats.org/officeDocument/2006/relationships/tags" Target="../tags/tag363.xml"/><Relationship Id="rId13" Type="http://schemas.openxmlformats.org/officeDocument/2006/relationships/tags" Target="../tags/tag364.xml"/><Relationship Id="rId14" Type="http://schemas.openxmlformats.org/officeDocument/2006/relationships/tags" Target="../tags/tag365.xml"/><Relationship Id="rId15" Type="http://schemas.openxmlformats.org/officeDocument/2006/relationships/tags" Target="../tags/tag366.xml"/><Relationship Id="rId16" Type="http://schemas.openxmlformats.org/officeDocument/2006/relationships/tags" Target="../tags/tag367.xml"/><Relationship Id="rId17" Type="http://schemas.openxmlformats.org/officeDocument/2006/relationships/tags" Target="../tags/tag368.xml"/><Relationship Id="rId18" Type="http://schemas.openxmlformats.org/officeDocument/2006/relationships/tags" Target="../tags/tag369.xml"/><Relationship Id="rId19" Type="http://schemas.openxmlformats.org/officeDocument/2006/relationships/tags" Target="../tags/tag370.xml"/><Relationship Id="rId20" Type="http://schemas.openxmlformats.org/officeDocument/2006/relationships/tags" Target="../tags/tag371.xml"/><Relationship Id="rId21" Type="http://schemas.openxmlformats.org/officeDocument/2006/relationships/slideLayout" Target="../slideLayouts/slideLayout2.xml"/><Relationship Id="rId22" Type="http://schemas.openxmlformats.org/officeDocument/2006/relationships/notesSlide" Target="../notesSlides/notesSlide76.xml"/></Relationships>
</file>

<file path=ppt/slides/_rels/slide78.xml.rels><?xml version='1.0' encoding='UTF-8' standalone='yes'?>
<Relationships xmlns="http://schemas.openxmlformats.org/package/2006/relationships"><Relationship Id="rId1" Type="http://schemas.openxmlformats.org/officeDocument/2006/relationships/tags" Target="../tags/tag372.xml"/><Relationship Id="rId2" Type="http://schemas.openxmlformats.org/officeDocument/2006/relationships/tags" Target="../tags/tag373.xml"/><Relationship Id="rId3" Type="http://schemas.openxmlformats.org/officeDocument/2006/relationships/slideLayout" Target="../slideLayouts/slideLayout2.xml"/><Relationship Id="rId4" Type="http://schemas.openxmlformats.org/officeDocument/2006/relationships/notesSlide" Target="../notesSlides/notesSlide77.xml"/></Relationships>
</file>

<file path=ppt/slides/_rels/slide79.xml.rels><?xml version='1.0' encoding='UTF-8' standalone='yes'?>
<Relationships xmlns="http://schemas.openxmlformats.org/package/2006/relationships"><Relationship Id="rId1" Type="http://schemas.openxmlformats.org/officeDocument/2006/relationships/tags" Target="../tags/tag374.xml"/><Relationship Id="rId2" Type="http://schemas.openxmlformats.org/officeDocument/2006/relationships/tags" Target="../tags/tag375.xml"/><Relationship Id="rId3" Type="http://schemas.openxmlformats.org/officeDocument/2006/relationships/tags" Target="../tags/tag376.xml"/><Relationship Id="rId4" Type="http://schemas.openxmlformats.org/officeDocument/2006/relationships/tags" Target="../tags/tag377.xml"/><Relationship Id="rId5" Type="http://schemas.openxmlformats.org/officeDocument/2006/relationships/tags" Target="../tags/tag378.xml"/><Relationship Id="rId6" Type="http://schemas.openxmlformats.org/officeDocument/2006/relationships/tags" Target="../tags/tag379.xml"/><Relationship Id="rId7" Type="http://schemas.openxmlformats.org/officeDocument/2006/relationships/slideLayout" Target="../slideLayouts/slideLayout2.xml"/><Relationship Id="rId8" Type="http://schemas.openxmlformats.org/officeDocument/2006/relationships/notesSlide" Target="../notesSlides/notesSlide7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9.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0.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1.xml"/></Relationships>
</file>

<file path=ppt/slides/_rels/slide83.xml.rels><?xml version='1.0' encoding='UTF-8' standalone='yes'?>
<Relationships xmlns="http://schemas.openxmlformats.org/package/2006/relationships"><Relationship Id="rId1" Type="http://schemas.openxmlformats.org/officeDocument/2006/relationships/tags" Target="../tags/tag380.xml"/><Relationship Id="rId2" Type="http://schemas.openxmlformats.org/officeDocument/2006/relationships/tags" Target="../tags/tag381.xml"/><Relationship Id="rId3" Type="http://schemas.openxmlformats.org/officeDocument/2006/relationships/tags" Target="../tags/tag382.xml"/><Relationship Id="rId4" Type="http://schemas.openxmlformats.org/officeDocument/2006/relationships/tags" Target="../tags/tag383.xml"/><Relationship Id="rId5" Type="http://schemas.openxmlformats.org/officeDocument/2006/relationships/tags" Target="../tags/tag384.xml"/><Relationship Id="rId6" Type="http://schemas.openxmlformats.org/officeDocument/2006/relationships/slideLayout" Target="../slideLayouts/slideLayout2.xml"/><Relationship Id="rId7" Type="http://schemas.openxmlformats.org/officeDocument/2006/relationships/notesSlide" Target="../notesSlides/notesSlide8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6.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7.xml"/></Relationships>
</file>

<file path=ppt/slides/_rels/slide89.xml.rels><?xml version='1.0' encoding='UTF-8' standalone='yes'?>
<Relationships xmlns="http://schemas.openxmlformats.org/package/2006/relationships"><Relationship Id="rId1" Type="http://schemas.openxmlformats.org/officeDocument/2006/relationships/tags" Target="../tags/tag385.xml"/><Relationship Id="rId2" Type="http://schemas.openxmlformats.org/officeDocument/2006/relationships/tags" Target="../tags/tag386.xml"/><Relationship Id="rId3" Type="http://schemas.openxmlformats.org/officeDocument/2006/relationships/tags" Target="../tags/tag387.xml"/><Relationship Id="rId4" Type="http://schemas.openxmlformats.org/officeDocument/2006/relationships/slideLayout" Target="../slideLayouts/slideLayout2.xml"/><Relationship Id="rId5" Type="http://schemas.openxmlformats.org/officeDocument/2006/relationships/notesSlide" Target="../notesSlides/notesSlide8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9.xml"/></Relationships>
</file>

<file path=ppt/slides/_rels/slide91.xml.rels><?xml version='1.0' encoding='UTF-8' standalone='yes'?>
<Relationships xmlns="http://schemas.openxmlformats.org/package/2006/relationships"><Relationship Id="rId1" Type="http://schemas.openxmlformats.org/officeDocument/2006/relationships/tags" Target="../tags/tag388.xml"/><Relationship Id="rId2" Type="http://schemas.openxmlformats.org/officeDocument/2006/relationships/tags" Target="../tags/tag389.xml"/><Relationship Id="rId3" Type="http://schemas.openxmlformats.org/officeDocument/2006/relationships/tags" Target="../tags/tag390.xml"/><Relationship Id="rId4" Type="http://schemas.openxmlformats.org/officeDocument/2006/relationships/tags" Target="../tags/tag391.xml"/><Relationship Id="rId5" Type="http://schemas.openxmlformats.org/officeDocument/2006/relationships/tags" Target="../tags/tag392.xml"/><Relationship Id="rId6" Type="http://schemas.openxmlformats.org/officeDocument/2006/relationships/tags" Target="../tags/tag393.xml"/><Relationship Id="rId7" Type="http://schemas.openxmlformats.org/officeDocument/2006/relationships/tags" Target="../tags/tag394.xml"/><Relationship Id="rId8" Type="http://schemas.openxmlformats.org/officeDocument/2006/relationships/tags" Target="../tags/tag395.xml"/><Relationship Id="rId9" Type="http://schemas.openxmlformats.org/officeDocument/2006/relationships/tags" Target="../tags/tag396.xml"/><Relationship Id="rId10" Type="http://schemas.openxmlformats.org/officeDocument/2006/relationships/tags" Target="../tags/tag397.xml"/><Relationship Id="rId11" Type="http://schemas.openxmlformats.org/officeDocument/2006/relationships/slideLayout" Target="../slideLayouts/slideLayout2.xml"/><Relationship Id="rId12" Type="http://schemas.openxmlformats.org/officeDocument/2006/relationships/notesSlide" Target="../notesSlides/notesSlide90.xml"/></Relationships>
</file>

<file path=ppt/slides/_rels/slide92.xml.rels><?xml version='1.0' encoding='UTF-8' standalone='yes'?>
<Relationships xmlns="http://schemas.openxmlformats.org/package/2006/relationships"><Relationship Id="rId1" Type="http://schemas.openxmlformats.org/officeDocument/2006/relationships/tags" Target="../tags/tag398.xml"/><Relationship Id="rId2" Type="http://schemas.openxmlformats.org/officeDocument/2006/relationships/tags" Target="../tags/tag399.xml"/><Relationship Id="rId3" Type="http://schemas.openxmlformats.org/officeDocument/2006/relationships/tags" Target="../tags/tag400.xml"/><Relationship Id="rId4" Type="http://schemas.openxmlformats.org/officeDocument/2006/relationships/tags" Target="../tags/tag401.xml"/><Relationship Id="rId5" Type="http://schemas.openxmlformats.org/officeDocument/2006/relationships/tags" Target="../tags/tag402.xml"/><Relationship Id="rId6" Type="http://schemas.openxmlformats.org/officeDocument/2006/relationships/tags" Target="../tags/tag403.xml"/><Relationship Id="rId7" Type="http://schemas.openxmlformats.org/officeDocument/2006/relationships/tags" Target="../tags/tag404.xml"/><Relationship Id="rId8" Type="http://schemas.openxmlformats.org/officeDocument/2006/relationships/tags" Target="../tags/tag405.xml"/><Relationship Id="rId9" Type="http://schemas.openxmlformats.org/officeDocument/2006/relationships/tags" Target="../tags/tag406.xml"/><Relationship Id="rId10" Type="http://schemas.openxmlformats.org/officeDocument/2006/relationships/tags" Target="../tags/tag407.xml"/><Relationship Id="rId11" Type="http://schemas.openxmlformats.org/officeDocument/2006/relationships/tags" Target="../tags/tag408.xml"/><Relationship Id="rId12" Type="http://schemas.openxmlformats.org/officeDocument/2006/relationships/tags" Target="../tags/tag409.xml"/><Relationship Id="rId13" Type="http://schemas.openxmlformats.org/officeDocument/2006/relationships/tags" Target="../tags/tag410.xml"/><Relationship Id="rId14" Type="http://schemas.openxmlformats.org/officeDocument/2006/relationships/tags" Target="../tags/tag411.xml"/><Relationship Id="rId15" Type="http://schemas.openxmlformats.org/officeDocument/2006/relationships/tags" Target="../tags/tag412.xml"/><Relationship Id="rId16" Type="http://schemas.openxmlformats.org/officeDocument/2006/relationships/tags" Target="../tags/tag413.xml"/><Relationship Id="rId17" Type="http://schemas.openxmlformats.org/officeDocument/2006/relationships/tags" Target="../tags/tag414.xml"/><Relationship Id="rId18" Type="http://schemas.openxmlformats.org/officeDocument/2006/relationships/tags" Target="../tags/tag415.xml"/><Relationship Id="rId19" Type="http://schemas.openxmlformats.org/officeDocument/2006/relationships/tags" Target="../tags/tag416.xml"/><Relationship Id="rId20" Type="http://schemas.openxmlformats.org/officeDocument/2006/relationships/tags" Target="../tags/tag417.xml"/><Relationship Id="rId21" Type="http://schemas.openxmlformats.org/officeDocument/2006/relationships/tags" Target="../tags/tag418.xml"/><Relationship Id="rId22" Type="http://schemas.openxmlformats.org/officeDocument/2006/relationships/tags" Target="../tags/tag419.xml"/><Relationship Id="rId23" Type="http://schemas.openxmlformats.org/officeDocument/2006/relationships/tags" Target="../tags/tag420.xml"/><Relationship Id="rId24" Type="http://schemas.openxmlformats.org/officeDocument/2006/relationships/tags" Target="../tags/tag421.xml"/><Relationship Id="rId25" Type="http://schemas.openxmlformats.org/officeDocument/2006/relationships/tags" Target="../tags/tag422.xml"/><Relationship Id="rId26" Type="http://schemas.openxmlformats.org/officeDocument/2006/relationships/tags" Target="../tags/tag423.xml"/><Relationship Id="rId27" Type="http://schemas.openxmlformats.org/officeDocument/2006/relationships/tags" Target="../tags/tag424.xml"/><Relationship Id="rId28" Type="http://schemas.openxmlformats.org/officeDocument/2006/relationships/tags" Target="../tags/tag425.xml"/><Relationship Id="rId29" Type="http://schemas.openxmlformats.org/officeDocument/2006/relationships/tags" Target="../tags/tag426.xml"/><Relationship Id="rId30" Type="http://schemas.openxmlformats.org/officeDocument/2006/relationships/tags" Target="../tags/tag427.xml"/><Relationship Id="rId31" Type="http://schemas.openxmlformats.org/officeDocument/2006/relationships/tags" Target="../tags/tag428.xml"/><Relationship Id="rId32" Type="http://schemas.openxmlformats.org/officeDocument/2006/relationships/tags" Target="../tags/tag429.xml"/><Relationship Id="rId33" Type="http://schemas.openxmlformats.org/officeDocument/2006/relationships/tags" Target="../tags/tag430.xml"/><Relationship Id="rId34" Type="http://schemas.openxmlformats.org/officeDocument/2006/relationships/tags" Target="../tags/tag431.xml"/><Relationship Id="rId35" Type="http://schemas.openxmlformats.org/officeDocument/2006/relationships/tags" Target="../tags/tag432.xml"/><Relationship Id="rId36" Type="http://schemas.openxmlformats.org/officeDocument/2006/relationships/tags" Target="../tags/tag433.xml"/><Relationship Id="rId37" Type="http://schemas.openxmlformats.org/officeDocument/2006/relationships/tags" Target="../tags/tag434.xml"/><Relationship Id="rId38" Type="http://schemas.openxmlformats.org/officeDocument/2006/relationships/tags" Target="../tags/tag435.xml"/><Relationship Id="rId39" Type="http://schemas.openxmlformats.org/officeDocument/2006/relationships/tags" Target="../tags/tag436.xml"/><Relationship Id="rId40" Type="http://schemas.openxmlformats.org/officeDocument/2006/relationships/tags" Target="../tags/tag437.xml"/><Relationship Id="rId41" Type="http://schemas.openxmlformats.org/officeDocument/2006/relationships/tags" Target="../tags/tag438.xml"/><Relationship Id="rId42" Type="http://schemas.openxmlformats.org/officeDocument/2006/relationships/tags" Target="../tags/tag439.xml"/><Relationship Id="rId43" Type="http://schemas.openxmlformats.org/officeDocument/2006/relationships/tags" Target="../tags/tag440.xml"/><Relationship Id="rId44" Type="http://schemas.openxmlformats.org/officeDocument/2006/relationships/tags" Target="../tags/tag441.xml"/><Relationship Id="rId45" Type="http://schemas.openxmlformats.org/officeDocument/2006/relationships/tags" Target="../tags/tag442.xml"/><Relationship Id="rId46" Type="http://schemas.openxmlformats.org/officeDocument/2006/relationships/tags" Target="../tags/tag443.xml"/><Relationship Id="rId47" Type="http://schemas.openxmlformats.org/officeDocument/2006/relationships/tags" Target="../tags/tag444.xml"/><Relationship Id="rId48" Type="http://schemas.openxmlformats.org/officeDocument/2006/relationships/tags" Target="../tags/tag445.xml"/><Relationship Id="rId49" Type="http://schemas.openxmlformats.org/officeDocument/2006/relationships/tags" Target="../tags/tag446.xml"/><Relationship Id="rId50" Type="http://schemas.openxmlformats.org/officeDocument/2006/relationships/tags" Target="../tags/tag447.xml"/><Relationship Id="rId51" Type="http://schemas.openxmlformats.org/officeDocument/2006/relationships/tags" Target="../tags/tag448.xml"/><Relationship Id="rId52" Type="http://schemas.openxmlformats.org/officeDocument/2006/relationships/tags" Target="../tags/tag449.xml"/><Relationship Id="rId53" Type="http://schemas.openxmlformats.org/officeDocument/2006/relationships/tags" Target="../tags/tag450.xml"/><Relationship Id="rId54" Type="http://schemas.openxmlformats.org/officeDocument/2006/relationships/tags" Target="../tags/tag451.xml"/><Relationship Id="rId55" Type="http://schemas.openxmlformats.org/officeDocument/2006/relationships/tags" Target="../tags/tag452.xml"/><Relationship Id="rId56" Type="http://schemas.openxmlformats.org/officeDocument/2006/relationships/tags" Target="../tags/tag453.xml"/><Relationship Id="rId57" Type="http://schemas.openxmlformats.org/officeDocument/2006/relationships/tags" Target="../tags/tag454.xml"/><Relationship Id="rId58" Type="http://schemas.openxmlformats.org/officeDocument/2006/relationships/tags" Target="../tags/tag455.xml"/><Relationship Id="rId59" Type="http://schemas.openxmlformats.org/officeDocument/2006/relationships/tags" Target="../tags/tag456.xml"/><Relationship Id="rId60" Type="http://schemas.openxmlformats.org/officeDocument/2006/relationships/tags" Target="../tags/tag457.xml"/><Relationship Id="rId61" Type="http://schemas.openxmlformats.org/officeDocument/2006/relationships/tags" Target="../tags/tag458.xml"/><Relationship Id="rId62" Type="http://schemas.openxmlformats.org/officeDocument/2006/relationships/tags" Target="../tags/tag459.xml"/><Relationship Id="rId63" Type="http://schemas.openxmlformats.org/officeDocument/2006/relationships/tags" Target="../tags/tag460.xml"/><Relationship Id="rId64" Type="http://schemas.openxmlformats.org/officeDocument/2006/relationships/tags" Target="../tags/tag461.xml"/><Relationship Id="rId65" Type="http://schemas.openxmlformats.org/officeDocument/2006/relationships/tags" Target="../tags/tag462.xml"/><Relationship Id="rId66" Type="http://schemas.openxmlformats.org/officeDocument/2006/relationships/tags" Target="../tags/tag463.xml"/><Relationship Id="rId67" Type="http://schemas.openxmlformats.org/officeDocument/2006/relationships/tags" Target="../tags/tag464.xml"/><Relationship Id="rId68" Type="http://schemas.openxmlformats.org/officeDocument/2006/relationships/tags" Target="../tags/tag465.xml"/><Relationship Id="rId69" Type="http://schemas.openxmlformats.org/officeDocument/2006/relationships/tags" Target="../tags/tag466.xml"/><Relationship Id="rId70" Type="http://schemas.openxmlformats.org/officeDocument/2006/relationships/tags" Target="../tags/tag467.xml"/><Relationship Id="rId71" Type="http://schemas.openxmlformats.org/officeDocument/2006/relationships/tags" Target="../tags/tag468.xml"/><Relationship Id="rId72" Type="http://schemas.openxmlformats.org/officeDocument/2006/relationships/tags" Target="../tags/tag469.xml"/><Relationship Id="rId73" Type="http://schemas.openxmlformats.org/officeDocument/2006/relationships/tags" Target="../tags/tag470.xml"/><Relationship Id="rId74" Type="http://schemas.openxmlformats.org/officeDocument/2006/relationships/tags" Target="../tags/tag471.xml"/><Relationship Id="rId75" Type="http://schemas.openxmlformats.org/officeDocument/2006/relationships/tags" Target="../tags/tag472.xml"/><Relationship Id="rId76" Type="http://schemas.openxmlformats.org/officeDocument/2006/relationships/tags" Target="../tags/tag473.xml"/><Relationship Id="rId77" Type="http://schemas.openxmlformats.org/officeDocument/2006/relationships/tags" Target="../tags/tag474.xml"/><Relationship Id="rId78" Type="http://schemas.openxmlformats.org/officeDocument/2006/relationships/tags" Target="../tags/tag475.xml"/><Relationship Id="rId79" Type="http://schemas.openxmlformats.org/officeDocument/2006/relationships/tags" Target="../tags/tag476.xml"/><Relationship Id="rId80" Type="http://schemas.openxmlformats.org/officeDocument/2006/relationships/tags" Target="../tags/tag477.xml"/><Relationship Id="rId81" Type="http://schemas.openxmlformats.org/officeDocument/2006/relationships/tags" Target="../tags/tag478.xml"/><Relationship Id="rId82" Type="http://schemas.openxmlformats.org/officeDocument/2006/relationships/tags" Target="../tags/tag479.xml"/><Relationship Id="rId83" Type="http://schemas.openxmlformats.org/officeDocument/2006/relationships/tags" Target="../tags/tag480.xml"/><Relationship Id="rId84" Type="http://schemas.openxmlformats.org/officeDocument/2006/relationships/tags" Target="../tags/tag481.xml"/><Relationship Id="rId85" Type="http://schemas.openxmlformats.org/officeDocument/2006/relationships/tags" Target="../tags/tag482.xml"/><Relationship Id="rId86" Type="http://schemas.openxmlformats.org/officeDocument/2006/relationships/tags" Target="../tags/tag483.xml"/><Relationship Id="rId87" Type="http://schemas.openxmlformats.org/officeDocument/2006/relationships/tags" Target="../tags/tag484.xml"/><Relationship Id="rId88" Type="http://schemas.openxmlformats.org/officeDocument/2006/relationships/tags" Target="../tags/tag485.xml"/><Relationship Id="rId89" Type="http://schemas.openxmlformats.org/officeDocument/2006/relationships/tags" Target="../tags/tag486.xml"/><Relationship Id="rId90" Type="http://schemas.openxmlformats.org/officeDocument/2006/relationships/tags" Target="../tags/tag487.xml"/><Relationship Id="rId91" Type="http://schemas.openxmlformats.org/officeDocument/2006/relationships/tags" Target="../tags/tag488.xml"/><Relationship Id="rId92" Type="http://schemas.openxmlformats.org/officeDocument/2006/relationships/tags" Target="../tags/tag489.xml"/><Relationship Id="rId93" Type="http://schemas.openxmlformats.org/officeDocument/2006/relationships/tags" Target="../tags/tag490.xml"/><Relationship Id="rId94" Type="http://schemas.openxmlformats.org/officeDocument/2006/relationships/tags" Target="../tags/tag491.xml"/><Relationship Id="rId95" Type="http://schemas.openxmlformats.org/officeDocument/2006/relationships/tags" Target="../tags/tag492.xml"/><Relationship Id="rId96" Type="http://schemas.openxmlformats.org/officeDocument/2006/relationships/tags" Target="../tags/tag493.xml"/><Relationship Id="rId97" Type="http://schemas.openxmlformats.org/officeDocument/2006/relationships/tags" Target="../tags/tag494.xml"/><Relationship Id="rId98" Type="http://schemas.openxmlformats.org/officeDocument/2006/relationships/tags" Target="../tags/tag495.xml"/><Relationship Id="rId99" Type="http://schemas.openxmlformats.org/officeDocument/2006/relationships/tags" Target="../tags/tag496.xml"/><Relationship Id="rId100" Type="http://schemas.openxmlformats.org/officeDocument/2006/relationships/tags" Target="../tags/tag497.xml"/><Relationship Id="rId101" Type="http://schemas.openxmlformats.org/officeDocument/2006/relationships/tags" Target="../tags/tag498.xml"/><Relationship Id="rId102" Type="http://schemas.openxmlformats.org/officeDocument/2006/relationships/tags" Target="../tags/tag499.xml"/><Relationship Id="rId103" Type="http://schemas.openxmlformats.org/officeDocument/2006/relationships/tags" Target="../tags/tag500.xml"/><Relationship Id="rId104" Type="http://schemas.openxmlformats.org/officeDocument/2006/relationships/tags" Target="../tags/tag501.xml"/><Relationship Id="rId105" Type="http://schemas.openxmlformats.org/officeDocument/2006/relationships/tags" Target="../tags/tag502.xml"/><Relationship Id="rId106" Type="http://schemas.openxmlformats.org/officeDocument/2006/relationships/tags" Target="../tags/tag503.xml"/><Relationship Id="rId107" Type="http://schemas.openxmlformats.org/officeDocument/2006/relationships/slideLayout" Target="../slideLayouts/slideLayout2.xml"/><Relationship Id="rId108" Type="http://schemas.openxmlformats.org/officeDocument/2006/relationships/notesSlide" Target="../notesSlides/notesSlide9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2.xml"/><Relationship Id="rId3" Type="http://schemas.openxmlformats.org/officeDocument/2006/relationships/chart" Target="../charts/chart1.xml"/></Relationships>
</file>

<file path=ppt/slides/_rels/slide94.xml.rels><?xml version='1.0' encoding='UTF-8' standalone='yes'?>
<Relationships xmlns="http://schemas.openxmlformats.org/package/2006/relationships"><Relationship Id="rId1" Type="http://schemas.openxmlformats.org/officeDocument/2006/relationships/tags" Target="../tags/tag504.xml"/><Relationship Id="rId2" Type="http://schemas.openxmlformats.org/officeDocument/2006/relationships/tags" Target="../tags/tag505.xml"/><Relationship Id="rId3" Type="http://schemas.openxmlformats.org/officeDocument/2006/relationships/tags" Target="../tags/tag506.xml"/><Relationship Id="rId4" Type="http://schemas.openxmlformats.org/officeDocument/2006/relationships/tags" Target="../tags/tag507.xml"/><Relationship Id="rId5" Type="http://schemas.openxmlformats.org/officeDocument/2006/relationships/tags" Target="../tags/tag508.xml"/><Relationship Id="rId6" Type="http://schemas.openxmlformats.org/officeDocument/2006/relationships/slideLayout" Target="../slideLayouts/slideLayout2.xml"/><Relationship Id="rId7" Type="http://schemas.openxmlformats.org/officeDocument/2006/relationships/notesSlide" Target="../notesSlides/notesSlide9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4.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6.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8.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9.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0.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3.xml"/></Relationships>
</file>

<file path=ppt/slides/_rels/slide105.xml.rels><?xml version='1.0' encoding='UTF-8' standalone='yes'?>
<Relationships xmlns="http://schemas.openxmlformats.org/package/2006/relationships"><Relationship Id="rId1" Type="http://schemas.openxmlformats.org/officeDocument/2006/relationships/tags" Target="../tags/tag509.xml"/><Relationship Id="rId2" Type="http://schemas.openxmlformats.org/officeDocument/2006/relationships/tags" Target="../tags/tag510.xml"/><Relationship Id="rId3" Type="http://schemas.openxmlformats.org/officeDocument/2006/relationships/tags" Target="../tags/tag511.xml"/><Relationship Id="rId4" Type="http://schemas.openxmlformats.org/officeDocument/2006/relationships/tags" Target="../tags/tag512.xml"/><Relationship Id="rId5" Type="http://schemas.openxmlformats.org/officeDocument/2006/relationships/tags" Target="../tags/tag513.xml"/><Relationship Id="rId6" Type="http://schemas.openxmlformats.org/officeDocument/2006/relationships/tags" Target="../tags/tag514.xml"/><Relationship Id="rId7" Type="http://schemas.openxmlformats.org/officeDocument/2006/relationships/slideLayout" Target="../slideLayouts/slideLayout2.xml"/><Relationship Id="rId8" Type="http://schemas.openxmlformats.org/officeDocument/2006/relationships/notesSlide" Target="../notesSlides/notesSlide104.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5.xml"/></Relationships>
</file>

<file path=ppt/slides/_rels/slide107.xml.rels><?xml version='1.0' encoding='UTF-8' standalone='yes'?>
<Relationships xmlns="http://schemas.openxmlformats.org/package/2006/relationships"><Relationship Id="rId1" Type="http://schemas.openxmlformats.org/officeDocument/2006/relationships/tags" Target="../tags/tag515.xml"/><Relationship Id="rId2" Type="http://schemas.openxmlformats.org/officeDocument/2006/relationships/tags" Target="../tags/tag516.xml"/><Relationship Id="rId3" Type="http://schemas.openxmlformats.org/officeDocument/2006/relationships/tags" Target="../tags/tag517.xml"/><Relationship Id="rId4" Type="http://schemas.openxmlformats.org/officeDocument/2006/relationships/tags" Target="../tags/tag518.xml"/><Relationship Id="rId5" Type="http://schemas.openxmlformats.org/officeDocument/2006/relationships/tags" Target="../tags/tag519.xml"/><Relationship Id="rId6" Type="http://schemas.openxmlformats.org/officeDocument/2006/relationships/slideLayout" Target="../slideLayouts/slideLayout2.xml"/><Relationship Id="rId7" Type="http://schemas.openxmlformats.org/officeDocument/2006/relationships/notesSlide" Target="../notesSlides/notesSlide106.xml"/></Relationships>
</file>

<file path=ppt/slides/_rels/slide108.xml.rels><?xml version='1.0' encoding='UTF-8' standalone='yes'?>
<Relationships xmlns="http://schemas.openxmlformats.org/package/2006/relationships"><Relationship Id="rId1" Type="http://schemas.openxmlformats.org/officeDocument/2006/relationships/tags" Target="../tags/tag520.xml"/><Relationship Id="rId2" Type="http://schemas.openxmlformats.org/officeDocument/2006/relationships/tags" Target="../tags/tag521.xml"/><Relationship Id="rId3" Type="http://schemas.openxmlformats.org/officeDocument/2006/relationships/slideLayout" Target="../slideLayouts/slideLayout2.xml"/><Relationship Id="rId4" Type="http://schemas.openxmlformats.org/officeDocument/2006/relationships/notesSlide" Target="../notesSlides/notesSlide107.xml"/></Relationships>
</file>

<file path=ppt/slides/_rels/slide109.xml.rels><?xml version='1.0' encoding='UTF-8' standalone='yes'?>
<Relationships xmlns="http://schemas.openxmlformats.org/package/2006/relationships"><Relationship Id="rId1" Type="http://schemas.openxmlformats.org/officeDocument/2006/relationships/tags" Target="../tags/tag522.xml"/><Relationship Id="rId2" Type="http://schemas.openxmlformats.org/officeDocument/2006/relationships/tags" Target="../tags/tag523.xml"/><Relationship Id="rId3" Type="http://schemas.openxmlformats.org/officeDocument/2006/relationships/slideLayout" Target="../slideLayouts/slideLayout2.xml"/><Relationship Id="rId4" Type="http://schemas.openxmlformats.org/officeDocument/2006/relationships/notesSlide" Target="../notesSlides/notesSlide108.xml"/></Relationships>
</file>

<file path=ppt/slides/_rels/slide110.xml.rels><?xml version='1.0' encoding='UTF-8' standalone='yes'?>
<Relationships xmlns="http://schemas.openxmlformats.org/package/2006/relationships"><Relationship Id="rId1" Type="http://schemas.openxmlformats.org/officeDocument/2006/relationships/tags" Target="../tags/tag524.xml"/><Relationship Id="rId2" Type="http://schemas.openxmlformats.org/officeDocument/2006/relationships/slideLayout" Target="../slideLayouts/slideLayout2.xml"/><Relationship Id="rId3" Type="http://schemas.openxmlformats.org/officeDocument/2006/relationships/notesSlide" Target="../notesSlides/notesSlide109.xml"/></Relationships>
</file>

<file path=ppt/slides/_rels/slide111.xml.rels><?xml version='1.0' encoding='UTF-8' standalone='yes'?>
<Relationships xmlns="http://schemas.openxmlformats.org/package/2006/relationships"><Relationship Id="rId1" Type="http://schemas.openxmlformats.org/officeDocument/2006/relationships/tags" Target="../tags/tag525.xml"/><Relationship Id="rId2" Type="http://schemas.openxmlformats.org/officeDocument/2006/relationships/tags" Target="../tags/tag526.xml"/><Relationship Id="rId3" Type="http://schemas.openxmlformats.org/officeDocument/2006/relationships/slideLayout" Target="../slideLayouts/slideLayout2.xml"/><Relationship Id="rId4" Type="http://schemas.openxmlformats.org/officeDocument/2006/relationships/notesSlide" Target="../notesSlides/notesSlide110.xml"/></Relationships>
</file>

<file path=ppt/slides/_rels/slide112.xml.rels><?xml version='1.0' encoding='UTF-8' standalone='yes'?>
<Relationships xmlns="http://schemas.openxmlformats.org/package/2006/relationships"><Relationship Id="rId1" Type="http://schemas.openxmlformats.org/officeDocument/2006/relationships/tags" Target="../tags/tag527.xml"/><Relationship Id="rId2" Type="http://schemas.openxmlformats.org/officeDocument/2006/relationships/tags" Target="../tags/tag528.xml"/><Relationship Id="rId3" Type="http://schemas.openxmlformats.org/officeDocument/2006/relationships/tags" Target="../tags/tag529.xml"/><Relationship Id="rId4" Type="http://schemas.openxmlformats.org/officeDocument/2006/relationships/tags" Target="../tags/tag530.xml"/><Relationship Id="rId5" Type="http://schemas.openxmlformats.org/officeDocument/2006/relationships/tags" Target="../tags/tag531.xml"/><Relationship Id="rId6" Type="http://schemas.openxmlformats.org/officeDocument/2006/relationships/tags" Target="../tags/tag532.xml"/><Relationship Id="rId7" Type="http://schemas.openxmlformats.org/officeDocument/2006/relationships/tags" Target="../tags/tag533.xml"/><Relationship Id="rId8" Type="http://schemas.openxmlformats.org/officeDocument/2006/relationships/tags" Target="../tags/tag534.xml"/><Relationship Id="rId9" Type="http://schemas.openxmlformats.org/officeDocument/2006/relationships/tags" Target="../tags/tag535.xml"/><Relationship Id="rId10" Type="http://schemas.openxmlformats.org/officeDocument/2006/relationships/slideLayout" Target="../slideLayouts/slideLayout2.xml"/><Relationship Id="rId11" Type="http://schemas.openxmlformats.org/officeDocument/2006/relationships/notesSlide" Target="../notesSlides/notesSlide111.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4.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5.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6.xml"/></Relationships>
</file>

<file path=ppt/slides/_rels/slide118.xml.rels><?xml version='1.0' encoding='UTF-8' standalone='yes'?>
<Relationships xmlns="http://schemas.openxmlformats.org/package/2006/relationships"><Relationship Id="rId1" Type="http://schemas.openxmlformats.org/officeDocument/2006/relationships/tags" Target="../tags/tag536.xml"/><Relationship Id="rId2" Type="http://schemas.openxmlformats.org/officeDocument/2006/relationships/slideLayout" Target="../slideLayouts/slideLayout2.xml"/><Relationship Id="rId3" Type="http://schemas.openxmlformats.org/officeDocument/2006/relationships/notesSlide" Target="../notesSlides/notesSlide117.xml"/></Relationships>
</file>

<file path=ppt/slides/_rels/slide119.xml.rels><?xml version='1.0' encoding='UTF-8' standalone='yes'?>
<Relationships xmlns="http://schemas.openxmlformats.org/package/2006/relationships"><Relationship Id="rId1" Type="http://schemas.openxmlformats.org/officeDocument/2006/relationships/tags" Target="../tags/tag537.xml"/><Relationship Id="rId2" Type="http://schemas.openxmlformats.org/officeDocument/2006/relationships/slideLayout" Target="../slideLayouts/slideLayout2.xml"/><Relationship Id="rId3" Type="http://schemas.openxmlformats.org/officeDocument/2006/relationships/notesSlide" Target="../notesSlides/notesSlide118.xml"/></Relationships>
</file>

<file path=ppt/slides/_rels/slide120.xml.rels><?xml version='1.0' encoding='UTF-8' standalone='yes'?>
<Relationships xmlns="http://schemas.openxmlformats.org/package/2006/relationships"><Relationship Id="rId1" Type="http://schemas.openxmlformats.org/officeDocument/2006/relationships/tags" Target="../tags/tag538.xml"/><Relationship Id="rId2" Type="http://schemas.openxmlformats.org/officeDocument/2006/relationships/slideLayout" Target="../slideLayouts/slideLayout2.xml"/><Relationship Id="rId3" Type="http://schemas.openxmlformats.org/officeDocument/2006/relationships/notesSlide" Target="../notesSlides/notesSlide11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0.xml"/></Relationships>
</file>

<file path=ppt/slides/_rels/slide122.xml.rels><?xml version='1.0' encoding='UTF-8' standalone='yes'?>
<Relationships xmlns="http://schemas.openxmlformats.org/package/2006/relationships"><Relationship Id="rId1" Type="http://schemas.openxmlformats.org/officeDocument/2006/relationships/tags" Target="../tags/tag539.xml"/><Relationship Id="rId2" Type="http://schemas.openxmlformats.org/officeDocument/2006/relationships/tags" Target="../tags/tag540.xml"/><Relationship Id="rId3" Type="http://schemas.openxmlformats.org/officeDocument/2006/relationships/tags" Target="../tags/tag541.xml"/><Relationship Id="rId4" Type="http://schemas.openxmlformats.org/officeDocument/2006/relationships/slideLayout" Target="../slideLayouts/slideLayout2.xml"/><Relationship Id="rId5" Type="http://schemas.openxmlformats.org/officeDocument/2006/relationships/notesSlide" Target="../notesSlides/notesSlide121.xml"/></Relationships>
</file>

<file path=ppt/slides/_rels/slide123.xml.rels><?xml version='1.0' encoding='UTF-8' standalone='yes'?>
<Relationships xmlns="http://schemas.openxmlformats.org/package/2006/relationships"><Relationship Id="rId1" Type="http://schemas.openxmlformats.org/officeDocument/2006/relationships/tags" Target="../tags/tag542.xml"/><Relationship Id="rId2" Type="http://schemas.openxmlformats.org/officeDocument/2006/relationships/tags" Target="../tags/tag543.xml"/><Relationship Id="rId3" Type="http://schemas.openxmlformats.org/officeDocument/2006/relationships/tags" Target="../tags/tag544.xml"/><Relationship Id="rId4" Type="http://schemas.openxmlformats.org/officeDocument/2006/relationships/tags" Target="../tags/tag545.xml"/><Relationship Id="rId5" Type="http://schemas.openxmlformats.org/officeDocument/2006/relationships/tags" Target="../tags/tag546.xml"/><Relationship Id="rId6" Type="http://schemas.openxmlformats.org/officeDocument/2006/relationships/slideLayout" Target="../slideLayouts/slideLayout2.xml"/><Relationship Id="rId7" Type="http://schemas.openxmlformats.org/officeDocument/2006/relationships/notesSlide" Target="../notesSlides/notesSlide12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3.xml"/></Relationships>
</file>

<file path=ppt/slides/_rels/slide125.xml.rels><?xml version='1.0' encoding='UTF-8' standalone='yes'?>
<Relationships xmlns="http://schemas.openxmlformats.org/package/2006/relationships"><Relationship Id="rId1" Type="http://schemas.openxmlformats.org/officeDocument/2006/relationships/tags" Target="../tags/tag547.xml"/><Relationship Id="rId2" Type="http://schemas.openxmlformats.org/officeDocument/2006/relationships/tags" Target="../tags/tag548.xml"/><Relationship Id="rId3" Type="http://schemas.openxmlformats.org/officeDocument/2006/relationships/slideLayout" Target="../slideLayouts/slideLayout2.xml"/><Relationship Id="rId4" Type="http://schemas.openxmlformats.org/officeDocument/2006/relationships/notesSlide" Target="../notesSlides/notesSlide124.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5.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6.xml"/><Relationship Id="rId3" Type="http://schemas.openxmlformats.org/officeDocument/2006/relationships/image" Target="../media/image16.png"/><Relationship Id="rId4" Type="http://schemas.openxmlformats.org/officeDocument/2006/relationships/image" Target="../media/image17.png"/></Relationships>
</file>

<file path=ppt/slides/_rels/slide128.xml.rels><?xml version='1.0' encoding='UTF-8' standalone='yes'?>
<Relationships xmlns="http://schemas.openxmlformats.org/package/2006/relationships"><Relationship Id="rId1" Type="http://schemas.openxmlformats.org/officeDocument/2006/relationships/tags" Target="../tags/tag549.xml"/><Relationship Id="rId2" Type="http://schemas.openxmlformats.org/officeDocument/2006/relationships/tags" Target="../tags/tag550.xml"/><Relationship Id="rId3" Type="http://schemas.openxmlformats.org/officeDocument/2006/relationships/slideLayout" Target="../slideLayouts/slideLayout2.xml"/><Relationship Id="rId4" Type="http://schemas.openxmlformats.org/officeDocument/2006/relationships/notesSlide" Target="../notesSlides/notesSlide127.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8.xml"/><Relationship Id="rId3" Type="http://schemas.openxmlformats.org/officeDocument/2006/relationships/image" Target="../media/image18.svg"/><Relationship Id="rId4" Type="http://schemas.openxmlformats.org/officeDocument/2006/relationships/image" Target="../media/image19.svg"/><Relationship Id="rId5" Type="http://schemas.openxmlformats.org/officeDocument/2006/relationships/image" Target="../media/image20.svg"/><Relationship Id="rId6" Type="http://schemas.openxmlformats.org/officeDocument/2006/relationships/image" Target="../media/image21.svg"/><Relationship Id="rId7" Type="http://schemas.openxmlformats.org/officeDocument/2006/relationships/image" Target="../media/image22.svg"/><Relationship Id="rId8" Type="http://schemas.openxmlformats.org/officeDocument/2006/relationships/image" Target="../media/image23.sv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0.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1.xml"/></Relationships>
</file>

<file path=ppt/slides/_rels/slide133.xml.rels><?xml version='1.0' encoding='UTF-8' standalone='yes'?>
<Relationships xmlns="http://schemas.openxmlformats.org/package/2006/relationships"><Relationship Id="rId1" Type="http://schemas.openxmlformats.org/officeDocument/2006/relationships/tags" Target="../tags/tag551.xml"/><Relationship Id="rId2" Type="http://schemas.openxmlformats.org/officeDocument/2006/relationships/tags" Target="../tags/tag552.xml"/><Relationship Id="rId3" Type="http://schemas.openxmlformats.org/officeDocument/2006/relationships/slideLayout" Target="../slideLayouts/slideLayout2.xml"/><Relationship Id="rId4" Type="http://schemas.openxmlformats.org/officeDocument/2006/relationships/notesSlide" Target="../notesSlides/notesSlide13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4.xml"/><Relationship Id="rId3" Type="http://schemas.openxmlformats.org/officeDocument/2006/relationships/image" Target="../media/image24.svg"/><Relationship Id="rId4" Type="http://schemas.openxmlformats.org/officeDocument/2006/relationships/image" Target="../media/image25.svg"/><Relationship Id="rId5" Type="http://schemas.openxmlformats.org/officeDocument/2006/relationships/image" Target="../media/image26.svg"/><Relationship Id="rId6" Type="http://schemas.openxmlformats.org/officeDocument/2006/relationships/image" Target="../media/image27.svg"/><Relationship Id="rId7" Type="http://schemas.openxmlformats.org/officeDocument/2006/relationships/image" Target="../media/image28.svg"/><Relationship Id="rId8" Type="http://schemas.openxmlformats.org/officeDocument/2006/relationships/image" Target="../media/image29.sv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8.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9.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0.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2.xml"/></Relationships>
</file>

<file path=ppt/slides/_rels/slide144.xml.rels><?xml version='1.0' encoding='UTF-8' standalone='yes'?>
<Relationships xmlns="http://schemas.openxmlformats.org/package/2006/relationships"><Relationship Id="rId1" Type="http://schemas.openxmlformats.org/officeDocument/2006/relationships/tags" Target="../tags/tag553.xml"/><Relationship Id="rId2" Type="http://schemas.openxmlformats.org/officeDocument/2006/relationships/slideLayout" Target="../slideLayouts/slideLayout2.xml"/><Relationship Id="rId3" Type="http://schemas.openxmlformats.org/officeDocument/2006/relationships/notesSlide" Target="../notesSlides/notesSlide143.xml"/></Relationships>
</file>

<file path=ppt/slides/_rels/slide145.xml.rels><?xml version='1.0' encoding='UTF-8' standalone='yes'?>
<Relationships xmlns="http://schemas.openxmlformats.org/package/2006/relationships"><Relationship Id="rId1" Type="http://schemas.openxmlformats.org/officeDocument/2006/relationships/tags" Target="../tags/tag554.xml"/><Relationship Id="rId2" Type="http://schemas.openxmlformats.org/officeDocument/2006/relationships/slideLayout" Target="../slideLayouts/slideLayout2.xml"/><Relationship Id="rId3" Type="http://schemas.openxmlformats.org/officeDocument/2006/relationships/notesSlide" Target="../notesSlides/notesSlide144.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5.xml"/></Relationships>
</file>

<file path=ppt/slides/_rels/slide147.xml.rels><?xml version='1.0' encoding='UTF-8' standalone='yes'?>
<Relationships xmlns="http://schemas.openxmlformats.org/package/2006/relationships"><Relationship Id="rId1" Type="http://schemas.openxmlformats.org/officeDocument/2006/relationships/tags" Target="../tags/tag555.xml"/><Relationship Id="rId2" Type="http://schemas.openxmlformats.org/officeDocument/2006/relationships/slideLayout" Target="../slideLayouts/slideLayout2.xml"/><Relationship Id="rId3" Type="http://schemas.openxmlformats.org/officeDocument/2006/relationships/notesSlide" Target="../notesSlides/notesSlide146.xml"/></Relationships>
</file>

<file path=ppt/slides/_rels/slide148.xml.rels><?xml version='1.0' encoding='UTF-8' standalone='yes'?>
<Relationships xmlns="http://schemas.openxmlformats.org/package/2006/relationships"><Relationship Id="rId1" Type="http://schemas.openxmlformats.org/officeDocument/2006/relationships/tags" Target="../tags/tag556.xml"/><Relationship Id="rId2" Type="http://schemas.openxmlformats.org/officeDocument/2006/relationships/tags" Target="../tags/tag557.xml"/><Relationship Id="rId3" Type="http://schemas.openxmlformats.org/officeDocument/2006/relationships/tags" Target="../tags/tag558.xml"/><Relationship Id="rId4" Type="http://schemas.openxmlformats.org/officeDocument/2006/relationships/tags" Target="../tags/tag559.xml"/><Relationship Id="rId5" Type="http://schemas.openxmlformats.org/officeDocument/2006/relationships/slideLayout" Target="../slideLayouts/slideLayout2.xml"/><Relationship Id="rId6" Type="http://schemas.openxmlformats.org/officeDocument/2006/relationships/notesSlide" Target="../notesSlides/notesSlide14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8.xml"/></Relationships>
</file>

<file path=ppt/slides/_rels/slide150.xml.rels><?xml version='1.0' encoding='UTF-8' standalone='yes'?>
<Relationships xmlns="http://schemas.openxmlformats.org/package/2006/relationships"><Relationship Id="rId1" Type="http://schemas.openxmlformats.org/officeDocument/2006/relationships/tags" Target="../tags/tag560.xml"/><Relationship Id="rId2" Type="http://schemas.openxmlformats.org/officeDocument/2006/relationships/slideLayout" Target="../slideLayouts/slideLayout2.xml"/><Relationship Id="rId3" Type="http://schemas.openxmlformats.org/officeDocument/2006/relationships/notesSlide" Target="../notesSlides/notesSlide149.xml"/></Relationships>
</file>

<file path=ppt/slides/_rels/slide151.xml.rels><?xml version='1.0' encoding='UTF-8' standalone='yes'?>
<Relationships xmlns="http://schemas.openxmlformats.org/package/2006/relationships"><Relationship Id="rId1" Type="http://schemas.openxmlformats.org/officeDocument/2006/relationships/tags" Target="../tags/tag561.xml"/><Relationship Id="rId2" Type="http://schemas.openxmlformats.org/officeDocument/2006/relationships/tags" Target="../tags/tag562.xml"/><Relationship Id="rId3" Type="http://schemas.openxmlformats.org/officeDocument/2006/relationships/tags" Target="../tags/tag563.xml"/><Relationship Id="rId4" Type="http://schemas.openxmlformats.org/officeDocument/2006/relationships/tags" Target="../tags/tag564.xml"/><Relationship Id="rId5" Type="http://schemas.openxmlformats.org/officeDocument/2006/relationships/tags" Target="../tags/tag565.xml"/><Relationship Id="rId6" Type="http://schemas.openxmlformats.org/officeDocument/2006/relationships/tags" Target="../tags/tag566.xml"/><Relationship Id="rId7" Type="http://schemas.openxmlformats.org/officeDocument/2006/relationships/tags" Target="../tags/tag567.xml"/><Relationship Id="rId8" Type="http://schemas.openxmlformats.org/officeDocument/2006/relationships/tags" Target="../tags/tag568.xml"/><Relationship Id="rId9" Type="http://schemas.openxmlformats.org/officeDocument/2006/relationships/tags" Target="../tags/tag569.xml"/><Relationship Id="rId10" Type="http://schemas.openxmlformats.org/officeDocument/2006/relationships/tags" Target="../tags/tag570.xml"/><Relationship Id="rId11" Type="http://schemas.openxmlformats.org/officeDocument/2006/relationships/tags" Target="../tags/tag571.xml"/><Relationship Id="rId12" Type="http://schemas.openxmlformats.org/officeDocument/2006/relationships/tags" Target="../tags/tag572.xml"/><Relationship Id="rId13" Type="http://schemas.openxmlformats.org/officeDocument/2006/relationships/tags" Target="../tags/tag573.xml"/><Relationship Id="rId14" Type="http://schemas.openxmlformats.org/officeDocument/2006/relationships/tags" Target="../tags/tag574.xml"/><Relationship Id="rId15" Type="http://schemas.openxmlformats.org/officeDocument/2006/relationships/tags" Target="../tags/tag575.xml"/><Relationship Id="rId16" Type="http://schemas.openxmlformats.org/officeDocument/2006/relationships/tags" Target="../tags/tag576.xml"/><Relationship Id="rId17" Type="http://schemas.openxmlformats.org/officeDocument/2006/relationships/tags" Target="../tags/tag577.xml"/><Relationship Id="rId18" Type="http://schemas.openxmlformats.org/officeDocument/2006/relationships/tags" Target="../tags/tag578.xml"/><Relationship Id="rId19" Type="http://schemas.openxmlformats.org/officeDocument/2006/relationships/tags" Target="../tags/tag579.xml"/><Relationship Id="rId20" Type="http://schemas.openxmlformats.org/officeDocument/2006/relationships/tags" Target="../tags/tag580.xml"/><Relationship Id="rId21" Type="http://schemas.openxmlformats.org/officeDocument/2006/relationships/tags" Target="../tags/tag581.xml"/><Relationship Id="rId22" Type="http://schemas.openxmlformats.org/officeDocument/2006/relationships/tags" Target="../tags/tag582.xml"/><Relationship Id="rId23" Type="http://schemas.openxmlformats.org/officeDocument/2006/relationships/tags" Target="../tags/tag583.xml"/><Relationship Id="rId24" Type="http://schemas.openxmlformats.org/officeDocument/2006/relationships/tags" Target="../tags/tag584.xml"/><Relationship Id="rId25" Type="http://schemas.openxmlformats.org/officeDocument/2006/relationships/tags" Target="../tags/tag585.xml"/><Relationship Id="rId26" Type="http://schemas.openxmlformats.org/officeDocument/2006/relationships/tags" Target="../tags/tag586.xml"/><Relationship Id="rId27" Type="http://schemas.openxmlformats.org/officeDocument/2006/relationships/tags" Target="../tags/tag587.xml"/><Relationship Id="rId28" Type="http://schemas.openxmlformats.org/officeDocument/2006/relationships/tags" Target="../tags/tag588.xml"/><Relationship Id="rId29" Type="http://schemas.openxmlformats.org/officeDocument/2006/relationships/tags" Target="../tags/tag589.xml"/><Relationship Id="rId30" Type="http://schemas.openxmlformats.org/officeDocument/2006/relationships/tags" Target="../tags/tag590.xml"/><Relationship Id="rId31" Type="http://schemas.openxmlformats.org/officeDocument/2006/relationships/tags" Target="../tags/tag591.xml"/><Relationship Id="rId32" Type="http://schemas.openxmlformats.org/officeDocument/2006/relationships/tags" Target="../tags/tag592.xml"/><Relationship Id="rId33" Type="http://schemas.openxmlformats.org/officeDocument/2006/relationships/tags" Target="../tags/tag593.xml"/><Relationship Id="rId34" Type="http://schemas.openxmlformats.org/officeDocument/2006/relationships/tags" Target="../tags/tag594.xml"/><Relationship Id="rId35" Type="http://schemas.openxmlformats.org/officeDocument/2006/relationships/tags" Target="../tags/tag595.xml"/><Relationship Id="rId36" Type="http://schemas.openxmlformats.org/officeDocument/2006/relationships/tags" Target="../tags/tag596.xml"/><Relationship Id="rId37" Type="http://schemas.openxmlformats.org/officeDocument/2006/relationships/tags" Target="../tags/tag597.xml"/><Relationship Id="rId38" Type="http://schemas.openxmlformats.org/officeDocument/2006/relationships/tags" Target="../tags/tag598.xml"/><Relationship Id="rId39" Type="http://schemas.openxmlformats.org/officeDocument/2006/relationships/tags" Target="../tags/tag599.xml"/><Relationship Id="rId40" Type="http://schemas.openxmlformats.org/officeDocument/2006/relationships/tags" Target="../tags/tag600.xml"/><Relationship Id="rId41" Type="http://schemas.openxmlformats.org/officeDocument/2006/relationships/tags" Target="../tags/tag601.xml"/><Relationship Id="rId42" Type="http://schemas.openxmlformats.org/officeDocument/2006/relationships/tags" Target="../tags/tag602.xml"/><Relationship Id="rId43" Type="http://schemas.openxmlformats.org/officeDocument/2006/relationships/tags" Target="../tags/tag603.xml"/><Relationship Id="rId44" Type="http://schemas.openxmlformats.org/officeDocument/2006/relationships/tags" Target="../tags/tag604.xml"/><Relationship Id="rId45" Type="http://schemas.openxmlformats.org/officeDocument/2006/relationships/tags" Target="../tags/tag605.xml"/><Relationship Id="rId46" Type="http://schemas.openxmlformats.org/officeDocument/2006/relationships/tags" Target="../tags/tag606.xml"/><Relationship Id="rId47" Type="http://schemas.openxmlformats.org/officeDocument/2006/relationships/tags" Target="../tags/tag607.xml"/><Relationship Id="rId48" Type="http://schemas.openxmlformats.org/officeDocument/2006/relationships/tags" Target="../tags/tag608.xml"/><Relationship Id="rId49" Type="http://schemas.openxmlformats.org/officeDocument/2006/relationships/tags" Target="../tags/tag609.xml"/><Relationship Id="rId50" Type="http://schemas.openxmlformats.org/officeDocument/2006/relationships/tags" Target="../tags/tag610.xml"/><Relationship Id="rId51" Type="http://schemas.openxmlformats.org/officeDocument/2006/relationships/tags" Target="../tags/tag611.xml"/><Relationship Id="rId52" Type="http://schemas.openxmlformats.org/officeDocument/2006/relationships/tags" Target="../tags/tag612.xml"/><Relationship Id="rId53" Type="http://schemas.openxmlformats.org/officeDocument/2006/relationships/tags" Target="../tags/tag613.xml"/><Relationship Id="rId54" Type="http://schemas.openxmlformats.org/officeDocument/2006/relationships/tags" Target="../tags/tag614.xml"/><Relationship Id="rId55" Type="http://schemas.openxmlformats.org/officeDocument/2006/relationships/tags" Target="../tags/tag615.xml"/><Relationship Id="rId56" Type="http://schemas.openxmlformats.org/officeDocument/2006/relationships/tags" Target="../tags/tag616.xml"/><Relationship Id="rId57" Type="http://schemas.openxmlformats.org/officeDocument/2006/relationships/tags" Target="../tags/tag617.xml"/><Relationship Id="rId58" Type="http://schemas.openxmlformats.org/officeDocument/2006/relationships/tags" Target="../tags/tag618.xml"/><Relationship Id="rId59" Type="http://schemas.openxmlformats.org/officeDocument/2006/relationships/tags" Target="../tags/tag619.xml"/><Relationship Id="rId60" Type="http://schemas.openxmlformats.org/officeDocument/2006/relationships/tags" Target="../tags/tag620.xml"/><Relationship Id="rId61" Type="http://schemas.openxmlformats.org/officeDocument/2006/relationships/tags" Target="../tags/tag621.xml"/><Relationship Id="rId62" Type="http://schemas.openxmlformats.org/officeDocument/2006/relationships/tags" Target="../tags/tag622.xml"/><Relationship Id="rId63" Type="http://schemas.openxmlformats.org/officeDocument/2006/relationships/tags" Target="../tags/tag623.xml"/><Relationship Id="rId64" Type="http://schemas.openxmlformats.org/officeDocument/2006/relationships/tags" Target="../tags/tag624.xml"/><Relationship Id="rId65" Type="http://schemas.openxmlformats.org/officeDocument/2006/relationships/tags" Target="../tags/tag625.xml"/><Relationship Id="rId66" Type="http://schemas.openxmlformats.org/officeDocument/2006/relationships/tags" Target="../tags/tag626.xml"/><Relationship Id="rId67" Type="http://schemas.openxmlformats.org/officeDocument/2006/relationships/tags" Target="../tags/tag627.xml"/><Relationship Id="rId68" Type="http://schemas.openxmlformats.org/officeDocument/2006/relationships/tags" Target="../tags/tag628.xml"/><Relationship Id="rId69" Type="http://schemas.openxmlformats.org/officeDocument/2006/relationships/tags" Target="../tags/tag629.xml"/><Relationship Id="rId70" Type="http://schemas.openxmlformats.org/officeDocument/2006/relationships/tags" Target="../tags/tag630.xml"/><Relationship Id="rId71" Type="http://schemas.openxmlformats.org/officeDocument/2006/relationships/tags" Target="../tags/tag631.xml"/><Relationship Id="rId72" Type="http://schemas.openxmlformats.org/officeDocument/2006/relationships/tags" Target="../tags/tag632.xml"/><Relationship Id="rId73" Type="http://schemas.openxmlformats.org/officeDocument/2006/relationships/tags" Target="../tags/tag633.xml"/><Relationship Id="rId74" Type="http://schemas.openxmlformats.org/officeDocument/2006/relationships/tags" Target="../tags/tag634.xml"/><Relationship Id="rId75" Type="http://schemas.openxmlformats.org/officeDocument/2006/relationships/tags" Target="../tags/tag635.xml"/><Relationship Id="rId76" Type="http://schemas.openxmlformats.org/officeDocument/2006/relationships/tags" Target="../tags/tag636.xml"/><Relationship Id="rId77" Type="http://schemas.openxmlformats.org/officeDocument/2006/relationships/tags" Target="../tags/tag637.xml"/><Relationship Id="rId78" Type="http://schemas.openxmlformats.org/officeDocument/2006/relationships/tags" Target="../tags/tag638.xml"/><Relationship Id="rId79" Type="http://schemas.openxmlformats.org/officeDocument/2006/relationships/tags" Target="../tags/tag639.xml"/><Relationship Id="rId80" Type="http://schemas.openxmlformats.org/officeDocument/2006/relationships/tags" Target="../tags/tag640.xml"/><Relationship Id="rId81" Type="http://schemas.openxmlformats.org/officeDocument/2006/relationships/tags" Target="../tags/tag641.xml"/><Relationship Id="rId82" Type="http://schemas.openxmlformats.org/officeDocument/2006/relationships/tags" Target="../tags/tag642.xml"/><Relationship Id="rId83" Type="http://schemas.openxmlformats.org/officeDocument/2006/relationships/tags" Target="../tags/tag643.xml"/><Relationship Id="rId84" Type="http://schemas.openxmlformats.org/officeDocument/2006/relationships/tags" Target="../tags/tag644.xml"/><Relationship Id="rId85" Type="http://schemas.openxmlformats.org/officeDocument/2006/relationships/tags" Target="../tags/tag645.xml"/><Relationship Id="rId86" Type="http://schemas.openxmlformats.org/officeDocument/2006/relationships/tags" Target="../tags/tag646.xml"/><Relationship Id="rId87" Type="http://schemas.openxmlformats.org/officeDocument/2006/relationships/tags" Target="../tags/tag647.xml"/><Relationship Id="rId88" Type="http://schemas.openxmlformats.org/officeDocument/2006/relationships/tags" Target="../tags/tag648.xml"/><Relationship Id="rId89" Type="http://schemas.openxmlformats.org/officeDocument/2006/relationships/tags" Target="../tags/tag649.xml"/><Relationship Id="rId90" Type="http://schemas.openxmlformats.org/officeDocument/2006/relationships/tags" Target="../tags/tag650.xml"/><Relationship Id="rId91" Type="http://schemas.openxmlformats.org/officeDocument/2006/relationships/tags" Target="../tags/tag651.xml"/><Relationship Id="rId92" Type="http://schemas.openxmlformats.org/officeDocument/2006/relationships/tags" Target="../tags/tag652.xml"/><Relationship Id="rId93" Type="http://schemas.openxmlformats.org/officeDocument/2006/relationships/tags" Target="../tags/tag653.xml"/><Relationship Id="rId94" Type="http://schemas.openxmlformats.org/officeDocument/2006/relationships/tags" Target="../tags/tag654.xml"/><Relationship Id="rId95" Type="http://schemas.openxmlformats.org/officeDocument/2006/relationships/tags" Target="../tags/tag655.xml"/><Relationship Id="rId96" Type="http://schemas.openxmlformats.org/officeDocument/2006/relationships/tags" Target="../tags/tag656.xml"/><Relationship Id="rId97" Type="http://schemas.openxmlformats.org/officeDocument/2006/relationships/tags" Target="../tags/tag657.xml"/><Relationship Id="rId98" Type="http://schemas.openxmlformats.org/officeDocument/2006/relationships/tags" Target="../tags/tag658.xml"/><Relationship Id="rId99" Type="http://schemas.openxmlformats.org/officeDocument/2006/relationships/tags" Target="../tags/tag659.xml"/><Relationship Id="rId100" Type="http://schemas.openxmlformats.org/officeDocument/2006/relationships/tags" Target="../tags/tag660.xml"/><Relationship Id="rId101" Type="http://schemas.openxmlformats.org/officeDocument/2006/relationships/tags" Target="../tags/tag661.xml"/><Relationship Id="rId102" Type="http://schemas.openxmlformats.org/officeDocument/2006/relationships/tags" Target="../tags/tag662.xml"/><Relationship Id="rId103" Type="http://schemas.openxmlformats.org/officeDocument/2006/relationships/tags" Target="../tags/tag663.xml"/><Relationship Id="rId104" Type="http://schemas.openxmlformats.org/officeDocument/2006/relationships/tags" Target="../tags/tag664.xml"/><Relationship Id="rId105" Type="http://schemas.openxmlformats.org/officeDocument/2006/relationships/tags" Target="../tags/tag665.xml"/><Relationship Id="rId106" Type="http://schemas.openxmlformats.org/officeDocument/2006/relationships/tags" Target="../tags/tag666.xml"/><Relationship Id="rId107" Type="http://schemas.openxmlformats.org/officeDocument/2006/relationships/tags" Target="../tags/tag667.xml"/><Relationship Id="rId108" Type="http://schemas.openxmlformats.org/officeDocument/2006/relationships/tags" Target="../tags/tag668.xml"/><Relationship Id="rId109" Type="http://schemas.openxmlformats.org/officeDocument/2006/relationships/tags" Target="../tags/tag669.xml"/><Relationship Id="rId110" Type="http://schemas.openxmlformats.org/officeDocument/2006/relationships/tags" Target="../tags/tag670.xml"/><Relationship Id="rId111" Type="http://schemas.openxmlformats.org/officeDocument/2006/relationships/tags" Target="../tags/tag671.xml"/><Relationship Id="rId112" Type="http://schemas.openxmlformats.org/officeDocument/2006/relationships/tags" Target="../tags/tag672.xml"/><Relationship Id="rId113" Type="http://schemas.openxmlformats.org/officeDocument/2006/relationships/tags" Target="../tags/tag673.xml"/><Relationship Id="rId114" Type="http://schemas.openxmlformats.org/officeDocument/2006/relationships/tags" Target="../tags/tag674.xml"/><Relationship Id="rId115" Type="http://schemas.openxmlformats.org/officeDocument/2006/relationships/tags" Target="../tags/tag675.xml"/><Relationship Id="rId116" Type="http://schemas.openxmlformats.org/officeDocument/2006/relationships/tags" Target="../tags/tag676.xml"/><Relationship Id="rId117" Type="http://schemas.openxmlformats.org/officeDocument/2006/relationships/tags" Target="../tags/tag677.xml"/><Relationship Id="rId118" Type="http://schemas.openxmlformats.org/officeDocument/2006/relationships/tags" Target="../tags/tag678.xml"/><Relationship Id="rId119" Type="http://schemas.openxmlformats.org/officeDocument/2006/relationships/tags" Target="../tags/tag679.xml"/><Relationship Id="rId120" Type="http://schemas.openxmlformats.org/officeDocument/2006/relationships/tags" Target="../tags/tag680.xml"/><Relationship Id="rId121" Type="http://schemas.openxmlformats.org/officeDocument/2006/relationships/tags" Target="../tags/tag681.xml"/><Relationship Id="rId122" Type="http://schemas.openxmlformats.org/officeDocument/2006/relationships/slideLayout" Target="../slideLayouts/slideLayout2.xml"/><Relationship Id="rId123" Type="http://schemas.openxmlformats.org/officeDocument/2006/relationships/notesSlide" Target="../notesSlides/notesSlide150.xml"/><Relationship Id="rId124" Type="http://schemas.openxmlformats.org/officeDocument/2006/relationships/image" Target="../media/image30.png"/><Relationship Id="rId125" Type="http://schemas.openxmlformats.org/officeDocument/2006/relationships/image" Target="../media/image31.png"/><Relationship Id="rId126" Type="http://schemas.openxmlformats.org/officeDocument/2006/relationships/image" Target="../media/image32.svg"/><Relationship Id="rId127" Type="http://schemas.openxmlformats.org/officeDocument/2006/relationships/image" Target="../media/image33.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1.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2.xml"/></Relationships>
</file>

<file path=ppt/slides/_rels/slide155.xml.rels><?xml version='1.0' encoding='UTF-8' standalone='yes'?>
<Relationships xmlns="http://schemas.openxmlformats.org/package/2006/relationships"><Relationship Id="rId1" Type="http://schemas.openxmlformats.org/officeDocument/2006/relationships/tags" Target="../tags/tag682.xml"/><Relationship Id="rId2" Type="http://schemas.openxmlformats.org/officeDocument/2006/relationships/slideLayout" Target="../slideLayouts/slideLayout2.xml"/><Relationship Id="rId3" Type="http://schemas.openxmlformats.org/officeDocument/2006/relationships/notesSlide" Target="../notesSlides/notesSlide153.xml"/></Relationships>
</file>

<file path=ppt/slides/_rels/slide156.xml.rels><?xml version='1.0' encoding='UTF-8' standalone='yes'?>
<Relationships xmlns="http://schemas.openxmlformats.org/package/2006/relationships"><Relationship Id="rId1" Type="http://schemas.openxmlformats.org/officeDocument/2006/relationships/tags" Target="../tags/tag683.xml"/><Relationship Id="rId2" Type="http://schemas.openxmlformats.org/officeDocument/2006/relationships/tags" Target="../tags/tag684.xml"/><Relationship Id="rId3" Type="http://schemas.openxmlformats.org/officeDocument/2006/relationships/slideLayout" Target="../slideLayouts/slideLayout2.xml"/><Relationship Id="rId4" Type="http://schemas.openxmlformats.org/officeDocument/2006/relationships/notesSlide" Target="../notesSlides/notesSlide154.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5.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6.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8.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9.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0.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1.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3.xml"/></Relationships>
</file>

<file path=ppt/slides/_rels/slide166.xml.rels><?xml version='1.0' encoding='UTF-8' standalone='yes'?>
<Relationships xmlns="http://schemas.openxmlformats.org/package/2006/relationships"><Relationship Id="rId1" Type="http://schemas.openxmlformats.org/officeDocument/2006/relationships/tags" Target="../tags/tag685.xml"/><Relationship Id="rId2" Type="http://schemas.openxmlformats.org/officeDocument/2006/relationships/slideLayout" Target="../slideLayouts/slideLayout2.xml"/><Relationship Id="rId3" Type="http://schemas.openxmlformats.org/officeDocument/2006/relationships/notesSlide" Target="../notesSlides/notesSlide164.xml"/></Relationships>
</file>

<file path=ppt/slides/_rels/slide167.xml.rels><?xml version='1.0' encoding='UTF-8' standalone='yes'?>
<Relationships xmlns="http://schemas.openxmlformats.org/package/2006/relationships"><Relationship Id="rId1" Type="http://schemas.openxmlformats.org/officeDocument/2006/relationships/tags" Target="../tags/tag686.xml"/><Relationship Id="rId2" Type="http://schemas.openxmlformats.org/officeDocument/2006/relationships/slideLayout" Target="../slideLayouts/slideLayout2.xml"/><Relationship Id="rId3" Type="http://schemas.openxmlformats.org/officeDocument/2006/relationships/notesSlide" Target="../notesSlides/notesSlide165.xml"/></Relationships>
</file>

<file path=ppt/slides/_rels/slide168.xml.rels><?xml version='1.0' encoding='UTF-8' standalone='yes'?>
<Relationships xmlns="http://schemas.openxmlformats.org/package/2006/relationships"><Relationship Id="rId1" Type="http://schemas.openxmlformats.org/officeDocument/2006/relationships/tags" Target="../tags/tag687.xml"/><Relationship Id="rId2" Type="http://schemas.openxmlformats.org/officeDocument/2006/relationships/slideLayout" Target="../slideLayouts/slideLayout2.xml"/><Relationship Id="rId3" Type="http://schemas.openxmlformats.org/officeDocument/2006/relationships/notesSlide" Target="../notesSlides/notesSlide166.xml"/></Relationships>
</file>

<file path=ppt/slides/_rels/slide169.xml.rels><?xml version='1.0' encoding='UTF-8' standalone='yes'?>
<Relationships xmlns="http://schemas.openxmlformats.org/package/2006/relationships"><Relationship Id="rId1" Type="http://schemas.openxmlformats.org/officeDocument/2006/relationships/tags" Target="../tags/tag688.xml"/><Relationship Id="rId2" Type="http://schemas.openxmlformats.org/officeDocument/2006/relationships/slideLayout" Target="../slideLayouts/slideLayout2.xml"/><Relationship Id="rId3" Type="http://schemas.openxmlformats.org/officeDocument/2006/relationships/notesSlide" Target="../notesSlides/notesSlide16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8.xml"/></Relationships>
</file>

<file path=ppt/slides/_rels/slide171.xml.rels><?xml version='1.0' encoding='UTF-8' standalone='yes'?>
<Relationships xmlns="http://schemas.openxmlformats.org/package/2006/relationships"><Relationship Id="rId1" Type="http://schemas.openxmlformats.org/officeDocument/2006/relationships/tags" Target="../tags/tag689.xml"/><Relationship Id="rId2" Type="http://schemas.openxmlformats.org/officeDocument/2006/relationships/tags" Target="../tags/tag690.xml"/><Relationship Id="rId3" Type="http://schemas.openxmlformats.org/officeDocument/2006/relationships/tags" Target="../tags/tag691.xml"/><Relationship Id="rId4" Type="http://schemas.openxmlformats.org/officeDocument/2006/relationships/tags" Target="../tags/tag692.xml"/><Relationship Id="rId5" Type="http://schemas.openxmlformats.org/officeDocument/2006/relationships/tags" Target="../tags/tag693.xml"/><Relationship Id="rId6" Type="http://schemas.openxmlformats.org/officeDocument/2006/relationships/tags" Target="../tags/tag694.xml"/><Relationship Id="rId7" Type="http://schemas.openxmlformats.org/officeDocument/2006/relationships/tags" Target="../tags/tag695.xml"/><Relationship Id="rId8" Type="http://schemas.openxmlformats.org/officeDocument/2006/relationships/tags" Target="../tags/tag696.xml"/><Relationship Id="rId9" Type="http://schemas.openxmlformats.org/officeDocument/2006/relationships/tags" Target="../tags/tag697.xml"/><Relationship Id="rId10" Type="http://schemas.openxmlformats.org/officeDocument/2006/relationships/slideLayout" Target="../slideLayouts/slideLayout2.xml"/><Relationship Id="rId11" Type="http://schemas.openxmlformats.org/officeDocument/2006/relationships/notesSlide" Target="../notesSlides/notesSlide169.xml"/></Relationships>
</file>

<file path=ppt/slides/_rels/slide172.xml.rels><?xml version='1.0' encoding='UTF-8' standalone='yes'?>
<Relationships xmlns="http://schemas.openxmlformats.org/package/2006/relationships"><Relationship Id="rId1" Type="http://schemas.openxmlformats.org/officeDocument/2006/relationships/tags" Target="../tags/tag698.xml"/><Relationship Id="rId2" Type="http://schemas.openxmlformats.org/officeDocument/2006/relationships/tags" Target="../tags/tag699.xml"/><Relationship Id="rId3" Type="http://schemas.openxmlformats.org/officeDocument/2006/relationships/slideLayout" Target="../slideLayouts/slideLayout2.xml"/><Relationship Id="rId4" Type="http://schemas.openxmlformats.org/officeDocument/2006/relationships/notesSlide" Target="../notesSlides/notesSlide170.xml"/></Relationships>
</file>

<file path=ppt/slides/_rels/slide173.xml.rels><?xml version='1.0' encoding='UTF-8' standalone='yes'?>
<Relationships xmlns="http://schemas.openxmlformats.org/package/2006/relationships"><Relationship Id="rId1" Type="http://schemas.openxmlformats.org/officeDocument/2006/relationships/tags" Target="../tags/tag700.xml"/><Relationship Id="rId2" Type="http://schemas.openxmlformats.org/officeDocument/2006/relationships/tags" Target="../tags/tag701.xml"/><Relationship Id="rId3" Type="http://schemas.openxmlformats.org/officeDocument/2006/relationships/tags" Target="../tags/tag702.xml"/><Relationship Id="rId4" Type="http://schemas.openxmlformats.org/officeDocument/2006/relationships/tags" Target="../tags/tag703.xml"/><Relationship Id="rId5" Type="http://schemas.openxmlformats.org/officeDocument/2006/relationships/slideLayout" Target="../slideLayouts/slideLayout2.xml"/><Relationship Id="rId6" Type="http://schemas.openxmlformats.org/officeDocument/2006/relationships/notesSlide" Target="../notesSlides/notesSlide171.xml"/></Relationships>
</file>

<file path=ppt/slides/_rels/slide174.xml.rels><?xml version='1.0' encoding='UTF-8' standalone='yes'?>
<Relationships xmlns="http://schemas.openxmlformats.org/package/2006/relationships"><Relationship Id="rId1" Type="http://schemas.openxmlformats.org/officeDocument/2006/relationships/tags" Target="../tags/tag704.xml"/><Relationship Id="rId2" Type="http://schemas.openxmlformats.org/officeDocument/2006/relationships/slideLayout" Target="../slideLayouts/slideLayout2.xml"/><Relationship Id="rId3" Type="http://schemas.openxmlformats.org/officeDocument/2006/relationships/notesSlide" Target="../notesSlides/notesSlide17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4.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5.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6.xml"/></Relationships>
</file>

<file path=ppt/slides/_rels/slide179.xml.rels><?xml version='1.0' encoding='UTF-8' standalone='yes'?>
<Relationships xmlns="http://schemas.openxmlformats.org/package/2006/relationships"><Relationship Id="rId1" Type="http://schemas.openxmlformats.org/officeDocument/2006/relationships/tags" Target="../tags/tag705.xml"/><Relationship Id="rId2" Type="http://schemas.openxmlformats.org/officeDocument/2006/relationships/tags" Target="../tags/tag706.xml"/><Relationship Id="rId3" Type="http://schemas.openxmlformats.org/officeDocument/2006/relationships/tags" Target="../tags/tag707.xml"/><Relationship Id="rId4" Type="http://schemas.openxmlformats.org/officeDocument/2006/relationships/slideLayout" Target="../slideLayouts/slideLayout2.xml"/><Relationship Id="rId5" Type="http://schemas.openxmlformats.org/officeDocument/2006/relationships/notesSlide" Target="../notesSlides/notesSlide17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8.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9.xml"/><Relationship Id="rId3" Type="http://schemas.openxmlformats.org/officeDocument/2006/relationships/chart" Target="../charts/chart2.xml"/><Relationship Id="rId4" Type="http://schemas.openxmlformats.org/officeDocument/2006/relationships/chart" Target="../charts/chart3.xml"/><Relationship Id="rId5" Type="http://schemas.openxmlformats.org/officeDocument/2006/relationships/chart" Target="../charts/chart4.xml"/><Relationship Id="rId6" Type="http://schemas.openxmlformats.org/officeDocument/2006/relationships/chart" Target="../charts/chart5.xml"/><Relationship Id="rId7" Type="http://schemas.openxmlformats.org/officeDocument/2006/relationships/chart" Target="../charts/chart6.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0.xml"/></Relationships>
</file>

<file path=ppt/slides/_rels/slide183.xml.rels><?xml version='1.0' encoding='UTF-8' standalone='yes'?>
<Relationships xmlns="http://schemas.openxmlformats.org/package/2006/relationships"><Relationship Id="rId1" Type="http://schemas.openxmlformats.org/officeDocument/2006/relationships/tags" Target="../tags/tag708.xml"/><Relationship Id="rId2" Type="http://schemas.openxmlformats.org/officeDocument/2006/relationships/tags" Target="../tags/tag709.xml"/><Relationship Id="rId3" Type="http://schemas.openxmlformats.org/officeDocument/2006/relationships/slideLayout" Target="../slideLayouts/slideLayout2.xml"/><Relationship Id="rId4" Type="http://schemas.openxmlformats.org/officeDocument/2006/relationships/notesSlide" Target="../notesSlides/notesSlide181.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3.xml"/></Relationships>
</file>

<file path=ppt/slides/_rels/slide186.xml.rels><?xml version='1.0' encoding='UTF-8' standalone='yes'?>
<Relationships xmlns="http://schemas.openxmlformats.org/package/2006/relationships"><Relationship Id="rId1" Type="http://schemas.openxmlformats.org/officeDocument/2006/relationships/tags" Target="../tags/tag710.xml"/><Relationship Id="rId2" Type="http://schemas.openxmlformats.org/officeDocument/2006/relationships/slideLayout" Target="../slideLayouts/slideLayout2.xml"/><Relationship Id="rId3" Type="http://schemas.openxmlformats.org/officeDocument/2006/relationships/notesSlide" Target="../notesSlides/notesSlide184.xml"/></Relationships>
</file>

<file path=ppt/slides/_rels/slide187.xml.rels><?xml version='1.0' encoding='UTF-8' standalone='yes'?>
<Relationships xmlns="http://schemas.openxmlformats.org/package/2006/relationships"><Relationship Id="rId1" Type="http://schemas.openxmlformats.org/officeDocument/2006/relationships/tags" Target="../tags/tag711.xml"/><Relationship Id="rId2" Type="http://schemas.openxmlformats.org/officeDocument/2006/relationships/tags" Target="../tags/tag712.xml"/><Relationship Id="rId3" Type="http://schemas.openxmlformats.org/officeDocument/2006/relationships/slideLayout" Target="../slideLayouts/slideLayout2.xml"/><Relationship Id="rId4" Type="http://schemas.openxmlformats.org/officeDocument/2006/relationships/notesSlide" Target="../notesSlides/notesSlide185.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88.xml.rels><?xml version='1.0' encoding='UTF-8' standalone='yes'?>
<Relationships xmlns="http://schemas.openxmlformats.org/package/2006/relationships"><Relationship Id="rId1" Type="http://schemas.openxmlformats.org/officeDocument/2006/relationships/tags" Target="../tags/tag713.xml"/><Relationship Id="rId2" Type="http://schemas.openxmlformats.org/officeDocument/2006/relationships/tags" Target="../tags/tag714.xml"/><Relationship Id="rId3" Type="http://schemas.openxmlformats.org/officeDocument/2006/relationships/tags" Target="../tags/tag715.xml"/><Relationship Id="rId4" Type="http://schemas.openxmlformats.org/officeDocument/2006/relationships/tags" Target="../tags/tag716.xml"/><Relationship Id="rId5" Type="http://schemas.openxmlformats.org/officeDocument/2006/relationships/slideLayout" Target="../slideLayouts/slideLayout2.xml"/><Relationship Id="rId6" Type="http://schemas.openxmlformats.org/officeDocument/2006/relationships/notesSlide" Target="../notesSlides/notesSlide186.xml"/></Relationships>
</file>

<file path=ppt/slides/_rels/slide189.xml.rels><?xml version='1.0' encoding='UTF-8' standalone='yes'?>
<Relationships xmlns="http://schemas.openxmlformats.org/package/2006/relationships"><Relationship Id="rId1" Type="http://schemas.openxmlformats.org/officeDocument/2006/relationships/tags" Target="../tags/tag717.xml"/><Relationship Id="rId2" Type="http://schemas.openxmlformats.org/officeDocument/2006/relationships/tags" Target="../tags/tag718.xml"/><Relationship Id="rId3" Type="http://schemas.openxmlformats.org/officeDocument/2006/relationships/tags" Target="../tags/tag719.xml"/><Relationship Id="rId4" Type="http://schemas.openxmlformats.org/officeDocument/2006/relationships/tags" Target="../tags/tag720.xml"/><Relationship Id="rId5" Type="http://schemas.openxmlformats.org/officeDocument/2006/relationships/slideLayout" Target="../slideLayouts/slideLayout2.xml"/><Relationship Id="rId6" Type="http://schemas.openxmlformats.org/officeDocument/2006/relationships/notesSlide" Target="../notesSlides/notesSlide18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8.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9.xml"/></Relationships>
</file>

<file path=ppt/slides/_rels/slide192.xml.rels><?xml version='1.0' encoding='UTF-8' standalone='yes'?>
<Relationships xmlns="http://schemas.openxmlformats.org/package/2006/relationships"><Relationship Id="rId1" Type="http://schemas.openxmlformats.org/officeDocument/2006/relationships/tags" Target="../tags/tag721.xml"/><Relationship Id="rId2" Type="http://schemas.openxmlformats.org/officeDocument/2006/relationships/slideLayout" Target="../slideLayouts/slideLayout2.xml"/><Relationship Id="rId3" Type="http://schemas.openxmlformats.org/officeDocument/2006/relationships/notesSlide" Target="../notesSlides/notesSlide190.xml"/><Relationship Id="rId4" Type="http://schemas.openxmlformats.org/officeDocument/2006/relationships/image" Target="../media/image34.png"/><Relationship Id="rId5" Type="http://schemas.openxmlformats.org/officeDocument/2006/relationships/image" Target="../media/image35.png"/><Relationship Id="rId6" Type="http://schemas.openxmlformats.org/officeDocument/2006/relationships/image" Target="../media/image36.png"/></Relationships>
</file>

<file path=ppt/slides/_rels/slide193.xml.rels><?xml version='1.0' encoding='UTF-8' standalone='yes'?>
<Relationships xmlns="http://schemas.openxmlformats.org/package/2006/relationships"><Relationship Id="rId1" Type="http://schemas.openxmlformats.org/officeDocument/2006/relationships/tags" Target="../tags/tag722.xml"/><Relationship Id="rId2" Type="http://schemas.openxmlformats.org/officeDocument/2006/relationships/slideLayout" Target="../slideLayouts/slideLayout2.xml"/><Relationship Id="rId3" Type="http://schemas.openxmlformats.org/officeDocument/2006/relationships/notesSlide" Target="../notesSlides/notesSlide191.xml"/></Relationships>
</file>

<file path=ppt/slides/_rels/slide194.xml.rels><?xml version='1.0' encoding='UTF-8' standalone='yes'?>
<Relationships xmlns="http://schemas.openxmlformats.org/package/2006/relationships"><Relationship Id="rId1" Type="http://schemas.openxmlformats.org/officeDocument/2006/relationships/tags" Target="../tags/tag723.xml"/><Relationship Id="rId2" Type="http://schemas.openxmlformats.org/officeDocument/2006/relationships/slideLayout" Target="../slideLayouts/slideLayout2.xml"/><Relationship Id="rId3" Type="http://schemas.openxmlformats.org/officeDocument/2006/relationships/notesSlide" Target="../notesSlides/notesSlide192.xml"/></Relationships>
</file>

<file path=ppt/slides/_rels/slide195.xml.rels><?xml version='1.0' encoding='UTF-8' standalone='yes'?>
<Relationships xmlns="http://schemas.openxmlformats.org/package/2006/relationships"><Relationship Id="rId1" Type="http://schemas.openxmlformats.org/officeDocument/2006/relationships/tags" Target="../tags/tag724.xml"/><Relationship Id="rId2" Type="http://schemas.openxmlformats.org/officeDocument/2006/relationships/slideLayout" Target="../slideLayouts/slideLayout2.xml"/><Relationship Id="rId3" Type="http://schemas.openxmlformats.org/officeDocument/2006/relationships/notesSlide" Target="../notesSlides/notesSlide193.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4.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5.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7.xml"/></Relationships>
</file>

<file path=ppt/slides/_rels/slide200.xml.rels><?xml version='1.0' encoding='UTF-8' standalone='yes'?>
<Relationships xmlns="http://schemas.openxmlformats.org/package/2006/relationships"><Relationship Id="rId1" Type="http://schemas.openxmlformats.org/officeDocument/2006/relationships/tags" Target="../tags/tag725.xml"/><Relationship Id="rId2" Type="http://schemas.openxmlformats.org/officeDocument/2006/relationships/slideLayout" Target="../slideLayouts/slideLayout2.xml"/><Relationship Id="rId3" Type="http://schemas.openxmlformats.org/officeDocument/2006/relationships/notesSlide" Target="../notesSlides/notesSlide198.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9.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0.xml"/></Relationships>
</file>

<file path=ppt/slides/_rels/slide203.xml.rels><?xml version='1.0' encoding='UTF-8' standalone='yes'?>
<Relationships xmlns="http://schemas.openxmlformats.org/package/2006/relationships"><Relationship Id="rId1" Type="http://schemas.openxmlformats.org/officeDocument/2006/relationships/tags" Target="../tags/tag726.xml"/><Relationship Id="rId2" Type="http://schemas.openxmlformats.org/officeDocument/2006/relationships/slideLayout" Target="../slideLayouts/slideLayout2.xml"/><Relationship Id="rId3" Type="http://schemas.openxmlformats.org/officeDocument/2006/relationships/notesSlide" Target="../notesSlides/notesSlide201.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3.xml"/></Relationships>
</file>

<file path=ppt/slides/_rels/slide206.xml.rels><?xml version='1.0' encoding='UTF-8' standalone='yes'?>
<Relationships xmlns="http://schemas.openxmlformats.org/package/2006/relationships"><Relationship Id="rId1" Type="http://schemas.openxmlformats.org/officeDocument/2006/relationships/tags" Target="../tags/tag727.xml"/><Relationship Id="rId2" Type="http://schemas.openxmlformats.org/officeDocument/2006/relationships/slideLayout" Target="../slideLayouts/slideLayout2.xml"/><Relationship Id="rId3" Type="http://schemas.openxmlformats.org/officeDocument/2006/relationships/notesSlide" Target="../notesSlides/notesSlide204.xml"/></Relationships>
</file>

<file path=ppt/slides/_rels/slide207.xml.rels><?xml version='1.0' encoding='UTF-8' standalone='yes'?>
<Relationships xmlns="http://schemas.openxmlformats.org/package/2006/relationships"><Relationship Id="rId1" Type="http://schemas.openxmlformats.org/officeDocument/2006/relationships/tags" Target="../tags/tag728.xml"/><Relationship Id="rId2" Type="http://schemas.openxmlformats.org/officeDocument/2006/relationships/slideLayout" Target="../slideLayouts/slideLayout2.xml"/><Relationship Id="rId3" Type="http://schemas.openxmlformats.org/officeDocument/2006/relationships/notesSlide" Target="../notesSlides/notesSlide205.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6.xml"/></Relationships>
</file>

<file path=ppt/slides/_rels/slide209.xml.rels><?xml version='1.0' encoding='UTF-8' standalone='yes'?>
<Relationships xmlns="http://schemas.openxmlformats.org/package/2006/relationships"><Relationship Id="rId1" Type="http://schemas.openxmlformats.org/officeDocument/2006/relationships/tags" Target="../tags/tag729.xml"/><Relationship Id="rId2" Type="http://schemas.openxmlformats.org/officeDocument/2006/relationships/slideLayout" Target="../slideLayouts/slideLayout2.xml"/><Relationship Id="rId3" Type="http://schemas.openxmlformats.org/officeDocument/2006/relationships/notesSlide" Target="../notesSlides/notesSlide207.xml"/></Relationships>
</file>

<file path=ppt/slides/_rels/slide210.xml.rels><?xml version='1.0' encoding='UTF-8' standalone='yes'?>
<Relationships xmlns="http://schemas.openxmlformats.org/package/2006/relationships"><Relationship Id="rId1" Type="http://schemas.openxmlformats.org/officeDocument/2006/relationships/tags" Target="../tags/tag730.xml"/><Relationship Id="rId2" Type="http://schemas.openxmlformats.org/officeDocument/2006/relationships/slideLayout" Target="../slideLayouts/slideLayout2.xml"/><Relationship Id="rId3" Type="http://schemas.openxmlformats.org/officeDocument/2006/relationships/notesSlide" Target="../notesSlides/notesSlide208.xml"/></Relationships>
</file>

<file path=ppt/slides/_rels/slide211.xml.rels><?xml version='1.0' encoding='UTF-8' standalone='yes'?>
<Relationships xmlns="http://schemas.openxmlformats.org/package/2006/relationships"><Relationship Id="rId1" Type="http://schemas.openxmlformats.org/officeDocument/2006/relationships/tags" Target="../tags/tag731.xml"/><Relationship Id="rId2" Type="http://schemas.openxmlformats.org/officeDocument/2006/relationships/slideLayout" Target="../slideLayouts/slideLayout2.xml"/><Relationship Id="rId3" Type="http://schemas.openxmlformats.org/officeDocument/2006/relationships/notesSlide" Target="../notesSlides/notesSlide209.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0.xml"/></Relationships>
</file>

<file path=ppt/slides/_rels/slide213.xml.rels><?xml version='1.0' encoding='UTF-8' standalone='yes'?>
<Relationships xmlns="http://schemas.openxmlformats.org/package/2006/relationships"><Relationship Id="rId1" Type="http://schemas.openxmlformats.org/officeDocument/2006/relationships/tags" Target="../tags/tag732.xml"/><Relationship Id="rId2" Type="http://schemas.openxmlformats.org/officeDocument/2006/relationships/slideLayout" Target="../slideLayouts/slideLayout2.xml"/><Relationship Id="rId3" Type="http://schemas.openxmlformats.org/officeDocument/2006/relationships/notesSlide" Target="../notesSlides/notesSlide211.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2.xml"/></Relationships>
</file>

<file path=ppt/slides/_rels/slide215.xml.rels><?xml version='1.0' encoding='UTF-8' standalone='yes'?>
<Relationships xmlns="http://schemas.openxmlformats.org/package/2006/relationships"><Relationship Id="rId1" Type="http://schemas.openxmlformats.org/officeDocument/2006/relationships/tags" Target="../tags/tag733.xml"/><Relationship Id="rId2" Type="http://schemas.openxmlformats.org/officeDocument/2006/relationships/slideLayout" Target="../slideLayouts/slideLayout2.xml"/><Relationship Id="rId3" Type="http://schemas.openxmlformats.org/officeDocument/2006/relationships/notesSlide" Target="../notesSlides/notesSlide213.xml"/></Relationships>
</file>

<file path=ppt/slides/_rels/slide216.xml.rels><?xml version='1.0' encoding='UTF-8' standalone='yes'?>
<Relationships xmlns="http://schemas.openxmlformats.org/package/2006/relationships"><Relationship Id="rId1" Type="http://schemas.openxmlformats.org/officeDocument/2006/relationships/tags" Target="../tags/tag734.xml"/><Relationship Id="rId2" Type="http://schemas.openxmlformats.org/officeDocument/2006/relationships/slideLayout" Target="../slideLayouts/slideLayout2.xml"/><Relationship Id="rId3" Type="http://schemas.openxmlformats.org/officeDocument/2006/relationships/notesSlide" Target="../notesSlides/notesSlide214.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5.xml"/></Relationships>
</file>

<file path=ppt/slides/_rels/slide218.xml.rels><?xml version='1.0' encoding='UTF-8' standalone='yes'?>
<Relationships xmlns="http://schemas.openxmlformats.org/package/2006/relationships"><Relationship Id="rId1" Type="http://schemas.openxmlformats.org/officeDocument/2006/relationships/tags" Target="../tags/tag735.xml"/><Relationship Id="rId2" Type="http://schemas.openxmlformats.org/officeDocument/2006/relationships/tags" Target="../tags/tag736.xml"/><Relationship Id="rId3" Type="http://schemas.openxmlformats.org/officeDocument/2006/relationships/slideLayout" Target="../slideLayouts/slideLayout2.xml"/><Relationship Id="rId4" Type="http://schemas.openxmlformats.org/officeDocument/2006/relationships/notesSlide" Target="../notesSlides/notesSlide216.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19.xml.rels><?xml version='1.0' encoding='UTF-8' standalone='yes'?>
<Relationships xmlns="http://schemas.openxmlformats.org/package/2006/relationships"><Relationship Id="rId1" Type="http://schemas.openxmlformats.org/officeDocument/2006/relationships/tags" Target="../tags/tag737.xml"/><Relationship Id="rId2" Type="http://schemas.openxmlformats.org/officeDocument/2006/relationships/tags" Target="../tags/tag738.xml"/><Relationship Id="rId3" Type="http://schemas.openxmlformats.org/officeDocument/2006/relationships/slideLayout" Target="../slideLayouts/slideLayout2.xml"/><Relationship Id="rId4" Type="http://schemas.openxmlformats.org/officeDocument/2006/relationships/notesSlide" Target="../notesSlides/notesSlide217.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20.xml.rels><?xml version='1.0' encoding='UTF-8' standalone='yes'?>
<Relationships xmlns="http://schemas.openxmlformats.org/package/2006/relationships"><Relationship Id="rId1" Type="http://schemas.openxmlformats.org/officeDocument/2006/relationships/tags" Target="../tags/tag739.xml"/><Relationship Id="rId2" Type="http://schemas.openxmlformats.org/officeDocument/2006/relationships/slideLayout" Target="../slideLayouts/slideLayout2.xml"/><Relationship Id="rId3" Type="http://schemas.openxmlformats.org/officeDocument/2006/relationships/notesSlide" Target="../notesSlides/notesSlide218.xml"/></Relationships>
</file>

<file path=ppt/slides/_rels/slide221.xml.rels><?xml version='1.0' encoding='UTF-8' standalone='yes'?>
<Relationships xmlns="http://schemas.openxmlformats.org/package/2006/relationships"><Relationship Id="rId1" Type="http://schemas.openxmlformats.org/officeDocument/2006/relationships/tags" Target="../tags/tag740.xml"/><Relationship Id="rId2" Type="http://schemas.openxmlformats.org/officeDocument/2006/relationships/slideLayout" Target="../slideLayouts/slideLayout2.xml"/><Relationship Id="rId3" Type="http://schemas.openxmlformats.org/officeDocument/2006/relationships/notesSlide" Target="../notesSlides/notesSlide219.xml"/></Relationships>
</file>

<file path=ppt/slides/_rels/slide222.xml.rels><?xml version='1.0' encoding='UTF-8' standalone='yes'?>
<Relationships xmlns="http://schemas.openxmlformats.org/package/2006/relationships"><Relationship Id="rId1" Type="http://schemas.openxmlformats.org/officeDocument/2006/relationships/tags" Target="../tags/tag741.xml"/><Relationship Id="rId2" Type="http://schemas.openxmlformats.org/officeDocument/2006/relationships/slideLayout" Target="../slideLayouts/slideLayout2.xml"/><Relationship Id="rId3" Type="http://schemas.openxmlformats.org/officeDocument/2006/relationships/notesSlide" Target="../notesSlides/notesSlide220.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1.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3.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4.xml"/></Relationships>
</file>

<file path=ppt/slides/_rels/slide227.xml.rels><?xml version='1.0' encoding='UTF-8' standalone='yes'?>
<Relationships xmlns="http://schemas.openxmlformats.org/package/2006/relationships"><Relationship Id="rId1" Type="http://schemas.openxmlformats.org/officeDocument/2006/relationships/tags" Target="../tags/tag742.xml"/><Relationship Id="rId2" Type="http://schemas.openxmlformats.org/officeDocument/2006/relationships/slideLayout" Target="../slideLayouts/slideLayout2.xml"/><Relationship Id="rId3" Type="http://schemas.openxmlformats.org/officeDocument/2006/relationships/notesSlide" Target="../notesSlides/notesSlide225.xml"/></Relationships>
</file>

<file path=ppt/slides/_rels/slide228.xml.rels><?xml version='1.0' encoding='UTF-8' standalone='yes'?>
<Relationships xmlns="http://schemas.openxmlformats.org/package/2006/relationships"><Relationship Id="rId1" Type="http://schemas.openxmlformats.org/officeDocument/2006/relationships/tags" Target="../tags/tag743.xml"/><Relationship Id="rId2" Type="http://schemas.openxmlformats.org/officeDocument/2006/relationships/slideLayout" Target="../slideLayouts/slideLayout2.xml"/><Relationship Id="rId3" Type="http://schemas.openxmlformats.org/officeDocument/2006/relationships/notesSlide" Target="../notesSlides/notesSlide226.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7.xml"/></Relationships>
</file>

<file path=ppt/slides/_rels/slide230.xml.rels><?xml version='1.0' encoding='UTF-8' standalone='yes'?>
<Relationships xmlns="http://schemas.openxmlformats.org/package/2006/relationships"><Relationship Id="rId1" Type="http://schemas.openxmlformats.org/officeDocument/2006/relationships/tags" Target="../tags/tag744.xml"/><Relationship Id="rId2" Type="http://schemas.openxmlformats.org/officeDocument/2006/relationships/tags" Target="../tags/tag745.xml"/><Relationship Id="rId3" Type="http://schemas.openxmlformats.org/officeDocument/2006/relationships/tags" Target="../tags/tag746.xml"/><Relationship Id="rId4" Type="http://schemas.openxmlformats.org/officeDocument/2006/relationships/slideLayout" Target="../slideLayouts/slideLayout2.xml"/><Relationship Id="rId5" Type="http://schemas.openxmlformats.org/officeDocument/2006/relationships/notesSlide" Target="../notesSlides/notesSlide228.xml"/></Relationships>
</file>

<file path=ppt/slides/_rels/slide231.xml.rels><?xml version='1.0' encoding='UTF-8' standalone='yes'?>
<Relationships xmlns="http://schemas.openxmlformats.org/package/2006/relationships"><Relationship Id="rId1" Type="http://schemas.openxmlformats.org/officeDocument/2006/relationships/tags" Target="../tags/tag747.xml"/><Relationship Id="rId2" Type="http://schemas.openxmlformats.org/officeDocument/2006/relationships/tags" Target="../tags/tag748.xml"/><Relationship Id="rId3" Type="http://schemas.openxmlformats.org/officeDocument/2006/relationships/tags" Target="../tags/tag749.xml"/><Relationship Id="rId4" Type="http://schemas.openxmlformats.org/officeDocument/2006/relationships/tags" Target="../tags/tag750.xml"/><Relationship Id="rId5" Type="http://schemas.openxmlformats.org/officeDocument/2006/relationships/tags" Target="../tags/tag751.xml"/><Relationship Id="rId6" Type="http://schemas.openxmlformats.org/officeDocument/2006/relationships/tags" Target="../tags/tag752.xml"/><Relationship Id="rId7" Type="http://schemas.openxmlformats.org/officeDocument/2006/relationships/tags" Target="../tags/tag753.xml"/><Relationship Id="rId8" Type="http://schemas.openxmlformats.org/officeDocument/2006/relationships/tags" Target="../tags/tag754.xml"/><Relationship Id="rId9" Type="http://schemas.openxmlformats.org/officeDocument/2006/relationships/slideLayout" Target="../slideLayouts/slideLayout2.xml"/><Relationship Id="rId10" Type="http://schemas.openxmlformats.org/officeDocument/2006/relationships/notesSlide" Target="../notesSlides/notesSlide229.xml"/></Relationships>
</file>

<file path=ppt/slides/_rels/slide232.xml.rels><?xml version='1.0' encoding='UTF-8' standalone='yes'?>
<Relationships xmlns="http://schemas.openxmlformats.org/package/2006/relationships"><Relationship Id="rId1" Type="http://schemas.openxmlformats.org/officeDocument/2006/relationships/tags" Target="../tags/tag755.xml"/><Relationship Id="rId2" Type="http://schemas.openxmlformats.org/officeDocument/2006/relationships/tags" Target="../tags/tag756.xml"/><Relationship Id="rId3" Type="http://schemas.openxmlformats.org/officeDocument/2006/relationships/tags" Target="../tags/tag757.xml"/><Relationship Id="rId4" Type="http://schemas.openxmlformats.org/officeDocument/2006/relationships/tags" Target="../tags/tag758.xml"/><Relationship Id="rId5" Type="http://schemas.openxmlformats.org/officeDocument/2006/relationships/tags" Target="../tags/tag759.xml"/><Relationship Id="rId6" Type="http://schemas.openxmlformats.org/officeDocument/2006/relationships/tags" Target="../tags/tag760.xml"/><Relationship Id="rId7" Type="http://schemas.openxmlformats.org/officeDocument/2006/relationships/tags" Target="../tags/tag761.xml"/><Relationship Id="rId8" Type="http://schemas.openxmlformats.org/officeDocument/2006/relationships/tags" Target="../tags/tag762.xml"/><Relationship Id="rId9" Type="http://schemas.openxmlformats.org/officeDocument/2006/relationships/slideLayout" Target="../slideLayouts/slideLayout2.xml"/><Relationship Id="rId10" Type="http://schemas.openxmlformats.org/officeDocument/2006/relationships/notesSlide" Target="../notesSlides/notesSlide230.xml"/></Relationships>
</file>

<file path=ppt/slides/_rels/slide233.xml.rels><?xml version='1.0' encoding='UTF-8' standalone='yes'?>
<Relationships xmlns="http://schemas.openxmlformats.org/package/2006/relationships"><Relationship Id="rId1" Type="http://schemas.openxmlformats.org/officeDocument/2006/relationships/tags" Target="../tags/tag763.xml"/><Relationship Id="rId2" Type="http://schemas.openxmlformats.org/officeDocument/2006/relationships/slideLayout" Target="../slideLayouts/slideLayout2.xml"/><Relationship Id="rId3" Type="http://schemas.openxmlformats.org/officeDocument/2006/relationships/notesSlide" Target="../notesSlides/notesSlide231.xml"/></Relationships>
</file>

<file path=ppt/slides/_rels/slide234.xml.rels><?xml version='1.0' encoding='UTF-8' standalone='yes'?>
<Relationships xmlns="http://schemas.openxmlformats.org/package/2006/relationships"><Relationship Id="rId1" Type="http://schemas.openxmlformats.org/officeDocument/2006/relationships/tags" Target="../tags/tag764.xml"/><Relationship Id="rId2" Type="http://schemas.openxmlformats.org/officeDocument/2006/relationships/slideLayout" Target="../slideLayouts/slideLayout2.xml"/><Relationship Id="rId3" Type="http://schemas.openxmlformats.org/officeDocument/2006/relationships/notesSlide" Target="../notesSlides/notesSlide232.xml"/></Relationships>
</file>

<file path=ppt/slides/_rels/slide235.xml.rels><?xml version='1.0' encoding='UTF-8' standalone='yes'?>
<Relationships xmlns="http://schemas.openxmlformats.org/package/2006/relationships"><Relationship Id="rId1" Type="http://schemas.openxmlformats.org/officeDocument/2006/relationships/tags" Target="../tags/tag765.xml"/><Relationship Id="rId2" Type="http://schemas.openxmlformats.org/officeDocument/2006/relationships/tags" Target="../tags/tag766.xml"/><Relationship Id="rId3" Type="http://schemas.openxmlformats.org/officeDocument/2006/relationships/tags" Target="../tags/tag767.xml"/><Relationship Id="rId4" Type="http://schemas.openxmlformats.org/officeDocument/2006/relationships/tags" Target="../tags/tag768.xml"/><Relationship Id="rId5" Type="http://schemas.openxmlformats.org/officeDocument/2006/relationships/tags" Target="../tags/tag769.xml"/><Relationship Id="rId6" Type="http://schemas.openxmlformats.org/officeDocument/2006/relationships/slideLayout" Target="../slideLayouts/slideLayout2.xml"/><Relationship Id="rId7" Type="http://schemas.openxmlformats.org/officeDocument/2006/relationships/notesSlide" Target="../notesSlides/notesSlide233.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4.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5.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6.xml"/></Relationships>
</file>

<file path=ppt/slides/_rels/slide239.xml.rels><?xml version='1.0' encoding='UTF-8' standalone='yes'?>
<Relationships xmlns="http://schemas.openxmlformats.org/package/2006/relationships"><Relationship Id="rId1" Type="http://schemas.openxmlformats.org/officeDocument/2006/relationships/tags" Target="../tags/tag770.xml"/><Relationship Id="rId2" Type="http://schemas.openxmlformats.org/officeDocument/2006/relationships/tags" Target="../tags/tag771.xml"/><Relationship Id="rId3" Type="http://schemas.openxmlformats.org/officeDocument/2006/relationships/tags" Target="../tags/tag772.xml"/><Relationship Id="rId4" Type="http://schemas.openxmlformats.org/officeDocument/2006/relationships/tags" Target="../tags/tag773.xml"/><Relationship Id="rId5" Type="http://schemas.openxmlformats.org/officeDocument/2006/relationships/slideLayout" Target="../slideLayouts/slideLayout2.xml"/><Relationship Id="rId6" Type="http://schemas.openxmlformats.org/officeDocument/2006/relationships/notesSlide" Target="../notesSlides/notesSlide237.xml"/></Relationships>
</file>

<file path=ppt/slides/_rels/slide240.xml.rels><?xml version='1.0' encoding='UTF-8' standalone='yes'?>
<Relationships xmlns="http://schemas.openxmlformats.org/package/2006/relationships"><Relationship Id="rId1" Type="http://schemas.openxmlformats.org/officeDocument/2006/relationships/tags" Target="../tags/tag774.xml"/><Relationship Id="rId2" Type="http://schemas.openxmlformats.org/officeDocument/2006/relationships/tags" Target="../tags/tag775.xml"/><Relationship Id="rId3" Type="http://schemas.openxmlformats.org/officeDocument/2006/relationships/tags" Target="../tags/tag776.xml"/><Relationship Id="rId4" Type="http://schemas.openxmlformats.org/officeDocument/2006/relationships/tags" Target="../tags/tag777.xml"/><Relationship Id="rId5" Type="http://schemas.openxmlformats.org/officeDocument/2006/relationships/tags" Target="../tags/tag778.xml"/><Relationship Id="rId6" Type="http://schemas.openxmlformats.org/officeDocument/2006/relationships/tags" Target="../tags/tag779.xml"/><Relationship Id="rId7" Type="http://schemas.openxmlformats.org/officeDocument/2006/relationships/tags" Target="../tags/tag780.xml"/><Relationship Id="rId8" Type="http://schemas.openxmlformats.org/officeDocument/2006/relationships/tags" Target="../tags/tag781.xml"/><Relationship Id="rId9" Type="http://schemas.openxmlformats.org/officeDocument/2006/relationships/tags" Target="../tags/tag782.xml"/><Relationship Id="rId10" Type="http://schemas.openxmlformats.org/officeDocument/2006/relationships/tags" Target="../tags/tag783.xml"/><Relationship Id="rId11" Type="http://schemas.openxmlformats.org/officeDocument/2006/relationships/tags" Target="../tags/tag784.xml"/><Relationship Id="rId12" Type="http://schemas.openxmlformats.org/officeDocument/2006/relationships/tags" Target="../tags/tag785.xml"/><Relationship Id="rId13" Type="http://schemas.openxmlformats.org/officeDocument/2006/relationships/tags" Target="../tags/tag786.xml"/><Relationship Id="rId14" Type="http://schemas.openxmlformats.org/officeDocument/2006/relationships/tags" Target="../tags/tag787.xml"/><Relationship Id="rId15" Type="http://schemas.openxmlformats.org/officeDocument/2006/relationships/tags" Target="../tags/tag788.xml"/><Relationship Id="rId16" Type="http://schemas.openxmlformats.org/officeDocument/2006/relationships/tags" Target="../tags/tag789.xml"/><Relationship Id="rId17" Type="http://schemas.openxmlformats.org/officeDocument/2006/relationships/tags" Target="../tags/tag790.xml"/><Relationship Id="rId18" Type="http://schemas.openxmlformats.org/officeDocument/2006/relationships/tags" Target="../tags/tag791.xml"/><Relationship Id="rId19" Type="http://schemas.openxmlformats.org/officeDocument/2006/relationships/tags" Target="../tags/tag792.xml"/><Relationship Id="rId20" Type="http://schemas.openxmlformats.org/officeDocument/2006/relationships/tags" Target="../tags/tag793.xml"/><Relationship Id="rId21" Type="http://schemas.openxmlformats.org/officeDocument/2006/relationships/tags" Target="../tags/tag794.xml"/><Relationship Id="rId22" Type="http://schemas.openxmlformats.org/officeDocument/2006/relationships/tags" Target="../tags/tag795.xml"/><Relationship Id="rId23" Type="http://schemas.openxmlformats.org/officeDocument/2006/relationships/tags" Target="../tags/tag796.xml"/><Relationship Id="rId24" Type="http://schemas.openxmlformats.org/officeDocument/2006/relationships/tags" Target="../tags/tag797.xml"/><Relationship Id="rId25" Type="http://schemas.openxmlformats.org/officeDocument/2006/relationships/tags" Target="../tags/tag798.xml"/><Relationship Id="rId26" Type="http://schemas.openxmlformats.org/officeDocument/2006/relationships/tags" Target="../tags/tag799.xml"/><Relationship Id="rId27" Type="http://schemas.openxmlformats.org/officeDocument/2006/relationships/tags" Target="../tags/tag800.xml"/><Relationship Id="rId28" Type="http://schemas.openxmlformats.org/officeDocument/2006/relationships/tags" Target="../tags/tag801.xml"/><Relationship Id="rId29" Type="http://schemas.openxmlformats.org/officeDocument/2006/relationships/tags" Target="../tags/tag802.xml"/><Relationship Id="rId30" Type="http://schemas.openxmlformats.org/officeDocument/2006/relationships/tags" Target="../tags/tag803.xml"/><Relationship Id="rId31" Type="http://schemas.openxmlformats.org/officeDocument/2006/relationships/tags" Target="../tags/tag804.xml"/><Relationship Id="rId32" Type="http://schemas.openxmlformats.org/officeDocument/2006/relationships/tags" Target="../tags/tag805.xml"/><Relationship Id="rId33" Type="http://schemas.openxmlformats.org/officeDocument/2006/relationships/tags" Target="../tags/tag806.xml"/><Relationship Id="rId34" Type="http://schemas.openxmlformats.org/officeDocument/2006/relationships/tags" Target="../tags/tag807.xml"/><Relationship Id="rId35" Type="http://schemas.openxmlformats.org/officeDocument/2006/relationships/tags" Target="../tags/tag808.xml"/><Relationship Id="rId36" Type="http://schemas.openxmlformats.org/officeDocument/2006/relationships/tags" Target="../tags/tag809.xml"/><Relationship Id="rId37" Type="http://schemas.openxmlformats.org/officeDocument/2006/relationships/tags" Target="../tags/tag810.xml"/><Relationship Id="rId38" Type="http://schemas.openxmlformats.org/officeDocument/2006/relationships/tags" Target="../tags/tag811.xml"/><Relationship Id="rId39" Type="http://schemas.openxmlformats.org/officeDocument/2006/relationships/tags" Target="../tags/tag812.xml"/><Relationship Id="rId40" Type="http://schemas.openxmlformats.org/officeDocument/2006/relationships/tags" Target="../tags/tag813.xml"/><Relationship Id="rId41" Type="http://schemas.openxmlformats.org/officeDocument/2006/relationships/tags" Target="../tags/tag814.xml"/><Relationship Id="rId42" Type="http://schemas.openxmlformats.org/officeDocument/2006/relationships/tags" Target="../tags/tag815.xml"/><Relationship Id="rId43" Type="http://schemas.openxmlformats.org/officeDocument/2006/relationships/tags" Target="../tags/tag816.xml"/><Relationship Id="rId44" Type="http://schemas.openxmlformats.org/officeDocument/2006/relationships/tags" Target="../tags/tag817.xml"/><Relationship Id="rId45" Type="http://schemas.openxmlformats.org/officeDocument/2006/relationships/tags" Target="../tags/tag818.xml"/><Relationship Id="rId46" Type="http://schemas.openxmlformats.org/officeDocument/2006/relationships/tags" Target="../tags/tag819.xml"/><Relationship Id="rId47" Type="http://schemas.openxmlformats.org/officeDocument/2006/relationships/tags" Target="../tags/tag820.xml"/><Relationship Id="rId48" Type="http://schemas.openxmlformats.org/officeDocument/2006/relationships/tags" Target="../tags/tag821.xml"/><Relationship Id="rId49" Type="http://schemas.openxmlformats.org/officeDocument/2006/relationships/tags" Target="../tags/tag822.xml"/><Relationship Id="rId50" Type="http://schemas.openxmlformats.org/officeDocument/2006/relationships/tags" Target="../tags/tag823.xml"/><Relationship Id="rId51" Type="http://schemas.openxmlformats.org/officeDocument/2006/relationships/tags" Target="../tags/tag824.xml"/><Relationship Id="rId52" Type="http://schemas.openxmlformats.org/officeDocument/2006/relationships/tags" Target="../tags/tag825.xml"/><Relationship Id="rId53" Type="http://schemas.openxmlformats.org/officeDocument/2006/relationships/tags" Target="../tags/tag826.xml"/><Relationship Id="rId54" Type="http://schemas.openxmlformats.org/officeDocument/2006/relationships/tags" Target="../tags/tag827.xml"/><Relationship Id="rId55" Type="http://schemas.openxmlformats.org/officeDocument/2006/relationships/tags" Target="../tags/tag828.xml"/><Relationship Id="rId56" Type="http://schemas.openxmlformats.org/officeDocument/2006/relationships/tags" Target="../tags/tag829.xml"/><Relationship Id="rId57" Type="http://schemas.openxmlformats.org/officeDocument/2006/relationships/tags" Target="../tags/tag830.xml"/><Relationship Id="rId58" Type="http://schemas.openxmlformats.org/officeDocument/2006/relationships/tags" Target="../tags/tag831.xml"/><Relationship Id="rId59" Type="http://schemas.openxmlformats.org/officeDocument/2006/relationships/tags" Target="../tags/tag832.xml"/><Relationship Id="rId60" Type="http://schemas.openxmlformats.org/officeDocument/2006/relationships/tags" Target="../tags/tag833.xml"/><Relationship Id="rId61" Type="http://schemas.openxmlformats.org/officeDocument/2006/relationships/tags" Target="../tags/tag834.xml"/><Relationship Id="rId62" Type="http://schemas.openxmlformats.org/officeDocument/2006/relationships/tags" Target="../tags/tag835.xml"/><Relationship Id="rId63" Type="http://schemas.openxmlformats.org/officeDocument/2006/relationships/tags" Target="../tags/tag836.xml"/><Relationship Id="rId64" Type="http://schemas.openxmlformats.org/officeDocument/2006/relationships/tags" Target="../tags/tag837.xml"/><Relationship Id="rId65" Type="http://schemas.openxmlformats.org/officeDocument/2006/relationships/slideLayout" Target="../slideLayouts/slideLayout2.xml"/><Relationship Id="rId66" Type="http://schemas.openxmlformats.org/officeDocument/2006/relationships/notesSlide" Target="../notesSlides/notesSlide238.xml"/></Relationships>
</file>

<file path=ppt/slides/_rels/slide241.xml.rels><?xml version='1.0' encoding='UTF-8' standalone='yes'?>
<Relationships xmlns="http://schemas.openxmlformats.org/package/2006/relationships"><Relationship Id="rId1" Type="http://schemas.openxmlformats.org/officeDocument/2006/relationships/tags" Target="../tags/tag838.xml"/><Relationship Id="rId2" Type="http://schemas.openxmlformats.org/officeDocument/2006/relationships/slideLayout" Target="../slideLayouts/slideLayout2.xml"/><Relationship Id="rId3" Type="http://schemas.openxmlformats.org/officeDocument/2006/relationships/notesSlide" Target="../notesSlides/notesSlide239.xml"/></Relationships>
</file>

<file path=ppt/slides/_rels/slide242.xml.rels><?xml version='1.0' encoding='UTF-8' standalone='yes'?>
<Relationships xmlns="http://schemas.openxmlformats.org/package/2006/relationships"><Relationship Id="rId1" Type="http://schemas.openxmlformats.org/officeDocument/2006/relationships/tags" Target="../tags/tag839.xml"/><Relationship Id="rId2" Type="http://schemas.openxmlformats.org/officeDocument/2006/relationships/tags" Target="../tags/tag840.xml"/><Relationship Id="rId3" Type="http://schemas.openxmlformats.org/officeDocument/2006/relationships/slideLayout" Target="../slideLayouts/slideLayout2.xml"/><Relationship Id="rId4" Type="http://schemas.openxmlformats.org/officeDocument/2006/relationships/notesSlide" Target="../notesSlides/notesSlide240.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1.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2.xml"/></Relationships>
</file>

<file path=ppt/slides/_rels/slide245.xml.rels><?xml version='1.0' encoding='UTF-8' standalone='yes'?>
<Relationships xmlns="http://schemas.openxmlformats.org/package/2006/relationships"><Relationship Id="rId1" Type="http://schemas.openxmlformats.org/officeDocument/2006/relationships/tags" Target="../tags/tag841.xml"/><Relationship Id="rId2" Type="http://schemas.openxmlformats.org/officeDocument/2006/relationships/slideLayout" Target="../slideLayouts/slideLayout2.xml"/><Relationship Id="rId3" Type="http://schemas.openxmlformats.org/officeDocument/2006/relationships/notesSlide" Target="../notesSlides/notesSlide243.xml"/></Relationships>
</file>

<file path=ppt/slides/_rels/slide246.xml.rels><?xml version='1.0' encoding='UTF-8' standalone='yes'?>
<Relationships xmlns="http://schemas.openxmlformats.org/package/2006/relationships"><Relationship Id="rId1" Type="http://schemas.openxmlformats.org/officeDocument/2006/relationships/tags" Target="../tags/tag842.xml"/><Relationship Id="rId2" Type="http://schemas.openxmlformats.org/officeDocument/2006/relationships/tags" Target="../tags/tag843.xml"/><Relationship Id="rId3" Type="http://schemas.openxmlformats.org/officeDocument/2006/relationships/tags" Target="../tags/tag844.xml"/><Relationship Id="rId4" Type="http://schemas.openxmlformats.org/officeDocument/2006/relationships/tags" Target="../tags/tag845.xml"/><Relationship Id="rId5" Type="http://schemas.openxmlformats.org/officeDocument/2006/relationships/tags" Target="../tags/tag846.xml"/><Relationship Id="rId6" Type="http://schemas.openxmlformats.org/officeDocument/2006/relationships/tags" Target="../tags/tag847.xml"/><Relationship Id="rId7" Type="http://schemas.openxmlformats.org/officeDocument/2006/relationships/slideLayout" Target="../slideLayouts/slideLayout2.xml"/><Relationship Id="rId8" Type="http://schemas.openxmlformats.org/officeDocument/2006/relationships/notesSlide" Target="../notesSlides/notesSlide244.xml"/></Relationships>
</file>

<file path=ppt/slides/_rels/slide247.xml.rels><?xml version='1.0' encoding='UTF-8' standalone='yes'?>
<Relationships xmlns="http://schemas.openxmlformats.org/package/2006/relationships"><Relationship Id="rId1" Type="http://schemas.openxmlformats.org/officeDocument/2006/relationships/tags" Target="../tags/tag848.xml"/><Relationship Id="rId2" Type="http://schemas.openxmlformats.org/officeDocument/2006/relationships/tags" Target="../tags/tag849.xml"/><Relationship Id="rId3" Type="http://schemas.openxmlformats.org/officeDocument/2006/relationships/tags" Target="../tags/tag850.xml"/><Relationship Id="rId4" Type="http://schemas.openxmlformats.org/officeDocument/2006/relationships/tags" Target="../tags/tag851.xml"/><Relationship Id="rId5" Type="http://schemas.openxmlformats.org/officeDocument/2006/relationships/tags" Target="../tags/tag852.xml"/><Relationship Id="rId6" Type="http://schemas.openxmlformats.org/officeDocument/2006/relationships/tags" Target="../tags/tag853.xml"/><Relationship Id="rId7" Type="http://schemas.openxmlformats.org/officeDocument/2006/relationships/tags" Target="../tags/tag854.xml"/><Relationship Id="rId8" Type="http://schemas.openxmlformats.org/officeDocument/2006/relationships/tags" Target="../tags/tag855.xml"/><Relationship Id="rId9" Type="http://schemas.openxmlformats.org/officeDocument/2006/relationships/slideLayout" Target="../slideLayouts/slideLayout2.xml"/><Relationship Id="rId10" Type="http://schemas.openxmlformats.org/officeDocument/2006/relationships/notesSlide" Target="../notesSlides/notesSlide245.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6.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8.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9.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0.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1.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3.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4.xml"/></Relationships>
</file>

<file path=ppt/slides/_rels/slide257.xml.rels><?xml version='1.0' encoding='UTF-8' standalone='yes'?>
<Relationships xmlns="http://schemas.openxmlformats.org/package/2006/relationships"><Relationship Id="rId1" Type="http://schemas.openxmlformats.org/officeDocument/2006/relationships/tags" Target="../tags/tag856.xml"/><Relationship Id="rId2" Type="http://schemas.openxmlformats.org/officeDocument/2006/relationships/tags" Target="../tags/tag857.xml"/><Relationship Id="rId3" Type="http://schemas.openxmlformats.org/officeDocument/2006/relationships/slideLayout" Target="../slideLayouts/slideLayout2.xml"/><Relationship Id="rId4" Type="http://schemas.openxmlformats.org/officeDocument/2006/relationships/notesSlide" Target="../notesSlides/notesSlide255.xml"/><Relationship Id="rId5" Type="http://schemas.openxmlformats.org/officeDocument/2006/relationships/chart" Target="../charts/chart7.xml"/><Relationship Id="rId6" Type="http://schemas.openxmlformats.org/officeDocument/2006/relationships/chart" Target="../charts/chart8.xml"/><Relationship Id="rId7" Type="http://schemas.openxmlformats.org/officeDocument/2006/relationships/chart" Target="../charts/chart9.xml"/><Relationship Id="rId8" Type="http://schemas.openxmlformats.org/officeDocument/2006/relationships/chart" Target="../charts/chart10.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6.xml"/><Relationship Id="rId3" Type="http://schemas.openxmlformats.org/officeDocument/2006/relationships/chart" Target="../charts/chart11.xml"/><Relationship Id="rId4" Type="http://schemas.openxmlformats.org/officeDocument/2006/relationships/chart" Target="../charts/chart12.xml"/><Relationship Id="rId5" Type="http://schemas.openxmlformats.org/officeDocument/2006/relationships/chart" Target="../charts/chart13.xml"/><Relationship Id="rId6" Type="http://schemas.openxmlformats.org/officeDocument/2006/relationships/chart" Target="../charts/chart14.xml"/><Relationship Id="rId7" Type="http://schemas.microsoft.com/office/2014/relationships/chartEx" Target="../charts/chartEx1.xml"/><Relationship Id="rId9" Type="http://schemas.openxmlformats.org/officeDocument/2006/relationships/chart" Target="../charts/chart15.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7.xml"/><Relationship Id="rId3" Type="http://schemas.openxmlformats.org/officeDocument/2006/relationships/chart" Target="../charts/chart16.xml"/><Relationship Id="rId4" Type="http://schemas.openxmlformats.org/officeDocument/2006/relationships/chart" Target="../charts/chart17.xml"/><Relationship Id="rId5" Type="http://schemas.openxmlformats.org/officeDocument/2006/relationships/chart" Target="../charts/chart18.xml"/><Relationship Id="rId6" Type="http://schemas.openxmlformats.org/officeDocument/2006/relationships/chart" Target="../charts/chart19.xml"/><Relationship Id="rId7" Type="http://schemas.openxmlformats.org/officeDocument/2006/relationships/chart" Target="../charts/chart20.xml"/><Relationship Id="rId8" Type="http://schemas.openxmlformats.org/officeDocument/2006/relationships/chart" Target="../charts/chart21.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8.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0.xml"/><Relationship Id="rId3" Type="http://schemas.openxmlformats.org/officeDocument/2006/relationships/image" Target="../media/image37.svg"/></Relationships>
</file>

<file path=ppt/slides/_rels/slide263.xml.rels><?xml version='1.0' encoding='UTF-8' standalone='yes'?>
<Relationships xmlns="http://schemas.openxmlformats.org/package/2006/relationships"><Relationship Id="rId1" Type="http://schemas.openxmlformats.org/officeDocument/2006/relationships/tags" Target="../tags/tag858.xml"/><Relationship Id="rId2" Type="http://schemas.openxmlformats.org/officeDocument/2006/relationships/slideLayout" Target="../slideLayouts/slideLayout2.xml"/><Relationship Id="rId3" Type="http://schemas.openxmlformats.org/officeDocument/2006/relationships/notesSlide" Target="../notesSlides/notesSlide261.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2.xml"/></Relationships>
</file>

<file path=ppt/slides/_rels/slide265.xml.rels><?xml version='1.0' encoding='UTF-8' standalone='yes'?>
<Relationships xmlns="http://schemas.openxmlformats.org/package/2006/relationships"><Relationship Id="rId1" Type="http://schemas.openxmlformats.org/officeDocument/2006/relationships/tags" Target="../tags/tag859.xml"/><Relationship Id="rId2" Type="http://schemas.openxmlformats.org/officeDocument/2006/relationships/tags" Target="../tags/tag860.xml"/><Relationship Id="rId3" Type="http://schemas.openxmlformats.org/officeDocument/2006/relationships/tags" Target="../tags/tag861.xml"/><Relationship Id="rId4" Type="http://schemas.openxmlformats.org/officeDocument/2006/relationships/tags" Target="../tags/tag862.xml"/><Relationship Id="rId5" Type="http://schemas.openxmlformats.org/officeDocument/2006/relationships/tags" Target="../tags/tag863.xml"/><Relationship Id="rId6" Type="http://schemas.openxmlformats.org/officeDocument/2006/relationships/tags" Target="../tags/tag864.xml"/><Relationship Id="rId7" Type="http://schemas.openxmlformats.org/officeDocument/2006/relationships/tags" Target="../tags/tag865.xml"/><Relationship Id="rId8" Type="http://schemas.openxmlformats.org/officeDocument/2006/relationships/tags" Target="../tags/tag866.xml"/><Relationship Id="rId9" Type="http://schemas.openxmlformats.org/officeDocument/2006/relationships/tags" Target="../tags/tag867.xml"/><Relationship Id="rId10" Type="http://schemas.openxmlformats.org/officeDocument/2006/relationships/tags" Target="../tags/tag868.xml"/><Relationship Id="rId11" Type="http://schemas.openxmlformats.org/officeDocument/2006/relationships/tags" Target="../tags/tag869.xml"/><Relationship Id="rId12" Type="http://schemas.openxmlformats.org/officeDocument/2006/relationships/tags" Target="../tags/tag870.xml"/><Relationship Id="rId13" Type="http://schemas.openxmlformats.org/officeDocument/2006/relationships/tags" Target="../tags/tag871.xml"/><Relationship Id="rId14" Type="http://schemas.openxmlformats.org/officeDocument/2006/relationships/tags" Target="../tags/tag872.xml"/><Relationship Id="rId15" Type="http://schemas.openxmlformats.org/officeDocument/2006/relationships/tags" Target="../tags/tag873.xml"/><Relationship Id="rId16" Type="http://schemas.openxmlformats.org/officeDocument/2006/relationships/tags" Target="../tags/tag874.xml"/><Relationship Id="rId17" Type="http://schemas.openxmlformats.org/officeDocument/2006/relationships/tags" Target="../tags/tag875.xml"/><Relationship Id="rId18" Type="http://schemas.openxmlformats.org/officeDocument/2006/relationships/tags" Target="../tags/tag876.xml"/><Relationship Id="rId19" Type="http://schemas.openxmlformats.org/officeDocument/2006/relationships/tags" Target="../tags/tag877.xml"/><Relationship Id="rId20" Type="http://schemas.openxmlformats.org/officeDocument/2006/relationships/tags" Target="../tags/tag878.xml"/><Relationship Id="rId21" Type="http://schemas.openxmlformats.org/officeDocument/2006/relationships/tags" Target="../tags/tag879.xml"/><Relationship Id="rId22" Type="http://schemas.openxmlformats.org/officeDocument/2006/relationships/tags" Target="../tags/tag880.xml"/><Relationship Id="rId23" Type="http://schemas.openxmlformats.org/officeDocument/2006/relationships/slideLayout" Target="../slideLayouts/slideLayout2.xml"/><Relationship Id="rId24" Type="http://schemas.openxmlformats.org/officeDocument/2006/relationships/notesSlide" Target="../notesSlides/notesSlide263.xml"/><Relationship Id="rId25" Type="http://schemas.openxmlformats.org/officeDocument/2006/relationships/image" Target="../media/image38.jpeg"/><Relationship Id="rId26" Type="http://schemas.microsoft.com/office/2007/relationships/hdphoto" Target="../media/hdphoto1.wdp"/></Relationships>
</file>

<file path=ppt/slides/_rels/slide266.xml.rels><?xml version='1.0' encoding='UTF-8' standalone='yes'?>
<Relationships xmlns="http://schemas.openxmlformats.org/package/2006/relationships"><Relationship Id="rId1" Type="http://schemas.openxmlformats.org/officeDocument/2006/relationships/tags" Target="../tags/tag881.xml"/><Relationship Id="rId2" Type="http://schemas.openxmlformats.org/officeDocument/2006/relationships/slideLayout" Target="../slideLayouts/slideLayout2.xml"/><Relationship Id="rId3" Type="http://schemas.openxmlformats.org/officeDocument/2006/relationships/notesSlide" Target="../notesSlides/notesSlide264.xml"/></Relationships>
</file>

<file path=ppt/slides/_rels/slide267.xml.rels><?xml version='1.0' encoding='UTF-8' standalone='yes'?>
<Relationships xmlns="http://schemas.openxmlformats.org/package/2006/relationships"><Relationship Id="rId1" Type="http://schemas.openxmlformats.org/officeDocument/2006/relationships/tags" Target="../tags/tag882.xml"/><Relationship Id="rId2" Type="http://schemas.openxmlformats.org/officeDocument/2006/relationships/tags" Target="../tags/tag883.xml"/><Relationship Id="rId3" Type="http://schemas.openxmlformats.org/officeDocument/2006/relationships/slideLayout" Target="../slideLayouts/slideLayout2.xml"/><Relationship Id="rId4" Type="http://schemas.openxmlformats.org/officeDocument/2006/relationships/notesSlide" Target="../notesSlides/notesSlide265.xml"/><Relationship Id="rId5" Type="http://schemas.openxmlformats.org/officeDocument/2006/relationships/oleObject" Target="../embeddings/oleObject2.bin"/><Relationship Id="rId6" Type="http://schemas.openxmlformats.org/officeDocument/2006/relationships/image" Target="../media/image39.emf"/></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6.xml"/></Relationships>
</file>

<file path=ppt/slides/_rels/slide269.xml.rels><?xml version='1.0' encoding='UTF-8' standalone='yes'?>
<Relationships xmlns="http://schemas.openxmlformats.org/package/2006/relationships"><Relationship Id="rId1" Type="http://schemas.openxmlformats.org/officeDocument/2006/relationships/tags" Target="../tags/tag884.xml"/><Relationship Id="rId2" Type="http://schemas.openxmlformats.org/officeDocument/2006/relationships/tags" Target="../tags/tag885.xml"/><Relationship Id="rId3" Type="http://schemas.openxmlformats.org/officeDocument/2006/relationships/tags" Target="../tags/tag886.xml"/><Relationship Id="rId4" Type="http://schemas.openxmlformats.org/officeDocument/2006/relationships/tags" Target="../tags/tag887.xml"/><Relationship Id="rId5" Type="http://schemas.openxmlformats.org/officeDocument/2006/relationships/tags" Target="../tags/tag888.xml"/><Relationship Id="rId6" Type="http://schemas.openxmlformats.org/officeDocument/2006/relationships/tags" Target="../tags/tag889.xml"/><Relationship Id="rId7" Type="http://schemas.openxmlformats.org/officeDocument/2006/relationships/tags" Target="../tags/tag890.xml"/><Relationship Id="rId8" Type="http://schemas.openxmlformats.org/officeDocument/2006/relationships/tags" Target="../tags/tag891.xml"/><Relationship Id="rId9" Type="http://schemas.openxmlformats.org/officeDocument/2006/relationships/tags" Target="../tags/tag892.xml"/><Relationship Id="rId10" Type="http://schemas.openxmlformats.org/officeDocument/2006/relationships/tags" Target="../tags/tag893.xml"/><Relationship Id="rId11" Type="http://schemas.openxmlformats.org/officeDocument/2006/relationships/tags" Target="../tags/tag894.xml"/><Relationship Id="rId12" Type="http://schemas.openxmlformats.org/officeDocument/2006/relationships/tags" Target="../tags/tag895.xml"/><Relationship Id="rId13" Type="http://schemas.openxmlformats.org/officeDocument/2006/relationships/tags" Target="../tags/tag896.xml"/><Relationship Id="rId14" Type="http://schemas.openxmlformats.org/officeDocument/2006/relationships/tags" Target="../tags/tag897.xml"/><Relationship Id="rId15" Type="http://schemas.openxmlformats.org/officeDocument/2006/relationships/tags" Target="../tags/tag898.xml"/><Relationship Id="rId16" Type="http://schemas.openxmlformats.org/officeDocument/2006/relationships/tags" Target="../tags/tag899.xml"/><Relationship Id="rId17" Type="http://schemas.openxmlformats.org/officeDocument/2006/relationships/tags" Target="../tags/tag900.xml"/><Relationship Id="rId18" Type="http://schemas.openxmlformats.org/officeDocument/2006/relationships/tags" Target="../tags/tag901.xml"/><Relationship Id="rId19" Type="http://schemas.openxmlformats.org/officeDocument/2006/relationships/tags" Target="../tags/tag902.xml"/><Relationship Id="rId20" Type="http://schemas.openxmlformats.org/officeDocument/2006/relationships/tags" Target="../tags/tag903.xml"/><Relationship Id="rId21" Type="http://schemas.openxmlformats.org/officeDocument/2006/relationships/tags" Target="../tags/tag904.xml"/><Relationship Id="rId22" Type="http://schemas.openxmlformats.org/officeDocument/2006/relationships/tags" Target="../tags/tag905.xml"/><Relationship Id="rId23" Type="http://schemas.openxmlformats.org/officeDocument/2006/relationships/tags" Target="../tags/tag906.xml"/><Relationship Id="rId24" Type="http://schemas.openxmlformats.org/officeDocument/2006/relationships/tags" Target="../tags/tag907.xml"/><Relationship Id="rId25" Type="http://schemas.openxmlformats.org/officeDocument/2006/relationships/tags" Target="../tags/tag908.xml"/><Relationship Id="rId26" Type="http://schemas.openxmlformats.org/officeDocument/2006/relationships/slideLayout" Target="../slideLayouts/slideLayout2.xml"/><Relationship Id="rId27" Type="http://schemas.openxmlformats.org/officeDocument/2006/relationships/notesSlide" Target="../notesSlides/notesSlide267.xml"/></Relationships>
</file>

<file path=ppt/slides/_rels/slide270.xml.rels><?xml version='1.0' encoding='UTF-8' standalone='yes'?>
<Relationships xmlns="http://schemas.openxmlformats.org/package/2006/relationships"><Relationship Id="rId1" Type="http://schemas.openxmlformats.org/officeDocument/2006/relationships/tags" Target="../tags/tag909.xml"/><Relationship Id="rId2" Type="http://schemas.openxmlformats.org/officeDocument/2006/relationships/slideLayout" Target="../slideLayouts/slideLayout2.xml"/><Relationship Id="rId3" Type="http://schemas.openxmlformats.org/officeDocument/2006/relationships/notesSlide" Target="../notesSlides/notesSlide268.xml"/></Relationships>
</file>

<file path=ppt/slides/_rels/slide271.xml.rels><?xml version='1.0' encoding='UTF-8' standalone='yes'?>
<Relationships xmlns="http://schemas.openxmlformats.org/package/2006/relationships"><Relationship Id="rId1" Type="http://schemas.openxmlformats.org/officeDocument/2006/relationships/tags" Target="../tags/tag910.xml"/><Relationship Id="rId2" Type="http://schemas.openxmlformats.org/officeDocument/2006/relationships/slideLayout" Target="../slideLayouts/slideLayout2.xml"/><Relationship Id="rId3" Type="http://schemas.openxmlformats.org/officeDocument/2006/relationships/notesSlide" Target="../notesSlides/notesSlide269.xml"/><Relationship Id="rId4" Type="http://schemas.openxmlformats.org/officeDocument/2006/relationships/image" Target="../media/image40.png"/></Relationships>
</file>

<file path=ppt/slides/_rels/slide272.xml.rels><?xml version='1.0' encoding='UTF-8' standalone='yes'?>
<Relationships xmlns="http://schemas.openxmlformats.org/package/2006/relationships"><Relationship Id="rId1" Type="http://schemas.openxmlformats.org/officeDocument/2006/relationships/tags" Target="../tags/tag911.xml"/><Relationship Id="rId2" Type="http://schemas.openxmlformats.org/officeDocument/2006/relationships/tags" Target="../tags/tag912.xml"/><Relationship Id="rId3" Type="http://schemas.openxmlformats.org/officeDocument/2006/relationships/slideLayout" Target="../slideLayouts/slideLayout2.xml"/><Relationship Id="rId4" Type="http://schemas.openxmlformats.org/officeDocument/2006/relationships/notesSlide" Target="../notesSlides/notesSlide270.xml"/></Relationships>
</file>

<file path=ppt/slides/_rels/slide273.xml.rels><?xml version='1.0' encoding='UTF-8' standalone='yes'?>
<Relationships xmlns="http://schemas.openxmlformats.org/package/2006/relationships"><Relationship Id="rId1" Type="http://schemas.openxmlformats.org/officeDocument/2006/relationships/tags" Target="../tags/tag913.xml"/><Relationship Id="rId2" Type="http://schemas.openxmlformats.org/officeDocument/2006/relationships/tags" Target="../tags/tag914.xml"/><Relationship Id="rId3" Type="http://schemas.openxmlformats.org/officeDocument/2006/relationships/slideLayout" Target="../slideLayouts/slideLayout2.xml"/><Relationship Id="rId4" Type="http://schemas.openxmlformats.org/officeDocument/2006/relationships/notesSlide" Target="../notesSlides/notesSlide271.xml"/></Relationships>
</file>

<file path=ppt/slides/_rels/slide274.xml.rels><?xml version='1.0' encoding='UTF-8' standalone='yes'?>
<Relationships xmlns="http://schemas.openxmlformats.org/package/2006/relationships"><Relationship Id="rId1" Type="http://schemas.openxmlformats.org/officeDocument/2006/relationships/tags" Target="../tags/tag915.xml"/><Relationship Id="rId2" Type="http://schemas.openxmlformats.org/officeDocument/2006/relationships/tags" Target="../tags/tag916.xml"/><Relationship Id="rId3" Type="http://schemas.openxmlformats.org/officeDocument/2006/relationships/slideLayout" Target="../slideLayouts/slideLayout2.xml"/><Relationship Id="rId4" Type="http://schemas.openxmlformats.org/officeDocument/2006/relationships/notesSlide" Target="../notesSlides/notesSlide272.xml"/></Relationships>
</file>

<file path=ppt/slides/_rels/slide275.xml.rels><?xml version='1.0' encoding='UTF-8' standalone='yes'?>
<Relationships xmlns="http://schemas.openxmlformats.org/package/2006/relationships"><Relationship Id="rId1" Type="http://schemas.openxmlformats.org/officeDocument/2006/relationships/tags" Target="../tags/tag917.xml"/><Relationship Id="rId2" Type="http://schemas.openxmlformats.org/officeDocument/2006/relationships/tags" Target="../tags/tag918.xml"/><Relationship Id="rId3" Type="http://schemas.openxmlformats.org/officeDocument/2006/relationships/slideLayout" Target="../slideLayouts/slideLayout2.xml"/><Relationship Id="rId4" Type="http://schemas.openxmlformats.org/officeDocument/2006/relationships/notesSlide" Target="../notesSlides/notesSlide273.xml"/></Relationships>
</file>

<file path=ppt/slides/_rels/slide276.xml.rels><?xml version='1.0' encoding='UTF-8' standalone='yes'?>
<Relationships xmlns="http://schemas.openxmlformats.org/package/2006/relationships"><Relationship Id="rId1" Type="http://schemas.openxmlformats.org/officeDocument/2006/relationships/tags" Target="../tags/tag919.xml"/><Relationship Id="rId2" Type="http://schemas.openxmlformats.org/officeDocument/2006/relationships/tags" Target="../tags/tag920.xml"/><Relationship Id="rId3" Type="http://schemas.openxmlformats.org/officeDocument/2006/relationships/tags" Target="../tags/tag921.xml"/><Relationship Id="rId4" Type="http://schemas.openxmlformats.org/officeDocument/2006/relationships/tags" Target="../tags/tag922.xml"/><Relationship Id="rId5" Type="http://schemas.openxmlformats.org/officeDocument/2006/relationships/tags" Target="../tags/tag923.xml"/><Relationship Id="rId6" Type="http://schemas.openxmlformats.org/officeDocument/2006/relationships/slideLayout" Target="../slideLayouts/slideLayout2.xml"/><Relationship Id="rId7" Type="http://schemas.openxmlformats.org/officeDocument/2006/relationships/notesSlide" Target="../notesSlides/notesSlide274.xml"/></Relationships>
</file>

<file path=ppt/slides/_rels/slide277.xml.rels><?xml version='1.0' encoding='UTF-8' standalone='yes'?>
<Relationships xmlns="http://schemas.openxmlformats.org/package/2006/relationships"><Relationship Id="rId1" Type="http://schemas.openxmlformats.org/officeDocument/2006/relationships/tags" Target="../tags/tag924.xml"/><Relationship Id="rId2" Type="http://schemas.openxmlformats.org/officeDocument/2006/relationships/tags" Target="../tags/tag925.xml"/><Relationship Id="rId3" Type="http://schemas.openxmlformats.org/officeDocument/2006/relationships/tags" Target="../tags/tag926.xml"/><Relationship Id="rId4" Type="http://schemas.openxmlformats.org/officeDocument/2006/relationships/tags" Target="../tags/tag927.xml"/><Relationship Id="rId5" Type="http://schemas.openxmlformats.org/officeDocument/2006/relationships/tags" Target="../tags/tag928.xml"/><Relationship Id="rId6" Type="http://schemas.openxmlformats.org/officeDocument/2006/relationships/tags" Target="../tags/tag929.xml"/><Relationship Id="rId7" Type="http://schemas.openxmlformats.org/officeDocument/2006/relationships/tags" Target="../tags/tag930.xml"/><Relationship Id="rId8" Type="http://schemas.openxmlformats.org/officeDocument/2006/relationships/tags" Target="../tags/tag931.xml"/><Relationship Id="rId9" Type="http://schemas.openxmlformats.org/officeDocument/2006/relationships/tags" Target="../tags/tag932.xml"/><Relationship Id="rId10" Type="http://schemas.openxmlformats.org/officeDocument/2006/relationships/tags" Target="../tags/tag933.xml"/><Relationship Id="rId11" Type="http://schemas.openxmlformats.org/officeDocument/2006/relationships/tags" Target="../tags/tag934.xml"/><Relationship Id="rId12" Type="http://schemas.openxmlformats.org/officeDocument/2006/relationships/tags" Target="../tags/tag935.xml"/><Relationship Id="rId13" Type="http://schemas.openxmlformats.org/officeDocument/2006/relationships/tags" Target="../tags/tag936.xml"/><Relationship Id="rId14" Type="http://schemas.openxmlformats.org/officeDocument/2006/relationships/tags" Target="../tags/tag937.xml"/><Relationship Id="rId15" Type="http://schemas.openxmlformats.org/officeDocument/2006/relationships/tags" Target="../tags/tag938.xml"/><Relationship Id="rId16" Type="http://schemas.openxmlformats.org/officeDocument/2006/relationships/slideLayout" Target="../slideLayouts/slideLayout2.xml"/><Relationship Id="rId17" Type="http://schemas.openxmlformats.org/officeDocument/2006/relationships/notesSlide" Target="../notesSlides/notesSlide275.xml"/></Relationships>
</file>

<file path=ppt/slides/_rels/slide278.xml.rels><?xml version='1.0' encoding='UTF-8' standalone='yes'?>
<Relationships xmlns="http://schemas.openxmlformats.org/package/2006/relationships"><Relationship Id="rId1" Type="http://schemas.openxmlformats.org/officeDocument/2006/relationships/tags" Target="../tags/tag939.xml"/><Relationship Id="rId2" Type="http://schemas.openxmlformats.org/officeDocument/2006/relationships/tags" Target="../tags/tag940.xml"/><Relationship Id="rId3" Type="http://schemas.openxmlformats.org/officeDocument/2006/relationships/tags" Target="../tags/tag941.xml"/><Relationship Id="rId4" Type="http://schemas.openxmlformats.org/officeDocument/2006/relationships/tags" Target="../tags/tag942.xml"/><Relationship Id="rId5" Type="http://schemas.openxmlformats.org/officeDocument/2006/relationships/tags" Target="../tags/tag943.xml"/><Relationship Id="rId6" Type="http://schemas.openxmlformats.org/officeDocument/2006/relationships/tags" Target="../tags/tag944.xml"/><Relationship Id="rId7" Type="http://schemas.openxmlformats.org/officeDocument/2006/relationships/tags" Target="../tags/tag945.xml"/><Relationship Id="rId8" Type="http://schemas.openxmlformats.org/officeDocument/2006/relationships/tags" Target="../tags/tag946.xml"/><Relationship Id="rId9" Type="http://schemas.openxmlformats.org/officeDocument/2006/relationships/tags" Target="../tags/tag947.xml"/><Relationship Id="rId10" Type="http://schemas.openxmlformats.org/officeDocument/2006/relationships/tags" Target="../tags/tag948.xml"/><Relationship Id="rId11" Type="http://schemas.openxmlformats.org/officeDocument/2006/relationships/tags" Target="../tags/tag949.xml"/><Relationship Id="rId12" Type="http://schemas.openxmlformats.org/officeDocument/2006/relationships/tags" Target="../tags/tag950.xml"/><Relationship Id="rId13" Type="http://schemas.openxmlformats.org/officeDocument/2006/relationships/tags" Target="../tags/tag951.xml"/><Relationship Id="rId14" Type="http://schemas.openxmlformats.org/officeDocument/2006/relationships/tags" Target="../tags/tag952.xml"/><Relationship Id="rId15" Type="http://schemas.openxmlformats.org/officeDocument/2006/relationships/tags" Target="../tags/tag953.xml"/><Relationship Id="rId16" Type="http://schemas.openxmlformats.org/officeDocument/2006/relationships/tags" Target="../tags/tag954.xml"/><Relationship Id="rId17" Type="http://schemas.openxmlformats.org/officeDocument/2006/relationships/tags" Target="../tags/tag955.xml"/><Relationship Id="rId18" Type="http://schemas.openxmlformats.org/officeDocument/2006/relationships/tags" Target="../tags/tag956.xml"/><Relationship Id="rId19" Type="http://schemas.openxmlformats.org/officeDocument/2006/relationships/tags" Target="../tags/tag957.xml"/><Relationship Id="rId20" Type="http://schemas.openxmlformats.org/officeDocument/2006/relationships/tags" Target="../tags/tag958.xml"/><Relationship Id="rId21" Type="http://schemas.openxmlformats.org/officeDocument/2006/relationships/tags" Target="../tags/tag959.xml"/><Relationship Id="rId22" Type="http://schemas.openxmlformats.org/officeDocument/2006/relationships/slideLayout" Target="../slideLayouts/slideLayout2.xml"/><Relationship Id="rId23" Type="http://schemas.openxmlformats.org/officeDocument/2006/relationships/notesSlide" Target="../notesSlides/notesSlide276.xml"/></Relationships>
</file>

<file path=ppt/slides/_rels/slide279.xml.rels><?xml version='1.0' encoding='UTF-8' standalone='yes'?>
<Relationships xmlns="http://schemas.openxmlformats.org/package/2006/relationships"><Relationship Id="rId1" Type="http://schemas.openxmlformats.org/officeDocument/2006/relationships/tags" Target="../tags/tag960.xml"/><Relationship Id="rId2" Type="http://schemas.openxmlformats.org/officeDocument/2006/relationships/tags" Target="../tags/tag961.xml"/><Relationship Id="rId3" Type="http://schemas.openxmlformats.org/officeDocument/2006/relationships/tags" Target="../tags/tag962.xml"/><Relationship Id="rId4" Type="http://schemas.openxmlformats.org/officeDocument/2006/relationships/tags" Target="../tags/tag963.xml"/><Relationship Id="rId5" Type="http://schemas.openxmlformats.org/officeDocument/2006/relationships/tags" Target="../tags/tag964.xml"/><Relationship Id="rId6" Type="http://schemas.openxmlformats.org/officeDocument/2006/relationships/tags" Target="../tags/tag965.xml"/><Relationship Id="rId7" Type="http://schemas.openxmlformats.org/officeDocument/2006/relationships/tags" Target="../tags/tag966.xml"/><Relationship Id="rId8" Type="http://schemas.openxmlformats.org/officeDocument/2006/relationships/tags" Target="../tags/tag967.xml"/><Relationship Id="rId9" Type="http://schemas.openxmlformats.org/officeDocument/2006/relationships/tags" Target="../tags/tag968.xml"/><Relationship Id="rId10" Type="http://schemas.openxmlformats.org/officeDocument/2006/relationships/tags" Target="../tags/tag969.xml"/><Relationship Id="rId11" Type="http://schemas.openxmlformats.org/officeDocument/2006/relationships/tags" Target="../tags/tag970.xml"/><Relationship Id="rId12" Type="http://schemas.openxmlformats.org/officeDocument/2006/relationships/tags" Target="../tags/tag971.xml"/><Relationship Id="rId13" Type="http://schemas.openxmlformats.org/officeDocument/2006/relationships/tags" Target="../tags/tag972.xml"/><Relationship Id="rId14" Type="http://schemas.openxmlformats.org/officeDocument/2006/relationships/tags" Target="../tags/tag973.xml"/><Relationship Id="rId15" Type="http://schemas.openxmlformats.org/officeDocument/2006/relationships/tags" Target="../tags/tag974.xml"/><Relationship Id="rId16" Type="http://schemas.openxmlformats.org/officeDocument/2006/relationships/tags" Target="../tags/tag975.xml"/><Relationship Id="rId17" Type="http://schemas.openxmlformats.org/officeDocument/2006/relationships/tags" Target="../tags/tag976.xml"/><Relationship Id="rId18" Type="http://schemas.openxmlformats.org/officeDocument/2006/relationships/tags" Target="../tags/tag977.xml"/><Relationship Id="rId19" Type="http://schemas.openxmlformats.org/officeDocument/2006/relationships/slideLayout" Target="../slideLayouts/slideLayout2.xml"/><Relationship Id="rId20" Type="http://schemas.openxmlformats.org/officeDocument/2006/relationships/notesSlide" Target="../notesSlides/notesSlide277.xml"/></Relationships>
</file>

<file path=ppt/slides/_rels/slide280.xml.rels><?xml version='1.0' encoding='UTF-8' standalone='yes'?>
<Relationships xmlns="http://schemas.openxmlformats.org/package/2006/relationships"><Relationship Id="rId1" Type="http://schemas.openxmlformats.org/officeDocument/2006/relationships/tags" Target="../tags/tag978.xml"/><Relationship Id="rId2" Type="http://schemas.openxmlformats.org/officeDocument/2006/relationships/tags" Target="../tags/tag979.xml"/><Relationship Id="rId3" Type="http://schemas.openxmlformats.org/officeDocument/2006/relationships/tags" Target="../tags/tag980.xml"/><Relationship Id="rId4" Type="http://schemas.openxmlformats.org/officeDocument/2006/relationships/tags" Target="../tags/tag981.xml"/><Relationship Id="rId5" Type="http://schemas.openxmlformats.org/officeDocument/2006/relationships/tags" Target="../tags/tag982.xml"/><Relationship Id="rId6" Type="http://schemas.openxmlformats.org/officeDocument/2006/relationships/tags" Target="../tags/tag983.xml"/><Relationship Id="rId7" Type="http://schemas.openxmlformats.org/officeDocument/2006/relationships/tags" Target="../tags/tag984.xml"/><Relationship Id="rId8" Type="http://schemas.openxmlformats.org/officeDocument/2006/relationships/tags" Target="../tags/tag985.xml"/><Relationship Id="rId9" Type="http://schemas.openxmlformats.org/officeDocument/2006/relationships/tags" Target="../tags/tag986.xml"/><Relationship Id="rId10" Type="http://schemas.openxmlformats.org/officeDocument/2006/relationships/tags" Target="../tags/tag987.xml"/><Relationship Id="rId11" Type="http://schemas.openxmlformats.org/officeDocument/2006/relationships/tags" Target="../tags/tag988.xml"/><Relationship Id="rId12" Type="http://schemas.openxmlformats.org/officeDocument/2006/relationships/tags" Target="../tags/tag989.xml"/><Relationship Id="rId13" Type="http://schemas.openxmlformats.org/officeDocument/2006/relationships/tags" Target="../tags/tag990.xml"/><Relationship Id="rId14" Type="http://schemas.openxmlformats.org/officeDocument/2006/relationships/tags" Target="../tags/tag991.xml"/><Relationship Id="rId15" Type="http://schemas.openxmlformats.org/officeDocument/2006/relationships/tags" Target="../tags/tag992.xml"/><Relationship Id="rId16" Type="http://schemas.openxmlformats.org/officeDocument/2006/relationships/tags" Target="../tags/tag993.xml"/><Relationship Id="rId17" Type="http://schemas.openxmlformats.org/officeDocument/2006/relationships/tags" Target="../tags/tag994.xml"/><Relationship Id="rId18" Type="http://schemas.openxmlformats.org/officeDocument/2006/relationships/tags" Target="../tags/tag995.xml"/><Relationship Id="rId19" Type="http://schemas.openxmlformats.org/officeDocument/2006/relationships/slideLayout" Target="../slideLayouts/slideLayout2.xml"/><Relationship Id="rId20" Type="http://schemas.openxmlformats.org/officeDocument/2006/relationships/notesSlide" Target="../notesSlides/notesSlide278.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9.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1.xml"/></Relationships>
</file>

<file path=ppt/slides/_rels/slide284.xml.rels><?xml version='1.0' encoding='UTF-8' standalone='yes'?>
<Relationships xmlns="http://schemas.openxmlformats.org/package/2006/relationships"><Relationship Id="rId1" Type="http://schemas.openxmlformats.org/officeDocument/2006/relationships/tags" Target="../tags/tag996.xml"/><Relationship Id="rId2" Type="http://schemas.openxmlformats.org/officeDocument/2006/relationships/slideLayout" Target="../slideLayouts/slideLayout2.xml"/><Relationship Id="rId3" Type="http://schemas.openxmlformats.org/officeDocument/2006/relationships/notesSlide" Target="../notesSlides/notesSlide282.xml"/></Relationships>
</file>

<file path=ppt/slides/_rels/slide285.xml.rels><?xml version='1.0' encoding='UTF-8' standalone='yes'?>
<Relationships xmlns="http://schemas.openxmlformats.org/package/2006/relationships"><Relationship Id="rId1" Type="http://schemas.openxmlformats.org/officeDocument/2006/relationships/tags" Target="../tags/tag997.xml"/><Relationship Id="rId2" Type="http://schemas.openxmlformats.org/officeDocument/2006/relationships/tags" Target="../tags/tag998.xml"/><Relationship Id="rId3" Type="http://schemas.openxmlformats.org/officeDocument/2006/relationships/tags" Target="../tags/tag999.xml"/><Relationship Id="rId4" Type="http://schemas.openxmlformats.org/officeDocument/2006/relationships/tags" Target="../tags/tag1000.xml"/><Relationship Id="rId5" Type="http://schemas.openxmlformats.org/officeDocument/2006/relationships/slideLayout" Target="../slideLayouts/slideLayout2.xml"/><Relationship Id="rId6" Type="http://schemas.openxmlformats.org/officeDocument/2006/relationships/notesSlide" Target="../notesSlides/notesSlide283.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4.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5.xml"/></Relationships>
</file>

<file path=ppt/slides/_rels/slide288.xml.rels><?xml version='1.0' encoding='UTF-8' standalone='yes'?>
<Relationships xmlns="http://schemas.openxmlformats.org/package/2006/relationships"><Relationship Id="rId1" Type="http://schemas.openxmlformats.org/officeDocument/2006/relationships/tags" Target="../tags/tag1001.xml"/><Relationship Id="rId2" Type="http://schemas.openxmlformats.org/officeDocument/2006/relationships/tags" Target="../tags/tag1002.xml"/><Relationship Id="rId3" Type="http://schemas.openxmlformats.org/officeDocument/2006/relationships/tags" Target="../tags/tag1003.xml"/><Relationship Id="rId4" Type="http://schemas.openxmlformats.org/officeDocument/2006/relationships/tags" Target="../tags/tag1004.xml"/><Relationship Id="rId5" Type="http://schemas.openxmlformats.org/officeDocument/2006/relationships/tags" Target="../tags/tag1005.xml"/><Relationship Id="rId6" Type="http://schemas.openxmlformats.org/officeDocument/2006/relationships/tags" Target="../tags/tag1006.xml"/><Relationship Id="rId7" Type="http://schemas.openxmlformats.org/officeDocument/2006/relationships/tags" Target="../tags/tag1007.xml"/><Relationship Id="rId8" Type="http://schemas.openxmlformats.org/officeDocument/2006/relationships/tags" Target="../tags/tag1008.xml"/><Relationship Id="rId9" Type="http://schemas.openxmlformats.org/officeDocument/2006/relationships/tags" Target="../tags/tag1009.xml"/><Relationship Id="rId10" Type="http://schemas.openxmlformats.org/officeDocument/2006/relationships/tags" Target="../tags/tag1010.xml"/><Relationship Id="rId11" Type="http://schemas.openxmlformats.org/officeDocument/2006/relationships/tags" Target="../tags/tag1011.xml"/><Relationship Id="rId12" Type="http://schemas.openxmlformats.org/officeDocument/2006/relationships/slideLayout" Target="../slideLayouts/slideLayout2.xml"/><Relationship Id="rId13" Type="http://schemas.openxmlformats.org/officeDocument/2006/relationships/notesSlide" Target="../notesSlides/notesSlide286.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7.xml"/></Relationships>
</file>

<file path=ppt/slides/_rels/slide290.xml.rels><?xml version='1.0' encoding='UTF-8' standalone='yes'?>
<Relationships xmlns="http://schemas.openxmlformats.org/package/2006/relationships"><Relationship Id="rId1" Type="http://schemas.openxmlformats.org/officeDocument/2006/relationships/tags" Target="../tags/tag1012.xml"/><Relationship Id="rId2" Type="http://schemas.openxmlformats.org/officeDocument/2006/relationships/slideLayout" Target="../slideLayouts/slideLayout2.xml"/><Relationship Id="rId3" Type="http://schemas.openxmlformats.org/officeDocument/2006/relationships/notesSlide" Target="../notesSlides/notesSlide288.xml"/></Relationships>
</file>

<file path=ppt/slides/_rels/slide291.xml.rels><?xml version='1.0' encoding='UTF-8' standalone='yes'?>
<Relationships xmlns="http://schemas.openxmlformats.org/package/2006/relationships"><Relationship Id="rId1" Type="http://schemas.openxmlformats.org/officeDocument/2006/relationships/tags" Target="../tags/tag1013.xml"/><Relationship Id="rId2" Type="http://schemas.openxmlformats.org/officeDocument/2006/relationships/slideLayout" Target="../slideLayouts/slideLayout2.xml"/><Relationship Id="rId3" Type="http://schemas.openxmlformats.org/officeDocument/2006/relationships/notesSlide" Target="../notesSlides/notesSlide289.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0.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1.xml"/><Relationship Id="rId3" Type="http://schemas.openxmlformats.org/officeDocument/2006/relationships/image" Target="../media/image41.jpe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2.xml"/></Relationships>
</file>

<file path=ppt/slides/_rels/slide295.xml.rels><?xml version='1.0' encoding='UTF-8' standalone='yes'?>
<Relationships xmlns="http://schemas.openxmlformats.org/package/2006/relationships"><Relationship Id="rId1" Type="http://schemas.openxmlformats.org/officeDocument/2006/relationships/tags" Target="../tags/tag1014.xml"/><Relationship Id="rId2" Type="http://schemas.openxmlformats.org/officeDocument/2006/relationships/tags" Target="../tags/tag1015.xml"/><Relationship Id="rId3" Type="http://schemas.openxmlformats.org/officeDocument/2006/relationships/tags" Target="../tags/tag1016.xml"/><Relationship Id="rId4" Type="http://schemas.openxmlformats.org/officeDocument/2006/relationships/tags" Target="../tags/tag1017.xml"/><Relationship Id="rId5" Type="http://schemas.openxmlformats.org/officeDocument/2006/relationships/tags" Target="../tags/tag1018.xml"/><Relationship Id="rId6" Type="http://schemas.openxmlformats.org/officeDocument/2006/relationships/tags" Target="../tags/tag1019.xml"/><Relationship Id="rId7" Type="http://schemas.openxmlformats.org/officeDocument/2006/relationships/tags" Target="../tags/tag1020.xml"/><Relationship Id="rId8" Type="http://schemas.openxmlformats.org/officeDocument/2006/relationships/tags" Target="../tags/tag1021.xml"/><Relationship Id="rId9" Type="http://schemas.openxmlformats.org/officeDocument/2006/relationships/tags" Target="../tags/tag1022.xml"/><Relationship Id="rId10" Type="http://schemas.openxmlformats.org/officeDocument/2006/relationships/tags" Target="../tags/tag1023.xml"/><Relationship Id="rId11" Type="http://schemas.openxmlformats.org/officeDocument/2006/relationships/tags" Target="../tags/tag1024.xml"/><Relationship Id="rId12" Type="http://schemas.openxmlformats.org/officeDocument/2006/relationships/tags" Target="../tags/tag1025.xml"/><Relationship Id="rId13" Type="http://schemas.openxmlformats.org/officeDocument/2006/relationships/tags" Target="../tags/tag1026.xml"/><Relationship Id="rId14" Type="http://schemas.openxmlformats.org/officeDocument/2006/relationships/tags" Target="../tags/tag1027.xml"/><Relationship Id="rId15" Type="http://schemas.openxmlformats.org/officeDocument/2006/relationships/tags" Target="../tags/tag1028.xml"/><Relationship Id="rId16" Type="http://schemas.openxmlformats.org/officeDocument/2006/relationships/tags" Target="../tags/tag1029.xml"/><Relationship Id="rId17" Type="http://schemas.openxmlformats.org/officeDocument/2006/relationships/tags" Target="../tags/tag1030.xml"/><Relationship Id="rId18" Type="http://schemas.openxmlformats.org/officeDocument/2006/relationships/tags" Target="../tags/tag1031.xml"/><Relationship Id="rId19" Type="http://schemas.openxmlformats.org/officeDocument/2006/relationships/tags" Target="../tags/tag1032.xml"/><Relationship Id="rId20" Type="http://schemas.openxmlformats.org/officeDocument/2006/relationships/tags" Target="../tags/tag1033.xml"/><Relationship Id="rId21" Type="http://schemas.openxmlformats.org/officeDocument/2006/relationships/tags" Target="../tags/tag1034.xml"/><Relationship Id="rId22" Type="http://schemas.openxmlformats.org/officeDocument/2006/relationships/tags" Target="../tags/tag1035.xml"/><Relationship Id="rId23" Type="http://schemas.openxmlformats.org/officeDocument/2006/relationships/tags" Target="../tags/tag1036.xml"/><Relationship Id="rId24" Type="http://schemas.openxmlformats.org/officeDocument/2006/relationships/tags" Target="../tags/tag1037.xml"/><Relationship Id="rId25" Type="http://schemas.openxmlformats.org/officeDocument/2006/relationships/tags" Target="../tags/tag1038.xml"/><Relationship Id="rId26" Type="http://schemas.openxmlformats.org/officeDocument/2006/relationships/tags" Target="../tags/tag1039.xml"/><Relationship Id="rId27" Type="http://schemas.openxmlformats.org/officeDocument/2006/relationships/tags" Target="../tags/tag1040.xml"/><Relationship Id="rId28" Type="http://schemas.openxmlformats.org/officeDocument/2006/relationships/tags" Target="../tags/tag1041.xml"/><Relationship Id="rId29" Type="http://schemas.openxmlformats.org/officeDocument/2006/relationships/slideLayout" Target="../slideLayouts/slideLayout2.xml"/><Relationship Id="rId30" Type="http://schemas.openxmlformats.org/officeDocument/2006/relationships/notesSlide" Target="../notesSlides/notesSlide293.xml"/><Relationship Id="rId31" Type="http://schemas.openxmlformats.org/officeDocument/2006/relationships/image" Target="../media/image42.png"/></Relationships>
</file>

<file path=ppt/slides/_rels/slide296.xml.rels><?xml version='1.0' encoding='UTF-8' standalone='yes'?>
<Relationships xmlns="http://schemas.openxmlformats.org/package/2006/relationships"><Relationship Id="rId1" Type="http://schemas.openxmlformats.org/officeDocument/2006/relationships/tags" Target="../tags/tag1042.xml"/><Relationship Id="rId2" Type="http://schemas.openxmlformats.org/officeDocument/2006/relationships/slideLayout" Target="../slideLayouts/slideLayout2.xml"/><Relationship Id="rId3" Type="http://schemas.openxmlformats.org/officeDocument/2006/relationships/notesSlide" Target="../notesSlides/notesSlide294.xml"/></Relationships>
</file>

<file path=ppt/slides/_rels/slide297.xml.rels><?xml version='1.0' encoding='UTF-8' standalone='yes'?>
<Relationships xmlns="http://schemas.openxmlformats.org/package/2006/relationships"><Relationship Id="rId1" Type="http://schemas.openxmlformats.org/officeDocument/2006/relationships/tags" Target="../tags/tag1043.xml"/><Relationship Id="rId2" Type="http://schemas.openxmlformats.org/officeDocument/2006/relationships/slideLayout" Target="../slideLayouts/slideLayout2.xml"/><Relationship Id="rId3" Type="http://schemas.openxmlformats.org/officeDocument/2006/relationships/notesSlide" Target="../notesSlides/notesSlide295.xml"/></Relationships>
</file>

<file path=ppt/slides/_rels/slide298.xml.rels><?xml version='1.0' encoding='UTF-8' standalone='yes'?>
<Relationships xmlns="http://schemas.openxmlformats.org/package/2006/relationships"><Relationship Id="rId1" Type="http://schemas.openxmlformats.org/officeDocument/2006/relationships/tags" Target="../tags/tag1044.xml"/><Relationship Id="rId2" Type="http://schemas.openxmlformats.org/officeDocument/2006/relationships/tags" Target="../tags/tag1045.xml"/><Relationship Id="rId3" Type="http://schemas.openxmlformats.org/officeDocument/2006/relationships/slideLayout" Target="../slideLayouts/slideLayout2.xml"/><Relationship Id="rId4" Type="http://schemas.openxmlformats.org/officeDocument/2006/relationships/notesSlide" Target="../notesSlides/notesSlide296.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7.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8.xml"/></Relationships>
</file>

<file path=ppt/slides/_rels/slide301.xml.rels><?xml version='1.0' encoding='UTF-8' standalone='yes'?>
<Relationships xmlns="http://schemas.openxmlformats.org/package/2006/relationships"><Relationship Id="rId1" Type="http://schemas.openxmlformats.org/officeDocument/2006/relationships/tags" Target="../tags/tag1046.xml"/><Relationship Id="rId2" Type="http://schemas.openxmlformats.org/officeDocument/2006/relationships/slideLayout" Target="../slideLayouts/slideLayout2.xml"/><Relationship Id="rId3" Type="http://schemas.openxmlformats.org/officeDocument/2006/relationships/notesSlide" Target="../notesSlides/notesSlide299.xml"/></Relationships>
</file>

<file path=ppt/slides/_rels/slide302.xml.rels><?xml version='1.0' encoding='UTF-8' standalone='yes'?>
<Relationships xmlns="http://schemas.openxmlformats.org/package/2006/relationships"><Relationship Id="rId1" Type="http://schemas.openxmlformats.org/officeDocument/2006/relationships/tags" Target="../tags/tag1047.xml"/><Relationship Id="rId2" Type="http://schemas.openxmlformats.org/officeDocument/2006/relationships/slideLayout" Target="../slideLayouts/slideLayout2.xml"/><Relationship Id="rId3" Type="http://schemas.openxmlformats.org/officeDocument/2006/relationships/notesSlide" Target="../notesSlides/notesSlide300.xml"/></Relationships>
</file>

<file path=ppt/slides/_rels/slide303.xml.rels><?xml version='1.0' encoding='UTF-8' standalone='yes'?>
<Relationships xmlns="http://schemas.openxmlformats.org/package/2006/relationships"><Relationship Id="rId1" Type="http://schemas.openxmlformats.org/officeDocument/2006/relationships/tags" Target="../tags/tag1048.xml"/><Relationship Id="rId2" Type="http://schemas.openxmlformats.org/officeDocument/2006/relationships/slideLayout" Target="../slideLayouts/slideLayout2.xml"/><Relationship Id="rId3" Type="http://schemas.openxmlformats.org/officeDocument/2006/relationships/notesSlide" Target="../notesSlides/notesSlide301.xml"/></Relationships>
</file>

<file path=ppt/slides/_rels/slide304.xml.rels><?xml version='1.0' encoding='UTF-8' standalone='yes'?>
<Relationships xmlns="http://schemas.openxmlformats.org/package/2006/relationships"><Relationship Id="rId1" Type="http://schemas.openxmlformats.org/officeDocument/2006/relationships/tags" Target="../tags/tag1049.xml"/><Relationship Id="rId2" Type="http://schemas.openxmlformats.org/officeDocument/2006/relationships/tags" Target="../tags/tag1050.xml"/><Relationship Id="rId3" Type="http://schemas.openxmlformats.org/officeDocument/2006/relationships/tags" Target="../tags/tag1051.xml"/><Relationship Id="rId4" Type="http://schemas.openxmlformats.org/officeDocument/2006/relationships/tags" Target="../tags/tag1052.xml"/><Relationship Id="rId5" Type="http://schemas.openxmlformats.org/officeDocument/2006/relationships/slideLayout" Target="../slideLayouts/slideLayout2.xml"/><Relationship Id="rId6" Type="http://schemas.openxmlformats.org/officeDocument/2006/relationships/notesSlide" Target="../notesSlides/notesSlide302.xml"/></Relationships>
</file>

<file path=ppt/slides/_rels/slide305.xml.rels><?xml version='1.0' encoding='UTF-8' standalone='yes'?>
<Relationships xmlns="http://schemas.openxmlformats.org/package/2006/relationships"><Relationship Id="rId1" Type="http://schemas.openxmlformats.org/officeDocument/2006/relationships/tags" Target="../tags/tag1053.xml"/><Relationship Id="rId2" Type="http://schemas.openxmlformats.org/officeDocument/2006/relationships/slideLayout" Target="../slideLayouts/slideLayout2.xml"/><Relationship Id="rId3" Type="http://schemas.openxmlformats.org/officeDocument/2006/relationships/notesSlide" Target="../notesSlides/notesSlide303.xml"/></Relationships>
</file>

<file path=ppt/slides/_rels/slide306.xml.rels><?xml version='1.0' encoding='UTF-8' standalone='yes'?>
<Relationships xmlns="http://schemas.openxmlformats.org/package/2006/relationships"><Relationship Id="rId1" Type="http://schemas.openxmlformats.org/officeDocument/2006/relationships/tags" Target="../tags/tag1054.xml"/><Relationship Id="rId2" Type="http://schemas.openxmlformats.org/officeDocument/2006/relationships/tags" Target="../tags/tag1055.xml"/><Relationship Id="rId3" Type="http://schemas.openxmlformats.org/officeDocument/2006/relationships/tags" Target="../tags/tag1056.xml"/><Relationship Id="rId4" Type="http://schemas.openxmlformats.org/officeDocument/2006/relationships/tags" Target="../tags/tag1057.xml"/><Relationship Id="rId5" Type="http://schemas.openxmlformats.org/officeDocument/2006/relationships/tags" Target="../tags/tag1058.xml"/><Relationship Id="rId6" Type="http://schemas.openxmlformats.org/officeDocument/2006/relationships/slideLayout" Target="../slideLayouts/slideLayout2.xml"/><Relationship Id="rId7" Type="http://schemas.openxmlformats.org/officeDocument/2006/relationships/notesSlide" Target="../notesSlides/notesSlide304.xml"/></Relationships>
</file>

<file path=ppt/slides/_rels/slide307.xml.rels><?xml version='1.0' encoding='UTF-8' standalone='yes'?>
<Relationships xmlns="http://schemas.openxmlformats.org/package/2006/relationships"><Relationship Id="rId1" Type="http://schemas.openxmlformats.org/officeDocument/2006/relationships/tags" Target="../tags/tag1059.xml"/><Relationship Id="rId2" Type="http://schemas.openxmlformats.org/officeDocument/2006/relationships/slideLayout" Target="../slideLayouts/slideLayout2.xml"/><Relationship Id="rId3" Type="http://schemas.openxmlformats.org/officeDocument/2006/relationships/notesSlide" Target="../notesSlides/notesSlide305.xml"/></Relationships>
</file>

<file path=ppt/slides/_rels/slide308.xml.rels><?xml version='1.0' encoding='UTF-8' standalone='yes'?>
<Relationships xmlns="http://schemas.openxmlformats.org/package/2006/relationships"><Relationship Id="rId1" Type="http://schemas.openxmlformats.org/officeDocument/2006/relationships/tags" Target="../tags/tag1060.xml"/><Relationship Id="rId2" Type="http://schemas.openxmlformats.org/officeDocument/2006/relationships/tags" Target="../tags/tag1061.xml"/><Relationship Id="rId3" Type="http://schemas.openxmlformats.org/officeDocument/2006/relationships/tags" Target="../tags/tag1062.xml"/><Relationship Id="rId4" Type="http://schemas.openxmlformats.org/officeDocument/2006/relationships/tags" Target="../tags/tag1063.xml"/><Relationship Id="rId5" Type="http://schemas.openxmlformats.org/officeDocument/2006/relationships/tags" Target="../tags/tag1064.xml"/><Relationship Id="rId6" Type="http://schemas.openxmlformats.org/officeDocument/2006/relationships/tags" Target="../tags/tag1065.xml"/><Relationship Id="rId7" Type="http://schemas.openxmlformats.org/officeDocument/2006/relationships/tags" Target="../tags/tag1066.xml"/><Relationship Id="rId8" Type="http://schemas.openxmlformats.org/officeDocument/2006/relationships/tags" Target="../tags/tag1067.xml"/><Relationship Id="rId9" Type="http://schemas.openxmlformats.org/officeDocument/2006/relationships/tags" Target="../tags/tag1068.xml"/><Relationship Id="rId10" Type="http://schemas.openxmlformats.org/officeDocument/2006/relationships/tags" Target="../tags/tag1069.xml"/><Relationship Id="rId11" Type="http://schemas.openxmlformats.org/officeDocument/2006/relationships/slideLayout" Target="../slideLayouts/slideLayout2.xml"/><Relationship Id="rId12" Type="http://schemas.openxmlformats.org/officeDocument/2006/relationships/notesSlide" Target="../notesSlides/notesSlide306.xml"/></Relationships>
</file>

<file path=ppt/slides/_rels/slide309.xml.rels><?xml version='1.0' encoding='UTF-8' standalone='yes'?>
<Relationships xmlns="http://schemas.openxmlformats.org/package/2006/relationships"><Relationship Id="rId1" Type="http://schemas.openxmlformats.org/officeDocument/2006/relationships/tags" Target="../tags/tag1070.xml"/><Relationship Id="rId2" Type="http://schemas.openxmlformats.org/officeDocument/2006/relationships/tags" Target="../tags/tag1071.xml"/><Relationship Id="rId3" Type="http://schemas.openxmlformats.org/officeDocument/2006/relationships/tags" Target="../tags/tag1072.xml"/><Relationship Id="rId4" Type="http://schemas.openxmlformats.org/officeDocument/2006/relationships/tags" Target="../tags/tag1073.xml"/><Relationship Id="rId5" Type="http://schemas.openxmlformats.org/officeDocument/2006/relationships/tags" Target="../tags/tag1074.xml"/><Relationship Id="rId6" Type="http://schemas.openxmlformats.org/officeDocument/2006/relationships/tags" Target="../tags/tag1075.xml"/><Relationship Id="rId7" Type="http://schemas.openxmlformats.org/officeDocument/2006/relationships/tags" Target="../tags/tag1076.xml"/><Relationship Id="rId8" Type="http://schemas.openxmlformats.org/officeDocument/2006/relationships/tags" Target="../tags/tag1077.xml"/><Relationship Id="rId9" Type="http://schemas.openxmlformats.org/officeDocument/2006/relationships/tags" Target="../tags/tag1078.xml"/><Relationship Id="rId10" Type="http://schemas.openxmlformats.org/officeDocument/2006/relationships/tags" Target="../tags/tag1079.xml"/><Relationship Id="rId11" Type="http://schemas.openxmlformats.org/officeDocument/2006/relationships/slideLayout" Target="../slideLayouts/slideLayout2.xml"/><Relationship Id="rId12" Type="http://schemas.openxmlformats.org/officeDocument/2006/relationships/notesSlide" Target="../notesSlides/notesSlide307.xml"/></Relationships>
</file>

<file path=ppt/slides/_rels/slide310.xml.rels><?xml version='1.0' encoding='UTF-8' standalone='yes'?>
<Relationships xmlns="http://schemas.openxmlformats.org/package/2006/relationships"><Relationship Id="rId1" Type="http://schemas.openxmlformats.org/officeDocument/2006/relationships/tags" Target="../tags/tag1080.xml"/><Relationship Id="rId2" Type="http://schemas.openxmlformats.org/officeDocument/2006/relationships/tags" Target="../tags/tag1081.xml"/><Relationship Id="rId3" Type="http://schemas.openxmlformats.org/officeDocument/2006/relationships/tags" Target="../tags/tag1082.xml"/><Relationship Id="rId4" Type="http://schemas.openxmlformats.org/officeDocument/2006/relationships/tags" Target="../tags/tag1083.xml"/><Relationship Id="rId5" Type="http://schemas.openxmlformats.org/officeDocument/2006/relationships/tags" Target="../tags/tag1084.xml"/><Relationship Id="rId6" Type="http://schemas.openxmlformats.org/officeDocument/2006/relationships/tags" Target="../tags/tag1085.xml"/><Relationship Id="rId7" Type="http://schemas.openxmlformats.org/officeDocument/2006/relationships/tags" Target="../tags/tag1086.xml"/><Relationship Id="rId8" Type="http://schemas.openxmlformats.org/officeDocument/2006/relationships/tags" Target="../tags/tag1087.xml"/><Relationship Id="rId9" Type="http://schemas.openxmlformats.org/officeDocument/2006/relationships/tags" Target="../tags/tag1088.xml"/><Relationship Id="rId10" Type="http://schemas.openxmlformats.org/officeDocument/2006/relationships/tags" Target="../tags/tag1089.xml"/><Relationship Id="rId11" Type="http://schemas.openxmlformats.org/officeDocument/2006/relationships/slideLayout" Target="../slideLayouts/slideLayout2.xml"/><Relationship Id="rId12" Type="http://schemas.openxmlformats.org/officeDocument/2006/relationships/notesSlide" Target="../notesSlides/notesSlide308.xml"/></Relationships>
</file>

<file path=ppt/slides/_rels/slide311.xml.rels><?xml version='1.0' encoding='UTF-8' standalone='yes'?>
<Relationships xmlns="http://schemas.openxmlformats.org/package/2006/relationships"><Relationship Id="rId1" Type="http://schemas.openxmlformats.org/officeDocument/2006/relationships/tags" Target="../tags/tag1090.xml"/><Relationship Id="rId2" Type="http://schemas.openxmlformats.org/officeDocument/2006/relationships/slideLayout" Target="../slideLayouts/slideLayout2.xml"/><Relationship Id="rId3" Type="http://schemas.openxmlformats.org/officeDocument/2006/relationships/notesSlide" Target="../notesSlides/notesSlide309.xml"/></Relationships>
</file>

<file path=ppt/slides/_rels/slide312.xml.rels><?xml version='1.0' encoding='UTF-8' standalone='yes'?>
<Relationships xmlns="http://schemas.openxmlformats.org/package/2006/relationships"><Relationship Id="rId1" Type="http://schemas.openxmlformats.org/officeDocument/2006/relationships/tags" Target="../tags/tag1091.xml"/><Relationship Id="rId2" Type="http://schemas.openxmlformats.org/officeDocument/2006/relationships/tags" Target="../tags/tag1092.xml"/><Relationship Id="rId3" Type="http://schemas.openxmlformats.org/officeDocument/2006/relationships/tags" Target="../tags/tag1093.xml"/><Relationship Id="rId4" Type="http://schemas.openxmlformats.org/officeDocument/2006/relationships/tags" Target="../tags/tag1094.xml"/><Relationship Id="rId5" Type="http://schemas.openxmlformats.org/officeDocument/2006/relationships/tags" Target="../tags/tag1095.xml"/><Relationship Id="rId6" Type="http://schemas.openxmlformats.org/officeDocument/2006/relationships/tags" Target="../tags/tag1096.xml"/><Relationship Id="rId7" Type="http://schemas.openxmlformats.org/officeDocument/2006/relationships/tags" Target="../tags/tag1097.xml"/><Relationship Id="rId8" Type="http://schemas.openxmlformats.org/officeDocument/2006/relationships/tags" Target="../tags/tag1098.xml"/><Relationship Id="rId9" Type="http://schemas.openxmlformats.org/officeDocument/2006/relationships/tags" Target="../tags/tag1099.xml"/><Relationship Id="rId10" Type="http://schemas.openxmlformats.org/officeDocument/2006/relationships/tags" Target="../tags/tag1100.xml"/><Relationship Id="rId11" Type="http://schemas.openxmlformats.org/officeDocument/2006/relationships/tags" Target="../tags/tag1101.xml"/><Relationship Id="rId12" Type="http://schemas.openxmlformats.org/officeDocument/2006/relationships/slideLayout" Target="../slideLayouts/slideLayout2.xml"/><Relationship Id="rId13" Type="http://schemas.openxmlformats.org/officeDocument/2006/relationships/notesSlide" Target="../notesSlides/notesSlide310.xml"/></Relationships>
</file>

<file path=ppt/slides/_rels/slide313.xml.rels><?xml version='1.0' encoding='UTF-8' standalone='yes'?>
<Relationships xmlns="http://schemas.openxmlformats.org/package/2006/relationships"><Relationship Id="rId1" Type="http://schemas.openxmlformats.org/officeDocument/2006/relationships/tags" Target="../tags/tag1102.xml"/><Relationship Id="rId2" Type="http://schemas.openxmlformats.org/officeDocument/2006/relationships/slideLayout" Target="../slideLayouts/slideLayout2.xml"/><Relationship Id="rId3" Type="http://schemas.openxmlformats.org/officeDocument/2006/relationships/notesSlide" Target="../notesSlides/notesSlide311.xml"/></Relationships>
</file>

<file path=ppt/slides/_rels/slide314.xml.rels><?xml version='1.0' encoding='UTF-8' standalone='yes'?>
<Relationships xmlns="http://schemas.openxmlformats.org/package/2006/relationships"><Relationship Id="rId1" Type="http://schemas.openxmlformats.org/officeDocument/2006/relationships/tags" Target="../tags/tag1103.xml"/><Relationship Id="rId2" Type="http://schemas.openxmlformats.org/officeDocument/2006/relationships/tags" Target="../tags/tag1104.xml"/><Relationship Id="rId3" Type="http://schemas.openxmlformats.org/officeDocument/2006/relationships/tags" Target="../tags/tag1105.xml"/><Relationship Id="rId4" Type="http://schemas.openxmlformats.org/officeDocument/2006/relationships/tags" Target="../tags/tag1106.xml"/><Relationship Id="rId5" Type="http://schemas.openxmlformats.org/officeDocument/2006/relationships/tags" Target="../tags/tag1107.xml"/><Relationship Id="rId6" Type="http://schemas.openxmlformats.org/officeDocument/2006/relationships/tags" Target="../tags/tag1108.xml"/><Relationship Id="rId7" Type="http://schemas.openxmlformats.org/officeDocument/2006/relationships/tags" Target="../tags/tag1109.xml"/><Relationship Id="rId8" Type="http://schemas.openxmlformats.org/officeDocument/2006/relationships/tags" Target="../tags/tag1110.xml"/><Relationship Id="rId9" Type="http://schemas.openxmlformats.org/officeDocument/2006/relationships/tags" Target="../tags/tag1111.xml"/><Relationship Id="rId10" Type="http://schemas.openxmlformats.org/officeDocument/2006/relationships/tags" Target="../tags/tag1112.xml"/><Relationship Id="rId11" Type="http://schemas.openxmlformats.org/officeDocument/2006/relationships/tags" Target="../tags/tag1113.xml"/><Relationship Id="rId12" Type="http://schemas.openxmlformats.org/officeDocument/2006/relationships/slideLayout" Target="../slideLayouts/slideLayout2.xml"/><Relationship Id="rId13" Type="http://schemas.openxmlformats.org/officeDocument/2006/relationships/notesSlide" Target="../notesSlides/notesSlide312.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3.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4.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5.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6.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7.xml"/></Relationships>
</file>

<file path=ppt/slides/_rels/slide320.xml.rels><?xml version='1.0' encoding='UTF-8' standalone='yes'?>
<Relationships xmlns="http://schemas.openxmlformats.org/package/2006/relationships"><Relationship Id="rId1" Type="http://schemas.openxmlformats.org/officeDocument/2006/relationships/tags" Target="../tags/tag1114.xml"/><Relationship Id="rId2" Type="http://schemas.openxmlformats.org/officeDocument/2006/relationships/slideLayout" Target="../slideLayouts/slideLayout2.xml"/><Relationship Id="rId3" Type="http://schemas.openxmlformats.org/officeDocument/2006/relationships/notesSlide" Target="../notesSlides/notesSlide318.xml"/></Relationships>
</file>

<file path=ppt/slides/_rels/slide321.xml.rels><?xml version='1.0' encoding='UTF-8' standalone='yes'?>
<Relationships xmlns="http://schemas.openxmlformats.org/package/2006/relationships"><Relationship Id="rId1" Type="http://schemas.openxmlformats.org/officeDocument/2006/relationships/tags" Target="../tags/tag1115.xml"/><Relationship Id="rId2" Type="http://schemas.openxmlformats.org/officeDocument/2006/relationships/slideLayout" Target="../slideLayouts/slideLayout2.xml"/><Relationship Id="rId3" Type="http://schemas.openxmlformats.org/officeDocument/2006/relationships/notesSlide" Target="../notesSlides/notesSlide319.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0.xml"/><Relationship Id="rId3" Type="http://schemas.openxmlformats.org/officeDocument/2006/relationships/chart" Target="../charts/chart22.xml"/></Relationships>
</file>

<file path=ppt/slides/_rels/slide323.xml.rels><?xml version='1.0' encoding='UTF-8' standalone='yes'?>
<Relationships xmlns="http://schemas.openxmlformats.org/package/2006/relationships"><Relationship Id="rId1" Type="http://schemas.openxmlformats.org/officeDocument/2006/relationships/tags" Target="../tags/tag1116.xml"/><Relationship Id="rId2" Type="http://schemas.openxmlformats.org/officeDocument/2006/relationships/slideLayout" Target="../slideLayouts/slideLayout2.xml"/><Relationship Id="rId3" Type="http://schemas.openxmlformats.org/officeDocument/2006/relationships/notesSlide" Target="../notesSlides/notesSlide321.xml"/></Relationships>
</file>

<file path=ppt/slides/_rels/slide324.xml.rels><?xml version='1.0' encoding='UTF-8' standalone='yes'?>
<Relationships xmlns="http://schemas.openxmlformats.org/package/2006/relationships"><Relationship Id="rId1" Type="http://schemas.openxmlformats.org/officeDocument/2006/relationships/tags" Target="../tags/tag1117.xml"/><Relationship Id="rId2" Type="http://schemas.openxmlformats.org/officeDocument/2006/relationships/slideLayout" Target="../slideLayouts/slideLayout2.xml"/><Relationship Id="rId3" Type="http://schemas.openxmlformats.org/officeDocument/2006/relationships/notesSlide" Target="../notesSlides/notesSlide322.xml"/></Relationships>
</file>

<file path=ppt/slides/_rels/slide325.xml.rels><?xml version='1.0' encoding='UTF-8' standalone='yes'?>
<Relationships xmlns="http://schemas.openxmlformats.org/package/2006/relationships"><Relationship Id="rId1" Type="http://schemas.openxmlformats.org/officeDocument/2006/relationships/tags" Target="../tags/tag1118.xml"/><Relationship Id="rId2" Type="http://schemas.openxmlformats.org/officeDocument/2006/relationships/slideLayout" Target="../slideLayouts/slideLayout2.xml"/><Relationship Id="rId3" Type="http://schemas.openxmlformats.org/officeDocument/2006/relationships/notesSlide" Target="../notesSlides/notesSlide323.xml"/></Relationships>
</file>

<file path=ppt/slides/_rels/slide326.xml.rels><?xml version='1.0' encoding='UTF-8' standalone='yes'?>
<Relationships xmlns="http://schemas.openxmlformats.org/package/2006/relationships"><Relationship Id="rId1" Type="http://schemas.openxmlformats.org/officeDocument/2006/relationships/tags" Target="../tags/tag1119.xml"/><Relationship Id="rId2" Type="http://schemas.openxmlformats.org/officeDocument/2006/relationships/slideLayout" Target="../slideLayouts/slideLayout2.xml"/><Relationship Id="rId3" Type="http://schemas.openxmlformats.org/officeDocument/2006/relationships/notesSlide" Target="../notesSlides/notesSlide324.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5.xml"/><Relationship Id="rId3" Type="http://schemas.openxmlformats.org/officeDocument/2006/relationships/chart" Target="../charts/chart23.xml"/></Relationships>
</file>

<file path=ppt/slides/_rels/slide328.xml.rels><?xml version='1.0' encoding='UTF-8' standalone='yes'?>
<Relationships xmlns="http://schemas.openxmlformats.org/package/2006/relationships"><Relationship Id="rId1" Type="http://schemas.openxmlformats.org/officeDocument/2006/relationships/tags" Target="../tags/tag1120.xml"/><Relationship Id="rId2" Type="http://schemas.openxmlformats.org/officeDocument/2006/relationships/slideLayout" Target="../slideLayouts/slideLayout2.xml"/><Relationship Id="rId3" Type="http://schemas.openxmlformats.org/officeDocument/2006/relationships/notesSlide" Target="../notesSlides/notesSlide326.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7.xml"/></Relationships>
</file>

<file path=ppt/slides/_rels/slide330.xml.rels><?xml version='1.0' encoding='UTF-8' standalone='yes'?>
<Relationships xmlns="http://schemas.openxmlformats.org/package/2006/relationships"><Relationship Id="rId1" Type="http://schemas.openxmlformats.org/officeDocument/2006/relationships/tags" Target="../tags/tag1121.xml"/><Relationship Id="rId2" Type="http://schemas.openxmlformats.org/officeDocument/2006/relationships/slideLayout" Target="../slideLayouts/slideLayout2.xml"/><Relationship Id="rId3" Type="http://schemas.openxmlformats.org/officeDocument/2006/relationships/notesSlide" Target="../notesSlides/notesSlide328.xml"/><Relationship Id="rId4" Type="http://schemas.microsoft.com/office/2014/relationships/chartEx" Target="../charts/chartEx2.xml"/></Relationships>
</file>

<file path=ppt/slides/_rels/slide331.xml.rels><?xml version='1.0' encoding='UTF-8' standalone='yes'?>
<Relationships xmlns="http://schemas.openxmlformats.org/package/2006/relationships"><Relationship Id="rId1" Type="http://schemas.openxmlformats.org/officeDocument/2006/relationships/tags" Target="../tags/tag1122.xml"/><Relationship Id="rId2" Type="http://schemas.openxmlformats.org/officeDocument/2006/relationships/tags" Target="../tags/tag1123.xml"/><Relationship Id="rId3" Type="http://schemas.openxmlformats.org/officeDocument/2006/relationships/tags" Target="../tags/tag1124.xml"/><Relationship Id="rId4" Type="http://schemas.openxmlformats.org/officeDocument/2006/relationships/tags" Target="../tags/tag1125.xml"/><Relationship Id="rId5" Type="http://schemas.openxmlformats.org/officeDocument/2006/relationships/tags" Target="../tags/tag1126.xml"/><Relationship Id="rId6" Type="http://schemas.openxmlformats.org/officeDocument/2006/relationships/tags" Target="../tags/tag1127.xml"/><Relationship Id="rId7" Type="http://schemas.openxmlformats.org/officeDocument/2006/relationships/tags" Target="../tags/tag1128.xml"/><Relationship Id="rId8" Type="http://schemas.openxmlformats.org/officeDocument/2006/relationships/tags" Target="../tags/tag1129.xml"/><Relationship Id="rId9" Type="http://schemas.openxmlformats.org/officeDocument/2006/relationships/tags" Target="../tags/tag1130.xml"/><Relationship Id="rId10" Type="http://schemas.openxmlformats.org/officeDocument/2006/relationships/tags" Target="../tags/tag1131.xml"/><Relationship Id="rId11" Type="http://schemas.openxmlformats.org/officeDocument/2006/relationships/tags" Target="../tags/tag1132.xml"/><Relationship Id="rId12" Type="http://schemas.openxmlformats.org/officeDocument/2006/relationships/tags" Target="../tags/tag1133.xml"/><Relationship Id="rId13" Type="http://schemas.openxmlformats.org/officeDocument/2006/relationships/tags" Target="../tags/tag1134.xml"/><Relationship Id="rId14" Type="http://schemas.openxmlformats.org/officeDocument/2006/relationships/tags" Target="../tags/tag1135.xml"/><Relationship Id="rId15" Type="http://schemas.openxmlformats.org/officeDocument/2006/relationships/tags" Target="../tags/tag1136.xml"/><Relationship Id="rId16" Type="http://schemas.openxmlformats.org/officeDocument/2006/relationships/tags" Target="../tags/tag1137.xml"/><Relationship Id="rId17" Type="http://schemas.openxmlformats.org/officeDocument/2006/relationships/tags" Target="../tags/tag1138.xml"/><Relationship Id="rId18" Type="http://schemas.openxmlformats.org/officeDocument/2006/relationships/tags" Target="../tags/tag1139.xml"/><Relationship Id="rId19" Type="http://schemas.openxmlformats.org/officeDocument/2006/relationships/tags" Target="../tags/tag1140.xml"/><Relationship Id="rId20" Type="http://schemas.openxmlformats.org/officeDocument/2006/relationships/tags" Target="../tags/tag1141.xml"/><Relationship Id="rId21" Type="http://schemas.openxmlformats.org/officeDocument/2006/relationships/tags" Target="../tags/tag1142.xml"/><Relationship Id="rId22" Type="http://schemas.openxmlformats.org/officeDocument/2006/relationships/tags" Target="../tags/tag1143.xml"/><Relationship Id="rId23" Type="http://schemas.openxmlformats.org/officeDocument/2006/relationships/tags" Target="../tags/tag1144.xml"/><Relationship Id="rId24" Type="http://schemas.openxmlformats.org/officeDocument/2006/relationships/tags" Target="../tags/tag1145.xml"/><Relationship Id="rId25" Type="http://schemas.openxmlformats.org/officeDocument/2006/relationships/tags" Target="../tags/tag1146.xml"/><Relationship Id="rId26" Type="http://schemas.openxmlformats.org/officeDocument/2006/relationships/tags" Target="../tags/tag1147.xml"/><Relationship Id="rId27" Type="http://schemas.openxmlformats.org/officeDocument/2006/relationships/tags" Target="../tags/tag1148.xml"/><Relationship Id="rId28" Type="http://schemas.openxmlformats.org/officeDocument/2006/relationships/tags" Target="../tags/tag1149.xml"/><Relationship Id="rId29" Type="http://schemas.openxmlformats.org/officeDocument/2006/relationships/slideLayout" Target="../slideLayouts/slideLayout2.xml"/><Relationship Id="rId30" Type="http://schemas.openxmlformats.org/officeDocument/2006/relationships/notesSlide" Target="../notesSlides/notesSlide329.xml"/><Relationship Id="rId31" Type="http://schemas.openxmlformats.org/officeDocument/2006/relationships/oleObject" Target="../embeddings/oleObject2.bin"/><Relationship Id="rId32" Type="http://schemas.openxmlformats.org/officeDocument/2006/relationships/image" Target="../media/image14.emf"/></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0.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1.xml"/></Relationships>
</file>

<file path=ppt/slides/_rels/slide334.xml.rels><?xml version='1.0' encoding='UTF-8' standalone='yes'?>
<Relationships xmlns="http://schemas.openxmlformats.org/package/2006/relationships"><Relationship Id="rId1" Type="http://schemas.openxmlformats.org/officeDocument/2006/relationships/tags" Target="../tags/tag1150.xml"/><Relationship Id="rId2" Type="http://schemas.openxmlformats.org/officeDocument/2006/relationships/slideLayout" Target="../slideLayouts/slideLayout2.xml"/><Relationship Id="rId3" Type="http://schemas.openxmlformats.org/officeDocument/2006/relationships/notesSlide" Target="../notesSlides/notesSlide332.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3.xml"/></Relationships>
</file>

<file path=ppt/slides/_rels/slide336.xml.rels><?xml version='1.0' encoding='UTF-8' standalone='yes'?>
<Relationships xmlns="http://schemas.openxmlformats.org/package/2006/relationships"><Relationship Id="rId1" Type="http://schemas.openxmlformats.org/officeDocument/2006/relationships/tags" Target="../tags/tag1151.xml"/><Relationship Id="rId2" Type="http://schemas.openxmlformats.org/officeDocument/2006/relationships/slideLayout" Target="../slideLayouts/slideLayout2.xml"/><Relationship Id="rId3" Type="http://schemas.openxmlformats.org/officeDocument/2006/relationships/notesSlide" Target="../notesSlides/notesSlide334.xml"/></Relationships>
</file>

<file path=ppt/slides/_rels/slide337.xml.rels><?xml version='1.0' encoding='UTF-8' standalone='yes'?>
<Relationships xmlns="http://schemas.openxmlformats.org/package/2006/relationships"><Relationship Id="rId1" Type="http://schemas.openxmlformats.org/officeDocument/2006/relationships/tags" Target="../tags/tag1152.xml"/><Relationship Id="rId2" Type="http://schemas.openxmlformats.org/officeDocument/2006/relationships/slideLayout" Target="../slideLayouts/slideLayout2.xml"/><Relationship Id="rId3" Type="http://schemas.openxmlformats.org/officeDocument/2006/relationships/notesSlide" Target="../notesSlides/notesSlide335.xml"/></Relationships>
</file>

<file path=ppt/slides/_rels/slide338.xml.rels><?xml version='1.0' encoding='UTF-8' standalone='yes'?>
<Relationships xmlns="http://schemas.openxmlformats.org/package/2006/relationships"><Relationship Id="rId1" Type="http://schemas.openxmlformats.org/officeDocument/2006/relationships/tags" Target="../tags/tag1153.xml"/><Relationship Id="rId2" Type="http://schemas.openxmlformats.org/officeDocument/2006/relationships/tags" Target="../tags/tag1154.xml"/><Relationship Id="rId3" Type="http://schemas.openxmlformats.org/officeDocument/2006/relationships/tags" Target="../tags/tag1155.xml"/><Relationship Id="rId4" Type="http://schemas.openxmlformats.org/officeDocument/2006/relationships/tags" Target="../tags/tag1156.xml"/><Relationship Id="rId5" Type="http://schemas.openxmlformats.org/officeDocument/2006/relationships/tags" Target="../tags/tag1157.xml"/><Relationship Id="rId6" Type="http://schemas.openxmlformats.org/officeDocument/2006/relationships/tags" Target="../tags/tag1158.xml"/><Relationship Id="rId7" Type="http://schemas.openxmlformats.org/officeDocument/2006/relationships/tags" Target="../tags/tag1159.xml"/><Relationship Id="rId8" Type="http://schemas.openxmlformats.org/officeDocument/2006/relationships/tags" Target="../tags/tag1160.xml"/><Relationship Id="rId9" Type="http://schemas.openxmlformats.org/officeDocument/2006/relationships/tags" Target="../tags/tag1161.xml"/><Relationship Id="rId10" Type="http://schemas.openxmlformats.org/officeDocument/2006/relationships/tags" Target="../tags/tag1162.xml"/><Relationship Id="rId11" Type="http://schemas.openxmlformats.org/officeDocument/2006/relationships/tags" Target="../tags/tag1163.xml"/><Relationship Id="rId12" Type="http://schemas.openxmlformats.org/officeDocument/2006/relationships/tags" Target="../tags/tag1164.xml"/><Relationship Id="rId13" Type="http://schemas.openxmlformats.org/officeDocument/2006/relationships/tags" Target="../tags/tag1165.xml"/><Relationship Id="rId14" Type="http://schemas.openxmlformats.org/officeDocument/2006/relationships/tags" Target="../tags/tag1166.xml"/><Relationship Id="rId15" Type="http://schemas.openxmlformats.org/officeDocument/2006/relationships/tags" Target="../tags/tag1167.xml"/><Relationship Id="rId16" Type="http://schemas.openxmlformats.org/officeDocument/2006/relationships/tags" Target="../tags/tag1168.xml"/><Relationship Id="rId17" Type="http://schemas.openxmlformats.org/officeDocument/2006/relationships/tags" Target="../tags/tag1169.xml"/><Relationship Id="rId18" Type="http://schemas.openxmlformats.org/officeDocument/2006/relationships/tags" Target="../tags/tag1170.xml"/><Relationship Id="rId19" Type="http://schemas.openxmlformats.org/officeDocument/2006/relationships/tags" Target="../tags/tag1171.xml"/><Relationship Id="rId20" Type="http://schemas.openxmlformats.org/officeDocument/2006/relationships/tags" Target="../tags/tag1172.xml"/><Relationship Id="rId21" Type="http://schemas.openxmlformats.org/officeDocument/2006/relationships/tags" Target="../tags/tag1173.xml"/><Relationship Id="rId22" Type="http://schemas.openxmlformats.org/officeDocument/2006/relationships/tags" Target="../tags/tag1174.xml"/><Relationship Id="rId23" Type="http://schemas.openxmlformats.org/officeDocument/2006/relationships/tags" Target="../tags/tag1175.xml"/><Relationship Id="rId24" Type="http://schemas.openxmlformats.org/officeDocument/2006/relationships/tags" Target="../tags/tag1176.xml"/><Relationship Id="rId25" Type="http://schemas.openxmlformats.org/officeDocument/2006/relationships/tags" Target="../tags/tag1177.xml"/><Relationship Id="rId26" Type="http://schemas.openxmlformats.org/officeDocument/2006/relationships/tags" Target="../tags/tag1178.xml"/><Relationship Id="rId27" Type="http://schemas.openxmlformats.org/officeDocument/2006/relationships/tags" Target="../tags/tag1179.xml"/><Relationship Id="rId28" Type="http://schemas.openxmlformats.org/officeDocument/2006/relationships/tags" Target="../tags/tag1180.xml"/><Relationship Id="rId29" Type="http://schemas.openxmlformats.org/officeDocument/2006/relationships/tags" Target="../tags/tag1181.xml"/><Relationship Id="rId30" Type="http://schemas.openxmlformats.org/officeDocument/2006/relationships/tags" Target="../tags/tag1182.xml"/><Relationship Id="rId31" Type="http://schemas.openxmlformats.org/officeDocument/2006/relationships/tags" Target="../tags/tag1183.xml"/><Relationship Id="rId32" Type="http://schemas.openxmlformats.org/officeDocument/2006/relationships/tags" Target="../tags/tag1184.xml"/><Relationship Id="rId33" Type="http://schemas.openxmlformats.org/officeDocument/2006/relationships/tags" Target="../tags/tag1185.xml"/><Relationship Id="rId34" Type="http://schemas.openxmlformats.org/officeDocument/2006/relationships/tags" Target="../tags/tag1186.xml"/><Relationship Id="rId35" Type="http://schemas.openxmlformats.org/officeDocument/2006/relationships/tags" Target="../tags/tag1187.xml"/><Relationship Id="rId36" Type="http://schemas.openxmlformats.org/officeDocument/2006/relationships/tags" Target="../tags/tag1188.xml"/><Relationship Id="rId37" Type="http://schemas.openxmlformats.org/officeDocument/2006/relationships/tags" Target="../tags/tag1189.xml"/><Relationship Id="rId38" Type="http://schemas.openxmlformats.org/officeDocument/2006/relationships/tags" Target="../tags/tag1190.xml"/><Relationship Id="rId39" Type="http://schemas.openxmlformats.org/officeDocument/2006/relationships/tags" Target="../tags/tag1191.xml"/><Relationship Id="rId40" Type="http://schemas.openxmlformats.org/officeDocument/2006/relationships/tags" Target="../tags/tag1192.xml"/><Relationship Id="rId41" Type="http://schemas.openxmlformats.org/officeDocument/2006/relationships/tags" Target="../tags/tag1193.xml"/><Relationship Id="rId42" Type="http://schemas.openxmlformats.org/officeDocument/2006/relationships/tags" Target="../tags/tag1194.xml"/><Relationship Id="rId43" Type="http://schemas.openxmlformats.org/officeDocument/2006/relationships/tags" Target="../tags/tag1195.xml"/><Relationship Id="rId44" Type="http://schemas.openxmlformats.org/officeDocument/2006/relationships/tags" Target="../tags/tag1196.xml"/><Relationship Id="rId45" Type="http://schemas.openxmlformats.org/officeDocument/2006/relationships/tags" Target="../tags/tag1197.xml"/><Relationship Id="rId46" Type="http://schemas.openxmlformats.org/officeDocument/2006/relationships/tags" Target="../tags/tag1198.xml"/><Relationship Id="rId47" Type="http://schemas.openxmlformats.org/officeDocument/2006/relationships/tags" Target="../tags/tag1199.xml"/><Relationship Id="rId48" Type="http://schemas.openxmlformats.org/officeDocument/2006/relationships/tags" Target="../tags/tag1200.xml"/><Relationship Id="rId49" Type="http://schemas.openxmlformats.org/officeDocument/2006/relationships/tags" Target="../tags/tag1201.xml"/><Relationship Id="rId50" Type="http://schemas.openxmlformats.org/officeDocument/2006/relationships/tags" Target="../tags/tag1202.xml"/><Relationship Id="rId51" Type="http://schemas.openxmlformats.org/officeDocument/2006/relationships/tags" Target="../tags/tag1203.xml"/><Relationship Id="rId52" Type="http://schemas.openxmlformats.org/officeDocument/2006/relationships/tags" Target="../tags/tag1204.xml"/><Relationship Id="rId53" Type="http://schemas.openxmlformats.org/officeDocument/2006/relationships/tags" Target="../tags/tag1205.xml"/><Relationship Id="rId54" Type="http://schemas.openxmlformats.org/officeDocument/2006/relationships/tags" Target="../tags/tag1206.xml"/><Relationship Id="rId55" Type="http://schemas.openxmlformats.org/officeDocument/2006/relationships/slideLayout" Target="../slideLayouts/slideLayout2.xml"/><Relationship Id="rId56" Type="http://schemas.openxmlformats.org/officeDocument/2006/relationships/notesSlide" Target="../notesSlides/notesSlide336.xml"/></Relationships>
</file>

<file path=ppt/slides/_rels/slide339.xml.rels><?xml version='1.0' encoding='UTF-8' standalone='yes'?>
<Relationships xmlns="http://schemas.openxmlformats.org/package/2006/relationships"><Relationship Id="rId1" Type="http://schemas.openxmlformats.org/officeDocument/2006/relationships/tags" Target="../tags/tag1207.xml"/><Relationship Id="rId2" Type="http://schemas.openxmlformats.org/officeDocument/2006/relationships/slideLayout" Target="../slideLayouts/slideLayout2.xml"/><Relationship Id="rId3" Type="http://schemas.openxmlformats.org/officeDocument/2006/relationships/notesSlide" Target="../notesSlides/notesSlide33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8.xml"/></Relationships>
</file>

<file path=ppt/slides/_rels/slide341.xml.rels><?xml version='1.0' encoding='UTF-8' standalone='yes'?>
<Relationships xmlns="http://schemas.openxmlformats.org/package/2006/relationships"><Relationship Id="rId1" Type="http://schemas.openxmlformats.org/officeDocument/2006/relationships/tags" Target="../tags/tag1208.xml"/><Relationship Id="rId2" Type="http://schemas.openxmlformats.org/officeDocument/2006/relationships/slideLayout" Target="../slideLayouts/slideLayout2.xml"/><Relationship Id="rId3" Type="http://schemas.openxmlformats.org/officeDocument/2006/relationships/notesSlide" Target="../notesSlides/notesSlide339.xml"/></Relationships>
</file>

<file path=ppt/slides/_rels/slide342.xml.rels><?xml version='1.0' encoding='UTF-8' standalone='yes'?>
<Relationships xmlns="http://schemas.openxmlformats.org/package/2006/relationships"><Relationship Id="rId1" Type="http://schemas.openxmlformats.org/officeDocument/2006/relationships/tags" Target="../tags/tag1209.xml"/><Relationship Id="rId2" Type="http://schemas.openxmlformats.org/officeDocument/2006/relationships/slideLayout" Target="../slideLayouts/slideLayout2.xml"/><Relationship Id="rId3" Type="http://schemas.openxmlformats.org/officeDocument/2006/relationships/notesSlide" Target="../notesSlides/notesSlide340.xml"/></Relationships>
</file>

<file path=ppt/slides/_rels/slide343.xml.rels><?xml version='1.0' encoding='UTF-8' standalone='yes'?>
<Relationships xmlns="http://schemas.openxmlformats.org/package/2006/relationships"><Relationship Id="rId1" Type="http://schemas.openxmlformats.org/officeDocument/2006/relationships/tags" Target="../tags/tag1210.xml"/><Relationship Id="rId2" Type="http://schemas.openxmlformats.org/officeDocument/2006/relationships/tags" Target="../tags/tag1211.xml"/><Relationship Id="rId3" Type="http://schemas.openxmlformats.org/officeDocument/2006/relationships/slideLayout" Target="../slideLayouts/slideLayout2.xml"/><Relationship Id="rId4" Type="http://schemas.openxmlformats.org/officeDocument/2006/relationships/notesSlide" Target="../notesSlides/notesSlide341.xml"/></Relationships>
</file>

<file path=ppt/slides/_rels/slide344.xml.rels><?xml version='1.0' encoding='UTF-8' standalone='yes'?>
<Relationships xmlns="http://schemas.openxmlformats.org/package/2006/relationships"><Relationship Id="rId1" Type="http://schemas.openxmlformats.org/officeDocument/2006/relationships/tags" Target="../tags/tag1212.xml"/><Relationship Id="rId2" Type="http://schemas.openxmlformats.org/officeDocument/2006/relationships/slideLayout" Target="../slideLayouts/slideLayout2.xml"/><Relationship Id="rId3" Type="http://schemas.openxmlformats.org/officeDocument/2006/relationships/notesSlide" Target="../notesSlides/notesSlide342.xml"/></Relationships>
</file>

<file path=ppt/slides/_rels/slide345.xml.rels><?xml version='1.0' encoding='UTF-8' standalone='yes'?>
<Relationships xmlns="http://schemas.openxmlformats.org/package/2006/relationships"><Relationship Id="rId1" Type="http://schemas.openxmlformats.org/officeDocument/2006/relationships/tags" Target="../tags/tag1213.xml"/><Relationship Id="rId2" Type="http://schemas.openxmlformats.org/officeDocument/2006/relationships/tags" Target="../tags/tag1214.xml"/><Relationship Id="rId3" Type="http://schemas.openxmlformats.org/officeDocument/2006/relationships/slideLayout" Target="../slideLayouts/slideLayout2.xml"/><Relationship Id="rId4" Type="http://schemas.openxmlformats.org/officeDocument/2006/relationships/notesSlide" Target="../notesSlides/notesSlide343.xml"/></Relationships>
</file>

<file path=ppt/slides/_rels/slide346.xml.rels><?xml version='1.0' encoding='UTF-8' standalone='yes'?>
<Relationships xmlns="http://schemas.openxmlformats.org/package/2006/relationships"><Relationship Id="rId1" Type="http://schemas.openxmlformats.org/officeDocument/2006/relationships/tags" Target="../tags/tag1215.xml"/><Relationship Id="rId2" Type="http://schemas.openxmlformats.org/officeDocument/2006/relationships/slideLayout" Target="../slideLayouts/slideLayout2.xml"/><Relationship Id="rId3" Type="http://schemas.openxmlformats.org/officeDocument/2006/relationships/notesSlide" Target="../notesSlides/notesSlide344.xml"/></Relationships>
</file>

<file path=ppt/slides/_rels/slide347.xml.rels><?xml version='1.0' encoding='UTF-8' standalone='yes'?>
<Relationships xmlns="http://schemas.openxmlformats.org/package/2006/relationships"><Relationship Id="rId1" Type="http://schemas.openxmlformats.org/officeDocument/2006/relationships/tags" Target="../tags/tag1216.xml"/><Relationship Id="rId2" Type="http://schemas.openxmlformats.org/officeDocument/2006/relationships/slideLayout" Target="../slideLayouts/slideLayout2.xml"/><Relationship Id="rId3" Type="http://schemas.openxmlformats.org/officeDocument/2006/relationships/notesSlide" Target="../notesSlides/notesSlide345.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6.xml"/></Relationships>
</file>

<file path=ppt/slides/_rels/slide349.xml.rels><?xml version='1.0' encoding='UTF-8' standalone='yes'?>
<Relationships xmlns="http://schemas.openxmlformats.org/package/2006/relationships"><Relationship Id="rId1" Type="http://schemas.openxmlformats.org/officeDocument/2006/relationships/tags" Target="../tags/tag1217.xml"/><Relationship Id="rId2" Type="http://schemas.openxmlformats.org/officeDocument/2006/relationships/slideLayout" Target="../slideLayouts/slideLayout2.xml"/><Relationship Id="rId3" Type="http://schemas.openxmlformats.org/officeDocument/2006/relationships/notesSlide" Target="../notesSlides/notesSlide347.xml"/></Relationships>
</file>

<file path=ppt/slides/_rels/slide350.xml.rels><?xml version='1.0' encoding='UTF-8' standalone='yes'?>
<Relationships xmlns="http://schemas.openxmlformats.org/package/2006/relationships"><Relationship Id="rId1" Type="http://schemas.openxmlformats.org/officeDocument/2006/relationships/tags" Target="../tags/tag1218.xml"/><Relationship Id="rId2" Type="http://schemas.openxmlformats.org/officeDocument/2006/relationships/tags" Target="../tags/tag1219.xml"/><Relationship Id="rId3" Type="http://schemas.openxmlformats.org/officeDocument/2006/relationships/tags" Target="../tags/tag1220.xml"/><Relationship Id="rId4" Type="http://schemas.openxmlformats.org/officeDocument/2006/relationships/tags" Target="../tags/tag1221.xml"/><Relationship Id="rId5" Type="http://schemas.openxmlformats.org/officeDocument/2006/relationships/slideLayout" Target="../slideLayouts/slideLayout2.xml"/><Relationship Id="rId6" Type="http://schemas.openxmlformats.org/officeDocument/2006/relationships/notesSlide" Target="../notesSlides/notesSlide348.xml"/></Relationships>
</file>

<file path=ppt/slides/_rels/slide351.xml.rels><?xml version='1.0' encoding='UTF-8' standalone='yes'?>
<Relationships xmlns="http://schemas.openxmlformats.org/package/2006/relationships"><Relationship Id="rId1" Type="http://schemas.openxmlformats.org/officeDocument/2006/relationships/tags" Target="../tags/tag1222.xml"/><Relationship Id="rId2" Type="http://schemas.openxmlformats.org/officeDocument/2006/relationships/tags" Target="../tags/tag1223.xml"/><Relationship Id="rId3" Type="http://schemas.openxmlformats.org/officeDocument/2006/relationships/slideLayout" Target="../slideLayouts/slideLayout2.xml"/><Relationship Id="rId4" Type="http://schemas.openxmlformats.org/officeDocument/2006/relationships/notesSlide" Target="../notesSlides/notesSlide349.xml"/></Relationships>
</file>

<file path=ppt/slides/_rels/slide352.xml.rels><?xml version='1.0' encoding='UTF-8' standalone='yes'?>
<Relationships xmlns="http://schemas.openxmlformats.org/package/2006/relationships"><Relationship Id="rId1" Type="http://schemas.openxmlformats.org/officeDocument/2006/relationships/tags" Target="../tags/tag1224.xml"/><Relationship Id="rId2" Type="http://schemas.openxmlformats.org/officeDocument/2006/relationships/slideLayout" Target="../slideLayouts/slideLayout2.xml"/><Relationship Id="rId3" Type="http://schemas.openxmlformats.org/officeDocument/2006/relationships/notesSlide" Target="../notesSlides/notesSlide350.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1.xml"/></Relationships>
</file>

<file path=ppt/slides/_rels/slide354.xml.rels><?xml version='1.0' encoding='UTF-8' standalone='yes'?>
<Relationships xmlns="http://schemas.openxmlformats.org/package/2006/relationships"><Relationship Id="rId1" Type="http://schemas.openxmlformats.org/officeDocument/2006/relationships/tags" Target="../tags/tag1225.xml"/><Relationship Id="rId2" Type="http://schemas.openxmlformats.org/officeDocument/2006/relationships/slideLayout" Target="../slideLayouts/slideLayout2.xml"/><Relationship Id="rId3" Type="http://schemas.openxmlformats.org/officeDocument/2006/relationships/notesSlide" Target="../notesSlides/notesSlide352.xml"/></Relationships>
</file>

<file path=ppt/slides/_rels/slide355.xml.rels><?xml version='1.0' encoding='UTF-8' standalone='yes'?>
<Relationships xmlns="http://schemas.openxmlformats.org/package/2006/relationships"><Relationship Id="rId1" Type="http://schemas.openxmlformats.org/officeDocument/2006/relationships/tags" Target="../tags/tag1226.xml"/><Relationship Id="rId2" Type="http://schemas.openxmlformats.org/officeDocument/2006/relationships/slideLayout" Target="../slideLayouts/slideLayout2.xml"/><Relationship Id="rId3" Type="http://schemas.openxmlformats.org/officeDocument/2006/relationships/notesSlide" Target="../notesSlides/notesSlide353.xml"/></Relationships>
</file>

<file path=ppt/slides/_rels/slide356.xml.rels><?xml version='1.0' encoding='UTF-8' standalone='yes'?>
<Relationships xmlns="http://schemas.openxmlformats.org/package/2006/relationships"><Relationship Id="rId1" Type="http://schemas.openxmlformats.org/officeDocument/2006/relationships/tags" Target="../tags/tag1227.xml"/><Relationship Id="rId2" Type="http://schemas.openxmlformats.org/officeDocument/2006/relationships/slideLayout" Target="../slideLayouts/slideLayout2.xml"/><Relationship Id="rId3" Type="http://schemas.openxmlformats.org/officeDocument/2006/relationships/notesSlide" Target="../notesSlides/notesSlide35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5.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6.xml"/></Relationships>
</file>

<file path=ppt/slides/_rels/slide359.xml.rels><?xml version='1.0' encoding='UTF-8' standalone='yes'?>
<Relationships xmlns="http://schemas.openxmlformats.org/package/2006/relationships"><Relationship Id="rId1" Type="http://schemas.openxmlformats.org/officeDocument/2006/relationships/tags" Target="../tags/tag1228.xml"/><Relationship Id="rId2" Type="http://schemas.openxmlformats.org/officeDocument/2006/relationships/slideLayout" Target="../slideLayouts/slideLayout2.xml"/><Relationship Id="rId3" Type="http://schemas.openxmlformats.org/officeDocument/2006/relationships/notesSlide" Target="../notesSlides/notesSlide357.xml"/></Relationships>
</file>

<file path=ppt/slides/_rels/slide360.xml.rels><?xml version='1.0' encoding='UTF-8' standalone='yes'?>
<Relationships xmlns="http://schemas.openxmlformats.org/package/2006/relationships"><Relationship Id="rId1" Type="http://schemas.openxmlformats.org/officeDocument/2006/relationships/tags" Target="../tags/tag1229.xml"/><Relationship Id="rId2" Type="http://schemas.openxmlformats.org/officeDocument/2006/relationships/slideLayout" Target="../slideLayouts/slideLayout2.xml"/><Relationship Id="rId3" Type="http://schemas.openxmlformats.org/officeDocument/2006/relationships/notesSlide" Target="../notesSlides/notesSlide358.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9.xml"/></Relationships>
</file>

<file path=ppt/slides/_rels/slide362.xml.rels><?xml version='1.0' encoding='UTF-8' standalone='yes'?>
<Relationships xmlns="http://schemas.openxmlformats.org/package/2006/relationships"><Relationship Id="rId1" Type="http://schemas.openxmlformats.org/officeDocument/2006/relationships/tags" Target="../tags/tag1230.xml"/><Relationship Id="rId2" Type="http://schemas.openxmlformats.org/officeDocument/2006/relationships/slideLayout" Target="../slideLayouts/slideLayout2.xml"/><Relationship Id="rId3" Type="http://schemas.openxmlformats.org/officeDocument/2006/relationships/notesSlide" Target="../notesSlides/notesSlide360.xml"/></Relationships>
</file>

<file path=ppt/slides/_rels/slide363.xml.rels><?xml version='1.0' encoding='UTF-8' standalone='yes'?>
<Relationships xmlns="http://schemas.openxmlformats.org/package/2006/relationships"><Relationship Id="rId1" Type="http://schemas.openxmlformats.org/officeDocument/2006/relationships/tags" Target="../tags/tag1231.xml"/><Relationship Id="rId2" Type="http://schemas.openxmlformats.org/officeDocument/2006/relationships/slideLayout" Target="../slideLayouts/slideLayout2.xml"/><Relationship Id="rId3" Type="http://schemas.openxmlformats.org/officeDocument/2006/relationships/notesSlide" Target="../notesSlides/notesSlide361.xml"/></Relationships>
</file>

<file path=ppt/slides/_rels/slide364.xml.rels><?xml version='1.0' encoding='UTF-8' standalone='yes'?>
<Relationships xmlns="http://schemas.openxmlformats.org/package/2006/relationships"><Relationship Id="rId1" Type="http://schemas.openxmlformats.org/officeDocument/2006/relationships/tags" Target="../tags/tag1232.xml"/><Relationship Id="rId2" Type="http://schemas.openxmlformats.org/officeDocument/2006/relationships/slideLayout" Target="../slideLayouts/slideLayout2.xml"/><Relationship Id="rId3" Type="http://schemas.openxmlformats.org/officeDocument/2006/relationships/notesSlide" Target="../notesSlides/notesSlide362.xml"/></Relationships>
</file>

<file path=ppt/slides/_rels/slide365.xml.rels><?xml version='1.0' encoding='UTF-8' standalone='yes'?>
<Relationships xmlns="http://schemas.openxmlformats.org/package/2006/relationships"><Relationship Id="rId1" Type="http://schemas.openxmlformats.org/officeDocument/2006/relationships/tags" Target="../tags/tag1233.xml"/><Relationship Id="rId2" Type="http://schemas.openxmlformats.org/officeDocument/2006/relationships/tags" Target="../tags/tag1234.xml"/><Relationship Id="rId3" Type="http://schemas.openxmlformats.org/officeDocument/2006/relationships/tags" Target="../tags/tag1235.xml"/><Relationship Id="rId4" Type="http://schemas.openxmlformats.org/officeDocument/2006/relationships/slideLayout" Target="../slideLayouts/slideLayout2.xml"/><Relationship Id="rId5" Type="http://schemas.openxmlformats.org/officeDocument/2006/relationships/notesSlide" Target="../notesSlides/notesSlide363.xml"/><Relationship Id="rId6" Type="http://schemas.openxmlformats.org/officeDocument/2006/relationships/hyperlink" Target="mailto:contact@power-user-softwares.com" TargetMode="External"/><Relationship Id="rId7" Type="http://schemas.openxmlformats.org/officeDocument/2006/relationships/image" Target="../media/image43.png"/></Relationships>
</file>

<file path=ppt/slides/_rels/slide366.xml.rels><?xml version='1.0' encoding='UTF-8' standalone='yes'?>
<Relationships xmlns="http://schemas.openxmlformats.org/package/2006/relationships"><Relationship Id="rId1" Type="http://schemas.openxmlformats.org/officeDocument/2006/relationships/tags" Target="../tags/tag1236.xml"/><Relationship Id="rId2" Type="http://schemas.openxmlformats.org/officeDocument/2006/relationships/tags" Target="../tags/tag1237.xml"/><Relationship Id="rId3" Type="http://schemas.openxmlformats.org/officeDocument/2006/relationships/slideLayout" Target="../slideLayouts/slideLayout2.xml"/><Relationship Id="rId4" Type="http://schemas.openxmlformats.org/officeDocument/2006/relationships/notesSlide" Target="../notesSlides/notesSlide364.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367.xml.rels><?xml version='1.0' encoding='UTF-8' standalone='yes'?>
<Relationships xmlns="http://schemas.openxmlformats.org/package/2006/relationships"><Relationship Id="rId1" Type="http://schemas.openxmlformats.org/officeDocument/2006/relationships/tags" Target="../tags/tag1238.xml"/><Relationship Id="rId2" Type="http://schemas.openxmlformats.org/officeDocument/2006/relationships/tags" Target="../tags/tag1239.xml"/><Relationship Id="rId3" Type="http://schemas.openxmlformats.org/officeDocument/2006/relationships/tags" Target="../tags/tag1240.xml"/><Relationship Id="rId4" Type="http://schemas.openxmlformats.org/officeDocument/2006/relationships/tags" Target="../tags/tag1241.xml"/><Relationship Id="rId5" Type="http://schemas.openxmlformats.org/officeDocument/2006/relationships/tags" Target="../tags/tag1242.xml"/><Relationship Id="rId6" Type="http://schemas.openxmlformats.org/officeDocument/2006/relationships/tags" Target="../tags/tag1243.xml"/><Relationship Id="rId7" Type="http://schemas.openxmlformats.org/officeDocument/2006/relationships/tags" Target="../tags/tag1244.xml"/><Relationship Id="rId8" Type="http://schemas.openxmlformats.org/officeDocument/2006/relationships/tags" Target="../tags/tag1245.xml"/><Relationship Id="rId9" Type="http://schemas.openxmlformats.org/officeDocument/2006/relationships/tags" Target="../tags/tag1246.xml"/><Relationship Id="rId10" Type="http://schemas.openxmlformats.org/officeDocument/2006/relationships/tags" Target="../tags/tag1247.xml"/><Relationship Id="rId11" Type="http://schemas.openxmlformats.org/officeDocument/2006/relationships/tags" Target="../tags/tag1248.xml"/><Relationship Id="rId12" Type="http://schemas.openxmlformats.org/officeDocument/2006/relationships/tags" Target="../tags/tag1249.xml"/><Relationship Id="rId13" Type="http://schemas.openxmlformats.org/officeDocument/2006/relationships/tags" Target="../tags/tag1250.xml"/><Relationship Id="rId14" Type="http://schemas.openxmlformats.org/officeDocument/2006/relationships/tags" Target="../tags/tag1251.xml"/><Relationship Id="rId15" Type="http://schemas.openxmlformats.org/officeDocument/2006/relationships/tags" Target="../tags/tag1252.xml"/><Relationship Id="rId16" Type="http://schemas.openxmlformats.org/officeDocument/2006/relationships/tags" Target="../tags/tag1253.xml"/><Relationship Id="rId17" Type="http://schemas.openxmlformats.org/officeDocument/2006/relationships/tags" Target="../tags/tag1254.xml"/><Relationship Id="rId18" Type="http://schemas.openxmlformats.org/officeDocument/2006/relationships/tags" Target="../tags/tag1255.xml"/><Relationship Id="rId19" Type="http://schemas.openxmlformats.org/officeDocument/2006/relationships/tags" Target="../tags/tag1256.xml"/><Relationship Id="rId20" Type="http://schemas.openxmlformats.org/officeDocument/2006/relationships/tags" Target="../tags/tag1257.xml"/><Relationship Id="rId21" Type="http://schemas.openxmlformats.org/officeDocument/2006/relationships/tags" Target="../tags/tag1258.xml"/><Relationship Id="rId22" Type="http://schemas.openxmlformats.org/officeDocument/2006/relationships/tags" Target="../tags/tag1259.xml"/><Relationship Id="rId23" Type="http://schemas.openxmlformats.org/officeDocument/2006/relationships/tags" Target="../tags/tag1260.xml"/><Relationship Id="rId24" Type="http://schemas.openxmlformats.org/officeDocument/2006/relationships/tags" Target="../tags/tag1261.xml"/><Relationship Id="rId25" Type="http://schemas.openxmlformats.org/officeDocument/2006/relationships/tags" Target="../tags/tag1262.xml"/><Relationship Id="rId26" Type="http://schemas.openxmlformats.org/officeDocument/2006/relationships/tags" Target="../tags/tag1263.xml"/><Relationship Id="rId27" Type="http://schemas.openxmlformats.org/officeDocument/2006/relationships/tags" Target="../tags/tag1264.xml"/><Relationship Id="rId28" Type="http://schemas.openxmlformats.org/officeDocument/2006/relationships/tags" Target="../tags/tag1265.xml"/><Relationship Id="rId29" Type="http://schemas.openxmlformats.org/officeDocument/2006/relationships/tags" Target="../tags/tag1266.xml"/><Relationship Id="rId30" Type="http://schemas.openxmlformats.org/officeDocument/2006/relationships/tags" Target="../tags/tag1267.xml"/><Relationship Id="rId31" Type="http://schemas.openxmlformats.org/officeDocument/2006/relationships/tags" Target="../tags/tag1268.xml"/><Relationship Id="rId32" Type="http://schemas.openxmlformats.org/officeDocument/2006/relationships/tags" Target="../tags/tag1269.xml"/><Relationship Id="rId33" Type="http://schemas.openxmlformats.org/officeDocument/2006/relationships/tags" Target="../tags/tag1270.xml"/><Relationship Id="rId34" Type="http://schemas.openxmlformats.org/officeDocument/2006/relationships/tags" Target="../tags/tag1271.xml"/><Relationship Id="rId35" Type="http://schemas.openxmlformats.org/officeDocument/2006/relationships/tags" Target="../tags/tag1272.xml"/><Relationship Id="rId36" Type="http://schemas.openxmlformats.org/officeDocument/2006/relationships/tags" Target="../tags/tag1273.xml"/><Relationship Id="rId37" Type="http://schemas.openxmlformats.org/officeDocument/2006/relationships/tags" Target="../tags/tag1274.xml"/><Relationship Id="rId38" Type="http://schemas.openxmlformats.org/officeDocument/2006/relationships/tags" Target="../tags/tag1275.xml"/><Relationship Id="rId39" Type="http://schemas.openxmlformats.org/officeDocument/2006/relationships/tags" Target="../tags/tag1276.xml"/><Relationship Id="rId40" Type="http://schemas.openxmlformats.org/officeDocument/2006/relationships/tags" Target="../tags/tag1277.xml"/><Relationship Id="rId41" Type="http://schemas.openxmlformats.org/officeDocument/2006/relationships/tags" Target="../tags/tag1278.xml"/><Relationship Id="rId42" Type="http://schemas.openxmlformats.org/officeDocument/2006/relationships/tags" Target="../tags/tag1279.xml"/><Relationship Id="rId43" Type="http://schemas.openxmlformats.org/officeDocument/2006/relationships/tags" Target="../tags/tag1280.xml"/><Relationship Id="rId44" Type="http://schemas.openxmlformats.org/officeDocument/2006/relationships/tags" Target="../tags/tag1281.xml"/><Relationship Id="rId45" Type="http://schemas.openxmlformats.org/officeDocument/2006/relationships/tags" Target="../tags/tag1282.xml"/><Relationship Id="rId46" Type="http://schemas.openxmlformats.org/officeDocument/2006/relationships/tags" Target="../tags/tag1283.xml"/><Relationship Id="rId47" Type="http://schemas.openxmlformats.org/officeDocument/2006/relationships/tags" Target="../tags/tag1284.xml"/><Relationship Id="rId48" Type="http://schemas.openxmlformats.org/officeDocument/2006/relationships/tags" Target="../tags/tag1285.xml"/><Relationship Id="rId49" Type="http://schemas.openxmlformats.org/officeDocument/2006/relationships/tags" Target="../tags/tag1286.xml"/><Relationship Id="rId50" Type="http://schemas.openxmlformats.org/officeDocument/2006/relationships/tags" Target="../tags/tag1287.xml"/><Relationship Id="rId51" Type="http://schemas.openxmlformats.org/officeDocument/2006/relationships/tags" Target="../tags/tag1288.xml"/><Relationship Id="rId52" Type="http://schemas.openxmlformats.org/officeDocument/2006/relationships/tags" Target="../tags/tag1289.xml"/><Relationship Id="rId53" Type="http://schemas.openxmlformats.org/officeDocument/2006/relationships/tags" Target="../tags/tag1290.xml"/><Relationship Id="rId54" Type="http://schemas.openxmlformats.org/officeDocument/2006/relationships/tags" Target="../tags/tag1291.xml"/><Relationship Id="rId55" Type="http://schemas.openxmlformats.org/officeDocument/2006/relationships/tags" Target="../tags/tag1292.xml"/><Relationship Id="rId56" Type="http://schemas.openxmlformats.org/officeDocument/2006/relationships/tags" Target="../tags/tag1293.xml"/><Relationship Id="rId57" Type="http://schemas.openxmlformats.org/officeDocument/2006/relationships/tags" Target="../tags/tag1294.xml"/><Relationship Id="rId58" Type="http://schemas.openxmlformats.org/officeDocument/2006/relationships/tags" Target="../tags/tag1295.xml"/><Relationship Id="rId59" Type="http://schemas.openxmlformats.org/officeDocument/2006/relationships/tags" Target="../tags/tag1296.xml"/><Relationship Id="rId60" Type="http://schemas.openxmlformats.org/officeDocument/2006/relationships/tags" Target="../tags/tag1297.xml"/><Relationship Id="rId61" Type="http://schemas.openxmlformats.org/officeDocument/2006/relationships/tags" Target="../tags/tag1298.xml"/><Relationship Id="rId62" Type="http://schemas.openxmlformats.org/officeDocument/2006/relationships/tags" Target="../tags/tag1299.xml"/><Relationship Id="rId63" Type="http://schemas.openxmlformats.org/officeDocument/2006/relationships/tags" Target="../tags/tag1300.xml"/><Relationship Id="rId64" Type="http://schemas.openxmlformats.org/officeDocument/2006/relationships/tags" Target="../tags/tag1301.xml"/><Relationship Id="rId65" Type="http://schemas.openxmlformats.org/officeDocument/2006/relationships/tags" Target="../tags/tag1302.xml"/><Relationship Id="rId66" Type="http://schemas.openxmlformats.org/officeDocument/2006/relationships/tags" Target="../tags/tag1303.xml"/><Relationship Id="rId67" Type="http://schemas.openxmlformats.org/officeDocument/2006/relationships/tags" Target="../tags/tag1304.xml"/><Relationship Id="rId68" Type="http://schemas.openxmlformats.org/officeDocument/2006/relationships/tags" Target="../tags/tag1305.xml"/><Relationship Id="rId69" Type="http://schemas.openxmlformats.org/officeDocument/2006/relationships/tags" Target="../tags/tag1306.xml"/><Relationship Id="rId70" Type="http://schemas.openxmlformats.org/officeDocument/2006/relationships/tags" Target="../tags/tag1307.xml"/><Relationship Id="rId71" Type="http://schemas.openxmlformats.org/officeDocument/2006/relationships/tags" Target="../tags/tag1308.xml"/><Relationship Id="rId72" Type="http://schemas.openxmlformats.org/officeDocument/2006/relationships/tags" Target="../tags/tag1309.xml"/><Relationship Id="rId73" Type="http://schemas.openxmlformats.org/officeDocument/2006/relationships/tags" Target="../tags/tag1310.xml"/><Relationship Id="rId74" Type="http://schemas.openxmlformats.org/officeDocument/2006/relationships/tags" Target="../tags/tag1311.xml"/><Relationship Id="rId75" Type="http://schemas.openxmlformats.org/officeDocument/2006/relationships/tags" Target="../tags/tag1312.xml"/><Relationship Id="rId76" Type="http://schemas.openxmlformats.org/officeDocument/2006/relationships/tags" Target="../tags/tag1313.xml"/><Relationship Id="rId77" Type="http://schemas.openxmlformats.org/officeDocument/2006/relationships/tags" Target="../tags/tag1314.xml"/><Relationship Id="rId78" Type="http://schemas.openxmlformats.org/officeDocument/2006/relationships/tags" Target="../tags/tag1315.xml"/><Relationship Id="rId79" Type="http://schemas.openxmlformats.org/officeDocument/2006/relationships/tags" Target="../tags/tag1316.xml"/><Relationship Id="rId80" Type="http://schemas.openxmlformats.org/officeDocument/2006/relationships/tags" Target="../tags/tag1317.xml"/><Relationship Id="rId81" Type="http://schemas.openxmlformats.org/officeDocument/2006/relationships/tags" Target="../tags/tag1318.xml"/><Relationship Id="rId82" Type="http://schemas.openxmlformats.org/officeDocument/2006/relationships/tags" Target="../tags/tag1319.xml"/><Relationship Id="rId83" Type="http://schemas.openxmlformats.org/officeDocument/2006/relationships/tags" Target="../tags/tag1320.xml"/><Relationship Id="rId84" Type="http://schemas.openxmlformats.org/officeDocument/2006/relationships/tags" Target="../tags/tag1321.xml"/><Relationship Id="rId85" Type="http://schemas.openxmlformats.org/officeDocument/2006/relationships/tags" Target="../tags/tag1322.xml"/><Relationship Id="rId86" Type="http://schemas.openxmlformats.org/officeDocument/2006/relationships/tags" Target="../tags/tag1323.xml"/><Relationship Id="rId87" Type="http://schemas.openxmlformats.org/officeDocument/2006/relationships/tags" Target="../tags/tag1324.xml"/><Relationship Id="rId88" Type="http://schemas.openxmlformats.org/officeDocument/2006/relationships/tags" Target="../tags/tag1325.xml"/><Relationship Id="rId89" Type="http://schemas.openxmlformats.org/officeDocument/2006/relationships/tags" Target="../tags/tag1326.xml"/><Relationship Id="rId90" Type="http://schemas.openxmlformats.org/officeDocument/2006/relationships/tags" Target="../tags/tag1327.xml"/><Relationship Id="rId91" Type="http://schemas.openxmlformats.org/officeDocument/2006/relationships/tags" Target="../tags/tag1328.xml"/><Relationship Id="rId92" Type="http://schemas.openxmlformats.org/officeDocument/2006/relationships/tags" Target="../tags/tag1329.xml"/><Relationship Id="rId93" Type="http://schemas.openxmlformats.org/officeDocument/2006/relationships/tags" Target="../tags/tag1330.xml"/><Relationship Id="rId94" Type="http://schemas.openxmlformats.org/officeDocument/2006/relationships/tags" Target="../tags/tag1331.xml"/><Relationship Id="rId95" Type="http://schemas.openxmlformats.org/officeDocument/2006/relationships/tags" Target="../tags/tag1332.xml"/><Relationship Id="rId96" Type="http://schemas.openxmlformats.org/officeDocument/2006/relationships/tags" Target="../tags/tag1333.xml"/><Relationship Id="rId97" Type="http://schemas.openxmlformats.org/officeDocument/2006/relationships/tags" Target="../tags/tag1334.xml"/><Relationship Id="rId98" Type="http://schemas.openxmlformats.org/officeDocument/2006/relationships/tags" Target="../tags/tag1335.xml"/><Relationship Id="rId99" Type="http://schemas.openxmlformats.org/officeDocument/2006/relationships/tags" Target="../tags/tag1336.xml"/><Relationship Id="rId100" Type="http://schemas.openxmlformats.org/officeDocument/2006/relationships/tags" Target="../tags/tag1337.xml"/><Relationship Id="rId101" Type="http://schemas.openxmlformats.org/officeDocument/2006/relationships/tags" Target="../tags/tag1338.xml"/><Relationship Id="rId102" Type="http://schemas.openxmlformats.org/officeDocument/2006/relationships/tags" Target="../tags/tag1339.xml"/><Relationship Id="rId103" Type="http://schemas.openxmlformats.org/officeDocument/2006/relationships/tags" Target="../tags/tag1340.xml"/><Relationship Id="rId104" Type="http://schemas.openxmlformats.org/officeDocument/2006/relationships/tags" Target="../tags/tag1341.xml"/><Relationship Id="rId105" Type="http://schemas.openxmlformats.org/officeDocument/2006/relationships/tags" Target="../tags/tag1342.xml"/><Relationship Id="rId106" Type="http://schemas.openxmlformats.org/officeDocument/2006/relationships/tags" Target="../tags/tag1343.xml"/><Relationship Id="rId107" Type="http://schemas.openxmlformats.org/officeDocument/2006/relationships/tags" Target="../tags/tag1344.xml"/><Relationship Id="rId108" Type="http://schemas.openxmlformats.org/officeDocument/2006/relationships/tags" Target="../tags/tag1345.xml"/><Relationship Id="rId109" Type="http://schemas.openxmlformats.org/officeDocument/2006/relationships/tags" Target="../tags/tag1346.xml"/><Relationship Id="rId110" Type="http://schemas.openxmlformats.org/officeDocument/2006/relationships/tags" Target="../tags/tag1347.xml"/><Relationship Id="rId111" Type="http://schemas.openxmlformats.org/officeDocument/2006/relationships/tags" Target="../tags/tag1348.xml"/><Relationship Id="rId112" Type="http://schemas.openxmlformats.org/officeDocument/2006/relationships/tags" Target="../tags/tag1349.xml"/><Relationship Id="rId113" Type="http://schemas.openxmlformats.org/officeDocument/2006/relationships/tags" Target="../tags/tag1350.xml"/><Relationship Id="rId114" Type="http://schemas.openxmlformats.org/officeDocument/2006/relationships/tags" Target="../tags/tag1351.xml"/><Relationship Id="rId115" Type="http://schemas.openxmlformats.org/officeDocument/2006/relationships/tags" Target="../tags/tag1352.xml"/><Relationship Id="rId116" Type="http://schemas.openxmlformats.org/officeDocument/2006/relationships/tags" Target="../tags/tag1353.xml"/><Relationship Id="rId117" Type="http://schemas.openxmlformats.org/officeDocument/2006/relationships/tags" Target="../tags/tag1354.xml"/><Relationship Id="rId118" Type="http://schemas.openxmlformats.org/officeDocument/2006/relationships/tags" Target="../tags/tag1355.xml"/><Relationship Id="rId119" Type="http://schemas.openxmlformats.org/officeDocument/2006/relationships/tags" Target="../tags/tag1356.xml"/><Relationship Id="rId120" Type="http://schemas.openxmlformats.org/officeDocument/2006/relationships/tags" Target="../tags/tag1357.xml"/><Relationship Id="rId121" Type="http://schemas.openxmlformats.org/officeDocument/2006/relationships/tags" Target="../tags/tag1358.xml"/><Relationship Id="rId122" Type="http://schemas.openxmlformats.org/officeDocument/2006/relationships/tags" Target="../tags/tag1359.xml"/><Relationship Id="rId123" Type="http://schemas.openxmlformats.org/officeDocument/2006/relationships/tags" Target="../tags/tag1360.xml"/><Relationship Id="rId124" Type="http://schemas.openxmlformats.org/officeDocument/2006/relationships/tags" Target="../tags/tag1361.xml"/><Relationship Id="rId125" Type="http://schemas.openxmlformats.org/officeDocument/2006/relationships/tags" Target="../tags/tag1362.xml"/><Relationship Id="rId126" Type="http://schemas.openxmlformats.org/officeDocument/2006/relationships/tags" Target="../tags/tag1363.xml"/><Relationship Id="rId127" Type="http://schemas.openxmlformats.org/officeDocument/2006/relationships/tags" Target="../tags/tag1364.xml"/><Relationship Id="rId128" Type="http://schemas.openxmlformats.org/officeDocument/2006/relationships/tags" Target="../tags/tag1365.xml"/><Relationship Id="rId129" Type="http://schemas.openxmlformats.org/officeDocument/2006/relationships/tags" Target="../tags/tag1366.xml"/><Relationship Id="rId130" Type="http://schemas.openxmlformats.org/officeDocument/2006/relationships/tags" Target="../tags/tag1367.xml"/><Relationship Id="rId131" Type="http://schemas.openxmlformats.org/officeDocument/2006/relationships/tags" Target="../tags/tag1368.xml"/><Relationship Id="rId132" Type="http://schemas.openxmlformats.org/officeDocument/2006/relationships/tags" Target="../tags/tag1369.xml"/><Relationship Id="rId133" Type="http://schemas.openxmlformats.org/officeDocument/2006/relationships/tags" Target="../tags/tag1370.xml"/><Relationship Id="rId134" Type="http://schemas.openxmlformats.org/officeDocument/2006/relationships/tags" Target="../tags/tag1371.xml"/><Relationship Id="rId135" Type="http://schemas.openxmlformats.org/officeDocument/2006/relationships/slideLayout" Target="../slideLayouts/slideLayout2.xml"/><Relationship Id="rId136" Type="http://schemas.openxmlformats.org/officeDocument/2006/relationships/notesSlide" Target="../notesSlides/notesSlide365.xml"/></Relationships>
</file>

<file path=ppt/slides/_rels/slide368.xml.rels><?xml version='1.0' encoding='UTF-8' standalone='yes'?>
<Relationships xmlns="http://schemas.openxmlformats.org/package/2006/relationships"><Relationship Id="rId1" Type="http://schemas.openxmlformats.org/officeDocument/2006/relationships/tags" Target="../tags/tag1372.xml"/><Relationship Id="rId2" Type="http://schemas.openxmlformats.org/officeDocument/2006/relationships/tags" Target="../tags/tag1373.xml"/><Relationship Id="rId3" Type="http://schemas.openxmlformats.org/officeDocument/2006/relationships/tags" Target="../tags/tag1374.xml"/><Relationship Id="rId4" Type="http://schemas.openxmlformats.org/officeDocument/2006/relationships/tags" Target="../tags/tag1375.xml"/><Relationship Id="rId5" Type="http://schemas.openxmlformats.org/officeDocument/2006/relationships/tags" Target="../tags/tag1376.xml"/><Relationship Id="rId6" Type="http://schemas.openxmlformats.org/officeDocument/2006/relationships/tags" Target="../tags/tag1377.xml"/><Relationship Id="rId7" Type="http://schemas.openxmlformats.org/officeDocument/2006/relationships/tags" Target="../tags/tag1378.xml"/><Relationship Id="rId8" Type="http://schemas.openxmlformats.org/officeDocument/2006/relationships/tags" Target="../tags/tag1379.xml"/><Relationship Id="rId9" Type="http://schemas.openxmlformats.org/officeDocument/2006/relationships/tags" Target="../tags/tag1380.xml"/><Relationship Id="rId10" Type="http://schemas.openxmlformats.org/officeDocument/2006/relationships/tags" Target="../tags/tag1381.xml"/><Relationship Id="rId11" Type="http://schemas.openxmlformats.org/officeDocument/2006/relationships/tags" Target="../tags/tag1382.xml"/><Relationship Id="rId12" Type="http://schemas.openxmlformats.org/officeDocument/2006/relationships/tags" Target="../tags/tag1383.xml"/><Relationship Id="rId13" Type="http://schemas.openxmlformats.org/officeDocument/2006/relationships/tags" Target="../tags/tag1384.xml"/><Relationship Id="rId14" Type="http://schemas.openxmlformats.org/officeDocument/2006/relationships/tags" Target="../tags/tag1385.xml"/><Relationship Id="rId15" Type="http://schemas.openxmlformats.org/officeDocument/2006/relationships/tags" Target="../tags/tag1386.xml"/><Relationship Id="rId16" Type="http://schemas.openxmlformats.org/officeDocument/2006/relationships/tags" Target="../tags/tag1387.xml"/><Relationship Id="rId17" Type="http://schemas.openxmlformats.org/officeDocument/2006/relationships/tags" Target="../tags/tag1388.xml"/><Relationship Id="rId18" Type="http://schemas.openxmlformats.org/officeDocument/2006/relationships/tags" Target="../tags/tag1389.xml"/><Relationship Id="rId19" Type="http://schemas.openxmlformats.org/officeDocument/2006/relationships/tags" Target="../tags/tag1390.xml"/><Relationship Id="rId20" Type="http://schemas.openxmlformats.org/officeDocument/2006/relationships/tags" Target="../tags/tag1391.xml"/><Relationship Id="rId21" Type="http://schemas.openxmlformats.org/officeDocument/2006/relationships/tags" Target="../tags/tag1392.xml"/><Relationship Id="rId22" Type="http://schemas.openxmlformats.org/officeDocument/2006/relationships/tags" Target="../tags/tag1393.xml"/><Relationship Id="rId23" Type="http://schemas.openxmlformats.org/officeDocument/2006/relationships/tags" Target="../tags/tag1394.xml"/><Relationship Id="rId24" Type="http://schemas.openxmlformats.org/officeDocument/2006/relationships/tags" Target="../tags/tag1395.xml"/><Relationship Id="rId25" Type="http://schemas.openxmlformats.org/officeDocument/2006/relationships/tags" Target="../tags/tag1396.xml"/><Relationship Id="rId26" Type="http://schemas.openxmlformats.org/officeDocument/2006/relationships/tags" Target="../tags/tag1397.xml"/><Relationship Id="rId27" Type="http://schemas.openxmlformats.org/officeDocument/2006/relationships/tags" Target="../tags/tag1398.xml"/><Relationship Id="rId28" Type="http://schemas.openxmlformats.org/officeDocument/2006/relationships/tags" Target="../tags/tag1399.xml"/><Relationship Id="rId29" Type="http://schemas.openxmlformats.org/officeDocument/2006/relationships/tags" Target="../tags/tag1400.xml"/><Relationship Id="rId30" Type="http://schemas.openxmlformats.org/officeDocument/2006/relationships/tags" Target="../tags/tag1401.xml"/><Relationship Id="rId31" Type="http://schemas.openxmlformats.org/officeDocument/2006/relationships/tags" Target="../tags/tag1402.xml"/><Relationship Id="rId32" Type="http://schemas.openxmlformats.org/officeDocument/2006/relationships/tags" Target="../tags/tag1403.xml"/><Relationship Id="rId33" Type="http://schemas.openxmlformats.org/officeDocument/2006/relationships/tags" Target="../tags/tag1404.xml"/><Relationship Id="rId34" Type="http://schemas.openxmlformats.org/officeDocument/2006/relationships/tags" Target="../tags/tag1405.xml"/><Relationship Id="rId35" Type="http://schemas.openxmlformats.org/officeDocument/2006/relationships/tags" Target="../tags/tag1406.xml"/><Relationship Id="rId36" Type="http://schemas.openxmlformats.org/officeDocument/2006/relationships/tags" Target="../tags/tag1407.xml"/><Relationship Id="rId37" Type="http://schemas.openxmlformats.org/officeDocument/2006/relationships/tags" Target="../tags/tag1408.xml"/><Relationship Id="rId38" Type="http://schemas.openxmlformats.org/officeDocument/2006/relationships/tags" Target="../tags/tag1409.xml"/><Relationship Id="rId39" Type="http://schemas.openxmlformats.org/officeDocument/2006/relationships/tags" Target="../tags/tag1410.xml"/><Relationship Id="rId40" Type="http://schemas.openxmlformats.org/officeDocument/2006/relationships/tags" Target="../tags/tag1411.xml"/><Relationship Id="rId41" Type="http://schemas.openxmlformats.org/officeDocument/2006/relationships/tags" Target="../tags/tag1412.xml"/><Relationship Id="rId42" Type="http://schemas.openxmlformats.org/officeDocument/2006/relationships/tags" Target="../tags/tag1413.xml"/><Relationship Id="rId43" Type="http://schemas.openxmlformats.org/officeDocument/2006/relationships/tags" Target="../tags/tag1414.xml"/><Relationship Id="rId44" Type="http://schemas.openxmlformats.org/officeDocument/2006/relationships/tags" Target="../tags/tag1415.xml"/><Relationship Id="rId45" Type="http://schemas.openxmlformats.org/officeDocument/2006/relationships/tags" Target="../tags/tag1416.xml"/><Relationship Id="rId46" Type="http://schemas.openxmlformats.org/officeDocument/2006/relationships/tags" Target="../tags/tag1417.xml"/><Relationship Id="rId47" Type="http://schemas.openxmlformats.org/officeDocument/2006/relationships/tags" Target="../tags/tag1418.xml"/><Relationship Id="rId48" Type="http://schemas.openxmlformats.org/officeDocument/2006/relationships/tags" Target="../tags/tag1419.xml"/><Relationship Id="rId49" Type="http://schemas.openxmlformats.org/officeDocument/2006/relationships/tags" Target="../tags/tag1420.xml"/><Relationship Id="rId50" Type="http://schemas.openxmlformats.org/officeDocument/2006/relationships/tags" Target="../tags/tag1421.xml"/><Relationship Id="rId51" Type="http://schemas.openxmlformats.org/officeDocument/2006/relationships/tags" Target="../tags/tag1422.xml"/><Relationship Id="rId52" Type="http://schemas.openxmlformats.org/officeDocument/2006/relationships/tags" Target="../tags/tag1423.xml"/><Relationship Id="rId53" Type="http://schemas.openxmlformats.org/officeDocument/2006/relationships/tags" Target="../tags/tag1424.xml"/><Relationship Id="rId54" Type="http://schemas.openxmlformats.org/officeDocument/2006/relationships/tags" Target="../tags/tag1425.xml"/><Relationship Id="rId55" Type="http://schemas.openxmlformats.org/officeDocument/2006/relationships/tags" Target="../tags/tag1426.xml"/><Relationship Id="rId56" Type="http://schemas.openxmlformats.org/officeDocument/2006/relationships/tags" Target="../tags/tag1427.xml"/><Relationship Id="rId57" Type="http://schemas.openxmlformats.org/officeDocument/2006/relationships/tags" Target="../tags/tag1428.xml"/><Relationship Id="rId58" Type="http://schemas.openxmlformats.org/officeDocument/2006/relationships/tags" Target="../tags/tag1429.xml"/><Relationship Id="rId59" Type="http://schemas.openxmlformats.org/officeDocument/2006/relationships/tags" Target="../tags/tag1430.xml"/><Relationship Id="rId60" Type="http://schemas.openxmlformats.org/officeDocument/2006/relationships/tags" Target="../tags/tag1431.xml"/><Relationship Id="rId61" Type="http://schemas.openxmlformats.org/officeDocument/2006/relationships/tags" Target="../tags/tag1432.xml"/><Relationship Id="rId62" Type="http://schemas.openxmlformats.org/officeDocument/2006/relationships/tags" Target="../tags/tag1433.xml"/><Relationship Id="rId63" Type="http://schemas.openxmlformats.org/officeDocument/2006/relationships/tags" Target="../tags/tag1434.xml"/><Relationship Id="rId64" Type="http://schemas.openxmlformats.org/officeDocument/2006/relationships/tags" Target="../tags/tag1435.xml"/><Relationship Id="rId65" Type="http://schemas.openxmlformats.org/officeDocument/2006/relationships/tags" Target="../tags/tag1436.xml"/><Relationship Id="rId66" Type="http://schemas.openxmlformats.org/officeDocument/2006/relationships/tags" Target="../tags/tag1437.xml"/><Relationship Id="rId67" Type="http://schemas.openxmlformats.org/officeDocument/2006/relationships/tags" Target="../tags/tag1438.xml"/><Relationship Id="rId68" Type="http://schemas.openxmlformats.org/officeDocument/2006/relationships/tags" Target="../tags/tag1439.xml"/><Relationship Id="rId69" Type="http://schemas.openxmlformats.org/officeDocument/2006/relationships/tags" Target="../tags/tag1440.xml"/><Relationship Id="rId70" Type="http://schemas.openxmlformats.org/officeDocument/2006/relationships/tags" Target="../tags/tag1441.xml"/><Relationship Id="rId71" Type="http://schemas.openxmlformats.org/officeDocument/2006/relationships/tags" Target="../tags/tag1442.xml"/><Relationship Id="rId72" Type="http://schemas.openxmlformats.org/officeDocument/2006/relationships/tags" Target="../tags/tag1443.xml"/><Relationship Id="rId73" Type="http://schemas.openxmlformats.org/officeDocument/2006/relationships/tags" Target="../tags/tag1444.xml"/><Relationship Id="rId74" Type="http://schemas.openxmlformats.org/officeDocument/2006/relationships/tags" Target="../tags/tag1445.xml"/><Relationship Id="rId75" Type="http://schemas.openxmlformats.org/officeDocument/2006/relationships/tags" Target="../tags/tag1446.xml"/><Relationship Id="rId76" Type="http://schemas.openxmlformats.org/officeDocument/2006/relationships/tags" Target="../tags/tag1447.xml"/><Relationship Id="rId77" Type="http://schemas.openxmlformats.org/officeDocument/2006/relationships/tags" Target="../tags/tag1448.xml"/><Relationship Id="rId78" Type="http://schemas.openxmlformats.org/officeDocument/2006/relationships/tags" Target="../tags/tag1449.xml"/><Relationship Id="rId79" Type="http://schemas.openxmlformats.org/officeDocument/2006/relationships/tags" Target="../tags/tag1450.xml"/><Relationship Id="rId80" Type="http://schemas.openxmlformats.org/officeDocument/2006/relationships/tags" Target="../tags/tag1451.xml"/><Relationship Id="rId81" Type="http://schemas.openxmlformats.org/officeDocument/2006/relationships/tags" Target="../tags/tag1452.xml"/><Relationship Id="rId82" Type="http://schemas.openxmlformats.org/officeDocument/2006/relationships/tags" Target="../tags/tag1453.xml"/><Relationship Id="rId83" Type="http://schemas.openxmlformats.org/officeDocument/2006/relationships/tags" Target="../tags/tag1454.xml"/><Relationship Id="rId84" Type="http://schemas.openxmlformats.org/officeDocument/2006/relationships/tags" Target="../tags/tag1455.xml"/><Relationship Id="rId85" Type="http://schemas.openxmlformats.org/officeDocument/2006/relationships/tags" Target="../tags/tag1456.xml"/><Relationship Id="rId86" Type="http://schemas.openxmlformats.org/officeDocument/2006/relationships/tags" Target="../tags/tag1457.xml"/><Relationship Id="rId87" Type="http://schemas.openxmlformats.org/officeDocument/2006/relationships/tags" Target="../tags/tag1458.xml"/><Relationship Id="rId88" Type="http://schemas.openxmlformats.org/officeDocument/2006/relationships/tags" Target="../tags/tag1459.xml"/><Relationship Id="rId89" Type="http://schemas.openxmlformats.org/officeDocument/2006/relationships/tags" Target="../tags/tag1460.xml"/><Relationship Id="rId90" Type="http://schemas.openxmlformats.org/officeDocument/2006/relationships/tags" Target="../tags/tag1461.xml"/><Relationship Id="rId91" Type="http://schemas.openxmlformats.org/officeDocument/2006/relationships/tags" Target="../tags/tag1462.xml"/><Relationship Id="rId92" Type="http://schemas.openxmlformats.org/officeDocument/2006/relationships/slideLayout" Target="../slideLayouts/slideLayout2.xml"/><Relationship Id="rId93" Type="http://schemas.openxmlformats.org/officeDocument/2006/relationships/notesSlide" Target="../notesSlides/notesSlide366.xml"/><Relationship Id="rId94" Type="http://schemas.openxmlformats.org/officeDocument/2006/relationships/image" Target="../media/image30.png"/><Relationship Id="rId95" Type="http://schemas.openxmlformats.org/officeDocument/2006/relationships/image" Target="../media/image32.svg"/><Relationship Id="rId96" Type="http://schemas.openxmlformats.org/officeDocument/2006/relationships/image" Target="../media/image31.png"/></Relationships>
</file>

<file path=ppt/slides/_rels/slide369.xml.rels><?xml version='1.0' encoding='UTF-8' standalone='yes'?>
<Relationships xmlns="http://schemas.openxmlformats.org/package/2006/relationships"><Relationship Id="rId1" Type="http://schemas.openxmlformats.org/officeDocument/2006/relationships/tags" Target="../tags/tag1463.xml"/><Relationship Id="rId2" Type="http://schemas.openxmlformats.org/officeDocument/2006/relationships/tags" Target="../tags/tag1464.xml"/><Relationship Id="rId3" Type="http://schemas.openxmlformats.org/officeDocument/2006/relationships/tags" Target="../tags/tag1465.xml"/><Relationship Id="rId4" Type="http://schemas.openxmlformats.org/officeDocument/2006/relationships/tags" Target="../tags/tag1466.xml"/><Relationship Id="rId5" Type="http://schemas.openxmlformats.org/officeDocument/2006/relationships/tags" Target="../tags/tag1467.xml"/><Relationship Id="rId6" Type="http://schemas.openxmlformats.org/officeDocument/2006/relationships/tags" Target="../tags/tag1468.xml"/><Relationship Id="rId7" Type="http://schemas.openxmlformats.org/officeDocument/2006/relationships/tags" Target="../tags/tag1469.xml"/><Relationship Id="rId8" Type="http://schemas.openxmlformats.org/officeDocument/2006/relationships/tags" Target="../tags/tag1470.xml"/><Relationship Id="rId9" Type="http://schemas.openxmlformats.org/officeDocument/2006/relationships/tags" Target="../tags/tag1471.xml"/><Relationship Id="rId10" Type="http://schemas.openxmlformats.org/officeDocument/2006/relationships/tags" Target="../tags/tag1472.xml"/><Relationship Id="rId11" Type="http://schemas.openxmlformats.org/officeDocument/2006/relationships/tags" Target="../tags/tag1473.xml"/><Relationship Id="rId12" Type="http://schemas.openxmlformats.org/officeDocument/2006/relationships/tags" Target="../tags/tag1474.xml"/><Relationship Id="rId13" Type="http://schemas.openxmlformats.org/officeDocument/2006/relationships/tags" Target="../tags/tag1475.xml"/><Relationship Id="rId14" Type="http://schemas.openxmlformats.org/officeDocument/2006/relationships/tags" Target="../tags/tag1476.xml"/><Relationship Id="rId15" Type="http://schemas.openxmlformats.org/officeDocument/2006/relationships/tags" Target="../tags/tag1477.xml"/><Relationship Id="rId16" Type="http://schemas.openxmlformats.org/officeDocument/2006/relationships/tags" Target="../tags/tag1478.xml"/><Relationship Id="rId17" Type="http://schemas.openxmlformats.org/officeDocument/2006/relationships/tags" Target="../tags/tag1479.xml"/><Relationship Id="rId18" Type="http://schemas.openxmlformats.org/officeDocument/2006/relationships/tags" Target="../tags/tag1480.xml"/><Relationship Id="rId19" Type="http://schemas.openxmlformats.org/officeDocument/2006/relationships/tags" Target="../tags/tag1481.xml"/><Relationship Id="rId20" Type="http://schemas.openxmlformats.org/officeDocument/2006/relationships/tags" Target="../tags/tag1482.xml"/><Relationship Id="rId21" Type="http://schemas.openxmlformats.org/officeDocument/2006/relationships/tags" Target="../tags/tag1483.xml"/><Relationship Id="rId22" Type="http://schemas.openxmlformats.org/officeDocument/2006/relationships/tags" Target="../tags/tag1484.xml"/><Relationship Id="rId23" Type="http://schemas.openxmlformats.org/officeDocument/2006/relationships/tags" Target="../tags/tag1485.xml"/><Relationship Id="rId24" Type="http://schemas.openxmlformats.org/officeDocument/2006/relationships/tags" Target="../tags/tag1486.xml"/><Relationship Id="rId25" Type="http://schemas.openxmlformats.org/officeDocument/2006/relationships/tags" Target="../tags/tag1487.xml"/><Relationship Id="rId26" Type="http://schemas.openxmlformats.org/officeDocument/2006/relationships/tags" Target="../tags/tag1488.xml"/><Relationship Id="rId27" Type="http://schemas.openxmlformats.org/officeDocument/2006/relationships/tags" Target="../tags/tag1489.xml"/><Relationship Id="rId28" Type="http://schemas.openxmlformats.org/officeDocument/2006/relationships/tags" Target="../tags/tag1490.xml"/><Relationship Id="rId29" Type="http://schemas.openxmlformats.org/officeDocument/2006/relationships/tags" Target="../tags/tag1491.xml"/><Relationship Id="rId30" Type="http://schemas.openxmlformats.org/officeDocument/2006/relationships/tags" Target="../tags/tag1492.xml"/><Relationship Id="rId31" Type="http://schemas.openxmlformats.org/officeDocument/2006/relationships/tags" Target="../tags/tag1493.xml"/><Relationship Id="rId32" Type="http://schemas.openxmlformats.org/officeDocument/2006/relationships/tags" Target="../tags/tag1494.xml"/><Relationship Id="rId33" Type="http://schemas.openxmlformats.org/officeDocument/2006/relationships/tags" Target="../tags/tag1495.xml"/><Relationship Id="rId34" Type="http://schemas.openxmlformats.org/officeDocument/2006/relationships/tags" Target="../tags/tag1496.xml"/><Relationship Id="rId35" Type="http://schemas.openxmlformats.org/officeDocument/2006/relationships/tags" Target="../tags/tag1497.xml"/><Relationship Id="rId36" Type="http://schemas.openxmlformats.org/officeDocument/2006/relationships/tags" Target="../tags/tag1498.xml"/><Relationship Id="rId37" Type="http://schemas.openxmlformats.org/officeDocument/2006/relationships/tags" Target="../tags/tag1499.xml"/><Relationship Id="rId38" Type="http://schemas.openxmlformats.org/officeDocument/2006/relationships/tags" Target="../tags/tag1500.xml"/><Relationship Id="rId39" Type="http://schemas.openxmlformats.org/officeDocument/2006/relationships/tags" Target="../tags/tag1501.xml"/><Relationship Id="rId40" Type="http://schemas.openxmlformats.org/officeDocument/2006/relationships/tags" Target="../tags/tag1502.xml"/><Relationship Id="rId41" Type="http://schemas.openxmlformats.org/officeDocument/2006/relationships/tags" Target="../tags/tag1503.xml"/><Relationship Id="rId42" Type="http://schemas.openxmlformats.org/officeDocument/2006/relationships/tags" Target="../tags/tag1504.xml"/><Relationship Id="rId43" Type="http://schemas.openxmlformats.org/officeDocument/2006/relationships/tags" Target="../tags/tag1505.xml"/><Relationship Id="rId44" Type="http://schemas.openxmlformats.org/officeDocument/2006/relationships/tags" Target="../tags/tag1506.xml"/><Relationship Id="rId45" Type="http://schemas.openxmlformats.org/officeDocument/2006/relationships/tags" Target="../tags/tag1507.xml"/><Relationship Id="rId46" Type="http://schemas.openxmlformats.org/officeDocument/2006/relationships/tags" Target="../tags/tag1508.xml"/><Relationship Id="rId47" Type="http://schemas.openxmlformats.org/officeDocument/2006/relationships/tags" Target="../tags/tag1509.xml"/><Relationship Id="rId48" Type="http://schemas.openxmlformats.org/officeDocument/2006/relationships/tags" Target="../tags/tag1510.xml"/><Relationship Id="rId49" Type="http://schemas.openxmlformats.org/officeDocument/2006/relationships/tags" Target="../tags/tag1511.xml"/><Relationship Id="rId50" Type="http://schemas.openxmlformats.org/officeDocument/2006/relationships/tags" Target="../tags/tag1512.xml"/><Relationship Id="rId51" Type="http://schemas.openxmlformats.org/officeDocument/2006/relationships/tags" Target="../tags/tag1513.xml"/><Relationship Id="rId52" Type="http://schemas.openxmlformats.org/officeDocument/2006/relationships/tags" Target="../tags/tag1514.xml"/><Relationship Id="rId53" Type="http://schemas.openxmlformats.org/officeDocument/2006/relationships/tags" Target="../tags/tag1515.xml"/><Relationship Id="rId54" Type="http://schemas.openxmlformats.org/officeDocument/2006/relationships/tags" Target="../tags/tag1516.xml"/><Relationship Id="rId55" Type="http://schemas.openxmlformats.org/officeDocument/2006/relationships/tags" Target="../tags/tag1517.xml"/><Relationship Id="rId56" Type="http://schemas.openxmlformats.org/officeDocument/2006/relationships/tags" Target="../tags/tag1518.xml"/><Relationship Id="rId57" Type="http://schemas.openxmlformats.org/officeDocument/2006/relationships/tags" Target="../tags/tag1519.xml"/><Relationship Id="rId58" Type="http://schemas.openxmlformats.org/officeDocument/2006/relationships/tags" Target="../tags/tag1520.xml"/><Relationship Id="rId59" Type="http://schemas.openxmlformats.org/officeDocument/2006/relationships/tags" Target="../tags/tag1521.xml"/><Relationship Id="rId60" Type="http://schemas.openxmlformats.org/officeDocument/2006/relationships/tags" Target="../tags/tag1522.xml"/><Relationship Id="rId61" Type="http://schemas.openxmlformats.org/officeDocument/2006/relationships/tags" Target="../tags/tag1523.xml"/><Relationship Id="rId62" Type="http://schemas.openxmlformats.org/officeDocument/2006/relationships/tags" Target="../tags/tag1524.xml"/><Relationship Id="rId63" Type="http://schemas.openxmlformats.org/officeDocument/2006/relationships/tags" Target="../tags/tag1525.xml"/><Relationship Id="rId64" Type="http://schemas.openxmlformats.org/officeDocument/2006/relationships/tags" Target="../tags/tag1526.xml"/><Relationship Id="rId65" Type="http://schemas.openxmlformats.org/officeDocument/2006/relationships/tags" Target="../tags/tag1527.xml"/><Relationship Id="rId66" Type="http://schemas.openxmlformats.org/officeDocument/2006/relationships/tags" Target="../tags/tag1528.xml"/><Relationship Id="rId67" Type="http://schemas.openxmlformats.org/officeDocument/2006/relationships/tags" Target="../tags/tag1529.xml"/><Relationship Id="rId68" Type="http://schemas.openxmlformats.org/officeDocument/2006/relationships/tags" Target="../tags/tag1530.xml"/><Relationship Id="rId69" Type="http://schemas.openxmlformats.org/officeDocument/2006/relationships/tags" Target="../tags/tag1531.xml"/><Relationship Id="rId70" Type="http://schemas.openxmlformats.org/officeDocument/2006/relationships/tags" Target="../tags/tag1532.xml"/><Relationship Id="rId71" Type="http://schemas.openxmlformats.org/officeDocument/2006/relationships/tags" Target="../tags/tag1533.xml"/><Relationship Id="rId72" Type="http://schemas.openxmlformats.org/officeDocument/2006/relationships/tags" Target="../tags/tag1534.xml"/><Relationship Id="rId73" Type="http://schemas.openxmlformats.org/officeDocument/2006/relationships/tags" Target="../tags/tag1535.xml"/><Relationship Id="rId74" Type="http://schemas.openxmlformats.org/officeDocument/2006/relationships/tags" Target="../tags/tag1536.xml"/><Relationship Id="rId75" Type="http://schemas.openxmlformats.org/officeDocument/2006/relationships/tags" Target="../tags/tag1537.xml"/><Relationship Id="rId76" Type="http://schemas.openxmlformats.org/officeDocument/2006/relationships/tags" Target="../tags/tag1538.xml"/><Relationship Id="rId77" Type="http://schemas.openxmlformats.org/officeDocument/2006/relationships/tags" Target="../tags/tag1539.xml"/><Relationship Id="rId78" Type="http://schemas.openxmlformats.org/officeDocument/2006/relationships/tags" Target="../tags/tag1540.xml"/><Relationship Id="rId79" Type="http://schemas.openxmlformats.org/officeDocument/2006/relationships/tags" Target="../tags/tag1541.xml"/><Relationship Id="rId80" Type="http://schemas.openxmlformats.org/officeDocument/2006/relationships/tags" Target="../tags/tag1542.xml"/><Relationship Id="rId81" Type="http://schemas.openxmlformats.org/officeDocument/2006/relationships/tags" Target="../tags/tag1543.xml"/><Relationship Id="rId82" Type="http://schemas.openxmlformats.org/officeDocument/2006/relationships/tags" Target="../tags/tag1544.xml"/><Relationship Id="rId83" Type="http://schemas.openxmlformats.org/officeDocument/2006/relationships/tags" Target="../tags/tag1545.xml"/><Relationship Id="rId84" Type="http://schemas.openxmlformats.org/officeDocument/2006/relationships/tags" Target="../tags/tag1546.xml"/><Relationship Id="rId85" Type="http://schemas.openxmlformats.org/officeDocument/2006/relationships/tags" Target="../tags/tag1547.xml"/><Relationship Id="rId86" Type="http://schemas.openxmlformats.org/officeDocument/2006/relationships/tags" Target="../tags/tag1548.xml"/><Relationship Id="rId87" Type="http://schemas.openxmlformats.org/officeDocument/2006/relationships/tags" Target="../tags/tag1549.xml"/><Relationship Id="rId88" Type="http://schemas.openxmlformats.org/officeDocument/2006/relationships/tags" Target="../tags/tag1550.xml"/><Relationship Id="rId89" Type="http://schemas.openxmlformats.org/officeDocument/2006/relationships/tags" Target="../tags/tag1551.xml"/><Relationship Id="rId90" Type="http://schemas.openxmlformats.org/officeDocument/2006/relationships/tags" Target="../tags/tag1552.xml"/><Relationship Id="rId91" Type="http://schemas.openxmlformats.org/officeDocument/2006/relationships/tags" Target="../tags/tag1553.xml"/><Relationship Id="rId92" Type="http://schemas.openxmlformats.org/officeDocument/2006/relationships/tags" Target="../tags/tag1554.xml"/><Relationship Id="rId93" Type="http://schemas.openxmlformats.org/officeDocument/2006/relationships/tags" Target="../tags/tag1555.xml"/><Relationship Id="rId94" Type="http://schemas.openxmlformats.org/officeDocument/2006/relationships/tags" Target="../tags/tag1556.xml"/><Relationship Id="rId95" Type="http://schemas.openxmlformats.org/officeDocument/2006/relationships/tags" Target="../tags/tag1557.xml"/><Relationship Id="rId96" Type="http://schemas.openxmlformats.org/officeDocument/2006/relationships/tags" Target="../tags/tag1558.xml"/><Relationship Id="rId97" Type="http://schemas.openxmlformats.org/officeDocument/2006/relationships/tags" Target="../tags/tag1559.xml"/><Relationship Id="rId98" Type="http://schemas.openxmlformats.org/officeDocument/2006/relationships/tags" Target="../tags/tag1560.xml"/><Relationship Id="rId99" Type="http://schemas.openxmlformats.org/officeDocument/2006/relationships/tags" Target="../tags/tag1561.xml"/><Relationship Id="rId100" Type="http://schemas.openxmlformats.org/officeDocument/2006/relationships/tags" Target="../tags/tag1562.xml"/><Relationship Id="rId101" Type="http://schemas.openxmlformats.org/officeDocument/2006/relationships/tags" Target="../tags/tag1563.xml"/><Relationship Id="rId102" Type="http://schemas.openxmlformats.org/officeDocument/2006/relationships/tags" Target="../tags/tag1564.xml"/><Relationship Id="rId103" Type="http://schemas.openxmlformats.org/officeDocument/2006/relationships/tags" Target="../tags/tag1565.xml"/><Relationship Id="rId104" Type="http://schemas.openxmlformats.org/officeDocument/2006/relationships/tags" Target="../tags/tag1566.xml"/><Relationship Id="rId105" Type="http://schemas.openxmlformats.org/officeDocument/2006/relationships/tags" Target="../tags/tag1567.xml"/><Relationship Id="rId106" Type="http://schemas.openxmlformats.org/officeDocument/2006/relationships/tags" Target="../tags/tag1568.xml"/><Relationship Id="rId107" Type="http://schemas.openxmlformats.org/officeDocument/2006/relationships/tags" Target="../tags/tag1569.xml"/><Relationship Id="rId108" Type="http://schemas.openxmlformats.org/officeDocument/2006/relationships/tags" Target="../tags/tag1570.xml"/><Relationship Id="rId109" Type="http://schemas.openxmlformats.org/officeDocument/2006/relationships/tags" Target="../tags/tag1571.xml"/><Relationship Id="rId110" Type="http://schemas.openxmlformats.org/officeDocument/2006/relationships/tags" Target="../tags/tag1572.xml"/><Relationship Id="rId111" Type="http://schemas.openxmlformats.org/officeDocument/2006/relationships/tags" Target="../tags/tag1573.xml"/><Relationship Id="rId112" Type="http://schemas.openxmlformats.org/officeDocument/2006/relationships/tags" Target="../tags/tag1574.xml"/><Relationship Id="rId113" Type="http://schemas.openxmlformats.org/officeDocument/2006/relationships/tags" Target="../tags/tag1575.xml"/><Relationship Id="rId114" Type="http://schemas.openxmlformats.org/officeDocument/2006/relationships/tags" Target="../tags/tag1576.xml"/><Relationship Id="rId115" Type="http://schemas.openxmlformats.org/officeDocument/2006/relationships/tags" Target="../tags/tag1577.xml"/><Relationship Id="rId116" Type="http://schemas.openxmlformats.org/officeDocument/2006/relationships/tags" Target="../tags/tag1578.xml"/><Relationship Id="rId117" Type="http://schemas.openxmlformats.org/officeDocument/2006/relationships/tags" Target="../tags/tag1579.xml"/><Relationship Id="rId118" Type="http://schemas.openxmlformats.org/officeDocument/2006/relationships/tags" Target="../tags/tag1580.xml"/><Relationship Id="rId119" Type="http://schemas.openxmlformats.org/officeDocument/2006/relationships/tags" Target="../tags/tag1581.xml"/><Relationship Id="rId120" Type="http://schemas.openxmlformats.org/officeDocument/2006/relationships/tags" Target="../tags/tag1582.xml"/><Relationship Id="rId121" Type="http://schemas.openxmlformats.org/officeDocument/2006/relationships/tags" Target="../tags/tag1583.xml"/><Relationship Id="rId122" Type="http://schemas.openxmlformats.org/officeDocument/2006/relationships/slideLayout" Target="../slideLayouts/slideLayout2.xml"/><Relationship Id="rId123" Type="http://schemas.openxmlformats.org/officeDocument/2006/relationships/notesSlide" Target="../notesSlides/notesSlide367.xml"/><Relationship Id="rId124" Type="http://schemas.openxmlformats.org/officeDocument/2006/relationships/image" Target="../media/image30.png"/><Relationship Id="rId125" Type="http://schemas.openxmlformats.org/officeDocument/2006/relationships/image" Target="../media/image31.png"/><Relationship Id="rId126" Type="http://schemas.openxmlformats.org/officeDocument/2006/relationships/image" Target="../media/image32.svg"/><Relationship Id="rId127" Type="http://schemas.openxmlformats.org/officeDocument/2006/relationships/image" Target="../media/image33.png"/></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68.xml"/><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image" Target="../media/image44.svg"/><Relationship Id="rId8" Type="http://schemas.openxmlformats.org/officeDocument/2006/relationships/image" Target="../media/image45.svg"/><Relationship Id="rId9" Type="http://schemas.openxmlformats.org/officeDocument/2006/relationships/image" Target="../media/image46.svg"/><Relationship Id="rId10" Type="http://schemas.openxmlformats.org/officeDocument/2006/relationships/image" Target="../media/image32.svg"/></Relationships>
</file>

<file path=ppt/slides/_rels/slide371.xml.rels><?xml version='1.0' encoding='UTF-8' standalone='yes'?>
<Relationships xmlns="http://schemas.openxmlformats.org/package/2006/relationships"><Relationship Id="rId1" Type="http://schemas.openxmlformats.org/officeDocument/2006/relationships/tags" Target="../tags/tag1584.xml"/><Relationship Id="rId2" Type="http://schemas.openxmlformats.org/officeDocument/2006/relationships/tags" Target="../tags/tag1585.xml"/><Relationship Id="rId3" Type="http://schemas.openxmlformats.org/officeDocument/2006/relationships/slideLayout" Target="../slideLayouts/slideLayout2.xml"/><Relationship Id="rId4" Type="http://schemas.openxmlformats.org/officeDocument/2006/relationships/notesSlide" Target="../notesSlides/notesSlide369.xml"/><Relationship Id="rId5" Type="http://schemas.openxmlformats.org/officeDocument/2006/relationships/image" Target="../media/image47.jpg"/></Relationships>
</file>

<file path=ppt/slides/_rels/slide372.xml.rels><?xml version='1.0' encoding='UTF-8' standalone='yes'?>
<Relationships xmlns="http://schemas.openxmlformats.org/package/2006/relationships"><Relationship Id="rId1" Type="http://schemas.openxmlformats.org/officeDocument/2006/relationships/tags" Target="../tags/tag1586.xml"/><Relationship Id="rId2" Type="http://schemas.openxmlformats.org/officeDocument/2006/relationships/tags" Target="../tags/tag1587.xml"/><Relationship Id="rId3" Type="http://schemas.openxmlformats.org/officeDocument/2006/relationships/tags" Target="../tags/tag1588.xml"/><Relationship Id="rId4" Type="http://schemas.openxmlformats.org/officeDocument/2006/relationships/slideLayout" Target="../slideLayouts/slideLayout2.xml"/><Relationship Id="rId5" Type="http://schemas.openxmlformats.org/officeDocument/2006/relationships/notesSlide" Target="../notesSlides/notesSlide370.xml"/><Relationship Id="rId6" Type="http://schemas.openxmlformats.org/officeDocument/2006/relationships/image" Target="../media/image48.png"/></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1.xml"/></Relationships>
</file>

<file path=ppt/slides/_rels/slide374.xml.rels><?xml version='1.0' encoding='UTF-8' standalone='yes'?>
<Relationships xmlns="http://schemas.openxmlformats.org/package/2006/relationships"><Relationship Id="rId1" Type="http://schemas.openxmlformats.org/officeDocument/2006/relationships/tags" Target="../tags/tag1589.xml"/><Relationship Id="rId2" Type="http://schemas.openxmlformats.org/officeDocument/2006/relationships/slideLayout" Target="../slideLayouts/slideLayout2.xml"/><Relationship Id="rId3" Type="http://schemas.openxmlformats.org/officeDocument/2006/relationships/notesSlide" Target="../notesSlides/notesSlide372.xml"/><Relationship Id="rId4" Type="http://schemas.openxmlformats.org/officeDocument/2006/relationships/image" Target="../media/image49.png"/></Relationships>
</file>

<file path=ppt/slides/_rels/slide375.xml.rels><?xml version='1.0' encoding='UTF-8' standalone='yes'?>
<Relationships xmlns="http://schemas.openxmlformats.org/package/2006/relationships"><Relationship Id="rId1" Type="http://schemas.openxmlformats.org/officeDocument/2006/relationships/tags" Target="../tags/tag1590.xml"/><Relationship Id="rId2" Type="http://schemas.openxmlformats.org/officeDocument/2006/relationships/tags" Target="../tags/tag1591.xml"/><Relationship Id="rId3" Type="http://schemas.openxmlformats.org/officeDocument/2006/relationships/tags" Target="../tags/tag1592.xml"/><Relationship Id="rId4" Type="http://schemas.openxmlformats.org/officeDocument/2006/relationships/tags" Target="../tags/tag1593.xml"/><Relationship Id="rId5" Type="http://schemas.openxmlformats.org/officeDocument/2006/relationships/tags" Target="../tags/tag1594.xml"/><Relationship Id="rId6" Type="http://schemas.openxmlformats.org/officeDocument/2006/relationships/tags" Target="../tags/tag1595.xml"/><Relationship Id="rId7" Type="http://schemas.openxmlformats.org/officeDocument/2006/relationships/tags" Target="../tags/tag1596.xml"/><Relationship Id="rId8" Type="http://schemas.openxmlformats.org/officeDocument/2006/relationships/tags" Target="../tags/tag1597.xml"/><Relationship Id="rId9" Type="http://schemas.openxmlformats.org/officeDocument/2006/relationships/tags" Target="../tags/tag1598.xml"/><Relationship Id="rId10" Type="http://schemas.openxmlformats.org/officeDocument/2006/relationships/tags" Target="../tags/tag1599.xml"/><Relationship Id="rId11" Type="http://schemas.openxmlformats.org/officeDocument/2006/relationships/tags" Target="../tags/tag1600.xml"/><Relationship Id="rId12" Type="http://schemas.openxmlformats.org/officeDocument/2006/relationships/tags" Target="../tags/tag1601.xml"/><Relationship Id="rId13" Type="http://schemas.openxmlformats.org/officeDocument/2006/relationships/tags" Target="../tags/tag1602.xml"/><Relationship Id="rId14" Type="http://schemas.openxmlformats.org/officeDocument/2006/relationships/slideLayout" Target="../slideLayouts/slideLayout2.xml"/><Relationship Id="rId15" Type="http://schemas.openxmlformats.org/officeDocument/2006/relationships/notesSlide" Target="../notesSlides/notesSlide373.xml"/></Relationships>
</file>

<file path=ppt/slides/_rels/slide376.xml.rels><?xml version='1.0' encoding='UTF-8' standalone='yes'?>
<Relationships xmlns="http://schemas.openxmlformats.org/package/2006/relationships"><Relationship Id="rId1" Type="http://schemas.openxmlformats.org/officeDocument/2006/relationships/tags" Target="../tags/tag1603.xml"/><Relationship Id="rId2" Type="http://schemas.openxmlformats.org/officeDocument/2006/relationships/tags" Target="../tags/tag1604.xml"/><Relationship Id="rId3" Type="http://schemas.openxmlformats.org/officeDocument/2006/relationships/tags" Target="../tags/tag1605.xml"/><Relationship Id="rId4" Type="http://schemas.openxmlformats.org/officeDocument/2006/relationships/tags" Target="../tags/tag1606.xml"/><Relationship Id="rId5" Type="http://schemas.openxmlformats.org/officeDocument/2006/relationships/tags" Target="../tags/tag1607.xml"/><Relationship Id="rId6" Type="http://schemas.openxmlformats.org/officeDocument/2006/relationships/tags" Target="../tags/tag1608.xml"/><Relationship Id="rId7" Type="http://schemas.openxmlformats.org/officeDocument/2006/relationships/slideLayout" Target="../slideLayouts/slideLayout2.xml"/><Relationship Id="rId8" Type="http://schemas.openxmlformats.org/officeDocument/2006/relationships/notesSlide" Target="../notesSlides/notesSlide374.xml"/></Relationships>
</file>

<file path=ppt/slides/_rels/slide377.xml.rels><?xml version='1.0' encoding='UTF-8' standalone='yes'?>
<Relationships xmlns="http://schemas.openxmlformats.org/package/2006/relationships"><Relationship Id="rId1" Type="http://schemas.openxmlformats.org/officeDocument/2006/relationships/tags" Target="../tags/tag1609.xml"/><Relationship Id="rId2" Type="http://schemas.openxmlformats.org/officeDocument/2006/relationships/tags" Target="../tags/tag1610.xml"/><Relationship Id="rId3" Type="http://schemas.openxmlformats.org/officeDocument/2006/relationships/slideLayout" Target="../slideLayouts/slideLayout2.xml"/><Relationship Id="rId4" Type="http://schemas.openxmlformats.org/officeDocument/2006/relationships/notesSlide" Target="../notesSlides/notesSlide375.xml"/></Relationships>
</file>

<file path=ppt/slides/_rels/slide378.xml.rels><?xml version='1.0' encoding='UTF-8' standalone='yes'?>
<Relationships xmlns="http://schemas.openxmlformats.org/package/2006/relationships"><Relationship Id="rId1" Type="http://schemas.openxmlformats.org/officeDocument/2006/relationships/tags" Target="../tags/tag1611.xml"/><Relationship Id="rId2" Type="http://schemas.openxmlformats.org/officeDocument/2006/relationships/slideLayout" Target="../slideLayouts/slideLayout2.xml"/><Relationship Id="rId3" Type="http://schemas.openxmlformats.org/officeDocument/2006/relationships/notesSlide" Target="../notesSlides/notesSlide376.xml"/><Relationship Id="rId4" Type="http://schemas.openxmlformats.org/officeDocument/2006/relationships/chart" Target="../charts/chart28.xml"/><Relationship Id="rId5" Type="http://schemas.openxmlformats.org/officeDocument/2006/relationships/chart" Target="../charts/chart29.xml"/><Relationship Id="rId6" Type="http://schemas.openxmlformats.org/officeDocument/2006/relationships/chart" Target="../charts/chart30.xml"/><Relationship Id="rId7" Type="http://schemas.openxmlformats.org/officeDocument/2006/relationships/chart" Target="../charts/chart31.xml"/></Relationships>
</file>

<file path=ppt/slides/_rels/slide379.xml.rels><?xml version='1.0' encoding='UTF-8' standalone='yes'?>
<Relationships xmlns="http://schemas.openxmlformats.org/package/2006/relationships"><Relationship Id="rId1" Type="http://schemas.openxmlformats.org/officeDocument/2006/relationships/tags" Target="../tags/tag1612.xml"/><Relationship Id="rId2" Type="http://schemas.openxmlformats.org/officeDocument/2006/relationships/slideLayout" Target="../slideLayouts/slideLayout2.xml"/><Relationship Id="rId3" Type="http://schemas.openxmlformats.org/officeDocument/2006/relationships/notesSlide" Target="../notesSlides/notesSlide377.xml"/></Relationships>
</file>

<file path=ppt/slides/_rels/slide380.xml.rels><?xml version='1.0' encoding='UTF-8' standalone='yes'?>
<Relationships xmlns="http://schemas.openxmlformats.org/package/2006/relationships"><Relationship Id="rId1" Type="http://schemas.openxmlformats.org/officeDocument/2006/relationships/tags" Target="../tags/tag1613.xml"/><Relationship Id="rId2" Type="http://schemas.openxmlformats.org/officeDocument/2006/relationships/slideLayout" Target="../slideLayouts/slideLayout2.xml"/><Relationship Id="rId3" Type="http://schemas.openxmlformats.org/officeDocument/2006/relationships/notesSlide" Target="../notesSlides/notesSlide378.xml"/></Relationships>
</file>

<file path=ppt/slides/_rels/slide381.xml.rels><?xml version='1.0' encoding='UTF-8' standalone='yes'?>
<Relationships xmlns="http://schemas.openxmlformats.org/package/2006/relationships"><Relationship Id="rId1" Type="http://schemas.openxmlformats.org/officeDocument/2006/relationships/tags" Target="../tags/tag1614.xml"/><Relationship Id="rId2" Type="http://schemas.openxmlformats.org/officeDocument/2006/relationships/tags" Target="../tags/tag1615.xml"/><Relationship Id="rId3" Type="http://schemas.openxmlformats.org/officeDocument/2006/relationships/tags" Target="../tags/tag1616.xml"/><Relationship Id="rId4" Type="http://schemas.openxmlformats.org/officeDocument/2006/relationships/tags" Target="../tags/tag1617.xml"/><Relationship Id="rId5" Type="http://schemas.openxmlformats.org/officeDocument/2006/relationships/tags" Target="../tags/tag1618.xml"/><Relationship Id="rId6" Type="http://schemas.openxmlformats.org/officeDocument/2006/relationships/tags" Target="../tags/tag1619.xml"/><Relationship Id="rId7" Type="http://schemas.openxmlformats.org/officeDocument/2006/relationships/tags" Target="../tags/tag1620.xml"/><Relationship Id="rId8" Type="http://schemas.openxmlformats.org/officeDocument/2006/relationships/tags" Target="../tags/tag1621.xml"/><Relationship Id="rId9" Type="http://schemas.openxmlformats.org/officeDocument/2006/relationships/tags" Target="../tags/tag1622.xml"/><Relationship Id="rId10" Type="http://schemas.openxmlformats.org/officeDocument/2006/relationships/tags" Target="../tags/tag1623.xml"/><Relationship Id="rId11" Type="http://schemas.openxmlformats.org/officeDocument/2006/relationships/tags" Target="../tags/tag1624.xml"/><Relationship Id="rId12" Type="http://schemas.openxmlformats.org/officeDocument/2006/relationships/tags" Target="../tags/tag1625.xml"/><Relationship Id="rId13" Type="http://schemas.openxmlformats.org/officeDocument/2006/relationships/tags" Target="../tags/tag1626.xml"/><Relationship Id="rId14" Type="http://schemas.openxmlformats.org/officeDocument/2006/relationships/tags" Target="../tags/tag1627.xml"/><Relationship Id="rId15" Type="http://schemas.openxmlformats.org/officeDocument/2006/relationships/tags" Target="../tags/tag1628.xml"/><Relationship Id="rId16" Type="http://schemas.openxmlformats.org/officeDocument/2006/relationships/tags" Target="../tags/tag1629.xml"/><Relationship Id="rId17" Type="http://schemas.openxmlformats.org/officeDocument/2006/relationships/tags" Target="../tags/tag1630.xml"/><Relationship Id="rId18" Type="http://schemas.openxmlformats.org/officeDocument/2006/relationships/tags" Target="../tags/tag1631.xml"/><Relationship Id="rId19" Type="http://schemas.openxmlformats.org/officeDocument/2006/relationships/tags" Target="../tags/tag1632.xml"/><Relationship Id="rId20" Type="http://schemas.openxmlformats.org/officeDocument/2006/relationships/tags" Target="../tags/tag1633.xml"/><Relationship Id="rId21" Type="http://schemas.openxmlformats.org/officeDocument/2006/relationships/tags" Target="../tags/tag1634.xml"/><Relationship Id="rId22" Type="http://schemas.openxmlformats.org/officeDocument/2006/relationships/tags" Target="../tags/tag1635.xml"/><Relationship Id="rId23" Type="http://schemas.openxmlformats.org/officeDocument/2006/relationships/tags" Target="../tags/tag1636.xml"/><Relationship Id="rId24" Type="http://schemas.openxmlformats.org/officeDocument/2006/relationships/tags" Target="../tags/tag1637.xml"/><Relationship Id="rId25" Type="http://schemas.openxmlformats.org/officeDocument/2006/relationships/tags" Target="../tags/tag1638.xml"/><Relationship Id="rId26" Type="http://schemas.openxmlformats.org/officeDocument/2006/relationships/tags" Target="../tags/tag1639.xml"/><Relationship Id="rId27" Type="http://schemas.openxmlformats.org/officeDocument/2006/relationships/tags" Target="../tags/tag1640.xml"/><Relationship Id="rId28" Type="http://schemas.openxmlformats.org/officeDocument/2006/relationships/tags" Target="../tags/tag1641.xml"/><Relationship Id="rId29" Type="http://schemas.openxmlformats.org/officeDocument/2006/relationships/tags" Target="../tags/tag1642.xml"/><Relationship Id="rId30" Type="http://schemas.openxmlformats.org/officeDocument/2006/relationships/tags" Target="../tags/tag1643.xml"/><Relationship Id="rId31" Type="http://schemas.openxmlformats.org/officeDocument/2006/relationships/tags" Target="../tags/tag1644.xml"/><Relationship Id="rId32" Type="http://schemas.openxmlformats.org/officeDocument/2006/relationships/tags" Target="../tags/tag1645.xml"/><Relationship Id="rId33" Type="http://schemas.openxmlformats.org/officeDocument/2006/relationships/tags" Target="../tags/tag1646.xml"/><Relationship Id="rId34" Type="http://schemas.openxmlformats.org/officeDocument/2006/relationships/tags" Target="../tags/tag1647.xml"/><Relationship Id="rId35" Type="http://schemas.openxmlformats.org/officeDocument/2006/relationships/tags" Target="../tags/tag1648.xml"/><Relationship Id="rId36" Type="http://schemas.openxmlformats.org/officeDocument/2006/relationships/tags" Target="../tags/tag1649.xml"/><Relationship Id="rId37" Type="http://schemas.openxmlformats.org/officeDocument/2006/relationships/tags" Target="../tags/tag1650.xml"/><Relationship Id="rId38" Type="http://schemas.openxmlformats.org/officeDocument/2006/relationships/tags" Target="../tags/tag1651.xml"/><Relationship Id="rId39" Type="http://schemas.openxmlformats.org/officeDocument/2006/relationships/tags" Target="../tags/tag1652.xml"/><Relationship Id="rId40" Type="http://schemas.openxmlformats.org/officeDocument/2006/relationships/tags" Target="../tags/tag1653.xml"/><Relationship Id="rId41" Type="http://schemas.openxmlformats.org/officeDocument/2006/relationships/tags" Target="../tags/tag1654.xml"/><Relationship Id="rId42" Type="http://schemas.openxmlformats.org/officeDocument/2006/relationships/tags" Target="../tags/tag1655.xml"/><Relationship Id="rId43" Type="http://schemas.openxmlformats.org/officeDocument/2006/relationships/tags" Target="../tags/tag1656.xml"/><Relationship Id="rId44" Type="http://schemas.openxmlformats.org/officeDocument/2006/relationships/tags" Target="../tags/tag1657.xml"/><Relationship Id="rId45" Type="http://schemas.openxmlformats.org/officeDocument/2006/relationships/tags" Target="../tags/tag1658.xml"/><Relationship Id="rId46" Type="http://schemas.openxmlformats.org/officeDocument/2006/relationships/tags" Target="../tags/tag1659.xml"/><Relationship Id="rId47" Type="http://schemas.openxmlformats.org/officeDocument/2006/relationships/tags" Target="../tags/tag1660.xml"/><Relationship Id="rId48" Type="http://schemas.openxmlformats.org/officeDocument/2006/relationships/tags" Target="../tags/tag1661.xml"/><Relationship Id="rId49" Type="http://schemas.openxmlformats.org/officeDocument/2006/relationships/tags" Target="../tags/tag1662.xml"/><Relationship Id="rId50" Type="http://schemas.openxmlformats.org/officeDocument/2006/relationships/tags" Target="../tags/tag1663.xml"/><Relationship Id="rId51" Type="http://schemas.openxmlformats.org/officeDocument/2006/relationships/tags" Target="../tags/tag1664.xml"/><Relationship Id="rId52" Type="http://schemas.openxmlformats.org/officeDocument/2006/relationships/tags" Target="../tags/tag1665.xml"/><Relationship Id="rId53" Type="http://schemas.openxmlformats.org/officeDocument/2006/relationships/tags" Target="../tags/tag1666.xml"/><Relationship Id="rId54" Type="http://schemas.openxmlformats.org/officeDocument/2006/relationships/tags" Target="../tags/tag1667.xml"/><Relationship Id="rId55" Type="http://schemas.openxmlformats.org/officeDocument/2006/relationships/tags" Target="../tags/tag1668.xml"/><Relationship Id="rId56" Type="http://schemas.openxmlformats.org/officeDocument/2006/relationships/tags" Target="../tags/tag1669.xml"/><Relationship Id="rId57" Type="http://schemas.openxmlformats.org/officeDocument/2006/relationships/tags" Target="../tags/tag1670.xml"/><Relationship Id="rId58" Type="http://schemas.openxmlformats.org/officeDocument/2006/relationships/tags" Target="../tags/tag1671.xml"/><Relationship Id="rId59" Type="http://schemas.openxmlformats.org/officeDocument/2006/relationships/tags" Target="../tags/tag1672.xml"/><Relationship Id="rId60" Type="http://schemas.openxmlformats.org/officeDocument/2006/relationships/tags" Target="../tags/tag1673.xml"/><Relationship Id="rId61" Type="http://schemas.openxmlformats.org/officeDocument/2006/relationships/tags" Target="../tags/tag1674.xml"/><Relationship Id="rId62" Type="http://schemas.openxmlformats.org/officeDocument/2006/relationships/tags" Target="../tags/tag1675.xml"/><Relationship Id="rId63" Type="http://schemas.openxmlformats.org/officeDocument/2006/relationships/tags" Target="../tags/tag1676.xml"/><Relationship Id="rId64" Type="http://schemas.openxmlformats.org/officeDocument/2006/relationships/tags" Target="../tags/tag1677.xml"/><Relationship Id="rId65" Type="http://schemas.openxmlformats.org/officeDocument/2006/relationships/tags" Target="../tags/tag1678.xml"/><Relationship Id="rId66" Type="http://schemas.openxmlformats.org/officeDocument/2006/relationships/tags" Target="../tags/tag1679.xml"/><Relationship Id="rId67" Type="http://schemas.openxmlformats.org/officeDocument/2006/relationships/tags" Target="../tags/tag1680.xml"/><Relationship Id="rId68" Type="http://schemas.openxmlformats.org/officeDocument/2006/relationships/tags" Target="../tags/tag1681.xml"/><Relationship Id="rId69" Type="http://schemas.openxmlformats.org/officeDocument/2006/relationships/tags" Target="../tags/tag1682.xml"/><Relationship Id="rId70" Type="http://schemas.openxmlformats.org/officeDocument/2006/relationships/tags" Target="../tags/tag1683.xml"/><Relationship Id="rId71" Type="http://schemas.openxmlformats.org/officeDocument/2006/relationships/tags" Target="../tags/tag1684.xml"/><Relationship Id="rId72" Type="http://schemas.openxmlformats.org/officeDocument/2006/relationships/tags" Target="../tags/tag1685.xml"/><Relationship Id="rId73" Type="http://schemas.openxmlformats.org/officeDocument/2006/relationships/tags" Target="../tags/tag1686.xml"/><Relationship Id="rId74" Type="http://schemas.openxmlformats.org/officeDocument/2006/relationships/tags" Target="../tags/tag1687.xml"/><Relationship Id="rId75" Type="http://schemas.openxmlformats.org/officeDocument/2006/relationships/tags" Target="../tags/tag1688.xml"/><Relationship Id="rId76" Type="http://schemas.openxmlformats.org/officeDocument/2006/relationships/tags" Target="../tags/tag1689.xml"/><Relationship Id="rId77" Type="http://schemas.openxmlformats.org/officeDocument/2006/relationships/tags" Target="../tags/tag1690.xml"/><Relationship Id="rId78" Type="http://schemas.openxmlformats.org/officeDocument/2006/relationships/tags" Target="../tags/tag1691.xml"/><Relationship Id="rId79" Type="http://schemas.openxmlformats.org/officeDocument/2006/relationships/tags" Target="../tags/tag1692.xml"/><Relationship Id="rId80" Type="http://schemas.openxmlformats.org/officeDocument/2006/relationships/tags" Target="../tags/tag1693.xml"/><Relationship Id="rId81" Type="http://schemas.openxmlformats.org/officeDocument/2006/relationships/tags" Target="../tags/tag1694.xml"/><Relationship Id="rId82" Type="http://schemas.openxmlformats.org/officeDocument/2006/relationships/tags" Target="../tags/tag1695.xml"/><Relationship Id="rId83" Type="http://schemas.openxmlformats.org/officeDocument/2006/relationships/tags" Target="../tags/tag1696.xml"/><Relationship Id="rId84" Type="http://schemas.openxmlformats.org/officeDocument/2006/relationships/tags" Target="../tags/tag1697.xml"/><Relationship Id="rId85" Type="http://schemas.openxmlformats.org/officeDocument/2006/relationships/tags" Target="../tags/tag1698.xml"/><Relationship Id="rId86" Type="http://schemas.openxmlformats.org/officeDocument/2006/relationships/tags" Target="../tags/tag1699.xml"/><Relationship Id="rId87" Type="http://schemas.openxmlformats.org/officeDocument/2006/relationships/tags" Target="../tags/tag1700.xml"/><Relationship Id="rId88" Type="http://schemas.openxmlformats.org/officeDocument/2006/relationships/tags" Target="../tags/tag1701.xml"/><Relationship Id="rId89" Type="http://schemas.openxmlformats.org/officeDocument/2006/relationships/tags" Target="../tags/tag1702.xml"/><Relationship Id="rId90" Type="http://schemas.openxmlformats.org/officeDocument/2006/relationships/tags" Target="../tags/tag1703.xml"/><Relationship Id="rId91" Type="http://schemas.openxmlformats.org/officeDocument/2006/relationships/tags" Target="../tags/tag1704.xml"/><Relationship Id="rId92" Type="http://schemas.openxmlformats.org/officeDocument/2006/relationships/slideLayout" Target="../slideLayouts/slideLayout2.xml"/><Relationship Id="rId93" Type="http://schemas.openxmlformats.org/officeDocument/2006/relationships/notesSlide" Target="../notesSlides/notesSlide379.xml"/></Relationships>
</file>

<file path=ppt/slides/_rels/slide382.xml.rels><?xml version='1.0' encoding='UTF-8' standalone='yes'?>
<Relationships xmlns="http://schemas.openxmlformats.org/package/2006/relationships"><Relationship Id="rId1" Type="http://schemas.openxmlformats.org/officeDocument/2006/relationships/tags" Target="../tags/tag1705.xml"/><Relationship Id="rId2" Type="http://schemas.openxmlformats.org/officeDocument/2006/relationships/tags" Target="../tags/tag1706.xml"/><Relationship Id="rId3" Type="http://schemas.openxmlformats.org/officeDocument/2006/relationships/tags" Target="../tags/tag1707.xml"/><Relationship Id="rId4" Type="http://schemas.openxmlformats.org/officeDocument/2006/relationships/tags" Target="../tags/tag1708.xml"/><Relationship Id="rId5" Type="http://schemas.openxmlformats.org/officeDocument/2006/relationships/tags" Target="../tags/tag1709.xml"/><Relationship Id="rId6" Type="http://schemas.openxmlformats.org/officeDocument/2006/relationships/tags" Target="../tags/tag1710.xml"/><Relationship Id="rId7" Type="http://schemas.openxmlformats.org/officeDocument/2006/relationships/tags" Target="../tags/tag1711.xml"/><Relationship Id="rId8" Type="http://schemas.openxmlformats.org/officeDocument/2006/relationships/tags" Target="../tags/tag1712.xml"/><Relationship Id="rId9" Type="http://schemas.openxmlformats.org/officeDocument/2006/relationships/tags" Target="../tags/tag1713.xml"/><Relationship Id="rId10" Type="http://schemas.openxmlformats.org/officeDocument/2006/relationships/tags" Target="../tags/tag1714.xml"/><Relationship Id="rId11" Type="http://schemas.openxmlformats.org/officeDocument/2006/relationships/tags" Target="../tags/tag1715.xml"/><Relationship Id="rId12" Type="http://schemas.openxmlformats.org/officeDocument/2006/relationships/tags" Target="../tags/tag1716.xml"/><Relationship Id="rId13" Type="http://schemas.openxmlformats.org/officeDocument/2006/relationships/tags" Target="../tags/tag1717.xml"/><Relationship Id="rId14" Type="http://schemas.openxmlformats.org/officeDocument/2006/relationships/tags" Target="../tags/tag1718.xml"/><Relationship Id="rId15" Type="http://schemas.openxmlformats.org/officeDocument/2006/relationships/tags" Target="../tags/tag1719.xml"/><Relationship Id="rId16" Type="http://schemas.openxmlformats.org/officeDocument/2006/relationships/tags" Target="../tags/tag1720.xml"/><Relationship Id="rId17" Type="http://schemas.openxmlformats.org/officeDocument/2006/relationships/tags" Target="../tags/tag1721.xml"/><Relationship Id="rId18" Type="http://schemas.openxmlformats.org/officeDocument/2006/relationships/tags" Target="../tags/tag1722.xml"/><Relationship Id="rId19" Type="http://schemas.openxmlformats.org/officeDocument/2006/relationships/tags" Target="../tags/tag1723.xml"/><Relationship Id="rId20" Type="http://schemas.openxmlformats.org/officeDocument/2006/relationships/tags" Target="../tags/tag1724.xml"/><Relationship Id="rId21" Type="http://schemas.openxmlformats.org/officeDocument/2006/relationships/tags" Target="../tags/tag1725.xml"/><Relationship Id="rId22" Type="http://schemas.openxmlformats.org/officeDocument/2006/relationships/tags" Target="../tags/tag1726.xml"/><Relationship Id="rId23" Type="http://schemas.openxmlformats.org/officeDocument/2006/relationships/tags" Target="../tags/tag1727.xml"/><Relationship Id="rId24" Type="http://schemas.openxmlformats.org/officeDocument/2006/relationships/tags" Target="../tags/tag1728.xml"/><Relationship Id="rId25" Type="http://schemas.openxmlformats.org/officeDocument/2006/relationships/tags" Target="../tags/tag1729.xml"/><Relationship Id="rId26" Type="http://schemas.openxmlformats.org/officeDocument/2006/relationships/tags" Target="../tags/tag1730.xml"/><Relationship Id="rId27" Type="http://schemas.openxmlformats.org/officeDocument/2006/relationships/tags" Target="../tags/tag1731.xml"/><Relationship Id="rId28" Type="http://schemas.openxmlformats.org/officeDocument/2006/relationships/tags" Target="../tags/tag1732.xml"/><Relationship Id="rId29" Type="http://schemas.openxmlformats.org/officeDocument/2006/relationships/tags" Target="../tags/tag1733.xml"/><Relationship Id="rId30" Type="http://schemas.openxmlformats.org/officeDocument/2006/relationships/tags" Target="../tags/tag1734.xml"/><Relationship Id="rId31" Type="http://schemas.openxmlformats.org/officeDocument/2006/relationships/tags" Target="../tags/tag1735.xml"/><Relationship Id="rId32" Type="http://schemas.openxmlformats.org/officeDocument/2006/relationships/tags" Target="../tags/tag1736.xml"/><Relationship Id="rId33" Type="http://schemas.openxmlformats.org/officeDocument/2006/relationships/tags" Target="../tags/tag1737.xml"/><Relationship Id="rId34" Type="http://schemas.openxmlformats.org/officeDocument/2006/relationships/tags" Target="../tags/tag1738.xml"/><Relationship Id="rId35" Type="http://schemas.openxmlformats.org/officeDocument/2006/relationships/tags" Target="../tags/tag1739.xml"/><Relationship Id="rId36" Type="http://schemas.openxmlformats.org/officeDocument/2006/relationships/tags" Target="../tags/tag1740.xml"/><Relationship Id="rId37" Type="http://schemas.openxmlformats.org/officeDocument/2006/relationships/tags" Target="../tags/tag1741.xml"/><Relationship Id="rId38" Type="http://schemas.openxmlformats.org/officeDocument/2006/relationships/tags" Target="../tags/tag1742.xml"/><Relationship Id="rId39" Type="http://schemas.openxmlformats.org/officeDocument/2006/relationships/tags" Target="../tags/tag1743.xml"/><Relationship Id="rId40" Type="http://schemas.openxmlformats.org/officeDocument/2006/relationships/tags" Target="../tags/tag1744.xml"/><Relationship Id="rId41" Type="http://schemas.openxmlformats.org/officeDocument/2006/relationships/tags" Target="../tags/tag1745.xml"/><Relationship Id="rId42" Type="http://schemas.openxmlformats.org/officeDocument/2006/relationships/tags" Target="../tags/tag1746.xml"/><Relationship Id="rId43" Type="http://schemas.openxmlformats.org/officeDocument/2006/relationships/tags" Target="../tags/tag1747.xml"/><Relationship Id="rId44" Type="http://schemas.openxmlformats.org/officeDocument/2006/relationships/tags" Target="../tags/tag1748.xml"/><Relationship Id="rId45" Type="http://schemas.openxmlformats.org/officeDocument/2006/relationships/tags" Target="../tags/tag1749.xml"/><Relationship Id="rId46" Type="http://schemas.openxmlformats.org/officeDocument/2006/relationships/tags" Target="../tags/tag1750.xml"/><Relationship Id="rId47" Type="http://schemas.openxmlformats.org/officeDocument/2006/relationships/tags" Target="../tags/tag1751.xml"/><Relationship Id="rId48" Type="http://schemas.openxmlformats.org/officeDocument/2006/relationships/tags" Target="../tags/tag1752.xml"/><Relationship Id="rId49" Type="http://schemas.openxmlformats.org/officeDocument/2006/relationships/tags" Target="../tags/tag1753.xml"/><Relationship Id="rId50" Type="http://schemas.openxmlformats.org/officeDocument/2006/relationships/tags" Target="../tags/tag1754.xml"/><Relationship Id="rId51" Type="http://schemas.openxmlformats.org/officeDocument/2006/relationships/tags" Target="../tags/tag1755.xml"/><Relationship Id="rId52" Type="http://schemas.openxmlformats.org/officeDocument/2006/relationships/tags" Target="../tags/tag1756.xml"/><Relationship Id="rId53" Type="http://schemas.openxmlformats.org/officeDocument/2006/relationships/tags" Target="../tags/tag1757.xml"/><Relationship Id="rId54" Type="http://schemas.openxmlformats.org/officeDocument/2006/relationships/tags" Target="../tags/tag1758.xml"/><Relationship Id="rId55" Type="http://schemas.openxmlformats.org/officeDocument/2006/relationships/tags" Target="../tags/tag1759.xml"/><Relationship Id="rId56" Type="http://schemas.openxmlformats.org/officeDocument/2006/relationships/tags" Target="../tags/tag1760.xml"/><Relationship Id="rId57" Type="http://schemas.openxmlformats.org/officeDocument/2006/relationships/tags" Target="../tags/tag1761.xml"/><Relationship Id="rId58" Type="http://schemas.openxmlformats.org/officeDocument/2006/relationships/tags" Target="../tags/tag1762.xml"/><Relationship Id="rId59" Type="http://schemas.openxmlformats.org/officeDocument/2006/relationships/tags" Target="../tags/tag1763.xml"/><Relationship Id="rId60" Type="http://schemas.openxmlformats.org/officeDocument/2006/relationships/tags" Target="../tags/tag1764.xml"/><Relationship Id="rId61" Type="http://schemas.openxmlformats.org/officeDocument/2006/relationships/tags" Target="../tags/tag1765.xml"/><Relationship Id="rId62" Type="http://schemas.openxmlformats.org/officeDocument/2006/relationships/tags" Target="../tags/tag1766.xml"/><Relationship Id="rId63" Type="http://schemas.openxmlformats.org/officeDocument/2006/relationships/tags" Target="../tags/tag1767.xml"/><Relationship Id="rId64" Type="http://schemas.openxmlformats.org/officeDocument/2006/relationships/tags" Target="../tags/tag1768.xml"/><Relationship Id="rId65" Type="http://schemas.openxmlformats.org/officeDocument/2006/relationships/tags" Target="../tags/tag1769.xml"/><Relationship Id="rId66" Type="http://schemas.openxmlformats.org/officeDocument/2006/relationships/tags" Target="../tags/tag1770.xml"/><Relationship Id="rId67" Type="http://schemas.openxmlformats.org/officeDocument/2006/relationships/tags" Target="../tags/tag1771.xml"/><Relationship Id="rId68" Type="http://schemas.openxmlformats.org/officeDocument/2006/relationships/tags" Target="../tags/tag1772.xml"/><Relationship Id="rId69" Type="http://schemas.openxmlformats.org/officeDocument/2006/relationships/tags" Target="../tags/tag1773.xml"/><Relationship Id="rId70" Type="http://schemas.openxmlformats.org/officeDocument/2006/relationships/tags" Target="../tags/tag1774.xml"/><Relationship Id="rId71" Type="http://schemas.openxmlformats.org/officeDocument/2006/relationships/tags" Target="../tags/tag1775.xml"/><Relationship Id="rId72" Type="http://schemas.openxmlformats.org/officeDocument/2006/relationships/tags" Target="../tags/tag1776.xml"/><Relationship Id="rId73" Type="http://schemas.openxmlformats.org/officeDocument/2006/relationships/tags" Target="../tags/tag1777.xml"/><Relationship Id="rId74" Type="http://schemas.openxmlformats.org/officeDocument/2006/relationships/tags" Target="../tags/tag1778.xml"/><Relationship Id="rId75" Type="http://schemas.openxmlformats.org/officeDocument/2006/relationships/tags" Target="../tags/tag1779.xml"/><Relationship Id="rId76" Type="http://schemas.openxmlformats.org/officeDocument/2006/relationships/tags" Target="../tags/tag1780.xml"/><Relationship Id="rId77" Type="http://schemas.openxmlformats.org/officeDocument/2006/relationships/tags" Target="../tags/tag1781.xml"/><Relationship Id="rId78" Type="http://schemas.openxmlformats.org/officeDocument/2006/relationships/tags" Target="../tags/tag1782.xml"/><Relationship Id="rId79" Type="http://schemas.openxmlformats.org/officeDocument/2006/relationships/tags" Target="../tags/tag1783.xml"/><Relationship Id="rId80" Type="http://schemas.openxmlformats.org/officeDocument/2006/relationships/tags" Target="../tags/tag1784.xml"/><Relationship Id="rId81" Type="http://schemas.openxmlformats.org/officeDocument/2006/relationships/tags" Target="../tags/tag1785.xml"/><Relationship Id="rId82" Type="http://schemas.openxmlformats.org/officeDocument/2006/relationships/tags" Target="../tags/tag1786.xml"/><Relationship Id="rId83" Type="http://schemas.openxmlformats.org/officeDocument/2006/relationships/slideLayout" Target="../slideLayouts/slideLayout2.xml"/><Relationship Id="rId84" Type="http://schemas.openxmlformats.org/officeDocument/2006/relationships/notesSlide" Target="../notesSlides/notesSlide380.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1.xml"/></Relationships>
</file>

<file path=ppt/slides/_rels/slide384.xml.rels><?xml version='1.0' encoding='UTF-8' standalone='yes'?>
<Relationships xmlns="http://schemas.openxmlformats.org/package/2006/relationships"><Relationship Id="rId1" Type="http://schemas.openxmlformats.org/officeDocument/2006/relationships/tags" Target="../tags/tag1787.xml"/><Relationship Id="rId2" Type="http://schemas.openxmlformats.org/officeDocument/2006/relationships/tags" Target="../tags/tag1788.xml"/><Relationship Id="rId3" Type="http://schemas.openxmlformats.org/officeDocument/2006/relationships/tags" Target="../tags/tag1789.xml"/><Relationship Id="rId4" Type="http://schemas.openxmlformats.org/officeDocument/2006/relationships/tags" Target="../tags/tag1790.xml"/><Relationship Id="rId5" Type="http://schemas.openxmlformats.org/officeDocument/2006/relationships/tags" Target="../tags/tag1791.xml"/><Relationship Id="rId6" Type="http://schemas.openxmlformats.org/officeDocument/2006/relationships/tags" Target="../tags/tag1792.xml"/><Relationship Id="rId7" Type="http://schemas.openxmlformats.org/officeDocument/2006/relationships/tags" Target="../tags/tag1793.xml"/><Relationship Id="rId8" Type="http://schemas.openxmlformats.org/officeDocument/2006/relationships/tags" Target="../tags/tag1794.xml"/><Relationship Id="rId9" Type="http://schemas.openxmlformats.org/officeDocument/2006/relationships/tags" Target="../tags/tag1795.xml"/><Relationship Id="rId10" Type="http://schemas.openxmlformats.org/officeDocument/2006/relationships/tags" Target="../tags/tag1796.xml"/><Relationship Id="rId11" Type="http://schemas.openxmlformats.org/officeDocument/2006/relationships/tags" Target="../tags/tag1797.xml"/><Relationship Id="rId12" Type="http://schemas.openxmlformats.org/officeDocument/2006/relationships/tags" Target="../tags/tag1798.xml"/><Relationship Id="rId13" Type="http://schemas.openxmlformats.org/officeDocument/2006/relationships/tags" Target="../tags/tag1799.xml"/><Relationship Id="rId14" Type="http://schemas.openxmlformats.org/officeDocument/2006/relationships/tags" Target="../tags/tag1800.xml"/><Relationship Id="rId15" Type="http://schemas.openxmlformats.org/officeDocument/2006/relationships/tags" Target="../tags/tag1801.xml"/><Relationship Id="rId16" Type="http://schemas.openxmlformats.org/officeDocument/2006/relationships/tags" Target="../tags/tag1802.xml"/><Relationship Id="rId17" Type="http://schemas.openxmlformats.org/officeDocument/2006/relationships/tags" Target="../tags/tag1803.xml"/><Relationship Id="rId18" Type="http://schemas.openxmlformats.org/officeDocument/2006/relationships/tags" Target="../tags/tag1804.xml"/><Relationship Id="rId19" Type="http://schemas.openxmlformats.org/officeDocument/2006/relationships/tags" Target="../tags/tag1805.xml"/><Relationship Id="rId20" Type="http://schemas.openxmlformats.org/officeDocument/2006/relationships/tags" Target="../tags/tag1806.xml"/><Relationship Id="rId21" Type="http://schemas.openxmlformats.org/officeDocument/2006/relationships/tags" Target="../tags/tag1807.xml"/><Relationship Id="rId22" Type="http://schemas.openxmlformats.org/officeDocument/2006/relationships/tags" Target="../tags/tag1808.xml"/><Relationship Id="rId23" Type="http://schemas.openxmlformats.org/officeDocument/2006/relationships/tags" Target="../tags/tag1809.xml"/><Relationship Id="rId24" Type="http://schemas.openxmlformats.org/officeDocument/2006/relationships/tags" Target="../tags/tag1810.xml"/><Relationship Id="rId25" Type="http://schemas.openxmlformats.org/officeDocument/2006/relationships/tags" Target="../tags/tag1811.xml"/><Relationship Id="rId26" Type="http://schemas.openxmlformats.org/officeDocument/2006/relationships/tags" Target="../tags/tag1812.xml"/><Relationship Id="rId27" Type="http://schemas.openxmlformats.org/officeDocument/2006/relationships/tags" Target="../tags/tag1813.xml"/><Relationship Id="rId28" Type="http://schemas.openxmlformats.org/officeDocument/2006/relationships/tags" Target="../tags/tag1814.xml"/><Relationship Id="rId29" Type="http://schemas.openxmlformats.org/officeDocument/2006/relationships/tags" Target="../tags/tag1815.xml"/><Relationship Id="rId30" Type="http://schemas.openxmlformats.org/officeDocument/2006/relationships/tags" Target="../tags/tag1816.xml"/><Relationship Id="rId31" Type="http://schemas.openxmlformats.org/officeDocument/2006/relationships/tags" Target="../tags/tag1817.xml"/><Relationship Id="rId32" Type="http://schemas.openxmlformats.org/officeDocument/2006/relationships/tags" Target="../tags/tag1818.xml"/><Relationship Id="rId33" Type="http://schemas.openxmlformats.org/officeDocument/2006/relationships/tags" Target="../tags/tag1819.xml"/><Relationship Id="rId34" Type="http://schemas.openxmlformats.org/officeDocument/2006/relationships/tags" Target="../tags/tag1820.xml"/><Relationship Id="rId35" Type="http://schemas.openxmlformats.org/officeDocument/2006/relationships/tags" Target="../tags/tag1821.xml"/><Relationship Id="rId36" Type="http://schemas.openxmlformats.org/officeDocument/2006/relationships/tags" Target="../tags/tag1822.xml"/><Relationship Id="rId37" Type="http://schemas.openxmlformats.org/officeDocument/2006/relationships/tags" Target="../tags/tag1823.xml"/><Relationship Id="rId38" Type="http://schemas.openxmlformats.org/officeDocument/2006/relationships/tags" Target="../tags/tag1824.xml"/><Relationship Id="rId39" Type="http://schemas.openxmlformats.org/officeDocument/2006/relationships/tags" Target="../tags/tag1825.xml"/><Relationship Id="rId40" Type="http://schemas.openxmlformats.org/officeDocument/2006/relationships/tags" Target="../tags/tag1826.xml"/><Relationship Id="rId41" Type="http://schemas.openxmlformats.org/officeDocument/2006/relationships/slideLayout" Target="../slideLayouts/slideLayout2.xml"/><Relationship Id="rId42" Type="http://schemas.openxmlformats.org/officeDocument/2006/relationships/notesSlide" Target="../notesSlides/notesSlide382.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3.xml"/></Relationships>
</file>

<file path=ppt/slides/_rels/slide386.xml.rels><?xml version='1.0' encoding='UTF-8' standalone='yes'?>
<Relationships xmlns="http://schemas.openxmlformats.org/package/2006/relationships"><Relationship Id="rId1" Type="http://schemas.openxmlformats.org/officeDocument/2006/relationships/tags" Target="../tags/tag1827.xml"/><Relationship Id="rId2" Type="http://schemas.openxmlformats.org/officeDocument/2006/relationships/slideLayout" Target="../slideLayouts/slideLayout2.xml"/><Relationship Id="rId3" Type="http://schemas.openxmlformats.org/officeDocument/2006/relationships/notesSlide" Target="../notesSlides/notesSlide384.xml"/><Relationship Id="rId4" Type="http://schemas.openxmlformats.org/officeDocument/2006/relationships/image" Target="../media/image50.png"/><Relationship Id="rId5" Type="http://schemas.openxmlformats.org/officeDocument/2006/relationships/image" Target="../media/image51.png"/><Relationship Id="rId6" Type="http://schemas.openxmlformats.org/officeDocument/2006/relationships/image" Target="../media/image52.png"/><Relationship Id="rId7" Type="http://schemas.openxmlformats.org/officeDocument/2006/relationships/image" Target="../media/image53.png"/><Relationship Id="rId8" Type="http://schemas.openxmlformats.org/officeDocument/2006/relationships/image" Target="../media/image54.png"/><Relationship Id="rId9" Type="http://schemas.openxmlformats.org/officeDocument/2006/relationships/image" Target="../media/image55.png"/><Relationship Id="rId10" Type="http://schemas.openxmlformats.org/officeDocument/2006/relationships/image" Target="../media/image56.png"/><Relationship Id="rId11" Type="http://schemas.openxmlformats.org/officeDocument/2006/relationships/image" Target="../media/image57.png"/><Relationship Id="rId12" Type="http://schemas.openxmlformats.org/officeDocument/2006/relationships/image" Target="../media/image58.png"/><Relationship Id="rId13" Type="http://schemas.openxmlformats.org/officeDocument/2006/relationships/image" Target="../media/image48.png"/></Relationships>
</file>

<file path=ppt/slides/_rels/slide387.xml.rels><?xml version='1.0' encoding='UTF-8' standalone='yes'?>
<Relationships xmlns="http://schemas.openxmlformats.org/package/2006/relationships"><Relationship Id="rId1" Type="http://schemas.openxmlformats.org/officeDocument/2006/relationships/tags" Target="../tags/tag1828.xml"/><Relationship Id="rId2" Type="http://schemas.openxmlformats.org/officeDocument/2006/relationships/slideLayout" Target="../slideLayouts/slideLayout2.xml"/><Relationship Id="rId3" Type="http://schemas.openxmlformats.org/officeDocument/2006/relationships/notesSlide" Target="../notesSlides/notesSlide385.xml"/></Relationships>
</file>

<file path=ppt/slides/_rels/slide388.xml.rels><?xml version='1.0' encoding='UTF-8' standalone='yes'?>
<Relationships xmlns="http://schemas.openxmlformats.org/package/2006/relationships"><Relationship Id="rId1" Type="http://schemas.openxmlformats.org/officeDocument/2006/relationships/tags" Target="../tags/tag1829.xml"/><Relationship Id="rId2" Type="http://schemas.openxmlformats.org/officeDocument/2006/relationships/slideLayout" Target="../slideLayouts/slideLayout2.xml"/><Relationship Id="rId3" Type="http://schemas.openxmlformats.org/officeDocument/2006/relationships/notesSlide" Target="../notesSlides/notesSlide386.xml"/></Relationships>
</file>

<file path=ppt/slides/_rels/slide389.xml.rels><?xml version='1.0' encoding='UTF-8' standalone='yes'?>
<Relationships xmlns="http://schemas.openxmlformats.org/package/2006/relationships"><Relationship Id="rId1" Type="http://schemas.openxmlformats.org/officeDocument/2006/relationships/tags" Target="../tags/tag1830.xml"/><Relationship Id="rId2" Type="http://schemas.openxmlformats.org/officeDocument/2006/relationships/slideLayout" Target="../slideLayouts/slideLayout2.xml"/><Relationship Id="rId3" Type="http://schemas.openxmlformats.org/officeDocument/2006/relationships/notesSlide" Target="../notesSlides/notesSlide387.xml"/></Relationships>
</file>

<file path=ppt/slides/_rels/slide390.xml.rels><?xml version='1.0' encoding='UTF-8' standalone='yes'?>
<Relationships xmlns="http://schemas.openxmlformats.org/package/2006/relationships"><Relationship Id="rId1" Type="http://schemas.openxmlformats.org/officeDocument/2006/relationships/tags" Target="../tags/tag1831.xml"/><Relationship Id="rId2" Type="http://schemas.openxmlformats.org/officeDocument/2006/relationships/slideLayout" Target="../slideLayouts/slideLayout2.xml"/><Relationship Id="rId3" Type="http://schemas.openxmlformats.org/officeDocument/2006/relationships/notesSlide" Target="../notesSlides/notesSlide388.xml"/></Relationships>
</file>

<file path=ppt/slides/_rels/slide391.xml.rels><?xml version='1.0' encoding='UTF-8' standalone='yes'?>
<Relationships xmlns="http://schemas.openxmlformats.org/package/2006/relationships"><Relationship Id="rId1" Type="http://schemas.openxmlformats.org/officeDocument/2006/relationships/tags" Target="../tags/tag1832.xml"/><Relationship Id="rId2" Type="http://schemas.openxmlformats.org/officeDocument/2006/relationships/slideLayout" Target="../slideLayouts/slideLayout2.xml"/><Relationship Id="rId3" Type="http://schemas.openxmlformats.org/officeDocument/2006/relationships/notesSlide" Target="../notesSlides/notesSlide389.xml"/></Relationships>
</file>

<file path=ppt/slides/_rels/slide392.xml.rels><?xml version='1.0' encoding='UTF-8' standalone='yes'?>
<Relationships xmlns="http://schemas.openxmlformats.org/package/2006/relationships"><Relationship Id="rId1" Type="http://schemas.openxmlformats.org/officeDocument/2006/relationships/tags" Target="../tags/tag1833.xml"/><Relationship Id="rId2" Type="http://schemas.openxmlformats.org/officeDocument/2006/relationships/slideLayout" Target="../slideLayouts/slideLayout2.xml"/><Relationship Id="rId3" Type="http://schemas.openxmlformats.org/officeDocument/2006/relationships/notesSlide" Target="../notesSlides/notes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1.xml"/><Relationship Id="rId3" Type="http://schemas.openxmlformats.org/officeDocument/2006/relationships/diagramData" Target="../diagrams/data2.xml"/><Relationship Id="rId4" Type="http://schemas.openxmlformats.org/officeDocument/2006/relationships/diagramLayout" Target="../diagrams/layout2.xml"/><Relationship Id="rId5" Type="http://schemas.openxmlformats.org/officeDocument/2006/relationships/diagramQuickStyle" Target="../diagrams/quickStyle2.xml"/><Relationship Id="rId6" Type="http://schemas.openxmlformats.org/officeDocument/2006/relationships/diagramColors" Target="../diagrams/colors2.xml"/><Relationship Id="rId7" Type="http://schemas.microsoft.com/office/2007/relationships/diagramDrawing" Target="../diagrams/drawing2.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2.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3.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4.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632B16C0-95A8-B8A5-9129-204763808283}"/>
              </a:ext>
            </a:extLst>
          </p:cNvPr>
          <p:cNvSpPr txBox="1"/>
          <p:nvPr/>
        </p:nvSpPr>
        <p:spPr>
          <a:xfrm>
            <a:off x="587760" y="2156370"/>
            <a:ext cx="10622583" cy="1015663"/>
          </a:xfrm>
          <a:prstGeom prst="rect">
            <a:avLst/>
          </a:prstGeom>
          <a:noFill/>
        </p:spPr>
        <p:txBody>
          <a:bodyPr wrap="square">
            <a:spAutoFit/>
          </a:bodyPr>
          <a:lstStyle/>
          <a:p>
            <a:pPr marL="0" marR="0" lvl="0" indent="0" algn="l" defTabSz="914400" rtl="0" eaLnBrk="1" fontAlgn="auto" latinLnBrk="0" hangingPunct="1">
              <a:lnSpc>
                <a:spcPct val="100000"/>
              </a:lnSpc>
              <a:spcBef>
                <a:spcPts val="1000"/>
              </a:spcBef>
              <a:spcAft>
                <a:spcPts val="0"/>
              </a:spcAft>
              <a:buClrTx/>
              <a:buSzTx/>
              <a:buFontTx/>
              <a:buNone/>
              <a:tabLst/>
              <a:defRPr/>
            </a:pPr>
            <a:r>
              <a:rPr lang="en-US" sz="6000" b="1" dirty="0">
                <a:solidFill>
                  <a:schemeClr val="bg1"/>
                </a:solidFill>
                <a:effectLst>
                  <a:outerShdw blurRad="38100" dist="38100" dir="2700000" algn="tl">
                    <a:srgbClr val="000000">
                      <a:alpha val="43137"/>
                    </a:srgbClr>
                  </a:outerShdw>
                </a:effectLst>
                <a:latin typeface="Arial Black" panose="020B0604020202020204" pitchFamily="34" charset="0"/>
                <a:cs typeface="Arial Black" panose="020B0604020202020204" pitchFamily="34" charset="0"/>
              </a:rPr>
              <a:t>Infographic Templates</a:t>
            </a:r>
            <a:endParaRPr kumimoji="0" lang="en-US" sz="60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Black" panose="020B0604020202020204" pitchFamily="34" charset="0"/>
              <a:cs typeface="Arial Black" panose="020B0604020202020204" pitchFamily="34" charset="0"/>
            </a:endParaRPr>
          </a:p>
        </p:txBody>
      </p:sp>
      <p:sp>
        <p:nvSpPr>
          <p:cNvPr id="6" name="TextBox 5">
            <a:extLst>
              <a:ext uri="{FF2B5EF4-FFF2-40B4-BE49-F238E27FC236}">
                <a16:creationId xmlns:a16="http://schemas.microsoft.com/office/drawing/2014/main" id="{4BACA7FF-48D9-45C6-6A49-3B2D5F7E53DA}"/>
              </a:ext>
            </a:extLst>
          </p:cNvPr>
          <p:cNvSpPr txBox="1"/>
          <p:nvPr/>
        </p:nvSpPr>
        <p:spPr>
          <a:xfrm>
            <a:off x="679198" y="4095362"/>
            <a:ext cx="10233518" cy="584775"/>
          </a:xfrm>
          <a:prstGeom prst="rect">
            <a:avLst/>
          </a:prstGeom>
          <a:noFill/>
        </p:spPr>
        <p:txBody>
          <a:bodyPr wrap="square" rtlCol="0">
            <a:spAutoFit/>
          </a:bodyPr>
          <a:lstStyle/>
          <a:p>
            <a:pPr>
              <a:spcBef>
                <a:spcPts val="1000"/>
              </a:spcBef>
              <a:defRPr/>
            </a:pPr>
            <a:r>
              <a:rPr kumimoji="0" lang="en-US" sz="32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rPr>
              <a:t>Created by Yash Jadhav</a:t>
            </a:r>
          </a:p>
        </p:txBody>
      </p:sp>
    </p:spTree>
    <p:extLst>
      <p:ext uri="{BB962C8B-B14F-4D97-AF65-F5344CB8AC3E}">
        <p14:creationId xmlns:p14="http://schemas.microsoft.com/office/powerpoint/2010/main" val="40710285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C7C8ABB-F0DC-E7C4-5C76-068791643CAB}"/>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55609317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2</a:t>
            </a:r>
          </a:p>
        </p:txBody>
      </p:sp>
      <p:grpSp>
        <p:nvGrpSpPr>
          <p:cNvPr id="35" name="Group 34">
            <a:extLst>
              <a:ext uri="{FF2B5EF4-FFF2-40B4-BE49-F238E27FC236}">
                <a16:creationId xmlns:a16="http://schemas.microsoft.com/office/drawing/2014/main" id="{97D597A2-B647-4CE8-8363-8D18D9A4A2FE}"/>
              </a:ext>
            </a:extLst>
          </p:cNvPr>
          <p:cNvGrpSpPr>
            <a:grpSpLocks noChangeAspect="1"/>
          </p:cNvGrpSpPr>
          <p:nvPr/>
        </p:nvGrpSpPr>
        <p:grpSpPr>
          <a:xfrm>
            <a:off x="4689558" y="2305293"/>
            <a:ext cx="2870238" cy="2870235"/>
            <a:chOff x="4053384" y="3302758"/>
            <a:chExt cx="914401" cy="914400"/>
          </a:xfrm>
        </p:grpSpPr>
        <p:sp>
          <p:nvSpPr>
            <p:cNvPr id="36" name="Arc 35">
              <a:extLst>
                <a:ext uri="{FF2B5EF4-FFF2-40B4-BE49-F238E27FC236}">
                  <a16:creationId xmlns:a16="http://schemas.microsoft.com/office/drawing/2014/main" id="{EAF8F4F6-F8A2-4D76-A0CF-18AA43EAE7AD}"/>
                </a:ext>
              </a:extLst>
            </p:cNvPr>
            <p:cNvSpPr/>
            <p:nvPr/>
          </p:nvSpPr>
          <p:spPr>
            <a:xfrm rot="10800000">
              <a:off x="4053385" y="3302758"/>
              <a:ext cx="914400" cy="914400"/>
            </a:xfrm>
            <a:prstGeom prst="arc">
              <a:avLst>
                <a:gd name="adj1" fmla="val 13793950"/>
                <a:gd name="adj2" fmla="val 0"/>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7" name="Arc 36">
              <a:extLst>
                <a:ext uri="{FF2B5EF4-FFF2-40B4-BE49-F238E27FC236}">
                  <a16:creationId xmlns:a16="http://schemas.microsoft.com/office/drawing/2014/main" id="{73C43A26-E8BE-4F95-BB93-2509A09C0E06}"/>
                </a:ext>
              </a:extLst>
            </p:cNvPr>
            <p:cNvSpPr/>
            <p:nvPr/>
          </p:nvSpPr>
          <p:spPr>
            <a:xfrm rot="13800000" flipV="1">
              <a:off x="4053384" y="3302758"/>
              <a:ext cx="914400" cy="914400"/>
            </a:xfrm>
            <a:prstGeom prst="arc">
              <a:avLst>
                <a:gd name="adj1" fmla="val 13793950"/>
                <a:gd name="adj2" fmla="val 0"/>
              </a:avLst>
            </a:prstGeom>
            <a:ln>
              <a:solidFill>
                <a:schemeClr val="accent2"/>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6034351" y="240119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sp>
        <p:nvSpPr>
          <p:cNvPr id="39" name="TextBox 38">
            <a:extLst>
              <a:ext uri="{FF2B5EF4-FFF2-40B4-BE49-F238E27FC236}">
                <a16:creationId xmlns:a16="http://schemas.microsoft.com/office/drawing/2014/main" id="{6EE4BAAE-4DA6-40A6-AD6E-C8A5ED36DD2F}"/>
              </a:ext>
            </a:extLst>
          </p:cNvPr>
          <p:cNvSpPr txBox="1"/>
          <p:nvPr/>
        </p:nvSpPr>
        <p:spPr>
          <a:xfrm>
            <a:off x="4596490" y="480646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grpSp>
        <p:nvGrpSpPr>
          <p:cNvPr id="103" name="Car_wheel2" descr="{&quot;Key&quot;:&quot;POWER_USER_SHAPE_ICON&quot;,&quot;Value&quot;:&quot;POWER_USER_SHAPE_ICON_STYLE_1&quot;}">
            <a:extLst>
              <a:ext uri="{FF2B5EF4-FFF2-40B4-BE49-F238E27FC236}">
                <a16:creationId xmlns:a16="http://schemas.microsoft.com/office/drawing/2014/main" id="{657C14A5-5AE5-4AF3-B695-DAB966A761C1}"/>
              </a:ext>
            </a:extLst>
          </p:cNvPr>
          <p:cNvGrpSpPr>
            <a:grpSpLocks noChangeAspect="1"/>
          </p:cNvGrpSpPr>
          <p:nvPr/>
        </p:nvGrpSpPr>
        <p:grpSpPr>
          <a:xfrm>
            <a:off x="971969" y="2528789"/>
            <a:ext cx="407907" cy="407907"/>
            <a:chOff x="4289425" y="384175"/>
            <a:chExt cx="215900" cy="215900"/>
          </a:xfrm>
          <a:solidFill>
            <a:schemeClr val="accent1"/>
          </a:solidFill>
        </p:grpSpPr>
        <p:sp>
          <p:nvSpPr>
            <p:cNvPr id="104" name="Freeform 6">
              <a:extLst>
                <a:ext uri="{FF2B5EF4-FFF2-40B4-BE49-F238E27FC236}">
                  <a16:creationId xmlns:a16="http://schemas.microsoft.com/office/drawing/2014/main" id="{18C86922-B338-4375-8104-F819A187693D}"/>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7">
              <a:extLst>
                <a:ext uri="{FF2B5EF4-FFF2-40B4-BE49-F238E27FC236}">
                  <a16:creationId xmlns:a16="http://schemas.microsoft.com/office/drawing/2014/main" id="{1A7E97BF-41E8-4DAA-A91A-02FB9237BD9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8">
              <a:extLst>
                <a:ext uri="{FF2B5EF4-FFF2-40B4-BE49-F238E27FC236}">
                  <a16:creationId xmlns:a16="http://schemas.microsoft.com/office/drawing/2014/main" id="{6D9F90DC-4A50-4C32-B25A-097A908A3FCF}"/>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
              <a:extLst>
                <a:ext uri="{FF2B5EF4-FFF2-40B4-BE49-F238E27FC236}">
                  <a16:creationId xmlns:a16="http://schemas.microsoft.com/office/drawing/2014/main" id="{EBF2EADE-74B8-4767-8258-C6A5006B484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
              <a:extLst>
                <a:ext uri="{FF2B5EF4-FFF2-40B4-BE49-F238E27FC236}">
                  <a16:creationId xmlns:a16="http://schemas.microsoft.com/office/drawing/2014/main" id="{D9F92B44-3456-46ED-88EB-49BE3EDC6324}"/>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
              <a:extLst>
                <a:ext uri="{FF2B5EF4-FFF2-40B4-BE49-F238E27FC236}">
                  <a16:creationId xmlns:a16="http://schemas.microsoft.com/office/drawing/2014/main" id="{C8DEA105-A81F-45FB-8F9C-C22CAEA0E6D9}"/>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2">
              <a:extLst>
                <a:ext uri="{FF2B5EF4-FFF2-40B4-BE49-F238E27FC236}">
                  <a16:creationId xmlns:a16="http://schemas.microsoft.com/office/drawing/2014/main" id="{1A81DEC0-004B-406A-8435-DBF015CFC5AC}"/>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3">
              <a:extLst>
                <a:ext uri="{FF2B5EF4-FFF2-40B4-BE49-F238E27FC236}">
                  <a16:creationId xmlns:a16="http://schemas.microsoft.com/office/drawing/2014/main" id="{62E2FA7D-AF60-49EE-98DC-970D3BAD5C8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
              <a:extLst>
                <a:ext uri="{FF2B5EF4-FFF2-40B4-BE49-F238E27FC236}">
                  <a16:creationId xmlns:a16="http://schemas.microsoft.com/office/drawing/2014/main" id="{8AD4612E-A559-4FF5-B1D6-E251048CDE3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5">
              <a:extLst>
                <a:ext uri="{FF2B5EF4-FFF2-40B4-BE49-F238E27FC236}">
                  <a16:creationId xmlns:a16="http://schemas.microsoft.com/office/drawing/2014/main" id="{07512616-C634-4A89-8A10-AE1B23EBD89C}"/>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6">
              <a:extLst>
                <a:ext uri="{FF2B5EF4-FFF2-40B4-BE49-F238E27FC236}">
                  <a16:creationId xmlns:a16="http://schemas.microsoft.com/office/drawing/2014/main" id="{67766A7A-ECAF-487F-B5E8-0FAFE9494E76}"/>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7">
              <a:extLst>
                <a:ext uri="{FF2B5EF4-FFF2-40B4-BE49-F238E27FC236}">
                  <a16:creationId xmlns:a16="http://schemas.microsoft.com/office/drawing/2014/main" id="{7C7921B6-DEA1-403D-A1E3-DE67C26EFC0D}"/>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8">
              <a:extLst>
                <a:ext uri="{FF2B5EF4-FFF2-40B4-BE49-F238E27FC236}">
                  <a16:creationId xmlns:a16="http://schemas.microsoft.com/office/drawing/2014/main" id="{23DB0FF8-4F90-415D-B649-AE454248C669}"/>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9">
              <a:extLst>
                <a:ext uri="{FF2B5EF4-FFF2-40B4-BE49-F238E27FC236}">
                  <a16:creationId xmlns:a16="http://schemas.microsoft.com/office/drawing/2014/main" id="{C503ADB1-E77B-4875-9A27-671B0F115B2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0">
              <a:extLst>
                <a:ext uri="{FF2B5EF4-FFF2-40B4-BE49-F238E27FC236}">
                  <a16:creationId xmlns:a16="http://schemas.microsoft.com/office/drawing/2014/main" id="{8ECC0E93-85A7-46CC-B404-0863B664DC4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1">
              <a:extLst>
                <a:ext uri="{FF2B5EF4-FFF2-40B4-BE49-F238E27FC236}">
                  <a16:creationId xmlns:a16="http://schemas.microsoft.com/office/drawing/2014/main" id="{D4BFBD4A-C034-4F44-B78B-9DB9A2AF0D25}"/>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2">
              <a:extLst>
                <a:ext uri="{FF2B5EF4-FFF2-40B4-BE49-F238E27FC236}">
                  <a16:creationId xmlns:a16="http://schemas.microsoft.com/office/drawing/2014/main" id="{9061BE3C-EDFF-423E-8D5F-478E4F1DD2BB}"/>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3">
              <a:extLst>
                <a:ext uri="{FF2B5EF4-FFF2-40B4-BE49-F238E27FC236}">
                  <a16:creationId xmlns:a16="http://schemas.microsoft.com/office/drawing/2014/main" id="{10D235FE-BEDB-4738-A1F3-5CEF3AAE5E17}"/>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4">
              <a:extLst>
                <a:ext uri="{FF2B5EF4-FFF2-40B4-BE49-F238E27FC236}">
                  <a16:creationId xmlns:a16="http://schemas.microsoft.com/office/drawing/2014/main" id="{C1EE6376-5ED8-4578-88E8-DD0F5B339A4A}"/>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5">
              <a:extLst>
                <a:ext uri="{FF2B5EF4-FFF2-40B4-BE49-F238E27FC236}">
                  <a16:creationId xmlns:a16="http://schemas.microsoft.com/office/drawing/2014/main" id="{7EA5FA31-2573-4149-9348-925DD253995E}"/>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
              <a:extLst>
                <a:ext uri="{FF2B5EF4-FFF2-40B4-BE49-F238E27FC236}">
                  <a16:creationId xmlns:a16="http://schemas.microsoft.com/office/drawing/2014/main" id="{BB1C3C65-B002-4BFF-86AE-6D37EC3078EE}"/>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7">
              <a:extLst>
                <a:ext uri="{FF2B5EF4-FFF2-40B4-BE49-F238E27FC236}">
                  <a16:creationId xmlns:a16="http://schemas.microsoft.com/office/drawing/2014/main" id="{E34A3992-71DF-4D0D-AE67-0E05F238D204}"/>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8">
              <a:extLst>
                <a:ext uri="{FF2B5EF4-FFF2-40B4-BE49-F238E27FC236}">
                  <a16:creationId xmlns:a16="http://schemas.microsoft.com/office/drawing/2014/main" id="{48558DA6-E4DB-4480-8BD7-6BE3EDDEA8E0}"/>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9">
              <a:extLst>
                <a:ext uri="{FF2B5EF4-FFF2-40B4-BE49-F238E27FC236}">
                  <a16:creationId xmlns:a16="http://schemas.microsoft.com/office/drawing/2014/main" id="{0CB8B5B1-F1AF-4B2F-9257-ED0A711E58F7}"/>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0">
              <a:extLst>
                <a:ext uri="{FF2B5EF4-FFF2-40B4-BE49-F238E27FC236}">
                  <a16:creationId xmlns:a16="http://schemas.microsoft.com/office/drawing/2014/main" id="{38B0F17D-6A88-49AA-9CCB-243029CF4B9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TextBox 2">
            <a:extLst>
              <a:ext uri="{FF2B5EF4-FFF2-40B4-BE49-F238E27FC236}">
                <a16:creationId xmlns:a16="http://schemas.microsoft.com/office/drawing/2014/main" id="{24D740CF-FB04-4F34-9E58-2FC40C354715}"/>
              </a:ext>
            </a:extLst>
          </p:cNvPr>
          <p:cNvSpPr txBox="1"/>
          <p:nvPr/>
        </p:nvSpPr>
        <p:spPr>
          <a:xfrm>
            <a:off x="838200" y="3040856"/>
            <a:ext cx="3127514" cy="2062103"/>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5" name="Rectangle 4">
            <a:extLst>
              <a:ext uri="{FF2B5EF4-FFF2-40B4-BE49-F238E27FC236}">
                <a16:creationId xmlns:a16="http://schemas.microsoft.com/office/drawing/2014/main" id="{B0AF78E0-65EA-4D10-B810-41CDAF6B0768}"/>
              </a:ext>
            </a:extLst>
          </p:cNvPr>
          <p:cNvSpPr/>
          <p:nvPr/>
        </p:nvSpPr>
        <p:spPr>
          <a:xfrm>
            <a:off x="1426076" y="2561329"/>
            <a:ext cx="1813317" cy="369332"/>
          </a:xfrm>
          <a:prstGeom prst="rect">
            <a:avLst/>
          </a:prstGeom>
        </p:spPr>
        <p:txBody>
          <a:bodyPr wrap="none">
            <a:spAutoFit/>
          </a:bodyPr>
          <a:lstStyle/>
          <a:p>
            <a:r>
              <a:rPr lang="en-US" b="1" dirty="0">
                <a:solidFill>
                  <a:schemeClr val="accent1"/>
                </a:solidFill>
              </a:rPr>
              <a:t>LOREM IPSUM</a:t>
            </a:r>
          </a:p>
        </p:txBody>
      </p:sp>
      <p:cxnSp>
        <p:nvCxnSpPr>
          <p:cNvPr id="18" name="Straight Connector 17">
            <a:extLst>
              <a:ext uri="{FF2B5EF4-FFF2-40B4-BE49-F238E27FC236}">
                <a16:creationId xmlns:a16="http://schemas.microsoft.com/office/drawing/2014/main" id="{BD098CDC-75A3-45F2-98A8-5CBEF0F6F582}"/>
              </a:ext>
            </a:extLst>
          </p:cNvPr>
          <p:cNvCxnSpPr/>
          <p:nvPr/>
        </p:nvCxnSpPr>
        <p:spPr>
          <a:xfrm>
            <a:off x="838200" y="2985759"/>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2529807"/>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3040856"/>
            <a:ext cx="3127514" cy="2062103"/>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2561329"/>
            <a:ext cx="1813317" cy="369332"/>
          </a:xfrm>
          <a:prstGeom prst="rect">
            <a:avLst/>
          </a:prstGeom>
        </p:spPr>
        <p:txBody>
          <a:bodyPr wrap="none">
            <a:spAutoFit/>
          </a:bodyPr>
          <a:lstStyle/>
          <a:p>
            <a:r>
              <a:rPr lang="en-US"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985759"/>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86800488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1</a:t>
            </a:r>
          </a:p>
        </p:txBody>
      </p:sp>
      <p:sp>
        <p:nvSpPr>
          <p:cNvPr id="55" name="ZoneTexte 54 - 3"/>
          <p:cNvSpPr txBox="1"/>
          <p:nvPr/>
        </p:nvSpPr>
        <p:spPr>
          <a:xfrm>
            <a:off x="2213811" y="2330395"/>
            <a:ext cx="9448800" cy="935371"/>
          </a:xfrm>
          <a:prstGeom prst="rect">
            <a:avLst/>
          </a:prstGeom>
          <a:noFill/>
        </p:spPr>
        <p:txBody>
          <a:bodyPr wrap="square" rtlCol="0" anchor="ctr">
            <a:no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4238755"/>
            <a:ext cx="9448800" cy="935371"/>
          </a:xfrm>
          <a:prstGeom prst="rect">
            <a:avLst/>
          </a:prstGeom>
          <a:noFill/>
        </p:spPr>
        <p:txBody>
          <a:bodyPr wrap="square" rtlCol="0" anchor="ctr">
            <a:no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375226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4228573"/>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2388295"/>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140314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itle 54"/>
          <p:cNvSpPr>
            <a:spLocks noGrp="1"/>
          </p:cNvSpPr>
          <p:nvPr>
            <p:ph type="title"/>
          </p:nvPr>
        </p:nvSpPr>
        <p:spPr>
          <a:xfrm>
            <a:off x="214184" y="13663"/>
            <a:ext cx="9728886" cy="678316"/>
          </a:xfrm>
        </p:spPr>
        <p:txBody>
          <a:bodyPr/>
          <a:lstStyle/>
          <a:p>
            <a:r>
              <a:rPr lang="en-US" dirty="0"/>
              <a:t>Doughnut 1</a:t>
            </a:r>
          </a:p>
        </p:txBody>
      </p:sp>
      <p:grpSp>
        <p:nvGrpSpPr>
          <p:cNvPr id="3" name="Group 2"/>
          <p:cNvGrpSpPr>
            <a:grpSpLocks noChangeAspect="1"/>
          </p:cNvGrpSpPr>
          <p:nvPr>
            <p:custDataLst>
              <p:tags r:id="rId1"/>
            </p:custDataLst>
          </p:nvPr>
        </p:nvGrpSpPr>
        <p:grpSpPr>
          <a:xfrm rot="5400000">
            <a:off x="4191000" y="1910785"/>
            <a:ext cx="3810000" cy="3810000"/>
            <a:chOff x="4191000" y="1524000"/>
            <a:chExt cx="3810000" cy="3810000"/>
          </a:xfrm>
        </p:grpSpPr>
        <p:sp>
          <p:nvSpPr>
            <p:cNvPr id="4" name="Block Arc 3"/>
            <p:cNvSpPr/>
            <p:nvPr>
              <p:custDataLst>
                <p:tags r:id="rId2"/>
              </p:custDataLst>
            </p:nvPr>
          </p:nvSpPr>
          <p:spPr>
            <a:xfrm>
              <a:off x="4191000" y="1524000"/>
              <a:ext cx="3810000" cy="3810000"/>
            </a:xfrm>
            <a:prstGeom prst="blockArc">
              <a:avLst>
                <a:gd name="adj1" fmla="val 0"/>
                <a:gd name="adj2" fmla="val 108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
              </p:custDataLst>
            </p:nvPr>
          </p:nvSpPr>
          <p:spPr>
            <a:xfrm>
              <a:off x="4191000" y="1524000"/>
              <a:ext cx="3810000" cy="3810000"/>
            </a:xfrm>
            <a:prstGeom prst="blockArc">
              <a:avLst>
                <a:gd name="adj1" fmla="val 108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hidden="1"/>
            <p:cNvSpPr/>
            <p:nvPr>
              <p:custDataLst>
                <p:tags r:id="rId4"/>
              </p:custDataLst>
            </p:nvPr>
          </p:nvSpPr>
          <p:spPr>
            <a:xfrm>
              <a:off x="4191000" y="1524000"/>
              <a:ext cx="3810000" cy="3810000"/>
            </a:xfrm>
            <a:prstGeom prst="blockArc">
              <a:avLst>
                <a:gd name="adj1" fmla="val 144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hidden="1"/>
            <p:cNvSpPr/>
            <p:nvPr>
              <p:custDataLst>
                <p:tags r:id="rId5"/>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hidden="1"/>
            <p:cNvSpPr/>
            <p:nvPr>
              <p:custDataLst>
                <p:tags r:id="rId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 name="Block Arc 8" hidden="1"/>
            <p:cNvSpPr/>
            <p:nvPr>
              <p:custDataLst>
                <p:tags r:id="rId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 name="Block Arc 9" hidden="1"/>
            <p:cNvSpPr/>
            <p:nvPr>
              <p:custDataLst>
                <p:tags r:id="rId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1" name="Block Arc 10" hidden="1"/>
            <p:cNvSpPr/>
            <p:nvPr>
              <p:custDataLst>
                <p:tags r:id="rId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56" name="TextBox 55">
            <a:extLst>
              <a:ext uri="{FF2B5EF4-FFF2-40B4-BE49-F238E27FC236}">
                <a16:creationId xmlns:a16="http://schemas.microsoft.com/office/drawing/2014/main" id="{4FA01569-E660-4A6B-8BD5-8DDDFB6AF355}"/>
              </a:ext>
            </a:extLst>
          </p:cNvPr>
          <p:cNvSpPr txBox="1"/>
          <p:nvPr/>
        </p:nvSpPr>
        <p:spPr>
          <a:xfrm>
            <a:off x="4415389" y="3544859"/>
            <a:ext cx="227627" cy="492443"/>
          </a:xfrm>
          <a:prstGeom prst="rect">
            <a:avLst/>
          </a:prstGeom>
          <a:noFill/>
        </p:spPr>
        <p:txBody>
          <a:bodyPr wrap="none" lIns="0" tIns="0" rIns="0" bIns="0" rtlCol="0">
            <a:spAutoFit/>
          </a:bodyPr>
          <a:lstStyle/>
          <a:p>
            <a:pPr algn="ctr"/>
            <a:r>
              <a:rPr lang="en-US" sz="3200" b="1" dirty="0">
                <a:solidFill>
                  <a:schemeClr val="lt1"/>
                </a:solidFill>
              </a:rPr>
              <a:t>1</a:t>
            </a:r>
          </a:p>
        </p:txBody>
      </p:sp>
      <p:sp>
        <p:nvSpPr>
          <p:cNvPr id="96" name="TextBox 95">
            <a:extLst>
              <a:ext uri="{FF2B5EF4-FFF2-40B4-BE49-F238E27FC236}">
                <a16:creationId xmlns:a16="http://schemas.microsoft.com/office/drawing/2014/main" id="{F3165B65-4439-4CCE-BDA7-2611BC4A575B}"/>
              </a:ext>
            </a:extLst>
          </p:cNvPr>
          <p:cNvSpPr txBox="1"/>
          <p:nvPr/>
        </p:nvSpPr>
        <p:spPr>
          <a:xfrm>
            <a:off x="7548983" y="3544859"/>
            <a:ext cx="227627" cy="492443"/>
          </a:xfrm>
          <a:prstGeom prst="rect">
            <a:avLst/>
          </a:prstGeom>
          <a:noFill/>
        </p:spPr>
        <p:txBody>
          <a:bodyPr wrap="none" lIns="0" tIns="0" rIns="0" bIns="0" rtlCol="0">
            <a:spAutoFit/>
          </a:bodyPr>
          <a:lstStyle/>
          <a:p>
            <a:pPr algn="ctr"/>
            <a:r>
              <a:rPr lang="en-US" sz="3200" b="1" dirty="0">
                <a:solidFill>
                  <a:schemeClr val="lt1"/>
                </a:solidFill>
              </a:rPr>
              <a:t>2</a:t>
            </a:r>
          </a:p>
        </p:txBody>
      </p:sp>
      <p:sp>
        <p:nvSpPr>
          <p:cNvPr id="57" name="TextBox 56"/>
          <p:cNvSpPr txBox="1"/>
          <p:nvPr/>
        </p:nvSpPr>
        <p:spPr>
          <a:xfrm>
            <a:off x="838200" y="3202072"/>
            <a:ext cx="3348000" cy="1815882"/>
          </a:xfrm>
          <a:prstGeom prst="rect">
            <a:avLst/>
          </a:prstGeom>
          <a:noFill/>
        </p:spPr>
        <p:txBody>
          <a:bodyPr wrap="square" rtlCol="0">
            <a:spAutoFit/>
          </a:bodyPr>
          <a:lstStyle/>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83" name="Straight Connector 82">
            <a:extLst>
              <a:ext uri="{FF2B5EF4-FFF2-40B4-BE49-F238E27FC236}">
                <a16:creationId xmlns:a16="http://schemas.microsoft.com/office/drawing/2014/main" id="{FF9BB454-16B1-4468-AEC8-BC0AA79300EA}"/>
              </a:ext>
            </a:extLst>
          </p:cNvPr>
          <p:cNvCxnSpPr>
            <a:cxnSpLocks/>
          </p:cNvCxnSpPr>
          <p:nvPr/>
        </p:nvCxnSpPr>
        <p:spPr>
          <a:xfrm flipH="1">
            <a:off x="912997" y="3190987"/>
            <a:ext cx="3270971"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71" name="Rectangle 70">
            <a:extLst>
              <a:ext uri="{FF2B5EF4-FFF2-40B4-BE49-F238E27FC236}">
                <a16:creationId xmlns:a16="http://schemas.microsoft.com/office/drawing/2014/main" id="{79084CA0-5790-4E53-BABF-AAC4E2C7B5A8}"/>
              </a:ext>
            </a:extLst>
          </p:cNvPr>
          <p:cNvSpPr/>
          <p:nvPr/>
        </p:nvSpPr>
        <p:spPr>
          <a:xfrm>
            <a:off x="1454413" y="2793523"/>
            <a:ext cx="2756848" cy="338554"/>
          </a:xfrm>
          <a:prstGeom prst="rect">
            <a:avLst/>
          </a:prstGeom>
        </p:spPr>
        <p:txBody>
          <a:bodyPr wrap="square" anchor="ctr">
            <a:spAutoFit/>
          </a:bodyPr>
          <a:lstStyle/>
          <a:p>
            <a:r>
              <a:rPr lang="en-US" sz="1600" b="1" dirty="0">
                <a:solidFill>
                  <a:schemeClr val="accent1"/>
                </a:solidFill>
              </a:rPr>
              <a:t>1. Lorem ipsum</a:t>
            </a:r>
          </a:p>
        </p:txBody>
      </p:sp>
      <p:grpSp>
        <p:nvGrpSpPr>
          <p:cNvPr id="113" name="Binoculars3" descr="{&quot;Key&quot;:&quot;POWER_USER_SHAPE_ICON&quot;,&quot;Value&quot;:&quot;POWER_USER_SHAPE_ICON_STYLE_1&quot;}">
            <a:extLst>
              <a:ext uri="{FF2B5EF4-FFF2-40B4-BE49-F238E27FC236}">
                <a16:creationId xmlns:a16="http://schemas.microsoft.com/office/drawing/2014/main" id="{BB614D62-BC96-42B2-A92A-A149A9448798}"/>
              </a:ext>
            </a:extLst>
          </p:cNvPr>
          <p:cNvGrpSpPr>
            <a:grpSpLocks noChangeAspect="1"/>
          </p:cNvGrpSpPr>
          <p:nvPr/>
        </p:nvGrpSpPr>
        <p:grpSpPr>
          <a:xfrm>
            <a:off x="976742" y="2746568"/>
            <a:ext cx="397697" cy="370825"/>
            <a:chOff x="7786688" y="1243013"/>
            <a:chExt cx="469900" cy="438150"/>
          </a:xfrm>
        </p:grpSpPr>
        <p:sp>
          <p:nvSpPr>
            <p:cNvPr id="114" name="Rectangle 486">
              <a:extLst>
                <a:ext uri="{FF2B5EF4-FFF2-40B4-BE49-F238E27FC236}">
                  <a16:creationId xmlns:a16="http://schemas.microsoft.com/office/drawing/2014/main" id="{D94CB444-693F-49FD-9822-4128AA99CE61}"/>
                </a:ext>
              </a:extLst>
            </p:cNvPr>
            <p:cNvSpPr>
              <a:spLocks noChangeArrowheads="1"/>
            </p:cNvSpPr>
            <p:nvPr/>
          </p:nvSpPr>
          <p:spPr bwMode="auto">
            <a:xfrm>
              <a:off x="780256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487">
              <a:extLst>
                <a:ext uri="{FF2B5EF4-FFF2-40B4-BE49-F238E27FC236}">
                  <a16:creationId xmlns:a16="http://schemas.microsoft.com/office/drawing/2014/main" id="{8DD32B8E-FB65-450A-A466-012F615FCFAA}"/>
                </a:ext>
              </a:extLst>
            </p:cNvPr>
            <p:cNvSpPr>
              <a:spLocks noChangeArrowheads="1"/>
            </p:cNvSpPr>
            <p:nvPr/>
          </p:nvSpPr>
          <p:spPr bwMode="auto">
            <a:xfrm>
              <a:off x="806291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488">
              <a:extLst>
                <a:ext uri="{FF2B5EF4-FFF2-40B4-BE49-F238E27FC236}">
                  <a16:creationId xmlns:a16="http://schemas.microsoft.com/office/drawing/2014/main" id="{7A256223-51B0-442A-9FAA-99F37B9FC863}"/>
                </a:ext>
              </a:extLst>
            </p:cNvPr>
            <p:cNvSpPr>
              <a:spLocks noChangeArrowheads="1"/>
            </p:cNvSpPr>
            <p:nvPr/>
          </p:nvSpPr>
          <p:spPr bwMode="auto">
            <a:xfrm>
              <a:off x="7820025"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489">
              <a:extLst>
                <a:ext uri="{FF2B5EF4-FFF2-40B4-BE49-F238E27FC236}">
                  <a16:creationId xmlns:a16="http://schemas.microsoft.com/office/drawing/2014/main" id="{D52ADC8A-97B5-4C49-B818-DBD4CADD846E}"/>
                </a:ext>
              </a:extLst>
            </p:cNvPr>
            <p:cNvSpPr>
              <a:spLocks noChangeArrowheads="1"/>
            </p:cNvSpPr>
            <p:nvPr/>
          </p:nvSpPr>
          <p:spPr bwMode="auto">
            <a:xfrm>
              <a:off x="8078788"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90">
              <a:extLst>
                <a:ext uri="{FF2B5EF4-FFF2-40B4-BE49-F238E27FC236}">
                  <a16:creationId xmlns:a16="http://schemas.microsoft.com/office/drawing/2014/main" id="{24B29E15-F2D1-4EBC-B814-144071180701}"/>
                </a:ext>
              </a:extLst>
            </p:cNvPr>
            <p:cNvSpPr>
              <a:spLocks/>
            </p:cNvSpPr>
            <p:nvPr/>
          </p:nvSpPr>
          <p:spPr bwMode="auto">
            <a:xfrm>
              <a:off x="7820025" y="1454150"/>
              <a:ext cx="146050" cy="80963"/>
            </a:xfrm>
            <a:custGeom>
              <a:avLst/>
              <a:gdLst>
                <a:gd name="T0" fmla="*/ 150 w 150"/>
                <a:gd name="T1" fmla="*/ 33 h 83"/>
                <a:gd name="T2" fmla="*/ 150 w 150"/>
                <a:gd name="T3" fmla="*/ 83 h 83"/>
                <a:gd name="T4" fmla="*/ 0 w 150"/>
                <a:gd name="T5" fmla="*/ 83 h 83"/>
                <a:gd name="T6" fmla="*/ 50 w 150"/>
                <a:gd name="T7" fmla="*/ 0 h 83"/>
                <a:gd name="T8" fmla="*/ 133 w 150"/>
                <a:gd name="T9" fmla="*/ 0 h 83"/>
              </a:gdLst>
              <a:ahLst/>
              <a:cxnLst>
                <a:cxn ang="0">
                  <a:pos x="T0" y="T1"/>
                </a:cxn>
                <a:cxn ang="0">
                  <a:pos x="T2" y="T3"/>
                </a:cxn>
                <a:cxn ang="0">
                  <a:pos x="T4" y="T5"/>
                </a:cxn>
                <a:cxn ang="0">
                  <a:pos x="T6" y="T7"/>
                </a:cxn>
                <a:cxn ang="0">
                  <a:pos x="T8" y="T9"/>
                </a:cxn>
              </a:cxnLst>
              <a:rect l="0" t="0" r="r" b="b"/>
              <a:pathLst>
                <a:path w="150" h="83">
                  <a:moveTo>
                    <a:pt x="150" y="33"/>
                  </a:moveTo>
                  <a:lnTo>
                    <a:pt x="150" y="83"/>
                  </a:lnTo>
                  <a:lnTo>
                    <a:pt x="0" y="83"/>
                  </a:lnTo>
                  <a:lnTo>
                    <a:pt x="50" y="0"/>
                  </a:lnTo>
                  <a:lnTo>
                    <a:pt x="133"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91">
              <a:extLst>
                <a:ext uri="{FF2B5EF4-FFF2-40B4-BE49-F238E27FC236}">
                  <a16:creationId xmlns:a16="http://schemas.microsoft.com/office/drawing/2014/main" id="{5D32EB69-926D-4EBB-8D3B-3904977213C5}"/>
                </a:ext>
              </a:extLst>
            </p:cNvPr>
            <p:cNvSpPr>
              <a:spLocks/>
            </p:cNvSpPr>
            <p:nvPr/>
          </p:nvSpPr>
          <p:spPr bwMode="auto">
            <a:xfrm>
              <a:off x="7867650" y="1308100"/>
              <a:ext cx="98425" cy="146050"/>
            </a:xfrm>
            <a:custGeom>
              <a:avLst/>
              <a:gdLst>
                <a:gd name="T0" fmla="*/ 83 w 100"/>
                <a:gd name="T1" fmla="*/ 150 h 150"/>
                <a:gd name="T2" fmla="*/ 0 w 100"/>
                <a:gd name="T3" fmla="*/ 150 h 150"/>
                <a:gd name="T4" fmla="*/ 0 w 100"/>
                <a:gd name="T5" fmla="*/ 0 h 150"/>
                <a:gd name="T6" fmla="*/ 100 w 100"/>
                <a:gd name="T7" fmla="*/ 0 h 150"/>
                <a:gd name="T8" fmla="*/ 100 w 100"/>
                <a:gd name="T9" fmla="*/ 33 h 150"/>
              </a:gdLst>
              <a:ahLst/>
              <a:cxnLst>
                <a:cxn ang="0">
                  <a:pos x="T0" y="T1"/>
                </a:cxn>
                <a:cxn ang="0">
                  <a:pos x="T2" y="T3"/>
                </a:cxn>
                <a:cxn ang="0">
                  <a:pos x="T4" y="T5"/>
                </a:cxn>
                <a:cxn ang="0">
                  <a:pos x="T6" y="T7"/>
                </a:cxn>
                <a:cxn ang="0">
                  <a:pos x="T8" y="T9"/>
                </a:cxn>
              </a:cxnLst>
              <a:rect l="0" t="0" r="r" b="b"/>
              <a:pathLst>
                <a:path w="100" h="150">
                  <a:moveTo>
                    <a:pt x="83" y="150"/>
                  </a:moveTo>
                  <a:lnTo>
                    <a:pt x="0" y="150"/>
                  </a:lnTo>
                  <a:lnTo>
                    <a:pt x="0" y="0"/>
                  </a:lnTo>
                  <a:lnTo>
                    <a:pt x="100" y="0"/>
                  </a:lnTo>
                  <a:lnTo>
                    <a:pt x="10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492">
              <a:extLst>
                <a:ext uri="{FF2B5EF4-FFF2-40B4-BE49-F238E27FC236}">
                  <a16:creationId xmlns:a16="http://schemas.microsoft.com/office/drawing/2014/main" id="{73081723-074B-4ED4-B95B-9A41DA7655B7}"/>
                </a:ext>
              </a:extLst>
            </p:cNvPr>
            <p:cNvSpPr>
              <a:spLocks noChangeArrowheads="1"/>
            </p:cNvSpPr>
            <p:nvPr/>
          </p:nvSpPr>
          <p:spPr bwMode="auto">
            <a:xfrm>
              <a:off x="7883525"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Rectangle 493">
              <a:extLst>
                <a:ext uri="{FF2B5EF4-FFF2-40B4-BE49-F238E27FC236}">
                  <a16:creationId xmlns:a16="http://schemas.microsoft.com/office/drawing/2014/main" id="{8DD42DD2-DC01-44E2-AEB5-08635E8A0C2F}"/>
                </a:ext>
              </a:extLst>
            </p:cNvPr>
            <p:cNvSpPr>
              <a:spLocks noChangeArrowheads="1"/>
            </p:cNvSpPr>
            <p:nvPr/>
          </p:nvSpPr>
          <p:spPr bwMode="auto">
            <a:xfrm>
              <a:off x="7867650" y="1243013"/>
              <a:ext cx="98425"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94">
              <a:extLst>
                <a:ext uri="{FF2B5EF4-FFF2-40B4-BE49-F238E27FC236}">
                  <a16:creationId xmlns:a16="http://schemas.microsoft.com/office/drawing/2014/main" id="{B3DA5125-DCFA-4699-8AA0-312E404620BE}"/>
                </a:ext>
              </a:extLst>
            </p:cNvPr>
            <p:cNvSpPr>
              <a:spLocks/>
            </p:cNvSpPr>
            <p:nvPr/>
          </p:nvSpPr>
          <p:spPr bwMode="auto">
            <a:xfrm>
              <a:off x="8078788" y="1454150"/>
              <a:ext cx="146050" cy="80963"/>
            </a:xfrm>
            <a:custGeom>
              <a:avLst/>
              <a:gdLst>
                <a:gd name="T0" fmla="*/ 0 w 150"/>
                <a:gd name="T1" fmla="*/ 33 h 83"/>
                <a:gd name="T2" fmla="*/ 0 w 150"/>
                <a:gd name="T3" fmla="*/ 83 h 83"/>
                <a:gd name="T4" fmla="*/ 150 w 150"/>
                <a:gd name="T5" fmla="*/ 83 h 83"/>
                <a:gd name="T6" fmla="*/ 100 w 150"/>
                <a:gd name="T7" fmla="*/ 0 h 83"/>
                <a:gd name="T8" fmla="*/ 17 w 150"/>
                <a:gd name="T9" fmla="*/ 0 h 83"/>
              </a:gdLst>
              <a:ahLst/>
              <a:cxnLst>
                <a:cxn ang="0">
                  <a:pos x="T0" y="T1"/>
                </a:cxn>
                <a:cxn ang="0">
                  <a:pos x="T2" y="T3"/>
                </a:cxn>
                <a:cxn ang="0">
                  <a:pos x="T4" y="T5"/>
                </a:cxn>
                <a:cxn ang="0">
                  <a:pos x="T6" y="T7"/>
                </a:cxn>
                <a:cxn ang="0">
                  <a:pos x="T8" y="T9"/>
                </a:cxn>
              </a:cxnLst>
              <a:rect l="0" t="0" r="r" b="b"/>
              <a:pathLst>
                <a:path w="150" h="83">
                  <a:moveTo>
                    <a:pt x="0" y="33"/>
                  </a:moveTo>
                  <a:lnTo>
                    <a:pt x="0" y="83"/>
                  </a:lnTo>
                  <a:lnTo>
                    <a:pt x="150" y="83"/>
                  </a:lnTo>
                  <a:lnTo>
                    <a:pt x="100" y="0"/>
                  </a:lnTo>
                  <a:lnTo>
                    <a:pt x="17"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95">
              <a:extLst>
                <a:ext uri="{FF2B5EF4-FFF2-40B4-BE49-F238E27FC236}">
                  <a16:creationId xmlns:a16="http://schemas.microsoft.com/office/drawing/2014/main" id="{7E925578-CA96-485C-B681-824705482CE8}"/>
                </a:ext>
              </a:extLst>
            </p:cNvPr>
            <p:cNvSpPr>
              <a:spLocks/>
            </p:cNvSpPr>
            <p:nvPr/>
          </p:nvSpPr>
          <p:spPr bwMode="auto">
            <a:xfrm>
              <a:off x="8078788" y="1308100"/>
              <a:ext cx="96838" cy="146050"/>
            </a:xfrm>
            <a:custGeom>
              <a:avLst/>
              <a:gdLst>
                <a:gd name="T0" fmla="*/ 17 w 100"/>
                <a:gd name="T1" fmla="*/ 150 h 150"/>
                <a:gd name="T2" fmla="*/ 100 w 100"/>
                <a:gd name="T3" fmla="*/ 150 h 150"/>
                <a:gd name="T4" fmla="*/ 100 w 100"/>
                <a:gd name="T5" fmla="*/ 0 h 150"/>
                <a:gd name="T6" fmla="*/ 0 w 100"/>
                <a:gd name="T7" fmla="*/ 0 h 150"/>
                <a:gd name="T8" fmla="*/ 0 w 100"/>
                <a:gd name="T9" fmla="*/ 33 h 150"/>
              </a:gdLst>
              <a:ahLst/>
              <a:cxnLst>
                <a:cxn ang="0">
                  <a:pos x="T0" y="T1"/>
                </a:cxn>
                <a:cxn ang="0">
                  <a:pos x="T2" y="T3"/>
                </a:cxn>
                <a:cxn ang="0">
                  <a:pos x="T4" y="T5"/>
                </a:cxn>
                <a:cxn ang="0">
                  <a:pos x="T6" y="T7"/>
                </a:cxn>
                <a:cxn ang="0">
                  <a:pos x="T8" y="T9"/>
                </a:cxn>
              </a:cxnLst>
              <a:rect l="0" t="0" r="r" b="b"/>
              <a:pathLst>
                <a:path w="100" h="150">
                  <a:moveTo>
                    <a:pt x="17" y="150"/>
                  </a:moveTo>
                  <a:lnTo>
                    <a:pt x="100" y="150"/>
                  </a:lnTo>
                  <a:lnTo>
                    <a:pt x="100" y="0"/>
                  </a:lnTo>
                  <a:lnTo>
                    <a:pt x="0" y="0"/>
                  </a:lnTo>
                  <a:lnTo>
                    <a:pt x="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Rectangle 496">
              <a:extLst>
                <a:ext uri="{FF2B5EF4-FFF2-40B4-BE49-F238E27FC236}">
                  <a16:creationId xmlns:a16="http://schemas.microsoft.com/office/drawing/2014/main" id="{B0CFF418-9A11-4EB1-90EC-27D8C1A43949}"/>
                </a:ext>
              </a:extLst>
            </p:cNvPr>
            <p:cNvSpPr>
              <a:spLocks noChangeArrowheads="1"/>
            </p:cNvSpPr>
            <p:nvPr/>
          </p:nvSpPr>
          <p:spPr bwMode="auto">
            <a:xfrm>
              <a:off x="8094663"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497">
              <a:extLst>
                <a:ext uri="{FF2B5EF4-FFF2-40B4-BE49-F238E27FC236}">
                  <a16:creationId xmlns:a16="http://schemas.microsoft.com/office/drawing/2014/main" id="{7BE273FA-15F1-415D-BC83-A10D90154433}"/>
                </a:ext>
              </a:extLst>
            </p:cNvPr>
            <p:cNvSpPr>
              <a:spLocks noChangeArrowheads="1"/>
            </p:cNvSpPr>
            <p:nvPr/>
          </p:nvSpPr>
          <p:spPr bwMode="auto">
            <a:xfrm>
              <a:off x="8078788" y="1243013"/>
              <a:ext cx="96838"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498">
              <a:extLst>
                <a:ext uri="{FF2B5EF4-FFF2-40B4-BE49-F238E27FC236}">
                  <a16:creationId xmlns:a16="http://schemas.microsoft.com/office/drawing/2014/main" id="{1C5A43E0-0A7F-402B-B402-55F76CAFCC83}"/>
                </a:ext>
              </a:extLst>
            </p:cNvPr>
            <p:cNvSpPr>
              <a:spLocks noChangeArrowheads="1"/>
            </p:cNvSpPr>
            <p:nvPr/>
          </p:nvSpPr>
          <p:spPr bwMode="auto">
            <a:xfrm>
              <a:off x="7786688" y="1647825"/>
              <a:ext cx="21113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Rectangle 499">
              <a:extLst>
                <a:ext uri="{FF2B5EF4-FFF2-40B4-BE49-F238E27FC236}">
                  <a16:creationId xmlns:a16="http://schemas.microsoft.com/office/drawing/2014/main" id="{BE734E89-8419-40AE-8437-0EAA79AC591A}"/>
                </a:ext>
              </a:extLst>
            </p:cNvPr>
            <p:cNvSpPr>
              <a:spLocks noChangeArrowheads="1"/>
            </p:cNvSpPr>
            <p:nvPr/>
          </p:nvSpPr>
          <p:spPr bwMode="auto">
            <a:xfrm>
              <a:off x="8047038" y="1647825"/>
              <a:ext cx="209550"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Rectangle 500">
              <a:extLst>
                <a:ext uri="{FF2B5EF4-FFF2-40B4-BE49-F238E27FC236}">
                  <a16:creationId xmlns:a16="http://schemas.microsoft.com/office/drawing/2014/main" id="{A17508F2-9834-461D-A506-58E29C594F0D}"/>
                </a:ext>
              </a:extLst>
            </p:cNvPr>
            <p:cNvSpPr>
              <a:spLocks noChangeArrowheads="1"/>
            </p:cNvSpPr>
            <p:nvPr/>
          </p:nvSpPr>
          <p:spPr bwMode="auto">
            <a:xfrm>
              <a:off x="7948613" y="1339850"/>
              <a:ext cx="146050" cy="1460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501">
              <a:extLst>
                <a:ext uri="{FF2B5EF4-FFF2-40B4-BE49-F238E27FC236}">
                  <a16:creationId xmlns:a16="http://schemas.microsoft.com/office/drawing/2014/main" id="{2BD98678-3A17-45FC-BFE6-77BDFD249E8D}"/>
                </a:ext>
              </a:extLst>
            </p:cNvPr>
            <p:cNvSpPr>
              <a:spLocks noChangeArrowheads="1"/>
            </p:cNvSpPr>
            <p:nvPr/>
          </p:nvSpPr>
          <p:spPr bwMode="auto">
            <a:xfrm>
              <a:off x="7997825" y="1420813"/>
              <a:ext cx="49213"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5" name="TextBox 84">
            <a:extLst>
              <a:ext uri="{FF2B5EF4-FFF2-40B4-BE49-F238E27FC236}">
                <a16:creationId xmlns:a16="http://schemas.microsoft.com/office/drawing/2014/main" id="{64FBBA63-F805-446B-84E2-C2DFE1B63BE9}"/>
              </a:ext>
            </a:extLst>
          </p:cNvPr>
          <p:cNvSpPr txBox="1"/>
          <p:nvPr/>
        </p:nvSpPr>
        <p:spPr>
          <a:xfrm>
            <a:off x="7980739" y="3202072"/>
            <a:ext cx="3348000" cy="1815882"/>
          </a:xfrm>
          <a:prstGeom prst="rect">
            <a:avLst/>
          </a:prstGeom>
          <a:noFill/>
        </p:spPr>
        <p:txBody>
          <a:bodyPr wrap="square" rtlCol="0">
            <a:spAutoFit/>
          </a:bodyPr>
          <a:lstStyle/>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86" name="Straight Connector 85">
            <a:extLst>
              <a:ext uri="{FF2B5EF4-FFF2-40B4-BE49-F238E27FC236}">
                <a16:creationId xmlns:a16="http://schemas.microsoft.com/office/drawing/2014/main" id="{46A66D37-9898-4C8D-A9B6-C0B7281D3999}"/>
              </a:ext>
            </a:extLst>
          </p:cNvPr>
          <p:cNvCxnSpPr>
            <a:cxnSpLocks/>
          </p:cNvCxnSpPr>
          <p:nvPr/>
        </p:nvCxnSpPr>
        <p:spPr>
          <a:xfrm flipH="1">
            <a:off x="8055536" y="3190987"/>
            <a:ext cx="3270971" cy="0"/>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7" name="Rectangle 86">
            <a:extLst>
              <a:ext uri="{FF2B5EF4-FFF2-40B4-BE49-F238E27FC236}">
                <a16:creationId xmlns:a16="http://schemas.microsoft.com/office/drawing/2014/main" id="{DE58DE45-9C98-41AB-943B-432CFDC9E82A}"/>
              </a:ext>
            </a:extLst>
          </p:cNvPr>
          <p:cNvSpPr/>
          <p:nvPr/>
        </p:nvSpPr>
        <p:spPr>
          <a:xfrm>
            <a:off x="8569659" y="2793523"/>
            <a:ext cx="2756848" cy="338554"/>
          </a:xfrm>
          <a:prstGeom prst="rect">
            <a:avLst/>
          </a:prstGeom>
        </p:spPr>
        <p:txBody>
          <a:bodyPr wrap="square" anchor="ctr">
            <a:spAutoFit/>
          </a:bodyPr>
          <a:lstStyle/>
          <a:p>
            <a:r>
              <a:rPr lang="en-US" sz="1600" b="1" dirty="0">
                <a:solidFill>
                  <a:schemeClr val="accent2"/>
                </a:solidFill>
              </a:rPr>
              <a:t>2. Lorem ipsum</a:t>
            </a:r>
          </a:p>
        </p:txBody>
      </p:sp>
      <p:grpSp>
        <p:nvGrpSpPr>
          <p:cNvPr id="130" name="Bishop" descr="{&quot;Key&quot;:&quot;POWER_USER_SHAPE_ICON&quot;,&quot;Value&quot;:&quot;POWER_USER_SHAPE_ICON_STYLE_1&quot;}">
            <a:extLst>
              <a:ext uri="{FF2B5EF4-FFF2-40B4-BE49-F238E27FC236}">
                <a16:creationId xmlns:a16="http://schemas.microsoft.com/office/drawing/2014/main" id="{5CD86439-02BB-40BB-8698-2BD0B1D7C36F}"/>
              </a:ext>
            </a:extLst>
          </p:cNvPr>
          <p:cNvGrpSpPr>
            <a:grpSpLocks noChangeAspect="1"/>
          </p:cNvGrpSpPr>
          <p:nvPr/>
        </p:nvGrpSpPr>
        <p:grpSpPr>
          <a:xfrm>
            <a:off x="8164406" y="2686891"/>
            <a:ext cx="215886" cy="448699"/>
            <a:chOff x="2800042" y="3941012"/>
            <a:chExt cx="254300" cy="528540"/>
          </a:xfrm>
        </p:grpSpPr>
        <p:sp>
          <p:nvSpPr>
            <p:cNvPr id="131" name="Freeform 42">
              <a:extLst>
                <a:ext uri="{FF2B5EF4-FFF2-40B4-BE49-F238E27FC236}">
                  <a16:creationId xmlns:a16="http://schemas.microsoft.com/office/drawing/2014/main" id="{B7D1884F-81FC-4A6B-BC8F-26371C2BE0E1}"/>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90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43">
              <a:extLst>
                <a:ext uri="{FF2B5EF4-FFF2-40B4-BE49-F238E27FC236}">
                  <a16:creationId xmlns:a16="http://schemas.microsoft.com/office/drawing/2014/main" id="{19FA2230-66AB-4E3A-AB39-0905F680DAAE}"/>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44">
              <a:extLst>
                <a:ext uri="{FF2B5EF4-FFF2-40B4-BE49-F238E27FC236}">
                  <a16:creationId xmlns:a16="http://schemas.microsoft.com/office/drawing/2014/main" id="{0F860E53-E536-445C-A2E2-321DCD479774}"/>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45">
              <a:extLst>
                <a:ext uri="{FF2B5EF4-FFF2-40B4-BE49-F238E27FC236}">
                  <a16:creationId xmlns:a16="http://schemas.microsoft.com/office/drawing/2014/main" id="{E60BE5F9-88EB-4F9F-9474-8500F9B980D9}"/>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46">
              <a:extLst>
                <a:ext uri="{FF2B5EF4-FFF2-40B4-BE49-F238E27FC236}">
                  <a16:creationId xmlns:a16="http://schemas.microsoft.com/office/drawing/2014/main" id="{EAFB48DA-909E-4A8C-928A-0453DBDE74BE}"/>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47">
              <a:extLst>
                <a:ext uri="{FF2B5EF4-FFF2-40B4-BE49-F238E27FC236}">
                  <a16:creationId xmlns:a16="http://schemas.microsoft.com/office/drawing/2014/main" id="{4C947433-7964-47A7-8FCB-8C5EE6091029}"/>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1">
              <a:extLst>
                <a:ext uri="{FF2B5EF4-FFF2-40B4-BE49-F238E27FC236}">
                  <a16:creationId xmlns:a16="http://schemas.microsoft.com/office/drawing/2014/main" id="{9AA1EB33-5DE1-4AF2-879B-52E6AC2EFE42}"/>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8">
              <a:extLst>
                <a:ext uri="{FF2B5EF4-FFF2-40B4-BE49-F238E27FC236}">
                  <a16:creationId xmlns:a16="http://schemas.microsoft.com/office/drawing/2014/main" id="{68D31D13-149D-434A-8683-A18B5F95ADB2}"/>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0">
              <a:extLst>
                <a:ext uri="{FF2B5EF4-FFF2-40B4-BE49-F238E27FC236}">
                  <a16:creationId xmlns:a16="http://schemas.microsoft.com/office/drawing/2014/main" id="{F1FA482D-96AD-4FB0-9D2C-68DA9B01C958}"/>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3869079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a:normAutofit/>
          </a:bodyPr>
          <a:lstStyle/>
          <a:p>
            <a:r>
              <a:rPr lang="en-US" dirty="0"/>
              <a:t>Arrows 12</a:t>
            </a:r>
          </a:p>
        </p:txBody>
      </p:sp>
      <p:sp>
        <p:nvSpPr>
          <p:cNvPr id="5" name="Freeform: Shape 6">
            <a:extLst>
              <a:ext uri="{FF2B5EF4-FFF2-40B4-BE49-F238E27FC236}">
                <a16:creationId xmlns:a16="http://schemas.microsoft.com/office/drawing/2014/main" id="{491A3627-A085-06B7-4EFF-3EE6835FBF03}"/>
              </a:ext>
            </a:extLst>
          </p:cNvPr>
          <p:cNvSpPr/>
          <p:nvPr/>
        </p:nvSpPr>
        <p:spPr>
          <a:xfrm>
            <a:off x="2728590"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flipH="1">
            <a:off x="7371633"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9" name="Rectangle 8">
            <a:extLst>
              <a:ext uri="{FF2B5EF4-FFF2-40B4-BE49-F238E27FC236}">
                <a16:creationId xmlns:a16="http://schemas.microsoft.com/office/drawing/2014/main" id="{03FA8942-CFB4-7A10-ED42-65B32C17CCBC}"/>
              </a:ext>
            </a:extLst>
          </p:cNvPr>
          <p:cNvSpPr/>
          <p:nvPr/>
        </p:nvSpPr>
        <p:spPr>
          <a:xfrm flipH="1">
            <a:off x="3382685"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8417521"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 1">
            <a:extLst>
              <a:ext uri="{FF2B5EF4-FFF2-40B4-BE49-F238E27FC236}">
                <a16:creationId xmlns:a16="http://schemas.microsoft.com/office/drawing/2014/main" id="{8910A2A2-7526-C28A-7C36-6981B81D1589}"/>
              </a:ext>
            </a:extLst>
          </p:cNvPr>
          <p:cNvSpPr txBox="1"/>
          <p:nvPr/>
        </p:nvSpPr>
        <p:spPr>
          <a:xfrm>
            <a:off x="2104057" y="3852383"/>
            <a:ext cx="2949047" cy="230832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Fusce posuere, magna sed pulvinar ultricies, purus lectus malesuada libero, sit amet commodo magna eros quis </a:t>
            </a:r>
            <a:r>
              <a:rPr kumimoji="0" lang="en-US" sz="1600" b="0" i="0" u="none" strike="noStrike" kern="1200" cap="none" spc="0" normalizeH="0" baseline="0" noProof="0" dirty="0" err="1">
                <a:ln>
                  <a:noFill/>
                </a:ln>
                <a:solidFill>
                  <a:prstClr val="black"/>
                </a:solidFill>
                <a:effectLst/>
                <a:uLnTx/>
                <a:uFillTx/>
                <a:ea typeface="+mn-ea"/>
                <a:cs typeface="+mn-cs"/>
              </a:rPr>
              <a:t>urna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5" name="TextBox 82">
            <a:extLst>
              <a:ext uri="{FF2B5EF4-FFF2-40B4-BE49-F238E27FC236}">
                <a16:creationId xmlns:a16="http://schemas.microsoft.com/office/drawing/2014/main" id="{7D7821AF-5273-8EA7-99DF-28354FBBAB81}"/>
              </a:ext>
            </a:extLst>
          </p:cNvPr>
          <p:cNvSpPr txBox="1"/>
          <p:nvPr/>
        </p:nvSpPr>
        <p:spPr>
          <a:xfrm>
            <a:off x="7138896" y="3852383"/>
            <a:ext cx="2949047" cy="230832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Fusce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posuere</a:t>
            </a:r>
            <a:r>
              <a:rPr kumimoji="0" lang="en-US" sz="1600" b="0" i="0" u="none" strike="noStrike" kern="1200" cap="none" spc="0" normalizeH="0" baseline="0" noProof="0" dirty="0">
                <a:ln>
                  <a:noFill/>
                </a:ln>
                <a:solidFill>
                  <a:prstClr val="black"/>
                </a:solidFill>
                <a:effectLst/>
                <a:uLnTx/>
                <a:uFillTx/>
                <a:ea typeface="+mn-ea"/>
                <a:cs typeface="+mn-cs"/>
              </a:rPr>
              <a:t>, magna sed pulvinar </a:t>
            </a:r>
            <a:r>
              <a:rPr kumimoji="0" lang="en-US" sz="1600" b="0" i="0" u="none" strike="noStrike" kern="1200" cap="none" spc="0" normalizeH="0" baseline="0" noProof="0" dirty="0" err="1">
                <a:ln>
                  <a:noFill/>
                </a:ln>
                <a:solidFill>
                  <a:prstClr val="black"/>
                </a:solidFill>
                <a:effectLst/>
                <a:uLnTx/>
                <a:uFillTx/>
                <a:ea typeface="+mn-ea"/>
                <a:cs typeface="+mn-cs"/>
              </a:rPr>
              <a:t>ultricies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purus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lectus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malesuada</a:t>
            </a:r>
            <a:r>
              <a:rPr kumimoji="0" lang="en-US" sz="1600" b="0" i="0" u="none" strike="noStrike" kern="1200" cap="none" spc="0" normalizeH="0" baseline="0" noProof="0" dirty="0">
                <a:ln>
                  <a:noFill/>
                </a:ln>
                <a:solidFill>
                  <a:prstClr val="black"/>
                </a:solidFill>
                <a:effectLst/>
                <a:uLnTx/>
                <a:uFillTx/>
                <a:ea typeface="+mn-ea"/>
                <a:cs typeface="+mn-cs"/>
              </a:rPr>
              <a:t> libero,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commodo</a:t>
            </a:r>
            <a:r>
              <a:rPr kumimoji="0" lang="en-US" sz="1600" b="0" i="0" u="none" strike="noStrike" kern="1200" cap="none" spc="0" normalizeH="0" baseline="0" noProof="0" dirty="0">
                <a:ln>
                  <a:noFill/>
                </a:ln>
                <a:solidFill>
                  <a:prstClr val="black"/>
                </a:solidFill>
                <a:effectLst/>
                <a:uLnTx/>
                <a:uFillTx/>
                <a:ea typeface="+mn-ea"/>
                <a:cs typeface="+mn-cs"/>
              </a:rPr>
              <a:t> magna eros </a:t>
            </a:r>
            <a:r>
              <a:rPr kumimoji="0" lang="en-US" sz="1600" b="0" i="0" u="none" strike="noStrike" kern="1200" cap="none" spc="0" normalizeH="0" baseline="0" noProof="0" dirty="0" err="1">
                <a:ln>
                  <a:noFill/>
                </a:ln>
                <a:solidFill>
                  <a:prstClr val="black"/>
                </a:solidFill>
                <a:effectLst/>
                <a:uLnTx/>
                <a:uFillTx/>
                <a:ea typeface="+mn-ea"/>
                <a:cs typeface="+mn-cs"/>
              </a:rPr>
              <a:t>quis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urna</a:t>
            </a:r>
            <a:r>
              <a:rPr kumimoji="0" lang="en-US" sz="1600" b="0" i="0" u="none" strike="noStrike" kern="1200" cap="none" spc="0" normalizeH="0" baseline="0" noProof="0" dirty="0">
                <a:ln>
                  <a:noFill/>
                </a:ln>
                <a:solidFill>
                  <a:prstClr val="black"/>
                </a:solidFill>
                <a:effectLst/>
                <a:uLnTx/>
                <a:uFillTx/>
                <a:ea typeface="+mn-ea"/>
                <a:cs typeface="+mn-cs"/>
              </a:rPr>
              <a:t>.</a:t>
            </a:r>
          </a:p>
        </p:txBody>
      </p:sp>
    </p:spTree>
    <p:extLst>
      <p:ext uri="{BB962C8B-B14F-4D97-AF65-F5344CB8AC3E}">
        <p14:creationId xmlns:p14="http://schemas.microsoft.com/office/powerpoint/2010/main" val="370352251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Before after</a:t>
            </a:r>
          </a:p>
        </p:txBody>
      </p:sp>
      <p:sp>
        <p:nvSpPr>
          <p:cNvPr id="5" name="Rectangle 4"/>
          <p:cNvSpPr/>
          <p:nvPr/>
        </p:nvSpPr>
        <p:spPr>
          <a:xfrm>
            <a:off x="609600" y="2166534"/>
            <a:ext cx="5476875" cy="23550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3" tIns="45707" rIns="720000" bIns="45707" rtlCol="0" anchor="ctr"/>
          <a:lstStyle/>
          <a:p>
            <a:pPr defTabSz="914172"/>
            <a:r>
              <a:rPr lang="en-US" sz="2000" b="1" dirty="0"/>
              <a:t>Before</a:t>
            </a:r>
            <a:endParaRPr lang="en-US" sz="1400" b="1" dirty="0"/>
          </a:p>
          <a:p>
            <a:pPr marL="285750" indent="-285750" defTabSz="914172">
              <a:buFont typeface="Arial" panose="020B0604020202020204" pitchFamily="34" charset="0"/>
              <a:buChar char="•"/>
            </a:pPr>
            <a:endParaRPr lang="en-US" sz="1400" dirty="0"/>
          </a:p>
          <a:p>
            <a:pPr marL="285750" indent="-285750" defTabSz="914172">
              <a:buFont typeface="Arial" panose="020B0604020202020204" pitchFamily="34" charset="0"/>
              <a:buChar char="•"/>
            </a:pPr>
            <a:r>
              <a:rPr lang="en-US" sz="1600" dirty="0"/>
              <a:t>Lorem ipsum dolor sit amet, consectetuer adipiscing elit. </a:t>
            </a:r>
          </a:p>
          <a:p>
            <a:pPr marL="285750" indent="-285750" defTabSz="914172">
              <a:buFont typeface="Arial" panose="020B0604020202020204" pitchFamily="34" charset="0"/>
              <a:buChar char="•"/>
            </a:pPr>
            <a:r>
              <a:rPr lang="en-US" sz="1600" dirty="0"/>
              <a:t>Maecenas porttitor congue massa. </a:t>
            </a:r>
          </a:p>
          <a:p>
            <a:pPr marL="285750" indent="-285750" defTabSz="914172">
              <a:buFont typeface="Arial" panose="020B0604020202020204" pitchFamily="34" charset="0"/>
              <a:buChar char="•"/>
            </a:pPr>
            <a:r>
              <a:rPr lang="en-US" sz="1600" dirty="0" err="1"/>
              <a:t>Fusce</a:t>
            </a:r>
            <a:r>
              <a:rPr lang="en-US" sz="1600" dirty="0"/>
              <a:t> posuere, magna sed pulvinar ultricies, purus lectus malesuada libero, sit amet commodo magna eros quis </a:t>
            </a:r>
            <a:r>
              <a:rPr lang="en-US" sz="1600" dirty="0" err="1"/>
              <a:t>urna</a:t>
            </a:r>
            <a:r>
              <a:rPr lang="en-US" sz="1600" dirty="0"/>
              <a:t>.</a:t>
            </a:r>
          </a:p>
        </p:txBody>
      </p:sp>
      <p:sp>
        <p:nvSpPr>
          <p:cNvPr id="6" name="Rectangle 5"/>
          <p:cNvSpPr/>
          <p:nvPr/>
        </p:nvSpPr>
        <p:spPr>
          <a:xfrm>
            <a:off x="6086475" y="2166534"/>
            <a:ext cx="5476875" cy="23550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2000" tIns="45720" rIns="91440" bIns="45720" numCol="1" spcCol="0" rtlCol="0" fromWordArt="0" anchor="ctr" anchorCtr="0" forceAA="0" compatLnSpc="1">
            <a:prstTxWarp prst="textNoShape">
              <a:avLst/>
            </a:prstTxWarp>
            <a:noAutofit/>
          </a:bodyPr>
          <a:lstStyle/>
          <a:p>
            <a:pPr defTabSz="914172"/>
            <a:r>
              <a:rPr lang="en-US" sz="2000" b="1" dirty="0"/>
              <a:t>After</a:t>
            </a:r>
            <a:endParaRPr lang="en-US" sz="1400" b="1" dirty="0"/>
          </a:p>
          <a:p>
            <a:pPr marL="285750" indent="-285750" defTabSz="914172">
              <a:buFont typeface="Arial" panose="020B0604020202020204" pitchFamily="34" charset="0"/>
              <a:buChar char="•"/>
            </a:pPr>
            <a:endParaRPr lang="en-US" sz="1400" dirty="0"/>
          </a:p>
          <a:p>
            <a:pPr marL="285750" indent="-285750" defTabSz="914172">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defTabSz="914172">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defTabSz="914172">
              <a:buFont typeface="Arial" panose="020B0604020202020204" pitchFamily="34" charset="0"/>
              <a:buChar cha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7" name="Oval 6"/>
          <p:cNvSpPr>
            <a:spLocks noChangeAspect="1"/>
          </p:cNvSpPr>
          <p:nvPr/>
        </p:nvSpPr>
        <p:spPr>
          <a:xfrm>
            <a:off x="5350150" y="2607731"/>
            <a:ext cx="1472650" cy="1472650"/>
          </a:xfrm>
          <a:prstGeom prst="ellipse">
            <a:avLst/>
          </a:prstGeom>
          <a:solidFill>
            <a:schemeClr val="accent4"/>
          </a:solid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3" name="Group 12"/>
          <p:cNvGrpSpPr>
            <a:grpSpLocks noChangeAspect="1"/>
          </p:cNvGrpSpPr>
          <p:nvPr/>
        </p:nvGrpSpPr>
        <p:grpSpPr>
          <a:xfrm>
            <a:off x="5637062" y="2920015"/>
            <a:ext cx="925400" cy="672716"/>
            <a:chOff x="5803885" y="3432674"/>
            <a:chExt cx="695267" cy="505422"/>
          </a:xfrm>
        </p:grpSpPr>
        <p:sp>
          <p:nvSpPr>
            <p:cNvPr id="9" name="Rounded Rectangle 8"/>
            <p:cNvSpPr/>
            <p:nvPr/>
          </p:nvSpPr>
          <p:spPr>
            <a:xfrm>
              <a:off x="5803885" y="3701589"/>
              <a:ext cx="540000"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ounded Rectangle 9"/>
            <p:cNvSpPr/>
            <p:nvPr/>
          </p:nvSpPr>
          <p:spPr>
            <a:xfrm rot="2700000">
              <a:off x="6063692" y="3591365"/>
              <a:ext cx="435461" cy="118080"/>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ounded Rectangle 10"/>
            <p:cNvSpPr/>
            <p:nvPr/>
          </p:nvSpPr>
          <p:spPr>
            <a:xfrm rot="18900000">
              <a:off x="6063691" y="3820018"/>
              <a:ext cx="435461"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4" name="TextBox 13"/>
          <p:cNvSpPr txBox="1"/>
          <p:nvPr/>
        </p:nvSpPr>
        <p:spPr>
          <a:xfrm>
            <a:off x="729288" y="4764956"/>
            <a:ext cx="10733424"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62123497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(columns) 4</a:t>
            </a:r>
          </a:p>
        </p:txBody>
      </p:sp>
      <p:sp>
        <p:nvSpPr>
          <p:cNvPr id="10" name="Nom3"/>
          <p:cNvSpPr/>
          <p:nvPr/>
        </p:nvSpPr>
        <p:spPr>
          <a:xfrm rot="5400000">
            <a:off x="7832421" y="-28191"/>
            <a:ext cx="634607" cy="3960000"/>
          </a:xfrm>
          <a:prstGeom prst="homePlate">
            <a:avLst>
              <a:gd name="adj" fmla="val 4320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lvl="0" algn="ctr">
              <a:defRPr/>
            </a:pPr>
            <a:r>
              <a:rPr lang="en-US" sz="1600" b="1" kern="0" dirty="0"/>
              <a:t>Lorem ipsum</a:t>
            </a:r>
          </a:p>
        </p:txBody>
      </p:sp>
      <p:sp>
        <p:nvSpPr>
          <p:cNvPr id="19" name="Freeform: Shape 18">
            <a:extLst>
              <a:ext uri="{FF2B5EF4-FFF2-40B4-BE49-F238E27FC236}">
                <a16:creationId xmlns:a16="http://schemas.microsoft.com/office/drawing/2014/main" id="{5C0FBD9C-A959-70B6-835F-529000BC331C}"/>
              </a:ext>
            </a:extLst>
          </p:cNvPr>
          <p:cNvSpPr/>
          <p:nvPr/>
        </p:nvSpPr>
        <p:spPr>
          <a:xfrm>
            <a:off x="6169726" y="2060456"/>
            <a:ext cx="3959997"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Autofit/>
          </a:bodyPr>
          <a:lstStyle/>
          <a:p>
            <a:pPr marL="285744" lvl="0" indent="-285744">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err="1">
                <a:solidFill>
                  <a:schemeClr val="tx1"/>
                </a:solidFill>
              </a:rPr>
              <a:t>Fusce</a:t>
            </a:r>
            <a:r>
              <a:rPr lang="en-US" sz="1600" kern="0" dirty="0">
                <a:solidFill>
                  <a:schemeClr val="tx1"/>
                </a:solidFill>
              </a:rPr>
              <a:t> </a:t>
            </a:r>
            <a:r>
              <a:rPr lang="en-US" sz="1600" kern="0" dirty="0" err="1">
                <a:solidFill>
                  <a:schemeClr val="tx1"/>
                </a:solidFill>
              </a:rPr>
              <a:t>posuere</a:t>
            </a:r>
            <a:r>
              <a:rPr lang="en-US" sz="1600" kern="0" dirty="0">
                <a:solidFill>
                  <a:schemeClr val="tx1"/>
                </a:solidFill>
              </a:rPr>
              <a:t>, magna </a:t>
            </a:r>
            <a:r>
              <a:rPr lang="en-US" sz="1600" kern="0" dirty="0" err="1">
                <a:solidFill>
                  <a:schemeClr val="tx1"/>
                </a:solidFill>
              </a:rPr>
              <a:t>sed</a:t>
            </a:r>
            <a:r>
              <a:rPr lang="en-US" sz="1600" kern="0" dirty="0">
                <a:solidFill>
                  <a:schemeClr val="tx1"/>
                </a:solidFill>
              </a:rPr>
              <a:t> </a:t>
            </a:r>
            <a:r>
              <a:rPr lang="en-US" sz="1600" kern="0" dirty="0" err="1">
                <a:solidFill>
                  <a:schemeClr val="tx1"/>
                </a:solidFill>
              </a:rPr>
              <a:t>pulvinar</a:t>
            </a:r>
            <a:r>
              <a:rPr lang="en-US" sz="1600" kern="0" dirty="0">
                <a:solidFill>
                  <a:schemeClr val="tx1"/>
                </a:solidFill>
              </a:rPr>
              <a:t> </a:t>
            </a:r>
            <a:r>
              <a:rPr lang="en-US" sz="1600" kern="0" dirty="0" err="1">
                <a:solidFill>
                  <a:schemeClr val="tx1"/>
                </a:solidFill>
              </a:rPr>
              <a:t>ultricies</a:t>
            </a:r>
            <a:r>
              <a:rPr lang="en-US" sz="1600" kern="0" dirty="0">
                <a:solidFill>
                  <a:schemeClr val="tx1"/>
                </a:solidFill>
              </a:rPr>
              <a:t>, </a:t>
            </a:r>
            <a:r>
              <a:rPr lang="en-US" sz="1600" kern="0" dirty="0" err="1">
                <a:solidFill>
                  <a:schemeClr val="tx1"/>
                </a:solidFill>
              </a:rPr>
              <a:t>purus</a:t>
            </a:r>
            <a:r>
              <a:rPr lang="en-US" sz="1600" kern="0" dirty="0">
                <a:solidFill>
                  <a:schemeClr val="tx1"/>
                </a:solidFill>
              </a:rPr>
              <a:t> </a:t>
            </a:r>
            <a:r>
              <a:rPr lang="en-US" sz="1600" kern="0" dirty="0" err="1">
                <a:solidFill>
                  <a:schemeClr val="tx1"/>
                </a:solidFill>
              </a:rPr>
              <a:t>lectus</a:t>
            </a:r>
            <a:r>
              <a:rPr lang="en-US" sz="1600" kern="0" dirty="0">
                <a:solidFill>
                  <a:schemeClr val="tx1"/>
                </a:solidFill>
              </a:rPr>
              <a:t> </a:t>
            </a:r>
            <a:r>
              <a:rPr lang="en-US" sz="1600" kern="0" dirty="0" err="1">
                <a:solidFill>
                  <a:schemeClr val="tx1"/>
                </a:solidFill>
              </a:rPr>
              <a:t>malesuada</a:t>
            </a:r>
            <a:r>
              <a:rPr lang="en-US" sz="1600" kern="0" dirty="0">
                <a:solidFill>
                  <a:schemeClr val="tx1"/>
                </a:solidFill>
              </a:rPr>
              <a:t> libero,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commodo</a:t>
            </a:r>
            <a:r>
              <a:rPr lang="en-US" sz="1600" kern="0" dirty="0">
                <a:solidFill>
                  <a:schemeClr val="tx1"/>
                </a:solidFill>
              </a:rPr>
              <a:t> magna </a:t>
            </a:r>
            <a:r>
              <a:rPr lang="en-US" sz="1600" kern="0" dirty="0" err="1">
                <a:solidFill>
                  <a:schemeClr val="tx1"/>
                </a:solidFill>
              </a:rPr>
              <a:t>eros</a:t>
            </a:r>
            <a:r>
              <a:rPr lang="en-US" sz="1600" kern="0" dirty="0">
                <a:solidFill>
                  <a:schemeClr val="tx1"/>
                </a:solidFill>
              </a:rPr>
              <a:t> </a:t>
            </a:r>
            <a:r>
              <a:rPr lang="en-US" sz="1600" kern="0" dirty="0" err="1">
                <a:solidFill>
                  <a:schemeClr val="tx1"/>
                </a:solidFill>
              </a:rPr>
              <a:t>quis</a:t>
            </a:r>
            <a:r>
              <a:rPr lang="en-US" sz="1600" kern="0" dirty="0">
                <a:solidFill>
                  <a:schemeClr val="tx1"/>
                </a:solidFill>
              </a:rPr>
              <a:t> </a:t>
            </a:r>
            <a:r>
              <a:rPr lang="en-US" sz="1600" kern="0" dirty="0" err="1">
                <a:solidFill>
                  <a:schemeClr val="tx1"/>
                </a:solidFill>
              </a:rPr>
              <a:t>urna</a:t>
            </a:r>
            <a:r>
              <a:rPr lang="en-US" sz="1600" kern="0" dirty="0">
                <a:solidFill>
                  <a:schemeClr val="tx1"/>
                </a:solidFill>
              </a:rPr>
              <a:t>.</a:t>
            </a:r>
          </a:p>
        </p:txBody>
      </p:sp>
      <p:sp>
        <p:nvSpPr>
          <p:cNvPr id="4" name="Rectangle 3">
            <a:extLst>
              <a:ext uri="{FF2B5EF4-FFF2-40B4-BE49-F238E27FC236}">
                <a16:creationId xmlns:a16="http://schemas.microsoft.com/office/drawing/2014/main" id="{7AA3013B-3F9D-05C1-7EC4-653318D5DFC3}"/>
              </a:ext>
            </a:extLst>
          </p:cNvPr>
          <p:cNvSpPr>
            <a:spLocks/>
          </p:cNvSpPr>
          <p:nvPr/>
        </p:nvSpPr>
        <p:spPr>
          <a:xfrm>
            <a:off x="6175771" y="5288355"/>
            <a:ext cx="3959997" cy="859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Nom4"/>
          <p:cNvSpPr/>
          <p:nvPr/>
        </p:nvSpPr>
        <p:spPr>
          <a:xfrm rot="5400000">
            <a:off x="3638570" y="-28193"/>
            <a:ext cx="634606" cy="3960000"/>
          </a:xfrm>
          <a:prstGeom prst="homePlate">
            <a:avLst>
              <a:gd name="adj" fmla="val 4320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3" name="Rectangle : coins arrondis 12">
            <a:extLst>
              <a:ext uri="{FF2B5EF4-FFF2-40B4-BE49-F238E27FC236}">
                <a16:creationId xmlns:a16="http://schemas.microsoft.com/office/drawing/2014/main" id="{A5B9BAFE-E99B-64B3-E4CD-5654A5053A48}"/>
              </a:ext>
            </a:extLst>
          </p:cNvPr>
          <p:cNvSpPr/>
          <p:nvPr/>
        </p:nvSpPr>
        <p:spPr>
          <a:xfrm>
            <a:off x="1969826" y="5288354"/>
            <a:ext cx="3966042" cy="85963"/>
          </a:xfrm>
          <a:prstGeom prst="roundRect">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18">
            <a:extLst>
              <a:ext uri="{FF2B5EF4-FFF2-40B4-BE49-F238E27FC236}">
                <a16:creationId xmlns:a16="http://schemas.microsoft.com/office/drawing/2014/main" id="{E193A65C-9513-AD21-C057-3212E7D20099}"/>
              </a:ext>
            </a:extLst>
          </p:cNvPr>
          <p:cNvSpPr/>
          <p:nvPr/>
        </p:nvSpPr>
        <p:spPr>
          <a:xfrm>
            <a:off x="1975872" y="2060455"/>
            <a:ext cx="3959998"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Autofit/>
          </a:bodyPr>
          <a:lstStyle/>
          <a:p>
            <a:pPr marL="285744" lvl="0" indent="-285744">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err="1">
                <a:solidFill>
                  <a:schemeClr val="tx1"/>
                </a:solidFill>
              </a:rPr>
              <a:t>Fusce</a:t>
            </a:r>
            <a:r>
              <a:rPr lang="en-US" sz="1600" kern="0" dirty="0">
                <a:solidFill>
                  <a:schemeClr val="tx1"/>
                </a:solidFill>
              </a:rPr>
              <a:t> </a:t>
            </a:r>
            <a:r>
              <a:rPr lang="en-US" sz="1600" kern="0" dirty="0" err="1">
                <a:solidFill>
                  <a:schemeClr val="tx1"/>
                </a:solidFill>
              </a:rPr>
              <a:t>posuere</a:t>
            </a:r>
            <a:r>
              <a:rPr lang="en-US" sz="1600" kern="0" dirty="0">
                <a:solidFill>
                  <a:schemeClr val="tx1"/>
                </a:solidFill>
              </a:rPr>
              <a:t>, magna </a:t>
            </a:r>
            <a:r>
              <a:rPr lang="en-US" sz="1600" kern="0" dirty="0" err="1">
                <a:solidFill>
                  <a:schemeClr val="tx1"/>
                </a:solidFill>
              </a:rPr>
              <a:t>sed</a:t>
            </a:r>
            <a:r>
              <a:rPr lang="en-US" sz="1600" kern="0" dirty="0">
                <a:solidFill>
                  <a:schemeClr val="tx1"/>
                </a:solidFill>
              </a:rPr>
              <a:t> </a:t>
            </a:r>
            <a:r>
              <a:rPr lang="en-US" sz="1600" kern="0" dirty="0" err="1">
                <a:solidFill>
                  <a:schemeClr val="tx1"/>
                </a:solidFill>
              </a:rPr>
              <a:t>pulvinar</a:t>
            </a:r>
            <a:r>
              <a:rPr lang="en-US" sz="1600" kern="0" dirty="0">
                <a:solidFill>
                  <a:schemeClr val="tx1"/>
                </a:solidFill>
              </a:rPr>
              <a:t> </a:t>
            </a:r>
            <a:r>
              <a:rPr lang="en-US" sz="1600" kern="0" dirty="0" err="1">
                <a:solidFill>
                  <a:schemeClr val="tx1"/>
                </a:solidFill>
              </a:rPr>
              <a:t>ultricies</a:t>
            </a:r>
            <a:r>
              <a:rPr lang="en-US" sz="1600" kern="0" dirty="0">
                <a:solidFill>
                  <a:schemeClr val="tx1"/>
                </a:solidFill>
              </a:rPr>
              <a:t>, </a:t>
            </a:r>
            <a:r>
              <a:rPr lang="en-US" sz="1600" kern="0" dirty="0" err="1">
                <a:solidFill>
                  <a:schemeClr val="tx1"/>
                </a:solidFill>
              </a:rPr>
              <a:t>purus</a:t>
            </a:r>
            <a:r>
              <a:rPr lang="en-US" sz="1600" kern="0" dirty="0">
                <a:solidFill>
                  <a:schemeClr val="tx1"/>
                </a:solidFill>
              </a:rPr>
              <a:t> </a:t>
            </a:r>
            <a:r>
              <a:rPr lang="en-US" sz="1600" kern="0" dirty="0" err="1">
                <a:solidFill>
                  <a:schemeClr val="tx1"/>
                </a:solidFill>
              </a:rPr>
              <a:t>lectus</a:t>
            </a:r>
            <a:r>
              <a:rPr lang="en-US" sz="1600" kern="0" dirty="0">
                <a:solidFill>
                  <a:schemeClr val="tx1"/>
                </a:solidFill>
              </a:rPr>
              <a:t> </a:t>
            </a:r>
            <a:r>
              <a:rPr lang="en-US" sz="1600" kern="0" dirty="0" err="1">
                <a:solidFill>
                  <a:schemeClr val="tx1"/>
                </a:solidFill>
              </a:rPr>
              <a:t>malesuada</a:t>
            </a:r>
            <a:r>
              <a:rPr lang="en-US" sz="1600" kern="0" dirty="0">
                <a:solidFill>
                  <a:schemeClr val="tx1"/>
                </a:solidFill>
              </a:rPr>
              <a:t> libero,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commodo</a:t>
            </a:r>
            <a:r>
              <a:rPr lang="en-US" sz="1600" kern="0" dirty="0">
                <a:solidFill>
                  <a:schemeClr val="tx1"/>
                </a:solidFill>
              </a:rPr>
              <a:t> magna </a:t>
            </a:r>
            <a:r>
              <a:rPr lang="en-US" sz="1600" kern="0" dirty="0" err="1">
                <a:solidFill>
                  <a:schemeClr val="tx1"/>
                </a:solidFill>
              </a:rPr>
              <a:t>eros</a:t>
            </a:r>
            <a:r>
              <a:rPr lang="en-US" sz="1600" kern="0" dirty="0">
                <a:solidFill>
                  <a:schemeClr val="tx1"/>
                </a:solidFill>
              </a:rPr>
              <a:t> </a:t>
            </a:r>
            <a:r>
              <a:rPr lang="en-US" sz="1600" kern="0" dirty="0" err="1">
                <a:solidFill>
                  <a:schemeClr val="tx1"/>
                </a:solidFill>
              </a:rPr>
              <a:t>quis</a:t>
            </a:r>
            <a:r>
              <a:rPr lang="en-US" sz="1600" kern="0" dirty="0">
                <a:solidFill>
                  <a:schemeClr val="tx1"/>
                </a:solidFill>
              </a:rPr>
              <a:t> </a:t>
            </a:r>
            <a:r>
              <a:rPr lang="en-US" sz="1600" kern="0" dirty="0" err="1">
                <a:solidFill>
                  <a:schemeClr val="tx1"/>
                </a:solidFill>
              </a:rPr>
              <a:t>urna</a:t>
            </a:r>
            <a:r>
              <a:rPr lang="en-US" sz="1600" kern="0" dirty="0">
                <a:solidFill>
                  <a:schemeClr val="tx1"/>
                </a:solidFill>
              </a:rPr>
              <a:t>.</a:t>
            </a:r>
          </a:p>
        </p:txBody>
      </p:sp>
    </p:spTree>
    <p:custDataLst>
      <p:tags r:id="rId1"/>
    </p:custDataLst>
    <p:extLst>
      <p:ext uri="{BB962C8B-B14F-4D97-AF65-F5344CB8AC3E}">
        <p14:creationId xmlns:p14="http://schemas.microsoft.com/office/powerpoint/2010/main" val="39770221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1</a:t>
            </a:r>
          </a:p>
        </p:txBody>
      </p:sp>
      <p:sp>
        <p:nvSpPr>
          <p:cNvPr id="30" name="Rectangle 29"/>
          <p:cNvSpPr/>
          <p:nvPr/>
        </p:nvSpPr>
        <p:spPr bwMode="auto">
          <a:xfrm>
            <a:off x="2299821"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a:t>
            </a:r>
            <a:r>
              <a:rPr kumimoji="0" lang="en-US" sz="1600" i="0" u="none" strike="noStrike" kern="0" cap="none" spc="0" normalizeH="0" baseline="0" noProof="0" dirty="0" err="1">
                <a:ln>
                  <a:noFill/>
                </a:ln>
                <a:solidFill>
                  <a:schemeClr val="tx1"/>
                </a:solidFill>
                <a:effectLst/>
                <a:uLnTx/>
                <a:uFillTx/>
                <a:cs typeface="Arial" pitchFamily="34" charset="0"/>
              </a:rPr>
              <a:t>malesuada</a:t>
            </a:r>
            <a:r>
              <a:rPr kumimoji="0" lang="en-US" sz="1600" i="0" u="none" strike="noStrike" kern="0" cap="none" spc="0" normalizeH="0" baseline="0" noProof="0" dirty="0">
                <a:ln>
                  <a:noFill/>
                </a:ln>
                <a:solidFill>
                  <a:schemeClr val="tx1"/>
                </a:solidFill>
                <a:effectLst/>
                <a:uLnTx/>
                <a:uFillTx/>
                <a:cs typeface="Arial" pitchFamily="34" charset="0"/>
              </a:rPr>
              <a:t> libero, sit </a:t>
            </a:r>
            <a:r>
              <a:rPr kumimoji="0" lang="en-US" sz="1600" i="0" u="none" strike="noStrike" kern="0" cap="none" spc="0" normalizeH="0" baseline="0" noProof="0" dirty="0" err="1">
                <a:ln>
                  <a:noFill/>
                </a:ln>
                <a:solidFill>
                  <a:schemeClr val="tx1"/>
                </a:solidFill>
                <a:effectLst/>
                <a:uLnTx/>
                <a:uFillTx/>
                <a:cs typeface="Arial" pitchFamily="34" charset="0"/>
              </a:rPr>
              <a:t>amet</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commodo</a:t>
            </a:r>
            <a:r>
              <a:rPr kumimoji="0" lang="en-US" sz="1600" i="0" u="none" strike="noStrike" kern="0" cap="none" spc="0" normalizeH="0" baseline="0" noProof="0" dirty="0">
                <a:ln>
                  <a:noFill/>
                </a:ln>
                <a:solidFill>
                  <a:schemeClr val="tx1"/>
                </a:solidFill>
                <a:effectLst/>
                <a:uLnTx/>
                <a:uFillTx/>
                <a:cs typeface="Arial" pitchFamily="34" charset="0"/>
              </a:rPr>
              <a:t> magna eros </a:t>
            </a:r>
            <a:r>
              <a:rPr kumimoji="0" lang="en-US" sz="1600" i="0" u="none" strike="noStrike" kern="0" cap="none" spc="0" normalizeH="0" baseline="0" noProof="0" dirty="0" err="1">
                <a:ln>
                  <a:noFill/>
                </a:ln>
                <a:solidFill>
                  <a:schemeClr val="tx1"/>
                </a:solidFill>
                <a:effectLst/>
                <a:uLnTx/>
                <a:uFillTx/>
                <a:cs typeface="Arial" pitchFamily="34" charset="0"/>
              </a:rPr>
              <a:t>quis</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grpSp>
        <p:nvGrpSpPr>
          <p:cNvPr id="5" name="Group 4">
            <a:extLst>
              <a:ext uri="{FF2B5EF4-FFF2-40B4-BE49-F238E27FC236}">
                <a16:creationId xmlns:a16="http://schemas.microsoft.com/office/drawing/2014/main" id="{1D4467B2-3024-43B5-AF02-3F22D4730A6D}"/>
              </a:ext>
            </a:extLst>
          </p:cNvPr>
          <p:cNvGrpSpPr/>
          <p:nvPr/>
        </p:nvGrpSpPr>
        <p:grpSpPr>
          <a:xfrm>
            <a:off x="3186890"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7275987"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6388918"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Tree>
    <p:custDataLst>
      <p:tags r:id="rId1"/>
    </p:custDataLst>
    <p:extLst>
      <p:ext uri="{BB962C8B-B14F-4D97-AF65-F5344CB8AC3E}">
        <p14:creationId xmlns:p14="http://schemas.microsoft.com/office/powerpoint/2010/main" val="3573500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(rows) 01</a:t>
            </a:r>
          </a:p>
        </p:txBody>
      </p:sp>
      <p:grpSp>
        <p:nvGrpSpPr>
          <p:cNvPr id="4" name="Group 3">
            <a:extLst>
              <a:ext uri="{FF2B5EF4-FFF2-40B4-BE49-F238E27FC236}">
                <a16:creationId xmlns:a16="http://schemas.microsoft.com/office/drawing/2014/main" id="{4DB0E794-828F-F5E5-95F4-2D5C5176C667}"/>
              </a:ext>
            </a:extLst>
          </p:cNvPr>
          <p:cNvGrpSpPr/>
          <p:nvPr/>
        </p:nvGrpSpPr>
        <p:grpSpPr>
          <a:xfrm>
            <a:off x="638714" y="3785117"/>
            <a:ext cx="10971395" cy="1357725"/>
            <a:chOff x="638714" y="3080502"/>
            <a:chExt cx="10971395" cy="1493498"/>
          </a:xfrm>
        </p:grpSpPr>
        <p:sp>
          <p:nvSpPr>
            <p:cNvPr id="67" name="Rectangle 66"/>
            <p:cNvSpPr>
              <a:spLocks/>
            </p:cNvSpPr>
            <p:nvPr/>
          </p:nvSpPr>
          <p:spPr bwMode="auto">
            <a:xfrm>
              <a:off x="1378424" y="3083257"/>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3080502"/>
              <a:ext cx="1088601" cy="1493498"/>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264DA0E3-3137-FE59-C2F5-CEDCBB519323}"/>
              </a:ext>
            </a:extLst>
          </p:cNvPr>
          <p:cNvGrpSpPr/>
          <p:nvPr/>
        </p:nvGrpSpPr>
        <p:grpSpPr>
          <a:xfrm>
            <a:off x="638714" y="2133420"/>
            <a:ext cx="10971395" cy="1367948"/>
            <a:chOff x="638714" y="1308295"/>
            <a:chExt cx="10971395" cy="1504743"/>
          </a:xfrm>
        </p:grpSpPr>
        <p:sp>
          <p:nvSpPr>
            <p:cNvPr id="79" name="Rectangle 78"/>
            <p:cNvSpPr/>
            <p:nvPr/>
          </p:nvSpPr>
          <p:spPr bwMode="auto">
            <a:xfrm>
              <a:off x="1378424" y="1308295"/>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504743"/>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1" name="Astronomy" descr="{&quot;Key&quot;:&quot;POWER_USER_SHAPE_ICON&quot;,&quot;Value&quot;:&quot;POWER_USER_SHAPE_ICON_STYLE_1&quot;}">
            <a:extLst>
              <a:ext uri="{FF2B5EF4-FFF2-40B4-BE49-F238E27FC236}">
                <a16:creationId xmlns:a16="http://schemas.microsoft.com/office/drawing/2014/main" id="{45EE032B-35B4-4D32-874C-1E9D086D48A4}"/>
              </a:ext>
            </a:extLst>
          </p:cNvPr>
          <p:cNvGrpSpPr>
            <a:grpSpLocks noChangeAspect="1"/>
          </p:cNvGrpSpPr>
          <p:nvPr/>
        </p:nvGrpSpPr>
        <p:grpSpPr>
          <a:xfrm>
            <a:off x="791570" y="4192517"/>
            <a:ext cx="702531" cy="542925"/>
            <a:chOff x="7031038" y="1733550"/>
            <a:chExt cx="852487" cy="658813"/>
          </a:xfrm>
        </p:grpSpPr>
        <p:sp>
          <p:nvSpPr>
            <p:cNvPr id="32" name="Freeform 178">
              <a:extLst>
                <a:ext uri="{FF2B5EF4-FFF2-40B4-BE49-F238E27FC236}">
                  <a16:creationId xmlns:a16="http://schemas.microsoft.com/office/drawing/2014/main" id="{9F9742C1-E97E-4CCC-A460-35864C5C2ADC}"/>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79">
              <a:extLst>
                <a:ext uri="{FF2B5EF4-FFF2-40B4-BE49-F238E27FC236}">
                  <a16:creationId xmlns:a16="http://schemas.microsoft.com/office/drawing/2014/main" id="{64CD7D6D-4E7C-47E6-B3FE-8B5AD4ECE111}"/>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80">
              <a:extLst>
                <a:ext uri="{FF2B5EF4-FFF2-40B4-BE49-F238E27FC236}">
                  <a16:creationId xmlns:a16="http://schemas.microsoft.com/office/drawing/2014/main" id="{4396344B-BC1B-4989-9A34-22E27F650F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Oval 181">
              <a:extLst>
                <a:ext uri="{FF2B5EF4-FFF2-40B4-BE49-F238E27FC236}">
                  <a16:creationId xmlns:a16="http://schemas.microsoft.com/office/drawing/2014/main" id="{798B2C7A-01F7-43F5-AFBA-A9AD6BDE850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82">
              <a:extLst>
                <a:ext uri="{FF2B5EF4-FFF2-40B4-BE49-F238E27FC236}">
                  <a16:creationId xmlns:a16="http://schemas.microsoft.com/office/drawing/2014/main" id="{DACC377D-7D90-41BE-9A0B-F9CC16ECFB0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83">
              <a:extLst>
                <a:ext uri="{FF2B5EF4-FFF2-40B4-BE49-F238E27FC236}">
                  <a16:creationId xmlns:a16="http://schemas.microsoft.com/office/drawing/2014/main" id="{8CAB8B55-1988-47F6-B5E7-A4F3A6BFE863}"/>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84">
              <a:extLst>
                <a:ext uri="{FF2B5EF4-FFF2-40B4-BE49-F238E27FC236}">
                  <a16:creationId xmlns:a16="http://schemas.microsoft.com/office/drawing/2014/main" id="{D3443323-3944-4AA9-AD25-1F85CAFB5CD5}"/>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85">
              <a:extLst>
                <a:ext uri="{FF2B5EF4-FFF2-40B4-BE49-F238E27FC236}">
                  <a16:creationId xmlns:a16="http://schemas.microsoft.com/office/drawing/2014/main" id="{ACD7DC28-21D6-4B8D-9B9B-7E1DD2F712F9}"/>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Line 186">
              <a:extLst>
                <a:ext uri="{FF2B5EF4-FFF2-40B4-BE49-F238E27FC236}">
                  <a16:creationId xmlns:a16="http://schemas.microsoft.com/office/drawing/2014/main" id="{317D5EBB-1532-480A-84A8-F22FDF73D32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Line 187">
              <a:extLst>
                <a:ext uri="{FF2B5EF4-FFF2-40B4-BE49-F238E27FC236}">
                  <a16:creationId xmlns:a16="http://schemas.microsoft.com/office/drawing/2014/main" id="{A72201E2-5CCC-40D4-86F9-6E87A7BC921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Line 188">
              <a:extLst>
                <a:ext uri="{FF2B5EF4-FFF2-40B4-BE49-F238E27FC236}">
                  <a16:creationId xmlns:a16="http://schemas.microsoft.com/office/drawing/2014/main" id="{87075DC5-6DB3-46CC-A5B5-1B47EE8C95CA}"/>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189">
              <a:extLst>
                <a:ext uri="{FF2B5EF4-FFF2-40B4-BE49-F238E27FC236}">
                  <a16:creationId xmlns:a16="http://schemas.microsoft.com/office/drawing/2014/main" id="{6960B0F7-AB10-4703-A228-615EFECA1045}"/>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90">
              <a:extLst>
                <a:ext uri="{FF2B5EF4-FFF2-40B4-BE49-F238E27FC236}">
                  <a16:creationId xmlns:a16="http://schemas.microsoft.com/office/drawing/2014/main" id="{849EE006-8545-492E-8A61-BA4E80113DFD}"/>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5" name="Automation3" descr="{&quot;Key&quot;:&quot;POWER_USER_SHAPE_ICON&quot;,&quot;Value&quot;:&quot;POWER_USER_SHAPE_ICON_STYLE_1&quot;}">
            <a:extLst>
              <a:ext uri="{FF2B5EF4-FFF2-40B4-BE49-F238E27FC236}">
                <a16:creationId xmlns:a16="http://schemas.microsoft.com/office/drawing/2014/main" id="{BEA066A9-B1CF-420A-8B26-1D7506776156}"/>
              </a:ext>
            </a:extLst>
          </p:cNvPr>
          <p:cNvGrpSpPr>
            <a:grpSpLocks noChangeAspect="1"/>
          </p:cNvGrpSpPr>
          <p:nvPr>
            <p:custDataLst>
              <p:tags r:id="rId2"/>
            </p:custDataLst>
          </p:nvPr>
        </p:nvGrpSpPr>
        <p:grpSpPr>
          <a:xfrm>
            <a:off x="905269" y="2478247"/>
            <a:ext cx="432955" cy="678295"/>
            <a:chOff x="6967538" y="5295900"/>
            <a:chExt cx="523875" cy="820738"/>
          </a:xfrm>
          <a:solidFill>
            <a:schemeClr val="lt1"/>
          </a:solidFill>
        </p:grpSpPr>
        <p:sp>
          <p:nvSpPr>
            <p:cNvPr id="46" name="Freeform 107">
              <a:extLst>
                <a:ext uri="{FF2B5EF4-FFF2-40B4-BE49-F238E27FC236}">
                  <a16:creationId xmlns:a16="http://schemas.microsoft.com/office/drawing/2014/main" id="{284AFD71-4E34-4321-A7F2-981CF16185E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08">
              <a:extLst>
                <a:ext uri="{FF2B5EF4-FFF2-40B4-BE49-F238E27FC236}">
                  <a16:creationId xmlns:a16="http://schemas.microsoft.com/office/drawing/2014/main" id="{16982C15-C13A-4763-9357-461EEE099E1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09">
              <a:extLst>
                <a:ext uri="{FF2B5EF4-FFF2-40B4-BE49-F238E27FC236}">
                  <a16:creationId xmlns:a16="http://schemas.microsoft.com/office/drawing/2014/main" id="{8170A0BB-395C-481B-9A1A-E67729AB2D77}"/>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10">
              <a:extLst>
                <a:ext uri="{FF2B5EF4-FFF2-40B4-BE49-F238E27FC236}">
                  <a16:creationId xmlns:a16="http://schemas.microsoft.com/office/drawing/2014/main" id="{7CE81E8E-3FD8-40A2-817E-0F7F76071172}"/>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1">
              <a:extLst>
                <a:ext uri="{FF2B5EF4-FFF2-40B4-BE49-F238E27FC236}">
                  <a16:creationId xmlns:a16="http://schemas.microsoft.com/office/drawing/2014/main" id="{E0BA7527-9484-4123-8845-E6DB00D7F25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2">
              <a:extLst>
                <a:ext uri="{FF2B5EF4-FFF2-40B4-BE49-F238E27FC236}">
                  <a16:creationId xmlns:a16="http://schemas.microsoft.com/office/drawing/2014/main" id="{0D687C26-F413-46BF-B2CF-C1ABD96DF6EE}"/>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
              <a:extLst>
                <a:ext uri="{FF2B5EF4-FFF2-40B4-BE49-F238E27FC236}">
                  <a16:creationId xmlns:a16="http://schemas.microsoft.com/office/drawing/2014/main" id="{D473B2C8-DB95-42E2-A8A4-24A9CD5CFE84}"/>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4">
              <a:extLst>
                <a:ext uri="{FF2B5EF4-FFF2-40B4-BE49-F238E27FC236}">
                  <a16:creationId xmlns:a16="http://schemas.microsoft.com/office/drawing/2014/main" id="{0B0B1F23-B582-4552-86A6-6615D7EA2D14}"/>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5">
              <a:extLst>
                <a:ext uri="{FF2B5EF4-FFF2-40B4-BE49-F238E27FC236}">
                  <a16:creationId xmlns:a16="http://schemas.microsoft.com/office/drawing/2014/main" id="{4A5342F3-DEE0-41DC-A736-CCE7CA088D0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16">
              <a:extLst>
                <a:ext uri="{FF2B5EF4-FFF2-40B4-BE49-F238E27FC236}">
                  <a16:creationId xmlns:a16="http://schemas.microsoft.com/office/drawing/2014/main" id="{DF41D61B-A04A-40AD-89DA-0EABC7863E8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17">
              <a:extLst>
                <a:ext uri="{FF2B5EF4-FFF2-40B4-BE49-F238E27FC236}">
                  <a16:creationId xmlns:a16="http://schemas.microsoft.com/office/drawing/2014/main" id="{586D41FF-B2D6-4F1D-B1E7-347AC5E76E13}"/>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8">
              <a:extLst>
                <a:ext uri="{FF2B5EF4-FFF2-40B4-BE49-F238E27FC236}">
                  <a16:creationId xmlns:a16="http://schemas.microsoft.com/office/drawing/2014/main" id="{05A5B97B-D9A7-48A3-90EF-76ABA990E02F}"/>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Rectangle 119">
              <a:extLst>
                <a:ext uri="{FF2B5EF4-FFF2-40B4-BE49-F238E27FC236}">
                  <a16:creationId xmlns:a16="http://schemas.microsoft.com/office/drawing/2014/main" id="{28E529D5-5380-474A-AF7D-6AD165B0242E}"/>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55380028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F61FEA-9DBE-235C-6FA4-855FDA0A7EE8}"/>
              </a:ext>
            </a:extLst>
          </p:cNvPr>
          <p:cNvSpPr>
            <a:spLocks noGrp="1"/>
          </p:cNvSpPr>
          <p:nvPr>
            <p:ph type="title"/>
          </p:nvPr>
        </p:nvSpPr>
        <p:spPr>
          <a:xfrm>
            <a:off x="214184" y="13663"/>
            <a:ext cx="9728886" cy="678316"/>
          </a:xfrm>
        </p:spPr>
        <p:txBody>
          <a:bodyPr>
            <a:normAutofit/>
          </a:bodyPr>
          <a:lstStyle/>
          <a:p>
            <a:r>
              <a:rPr lang="en-US" dirty="0"/>
              <a:t>Comparison 1</a:t>
            </a:r>
          </a:p>
        </p:txBody>
      </p:sp>
      <p:sp>
        <p:nvSpPr>
          <p:cNvPr id="8" name="Rectangle: Rounded Corners 7">
            <a:extLst>
              <a:ext uri="{FF2B5EF4-FFF2-40B4-BE49-F238E27FC236}">
                <a16:creationId xmlns:a16="http://schemas.microsoft.com/office/drawing/2014/main" id="{E65A484B-FFB5-B7E8-ACD5-3FEF2488DEDF}"/>
              </a:ext>
            </a:extLst>
          </p:cNvPr>
          <p:cNvSpPr/>
          <p:nvPr/>
        </p:nvSpPr>
        <p:spPr>
          <a:xfrm>
            <a:off x="341587" y="1260838"/>
            <a:ext cx="11508826" cy="878697"/>
          </a:xfrm>
          <a:prstGeom prst="roundRect">
            <a:avLst>
              <a:gd name="adj" fmla="val 2504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t>Lorem ipsum</a:t>
            </a:r>
          </a:p>
        </p:txBody>
      </p:sp>
      <p:sp>
        <p:nvSpPr>
          <p:cNvPr id="9" name="Rectangle 8">
            <a:extLst>
              <a:ext uri="{FF2B5EF4-FFF2-40B4-BE49-F238E27FC236}">
                <a16:creationId xmlns:a16="http://schemas.microsoft.com/office/drawing/2014/main" id="{29C3BB8E-7DE8-6314-CE35-10E131C635B4}"/>
              </a:ext>
            </a:extLst>
          </p:cNvPr>
          <p:cNvSpPr/>
          <p:nvPr/>
        </p:nvSpPr>
        <p:spPr>
          <a:xfrm>
            <a:off x="341587" y="1955807"/>
            <a:ext cx="11508826" cy="172544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Rounded Corners 5">
            <a:extLst>
              <a:ext uri="{FF2B5EF4-FFF2-40B4-BE49-F238E27FC236}">
                <a16:creationId xmlns:a16="http://schemas.microsoft.com/office/drawing/2014/main" id="{D2C30C18-772B-127F-377E-4F8B87DB1EEB}"/>
              </a:ext>
            </a:extLst>
          </p:cNvPr>
          <p:cNvSpPr/>
          <p:nvPr/>
        </p:nvSpPr>
        <p:spPr>
          <a:xfrm flipV="1">
            <a:off x="341587" y="4046078"/>
            <a:ext cx="11508826" cy="2055580"/>
          </a:xfrm>
          <a:prstGeom prst="round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6D876642-BC15-B2DB-97C6-E2E3EAF2239E}"/>
              </a:ext>
            </a:extLst>
          </p:cNvPr>
          <p:cNvSpPr txBox="1"/>
          <p:nvPr/>
        </p:nvSpPr>
        <p:spPr>
          <a:xfrm>
            <a:off x="2102065" y="2113599"/>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3" name="TextBox 12">
            <a:extLst>
              <a:ext uri="{FF2B5EF4-FFF2-40B4-BE49-F238E27FC236}">
                <a16:creationId xmlns:a16="http://schemas.microsoft.com/office/drawing/2014/main" id="{48BE9802-FC1C-4307-8B48-A2D88EFF7A31}"/>
              </a:ext>
            </a:extLst>
          </p:cNvPr>
          <p:cNvSpPr txBox="1"/>
          <p:nvPr/>
        </p:nvSpPr>
        <p:spPr>
          <a:xfrm>
            <a:off x="2102065" y="2645134"/>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4" name="TextBox 13">
            <a:extLst>
              <a:ext uri="{FF2B5EF4-FFF2-40B4-BE49-F238E27FC236}">
                <a16:creationId xmlns:a16="http://schemas.microsoft.com/office/drawing/2014/main" id="{C4919ED2-F10C-56AC-4B49-8883BFA19695}"/>
              </a:ext>
            </a:extLst>
          </p:cNvPr>
          <p:cNvSpPr txBox="1"/>
          <p:nvPr/>
        </p:nvSpPr>
        <p:spPr>
          <a:xfrm>
            <a:off x="2102065" y="3176669"/>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5" name="TextBox 14">
            <a:extLst>
              <a:ext uri="{FF2B5EF4-FFF2-40B4-BE49-F238E27FC236}">
                <a16:creationId xmlns:a16="http://schemas.microsoft.com/office/drawing/2014/main" id="{C024E46C-B90D-7948-B886-E3BBB05C8064}"/>
              </a:ext>
            </a:extLst>
          </p:cNvPr>
          <p:cNvSpPr txBox="1"/>
          <p:nvPr/>
        </p:nvSpPr>
        <p:spPr>
          <a:xfrm>
            <a:off x="2102065" y="4533970"/>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6" name="TextBox 15">
            <a:extLst>
              <a:ext uri="{FF2B5EF4-FFF2-40B4-BE49-F238E27FC236}">
                <a16:creationId xmlns:a16="http://schemas.microsoft.com/office/drawing/2014/main" id="{D3A43834-6DD9-B8FE-DA98-6B90E6998D30}"/>
              </a:ext>
            </a:extLst>
          </p:cNvPr>
          <p:cNvSpPr txBox="1"/>
          <p:nvPr/>
        </p:nvSpPr>
        <p:spPr>
          <a:xfrm>
            <a:off x="2102065" y="5065505"/>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7" name="TextBox 16">
            <a:extLst>
              <a:ext uri="{FF2B5EF4-FFF2-40B4-BE49-F238E27FC236}">
                <a16:creationId xmlns:a16="http://schemas.microsoft.com/office/drawing/2014/main" id="{8F76F35A-1FE0-482F-195B-D2525A233B10}"/>
              </a:ext>
            </a:extLst>
          </p:cNvPr>
          <p:cNvSpPr txBox="1"/>
          <p:nvPr/>
        </p:nvSpPr>
        <p:spPr>
          <a:xfrm>
            <a:off x="2102065" y="5597040"/>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pic>
        <p:nvPicPr>
          <p:cNvPr id="18" name="Graphic 17" descr="Target outline">
            <a:extLst>
              <a:ext uri="{FF2B5EF4-FFF2-40B4-BE49-F238E27FC236}">
                <a16:creationId xmlns:a16="http://schemas.microsoft.com/office/drawing/2014/main" id="{A42E59EA-32B5-7F5E-A45A-313F207362E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3910" y="2308351"/>
            <a:ext cx="1026351" cy="1026351"/>
          </a:xfrm>
          <a:prstGeom prst="rect">
            <a:avLst/>
          </a:prstGeom>
        </p:spPr>
      </p:pic>
      <p:pic>
        <p:nvPicPr>
          <p:cNvPr id="19" name="Graphic 18" descr="Bullseye outline">
            <a:extLst>
              <a:ext uri="{FF2B5EF4-FFF2-40B4-BE49-F238E27FC236}">
                <a16:creationId xmlns:a16="http://schemas.microsoft.com/office/drawing/2014/main" id="{B12C9672-248E-7B9D-4360-E48AB040471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44261" y="4741047"/>
            <a:ext cx="1026000" cy="1026000"/>
          </a:xfrm>
          <a:prstGeom prst="rect">
            <a:avLst/>
          </a:prstGeom>
        </p:spPr>
      </p:pic>
      <p:sp>
        <p:nvSpPr>
          <p:cNvPr id="27" name="Freeform: Shape 26">
            <a:extLst>
              <a:ext uri="{FF2B5EF4-FFF2-40B4-BE49-F238E27FC236}">
                <a16:creationId xmlns:a16="http://schemas.microsoft.com/office/drawing/2014/main" id="{1D8BBCC5-0223-1304-25C4-6720BFEEE1F2}"/>
              </a:ext>
            </a:extLst>
          </p:cNvPr>
          <p:cNvSpPr/>
          <p:nvPr/>
        </p:nvSpPr>
        <p:spPr>
          <a:xfrm>
            <a:off x="341587" y="3681248"/>
            <a:ext cx="11508826" cy="694969"/>
          </a:xfrm>
          <a:custGeom>
            <a:avLst/>
            <a:gdLst>
              <a:gd name="connsiteX0" fmla="*/ 0 w 11508826"/>
              <a:gd name="connsiteY0" fmla="*/ 0 h 694969"/>
              <a:gd name="connsiteX1" fmla="*/ 11508826 w 11508826"/>
              <a:gd name="connsiteY1" fmla="*/ 0 h 694969"/>
              <a:gd name="connsiteX2" fmla="*/ 11508826 w 11508826"/>
              <a:gd name="connsiteY2" fmla="*/ 694969 h 694969"/>
              <a:gd name="connsiteX3" fmla="*/ 0 w 11508826"/>
              <a:gd name="connsiteY3" fmla="*/ 694969 h 694969"/>
            </a:gdLst>
            <a:ahLst/>
            <a:cxnLst>
              <a:cxn ang="0">
                <a:pos x="connsiteX0" y="connsiteY0"/>
              </a:cxn>
              <a:cxn ang="0">
                <a:pos x="connsiteX1" y="connsiteY1"/>
              </a:cxn>
              <a:cxn ang="0">
                <a:pos x="connsiteX2" y="connsiteY2"/>
              </a:cxn>
              <a:cxn ang="0">
                <a:pos x="connsiteX3" y="connsiteY3"/>
              </a:cxn>
            </a:cxnLst>
            <a:rect l="l" t="t" r="r" b="b"/>
            <a:pathLst>
              <a:path w="11508826" h="694969">
                <a:moveTo>
                  <a:pt x="0" y="0"/>
                </a:moveTo>
                <a:lnTo>
                  <a:pt x="11508826" y="0"/>
                </a:lnTo>
                <a:lnTo>
                  <a:pt x="11508826" y="694969"/>
                </a:lnTo>
                <a:lnTo>
                  <a:pt x="0" y="69496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r>
              <a:rPr lang="en-US" dirty="0"/>
              <a:t>Lorem ipsum</a:t>
            </a:r>
          </a:p>
        </p:txBody>
      </p:sp>
    </p:spTree>
    <p:extLst>
      <p:ext uri="{BB962C8B-B14F-4D97-AF65-F5344CB8AC3E}">
        <p14:creationId xmlns:p14="http://schemas.microsoft.com/office/powerpoint/2010/main" val="182186305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1B3F14-1458-5230-BB9C-DA28F5E41F31}"/>
              </a:ext>
            </a:extLst>
          </p:cNvPr>
          <p:cNvSpPr>
            <a:spLocks noGrp="1"/>
          </p:cNvSpPr>
          <p:nvPr>
            <p:ph type="title"/>
          </p:nvPr>
        </p:nvSpPr>
        <p:spPr>
          <a:xfrm>
            <a:off x="214184" y="13663"/>
            <a:ext cx="9728886" cy="678316"/>
          </a:xfrm>
        </p:spPr>
        <p:txBody>
          <a:bodyPr>
            <a:normAutofit/>
          </a:bodyPr>
          <a:lstStyle/>
          <a:p>
            <a:r>
              <a:rPr lang="en-US" dirty="0"/>
              <a:t>Boxes 6</a:t>
            </a:r>
          </a:p>
        </p:txBody>
      </p:sp>
      <p:sp>
        <p:nvSpPr>
          <p:cNvPr id="4" name="Frame 3">
            <a:extLst>
              <a:ext uri="{FF2B5EF4-FFF2-40B4-BE49-F238E27FC236}">
                <a16:creationId xmlns:a16="http://schemas.microsoft.com/office/drawing/2014/main" id="{35A4FF28-F8D7-8BA2-E7BE-84EC967E6640}"/>
              </a:ext>
            </a:extLst>
          </p:cNvPr>
          <p:cNvSpPr/>
          <p:nvPr/>
        </p:nvSpPr>
        <p:spPr>
          <a:xfrm>
            <a:off x="2523751" y="1527800"/>
            <a:ext cx="2157227" cy="2157226"/>
          </a:xfrm>
          <a:prstGeom prst="fram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6" name="Frame 5">
            <a:extLst>
              <a:ext uri="{FF2B5EF4-FFF2-40B4-BE49-F238E27FC236}">
                <a16:creationId xmlns:a16="http://schemas.microsoft.com/office/drawing/2014/main" id="{082C8EBC-26AF-026E-EF45-A6D948E497BD}"/>
              </a:ext>
            </a:extLst>
          </p:cNvPr>
          <p:cNvSpPr/>
          <p:nvPr/>
        </p:nvSpPr>
        <p:spPr>
          <a:xfrm>
            <a:off x="7461796" y="1527800"/>
            <a:ext cx="2157227" cy="2157226"/>
          </a:xfrm>
          <a:prstGeom prst="fram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8" name="Forma libre 50">
            <a:extLst>
              <a:ext uri="{FF2B5EF4-FFF2-40B4-BE49-F238E27FC236}">
                <a16:creationId xmlns:a16="http://schemas.microsoft.com/office/drawing/2014/main" id="{8E5CE503-E26D-2DF1-48E9-93C699B6B62A}"/>
              </a:ext>
            </a:extLst>
          </p:cNvPr>
          <p:cNvSpPr/>
          <p:nvPr/>
        </p:nvSpPr>
        <p:spPr>
          <a:xfrm>
            <a:off x="3168233" y="2102920"/>
            <a:ext cx="868261" cy="976614"/>
          </a:xfrm>
          <a:custGeom>
            <a:avLst/>
            <a:gdLst>
              <a:gd name="connsiteX0" fmla="*/ 428145 w 449668"/>
              <a:gd name="connsiteY0" fmla="*/ 215752 h 505784"/>
              <a:gd name="connsiteX1" fmla="*/ 339540 w 449668"/>
              <a:gd name="connsiteY1" fmla="*/ 215752 h 505784"/>
              <a:gd name="connsiteX2" fmla="*/ 300481 w 449668"/>
              <a:gd name="connsiteY2" fmla="*/ 171598 h 505784"/>
              <a:gd name="connsiteX3" fmla="*/ 233067 w 449668"/>
              <a:gd name="connsiteY3" fmla="*/ 151145 h 505784"/>
              <a:gd name="connsiteX4" fmla="*/ 165654 w 449668"/>
              <a:gd name="connsiteY4" fmla="*/ 171598 h 505784"/>
              <a:gd name="connsiteX5" fmla="*/ 126594 w 449668"/>
              <a:gd name="connsiteY5" fmla="*/ 215826 h 505784"/>
              <a:gd name="connsiteX6" fmla="*/ 22779 w 449668"/>
              <a:gd name="connsiteY6" fmla="*/ 215974 h 505784"/>
              <a:gd name="connsiteX7" fmla="*/ 554 w 449668"/>
              <a:gd name="connsiteY7" fmla="*/ 238199 h 505784"/>
              <a:gd name="connsiteX8" fmla="*/ 554 w 449668"/>
              <a:gd name="connsiteY8" fmla="*/ 270983 h 505784"/>
              <a:gd name="connsiteX9" fmla="*/ 554 w 449668"/>
              <a:gd name="connsiteY9" fmla="*/ 338396 h 505784"/>
              <a:gd name="connsiteX10" fmla="*/ 554 w 449668"/>
              <a:gd name="connsiteY10" fmla="*/ 484963 h 505784"/>
              <a:gd name="connsiteX11" fmla="*/ 21671 w 449668"/>
              <a:gd name="connsiteY11" fmla="*/ 505564 h 505784"/>
              <a:gd name="connsiteX12" fmla="*/ 428219 w 449668"/>
              <a:gd name="connsiteY12" fmla="*/ 505564 h 505784"/>
              <a:gd name="connsiteX13" fmla="*/ 449336 w 449668"/>
              <a:gd name="connsiteY13" fmla="*/ 484963 h 505784"/>
              <a:gd name="connsiteX14" fmla="*/ 449336 w 449668"/>
              <a:gd name="connsiteY14" fmla="*/ 338396 h 505784"/>
              <a:gd name="connsiteX15" fmla="*/ 449336 w 449668"/>
              <a:gd name="connsiteY15" fmla="*/ 270983 h 505784"/>
              <a:gd name="connsiteX16" fmla="*/ 449336 w 449668"/>
              <a:gd name="connsiteY16" fmla="*/ 236353 h 505784"/>
              <a:gd name="connsiteX17" fmla="*/ 428145 w 449668"/>
              <a:gd name="connsiteY17" fmla="*/ 215752 h 505784"/>
              <a:gd name="connsiteX18" fmla="*/ 180421 w 449668"/>
              <a:gd name="connsiteY18" fmla="*/ 193675 h 505784"/>
              <a:gd name="connsiteX19" fmla="*/ 232993 w 449668"/>
              <a:gd name="connsiteY19" fmla="*/ 177726 h 505784"/>
              <a:gd name="connsiteX20" fmla="*/ 285565 w 449668"/>
              <a:gd name="connsiteY20" fmla="*/ 193675 h 505784"/>
              <a:gd name="connsiteX21" fmla="*/ 308455 w 449668"/>
              <a:gd name="connsiteY21" fmla="*/ 215826 h 505784"/>
              <a:gd name="connsiteX22" fmla="*/ 224871 w 449668"/>
              <a:gd name="connsiteY22" fmla="*/ 215826 h 505784"/>
              <a:gd name="connsiteX23" fmla="*/ 157532 w 449668"/>
              <a:gd name="connsiteY23" fmla="*/ 215900 h 505784"/>
              <a:gd name="connsiteX24" fmla="*/ 180421 w 449668"/>
              <a:gd name="connsiteY24" fmla="*/ 193675 h 505784"/>
              <a:gd name="connsiteX25" fmla="*/ 27061 w 449668"/>
              <a:gd name="connsiteY25" fmla="*/ 242555 h 505784"/>
              <a:gd name="connsiteX26" fmla="*/ 115371 w 449668"/>
              <a:gd name="connsiteY26" fmla="*/ 242482 h 505784"/>
              <a:gd name="connsiteX27" fmla="*/ 115297 w 449668"/>
              <a:gd name="connsiteY27" fmla="*/ 242629 h 505784"/>
              <a:gd name="connsiteX28" fmla="*/ 350764 w 449668"/>
              <a:gd name="connsiteY28" fmla="*/ 242629 h 505784"/>
              <a:gd name="connsiteX29" fmla="*/ 350616 w 449668"/>
              <a:gd name="connsiteY29" fmla="*/ 242334 h 505784"/>
              <a:gd name="connsiteX30" fmla="*/ 422681 w 449668"/>
              <a:gd name="connsiteY30" fmla="*/ 242334 h 505784"/>
              <a:gd name="connsiteX31" fmla="*/ 422681 w 449668"/>
              <a:gd name="connsiteY31" fmla="*/ 270983 h 505784"/>
              <a:gd name="connsiteX32" fmla="*/ 422681 w 449668"/>
              <a:gd name="connsiteY32" fmla="*/ 338396 h 505784"/>
              <a:gd name="connsiteX33" fmla="*/ 394032 w 449668"/>
              <a:gd name="connsiteY33" fmla="*/ 367045 h 505784"/>
              <a:gd name="connsiteX34" fmla="*/ 55710 w 449668"/>
              <a:gd name="connsiteY34" fmla="*/ 367045 h 505784"/>
              <a:gd name="connsiteX35" fmla="*/ 27061 w 449668"/>
              <a:gd name="connsiteY35" fmla="*/ 338396 h 505784"/>
              <a:gd name="connsiteX36" fmla="*/ 27061 w 449668"/>
              <a:gd name="connsiteY36" fmla="*/ 270983 h 505784"/>
              <a:gd name="connsiteX37" fmla="*/ 27061 w 449668"/>
              <a:gd name="connsiteY37" fmla="*/ 242555 h 505784"/>
              <a:gd name="connsiteX38" fmla="*/ 27061 w 449668"/>
              <a:gd name="connsiteY38" fmla="*/ 479056 h 505784"/>
              <a:gd name="connsiteX39" fmla="*/ 27061 w 449668"/>
              <a:gd name="connsiteY39" fmla="*/ 385726 h 505784"/>
              <a:gd name="connsiteX40" fmla="*/ 55710 w 449668"/>
              <a:gd name="connsiteY40" fmla="*/ 393774 h 505784"/>
              <a:gd name="connsiteX41" fmla="*/ 394032 w 449668"/>
              <a:gd name="connsiteY41" fmla="*/ 393774 h 505784"/>
              <a:gd name="connsiteX42" fmla="*/ 422681 w 449668"/>
              <a:gd name="connsiteY42" fmla="*/ 385726 h 505784"/>
              <a:gd name="connsiteX43" fmla="*/ 422681 w 449668"/>
              <a:gd name="connsiteY43" fmla="*/ 479056 h 505784"/>
              <a:gd name="connsiteX44" fmla="*/ 27061 w 449668"/>
              <a:gd name="connsiteY44" fmla="*/ 479056 h 505784"/>
              <a:gd name="connsiteX45" fmla="*/ 317168 w 449668"/>
              <a:gd name="connsiteY45" fmla="*/ 119174 h 505784"/>
              <a:gd name="connsiteX46" fmla="*/ 343675 w 449668"/>
              <a:gd name="connsiteY46" fmla="*/ 92666 h 505784"/>
              <a:gd name="connsiteX47" fmla="*/ 326545 w 449668"/>
              <a:gd name="connsiteY47" fmla="*/ 92666 h 505784"/>
              <a:gd name="connsiteX48" fmla="*/ 314288 w 449668"/>
              <a:gd name="connsiteY48" fmla="*/ 84470 h 505784"/>
              <a:gd name="connsiteX49" fmla="*/ 317168 w 449668"/>
              <a:gd name="connsiteY49" fmla="*/ 69998 h 505784"/>
              <a:gd name="connsiteX50" fmla="*/ 366343 w 449668"/>
              <a:gd name="connsiteY50" fmla="*/ 20822 h 505784"/>
              <a:gd name="connsiteX51" fmla="*/ 385172 w 449668"/>
              <a:gd name="connsiteY51" fmla="*/ 20822 h 505784"/>
              <a:gd name="connsiteX52" fmla="*/ 385172 w 449668"/>
              <a:gd name="connsiteY52" fmla="*/ 39651 h 505784"/>
              <a:gd name="connsiteX53" fmla="*/ 358664 w 449668"/>
              <a:gd name="connsiteY53" fmla="*/ 66158 h 505784"/>
              <a:gd name="connsiteX54" fmla="*/ 375794 w 449668"/>
              <a:gd name="connsiteY54" fmla="*/ 66158 h 505784"/>
              <a:gd name="connsiteX55" fmla="*/ 388052 w 449668"/>
              <a:gd name="connsiteY55" fmla="*/ 74354 h 505784"/>
              <a:gd name="connsiteX56" fmla="*/ 385172 w 449668"/>
              <a:gd name="connsiteY56" fmla="*/ 88826 h 505784"/>
              <a:gd name="connsiteX57" fmla="*/ 335996 w 449668"/>
              <a:gd name="connsiteY57" fmla="*/ 138002 h 505784"/>
              <a:gd name="connsiteX58" fmla="*/ 326619 w 449668"/>
              <a:gd name="connsiteY58" fmla="*/ 141915 h 505784"/>
              <a:gd name="connsiteX59" fmla="*/ 317242 w 449668"/>
              <a:gd name="connsiteY59" fmla="*/ 138002 h 505784"/>
              <a:gd name="connsiteX60" fmla="*/ 317168 w 449668"/>
              <a:gd name="connsiteY60" fmla="*/ 119174 h 505784"/>
              <a:gd name="connsiteX61" fmla="*/ 63463 w 449668"/>
              <a:gd name="connsiteY61" fmla="*/ 39651 h 505784"/>
              <a:gd name="connsiteX62" fmla="*/ 63463 w 449668"/>
              <a:gd name="connsiteY62" fmla="*/ 20822 h 505784"/>
              <a:gd name="connsiteX63" fmla="*/ 82292 w 449668"/>
              <a:gd name="connsiteY63" fmla="*/ 20822 h 505784"/>
              <a:gd name="connsiteX64" fmla="*/ 131467 w 449668"/>
              <a:gd name="connsiteY64" fmla="*/ 69998 h 505784"/>
              <a:gd name="connsiteX65" fmla="*/ 134347 w 449668"/>
              <a:gd name="connsiteY65" fmla="*/ 84470 h 505784"/>
              <a:gd name="connsiteX66" fmla="*/ 122090 w 449668"/>
              <a:gd name="connsiteY66" fmla="*/ 92666 h 505784"/>
              <a:gd name="connsiteX67" fmla="*/ 104960 w 449668"/>
              <a:gd name="connsiteY67" fmla="*/ 92666 h 505784"/>
              <a:gd name="connsiteX68" fmla="*/ 131467 w 449668"/>
              <a:gd name="connsiteY68" fmla="*/ 119174 h 505784"/>
              <a:gd name="connsiteX69" fmla="*/ 131467 w 449668"/>
              <a:gd name="connsiteY69" fmla="*/ 138002 h 505784"/>
              <a:gd name="connsiteX70" fmla="*/ 122090 w 449668"/>
              <a:gd name="connsiteY70" fmla="*/ 141915 h 505784"/>
              <a:gd name="connsiteX71" fmla="*/ 112713 w 449668"/>
              <a:gd name="connsiteY71" fmla="*/ 138002 h 505784"/>
              <a:gd name="connsiteX72" fmla="*/ 63537 w 449668"/>
              <a:gd name="connsiteY72" fmla="*/ 88826 h 505784"/>
              <a:gd name="connsiteX73" fmla="*/ 60657 w 449668"/>
              <a:gd name="connsiteY73" fmla="*/ 74354 h 505784"/>
              <a:gd name="connsiteX74" fmla="*/ 72914 w 449668"/>
              <a:gd name="connsiteY74" fmla="*/ 66158 h 505784"/>
              <a:gd name="connsiteX75" fmla="*/ 90044 w 449668"/>
              <a:gd name="connsiteY75" fmla="*/ 66158 h 505784"/>
              <a:gd name="connsiteX76" fmla="*/ 63463 w 449668"/>
              <a:gd name="connsiteY76" fmla="*/ 39651 h 505784"/>
              <a:gd name="connsiteX77" fmla="*/ 191054 w 449668"/>
              <a:gd name="connsiteY77" fmla="*/ 102782 h 505784"/>
              <a:gd name="connsiteX78" fmla="*/ 217561 w 449668"/>
              <a:gd name="connsiteY78" fmla="*/ 76274 h 505784"/>
              <a:gd name="connsiteX79" fmla="*/ 200431 w 449668"/>
              <a:gd name="connsiteY79" fmla="*/ 76274 h 505784"/>
              <a:gd name="connsiteX80" fmla="*/ 188174 w 449668"/>
              <a:gd name="connsiteY80" fmla="*/ 68078 h 505784"/>
              <a:gd name="connsiteX81" fmla="*/ 191054 w 449668"/>
              <a:gd name="connsiteY81" fmla="*/ 53606 h 505784"/>
              <a:gd name="connsiteX82" fmla="*/ 240229 w 449668"/>
              <a:gd name="connsiteY82" fmla="*/ 4430 h 505784"/>
              <a:gd name="connsiteX83" fmla="*/ 259058 w 449668"/>
              <a:gd name="connsiteY83" fmla="*/ 4430 h 505784"/>
              <a:gd name="connsiteX84" fmla="*/ 259058 w 449668"/>
              <a:gd name="connsiteY84" fmla="*/ 23259 h 505784"/>
              <a:gd name="connsiteX85" fmla="*/ 232550 w 449668"/>
              <a:gd name="connsiteY85" fmla="*/ 49767 h 505784"/>
              <a:gd name="connsiteX86" fmla="*/ 249681 w 449668"/>
              <a:gd name="connsiteY86" fmla="*/ 49767 h 505784"/>
              <a:gd name="connsiteX87" fmla="*/ 261938 w 449668"/>
              <a:gd name="connsiteY87" fmla="*/ 57962 h 505784"/>
              <a:gd name="connsiteX88" fmla="*/ 259058 w 449668"/>
              <a:gd name="connsiteY88" fmla="*/ 72434 h 505784"/>
              <a:gd name="connsiteX89" fmla="*/ 209882 w 449668"/>
              <a:gd name="connsiteY89" fmla="*/ 121610 h 505784"/>
              <a:gd name="connsiteX90" fmla="*/ 200505 w 449668"/>
              <a:gd name="connsiteY90" fmla="*/ 125523 h 505784"/>
              <a:gd name="connsiteX91" fmla="*/ 191128 w 449668"/>
              <a:gd name="connsiteY91" fmla="*/ 121610 h 505784"/>
              <a:gd name="connsiteX92" fmla="*/ 191054 w 449668"/>
              <a:gd name="connsiteY92" fmla="*/ 102782 h 50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449668" h="505784">
                <a:moveTo>
                  <a:pt x="428145" y="215752"/>
                </a:moveTo>
                <a:lnTo>
                  <a:pt x="339540" y="215752"/>
                </a:lnTo>
                <a:cubicBezTo>
                  <a:pt x="330680" y="198105"/>
                  <a:pt x="317315" y="182895"/>
                  <a:pt x="300481" y="171598"/>
                </a:cubicBezTo>
                <a:cubicBezTo>
                  <a:pt x="280618" y="158159"/>
                  <a:pt x="257286" y="151145"/>
                  <a:pt x="233067" y="151145"/>
                </a:cubicBezTo>
                <a:cubicBezTo>
                  <a:pt x="208849" y="151145"/>
                  <a:pt x="185516" y="158233"/>
                  <a:pt x="165654" y="171598"/>
                </a:cubicBezTo>
                <a:cubicBezTo>
                  <a:pt x="148819" y="182969"/>
                  <a:pt x="135454" y="198105"/>
                  <a:pt x="126594" y="215826"/>
                </a:cubicBezTo>
                <a:lnTo>
                  <a:pt x="22779" y="215974"/>
                </a:lnTo>
                <a:cubicBezTo>
                  <a:pt x="10522" y="215974"/>
                  <a:pt x="554" y="225942"/>
                  <a:pt x="554" y="238199"/>
                </a:cubicBezTo>
                <a:lnTo>
                  <a:pt x="554" y="270983"/>
                </a:lnTo>
                <a:lnTo>
                  <a:pt x="554" y="338396"/>
                </a:lnTo>
                <a:lnTo>
                  <a:pt x="554" y="484963"/>
                </a:lnTo>
                <a:cubicBezTo>
                  <a:pt x="554" y="496334"/>
                  <a:pt x="10005" y="505564"/>
                  <a:pt x="21671" y="505564"/>
                </a:cubicBezTo>
                <a:lnTo>
                  <a:pt x="428219" y="505564"/>
                </a:lnTo>
                <a:cubicBezTo>
                  <a:pt x="439885" y="505564"/>
                  <a:pt x="449336" y="496334"/>
                  <a:pt x="449336" y="484963"/>
                </a:cubicBezTo>
                <a:lnTo>
                  <a:pt x="449336" y="338396"/>
                </a:lnTo>
                <a:lnTo>
                  <a:pt x="449336" y="270983"/>
                </a:lnTo>
                <a:lnTo>
                  <a:pt x="449336" y="236353"/>
                </a:lnTo>
                <a:cubicBezTo>
                  <a:pt x="449262" y="225056"/>
                  <a:pt x="439811" y="215752"/>
                  <a:pt x="428145" y="215752"/>
                </a:cubicBezTo>
                <a:moveTo>
                  <a:pt x="180421" y="193675"/>
                </a:moveTo>
                <a:cubicBezTo>
                  <a:pt x="195853" y="183264"/>
                  <a:pt x="214091" y="177726"/>
                  <a:pt x="232993" y="177726"/>
                </a:cubicBezTo>
                <a:cubicBezTo>
                  <a:pt x="251896" y="177726"/>
                  <a:pt x="270134" y="183264"/>
                  <a:pt x="285565" y="193675"/>
                </a:cubicBezTo>
                <a:cubicBezTo>
                  <a:pt x="294574" y="199730"/>
                  <a:pt x="302326" y="207261"/>
                  <a:pt x="308455" y="215826"/>
                </a:cubicBezTo>
                <a:lnTo>
                  <a:pt x="224871" y="215826"/>
                </a:lnTo>
                <a:lnTo>
                  <a:pt x="157532" y="215900"/>
                </a:lnTo>
                <a:cubicBezTo>
                  <a:pt x="163660" y="207261"/>
                  <a:pt x="171413" y="199804"/>
                  <a:pt x="180421" y="193675"/>
                </a:cubicBezTo>
                <a:moveTo>
                  <a:pt x="27061" y="242555"/>
                </a:moveTo>
                <a:lnTo>
                  <a:pt x="115371" y="242482"/>
                </a:lnTo>
                <a:lnTo>
                  <a:pt x="115297" y="242629"/>
                </a:lnTo>
                <a:lnTo>
                  <a:pt x="350764" y="242629"/>
                </a:lnTo>
                <a:lnTo>
                  <a:pt x="350616" y="242334"/>
                </a:lnTo>
                <a:lnTo>
                  <a:pt x="422681" y="242334"/>
                </a:lnTo>
                <a:lnTo>
                  <a:pt x="422681" y="270983"/>
                </a:lnTo>
                <a:lnTo>
                  <a:pt x="422681" y="338396"/>
                </a:lnTo>
                <a:cubicBezTo>
                  <a:pt x="422681" y="354197"/>
                  <a:pt x="409833" y="367045"/>
                  <a:pt x="394032" y="367045"/>
                </a:cubicBezTo>
                <a:lnTo>
                  <a:pt x="55710" y="367045"/>
                </a:lnTo>
                <a:cubicBezTo>
                  <a:pt x="39909" y="367045"/>
                  <a:pt x="27061" y="354197"/>
                  <a:pt x="27061" y="338396"/>
                </a:cubicBezTo>
                <a:lnTo>
                  <a:pt x="27061" y="270983"/>
                </a:lnTo>
                <a:lnTo>
                  <a:pt x="27061" y="242555"/>
                </a:lnTo>
                <a:close/>
                <a:moveTo>
                  <a:pt x="27061" y="479056"/>
                </a:moveTo>
                <a:lnTo>
                  <a:pt x="27061" y="385726"/>
                </a:lnTo>
                <a:cubicBezTo>
                  <a:pt x="35405" y="390821"/>
                  <a:pt x="45225" y="393774"/>
                  <a:pt x="55710" y="393774"/>
                </a:cubicBezTo>
                <a:lnTo>
                  <a:pt x="394032" y="393774"/>
                </a:lnTo>
                <a:cubicBezTo>
                  <a:pt x="404517" y="393774"/>
                  <a:pt x="414338" y="390821"/>
                  <a:pt x="422681" y="385726"/>
                </a:cubicBezTo>
                <a:lnTo>
                  <a:pt x="422681" y="479056"/>
                </a:lnTo>
                <a:lnTo>
                  <a:pt x="27061" y="479056"/>
                </a:lnTo>
                <a:close/>
                <a:moveTo>
                  <a:pt x="317168" y="119174"/>
                </a:moveTo>
                <a:lnTo>
                  <a:pt x="343675" y="92666"/>
                </a:lnTo>
                <a:lnTo>
                  <a:pt x="326545" y="92666"/>
                </a:lnTo>
                <a:cubicBezTo>
                  <a:pt x="321155" y="92666"/>
                  <a:pt x="316356" y="89417"/>
                  <a:pt x="314288" y="84470"/>
                </a:cubicBezTo>
                <a:cubicBezTo>
                  <a:pt x="312221" y="79523"/>
                  <a:pt x="313402" y="73764"/>
                  <a:pt x="317168" y="69998"/>
                </a:cubicBezTo>
                <a:lnTo>
                  <a:pt x="366343" y="20822"/>
                </a:lnTo>
                <a:cubicBezTo>
                  <a:pt x="371512" y="15654"/>
                  <a:pt x="379929" y="15654"/>
                  <a:pt x="385172" y="20822"/>
                </a:cubicBezTo>
                <a:cubicBezTo>
                  <a:pt x="390341" y="25991"/>
                  <a:pt x="390341" y="34408"/>
                  <a:pt x="385172" y="39651"/>
                </a:cubicBezTo>
                <a:lnTo>
                  <a:pt x="358664" y="66158"/>
                </a:lnTo>
                <a:lnTo>
                  <a:pt x="375794" y="66158"/>
                </a:lnTo>
                <a:cubicBezTo>
                  <a:pt x="381185" y="66158"/>
                  <a:pt x="385984" y="69407"/>
                  <a:pt x="388052" y="74354"/>
                </a:cubicBezTo>
                <a:cubicBezTo>
                  <a:pt x="390119" y="79301"/>
                  <a:pt x="388938" y="85061"/>
                  <a:pt x="385172" y="88826"/>
                </a:cubicBezTo>
                <a:lnTo>
                  <a:pt x="335996" y="138002"/>
                </a:lnTo>
                <a:cubicBezTo>
                  <a:pt x="333412" y="140586"/>
                  <a:pt x="330015" y="141915"/>
                  <a:pt x="326619" y="141915"/>
                </a:cubicBezTo>
                <a:cubicBezTo>
                  <a:pt x="323222" y="141915"/>
                  <a:pt x="319826" y="140586"/>
                  <a:pt x="317242" y="138002"/>
                </a:cubicBezTo>
                <a:cubicBezTo>
                  <a:pt x="311999" y="132833"/>
                  <a:pt x="311999" y="124416"/>
                  <a:pt x="317168" y="119174"/>
                </a:cubicBezTo>
                <a:moveTo>
                  <a:pt x="63463" y="39651"/>
                </a:moveTo>
                <a:cubicBezTo>
                  <a:pt x="58294" y="34482"/>
                  <a:pt x="58294" y="26065"/>
                  <a:pt x="63463" y="20822"/>
                </a:cubicBezTo>
                <a:cubicBezTo>
                  <a:pt x="68632" y="15654"/>
                  <a:pt x="77049" y="15654"/>
                  <a:pt x="82292" y="20822"/>
                </a:cubicBezTo>
                <a:lnTo>
                  <a:pt x="131467" y="69998"/>
                </a:lnTo>
                <a:cubicBezTo>
                  <a:pt x="135233" y="73764"/>
                  <a:pt x="136414" y="79523"/>
                  <a:pt x="134347" y="84470"/>
                </a:cubicBezTo>
                <a:cubicBezTo>
                  <a:pt x="132279" y="89417"/>
                  <a:pt x="127406" y="92666"/>
                  <a:pt x="122090" y="92666"/>
                </a:cubicBezTo>
                <a:lnTo>
                  <a:pt x="104960" y="92666"/>
                </a:lnTo>
                <a:lnTo>
                  <a:pt x="131467" y="119174"/>
                </a:lnTo>
                <a:cubicBezTo>
                  <a:pt x="136636" y="124342"/>
                  <a:pt x="136636" y="132760"/>
                  <a:pt x="131467" y="138002"/>
                </a:cubicBezTo>
                <a:cubicBezTo>
                  <a:pt x="128883" y="140586"/>
                  <a:pt x="125486" y="141915"/>
                  <a:pt x="122090" y="141915"/>
                </a:cubicBezTo>
                <a:cubicBezTo>
                  <a:pt x="118693" y="141915"/>
                  <a:pt x="115297" y="140586"/>
                  <a:pt x="112713" y="138002"/>
                </a:cubicBezTo>
                <a:lnTo>
                  <a:pt x="63537" y="88826"/>
                </a:lnTo>
                <a:cubicBezTo>
                  <a:pt x="59771" y="85061"/>
                  <a:pt x="58590" y="79301"/>
                  <a:pt x="60657" y="74354"/>
                </a:cubicBezTo>
                <a:cubicBezTo>
                  <a:pt x="62725" y="69407"/>
                  <a:pt x="67524" y="66158"/>
                  <a:pt x="72914" y="66158"/>
                </a:cubicBezTo>
                <a:lnTo>
                  <a:pt x="90044" y="66158"/>
                </a:lnTo>
                <a:lnTo>
                  <a:pt x="63463" y="39651"/>
                </a:lnTo>
                <a:close/>
                <a:moveTo>
                  <a:pt x="191054" y="102782"/>
                </a:moveTo>
                <a:lnTo>
                  <a:pt x="217561" y="76274"/>
                </a:lnTo>
                <a:lnTo>
                  <a:pt x="200431" y="76274"/>
                </a:lnTo>
                <a:cubicBezTo>
                  <a:pt x="195041" y="76274"/>
                  <a:pt x="190242" y="73025"/>
                  <a:pt x="188174" y="68078"/>
                </a:cubicBezTo>
                <a:cubicBezTo>
                  <a:pt x="186107" y="63131"/>
                  <a:pt x="187288" y="57372"/>
                  <a:pt x="191054" y="53606"/>
                </a:cubicBezTo>
                <a:lnTo>
                  <a:pt x="240229" y="4430"/>
                </a:lnTo>
                <a:cubicBezTo>
                  <a:pt x="245398" y="-738"/>
                  <a:pt x="253815" y="-738"/>
                  <a:pt x="259058" y="4430"/>
                </a:cubicBezTo>
                <a:cubicBezTo>
                  <a:pt x="264227" y="9599"/>
                  <a:pt x="264227" y="18017"/>
                  <a:pt x="259058" y="23259"/>
                </a:cubicBezTo>
                <a:lnTo>
                  <a:pt x="232550" y="49767"/>
                </a:lnTo>
                <a:lnTo>
                  <a:pt x="249681" y="49767"/>
                </a:lnTo>
                <a:cubicBezTo>
                  <a:pt x="255071" y="49767"/>
                  <a:pt x="259870" y="53015"/>
                  <a:pt x="261938" y="57962"/>
                </a:cubicBezTo>
                <a:cubicBezTo>
                  <a:pt x="264005" y="62909"/>
                  <a:pt x="262824" y="68669"/>
                  <a:pt x="259058" y="72434"/>
                </a:cubicBezTo>
                <a:lnTo>
                  <a:pt x="209882" y="121610"/>
                </a:lnTo>
                <a:cubicBezTo>
                  <a:pt x="207298" y="124194"/>
                  <a:pt x="203902" y="125523"/>
                  <a:pt x="200505" y="125523"/>
                </a:cubicBezTo>
                <a:cubicBezTo>
                  <a:pt x="197108" y="125523"/>
                  <a:pt x="193712" y="124194"/>
                  <a:pt x="191128" y="121610"/>
                </a:cubicBezTo>
                <a:cubicBezTo>
                  <a:pt x="185885" y="116368"/>
                  <a:pt x="185885" y="107950"/>
                  <a:pt x="191054" y="102782"/>
                </a:cubicBezTo>
              </a:path>
            </a:pathLst>
          </a:custGeom>
          <a:solidFill>
            <a:schemeClr val="accent1"/>
          </a:solidFill>
          <a:ln w="9525" cap="flat">
            <a:noFill/>
            <a:prstDash val="solid"/>
            <a:miter/>
          </a:ln>
        </p:spPr>
        <p:txBody>
          <a:bodyPr rtlCol="0" anchor="ctr"/>
          <a:lstStyle/>
          <a:p>
            <a:endParaRPr lang="en-US" sz="450" dirty="0"/>
          </a:p>
        </p:txBody>
      </p:sp>
      <p:grpSp>
        <p:nvGrpSpPr>
          <p:cNvPr id="9" name="Group 8">
            <a:extLst>
              <a:ext uri="{FF2B5EF4-FFF2-40B4-BE49-F238E27FC236}">
                <a16:creationId xmlns:a16="http://schemas.microsoft.com/office/drawing/2014/main" id="{7CCE6483-0CE7-3444-2D0F-C573861E53D2}"/>
              </a:ext>
            </a:extLst>
          </p:cNvPr>
          <p:cNvGrpSpPr/>
          <p:nvPr/>
        </p:nvGrpSpPr>
        <p:grpSpPr>
          <a:xfrm>
            <a:off x="1865248" y="4268798"/>
            <a:ext cx="3474238" cy="2135911"/>
            <a:chOff x="1420078" y="3025749"/>
            <a:chExt cx="2933740" cy="2135911"/>
          </a:xfrm>
        </p:grpSpPr>
        <p:sp>
          <p:nvSpPr>
            <p:cNvPr id="22" name="TextBox 21">
              <a:extLst>
                <a:ext uri="{FF2B5EF4-FFF2-40B4-BE49-F238E27FC236}">
                  <a16:creationId xmlns:a16="http://schemas.microsoft.com/office/drawing/2014/main" id="{4A4D2D26-4D47-F7CB-C5F0-DF1E016655E1}"/>
                </a:ext>
              </a:extLst>
            </p:cNvPr>
            <p:cNvSpPr txBox="1"/>
            <p:nvPr/>
          </p:nvSpPr>
          <p:spPr>
            <a:xfrm>
              <a:off x="1420078" y="3363732"/>
              <a:ext cx="2933740" cy="1797928"/>
            </a:xfrm>
            <a:prstGeom prst="rect">
              <a:avLst/>
            </a:prstGeom>
            <a:noFill/>
          </p:spPr>
          <p:txBody>
            <a:bodyPr wrap="square" rtlCol="0">
              <a:spAutoFit/>
            </a:bodyPr>
            <a:lstStyle/>
            <a:p>
              <a:pPr algn="ctr">
                <a:lnSpc>
                  <a:spcPts val="1930"/>
                </a:lnSpc>
              </a:pPr>
              <a:r>
                <a:rPr lang="en-US" sz="1600" b="0" i="0" dirty="0">
                  <a:effectLst/>
                </a:rPr>
                <a:t>Lorem ipsum dolor sit amet, consectetuer adipiscing elit. Maecenas porttitor congue massa. Fusce posuere, magna sed pulvinar ultricies, purus lectus malesuada libero, sit amet commodo magna eros quis </a:t>
              </a:r>
              <a:r>
                <a:rPr lang="en-US" sz="1600" b="0" i="0" dirty="0" err="1">
                  <a:effectLst/>
                </a:rPr>
                <a:t>urna</a:t>
              </a:r>
              <a:r>
                <a:rPr lang="en-US" sz="1600" b="0" i="0" dirty="0">
                  <a:effectLst/>
                </a:rPr>
                <a:t>.</a:t>
              </a:r>
            </a:p>
          </p:txBody>
        </p:sp>
        <p:sp>
          <p:nvSpPr>
            <p:cNvPr id="23" name="TextBox 22">
              <a:extLst>
                <a:ext uri="{FF2B5EF4-FFF2-40B4-BE49-F238E27FC236}">
                  <a16:creationId xmlns:a16="http://schemas.microsoft.com/office/drawing/2014/main" id="{E53CDF83-924A-4211-F2F0-9F79527719E6}"/>
                </a:ext>
              </a:extLst>
            </p:cNvPr>
            <p:cNvSpPr txBox="1"/>
            <p:nvPr/>
          </p:nvSpPr>
          <p:spPr>
            <a:xfrm>
              <a:off x="1976137" y="3025749"/>
              <a:ext cx="1821620" cy="369332"/>
            </a:xfrm>
            <a:prstGeom prst="rect">
              <a:avLst/>
            </a:prstGeom>
            <a:noFill/>
          </p:spPr>
          <p:txBody>
            <a:bodyPr wrap="square" rtlCol="0">
              <a:spAutoFit/>
            </a:bodyPr>
            <a:lstStyle/>
            <a:p>
              <a:pPr algn="ctr"/>
              <a:r>
                <a:rPr lang="en-US" b="1" dirty="0">
                  <a:solidFill>
                    <a:schemeClr val="accent1"/>
                  </a:solidFill>
                  <a:ea typeface="Lato" panose="020F0502020204030203" pitchFamily="34" charset="0"/>
                  <a:cs typeface="Poppins Medium" pitchFamily="2" charset="77"/>
                </a:rPr>
                <a:t>Lorem ipsum</a:t>
              </a:r>
            </a:p>
          </p:txBody>
        </p:sp>
      </p:grpSp>
      <p:pic>
        <p:nvPicPr>
          <p:cNvPr id="14" name="Graphic 13" descr="Gears outline">
            <a:extLst>
              <a:ext uri="{FF2B5EF4-FFF2-40B4-BE49-F238E27FC236}">
                <a16:creationId xmlns:a16="http://schemas.microsoft.com/office/drawing/2014/main" id="{562C8B3B-4008-78C4-18F0-3708F707FB1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993265" y="2065976"/>
            <a:ext cx="1091595" cy="1091595"/>
          </a:xfrm>
          <a:prstGeom prst="rect">
            <a:avLst/>
          </a:prstGeom>
        </p:spPr>
      </p:pic>
      <p:cxnSp>
        <p:nvCxnSpPr>
          <p:cNvPr id="24" name="Straight Arrow Connector 23">
            <a:extLst>
              <a:ext uri="{FF2B5EF4-FFF2-40B4-BE49-F238E27FC236}">
                <a16:creationId xmlns:a16="http://schemas.microsoft.com/office/drawing/2014/main" id="{45BC96F1-35C9-A74B-A888-E5287A39684F}"/>
              </a:ext>
            </a:extLst>
          </p:cNvPr>
          <p:cNvCxnSpPr>
            <a:stCxn id="4" idx="2"/>
            <a:endCxn id="23" idx="0"/>
          </p:cNvCxnSpPr>
          <p:nvPr/>
        </p:nvCxnSpPr>
        <p:spPr>
          <a:xfrm>
            <a:off x="3602365" y="3685026"/>
            <a:ext cx="0" cy="58377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56A0B861-6AD6-EF73-2726-2879A38F6C09}"/>
              </a:ext>
            </a:extLst>
          </p:cNvPr>
          <p:cNvCxnSpPr/>
          <p:nvPr/>
        </p:nvCxnSpPr>
        <p:spPr>
          <a:xfrm>
            <a:off x="8569306" y="3703263"/>
            <a:ext cx="0" cy="54064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B398E774-7017-CCB5-FD47-F821D030651B}"/>
              </a:ext>
            </a:extLst>
          </p:cNvPr>
          <p:cNvGrpSpPr/>
          <p:nvPr/>
        </p:nvGrpSpPr>
        <p:grpSpPr>
          <a:xfrm>
            <a:off x="6852514" y="4268798"/>
            <a:ext cx="3474238" cy="2135911"/>
            <a:chOff x="1420078" y="3025749"/>
            <a:chExt cx="2933740" cy="2135911"/>
          </a:xfrm>
        </p:grpSpPr>
        <p:sp>
          <p:nvSpPr>
            <p:cNvPr id="28" name="TextBox 27">
              <a:extLst>
                <a:ext uri="{FF2B5EF4-FFF2-40B4-BE49-F238E27FC236}">
                  <a16:creationId xmlns:a16="http://schemas.microsoft.com/office/drawing/2014/main" id="{7D0570E2-510C-0976-CAC0-718A8494AA95}"/>
                </a:ext>
              </a:extLst>
            </p:cNvPr>
            <p:cNvSpPr txBox="1"/>
            <p:nvPr/>
          </p:nvSpPr>
          <p:spPr>
            <a:xfrm>
              <a:off x="1420078" y="3363732"/>
              <a:ext cx="2933740" cy="1797928"/>
            </a:xfrm>
            <a:prstGeom prst="rect">
              <a:avLst/>
            </a:prstGeom>
            <a:noFill/>
          </p:spPr>
          <p:txBody>
            <a:bodyPr wrap="square" rtlCol="0">
              <a:spAutoFit/>
            </a:bodyPr>
            <a:lstStyle/>
            <a:p>
              <a:pPr algn="ctr">
                <a:lnSpc>
                  <a:spcPts val="1930"/>
                </a:lnSpc>
              </a:pPr>
              <a:r>
                <a:rPr lang="en-US" sz="1600" b="0" i="0" dirty="0">
                  <a:effectLst/>
                </a:rPr>
                <a:t>Lorem ipsum dolor sit amet, consectetuer adipiscing elit. Maecenas porttitor congue massa. Fusce posuere, magna sed pulvinar ultricies, purus lectus malesuada libero, sit amet commodo magna eros quis </a:t>
              </a:r>
              <a:r>
                <a:rPr lang="en-US" sz="1600" b="0" i="0" dirty="0" err="1">
                  <a:effectLst/>
                </a:rPr>
                <a:t>urna</a:t>
              </a:r>
              <a:r>
                <a:rPr lang="en-US" sz="1600" b="0" i="0" dirty="0">
                  <a:effectLst/>
                </a:rPr>
                <a:t>.</a:t>
              </a:r>
            </a:p>
          </p:txBody>
        </p:sp>
        <p:sp>
          <p:nvSpPr>
            <p:cNvPr id="29" name="TextBox 28">
              <a:extLst>
                <a:ext uri="{FF2B5EF4-FFF2-40B4-BE49-F238E27FC236}">
                  <a16:creationId xmlns:a16="http://schemas.microsoft.com/office/drawing/2014/main" id="{60302A2C-9621-EA78-78B6-247BB064FBE7}"/>
                </a:ext>
              </a:extLst>
            </p:cNvPr>
            <p:cNvSpPr txBox="1"/>
            <p:nvPr/>
          </p:nvSpPr>
          <p:spPr>
            <a:xfrm>
              <a:off x="1976137" y="3025749"/>
              <a:ext cx="1821620" cy="369332"/>
            </a:xfrm>
            <a:prstGeom prst="rect">
              <a:avLst/>
            </a:prstGeom>
            <a:noFill/>
          </p:spPr>
          <p:txBody>
            <a:bodyPr wrap="square" rtlCol="0">
              <a:spAutoFit/>
            </a:bodyPr>
            <a:lstStyle/>
            <a:p>
              <a:pPr algn="ctr"/>
              <a:r>
                <a:rPr lang="en-US" b="1" dirty="0">
                  <a:solidFill>
                    <a:schemeClr val="accent2"/>
                  </a:solidFill>
                  <a:ea typeface="Lato" panose="020F0502020204030203" pitchFamily="34" charset="0"/>
                  <a:cs typeface="Poppins Medium" pitchFamily="2" charset="77"/>
                </a:rPr>
                <a:t>Lorem ipsum</a:t>
              </a:r>
            </a:p>
          </p:txBody>
        </p:sp>
      </p:grpSp>
    </p:spTree>
    <p:extLst>
      <p:ext uri="{BB962C8B-B14F-4D97-AF65-F5344CB8AC3E}">
        <p14:creationId xmlns:p14="http://schemas.microsoft.com/office/powerpoint/2010/main" val="356527722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F7C03A-2060-2653-330B-C2968567446F}"/>
              </a:ext>
            </a:extLst>
          </p:cNvPr>
          <p:cNvSpPr>
            <a:spLocks noGrp="1"/>
          </p:cNvSpPr>
          <p:nvPr>
            <p:ph type="title"/>
          </p:nvPr>
        </p:nvSpPr>
        <p:spPr>
          <a:xfrm>
            <a:off x="214184" y="13663"/>
            <a:ext cx="9728886" cy="678316"/>
          </a:xfrm>
        </p:spPr>
        <p:txBody>
          <a:bodyPr>
            <a:normAutofit/>
          </a:bodyPr>
          <a:lstStyle/>
          <a:p>
            <a:r>
              <a:rPr lang="en-US" dirty="0"/>
              <a:t>Boxes 4</a:t>
            </a:r>
          </a:p>
        </p:txBody>
      </p:sp>
      <p:sp>
        <p:nvSpPr>
          <p:cNvPr id="19" name="Rectangle 18">
            <a:extLst>
              <a:ext uri="{FF2B5EF4-FFF2-40B4-BE49-F238E27FC236}">
                <a16:creationId xmlns:a16="http://schemas.microsoft.com/office/drawing/2014/main" id="{EA3AC312-1B9A-8C00-FD54-DB09DE5AED51}"/>
              </a:ext>
            </a:extLst>
          </p:cNvPr>
          <p:cNvSpPr/>
          <p:nvPr/>
        </p:nvSpPr>
        <p:spPr>
          <a:xfrm>
            <a:off x="0" y="1166648"/>
            <a:ext cx="12181490" cy="50975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 19">
            <a:extLst>
              <a:ext uri="{FF2B5EF4-FFF2-40B4-BE49-F238E27FC236}">
                <a16:creationId xmlns:a16="http://schemas.microsoft.com/office/drawing/2014/main" id="{9575FA27-AE39-11EA-0ECA-94261F095010}"/>
              </a:ext>
            </a:extLst>
          </p:cNvPr>
          <p:cNvGrpSpPr/>
          <p:nvPr/>
        </p:nvGrpSpPr>
        <p:grpSpPr>
          <a:xfrm>
            <a:off x="10512" y="1498979"/>
            <a:ext cx="1093076" cy="2112579"/>
            <a:chOff x="683172" y="1654066"/>
            <a:chExt cx="1093076" cy="2112579"/>
          </a:xfrm>
        </p:grpSpPr>
        <p:cxnSp>
          <p:nvCxnSpPr>
            <p:cNvPr id="21" name="Straight Connector 20">
              <a:extLst>
                <a:ext uri="{FF2B5EF4-FFF2-40B4-BE49-F238E27FC236}">
                  <a16:creationId xmlns:a16="http://schemas.microsoft.com/office/drawing/2014/main" id="{716FCC7E-9970-0327-B58D-E686CD294E71}"/>
                </a:ext>
              </a:extLst>
            </p:cNvPr>
            <p:cNvCxnSpPr>
              <a:cxnSpLocks/>
            </p:cNvCxnSpPr>
            <p:nvPr/>
          </p:nvCxnSpPr>
          <p:spPr>
            <a:xfrm>
              <a:off x="1776248" y="1654066"/>
              <a:ext cx="0" cy="2112579"/>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61CC4AE-08FA-3FB7-3B0E-390204025FDE}"/>
                </a:ext>
              </a:extLst>
            </p:cNvPr>
            <p:cNvCxnSpPr>
              <a:cxnSpLocks/>
            </p:cNvCxnSpPr>
            <p:nvPr/>
          </p:nvCxnSpPr>
          <p:spPr>
            <a:xfrm flipH="1">
              <a:off x="683172" y="2707727"/>
              <a:ext cx="1093076" cy="0"/>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23" name="Rectangle 22">
            <a:extLst>
              <a:ext uri="{FF2B5EF4-FFF2-40B4-BE49-F238E27FC236}">
                <a16:creationId xmlns:a16="http://schemas.microsoft.com/office/drawing/2014/main" id="{CAE0ADBA-71BB-D8D6-4995-BDF5708E799A}"/>
              </a:ext>
            </a:extLst>
          </p:cNvPr>
          <p:cNvSpPr/>
          <p:nvPr/>
        </p:nvSpPr>
        <p:spPr>
          <a:xfrm>
            <a:off x="1124609" y="1498979"/>
            <a:ext cx="9963804" cy="21125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7AC8D8AC-4435-3291-36DC-4565C161B2DE}"/>
              </a:ext>
            </a:extLst>
          </p:cNvPr>
          <p:cNvSpPr/>
          <p:nvPr/>
        </p:nvSpPr>
        <p:spPr>
          <a:xfrm>
            <a:off x="1408387" y="1827426"/>
            <a:ext cx="2270231" cy="14504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solidFill>
                  <a:srgbClr val="FFFFFF"/>
                </a:solidFill>
              </a:rPr>
              <a:t>Lorem ipsum</a:t>
            </a:r>
          </a:p>
        </p:txBody>
      </p:sp>
      <p:sp>
        <p:nvSpPr>
          <p:cNvPr id="27" name="TextBox 26">
            <a:extLst>
              <a:ext uri="{FF2B5EF4-FFF2-40B4-BE49-F238E27FC236}">
                <a16:creationId xmlns:a16="http://schemas.microsoft.com/office/drawing/2014/main" id="{5ABC8EA6-BB7E-CDB0-93C4-5B3D51C3D402}"/>
              </a:ext>
            </a:extLst>
          </p:cNvPr>
          <p:cNvSpPr txBox="1"/>
          <p:nvPr/>
        </p:nvSpPr>
        <p:spPr>
          <a:xfrm>
            <a:off x="3962397" y="1827426"/>
            <a:ext cx="6842238" cy="1323439"/>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Rectangle 27">
            <a:extLst>
              <a:ext uri="{FF2B5EF4-FFF2-40B4-BE49-F238E27FC236}">
                <a16:creationId xmlns:a16="http://schemas.microsoft.com/office/drawing/2014/main" id="{F377E91E-5D49-8043-6051-B7DC872ADCB8}"/>
              </a:ext>
            </a:extLst>
          </p:cNvPr>
          <p:cNvSpPr/>
          <p:nvPr/>
        </p:nvSpPr>
        <p:spPr>
          <a:xfrm>
            <a:off x="1103585" y="3815870"/>
            <a:ext cx="9984830" cy="21125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 name="Group 28">
            <a:extLst>
              <a:ext uri="{FF2B5EF4-FFF2-40B4-BE49-F238E27FC236}">
                <a16:creationId xmlns:a16="http://schemas.microsoft.com/office/drawing/2014/main" id="{5094FA66-0526-B5BE-208C-020FDB6D1FA4}"/>
              </a:ext>
            </a:extLst>
          </p:cNvPr>
          <p:cNvGrpSpPr/>
          <p:nvPr/>
        </p:nvGrpSpPr>
        <p:grpSpPr>
          <a:xfrm flipH="1">
            <a:off x="11088414" y="3818498"/>
            <a:ext cx="1093076" cy="2112579"/>
            <a:chOff x="683172" y="1654066"/>
            <a:chExt cx="1093076" cy="2112579"/>
          </a:xfrm>
        </p:grpSpPr>
        <p:cxnSp>
          <p:nvCxnSpPr>
            <p:cNvPr id="30" name="Straight Connector 29">
              <a:extLst>
                <a:ext uri="{FF2B5EF4-FFF2-40B4-BE49-F238E27FC236}">
                  <a16:creationId xmlns:a16="http://schemas.microsoft.com/office/drawing/2014/main" id="{7AD183AE-C150-EF76-A842-D1453A37774F}"/>
                </a:ext>
              </a:extLst>
            </p:cNvPr>
            <p:cNvCxnSpPr>
              <a:cxnSpLocks/>
            </p:cNvCxnSpPr>
            <p:nvPr/>
          </p:nvCxnSpPr>
          <p:spPr>
            <a:xfrm>
              <a:off x="1776248" y="1654066"/>
              <a:ext cx="0" cy="2112579"/>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E8371A3-6AE4-437A-A95E-F768F5253847}"/>
                </a:ext>
              </a:extLst>
            </p:cNvPr>
            <p:cNvCxnSpPr>
              <a:cxnSpLocks/>
            </p:cNvCxnSpPr>
            <p:nvPr/>
          </p:nvCxnSpPr>
          <p:spPr>
            <a:xfrm flipH="1">
              <a:off x="683172" y="2707727"/>
              <a:ext cx="1093076"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32" name="Rectangle 31">
            <a:extLst>
              <a:ext uri="{FF2B5EF4-FFF2-40B4-BE49-F238E27FC236}">
                <a16:creationId xmlns:a16="http://schemas.microsoft.com/office/drawing/2014/main" id="{C3BB12CA-813B-689E-7EB3-07F42766AAEC}"/>
              </a:ext>
            </a:extLst>
          </p:cNvPr>
          <p:cNvSpPr/>
          <p:nvPr/>
        </p:nvSpPr>
        <p:spPr>
          <a:xfrm>
            <a:off x="8534404" y="4146945"/>
            <a:ext cx="2270231" cy="14504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FFFF"/>
                </a:solidFill>
              </a:rPr>
              <a:t>Lorem ipsum</a:t>
            </a:r>
          </a:p>
        </p:txBody>
      </p:sp>
      <p:sp>
        <p:nvSpPr>
          <p:cNvPr id="34" name="TextBox 33">
            <a:extLst>
              <a:ext uri="{FF2B5EF4-FFF2-40B4-BE49-F238E27FC236}">
                <a16:creationId xmlns:a16="http://schemas.microsoft.com/office/drawing/2014/main" id="{0BE763EF-4721-88BE-57F3-8C5998F822F8}"/>
              </a:ext>
            </a:extLst>
          </p:cNvPr>
          <p:cNvSpPr txBox="1"/>
          <p:nvPr/>
        </p:nvSpPr>
        <p:spPr>
          <a:xfrm>
            <a:off x="1408387" y="4173835"/>
            <a:ext cx="6839604" cy="1323439"/>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7613451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98D0B-11D2-E86D-F07E-2FCA666DDBE2}"/>
              </a:ext>
            </a:extLst>
          </p:cNvPr>
          <p:cNvSpPr>
            <a:spLocks noGrp="1"/>
          </p:cNvSpPr>
          <p:nvPr>
            <p:ph type="title"/>
          </p:nvPr>
        </p:nvSpPr>
        <p:spPr>
          <a:xfrm>
            <a:off x="214184" y="13663"/>
            <a:ext cx="9728886" cy="678316"/>
          </a:xfrm>
        </p:spPr>
        <p:txBody>
          <a:bodyPr>
            <a:normAutofit/>
          </a:bodyPr>
          <a:lstStyle/>
          <a:p>
            <a:r>
              <a:rPr lang="en-US" dirty="0"/>
              <a:t>Stripes arrows 5</a:t>
            </a:r>
          </a:p>
        </p:txBody>
      </p:sp>
      <p:grpSp>
        <p:nvGrpSpPr>
          <p:cNvPr id="3" name="Group 2">
            <a:extLst>
              <a:ext uri="{FF2B5EF4-FFF2-40B4-BE49-F238E27FC236}">
                <a16:creationId xmlns:a16="http://schemas.microsoft.com/office/drawing/2014/main" id="{9D08521D-EE4F-F4D7-03FA-F584B1119C7C}"/>
              </a:ext>
            </a:extLst>
          </p:cNvPr>
          <p:cNvGrpSpPr/>
          <p:nvPr/>
        </p:nvGrpSpPr>
        <p:grpSpPr>
          <a:xfrm>
            <a:off x="1605072" y="1805283"/>
            <a:ext cx="4377103" cy="1286871"/>
            <a:chOff x="803275" y="1304925"/>
            <a:chExt cx="4377103" cy="1286871"/>
          </a:xfrm>
        </p:grpSpPr>
        <p:grpSp>
          <p:nvGrpSpPr>
            <p:cNvPr id="4" name="Group 3">
              <a:extLst>
                <a:ext uri="{FF2B5EF4-FFF2-40B4-BE49-F238E27FC236}">
                  <a16:creationId xmlns:a16="http://schemas.microsoft.com/office/drawing/2014/main" id="{11512DD9-B805-9919-28A2-4764D509C7CF}"/>
                </a:ext>
              </a:extLst>
            </p:cNvPr>
            <p:cNvGrpSpPr/>
            <p:nvPr/>
          </p:nvGrpSpPr>
          <p:grpSpPr>
            <a:xfrm>
              <a:off x="803275" y="1304925"/>
              <a:ext cx="3747703" cy="977331"/>
              <a:chOff x="803275" y="1304925"/>
              <a:chExt cx="7770503" cy="2026403"/>
            </a:xfrm>
          </p:grpSpPr>
          <p:sp>
            <p:nvSpPr>
              <p:cNvPr id="6" name="Freeform 6">
                <a:extLst>
                  <a:ext uri="{FF2B5EF4-FFF2-40B4-BE49-F238E27FC236}">
                    <a16:creationId xmlns:a16="http://schemas.microsoft.com/office/drawing/2014/main" id="{FD00F91C-BA5C-C0FF-32ED-814824E93EEC}"/>
                  </a:ext>
                </a:extLst>
              </p:cNvPr>
              <p:cNvSpPr/>
              <p:nvPr/>
            </p:nvSpPr>
            <p:spPr>
              <a:xfrm>
                <a:off x="2453619" y="2542413"/>
                <a:ext cx="6120159" cy="788560"/>
              </a:xfrm>
              <a:custGeom>
                <a:avLst/>
                <a:gdLst>
                  <a:gd name="connsiteX0" fmla="*/ 0 w 5911554"/>
                  <a:gd name="connsiteY0" fmla="*/ 0 h 985697"/>
                  <a:gd name="connsiteX1" fmla="*/ 5911555 w 5911554"/>
                  <a:gd name="connsiteY1" fmla="*/ 0 h 985697"/>
                  <a:gd name="connsiteX2" fmla="*/ 5911555 w 5911554"/>
                  <a:gd name="connsiteY2" fmla="*/ 985697 h 985697"/>
                  <a:gd name="connsiteX3" fmla="*/ 0 w 5911554"/>
                  <a:gd name="connsiteY3" fmla="*/ 985697 h 985697"/>
                </a:gdLst>
                <a:ahLst/>
                <a:cxnLst>
                  <a:cxn ang="0">
                    <a:pos x="connsiteX0" y="connsiteY0"/>
                  </a:cxn>
                  <a:cxn ang="0">
                    <a:pos x="connsiteX1" y="connsiteY1"/>
                  </a:cxn>
                  <a:cxn ang="0">
                    <a:pos x="connsiteX2" y="connsiteY2"/>
                  </a:cxn>
                  <a:cxn ang="0">
                    <a:pos x="connsiteX3" y="connsiteY3"/>
                  </a:cxn>
                </a:cxnLst>
                <a:rect l="l" t="t" r="r" b="b"/>
                <a:pathLst>
                  <a:path w="5911554" h="985697">
                    <a:moveTo>
                      <a:pt x="0" y="0"/>
                    </a:moveTo>
                    <a:lnTo>
                      <a:pt x="5911555" y="0"/>
                    </a:lnTo>
                    <a:lnTo>
                      <a:pt x="5911555" y="985697"/>
                    </a:lnTo>
                    <a:lnTo>
                      <a:pt x="0" y="985697"/>
                    </a:lnTo>
                    <a:close/>
                  </a:path>
                </a:pathLst>
              </a:custGeom>
              <a:solidFill>
                <a:schemeClr val="accent1"/>
              </a:solidFill>
              <a:ln w="4157" cap="flat">
                <a:noFill/>
                <a:prstDash val="solid"/>
                <a:miter/>
              </a:ln>
            </p:spPr>
            <p:txBody>
              <a:bodyPr rtlCol="0" anchor="ctr"/>
              <a:lstStyle/>
              <a:p>
                <a:endParaRPr lang="en-US" dirty="0"/>
              </a:p>
            </p:txBody>
          </p:sp>
          <p:sp>
            <p:nvSpPr>
              <p:cNvPr id="7" name="Freeform 9">
                <a:extLst>
                  <a:ext uri="{FF2B5EF4-FFF2-40B4-BE49-F238E27FC236}">
                    <a16:creationId xmlns:a16="http://schemas.microsoft.com/office/drawing/2014/main" id="{D0111D34-E35D-44A9-5699-84A9EAEB2232}"/>
                  </a:ext>
                </a:extLst>
              </p:cNvPr>
              <p:cNvSpPr/>
              <p:nvPr/>
            </p:nvSpPr>
            <p:spPr>
              <a:xfrm>
                <a:off x="1148619" y="1595315"/>
                <a:ext cx="1762500" cy="1736013"/>
              </a:xfrm>
              <a:custGeom>
                <a:avLst/>
                <a:gdLst>
                  <a:gd name="connsiteX0" fmla="*/ 1161385 w 2203118"/>
                  <a:gd name="connsiteY0" fmla="*/ -74 h 2170010"/>
                  <a:gd name="connsiteX1" fmla="*/ -1282 w 2203118"/>
                  <a:gd name="connsiteY1" fmla="*/ 1277868 h 2170010"/>
                  <a:gd name="connsiteX2" fmla="*/ 1346295 w 2203118"/>
                  <a:gd name="connsiteY2" fmla="*/ 2068388 h 2170010"/>
                  <a:gd name="connsiteX3" fmla="*/ 1432823 w 2203118"/>
                  <a:gd name="connsiteY3" fmla="*/ 2119168 h 2170010"/>
                  <a:gd name="connsiteX4" fmla="*/ 1440144 w 2203118"/>
                  <a:gd name="connsiteY4" fmla="*/ 2123327 h 2170010"/>
                  <a:gd name="connsiteX5" fmla="*/ 1440685 w 2203118"/>
                  <a:gd name="connsiteY5" fmla="*/ 2122662 h 2170010"/>
                  <a:gd name="connsiteX6" fmla="*/ 2154659 w 2203118"/>
                  <a:gd name="connsiteY6" fmla="*/ 1850272 h 2170010"/>
                  <a:gd name="connsiteX7" fmla="*/ 2106278 w 2203118"/>
                  <a:gd name="connsiteY7" fmla="*/ 1322825 h 2170010"/>
                  <a:gd name="connsiteX8" fmla="*/ 2107610 w 2203118"/>
                  <a:gd name="connsiteY8" fmla="*/ 1321203 h 217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03118" h="2170010">
                    <a:moveTo>
                      <a:pt x="1161385" y="-74"/>
                    </a:moveTo>
                    <a:lnTo>
                      <a:pt x="-1282" y="1277868"/>
                    </a:lnTo>
                    <a:lnTo>
                      <a:pt x="1346295" y="2068388"/>
                    </a:lnTo>
                    <a:cubicBezTo>
                      <a:pt x="1373502" y="2087972"/>
                      <a:pt x="1402455" y="2104970"/>
                      <a:pt x="1432823" y="2119168"/>
                    </a:cubicBezTo>
                    <a:lnTo>
                      <a:pt x="1440144" y="2123327"/>
                    </a:lnTo>
                    <a:lnTo>
                      <a:pt x="1440685" y="2122662"/>
                    </a:lnTo>
                    <a:cubicBezTo>
                      <a:pt x="1713079" y="2244555"/>
                      <a:pt x="2032731" y="2122604"/>
                      <a:pt x="2154659" y="1850272"/>
                    </a:cubicBezTo>
                    <a:cubicBezTo>
                      <a:pt x="2231785" y="1678069"/>
                      <a:pt x="2213439" y="1478130"/>
                      <a:pt x="2106278" y="1322825"/>
                    </a:cubicBezTo>
                    <a:lnTo>
                      <a:pt x="2107610" y="1321203"/>
                    </a:lnTo>
                    <a:close/>
                  </a:path>
                </a:pathLst>
              </a:custGeom>
              <a:solidFill>
                <a:schemeClr val="accent1">
                  <a:lumMod val="75000"/>
                </a:schemeClr>
              </a:solidFill>
              <a:ln w="4157" cap="flat">
                <a:noFill/>
                <a:prstDash val="solid"/>
                <a:miter/>
              </a:ln>
            </p:spPr>
            <p:txBody>
              <a:bodyPr rtlCol="0" anchor="ctr"/>
              <a:lstStyle/>
              <a:p>
                <a:endParaRPr lang="en-US" dirty="0"/>
              </a:p>
            </p:txBody>
          </p:sp>
          <p:sp>
            <p:nvSpPr>
              <p:cNvPr id="8" name="Freeform 10">
                <a:extLst>
                  <a:ext uri="{FF2B5EF4-FFF2-40B4-BE49-F238E27FC236}">
                    <a16:creationId xmlns:a16="http://schemas.microsoft.com/office/drawing/2014/main" id="{7844B8CC-B363-C89E-7662-FE54E941511C}"/>
                  </a:ext>
                </a:extLst>
              </p:cNvPr>
              <p:cNvSpPr/>
              <p:nvPr/>
            </p:nvSpPr>
            <p:spPr>
              <a:xfrm>
                <a:off x="803275" y="1304925"/>
                <a:ext cx="1413526" cy="1413159"/>
              </a:xfrm>
              <a:custGeom>
                <a:avLst/>
                <a:gdLst>
                  <a:gd name="connsiteX0" fmla="*/ 1766902 w 1766902"/>
                  <a:gd name="connsiteY0" fmla="*/ 883222 h 1766444"/>
                  <a:gd name="connsiteX1" fmla="*/ 883451 w 1766902"/>
                  <a:gd name="connsiteY1" fmla="*/ 1766444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3"/>
                      <a:pt x="1371368" y="1766444"/>
                      <a:pt x="883451" y="1766444"/>
                    </a:cubicBezTo>
                    <a:cubicBezTo>
                      <a:pt x="395535" y="1766444"/>
                      <a:pt x="0" y="1371012"/>
                      <a:pt x="0" y="883222"/>
                    </a:cubicBezTo>
                    <a:cubicBezTo>
                      <a:pt x="0" y="395432"/>
                      <a:pt x="395535" y="0"/>
                      <a:pt x="883451" y="0"/>
                    </a:cubicBezTo>
                    <a:cubicBezTo>
                      <a:pt x="1371368" y="0"/>
                      <a:pt x="1766902" y="395432"/>
                      <a:pt x="1766902" y="883222"/>
                    </a:cubicBezTo>
                    <a:close/>
                  </a:path>
                </a:pathLst>
              </a:custGeom>
              <a:solidFill>
                <a:schemeClr val="accent1"/>
              </a:solidFill>
              <a:ln w="4157" cap="flat">
                <a:noFill/>
                <a:prstDash val="solid"/>
                <a:miter/>
              </a:ln>
            </p:spPr>
            <p:txBody>
              <a:bodyPr rtlCol="0" anchor="ctr"/>
              <a:lstStyle/>
              <a:p>
                <a:pPr algn="ctr"/>
                <a:r>
                  <a:rPr lang="en-US" sz="2000" dirty="0">
                    <a:solidFill>
                      <a:schemeClr val="bg1"/>
                    </a:solidFill>
                  </a:rPr>
                  <a:t>01</a:t>
                </a:r>
              </a:p>
            </p:txBody>
          </p:sp>
        </p:grpSp>
        <p:sp>
          <p:nvSpPr>
            <p:cNvPr id="5" name="Isosceles Triangle 4">
              <a:extLst>
                <a:ext uri="{FF2B5EF4-FFF2-40B4-BE49-F238E27FC236}">
                  <a16:creationId xmlns:a16="http://schemas.microsoft.com/office/drawing/2014/main" id="{EA561FFD-AD01-F0C5-24D8-C753DDA810B0}"/>
                </a:ext>
              </a:extLst>
            </p:cNvPr>
            <p:cNvSpPr/>
            <p:nvPr/>
          </p:nvSpPr>
          <p:spPr>
            <a:xfrm rot="5400000">
              <a:off x="4249582" y="1661000"/>
              <a:ext cx="999744" cy="861848"/>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8">
            <a:extLst>
              <a:ext uri="{FF2B5EF4-FFF2-40B4-BE49-F238E27FC236}">
                <a16:creationId xmlns:a16="http://schemas.microsoft.com/office/drawing/2014/main" id="{338248A1-4971-98E2-56A7-8CD9D630A9CD}"/>
              </a:ext>
            </a:extLst>
          </p:cNvPr>
          <p:cNvGrpSpPr/>
          <p:nvPr/>
        </p:nvGrpSpPr>
        <p:grpSpPr>
          <a:xfrm>
            <a:off x="1605072" y="3196245"/>
            <a:ext cx="4377103" cy="999744"/>
            <a:chOff x="803275" y="2695887"/>
            <a:chExt cx="4377103" cy="999744"/>
          </a:xfrm>
        </p:grpSpPr>
        <p:grpSp>
          <p:nvGrpSpPr>
            <p:cNvPr id="10" name="Group 9">
              <a:extLst>
                <a:ext uri="{FF2B5EF4-FFF2-40B4-BE49-F238E27FC236}">
                  <a16:creationId xmlns:a16="http://schemas.microsoft.com/office/drawing/2014/main" id="{B97117FE-C6EF-23A3-D6F2-5064D44988F0}"/>
                </a:ext>
              </a:extLst>
            </p:cNvPr>
            <p:cNvGrpSpPr/>
            <p:nvPr/>
          </p:nvGrpSpPr>
          <p:grpSpPr>
            <a:xfrm>
              <a:off x="803275" y="2854977"/>
              <a:ext cx="3748614" cy="681564"/>
              <a:chOff x="2023241" y="3009166"/>
              <a:chExt cx="7772401" cy="1413159"/>
            </a:xfrm>
          </p:grpSpPr>
          <p:sp>
            <p:nvSpPr>
              <p:cNvPr id="12" name="Freeform 5">
                <a:extLst>
                  <a:ext uri="{FF2B5EF4-FFF2-40B4-BE49-F238E27FC236}">
                    <a16:creationId xmlns:a16="http://schemas.microsoft.com/office/drawing/2014/main" id="{E56E529F-ECF6-8123-EEC5-25FE7D757FC0}"/>
                  </a:ext>
                </a:extLst>
              </p:cNvPr>
              <p:cNvSpPr/>
              <p:nvPr/>
            </p:nvSpPr>
            <p:spPr>
              <a:xfrm>
                <a:off x="3675482" y="3319120"/>
                <a:ext cx="6120160" cy="794948"/>
              </a:xfrm>
              <a:custGeom>
                <a:avLst/>
                <a:gdLst>
                  <a:gd name="connsiteX0" fmla="*/ 0 w 5911554"/>
                  <a:gd name="connsiteY0" fmla="*/ 0 h 993682"/>
                  <a:gd name="connsiteX1" fmla="*/ 5911555 w 5911554"/>
                  <a:gd name="connsiteY1" fmla="*/ 0 h 993682"/>
                  <a:gd name="connsiteX2" fmla="*/ 5911555 w 5911554"/>
                  <a:gd name="connsiteY2" fmla="*/ 993682 h 993682"/>
                  <a:gd name="connsiteX3" fmla="*/ 0 w 5911554"/>
                  <a:gd name="connsiteY3" fmla="*/ 993682 h 993682"/>
                </a:gdLst>
                <a:ahLst/>
                <a:cxnLst>
                  <a:cxn ang="0">
                    <a:pos x="connsiteX0" y="connsiteY0"/>
                  </a:cxn>
                  <a:cxn ang="0">
                    <a:pos x="connsiteX1" y="connsiteY1"/>
                  </a:cxn>
                  <a:cxn ang="0">
                    <a:pos x="connsiteX2" y="connsiteY2"/>
                  </a:cxn>
                  <a:cxn ang="0">
                    <a:pos x="connsiteX3" y="connsiteY3"/>
                  </a:cxn>
                </a:cxnLst>
                <a:rect l="l" t="t" r="r" b="b"/>
                <a:pathLst>
                  <a:path w="5911554" h="993682">
                    <a:moveTo>
                      <a:pt x="0" y="0"/>
                    </a:moveTo>
                    <a:lnTo>
                      <a:pt x="5911555" y="0"/>
                    </a:lnTo>
                    <a:lnTo>
                      <a:pt x="5911555" y="993682"/>
                    </a:lnTo>
                    <a:lnTo>
                      <a:pt x="0" y="993682"/>
                    </a:lnTo>
                    <a:close/>
                  </a:path>
                </a:pathLst>
              </a:custGeom>
              <a:solidFill>
                <a:schemeClr val="accent2"/>
              </a:solidFill>
              <a:ln w="4157" cap="flat">
                <a:noFill/>
                <a:prstDash val="solid"/>
                <a:miter/>
              </a:ln>
            </p:spPr>
            <p:txBody>
              <a:bodyPr rtlCol="0" anchor="ctr"/>
              <a:lstStyle/>
              <a:p>
                <a:endParaRPr lang="en-US" dirty="0"/>
              </a:p>
            </p:txBody>
          </p:sp>
          <p:sp>
            <p:nvSpPr>
              <p:cNvPr id="13" name="Freeform 7">
                <a:extLst>
                  <a:ext uri="{FF2B5EF4-FFF2-40B4-BE49-F238E27FC236}">
                    <a16:creationId xmlns:a16="http://schemas.microsoft.com/office/drawing/2014/main" id="{5C052B3A-EFFA-F1ED-0897-9DA5AD837D18}"/>
                  </a:ext>
                </a:extLst>
              </p:cNvPr>
              <p:cNvSpPr/>
              <p:nvPr/>
            </p:nvSpPr>
            <p:spPr>
              <a:xfrm>
                <a:off x="2945590" y="3048559"/>
                <a:ext cx="1185553" cy="1339430"/>
              </a:xfrm>
              <a:custGeom>
                <a:avLst/>
                <a:gdLst>
                  <a:gd name="connsiteX0" fmla="*/ 18352 w 1481936"/>
                  <a:gd name="connsiteY0" fmla="*/ -74 h 1674283"/>
                  <a:gd name="connsiteX1" fmla="*/ -1282 w 1481936"/>
                  <a:gd name="connsiteY1" fmla="*/ 1674210 h 1674283"/>
                  <a:gd name="connsiteX2" fmla="*/ 1068244 w 1481936"/>
                  <a:gd name="connsiteY2" fmla="*/ 1358758 h 1674283"/>
                  <a:gd name="connsiteX3" fmla="*/ 1465104 w 1481936"/>
                  <a:gd name="connsiteY3" fmla="*/ 705705 h 1674283"/>
                  <a:gd name="connsiteX4" fmla="*/ 1087878 w 1481936"/>
                  <a:gd name="connsiteY4" fmla="*/ 314130 h 1674283"/>
                  <a:gd name="connsiteX5" fmla="*/ 1087878 w 1481936"/>
                  <a:gd name="connsiteY5" fmla="*/ 313381 h 167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1936" h="1674283">
                    <a:moveTo>
                      <a:pt x="18352" y="-74"/>
                    </a:moveTo>
                    <a:lnTo>
                      <a:pt x="-1282" y="1674210"/>
                    </a:lnTo>
                    <a:lnTo>
                      <a:pt x="1068244" y="1358758"/>
                    </a:lnTo>
                    <a:cubicBezTo>
                      <a:pt x="1358235" y="1287974"/>
                      <a:pt x="1535907" y="995604"/>
                      <a:pt x="1465104" y="705705"/>
                    </a:cubicBezTo>
                    <a:cubicBezTo>
                      <a:pt x="1418970" y="516838"/>
                      <a:pt x="1274911" y="367301"/>
                      <a:pt x="1087878" y="314130"/>
                    </a:cubicBezTo>
                    <a:lnTo>
                      <a:pt x="1087878" y="313381"/>
                    </a:lnTo>
                    <a:close/>
                  </a:path>
                </a:pathLst>
              </a:custGeom>
              <a:solidFill>
                <a:schemeClr val="accent2">
                  <a:lumMod val="75000"/>
                </a:schemeClr>
              </a:solidFill>
              <a:ln w="4157" cap="flat">
                <a:noFill/>
                <a:prstDash val="solid"/>
                <a:miter/>
              </a:ln>
            </p:spPr>
            <p:txBody>
              <a:bodyPr rtlCol="0" anchor="ctr"/>
              <a:lstStyle/>
              <a:p>
                <a:endParaRPr lang="en-US" dirty="0"/>
              </a:p>
            </p:txBody>
          </p:sp>
          <p:sp>
            <p:nvSpPr>
              <p:cNvPr id="14" name="Freeform 8">
                <a:extLst>
                  <a:ext uri="{FF2B5EF4-FFF2-40B4-BE49-F238E27FC236}">
                    <a16:creationId xmlns:a16="http://schemas.microsoft.com/office/drawing/2014/main" id="{E1888D1E-5489-8576-0847-7374CD5D9C75}"/>
                  </a:ext>
                </a:extLst>
              </p:cNvPr>
              <p:cNvSpPr/>
              <p:nvPr/>
            </p:nvSpPr>
            <p:spPr>
              <a:xfrm>
                <a:off x="2023241" y="3009166"/>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7" y="1766445"/>
                      <a:pt x="883451" y="1766445"/>
                    </a:cubicBezTo>
                    <a:cubicBezTo>
                      <a:pt x="395534" y="1766445"/>
                      <a:pt x="0" y="1371012"/>
                      <a:pt x="0" y="883222"/>
                    </a:cubicBezTo>
                    <a:cubicBezTo>
                      <a:pt x="0" y="395432"/>
                      <a:pt x="395534" y="0"/>
                      <a:pt x="883451" y="0"/>
                    </a:cubicBezTo>
                    <a:cubicBezTo>
                      <a:pt x="1371368" y="0"/>
                      <a:pt x="1766902" y="395432"/>
                      <a:pt x="1766902" y="883222"/>
                    </a:cubicBezTo>
                    <a:close/>
                  </a:path>
                </a:pathLst>
              </a:custGeom>
              <a:solidFill>
                <a:schemeClr val="accent2"/>
              </a:solidFill>
              <a:ln w="4157" cap="flat">
                <a:noFill/>
                <a:prstDash val="solid"/>
                <a:miter/>
              </a:ln>
            </p:spPr>
            <p:txBody>
              <a:bodyPr rtlCol="0" anchor="ctr"/>
              <a:lstStyle/>
              <a:p>
                <a:pPr algn="ctr"/>
                <a:r>
                  <a:rPr lang="en-US" sz="2000" dirty="0">
                    <a:solidFill>
                      <a:schemeClr val="bg1"/>
                    </a:solidFill>
                  </a:rPr>
                  <a:t>02</a:t>
                </a:r>
              </a:p>
            </p:txBody>
          </p:sp>
        </p:grpSp>
        <p:sp>
          <p:nvSpPr>
            <p:cNvPr id="11" name="Isosceles Triangle 10">
              <a:extLst>
                <a:ext uri="{FF2B5EF4-FFF2-40B4-BE49-F238E27FC236}">
                  <a16:creationId xmlns:a16="http://schemas.microsoft.com/office/drawing/2014/main" id="{1954CB61-45C1-51EC-9B2A-FFC14BB011BA}"/>
                </a:ext>
              </a:extLst>
            </p:cNvPr>
            <p:cNvSpPr/>
            <p:nvPr/>
          </p:nvSpPr>
          <p:spPr>
            <a:xfrm rot="5400000">
              <a:off x="4249582" y="2764835"/>
              <a:ext cx="999744" cy="86184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EA2848D0-3322-2FE2-1EF8-6DE7A466F560}"/>
              </a:ext>
            </a:extLst>
          </p:cNvPr>
          <p:cNvGrpSpPr/>
          <p:nvPr/>
        </p:nvGrpSpPr>
        <p:grpSpPr>
          <a:xfrm>
            <a:off x="1605072" y="4303780"/>
            <a:ext cx="4377103" cy="1304624"/>
            <a:chOff x="803275" y="3803422"/>
            <a:chExt cx="4377103" cy="1304624"/>
          </a:xfrm>
        </p:grpSpPr>
        <p:grpSp>
          <p:nvGrpSpPr>
            <p:cNvPr id="16" name="Group 15">
              <a:extLst>
                <a:ext uri="{FF2B5EF4-FFF2-40B4-BE49-F238E27FC236}">
                  <a16:creationId xmlns:a16="http://schemas.microsoft.com/office/drawing/2014/main" id="{9F8088CD-1AFD-475D-4098-369F8A25969B}"/>
                </a:ext>
              </a:extLst>
            </p:cNvPr>
            <p:cNvGrpSpPr/>
            <p:nvPr/>
          </p:nvGrpSpPr>
          <p:grpSpPr>
            <a:xfrm>
              <a:off x="803275" y="4108302"/>
              <a:ext cx="3832206" cy="999744"/>
              <a:chOff x="4421496" y="4145962"/>
              <a:chExt cx="7767265" cy="2026320"/>
            </a:xfrm>
          </p:grpSpPr>
          <p:sp>
            <p:nvSpPr>
              <p:cNvPr id="18" name="Freeform 4">
                <a:extLst>
                  <a:ext uri="{FF2B5EF4-FFF2-40B4-BE49-F238E27FC236}">
                    <a16:creationId xmlns:a16="http://schemas.microsoft.com/office/drawing/2014/main" id="{3EF02C1C-3090-F495-9A51-F3DB3181BA2B}"/>
                  </a:ext>
                </a:extLst>
              </p:cNvPr>
              <p:cNvSpPr/>
              <p:nvPr/>
            </p:nvSpPr>
            <p:spPr>
              <a:xfrm>
                <a:off x="6082856" y="4146434"/>
                <a:ext cx="6105905" cy="789491"/>
              </a:xfrm>
              <a:custGeom>
                <a:avLst/>
                <a:gdLst>
                  <a:gd name="connsiteX0" fmla="*/ 0 w 5897785"/>
                  <a:gd name="connsiteY0" fmla="*/ 0 h 986861"/>
                  <a:gd name="connsiteX1" fmla="*/ 5897786 w 5897785"/>
                  <a:gd name="connsiteY1" fmla="*/ 0 h 986861"/>
                  <a:gd name="connsiteX2" fmla="*/ 5897786 w 5897785"/>
                  <a:gd name="connsiteY2" fmla="*/ 986862 h 986861"/>
                  <a:gd name="connsiteX3" fmla="*/ 0 w 5897785"/>
                  <a:gd name="connsiteY3" fmla="*/ 986862 h 986861"/>
                </a:gdLst>
                <a:ahLst/>
                <a:cxnLst>
                  <a:cxn ang="0">
                    <a:pos x="connsiteX0" y="connsiteY0"/>
                  </a:cxn>
                  <a:cxn ang="0">
                    <a:pos x="connsiteX1" y="connsiteY1"/>
                  </a:cxn>
                  <a:cxn ang="0">
                    <a:pos x="connsiteX2" y="connsiteY2"/>
                  </a:cxn>
                  <a:cxn ang="0">
                    <a:pos x="connsiteX3" y="connsiteY3"/>
                  </a:cxn>
                </a:cxnLst>
                <a:rect l="l" t="t" r="r" b="b"/>
                <a:pathLst>
                  <a:path w="5897785" h="986861">
                    <a:moveTo>
                      <a:pt x="0" y="0"/>
                    </a:moveTo>
                    <a:lnTo>
                      <a:pt x="5897786" y="0"/>
                    </a:lnTo>
                    <a:lnTo>
                      <a:pt x="5897786" y="986862"/>
                    </a:lnTo>
                    <a:lnTo>
                      <a:pt x="0" y="986862"/>
                    </a:lnTo>
                    <a:close/>
                  </a:path>
                </a:pathLst>
              </a:custGeom>
              <a:solidFill>
                <a:schemeClr val="accent3"/>
              </a:solidFill>
              <a:ln w="4157" cap="flat">
                <a:noFill/>
                <a:prstDash val="solid"/>
                <a:miter/>
              </a:ln>
            </p:spPr>
            <p:txBody>
              <a:bodyPr rtlCol="0" anchor="ctr"/>
              <a:lstStyle/>
              <a:p>
                <a:endParaRPr lang="en-US" dirty="0"/>
              </a:p>
            </p:txBody>
          </p:sp>
          <p:sp>
            <p:nvSpPr>
              <p:cNvPr id="19" name="Freeform 11">
                <a:extLst>
                  <a:ext uri="{FF2B5EF4-FFF2-40B4-BE49-F238E27FC236}">
                    <a16:creationId xmlns:a16="http://schemas.microsoft.com/office/drawing/2014/main" id="{0B20F812-856B-7A25-EFB4-020DF156BB4C}"/>
                  </a:ext>
                </a:extLst>
              </p:cNvPr>
              <p:cNvSpPr/>
              <p:nvPr/>
            </p:nvSpPr>
            <p:spPr>
              <a:xfrm>
                <a:off x="4779020" y="4145962"/>
                <a:ext cx="1750164" cy="1754296"/>
              </a:xfrm>
              <a:custGeom>
                <a:avLst/>
                <a:gdLst>
                  <a:gd name="connsiteX0" fmla="*/ 1425959 w 2187698"/>
                  <a:gd name="connsiteY0" fmla="*/ 46763 h 2192863"/>
                  <a:gd name="connsiteX1" fmla="*/ 1424919 w 2187698"/>
                  <a:gd name="connsiteY1" fmla="*/ 45557 h 2192863"/>
                  <a:gd name="connsiteX2" fmla="*/ 1411274 w 2187698"/>
                  <a:gd name="connsiteY2" fmla="*/ 53542 h 2192863"/>
                  <a:gd name="connsiteX3" fmla="*/ 1337560 w 2187698"/>
                  <a:gd name="connsiteY3" fmla="*/ 96753 h 2192863"/>
                  <a:gd name="connsiteX4" fmla="*/ -1282 w 2187698"/>
                  <a:gd name="connsiteY4" fmla="*/ 881369 h 2192863"/>
                  <a:gd name="connsiteX5" fmla="*/ 1133514 w 2187698"/>
                  <a:gd name="connsiteY5" fmla="*/ 2192789 h 2192863"/>
                  <a:gd name="connsiteX6" fmla="*/ 2059729 w 2187698"/>
                  <a:gd name="connsiteY6" fmla="*/ 887731 h 2192863"/>
                  <a:gd name="connsiteX7" fmla="*/ 1993669 w 2187698"/>
                  <a:gd name="connsiteY7" fmla="*/ 126573 h 2192863"/>
                  <a:gd name="connsiteX8" fmla="*/ 1425959 w 2187698"/>
                  <a:gd name="connsiteY8" fmla="*/ 46763 h 219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7698" h="2192863">
                    <a:moveTo>
                      <a:pt x="1425959" y="46763"/>
                    </a:moveTo>
                    <a:lnTo>
                      <a:pt x="1424919" y="45557"/>
                    </a:lnTo>
                    <a:lnTo>
                      <a:pt x="1411274" y="53542"/>
                    </a:lnTo>
                    <a:cubicBezTo>
                      <a:pt x="1385607" y="65977"/>
                      <a:pt x="1360939" y="80409"/>
                      <a:pt x="1337560" y="96753"/>
                    </a:cubicBezTo>
                    <a:lnTo>
                      <a:pt x="-1282" y="881369"/>
                    </a:lnTo>
                    <a:lnTo>
                      <a:pt x="1133514" y="2192789"/>
                    </a:lnTo>
                    <a:lnTo>
                      <a:pt x="2059729" y="887731"/>
                    </a:lnTo>
                    <a:cubicBezTo>
                      <a:pt x="2251712" y="659326"/>
                      <a:pt x="2222175" y="318546"/>
                      <a:pt x="1993669" y="126573"/>
                    </a:cubicBezTo>
                    <a:cubicBezTo>
                      <a:pt x="1835299" y="-6470"/>
                      <a:pt x="1614863" y="-37454"/>
                      <a:pt x="1425959" y="46763"/>
                    </a:cubicBezTo>
                    <a:close/>
                  </a:path>
                </a:pathLst>
              </a:custGeom>
              <a:solidFill>
                <a:schemeClr val="accent3">
                  <a:lumMod val="75000"/>
                </a:schemeClr>
              </a:solidFill>
              <a:ln w="4157" cap="flat">
                <a:noFill/>
                <a:prstDash val="solid"/>
                <a:miter/>
              </a:ln>
            </p:spPr>
            <p:txBody>
              <a:bodyPr rtlCol="0" anchor="ctr"/>
              <a:lstStyle/>
              <a:p>
                <a:endParaRPr lang="en-US" dirty="0"/>
              </a:p>
            </p:txBody>
          </p:sp>
          <p:sp>
            <p:nvSpPr>
              <p:cNvPr id="20" name="Freeform 12">
                <a:extLst>
                  <a:ext uri="{FF2B5EF4-FFF2-40B4-BE49-F238E27FC236}">
                    <a16:creationId xmlns:a16="http://schemas.microsoft.com/office/drawing/2014/main" id="{7531EB7D-A0E5-3844-8CB9-6B9025B401C4}"/>
                  </a:ext>
                </a:extLst>
              </p:cNvPr>
              <p:cNvSpPr/>
              <p:nvPr/>
            </p:nvSpPr>
            <p:spPr>
              <a:xfrm>
                <a:off x="4421496" y="4759123"/>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8" y="1766445"/>
                      <a:pt x="883451" y="1766445"/>
                    </a:cubicBezTo>
                    <a:cubicBezTo>
                      <a:pt x="395535" y="1766445"/>
                      <a:pt x="0" y="1371012"/>
                      <a:pt x="0" y="883222"/>
                    </a:cubicBezTo>
                    <a:cubicBezTo>
                      <a:pt x="0" y="395432"/>
                      <a:pt x="395535" y="0"/>
                      <a:pt x="883451" y="0"/>
                    </a:cubicBezTo>
                    <a:cubicBezTo>
                      <a:pt x="1371368" y="0"/>
                      <a:pt x="1766902" y="395432"/>
                      <a:pt x="1766902" y="883222"/>
                    </a:cubicBezTo>
                    <a:close/>
                  </a:path>
                </a:pathLst>
              </a:custGeom>
              <a:solidFill>
                <a:schemeClr val="accent3"/>
              </a:solidFill>
              <a:ln w="4157" cap="flat">
                <a:noFill/>
                <a:prstDash val="solid"/>
                <a:miter/>
              </a:ln>
            </p:spPr>
            <p:txBody>
              <a:bodyPr rtlCol="0" anchor="ctr"/>
              <a:lstStyle/>
              <a:p>
                <a:pPr algn="ctr"/>
                <a:r>
                  <a:rPr lang="en-US" dirty="0">
                    <a:solidFill>
                      <a:schemeClr val="bg1"/>
                    </a:solidFill>
                  </a:rPr>
                  <a:t>03</a:t>
                </a:r>
              </a:p>
            </p:txBody>
          </p:sp>
        </p:grpSp>
        <p:sp>
          <p:nvSpPr>
            <p:cNvPr id="17" name="Isosceles Triangle 16">
              <a:extLst>
                <a:ext uri="{FF2B5EF4-FFF2-40B4-BE49-F238E27FC236}">
                  <a16:creationId xmlns:a16="http://schemas.microsoft.com/office/drawing/2014/main" id="{287C2773-A303-8455-EFC4-CDB2DD0A7E87}"/>
                </a:ext>
              </a:extLst>
            </p:cNvPr>
            <p:cNvSpPr/>
            <p:nvPr/>
          </p:nvSpPr>
          <p:spPr>
            <a:xfrm rot="5400000">
              <a:off x="4249582" y="3872370"/>
              <a:ext cx="999744" cy="86184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23">
            <a:extLst>
              <a:ext uri="{FF2B5EF4-FFF2-40B4-BE49-F238E27FC236}">
                <a16:creationId xmlns:a16="http://schemas.microsoft.com/office/drawing/2014/main" id="{E90B0042-DC3A-CA4A-FB6E-76FDC0BBD44C}"/>
              </a:ext>
            </a:extLst>
          </p:cNvPr>
          <p:cNvSpPr/>
          <p:nvPr/>
        </p:nvSpPr>
        <p:spPr>
          <a:xfrm>
            <a:off x="6162073" y="216910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Rectangle 25">
            <a:extLst>
              <a:ext uri="{FF2B5EF4-FFF2-40B4-BE49-F238E27FC236}">
                <a16:creationId xmlns:a16="http://schemas.microsoft.com/office/drawing/2014/main" id="{90DDFFAB-A4A4-E71F-8D97-FD428FC3CC3C}"/>
              </a:ext>
            </a:extLst>
          </p:cNvPr>
          <p:cNvSpPr/>
          <p:nvPr/>
        </p:nvSpPr>
        <p:spPr>
          <a:xfrm>
            <a:off x="6162072" y="327171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Rectangle 27">
            <a:extLst>
              <a:ext uri="{FF2B5EF4-FFF2-40B4-BE49-F238E27FC236}">
                <a16:creationId xmlns:a16="http://schemas.microsoft.com/office/drawing/2014/main" id="{B6483F80-BE7E-D4FB-AC5B-5AC7826D9C24}"/>
              </a:ext>
            </a:extLst>
          </p:cNvPr>
          <p:cNvSpPr/>
          <p:nvPr/>
        </p:nvSpPr>
        <p:spPr>
          <a:xfrm>
            <a:off x="6162072" y="437432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6757196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F9D9BFEE-8680-45F6-BAD8-E5E94D865BDD}"/>
              </a:ext>
            </a:extLst>
          </p:cNvPr>
          <p:cNvGrpSpPr/>
          <p:nvPr/>
        </p:nvGrpSpPr>
        <p:grpSpPr>
          <a:xfrm>
            <a:off x="838200" y="1472067"/>
            <a:ext cx="3092931" cy="4525610"/>
            <a:chOff x="623392" y="1472067"/>
            <a:chExt cx="3092931" cy="4525610"/>
          </a:xfrm>
        </p:grpSpPr>
        <p:sp>
          <p:nvSpPr>
            <p:cNvPr id="13" name="Rectangle 12">
              <a:extLst>
                <a:ext uri="{FF2B5EF4-FFF2-40B4-BE49-F238E27FC236}">
                  <a16:creationId xmlns:a16="http://schemas.microsoft.com/office/drawing/2014/main" id="{DE8F1B53-695E-4A93-B52B-128CC2D7CC1B}"/>
                </a:ext>
              </a:extLst>
            </p:cNvPr>
            <p:cNvSpPr/>
            <p:nvPr/>
          </p:nvSpPr>
          <p:spPr>
            <a:xfrm>
              <a:off x="623392" y="1610856"/>
              <a:ext cx="3092931" cy="4386821"/>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4" name="Rectangle 13">
              <a:extLst>
                <a:ext uri="{FF2B5EF4-FFF2-40B4-BE49-F238E27FC236}">
                  <a16:creationId xmlns:a16="http://schemas.microsoft.com/office/drawing/2014/main" id="{6C2865A3-1D32-4EA1-8006-975519D46B78}"/>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Lorem ipsum</a:t>
              </a:r>
            </a:p>
          </p:txBody>
        </p:sp>
      </p:grpSp>
      <p:sp>
        <p:nvSpPr>
          <p:cNvPr id="22" name="Title 1"/>
          <p:cNvSpPr>
            <a:spLocks noGrp="1"/>
          </p:cNvSpPr>
          <p:nvPr>
            <p:ph type="title"/>
          </p:nvPr>
        </p:nvSpPr>
        <p:spPr>
          <a:xfrm>
            <a:off x="214184" y="13663"/>
            <a:ext cx="9728886" cy="678316"/>
          </a:xfrm>
        </p:spPr>
        <p:txBody>
          <a:bodyPr>
            <a:normAutofit/>
          </a:bodyPr>
          <a:lstStyle/>
          <a:p>
            <a:r>
              <a:rPr lang="en-US" dirty="0"/>
              <a:t>Frames (columns) 1</a:t>
            </a:r>
          </a:p>
        </p:txBody>
      </p:sp>
      <p:grpSp>
        <p:nvGrpSpPr>
          <p:cNvPr id="15" name="Group 14">
            <a:extLst>
              <a:ext uri="{FF2B5EF4-FFF2-40B4-BE49-F238E27FC236}">
                <a16:creationId xmlns:a16="http://schemas.microsoft.com/office/drawing/2014/main" id="{27B02ADB-7A64-4E5D-95E7-346E0CC20169}"/>
              </a:ext>
            </a:extLst>
          </p:cNvPr>
          <p:cNvGrpSpPr/>
          <p:nvPr/>
        </p:nvGrpSpPr>
        <p:grpSpPr>
          <a:xfrm>
            <a:off x="4549534" y="1472067"/>
            <a:ext cx="3092931" cy="4525610"/>
            <a:chOff x="623392" y="1472067"/>
            <a:chExt cx="3092931" cy="4525610"/>
          </a:xfrm>
        </p:grpSpPr>
        <p:sp>
          <p:nvSpPr>
            <p:cNvPr id="16" name="Rectangle 15">
              <a:extLst>
                <a:ext uri="{FF2B5EF4-FFF2-40B4-BE49-F238E27FC236}">
                  <a16:creationId xmlns:a16="http://schemas.microsoft.com/office/drawing/2014/main" id="{DD16BFFB-8F2B-4F07-B39E-B3A970CA8678}"/>
                </a:ext>
              </a:extLst>
            </p:cNvPr>
            <p:cNvSpPr/>
            <p:nvPr/>
          </p:nvSpPr>
          <p:spPr>
            <a:xfrm>
              <a:off x="623392" y="1610856"/>
              <a:ext cx="3092931" cy="4386821"/>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7" name="Rectangle 16">
              <a:extLst>
                <a:ext uri="{FF2B5EF4-FFF2-40B4-BE49-F238E27FC236}">
                  <a16:creationId xmlns:a16="http://schemas.microsoft.com/office/drawing/2014/main" id="{6605B832-3B08-4AF8-B87B-08B54343BCCB}"/>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Lorem ipsum</a:t>
              </a:r>
            </a:p>
          </p:txBody>
        </p:sp>
      </p:grpSp>
      <p:grpSp>
        <p:nvGrpSpPr>
          <p:cNvPr id="2" name="Group 1">
            <a:extLst>
              <a:ext uri="{FF2B5EF4-FFF2-40B4-BE49-F238E27FC236}">
                <a16:creationId xmlns:a16="http://schemas.microsoft.com/office/drawing/2014/main" id="{F1D61C55-70B1-4257-9EF5-AE88EF0846DA}"/>
              </a:ext>
            </a:extLst>
          </p:cNvPr>
          <p:cNvGrpSpPr/>
          <p:nvPr/>
        </p:nvGrpSpPr>
        <p:grpSpPr>
          <a:xfrm>
            <a:off x="8260869" y="1472067"/>
            <a:ext cx="3092931" cy="4525610"/>
            <a:chOff x="623392" y="1472067"/>
            <a:chExt cx="3092931" cy="4525610"/>
          </a:xfrm>
        </p:grpSpPr>
        <p:sp>
          <p:nvSpPr>
            <p:cNvPr id="10" name="Rectangle 9"/>
            <p:cNvSpPr/>
            <p:nvPr/>
          </p:nvSpPr>
          <p:spPr>
            <a:xfrm>
              <a:off x="623392" y="1610856"/>
              <a:ext cx="3092931" cy="4386821"/>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1" name="Rectangle 10"/>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Lorem ipsum</a:t>
              </a:r>
            </a:p>
          </p:txBody>
        </p:sp>
      </p:grpSp>
    </p:spTree>
    <p:custDataLst>
      <p:tags r:id="rId1"/>
    </p:custDataLst>
    <p:extLst>
      <p:ext uri="{BB962C8B-B14F-4D97-AF65-F5344CB8AC3E}">
        <p14:creationId xmlns:p14="http://schemas.microsoft.com/office/powerpoint/2010/main" val="167087810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Flags 1</a:t>
            </a:r>
          </a:p>
        </p:txBody>
      </p:sp>
      <p:sp>
        <p:nvSpPr>
          <p:cNvPr id="30" name="Pentagon 29"/>
          <p:cNvSpPr/>
          <p:nvPr/>
        </p:nvSpPr>
        <p:spPr>
          <a:xfrm>
            <a:off x="4484462" y="1865013"/>
            <a:ext cx="2215084" cy="1149143"/>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p:nvPr/>
        </p:nvCxnSpPr>
        <p:spPr>
          <a:xfrm flipH="1">
            <a:off x="4484462"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4759812" y="3450151"/>
            <a:ext cx="3180260" cy="523220"/>
          </a:xfrm>
          <a:prstGeom prst="rect">
            <a:avLst/>
          </a:prstGeom>
          <a:noFill/>
        </p:spPr>
        <p:txBody>
          <a:bodyPr wrap="square" rtlCol="0">
            <a:spAutoFit/>
          </a:bodyPr>
          <a:lstStyle/>
          <a:p>
            <a:pPr lvl="0" algn="ctr">
              <a:defRPr/>
            </a:pPr>
            <a:r>
              <a:rPr lang="en-US" sz="2800" b="1" kern="0" dirty="0">
                <a:solidFill>
                  <a:schemeClr val="accent2"/>
                </a:solidFill>
              </a:rPr>
              <a:t>Lorem ipsum</a:t>
            </a:r>
          </a:p>
        </p:txBody>
      </p:sp>
      <p:sp>
        <p:nvSpPr>
          <p:cNvPr id="22" name="TextBox 21"/>
          <p:cNvSpPr txBox="1"/>
          <p:nvPr/>
        </p:nvSpPr>
        <p:spPr>
          <a:xfrm>
            <a:off x="4598627" y="4000534"/>
            <a:ext cx="3502631" cy="1815882"/>
          </a:xfrm>
          <a:prstGeom prst="rect">
            <a:avLst/>
          </a:prstGeom>
          <a:noFill/>
        </p:spPr>
        <p:txBody>
          <a:bodyPr wrap="square" rtlCol="0">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r>
              <a:rPr lang="en-US" sz="1600" kern="0" dirty="0" err="1"/>
              <a:t>Fusce</a:t>
            </a:r>
            <a:r>
              <a:rPr lang="en-US" sz="1600" kern="0" dirty="0"/>
              <a:t> </a:t>
            </a:r>
            <a:r>
              <a:rPr lang="en-US" sz="1600" kern="0" dirty="0" err="1"/>
              <a:t>posuere</a:t>
            </a:r>
            <a:r>
              <a:rPr lang="en-US" sz="1600" kern="0" dirty="0"/>
              <a:t>, magna sed pulvinar </a:t>
            </a:r>
            <a:r>
              <a:rPr lang="en-US" sz="1600" kern="0" dirty="0" err="1"/>
              <a:t>ultricies</a:t>
            </a:r>
            <a:r>
              <a:rPr lang="en-US" sz="1600" kern="0" dirty="0"/>
              <a:t>, </a:t>
            </a:r>
            <a:r>
              <a:rPr lang="en-US" sz="1600" kern="0" dirty="0" err="1"/>
              <a:t>purus</a:t>
            </a:r>
            <a:r>
              <a:rPr lang="en-US" sz="1600" kern="0" dirty="0"/>
              <a:t> </a:t>
            </a:r>
            <a:r>
              <a:rPr lang="en-US" sz="1600" kern="0" dirty="0" err="1"/>
              <a:t>lectus</a:t>
            </a:r>
            <a:r>
              <a:rPr lang="en-US" sz="1600" kern="0" dirty="0"/>
              <a:t> </a:t>
            </a:r>
            <a:r>
              <a:rPr lang="en-US" sz="1600" kern="0" dirty="0" err="1"/>
              <a:t>malesuada</a:t>
            </a:r>
            <a:r>
              <a:rPr lang="en-US" sz="1600" kern="0" dirty="0"/>
              <a:t> libero, sit </a:t>
            </a:r>
            <a:r>
              <a:rPr lang="en-US" sz="1600" kern="0" dirty="0" err="1"/>
              <a:t>amet</a:t>
            </a:r>
            <a:r>
              <a:rPr lang="en-US" sz="1600" kern="0" dirty="0"/>
              <a:t> </a:t>
            </a:r>
            <a:r>
              <a:rPr lang="en-US" sz="1600" kern="0" dirty="0" err="1"/>
              <a:t>commodo</a:t>
            </a:r>
            <a:r>
              <a:rPr lang="en-US" sz="1600" kern="0" dirty="0"/>
              <a:t> magna </a:t>
            </a:r>
            <a:r>
              <a:rPr lang="en-US" sz="1600" kern="0" dirty="0" err="1"/>
              <a:t>eros</a:t>
            </a:r>
            <a:r>
              <a:rPr lang="en-US" sz="1600" kern="0" dirty="0"/>
              <a:t> </a:t>
            </a:r>
            <a:r>
              <a:rPr lang="en-US" sz="1600" kern="0" dirty="0" err="1"/>
              <a:t>quis</a:t>
            </a:r>
            <a:r>
              <a:rPr lang="en-US" sz="1600" kern="0" dirty="0"/>
              <a:t> </a:t>
            </a:r>
            <a:r>
              <a:rPr lang="en-US" sz="1600" kern="0" dirty="0" err="1"/>
              <a:t>urna</a:t>
            </a:r>
            <a:r>
              <a:rPr lang="en-US" sz="1600" kern="0" dirty="0"/>
              <a:t>.</a:t>
            </a:r>
          </a:p>
        </p:txBody>
      </p:sp>
      <p:sp>
        <p:nvSpPr>
          <p:cNvPr id="28" name="Pentagon 27"/>
          <p:cNvSpPr/>
          <p:nvPr/>
        </p:nvSpPr>
        <p:spPr>
          <a:xfrm>
            <a:off x="838200" y="1868646"/>
            <a:ext cx="2215084" cy="1149143"/>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TextBox 17"/>
          <p:cNvSpPr txBox="1"/>
          <p:nvPr/>
        </p:nvSpPr>
        <p:spPr>
          <a:xfrm>
            <a:off x="1104558" y="3450151"/>
            <a:ext cx="3180260"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Lorem ipsum</a:t>
            </a:r>
          </a:p>
        </p:txBody>
      </p:sp>
      <p:sp>
        <p:nvSpPr>
          <p:cNvPr id="21" name="TextBox 20"/>
          <p:cNvSpPr txBox="1"/>
          <p:nvPr/>
        </p:nvSpPr>
        <p:spPr>
          <a:xfrm>
            <a:off x="943373" y="4000534"/>
            <a:ext cx="3502631" cy="181588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cxnSp>
        <p:nvCxnSpPr>
          <p:cNvPr id="27" name="Straight Connector 26"/>
          <p:cNvCxnSpPr>
            <a:cxnSpLocks/>
          </p:cNvCxnSpPr>
          <p:nvPr/>
        </p:nvCxnSpPr>
        <p:spPr>
          <a:xfrm>
            <a:off x="838200" y="1868647"/>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9" name="Pentagon 28"/>
          <p:cNvSpPr/>
          <p:nvPr/>
        </p:nvSpPr>
        <p:spPr>
          <a:xfrm>
            <a:off x="8139716" y="1861380"/>
            <a:ext cx="2215084" cy="1149143"/>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5" name="Straight Connector 14"/>
          <p:cNvCxnSpPr/>
          <p:nvPr/>
        </p:nvCxnSpPr>
        <p:spPr>
          <a:xfrm flipH="1">
            <a:off x="8139716"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8424058" y="3450151"/>
            <a:ext cx="3180260" cy="523220"/>
          </a:xfrm>
          <a:prstGeom prst="rect">
            <a:avLst/>
          </a:prstGeom>
          <a:noFill/>
        </p:spPr>
        <p:txBody>
          <a:bodyPr wrap="square" rtlCol="0">
            <a:spAutoFit/>
          </a:bodyPr>
          <a:lstStyle/>
          <a:p>
            <a:pPr lvl="0" algn="ctr">
              <a:defRPr/>
            </a:pPr>
            <a:r>
              <a:rPr lang="en-US" sz="2800" b="1" kern="0" dirty="0">
                <a:solidFill>
                  <a:schemeClr val="accent3"/>
                </a:solidFill>
              </a:rPr>
              <a:t>Lorem ipsum</a:t>
            </a:r>
          </a:p>
        </p:txBody>
      </p:sp>
      <p:sp>
        <p:nvSpPr>
          <p:cNvPr id="23" name="TextBox 22"/>
          <p:cNvSpPr txBox="1"/>
          <p:nvPr/>
        </p:nvSpPr>
        <p:spPr>
          <a:xfrm>
            <a:off x="8262873" y="4000534"/>
            <a:ext cx="3502631" cy="1815882"/>
          </a:xfrm>
          <a:prstGeom prst="rect">
            <a:avLst/>
          </a:prstGeom>
          <a:noFill/>
        </p:spPr>
        <p:txBody>
          <a:bodyPr wrap="square" rtlCol="0">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r>
              <a:rPr lang="en-US" sz="1600" kern="0" dirty="0" err="1"/>
              <a:t>Fusce</a:t>
            </a:r>
            <a:r>
              <a:rPr lang="en-US" sz="1600" kern="0" dirty="0"/>
              <a:t> </a:t>
            </a:r>
            <a:r>
              <a:rPr lang="en-US" sz="1600" kern="0" dirty="0" err="1"/>
              <a:t>posuere</a:t>
            </a:r>
            <a:r>
              <a:rPr lang="en-US" sz="1600" kern="0" dirty="0"/>
              <a:t>, magna sed pulvinar </a:t>
            </a:r>
            <a:r>
              <a:rPr lang="en-US" sz="1600" kern="0" dirty="0" err="1"/>
              <a:t>ultricies</a:t>
            </a:r>
            <a:r>
              <a:rPr lang="en-US" sz="1600" kern="0" dirty="0"/>
              <a:t>, </a:t>
            </a:r>
            <a:r>
              <a:rPr lang="en-US" sz="1600" kern="0" dirty="0" err="1"/>
              <a:t>purus</a:t>
            </a:r>
            <a:r>
              <a:rPr lang="en-US" sz="1600" kern="0" dirty="0"/>
              <a:t> </a:t>
            </a:r>
            <a:r>
              <a:rPr lang="en-US" sz="1600" kern="0" dirty="0" err="1"/>
              <a:t>lectus</a:t>
            </a:r>
            <a:r>
              <a:rPr lang="en-US" sz="1600" kern="0" dirty="0"/>
              <a:t> </a:t>
            </a:r>
            <a:r>
              <a:rPr lang="en-US" sz="1600" kern="0" dirty="0" err="1"/>
              <a:t>malesuada</a:t>
            </a:r>
            <a:r>
              <a:rPr lang="en-US" sz="1600" kern="0" dirty="0"/>
              <a:t> libero, sit </a:t>
            </a:r>
            <a:r>
              <a:rPr lang="en-US" sz="1600" kern="0" dirty="0" err="1"/>
              <a:t>amet</a:t>
            </a:r>
            <a:r>
              <a:rPr lang="en-US" sz="1600" kern="0" dirty="0"/>
              <a:t> </a:t>
            </a:r>
            <a:r>
              <a:rPr lang="en-US" sz="1600" kern="0" dirty="0" err="1"/>
              <a:t>commodo</a:t>
            </a:r>
            <a:r>
              <a:rPr lang="en-US" sz="1600" kern="0" dirty="0"/>
              <a:t> magna </a:t>
            </a:r>
            <a:r>
              <a:rPr lang="en-US" sz="1600" kern="0" dirty="0" err="1"/>
              <a:t>eros</a:t>
            </a:r>
            <a:r>
              <a:rPr lang="en-US" sz="1600" kern="0" dirty="0"/>
              <a:t> </a:t>
            </a:r>
            <a:r>
              <a:rPr lang="en-US" sz="1600" kern="0" dirty="0" err="1"/>
              <a:t>quis</a:t>
            </a:r>
            <a:r>
              <a:rPr lang="en-US" sz="1600" kern="0" dirty="0"/>
              <a:t> </a:t>
            </a:r>
            <a:r>
              <a:rPr lang="en-US" sz="1600" kern="0" dirty="0" err="1"/>
              <a:t>urna</a:t>
            </a:r>
            <a:r>
              <a:rPr lang="en-US" sz="1600" kern="0" dirty="0"/>
              <a:t>.</a:t>
            </a:r>
          </a:p>
        </p:txBody>
      </p:sp>
      <p:grpSp>
        <p:nvGrpSpPr>
          <p:cNvPr id="40" name="Contamination" descr="{&quot;Key&quot;:&quot;POWER_USER_SHAPE_ICON&quot;,&quot;Value&quot;:&quot;POWER_USER_SHAPE_ICON_STYLE_1&quot;}">
            <a:extLst>
              <a:ext uri="{FF2B5EF4-FFF2-40B4-BE49-F238E27FC236}">
                <a16:creationId xmlns:a16="http://schemas.microsoft.com/office/drawing/2014/main" id="{DFA57D1E-7367-4EF0-5E08-34AA5AF0F6D7}"/>
              </a:ext>
            </a:extLst>
          </p:cNvPr>
          <p:cNvGrpSpPr>
            <a:grpSpLocks noChangeAspect="1"/>
          </p:cNvGrpSpPr>
          <p:nvPr/>
        </p:nvGrpSpPr>
        <p:grpSpPr>
          <a:xfrm>
            <a:off x="4913810" y="2062217"/>
            <a:ext cx="768754" cy="762000"/>
            <a:chOff x="4278313" y="254000"/>
            <a:chExt cx="903288" cy="895351"/>
          </a:xfrm>
        </p:grpSpPr>
        <p:sp>
          <p:nvSpPr>
            <p:cNvPr id="52" name="Freeform 88">
              <a:extLst>
                <a:ext uri="{FF2B5EF4-FFF2-40B4-BE49-F238E27FC236}">
                  <a16:creationId xmlns:a16="http://schemas.microsoft.com/office/drawing/2014/main" id="{40790FA0-4BC3-28A2-3C83-4A4CACCF43F3}"/>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89">
              <a:extLst>
                <a:ext uri="{FF2B5EF4-FFF2-40B4-BE49-F238E27FC236}">
                  <a16:creationId xmlns:a16="http://schemas.microsoft.com/office/drawing/2014/main" id="{35CB3D6B-5E14-1ADE-C83E-8ED09A1E673E}"/>
                </a:ext>
              </a:extLst>
            </p:cNvPr>
            <p:cNvSpPr>
              <a:spLocks noChangeArrowheads="1"/>
            </p:cNvSpPr>
            <p:nvPr/>
          </p:nvSpPr>
          <p:spPr bwMode="auto">
            <a:xfrm>
              <a:off x="4506913"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90">
              <a:extLst>
                <a:ext uri="{FF2B5EF4-FFF2-40B4-BE49-F238E27FC236}">
                  <a16:creationId xmlns:a16="http://schemas.microsoft.com/office/drawing/2014/main" id="{EA233692-050C-76BE-7C95-CA1A4617E3CF}"/>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91">
              <a:extLst>
                <a:ext uri="{FF2B5EF4-FFF2-40B4-BE49-F238E27FC236}">
                  <a16:creationId xmlns:a16="http://schemas.microsoft.com/office/drawing/2014/main" id="{EBEFD7B8-83F9-4F23-9F2A-21D3A27D178A}"/>
                </a:ext>
              </a:extLst>
            </p:cNvPr>
            <p:cNvSpPr>
              <a:spLocks noChangeArrowheads="1"/>
            </p:cNvSpPr>
            <p:nvPr/>
          </p:nvSpPr>
          <p:spPr bwMode="auto">
            <a:xfrm>
              <a:off x="5019675"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92">
              <a:extLst>
                <a:ext uri="{FF2B5EF4-FFF2-40B4-BE49-F238E27FC236}">
                  <a16:creationId xmlns:a16="http://schemas.microsoft.com/office/drawing/2014/main" id="{D465C417-3F7F-BA91-ABBA-B3D0284C4BD5}"/>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93">
              <a:extLst>
                <a:ext uri="{FF2B5EF4-FFF2-40B4-BE49-F238E27FC236}">
                  <a16:creationId xmlns:a16="http://schemas.microsoft.com/office/drawing/2014/main" id="{DA1C4C34-C0E3-A887-949A-668B82E93EBD}"/>
                </a:ext>
              </a:extLst>
            </p:cNvPr>
            <p:cNvSpPr>
              <a:spLocks noChangeArrowheads="1"/>
            </p:cNvSpPr>
            <p:nvPr/>
          </p:nvSpPr>
          <p:spPr bwMode="auto">
            <a:xfrm>
              <a:off x="4764088" y="719138"/>
              <a:ext cx="117475"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94">
              <a:extLst>
                <a:ext uri="{FF2B5EF4-FFF2-40B4-BE49-F238E27FC236}">
                  <a16:creationId xmlns:a16="http://schemas.microsoft.com/office/drawing/2014/main" id="{79CB4C82-BD4D-2D63-A532-8EE3AF190A55}"/>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95">
              <a:extLst>
                <a:ext uri="{FF2B5EF4-FFF2-40B4-BE49-F238E27FC236}">
                  <a16:creationId xmlns:a16="http://schemas.microsoft.com/office/drawing/2014/main" id="{7AF7A5D0-ED43-CB91-F3FB-C846F4500553}"/>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96">
              <a:extLst>
                <a:ext uri="{FF2B5EF4-FFF2-40B4-BE49-F238E27FC236}">
                  <a16:creationId xmlns:a16="http://schemas.microsoft.com/office/drawing/2014/main" id="{AB277786-0148-AFEF-4D6B-A5086E9FD5D8}"/>
                </a:ext>
              </a:extLst>
            </p:cNvPr>
            <p:cNvSpPr>
              <a:spLocks noChangeShapeType="1"/>
            </p:cNvSpPr>
            <p:nvPr/>
          </p:nvSpPr>
          <p:spPr bwMode="auto">
            <a:xfrm>
              <a:off x="4822825" y="582613"/>
              <a:ext cx="0" cy="825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Oval 97">
              <a:extLst>
                <a:ext uri="{FF2B5EF4-FFF2-40B4-BE49-F238E27FC236}">
                  <a16:creationId xmlns:a16="http://schemas.microsoft.com/office/drawing/2014/main" id="{7E40F4A8-5385-308E-C19A-D1D58488A7EA}"/>
                </a:ext>
              </a:extLst>
            </p:cNvPr>
            <p:cNvSpPr>
              <a:spLocks noChangeArrowheads="1"/>
            </p:cNvSpPr>
            <p:nvPr/>
          </p:nvSpPr>
          <p:spPr bwMode="auto">
            <a:xfrm>
              <a:off x="4757738" y="254000"/>
              <a:ext cx="130175" cy="130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98">
              <a:extLst>
                <a:ext uri="{FF2B5EF4-FFF2-40B4-BE49-F238E27FC236}">
                  <a16:creationId xmlns:a16="http://schemas.microsoft.com/office/drawing/2014/main" id="{246C91AC-67C9-C11B-2223-A2EB03C23147}"/>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99">
              <a:extLst>
                <a:ext uri="{FF2B5EF4-FFF2-40B4-BE49-F238E27FC236}">
                  <a16:creationId xmlns:a16="http://schemas.microsoft.com/office/drawing/2014/main" id="{999B4B4E-8A1F-AADD-8DCF-A5CA4A7C823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Dashboard2" descr="{&quot;Key&quot;:&quot;POWER_USER_SHAPE_ICON&quot;,&quot;Value&quot;:&quot;POWER_USER_SHAPE_ICON_STYLE_1&quot;}">
            <a:extLst>
              <a:ext uri="{FF2B5EF4-FFF2-40B4-BE49-F238E27FC236}">
                <a16:creationId xmlns:a16="http://schemas.microsoft.com/office/drawing/2014/main" id="{5FAD0312-EBA0-10DF-339A-5BAC8A3F03C0}"/>
              </a:ext>
            </a:extLst>
          </p:cNvPr>
          <p:cNvGrpSpPr>
            <a:grpSpLocks noChangeAspect="1"/>
          </p:cNvGrpSpPr>
          <p:nvPr/>
        </p:nvGrpSpPr>
        <p:grpSpPr>
          <a:xfrm>
            <a:off x="1401302" y="2133301"/>
            <a:ext cx="745122" cy="622300"/>
            <a:chOff x="6975476" y="2759076"/>
            <a:chExt cx="288925" cy="241300"/>
          </a:xfrm>
          <a:solidFill>
            <a:schemeClr val="lt1"/>
          </a:solidFill>
        </p:grpSpPr>
        <p:sp>
          <p:nvSpPr>
            <p:cNvPr id="65" name="Freeform 1250">
              <a:extLst>
                <a:ext uri="{FF2B5EF4-FFF2-40B4-BE49-F238E27FC236}">
                  <a16:creationId xmlns:a16="http://schemas.microsoft.com/office/drawing/2014/main" id="{BA48AC3B-8018-E3FC-AF02-D427849A4F80}"/>
                </a:ext>
              </a:extLst>
            </p:cNvPr>
            <p:cNvSpPr>
              <a:spLocks/>
            </p:cNvSpPr>
            <p:nvPr/>
          </p:nvSpPr>
          <p:spPr bwMode="auto">
            <a:xfrm>
              <a:off x="7056439" y="2801938"/>
              <a:ext cx="34925" cy="74613"/>
            </a:xfrm>
            <a:custGeom>
              <a:avLst/>
              <a:gdLst>
                <a:gd name="T0" fmla="*/ 2 w 22"/>
                <a:gd name="T1" fmla="*/ 2 h 47"/>
                <a:gd name="T2" fmla="*/ 2 w 22"/>
                <a:gd name="T3" fmla="*/ 4 h 47"/>
                <a:gd name="T4" fmla="*/ 17 w 22"/>
                <a:gd name="T5" fmla="*/ 4 h 47"/>
                <a:gd name="T6" fmla="*/ 17 w 22"/>
                <a:gd name="T7" fmla="*/ 43 h 47"/>
                <a:gd name="T8" fmla="*/ 4 w 22"/>
                <a:gd name="T9" fmla="*/ 43 h 47"/>
                <a:gd name="T10" fmla="*/ 4 w 22"/>
                <a:gd name="T11" fmla="*/ 2 h 47"/>
                <a:gd name="T12" fmla="*/ 2 w 22"/>
                <a:gd name="T13" fmla="*/ 2 h 47"/>
                <a:gd name="T14" fmla="*/ 2 w 22"/>
                <a:gd name="T15" fmla="*/ 4 h 47"/>
                <a:gd name="T16" fmla="*/ 2 w 22"/>
                <a:gd name="T17" fmla="*/ 2 h 47"/>
                <a:gd name="T18" fmla="*/ 0 w 22"/>
                <a:gd name="T19" fmla="*/ 2 h 47"/>
                <a:gd name="T20" fmla="*/ 0 w 22"/>
                <a:gd name="T21" fmla="*/ 47 h 47"/>
                <a:gd name="T22" fmla="*/ 22 w 22"/>
                <a:gd name="T23" fmla="*/ 47 h 47"/>
                <a:gd name="T24" fmla="*/ 22 w 22"/>
                <a:gd name="T25" fmla="*/ 0 h 47"/>
                <a:gd name="T26" fmla="*/ 0 w 22"/>
                <a:gd name="T27" fmla="*/ 0 h 47"/>
                <a:gd name="T28" fmla="*/ 0 w 22"/>
                <a:gd name="T29" fmla="*/ 2 h 47"/>
                <a:gd name="T30" fmla="*/ 2 w 22"/>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47">
                  <a:moveTo>
                    <a:pt x="2" y="2"/>
                  </a:moveTo>
                  <a:lnTo>
                    <a:pt x="2" y="4"/>
                  </a:lnTo>
                  <a:lnTo>
                    <a:pt x="17" y="4"/>
                  </a:lnTo>
                  <a:lnTo>
                    <a:pt x="17" y="43"/>
                  </a:lnTo>
                  <a:lnTo>
                    <a:pt x="4" y="43"/>
                  </a:lnTo>
                  <a:lnTo>
                    <a:pt x="4" y="2"/>
                  </a:lnTo>
                  <a:lnTo>
                    <a:pt x="2" y="2"/>
                  </a:lnTo>
                  <a:lnTo>
                    <a:pt x="2" y="4"/>
                  </a:lnTo>
                  <a:lnTo>
                    <a:pt x="2" y="2"/>
                  </a:lnTo>
                  <a:lnTo>
                    <a:pt x="0" y="2"/>
                  </a:lnTo>
                  <a:lnTo>
                    <a:pt x="0" y="47"/>
                  </a:lnTo>
                  <a:lnTo>
                    <a:pt x="22" y="47"/>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251">
              <a:extLst>
                <a:ext uri="{FF2B5EF4-FFF2-40B4-BE49-F238E27FC236}">
                  <a16:creationId xmlns:a16="http://schemas.microsoft.com/office/drawing/2014/main" id="{08D6A2B7-95A4-46A9-539D-4C1CCABBD0C6}"/>
                </a:ext>
              </a:extLst>
            </p:cNvPr>
            <p:cNvSpPr>
              <a:spLocks/>
            </p:cNvSpPr>
            <p:nvPr/>
          </p:nvSpPr>
          <p:spPr bwMode="auto">
            <a:xfrm>
              <a:off x="7083426" y="2778126"/>
              <a:ext cx="34925" cy="98425"/>
            </a:xfrm>
            <a:custGeom>
              <a:avLst/>
              <a:gdLst>
                <a:gd name="T0" fmla="*/ 3 w 22"/>
                <a:gd name="T1" fmla="*/ 2 h 62"/>
                <a:gd name="T2" fmla="*/ 3 w 22"/>
                <a:gd name="T3" fmla="*/ 4 h 62"/>
                <a:gd name="T4" fmla="*/ 18 w 22"/>
                <a:gd name="T5" fmla="*/ 4 h 62"/>
                <a:gd name="T6" fmla="*/ 18 w 22"/>
                <a:gd name="T7" fmla="*/ 58 h 62"/>
                <a:gd name="T8" fmla="*/ 5 w 22"/>
                <a:gd name="T9" fmla="*/ 58 h 62"/>
                <a:gd name="T10" fmla="*/ 5 w 22"/>
                <a:gd name="T11" fmla="*/ 2 h 62"/>
                <a:gd name="T12" fmla="*/ 3 w 22"/>
                <a:gd name="T13" fmla="*/ 2 h 62"/>
                <a:gd name="T14" fmla="*/ 3 w 22"/>
                <a:gd name="T15" fmla="*/ 4 h 62"/>
                <a:gd name="T16" fmla="*/ 3 w 22"/>
                <a:gd name="T17" fmla="*/ 2 h 62"/>
                <a:gd name="T18" fmla="*/ 0 w 22"/>
                <a:gd name="T19" fmla="*/ 2 h 62"/>
                <a:gd name="T20" fmla="*/ 0 w 22"/>
                <a:gd name="T21" fmla="*/ 62 h 62"/>
                <a:gd name="T22" fmla="*/ 22 w 22"/>
                <a:gd name="T23" fmla="*/ 62 h 62"/>
                <a:gd name="T24" fmla="*/ 22 w 22"/>
                <a:gd name="T25" fmla="*/ 0 h 62"/>
                <a:gd name="T26" fmla="*/ 0 w 22"/>
                <a:gd name="T27" fmla="*/ 0 h 62"/>
                <a:gd name="T28" fmla="*/ 0 w 22"/>
                <a:gd name="T29" fmla="*/ 2 h 62"/>
                <a:gd name="T30" fmla="*/ 3 w 22"/>
                <a:gd name="T31"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62">
                  <a:moveTo>
                    <a:pt x="3" y="2"/>
                  </a:moveTo>
                  <a:lnTo>
                    <a:pt x="3" y="4"/>
                  </a:lnTo>
                  <a:lnTo>
                    <a:pt x="18" y="4"/>
                  </a:lnTo>
                  <a:lnTo>
                    <a:pt x="18" y="58"/>
                  </a:lnTo>
                  <a:lnTo>
                    <a:pt x="5" y="58"/>
                  </a:lnTo>
                  <a:lnTo>
                    <a:pt x="5" y="2"/>
                  </a:lnTo>
                  <a:lnTo>
                    <a:pt x="3" y="2"/>
                  </a:lnTo>
                  <a:lnTo>
                    <a:pt x="3" y="4"/>
                  </a:lnTo>
                  <a:lnTo>
                    <a:pt x="3" y="2"/>
                  </a:lnTo>
                  <a:lnTo>
                    <a:pt x="0" y="2"/>
                  </a:lnTo>
                  <a:lnTo>
                    <a:pt x="0" y="62"/>
                  </a:lnTo>
                  <a:lnTo>
                    <a:pt x="22" y="62"/>
                  </a:lnTo>
                  <a:lnTo>
                    <a:pt x="22" y="0"/>
                  </a:lnTo>
                  <a:lnTo>
                    <a:pt x="0" y="0"/>
                  </a:lnTo>
                  <a:lnTo>
                    <a:pt x="0"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252">
              <a:extLst>
                <a:ext uri="{FF2B5EF4-FFF2-40B4-BE49-F238E27FC236}">
                  <a16:creationId xmlns:a16="http://schemas.microsoft.com/office/drawing/2014/main" id="{CEFEF69D-8419-A64E-4779-0E9AAB4D2515}"/>
                </a:ext>
              </a:extLst>
            </p:cNvPr>
            <p:cNvSpPr>
              <a:spLocks/>
            </p:cNvSpPr>
            <p:nvPr/>
          </p:nvSpPr>
          <p:spPr bwMode="auto">
            <a:xfrm>
              <a:off x="7027864" y="2824163"/>
              <a:ext cx="34925" cy="52388"/>
            </a:xfrm>
            <a:custGeom>
              <a:avLst/>
              <a:gdLst>
                <a:gd name="T0" fmla="*/ 2 w 22"/>
                <a:gd name="T1" fmla="*/ 2 h 33"/>
                <a:gd name="T2" fmla="*/ 2 w 22"/>
                <a:gd name="T3" fmla="*/ 4 h 33"/>
                <a:gd name="T4" fmla="*/ 18 w 22"/>
                <a:gd name="T5" fmla="*/ 4 h 33"/>
                <a:gd name="T6" fmla="*/ 18 w 22"/>
                <a:gd name="T7" fmla="*/ 29 h 33"/>
                <a:gd name="T8" fmla="*/ 4 w 22"/>
                <a:gd name="T9" fmla="*/ 29 h 33"/>
                <a:gd name="T10" fmla="*/ 4 w 22"/>
                <a:gd name="T11" fmla="*/ 2 h 33"/>
                <a:gd name="T12" fmla="*/ 2 w 22"/>
                <a:gd name="T13" fmla="*/ 2 h 33"/>
                <a:gd name="T14" fmla="*/ 2 w 22"/>
                <a:gd name="T15" fmla="*/ 4 h 33"/>
                <a:gd name="T16" fmla="*/ 2 w 22"/>
                <a:gd name="T17" fmla="*/ 2 h 33"/>
                <a:gd name="T18" fmla="*/ 0 w 22"/>
                <a:gd name="T19" fmla="*/ 2 h 33"/>
                <a:gd name="T20" fmla="*/ 0 w 22"/>
                <a:gd name="T21" fmla="*/ 33 h 33"/>
                <a:gd name="T22" fmla="*/ 22 w 22"/>
                <a:gd name="T23" fmla="*/ 33 h 33"/>
                <a:gd name="T24" fmla="*/ 22 w 22"/>
                <a:gd name="T25" fmla="*/ 0 h 33"/>
                <a:gd name="T26" fmla="*/ 0 w 22"/>
                <a:gd name="T27" fmla="*/ 0 h 33"/>
                <a:gd name="T28" fmla="*/ 0 w 22"/>
                <a:gd name="T29" fmla="*/ 2 h 33"/>
                <a:gd name="T30" fmla="*/ 2 w 22"/>
                <a:gd name="T31"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33">
                  <a:moveTo>
                    <a:pt x="2" y="2"/>
                  </a:moveTo>
                  <a:lnTo>
                    <a:pt x="2" y="4"/>
                  </a:lnTo>
                  <a:lnTo>
                    <a:pt x="18" y="4"/>
                  </a:lnTo>
                  <a:lnTo>
                    <a:pt x="18" y="29"/>
                  </a:lnTo>
                  <a:lnTo>
                    <a:pt x="4" y="29"/>
                  </a:lnTo>
                  <a:lnTo>
                    <a:pt x="4" y="2"/>
                  </a:lnTo>
                  <a:lnTo>
                    <a:pt x="2" y="2"/>
                  </a:lnTo>
                  <a:lnTo>
                    <a:pt x="2" y="4"/>
                  </a:lnTo>
                  <a:lnTo>
                    <a:pt x="2" y="2"/>
                  </a:lnTo>
                  <a:lnTo>
                    <a:pt x="0" y="2"/>
                  </a:lnTo>
                  <a:lnTo>
                    <a:pt x="0" y="33"/>
                  </a:lnTo>
                  <a:lnTo>
                    <a:pt x="22" y="33"/>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253">
              <a:extLst>
                <a:ext uri="{FF2B5EF4-FFF2-40B4-BE49-F238E27FC236}">
                  <a16:creationId xmlns:a16="http://schemas.microsoft.com/office/drawing/2014/main" id="{28B4827B-9B88-CA1D-F447-5D4980C01B67}"/>
                </a:ext>
              </a:extLst>
            </p:cNvPr>
            <p:cNvSpPr>
              <a:spLocks/>
            </p:cNvSpPr>
            <p:nvPr/>
          </p:nvSpPr>
          <p:spPr bwMode="auto">
            <a:xfrm>
              <a:off x="6999289" y="2841626"/>
              <a:ext cx="34925" cy="34925"/>
            </a:xfrm>
            <a:custGeom>
              <a:avLst/>
              <a:gdLst>
                <a:gd name="T0" fmla="*/ 2 w 22"/>
                <a:gd name="T1" fmla="*/ 2 h 22"/>
                <a:gd name="T2" fmla="*/ 2 w 22"/>
                <a:gd name="T3" fmla="*/ 5 h 22"/>
                <a:gd name="T4" fmla="*/ 18 w 22"/>
                <a:gd name="T5" fmla="*/ 5 h 22"/>
                <a:gd name="T6" fmla="*/ 18 w 22"/>
                <a:gd name="T7" fmla="*/ 18 h 22"/>
                <a:gd name="T8" fmla="*/ 4 w 22"/>
                <a:gd name="T9" fmla="*/ 18 h 22"/>
                <a:gd name="T10" fmla="*/ 4 w 22"/>
                <a:gd name="T11" fmla="*/ 2 h 22"/>
                <a:gd name="T12" fmla="*/ 2 w 22"/>
                <a:gd name="T13" fmla="*/ 2 h 22"/>
                <a:gd name="T14" fmla="*/ 2 w 22"/>
                <a:gd name="T15" fmla="*/ 5 h 22"/>
                <a:gd name="T16" fmla="*/ 2 w 22"/>
                <a:gd name="T17" fmla="*/ 2 h 22"/>
                <a:gd name="T18" fmla="*/ 0 w 22"/>
                <a:gd name="T19" fmla="*/ 2 h 22"/>
                <a:gd name="T20" fmla="*/ 0 w 22"/>
                <a:gd name="T21" fmla="*/ 22 h 22"/>
                <a:gd name="T22" fmla="*/ 22 w 22"/>
                <a:gd name="T23" fmla="*/ 22 h 22"/>
                <a:gd name="T24" fmla="*/ 22 w 22"/>
                <a:gd name="T25" fmla="*/ 0 h 22"/>
                <a:gd name="T26" fmla="*/ 0 w 22"/>
                <a:gd name="T27" fmla="*/ 0 h 22"/>
                <a:gd name="T28" fmla="*/ 0 w 22"/>
                <a:gd name="T29" fmla="*/ 2 h 22"/>
                <a:gd name="T30" fmla="*/ 2 w 22"/>
                <a:gd name="T3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2">
                  <a:moveTo>
                    <a:pt x="2" y="2"/>
                  </a:moveTo>
                  <a:lnTo>
                    <a:pt x="2" y="5"/>
                  </a:lnTo>
                  <a:lnTo>
                    <a:pt x="18" y="5"/>
                  </a:lnTo>
                  <a:lnTo>
                    <a:pt x="18" y="18"/>
                  </a:lnTo>
                  <a:lnTo>
                    <a:pt x="4" y="18"/>
                  </a:lnTo>
                  <a:lnTo>
                    <a:pt x="4" y="2"/>
                  </a:lnTo>
                  <a:lnTo>
                    <a:pt x="2" y="2"/>
                  </a:lnTo>
                  <a:lnTo>
                    <a:pt x="2" y="5"/>
                  </a:lnTo>
                  <a:lnTo>
                    <a:pt x="2" y="2"/>
                  </a:lnTo>
                  <a:lnTo>
                    <a:pt x="0" y="2"/>
                  </a:lnTo>
                  <a:lnTo>
                    <a:pt x="0" y="22"/>
                  </a:lnTo>
                  <a:lnTo>
                    <a:pt x="22" y="22"/>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254">
              <a:extLst>
                <a:ext uri="{FF2B5EF4-FFF2-40B4-BE49-F238E27FC236}">
                  <a16:creationId xmlns:a16="http://schemas.microsoft.com/office/drawing/2014/main" id="{B688FFE3-C65D-2168-AA30-69C1F3F65688}"/>
                </a:ext>
              </a:extLst>
            </p:cNvPr>
            <p:cNvSpPr>
              <a:spLocks/>
            </p:cNvSpPr>
            <p:nvPr/>
          </p:nvSpPr>
          <p:spPr bwMode="auto">
            <a:xfrm>
              <a:off x="6975476" y="2759076"/>
              <a:ext cx="288925" cy="187325"/>
            </a:xfrm>
            <a:custGeom>
              <a:avLst/>
              <a:gdLst>
                <a:gd name="T0" fmla="*/ 1361 w 1411"/>
                <a:gd name="T1" fmla="*/ 892 h 909"/>
                <a:gd name="T2" fmla="*/ 1361 w 1411"/>
                <a:gd name="T3" fmla="*/ 876 h 909"/>
                <a:gd name="T4" fmla="*/ 50 w 1411"/>
                <a:gd name="T5" fmla="*/ 876 h 909"/>
                <a:gd name="T6" fmla="*/ 33 w 1411"/>
                <a:gd name="T7" fmla="*/ 859 h 909"/>
                <a:gd name="T8" fmla="*/ 33 w 1411"/>
                <a:gd name="T9" fmla="*/ 50 h 909"/>
                <a:gd name="T10" fmla="*/ 50 w 1411"/>
                <a:gd name="T11" fmla="*/ 33 h 909"/>
                <a:gd name="T12" fmla="*/ 1361 w 1411"/>
                <a:gd name="T13" fmla="*/ 33 h 909"/>
                <a:gd name="T14" fmla="*/ 1377 w 1411"/>
                <a:gd name="T15" fmla="*/ 50 h 909"/>
                <a:gd name="T16" fmla="*/ 1377 w 1411"/>
                <a:gd name="T17" fmla="*/ 859 h 909"/>
                <a:gd name="T18" fmla="*/ 1361 w 1411"/>
                <a:gd name="T19" fmla="*/ 876 h 909"/>
                <a:gd name="T20" fmla="*/ 1361 w 1411"/>
                <a:gd name="T21" fmla="*/ 892 h 909"/>
                <a:gd name="T22" fmla="*/ 1361 w 1411"/>
                <a:gd name="T23" fmla="*/ 909 h 909"/>
                <a:gd name="T24" fmla="*/ 1411 w 1411"/>
                <a:gd name="T25" fmla="*/ 859 h 909"/>
                <a:gd name="T26" fmla="*/ 1411 w 1411"/>
                <a:gd name="T27" fmla="*/ 50 h 909"/>
                <a:gd name="T28" fmla="*/ 1361 w 1411"/>
                <a:gd name="T29" fmla="*/ 0 h 909"/>
                <a:gd name="T30" fmla="*/ 50 w 1411"/>
                <a:gd name="T31" fmla="*/ 0 h 909"/>
                <a:gd name="T32" fmla="*/ 0 w 1411"/>
                <a:gd name="T33" fmla="*/ 50 h 909"/>
                <a:gd name="T34" fmla="*/ 0 w 1411"/>
                <a:gd name="T35" fmla="*/ 859 h 909"/>
                <a:gd name="T36" fmla="*/ 50 w 1411"/>
                <a:gd name="T37" fmla="*/ 909 h 909"/>
                <a:gd name="T38" fmla="*/ 1361 w 1411"/>
                <a:gd name="T39" fmla="*/ 909 h 909"/>
                <a:gd name="T40" fmla="*/ 1361 w 1411"/>
                <a:gd name="T41" fmla="*/ 89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11" h="909">
                  <a:moveTo>
                    <a:pt x="1361" y="892"/>
                  </a:moveTo>
                  <a:lnTo>
                    <a:pt x="1361" y="876"/>
                  </a:lnTo>
                  <a:lnTo>
                    <a:pt x="50" y="876"/>
                  </a:lnTo>
                  <a:cubicBezTo>
                    <a:pt x="40" y="876"/>
                    <a:pt x="33" y="868"/>
                    <a:pt x="33" y="859"/>
                  </a:cubicBezTo>
                  <a:lnTo>
                    <a:pt x="33" y="50"/>
                  </a:lnTo>
                  <a:cubicBezTo>
                    <a:pt x="33" y="41"/>
                    <a:pt x="40" y="33"/>
                    <a:pt x="50" y="33"/>
                  </a:cubicBezTo>
                  <a:lnTo>
                    <a:pt x="1361" y="33"/>
                  </a:lnTo>
                  <a:cubicBezTo>
                    <a:pt x="1370" y="33"/>
                    <a:pt x="1377" y="41"/>
                    <a:pt x="1377" y="50"/>
                  </a:cubicBezTo>
                  <a:lnTo>
                    <a:pt x="1377" y="859"/>
                  </a:lnTo>
                  <a:cubicBezTo>
                    <a:pt x="1377" y="868"/>
                    <a:pt x="1370" y="876"/>
                    <a:pt x="1361" y="876"/>
                  </a:cubicBezTo>
                  <a:lnTo>
                    <a:pt x="1361" y="892"/>
                  </a:lnTo>
                  <a:lnTo>
                    <a:pt x="1361" y="909"/>
                  </a:lnTo>
                  <a:cubicBezTo>
                    <a:pt x="1388" y="909"/>
                    <a:pt x="1411" y="887"/>
                    <a:pt x="1411" y="859"/>
                  </a:cubicBezTo>
                  <a:lnTo>
                    <a:pt x="1411" y="50"/>
                  </a:lnTo>
                  <a:cubicBezTo>
                    <a:pt x="1411" y="22"/>
                    <a:pt x="1388" y="0"/>
                    <a:pt x="1361" y="0"/>
                  </a:cubicBezTo>
                  <a:lnTo>
                    <a:pt x="50" y="0"/>
                  </a:lnTo>
                  <a:cubicBezTo>
                    <a:pt x="22" y="0"/>
                    <a:pt x="0" y="22"/>
                    <a:pt x="0" y="50"/>
                  </a:cubicBezTo>
                  <a:lnTo>
                    <a:pt x="0" y="859"/>
                  </a:lnTo>
                  <a:cubicBezTo>
                    <a:pt x="0" y="887"/>
                    <a:pt x="22" y="909"/>
                    <a:pt x="50" y="909"/>
                  </a:cubicBezTo>
                  <a:lnTo>
                    <a:pt x="1361" y="909"/>
                  </a:lnTo>
                  <a:lnTo>
                    <a:pt x="1361" y="8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255">
              <a:extLst>
                <a:ext uri="{FF2B5EF4-FFF2-40B4-BE49-F238E27FC236}">
                  <a16:creationId xmlns:a16="http://schemas.microsoft.com/office/drawing/2014/main" id="{10311A28-D62A-591D-6E41-2483A68925D7}"/>
                </a:ext>
              </a:extLst>
            </p:cNvPr>
            <p:cNvSpPr>
              <a:spLocks/>
            </p:cNvSpPr>
            <p:nvPr/>
          </p:nvSpPr>
          <p:spPr bwMode="auto">
            <a:xfrm>
              <a:off x="7080251" y="2938463"/>
              <a:ext cx="79375" cy="47625"/>
            </a:xfrm>
            <a:custGeom>
              <a:avLst/>
              <a:gdLst>
                <a:gd name="T0" fmla="*/ 47 w 50"/>
                <a:gd name="T1" fmla="*/ 28 h 30"/>
                <a:gd name="T2" fmla="*/ 47 w 50"/>
                <a:gd name="T3" fmla="*/ 26 h 30"/>
                <a:gd name="T4" fmla="*/ 5 w 50"/>
                <a:gd name="T5" fmla="*/ 26 h 30"/>
                <a:gd name="T6" fmla="*/ 9 w 50"/>
                <a:gd name="T7" fmla="*/ 5 h 30"/>
                <a:gd name="T8" fmla="*/ 41 w 50"/>
                <a:gd name="T9" fmla="*/ 5 h 30"/>
                <a:gd name="T10" fmla="*/ 45 w 50"/>
                <a:gd name="T11" fmla="*/ 28 h 30"/>
                <a:gd name="T12" fmla="*/ 47 w 50"/>
                <a:gd name="T13" fmla="*/ 28 h 30"/>
                <a:gd name="T14" fmla="*/ 47 w 50"/>
                <a:gd name="T15" fmla="*/ 26 h 30"/>
                <a:gd name="T16" fmla="*/ 47 w 50"/>
                <a:gd name="T17" fmla="*/ 28 h 30"/>
                <a:gd name="T18" fmla="*/ 49 w 50"/>
                <a:gd name="T19" fmla="*/ 28 h 30"/>
                <a:gd name="T20" fmla="*/ 45 w 50"/>
                <a:gd name="T21" fmla="*/ 0 h 30"/>
                <a:gd name="T22" fmla="*/ 5 w 50"/>
                <a:gd name="T23" fmla="*/ 0 h 30"/>
                <a:gd name="T24" fmla="*/ 0 w 50"/>
                <a:gd name="T25" fmla="*/ 30 h 30"/>
                <a:gd name="T26" fmla="*/ 50 w 50"/>
                <a:gd name="T27" fmla="*/ 30 h 30"/>
                <a:gd name="T28" fmla="*/ 49 w 50"/>
                <a:gd name="T29" fmla="*/ 28 h 30"/>
                <a:gd name="T30" fmla="*/ 47 w 50"/>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30">
                  <a:moveTo>
                    <a:pt x="47" y="28"/>
                  </a:moveTo>
                  <a:lnTo>
                    <a:pt x="47" y="26"/>
                  </a:lnTo>
                  <a:lnTo>
                    <a:pt x="5" y="26"/>
                  </a:lnTo>
                  <a:lnTo>
                    <a:pt x="9" y="5"/>
                  </a:lnTo>
                  <a:lnTo>
                    <a:pt x="41" y="5"/>
                  </a:lnTo>
                  <a:lnTo>
                    <a:pt x="45" y="28"/>
                  </a:lnTo>
                  <a:lnTo>
                    <a:pt x="47" y="28"/>
                  </a:lnTo>
                  <a:lnTo>
                    <a:pt x="47" y="26"/>
                  </a:lnTo>
                  <a:lnTo>
                    <a:pt x="47" y="28"/>
                  </a:lnTo>
                  <a:lnTo>
                    <a:pt x="49" y="28"/>
                  </a:lnTo>
                  <a:lnTo>
                    <a:pt x="45" y="0"/>
                  </a:lnTo>
                  <a:lnTo>
                    <a:pt x="5" y="0"/>
                  </a:lnTo>
                  <a:lnTo>
                    <a:pt x="0" y="30"/>
                  </a:lnTo>
                  <a:lnTo>
                    <a:pt x="50" y="30"/>
                  </a:lnTo>
                  <a:lnTo>
                    <a:pt x="49" y="28"/>
                  </a:lnTo>
                  <a:lnTo>
                    <a:pt x="47"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256">
              <a:extLst>
                <a:ext uri="{FF2B5EF4-FFF2-40B4-BE49-F238E27FC236}">
                  <a16:creationId xmlns:a16="http://schemas.microsoft.com/office/drawing/2014/main" id="{B27A650E-C990-18BA-C9DA-216EF6DE2CD1}"/>
                </a:ext>
              </a:extLst>
            </p:cNvPr>
            <p:cNvSpPr>
              <a:spLocks/>
            </p:cNvSpPr>
            <p:nvPr/>
          </p:nvSpPr>
          <p:spPr bwMode="auto">
            <a:xfrm>
              <a:off x="7064376" y="2979738"/>
              <a:ext cx="111125" cy="20638"/>
            </a:xfrm>
            <a:custGeom>
              <a:avLst/>
              <a:gdLst>
                <a:gd name="T0" fmla="*/ 494 w 544"/>
                <a:gd name="T1" fmla="*/ 17 h 100"/>
                <a:gd name="T2" fmla="*/ 494 w 544"/>
                <a:gd name="T3" fmla="*/ 0 h 100"/>
                <a:gd name="T4" fmla="*/ 50 w 544"/>
                <a:gd name="T5" fmla="*/ 0 h 100"/>
                <a:gd name="T6" fmla="*/ 5 w 544"/>
                <a:gd name="T7" fmla="*/ 28 h 100"/>
                <a:gd name="T8" fmla="*/ 0 w 544"/>
                <a:gd name="T9" fmla="*/ 50 h 100"/>
                <a:gd name="T10" fmla="*/ 14 w 544"/>
                <a:gd name="T11" fmla="*/ 85 h 100"/>
                <a:gd name="T12" fmla="*/ 50 w 544"/>
                <a:gd name="T13" fmla="*/ 100 h 100"/>
                <a:gd name="T14" fmla="*/ 494 w 544"/>
                <a:gd name="T15" fmla="*/ 100 h 100"/>
                <a:gd name="T16" fmla="*/ 530 w 544"/>
                <a:gd name="T17" fmla="*/ 85 h 100"/>
                <a:gd name="T18" fmla="*/ 544 w 544"/>
                <a:gd name="T19" fmla="*/ 50 h 100"/>
                <a:gd name="T20" fmla="*/ 539 w 544"/>
                <a:gd name="T21" fmla="*/ 28 h 100"/>
                <a:gd name="T22" fmla="*/ 494 w 544"/>
                <a:gd name="T23" fmla="*/ 0 h 100"/>
                <a:gd name="T24" fmla="*/ 494 w 544"/>
                <a:gd name="T25" fmla="*/ 17 h 100"/>
                <a:gd name="T26" fmla="*/ 494 w 544"/>
                <a:gd name="T27" fmla="*/ 34 h 100"/>
                <a:gd name="T28" fmla="*/ 509 w 544"/>
                <a:gd name="T29" fmla="*/ 43 h 100"/>
                <a:gd name="T30" fmla="*/ 511 w 544"/>
                <a:gd name="T31" fmla="*/ 50 h 100"/>
                <a:gd name="T32" fmla="*/ 506 w 544"/>
                <a:gd name="T33" fmla="*/ 62 h 100"/>
                <a:gd name="T34" fmla="*/ 494 w 544"/>
                <a:gd name="T35" fmla="*/ 67 h 100"/>
                <a:gd name="T36" fmla="*/ 50 w 544"/>
                <a:gd name="T37" fmla="*/ 67 h 100"/>
                <a:gd name="T38" fmla="*/ 38 w 544"/>
                <a:gd name="T39" fmla="*/ 62 h 100"/>
                <a:gd name="T40" fmla="*/ 33 w 544"/>
                <a:gd name="T41" fmla="*/ 50 h 100"/>
                <a:gd name="T42" fmla="*/ 35 w 544"/>
                <a:gd name="T43" fmla="*/ 43 h 100"/>
                <a:gd name="T44" fmla="*/ 50 w 544"/>
                <a:gd name="T45" fmla="*/ 34 h 100"/>
                <a:gd name="T46" fmla="*/ 494 w 544"/>
                <a:gd name="T47" fmla="*/ 34 h 100"/>
                <a:gd name="T48" fmla="*/ 494 w 544"/>
                <a:gd name="T49" fmla="*/ 1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4" h="100">
                  <a:moveTo>
                    <a:pt x="494" y="17"/>
                  </a:moveTo>
                  <a:lnTo>
                    <a:pt x="494" y="0"/>
                  </a:lnTo>
                  <a:lnTo>
                    <a:pt x="50" y="0"/>
                  </a:lnTo>
                  <a:cubicBezTo>
                    <a:pt x="31" y="0"/>
                    <a:pt x="14" y="11"/>
                    <a:pt x="5" y="28"/>
                  </a:cubicBezTo>
                  <a:cubicBezTo>
                    <a:pt x="2" y="35"/>
                    <a:pt x="0" y="43"/>
                    <a:pt x="0" y="50"/>
                  </a:cubicBezTo>
                  <a:cubicBezTo>
                    <a:pt x="0" y="63"/>
                    <a:pt x="5" y="76"/>
                    <a:pt x="14" y="85"/>
                  </a:cubicBezTo>
                  <a:cubicBezTo>
                    <a:pt x="23" y="94"/>
                    <a:pt x="36" y="100"/>
                    <a:pt x="50" y="100"/>
                  </a:cubicBezTo>
                  <a:lnTo>
                    <a:pt x="494" y="100"/>
                  </a:lnTo>
                  <a:cubicBezTo>
                    <a:pt x="509" y="100"/>
                    <a:pt x="521" y="94"/>
                    <a:pt x="530" y="85"/>
                  </a:cubicBezTo>
                  <a:cubicBezTo>
                    <a:pt x="539" y="76"/>
                    <a:pt x="544" y="63"/>
                    <a:pt x="544" y="50"/>
                  </a:cubicBezTo>
                  <a:cubicBezTo>
                    <a:pt x="544" y="43"/>
                    <a:pt x="543" y="35"/>
                    <a:pt x="539" y="28"/>
                  </a:cubicBezTo>
                  <a:cubicBezTo>
                    <a:pt x="531" y="11"/>
                    <a:pt x="513" y="0"/>
                    <a:pt x="494" y="0"/>
                  </a:cubicBezTo>
                  <a:lnTo>
                    <a:pt x="494" y="17"/>
                  </a:lnTo>
                  <a:lnTo>
                    <a:pt x="494" y="34"/>
                  </a:lnTo>
                  <a:cubicBezTo>
                    <a:pt x="501" y="34"/>
                    <a:pt x="506" y="37"/>
                    <a:pt x="509" y="43"/>
                  </a:cubicBezTo>
                  <a:cubicBezTo>
                    <a:pt x="511" y="45"/>
                    <a:pt x="511" y="48"/>
                    <a:pt x="511" y="50"/>
                  </a:cubicBezTo>
                  <a:cubicBezTo>
                    <a:pt x="511" y="54"/>
                    <a:pt x="509" y="59"/>
                    <a:pt x="506" y="62"/>
                  </a:cubicBezTo>
                  <a:cubicBezTo>
                    <a:pt x="503" y="65"/>
                    <a:pt x="499" y="67"/>
                    <a:pt x="494" y="67"/>
                  </a:cubicBezTo>
                  <a:lnTo>
                    <a:pt x="50" y="67"/>
                  </a:lnTo>
                  <a:cubicBezTo>
                    <a:pt x="45" y="67"/>
                    <a:pt x="41" y="65"/>
                    <a:pt x="38" y="62"/>
                  </a:cubicBezTo>
                  <a:cubicBezTo>
                    <a:pt x="35" y="59"/>
                    <a:pt x="33" y="54"/>
                    <a:pt x="33" y="50"/>
                  </a:cubicBezTo>
                  <a:cubicBezTo>
                    <a:pt x="33" y="48"/>
                    <a:pt x="34" y="45"/>
                    <a:pt x="35" y="43"/>
                  </a:cubicBezTo>
                  <a:cubicBezTo>
                    <a:pt x="38" y="37"/>
                    <a:pt x="44" y="34"/>
                    <a:pt x="50" y="34"/>
                  </a:cubicBezTo>
                  <a:lnTo>
                    <a:pt x="494" y="34"/>
                  </a:lnTo>
                  <a:lnTo>
                    <a:pt x="4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1257">
              <a:extLst>
                <a:ext uri="{FF2B5EF4-FFF2-40B4-BE49-F238E27FC236}">
                  <a16:creationId xmlns:a16="http://schemas.microsoft.com/office/drawing/2014/main" id="{D2746E51-26E0-6BD2-E34E-A7E30BC43B90}"/>
                </a:ext>
              </a:extLst>
            </p:cNvPr>
            <p:cNvSpPr>
              <a:spLocks noChangeArrowheads="1"/>
            </p:cNvSpPr>
            <p:nvPr/>
          </p:nvSpPr>
          <p:spPr bwMode="auto">
            <a:xfrm>
              <a:off x="6978651" y="2897188"/>
              <a:ext cx="28257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258">
              <a:extLst>
                <a:ext uri="{FF2B5EF4-FFF2-40B4-BE49-F238E27FC236}">
                  <a16:creationId xmlns:a16="http://schemas.microsoft.com/office/drawing/2014/main" id="{4101A7ED-BABF-8781-422E-D0FEB0BB9B00}"/>
                </a:ext>
              </a:extLst>
            </p:cNvPr>
            <p:cNvSpPr>
              <a:spLocks/>
            </p:cNvSpPr>
            <p:nvPr/>
          </p:nvSpPr>
          <p:spPr bwMode="auto">
            <a:xfrm>
              <a:off x="7151689" y="279082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3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6"/>
                    <a:pt x="86" y="102"/>
                    <a:pt x="67" y="102"/>
                  </a:cubicBezTo>
                  <a:cubicBezTo>
                    <a:pt x="48" y="102"/>
                    <a:pt x="33" y="86"/>
                    <a:pt x="33" y="68"/>
                  </a:cubicBezTo>
                  <a:cubicBezTo>
                    <a:pt x="33" y="49"/>
                    <a:pt x="48" y="34"/>
                    <a:pt x="67" y="33"/>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1259">
              <a:extLst>
                <a:ext uri="{FF2B5EF4-FFF2-40B4-BE49-F238E27FC236}">
                  <a16:creationId xmlns:a16="http://schemas.microsoft.com/office/drawing/2014/main" id="{E1A2BEFD-E617-D420-857B-B10E21F91D22}"/>
                </a:ext>
              </a:extLst>
            </p:cNvPr>
            <p:cNvSpPr>
              <a:spLocks noChangeArrowheads="1"/>
            </p:cNvSpPr>
            <p:nvPr/>
          </p:nvSpPr>
          <p:spPr bwMode="auto">
            <a:xfrm>
              <a:off x="7188201" y="280035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60">
              <a:extLst>
                <a:ext uri="{FF2B5EF4-FFF2-40B4-BE49-F238E27FC236}">
                  <a16:creationId xmlns:a16="http://schemas.microsoft.com/office/drawing/2014/main" id="{6FB68863-D0E5-573A-AD16-8543C4C56F94}"/>
                </a:ext>
              </a:extLst>
            </p:cNvPr>
            <p:cNvSpPr>
              <a:spLocks/>
            </p:cNvSpPr>
            <p:nvPr/>
          </p:nvSpPr>
          <p:spPr bwMode="auto">
            <a:xfrm>
              <a:off x="7151689" y="2819401"/>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1261">
              <a:extLst>
                <a:ext uri="{FF2B5EF4-FFF2-40B4-BE49-F238E27FC236}">
                  <a16:creationId xmlns:a16="http://schemas.microsoft.com/office/drawing/2014/main" id="{8AA99E01-F616-9C30-D1AE-6E976C6F6649}"/>
                </a:ext>
              </a:extLst>
            </p:cNvPr>
            <p:cNvSpPr>
              <a:spLocks noChangeArrowheads="1"/>
            </p:cNvSpPr>
            <p:nvPr/>
          </p:nvSpPr>
          <p:spPr bwMode="auto">
            <a:xfrm>
              <a:off x="7188201" y="2828926"/>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262">
              <a:extLst>
                <a:ext uri="{FF2B5EF4-FFF2-40B4-BE49-F238E27FC236}">
                  <a16:creationId xmlns:a16="http://schemas.microsoft.com/office/drawing/2014/main" id="{B6205036-6630-2502-E6CB-1D6B09B1CECA}"/>
                </a:ext>
              </a:extLst>
            </p:cNvPr>
            <p:cNvSpPr>
              <a:spLocks/>
            </p:cNvSpPr>
            <p:nvPr/>
          </p:nvSpPr>
          <p:spPr bwMode="auto">
            <a:xfrm>
              <a:off x="7151689" y="284797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1"/>
                    <a:pt x="105" y="0"/>
                    <a:pt x="67" y="0"/>
                  </a:cubicBezTo>
                  <a:cubicBezTo>
                    <a:pt x="30" y="0"/>
                    <a:pt x="0" y="31"/>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1263">
              <a:extLst>
                <a:ext uri="{FF2B5EF4-FFF2-40B4-BE49-F238E27FC236}">
                  <a16:creationId xmlns:a16="http://schemas.microsoft.com/office/drawing/2014/main" id="{2D8A30AB-DD49-0152-4ABB-07C48A0D708E}"/>
                </a:ext>
              </a:extLst>
            </p:cNvPr>
            <p:cNvSpPr>
              <a:spLocks noChangeArrowheads="1"/>
            </p:cNvSpPr>
            <p:nvPr/>
          </p:nvSpPr>
          <p:spPr bwMode="auto">
            <a:xfrm>
              <a:off x="7188201" y="285750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264">
              <a:extLst>
                <a:ext uri="{FF2B5EF4-FFF2-40B4-BE49-F238E27FC236}">
                  <a16:creationId xmlns:a16="http://schemas.microsoft.com/office/drawing/2014/main" id="{5CD1D627-057F-FCEC-872F-A0356E4F2AA2}"/>
                </a:ext>
              </a:extLst>
            </p:cNvPr>
            <p:cNvSpPr>
              <a:spLocks/>
            </p:cNvSpPr>
            <p:nvPr/>
          </p:nvSpPr>
          <p:spPr bwMode="auto">
            <a:xfrm>
              <a:off x="7112001" y="2908301"/>
              <a:ext cx="23813" cy="23813"/>
            </a:xfrm>
            <a:custGeom>
              <a:avLst/>
              <a:gdLst>
                <a:gd name="T0" fmla="*/ 99 w 116"/>
                <a:gd name="T1" fmla="*/ 58 h 115"/>
                <a:gd name="T2" fmla="*/ 82 w 116"/>
                <a:gd name="T3" fmla="*/ 58 h 115"/>
                <a:gd name="T4" fmla="*/ 58 w 116"/>
                <a:gd name="T5" fmla="*/ 82 h 115"/>
                <a:gd name="T6" fmla="*/ 34 w 116"/>
                <a:gd name="T7" fmla="*/ 58 h 115"/>
                <a:gd name="T8" fmla="*/ 58 w 116"/>
                <a:gd name="T9" fmla="*/ 33 h 115"/>
                <a:gd name="T10" fmla="*/ 82 w 116"/>
                <a:gd name="T11" fmla="*/ 58 h 115"/>
                <a:gd name="T12" fmla="*/ 99 w 116"/>
                <a:gd name="T13" fmla="*/ 58 h 115"/>
                <a:gd name="T14" fmla="*/ 116 w 116"/>
                <a:gd name="T15" fmla="*/ 58 h 115"/>
                <a:gd name="T16" fmla="*/ 58 w 116"/>
                <a:gd name="T17" fmla="*/ 0 h 115"/>
                <a:gd name="T18" fmla="*/ 0 w 116"/>
                <a:gd name="T19" fmla="*/ 58 h 115"/>
                <a:gd name="T20" fmla="*/ 58 w 116"/>
                <a:gd name="T21" fmla="*/ 115 h 115"/>
                <a:gd name="T22" fmla="*/ 116 w 116"/>
                <a:gd name="T23" fmla="*/ 58 h 115"/>
                <a:gd name="T24" fmla="*/ 99 w 116"/>
                <a:gd name="T25" fmla="*/ 5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5">
                  <a:moveTo>
                    <a:pt x="99" y="58"/>
                  </a:moveTo>
                  <a:lnTo>
                    <a:pt x="82" y="58"/>
                  </a:lnTo>
                  <a:cubicBezTo>
                    <a:pt x="82" y="71"/>
                    <a:pt x="72" y="82"/>
                    <a:pt x="58" y="82"/>
                  </a:cubicBezTo>
                  <a:cubicBezTo>
                    <a:pt x="45" y="82"/>
                    <a:pt x="34" y="71"/>
                    <a:pt x="34" y="58"/>
                  </a:cubicBezTo>
                  <a:cubicBezTo>
                    <a:pt x="34" y="44"/>
                    <a:pt x="45" y="33"/>
                    <a:pt x="58" y="33"/>
                  </a:cubicBezTo>
                  <a:cubicBezTo>
                    <a:pt x="72" y="33"/>
                    <a:pt x="82" y="44"/>
                    <a:pt x="82" y="58"/>
                  </a:cubicBezTo>
                  <a:lnTo>
                    <a:pt x="99" y="58"/>
                  </a:lnTo>
                  <a:lnTo>
                    <a:pt x="116" y="58"/>
                  </a:lnTo>
                  <a:cubicBezTo>
                    <a:pt x="116" y="26"/>
                    <a:pt x="90" y="0"/>
                    <a:pt x="58" y="0"/>
                  </a:cubicBezTo>
                  <a:cubicBezTo>
                    <a:pt x="26" y="0"/>
                    <a:pt x="0" y="26"/>
                    <a:pt x="0" y="58"/>
                  </a:cubicBezTo>
                  <a:cubicBezTo>
                    <a:pt x="0" y="89"/>
                    <a:pt x="26" y="115"/>
                    <a:pt x="58" y="115"/>
                  </a:cubicBezTo>
                  <a:cubicBezTo>
                    <a:pt x="90" y="115"/>
                    <a:pt x="116" y="89"/>
                    <a:pt x="116" y="58"/>
                  </a:cubicBezTo>
                  <a:lnTo>
                    <a:pt x="99"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0" name="Diamond3" descr="{&quot;Key&quot;:&quot;POWER_USER_SHAPE_ICON&quot;,&quot;Value&quot;:&quot;POWER_USER_SHAPE_ICON_STYLE_1&quot;}">
            <a:extLst>
              <a:ext uri="{FF2B5EF4-FFF2-40B4-BE49-F238E27FC236}">
                <a16:creationId xmlns:a16="http://schemas.microsoft.com/office/drawing/2014/main" id="{F696CDCD-2A67-463D-5B93-FAA0A1D5FE63}"/>
              </a:ext>
            </a:extLst>
          </p:cNvPr>
          <p:cNvGrpSpPr>
            <a:grpSpLocks noChangeAspect="1"/>
          </p:cNvGrpSpPr>
          <p:nvPr/>
        </p:nvGrpSpPr>
        <p:grpSpPr>
          <a:xfrm>
            <a:off x="8702818" y="2054951"/>
            <a:ext cx="762000" cy="762000"/>
            <a:chOff x="3197226" y="1712913"/>
            <a:chExt cx="361950" cy="361950"/>
          </a:xfrm>
          <a:solidFill>
            <a:schemeClr val="lt1"/>
          </a:solidFill>
        </p:grpSpPr>
        <p:sp>
          <p:nvSpPr>
            <p:cNvPr id="81" name="Freeform 906">
              <a:extLst>
                <a:ext uri="{FF2B5EF4-FFF2-40B4-BE49-F238E27FC236}">
                  <a16:creationId xmlns:a16="http://schemas.microsoft.com/office/drawing/2014/main" id="{140054BB-5842-A71F-6020-7D48FAD73139}"/>
                </a:ext>
              </a:extLst>
            </p:cNvPr>
            <p:cNvSpPr>
              <a:spLocks noEditPoints="1"/>
            </p:cNvSpPr>
            <p:nvPr/>
          </p:nvSpPr>
          <p:spPr bwMode="auto">
            <a:xfrm>
              <a:off x="3197226" y="1793875"/>
              <a:ext cx="361950" cy="280988"/>
            </a:xfrm>
            <a:custGeom>
              <a:avLst/>
              <a:gdLst>
                <a:gd name="T0" fmla="*/ 99 w 2138"/>
                <a:gd name="T1" fmla="*/ 500 h 1667"/>
                <a:gd name="T2" fmla="*/ 1044 w 2138"/>
                <a:gd name="T3" fmla="*/ 1565 h 1667"/>
                <a:gd name="T4" fmla="*/ 2037 w 2138"/>
                <a:gd name="T5" fmla="*/ 510 h 1667"/>
                <a:gd name="T6" fmla="*/ 1697 w 2138"/>
                <a:gd name="T7" fmla="*/ 83 h 1667"/>
                <a:gd name="T8" fmla="*/ 402 w 2138"/>
                <a:gd name="T9" fmla="*/ 83 h 1667"/>
                <a:gd name="T10" fmla="*/ 99 w 2138"/>
                <a:gd name="T11" fmla="*/ 500 h 1667"/>
                <a:gd name="T12" fmla="*/ 1043 w 2138"/>
                <a:gd name="T13" fmla="*/ 1667 h 1667"/>
                <a:gd name="T14" fmla="*/ 1042 w 2138"/>
                <a:gd name="T15" fmla="*/ 1667 h 1667"/>
                <a:gd name="T16" fmla="*/ 1012 w 2138"/>
                <a:gd name="T17" fmla="*/ 1654 h 1667"/>
                <a:gd name="T18" fmla="*/ 14 w 2138"/>
                <a:gd name="T19" fmla="*/ 530 h 1667"/>
                <a:gd name="T20" fmla="*/ 12 w 2138"/>
                <a:gd name="T21" fmla="*/ 478 h 1667"/>
                <a:gd name="T22" fmla="*/ 347 w 2138"/>
                <a:gd name="T23" fmla="*/ 17 h 1667"/>
                <a:gd name="T24" fmla="*/ 381 w 2138"/>
                <a:gd name="T25" fmla="*/ 0 h 1667"/>
                <a:gd name="T26" fmla="*/ 1717 w 2138"/>
                <a:gd name="T27" fmla="*/ 0 h 1667"/>
                <a:gd name="T28" fmla="*/ 1749 w 2138"/>
                <a:gd name="T29" fmla="*/ 16 h 1667"/>
                <a:gd name="T30" fmla="*/ 2125 w 2138"/>
                <a:gd name="T31" fmla="*/ 486 h 1667"/>
                <a:gd name="T32" fmla="*/ 2123 w 2138"/>
                <a:gd name="T33" fmla="*/ 541 h 1667"/>
                <a:gd name="T34" fmla="*/ 1073 w 2138"/>
                <a:gd name="T35" fmla="*/ 1654 h 1667"/>
                <a:gd name="T36" fmla="*/ 1043 w 2138"/>
                <a:gd name="T37" fmla="*/ 1667 h 1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38" h="1667">
                  <a:moveTo>
                    <a:pt x="99" y="500"/>
                  </a:moveTo>
                  <a:lnTo>
                    <a:pt x="1044" y="1565"/>
                  </a:lnTo>
                  <a:lnTo>
                    <a:pt x="2037" y="510"/>
                  </a:lnTo>
                  <a:lnTo>
                    <a:pt x="1697" y="83"/>
                  </a:lnTo>
                  <a:lnTo>
                    <a:pt x="402" y="83"/>
                  </a:lnTo>
                  <a:lnTo>
                    <a:pt x="99" y="500"/>
                  </a:lnTo>
                  <a:close/>
                  <a:moveTo>
                    <a:pt x="1043" y="1667"/>
                  </a:moveTo>
                  <a:lnTo>
                    <a:pt x="1042" y="1667"/>
                  </a:lnTo>
                  <a:cubicBezTo>
                    <a:pt x="1031" y="1667"/>
                    <a:pt x="1020" y="1662"/>
                    <a:pt x="1012" y="1654"/>
                  </a:cubicBezTo>
                  <a:lnTo>
                    <a:pt x="14" y="530"/>
                  </a:lnTo>
                  <a:cubicBezTo>
                    <a:pt x="1" y="516"/>
                    <a:pt x="0" y="494"/>
                    <a:pt x="12" y="478"/>
                  </a:cubicBezTo>
                  <a:lnTo>
                    <a:pt x="347" y="17"/>
                  </a:lnTo>
                  <a:cubicBezTo>
                    <a:pt x="355" y="6"/>
                    <a:pt x="367" y="0"/>
                    <a:pt x="381" y="0"/>
                  </a:cubicBezTo>
                  <a:lnTo>
                    <a:pt x="1717" y="0"/>
                  </a:lnTo>
                  <a:cubicBezTo>
                    <a:pt x="1730" y="0"/>
                    <a:pt x="1741" y="6"/>
                    <a:pt x="1749" y="16"/>
                  </a:cubicBezTo>
                  <a:lnTo>
                    <a:pt x="2125" y="486"/>
                  </a:lnTo>
                  <a:cubicBezTo>
                    <a:pt x="2138" y="502"/>
                    <a:pt x="2137" y="526"/>
                    <a:pt x="2123" y="541"/>
                  </a:cubicBezTo>
                  <a:lnTo>
                    <a:pt x="1073" y="1654"/>
                  </a:lnTo>
                  <a:cubicBezTo>
                    <a:pt x="1065" y="1663"/>
                    <a:pt x="1054" y="1667"/>
                    <a:pt x="1043" y="1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907">
              <a:extLst>
                <a:ext uri="{FF2B5EF4-FFF2-40B4-BE49-F238E27FC236}">
                  <a16:creationId xmlns:a16="http://schemas.microsoft.com/office/drawing/2014/main" id="{A0698553-BF0F-4DA2-8307-31B37D6E8BB6}"/>
                </a:ext>
              </a:extLst>
            </p:cNvPr>
            <p:cNvSpPr>
              <a:spLocks/>
            </p:cNvSpPr>
            <p:nvPr/>
          </p:nvSpPr>
          <p:spPr bwMode="auto">
            <a:xfrm>
              <a:off x="3198814" y="1873250"/>
              <a:ext cx="350838" cy="12700"/>
            </a:xfrm>
            <a:custGeom>
              <a:avLst/>
              <a:gdLst>
                <a:gd name="T0" fmla="*/ 2040 w 2082"/>
                <a:gd name="T1" fmla="*/ 83 h 83"/>
                <a:gd name="T2" fmla="*/ 2040 w 2082"/>
                <a:gd name="T3" fmla="*/ 83 h 83"/>
                <a:gd name="T4" fmla="*/ 42 w 2082"/>
                <a:gd name="T5" fmla="*/ 76 h 83"/>
                <a:gd name="T6" fmla="*/ 1 w 2082"/>
                <a:gd name="T7" fmla="*/ 38 h 83"/>
                <a:gd name="T8" fmla="*/ 42 w 2082"/>
                <a:gd name="T9" fmla="*/ 0 h 83"/>
                <a:gd name="T10" fmla="*/ 42 w 2082"/>
                <a:gd name="T11" fmla="*/ 0 h 83"/>
                <a:gd name="T12" fmla="*/ 2040 w 2082"/>
                <a:gd name="T13" fmla="*/ 6 h 83"/>
                <a:gd name="T14" fmla="*/ 2082 w 2082"/>
                <a:gd name="T15" fmla="*/ 45 h 83"/>
                <a:gd name="T16" fmla="*/ 2040 w 2082"/>
                <a:gd name="T1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2" h="83">
                  <a:moveTo>
                    <a:pt x="2040" y="83"/>
                  </a:moveTo>
                  <a:lnTo>
                    <a:pt x="2040" y="83"/>
                  </a:lnTo>
                  <a:lnTo>
                    <a:pt x="42" y="76"/>
                  </a:lnTo>
                  <a:cubicBezTo>
                    <a:pt x="19" y="75"/>
                    <a:pt x="0" y="60"/>
                    <a:pt x="1" y="38"/>
                  </a:cubicBezTo>
                  <a:cubicBezTo>
                    <a:pt x="1" y="15"/>
                    <a:pt x="19" y="0"/>
                    <a:pt x="42" y="0"/>
                  </a:cubicBezTo>
                  <a:lnTo>
                    <a:pt x="42" y="0"/>
                  </a:lnTo>
                  <a:lnTo>
                    <a:pt x="2040" y="6"/>
                  </a:lnTo>
                  <a:cubicBezTo>
                    <a:pt x="2063" y="6"/>
                    <a:pt x="2082" y="22"/>
                    <a:pt x="2082" y="45"/>
                  </a:cubicBezTo>
                  <a:cubicBezTo>
                    <a:pt x="2082" y="68"/>
                    <a:pt x="2063" y="83"/>
                    <a:pt x="2040"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08">
              <a:extLst>
                <a:ext uri="{FF2B5EF4-FFF2-40B4-BE49-F238E27FC236}">
                  <a16:creationId xmlns:a16="http://schemas.microsoft.com/office/drawing/2014/main" id="{7B509E5D-C111-C4E9-741A-9F29EA461DB6}"/>
                </a:ext>
              </a:extLst>
            </p:cNvPr>
            <p:cNvSpPr>
              <a:spLocks/>
            </p:cNvSpPr>
            <p:nvPr/>
          </p:nvSpPr>
          <p:spPr bwMode="auto">
            <a:xfrm>
              <a:off x="3257551" y="1795463"/>
              <a:ext cx="236538" cy="82550"/>
            </a:xfrm>
            <a:custGeom>
              <a:avLst/>
              <a:gdLst>
                <a:gd name="T0" fmla="*/ 1007 w 1400"/>
                <a:gd name="T1" fmla="*/ 490 h 493"/>
                <a:gd name="T2" fmla="*/ 1005 w 1400"/>
                <a:gd name="T3" fmla="*/ 490 h 493"/>
                <a:gd name="T4" fmla="*/ 973 w 1400"/>
                <a:gd name="T5" fmla="*/ 475 h 493"/>
                <a:gd name="T6" fmla="*/ 699 w 1400"/>
                <a:gd name="T7" fmla="*/ 112 h 493"/>
                <a:gd name="T8" fmla="*/ 368 w 1400"/>
                <a:gd name="T9" fmla="*/ 479 h 493"/>
                <a:gd name="T10" fmla="*/ 335 w 1400"/>
                <a:gd name="T11" fmla="*/ 492 h 493"/>
                <a:gd name="T12" fmla="*/ 303 w 1400"/>
                <a:gd name="T13" fmla="*/ 475 h 493"/>
                <a:gd name="T14" fmla="*/ 14 w 1400"/>
                <a:gd name="T15" fmla="*/ 72 h 493"/>
                <a:gd name="T16" fmla="*/ 23 w 1400"/>
                <a:gd name="T17" fmla="*/ 13 h 493"/>
                <a:gd name="T18" fmla="*/ 81 w 1400"/>
                <a:gd name="T19" fmla="*/ 23 h 493"/>
                <a:gd name="T20" fmla="*/ 341 w 1400"/>
                <a:gd name="T21" fmla="*/ 385 h 493"/>
                <a:gd name="T22" fmla="*/ 671 w 1400"/>
                <a:gd name="T23" fmla="*/ 20 h 493"/>
                <a:gd name="T24" fmla="*/ 704 w 1400"/>
                <a:gd name="T25" fmla="*/ 6 h 493"/>
                <a:gd name="T26" fmla="*/ 735 w 1400"/>
                <a:gd name="T27" fmla="*/ 22 h 493"/>
                <a:gd name="T28" fmla="*/ 1009 w 1400"/>
                <a:gd name="T29" fmla="*/ 384 h 493"/>
                <a:gd name="T30" fmla="*/ 1321 w 1400"/>
                <a:gd name="T31" fmla="*/ 20 h 493"/>
                <a:gd name="T32" fmla="*/ 1380 w 1400"/>
                <a:gd name="T33" fmla="*/ 16 h 493"/>
                <a:gd name="T34" fmla="*/ 1385 w 1400"/>
                <a:gd name="T35" fmla="*/ 75 h 493"/>
                <a:gd name="T36" fmla="*/ 1038 w 1400"/>
                <a:gd name="T37" fmla="*/ 477 h 493"/>
                <a:gd name="T38" fmla="*/ 1007 w 1400"/>
                <a:gd name="T39" fmla="*/ 490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493">
                  <a:moveTo>
                    <a:pt x="1007" y="490"/>
                  </a:moveTo>
                  <a:lnTo>
                    <a:pt x="1005" y="490"/>
                  </a:lnTo>
                  <a:cubicBezTo>
                    <a:pt x="993" y="490"/>
                    <a:pt x="981" y="485"/>
                    <a:pt x="973" y="475"/>
                  </a:cubicBezTo>
                  <a:lnTo>
                    <a:pt x="699" y="112"/>
                  </a:lnTo>
                  <a:lnTo>
                    <a:pt x="368" y="479"/>
                  </a:lnTo>
                  <a:cubicBezTo>
                    <a:pt x="360" y="488"/>
                    <a:pt x="347" y="493"/>
                    <a:pt x="335" y="492"/>
                  </a:cubicBezTo>
                  <a:cubicBezTo>
                    <a:pt x="322" y="492"/>
                    <a:pt x="311" y="485"/>
                    <a:pt x="303" y="475"/>
                  </a:cubicBezTo>
                  <a:lnTo>
                    <a:pt x="14" y="72"/>
                  </a:lnTo>
                  <a:cubicBezTo>
                    <a:pt x="0" y="53"/>
                    <a:pt x="4" y="27"/>
                    <a:pt x="23" y="13"/>
                  </a:cubicBezTo>
                  <a:cubicBezTo>
                    <a:pt x="42" y="0"/>
                    <a:pt x="68" y="4"/>
                    <a:pt x="81" y="23"/>
                  </a:cubicBezTo>
                  <a:lnTo>
                    <a:pt x="341" y="385"/>
                  </a:lnTo>
                  <a:lnTo>
                    <a:pt x="671" y="20"/>
                  </a:lnTo>
                  <a:cubicBezTo>
                    <a:pt x="680" y="10"/>
                    <a:pt x="691" y="5"/>
                    <a:pt x="704" y="6"/>
                  </a:cubicBezTo>
                  <a:cubicBezTo>
                    <a:pt x="716" y="6"/>
                    <a:pt x="728" y="12"/>
                    <a:pt x="735" y="22"/>
                  </a:cubicBezTo>
                  <a:lnTo>
                    <a:pt x="1009" y="384"/>
                  </a:lnTo>
                  <a:lnTo>
                    <a:pt x="1321" y="20"/>
                  </a:lnTo>
                  <a:cubicBezTo>
                    <a:pt x="1336" y="3"/>
                    <a:pt x="1363" y="1"/>
                    <a:pt x="1380" y="16"/>
                  </a:cubicBezTo>
                  <a:cubicBezTo>
                    <a:pt x="1398" y="31"/>
                    <a:pt x="1400" y="57"/>
                    <a:pt x="1385" y="75"/>
                  </a:cubicBezTo>
                  <a:lnTo>
                    <a:pt x="1038" y="477"/>
                  </a:lnTo>
                  <a:cubicBezTo>
                    <a:pt x="1030" y="486"/>
                    <a:pt x="1019" y="490"/>
                    <a:pt x="1007" y="4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909">
              <a:extLst>
                <a:ext uri="{FF2B5EF4-FFF2-40B4-BE49-F238E27FC236}">
                  <a16:creationId xmlns:a16="http://schemas.microsoft.com/office/drawing/2014/main" id="{C767ADBD-40CB-7AEE-7B27-636D30555998}"/>
                </a:ext>
              </a:extLst>
            </p:cNvPr>
            <p:cNvSpPr>
              <a:spLocks/>
            </p:cNvSpPr>
            <p:nvPr/>
          </p:nvSpPr>
          <p:spPr bwMode="auto">
            <a:xfrm>
              <a:off x="3405189" y="1878013"/>
              <a:ext cx="30163" cy="69850"/>
            </a:xfrm>
            <a:custGeom>
              <a:avLst/>
              <a:gdLst>
                <a:gd name="T0" fmla="*/ 46 w 185"/>
                <a:gd name="T1" fmla="*/ 405 h 405"/>
                <a:gd name="T2" fmla="*/ 35 w 185"/>
                <a:gd name="T3" fmla="*/ 403 h 405"/>
                <a:gd name="T4" fmla="*/ 6 w 185"/>
                <a:gd name="T5" fmla="*/ 351 h 405"/>
                <a:gd name="T6" fmla="*/ 99 w 185"/>
                <a:gd name="T7" fmla="*/ 35 h 405"/>
                <a:gd name="T8" fmla="*/ 150 w 185"/>
                <a:gd name="T9" fmla="*/ 7 h 405"/>
                <a:gd name="T10" fmla="*/ 179 w 185"/>
                <a:gd name="T11" fmla="*/ 58 h 405"/>
                <a:gd name="T12" fmla="*/ 86 w 185"/>
                <a:gd name="T13" fmla="*/ 375 h 405"/>
                <a:gd name="T14" fmla="*/ 46 w 185"/>
                <a:gd name="T15" fmla="*/ 405 h 4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405">
                  <a:moveTo>
                    <a:pt x="46" y="405"/>
                  </a:moveTo>
                  <a:cubicBezTo>
                    <a:pt x="43" y="405"/>
                    <a:pt x="39" y="404"/>
                    <a:pt x="35" y="403"/>
                  </a:cubicBezTo>
                  <a:cubicBezTo>
                    <a:pt x="13" y="396"/>
                    <a:pt x="0" y="373"/>
                    <a:pt x="6" y="351"/>
                  </a:cubicBezTo>
                  <a:lnTo>
                    <a:pt x="99" y="35"/>
                  </a:lnTo>
                  <a:cubicBezTo>
                    <a:pt x="105" y="13"/>
                    <a:pt x="128" y="0"/>
                    <a:pt x="150" y="7"/>
                  </a:cubicBezTo>
                  <a:cubicBezTo>
                    <a:pt x="172" y="13"/>
                    <a:pt x="185" y="36"/>
                    <a:pt x="179" y="58"/>
                  </a:cubicBezTo>
                  <a:lnTo>
                    <a:pt x="86" y="375"/>
                  </a:lnTo>
                  <a:cubicBezTo>
                    <a:pt x="81" y="393"/>
                    <a:pt x="65" y="405"/>
                    <a:pt x="46" y="4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10">
              <a:extLst>
                <a:ext uri="{FF2B5EF4-FFF2-40B4-BE49-F238E27FC236}">
                  <a16:creationId xmlns:a16="http://schemas.microsoft.com/office/drawing/2014/main" id="{9844B399-0C3C-B0AF-E83F-F2BCFAA5DC6C}"/>
                </a:ext>
              </a:extLst>
            </p:cNvPr>
            <p:cNvSpPr>
              <a:spLocks/>
            </p:cNvSpPr>
            <p:nvPr/>
          </p:nvSpPr>
          <p:spPr bwMode="auto">
            <a:xfrm>
              <a:off x="3341689" y="1974850"/>
              <a:ext cx="65088" cy="100013"/>
            </a:xfrm>
            <a:custGeom>
              <a:avLst/>
              <a:gdLst>
                <a:gd name="T0" fmla="*/ 195 w 385"/>
                <a:gd name="T1" fmla="*/ 594 h 594"/>
                <a:gd name="T2" fmla="*/ 156 w 385"/>
                <a:gd name="T3" fmla="*/ 561 h 594"/>
                <a:gd name="T4" fmla="*/ 7 w 385"/>
                <a:gd name="T5" fmla="*/ 88 h 594"/>
                <a:gd name="T6" fmla="*/ 34 w 385"/>
                <a:gd name="T7" fmla="*/ 34 h 594"/>
                <a:gd name="T8" fmla="*/ 86 w 385"/>
                <a:gd name="T9" fmla="*/ 61 h 594"/>
                <a:gd name="T10" fmla="*/ 193 w 385"/>
                <a:gd name="T11" fmla="*/ 405 h 594"/>
                <a:gd name="T12" fmla="*/ 298 w 385"/>
                <a:gd name="T13" fmla="*/ 35 h 594"/>
                <a:gd name="T14" fmla="*/ 350 w 385"/>
                <a:gd name="T15" fmla="*/ 6 h 594"/>
                <a:gd name="T16" fmla="*/ 378 w 385"/>
                <a:gd name="T17" fmla="*/ 58 h 594"/>
                <a:gd name="T18" fmla="*/ 235 w 385"/>
                <a:gd name="T19" fmla="*/ 560 h 594"/>
                <a:gd name="T20" fmla="*/ 196 w 385"/>
                <a:gd name="T21" fmla="*/ 594 h 594"/>
                <a:gd name="T22" fmla="*/ 195 w 385"/>
                <a:gd name="T23" fmla="*/ 59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5" h="594">
                  <a:moveTo>
                    <a:pt x="195" y="594"/>
                  </a:moveTo>
                  <a:cubicBezTo>
                    <a:pt x="178" y="594"/>
                    <a:pt x="162" y="578"/>
                    <a:pt x="156" y="561"/>
                  </a:cubicBezTo>
                  <a:cubicBezTo>
                    <a:pt x="155" y="559"/>
                    <a:pt x="83" y="330"/>
                    <a:pt x="7" y="88"/>
                  </a:cubicBezTo>
                  <a:cubicBezTo>
                    <a:pt x="0" y="66"/>
                    <a:pt x="12" y="41"/>
                    <a:pt x="34" y="34"/>
                  </a:cubicBezTo>
                  <a:cubicBezTo>
                    <a:pt x="56" y="27"/>
                    <a:pt x="80" y="39"/>
                    <a:pt x="86" y="61"/>
                  </a:cubicBezTo>
                  <a:cubicBezTo>
                    <a:pt x="130" y="198"/>
                    <a:pt x="160" y="307"/>
                    <a:pt x="193" y="405"/>
                  </a:cubicBezTo>
                  <a:lnTo>
                    <a:pt x="298" y="35"/>
                  </a:lnTo>
                  <a:cubicBezTo>
                    <a:pt x="305" y="13"/>
                    <a:pt x="328" y="0"/>
                    <a:pt x="350" y="6"/>
                  </a:cubicBezTo>
                  <a:cubicBezTo>
                    <a:pt x="372" y="13"/>
                    <a:pt x="385" y="36"/>
                    <a:pt x="378" y="58"/>
                  </a:cubicBezTo>
                  <a:lnTo>
                    <a:pt x="235" y="560"/>
                  </a:lnTo>
                  <a:cubicBezTo>
                    <a:pt x="230" y="577"/>
                    <a:pt x="214" y="594"/>
                    <a:pt x="196" y="594"/>
                  </a:cubicBezTo>
                  <a:lnTo>
                    <a:pt x="195" y="59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11">
              <a:extLst>
                <a:ext uri="{FF2B5EF4-FFF2-40B4-BE49-F238E27FC236}">
                  <a16:creationId xmlns:a16="http://schemas.microsoft.com/office/drawing/2014/main" id="{3254792C-FAC7-44FB-DF5E-3835E1D90084}"/>
                </a:ext>
              </a:extLst>
            </p:cNvPr>
            <p:cNvSpPr>
              <a:spLocks/>
            </p:cNvSpPr>
            <p:nvPr/>
          </p:nvSpPr>
          <p:spPr bwMode="auto">
            <a:xfrm>
              <a:off x="3309939" y="1878013"/>
              <a:ext cx="34925" cy="76200"/>
            </a:xfrm>
            <a:custGeom>
              <a:avLst/>
              <a:gdLst>
                <a:gd name="T0" fmla="*/ 152 w 199"/>
                <a:gd name="T1" fmla="*/ 443 h 443"/>
                <a:gd name="T2" fmla="*/ 113 w 199"/>
                <a:gd name="T3" fmla="*/ 414 h 443"/>
                <a:gd name="T4" fmla="*/ 6 w 199"/>
                <a:gd name="T5" fmla="*/ 57 h 443"/>
                <a:gd name="T6" fmla="*/ 35 w 199"/>
                <a:gd name="T7" fmla="*/ 6 h 443"/>
                <a:gd name="T8" fmla="*/ 86 w 199"/>
                <a:gd name="T9" fmla="*/ 35 h 443"/>
                <a:gd name="T10" fmla="*/ 192 w 199"/>
                <a:gd name="T11" fmla="*/ 389 h 443"/>
                <a:gd name="T12" fmla="*/ 165 w 199"/>
                <a:gd name="T13" fmla="*/ 441 h 443"/>
                <a:gd name="T14" fmla="*/ 152 w 199"/>
                <a:gd name="T15" fmla="*/ 443 h 4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443">
                  <a:moveTo>
                    <a:pt x="152" y="443"/>
                  </a:moveTo>
                  <a:cubicBezTo>
                    <a:pt x="135" y="443"/>
                    <a:pt x="118" y="432"/>
                    <a:pt x="113" y="414"/>
                  </a:cubicBezTo>
                  <a:cubicBezTo>
                    <a:pt x="47" y="205"/>
                    <a:pt x="6" y="58"/>
                    <a:pt x="6" y="57"/>
                  </a:cubicBezTo>
                  <a:cubicBezTo>
                    <a:pt x="0" y="35"/>
                    <a:pt x="13" y="12"/>
                    <a:pt x="35" y="6"/>
                  </a:cubicBezTo>
                  <a:cubicBezTo>
                    <a:pt x="58" y="0"/>
                    <a:pt x="80" y="13"/>
                    <a:pt x="86" y="35"/>
                  </a:cubicBezTo>
                  <a:cubicBezTo>
                    <a:pt x="87" y="36"/>
                    <a:pt x="127" y="182"/>
                    <a:pt x="192" y="389"/>
                  </a:cubicBezTo>
                  <a:cubicBezTo>
                    <a:pt x="199" y="411"/>
                    <a:pt x="187" y="434"/>
                    <a:pt x="165" y="441"/>
                  </a:cubicBezTo>
                  <a:cubicBezTo>
                    <a:pt x="161" y="443"/>
                    <a:pt x="156" y="443"/>
                    <a:pt x="152" y="4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912">
              <a:extLst>
                <a:ext uri="{FF2B5EF4-FFF2-40B4-BE49-F238E27FC236}">
                  <a16:creationId xmlns:a16="http://schemas.microsoft.com/office/drawing/2014/main" id="{6AE0E1D6-95F6-F467-521C-B062C25E4B68}"/>
                </a:ext>
              </a:extLst>
            </p:cNvPr>
            <p:cNvSpPr>
              <a:spLocks/>
            </p:cNvSpPr>
            <p:nvPr/>
          </p:nvSpPr>
          <p:spPr bwMode="auto">
            <a:xfrm>
              <a:off x="3216276" y="1733550"/>
              <a:ext cx="31750" cy="39688"/>
            </a:xfrm>
            <a:custGeom>
              <a:avLst/>
              <a:gdLst>
                <a:gd name="T0" fmla="*/ 148 w 195"/>
                <a:gd name="T1" fmla="*/ 228 h 228"/>
                <a:gd name="T2" fmla="*/ 114 w 195"/>
                <a:gd name="T3" fmla="*/ 210 h 228"/>
                <a:gd name="T4" fmla="*/ 14 w 195"/>
                <a:gd name="T5" fmla="*/ 71 h 228"/>
                <a:gd name="T6" fmla="*/ 23 w 195"/>
                <a:gd name="T7" fmla="*/ 13 h 228"/>
                <a:gd name="T8" fmla="*/ 81 w 195"/>
                <a:gd name="T9" fmla="*/ 23 h 228"/>
                <a:gd name="T10" fmla="*/ 181 w 195"/>
                <a:gd name="T11" fmla="*/ 162 h 228"/>
                <a:gd name="T12" fmla="*/ 172 w 195"/>
                <a:gd name="T13" fmla="*/ 220 h 228"/>
                <a:gd name="T14" fmla="*/ 148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148" y="228"/>
                  </a:moveTo>
                  <a:cubicBezTo>
                    <a:pt x="135" y="228"/>
                    <a:pt x="122" y="222"/>
                    <a:pt x="114" y="210"/>
                  </a:cubicBezTo>
                  <a:lnTo>
                    <a:pt x="14" y="71"/>
                  </a:lnTo>
                  <a:cubicBezTo>
                    <a:pt x="0" y="52"/>
                    <a:pt x="5" y="26"/>
                    <a:pt x="23" y="13"/>
                  </a:cubicBezTo>
                  <a:cubicBezTo>
                    <a:pt x="42" y="0"/>
                    <a:pt x="68" y="4"/>
                    <a:pt x="81" y="23"/>
                  </a:cubicBezTo>
                  <a:lnTo>
                    <a:pt x="181" y="162"/>
                  </a:lnTo>
                  <a:cubicBezTo>
                    <a:pt x="195" y="180"/>
                    <a:pt x="191" y="206"/>
                    <a:pt x="172" y="220"/>
                  </a:cubicBezTo>
                  <a:cubicBezTo>
                    <a:pt x="164" y="225"/>
                    <a:pt x="156" y="228"/>
                    <a:pt x="148" y="2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913">
              <a:extLst>
                <a:ext uri="{FF2B5EF4-FFF2-40B4-BE49-F238E27FC236}">
                  <a16:creationId xmlns:a16="http://schemas.microsoft.com/office/drawing/2014/main" id="{FB1F95F4-36C4-0C57-CAEC-0164425A8778}"/>
                </a:ext>
              </a:extLst>
            </p:cNvPr>
            <p:cNvSpPr>
              <a:spLocks/>
            </p:cNvSpPr>
            <p:nvPr/>
          </p:nvSpPr>
          <p:spPr bwMode="auto">
            <a:xfrm>
              <a:off x="3294064" y="1747838"/>
              <a:ext cx="14288" cy="15875"/>
            </a:xfrm>
            <a:custGeom>
              <a:avLst/>
              <a:gdLst>
                <a:gd name="T0" fmla="*/ 42 w 84"/>
                <a:gd name="T1" fmla="*/ 100 h 100"/>
                <a:gd name="T2" fmla="*/ 0 w 84"/>
                <a:gd name="T3" fmla="*/ 58 h 100"/>
                <a:gd name="T4" fmla="*/ 0 w 84"/>
                <a:gd name="T5" fmla="*/ 42 h 100"/>
                <a:gd name="T6" fmla="*/ 42 w 84"/>
                <a:gd name="T7" fmla="*/ 0 h 100"/>
                <a:gd name="T8" fmla="*/ 84 w 84"/>
                <a:gd name="T9" fmla="*/ 42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2"/>
                  </a:lnTo>
                  <a:cubicBezTo>
                    <a:pt x="0" y="19"/>
                    <a:pt x="19" y="0"/>
                    <a:pt x="42" y="0"/>
                  </a:cubicBezTo>
                  <a:cubicBezTo>
                    <a:pt x="65" y="0"/>
                    <a:pt x="84" y="19"/>
                    <a:pt x="84" y="42"/>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14">
              <a:extLst>
                <a:ext uri="{FF2B5EF4-FFF2-40B4-BE49-F238E27FC236}">
                  <a16:creationId xmlns:a16="http://schemas.microsoft.com/office/drawing/2014/main" id="{050D44F4-BF66-CDAA-E76F-6227B7304931}"/>
                </a:ext>
              </a:extLst>
            </p:cNvPr>
            <p:cNvSpPr>
              <a:spLocks/>
            </p:cNvSpPr>
            <p:nvPr/>
          </p:nvSpPr>
          <p:spPr bwMode="auto">
            <a:xfrm>
              <a:off x="3198814" y="1795463"/>
              <a:ext cx="19050" cy="15875"/>
            </a:xfrm>
            <a:custGeom>
              <a:avLst/>
              <a:gdLst>
                <a:gd name="T0" fmla="*/ 62 w 110"/>
                <a:gd name="T1" fmla="*/ 98 h 98"/>
                <a:gd name="T2" fmla="*/ 40 w 110"/>
                <a:gd name="T3" fmla="*/ 92 h 98"/>
                <a:gd name="T4" fmla="*/ 26 w 110"/>
                <a:gd name="T5" fmla="*/ 83 h 98"/>
                <a:gd name="T6" fmla="*/ 12 w 110"/>
                <a:gd name="T7" fmla="*/ 26 h 98"/>
                <a:gd name="T8" fmla="*/ 70 w 110"/>
                <a:gd name="T9" fmla="*/ 12 h 98"/>
                <a:gd name="T10" fmla="*/ 84 w 110"/>
                <a:gd name="T11" fmla="*/ 21 h 98"/>
                <a:gd name="T12" fmla="*/ 98 w 110"/>
                <a:gd name="T13" fmla="*/ 78 h 98"/>
                <a:gd name="T14" fmla="*/ 62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62" y="98"/>
                  </a:moveTo>
                  <a:cubicBezTo>
                    <a:pt x="55" y="98"/>
                    <a:pt x="47" y="96"/>
                    <a:pt x="40" y="92"/>
                  </a:cubicBezTo>
                  <a:lnTo>
                    <a:pt x="26" y="83"/>
                  </a:lnTo>
                  <a:cubicBezTo>
                    <a:pt x="6" y="72"/>
                    <a:pt x="0" y="46"/>
                    <a:pt x="12" y="26"/>
                  </a:cubicBezTo>
                  <a:cubicBezTo>
                    <a:pt x="24" y="7"/>
                    <a:pt x="50" y="0"/>
                    <a:pt x="70" y="12"/>
                  </a:cubicBezTo>
                  <a:lnTo>
                    <a:pt x="84" y="21"/>
                  </a:lnTo>
                  <a:cubicBezTo>
                    <a:pt x="103" y="33"/>
                    <a:pt x="110" y="59"/>
                    <a:pt x="98" y="78"/>
                  </a:cubicBezTo>
                  <a:cubicBezTo>
                    <a:pt x="90" y="91"/>
                    <a:pt x="76" y="98"/>
                    <a:pt x="62" y="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15">
              <a:extLst>
                <a:ext uri="{FF2B5EF4-FFF2-40B4-BE49-F238E27FC236}">
                  <a16:creationId xmlns:a16="http://schemas.microsoft.com/office/drawing/2014/main" id="{FF3122AE-8BCC-1773-E2BC-517C1D7FB1DC}"/>
                </a:ext>
              </a:extLst>
            </p:cNvPr>
            <p:cNvSpPr>
              <a:spLocks/>
            </p:cNvSpPr>
            <p:nvPr/>
          </p:nvSpPr>
          <p:spPr bwMode="auto">
            <a:xfrm>
              <a:off x="3529014" y="1792288"/>
              <a:ext cx="17463" cy="17463"/>
            </a:xfrm>
            <a:custGeom>
              <a:avLst/>
              <a:gdLst>
                <a:gd name="T0" fmla="*/ 48 w 110"/>
                <a:gd name="T1" fmla="*/ 98 h 98"/>
                <a:gd name="T2" fmla="*/ 12 w 110"/>
                <a:gd name="T3" fmla="*/ 78 h 98"/>
                <a:gd name="T4" fmla="*/ 26 w 110"/>
                <a:gd name="T5" fmla="*/ 21 h 98"/>
                <a:gd name="T6" fmla="*/ 40 w 110"/>
                <a:gd name="T7" fmla="*/ 12 h 98"/>
                <a:gd name="T8" fmla="*/ 98 w 110"/>
                <a:gd name="T9" fmla="*/ 26 h 98"/>
                <a:gd name="T10" fmla="*/ 84 w 110"/>
                <a:gd name="T11" fmla="*/ 83 h 98"/>
                <a:gd name="T12" fmla="*/ 69 w 110"/>
                <a:gd name="T13" fmla="*/ 92 h 98"/>
                <a:gd name="T14" fmla="*/ 48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48" y="98"/>
                  </a:moveTo>
                  <a:cubicBezTo>
                    <a:pt x="34" y="98"/>
                    <a:pt x="20" y="91"/>
                    <a:pt x="12" y="78"/>
                  </a:cubicBezTo>
                  <a:cubicBezTo>
                    <a:pt x="0" y="58"/>
                    <a:pt x="6" y="32"/>
                    <a:pt x="26" y="21"/>
                  </a:cubicBezTo>
                  <a:lnTo>
                    <a:pt x="40" y="12"/>
                  </a:lnTo>
                  <a:cubicBezTo>
                    <a:pt x="60" y="0"/>
                    <a:pt x="86" y="6"/>
                    <a:pt x="98" y="26"/>
                  </a:cubicBezTo>
                  <a:cubicBezTo>
                    <a:pt x="110" y="45"/>
                    <a:pt x="103" y="71"/>
                    <a:pt x="84" y="83"/>
                  </a:cubicBezTo>
                  <a:lnTo>
                    <a:pt x="69" y="92"/>
                  </a:lnTo>
                  <a:cubicBezTo>
                    <a:pt x="63" y="96"/>
                    <a:pt x="55" y="98"/>
                    <a:pt x="48"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916">
              <a:extLst>
                <a:ext uri="{FF2B5EF4-FFF2-40B4-BE49-F238E27FC236}">
                  <a16:creationId xmlns:a16="http://schemas.microsoft.com/office/drawing/2014/main" id="{6FBB67EB-87C0-4018-229C-DF0A5DA3E2A3}"/>
                </a:ext>
              </a:extLst>
            </p:cNvPr>
            <p:cNvSpPr>
              <a:spLocks/>
            </p:cNvSpPr>
            <p:nvPr/>
          </p:nvSpPr>
          <p:spPr bwMode="auto">
            <a:xfrm>
              <a:off x="3498851" y="1736725"/>
              <a:ext cx="33338" cy="38100"/>
            </a:xfrm>
            <a:custGeom>
              <a:avLst/>
              <a:gdLst>
                <a:gd name="T0" fmla="*/ 47 w 195"/>
                <a:gd name="T1" fmla="*/ 228 h 228"/>
                <a:gd name="T2" fmla="*/ 23 w 195"/>
                <a:gd name="T3" fmla="*/ 220 h 228"/>
                <a:gd name="T4" fmla="*/ 14 w 195"/>
                <a:gd name="T5" fmla="*/ 162 h 228"/>
                <a:gd name="T6" fmla="*/ 114 w 195"/>
                <a:gd name="T7" fmla="*/ 23 h 228"/>
                <a:gd name="T8" fmla="*/ 172 w 195"/>
                <a:gd name="T9" fmla="*/ 13 h 228"/>
                <a:gd name="T10" fmla="*/ 181 w 195"/>
                <a:gd name="T11" fmla="*/ 72 h 228"/>
                <a:gd name="T12" fmla="*/ 81 w 195"/>
                <a:gd name="T13" fmla="*/ 211 h 228"/>
                <a:gd name="T14" fmla="*/ 47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47" y="228"/>
                  </a:moveTo>
                  <a:cubicBezTo>
                    <a:pt x="39" y="228"/>
                    <a:pt x="31" y="226"/>
                    <a:pt x="23" y="220"/>
                  </a:cubicBezTo>
                  <a:cubicBezTo>
                    <a:pt x="5" y="207"/>
                    <a:pt x="0" y="181"/>
                    <a:pt x="14" y="162"/>
                  </a:cubicBezTo>
                  <a:lnTo>
                    <a:pt x="114" y="23"/>
                  </a:lnTo>
                  <a:cubicBezTo>
                    <a:pt x="127" y="4"/>
                    <a:pt x="153" y="0"/>
                    <a:pt x="172" y="13"/>
                  </a:cubicBezTo>
                  <a:cubicBezTo>
                    <a:pt x="191" y="27"/>
                    <a:pt x="195" y="53"/>
                    <a:pt x="181" y="72"/>
                  </a:cubicBezTo>
                  <a:lnTo>
                    <a:pt x="81" y="211"/>
                  </a:lnTo>
                  <a:cubicBezTo>
                    <a:pt x="73" y="222"/>
                    <a:pt x="60" y="228"/>
                    <a:pt x="47"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917">
              <a:extLst>
                <a:ext uri="{FF2B5EF4-FFF2-40B4-BE49-F238E27FC236}">
                  <a16:creationId xmlns:a16="http://schemas.microsoft.com/office/drawing/2014/main" id="{7F55F849-A09E-8599-EAE6-6DCC3847A0FC}"/>
                </a:ext>
              </a:extLst>
            </p:cNvPr>
            <p:cNvSpPr>
              <a:spLocks/>
            </p:cNvSpPr>
            <p:nvPr/>
          </p:nvSpPr>
          <p:spPr bwMode="auto">
            <a:xfrm>
              <a:off x="3436939" y="1749425"/>
              <a:ext cx="14288" cy="17463"/>
            </a:xfrm>
            <a:custGeom>
              <a:avLst/>
              <a:gdLst>
                <a:gd name="T0" fmla="*/ 42 w 84"/>
                <a:gd name="T1" fmla="*/ 100 h 100"/>
                <a:gd name="T2" fmla="*/ 0 w 84"/>
                <a:gd name="T3" fmla="*/ 58 h 100"/>
                <a:gd name="T4" fmla="*/ 0 w 84"/>
                <a:gd name="T5" fmla="*/ 41 h 100"/>
                <a:gd name="T6" fmla="*/ 42 w 84"/>
                <a:gd name="T7" fmla="*/ 0 h 100"/>
                <a:gd name="T8" fmla="*/ 84 w 84"/>
                <a:gd name="T9" fmla="*/ 41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1"/>
                  </a:lnTo>
                  <a:cubicBezTo>
                    <a:pt x="0" y="18"/>
                    <a:pt x="19" y="0"/>
                    <a:pt x="42" y="0"/>
                  </a:cubicBezTo>
                  <a:cubicBezTo>
                    <a:pt x="65" y="0"/>
                    <a:pt x="84" y="18"/>
                    <a:pt x="84" y="41"/>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918">
              <a:extLst>
                <a:ext uri="{FF2B5EF4-FFF2-40B4-BE49-F238E27FC236}">
                  <a16:creationId xmlns:a16="http://schemas.microsoft.com/office/drawing/2014/main" id="{DCD2DF83-F794-76F0-139A-004BB5F6F9E7}"/>
                </a:ext>
              </a:extLst>
            </p:cNvPr>
            <p:cNvSpPr>
              <a:spLocks/>
            </p:cNvSpPr>
            <p:nvPr/>
          </p:nvSpPr>
          <p:spPr bwMode="auto">
            <a:xfrm>
              <a:off x="3363914" y="1712913"/>
              <a:ext cx="14288" cy="53975"/>
            </a:xfrm>
            <a:custGeom>
              <a:avLst/>
              <a:gdLst>
                <a:gd name="T0" fmla="*/ 42 w 83"/>
                <a:gd name="T1" fmla="*/ 317 h 317"/>
                <a:gd name="T2" fmla="*/ 0 w 83"/>
                <a:gd name="T3" fmla="*/ 275 h 317"/>
                <a:gd name="T4" fmla="*/ 0 w 83"/>
                <a:gd name="T5" fmla="*/ 42 h 317"/>
                <a:gd name="T6" fmla="*/ 42 w 83"/>
                <a:gd name="T7" fmla="*/ 0 h 317"/>
                <a:gd name="T8" fmla="*/ 83 w 83"/>
                <a:gd name="T9" fmla="*/ 42 h 317"/>
                <a:gd name="T10" fmla="*/ 83 w 83"/>
                <a:gd name="T11" fmla="*/ 275 h 317"/>
                <a:gd name="T12" fmla="*/ 42 w 83"/>
                <a:gd name="T13" fmla="*/ 317 h 317"/>
              </a:gdLst>
              <a:ahLst/>
              <a:cxnLst>
                <a:cxn ang="0">
                  <a:pos x="T0" y="T1"/>
                </a:cxn>
                <a:cxn ang="0">
                  <a:pos x="T2" y="T3"/>
                </a:cxn>
                <a:cxn ang="0">
                  <a:pos x="T4" y="T5"/>
                </a:cxn>
                <a:cxn ang="0">
                  <a:pos x="T6" y="T7"/>
                </a:cxn>
                <a:cxn ang="0">
                  <a:pos x="T8" y="T9"/>
                </a:cxn>
                <a:cxn ang="0">
                  <a:pos x="T10" y="T11"/>
                </a:cxn>
                <a:cxn ang="0">
                  <a:pos x="T12" y="T13"/>
                </a:cxn>
              </a:cxnLst>
              <a:rect l="0" t="0" r="r" b="b"/>
              <a:pathLst>
                <a:path w="83" h="317">
                  <a:moveTo>
                    <a:pt x="42" y="317"/>
                  </a:moveTo>
                  <a:cubicBezTo>
                    <a:pt x="19" y="317"/>
                    <a:pt x="0" y="298"/>
                    <a:pt x="0" y="275"/>
                  </a:cubicBezTo>
                  <a:lnTo>
                    <a:pt x="0" y="42"/>
                  </a:lnTo>
                  <a:cubicBezTo>
                    <a:pt x="0" y="19"/>
                    <a:pt x="19" y="0"/>
                    <a:pt x="42" y="0"/>
                  </a:cubicBezTo>
                  <a:cubicBezTo>
                    <a:pt x="65" y="0"/>
                    <a:pt x="83" y="19"/>
                    <a:pt x="83" y="42"/>
                  </a:cubicBezTo>
                  <a:lnTo>
                    <a:pt x="83" y="275"/>
                  </a:lnTo>
                  <a:cubicBezTo>
                    <a:pt x="83" y="298"/>
                    <a:pt x="65" y="317"/>
                    <a:pt x="42" y="3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19">
              <a:extLst>
                <a:ext uri="{FF2B5EF4-FFF2-40B4-BE49-F238E27FC236}">
                  <a16:creationId xmlns:a16="http://schemas.microsoft.com/office/drawing/2014/main" id="{9A888D2E-10B1-B5AB-DD25-6F2CAE4D5C6E}"/>
                </a:ext>
              </a:extLst>
            </p:cNvPr>
            <p:cNvSpPr>
              <a:spLocks noChangeArrowheads="1"/>
            </p:cNvSpPr>
            <p:nvPr/>
          </p:nvSpPr>
          <p:spPr bwMode="auto">
            <a:xfrm>
              <a:off x="3398839" y="1954213"/>
              <a:ext cx="15875"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920">
              <a:extLst>
                <a:ext uri="{FF2B5EF4-FFF2-40B4-BE49-F238E27FC236}">
                  <a16:creationId xmlns:a16="http://schemas.microsoft.com/office/drawing/2014/main" id="{25594BDA-A5C6-9FEA-7C90-9C14A336F7FA}"/>
                </a:ext>
              </a:extLst>
            </p:cNvPr>
            <p:cNvSpPr>
              <a:spLocks noChangeArrowheads="1"/>
            </p:cNvSpPr>
            <p:nvPr/>
          </p:nvSpPr>
          <p:spPr bwMode="auto">
            <a:xfrm>
              <a:off x="3335339" y="1958975"/>
              <a:ext cx="14288"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30624417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reeform: Shape 22">
            <a:extLst>
              <a:ext uri="{FF2B5EF4-FFF2-40B4-BE49-F238E27FC236}">
                <a16:creationId xmlns:a16="http://schemas.microsoft.com/office/drawing/2014/main" id="{4CE01951-C011-125D-A2E2-DF7A112C9C24}"/>
              </a:ext>
            </a:extLst>
          </p:cNvPr>
          <p:cNvSpPr/>
          <p:nvPr/>
        </p:nvSpPr>
        <p:spPr>
          <a:xfrm>
            <a:off x="838200" y="1552361"/>
            <a:ext cx="4109722" cy="1447301"/>
          </a:xfrm>
          <a:custGeom>
            <a:avLst/>
            <a:gdLst>
              <a:gd name="connsiteX0" fmla="*/ 0 w 4109722"/>
              <a:gd name="connsiteY0" fmla="*/ 0 h 1447301"/>
              <a:gd name="connsiteX1" fmla="*/ 4109722 w 4109722"/>
              <a:gd name="connsiteY1" fmla="*/ 0 h 1447301"/>
              <a:gd name="connsiteX2" fmla="*/ 3509492 w 4109722"/>
              <a:gd name="connsiteY2" fmla="*/ 1447301 h 1447301"/>
              <a:gd name="connsiteX3" fmla="*/ 600230 w 4109722"/>
              <a:gd name="connsiteY3" fmla="*/ 1447301 h 1447301"/>
            </a:gdLst>
            <a:ahLst/>
            <a:cxnLst>
              <a:cxn ang="0">
                <a:pos x="connsiteX0" y="connsiteY0"/>
              </a:cxn>
              <a:cxn ang="0">
                <a:pos x="connsiteX1" y="connsiteY1"/>
              </a:cxn>
              <a:cxn ang="0">
                <a:pos x="connsiteX2" y="connsiteY2"/>
              </a:cxn>
              <a:cxn ang="0">
                <a:pos x="connsiteX3" y="connsiteY3"/>
              </a:cxn>
            </a:cxnLst>
            <a:rect l="l" t="t" r="r" b="b"/>
            <a:pathLst>
              <a:path w="4109722" h="1447301">
                <a:moveTo>
                  <a:pt x="0" y="0"/>
                </a:moveTo>
                <a:lnTo>
                  <a:pt x="4109722" y="0"/>
                </a:lnTo>
                <a:lnTo>
                  <a:pt x="3509492" y="1447301"/>
                </a:lnTo>
                <a:lnTo>
                  <a:pt x="600230" y="1447301"/>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endParaRPr lang="en-US" sz="1600" dirty="0"/>
          </a:p>
        </p:txBody>
      </p:sp>
      <p:sp>
        <p:nvSpPr>
          <p:cNvPr id="19" name="Title 1"/>
          <p:cNvSpPr>
            <a:spLocks noGrp="1"/>
          </p:cNvSpPr>
          <p:nvPr>
            <p:ph type="title"/>
          </p:nvPr>
        </p:nvSpPr>
        <p:spPr>
          <a:xfrm>
            <a:off x="214184" y="13663"/>
            <a:ext cx="9728886" cy="678316"/>
          </a:xfrm>
        </p:spPr>
        <p:txBody>
          <a:bodyPr>
            <a:normAutofit/>
          </a:bodyPr>
          <a:lstStyle/>
          <a:p>
            <a:r>
              <a:rPr lang="en-US" dirty="0"/>
              <a:t>Pyramid 05</a:t>
            </a:r>
          </a:p>
        </p:txBody>
      </p:sp>
      <p:sp>
        <p:nvSpPr>
          <p:cNvPr id="82" name="Rectangle 81"/>
          <p:cNvSpPr/>
          <p:nvPr/>
        </p:nvSpPr>
        <p:spPr>
          <a:xfrm>
            <a:off x="1838592" y="3147451"/>
            <a:ext cx="2108938" cy="10455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p:txBody>
      </p:sp>
      <p:sp>
        <p:nvSpPr>
          <p:cNvPr id="84" name="Rectangle 83"/>
          <p:cNvSpPr/>
          <p:nvPr/>
        </p:nvSpPr>
        <p:spPr>
          <a:xfrm>
            <a:off x="2290054" y="4488541"/>
            <a:ext cx="1190441" cy="9133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cxnSp>
        <p:nvCxnSpPr>
          <p:cNvPr id="33" name="Straight Connector 32"/>
          <p:cNvCxnSpPr>
            <a:cxnSpLocks/>
          </p:cNvCxnSpPr>
          <p:nvPr/>
        </p:nvCxnSpPr>
        <p:spPr>
          <a:xfrm>
            <a:off x="4327049" y="2999670"/>
            <a:ext cx="7026751" cy="0"/>
          </a:xfrm>
          <a:prstGeom prst="line">
            <a:avLst/>
          </a:prstGeom>
          <a:ln w="3175">
            <a:solidFill>
              <a:srgbClr val="BFBFBF"/>
            </a:solidFill>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4947921" y="1806361"/>
            <a:ext cx="6405879"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05" name="TextBox 104"/>
          <p:cNvSpPr txBox="1"/>
          <p:nvPr/>
        </p:nvSpPr>
        <p:spPr>
          <a:xfrm>
            <a:off x="4459571" y="3147451"/>
            <a:ext cx="6894229"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06" name="TextBox 105"/>
          <p:cNvSpPr txBox="1"/>
          <p:nvPr/>
        </p:nvSpPr>
        <p:spPr>
          <a:xfrm>
            <a:off x="3626687" y="4488540"/>
            <a:ext cx="7727113"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cxnSp>
        <p:nvCxnSpPr>
          <p:cNvPr id="91" name="Straight Connector 90"/>
          <p:cNvCxnSpPr>
            <a:cxnSpLocks/>
          </p:cNvCxnSpPr>
          <p:nvPr/>
        </p:nvCxnSpPr>
        <p:spPr>
          <a:xfrm>
            <a:off x="3757206" y="4340760"/>
            <a:ext cx="7596594" cy="0"/>
          </a:xfrm>
          <a:prstGeom prst="line">
            <a:avLst/>
          </a:prstGeom>
          <a:ln w="19050">
            <a:solidFill>
              <a:srgbClr val="BFBFBF"/>
            </a:solidFill>
          </a:ln>
        </p:spPr>
        <p:style>
          <a:lnRef idx="1">
            <a:schemeClr val="accent1"/>
          </a:lnRef>
          <a:fillRef idx="0">
            <a:schemeClr val="accent1"/>
          </a:fillRef>
          <a:effectRef idx="0">
            <a:schemeClr val="accent1"/>
          </a:effectRef>
          <a:fontRef idx="minor">
            <a:schemeClr val="tx1"/>
          </a:fontRef>
        </p:style>
      </p:cxnSp>
      <p:sp>
        <p:nvSpPr>
          <p:cNvPr id="20" name="Freeform: Shape 19">
            <a:extLst>
              <a:ext uri="{FF2B5EF4-FFF2-40B4-BE49-F238E27FC236}">
                <a16:creationId xmlns:a16="http://schemas.microsoft.com/office/drawing/2014/main" id="{F098FAF0-A48C-15FA-9EC3-74BD171D371E}"/>
              </a:ext>
            </a:extLst>
          </p:cNvPr>
          <p:cNvSpPr/>
          <p:nvPr/>
        </p:nvSpPr>
        <p:spPr>
          <a:xfrm>
            <a:off x="1438432" y="2999669"/>
            <a:ext cx="2909256" cy="1341085"/>
          </a:xfrm>
          <a:custGeom>
            <a:avLst/>
            <a:gdLst>
              <a:gd name="connsiteX0" fmla="*/ 0 w 2909256"/>
              <a:gd name="connsiteY0" fmla="*/ 0 h 1341085"/>
              <a:gd name="connsiteX1" fmla="*/ 2909256 w 2909256"/>
              <a:gd name="connsiteY1" fmla="*/ 0 h 1341085"/>
              <a:gd name="connsiteX2" fmla="*/ 2353077 w 2909256"/>
              <a:gd name="connsiteY2" fmla="*/ 1341085 h 1341085"/>
              <a:gd name="connsiteX3" fmla="*/ 556180 w 2909256"/>
              <a:gd name="connsiteY3" fmla="*/ 1341085 h 1341085"/>
            </a:gdLst>
            <a:ahLst/>
            <a:cxnLst>
              <a:cxn ang="0">
                <a:pos x="connsiteX0" y="connsiteY0"/>
              </a:cxn>
              <a:cxn ang="0">
                <a:pos x="connsiteX1" y="connsiteY1"/>
              </a:cxn>
              <a:cxn ang="0">
                <a:pos x="connsiteX2" y="connsiteY2"/>
              </a:cxn>
              <a:cxn ang="0">
                <a:pos x="connsiteX3" y="connsiteY3"/>
              </a:cxn>
            </a:cxnLst>
            <a:rect l="l" t="t" r="r" b="b"/>
            <a:pathLst>
              <a:path w="2909256" h="1341085">
                <a:moveTo>
                  <a:pt x="0" y="0"/>
                </a:moveTo>
                <a:lnTo>
                  <a:pt x="2909256" y="0"/>
                </a:lnTo>
                <a:lnTo>
                  <a:pt x="2353077" y="1341085"/>
                </a:lnTo>
                <a:lnTo>
                  <a:pt x="556180" y="1341085"/>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21" name="Freeform: Shape 20">
            <a:extLst>
              <a:ext uri="{FF2B5EF4-FFF2-40B4-BE49-F238E27FC236}">
                <a16:creationId xmlns:a16="http://schemas.microsoft.com/office/drawing/2014/main" id="{0CBD297E-7739-6AAA-DE92-77C67B65C8BE}"/>
              </a:ext>
            </a:extLst>
          </p:cNvPr>
          <p:cNvSpPr/>
          <p:nvPr/>
        </p:nvSpPr>
        <p:spPr>
          <a:xfrm>
            <a:off x="1994615" y="4340763"/>
            <a:ext cx="1796890" cy="2166371"/>
          </a:xfrm>
          <a:custGeom>
            <a:avLst/>
            <a:gdLst>
              <a:gd name="connsiteX0" fmla="*/ 0 w 1796890"/>
              <a:gd name="connsiteY0" fmla="*/ 0 h 2166371"/>
              <a:gd name="connsiteX1" fmla="*/ 1796890 w 1796890"/>
              <a:gd name="connsiteY1" fmla="*/ 0 h 2166371"/>
              <a:gd name="connsiteX2" fmla="*/ 898445 w 1796890"/>
              <a:gd name="connsiteY2" fmla="*/ 2166371 h 2166371"/>
            </a:gdLst>
            <a:ahLst/>
            <a:cxnLst>
              <a:cxn ang="0">
                <a:pos x="connsiteX0" y="connsiteY0"/>
              </a:cxn>
              <a:cxn ang="0">
                <a:pos x="connsiteX1" y="connsiteY1"/>
              </a:cxn>
              <a:cxn ang="0">
                <a:pos x="connsiteX2" y="connsiteY2"/>
              </a:cxn>
            </a:cxnLst>
            <a:rect l="l" t="t" r="r" b="b"/>
            <a:pathLst>
              <a:path w="1796890" h="2166371">
                <a:moveTo>
                  <a:pt x="0" y="0"/>
                </a:moveTo>
                <a:lnTo>
                  <a:pt x="1796890" y="0"/>
                </a:lnTo>
                <a:lnTo>
                  <a:pt x="898445" y="2166371"/>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endParaRPr lang="en-US" sz="1600" dirty="0"/>
          </a:p>
        </p:txBody>
      </p:sp>
    </p:spTree>
    <p:custDataLst>
      <p:tags r:id="rId1"/>
    </p:custDataLst>
    <p:extLst>
      <p:ext uri="{BB962C8B-B14F-4D97-AF65-F5344CB8AC3E}">
        <p14:creationId xmlns:p14="http://schemas.microsoft.com/office/powerpoint/2010/main" val="354651827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D5D256-4CBB-40BA-62D5-4B98346AA34E}"/>
              </a:ext>
            </a:extLst>
          </p:cNvPr>
          <p:cNvSpPr>
            <a:spLocks noGrp="1"/>
          </p:cNvSpPr>
          <p:nvPr>
            <p:ph type="title"/>
          </p:nvPr>
        </p:nvSpPr>
        <p:spPr>
          <a:xfrm>
            <a:off x="214184" y="13663"/>
            <a:ext cx="9728886" cy="678316"/>
          </a:xfrm>
        </p:spPr>
        <p:txBody>
          <a:bodyPr>
            <a:normAutofit/>
          </a:bodyPr>
          <a:lstStyle/>
          <a:p>
            <a:r>
              <a:rPr lang="en-US" dirty="0"/>
              <a:t>Cube 6</a:t>
            </a:r>
          </a:p>
        </p:txBody>
      </p:sp>
      <p:grpSp>
        <p:nvGrpSpPr>
          <p:cNvPr id="3" name="Groupe 26">
            <a:extLst>
              <a:ext uri="{FF2B5EF4-FFF2-40B4-BE49-F238E27FC236}">
                <a16:creationId xmlns:a16="http://schemas.microsoft.com/office/drawing/2014/main" id="{A0C53A34-9858-5298-3DF3-69C287E51A3D}"/>
              </a:ext>
            </a:extLst>
          </p:cNvPr>
          <p:cNvGrpSpPr/>
          <p:nvPr/>
        </p:nvGrpSpPr>
        <p:grpSpPr>
          <a:xfrm>
            <a:off x="4127718" y="1546969"/>
            <a:ext cx="3949070" cy="3944940"/>
            <a:chOff x="3825778" y="1176337"/>
            <a:chExt cx="4552949" cy="4548187"/>
          </a:xfrm>
        </p:grpSpPr>
        <p:sp>
          <p:nvSpPr>
            <p:cNvPr id="4" name="Freeform: Shape 86">
              <a:extLst>
                <a:ext uri="{FF2B5EF4-FFF2-40B4-BE49-F238E27FC236}">
                  <a16:creationId xmlns:a16="http://schemas.microsoft.com/office/drawing/2014/main" id="{67BF904D-0F41-F1B2-2752-BF82296E6816}"/>
                </a:ext>
              </a:extLst>
            </p:cNvPr>
            <p:cNvSpPr/>
            <p:nvPr/>
          </p:nvSpPr>
          <p:spPr>
            <a:xfrm>
              <a:off x="3825778" y="1176337"/>
              <a:ext cx="4552949" cy="4548187"/>
            </a:xfrm>
            <a:custGeom>
              <a:avLst/>
              <a:gdLst>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173176 w 4552949"/>
                <a:gd name="connsiteY27" fmla="*/ 745372 h 4543327"/>
                <a:gd name="connsiteX28" fmla="*/ 2241734 w 4552949"/>
                <a:gd name="connsiteY28" fmla="*/ 3063 h 4543327"/>
                <a:gd name="connsiteX29" fmla="*/ 2275332 w 4552949"/>
                <a:gd name="connsiteY29" fmla="*/ 2716 h 4543327"/>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2241734 w 4552949"/>
                <a:gd name="connsiteY27" fmla="*/ 3063 h 4543327"/>
                <a:gd name="connsiteX28" fmla="*/ 2275332 w 4552949"/>
                <a:gd name="connsiteY28" fmla="*/ 2716 h 454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52949" h="4543327">
                  <a:moveTo>
                    <a:pt x="2275332" y="2716"/>
                  </a:moveTo>
                  <a:lnTo>
                    <a:pt x="4366914" y="738227"/>
                  </a:lnTo>
                  <a:lnTo>
                    <a:pt x="4368204" y="740475"/>
                  </a:lnTo>
                  <a:lnTo>
                    <a:pt x="4400608" y="750534"/>
                  </a:lnTo>
                  <a:cubicBezTo>
                    <a:pt x="4450398" y="771594"/>
                    <a:pt x="4492762" y="806774"/>
                    <a:pt x="4522676" y="851055"/>
                  </a:cubicBezTo>
                  <a:lnTo>
                    <a:pt x="4523809" y="853141"/>
                  </a:lnTo>
                  <a:lnTo>
                    <a:pt x="4527946" y="856240"/>
                  </a:lnTo>
                  <a:cubicBezTo>
                    <a:pt x="4535673" y="864522"/>
                    <a:pt x="4541972" y="874237"/>
                    <a:pt x="4546339" y="885051"/>
                  </a:cubicBezTo>
                  <a:lnTo>
                    <a:pt x="4549841" y="903286"/>
                  </a:lnTo>
                  <a:cubicBezTo>
                    <a:pt x="4550877" y="1788658"/>
                    <a:pt x="4551914" y="2674030"/>
                    <a:pt x="4552949" y="3559403"/>
                  </a:cubicBezTo>
                  <a:cubicBezTo>
                    <a:pt x="4552949" y="3597531"/>
                    <a:pt x="4530423" y="3631965"/>
                    <a:pt x="4494766" y="3647082"/>
                  </a:cubicBezTo>
                  <a:lnTo>
                    <a:pt x="2484921" y="4493675"/>
                  </a:lnTo>
                  <a:lnTo>
                    <a:pt x="2469606" y="4501198"/>
                  </a:lnTo>
                  <a:lnTo>
                    <a:pt x="2455504" y="4506065"/>
                  </a:lnTo>
                  <a:lnTo>
                    <a:pt x="2439513" y="4512801"/>
                  </a:lnTo>
                  <a:lnTo>
                    <a:pt x="2438859" y="4511811"/>
                  </a:lnTo>
                  <a:lnTo>
                    <a:pt x="2402703" y="4524289"/>
                  </a:lnTo>
                  <a:cubicBezTo>
                    <a:pt x="2357257" y="4536772"/>
                    <a:pt x="2310203" y="4543327"/>
                    <a:pt x="2262008" y="4543327"/>
                  </a:cubicBezTo>
                  <a:cubicBezTo>
                    <a:pt x="2165619" y="4543327"/>
                    <a:pt x="2073792" y="4517106"/>
                    <a:pt x="1990271" y="4469688"/>
                  </a:cubicBezTo>
                  <a:lnTo>
                    <a:pt x="1983791" y="4465498"/>
                  </a:lnTo>
                  <a:lnTo>
                    <a:pt x="60449" y="3647089"/>
                  </a:lnTo>
                  <a:cubicBezTo>
                    <a:pt x="25645" y="3632399"/>
                    <a:pt x="2696" y="3597933"/>
                    <a:pt x="2696" y="3559889"/>
                  </a:cubicBezTo>
                  <a:cubicBezTo>
                    <a:pt x="-5573" y="3101305"/>
                    <a:pt x="7508" y="1347260"/>
                    <a:pt x="10830" y="895582"/>
                  </a:cubicBezTo>
                  <a:cubicBezTo>
                    <a:pt x="10830" y="878688"/>
                    <a:pt x="15161" y="863175"/>
                    <a:pt x="22630" y="849817"/>
                  </a:cubicBezTo>
                  <a:lnTo>
                    <a:pt x="49877" y="820604"/>
                  </a:lnTo>
                  <a:lnTo>
                    <a:pt x="152321" y="762096"/>
                  </a:lnTo>
                  <a:lnTo>
                    <a:pt x="153108" y="759749"/>
                  </a:lnTo>
                  <a:lnTo>
                    <a:pt x="2241734" y="3063"/>
                  </a:lnTo>
                  <a:cubicBezTo>
                    <a:pt x="2252436" y="-783"/>
                    <a:pt x="2264721" y="-1129"/>
                    <a:pt x="2275332" y="2716"/>
                  </a:cubicBezTo>
                  <a:close/>
                </a:path>
              </a:pathLst>
            </a:custGeom>
            <a:solidFill>
              <a:schemeClr val="l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5" name="Freeform: Shape 51">
              <a:extLst>
                <a:ext uri="{FF2B5EF4-FFF2-40B4-BE49-F238E27FC236}">
                  <a16:creationId xmlns:a16="http://schemas.microsoft.com/office/drawing/2014/main" id="{60E01130-1B4F-FE53-B619-95C3274721D5}"/>
                </a:ext>
              </a:extLst>
            </p:cNvPr>
            <p:cNvSpPr/>
            <p:nvPr/>
          </p:nvSpPr>
          <p:spPr>
            <a:xfrm>
              <a:off x="3874487" y="2041680"/>
              <a:ext cx="1300512" cy="1731134"/>
            </a:xfrm>
            <a:custGeom>
              <a:avLst/>
              <a:gdLst>
                <a:gd name="connsiteX0" fmla="*/ 29728 w 975804"/>
                <a:gd name="connsiteY0" fmla="*/ 0 h 1298909"/>
                <a:gd name="connsiteX1" fmla="*/ 788812 w 975804"/>
                <a:gd name="connsiteY1" fmla="*/ 303071 h 1298909"/>
                <a:gd name="connsiteX2" fmla="*/ 798163 w 975804"/>
                <a:gd name="connsiteY2" fmla="*/ 334270 h 1298909"/>
                <a:gd name="connsiteX3" fmla="*/ 798163 w 975804"/>
                <a:gd name="connsiteY3" fmla="*/ 711907 h 1298909"/>
                <a:gd name="connsiteX4" fmla="*/ 813167 w 975804"/>
                <a:gd name="connsiteY4" fmla="*/ 771198 h 1298909"/>
                <a:gd name="connsiteX5" fmla="*/ 818532 w 975804"/>
                <a:gd name="connsiteY5" fmla="*/ 780472 h 1298909"/>
                <a:gd name="connsiteX6" fmla="*/ 828125 w 975804"/>
                <a:gd name="connsiteY6" fmla="*/ 791848 h 1298909"/>
                <a:gd name="connsiteX7" fmla="*/ 834127 w 975804"/>
                <a:gd name="connsiteY7" fmla="*/ 797536 h 1298909"/>
                <a:gd name="connsiteX8" fmla="*/ 892824 w 975804"/>
                <a:gd name="connsiteY8" fmla="*/ 795187 h 1298909"/>
                <a:gd name="connsiteX9" fmla="*/ 894915 w 975804"/>
                <a:gd name="connsiteY9" fmla="*/ 792467 h 1298909"/>
                <a:gd name="connsiteX10" fmla="*/ 900008 w 975804"/>
                <a:gd name="connsiteY10" fmla="*/ 785295 h 1298909"/>
                <a:gd name="connsiteX11" fmla="*/ 907191 w 975804"/>
                <a:gd name="connsiteY11" fmla="*/ 781091 h 1298909"/>
                <a:gd name="connsiteX12" fmla="*/ 938927 w 975804"/>
                <a:gd name="connsiteY12" fmla="*/ 814044 h 1298909"/>
                <a:gd name="connsiteX13" fmla="*/ 973390 w 975804"/>
                <a:gd name="connsiteY13" fmla="*/ 939243 h 1298909"/>
                <a:gd name="connsiteX14" fmla="*/ 951248 w 975804"/>
                <a:gd name="connsiteY14" fmla="*/ 1080022 h 1298909"/>
                <a:gd name="connsiteX15" fmla="*/ 937427 w 975804"/>
                <a:gd name="connsiteY15" fmla="*/ 1075509 h 1298909"/>
                <a:gd name="connsiteX16" fmla="*/ 919467 w 975804"/>
                <a:gd name="connsiteY16" fmla="*/ 1051829 h 1298909"/>
                <a:gd name="connsiteX17" fmla="*/ 903327 w 975804"/>
                <a:gd name="connsiteY17" fmla="*/ 1016526 h 1298909"/>
                <a:gd name="connsiteX18" fmla="*/ 895825 w 975804"/>
                <a:gd name="connsiteY18" fmla="*/ 993465 h 1298909"/>
                <a:gd name="connsiteX19" fmla="*/ 853268 w 975804"/>
                <a:gd name="connsiteY19" fmla="*/ 922179 h 1298909"/>
                <a:gd name="connsiteX20" fmla="*/ 828444 w 975804"/>
                <a:gd name="connsiteY20" fmla="*/ 910494 h 1298909"/>
                <a:gd name="connsiteX21" fmla="*/ 813440 w 975804"/>
                <a:gd name="connsiteY21" fmla="*/ 912287 h 1298909"/>
                <a:gd name="connsiteX22" fmla="*/ 805665 w 975804"/>
                <a:gd name="connsiteY22" fmla="*/ 915254 h 1298909"/>
                <a:gd name="connsiteX23" fmla="*/ 798481 w 975804"/>
                <a:gd name="connsiteY23" fmla="*/ 928114 h 1298909"/>
                <a:gd name="connsiteX24" fmla="*/ 798481 w 975804"/>
                <a:gd name="connsiteY24" fmla="*/ 1255795 h 1298909"/>
                <a:gd name="connsiteX25" fmla="*/ 738284 w 975804"/>
                <a:gd name="connsiteY25" fmla="*/ 1295302 h 1298909"/>
                <a:gd name="connsiteX26" fmla="*/ 475033 w 975804"/>
                <a:gd name="connsiteY26" fmla="*/ 1181232 h 1298909"/>
                <a:gd name="connsiteX27" fmla="*/ 436387 w 975804"/>
                <a:gd name="connsiteY27" fmla="*/ 1138696 h 1298909"/>
                <a:gd name="connsiteX28" fmla="*/ 432204 w 975804"/>
                <a:gd name="connsiteY28" fmla="*/ 1111739 h 1298909"/>
                <a:gd name="connsiteX29" fmla="*/ 446844 w 975804"/>
                <a:gd name="connsiteY29" fmla="*/ 1072232 h 1298909"/>
                <a:gd name="connsiteX30" fmla="*/ 458847 w 975804"/>
                <a:gd name="connsiteY30" fmla="*/ 1063515 h 1298909"/>
                <a:gd name="connsiteX31" fmla="*/ 477397 w 975804"/>
                <a:gd name="connsiteY31" fmla="*/ 1037176 h 1298909"/>
                <a:gd name="connsiteX32" fmla="*/ 484581 w 975804"/>
                <a:gd name="connsiteY32" fmla="*/ 1000019 h 1298909"/>
                <a:gd name="connsiteX33" fmla="*/ 344135 w 975804"/>
                <a:gd name="connsiteY33" fmla="*/ 840073 h 1298909"/>
                <a:gd name="connsiteX34" fmla="*/ 264751 w 975804"/>
                <a:gd name="connsiteY34" fmla="*/ 880508 h 1298909"/>
                <a:gd name="connsiteX35" fmla="*/ 262068 w 975804"/>
                <a:gd name="connsiteY35" fmla="*/ 962304 h 1298909"/>
                <a:gd name="connsiteX36" fmla="*/ 278527 w 975804"/>
                <a:gd name="connsiteY36" fmla="*/ 998844 h 1298909"/>
                <a:gd name="connsiteX37" fmla="*/ 288439 w 975804"/>
                <a:gd name="connsiteY37" fmla="*/ 1013497 h 1298909"/>
                <a:gd name="connsiteX38" fmla="*/ 307308 w 975804"/>
                <a:gd name="connsiteY38" fmla="*/ 1074272 h 1298909"/>
                <a:gd name="connsiteX39" fmla="*/ 298305 w 975804"/>
                <a:gd name="connsiteY39" fmla="*/ 1105124 h 1298909"/>
                <a:gd name="connsiteX40" fmla="*/ 257295 w 975804"/>
                <a:gd name="connsiteY40" fmla="*/ 1087503 h 1298909"/>
                <a:gd name="connsiteX41" fmla="*/ 41647 w 975804"/>
                <a:gd name="connsiteY41" fmla="*/ 994021 h 1298909"/>
                <a:gd name="connsiteX42" fmla="*/ 0 w 975804"/>
                <a:gd name="connsiteY42" fmla="*/ 930525 h 1298909"/>
                <a:gd name="connsiteX43" fmla="*/ 1182 w 975804"/>
                <a:gd name="connsiteY43" fmla="*/ 54814 h 1298909"/>
                <a:gd name="connsiteX44" fmla="*/ 9808 w 975804"/>
                <a:gd name="connsiteY44" fmla="*/ 21357 h 1298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75804" h="1298909">
                  <a:moveTo>
                    <a:pt x="29728" y="0"/>
                  </a:moveTo>
                  <a:lnTo>
                    <a:pt x="788812" y="303071"/>
                  </a:lnTo>
                  <a:lnTo>
                    <a:pt x="798163" y="334270"/>
                  </a:lnTo>
                  <a:lnTo>
                    <a:pt x="798163" y="711907"/>
                  </a:lnTo>
                  <a:cubicBezTo>
                    <a:pt x="798163" y="733793"/>
                    <a:pt x="803573" y="754134"/>
                    <a:pt x="813167" y="771198"/>
                  </a:cubicBezTo>
                  <a:cubicBezTo>
                    <a:pt x="814940" y="774475"/>
                    <a:pt x="816440" y="777505"/>
                    <a:pt x="818532" y="780472"/>
                  </a:cubicBezTo>
                  <a:cubicBezTo>
                    <a:pt x="821851" y="784986"/>
                    <a:pt x="824852" y="788572"/>
                    <a:pt x="828125" y="791848"/>
                  </a:cubicBezTo>
                  <a:cubicBezTo>
                    <a:pt x="829944" y="793951"/>
                    <a:pt x="832035" y="795744"/>
                    <a:pt x="834127" y="797536"/>
                  </a:cubicBezTo>
                  <a:cubicBezTo>
                    <a:pt x="853905" y="814044"/>
                    <a:pt x="876638" y="812808"/>
                    <a:pt x="892824" y="795187"/>
                  </a:cubicBezTo>
                  <a:cubicBezTo>
                    <a:pt x="893733" y="794260"/>
                    <a:pt x="894324" y="793394"/>
                    <a:pt x="894915" y="792467"/>
                  </a:cubicBezTo>
                  <a:cubicBezTo>
                    <a:pt x="896734" y="789499"/>
                    <a:pt x="898189" y="787088"/>
                    <a:pt x="900008" y="785295"/>
                  </a:cubicBezTo>
                  <a:cubicBezTo>
                    <a:pt x="902417" y="782574"/>
                    <a:pt x="904782" y="781091"/>
                    <a:pt x="907191" y="781091"/>
                  </a:cubicBezTo>
                  <a:cubicBezTo>
                    <a:pt x="913784" y="781091"/>
                    <a:pt x="925469" y="789190"/>
                    <a:pt x="938927" y="814044"/>
                  </a:cubicBezTo>
                  <a:cubicBezTo>
                    <a:pt x="955704" y="844587"/>
                    <a:pt x="968889" y="892811"/>
                    <a:pt x="973390" y="939243"/>
                  </a:cubicBezTo>
                  <a:cubicBezTo>
                    <a:pt x="982075" y="1023698"/>
                    <a:pt x="965616" y="1072479"/>
                    <a:pt x="951248" y="1080022"/>
                  </a:cubicBezTo>
                  <a:cubicBezTo>
                    <a:pt x="950021" y="1080888"/>
                    <a:pt x="946156" y="1082990"/>
                    <a:pt x="937427" y="1075509"/>
                  </a:cubicBezTo>
                  <a:cubicBezTo>
                    <a:pt x="931743" y="1070377"/>
                    <a:pt x="925469" y="1062340"/>
                    <a:pt x="919467" y="1051829"/>
                  </a:cubicBezTo>
                  <a:cubicBezTo>
                    <a:pt x="913784" y="1041937"/>
                    <a:pt x="908419" y="1030004"/>
                    <a:pt x="903327" y="1016526"/>
                  </a:cubicBezTo>
                  <a:cubicBezTo>
                    <a:pt x="900599" y="1009602"/>
                    <a:pt x="898234" y="1002121"/>
                    <a:pt x="895825" y="993465"/>
                  </a:cubicBezTo>
                  <a:cubicBezTo>
                    <a:pt x="887413" y="970404"/>
                    <a:pt x="873364" y="939243"/>
                    <a:pt x="853268" y="922179"/>
                  </a:cubicBezTo>
                  <a:cubicBezTo>
                    <a:pt x="845493" y="915254"/>
                    <a:pt x="836809" y="911359"/>
                    <a:pt x="828444" y="910494"/>
                  </a:cubicBezTo>
                  <a:cubicBezTo>
                    <a:pt x="823351" y="909875"/>
                    <a:pt x="818259" y="910803"/>
                    <a:pt x="813440" y="912287"/>
                  </a:cubicBezTo>
                  <a:cubicBezTo>
                    <a:pt x="810757" y="913152"/>
                    <a:pt x="808075" y="913770"/>
                    <a:pt x="805665" y="915254"/>
                  </a:cubicBezTo>
                  <a:cubicBezTo>
                    <a:pt x="801164" y="917975"/>
                    <a:pt x="798481" y="922735"/>
                    <a:pt x="798481" y="928114"/>
                  </a:cubicBezTo>
                  <a:lnTo>
                    <a:pt x="798481" y="1255795"/>
                  </a:lnTo>
                  <a:cubicBezTo>
                    <a:pt x="798481" y="1286956"/>
                    <a:pt x="766746" y="1307606"/>
                    <a:pt x="738284" y="1295302"/>
                  </a:cubicBezTo>
                  <a:lnTo>
                    <a:pt x="475033" y="1181232"/>
                  </a:lnTo>
                  <a:cubicBezTo>
                    <a:pt x="456756" y="1173133"/>
                    <a:pt x="442070" y="1157862"/>
                    <a:pt x="436387" y="1138696"/>
                  </a:cubicBezTo>
                  <a:cubicBezTo>
                    <a:pt x="433704" y="1129422"/>
                    <a:pt x="432204" y="1120148"/>
                    <a:pt x="432204" y="1111739"/>
                  </a:cubicBezTo>
                  <a:cubicBezTo>
                    <a:pt x="432204" y="1094984"/>
                    <a:pt x="437296" y="1081506"/>
                    <a:pt x="446844" y="1072232"/>
                  </a:cubicBezTo>
                  <a:cubicBezTo>
                    <a:pt x="451345" y="1069512"/>
                    <a:pt x="455255" y="1066791"/>
                    <a:pt x="458847" y="1063515"/>
                  </a:cubicBezTo>
                  <a:cubicBezTo>
                    <a:pt x="466622" y="1056652"/>
                    <a:pt x="472896" y="1047625"/>
                    <a:pt x="477397" y="1037176"/>
                  </a:cubicBezTo>
                  <a:cubicBezTo>
                    <a:pt x="482217" y="1025800"/>
                    <a:pt x="484581" y="1013188"/>
                    <a:pt x="484581" y="1000019"/>
                  </a:cubicBezTo>
                  <a:cubicBezTo>
                    <a:pt x="484899" y="926630"/>
                    <a:pt x="416291" y="848791"/>
                    <a:pt x="344135" y="840073"/>
                  </a:cubicBezTo>
                  <a:cubicBezTo>
                    <a:pt x="309399" y="835869"/>
                    <a:pt x="278846" y="851449"/>
                    <a:pt x="264751" y="880508"/>
                  </a:cubicBezTo>
                  <a:cubicBezTo>
                    <a:pt x="253384" y="903878"/>
                    <a:pt x="252475" y="932009"/>
                    <a:pt x="262068" y="962304"/>
                  </a:cubicBezTo>
                  <a:cubicBezTo>
                    <a:pt x="265979" y="974855"/>
                    <a:pt x="271344" y="987159"/>
                    <a:pt x="278527" y="998844"/>
                  </a:cubicBezTo>
                  <a:cubicBezTo>
                    <a:pt x="281846" y="1004223"/>
                    <a:pt x="285438" y="1009602"/>
                    <a:pt x="288439" y="1013497"/>
                  </a:cubicBezTo>
                  <a:cubicBezTo>
                    <a:pt x="300715" y="1034147"/>
                    <a:pt x="307308" y="1055106"/>
                    <a:pt x="307308" y="1074272"/>
                  </a:cubicBezTo>
                  <a:cubicBezTo>
                    <a:pt x="307308" y="1086576"/>
                    <a:pt x="304307" y="1097086"/>
                    <a:pt x="298305" y="1105124"/>
                  </a:cubicBezTo>
                  <a:lnTo>
                    <a:pt x="257295" y="1087503"/>
                  </a:lnTo>
                  <a:lnTo>
                    <a:pt x="41647" y="994021"/>
                  </a:lnTo>
                  <a:cubicBezTo>
                    <a:pt x="16459" y="983264"/>
                    <a:pt x="0" y="958100"/>
                    <a:pt x="0" y="930525"/>
                  </a:cubicBezTo>
                  <a:lnTo>
                    <a:pt x="1182" y="54814"/>
                  </a:lnTo>
                  <a:cubicBezTo>
                    <a:pt x="1182" y="42464"/>
                    <a:pt x="4348" y="31122"/>
                    <a:pt x="9808" y="21357"/>
                  </a:cubicBezTo>
                  <a:close/>
                </a:path>
              </a:pathLst>
            </a:custGeom>
            <a:solidFill>
              <a:schemeClr val="accen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E74E1F50-78C8-0F52-9A37-5C7609AA1B17}"/>
                </a:ext>
              </a:extLst>
            </p:cNvPr>
            <p:cNvSpPr/>
            <p:nvPr/>
          </p:nvSpPr>
          <p:spPr>
            <a:xfrm>
              <a:off x="4985795" y="2505582"/>
              <a:ext cx="1056593" cy="1965749"/>
            </a:xfrm>
            <a:custGeom>
              <a:avLst/>
              <a:gdLst>
                <a:gd name="connsiteX0" fmla="*/ 13081 w 21600"/>
                <a:gd name="connsiteY0" fmla="*/ 19716 h 21364"/>
                <a:gd name="connsiteX1" fmla="*/ 12836 w 21600"/>
                <a:gd name="connsiteY1" fmla="*/ 19521 h 21364"/>
                <a:gd name="connsiteX2" fmla="*/ 12183 w 21600"/>
                <a:gd name="connsiteY2" fmla="*/ 18401 h 21364"/>
                <a:gd name="connsiteX3" fmla="*/ 12461 w 21600"/>
                <a:gd name="connsiteY3" fmla="*/ 17807 h 21364"/>
                <a:gd name="connsiteX4" fmla="*/ 12697 w 21600"/>
                <a:gd name="connsiteY4" fmla="*/ 17625 h 21364"/>
                <a:gd name="connsiteX5" fmla="*/ 12795 w 21600"/>
                <a:gd name="connsiteY5" fmla="*/ 17560 h 21364"/>
                <a:gd name="connsiteX6" fmla="*/ 13244 w 21600"/>
                <a:gd name="connsiteY6" fmla="*/ 17516 h 21364"/>
                <a:gd name="connsiteX7" fmla="*/ 13244 w 21600"/>
                <a:gd name="connsiteY7" fmla="*/ 17516 h 21364"/>
                <a:gd name="connsiteX8" fmla="*/ 18964 w 21600"/>
                <a:gd name="connsiteY8" fmla="*/ 18835 h 21364"/>
                <a:gd name="connsiteX9" fmla="*/ 21600 w 21600"/>
                <a:gd name="connsiteY9" fmla="*/ 17915 h 21364"/>
                <a:gd name="connsiteX10" fmla="*/ 21567 w 21600"/>
                <a:gd name="connsiteY10" fmla="*/ 5009 h 21364"/>
                <a:gd name="connsiteX11" fmla="*/ 19794 w 21600"/>
                <a:gd name="connsiteY11" fmla="*/ 3649 h 21364"/>
                <a:gd name="connsiteX12" fmla="*/ 2619 w 21600"/>
                <a:gd name="connsiteY12" fmla="*/ 81 h 21364"/>
                <a:gd name="connsiteX13" fmla="*/ 0 w 21600"/>
                <a:gd name="connsiteY13" fmla="*/ 1005 h 21364"/>
                <a:gd name="connsiteX14" fmla="*/ 0 w 21600"/>
                <a:gd name="connsiteY14" fmla="*/ 5443 h 21364"/>
                <a:gd name="connsiteX15" fmla="*/ 408 w 21600"/>
                <a:gd name="connsiteY15" fmla="*/ 6185 h 21364"/>
                <a:gd name="connsiteX16" fmla="*/ 685 w 21600"/>
                <a:gd name="connsiteY16" fmla="*/ 6350 h 21364"/>
                <a:gd name="connsiteX17" fmla="*/ 1142 w 21600"/>
                <a:gd name="connsiteY17" fmla="*/ 6371 h 21364"/>
                <a:gd name="connsiteX18" fmla="*/ 1363 w 21600"/>
                <a:gd name="connsiteY18" fmla="*/ 6215 h 21364"/>
                <a:gd name="connsiteX19" fmla="*/ 2113 w 21600"/>
                <a:gd name="connsiteY19" fmla="*/ 6011 h 21364"/>
                <a:gd name="connsiteX20" fmla="*/ 3737 w 21600"/>
                <a:gd name="connsiteY20" fmla="*/ 6714 h 21364"/>
                <a:gd name="connsiteX21" fmla="*/ 4782 w 21600"/>
                <a:gd name="connsiteY21" fmla="*/ 8701 h 21364"/>
                <a:gd name="connsiteX22" fmla="*/ 3746 w 21600"/>
                <a:gd name="connsiteY22" fmla="*/ 11170 h 21364"/>
                <a:gd name="connsiteX23" fmla="*/ 2456 w 21600"/>
                <a:gd name="connsiteY23" fmla="*/ 11048 h 21364"/>
                <a:gd name="connsiteX24" fmla="*/ 1787 w 21600"/>
                <a:gd name="connsiteY24" fmla="*/ 10593 h 21364"/>
                <a:gd name="connsiteX25" fmla="*/ 1289 w 21600"/>
                <a:gd name="connsiteY25" fmla="*/ 10011 h 21364"/>
                <a:gd name="connsiteX26" fmla="*/ 1077 w 21600"/>
                <a:gd name="connsiteY26" fmla="*/ 9660 h 21364"/>
                <a:gd name="connsiteX27" fmla="*/ 163 w 21600"/>
                <a:gd name="connsiteY27" fmla="*/ 8823 h 21364"/>
                <a:gd name="connsiteX28" fmla="*/ 16 w 21600"/>
                <a:gd name="connsiteY28" fmla="*/ 8766 h 21364"/>
                <a:gd name="connsiteX29" fmla="*/ 16 w 21600"/>
                <a:gd name="connsiteY29" fmla="*/ 13803 h 21364"/>
                <a:gd name="connsiteX30" fmla="*/ 1151 w 21600"/>
                <a:gd name="connsiteY30" fmla="*/ 14722 h 21364"/>
                <a:gd name="connsiteX31" fmla="*/ 5239 w 21600"/>
                <a:gd name="connsiteY31" fmla="*/ 15664 h 21364"/>
                <a:gd name="connsiteX32" fmla="*/ 9588 w 21600"/>
                <a:gd name="connsiteY32" fmla="*/ 16666 h 21364"/>
                <a:gd name="connsiteX33" fmla="*/ 9588 w 21600"/>
                <a:gd name="connsiteY33" fmla="*/ 16666 h 21364"/>
                <a:gd name="connsiteX34" fmla="*/ 9768 w 21600"/>
                <a:gd name="connsiteY34" fmla="*/ 16748 h 21364"/>
                <a:gd name="connsiteX35" fmla="*/ 10029 w 21600"/>
                <a:gd name="connsiteY35" fmla="*/ 17004 h 21364"/>
                <a:gd name="connsiteX36" fmla="*/ 10249 w 21600"/>
                <a:gd name="connsiteY36" fmla="*/ 17291 h 21364"/>
                <a:gd name="connsiteX37" fmla="*/ 10429 w 21600"/>
                <a:gd name="connsiteY37" fmla="*/ 17850 h 21364"/>
                <a:gd name="connsiteX38" fmla="*/ 9719 w 21600"/>
                <a:gd name="connsiteY38" fmla="*/ 18757 h 21364"/>
                <a:gd name="connsiteX39" fmla="*/ 9637 w 21600"/>
                <a:gd name="connsiteY39" fmla="*/ 18787 h 21364"/>
                <a:gd name="connsiteX40" fmla="*/ 9425 w 21600"/>
                <a:gd name="connsiteY40" fmla="*/ 18865 h 21364"/>
                <a:gd name="connsiteX41" fmla="*/ 9123 w 21600"/>
                <a:gd name="connsiteY41" fmla="*/ 19091 h 21364"/>
                <a:gd name="connsiteX42" fmla="*/ 8993 w 21600"/>
                <a:gd name="connsiteY42" fmla="*/ 19455 h 21364"/>
                <a:gd name="connsiteX43" fmla="*/ 12110 w 21600"/>
                <a:gd name="connsiteY43" fmla="*/ 21356 h 21364"/>
                <a:gd name="connsiteX44" fmla="*/ 13440 w 21600"/>
                <a:gd name="connsiteY44" fmla="*/ 21017 h 21364"/>
                <a:gd name="connsiteX45" fmla="*/ 13464 w 21600"/>
                <a:gd name="connsiteY45" fmla="*/ 20145 h 21364"/>
                <a:gd name="connsiteX46" fmla="*/ 13081 w 21600"/>
                <a:gd name="connsiteY46" fmla="*/ 19716 h 21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1600" h="21364" extrusionOk="0">
                  <a:moveTo>
                    <a:pt x="13081" y="19716"/>
                  </a:moveTo>
                  <a:cubicBezTo>
                    <a:pt x="13007" y="19651"/>
                    <a:pt x="12926" y="19581"/>
                    <a:pt x="12836" y="19521"/>
                  </a:cubicBezTo>
                  <a:cubicBezTo>
                    <a:pt x="12403" y="19139"/>
                    <a:pt x="12183" y="18757"/>
                    <a:pt x="12183" y="18401"/>
                  </a:cubicBezTo>
                  <a:cubicBezTo>
                    <a:pt x="12183" y="18180"/>
                    <a:pt x="12281" y="17980"/>
                    <a:pt x="12461" y="17807"/>
                  </a:cubicBezTo>
                  <a:cubicBezTo>
                    <a:pt x="12526" y="17742"/>
                    <a:pt x="12607" y="17681"/>
                    <a:pt x="12697" y="17625"/>
                  </a:cubicBezTo>
                  <a:lnTo>
                    <a:pt x="12795" y="17560"/>
                  </a:lnTo>
                  <a:cubicBezTo>
                    <a:pt x="12918" y="17499"/>
                    <a:pt x="13089" y="17482"/>
                    <a:pt x="13244" y="17516"/>
                  </a:cubicBezTo>
                  <a:lnTo>
                    <a:pt x="13244" y="17516"/>
                  </a:lnTo>
                  <a:lnTo>
                    <a:pt x="18964" y="18835"/>
                  </a:lnTo>
                  <a:cubicBezTo>
                    <a:pt x="20213" y="19121"/>
                    <a:pt x="21600" y="18636"/>
                    <a:pt x="21600" y="17915"/>
                  </a:cubicBezTo>
                  <a:lnTo>
                    <a:pt x="21567" y="5009"/>
                  </a:lnTo>
                  <a:cubicBezTo>
                    <a:pt x="21567" y="4606"/>
                    <a:pt x="20487" y="3805"/>
                    <a:pt x="19794" y="3649"/>
                  </a:cubicBezTo>
                  <a:cubicBezTo>
                    <a:pt x="13861" y="2313"/>
                    <a:pt x="8552" y="1417"/>
                    <a:pt x="2619" y="81"/>
                  </a:cubicBezTo>
                  <a:cubicBezTo>
                    <a:pt x="1379" y="-201"/>
                    <a:pt x="0" y="285"/>
                    <a:pt x="0" y="1005"/>
                  </a:cubicBezTo>
                  <a:lnTo>
                    <a:pt x="0" y="5443"/>
                  </a:lnTo>
                  <a:cubicBezTo>
                    <a:pt x="0" y="5643"/>
                    <a:pt x="73" y="5933"/>
                    <a:pt x="408" y="6185"/>
                  </a:cubicBezTo>
                  <a:cubicBezTo>
                    <a:pt x="506" y="6254"/>
                    <a:pt x="596" y="6311"/>
                    <a:pt x="685" y="6350"/>
                  </a:cubicBezTo>
                  <a:cubicBezTo>
                    <a:pt x="930" y="6454"/>
                    <a:pt x="1045" y="6428"/>
                    <a:pt x="1142" y="6371"/>
                  </a:cubicBezTo>
                  <a:cubicBezTo>
                    <a:pt x="1208" y="6311"/>
                    <a:pt x="1281" y="6259"/>
                    <a:pt x="1363" y="6215"/>
                  </a:cubicBezTo>
                  <a:cubicBezTo>
                    <a:pt x="1575" y="6089"/>
                    <a:pt x="1836" y="6020"/>
                    <a:pt x="2113" y="6011"/>
                  </a:cubicBezTo>
                  <a:cubicBezTo>
                    <a:pt x="2668" y="5990"/>
                    <a:pt x="3240" y="6228"/>
                    <a:pt x="3737" y="6714"/>
                  </a:cubicBezTo>
                  <a:cubicBezTo>
                    <a:pt x="4251" y="7213"/>
                    <a:pt x="4635" y="7955"/>
                    <a:pt x="4782" y="8701"/>
                  </a:cubicBezTo>
                  <a:cubicBezTo>
                    <a:pt x="5027" y="9976"/>
                    <a:pt x="4627" y="10922"/>
                    <a:pt x="3746" y="11170"/>
                  </a:cubicBezTo>
                  <a:cubicBezTo>
                    <a:pt x="3509" y="11235"/>
                    <a:pt x="3027" y="11308"/>
                    <a:pt x="2456" y="11048"/>
                  </a:cubicBezTo>
                  <a:cubicBezTo>
                    <a:pt x="2220" y="10944"/>
                    <a:pt x="1999" y="10788"/>
                    <a:pt x="1787" y="10593"/>
                  </a:cubicBezTo>
                  <a:cubicBezTo>
                    <a:pt x="1608" y="10428"/>
                    <a:pt x="1444" y="10232"/>
                    <a:pt x="1289" y="10011"/>
                  </a:cubicBezTo>
                  <a:cubicBezTo>
                    <a:pt x="1216" y="9898"/>
                    <a:pt x="1142" y="9781"/>
                    <a:pt x="1077" y="9660"/>
                  </a:cubicBezTo>
                  <a:cubicBezTo>
                    <a:pt x="808" y="9274"/>
                    <a:pt x="481" y="8970"/>
                    <a:pt x="163" y="8823"/>
                  </a:cubicBezTo>
                  <a:cubicBezTo>
                    <a:pt x="106" y="8796"/>
                    <a:pt x="57" y="8779"/>
                    <a:pt x="16" y="8766"/>
                  </a:cubicBezTo>
                  <a:lnTo>
                    <a:pt x="16" y="13803"/>
                  </a:lnTo>
                  <a:cubicBezTo>
                    <a:pt x="16" y="14202"/>
                    <a:pt x="465" y="14562"/>
                    <a:pt x="1151" y="14722"/>
                  </a:cubicBezTo>
                  <a:lnTo>
                    <a:pt x="5239" y="15664"/>
                  </a:lnTo>
                  <a:lnTo>
                    <a:pt x="9588" y="16666"/>
                  </a:lnTo>
                  <a:lnTo>
                    <a:pt x="9588" y="16666"/>
                  </a:lnTo>
                  <a:cubicBezTo>
                    <a:pt x="9662" y="16683"/>
                    <a:pt x="9727" y="16714"/>
                    <a:pt x="9768" y="16748"/>
                  </a:cubicBezTo>
                  <a:cubicBezTo>
                    <a:pt x="9866" y="16831"/>
                    <a:pt x="9955" y="16918"/>
                    <a:pt x="10029" y="17004"/>
                  </a:cubicBezTo>
                  <a:cubicBezTo>
                    <a:pt x="10119" y="17100"/>
                    <a:pt x="10192" y="17195"/>
                    <a:pt x="10249" y="17291"/>
                  </a:cubicBezTo>
                  <a:cubicBezTo>
                    <a:pt x="10363" y="17482"/>
                    <a:pt x="10429" y="17672"/>
                    <a:pt x="10429" y="17850"/>
                  </a:cubicBezTo>
                  <a:cubicBezTo>
                    <a:pt x="10421" y="18228"/>
                    <a:pt x="10184" y="18544"/>
                    <a:pt x="9719" y="18757"/>
                  </a:cubicBezTo>
                  <a:cubicBezTo>
                    <a:pt x="9694" y="18770"/>
                    <a:pt x="9670" y="18779"/>
                    <a:pt x="9637" y="18787"/>
                  </a:cubicBezTo>
                  <a:cubicBezTo>
                    <a:pt x="9564" y="18809"/>
                    <a:pt x="9490" y="18835"/>
                    <a:pt x="9425" y="18865"/>
                  </a:cubicBezTo>
                  <a:cubicBezTo>
                    <a:pt x="9294" y="18926"/>
                    <a:pt x="9197" y="19000"/>
                    <a:pt x="9123" y="19091"/>
                  </a:cubicBezTo>
                  <a:cubicBezTo>
                    <a:pt x="9033" y="19200"/>
                    <a:pt x="8993" y="19321"/>
                    <a:pt x="8993" y="19455"/>
                  </a:cubicBezTo>
                  <a:cubicBezTo>
                    <a:pt x="8993" y="20306"/>
                    <a:pt x="10535" y="21243"/>
                    <a:pt x="12110" y="21356"/>
                  </a:cubicBezTo>
                  <a:cubicBezTo>
                    <a:pt x="12714" y="21399"/>
                    <a:pt x="13211" y="21269"/>
                    <a:pt x="13440" y="21017"/>
                  </a:cubicBezTo>
                  <a:cubicBezTo>
                    <a:pt x="13709" y="20718"/>
                    <a:pt x="13603" y="20380"/>
                    <a:pt x="13464" y="20145"/>
                  </a:cubicBezTo>
                  <a:cubicBezTo>
                    <a:pt x="13366" y="20006"/>
                    <a:pt x="13236" y="19859"/>
                    <a:pt x="13081" y="19716"/>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DB895390-AE58-936B-12C6-7ADE30DCF2CD}"/>
                </a:ext>
              </a:extLst>
            </p:cNvPr>
            <p:cNvSpPr/>
            <p:nvPr/>
          </p:nvSpPr>
          <p:spPr>
            <a:xfrm>
              <a:off x="4746299" y="3902660"/>
              <a:ext cx="1286745" cy="1742993"/>
            </a:xfrm>
            <a:custGeom>
              <a:avLst/>
              <a:gdLst/>
              <a:ahLst/>
              <a:cxnLst>
                <a:cxn ang="0">
                  <a:pos x="wd2" y="hd2"/>
                </a:cxn>
                <a:cxn ang="5400000">
                  <a:pos x="wd2" y="hd2"/>
                </a:cxn>
                <a:cxn ang="10800000">
                  <a:pos x="wd2" y="hd2"/>
                </a:cxn>
                <a:cxn ang="16200000">
                  <a:pos x="wd2" y="hd2"/>
                </a:cxn>
              </a:cxnLst>
              <a:rect l="0" t="0" r="r" b="b"/>
              <a:pathLst>
                <a:path w="21464" h="21291" extrusionOk="0">
                  <a:moveTo>
                    <a:pt x="21437" y="6116"/>
                  </a:moveTo>
                  <a:cubicBezTo>
                    <a:pt x="21437" y="5668"/>
                    <a:pt x="21071" y="5263"/>
                    <a:pt x="20512" y="5082"/>
                  </a:cubicBezTo>
                  <a:lnTo>
                    <a:pt x="14579" y="3200"/>
                  </a:lnTo>
                  <a:cubicBezTo>
                    <a:pt x="14466" y="3332"/>
                    <a:pt x="14413" y="3488"/>
                    <a:pt x="14413" y="3673"/>
                  </a:cubicBezTo>
                  <a:cubicBezTo>
                    <a:pt x="14413" y="3985"/>
                    <a:pt x="14559" y="4332"/>
                    <a:pt x="14832" y="4663"/>
                  </a:cubicBezTo>
                  <a:cubicBezTo>
                    <a:pt x="14899" y="4727"/>
                    <a:pt x="14979" y="4814"/>
                    <a:pt x="15052" y="4902"/>
                  </a:cubicBezTo>
                  <a:cubicBezTo>
                    <a:pt x="15212" y="5097"/>
                    <a:pt x="15332" y="5297"/>
                    <a:pt x="15418" y="5497"/>
                  </a:cubicBezTo>
                  <a:cubicBezTo>
                    <a:pt x="15631" y="5994"/>
                    <a:pt x="15611" y="6453"/>
                    <a:pt x="15365" y="6833"/>
                  </a:cubicBezTo>
                  <a:cubicBezTo>
                    <a:pt x="15085" y="7252"/>
                    <a:pt x="14526" y="7496"/>
                    <a:pt x="13860" y="7496"/>
                  </a:cubicBezTo>
                  <a:cubicBezTo>
                    <a:pt x="13774" y="7496"/>
                    <a:pt x="13680" y="7491"/>
                    <a:pt x="13594" y="7481"/>
                  </a:cubicBezTo>
                  <a:cubicBezTo>
                    <a:pt x="11982" y="7325"/>
                    <a:pt x="10464" y="6053"/>
                    <a:pt x="10464" y="4863"/>
                  </a:cubicBezTo>
                  <a:cubicBezTo>
                    <a:pt x="10464" y="4648"/>
                    <a:pt x="10518" y="4444"/>
                    <a:pt x="10624" y="4263"/>
                  </a:cubicBezTo>
                  <a:cubicBezTo>
                    <a:pt x="10724" y="4097"/>
                    <a:pt x="10864" y="3951"/>
                    <a:pt x="11037" y="3834"/>
                  </a:cubicBezTo>
                  <a:cubicBezTo>
                    <a:pt x="11117" y="3781"/>
                    <a:pt x="11210" y="3737"/>
                    <a:pt x="11303" y="3698"/>
                  </a:cubicBezTo>
                  <a:cubicBezTo>
                    <a:pt x="11516" y="3551"/>
                    <a:pt x="11629" y="3327"/>
                    <a:pt x="11629" y="3054"/>
                  </a:cubicBezTo>
                  <a:cubicBezTo>
                    <a:pt x="11629" y="2913"/>
                    <a:pt x="11596" y="2761"/>
                    <a:pt x="11530" y="2605"/>
                  </a:cubicBezTo>
                  <a:cubicBezTo>
                    <a:pt x="11403" y="2313"/>
                    <a:pt x="11083" y="2093"/>
                    <a:pt x="10704" y="1972"/>
                  </a:cubicBezTo>
                  <a:lnTo>
                    <a:pt x="6090" y="509"/>
                  </a:lnTo>
                  <a:lnTo>
                    <a:pt x="4598" y="36"/>
                  </a:lnTo>
                  <a:cubicBezTo>
                    <a:pt x="4219" y="-86"/>
                    <a:pt x="3799" y="119"/>
                    <a:pt x="3799" y="421"/>
                  </a:cubicBezTo>
                  <a:lnTo>
                    <a:pt x="3799" y="7145"/>
                  </a:lnTo>
                  <a:cubicBezTo>
                    <a:pt x="3799" y="7257"/>
                    <a:pt x="3693" y="7359"/>
                    <a:pt x="3539" y="7384"/>
                  </a:cubicBezTo>
                  <a:cubicBezTo>
                    <a:pt x="3520" y="7389"/>
                    <a:pt x="3493" y="7389"/>
                    <a:pt x="3466" y="7389"/>
                  </a:cubicBezTo>
                  <a:cubicBezTo>
                    <a:pt x="3373" y="7398"/>
                    <a:pt x="3260" y="7394"/>
                    <a:pt x="3133" y="7369"/>
                  </a:cubicBezTo>
                  <a:cubicBezTo>
                    <a:pt x="3007" y="7345"/>
                    <a:pt x="2874" y="7296"/>
                    <a:pt x="2734" y="7208"/>
                  </a:cubicBezTo>
                  <a:cubicBezTo>
                    <a:pt x="2288" y="6930"/>
                    <a:pt x="1975" y="6428"/>
                    <a:pt x="1788" y="6053"/>
                  </a:cubicBezTo>
                  <a:cubicBezTo>
                    <a:pt x="1735" y="5911"/>
                    <a:pt x="1675" y="5789"/>
                    <a:pt x="1622" y="5677"/>
                  </a:cubicBezTo>
                  <a:cubicBezTo>
                    <a:pt x="1515" y="5458"/>
                    <a:pt x="1395" y="5268"/>
                    <a:pt x="1262" y="5107"/>
                  </a:cubicBezTo>
                  <a:cubicBezTo>
                    <a:pt x="1129" y="4936"/>
                    <a:pt x="989" y="4809"/>
                    <a:pt x="863" y="4726"/>
                  </a:cubicBezTo>
                  <a:cubicBezTo>
                    <a:pt x="670" y="4609"/>
                    <a:pt x="583" y="4644"/>
                    <a:pt x="550" y="4653"/>
                  </a:cubicBezTo>
                  <a:cubicBezTo>
                    <a:pt x="230" y="4775"/>
                    <a:pt x="-136" y="5565"/>
                    <a:pt x="50" y="6925"/>
                  </a:cubicBezTo>
                  <a:cubicBezTo>
                    <a:pt x="157" y="7681"/>
                    <a:pt x="450" y="8461"/>
                    <a:pt x="823" y="8964"/>
                  </a:cubicBezTo>
                  <a:cubicBezTo>
                    <a:pt x="1129" y="9373"/>
                    <a:pt x="1402" y="9505"/>
                    <a:pt x="1535" y="9510"/>
                  </a:cubicBezTo>
                  <a:cubicBezTo>
                    <a:pt x="1555" y="9510"/>
                    <a:pt x="1609" y="9510"/>
                    <a:pt x="1695" y="9441"/>
                  </a:cubicBezTo>
                  <a:cubicBezTo>
                    <a:pt x="1735" y="9412"/>
                    <a:pt x="1768" y="9373"/>
                    <a:pt x="1802" y="9329"/>
                  </a:cubicBezTo>
                  <a:cubicBezTo>
                    <a:pt x="1815" y="9315"/>
                    <a:pt x="1828" y="9300"/>
                    <a:pt x="1848" y="9285"/>
                  </a:cubicBezTo>
                  <a:cubicBezTo>
                    <a:pt x="2208" y="9003"/>
                    <a:pt x="2701" y="8988"/>
                    <a:pt x="3133" y="9241"/>
                  </a:cubicBezTo>
                  <a:cubicBezTo>
                    <a:pt x="3140" y="9246"/>
                    <a:pt x="3147" y="9246"/>
                    <a:pt x="3153" y="9251"/>
                  </a:cubicBezTo>
                  <a:cubicBezTo>
                    <a:pt x="3260" y="9315"/>
                    <a:pt x="3366" y="9397"/>
                    <a:pt x="3466" y="9500"/>
                  </a:cubicBezTo>
                  <a:cubicBezTo>
                    <a:pt x="3566" y="9602"/>
                    <a:pt x="3666" y="9719"/>
                    <a:pt x="3766" y="9856"/>
                  </a:cubicBezTo>
                  <a:cubicBezTo>
                    <a:pt x="3792" y="9890"/>
                    <a:pt x="3799" y="9929"/>
                    <a:pt x="3799" y="9968"/>
                  </a:cubicBezTo>
                  <a:lnTo>
                    <a:pt x="3799" y="15663"/>
                  </a:lnTo>
                  <a:cubicBezTo>
                    <a:pt x="3799" y="16116"/>
                    <a:pt x="4172" y="16526"/>
                    <a:pt x="4738" y="16702"/>
                  </a:cubicBezTo>
                  <a:lnTo>
                    <a:pt x="19327" y="21202"/>
                  </a:lnTo>
                  <a:cubicBezTo>
                    <a:pt x="20339" y="21514"/>
                    <a:pt x="21464" y="20968"/>
                    <a:pt x="21464" y="20163"/>
                  </a:cubicBezTo>
                  <a:lnTo>
                    <a:pt x="21437" y="6116"/>
                  </a:ln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8" name="Shape">
              <a:extLst>
                <a:ext uri="{FF2B5EF4-FFF2-40B4-BE49-F238E27FC236}">
                  <a16:creationId xmlns:a16="http://schemas.microsoft.com/office/drawing/2014/main" id="{A8CD5814-4E0F-EC5E-728D-3D9A08940A46}"/>
                </a:ext>
              </a:extLst>
            </p:cNvPr>
            <p:cNvSpPr/>
            <p:nvPr/>
          </p:nvSpPr>
          <p:spPr>
            <a:xfrm>
              <a:off x="3868137" y="3213923"/>
              <a:ext cx="1066173" cy="1960635"/>
            </a:xfrm>
            <a:custGeom>
              <a:avLst/>
              <a:gdLst/>
              <a:ahLst/>
              <a:cxnLst>
                <a:cxn ang="0">
                  <a:pos x="wd2" y="hd2"/>
                </a:cxn>
                <a:cxn ang="5400000">
                  <a:pos x="wd2" y="hd2"/>
                </a:cxn>
                <a:cxn ang="10800000">
                  <a:pos x="wd2" y="hd2"/>
                </a:cxn>
                <a:cxn ang="16200000">
                  <a:pos x="wd2" y="hd2"/>
                </a:cxn>
              </a:cxnLst>
              <a:rect l="0" t="0" r="r" b="b"/>
              <a:pathLst>
                <a:path w="21600" h="21369" extrusionOk="0">
                  <a:moveTo>
                    <a:pt x="18074" y="11192"/>
                  </a:moveTo>
                  <a:cubicBezTo>
                    <a:pt x="18309" y="11127"/>
                    <a:pt x="18786" y="11053"/>
                    <a:pt x="19352" y="11305"/>
                  </a:cubicBezTo>
                  <a:cubicBezTo>
                    <a:pt x="19586" y="11410"/>
                    <a:pt x="19805" y="11562"/>
                    <a:pt x="20023" y="11758"/>
                  </a:cubicBezTo>
                  <a:cubicBezTo>
                    <a:pt x="20201" y="11923"/>
                    <a:pt x="20371" y="12119"/>
                    <a:pt x="20516" y="12336"/>
                  </a:cubicBezTo>
                  <a:cubicBezTo>
                    <a:pt x="20589" y="12449"/>
                    <a:pt x="20662" y="12563"/>
                    <a:pt x="20727" y="12684"/>
                  </a:cubicBezTo>
                  <a:cubicBezTo>
                    <a:pt x="20977" y="13058"/>
                    <a:pt x="21285" y="13350"/>
                    <a:pt x="21592" y="13502"/>
                  </a:cubicBezTo>
                  <a:lnTo>
                    <a:pt x="21592" y="7734"/>
                  </a:lnTo>
                  <a:cubicBezTo>
                    <a:pt x="21592" y="7312"/>
                    <a:pt x="21123" y="6929"/>
                    <a:pt x="20411" y="6763"/>
                  </a:cubicBezTo>
                  <a:lnTo>
                    <a:pt x="11783" y="4753"/>
                  </a:lnTo>
                  <a:cubicBezTo>
                    <a:pt x="11710" y="4736"/>
                    <a:pt x="11645" y="4706"/>
                    <a:pt x="11605" y="4671"/>
                  </a:cubicBezTo>
                  <a:cubicBezTo>
                    <a:pt x="11500" y="4584"/>
                    <a:pt x="11411" y="4497"/>
                    <a:pt x="11330" y="4410"/>
                  </a:cubicBezTo>
                  <a:cubicBezTo>
                    <a:pt x="11241" y="4314"/>
                    <a:pt x="11160" y="4214"/>
                    <a:pt x="11103" y="4118"/>
                  </a:cubicBezTo>
                  <a:cubicBezTo>
                    <a:pt x="10974" y="3914"/>
                    <a:pt x="10901" y="3714"/>
                    <a:pt x="10901" y="3522"/>
                  </a:cubicBezTo>
                  <a:cubicBezTo>
                    <a:pt x="10901" y="3144"/>
                    <a:pt x="11144" y="2826"/>
                    <a:pt x="11597" y="2609"/>
                  </a:cubicBezTo>
                  <a:cubicBezTo>
                    <a:pt x="11621" y="2596"/>
                    <a:pt x="11645" y="2587"/>
                    <a:pt x="11669" y="2578"/>
                  </a:cubicBezTo>
                  <a:cubicBezTo>
                    <a:pt x="11750" y="2557"/>
                    <a:pt x="11815" y="2530"/>
                    <a:pt x="11880" y="2500"/>
                  </a:cubicBezTo>
                  <a:cubicBezTo>
                    <a:pt x="12009" y="2439"/>
                    <a:pt x="12106" y="2361"/>
                    <a:pt x="12179" y="2269"/>
                  </a:cubicBezTo>
                  <a:cubicBezTo>
                    <a:pt x="12268" y="2161"/>
                    <a:pt x="12308" y="2034"/>
                    <a:pt x="12308" y="1900"/>
                  </a:cubicBezTo>
                  <a:cubicBezTo>
                    <a:pt x="12308" y="1043"/>
                    <a:pt x="10780" y="107"/>
                    <a:pt x="9227" y="7"/>
                  </a:cubicBezTo>
                  <a:cubicBezTo>
                    <a:pt x="8637" y="-32"/>
                    <a:pt x="8135" y="99"/>
                    <a:pt x="7909" y="351"/>
                  </a:cubicBezTo>
                  <a:cubicBezTo>
                    <a:pt x="7691" y="590"/>
                    <a:pt x="7683" y="882"/>
                    <a:pt x="7885" y="1217"/>
                  </a:cubicBezTo>
                  <a:cubicBezTo>
                    <a:pt x="7974" y="1365"/>
                    <a:pt x="8095" y="1512"/>
                    <a:pt x="8257" y="1652"/>
                  </a:cubicBezTo>
                  <a:cubicBezTo>
                    <a:pt x="8329" y="1717"/>
                    <a:pt x="8410" y="1786"/>
                    <a:pt x="8499" y="1847"/>
                  </a:cubicBezTo>
                  <a:cubicBezTo>
                    <a:pt x="8928" y="2230"/>
                    <a:pt x="9146" y="2609"/>
                    <a:pt x="9146" y="2970"/>
                  </a:cubicBezTo>
                  <a:cubicBezTo>
                    <a:pt x="9146" y="3205"/>
                    <a:pt x="9041" y="3414"/>
                    <a:pt x="8839" y="3592"/>
                  </a:cubicBezTo>
                  <a:cubicBezTo>
                    <a:pt x="8766" y="3657"/>
                    <a:pt x="8685" y="3714"/>
                    <a:pt x="8588" y="3770"/>
                  </a:cubicBezTo>
                  <a:cubicBezTo>
                    <a:pt x="8548" y="3792"/>
                    <a:pt x="8515" y="3822"/>
                    <a:pt x="8467" y="3844"/>
                  </a:cubicBezTo>
                  <a:cubicBezTo>
                    <a:pt x="8346" y="3901"/>
                    <a:pt x="8184" y="3914"/>
                    <a:pt x="8038" y="3879"/>
                  </a:cubicBezTo>
                  <a:cubicBezTo>
                    <a:pt x="8038" y="3879"/>
                    <a:pt x="8038" y="3879"/>
                    <a:pt x="8038" y="3879"/>
                  </a:cubicBezTo>
                  <a:lnTo>
                    <a:pt x="4496" y="3052"/>
                  </a:lnTo>
                  <a:lnTo>
                    <a:pt x="40" y="2013"/>
                  </a:lnTo>
                  <a:lnTo>
                    <a:pt x="40" y="2013"/>
                  </a:lnTo>
                  <a:lnTo>
                    <a:pt x="0" y="16313"/>
                  </a:lnTo>
                  <a:cubicBezTo>
                    <a:pt x="0" y="16717"/>
                    <a:pt x="453" y="17083"/>
                    <a:pt x="1140" y="17239"/>
                  </a:cubicBezTo>
                  <a:lnTo>
                    <a:pt x="19004" y="21290"/>
                  </a:lnTo>
                  <a:cubicBezTo>
                    <a:pt x="20233" y="21568"/>
                    <a:pt x="21600" y="21081"/>
                    <a:pt x="21600" y="20363"/>
                  </a:cubicBezTo>
                  <a:lnTo>
                    <a:pt x="21600" y="16369"/>
                  </a:lnTo>
                  <a:cubicBezTo>
                    <a:pt x="21390" y="16160"/>
                    <a:pt x="21220" y="16060"/>
                    <a:pt x="21107" y="16012"/>
                  </a:cubicBezTo>
                  <a:cubicBezTo>
                    <a:pt x="20872" y="15908"/>
                    <a:pt x="20759" y="15934"/>
                    <a:pt x="20654" y="15986"/>
                  </a:cubicBezTo>
                  <a:cubicBezTo>
                    <a:pt x="20589" y="16043"/>
                    <a:pt x="20516" y="16095"/>
                    <a:pt x="20436" y="16143"/>
                  </a:cubicBezTo>
                  <a:cubicBezTo>
                    <a:pt x="20217" y="16269"/>
                    <a:pt x="19958" y="16334"/>
                    <a:pt x="19683" y="16343"/>
                  </a:cubicBezTo>
                  <a:cubicBezTo>
                    <a:pt x="19077" y="16356"/>
                    <a:pt x="18567" y="16113"/>
                    <a:pt x="18082" y="15630"/>
                  </a:cubicBezTo>
                  <a:cubicBezTo>
                    <a:pt x="17573" y="15125"/>
                    <a:pt x="17193" y="14385"/>
                    <a:pt x="17055" y="13646"/>
                  </a:cubicBezTo>
                  <a:cubicBezTo>
                    <a:pt x="16805" y="12384"/>
                    <a:pt x="17201" y="11444"/>
                    <a:pt x="18074" y="11192"/>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9" name="Freeform: Shape 84">
              <a:extLst>
                <a:ext uri="{FF2B5EF4-FFF2-40B4-BE49-F238E27FC236}">
                  <a16:creationId xmlns:a16="http://schemas.microsoft.com/office/drawing/2014/main" id="{729D3C9A-C259-38FF-B9EB-ED54E5CF1A24}"/>
                </a:ext>
              </a:extLst>
            </p:cNvPr>
            <p:cNvSpPr/>
            <p:nvPr/>
          </p:nvSpPr>
          <p:spPr>
            <a:xfrm>
              <a:off x="6213760" y="1650428"/>
              <a:ext cx="1906588" cy="698679"/>
            </a:xfrm>
            <a:custGeom>
              <a:avLst/>
              <a:gdLst>
                <a:gd name="connsiteX0" fmla="*/ 979622 w 1906588"/>
                <a:gd name="connsiteY0" fmla="*/ 4 h 720566"/>
                <a:gd name="connsiteX1" fmla="*/ 1030497 w 1906588"/>
                <a:gd name="connsiteY1" fmla="*/ 8223 h 720566"/>
                <a:gd name="connsiteX2" fmla="*/ 1906588 w 1906588"/>
                <a:gd name="connsiteY2" fmla="*/ 310989 h 720566"/>
                <a:gd name="connsiteX3" fmla="*/ 971893 w 1906588"/>
                <a:gd name="connsiteY3" fmla="*/ 696081 h 720566"/>
                <a:gd name="connsiteX4" fmla="*/ 971172 w 1906588"/>
                <a:gd name="connsiteY4" fmla="*/ 697178 h 720566"/>
                <a:gd name="connsiteX5" fmla="*/ 899304 w 1906588"/>
                <a:gd name="connsiteY5" fmla="*/ 712027 h 720566"/>
                <a:gd name="connsiteX6" fmla="*/ 867083 w 1906588"/>
                <a:gd name="connsiteY6" fmla="*/ 690841 h 720566"/>
                <a:gd name="connsiteX7" fmla="*/ 481972 w 1906588"/>
                <a:gd name="connsiteY7" fmla="*/ 552238 h 720566"/>
                <a:gd name="connsiteX8" fmla="*/ 474392 w 1906588"/>
                <a:gd name="connsiteY8" fmla="*/ 550875 h 720566"/>
                <a:gd name="connsiteX9" fmla="*/ 472820 w 1906588"/>
                <a:gd name="connsiteY9" fmla="*/ 550875 h 720566"/>
                <a:gd name="connsiteX10" fmla="*/ 439635 w 1906588"/>
                <a:gd name="connsiteY10" fmla="*/ 555305 h 720566"/>
                <a:gd name="connsiteX11" fmla="*/ 412920 w 1906588"/>
                <a:gd name="connsiteY11" fmla="*/ 564162 h 720566"/>
                <a:gd name="connsiteX12" fmla="*/ 387407 w 1906588"/>
                <a:gd name="connsiteY12" fmla="*/ 587298 h 720566"/>
                <a:gd name="connsiteX13" fmla="*/ 386946 w 1906588"/>
                <a:gd name="connsiteY13" fmla="*/ 593090 h 720566"/>
                <a:gd name="connsiteX14" fmla="*/ 382970 w 1906588"/>
                <a:gd name="connsiteY14" fmla="*/ 595815 h 720566"/>
                <a:gd name="connsiteX15" fmla="*/ 361062 w 1906588"/>
                <a:gd name="connsiteY15" fmla="*/ 602936 h 720566"/>
                <a:gd name="connsiteX16" fmla="*/ 157053 w 1906588"/>
                <a:gd name="connsiteY16" fmla="*/ 577417 h 720566"/>
                <a:gd name="connsiteX17" fmla="*/ 149472 w 1906588"/>
                <a:gd name="connsiteY17" fmla="*/ 567570 h 720566"/>
                <a:gd name="connsiteX18" fmla="*/ 202532 w 1906588"/>
                <a:gd name="connsiteY18" fmla="*/ 555305 h 720566"/>
                <a:gd name="connsiteX19" fmla="*/ 241263 w 1906588"/>
                <a:gd name="connsiteY19" fmla="*/ 555305 h 720566"/>
                <a:gd name="connsiteX20" fmla="*/ 261692 w 1906588"/>
                <a:gd name="connsiteY20" fmla="*/ 556667 h 720566"/>
                <a:gd name="connsiteX21" fmla="*/ 347104 w 1906588"/>
                <a:gd name="connsiteY21" fmla="*/ 551216 h 720566"/>
                <a:gd name="connsiteX22" fmla="*/ 363467 w 1906588"/>
                <a:gd name="connsiteY22" fmla="*/ 545798 h 720566"/>
                <a:gd name="connsiteX23" fmla="*/ 373449 w 1906588"/>
                <a:gd name="connsiteY23" fmla="*/ 541028 h 720566"/>
                <a:gd name="connsiteX24" fmla="*/ 380567 w 1906588"/>
                <a:gd name="connsiteY24" fmla="*/ 533533 h 720566"/>
                <a:gd name="connsiteX25" fmla="*/ 382231 w 1906588"/>
                <a:gd name="connsiteY25" fmla="*/ 525390 h 720566"/>
                <a:gd name="connsiteX26" fmla="*/ 370214 w 1906588"/>
                <a:gd name="connsiteY26" fmla="*/ 511421 h 720566"/>
                <a:gd name="connsiteX27" fmla="*/ 18580 w 1906588"/>
                <a:gd name="connsiteY27" fmla="*/ 384846 h 720566"/>
                <a:gd name="connsiteX28" fmla="*/ 18580 w 1906588"/>
                <a:gd name="connsiteY28" fmla="*/ 337215 h 720566"/>
                <a:gd name="connsiteX29" fmla="*/ 350709 w 1906588"/>
                <a:gd name="connsiteY29" fmla="*/ 217454 h 720566"/>
                <a:gd name="connsiteX30" fmla="*/ 357088 w 1906588"/>
                <a:gd name="connsiteY30" fmla="*/ 215070 h 720566"/>
                <a:gd name="connsiteX31" fmla="*/ 400533 w 1906588"/>
                <a:gd name="connsiteY31" fmla="*/ 221543 h 720566"/>
                <a:gd name="connsiteX32" fmla="*/ 434459 w 1906588"/>
                <a:gd name="connsiteY32" fmla="*/ 235818 h 720566"/>
                <a:gd name="connsiteX33" fmla="*/ 436493 w 1906588"/>
                <a:gd name="connsiteY33" fmla="*/ 244336 h 720566"/>
                <a:gd name="connsiteX34" fmla="*/ 458030 w 1906588"/>
                <a:gd name="connsiteY34" fmla="*/ 267472 h 720566"/>
                <a:gd name="connsiteX35" fmla="*/ 557031 w 1906588"/>
                <a:gd name="connsiteY35" fmla="*/ 291628 h 720566"/>
                <a:gd name="connsiteX36" fmla="*/ 720276 w 1906588"/>
                <a:gd name="connsiteY36" fmla="*/ 281747 h 720566"/>
                <a:gd name="connsiteX37" fmla="*/ 835638 w 1906588"/>
                <a:gd name="connsiteY37" fmla="*/ 216432 h 720566"/>
                <a:gd name="connsiteX38" fmla="*/ 767050 w 1906588"/>
                <a:gd name="connsiteY38" fmla="*/ 167439 h 720566"/>
                <a:gd name="connsiteX39" fmla="*/ 711494 w 1906588"/>
                <a:gd name="connsiteY39" fmla="*/ 159602 h 720566"/>
                <a:gd name="connsiteX40" fmla="*/ 654831 w 1906588"/>
                <a:gd name="connsiteY40" fmla="*/ 157591 h 720566"/>
                <a:gd name="connsiteX41" fmla="*/ 625712 w 1906588"/>
                <a:gd name="connsiteY41" fmla="*/ 158613 h 720566"/>
                <a:gd name="connsiteX42" fmla="*/ 534292 w 1906588"/>
                <a:gd name="connsiteY42" fmla="*/ 151459 h 720566"/>
                <a:gd name="connsiteX43" fmla="*/ 929093 w 1906588"/>
                <a:gd name="connsiteY43" fmla="*/ 8904 h 720566"/>
                <a:gd name="connsiteX44" fmla="*/ 979622 w 1906588"/>
                <a:gd name="connsiteY44" fmla="*/ 4 h 720566"/>
                <a:gd name="connsiteX0" fmla="*/ 979622 w 1906588"/>
                <a:gd name="connsiteY0" fmla="*/ 4 h 717491"/>
                <a:gd name="connsiteX1" fmla="*/ 1030497 w 1906588"/>
                <a:gd name="connsiteY1" fmla="*/ 8223 h 717491"/>
                <a:gd name="connsiteX2" fmla="*/ 1906588 w 1906588"/>
                <a:gd name="connsiteY2" fmla="*/ 310989 h 717491"/>
                <a:gd name="connsiteX3" fmla="*/ 971893 w 1906588"/>
                <a:gd name="connsiteY3" fmla="*/ 696081 h 717491"/>
                <a:gd name="connsiteX4" fmla="*/ 1009272 w 1906588"/>
                <a:gd name="connsiteY4" fmla="*/ 682891 h 717491"/>
                <a:gd name="connsiteX5" fmla="*/ 899304 w 1906588"/>
                <a:gd name="connsiteY5" fmla="*/ 712027 h 717491"/>
                <a:gd name="connsiteX6" fmla="*/ 867083 w 1906588"/>
                <a:gd name="connsiteY6" fmla="*/ 690841 h 717491"/>
                <a:gd name="connsiteX7" fmla="*/ 481972 w 1906588"/>
                <a:gd name="connsiteY7" fmla="*/ 552238 h 717491"/>
                <a:gd name="connsiteX8" fmla="*/ 474392 w 1906588"/>
                <a:gd name="connsiteY8" fmla="*/ 550875 h 717491"/>
                <a:gd name="connsiteX9" fmla="*/ 472820 w 1906588"/>
                <a:gd name="connsiteY9" fmla="*/ 550875 h 717491"/>
                <a:gd name="connsiteX10" fmla="*/ 439635 w 1906588"/>
                <a:gd name="connsiteY10" fmla="*/ 555305 h 717491"/>
                <a:gd name="connsiteX11" fmla="*/ 412920 w 1906588"/>
                <a:gd name="connsiteY11" fmla="*/ 564162 h 717491"/>
                <a:gd name="connsiteX12" fmla="*/ 387407 w 1906588"/>
                <a:gd name="connsiteY12" fmla="*/ 587298 h 717491"/>
                <a:gd name="connsiteX13" fmla="*/ 386946 w 1906588"/>
                <a:gd name="connsiteY13" fmla="*/ 593090 h 717491"/>
                <a:gd name="connsiteX14" fmla="*/ 382970 w 1906588"/>
                <a:gd name="connsiteY14" fmla="*/ 595815 h 717491"/>
                <a:gd name="connsiteX15" fmla="*/ 361062 w 1906588"/>
                <a:gd name="connsiteY15" fmla="*/ 602936 h 717491"/>
                <a:gd name="connsiteX16" fmla="*/ 157053 w 1906588"/>
                <a:gd name="connsiteY16" fmla="*/ 577417 h 717491"/>
                <a:gd name="connsiteX17" fmla="*/ 149472 w 1906588"/>
                <a:gd name="connsiteY17" fmla="*/ 567570 h 717491"/>
                <a:gd name="connsiteX18" fmla="*/ 202532 w 1906588"/>
                <a:gd name="connsiteY18" fmla="*/ 555305 h 717491"/>
                <a:gd name="connsiteX19" fmla="*/ 241263 w 1906588"/>
                <a:gd name="connsiteY19" fmla="*/ 555305 h 717491"/>
                <a:gd name="connsiteX20" fmla="*/ 261692 w 1906588"/>
                <a:gd name="connsiteY20" fmla="*/ 556667 h 717491"/>
                <a:gd name="connsiteX21" fmla="*/ 347104 w 1906588"/>
                <a:gd name="connsiteY21" fmla="*/ 551216 h 717491"/>
                <a:gd name="connsiteX22" fmla="*/ 363467 w 1906588"/>
                <a:gd name="connsiteY22" fmla="*/ 545798 h 717491"/>
                <a:gd name="connsiteX23" fmla="*/ 373449 w 1906588"/>
                <a:gd name="connsiteY23" fmla="*/ 541028 h 717491"/>
                <a:gd name="connsiteX24" fmla="*/ 380567 w 1906588"/>
                <a:gd name="connsiteY24" fmla="*/ 533533 h 717491"/>
                <a:gd name="connsiteX25" fmla="*/ 382231 w 1906588"/>
                <a:gd name="connsiteY25" fmla="*/ 525390 h 717491"/>
                <a:gd name="connsiteX26" fmla="*/ 370214 w 1906588"/>
                <a:gd name="connsiteY26" fmla="*/ 511421 h 717491"/>
                <a:gd name="connsiteX27" fmla="*/ 18580 w 1906588"/>
                <a:gd name="connsiteY27" fmla="*/ 384846 h 717491"/>
                <a:gd name="connsiteX28" fmla="*/ 18580 w 1906588"/>
                <a:gd name="connsiteY28" fmla="*/ 337215 h 717491"/>
                <a:gd name="connsiteX29" fmla="*/ 350709 w 1906588"/>
                <a:gd name="connsiteY29" fmla="*/ 217454 h 717491"/>
                <a:gd name="connsiteX30" fmla="*/ 357088 w 1906588"/>
                <a:gd name="connsiteY30" fmla="*/ 215070 h 717491"/>
                <a:gd name="connsiteX31" fmla="*/ 400533 w 1906588"/>
                <a:gd name="connsiteY31" fmla="*/ 221543 h 717491"/>
                <a:gd name="connsiteX32" fmla="*/ 434459 w 1906588"/>
                <a:gd name="connsiteY32" fmla="*/ 235818 h 717491"/>
                <a:gd name="connsiteX33" fmla="*/ 436493 w 1906588"/>
                <a:gd name="connsiteY33" fmla="*/ 244336 h 717491"/>
                <a:gd name="connsiteX34" fmla="*/ 458030 w 1906588"/>
                <a:gd name="connsiteY34" fmla="*/ 267472 h 717491"/>
                <a:gd name="connsiteX35" fmla="*/ 557031 w 1906588"/>
                <a:gd name="connsiteY35" fmla="*/ 291628 h 717491"/>
                <a:gd name="connsiteX36" fmla="*/ 720276 w 1906588"/>
                <a:gd name="connsiteY36" fmla="*/ 281747 h 717491"/>
                <a:gd name="connsiteX37" fmla="*/ 835638 w 1906588"/>
                <a:gd name="connsiteY37" fmla="*/ 216432 h 717491"/>
                <a:gd name="connsiteX38" fmla="*/ 767050 w 1906588"/>
                <a:gd name="connsiteY38" fmla="*/ 167439 h 717491"/>
                <a:gd name="connsiteX39" fmla="*/ 711494 w 1906588"/>
                <a:gd name="connsiteY39" fmla="*/ 159602 h 717491"/>
                <a:gd name="connsiteX40" fmla="*/ 654831 w 1906588"/>
                <a:gd name="connsiteY40" fmla="*/ 157591 h 717491"/>
                <a:gd name="connsiteX41" fmla="*/ 625712 w 1906588"/>
                <a:gd name="connsiteY41" fmla="*/ 158613 h 717491"/>
                <a:gd name="connsiteX42" fmla="*/ 534292 w 1906588"/>
                <a:gd name="connsiteY42" fmla="*/ 151459 h 717491"/>
                <a:gd name="connsiteX43" fmla="*/ 929093 w 1906588"/>
                <a:gd name="connsiteY43" fmla="*/ 8904 h 717491"/>
                <a:gd name="connsiteX44" fmla="*/ 979622 w 1906588"/>
                <a:gd name="connsiteY44" fmla="*/ 4 h 717491"/>
                <a:gd name="connsiteX0" fmla="*/ 979622 w 1906588"/>
                <a:gd name="connsiteY0" fmla="*/ 4 h 704670"/>
                <a:gd name="connsiteX1" fmla="*/ 1030497 w 1906588"/>
                <a:gd name="connsiteY1" fmla="*/ 8223 h 704670"/>
                <a:gd name="connsiteX2" fmla="*/ 1906588 w 1906588"/>
                <a:gd name="connsiteY2" fmla="*/ 310989 h 704670"/>
                <a:gd name="connsiteX3" fmla="*/ 971893 w 1906588"/>
                <a:gd name="connsiteY3" fmla="*/ 696081 h 704670"/>
                <a:gd name="connsiteX4" fmla="*/ 1009272 w 1906588"/>
                <a:gd name="connsiteY4" fmla="*/ 682891 h 704670"/>
                <a:gd name="connsiteX5" fmla="*/ 901685 w 1906588"/>
                <a:gd name="connsiteY5" fmla="*/ 695358 h 704670"/>
                <a:gd name="connsiteX6" fmla="*/ 867083 w 1906588"/>
                <a:gd name="connsiteY6" fmla="*/ 690841 h 704670"/>
                <a:gd name="connsiteX7" fmla="*/ 481972 w 1906588"/>
                <a:gd name="connsiteY7" fmla="*/ 552238 h 704670"/>
                <a:gd name="connsiteX8" fmla="*/ 474392 w 1906588"/>
                <a:gd name="connsiteY8" fmla="*/ 550875 h 704670"/>
                <a:gd name="connsiteX9" fmla="*/ 472820 w 1906588"/>
                <a:gd name="connsiteY9" fmla="*/ 550875 h 704670"/>
                <a:gd name="connsiteX10" fmla="*/ 439635 w 1906588"/>
                <a:gd name="connsiteY10" fmla="*/ 555305 h 704670"/>
                <a:gd name="connsiteX11" fmla="*/ 412920 w 1906588"/>
                <a:gd name="connsiteY11" fmla="*/ 564162 h 704670"/>
                <a:gd name="connsiteX12" fmla="*/ 387407 w 1906588"/>
                <a:gd name="connsiteY12" fmla="*/ 587298 h 704670"/>
                <a:gd name="connsiteX13" fmla="*/ 386946 w 1906588"/>
                <a:gd name="connsiteY13" fmla="*/ 593090 h 704670"/>
                <a:gd name="connsiteX14" fmla="*/ 382970 w 1906588"/>
                <a:gd name="connsiteY14" fmla="*/ 595815 h 704670"/>
                <a:gd name="connsiteX15" fmla="*/ 361062 w 1906588"/>
                <a:gd name="connsiteY15" fmla="*/ 602936 h 704670"/>
                <a:gd name="connsiteX16" fmla="*/ 157053 w 1906588"/>
                <a:gd name="connsiteY16" fmla="*/ 577417 h 704670"/>
                <a:gd name="connsiteX17" fmla="*/ 149472 w 1906588"/>
                <a:gd name="connsiteY17" fmla="*/ 567570 h 704670"/>
                <a:gd name="connsiteX18" fmla="*/ 202532 w 1906588"/>
                <a:gd name="connsiteY18" fmla="*/ 555305 h 704670"/>
                <a:gd name="connsiteX19" fmla="*/ 241263 w 1906588"/>
                <a:gd name="connsiteY19" fmla="*/ 555305 h 704670"/>
                <a:gd name="connsiteX20" fmla="*/ 261692 w 1906588"/>
                <a:gd name="connsiteY20" fmla="*/ 556667 h 704670"/>
                <a:gd name="connsiteX21" fmla="*/ 347104 w 1906588"/>
                <a:gd name="connsiteY21" fmla="*/ 551216 h 704670"/>
                <a:gd name="connsiteX22" fmla="*/ 363467 w 1906588"/>
                <a:gd name="connsiteY22" fmla="*/ 545798 h 704670"/>
                <a:gd name="connsiteX23" fmla="*/ 373449 w 1906588"/>
                <a:gd name="connsiteY23" fmla="*/ 541028 h 704670"/>
                <a:gd name="connsiteX24" fmla="*/ 380567 w 1906588"/>
                <a:gd name="connsiteY24" fmla="*/ 533533 h 704670"/>
                <a:gd name="connsiteX25" fmla="*/ 382231 w 1906588"/>
                <a:gd name="connsiteY25" fmla="*/ 525390 h 704670"/>
                <a:gd name="connsiteX26" fmla="*/ 370214 w 1906588"/>
                <a:gd name="connsiteY26" fmla="*/ 511421 h 704670"/>
                <a:gd name="connsiteX27" fmla="*/ 18580 w 1906588"/>
                <a:gd name="connsiteY27" fmla="*/ 384846 h 704670"/>
                <a:gd name="connsiteX28" fmla="*/ 18580 w 1906588"/>
                <a:gd name="connsiteY28" fmla="*/ 337215 h 704670"/>
                <a:gd name="connsiteX29" fmla="*/ 350709 w 1906588"/>
                <a:gd name="connsiteY29" fmla="*/ 217454 h 704670"/>
                <a:gd name="connsiteX30" fmla="*/ 357088 w 1906588"/>
                <a:gd name="connsiteY30" fmla="*/ 215070 h 704670"/>
                <a:gd name="connsiteX31" fmla="*/ 400533 w 1906588"/>
                <a:gd name="connsiteY31" fmla="*/ 221543 h 704670"/>
                <a:gd name="connsiteX32" fmla="*/ 434459 w 1906588"/>
                <a:gd name="connsiteY32" fmla="*/ 235818 h 704670"/>
                <a:gd name="connsiteX33" fmla="*/ 436493 w 1906588"/>
                <a:gd name="connsiteY33" fmla="*/ 244336 h 704670"/>
                <a:gd name="connsiteX34" fmla="*/ 458030 w 1906588"/>
                <a:gd name="connsiteY34" fmla="*/ 267472 h 704670"/>
                <a:gd name="connsiteX35" fmla="*/ 557031 w 1906588"/>
                <a:gd name="connsiteY35" fmla="*/ 291628 h 704670"/>
                <a:gd name="connsiteX36" fmla="*/ 720276 w 1906588"/>
                <a:gd name="connsiteY36" fmla="*/ 281747 h 704670"/>
                <a:gd name="connsiteX37" fmla="*/ 835638 w 1906588"/>
                <a:gd name="connsiteY37" fmla="*/ 216432 h 704670"/>
                <a:gd name="connsiteX38" fmla="*/ 767050 w 1906588"/>
                <a:gd name="connsiteY38" fmla="*/ 167439 h 704670"/>
                <a:gd name="connsiteX39" fmla="*/ 711494 w 1906588"/>
                <a:gd name="connsiteY39" fmla="*/ 159602 h 704670"/>
                <a:gd name="connsiteX40" fmla="*/ 654831 w 1906588"/>
                <a:gd name="connsiteY40" fmla="*/ 157591 h 704670"/>
                <a:gd name="connsiteX41" fmla="*/ 625712 w 1906588"/>
                <a:gd name="connsiteY41" fmla="*/ 158613 h 704670"/>
                <a:gd name="connsiteX42" fmla="*/ 534292 w 1906588"/>
                <a:gd name="connsiteY42" fmla="*/ 151459 h 704670"/>
                <a:gd name="connsiteX43" fmla="*/ 929093 w 1906588"/>
                <a:gd name="connsiteY43" fmla="*/ 8904 h 704670"/>
                <a:gd name="connsiteX44" fmla="*/ 979622 w 1906588"/>
                <a:gd name="connsiteY44" fmla="*/ 4 h 704670"/>
                <a:gd name="connsiteX0" fmla="*/ 979622 w 1906588"/>
                <a:gd name="connsiteY0" fmla="*/ 4 h 698679"/>
                <a:gd name="connsiteX1" fmla="*/ 1030497 w 1906588"/>
                <a:gd name="connsiteY1" fmla="*/ 8223 h 698679"/>
                <a:gd name="connsiteX2" fmla="*/ 1906588 w 1906588"/>
                <a:gd name="connsiteY2" fmla="*/ 310989 h 698679"/>
                <a:gd name="connsiteX3" fmla="*/ 971893 w 1906588"/>
                <a:gd name="connsiteY3" fmla="*/ 696081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 name="connsiteX0" fmla="*/ 979622 w 1906588"/>
                <a:gd name="connsiteY0" fmla="*/ 4 h 698679"/>
                <a:gd name="connsiteX1" fmla="*/ 1030497 w 1906588"/>
                <a:gd name="connsiteY1" fmla="*/ 8223 h 698679"/>
                <a:gd name="connsiteX2" fmla="*/ 1906588 w 1906588"/>
                <a:gd name="connsiteY2" fmla="*/ 310989 h 698679"/>
                <a:gd name="connsiteX3" fmla="*/ 1000468 w 1906588"/>
                <a:gd name="connsiteY3" fmla="*/ 684174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906588" h="698679">
                  <a:moveTo>
                    <a:pt x="979622" y="4"/>
                  </a:moveTo>
                  <a:cubicBezTo>
                    <a:pt x="996827" y="-124"/>
                    <a:pt x="1014089" y="2602"/>
                    <a:pt x="1030497" y="8223"/>
                  </a:cubicBezTo>
                  <a:lnTo>
                    <a:pt x="1906588" y="310989"/>
                  </a:lnTo>
                  <a:lnTo>
                    <a:pt x="1000468" y="684174"/>
                  </a:lnTo>
                  <a:cubicBezTo>
                    <a:pt x="1000228" y="684540"/>
                    <a:pt x="1009512" y="682525"/>
                    <a:pt x="1009272" y="682891"/>
                  </a:cubicBezTo>
                  <a:cubicBezTo>
                    <a:pt x="991804" y="682018"/>
                    <a:pt x="954966" y="712617"/>
                    <a:pt x="867083" y="690841"/>
                  </a:cubicBezTo>
                  <a:lnTo>
                    <a:pt x="481972" y="552238"/>
                  </a:lnTo>
                  <a:cubicBezTo>
                    <a:pt x="479569" y="551216"/>
                    <a:pt x="477164" y="550875"/>
                    <a:pt x="474392" y="550875"/>
                  </a:cubicBezTo>
                  <a:lnTo>
                    <a:pt x="472820" y="550875"/>
                  </a:lnTo>
                  <a:cubicBezTo>
                    <a:pt x="459232" y="551897"/>
                    <a:pt x="448417" y="553260"/>
                    <a:pt x="439635" y="555305"/>
                  </a:cubicBezTo>
                  <a:cubicBezTo>
                    <a:pt x="428912" y="557689"/>
                    <a:pt x="420501" y="560756"/>
                    <a:pt x="412920" y="564162"/>
                  </a:cubicBezTo>
                  <a:cubicBezTo>
                    <a:pt x="399794" y="570296"/>
                    <a:pt x="391012" y="577758"/>
                    <a:pt x="387407" y="587298"/>
                  </a:cubicBezTo>
                  <a:cubicBezTo>
                    <a:pt x="386575" y="589682"/>
                    <a:pt x="386575" y="590704"/>
                    <a:pt x="386946" y="593090"/>
                  </a:cubicBezTo>
                  <a:cubicBezTo>
                    <a:pt x="386946" y="593090"/>
                    <a:pt x="386206" y="594111"/>
                    <a:pt x="382970" y="595815"/>
                  </a:cubicBezTo>
                  <a:cubicBezTo>
                    <a:pt x="379365" y="597860"/>
                    <a:pt x="372988" y="600551"/>
                    <a:pt x="361062" y="602936"/>
                  </a:cubicBezTo>
                  <a:cubicBezTo>
                    <a:pt x="299962" y="615202"/>
                    <a:pt x="197355" y="602595"/>
                    <a:pt x="157053" y="577417"/>
                  </a:cubicBezTo>
                  <a:cubicBezTo>
                    <a:pt x="149842" y="572680"/>
                    <a:pt x="147531" y="569615"/>
                    <a:pt x="149472" y="567570"/>
                  </a:cubicBezTo>
                  <a:cubicBezTo>
                    <a:pt x="154279" y="563823"/>
                    <a:pt x="168237" y="557348"/>
                    <a:pt x="202532" y="555305"/>
                  </a:cubicBezTo>
                  <a:cubicBezTo>
                    <a:pt x="214918" y="554623"/>
                    <a:pt x="227674" y="554623"/>
                    <a:pt x="241263" y="555305"/>
                  </a:cubicBezTo>
                  <a:cubicBezTo>
                    <a:pt x="247642" y="555645"/>
                    <a:pt x="254020" y="555986"/>
                    <a:pt x="261692" y="556667"/>
                  </a:cubicBezTo>
                  <a:cubicBezTo>
                    <a:pt x="294785" y="558030"/>
                    <a:pt x="323902" y="556327"/>
                    <a:pt x="347104" y="551216"/>
                  </a:cubicBezTo>
                  <a:cubicBezTo>
                    <a:pt x="353020" y="549546"/>
                    <a:pt x="358290" y="547843"/>
                    <a:pt x="363467" y="545798"/>
                  </a:cubicBezTo>
                  <a:cubicBezTo>
                    <a:pt x="367072" y="544436"/>
                    <a:pt x="370214" y="542732"/>
                    <a:pt x="373449" y="541028"/>
                  </a:cubicBezTo>
                  <a:cubicBezTo>
                    <a:pt x="377054" y="539325"/>
                    <a:pt x="378996" y="536600"/>
                    <a:pt x="380567" y="533533"/>
                  </a:cubicBezTo>
                  <a:cubicBezTo>
                    <a:pt x="381769" y="531147"/>
                    <a:pt x="382601" y="528082"/>
                    <a:pt x="382231" y="525390"/>
                  </a:cubicBezTo>
                  <a:cubicBezTo>
                    <a:pt x="381769" y="519256"/>
                    <a:pt x="377054" y="513805"/>
                    <a:pt x="370214" y="511421"/>
                  </a:cubicBezTo>
                  <a:lnTo>
                    <a:pt x="18580" y="384846"/>
                  </a:lnTo>
                  <a:cubicBezTo>
                    <a:pt x="-6194" y="376022"/>
                    <a:pt x="-6194" y="346074"/>
                    <a:pt x="18580" y="337215"/>
                  </a:cubicBezTo>
                  <a:lnTo>
                    <a:pt x="350709" y="217454"/>
                  </a:lnTo>
                  <a:lnTo>
                    <a:pt x="357088" y="215070"/>
                  </a:lnTo>
                  <a:cubicBezTo>
                    <a:pt x="374189" y="216432"/>
                    <a:pt x="388980" y="218818"/>
                    <a:pt x="400533" y="221543"/>
                  </a:cubicBezTo>
                  <a:cubicBezTo>
                    <a:pt x="422164" y="226653"/>
                    <a:pt x="431316" y="232752"/>
                    <a:pt x="434459" y="235818"/>
                  </a:cubicBezTo>
                  <a:cubicBezTo>
                    <a:pt x="434921" y="238885"/>
                    <a:pt x="435290" y="241611"/>
                    <a:pt x="436493" y="244336"/>
                  </a:cubicBezTo>
                  <a:cubicBezTo>
                    <a:pt x="439635" y="253195"/>
                    <a:pt x="446845" y="260997"/>
                    <a:pt x="458030" y="267472"/>
                  </a:cubicBezTo>
                  <a:cubicBezTo>
                    <a:pt x="478366" y="280043"/>
                    <a:pt x="511921" y="288220"/>
                    <a:pt x="557031" y="291628"/>
                  </a:cubicBezTo>
                  <a:cubicBezTo>
                    <a:pt x="608519" y="295376"/>
                    <a:pt x="669620" y="291628"/>
                    <a:pt x="720276" y="281747"/>
                  </a:cubicBezTo>
                  <a:cubicBezTo>
                    <a:pt x="795335" y="267130"/>
                    <a:pt x="835269" y="244336"/>
                    <a:pt x="835638" y="216432"/>
                  </a:cubicBezTo>
                  <a:cubicBezTo>
                    <a:pt x="835638" y="201135"/>
                    <a:pt x="824084" y="180044"/>
                    <a:pt x="767050" y="167439"/>
                  </a:cubicBezTo>
                  <a:cubicBezTo>
                    <a:pt x="751059" y="164031"/>
                    <a:pt x="732293" y="161305"/>
                    <a:pt x="711494" y="159602"/>
                  </a:cubicBezTo>
                  <a:cubicBezTo>
                    <a:pt x="693191" y="157932"/>
                    <a:pt x="674797" y="157591"/>
                    <a:pt x="654831" y="157591"/>
                  </a:cubicBezTo>
                  <a:lnTo>
                    <a:pt x="625712" y="158613"/>
                  </a:lnTo>
                  <a:cubicBezTo>
                    <a:pt x="591787" y="158920"/>
                    <a:pt x="559803" y="156570"/>
                    <a:pt x="534292" y="151459"/>
                  </a:cubicBezTo>
                  <a:lnTo>
                    <a:pt x="929093" y="8904"/>
                  </a:lnTo>
                  <a:cubicBezTo>
                    <a:pt x="945270" y="3113"/>
                    <a:pt x="962417" y="132"/>
                    <a:pt x="979622" y="4"/>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0" name="Freeform: Shape 56">
              <a:extLst>
                <a:ext uri="{FF2B5EF4-FFF2-40B4-BE49-F238E27FC236}">
                  <a16:creationId xmlns:a16="http://schemas.microsoft.com/office/drawing/2014/main" id="{B22D4347-9437-E563-48AB-86CDD9BED309}"/>
                </a:ext>
              </a:extLst>
            </p:cNvPr>
            <p:cNvSpPr/>
            <p:nvPr/>
          </p:nvSpPr>
          <p:spPr>
            <a:xfrm>
              <a:off x="5061787" y="2045017"/>
              <a:ext cx="2023375" cy="741368"/>
            </a:xfrm>
            <a:custGeom>
              <a:avLst/>
              <a:gdLst>
                <a:gd name="connsiteX0" fmla="*/ 744435 w 1518184"/>
                <a:gd name="connsiteY0" fmla="*/ 0 h 550840"/>
                <a:gd name="connsiteX1" fmla="*/ 804009 w 1518184"/>
                <a:gd name="connsiteY1" fmla="*/ 0 h 550840"/>
                <a:gd name="connsiteX2" fmla="*/ 1072944 w 1518184"/>
                <a:gd name="connsiteY2" fmla="*/ 96760 h 550840"/>
                <a:gd name="connsiteX3" fmla="*/ 1047210 w 1518184"/>
                <a:gd name="connsiteY3" fmla="*/ 96760 h 550840"/>
                <a:gd name="connsiteX4" fmla="*/ 1031072 w 1518184"/>
                <a:gd name="connsiteY4" fmla="*/ 95737 h 550840"/>
                <a:gd name="connsiteX5" fmla="*/ 998370 w 1518184"/>
                <a:gd name="connsiteY5" fmla="*/ 95737 h 550840"/>
                <a:gd name="connsiteX6" fmla="*/ 941498 w 1518184"/>
                <a:gd name="connsiteY6" fmla="*/ 110794 h 550840"/>
                <a:gd name="connsiteX7" fmla="*/ 929199 w 1518184"/>
                <a:gd name="connsiteY7" fmla="*/ 132243 h 550840"/>
                <a:gd name="connsiteX8" fmla="*/ 948678 w 1518184"/>
                <a:gd name="connsiteY8" fmla="*/ 158522 h 550840"/>
                <a:gd name="connsiteX9" fmla="*/ 1126262 w 1518184"/>
                <a:gd name="connsiteY9" fmla="*/ 181760 h 550840"/>
                <a:gd name="connsiteX10" fmla="*/ 1151713 w 1518184"/>
                <a:gd name="connsiteY10" fmla="*/ 173094 h 550840"/>
                <a:gd name="connsiteX11" fmla="*/ 1166997 w 1518184"/>
                <a:gd name="connsiteY11" fmla="*/ 157756 h 550840"/>
                <a:gd name="connsiteX12" fmla="*/ 1168206 w 1518184"/>
                <a:gd name="connsiteY12" fmla="*/ 151901 h 550840"/>
                <a:gd name="connsiteX13" fmla="*/ 1185267 w 1518184"/>
                <a:gd name="connsiteY13" fmla="*/ 145510 h 550840"/>
                <a:gd name="connsiteX14" fmla="*/ 1201760 w 1518184"/>
                <a:gd name="connsiteY14" fmla="*/ 143210 h 550840"/>
                <a:gd name="connsiteX15" fmla="*/ 1501549 w 1518184"/>
                <a:gd name="connsiteY15" fmla="*/ 250936 h 550840"/>
                <a:gd name="connsiteX16" fmla="*/ 1501549 w 1518184"/>
                <a:gd name="connsiteY16" fmla="*/ 293321 h 550840"/>
                <a:gd name="connsiteX17" fmla="*/ 796260 w 1518184"/>
                <a:gd name="connsiteY17" fmla="*/ 546814 h 550840"/>
                <a:gd name="connsiteX18" fmla="*/ 750407 w 1518184"/>
                <a:gd name="connsiteY18" fmla="*/ 546814 h 550840"/>
                <a:gd name="connsiteX19" fmla="*/ 213336 w 1518184"/>
                <a:gd name="connsiteY19" fmla="*/ 353811 h 550840"/>
                <a:gd name="connsiteX20" fmla="*/ 0 w 1518184"/>
                <a:gd name="connsiteY20" fmla="*/ 268634 h 550840"/>
                <a:gd name="connsiteX21" fmla="*/ 350878 w 1518184"/>
                <a:gd name="connsiteY21" fmla="*/ 142187 h 550840"/>
                <a:gd name="connsiteX22" fmla="*/ 359835 w 1518184"/>
                <a:gd name="connsiteY22" fmla="*/ 132243 h 550840"/>
                <a:gd name="connsiteX23" fmla="*/ 358627 w 1518184"/>
                <a:gd name="connsiteY23" fmla="*/ 125596 h 550840"/>
                <a:gd name="connsiteX24" fmla="*/ 354148 w 1518184"/>
                <a:gd name="connsiteY24" fmla="*/ 120483 h 550840"/>
                <a:gd name="connsiteX25" fmla="*/ 345759 w 1518184"/>
                <a:gd name="connsiteY25" fmla="*/ 116163 h 550840"/>
                <a:gd name="connsiteX26" fmla="*/ 317039 w 1518184"/>
                <a:gd name="connsiteY26" fmla="*/ 105937 h 550840"/>
                <a:gd name="connsiteX27" fmla="*/ 234076 w 1518184"/>
                <a:gd name="connsiteY27" fmla="*/ 98549 h 550840"/>
                <a:gd name="connsiteX28" fmla="*/ 213105 w 1518184"/>
                <a:gd name="connsiteY28" fmla="*/ 99316 h 550840"/>
                <a:gd name="connsiteX29" fmla="*/ 173863 w 1518184"/>
                <a:gd name="connsiteY29" fmla="*/ 98038 h 550840"/>
                <a:gd name="connsiteX30" fmla="*/ 136753 w 1518184"/>
                <a:gd name="connsiteY30" fmla="*/ 92670 h 550840"/>
                <a:gd name="connsiteX31" fmla="*/ 107677 w 1518184"/>
                <a:gd name="connsiteY31" fmla="*/ 80936 h 550840"/>
                <a:gd name="connsiteX32" fmla="*/ 171161 w 1518184"/>
                <a:gd name="connsiteY32" fmla="*/ 56420 h 550840"/>
                <a:gd name="connsiteX33" fmla="*/ 284053 w 1518184"/>
                <a:gd name="connsiteY33" fmla="*/ 49518 h 550840"/>
                <a:gd name="connsiteX34" fmla="*/ 343982 w 1518184"/>
                <a:gd name="connsiteY34" fmla="*/ 63067 h 550840"/>
                <a:gd name="connsiteX35" fmla="*/ 348745 w 1518184"/>
                <a:gd name="connsiteY35" fmla="*/ 67387 h 550840"/>
                <a:gd name="connsiteX36" fmla="*/ 349385 w 1518184"/>
                <a:gd name="connsiteY36" fmla="*/ 73011 h 550840"/>
                <a:gd name="connsiteX37" fmla="*/ 390973 w 1518184"/>
                <a:gd name="connsiteY37" fmla="*/ 99828 h 550840"/>
                <a:gd name="connsiteX38" fmla="*/ 395807 w 1518184"/>
                <a:gd name="connsiteY38" fmla="*/ 101336 h 550840"/>
                <a:gd name="connsiteX39" fmla="*/ 415286 w 1518184"/>
                <a:gd name="connsiteY39" fmla="*/ 104915 h 550840"/>
                <a:gd name="connsiteX40" fmla="*/ 441590 w 1518184"/>
                <a:gd name="connsiteY40" fmla="*/ 107727 h 550840"/>
                <a:gd name="connsiteX41" fmla="*/ 448485 w 1518184"/>
                <a:gd name="connsiteY41" fmla="*/ 106704 h 550840"/>
                <a:gd name="connsiteX0" fmla="*/ 744435 w 1518184"/>
                <a:gd name="connsiteY0" fmla="*/ 0 h 556265"/>
                <a:gd name="connsiteX1" fmla="*/ 804009 w 1518184"/>
                <a:gd name="connsiteY1" fmla="*/ 0 h 556265"/>
                <a:gd name="connsiteX2" fmla="*/ 1072944 w 1518184"/>
                <a:gd name="connsiteY2" fmla="*/ 96760 h 556265"/>
                <a:gd name="connsiteX3" fmla="*/ 1047210 w 1518184"/>
                <a:gd name="connsiteY3" fmla="*/ 96760 h 556265"/>
                <a:gd name="connsiteX4" fmla="*/ 1031072 w 1518184"/>
                <a:gd name="connsiteY4" fmla="*/ 95737 h 556265"/>
                <a:gd name="connsiteX5" fmla="*/ 998370 w 1518184"/>
                <a:gd name="connsiteY5" fmla="*/ 95737 h 556265"/>
                <a:gd name="connsiteX6" fmla="*/ 941498 w 1518184"/>
                <a:gd name="connsiteY6" fmla="*/ 110794 h 556265"/>
                <a:gd name="connsiteX7" fmla="*/ 929199 w 1518184"/>
                <a:gd name="connsiteY7" fmla="*/ 132243 h 556265"/>
                <a:gd name="connsiteX8" fmla="*/ 948678 w 1518184"/>
                <a:gd name="connsiteY8" fmla="*/ 158522 h 556265"/>
                <a:gd name="connsiteX9" fmla="*/ 1126262 w 1518184"/>
                <a:gd name="connsiteY9" fmla="*/ 181760 h 556265"/>
                <a:gd name="connsiteX10" fmla="*/ 1151713 w 1518184"/>
                <a:gd name="connsiteY10" fmla="*/ 173094 h 556265"/>
                <a:gd name="connsiteX11" fmla="*/ 1166997 w 1518184"/>
                <a:gd name="connsiteY11" fmla="*/ 157756 h 556265"/>
                <a:gd name="connsiteX12" fmla="*/ 1168206 w 1518184"/>
                <a:gd name="connsiteY12" fmla="*/ 151901 h 556265"/>
                <a:gd name="connsiteX13" fmla="*/ 1185267 w 1518184"/>
                <a:gd name="connsiteY13" fmla="*/ 145510 h 556265"/>
                <a:gd name="connsiteX14" fmla="*/ 1201760 w 1518184"/>
                <a:gd name="connsiteY14" fmla="*/ 143210 h 556265"/>
                <a:gd name="connsiteX15" fmla="*/ 1501549 w 1518184"/>
                <a:gd name="connsiteY15" fmla="*/ 250936 h 556265"/>
                <a:gd name="connsiteX16" fmla="*/ 1501549 w 1518184"/>
                <a:gd name="connsiteY16" fmla="*/ 293321 h 556265"/>
                <a:gd name="connsiteX17" fmla="*/ 803880 w 1518184"/>
                <a:gd name="connsiteY17" fmla="*/ 554434 h 556265"/>
                <a:gd name="connsiteX18" fmla="*/ 750407 w 1518184"/>
                <a:gd name="connsiteY18" fmla="*/ 546814 h 556265"/>
                <a:gd name="connsiteX19" fmla="*/ 213336 w 1518184"/>
                <a:gd name="connsiteY19" fmla="*/ 353811 h 556265"/>
                <a:gd name="connsiteX20" fmla="*/ 0 w 1518184"/>
                <a:gd name="connsiteY20" fmla="*/ 268634 h 556265"/>
                <a:gd name="connsiteX21" fmla="*/ 350878 w 1518184"/>
                <a:gd name="connsiteY21" fmla="*/ 142187 h 556265"/>
                <a:gd name="connsiteX22" fmla="*/ 359835 w 1518184"/>
                <a:gd name="connsiteY22" fmla="*/ 132243 h 556265"/>
                <a:gd name="connsiteX23" fmla="*/ 358627 w 1518184"/>
                <a:gd name="connsiteY23" fmla="*/ 125596 h 556265"/>
                <a:gd name="connsiteX24" fmla="*/ 354148 w 1518184"/>
                <a:gd name="connsiteY24" fmla="*/ 120483 h 556265"/>
                <a:gd name="connsiteX25" fmla="*/ 345759 w 1518184"/>
                <a:gd name="connsiteY25" fmla="*/ 116163 h 556265"/>
                <a:gd name="connsiteX26" fmla="*/ 317039 w 1518184"/>
                <a:gd name="connsiteY26" fmla="*/ 105937 h 556265"/>
                <a:gd name="connsiteX27" fmla="*/ 234076 w 1518184"/>
                <a:gd name="connsiteY27" fmla="*/ 98549 h 556265"/>
                <a:gd name="connsiteX28" fmla="*/ 213105 w 1518184"/>
                <a:gd name="connsiteY28" fmla="*/ 99316 h 556265"/>
                <a:gd name="connsiteX29" fmla="*/ 173863 w 1518184"/>
                <a:gd name="connsiteY29" fmla="*/ 98038 h 556265"/>
                <a:gd name="connsiteX30" fmla="*/ 136753 w 1518184"/>
                <a:gd name="connsiteY30" fmla="*/ 92670 h 556265"/>
                <a:gd name="connsiteX31" fmla="*/ 107677 w 1518184"/>
                <a:gd name="connsiteY31" fmla="*/ 80936 h 556265"/>
                <a:gd name="connsiteX32" fmla="*/ 171161 w 1518184"/>
                <a:gd name="connsiteY32" fmla="*/ 56420 h 556265"/>
                <a:gd name="connsiteX33" fmla="*/ 284053 w 1518184"/>
                <a:gd name="connsiteY33" fmla="*/ 49518 h 556265"/>
                <a:gd name="connsiteX34" fmla="*/ 343982 w 1518184"/>
                <a:gd name="connsiteY34" fmla="*/ 63067 h 556265"/>
                <a:gd name="connsiteX35" fmla="*/ 348745 w 1518184"/>
                <a:gd name="connsiteY35" fmla="*/ 67387 h 556265"/>
                <a:gd name="connsiteX36" fmla="*/ 349385 w 1518184"/>
                <a:gd name="connsiteY36" fmla="*/ 73011 h 556265"/>
                <a:gd name="connsiteX37" fmla="*/ 390973 w 1518184"/>
                <a:gd name="connsiteY37" fmla="*/ 99828 h 556265"/>
                <a:gd name="connsiteX38" fmla="*/ 395807 w 1518184"/>
                <a:gd name="connsiteY38" fmla="*/ 101336 h 556265"/>
                <a:gd name="connsiteX39" fmla="*/ 415286 w 1518184"/>
                <a:gd name="connsiteY39" fmla="*/ 104915 h 556265"/>
                <a:gd name="connsiteX40" fmla="*/ 441590 w 1518184"/>
                <a:gd name="connsiteY40" fmla="*/ 107727 h 556265"/>
                <a:gd name="connsiteX41" fmla="*/ 448485 w 1518184"/>
                <a:gd name="connsiteY41" fmla="*/ 106704 h 556265"/>
                <a:gd name="connsiteX42" fmla="*/ 744435 w 1518184"/>
                <a:gd name="connsiteY42" fmla="*/ 0 h 556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518184" h="556265">
                  <a:moveTo>
                    <a:pt x="744435" y="0"/>
                  </a:moveTo>
                  <a:lnTo>
                    <a:pt x="804009" y="0"/>
                  </a:lnTo>
                  <a:lnTo>
                    <a:pt x="1072944" y="96760"/>
                  </a:lnTo>
                  <a:cubicBezTo>
                    <a:pt x="1064911" y="97271"/>
                    <a:pt x="1056238" y="97271"/>
                    <a:pt x="1047210" y="96760"/>
                  </a:cubicBezTo>
                  <a:cubicBezTo>
                    <a:pt x="1041807" y="96249"/>
                    <a:pt x="1036404" y="95993"/>
                    <a:pt x="1031072" y="95737"/>
                  </a:cubicBezTo>
                  <a:cubicBezTo>
                    <a:pt x="1019698" y="94970"/>
                    <a:pt x="1008607" y="95226"/>
                    <a:pt x="998370" y="95737"/>
                  </a:cubicBezTo>
                  <a:cubicBezTo>
                    <a:pt x="972351" y="97527"/>
                    <a:pt x="953157" y="102358"/>
                    <a:pt x="941498" y="110794"/>
                  </a:cubicBezTo>
                  <a:cubicBezTo>
                    <a:pt x="933394" y="116674"/>
                    <a:pt x="928915" y="124318"/>
                    <a:pt x="929199" y="132243"/>
                  </a:cubicBezTo>
                  <a:cubicBezTo>
                    <a:pt x="929484" y="138889"/>
                    <a:pt x="933109" y="148834"/>
                    <a:pt x="948678" y="158522"/>
                  </a:cubicBezTo>
                  <a:cubicBezTo>
                    <a:pt x="989697" y="184317"/>
                    <a:pt x="1076286" y="191986"/>
                    <a:pt x="1126262" y="181760"/>
                  </a:cubicBezTo>
                  <a:cubicBezTo>
                    <a:pt x="1136499" y="179459"/>
                    <a:pt x="1145172" y="176647"/>
                    <a:pt x="1151713" y="173094"/>
                  </a:cubicBezTo>
                  <a:cubicBezTo>
                    <a:pt x="1159533" y="169004"/>
                    <a:pt x="1164651" y="163891"/>
                    <a:pt x="1166997" y="157756"/>
                  </a:cubicBezTo>
                  <a:cubicBezTo>
                    <a:pt x="1167637" y="155736"/>
                    <a:pt x="1167921" y="153947"/>
                    <a:pt x="1168206" y="151901"/>
                  </a:cubicBezTo>
                  <a:cubicBezTo>
                    <a:pt x="1169698" y="150623"/>
                    <a:pt x="1174177" y="147811"/>
                    <a:pt x="1185267" y="145510"/>
                  </a:cubicBezTo>
                  <a:cubicBezTo>
                    <a:pt x="1190386" y="144488"/>
                    <a:pt x="1195789" y="143721"/>
                    <a:pt x="1201760" y="143210"/>
                  </a:cubicBezTo>
                  <a:lnTo>
                    <a:pt x="1501549" y="250936"/>
                  </a:lnTo>
                  <a:cubicBezTo>
                    <a:pt x="1523729" y="258861"/>
                    <a:pt x="1523729" y="285422"/>
                    <a:pt x="1501549" y="293321"/>
                  </a:cubicBezTo>
                  <a:cubicBezTo>
                    <a:pt x="1266453" y="377819"/>
                    <a:pt x="1038976" y="469936"/>
                    <a:pt x="803880" y="554434"/>
                  </a:cubicBezTo>
                  <a:cubicBezTo>
                    <a:pt x="789164" y="559802"/>
                    <a:pt x="765051" y="552182"/>
                    <a:pt x="750407" y="546814"/>
                  </a:cubicBezTo>
                  <a:lnTo>
                    <a:pt x="213336" y="353811"/>
                  </a:lnTo>
                  <a:lnTo>
                    <a:pt x="0" y="268634"/>
                  </a:lnTo>
                  <a:lnTo>
                    <a:pt x="350878" y="142187"/>
                  </a:lnTo>
                  <a:cubicBezTo>
                    <a:pt x="355641" y="140398"/>
                    <a:pt x="359267" y="136589"/>
                    <a:pt x="359835" y="132243"/>
                  </a:cubicBezTo>
                  <a:cubicBezTo>
                    <a:pt x="360191" y="129942"/>
                    <a:pt x="359551" y="127641"/>
                    <a:pt x="358627" y="125596"/>
                  </a:cubicBezTo>
                  <a:cubicBezTo>
                    <a:pt x="357489" y="123551"/>
                    <a:pt x="356281" y="121761"/>
                    <a:pt x="354148" y="120483"/>
                  </a:cubicBezTo>
                  <a:cubicBezTo>
                    <a:pt x="351802" y="118719"/>
                    <a:pt x="348461" y="117441"/>
                    <a:pt x="345759" y="116163"/>
                  </a:cubicBezTo>
                  <a:cubicBezTo>
                    <a:pt x="338011" y="112073"/>
                    <a:pt x="328698" y="108494"/>
                    <a:pt x="317039" y="105937"/>
                  </a:cubicBezTo>
                  <a:cubicBezTo>
                    <a:pt x="294290" y="100850"/>
                    <a:pt x="266138" y="98549"/>
                    <a:pt x="234076" y="98549"/>
                  </a:cubicBezTo>
                  <a:cubicBezTo>
                    <a:pt x="227180" y="99061"/>
                    <a:pt x="220000" y="99316"/>
                    <a:pt x="213105" y="99316"/>
                  </a:cubicBezTo>
                  <a:cubicBezTo>
                    <a:pt x="199953" y="99572"/>
                    <a:pt x="186446" y="99061"/>
                    <a:pt x="173863" y="98038"/>
                  </a:cubicBezTo>
                  <a:cubicBezTo>
                    <a:pt x="159787" y="96760"/>
                    <a:pt x="147204" y="94970"/>
                    <a:pt x="136753" y="92670"/>
                  </a:cubicBezTo>
                  <a:cubicBezTo>
                    <a:pt x="115142" y="87812"/>
                    <a:pt x="108246" y="82214"/>
                    <a:pt x="107677" y="80936"/>
                  </a:cubicBezTo>
                  <a:cubicBezTo>
                    <a:pt x="108246" y="78379"/>
                    <a:pt x="120829" y="66364"/>
                    <a:pt x="171161" y="56420"/>
                  </a:cubicBezTo>
                  <a:cubicBezTo>
                    <a:pt x="205640" y="49518"/>
                    <a:pt x="249005" y="46961"/>
                    <a:pt x="284053" y="49518"/>
                  </a:cubicBezTo>
                  <a:cubicBezTo>
                    <a:pt x="321518" y="52585"/>
                    <a:pt x="337726" y="59232"/>
                    <a:pt x="343982" y="63067"/>
                  </a:cubicBezTo>
                  <a:cubicBezTo>
                    <a:pt x="347252" y="65086"/>
                    <a:pt x="348461" y="66620"/>
                    <a:pt x="348745" y="67387"/>
                  </a:cubicBezTo>
                  <a:cubicBezTo>
                    <a:pt x="348461" y="69176"/>
                    <a:pt x="348745" y="71221"/>
                    <a:pt x="349385" y="73011"/>
                  </a:cubicBezTo>
                  <a:cubicBezTo>
                    <a:pt x="354148" y="84745"/>
                    <a:pt x="368224" y="93437"/>
                    <a:pt x="390973" y="99828"/>
                  </a:cubicBezTo>
                  <a:cubicBezTo>
                    <a:pt x="392821" y="100339"/>
                    <a:pt x="394030" y="100825"/>
                    <a:pt x="395807" y="101336"/>
                  </a:cubicBezTo>
                  <a:cubicBezTo>
                    <a:pt x="401779" y="102614"/>
                    <a:pt x="408390" y="103892"/>
                    <a:pt x="415286" y="104915"/>
                  </a:cubicBezTo>
                  <a:cubicBezTo>
                    <a:pt x="423319" y="106193"/>
                    <a:pt x="432063" y="107216"/>
                    <a:pt x="441590" y="107727"/>
                  </a:cubicBezTo>
                  <a:cubicBezTo>
                    <a:pt x="444007" y="107727"/>
                    <a:pt x="446424" y="107471"/>
                    <a:pt x="448485" y="106704"/>
                  </a:cubicBezTo>
                  <a:lnTo>
                    <a:pt x="744435" y="0"/>
                  </a:ln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1" name="Shape">
              <a:extLst>
                <a:ext uri="{FF2B5EF4-FFF2-40B4-BE49-F238E27FC236}">
                  <a16:creationId xmlns:a16="http://schemas.microsoft.com/office/drawing/2014/main" id="{BCC8F6C9-E8B3-199E-0605-3AB82F35D6E4}"/>
                </a:ext>
              </a:extLst>
            </p:cNvPr>
            <p:cNvSpPr/>
            <p:nvPr/>
          </p:nvSpPr>
          <p:spPr>
            <a:xfrm>
              <a:off x="5125859" y="1242150"/>
              <a:ext cx="1940740" cy="728035"/>
            </a:xfrm>
            <a:custGeom>
              <a:avLst/>
              <a:gdLst/>
              <a:ahLst/>
              <a:cxnLst>
                <a:cxn ang="0">
                  <a:pos x="wd2" y="hd2"/>
                </a:cxn>
                <a:cxn ang="5400000">
                  <a:pos x="wd2" y="hd2"/>
                </a:cxn>
                <a:cxn ang="10800000">
                  <a:pos x="wd2" y="hd2"/>
                </a:cxn>
                <a:cxn ang="16200000">
                  <a:pos x="wd2" y="hd2"/>
                </a:cxn>
              </a:cxnLst>
              <a:rect l="0" t="0" r="r" b="b"/>
              <a:pathLst>
                <a:path w="21402" h="21567" extrusionOk="0">
                  <a:moveTo>
                    <a:pt x="288" y="11629"/>
                  </a:moveTo>
                  <a:lnTo>
                    <a:pt x="4615" y="15812"/>
                  </a:lnTo>
                  <a:cubicBezTo>
                    <a:pt x="4677" y="15791"/>
                    <a:pt x="4739" y="15771"/>
                    <a:pt x="4791" y="15731"/>
                  </a:cubicBezTo>
                  <a:cubicBezTo>
                    <a:pt x="4954" y="15640"/>
                    <a:pt x="5020" y="15529"/>
                    <a:pt x="5042" y="15479"/>
                  </a:cubicBezTo>
                  <a:cubicBezTo>
                    <a:pt x="5047" y="15398"/>
                    <a:pt x="5051" y="15328"/>
                    <a:pt x="5060" y="15257"/>
                  </a:cubicBezTo>
                  <a:cubicBezTo>
                    <a:pt x="5095" y="15015"/>
                    <a:pt x="5170" y="14814"/>
                    <a:pt x="5285" y="14653"/>
                  </a:cubicBezTo>
                  <a:cubicBezTo>
                    <a:pt x="5386" y="14511"/>
                    <a:pt x="5509" y="14390"/>
                    <a:pt x="5663" y="14310"/>
                  </a:cubicBezTo>
                  <a:cubicBezTo>
                    <a:pt x="6398" y="13907"/>
                    <a:pt x="7670" y="14209"/>
                    <a:pt x="8273" y="15227"/>
                  </a:cubicBezTo>
                  <a:cubicBezTo>
                    <a:pt x="8502" y="15610"/>
                    <a:pt x="8555" y="16003"/>
                    <a:pt x="8559" y="16265"/>
                  </a:cubicBezTo>
                  <a:cubicBezTo>
                    <a:pt x="8564" y="16578"/>
                    <a:pt x="8498" y="16880"/>
                    <a:pt x="8379" y="17112"/>
                  </a:cubicBezTo>
                  <a:cubicBezTo>
                    <a:pt x="8207" y="17445"/>
                    <a:pt x="7926" y="17636"/>
                    <a:pt x="7543" y="17707"/>
                  </a:cubicBezTo>
                  <a:cubicBezTo>
                    <a:pt x="7393" y="17727"/>
                    <a:pt x="7230" y="17737"/>
                    <a:pt x="7063" y="17707"/>
                  </a:cubicBezTo>
                  <a:cubicBezTo>
                    <a:pt x="6984" y="17696"/>
                    <a:pt x="6904" y="17686"/>
                    <a:pt x="6825" y="17666"/>
                  </a:cubicBezTo>
                  <a:cubicBezTo>
                    <a:pt x="6720" y="17656"/>
                    <a:pt x="6618" y="17646"/>
                    <a:pt x="6521" y="17656"/>
                  </a:cubicBezTo>
                  <a:lnTo>
                    <a:pt x="10562" y="21567"/>
                  </a:lnTo>
                  <a:cubicBezTo>
                    <a:pt x="10760" y="21567"/>
                    <a:pt x="10932" y="21567"/>
                    <a:pt x="11126" y="21567"/>
                  </a:cubicBezTo>
                  <a:lnTo>
                    <a:pt x="12944" y="19803"/>
                  </a:lnTo>
                  <a:lnTo>
                    <a:pt x="15748" y="17092"/>
                  </a:lnTo>
                  <a:cubicBezTo>
                    <a:pt x="15748" y="17092"/>
                    <a:pt x="15748" y="17092"/>
                    <a:pt x="15748" y="17092"/>
                  </a:cubicBezTo>
                  <a:cubicBezTo>
                    <a:pt x="15783" y="17061"/>
                    <a:pt x="15818" y="17051"/>
                    <a:pt x="15853" y="17051"/>
                  </a:cubicBezTo>
                  <a:cubicBezTo>
                    <a:pt x="15990" y="17082"/>
                    <a:pt x="16113" y="17122"/>
                    <a:pt x="16232" y="17172"/>
                  </a:cubicBezTo>
                  <a:cubicBezTo>
                    <a:pt x="16316" y="17213"/>
                    <a:pt x="16399" y="17243"/>
                    <a:pt x="16470" y="17293"/>
                  </a:cubicBezTo>
                  <a:cubicBezTo>
                    <a:pt x="16509" y="17324"/>
                    <a:pt x="16540" y="17354"/>
                    <a:pt x="16580" y="17384"/>
                  </a:cubicBezTo>
                  <a:cubicBezTo>
                    <a:pt x="16888" y="17626"/>
                    <a:pt x="17086" y="17969"/>
                    <a:pt x="17152" y="18402"/>
                  </a:cubicBezTo>
                  <a:cubicBezTo>
                    <a:pt x="17161" y="18473"/>
                    <a:pt x="17165" y="18553"/>
                    <a:pt x="17161" y="18624"/>
                  </a:cubicBezTo>
                  <a:cubicBezTo>
                    <a:pt x="17165" y="18654"/>
                    <a:pt x="17183" y="18725"/>
                    <a:pt x="17231" y="18795"/>
                  </a:cubicBezTo>
                  <a:cubicBezTo>
                    <a:pt x="17324" y="18946"/>
                    <a:pt x="17561" y="19208"/>
                    <a:pt x="18112" y="19329"/>
                  </a:cubicBezTo>
                  <a:cubicBezTo>
                    <a:pt x="18627" y="19440"/>
                    <a:pt x="19265" y="19329"/>
                    <a:pt x="19771" y="19057"/>
                  </a:cubicBezTo>
                  <a:cubicBezTo>
                    <a:pt x="20511" y="18664"/>
                    <a:pt x="20695" y="18190"/>
                    <a:pt x="20704" y="18090"/>
                  </a:cubicBezTo>
                  <a:cubicBezTo>
                    <a:pt x="20695" y="18039"/>
                    <a:pt x="20599" y="17817"/>
                    <a:pt x="20277" y="17626"/>
                  </a:cubicBezTo>
                  <a:cubicBezTo>
                    <a:pt x="20123" y="17535"/>
                    <a:pt x="19938" y="17465"/>
                    <a:pt x="19731" y="17414"/>
                  </a:cubicBezTo>
                  <a:cubicBezTo>
                    <a:pt x="19547" y="17374"/>
                    <a:pt x="19353" y="17354"/>
                    <a:pt x="19155" y="17364"/>
                  </a:cubicBezTo>
                  <a:cubicBezTo>
                    <a:pt x="19054" y="17364"/>
                    <a:pt x="18948" y="17374"/>
                    <a:pt x="18847" y="17394"/>
                  </a:cubicBezTo>
                  <a:cubicBezTo>
                    <a:pt x="18376" y="17404"/>
                    <a:pt x="17962" y="17303"/>
                    <a:pt x="17627" y="17102"/>
                  </a:cubicBezTo>
                  <a:cubicBezTo>
                    <a:pt x="17473" y="17011"/>
                    <a:pt x="17346" y="16880"/>
                    <a:pt x="17236" y="16739"/>
                  </a:cubicBezTo>
                  <a:cubicBezTo>
                    <a:pt x="17196" y="16689"/>
                    <a:pt x="17152" y="16648"/>
                    <a:pt x="17121" y="16588"/>
                  </a:cubicBezTo>
                  <a:cubicBezTo>
                    <a:pt x="17086" y="16537"/>
                    <a:pt x="17064" y="16457"/>
                    <a:pt x="17046" y="16376"/>
                  </a:cubicBezTo>
                  <a:cubicBezTo>
                    <a:pt x="17033" y="16295"/>
                    <a:pt x="17024" y="16215"/>
                    <a:pt x="17029" y="16124"/>
                  </a:cubicBezTo>
                  <a:cubicBezTo>
                    <a:pt x="17038" y="15943"/>
                    <a:pt x="17090" y="15781"/>
                    <a:pt x="17161" y="15711"/>
                  </a:cubicBezTo>
                  <a:lnTo>
                    <a:pt x="21114" y="11881"/>
                  </a:lnTo>
                  <a:cubicBezTo>
                    <a:pt x="21501" y="11508"/>
                    <a:pt x="21497" y="10248"/>
                    <a:pt x="21109" y="9885"/>
                  </a:cubicBezTo>
                  <a:lnTo>
                    <a:pt x="10549" y="78"/>
                  </a:lnTo>
                  <a:cubicBezTo>
                    <a:pt x="10435" y="-33"/>
                    <a:pt x="10303" y="-23"/>
                    <a:pt x="10188" y="88"/>
                  </a:cubicBezTo>
                  <a:lnTo>
                    <a:pt x="293" y="9633"/>
                  </a:lnTo>
                  <a:cubicBezTo>
                    <a:pt x="-95" y="10016"/>
                    <a:pt x="-99" y="11266"/>
                    <a:pt x="288" y="11629"/>
                  </a:cubicBezTo>
                  <a:close/>
                </a:path>
              </a:pathLst>
            </a:custGeom>
            <a:solidFill>
              <a:schemeClr val="accent3"/>
            </a:solidFill>
            <a:ln w="12700">
              <a:miter lim="400000"/>
            </a:ln>
          </p:spPr>
          <p:txBody>
            <a:bodyPr lIns="38100" tIns="38100" rIns="38100" bIns="38100" anchor="ctr"/>
            <a:lstStyle/>
            <a:p>
              <a:pPr>
                <a:defRPr sz="3000">
                  <a:solidFill>
                    <a:srgbClr val="FFFFFF"/>
                  </a:solidFill>
                </a:defRPr>
              </a:pPr>
              <a:endParaRPr lang="en-US" dirty="0"/>
            </a:p>
          </p:txBody>
        </p:sp>
        <p:sp>
          <p:nvSpPr>
            <p:cNvPr id="12" name="Freeform: Shape 61">
              <a:extLst>
                <a:ext uri="{FF2B5EF4-FFF2-40B4-BE49-F238E27FC236}">
                  <a16:creationId xmlns:a16="http://schemas.microsoft.com/office/drawing/2014/main" id="{8E6B0FDF-0634-F623-D59E-9655DB9B86F8}"/>
                </a:ext>
              </a:extLst>
            </p:cNvPr>
            <p:cNvSpPr/>
            <p:nvPr/>
          </p:nvSpPr>
          <p:spPr>
            <a:xfrm>
              <a:off x="4013922" y="1636726"/>
              <a:ext cx="1981647" cy="737575"/>
            </a:xfrm>
            <a:custGeom>
              <a:avLst/>
              <a:gdLst>
                <a:gd name="connsiteX0" fmla="*/ 733725 w 1486875"/>
                <a:gd name="connsiteY0" fmla="*/ 0 h 553419"/>
                <a:gd name="connsiteX1" fmla="*/ 783427 w 1486875"/>
                <a:gd name="connsiteY1" fmla="*/ 8619 h 553419"/>
                <a:gd name="connsiteX2" fmla="*/ 1128744 w 1486875"/>
                <a:gd name="connsiteY2" fmla="*/ 132680 h 553419"/>
                <a:gd name="connsiteX3" fmla="*/ 1136255 w 1486875"/>
                <a:gd name="connsiteY3" fmla="*/ 133715 h 553419"/>
                <a:gd name="connsiteX4" fmla="*/ 1156008 w 1486875"/>
                <a:gd name="connsiteY4" fmla="*/ 130635 h 553419"/>
                <a:gd name="connsiteX5" fmla="*/ 1158998 w 1486875"/>
                <a:gd name="connsiteY5" fmla="*/ 129884 h 553419"/>
                <a:gd name="connsiteX6" fmla="*/ 1178194 w 1486875"/>
                <a:gd name="connsiteY6" fmla="*/ 122973 h 553419"/>
                <a:gd name="connsiteX7" fmla="*/ 1194956 w 1486875"/>
                <a:gd name="connsiteY7" fmla="*/ 106641 h 553419"/>
                <a:gd name="connsiteX8" fmla="*/ 1195234 w 1486875"/>
                <a:gd name="connsiteY8" fmla="*/ 102318 h 553419"/>
                <a:gd name="connsiteX9" fmla="*/ 1198224 w 1486875"/>
                <a:gd name="connsiteY9" fmla="*/ 100273 h 553419"/>
                <a:gd name="connsiteX10" fmla="*/ 1214986 w 1486875"/>
                <a:gd name="connsiteY10" fmla="*/ 94890 h 553419"/>
                <a:gd name="connsiteX11" fmla="*/ 1368066 w 1486875"/>
                <a:gd name="connsiteY11" fmla="*/ 113785 h 553419"/>
                <a:gd name="connsiteX12" fmla="*/ 1373769 w 1486875"/>
                <a:gd name="connsiteY12" fmla="*/ 121187 h 553419"/>
                <a:gd name="connsiteX13" fmla="*/ 1333917 w 1486875"/>
                <a:gd name="connsiteY13" fmla="*/ 130376 h 553419"/>
                <a:gd name="connsiteX14" fmla="*/ 1304845 w 1486875"/>
                <a:gd name="connsiteY14" fmla="*/ 130376 h 553419"/>
                <a:gd name="connsiteX15" fmla="*/ 1289613 w 1486875"/>
                <a:gd name="connsiteY15" fmla="*/ 129367 h 553419"/>
                <a:gd name="connsiteX16" fmla="*/ 1225488 w 1486875"/>
                <a:gd name="connsiteY16" fmla="*/ 133456 h 553419"/>
                <a:gd name="connsiteX17" fmla="*/ 1216238 w 1486875"/>
                <a:gd name="connsiteY17" fmla="*/ 136511 h 553419"/>
                <a:gd name="connsiteX18" fmla="*/ 1208448 w 1486875"/>
                <a:gd name="connsiteY18" fmla="*/ 139073 h 553419"/>
                <a:gd name="connsiteX19" fmla="*/ 1202397 w 1486875"/>
                <a:gd name="connsiteY19" fmla="*/ 145440 h 553419"/>
                <a:gd name="connsiteX20" fmla="*/ 1200937 w 1486875"/>
                <a:gd name="connsiteY20" fmla="*/ 151057 h 553419"/>
                <a:gd name="connsiteX21" fmla="*/ 1209909 w 1486875"/>
                <a:gd name="connsiteY21" fmla="*/ 162032 h 553419"/>
                <a:gd name="connsiteX22" fmla="*/ 1473156 w 1486875"/>
                <a:gd name="connsiteY22" fmla="*/ 256766 h 553419"/>
                <a:gd name="connsiteX23" fmla="*/ 1473156 w 1486875"/>
                <a:gd name="connsiteY23" fmla="*/ 291994 h 553419"/>
                <a:gd name="connsiteX24" fmla="*/ 1234182 w 1486875"/>
                <a:gd name="connsiteY24" fmla="*/ 378264 h 553419"/>
                <a:gd name="connsiteX25" fmla="*/ 1217977 w 1486875"/>
                <a:gd name="connsiteY25" fmla="*/ 380309 h 553419"/>
                <a:gd name="connsiteX26" fmla="*/ 1190157 w 1486875"/>
                <a:gd name="connsiteY26" fmla="*/ 375727 h 553419"/>
                <a:gd name="connsiteX27" fmla="*/ 1164701 w 1486875"/>
                <a:gd name="connsiteY27" fmla="*/ 364986 h 553419"/>
                <a:gd name="connsiteX28" fmla="*/ 1163519 w 1486875"/>
                <a:gd name="connsiteY28" fmla="*/ 358618 h 553419"/>
                <a:gd name="connsiteX29" fmla="*/ 1147314 w 1486875"/>
                <a:gd name="connsiteY29" fmla="*/ 340991 h 553419"/>
                <a:gd name="connsiteX30" fmla="*/ 1073034 w 1486875"/>
                <a:gd name="connsiteY30" fmla="*/ 322873 h 553419"/>
                <a:gd name="connsiteX31" fmla="*/ 950556 w 1486875"/>
                <a:gd name="connsiteY31" fmla="*/ 330276 h 553419"/>
                <a:gd name="connsiteX32" fmla="*/ 863966 w 1486875"/>
                <a:gd name="connsiteY32" fmla="*/ 379299 h 553419"/>
                <a:gd name="connsiteX33" fmla="*/ 915503 w 1486875"/>
                <a:gd name="connsiteY33" fmla="*/ 416313 h 553419"/>
                <a:gd name="connsiteX34" fmla="*/ 957164 w 1486875"/>
                <a:gd name="connsiteY34" fmla="*/ 422188 h 553419"/>
                <a:gd name="connsiteX35" fmla="*/ 999659 w 1486875"/>
                <a:gd name="connsiteY35" fmla="*/ 423716 h 553419"/>
                <a:gd name="connsiteX36" fmla="*/ 1021567 w 1486875"/>
                <a:gd name="connsiteY36" fmla="*/ 422939 h 553419"/>
                <a:gd name="connsiteX37" fmla="*/ 1093412 w 1486875"/>
                <a:gd name="connsiteY37" fmla="*/ 429073 h 553419"/>
                <a:gd name="connsiteX38" fmla="*/ 803527 w 1486875"/>
                <a:gd name="connsiteY38" fmla="*/ 533488 h 553419"/>
                <a:gd name="connsiteX39" fmla="*/ 748096 w 1486875"/>
                <a:gd name="connsiteY39" fmla="*/ 553419 h 553419"/>
                <a:gd name="connsiteX40" fmla="*/ 732222 w 1486875"/>
                <a:gd name="connsiteY40" fmla="*/ 553419 h 553419"/>
                <a:gd name="connsiteX41" fmla="*/ 0 w 1486875"/>
                <a:gd name="connsiteY41" fmla="*/ 261073 h 553419"/>
                <a:gd name="connsiteX42" fmla="*/ 575 w 1486875"/>
                <a:gd name="connsiteY42" fmla="*/ 259357 h 553419"/>
                <a:gd name="connsiteX43" fmla="*/ 15246 w 1486875"/>
                <a:gd name="connsiteY43" fmla="*/ 248846 h 553419"/>
                <a:gd name="connsiteX44" fmla="*/ 683971 w 1486875"/>
                <a:gd name="connsiteY44" fmla="*/ 8619 h 553419"/>
                <a:gd name="connsiteX45" fmla="*/ 733725 w 1486875"/>
                <a:gd name="connsiteY45" fmla="*/ 0 h 55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86875" h="553419">
                  <a:moveTo>
                    <a:pt x="733725" y="0"/>
                  </a:moveTo>
                  <a:cubicBezTo>
                    <a:pt x="750652" y="0"/>
                    <a:pt x="767570" y="2873"/>
                    <a:pt x="783427" y="8619"/>
                  </a:cubicBezTo>
                  <a:lnTo>
                    <a:pt x="1128744" y="132680"/>
                  </a:lnTo>
                  <a:cubicBezTo>
                    <a:pt x="1131178" y="133715"/>
                    <a:pt x="1133821" y="133974"/>
                    <a:pt x="1136255" y="133715"/>
                  </a:cubicBezTo>
                  <a:cubicBezTo>
                    <a:pt x="1143419" y="132939"/>
                    <a:pt x="1150026" y="131929"/>
                    <a:pt x="1156008" y="130635"/>
                  </a:cubicBezTo>
                  <a:cubicBezTo>
                    <a:pt x="1156912" y="130635"/>
                    <a:pt x="1157816" y="130143"/>
                    <a:pt x="1158998" y="129884"/>
                  </a:cubicBezTo>
                  <a:cubicBezTo>
                    <a:pt x="1166510" y="128098"/>
                    <a:pt x="1172769" y="125795"/>
                    <a:pt x="1178194" y="122973"/>
                  </a:cubicBezTo>
                  <a:cubicBezTo>
                    <a:pt x="1186888" y="118651"/>
                    <a:pt x="1192521" y="113293"/>
                    <a:pt x="1194956" y="106641"/>
                  </a:cubicBezTo>
                  <a:cubicBezTo>
                    <a:pt x="1195512" y="104855"/>
                    <a:pt x="1195512" y="104104"/>
                    <a:pt x="1195234" y="102318"/>
                  </a:cubicBezTo>
                  <a:cubicBezTo>
                    <a:pt x="1195234" y="102318"/>
                    <a:pt x="1195860" y="101542"/>
                    <a:pt x="1198224" y="100273"/>
                  </a:cubicBezTo>
                  <a:cubicBezTo>
                    <a:pt x="1201215" y="98720"/>
                    <a:pt x="1206292" y="96676"/>
                    <a:pt x="1214986" y="94890"/>
                  </a:cubicBezTo>
                  <a:cubicBezTo>
                    <a:pt x="1260820" y="85468"/>
                    <a:pt x="1337812" y="94890"/>
                    <a:pt x="1368066" y="113785"/>
                  </a:cubicBezTo>
                  <a:cubicBezTo>
                    <a:pt x="1373421" y="117357"/>
                    <a:pt x="1374951" y="119660"/>
                    <a:pt x="1373769" y="121187"/>
                  </a:cubicBezTo>
                  <a:cubicBezTo>
                    <a:pt x="1370152" y="124009"/>
                    <a:pt x="1359650" y="128849"/>
                    <a:pt x="1333917" y="130376"/>
                  </a:cubicBezTo>
                  <a:cubicBezTo>
                    <a:pt x="1324597" y="130894"/>
                    <a:pt x="1314721" y="130894"/>
                    <a:pt x="1304845" y="130376"/>
                  </a:cubicBezTo>
                  <a:cubicBezTo>
                    <a:pt x="1300046" y="130143"/>
                    <a:pt x="1295247" y="129884"/>
                    <a:pt x="1289613" y="129367"/>
                  </a:cubicBezTo>
                  <a:cubicBezTo>
                    <a:pt x="1264714" y="128098"/>
                    <a:pt x="1242597" y="129625"/>
                    <a:pt x="1225488" y="133456"/>
                  </a:cubicBezTo>
                  <a:cubicBezTo>
                    <a:pt x="1221872" y="134207"/>
                    <a:pt x="1219229" y="135501"/>
                    <a:pt x="1216238" y="136511"/>
                  </a:cubicBezTo>
                  <a:cubicBezTo>
                    <a:pt x="1213526" y="137287"/>
                    <a:pt x="1210813" y="138038"/>
                    <a:pt x="1208448" y="139073"/>
                  </a:cubicBezTo>
                  <a:cubicBezTo>
                    <a:pt x="1205736" y="140600"/>
                    <a:pt x="1203649" y="142904"/>
                    <a:pt x="1202397" y="145440"/>
                  </a:cubicBezTo>
                  <a:cubicBezTo>
                    <a:pt x="1201563" y="147226"/>
                    <a:pt x="1200937" y="149012"/>
                    <a:pt x="1200937" y="151057"/>
                  </a:cubicBezTo>
                  <a:cubicBezTo>
                    <a:pt x="1201215" y="155923"/>
                    <a:pt x="1204554" y="160246"/>
                    <a:pt x="1209909" y="162032"/>
                  </a:cubicBezTo>
                  <a:lnTo>
                    <a:pt x="1473156" y="256766"/>
                  </a:lnTo>
                  <a:cubicBezTo>
                    <a:pt x="1491448" y="263392"/>
                    <a:pt x="1491448" y="285342"/>
                    <a:pt x="1473156" y="291994"/>
                  </a:cubicBezTo>
                  <a:lnTo>
                    <a:pt x="1234182" y="378264"/>
                  </a:lnTo>
                  <a:cubicBezTo>
                    <a:pt x="1229105" y="380050"/>
                    <a:pt x="1223402" y="380826"/>
                    <a:pt x="1217977" y="380309"/>
                  </a:cubicBezTo>
                  <a:cubicBezTo>
                    <a:pt x="1207544" y="379299"/>
                    <a:pt x="1198224" y="377772"/>
                    <a:pt x="1190157" y="375727"/>
                  </a:cubicBezTo>
                  <a:cubicBezTo>
                    <a:pt x="1173951" y="371896"/>
                    <a:pt x="1167066" y="367289"/>
                    <a:pt x="1164701" y="364986"/>
                  </a:cubicBezTo>
                  <a:cubicBezTo>
                    <a:pt x="1164701" y="362708"/>
                    <a:pt x="1164423" y="360663"/>
                    <a:pt x="1163519" y="358618"/>
                  </a:cubicBezTo>
                  <a:cubicBezTo>
                    <a:pt x="1161085" y="351966"/>
                    <a:pt x="1155729" y="345858"/>
                    <a:pt x="1147314" y="340991"/>
                  </a:cubicBezTo>
                  <a:cubicBezTo>
                    <a:pt x="1131735" y="331544"/>
                    <a:pt x="1106905" y="325435"/>
                    <a:pt x="1073034" y="322873"/>
                  </a:cubicBezTo>
                  <a:cubicBezTo>
                    <a:pt x="1034434" y="320077"/>
                    <a:pt x="988600" y="322873"/>
                    <a:pt x="950556" y="330276"/>
                  </a:cubicBezTo>
                  <a:cubicBezTo>
                    <a:pt x="894221" y="341250"/>
                    <a:pt x="864314" y="358359"/>
                    <a:pt x="863966" y="379299"/>
                  </a:cubicBezTo>
                  <a:cubicBezTo>
                    <a:pt x="863688" y="391025"/>
                    <a:pt x="872660" y="406865"/>
                    <a:pt x="915503" y="416313"/>
                  </a:cubicBezTo>
                  <a:cubicBezTo>
                    <a:pt x="927466" y="418875"/>
                    <a:pt x="941584" y="420894"/>
                    <a:pt x="957164" y="422188"/>
                  </a:cubicBezTo>
                  <a:cubicBezTo>
                    <a:pt x="970935" y="423457"/>
                    <a:pt x="984984" y="423974"/>
                    <a:pt x="999659" y="423716"/>
                  </a:cubicBezTo>
                  <a:cubicBezTo>
                    <a:pt x="1007170" y="423457"/>
                    <a:pt x="1014612" y="423198"/>
                    <a:pt x="1021567" y="422939"/>
                  </a:cubicBezTo>
                  <a:cubicBezTo>
                    <a:pt x="1048483" y="422680"/>
                    <a:pt x="1073660" y="424725"/>
                    <a:pt x="1093412" y="429073"/>
                  </a:cubicBezTo>
                  <a:lnTo>
                    <a:pt x="803527" y="533488"/>
                  </a:lnTo>
                  <a:lnTo>
                    <a:pt x="748096" y="553419"/>
                  </a:lnTo>
                  <a:lnTo>
                    <a:pt x="732222" y="553419"/>
                  </a:lnTo>
                  <a:lnTo>
                    <a:pt x="0" y="261073"/>
                  </a:lnTo>
                  <a:lnTo>
                    <a:pt x="575" y="259357"/>
                  </a:lnTo>
                  <a:cubicBezTo>
                    <a:pt x="3835" y="254941"/>
                    <a:pt x="8725" y="251208"/>
                    <a:pt x="15246" y="248846"/>
                  </a:cubicBezTo>
                  <a:lnTo>
                    <a:pt x="683971" y="8619"/>
                  </a:lnTo>
                  <a:cubicBezTo>
                    <a:pt x="699863" y="2873"/>
                    <a:pt x="716798" y="0"/>
                    <a:pt x="733725" y="0"/>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3" name="Shape">
              <a:extLst>
                <a:ext uri="{FF2B5EF4-FFF2-40B4-BE49-F238E27FC236}">
                  <a16:creationId xmlns:a16="http://schemas.microsoft.com/office/drawing/2014/main" id="{19622D1D-D422-6DF4-3357-2EC89361462E}"/>
                </a:ext>
              </a:extLst>
            </p:cNvPr>
            <p:cNvSpPr/>
            <p:nvPr/>
          </p:nvSpPr>
          <p:spPr>
            <a:xfrm>
              <a:off x="6133922" y="2542032"/>
              <a:ext cx="1291480" cy="1694171"/>
            </a:xfrm>
            <a:custGeom>
              <a:avLst/>
              <a:gdLst>
                <a:gd name="connsiteX0" fmla="*/ 20923 w 21464"/>
                <a:gd name="connsiteY0" fmla="*/ 4247 h 21151"/>
                <a:gd name="connsiteX1" fmla="*/ 20612 w 21464"/>
                <a:gd name="connsiteY1" fmla="*/ 4320 h 21151"/>
                <a:gd name="connsiteX2" fmla="*/ 20214 w 21464"/>
                <a:gd name="connsiteY2" fmla="*/ 4694 h 21151"/>
                <a:gd name="connsiteX3" fmla="*/ 19855 w 21464"/>
                <a:gd name="connsiteY3" fmla="*/ 5262 h 21151"/>
                <a:gd name="connsiteX4" fmla="*/ 19696 w 21464"/>
                <a:gd name="connsiteY4" fmla="*/ 5621 h 21151"/>
                <a:gd name="connsiteX5" fmla="*/ 18747 w 21464"/>
                <a:gd name="connsiteY5" fmla="*/ 6786 h 21151"/>
                <a:gd name="connsiteX6" fmla="*/ 18230 w 21464"/>
                <a:gd name="connsiteY6" fmla="*/ 6970 h 21151"/>
                <a:gd name="connsiteX7" fmla="*/ 17898 w 21464"/>
                <a:gd name="connsiteY7" fmla="*/ 6955 h 21151"/>
                <a:gd name="connsiteX8" fmla="*/ 17746 w 21464"/>
                <a:gd name="connsiteY8" fmla="*/ 6912 h 21151"/>
                <a:gd name="connsiteX9" fmla="*/ 17567 w 21464"/>
                <a:gd name="connsiteY9" fmla="*/ 6698 h 21151"/>
                <a:gd name="connsiteX10" fmla="*/ 17567 w 21464"/>
                <a:gd name="connsiteY10" fmla="*/ 1122 h 21151"/>
                <a:gd name="connsiteX11" fmla="*/ 15437 w 21464"/>
                <a:gd name="connsiteY11" fmla="*/ 89 h 21151"/>
                <a:gd name="connsiteX12" fmla="*/ 631 w 21464"/>
                <a:gd name="connsiteY12" fmla="*/ 4548 h 21151"/>
                <a:gd name="connsiteX13" fmla="*/ 33 w 21464"/>
                <a:gd name="connsiteY13" fmla="*/ 5577 h 21151"/>
                <a:gd name="connsiteX14" fmla="*/ 0 w 21464"/>
                <a:gd name="connsiteY14" fmla="*/ 20029 h 21151"/>
                <a:gd name="connsiteX15" fmla="*/ 2143 w 21464"/>
                <a:gd name="connsiteY15" fmla="*/ 21058 h 21151"/>
                <a:gd name="connsiteX16" fmla="*/ 6820 w 21464"/>
                <a:gd name="connsiteY16" fmla="*/ 19578 h 21151"/>
                <a:gd name="connsiteX17" fmla="*/ 7675 w 21464"/>
                <a:gd name="connsiteY17" fmla="*/ 18888 h 21151"/>
                <a:gd name="connsiteX18" fmla="*/ 7762 w 21464"/>
                <a:gd name="connsiteY18" fmla="*/ 18466 h 21151"/>
                <a:gd name="connsiteX19" fmla="*/ 7437 w 21464"/>
                <a:gd name="connsiteY19" fmla="*/ 17826 h 21151"/>
                <a:gd name="connsiteX20" fmla="*/ 7171 w 21464"/>
                <a:gd name="connsiteY20" fmla="*/ 17685 h 21151"/>
                <a:gd name="connsiteX21" fmla="*/ 6760 w 21464"/>
                <a:gd name="connsiteY21" fmla="*/ 17258 h 21151"/>
                <a:gd name="connsiteX22" fmla="*/ 6601 w 21464"/>
                <a:gd name="connsiteY22" fmla="*/ 16656 h 21151"/>
                <a:gd name="connsiteX23" fmla="*/ 9712 w 21464"/>
                <a:gd name="connsiteY23" fmla="*/ 14065 h 21151"/>
                <a:gd name="connsiteX24" fmla="*/ 11470 w 21464"/>
                <a:gd name="connsiteY24" fmla="*/ 14720 h 21151"/>
                <a:gd name="connsiteX25" fmla="*/ 11530 w 21464"/>
                <a:gd name="connsiteY25" fmla="*/ 16045 h 21151"/>
                <a:gd name="connsiteX26" fmla="*/ 11165 w 21464"/>
                <a:gd name="connsiteY26" fmla="*/ 16637 h 21151"/>
                <a:gd name="connsiteX27" fmla="*/ 10926 w 21464"/>
                <a:gd name="connsiteY27" fmla="*/ 16894 h 21151"/>
                <a:gd name="connsiteX28" fmla="*/ 10528 w 21464"/>
                <a:gd name="connsiteY28" fmla="*/ 17855 h 21151"/>
                <a:gd name="connsiteX29" fmla="*/ 10720 w 21464"/>
                <a:gd name="connsiteY29" fmla="*/ 18350 h 21151"/>
                <a:gd name="connsiteX30" fmla="*/ 16638 w 21464"/>
                <a:gd name="connsiteY30" fmla="*/ 16477 h 21151"/>
                <a:gd name="connsiteX31" fmla="*/ 17560 w 21464"/>
                <a:gd name="connsiteY31" fmla="*/ 15448 h 21151"/>
                <a:gd name="connsiteX32" fmla="*/ 17560 w 21464"/>
                <a:gd name="connsiteY32" fmla="*/ 9721 h 21151"/>
                <a:gd name="connsiteX33" fmla="*/ 17587 w 21464"/>
                <a:gd name="connsiteY33" fmla="*/ 9624 h 21151"/>
                <a:gd name="connsiteX34" fmla="*/ 17892 w 21464"/>
                <a:gd name="connsiteY34" fmla="*/ 9207 h 21151"/>
                <a:gd name="connsiteX35" fmla="*/ 18223 w 21464"/>
                <a:gd name="connsiteY35" fmla="*/ 8896 h 21151"/>
                <a:gd name="connsiteX36" fmla="*/ 18316 w 21464"/>
                <a:gd name="connsiteY36" fmla="*/ 8829 h 21151"/>
                <a:gd name="connsiteX37" fmla="*/ 19623 w 21464"/>
                <a:gd name="connsiteY37" fmla="*/ 8863 h 21151"/>
                <a:gd name="connsiteX38" fmla="*/ 19670 w 21464"/>
                <a:gd name="connsiteY38" fmla="*/ 8906 h 21151"/>
                <a:gd name="connsiteX39" fmla="*/ 19782 w 21464"/>
                <a:gd name="connsiteY39" fmla="*/ 9018 h 21151"/>
                <a:gd name="connsiteX40" fmla="*/ 19935 w 21464"/>
                <a:gd name="connsiteY40" fmla="*/ 9086 h 21151"/>
                <a:gd name="connsiteX41" fmla="*/ 20645 w 21464"/>
                <a:gd name="connsiteY41" fmla="*/ 8542 h 21151"/>
                <a:gd name="connsiteX42" fmla="*/ 21414 w 21464"/>
                <a:gd name="connsiteY42" fmla="*/ 6514 h 21151"/>
                <a:gd name="connsiteX43" fmla="*/ 20923 w 21464"/>
                <a:gd name="connsiteY43" fmla="*/ 4247 h 21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464" h="21151" extrusionOk="0">
                  <a:moveTo>
                    <a:pt x="20923" y="4247"/>
                  </a:moveTo>
                  <a:cubicBezTo>
                    <a:pt x="20890" y="4233"/>
                    <a:pt x="20804" y="4199"/>
                    <a:pt x="20612" y="4320"/>
                  </a:cubicBezTo>
                  <a:cubicBezTo>
                    <a:pt x="20479" y="4398"/>
                    <a:pt x="20346" y="4524"/>
                    <a:pt x="20214" y="4694"/>
                  </a:cubicBezTo>
                  <a:cubicBezTo>
                    <a:pt x="20087" y="4854"/>
                    <a:pt x="19968" y="5048"/>
                    <a:pt x="19855" y="5262"/>
                  </a:cubicBezTo>
                  <a:cubicBezTo>
                    <a:pt x="19802" y="5373"/>
                    <a:pt x="19743" y="5495"/>
                    <a:pt x="19696" y="5621"/>
                  </a:cubicBezTo>
                  <a:cubicBezTo>
                    <a:pt x="19504" y="6009"/>
                    <a:pt x="19192" y="6509"/>
                    <a:pt x="18747" y="6786"/>
                  </a:cubicBezTo>
                  <a:cubicBezTo>
                    <a:pt x="18562" y="6902"/>
                    <a:pt x="18383" y="6951"/>
                    <a:pt x="18230" y="6970"/>
                  </a:cubicBezTo>
                  <a:cubicBezTo>
                    <a:pt x="18104" y="6985"/>
                    <a:pt x="17991" y="6975"/>
                    <a:pt x="17898" y="6955"/>
                  </a:cubicBezTo>
                  <a:cubicBezTo>
                    <a:pt x="17839" y="6941"/>
                    <a:pt x="17786" y="6926"/>
                    <a:pt x="17746" y="6912"/>
                  </a:cubicBezTo>
                  <a:cubicBezTo>
                    <a:pt x="17633" y="6868"/>
                    <a:pt x="17567" y="6785"/>
                    <a:pt x="17567" y="6698"/>
                  </a:cubicBezTo>
                  <a:lnTo>
                    <a:pt x="17567" y="1122"/>
                  </a:lnTo>
                  <a:cubicBezTo>
                    <a:pt x="17567" y="322"/>
                    <a:pt x="16452" y="-222"/>
                    <a:pt x="15437" y="89"/>
                  </a:cubicBezTo>
                  <a:lnTo>
                    <a:pt x="631" y="4548"/>
                  </a:lnTo>
                  <a:cubicBezTo>
                    <a:pt x="67" y="4723"/>
                    <a:pt x="33" y="5131"/>
                    <a:pt x="33" y="5577"/>
                  </a:cubicBezTo>
                  <a:cubicBezTo>
                    <a:pt x="22" y="10394"/>
                    <a:pt x="11" y="15212"/>
                    <a:pt x="0" y="20029"/>
                  </a:cubicBezTo>
                  <a:cubicBezTo>
                    <a:pt x="0" y="20834"/>
                    <a:pt x="1128" y="21378"/>
                    <a:pt x="2143" y="21058"/>
                  </a:cubicBezTo>
                  <a:lnTo>
                    <a:pt x="6820" y="19578"/>
                  </a:lnTo>
                  <a:cubicBezTo>
                    <a:pt x="7224" y="19447"/>
                    <a:pt x="7549" y="19199"/>
                    <a:pt x="7675" y="18888"/>
                  </a:cubicBezTo>
                  <a:cubicBezTo>
                    <a:pt x="7735" y="18743"/>
                    <a:pt x="7762" y="18602"/>
                    <a:pt x="7762" y="18466"/>
                  </a:cubicBezTo>
                  <a:cubicBezTo>
                    <a:pt x="7762" y="18195"/>
                    <a:pt x="7649" y="17971"/>
                    <a:pt x="7437" y="17826"/>
                  </a:cubicBezTo>
                  <a:cubicBezTo>
                    <a:pt x="7344" y="17787"/>
                    <a:pt x="7251" y="17738"/>
                    <a:pt x="7171" y="17685"/>
                  </a:cubicBezTo>
                  <a:cubicBezTo>
                    <a:pt x="6992" y="17569"/>
                    <a:pt x="6853" y="17423"/>
                    <a:pt x="6760" y="17258"/>
                  </a:cubicBezTo>
                  <a:cubicBezTo>
                    <a:pt x="6654" y="17078"/>
                    <a:pt x="6601" y="16875"/>
                    <a:pt x="6601" y="16656"/>
                  </a:cubicBezTo>
                  <a:cubicBezTo>
                    <a:pt x="6601" y="15462"/>
                    <a:pt x="8113" y="14201"/>
                    <a:pt x="9712" y="14065"/>
                  </a:cubicBezTo>
                  <a:cubicBezTo>
                    <a:pt x="10488" y="13997"/>
                    <a:pt x="11158" y="14249"/>
                    <a:pt x="11470" y="14720"/>
                  </a:cubicBezTo>
                  <a:cubicBezTo>
                    <a:pt x="11722" y="15094"/>
                    <a:pt x="11742" y="15555"/>
                    <a:pt x="11530" y="16045"/>
                  </a:cubicBezTo>
                  <a:cubicBezTo>
                    <a:pt x="11444" y="16249"/>
                    <a:pt x="11317" y="16448"/>
                    <a:pt x="11165" y="16637"/>
                  </a:cubicBezTo>
                  <a:cubicBezTo>
                    <a:pt x="11092" y="16724"/>
                    <a:pt x="11012" y="16811"/>
                    <a:pt x="10926" y="16894"/>
                  </a:cubicBezTo>
                  <a:cubicBezTo>
                    <a:pt x="10674" y="17205"/>
                    <a:pt x="10528" y="17544"/>
                    <a:pt x="10528" y="17855"/>
                  </a:cubicBezTo>
                  <a:cubicBezTo>
                    <a:pt x="10528" y="18049"/>
                    <a:pt x="10594" y="18219"/>
                    <a:pt x="10720" y="18350"/>
                  </a:cubicBezTo>
                  <a:lnTo>
                    <a:pt x="16638" y="16477"/>
                  </a:lnTo>
                  <a:cubicBezTo>
                    <a:pt x="17202" y="16297"/>
                    <a:pt x="17560" y="15894"/>
                    <a:pt x="17560" y="15448"/>
                  </a:cubicBezTo>
                  <a:lnTo>
                    <a:pt x="17560" y="9721"/>
                  </a:lnTo>
                  <a:cubicBezTo>
                    <a:pt x="17560" y="9688"/>
                    <a:pt x="17567" y="9654"/>
                    <a:pt x="17587" y="9624"/>
                  </a:cubicBezTo>
                  <a:cubicBezTo>
                    <a:pt x="17686" y="9464"/>
                    <a:pt x="17786" y="9328"/>
                    <a:pt x="17892" y="9207"/>
                  </a:cubicBezTo>
                  <a:cubicBezTo>
                    <a:pt x="17998" y="9081"/>
                    <a:pt x="18111" y="8979"/>
                    <a:pt x="18223" y="8896"/>
                  </a:cubicBezTo>
                  <a:cubicBezTo>
                    <a:pt x="18257" y="8872"/>
                    <a:pt x="18290" y="8848"/>
                    <a:pt x="18316" y="8829"/>
                  </a:cubicBezTo>
                  <a:cubicBezTo>
                    <a:pt x="18761" y="8562"/>
                    <a:pt x="19258" y="8571"/>
                    <a:pt x="19623" y="8863"/>
                  </a:cubicBezTo>
                  <a:cubicBezTo>
                    <a:pt x="19643" y="8877"/>
                    <a:pt x="19656" y="8892"/>
                    <a:pt x="19670" y="8906"/>
                  </a:cubicBezTo>
                  <a:cubicBezTo>
                    <a:pt x="19703" y="8950"/>
                    <a:pt x="19743" y="8989"/>
                    <a:pt x="19782" y="9018"/>
                  </a:cubicBezTo>
                  <a:cubicBezTo>
                    <a:pt x="19835" y="9062"/>
                    <a:pt x="19888" y="9081"/>
                    <a:pt x="19935" y="9086"/>
                  </a:cubicBezTo>
                  <a:cubicBezTo>
                    <a:pt x="20074" y="9081"/>
                    <a:pt x="20340" y="8950"/>
                    <a:pt x="20645" y="8542"/>
                  </a:cubicBezTo>
                  <a:cubicBezTo>
                    <a:pt x="21016" y="8042"/>
                    <a:pt x="21308" y="7266"/>
                    <a:pt x="21414" y="6514"/>
                  </a:cubicBezTo>
                  <a:cubicBezTo>
                    <a:pt x="21600" y="5150"/>
                    <a:pt x="21235" y="4369"/>
                    <a:pt x="20923" y="4247"/>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4" name="Shape">
              <a:extLst>
                <a:ext uri="{FF2B5EF4-FFF2-40B4-BE49-F238E27FC236}">
                  <a16:creationId xmlns:a16="http://schemas.microsoft.com/office/drawing/2014/main" id="{8932DF4D-936F-D7F9-554F-C57CFEACAB8C}"/>
                </a:ext>
              </a:extLst>
            </p:cNvPr>
            <p:cNvSpPr/>
            <p:nvPr/>
          </p:nvSpPr>
          <p:spPr>
            <a:xfrm>
              <a:off x="7000093" y="3443972"/>
              <a:ext cx="1301516" cy="1730594"/>
            </a:xfrm>
            <a:custGeom>
              <a:avLst/>
              <a:gdLst/>
              <a:ahLst/>
              <a:cxnLst>
                <a:cxn ang="0">
                  <a:pos x="wd2" y="hd2"/>
                </a:cxn>
                <a:cxn ang="5400000">
                  <a:pos x="wd2" y="hd2"/>
                </a:cxn>
                <a:cxn ang="10800000">
                  <a:pos x="wd2" y="hd2"/>
                </a:cxn>
                <a:cxn ang="16200000">
                  <a:pos x="wd2" y="hd2"/>
                </a:cxn>
              </a:cxnLst>
              <a:rect l="0" t="0" r="r" b="b"/>
              <a:pathLst>
                <a:path w="21466" h="21149" extrusionOk="0">
                  <a:moveTo>
                    <a:pt x="21466" y="15474"/>
                  </a:moveTo>
                  <a:lnTo>
                    <a:pt x="21440" y="1128"/>
                  </a:lnTo>
                  <a:cubicBezTo>
                    <a:pt x="21440" y="318"/>
                    <a:pt x="20321" y="-228"/>
                    <a:pt x="19313" y="94"/>
                  </a:cubicBezTo>
                  <a:lnTo>
                    <a:pt x="15205" y="1411"/>
                  </a:lnTo>
                  <a:cubicBezTo>
                    <a:pt x="14758" y="1552"/>
                    <a:pt x="14422" y="1845"/>
                    <a:pt x="14323" y="2196"/>
                  </a:cubicBezTo>
                  <a:cubicBezTo>
                    <a:pt x="14297" y="2294"/>
                    <a:pt x="14284" y="2392"/>
                    <a:pt x="14284" y="2484"/>
                  </a:cubicBezTo>
                  <a:cubicBezTo>
                    <a:pt x="14284" y="2757"/>
                    <a:pt x="14395" y="2977"/>
                    <a:pt x="14606" y="3128"/>
                  </a:cubicBezTo>
                  <a:cubicBezTo>
                    <a:pt x="14698" y="3167"/>
                    <a:pt x="14784" y="3216"/>
                    <a:pt x="14870" y="3265"/>
                  </a:cubicBezTo>
                  <a:cubicBezTo>
                    <a:pt x="15047" y="3382"/>
                    <a:pt x="15186" y="3523"/>
                    <a:pt x="15278" y="3694"/>
                  </a:cubicBezTo>
                  <a:cubicBezTo>
                    <a:pt x="15383" y="3874"/>
                    <a:pt x="15436" y="4074"/>
                    <a:pt x="15436" y="4294"/>
                  </a:cubicBezTo>
                  <a:cubicBezTo>
                    <a:pt x="15436" y="5484"/>
                    <a:pt x="13935" y="6757"/>
                    <a:pt x="12348" y="6913"/>
                  </a:cubicBezTo>
                  <a:cubicBezTo>
                    <a:pt x="12256" y="6923"/>
                    <a:pt x="12170" y="6928"/>
                    <a:pt x="12085" y="6928"/>
                  </a:cubicBezTo>
                  <a:cubicBezTo>
                    <a:pt x="11426" y="6928"/>
                    <a:pt x="10873" y="6684"/>
                    <a:pt x="10597" y="6265"/>
                  </a:cubicBezTo>
                  <a:cubicBezTo>
                    <a:pt x="10347" y="5884"/>
                    <a:pt x="10334" y="5421"/>
                    <a:pt x="10544" y="4928"/>
                  </a:cubicBezTo>
                  <a:cubicBezTo>
                    <a:pt x="10630" y="4723"/>
                    <a:pt x="10755" y="4523"/>
                    <a:pt x="10906" y="4333"/>
                  </a:cubicBezTo>
                  <a:cubicBezTo>
                    <a:pt x="10979" y="4245"/>
                    <a:pt x="11058" y="4157"/>
                    <a:pt x="11143" y="4070"/>
                  </a:cubicBezTo>
                  <a:cubicBezTo>
                    <a:pt x="11393" y="3757"/>
                    <a:pt x="11538" y="3411"/>
                    <a:pt x="11538" y="3099"/>
                  </a:cubicBezTo>
                  <a:cubicBezTo>
                    <a:pt x="11538" y="2923"/>
                    <a:pt x="11486" y="2767"/>
                    <a:pt x="11380" y="2640"/>
                  </a:cubicBezTo>
                  <a:lnTo>
                    <a:pt x="6588" y="4177"/>
                  </a:lnTo>
                  <a:lnTo>
                    <a:pt x="4902" y="4718"/>
                  </a:lnTo>
                  <a:cubicBezTo>
                    <a:pt x="4283" y="4918"/>
                    <a:pt x="3882" y="5372"/>
                    <a:pt x="3882" y="5870"/>
                  </a:cubicBezTo>
                  <a:lnTo>
                    <a:pt x="3882" y="11894"/>
                  </a:lnTo>
                  <a:cubicBezTo>
                    <a:pt x="3882" y="11928"/>
                    <a:pt x="3875" y="11962"/>
                    <a:pt x="3856" y="11992"/>
                  </a:cubicBezTo>
                  <a:cubicBezTo>
                    <a:pt x="3757" y="12153"/>
                    <a:pt x="3658" y="12289"/>
                    <a:pt x="3553" y="12411"/>
                  </a:cubicBezTo>
                  <a:cubicBezTo>
                    <a:pt x="3447" y="12538"/>
                    <a:pt x="3335" y="12640"/>
                    <a:pt x="3223" y="12723"/>
                  </a:cubicBezTo>
                  <a:cubicBezTo>
                    <a:pt x="3191" y="12748"/>
                    <a:pt x="3158" y="12777"/>
                    <a:pt x="3118" y="12796"/>
                  </a:cubicBezTo>
                  <a:cubicBezTo>
                    <a:pt x="2677" y="13060"/>
                    <a:pt x="2183" y="13050"/>
                    <a:pt x="1828" y="12757"/>
                  </a:cubicBezTo>
                  <a:cubicBezTo>
                    <a:pt x="1808" y="12743"/>
                    <a:pt x="1795" y="12728"/>
                    <a:pt x="1782" y="12713"/>
                  </a:cubicBezTo>
                  <a:cubicBezTo>
                    <a:pt x="1749" y="12670"/>
                    <a:pt x="1709" y="12631"/>
                    <a:pt x="1670" y="12601"/>
                  </a:cubicBezTo>
                  <a:cubicBezTo>
                    <a:pt x="1617" y="12557"/>
                    <a:pt x="1558" y="12533"/>
                    <a:pt x="1512" y="12528"/>
                  </a:cubicBezTo>
                  <a:cubicBezTo>
                    <a:pt x="1367" y="12528"/>
                    <a:pt x="1117" y="12660"/>
                    <a:pt x="814" y="13065"/>
                  </a:cubicBezTo>
                  <a:cubicBezTo>
                    <a:pt x="445" y="13562"/>
                    <a:pt x="156" y="14348"/>
                    <a:pt x="50" y="15113"/>
                  </a:cubicBezTo>
                  <a:cubicBezTo>
                    <a:pt x="-134" y="16494"/>
                    <a:pt x="228" y="17284"/>
                    <a:pt x="544" y="17406"/>
                  </a:cubicBezTo>
                  <a:cubicBezTo>
                    <a:pt x="570" y="17416"/>
                    <a:pt x="663" y="17450"/>
                    <a:pt x="847" y="17333"/>
                  </a:cubicBezTo>
                  <a:cubicBezTo>
                    <a:pt x="972" y="17250"/>
                    <a:pt x="1110" y="17118"/>
                    <a:pt x="1249" y="16948"/>
                  </a:cubicBezTo>
                  <a:cubicBezTo>
                    <a:pt x="1374" y="16787"/>
                    <a:pt x="1492" y="16592"/>
                    <a:pt x="1604" y="16372"/>
                  </a:cubicBezTo>
                  <a:cubicBezTo>
                    <a:pt x="1663" y="16255"/>
                    <a:pt x="1716" y="16138"/>
                    <a:pt x="1762" y="16011"/>
                  </a:cubicBezTo>
                  <a:cubicBezTo>
                    <a:pt x="1953" y="15621"/>
                    <a:pt x="2262" y="15113"/>
                    <a:pt x="2703" y="14835"/>
                  </a:cubicBezTo>
                  <a:cubicBezTo>
                    <a:pt x="2894" y="14718"/>
                    <a:pt x="3065" y="14665"/>
                    <a:pt x="3223" y="14645"/>
                  </a:cubicBezTo>
                  <a:cubicBezTo>
                    <a:pt x="3263" y="14640"/>
                    <a:pt x="3302" y="14635"/>
                    <a:pt x="3335" y="14635"/>
                  </a:cubicBezTo>
                  <a:cubicBezTo>
                    <a:pt x="3414" y="14635"/>
                    <a:pt x="3487" y="14645"/>
                    <a:pt x="3553" y="14660"/>
                  </a:cubicBezTo>
                  <a:cubicBezTo>
                    <a:pt x="3612" y="14674"/>
                    <a:pt x="3665" y="14689"/>
                    <a:pt x="3704" y="14704"/>
                  </a:cubicBezTo>
                  <a:cubicBezTo>
                    <a:pt x="3816" y="14748"/>
                    <a:pt x="3882" y="14831"/>
                    <a:pt x="3882" y="14923"/>
                  </a:cubicBezTo>
                  <a:lnTo>
                    <a:pt x="3882" y="20021"/>
                  </a:lnTo>
                  <a:cubicBezTo>
                    <a:pt x="3882" y="20826"/>
                    <a:pt x="4988" y="21372"/>
                    <a:pt x="5995" y="21060"/>
                  </a:cubicBezTo>
                  <a:lnTo>
                    <a:pt x="20531" y="16518"/>
                  </a:lnTo>
                  <a:cubicBezTo>
                    <a:pt x="21104" y="16338"/>
                    <a:pt x="21466" y="15928"/>
                    <a:pt x="21466" y="15474"/>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5" name="Shape">
              <a:extLst>
                <a:ext uri="{FF2B5EF4-FFF2-40B4-BE49-F238E27FC236}">
                  <a16:creationId xmlns:a16="http://schemas.microsoft.com/office/drawing/2014/main" id="{EFC7B7D9-5B6D-1AD4-EC59-47489F2CA26E}"/>
                </a:ext>
              </a:extLst>
            </p:cNvPr>
            <p:cNvSpPr/>
            <p:nvPr/>
          </p:nvSpPr>
          <p:spPr>
            <a:xfrm>
              <a:off x="7239596" y="2046896"/>
              <a:ext cx="1063774" cy="1936104"/>
            </a:xfrm>
            <a:custGeom>
              <a:avLst/>
              <a:gdLst/>
              <a:ahLst/>
              <a:cxnLst>
                <a:cxn ang="0">
                  <a:pos x="wd2" y="hd2"/>
                </a:cxn>
                <a:cxn ang="5400000">
                  <a:pos x="wd2" y="hd2"/>
                </a:cxn>
                <a:cxn ang="10800000">
                  <a:pos x="wd2" y="hd2"/>
                </a:cxn>
                <a:cxn ang="16200000">
                  <a:pos x="wd2" y="hd2"/>
                </a:cxn>
              </a:cxnLst>
              <a:rect l="0" t="0" r="r" b="b"/>
              <a:pathLst>
                <a:path w="21600" h="21364" extrusionOk="0">
                  <a:moveTo>
                    <a:pt x="12360" y="16956"/>
                  </a:moveTo>
                  <a:cubicBezTo>
                    <a:pt x="12433" y="16873"/>
                    <a:pt x="12514" y="16784"/>
                    <a:pt x="12611" y="16701"/>
                  </a:cubicBezTo>
                  <a:cubicBezTo>
                    <a:pt x="12652" y="16661"/>
                    <a:pt x="12717" y="16630"/>
                    <a:pt x="12798" y="16613"/>
                  </a:cubicBezTo>
                  <a:cubicBezTo>
                    <a:pt x="12798" y="16613"/>
                    <a:pt x="12798" y="16613"/>
                    <a:pt x="12798" y="16613"/>
                  </a:cubicBezTo>
                  <a:lnTo>
                    <a:pt x="14938" y="16111"/>
                  </a:lnTo>
                  <a:lnTo>
                    <a:pt x="20473" y="14811"/>
                  </a:lnTo>
                  <a:cubicBezTo>
                    <a:pt x="21162" y="14648"/>
                    <a:pt x="21600" y="14283"/>
                    <a:pt x="21600" y="13877"/>
                  </a:cubicBezTo>
                  <a:lnTo>
                    <a:pt x="21568" y="1016"/>
                  </a:lnTo>
                  <a:cubicBezTo>
                    <a:pt x="21568" y="289"/>
                    <a:pt x="20198" y="-204"/>
                    <a:pt x="18966" y="82"/>
                  </a:cubicBezTo>
                  <a:lnTo>
                    <a:pt x="1143" y="4165"/>
                  </a:lnTo>
                  <a:cubicBezTo>
                    <a:pt x="446" y="4324"/>
                    <a:pt x="0" y="4694"/>
                    <a:pt x="0" y="5104"/>
                  </a:cubicBezTo>
                  <a:lnTo>
                    <a:pt x="0" y="11001"/>
                  </a:lnTo>
                  <a:cubicBezTo>
                    <a:pt x="32" y="10992"/>
                    <a:pt x="65" y="10979"/>
                    <a:pt x="105" y="10957"/>
                  </a:cubicBezTo>
                  <a:cubicBezTo>
                    <a:pt x="421" y="10812"/>
                    <a:pt x="746" y="10504"/>
                    <a:pt x="1021" y="10098"/>
                  </a:cubicBezTo>
                  <a:cubicBezTo>
                    <a:pt x="1078" y="9988"/>
                    <a:pt x="1151" y="9874"/>
                    <a:pt x="1224" y="9759"/>
                  </a:cubicBezTo>
                  <a:cubicBezTo>
                    <a:pt x="1370" y="9539"/>
                    <a:pt x="1540" y="9341"/>
                    <a:pt x="1718" y="9173"/>
                  </a:cubicBezTo>
                  <a:cubicBezTo>
                    <a:pt x="1929" y="8975"/>
                    <a:pt x="2156" y="8821"/>
                    <a:pt x="2391" y="8715"/>
                  </a:cubicBezTo>
                  <a:cubicBezTo>
                    <a:pt x="2958" y="8455"/>
                    <a:pt x="3437" y="8530"/>
                    <a:pt x="3672" y="8601"/>
                  </a:cubicBezTo>
                  <a:cubicBezTo>
                    <a:pt x="4547" y="8852"/>
                    <a:pt x="4944" y="9803"/>
                    <a:pt x="4701" y="11085"/>
                  </a:cubicBezTo>
                  <a:cubicBezTo>
                    <a:pt x="4563" y="11834"/>
                    <a:pt x="4174" y="12587"/>
                    <a:pt x="3672" y="13093"/>
                  </a:cubicBezTo>
                  <a:cubicBezTo>
                    <a:pt x="3177" y="13587"/>
                    <a:pt x="2602" y="13838"/>
                    <a:pt x="2067" y="13816"/>
                  </a:cubicBezTo>
                  <a:cubicBezTo>
                    <a:pt x="1791" y="13811"/>
                    <a:pt x="1532" y="13741"/>
                    <a:pt x="1313" y="13613"/>
                  </a:cubicBezTo>
                  <a:cubicBezTo>
                    <a:pt x="1232" y="13569"/>
                    <a:pt x="1159" y="13512"/>
                    <a:pt x="1094" y="13455"/>
                  </a:cubicBezTo>
                  <a:cubicBezTo>
                    <a:pt x="997" y="13402"/>
                    <a:pt x="883" y="13375"/>
                    <a:pt x="640" y="13481"/>
                  </a:cubicBezTo>
                  <a:cubicBezTo>
                    <a:pt x="438" y="13573"/>
                    <a:pt x="211" y="13758"/>
                    <a:pt x="8" y="14001"/>
                  </a:cubicBezTo>
                  <a:lnTo>
                    <a:pt x="8" y="18612"/>
                  </a:lnTo>
                  <a:cubicBezTo>
                    <a:pt x="8" y="19092"/>
                    <a:pt x="916" y="19418"/>
                    <a:pt x="1726" y="19225"/>
                  </a:cubicBezTo>
                  <a:lnTo>
                    <a:pt x="4717" y="18520"/>
                  </a:lnTo>
                  <a:lnTo>
                    <a:pt x="9207" y="17463"/>
                  </a:lnTo>
                  <a:cubicBezTo>
                    <a:pt x="9256" y="17449"/>
                    <a:pt x="9313" y="17445"/>
                    <a:pt x="9369" y="17445"/>
                  </a:cubicBezTo>
                  <a:cubicBezTo>
                    <a:pt x="9475" y="17445"/>
                    <a:pt x="9580" y="17467"/>
                    <a:pt x="9661" y="17511"/>
                  </a:cubicBezTo>
                  <a:cubicBezTo>
                    <a:pt x="9694" y="17529"/>
                    <a:pt x="9726" y="17555"/>
                    <a:pt x="9750" y="17573"/>
                  </a:cubicBezTo>
                  <a:cubicBezTo>
                    <a:pt x="9840" y="17630"/>
                    <a:pt x="9921" y="17692"/>
                    <a:pt x="9985" y="17758"/>
                  </a:cubicBezTo>
                  <a:cubicBezTo>
                    <a:pt x="10156" y="17930"/>
                    <a:pt x="10253" y="18128"/>
                    <a:pt x="10253" y="18348"/>
                  </a:cubicBezTo>
                  <a:cubicBezTo>
                    <a:pt x="10253" y="18709"/>
                    <a:pt x="10034" y="19097"/>
                    <a:pt x="9629" y="19467"/>
                  </a:cubicBezTo>
                  <a:cubicBezTo>
                    <a:pt x="9515" y="19550"/>
                    <a:pt x="9434" y="19617"/>
                    <a:pt x="9361" y="19683"/>
                  </a:cubicBezTo>
                  <a:cubicBezTo>
                    <a:pt x="9199" y="19828"/>
                    <a:pt x="9078" y="19978"/>
                    <a:pt x="8988" y="20127"/>
                  </a:cubicBezTo>
                  <a:cubicBezTo>
                    <a:pt x="8786" y="20471"/>
                    <a:pt x="8794" y="20766"/>
                    <a:pt x="9013" y="21013"/>
                  </a:cubicBezTo>
                  <a:cubicBezTo>
                    <a:pt x="9240" y="21268"/>
                    <a:pt x="9734" y="21396"/>
                    <a:pt x="10334" y="21356"/>
                  </a:cubicBezTo>
                  <a:cubicBezTo>
                    <a:pt x="11898" y="21246"/>
                    <a:pt x="13438" y="20290"/>
                    <a:pt x="13430" y="19427"/>
                  </a:cubicBezTo>
                  <a:cubicBezTo>
                    <a:pt x="13430" y="19291"/>
                    <a:pt x="13390" y="19167"/>
                    <a:pt x="13300" y="19057"/>
                  </a:cubicBezTo>
                  <a:cubicBezTo>
                    <a:pt x="13227" y="18965"/>
                    <a:pt x="13130" y="18890"/>
                    <a:pt x="13001" y="18828"/>
                  </a:cubicBezTo>
                  <a:cubicBezTo>
                    <a:pt x="12936" y="18797"/>
                    <a:pt x="12863" y="18771"/>
                    <a:pt x="12790" y="18749"/>
                  </a:cubicBezTo>
                  <a:cubicBezTo>
                    <a:pt x="12757" y="18740"/>
                    <a:pt x="12733" y="18731"/>
                    <a:pt x="12709" y="18718"/>
                  </a:cubicBezTo>
                  <a:cubicBezTo>
                    <a:pt x="12255" y="18498"/>
                    <a:pt x="12012" y="18181"/>
                    <a:pt x="12004" y="17797"/>
                  </a:cubicBezTo>
                  <a:cubicBezTo>
                    <a:pt x="12004" y="17621"/>
                    <a:pt x="12060" y="17436"/>
                    <a:pt x="12166" y="17247"/>
                  </a:cubicBezTo>
                  <a:cubicBezTo>
                    <a:pt x="12206" y="17150"/>
                    <a:pt x="12279" y="17053"/>
                    <a:pt x="12360" y="1695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6" name="Shape">
              <a:extLst>
                <a:ext uri="{FF2B5EF4-FFF2-40B4-BE49-F238E27FC236}">
                  <a16:creationId xmlns:a16="http://schemas.microsoft.com/office/drawing/2014/main" id="{DCDACE2D-8064-A94B-B131-A071EBB76FB6}"/>
                </a:ext>
              </a:extLst>
            </p:cNvPr>
            <p:cNvSpPr/>
            <p:nvPr/>
          </p:nvSpPr>
          <p:spPr>
            <a:xfrm>
              <a:off x="6133928" y="3703077"/>
              <a:ext cx="1058988" cy="1942789"/>
            </a:xfrm>
            <a:custGeom>
              <a:avLst/>
              <a:gdLst/>
              <a:ahLst/>
              <a:cxnLst>
                <a:cxn ang="0">
                  <a:pos x="wd2" y="hd2"/>
                </a:cxn>
                <a:cxn ang="5400000">
                  <a:pos x="wd2" y="hd2"/>
                </a:cxn>
                <a:cxn ang="10800000">
                  <a:pos x="wd2" y="hd2"/>
                </a:cxn>
                <a:cxn ang="16200000">
                  <a:pos x="wd2" y="hd2"/>
                </a:cxn>
              </a:cxnLst>
              <a:rect l="0" t="0" r="r" b="b"/>
              <a:pathLst>
                <a:path w="21600" h="21364" extrusionOk="0">
                  <a:moveTo>
                    <a:pt x="13238" y="3906"/>
                  </a:moveTo>
                  <a:cubicBezTo>
                    <a:pt x="13092" y="3941"/>
                    <a:pt x="12921" y="3923"/>
                    <a:pt x="12807" y="3866"/>
                  </a:cubicBezTo>
                  <a:cubicBezTo>
                    <a:pt x="12758" y="3844"/>
                    <a:pt x="12726" y="3818"/>
                    <a:pt x="12685" y="3796"/>
                  </a:cubicBezTo>
                  <a:cubicBezTo>
                    <a:pt x="12587" y="3739"/>
                    <a:pt x="12506" y="3682"/>
                    <a:pt x="12432" y="3616"/>
                  </a:cubicBezTo>
                  <a:cubicBezTo>
                    <a:pt x="12237" y="3436"/>
                    <a:pt x="12123" y="3230"/>
                    <a:pt x="12131" y="2993"/>
                  </a:cubicBezTo>
                  <a:cubicBezTo>
                    <a:pt x="12131" y="2633"/>
                    <a:pt x="12351" y="2246"/>
                    <a:pt x="12758" y="1882"/>
                  </a:cubicBezTo>
                  <a:cubicBezTo>
                    <a:pt x="12872" y="1799"/>
                    <a:pt x="12953" y="1733"/>
                    <a:pt x="13027" y="1667"/>
                  </a:cubicBezTo>
                  <a:cubicBezTo>
                    <a:pt x="13190" y="1527"/>
                    <a:pt x="13312" y="1377"/>
                    <a:pt x="13401" y="1228"/>
                  </a:cubicBezTo>
                  <a:cubicBezTo>
                    <a:pt x="13597" y="890"/>
                    <a:pt x="13589" y="596"/>
                    <a:pt x="13377" y="355"/>
                  </a:cubicBezTo>
                  <a:cubicBezTo>
                    <a:pt x="13149" y="100"/>
                    <a:pt x="12652" y="-36"/>
                    <a:pt x="12050" y="8"/>
                  </a:cubicBezTo>
                  <a:cubicBezTo>
                    <a:pt x="10487" y="109"/>
                    <a:pt x="8948" y="1053"/>
                    <a:pt x="8948" y="1917"/>
                  </a:cubicBezTo>
                  <a:cubicBezTo>
                    <a:pt x="8948" y="2053"/>
                    <a:pt x="8988" y="2181"/>
                    <a:pt x="9078" y="2290"/>
                  </a:cubicBezTo>
                  <a:cubicBezTo>
                    <a:pt x="9151" y="2383"/>
                    <a:pt x="9249" y="2462"/>
                    <a:pt x="9379" y="2523"/>
                  </a:cubicBezTo>
                  <a:cubicBezTo>
                    <a:pt x="9444" y="2554"/>
                    <a:pt x="9518" y="2580"/>
                    <a:pt x="9591" y="2602"/>
                  </a:cubicBezTo>
                  <a:cubicBezTo>
                    <a:pt x="9624" y="2611"/>
                    <a:pt x="9648" y="2620"/>
                    <a:pt x="9672" y="2633"/>
                  </a:cubicBezTo>
                  <a:cubicBezTo>
                    <a:pt x="10128" y="2852"/>
                    <a:pt x="10373" y="3173"/>
                    <a:pt x="10373" y="3554"/>
                  </a:cubicBezTo>
                  <a:cubicBezTo>
                    <a:pt x="10373" y="3748"/>
                    <a:pt x="10307" y="3945"/>
                    <a:pt x="10177" y="4151"/>
                  </a:cubicBezTo>
                  <a:cubicBezTo>
                    <a:pt x="10112" y="4248"/>
                    <a:pt x="10039" y="4345"/>
                    <a:pt x="9949" y="4446"/>
                  </a:cubicBezTo>
                  <a:cubicBezTo>
                    <a:pt x="9868" y="4533"/>
                    <a:pt x="9778" y="4621"/>
                    <a:pt x="9681" y="4704"/>
                  </a:cubicBezTo>
                  <a:cubicBezTo>
                    <a:pt x="9640" y="4740"/>
                    <a:pt x="9575" y="4770"/>
                    <a:pt x="9501" y="4788"/>
                  </a:cubicBezTo>
                  <a:lnTo>
                    <a:pt x="7604" y="5231"/>
                  </a:lnTo>
                  <a:lnTo>
                    <a:pt x="1164" y="6732"/>
                  </a:lnTo>
                  <a:cubicBezTo>
                    <a:pt x="480" y="6895"/>
                    <a:pt x="33" y="7259"/>
                    <a:pt x="33" y="7663"/>
                  </a:cubicBezTo>
                  <a:lnTo>
                    <a:pt x="0" y="20348"/>
                  </a:lnTo>
                  <a:cubicBezTo>
                    <a:pt x="0" y="21072"/>
                    <a:pt x="1368" y="21564"/>
                    <a:pt x="2613" y="21283"/>
                  </a:cubicBezTo>
                  <a:lnTo>
                    <a:pt x="20452" y="17232"/>
                  </a:lnTo>
                  <a:cubicBezTo>
                    <a:pt x="21152" y="17074"/>
                    <a:pt x="21600" y="16705"/>
                    <a:pt x="21600" y="16297"/>
                  </a:cubicBezTo>
                  <a:lnTo>
                    <a:pt x="21600" y="10880"/>
                  </a:lnTo>
                  <a:cubicBezTo>
                    <a:pt x="21567" y="10889"/>
                    <a:pt x="21527" y="10907"/>
                    <a:pt x="21486" y="10924"/>
                  </a:cubicBezTo>
                  <a:cubicBezTo>
                    <a:pt x="21168" y="11073"/>
                    <a:pt x="20835" y="11376"/>
                    <a:pt x="20566" y="11785"/>
                  </a:cubicBezTo>
                  <a:cubicBezTo>
                    <a:pt x="20509" y="11894"/>
                    <a:pt x="20436" y="12013"/>
                    <a:pt x="20362" y="12123"/>
                  </a:cubicBezTo>
                  <a:cubicBezTo>
                    <a:pt x="20216" y="12342"/>
                    <a:pt x="20045" y="12544"/>
                    <a:pt x="19866" y="12711"/>
                  </a:cubicBezTo>
                  <a:cubicBezTo>
                    <a:pt x="19654" y="12913"/>
                    <a:pt x="19426" y="13066"/>
                    <a:pt x="19198" y="13172"/>
                  </a:cubicBezTo>
                  <a:cubicBezTo>
                    <a:pt x="18628" y="13431"/>
                    <a:pt x="18148" y="13360"/>
                    <a:pt x="17912" y="13294"/>
                  </a:cubicBezTo>
                  <a:cubicBezTo>
                    <a:pt x="17032" y="13044"/>
                    <a:pt x="16634" y="12087"/>
                    <a:pt x="16878" y="10797"/>
                  </a:cubicBezTo>
                  <a:cubicBezTo>
                    <a:pt x="17016" y="10042"/>
                    <a:pt x="17407" y="9291"/>
                    <a:pt x="17912" y="8787"/>
                  </a:cubicBezTo>
                  <a:cubicBezTo>
                    <a:pt x="18408" y="8295"/>
                    <a:pt x="18962" y="8058"/>
                    <a:pt x="19532" y="8076"/>
                  </a:cubicBezTo>
                  <a:cubicBezTo>
                    <a:pt x="19809" y="8084"/>
                    <a:pt x="20069" y="8155"/>
                    <a:pt x="20281" y="8282"/>
                  </a:cubicBezTo>
                  <a:cubicBezTo>
                    <a:pt x="20354" y="8326"/>
                    <a:pt x="20428" y="8378"/>
                    <a:pt x="20501" y="8440"/>
                  </a:cubicBezTo>
                  <a:cubicBezTo>
                    <a:pt x="20599" y="8493"/>
                    <a:pt x="20713" y="8523"/>
                    <a:pt x="20957" y="8418"/>
                  </a:cubicBezTo>
                  <a:cubicBezTo>
                    <a:pt x="21103" y="8352"/>
                    <a:pt x="21331" y="8207"/>
                    <a:pt x="21600" y="7896"/>
                  </a:cubicBezTo>
                  <a:lnTo>
                    <a:pt x="21600" y="2681"/>
                  </a:lnTo>
                  <a:cubicBezTo>
                    <a:pt x="21600" y="2343"/>
                    <a:pt x="20957" y="2115"/>
                    <a:pt x="20379" y="2246"/>
                  </a:cubicBezTo>
                  <a:lnTo>
                    <a:pt x="13238" y="3906"/>
                  </a:lnTo>
                  <a:cubicBezTo>
                    <a:pt x="13238" y="3906"/>
                    <a:pt x="13238" y="3906"/>
                    <a:pt x="13238" y="390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grpSp>
      <p:sp>
        <p:nvSpPr>
          <p:cNvPr id="18" name="Graphic 4" descr="Puzzle">
            <a:extLst>
              <a:ext uri="{FF2B5EF4-FFF2-40B4-BE49-F238E27FC236}">
                <a16:creationId xmlns:a16="http://schemas.microsoft.com/office/drawing/2014/main" id="{E91C1288-D182-8818-B381-2322FC0C9622}"/>
              </a:ext>
            </a:extLst>
          </p:cNvPr>
          <p:cNvSpPr>
            <a:spLocks noChangeAspect="1"/>
          </p:cNvSpPr>
          <p:nvPr/>
        </p:nvSpPr>
        <p:spPr>
          <a:xfrm>
            <a:off x="913852" y="1798684"/>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1"/>
          </a:solidFill>
          <a:ln w="7640" cap="flat">
            <a:noFill/>
            <a:prstDash val="solid"/>
            <a:miter/>
          </a:ln>
        </p:spPr>
        <p:txBody>
          <a:bodyPr rtlCol="0" anchor="ctr"/>
          <a:lstStyle/>
          <a:p>
            <a:pPr algn="ctr"/>
            <a:endParaRPr lang="en-US" dirty="0">
              <a:solidFill>
                <a:schemeClr val="bg1"/>
              </a:solidFill>
            </a:endParaRPr>
          </a:p>
        </p:txBody>
      </p:sp>
      <p:sp>
        <p:nvSpPr>
          <p:cNvPr id="19" name="TextBox 37">
            <a:extLst>
              <a:ext uri="{FF2B5EF4-FFF2-40B4-BE49-F238E27FC236}">
                <a16:creationId xmlns:a16="http://schemas.microsoft.com/office/drawing/2014/main" id="{A2D0DEF7-321A-91F7-CFD7-4B0E6A652770}"/>
              </a:ext>
            </a:extLst>
          </p:cNvPr>
          <p:cNvSpPr txBox="1"/>
          <p:nvPr/>
        </p:nvSpPr>
        <p:spPr>
          <a:xfrm>
            <a:off x="828605" y="2333231"/>
            <a:ext cx="3420000" cy="1077218"/>
          </a:xfrm>
          <a:prstGeom prst="rect">
            <a:avLst/>
          </a:prstGeom>
          <a:noFill/>
        </p:spPr>
        <p:txBody>
          <a:bodyPr wrap="square" rtlCol="0">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Graphic 57" descr="Puzzle">
            <a:extLst>
              <a:ext uri="{FF2B5EF4-FFF2-40B4-BE49-F238E27FC236}">
                <a16:creationId xmlns:a16="http://schemas.microsoft.com/office/drawing/2014/main" id="{30D825F9-41F8-B188-E51B-6EB7804DA2A1}"/>
              </a:ext>
            </a:extLst>
          </p:cNvPr>
          <p:cNvSpPr>
            <a:spLocks noChangeAspect="1"/>
          </p:cNvSpPr>
          <p:nvPr/>
        </p:nvSpPr>
        <p:spPr>
          <a:xfrm>
            <a:off x="913852" y="3444573"/>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2"/>
          </a:solidFill>
          <a:ln w="7640" cap="flat">
            <a:noFill/>
            <a:prstDash val="solid"/>
            <a:miter/>
          </a:ln>
        </p:spPr>
        <p:txBody>
          <a:bodyPr rtlCol="0" anchor="ctr"/>
          <a:lstStyle/>
          <a:p>
            <a:endParaRPr lang="en-US" dirty="0"/>
          </a:p>
        </p:txBody>
      </p:sp>
      <p:sp>
        <p:nvSpPr>
          <p:cNvPr id="23" name="TextBox 37">
            <a:extLst>
              <a:ext uri="{FF2B5EF4-FFF2-40B4-BE49-F238E27FC236}">
                <a16:creationId xmlns:a16="http://schemas.microsoft.com/office/drawing/2014/main" id="{6F25F767-0139-907B-3EA4-E5715CD63843}"/>
              </a:ext>
            </a:extLst>
          </p:cNvPr>
          <p:cNvSpPr txBox="1"/>
          <p:nvPr/>
        </p:nvSpPr>
        <p:spPr>
          <a:xfrm>
            <a:off x="828606" y="3981372"/>
            <a:ext cx="3420000" cy="1077218"/>
          </a:xfrm>
          <a:prstGeom prst="rect">
            <a:avLst/>
          </a:prstGeom>
          <a:noFill/>
        </p:spPr>
        <p:txBody>
          <a:bodyPr wrap="square" rtlCol="0">
            <a:spAutoFit/>
          </a:bodyPr>
          <a:lstStyle/>
          <a:p>
            <a:r>
              <a:rPr lang="en-US" sz="1600" b="1" dirty="0">
                <a:solidFill>
                  <a:schemeClr val="accent2"/>
                </a:solidFill>
              </a:rPr>
              <a:t>2.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Graphic 58" descr="Puzzle">
            <a:extLst>
              <a:ext uri="{FF2B5EF4-FFF2-40B4-BE49-F238E27FC236}">
                <a16:creationId xmlns:a16="http://schemas.microsoft.com/office/drawing/2014/main" id="{2526FEF5-0931-89D5-F924-BBEEBB6DEBC7}"/>
              </a:ext>
            </a:extLst>
          </p:cNvPr>
          <p:cNvSpPr>
            <a:spLocks noChangeAspect="1"/>
          </p:cNvSpPr>
          <p:nvPr/>
        </p:nvSpPr>
        <p:spPr>
          <a:xfrm>
            <a:off x="8369770" y="2893469"/>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3"/>
          </a:solidFill>
          <a:ln w="7640" cap="flat">
            <a:noFill/>
            <a:prstDash val="solid"/>
            <a:miter/>
          </a:ln>
        </p:spPr>
        <p:txBody>
          <a:bodyPr rtlCol="0" anchor="ctr"/>
          <a:lstStyle/>
          <a:p>
            <a:endParaRPr lang="en-US" dirty="0"/>
          </a:p>
        </p:txBody>
      </p:sp>
      <p:sp>
        <p:nvSpPr>
          <p:cNvPr id="27" name="TextBox 37">
            <a:extLst>
              <a:ext uri="{FF2B5EF4-FFF2-40B4-BE49-F238E27FC236}">
                <a16:creationId xmlns:a16="http://schemas.microsoft.com/office/drawing/2014/main" id="{EAB2EFF3-C036-DE30-6945-1379F71699DB}"/>
              </a:ext>
            </a:extLst>
          </p:cNvPr>
          <p:cNvSpPr txBox="1"/>
          <p:nvPr/>
        </p:nvSpPr>
        <p:spPr>
          <a:xfrm>
            <a:off x="8284524" y="3429000"/>
            <a:ext cx="3420000" cy="1077218"/>
          </a:xfrm>
          <a:prstGeom prst="rect">
            <a:avLst/>
          </a:prstGeom>
          <a:noFill/>
        </p:spPr>
        <p:txBody>
          <a:bodyPr wrap="square" rtlCol="0">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66220686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a:lstStyle/>
          <a:p>
            <a:r>
              <a:rPr lang="en-US" dirty="0"/>
              <a:t>Cycle 02</a:t>
            </a:r>
          </a:p>
        </p:txBody>
      </p:sp>
      <p:grpSp>
        <p:nvGrpSpPr>
          <p:cNvPr id="7" name="Group 6">
            <a:extLst>
              <a:ext uri="{FF2B5EF4-FFF2-40B4-BE49-F238E27FC236}">
                <a16:creationId xmlns:a16="http://schemas.microsoft.com/office/drawing/2014/main" id="{A651A83A-9562-31A2-F3E5-7B6C3D97DFCF}"/>
              </a:ext>
            </a:extLst>
          </p:cNvPr>
          <p:cNvGrpSpPr/>
          <p:nvPr/>
        </p:nvGrpSpPr>
        <p:grpSpPr>
          <a:xfrm>
            <a:off x="5838290" y="1088740"/>
            <a:ext cx="5237542" cy="5237542"/>
            <a:chOff x="5838290" y="1088740"/>
            <a:chExt cx="5237542" cy="5237542"/>
          </a:xfrm>
        </p:grpSpPr>
        <p:sp>
          <p:nvSpPr>
            <p:cNvPr id="3" name="Freeform: Shape 31">
              <a:extLst>
                <a:ext uri="{FF2B5EF4-FFF2-40B4-BE49-F238E27FC236}">
                  <a16:creationId xmlns:a16="http://schemas.microsoft.com/office/drawing/2014/main" id="{8542A000-188C-4240-B70A-F135D4F7458C}"/>
                </a:ext>
              </a:extLst>
            </p:cNvPr>
            <p:cNvSpPr>
              <a:spLocks noChangeAspect="1"/>
            </p:cNvSpPr>
            <p:nvPr/>
          </p:nvSpPr>
          <p:spPr>
            <a:xfrm rot="7860000">
              <a:off x="5838290" y="2381992"/>
              <a:ext cx="5237542" cy="2651038"/>
            </a:xfrm>
            <a:custGeom>
              <a:avLst/>
              <a:gdLst>
                <a:gd name="connsiteX0" fmla="*/ 4094712 w 6337426"/>
                <a:gd name="connsiteY0" fmla="*/ 3207756 h 3207756"/>
                <a:gd name="connsiteX1" fmla="*/ 4272279 w 6337426"/>
                <a:gd name="connsiteY1" fmla="*/ 2978421 h 3207756"/>
                <a:gd name="connsiteX2" fmla="*/ 4621089 w 6337426"/>
                <a:gd name="connsiteY2" fmla="*/ 2442407 h 3207756"/>
                <a:gd name="connsiteX3" fmla="*/ 5297235 w 6337426"/>
                <a:gd name="connsiteY3" fmla="*/ 505371 h 3207756"/>
                <a:gd name="connsiteX4" fmla="*/ 5307513 w 6337426"/>
                <a:gd name="connsiteY4" fmla="*/ 369041 h 3207756"/>
                <a:gd name="connsiteX5" fmla="*/ 5409331 w 6337426"/>
                <a:gd name="connsiteY5" fmla="*/ 418018 h 3207756"/>
                <a:gd name="connsiteX6" fmla="*/ 6337426 w 6337426"/>
                <a:gd name="connsiteY6" fmla="*/ 1603878 h 3207756"/>
                <a:gd name="connsiteX7" fmla="*/ 4110991 w 6337426"/>
                <a:gd name="connsiteY7" fmla="*/ 3205541 h 3207756"/>
                <a:gd name="connsiteX8" fmla="*/ 249013 w 6337426"/>
                <a:gd name="connsiteY8" fmla="*/ 2256666 h 3207756"/>
                <a:gd name="connsiteX9" fmla="*/ 0 w 6337426"/>
                <a:gd name="connsiteY9" fmla="*/ 1603878 h 3207756"/>
                <a:gd name="connsiteX10" fmla="*/ 2226435 w 6337426"/>
                <a:gd name="connsiteY10" fmla="*/ 2215 h 3207756"/>
                <a:gd name="connsiteX11" fmla="*/ 2242713 w 6337426"/>
                <a:gd name="connsiteY11" fmla="*/ 0 h 3207756"/>
                <a:gd name="connsiteX12" fmla="*/ 2065147 w 6337426"/>
                <a:gd name="connsiteY12" fmla="*/ 229334 h 3207756"/>
                <a:gd name="connsiteX13" fmla="*/ 1716336 w 6337426"/>
                <a:gd name="connsiteY13" fmla="*/ 765348 h 3207756"/>
                <a:gd name="connsiteX14" fmla="*/ 1040191 w 6337426"/>
                <a:gd name="connsiteY14" fmla="*/ 2702384 h 3207756"/>
                <a:gd name="connsiteX15" fmla="*/ 1029912 w 6337426"/>
                <a:gd name="connsiteY15" fmla="*/ 2838715 h 3207756"/>
                <a:gd name="connsiteX16" fmla="*/ 928095 w 6337426"/>
                <a:gd name="connsiteY16" fmla="*/ 2789739 h 3207756"/>
                <a:gd name="connsiteX17" fmla="*/ 249013 w 6337426"/>
                <a:gd name="connsiteY17" fmla="*/ 2256666 h 3207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7756">
                  <a:moveTo>
                    <a:pt x="4094712" y="3207756"/>
                  </a:moveTo>
                  <a:lnTo>
                    <a:pt x="4272279" y="2978421"/>
                  </a:lnTo>
                  <a:cubicBezTo>
                    <a:pt x="4394764" y="2810951"/>
                    <a:pt x="4511712" y="2631854"/>
                    <a:pt x="4621089" y="2442407"/>
                  </a:cubicBezTo>
                  <a:cubicBezTo>
                    <a:pt x="5003909" y="1779345"/>
                    <a:pt x="5230555" y="1099349"/>
                    <a:pt x="5297235" y="505371"/>
                  </a:cubicBezTo>
                  <a:lnTo>
                    <a:pt x="5307513" y="369041"/>
                  </a:lnTo>
                  <a:lnTo>
                    <a:pt x="5409331" y="418018"/>
                  </a:lnTo>
                  <a:cubicBezTo>
                    <a:pt x="5982755" y="721506"/>
                    <a:pt x="6337426" y="1140771"/>
                    <a:pt x="6337426" y="1603878"/>
                  </a:cubicBezTo>
                  <a:cubicBezTo>
                    <a:pt x="6337426" y="2356428"/>
                    <a:pt x="5400875" y="2993206"/>
                    <a:pt x="4110991" y="3205541"/>
                  </a:cubicBezTo>
                  <a:close/>
                  <a:moveTo>
                    <a:pt x="249013" y="2256666"/>
                  </a:moveTo>
                  <a:cubicBezTo>
                    <a:pt x="88668" y="2056025"/>
                    <a:pt x="0" y="1835432"/>
                    <a:pt x="0" y="1603878"/>
                  </a:cubicBezTo>
                  <a:cubicBezTo>
                    <a:pt x="0" y="851329"/>
                    <a:pt x="936551" y="214550"/>
                    <a:pt x="2226435" y="2215"/>
                  </a:cubicBezTo>
                  <a:lnTo>
                    <a:pt x="2242713" y="0"/>
                  </a:lnTo>
                  <a:lnTo>
                    <a:pt x="2065147" y="229334"/>
                  </a:lnTo>
                  <a:cubicBezTo>
                    <a:pt x="1942662" y="396804"/>
                    <a:pt x="1825713" y="575901"/>
                    <a:pt x="1716336" y="765348"/>
                  </a:cubicBezTo>
                  <a:cubicBezTo>
                    <a:pt x="1333517" y="1428410"/>
                    <a:pt x="1106871" y="2108406"/>
                    <a:pt x="1040191" y="2702384"/>
                  </a:cubicBezTo>
                  <a:lnTo>
                    <a:pt x="1029912" y="2838715"/>
                  </a:lnTo>
                  <a:lnTo>
                    <a:pt x="928095" y="2789739"/>
                  </a:lnTo>
                  <a:cubicBezTo>
                    <a:pt x="641382" y="2637995"/>
                    <a:pt x="409359" y="2457306"/>
                    <a:pt x="249013" y="2256666"/>
                  </a:cubicBezTo>
                  <a:close/>
                </a:path>
              </a:pathLst>
            </a:custGeom>
            <a:solidFill>
              <a:schemeClr val="accent2"/>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Freeform: Shape 33">
              <a:extLst>
                <a:ext uri="{FF2B5EF4-FFF2-40B4-BE49-F238E27FC236}">
                  <a16:creationId xmlns:a16="http://schemas.microsoft.com/office/drawing/2014/main" id="{47099249-91E4-4A38-A803-BD742F17AE2A}"/>
                </a:ext>
              </a:extLst>
            </p:cNvPr>
            <p:cNvSpPr>
              <a:spLocks noChangeAspect="1"/>
            </p:cNvSpPr>
            <p:nvPr/>
          </p:nvSpPr>
          <p:spPr>
            <a:xfrm rot="684917">
              <a:off x="5838290" y="2382801"/>
              <a:ext cx="5237542" cy="2649420"/>
            </a:xfrm>
            <a:custGeom>
              <a:avLst/>
              <a:gdLst>
                <a:gd name="connsiteX0" fmla="*/ 5297772 w 6337426"/>
                <a:gd name="connsiteY0" fmla="*/ 363376 h 3205798"/>
                <a:gd name="connsiteX1" fmla="*/ 5409332 w 6337426"/>
                <a:gd name="connsiteY1" fmla="*/ 417038 h 3205798"/>
                <a:gd name="connsiteX2" fmla="*/ 6337426 w 6337426"/>
                <a:gd name="connsiteY2" fmla="*/ 1602899 h 3205798"/>
                <a:gd name="connsiteX3" fmla="*/ 4110991 w 6337426"/>
                <a:gd name="connsiteY3" fmla="*/ 3204562 h 3205798"/>
                <a:gd name="connsiteX4" fmla="*/ 4101908 w 6337426"/>
                <a:gd name="connsiteY4" fmla="*/ 3205798 h 3205798"/>
                <a:gd name="connsiteX5" fmla="*/ 4282212 w 6337426"/>
                <a:gd name="connsiteY5" fmla="*/ 2969408 h 3205798"/>
                <a:gd name="connsiteX6" fmla="*/ 4627128 w 6337426"/>
                <a:gd name="connsiteY6" fmla="*/ 2430880 h 3205798"/>
                <a:gd name="connsiteX7" fmla="*/ 5289217 w 6337426"/>
                <a:gd name="connsiteY7" fmla="*/ 488994 h 3205798"/>
                <a:gd name="connsiteX8" fmla="*/ 1935307 w 6337426"/>
                <a:gd name="connsiteY8" fmla="*/ 57631 h 3205798"/>
                <a:gd name="connsiteX9" fmla="*/ 2226435 w 6337426"/>
                <a:gd name="connsiteY9" fmla="*/ 1236 h 3205798"/>
                <a:gd name="connsiteX10" fmla="*/ 2235517 w 6337426"/>
                <a:gd name="connsiteY10" fmla="*/ 0 h 3205798"/>
                <a:gd name="connsiteX11" fmla="*/ 2055213 w 6337426"/>
                <a:gd name="connsiteY11" fmla="*/ 236391 h 3205798"/>
                <a:gd name="connsiteX12" fmla="*/ 1710296 w 6337426"/>
                <a:gd name="connsiteY12" fmla="*/ 774918 h 3205798"/>
                <a:gd name="connsiteX13" fmla="*/ 1048208 w 6337426"/>
                <a:gd name="connsiteY13" fmla="*/ 2716805 h 3205798"/>
                <a:gd name="connsiteX14" fmla="*/ 1039653 w 6337426"/>
                <a:gd name="connsiteY14" fmla="*/ 2842421 h 3205798"/>
                <a:gd name="connsiteX15" fmla="*/ 928095 w 6337426"/>
                <a:gd name="connsiteY15" fmla="*/ 2788760 h 3205798"/>
                <a:gd name="connsiteX16" fmla="*/ 0 w 6337426"/>
                <a:gd name="connsiteY16" fmla="*/ 1602899 h 3205798"/>
                <a:gd name="connsiteX17" fmla="*/ 1935307 w 6337426"/>
                <a:gd name="connsiteY17" fmla="*/ 57631 h 32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5798">
                  <a:moveTo>
                    <a:pt x="5297772" y="363376"/>
                  </a:moveTo>
                  <a:lnTo>
                    <a:pt x="5409332" y="417038"/>
                  </a:lnTo>
                  <a:cubicBezTo>
                    <a:pt x="5982756" y="720526"/>
                    <a:pt x="6337426" y="1139791"/>
                    <a:pt x="6337426" y="1602899"/>
                  </a:cubicBezTo>
                  <a:cubicBezTo>
                    <a:pt x="6337426" y="2355449"/>
                    <a:pt x="5400875" y="2992227"/>
                    <a:pt x="4110991" y="3204562"/>
                  </a:cubicBezTo>
                  <a:lnTo>
                    <a:pt x="4101908" y="3205798"/>
                  </a:lnTo>
                  <a:lnTo>
                    <a:pt x="4282212" y="2969408"/>
                  </a:lnTo>
                  <a:cubicBezTo>
                    <a:pt x="4403480" y="2801055"/>
                    <a:pt x="4519127" y="2621115"/>
                    <a:pt x="4627128" y="2430880"/>
                  </a:cubicBezTo>
                  <a:cubicBezTo>
                    <a:pt x="5005132" y="1765060"/>
                    <a:pt x="5226843" y="1083440"/>
                    <a:pt x="5289217" y="488994"/>
                  </a:cubicBezTo>
                  <a:close/>
                  <a:moveTo>
                    <a:pt x="1935307" y="57631"/>
                  </a:moveTo>
                  <a:cubicBezTo>
                    <a:pt x="2030082" y="36415"/>
                    <a:pt x="2127213" y="17570"/>
                    <a:pt x="2226435" y="1236"/>
                  </a:cubicBezTo>
                  <a:lnTo>
                    <a:pt x="2235517" y="0"/>
                  </a:lnTo>
                  <a:lnTo>
                    <a:pt x="2055213" y="236391"/>
                  </a:lnTo>
                  <a:cubicBezTo>
                    <a:pt x="1933944" y="404744"/>
                    <a:pt x="1818297" y="584684"/>
                    <a:pt x="1710296" y="774918"/>
                  </a:cubicBezTo>
                  <a:cubicBezTo>
                    <a:pt x="1332293" y="1440739"/>
                    <a:pt x="1110581" y="2122359"/>
                    <a:pt x="1048208" y="2716805"/>
                  </a:cubicBezTo>
                  <a:lnTo>
                    <a:pt x="1039653" y="2842421"/>
                  </a:lnTo>
                  <a:lnTo>
                    <a:pt x="928095" y="2788760"/>
                  </a:lnTo>
                  <a:cubicBezTo>
                    <a:pt x="354670" y="2485272"/>
                    <a:pt x="0" y="2066007"/>
                    <a:pt x="0" y="1602899"/>
                  </a:cubicBezTo>
                  <a:cubicBezTo>
                    <a:pt x="0" y="908238"/>
                    <a:pt x="798008" y="312222"/>
                    <a:pt x="1935307" y="57631"/>
                  </a:cubicBezTo>
                  <a:close/>
                </a:path>
              </a:pathLst>
            </a:custGeom>
            <a:solidFill>
              <a:schemeClr val="accent3"/>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32">
              <a:extLst>
                <a:ext uri="{FF2B5EF4-FFF2-40B4-BE49-F238E27FC236}">
                  <a16:creationId xmlns:a16="http://schemas.microsoft.com/office/drawing/2014/main" id="{455AF554-3107-45AD-891A-AEADE0983B21}"/>
                </a:ext>
              </a:extLst>
            </p:cNvPr>
            <p:cNvSpPr>
              <a:spLocks noChangeAspect="1"/>
            </p:cNvSpPr>
            <p:nvPr/>
          </p:nvSpPr>
          <p:spPr>
            <a:xfrm rot="4260000">
              <a:off x="5838290" y="2381185"/>
              <a:ext cx="5237542" cy="2652651"/>
            </a:xfrm>
            <a:custGeom>
              <a:avLst/>
              <a:gdLst>
                <a:gd name="connsiteX0" fmla="*/ 4087537 w 6337426"/>
                <a:gd name="connsiteY0" fmla="*/ 3209708 h 3209708"/>
                <a:gd name="connsiteX1" fmla="*/ 4262287 w 6337426"/>
                <a:gd name="connsiteY1" fmla="*/ 2987359 h 3209708"/>
                <a:gd name="connsiteX2" fmla="*/ 4614973 w 6337426"/>
                <a:gd name="connsiteY2" fmla="*/ 2453888 h 3209708"/>
                <a:gd name="connsiteX3" fmla="*/ 5305141 w 6337426"/>
                <a:gd name="connsiteY3" fmla="*/ 521803 h 3209708"/>
                <a:gd name="connsiteX4" fmla="*/ 5317302 w 6337426"/>
                <a:gd name="connsiteY4" fmla="*/ 374726 h 3209708"/>
                <a:gd name="connsiteX5" fmla="*/ 5409332 w 6337426"/>
                <a:gd name="connsiteY5" fmla="*/ 418993 h 3209708"/>
                <a:gd name="connsiteX6" fmla="*/ 6337426 w 6337426"/>
                <a:gd name="connsiteY6" fmla="*/ 1604854 h 3209708"/>
                <a:gd name="connsiteX7" fmla="*/ 4110991 w 6337426"/>
                <a:gd name="connsiteY7" fmla="*/ 3206516 h 3209708"/>
                <a:gd name="connsiteX8" fmla="*/ 64377 w 6337426"/>
                <a:gd name="connsiteY8" fmla="*/ 1266868 h 3209708"/>
                <a:gd name="connsiteX9" fmla="*/ 2226435 w 6337426"/>
                <a:gd name="connsiteY9" fmla="*/ 3191 h 3209708"/>
                <a:gd name="connsiteX10" fmla="*/ 2249888 w 6337426"/>
                <a:gd name="connsiteY10" fmla="*/ 0 h 3209708"/>
                <a:gd name="connsiteX11" fmla="*/ 2075138 w 6337426"/>
                <a:gd name="connsiteY11" fmla="*/ 222348 h 3209708"/>
                <a:gd name="connsiteX12" fmla="*/ 1722452 w 6337426"/>
                <a:gd name="connsiteY12" fmla="*/ 755819 h 3209708"/>
                <a:gd name="connsiteX13" fmla="*/ 1032284 w 6337426"/>
                <a:gd name="connsiteY13" fmla="*/ 2687904 h 3209708"/>
                <a:gd name="connsiteX14" fmla="*/ 1020123 w 6337426"/>
                <a:gd name="connsiteY14" fmla="*/ 2834982 h 3209708"/>
                <a:gd name="connsiteX15" fmla="*/ 928095 w 6337426"/>
                <a:gd name="connsiteY15" fmla="*/ 2790715 h 3209708"/>
                <a:gd name="connsiteX16" fmla="*/ 0 w 6337426"/>
                <a:gd name="connsiteY16" fmla="*/ 1604854 h 3209708"/>
                <a:gd name="connsiteX17" fmla="*/ 64377 w 6337426"/>
                <a:gd name="connsiteY17" fmla="*/ 1266868 h 320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9708">
                  <a:moveTo>
                    <a:pt x="4087537" y="3209708"/>
                  </a:moveTo>
                  <a:lnTo>
                    <a:pt x="4262287" y="2987359"/>
                  </a:lnTo>
                  <a:cubicBezTo>
                    <a:pt x="4385983" y="2820781"/>
                    <a:pt x="4504226" y="2642537"/>
                    <a:pt x="4614973" y="2453888"/>
                  </a:cubicBezTo>
                  <a:cubicBezTo>
                    <a:pt x="5002589" y="1793617"/>
                    <a:pt x="5234158" y="1115283"/>
                    <a:pt x="5305141" y="521803"/>
                  </a:cubicBezTo>
                  <a:lnTo>
                    <a:pt x="5317302" y="374726"/>
                  </a:lnTo>
                  <a:lnTo>
                    <a:pt x="5409332" y="418993"/>
                  </a:lnTo>
                  <a:cubicBezTo>
                    <a:pt x="5982756" y="722482"/>
                    <a:pt x="6337426" y="1141747"/>
                    <a:pt x="6337426" y="1604854"/>
                  </a:cubicBezTo>
                  <a:cubicBezTo>
                    <a:pt x="6337426" y="2357404"/>
                    <a:pt x="5400875" y="2994182"/>
                    <a:pt x="4110991" y="3206516"/>
                  </a:cubicBezTo>
                  <a:close/>
                  <a:moveTo>
                    <a:pt x="64377" y="1266868"/>
                  </a:moveTo>
                  <a:cubicBezTo>
                    <a:pt x="296533" y="666418"/>
                    <a:pt x="1134995" y="182859"/>
                    <a:pt x="2226435" y="3191"/>
                  </a:cubicBezTo>
                  <a:lnTo>
                    <a:pt x="2249888" y="0"/>
                  </a:lnTo>
                  <a:lnTo>
                    <a:pt x="2075138" y="222348"/>
                  </a:lnTo>
                  <a:cubicBezTo>
                    <a:pt x="1951443" y="388926"/>
                    <a:pt x="1833199" y="567170"/>
                    <a:pt x="1722452" y="755819"/>
                  </a:cubicBezTo>
                  <a:cubicBezTo>
                    <a:pt x="1334837" y="1416090"/>
                    <a:pt x="1103268" y="2094425"/>
                    <a:pt x="1032284" y="2687904"/>
                  </a:cubicBezTo>
                  <a:lnTo>
                    <a:pt x="1020123" y="2834982"/>
                  </a:lnTo>
                  <a:lnTo>
                    <a:pt x="928095" y="2790715"/>
                  </a:lnTo>
                  <a:cubicBezTo>
                    <a:pt x="354670" y="2487226"/>
                    <a:pt x="0" y="2067961"/>
                    <a:pt x="0" y="1604854"/>
                  </a:cubicBezTo>
                  <a:cubicBezTo>
                    <a:pt x="0" y="1489077"/>
                    <a:pt x="22167" y="1376040"/>
                    <a:pt x="64377" y="1266868"/>
                  </a:cubicBezTo>
                  <a:close/>
                </a:path>
              </a:pathLst>
            </a:custGeom>
            <a:solidFill>
              <a:schemeClr val="accent1"/>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7" name="Federal_Government" descr="{&quot;Key&quot;:&quot;POWER_USER_SHAPE_ICON&quot;,&quot;Value&quot;:&quot;POWER_USER_SHAPE_ICON_STYLE_1&quot;}"/>
          <p:cNvGrpSpPr>
            <a:grpSpLocks noChangeAspect="1"/>
          </p:cNvGrpSpPr>
          <p:nvPr>
            <p:custDataLst>
              <p:tags r:id="rId1"/>
            </p:custDataLst>
          </p:nvPr>
        </p:nvGrpSpPr>
        <p:grpSpPr bwMode="auto">
          <a:xfrm>
            <a:off x="7905518" y="3081855"/>
            <a:ext cx="1161336" cy="1163810"/>
            <a:chOff x="8" y="8"/>
            <a:chExt cx="470" cy="471"/>
          </a:xfrm>
          <a:solidFill>
            <a:srgbClr val="7F7F7F"/>
          </a:solidFill>
        </p:grpSpPr>
        <p:sp>
          <p:nvSpPr>
            <p:cNvPr id="38" name="Federal_Government"/>
            <p:cNvSpPr>
              <a:spLocks/>
            </p:cNvSpPr>
            <p:nvPr>
              <p:custDataLst>
                <p:tags r:id="rId2"/>
              </p:custDataLst>
            </p:nvPr>
          </p:nvSpPr>
          <p:spPr bwMode="auto">
            <a:xfrm>
              <a:off x="106" y="204"/>
              <a:ext cx="274" cy="52"/>
            </a:xfrm>
            <a:custGeom>
              <a:avLst/>
              <a:gdLst>
                <a:gd name="T0" fmla="*/ 70 w 730"/>
                <a:gd name="T1" fmla="*/ 112 h 139"/>
                <a:gd name="T2" fmla="*/ 365 w 730"/>
                <a:gd name="T3" fmla="*/ 33 h 139"/>
                <a:gd name="T4" fmla="*/ 660 w 730"/>
                <a:gd name="T5" fmla="*/ 112 h 139"/>
                <a:gd name="T6" fmla="*/ 660 w 730"/>
                <a:gd name="T7" fmla="*/ 139 h 139"/>
                <a:gd name="T8" fmla="*/ 730 w 730"/>
                <a:gd name="T9" fmla="*/ 139 h 139"/>
                <a:gd name="T10" fmla="*/ 730 w 730"/>
                <a:gd name="T11" fmla="*/ 0 h 139"/>
                <a:gd name="T12" fmla="*/ 0 w 730"/>
                <a:gd name="T13" fmla="*/ 0 h 139"/>
                <a:gd name="T14" fmla="*/ 0 w 730"/>
                <a:gd name="T15" fmla="*/ 139 h 139"/>
                <a:gd name="T16" fmla="*/ 70 w 730"/>
                <a:gd name="T17" fmla="*/ 139 h 139"/>
                <a:gd name="T18" fmla="*/ 70 w 730"/>
                <a:gd name="T19" fmla="*/ 1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0" h="139">
                  <a:moveTo>
                    <a:pt x="70" y="112"/>
                  </a:moveTo>
                  <a:lnTo>
                    <a:pt x="365" y="33"/>
                  </a:lnTo>
                  <a:lnTo>
                    <a:pt x="660" y="112"/>
                  </a:lnTo>
                  <a:lnTo>
                    <a:pt x="660" y="139"/>
                  </a:lnTo>
                  <a:lnTo>
                    <a:pt x="730" y="139"/>
                  </a:lnTo>
                  <a:lnTo>
                    <a:pt x="730" y="0"/>
                  </a:lnTo>
                  <a:lnTo>
                    <a:pt x="0" y="0"/>
                  </a:lnTo>
                  <a:lnTo>
                    <a:pt x="0" y="139"/>
                  </a:lnTo>
                  <a:lnTo>
                    <a:pt x="70" y="139"/>
                  </a:lnTo>
                  <a:lnTo>
                    <a:pt x="70" y="1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ederal_Government"/>
            <p:cNvSpPr>
              <a:spLocks/>
            </p:cNvSpPr>
            <p:nvPr>
              <p:custDataLst>
                <p:tags r:id="rId3"/>
              </p:custDataLst>
            </p:nvPr>
          </p:nvSpPr>
          <p:spPr bwMode="auto">
            <a:xfrm>
              <a:off x="145" y="230"/>
              <a:ext cx="195" cy="209"/>
            </a:xfrm>
            <a:custGeom>
              <a:avLst/>
              <a:gdLst>
                <a:gd name="T0" fmla="*/ 520 w 520"/>
                <a:gd name="T1" fmla="*/ 556 h 556"/>
                <a:gd name="T2" fmla="*/ 520 w 520"/>
                <a:gd name="T3" fmla="*/ 157 h 556"/>
                <a:gd name="T4" fmla="*/ 520 w 520"/>
                <a:gd name="T5" fmla="*/ 122 h 556"/>
                <a:gd name="T6" fmla="*/ 520 w 520"/>
                <a:gd name="T7" fmla="*/ 122 h 556"/>
                <a:gd name="T8" fmla="*/ 520 w 520"/>
                <a:gd name="T9" fmla="*/ 70 h 556"/>
                <a:gd name="T10" fmla="*/ 260 w 520"/>
                <a:gd name="T11" fmla="*/ 0 h 556"/>
                <a:gd name="T12" fmla="*/ 0 w 520"/>
                <a:gd name="T13" fmla="*/ 70 h 556"/>
                <a:gd name="T14" fmla="*/ 0 w 520"/>
                <a:gd name="T15" fmla="*/ 122 h 556"/>
                <a:gd name="T16" fmla="*/ 0 w 520"/>
                <a:gd name="T17" fmla="*/ 122 h 556"/>
                <a:gd name="T18" fmla="*/ 0 w 520"/>
                <a:gd name="T19" fmla="*/ 157 h 556"/>
                <a:gd name="T20" fmla="*/ 0 w 520"/>
                <a:gd name="T21" fmla="*/ 556 h 556"/>
                <a:gd name="T22" fmla="*/ 104 w 520"/>
                <a:gd name="T23" fmla="*/ 556 h 556"/>
                <a:gd name="T24" fmla="*/ 104 w 520"/>
                <a:gd name="T25" fmla="*/ 157 h 556"/>
                <a:gd name="T26" fmla="*/ 208 w 520"/>
                <a:gd name="T27" fmla="*/ 157 h 556"/>
                <a:gd name="T28" fmla="*/ 208 w 520"/>
                <a:gd name="T29" fmla="*/ 556 h 556"/>
                <a:gd name="T30" fmla="*/ 312 w 520"/>
                <a:gd name="T31" fmla="*/ 556 h 556"/>
                <a:gd name="T32" fmla="*/ 312 w 520"/>
                <a:gd name="T33" fmla="*/ 157 h 556"/>
                <a:gd name="T34" fmla="*/ 416 w 520"/>
                <a:gd name="T35" fmla="*/ 157 h 556"/>
                <a:gd name="T36" fmla="*/ 416 w 520"/>
                <a:gd name="T37" fmla="*/ 556 h 556"/>
                <a:gd name="T38" fmla="*/ 520 w 520"/>
                <a:gd name="T39" fmla="*/ 556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0" h="556">
                  <a:moveTo>
                    <a:pt x="520" y="556"/>
                  </a:moveTo>
                  <a:lnTo>
                    <a:pt x="520" y="157"/>
                  </a:lnTo>
                  <a:lnTo>
                    <a:pt x="520" y="122"/>
                  </a:lnTo>
                  <a:lnTo>
                    <a:pt x="520" y="122"/>
                  </a:lnTo>
                  <a:lnTo>
                    <a:pt x="520" y="70"/>
                  </a:lnTo>
                  <a:lnTo>
                    <a:pt x="260" y="0"/>
                  </a:lnTo>
                  <a:lnTo>
                    <a:pt x="0" y="70"/>
                  </a:lnTo>
                  <a:lnTo>
                    <a:pt x="0" y="122"/>
                  </a:lnTo>
                  <a:lnTo>
                    <a:pt x="0" y="122"/>
                  </a:lnTo>
                  <a:lnTo>
                    <a:pt x="0" y="157"/>
                  </a:lnTo>
                  <a:lnTo>
                    <a:pt x="0" y="556"/>
                  </a:lnTo>
                  <a:lnTo>
                    <a:pt x="104" y="556"/>
                  </a:lnTo>
                  <a:lnTo>
                    <a:pt x="104" y="157"/>
                  </a:lnTo>
                  <a:lnTo>
                    <a:pt x="208" y="157"/>
                  </a:lnTo>
                  <a:lnTo>
                    <a:pt x="208" y="556"/>
                  </a:lnTo>
                  <a:lnTo>
                    <a:pt x="312" y="556"/>
                  </a:lnTo>
                  <a:lnTo>
                    <a:pt x="312" y="157"/>
                  </a:lnTo>
                  <a:lnTo>
                    <a:pt x="416" y="157"/>
                  </a:lnTo>
                  <a:lnTo>
                    <a:pt x="416" y="556"/>
                  </a:lnTo>
                  <a:lnTo>
                    <a:pt x="520"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ederal_Government"/>
            <p:cNvSpPr>
              <a:spLocks/>
            </p:cNvSpPr>
            <p:nvPr>
              <p:custDataLst>
                <p:tags r:id="rId4"/>
              </p:custDataLst>
            </p:nvPr>
          </p:nvSpPr>
          <p:spPr bwMode="auto">
            <a:xfrm>
              <a:off x="165" y="8"/>
              <a:ext cx="156" cy="183"/>
            </a:xfrm>
            <a:custGeom>
              <a:avLst/>
              <a:gdLst>
                <a:gd name="T0" fmla="*/ 416 w 416"/>
                <a:gd name="T1" fmla="*/ 451 h 486"/>
                <a:gd name="T2" fmla="*/ 416 w 416"/>
                <a:gd name="T3" fmla="*/ 451 h 486"/>
                <a:gd name="T4" fmla="*/ 243 w 416"/>
                <a:gd name="T5" fmla="*/ 246 h 486"/>
                <a:gd name="T6" fmla="*/ 243 w 416"/>
                <a:gd name="T7" fmla="*/ 200 h 486"/>
                <a:gd name="T8" fmla="*/ 234 w 416"/>
                <a:gd name="T9" fmla="*/ 191 h 486"/>
                <a:gd name="T10" fmla="*/ 225 w 416"/>
                <a:gd name="T11" fmla="*/ 191 h 486"/>
                <a:gd name="T12" fmla="*/ 225 w 416"/>
                <a:gd name="T13" fmla="*/ 146 h 486"/>
                <a:gd name="T14" fmla="*/ 416 w 416"/>
                <a:gd name="T15" fmla="*/ 156 h 486"/>
                <a:gd name="T16" fmla="*/ 416 w 416"/>
                <a:gd name="T17" fmla="*/ 35 h 486"/>
                <a:gd name="T18" fmla="*/ 225 w 416"/>
                <a:gd name="T19" fmla="*/ 25 h 486"/>
                <a:gd name="T20" fmla="*/ 225 w 416"/>
                <a:gd name="T21" fmla="*/ 17 h 486"/>
                <a:gd name="T22" fmla="*/ 208 w 416"/>
                <a:gd name="T23" fmla="*/ 0 h 486"/>
                <a:gd name="T24" fmla="*/ 191 w 416"/>
                <a:gd name="T25" fmla="*/ 17 h 486"/>
                <a:gd name="T26" fmla="*/ 191 w 416"/>
                <a:gd name="T27" fmla="*/ 191 h 486"/>
                <a:gd name="T28" fmla="*/ 182 w 416"/>
                <a:gd name="T29" fmla="*/ 191 h 486"/>
                <a:gd name="T30" fmla="*/ 173 w 416"/>
                <a:gd name="T31" fmla="*/ 200 h 486"/>
                <a:gd name="T32" fmla="*/ 173 w 416"/>
                <a:gd name="T33" fmla="*/ 246 h 486"/>
                <a:gd name="T34" fmla="*/ 0 w 416"/>
                <a:gd name="T35" fmla="*/ 451 h 486"/>
                <a:gd name="T36" fmla="*/ 0 w 416"/>
                <a:gd name="T37" fmla="*/ 451 h 486"/>
                <a:gd name="T38" fmla="*/ 0 w 416"/>
                <a:gd name="T39" fmla="*/ 486 h 486"/>
                <a:gd name="T40" fmla="*/ 416 w 416"/>
                <a:gd name="T41" fmla="*/ 486 h 486"/>
                <a:gd name="T42" fmla="*/ 416 w 416"/>
                <a:gd name="T43" fmla="*/ 45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6" h="486">
                  <a:moveTo>
                    <a:pt x="416" y="451"/>
                  </a:moveTo>
                  <a:lnTo>
                    <a:pt x="416" y="451"/>
                  </a:lnTo>
                  <a:cubicBezTo>
                    <a:pt x="416" y="348"/>
                    <a:pt x="341" y="263"/>
                    <a:pt x="243" y="246"/>
                  </a:cubicBezTo>
                  <a:lnTo>
                    <a:pt x="243" y="200"/>
                  </a:lnTo>
                  <a:cubicBezTo>
                    <a:pt x="243" y="195"/>
                    <a:pt x="239" y="191"/>
                    <a:pt x="234" y="191"/>
                  </a:cubicBezTo>
                  <a:lnTo>
                    <a:pt x="225" y="191"/>
                  </a:lnTo>
                  <a:lnTo>
                    <a:pt x="225" y="146"/>
                  </a:lnTo>
                  <a:cubicBezTo>
                    <a:pt x="287" y="177"/>
                    <a:pt x="337" y="124"/>
                    <a:pt x="416" y="156"/>
                  </a:cubicBezTo>
                  <a:lnTo>
                    <a:pt x="416" y="35"/>
                  </a:lnTo>
                  <a:cubicBezTo>
                    <a:pt x="337" y="3"/>
                    <a:pt x="287" y="56"/>
                    <a:pt x="225" y="25"/>
                  </a:cubicBezTo>
                  <a:lnTo>
                    <a:pt x="225" y="17"/>
                  </a:lnTo>
                  <a:cubicBezTo>
                    <a:pt x="225" y="8"/>
                    <a:pt x="218" y="0"/>
                    <a:pt x="208" y="0"/>
                  </a:cubicBezTo>
                  <a:cubicBezTo>
                    <a:pt x="198" y="0"/>
                    <a:pt x="191" y="8"/>
                    <a:pt x="191" y="17"/>
                  </a:cubicBezTo>
                  <a:lnTo>
                    <a:pt x="191" y="191"/>
                  </a:lnTo>
                  <a:lnTo>
                    <a:pt x="182" y="191"/>
                  </a:lnTo>
                  <a:cubicBezTo>
                    <a:pt x="177" y="191"/>
                    <a:pt x="173" y="195"/>
                    <a:pt x="173" y="200"/>
                  </a:cubicBezTo>
                  <a:lnTo>
                    <a:pt x="173" y="246"/>
                  </a:lnTo>
                  <a:cubicBezTo>
                    <a:pt x="75" y="263"/>
                    <a:pt x="0" y="348"/>
                    <a:pt x="0" y="451"/>
                  </a:cubicBezTo>
                  <a:lnTo>
                    <a:pt x="0" y="451"/>
                  </a:lnTo>
                  <a:lnTo>
                    <a:pt x="0" y="486"/>
                  </a:lnTo>
                  <a:lnTo>
                    <a:pt x="416" y="486"/>
                  </a:lnTo>
                  <a:lnTo>
                    <a:pt x="416" y="4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ederal_Government"/>
            <p:cNvSpPr>
              <a:spLocks/>
            </p:cNvSpPr>
            <p:nvPr>
              <p:custDataLst>
                <p:tags r:id="rId5"/>
              </p:custDataLst>
            </p:nvPr>
          </p:nvSpPr>
          <p:spPr bwMode="auto">
            <a:xfrm>
              <a:off x="106" y="453"/>
              <a:ext cx="274" cy="26"/>
            </a:xfrm>
            <a:custGeom>
              <a:avLst/>
              <a:gdLst>
                <a:gd name="T0" fmla="*/ 70 w 730"/>
                <a:gd name="T1" fmla="*/ 0 h 69"/>
                <a:gd name="T2" fmla="*/ 0 w 730"/>
                <a:gd name="T3" fmla="*/ 69 h 69"/>
                <a:gd name="T4" fmla="*/ 730 w 730"/>
                <a:gd name="T5" fmla="*/ 69 h 69"/>
                <a:gd name="T6" fmla="*/ 660 w 730"/>
                <a:gd name="T7" fmla="*/ 0 h 69"/>
                <a:gd name="T8" fmla="*/ 70 w 730"/>
                <a:gd name="T9" fmla="*/ 0 h 69"/>
              </a:gdLst>
              <a:ahLst/>
              <a:cxnLst>
                <a:cxn ang="0">
                  <a:pos x="T0" y="T1"/>
                </a:cxn>
                <a:cxn ang="0">
                  <a:pos x="T2" y="T3"/>
                </a:cxn>
                <a:cxn ang="0">
                  <a:pos x="T4" y="T5"/>
                </a:cxn>
                <a:cxn ang="0">
                  <a:pos x="T6" y="T7"/>
                </a:cxn>
                <a:cxn ang="0">
                  <a:pos x="T8" y="T9"/>
                </a:cxn>
              </a:cxnLst>
              <a:rect l="0" t="0" r="r" b="b"/>
              <a:pathLst>
                <a:path w="730" h="69">
                  <a:moveTo>
                    <a:pt x="70" y="0"/>
                  </a:moveTo>
                  <a:lnTo>
                    <a:pt x="0" y="69"/>
                  </a:lnTo>
                  <a:lnTo>
                    <a:pt x="730" y="69"/>
                  </a:lnTo>
                  <a:lnTo>
                    <a:pt x="660" y="0"/>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ederal_Government"/>
            <p:cNvSpPr>
              <a:spLocks noEditPoints="1"/>
            </p:cNvSpPr>
            <p:nvPr>
              <p:custDataLst>
                <p:tags r:id="rId6"/>
              </p:custDataLst>
            </p:nvPr>
          </p:nvSpPr>
          <p:spPr bwMode="auto">
            <a:xfrm>
              <a:off x="354" y="269"/>
              <a:ext cx="124" cy="210"/>
            </a:xfrm>
            <a:custGeom>
              <a:avLst/>
              <a:gdLst>
                <a:gd name="T0" fmla="*/ 0 w 330"/>
                <a:gd name="T1" fmla="*/ 0 h 556"/>
                <a:gd name="T2" fmla="*/ 0 w 330"/>
                <a:gd name="T3" fmla="*/ 452 h 556"/>
                <a:gd name="T4" fmla="*/ 15 w 330"/>
                <a:gd name="T5" fmla="*/ 452 h 556"/>
                <a:gd name="T6" fmla="*/ 25 w 330"/>
                <a:gd name="T7" fmla="*/ 462 h 556"/>
                <a:gd name="T8" fmla="*/ 94 w 330"/>
                <a:gd name="T9" fmla="*/ 531 h 556"/>
                <a:gd name="T10" fmla="*/ 119 w 330"/>
                <a:gd name="T11" fmla="*/ 556 h 556"/>
                <a:gd name="T12" fmla="*/ 330 w 330"/>
                <a:gd name="T13" fmla="*/ 556 h 556"/>
                <a:gd name="T14" fmla="*/ 330 w 330"/>
                <a:gd name="T15" fmla="*/ 0 h 556"/>
                <a:gd name="T16" fmla="*/ 0 w 330"/>
                <a:gd name="T17" fmla="*/ 0 h 556"/>
                <a:gd name="T18" fmla="*/ 139 w 330"/>
                <a:gd name="T19" fmla="*/ 365 h 556"/>
                <a:gd name="T20" fmla="*/ 70 w 330"/>
                <a:gd name="T21" fmla="*/ 365 h 556"/>
                <a:gd name="T22" fmla="*/ 70 w 330"/>
                <a:gd name="T23" fmla="*/ 261 h 556"/>
                <a:gd name="T24" fmla="*/ 139 w 330"/>
                <a:gd name="T25" fmla="*/ 261 h 556"/>
                <a:gd name="T26" fmla="*/ 139 w 330"/>
                <a:gd name="T27" fmla="*/ 365 h 556"/>
                <a:gd name="T28" fmla="*/ 139 w 330"/>
                <a:gd name="T29" fmla="*/ 191 h 556"/>
                <a:gd name="T30" fmla="*/ 70 w 330"/>
                <a:gd name="T31" fmla="*/ 191 h 556"/>
                <a:gd name="T32" fmla="*/ 70 w 330"/>
                <a:gd name="T33" fmla="*/ 87 h 556"/>
                <a:gd name="T34" fmla="*/ 139 w 330"/>
                <a:gd name="T35" fmla="*/ 87 h 556"/>
                <a:gd name="T36" fmla="*/ 139 w 330"/>
                <a:gd name="T37" fmla="*/ 191 h 556"/>
                <a:gd name="T38" fmla="*/ 261 w 330"/>
                <a:gd name="T39" fmla="*/ 365 h 556"/>
                <a:gd name="T40" fmla="*/ 191 w 330"/>
                <a:gd name="T41" fmla="*/ 365 h 556"/>
                <a:gd name="T42" fmla="*/ 191 w 330"/>
                <a:gd name="T43" fmla="*/ 261 h 556"/>
                <a:gd name="T44" fmla="*/ 261 w 330"/>
                <a:gd name="T45" fmla="*/ 261 h 556"/>
                <a:gd name="T46" fmla="*/ 261 w 330"/>
                <a:gd name="T47" fmla="*/ 365 h 556"/>
                <a:gd name="T48" fmla="*/ 261 w 330"/>
                <a:gd name="T49" fmla="*/ 191 h 556"/>
                <a:gd name="T50" fmla="*/ 191 w 330"/>
                <a:gd name="T51" fmla="*/ 191 h 556"/>
                <a:gd name="T52" fmla="*/ 191 w 330"/>
                <a:gd name="T53" fmla="*/ 87 h 556"/>
                <a:gd name="T54" fmla="*/ 261 w 330"/>
                <a:gd name="T55" fmla="*/ 87 h 556"/>
                <a:gd name="T56" fmla="*/ 261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0" y="0"/>
                  </a:moveTo>
                  <a:lnTo>
                    <a:pt x="0" y="452"/>
                  </a:lnTo>
                  <a:lnTo>
                    <a:pt x="15" y="452"/>
                  </a:lnTo>
                  <a:lnTo>
                    <a:pt x="25" y="462"/>
                  </a:lnTo>
                  <a:lnTo>
                    <a:pt x="94" y="531"/>
                  </a:lnTo>
                  <a:lnTo>
                    <a:pt x="119" y="556"/>
                  </a:lnTo>
                  <a:lnTo>
                    <a:pt x="330" y="556"/>
                  </a:lnTo>
                  <a:lnTo>
                    <a:pt x="330" y="0"/>
                  </a:lnTo>
                  <a:lnTo>
                    <a:pt x="0" y="0"/>
                  </a:lnTo>
                  <a:close/>
                  <a:moveTo>
                    <a:pt x="139" y="365"/>
                  </a:moveTo>
                  <a:lnTo>
                    <a:pt x="70" y="365"/>
                  </a:lnTo>
                  <a:lnTo>
                    <a:pt x="70" y="261"/>
                  </a:lnTo>
                  <a:lnTo>
                    <a:pt x="139" y="261"/>
                  </a:lnTo>
                  <a:lnTo>
                    <a:pt x="139" y="365"/>
                  </a:lnTo>
                  <a:close/>
                  <a:moveTo>
                    <a:pt x="139" y="191"/>
                  </a:moveTo>
                  <a:lnTo>
                    <a:pt x="70" y="191"/>
                  </a:lnTo>
                  <a:lnTo>
                    <a:pt x="70" y="87"/>
                  </a:lnTo>
                  <a:lnTo>
                    <a:pt x="139" y="87"/>
                  </a:lnTo>
                  <a:lnTo>
                    <a:pt x="139" y="191"/>
                  </a:lnTo>
                  <a:close/>
                  <a:moveTo>
                    <a:pt x="261" y="365"/>
                  </a:moveTo>
                  <a:lnTo>
                    <a:pt x="191" y="365"/>
                  </a:lnTo>
                  <a:lnTo>
                    <a:pt x="191" y="261"/>
                  </a:lnTo>
                  <a:lnTo>
                    <a:pt x="261" y="261"/>
                  </a:lnTo>
                  <a:lnTo>
                    <a:pt x="261" y="365"/>
                  </a:lnTo>
                  <a:close/>
                  <a:moveTo>
                    <a:pt x="261" y="191"/>
                  </a:moveTo>
                  <a:lnTo>
                    <a:pt x="191" y="191"/>
                  </a:lnTo>
                  <a:lnTo>
                    <a:pt x="191" y="87"/>
                  </a:lnTo>
                  <a:lnTo>
                    <a:pt x="261" y="87"/>
                  </a:lnTo>
                  <a:lnTo>
                    <a:pt x="261"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ederal_Government"/>
            <p:cNvSpPr>
              <a:spLocks noEditPoints="1"/>
            </p:cNvSpPr>
            <p:nvPr>
              <p:custDataLst>
                <p:tags r:id="rId7"/>
              </p:custDataLst>
            </p:nvPr>
          </p:nvSpPr>
          <p:spPr bwMode="auto">
            <a:xfrm>
              <a:off x="8" y="269"/>
              <a:ext cx="124" cy="210"/>
            </a:xfrm>
            <a:custGeom>
              <a:avLst/>
              <a:gdLst>
                <a:gd name="T0" fmla="*/ 315 w 330"/>
                <a:gd name="T1" fmla="*/ 452 h 556"/>
                <a:gd name="T2" fmla="*/ 330 w 330"/>
                <a:gd name="T3" fmla="*/ 452 h 556"/>
                <a:gd name="T4" fmla="*/ 330 w 330"/>
                <a:gd name="T5" fmla="*/ 0 h 556"/>
                <a:gd name="T6" fmla="*/ 0 w 330"/>
                <a:gd name="T7" fmla="*/ 0 h 556"/>
                <a:gd name="T8" fmla="*/ 0 w 330"/>
                <a:gd name="T9" fmla="*/ 556 h 556"/>
                <a:gd name="T10" fmla="*/ 211 w 330"/>
                <a:gd name="T11" fmla="*/ 556 h 556"/>
                <a:gd name="T12" fmla="*/ 236 w 330"/>
                <a:gd name="T13" fmla="*/ 531 h 556"/>
                <a:gd name="T14" fmla="*/ 305 w 330"/>
                <a:gd name="T15" fmla="*/ 462 h 556"/>
                <a:gd name="T16" fmla="*/ 315 w 330"/>
                <a:gd name="T17" fmla="*/ 452 h 556"/>
                <a:gd name="T18" fmla="*/ 139 w 330"/>
                <a:gd name="T19" fmla="*/ 365 h 556"/>
                <a:gd name="T20" fmla="*/ 69 w 330"/>
                <a:gd name="T21" fmla="*/ 365 h 556"/>
                <a:gd name="T22" fmla="*/ 69 w 330"/>
                <a:gd name="T23" fmla="*/ 261 h 556"/>
                <a:gd name="T24" fmla="*/ 139 w 330"/>
                <a:gd name="T25" fmla="*/ 261 h 556"/>
                <a:gd name="T26" fmla="*/ 139 w 330"/>
                <a:gd name="T27" fmla="*/ 365 h 556"/>
                <a:gd name="T28" fmla="*/ 139 w 330"/>
                <a:gd name="T29" fmla="*/ 191 h 556"/>
                <a:gd name="T30" fmla="*/ 69 w 330"/>
                <a:gd name="T31" fmla="*/ 191 h 556"/>
                <a:gd name="T32" fmla="*/ 69 w 330"/>
                <a:gd name="T33" fmla="*/ 87 h 556"/>
                <a:gd name="T34" fmla="*/ 139 w 330"/>
                <a:gd name="T35" fmla="*/ 87 h 556"/>
                <a:gd name="T36" fmla="*/ 139 w 330"/>
                <a:gd name="T37" fmla="*/ 191 h 556"/>
                <a:gd name="T38" fmla="*/ 260 w 330"/>
                <a:gd name="T39" fmla="*/ 365 h 556"/>
                <a:gd name="T40" fmla="*/ 191 w 330"/>
                <a:gd name="T41" fmla="*/ 365 h 556"/>
                <a:gd name="T42" fmla="*/ 191 w 330"/>
                <a:gd name="T43" fmla="*/ 261 h 556"/>
                <a:gd name="T44" fmla="*/ 260 w 330"/>
                <a:gd name="T45" fmla="*/ 261 h 556"/>
                <a:gd name="T46" fmla="*/ 260 w 330"/>
                <a:gd name="T47" fmla="*/ 365 h 556"/>
                <a:gd name="T48" fmla="*/ 260 w 330"/>
                <a:gd name="T49" fmla="*/ 191 h 556"/>
                <a:gd name="T50" fmla="*/ 191 w 330"/>
                <a:gd name="T51" fmla="*/ 191 h 556"/>
                <a:gd name="T52" fmla="*/ 191 w 330"/>
                <a:gd name="T53" fmla="*/ 87 h 556"/>
                <a:gd name="T54" fmla="*/ 260 w 330"/>
                <a:gd name="T55" fmla="*/ 87 h 556"/>
                <a:gd name="T56" fmla="*/ 260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315" y="452"/>
                  </a:moveTo>
                  <a:lnTo>
                    <a:pt x="330" y="452"/>
                  </a:lnTo>
                  <a:lnTo>
                    <a:pt x="330" y="0"/>
                  </a:lnTo>
                  <a:lnTo>
                    <a:pt x="0" y="0"/>
                  </a:lnTo>
                  <a:lnTo>
                    <a:pt x="0" y="556"/>
                  </a:lnTo>
                  <a:lnTo>
                    <a:pt x="211" y="556"/>
                  </a:lnTo>
                  <a:lnTo>
                    <a:pt x="236" y="531"/>
                  </a:lnTo>
                  <a:lnTo>
                    <a:pt x="305" y="462"/>
                  </a:lnTo>
                  <a:lnTo>
                    <a:pt x="315" y="452"/>
                  </a:lnTo>
                  <a:close/>
                  <a:moveTo>
                    <a:pt x="139" y="365"/>
                  </a:moveTo>
                  <a:lnTo>
                    <a:pt x="69" y="365"/>
                  </a:lnTo>
                  <a:lnTo>
                    <a:pt x="69" y="261"/>
                  </a:lnTo>
                  <a:lnTo>
                    <a:pt x="139" y="261"/>
                  </a:lnTo>
                  <a:lnTo>
                    <a:pt x="139" y="365"/>
                  </a:lnTo>
                  <a:close/>
                  <a:moveTo>
                    <a:pt x="139" y="191"/>
                  </a:moveTo>
                  <a:lnTo>
                    <a:pt x="69" y="191"/>
                  </a:lnTo>
                  <a:lnTo>
                    <a:pt x="69" y="87"/>
                  </a:lnTo>
                  <a:lnTo>
                    <a:pt x="139" y="87"/>
                  </a:lnTo>
                  <a:lnTo>
                    <a:pt x="139" y="191"/>
                  </a:lnTo>
                  <a:close/>
                  <a:moveTo>
                    <a:pt x="260" y="365"/>
                  </a:moveTo>
                  <a:lnTo>
                    <a:pt x="191" y="365"/>
                  </a:lnTo>
                  <a:lnTo>
                    <a:pt x="191" y="261"/>
                  </a:lnTo>
                  <a:lnTo>
                    <a:pt x="260" y="261"/>
                  </a:lnTo>
                  <a:lnTo>
                    <a:pt x="260" y="365"/>
                  </a:lnTo>
                  <a:close/>
                  <a:moveTo>
                    <a:pt x="260" y="191"/>
                  </a:moveTo>
                  <a:lnTo>
                    <a:pt x="191" y="191"/>
                  </a:lnTo>
                  <a:lnTo>
                    <a:pt x="191" y="87"/>
                  </a:lnTo>
                  <a:lnTo>
                    <a:pt x="260" y="87"/>
                  </a:lnTo>
                  <a:lnTo>
                    <a:pt x="260"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17E14C73-C3CE-475E-9593-BB59B7D3E0F1}"/>
              </a:ext>
            </a:extLst>
          </p:cNvPr>
          <p:cNvSpPr txBox="1"/>
          <p:nvPr/>
        </p:nvSpPr>
        <p:spPr>
          <a:xfrm>
            <a:off x="1621199" y="1837384"/>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amet, consectetuer adipiscing elit. Maecenas porttitor congue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sp>
        <p:nvSpPr>
          <p:cNvPr id="52" name="Rectangle 51"/>
          <p:cNvSpPr>
            <a:spLocks noChangeAspect="1"/>
          </p:cNvSpPr>
          <p:nvPr/>
        </p:nvSpPr>
        <p:spPr>
          <a:xfrm>
            <a:off x="872551" y="1904128"/>
            <a:ext cx="687003" cy="687003"/>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1"/>
                </a:solidFill>
              </a:rPr>
              <a:t>1</a:t>
            </a:r>
          </a:p>
        </p:txBody>
      </p:sp>
      <p:sp>
        <p:nvSpPr>
          <p:cNvPr id="53" name="Rectangle 52"/>
          <p:cNvSpPr>
            <a:spLocks noChangeAspect="1"/>
          </p:cNvSpPr>
          <p:nvPr/>
        </p:nvSpPr>
        <p:spPr>
          <a:xfrm>
            <a:off x="872550" y="3439910"/>
            <a:ext cx="687003" cy="687003"/>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2"/>
                </a:solidFill>
              </a:rPr>
              <a:t>2</a:t>
            </a:r>
          </a:p>
        </p:txBody>
      </p:sp>
      <p:sp>
        <p:nvSpPr>
          <p:cNvPr id="54" name="Rectangle 53"/>
          <p:cNvSpPr>
            <a:spLocks noChangeAspect="1"/>
          </p:cNvSpPr>
          <p:nvPr/>
        </p:nvSpPr>
        <p:spPr>
          <a:xfrm>
            <a:off x="872551" y="4872016"/>
            <a:ext cx="687003" cy="687003"/>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3"/>
                </a:solidFill>
              </a:rPr>
              <a:t>3</a:t>
            </a:r>
          </a:p>
        </p:txBody>
      </p:sp>
      <p:sp>
        <p:nvSpPr>
          <p:cNvPr id="55" name="TextBox 54">
            <a:extLst>
              <a:ext uri="{FF2B5EF4-FFF2-40B4-BE49-F238E27FC236}">
                <a16:creationId xmlns:a16="http://schemas.microsoft.com/office/drawing/2014/main" id="{17E14C73-C3CE-475E-9593-BB59B7D3E0F1}"/>
              </a:ext>
            </a:extLst>
          </p:cNvPr>
          <p:cNvSpPr txBox="1"/>
          <p:nvPr/>
        </p:nvSpPr>
        <p:spPr>
          <a:xfrm>
            <a:off x="1621199" y="3405560"/>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consectetuer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Maecenas </a:t>
            </a:r>
            <a:r>
              <a:rPr kumimoji="0" lang="en-US" sz="1600" i="0" u="none" strike="noStrike" kern="0" cap="none" spc="0" normalizeH="0" baseline="0" noProof="0" dirty="0" err="1">
                <a:ln>
                  <a:noFill/>
                </a:ln>
                <a:effectLst/>
                <a:uLnTx/>
                <a:uFillTx/>
              </a:rPr>
              <a:t>porttitor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congue</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sp>
        <p:nvSpPr>
          <p:cNvPr id="56" name="TextBox 55">
            <a:extLst>
              <a:ext uri="{FF2B5EF4-FFF2-40B4-BE49-F238E27FC236}">
                <a16:creationId xmlns:a16="http://schemas.microsoft.com/office/drawing/2014/main" id="{17E14C73-C3CE-475E-9593-BB59B7D3E0F1}"/>
              </a:ext>
            </a:extLst>
          </p:cNvPr>
          <p:cNvSpPr txBox="1"/>
          <p:nvPr/>
        </p:nvSpPr>
        <p:spPr>
          <a:xfrm>
            <a:off x="1621199" y="4801476"/>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consectetuer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Maecenas </a:t>
            </a:r>
            <a:r>
              <a:rPr kumimoji="0" lang="en-US" sz="1600" i="0" u="none" strike="noStrike" kern="0" cap="none" spc="0" normalizeH="0" baseline="0" noProof="0" dirty="0" err="1">
                <a:ln>
                  <a:noFill/>
                </a:ln>
                <a:effectLst/>
                <a:uLnTx/>
                <a:uFillTx/>
              </a:rPr>
              <a:t>porttitor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congue</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grpSp>
        <p:nvGrpSpPr>
          <p:cNvPr id="57" name="Competition5" descr="{&quot;Key&quot;:&quot;POWER_USER_SHAPE_ICON&quot;,&quot;Value&quot;:&quot;POWER_USER_SHAPE_ICON_STYLE_1&quot;}">
            <a:extLst>
              <a:ext uri="{FF2B5EF4-FFF2-40B4-BE49-F238E27FC236}">
                <a16:creationId xmlns:a16="http://schemas.microsoft.com/office/drawing/2014/main" id="{7C933DA5-6348-5DF0-EE7A-D2F41F545A73}"/>
              </a:ext>
            </a:extLst>
          </p:cNvPr>
          <p:cNvGrpSpPr>
            <a:grpSpLocks noChangeAspect="1"/>
          </p:cNvGrpSpPr>
          <p:nvPr/>
        </p:nvGrpSpPr>
        <p:grpSpPr>
          <a:xfrm>
            <a:off x="6789116" y="4924418"/>
            <a:ext cx="633990" cy="430331"/>
            <a:chOff x="4151313" y="1438275"/>
            <a:chExt cx="874713" cy="593725"/>
          </a:xfrm>
        </p:grpSpPr>
        <p:sp>
          <p:nvSpPr>
            <p:cNvPr id="58" name="Oval 2290">
              <a:extLst>
                <a:ext uri="{FF2B5EF4-FFF2-40B4-BE49-F238E27FC236}">
                  <a16:creationId xmlns:a16="http://schemas.microsoft.com/office/drawing/2014/main" id="{59EDBECF-0462-AD6C-D7FE-E18F011B9B69}"/>
                </a:ext>
              </a:extLst>
            </p:cNvPr>
            <p:cNvSpPr>
              <a:spLocks noChangeArrowheads="1"/>
            </p:cNvSpPr>
            <p:nvPr/>
          </p:nvSpPr>
          <p:spPr bwMode="auto">
            <a:xfrm>
              <a:off x="4411663" y="1438275"/>
              <a:ext cx="98425" cy="98425"/>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Oval 2293">
              <a:extLst>
                <a:ext uri="{FF2B5EF4-FFF2-40B4-BE49-F238E27FC236}">
                  <a16:creationId xmlns:a16="http://schemas.microsoft.com/office/drawing/2014/main" id="{13A71B46-F221-563A-BDB7-758F92E85FE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2295">
              <a:extLst>
                <a:ext uri="{FF2B5EF4-FFF2-40B4-BE49-F238E27FC236}">
                  <a16:creationId xmlns:a16="http://schemas.microsoft.com/office/drawing/2014/main" id="{F2984BEB-444A-7C97-1DD1-20595AE7B406}"/>
                </a:ext>
              </a:extLst>
            </p:cNvPr>
            <p:cNvSpPr>
              <a:spLocks/>
            </p:cNvSpPr>
            <p:nvPr/>
          </p:nvSpPr>
          <p:spPr bwMode="auto">
            <a:xfrm>
              <a:off x="4443413" y="1568450"/>
              <a:ext cx="509588" cy="463550"/>
            </a:xfrm>
            <a:custGeom>
              <a:avLst/>
              <a:gdLst>
                <a:gd name="T0" fmla="*/ 251 w 457"/>
                <a:gd name="T1" fmla="*/ 185 h 416"/>
                <a:gd name="T2" fmla="*/ 289 w 457"/>
                <a:gd name="T3" fmla="*/ 86 h 416"/>
                <a:gd name="T4" fmla="*/ 326 w 457"/>
                <a:gd name="T5" fmla="*/ 135 h 416"/>
                <a:gd name="T6" fmla="*/ 346 w 457"/>
                <a:gd name="T7" fmla="*/ 145 h 416"/>
                <a:gd name="T8" fmla="*/ 352 w 457"/>
                <a:gd name="T9" fmla="*/ 144 h 416"/>
                <a:gd name="T10" fmla="*/ 434 w 457"/>
                <a:gd name="T11" fmla="*/ 126 h 416"/>
                <a:gd name="T12" fmla="*/ 456 w 457"/>
                <a:gd name="T13" fmla="*/ 100 h 416"/>
                <a:gd name="T14" fmla="*/ 425 w 457"/>
                <a:gd name="T15" fmla="*/ 76 h 416"/>
                <a:gd name="T16" fmla="*/ 357 w 457"/>
                <a:gd name="T17" fmla="*/ 91 h 416"/>
                <a:gd name="T18" fmla="*/ 306 w 457"/>
                <a:gd name="T19" fmla="*/ 23 h 416"/>
                <a:gd name="T20" fmla="*/ 259 w 457"/>
                <a:gd name="T21" fmla="*/ 0 h 416"/>
                <a:gd name="T22" fmla="*/ 144 w 457"/>
                <a:gd name="T23" fmla="*/ 0 h 416"/>
                <a:gd name="T24" fmla="*/ 121 w 457"/>
                <a:gd name="T25" fmla="*/ 13 h 416"/>
                <a:gd name="T26" fmla="*/ 79 w 457"/>
                <a:gd name="T27" fmla="*/ 105 h 416"/>
                <a:gd name="T28" fmla="*/ 88 w 457"/>
                <a:gd name="T29" fmla="*/ 139 h 416"/>
                <a:gd name="T30" fmla="*/ 101 w 457"/>
                <a:gd name="T31" fmla="*/ 143 h 416"/>
                <a:gd name="T32" fmla="*/ 123 w 457"/>
                <a:gd name="T33" fmla="*/ 130 h 416"/>
                <a:gd name="T34" fmla="*/ 159 w 457"/>
                <a:gd name="T35" fmla="*/ 52 h 416"/>
                <a:gd name="T36" fmla="*/ 211 w 457"/>
                <a:gd name="T37" fmla="*/ 52 h 416"/>
                <a:gd name="T38" fmla="*/ 130 w 457"/>
                <a:gd name="T39" fmla="*/ 266 h 416"/>
                <a:gd name="T40" fmla="*/ 26 w 457"/>
                <a:gd name="T41" fmla="*/ 266 h 416"/>
                <a:gd name="T42" fmla="*/ 0 w 457"/>
                <a:gd name="T43" fmla="*/ 291 h 416"/>
                <a:gd name="T44" fmla="*/ 26 w 457"/>
                <a:gd name="T45" fmla="*/ 317 h 416"/>
                <a:gd name="T46" fmla="*/ 157 w 457"/>
                <a:gd name="T47" fmla="*/ 317 h 416"/>
                <a:gd name="T48" fmla="*/ 181 w 457"/>
                <a:gd name="T49" fmla="*/ 300 h 416"/>
                <a:gd name="T50" fmla="*/ 209 w 457"/>
                <a:gd name="T51" fmla="*/ 228 h 416"/>
                <a:gd name="T52" fmla="*/ 286 w 457"/>
                <a:gd name="T53" fmla="*/ 295 h 416"/>
                <a:gd name="T54" fmla="*/ 323 w 457"/>
                <a:gd name="T55" fmla="*/ 399 h 416"/>
                <a:gd name="T56" fmla="*/ 347 w 457"/>
                <a:gd name="T57" fmla="*/ 416 h 416"/>
                <a:gd name="T58" fmla="*/ 355 w 457"/>
                <a:gd name="T59" fmla="*/ 415 h 416"/>
                <a:gd name="T60" fmla="*/ 371 w 457"/>
                <a:gd name="T61" fmla="*/ 382 h 416"/>
                <a:gd name="T62" fmla="*/ 326 w 457"/>
                <a:gd name="T63" fmla="*/ 255 h 416"/>
                <a:gd name="T64" fmla="*/ 319 w 457"/>
                <a:gd name="T65" fmla="*/ 244 h 416"/>
                <a:gd name="T66" fmla="*/ 251 w 457"/>
                <a:gd name="T67" fmla="*/ 185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7" h="416">
                  <a:moveTo>
                    <a:pt x="251" y="185"/>
                  </a:moveTo>
                  <a:lnTo>
                    <a:pt x="289" y="86"/>
                  </a:lnTo>
                  <a:lnTo>
                    <a:pt x="326" y="135"/>
                  </a:lnTo>
                  <a:cubicBezTo>
                    <a:pt x="331" y="141"/>
                    <a:pt x="338" y="145"/>
                    <a:pt x="346" y="145"/>
                  </a:cubicBezTo>
                  <a:cubicBezTo>
                    <a:pt x="348" y="145"/>
                    <a:pt x="350" y="145"/>
                    <a:pt x="352" y="144"/>
                  </a:cubicBezTo>
                  <a:lnTo>
                    <a:pt x="434" y="126"/>
                  </a:lnTo>
                  <a:cubicBezTo>
                    <a:pt x="447" y="124"/>
                    <a:pt x="457" y="113"/>
                    <a:pt x="456" y="100"/>
                  </a:cubicBezTo>
                  <a:cubicBezTo>
                    <a:pt x="455" y="84"/>
                    <a:pt x="440" y="73"/>
                    <a:pt x="425" y="76"/>
                  </a:cubicBezTo>
                  <a:lnTo>
                    <a:pt x="357" y="91"/>
                  </a:lnTo>
                  <a:lnTo>
                    <a:pt x="306" y="23"/>
                  </a:lnTo>
                  <a:cubicBezTo>
                    <a:pt x="295" y="9"/>
                    <a:pt x="278" y="0"/>
                    <a:pt x="259" y="0"/>
                  </a:cubicBezTo>
                  <a:lnTo>
                    <a:pt x="144" y="0"/>
                  </a:lnTo>
                  <a:cubicBezTo>
                    <a:pt x="135" y="0"/>
                    <a:pt x="126" y="5"/>
                    <a:pt x="121" y="13"/>
                  </a:cubicBezTo>
                  <a:lnTo>
                    <a:pt x="79" y="105"/>
                  </a:lnTo>
                  <a:cubicBezTo>
                    <a:pt x="72" y="117"/>
                    <a:pt x="76" y="133"/>
                    <a:pt x="88" y="139"/>
                  </a:cubicBezTo>
                  <a:cubicBezTo>
                    <a:pt x="92" y="142"/>
                    <a:pt x="97" y="143"/>
                    <a:pt x="101" y="143"/>
                  </a:cubicBezTo>
                  <a:cubicBezTo>
                    <a:pt x="110" y="143"/>
                    <a:pt x="119" y="138"/>
                    <a:pt x="123" y="130"/>
                  </a:cubicBezTo>
                  <a:lnTo>
                    <a:pt x="159" y="52"/>
                  </a:lnTo>
                  <a:lnTo>
                    <a:pt x="211" y="52"/>
                  </a:lnTo>
                  <a:lnTo>
                    <a:pt x="130" y="266"/>
                  </a:lnTo>
                  <a:lnTo>
                    <a:pt x="26" y="266"/>
                  </a:lnTo>
                  <a:cubicBezTo>
                    <a:pt x="12" y="266"/>
                    <a:pt x="0" y="277"/>
                    <a:pt x="0" y="291"/>
                  </a:cubicBezTo>
                  <a:cubicBezTo>
                    <a:pt x="0" y="306"/>
                    <a:pt x="12" y="317"/>
                    <a:pt x="26" y="317"/>
                  </a:cubicBezTo>
                  <a:lnTo>
                    <a:pt x="157" y="317"/>
                  </a:lnTo>
                  <a:cubicBezTo>
                    <a:pt x="167" y="317"/>
                    <a:pt x="177" y="310"/>
                    <a:pt x="181" y="300"/>
                  </a:cubicBezTo>
                  <a:lnTo>
                    <a:pt x="209" y="228"/>
                  </a:lnTo>
                  <a:lnTo>
                    <a:pt x="286" y="295"/>
                  </a:lnTo>
                  <a:lnTo>
                    <a:pt x="323" y="399"/>
                  </a:lnTo>
                  <a:cubicBezTo>
                    <a:pt x="326" y="410"/>
                    <a:pt x="336" y="416"/>
                    <a:pt x="347" y="416"/>
                  </a:cubicBezTo>
                  <a:cubicBezTo>
                    <a:pt x="350" y="416"/>
                    <a:pt x="352" y="416"/>
                    <a:pt x="355" y="415"/>
                  </a:cubicBezTo>
                  <a:cubicBezTo>
                    <a:pt x="368" y="410"/>
                    <a:pt x="376" y="396"/>
                    <a:pt x="371" y="382"/>
                  </a:cubicBezTo>
                  <a:lnTo>
                    <a:pt x="326" y="255"/>
                  </a:lnTo>
                  <a:cubicBezTo>
                    <a:pt x="325" y="251"/>
                    <a:pt x="322" y="247"/>
                    <a:pt x="319" y="244"/>
                  </a:cubicBezTo>
                  <a:lnTo>
                    <a:pt x="251" y="185"/>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Shape 60">
              <a:extLst>
                <a:ext uri="{FF2B5EF4-FFF2-40B4-BE49-F238E27FC236}">
                  <a16:creationId xmlns:a16="http://schemas.microsoft.com/office/drawing/2014/main" id="{391463D1-CD1A-FEAC-87C3-ECF5DCB78B3A}"/>
                </a:ext>
              </a:extLst>
            </p:cNvPr>
            <p:cNvSpPr>
              <a:spLocks/>
            </p:cNvSpPr>
            <p:nvPr/>
          </p:nvSpPr>
          <p:spPr bwMode="auto">
            <a:xfrm>
              <a:off x="4151313" y="1566863"/>
              <a:ext cx="800649" cy="465137"/>
            </a:xfrm>
            <a:custGeom>
              <a:avLst/>
              <a:gdLst>
                <a:gd name="connsiteX0" fmla="*/ 469397 w 800649"/>
                <a:gd name="connsiteY0" fmla="*/ 59531 h 465137"/>
                <a:gd name="connsiteX1" fmla="*/ 457836 w 800649"/>
                <a:gd name="connsiteY1" fmla="*/ 84561 h 465137"/>
                <a:gd name="connsiteX2" fmla="*/ 467092 w 800649"/>
                <a:gd name="connsiteY2" fmla="*/ 82519 h 465137"/>
                <a:gd name="connsiteX3" fmla="*/ 500535 w 800649"/>
                <a:gd name="connsiteY3" fmla="*/ 109282 h 465137"/>
                <a:gd name="connsiteX4" fmla="*/ 477125 w 800649"/>
                <a:gd name="connsiteY4" fmla="*/ 138275 h 465137"/>
                <a:gd name="connsiteX5" fmla="*/ 427146 w 800649"/>
                <a:gd name="connsiteY5" fmla="*/ 148640 h 465137"/>
                <a:gd name="connsiteX6" fmla="*/ 419079 w 800649"/>
                <a:gd name="connsiteY6" fmla="*/ 157032 h 465137"/>
                <a:gd name="connsiteX7" fmla="*/ 404723 w 800649"/>
                <a:gd name="connsiteY7" fmla="*/ 160932 h 465137"/>
                <a:gd name="connsiteX8" fmla="*/ 390227 w 800649"/>
                <a:gd name="connsiteY8" fmla="*/ 156475 h 465137"/>
                <a:gd name="connsiteX9" fmla="*/ 390106 w 800649"/>
                <a:gd name="connsiteY9" fmla="*/ 156321 h 465137"/>
                <a:gd name="connsiteX10" fmla="*/ 385713 w 800649"/>
                <a:gd name="connsiteY10" fmla="*/ 157232 h 465137"/>
                <a:gd name="connsiteX11" fmla="*/ 380139 w 800649"/>
                <a:gd name="connsiteY11" fmla="*/ 158347 h 465137"/>
                <a:gd name="connsiteX12" fmla="*/ 357844 w 800649"/>
                <a:gd name="connsiteY12" fmla="*/ 147196 h 465137"/>
                <a:gd name="connsiteX13" fmla="*/ 316597 w 800649"/>
                <a:gd name="connsiteY13" fmla="*/ 93670 h 465137"/>
                <a:gd name="connsiteX14" fmla="*/ 275350 w 800649"/>
                <a:gd name="connsiteY14" fmla="*/ 202952 h 465137"/>
                <a:gd name="connsiteX15" fmla="*/ 350040 w 800649"/>
                <a:gd name="connsiteY15" fmla="*/ 267629 h 465137"/>
                <a:gd name="connsiteX16" fmla="*/ 357844 w 800649"/>
                <a:gd name="connsiteY16" fmla="*/ 279896 h 465137"/>
                <a:gd name="connsiteX17" fmla="*/ 364212 w 800649"/>
                <a:gd name="connsiteY17" fmla="*/ 297992 h 465137"/>
                <a:gd name="connsiteX18" fmla="*/ 437060 w 800649"/>
                <a:gd name="connsiteY18" fmla="*/ 297992 h 465137"/>
                <a:gd name="connsiteX19" fmla="*/ 527380 w 800649"/>
                <a:gd name="connsiteY19" fmla="*/ 59531 h 465137"/>
                <a:gd name="connsiteX20" fmla="*/ 157183 w 800649"/>
                <a:gd name="connsiteY20" fmla="*/ 0 h 465137"/>
                <a:gd name="connsiteX21" fmla="*/ 284268 w 800649"/>
                <a:gd name="connsiteY21" fmla="*/ 0 h 465137"/>
                <a:gd name="connsiteX22" fmla="*/ 335548 w 800649"/>
                <a:gd name="connsiteY22" fmla="*/ 24533 h 465137"/>
                <a:gd name="connsiteX23" fmla="*/ 389886 w 800649"/>
                <a:gd name="connsiteY23" fmla="*/ 97367 h 465137"/>
                <a:gd name="connsiteX24" fmla="*/ 427024 w 800649"/>
                <a:gd name="connsiteY24" fmla="*/ 16073 h 465137"/>
                <a:gd name="connsiteX25" fmla="*/ 452671 w 800649"/>
                <a:gd name="connsiteY25" fmla="*/ 1587 h 465137"/>
                <a:gd name="connsiteX26" fmla="*/ 580904 w 800649"/>
                <a:gd name="connsiteY26" fmla="*/ 1587 h 465137"/>
                <a:gd name="connsiteX27" fmla="*/ 633312 w 800649"/>
                <a:gd name="connsiteY27" fmla="*/ 27216 h 465137"/>
                <a:gd name="connsiteX28" fmla="*/ 690181 w 800649"/>
                <a:gd name="connsiteY28" fmla="*/ 102989 h 465137"/>
                <a:gd name="connsiteX29" fmla="*/ 766006 w 800649"/>
                <a:gd name="connsiteY29" fmla="*/ 86274 h 465137"/>
                <a:gd name="connsiteX30" fmla="*/ 800573 w 800649"/>
                <a:gd name="connsiteY30" fmla="*/ 113017 h 465137"/>
                <a:gd name="connsiteX31" fmla="*/ 776042 w 800649"/>
                <a:gd name="connsiteY31" fmla="*/ 141989 h 465137"/>
                <a:gd name="connsiteX32" fmla="*/ 684606 w 800649"/>
                <a:gd name="connsiteY32" fmla="*/ 162047 h 465137"/>
                <a:gd name="connsiteX33" fmla="*/ 677915 w 800649"/>
                <a:gd name="connsiteY33" fmla="*/ 163161 h 465137"/>
                <a:gd name="connsiteX34" fmla="*/ 655614 w 800649"/>
                <a:gd name="connsiteY34" fmla="*/ 152018 h 465137"/>
                <a:gd name="connsiteX35" fmla="*/ 614356 w 800649"/>
                <a:gd name="connsiteY35" fmla="*/ 97417 h 465137"/>
                <a:gd name="connsiteX36" fmla="*/ 571983 w 800649"/>
                <a:gd name="connsiteY36" fmla="*/ 207733 h 465137"/>
                <a:gd name="connsiteX37" fmla="*/ 647808 w 800649"/>
                <a:gd name="connsiteY37" fmla="*/ 273477 h 465137"/>
                <a:gd name="connsiteX38" fmla="*/ 655614 w 800649"/>
                <a:gd name="connsiteY38" fmla="*/ 285734 h 465137"/>
                <a:gd name="connsiteX39" fmla="*/ 705792 w 800649"/>
                <a:gd name="connsiteY39" fmla="*/ 427251 h 465137"/>
                <a:gd name="connsiteX40" fmla="*/ 687951 w 800649"/>
                <a:gd name="connsiteY40" fmla="*/ 464023 h 465137"/>
                <a:gd name="connsiteX41" fmla="*/ 679030 w 800649"/>
                <a:gd name="connsiteY41" fmla="*/ 465137 h 465137"/>
                <a:gd name="connsiteX42" fmla="*/ 652269 w 800649"/>
                <a:gd name="connsiteY42" fmla="*/ 446194 h 465137"/>
                <a:gd name="connsiteX43" fmla="*/ 611011 w 800649"/>
                <a:gd name="connsiteY43" fmla="*/ 330306 h 465137"/>
                <a:gd name="connsiteX44" fmla="*/ 525150 w 800649"/>
                <a:gd name="connsiteY44" fmla="*/ 255648 h 465137"/>
                <a:gd name="connsiteX45" fmla="*/ 493928 w 800649"/>
                <a:gd name="connsiteY45" fmla="*/ 335878 h 465137"/>
                <a:gd name="connsiteX46" fmla="*/ 467167 w 800649"/>
                <a:gd name="connsiteY46" fmla="*/ 354821 h 465137"/>
                <a:gd name="connsiteX47" fmla="*/ 384209 w 800649"/>
                <a:gd name="connsiteY47" fmla="*/ 354821 h 465137"/>
                <a:gd name="connsiteX48" fmla="*/ 406894 w 800649"/>
                <a:gd name="connsiteY48" fmla="*/ 419286 h 465137"/>
                <a:gd name="connsiteX49" fmla="*/ 390172 w 800649"/>
                <a:gd name="connsiteY49" fmla="*/ 456085 h 465137"/>
                <a:gd name="connsiteX50" fmla="*/ 381254 w 800649"/>
                <a:gd name="connsiteY50" fmla="*/ 457200 h 465137"/>
                <a:gd name="connsiteX51" fmla="*/ 354500 w 800649"/>
                <a:gd name="connsiteY51" fmla="*/ 438243 h 465137"/>
                <a:gd name="connsiteX52" fmla="*/ 325352 w 800649"/>
                <a:gd name="connsiteY52" fmla="*/ 354821 h 465137"/>
                <a:gd name="connsiteX53" fmla="*/ 321092 w 800649"/>
                <a:gd name="connsiteY53" fmla="*/ 354821 h 465137"/>
                <a:gd name="connsiteX54" fmla="*/ 292100 w 800649"/>
                <a:gd name="connsiteY54" fmla="*/ 325849 h 465137"/>
                <a:gd name="connsiteX55" fmla="*/ 298952 w 800649"/>
                <a:gd name="connsiteY55" fmla="*/ 310168 h 465137"/>
                <a:gd name="connsiteX56" fmla="*/ 228529 w 800649"/>
                <a:gd name="connsiteY56" fmla="*/ 249787 h 465137"/>
                <a:gd name="connsiteX57" fmla="*/ 198430 w 800649"/>
                <a:gd name="connsiteY57" fmla="*/ 330076 h 465137"/>
                <a:gd name="connsiteX58" fmla="*/ 171676 w 800649"/>
                <a:gd name="connsiteY58" fmla="*/ 347918 h 465137"/>
                <a:gd name="connsiteX59" fmla="*/ 27869 w 800649"/>
                <a:gd name="connsiteY59" fmla="*/ 347918 h 465137"/>
                <a:gd name="connsiteX60" fmla="*/ 0 w 800649"/>
                <a:gd name="connsiteY60" fmla="*/ 320040 h 465137"/>
                <a:gd name="connsiteX61" fmla="*/ 27869 w 800649"/>
                <a:gd name="connsiteY61" fmla="*/ 292162 h 465137"/>
                <a:gd name="connsiteX62" fmla="*/ 141577 w 800649"/>
                <a:gd name="connsiteY62" fmla="*/ 292162 h 465137"/>
                <a:gd name="connsiteX63" fmla="*/ 230759 w 800649"/>
                <a:gd name="connsiteY63" fmla="*/ 55756 h 465137"/>
                <a:gd name="connsiteX64" fmla="*/ 173905 w 800649"/>
                <a:gd name="connsiteY64" fmla="*/ 55756 h 465137"/>
                <a:gd name="connsiteX65" fmla="*/ 134888 w 800649"/>
                <a:gd name="connsiteY65" fmla="*/ 141621 h 465137"/>
                <a:gd name="connsiteX66" fmla="*/ 110363 w 800649"/>
                <a:gd name="connsiteY66" fmla="*/ 156117 h 465137"/>
                <a:gd name="connsiteX67" fmla="*/ 96985 w 800649"/>
                <a:gd name="connsiteY67" fmla="*/ 152772 h 465137"/>
                <a:gd name="connsiteX68" fmla="*/ 85838 w 800649"/>
                <a:gd name="connsiteY68" fmla="*/ 114858 h 465137"/>
                <a:gd name="connsiteX69" fmla="*/ 132658 w 800649"/>
                <a:gd name="connsiteY69" fmla="*/ 14497 h 465137"/>
                <a:gd name="connsiteX70" fmla="*/ 157183 w 800649"/>
                <a:gd name="connsiteY70" fmla="*/ 0 h 465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800649" h="465137">
                  <a:moveTo>
                    <a:pt x="469397" y="59531"/>
                  </a:moveTo>
                  <a:lnTo>
                    <a:pt x="457836" y="84561"/>
                  </a:lnTo>
                  <a:lnTo>
                    <a:pt x="467092" y="82519"/>
                  </a:lnTo>
                  <a:cubicBezTo>
                    <a:pt x="483814" y="79174"/>
                    <a:pt x="499421" y="91440"/>
                    <a:pt x="500535" y="109282"/>
                  </a:cubicBezTo>
                  <a:cubicBezTo>
                    <a:pt x="501650" y="122663"/>
                    <a:pt x="490502" y="134930"/>
                    <a:pt x="477125" y="138275"/>
                  </a:cubicBezTo>
                  <a:lnTo>
                    <a:pt x="427146" y="148640"/>
                  </a:lnTo>
                  <a:lnTo>
                    <a:pt x="419079" y="157032"/>
                  </a:lnTo>
                  <a:cubicBezTo>
                    <a:pt x="414758" y="159539"/>
                    <a:pt x="409741" y="160932"/>
                    <a:pt x="404723" y="160932"/>
                  </a:cubicBezTo>
                  <a:cubicBezTo>
                    <a:pt x="400262" y="160932"/>
                    <a:pt x="394687" y="159818"/>
                    <a:pt x="390227" y="156475"/>
                  </a:cubicBezTo>
                  <a:lnTo>
                    <a:pt x="390106" y="156321"/>
                  </a:lnTo>
                  <a:lnTo>
                    <a:pt x="385713" y="157232"/>
                  </a:lnTo>
                  <a:cubicBezTo>
                    <a:pt x="384599" y="158347"/>
                    <a:pt x="382369" y="158347"/>
                    <a:pt x="380139" y="158347"/>
                  </a:cubicBezTo>
                  <a:cubicBezTo>
                    <a:pt x="371221" y="158347"/>
                    <a:pt x="363418" y="153887"/>
                    <a:pt x="357844" y="147196"/>
                  </a:cubicBezTo>
                  <a:lnTo>
                    <a:pt x="316597" y="93670"/>
                  </a:lnTo>
                  <a:lnTo>
                    <a:pt x="275350" y="202952"/>
                  </a:lnTo>
                  <a:lnTo>
                    <a:pt x="350040" y="267629"/>
                  </a:lnTo>
                  <a:cubicBezTo>
                    <a:pt x="353385" y="270975"/>
                    <a:pt x="356729" y="275435"/>
                    <a:pt x="357844" y="279896"/>
                  </a:cubicBezTo>
                  <a:lnTo>
                    <a:pt x="364212" y="297992"/>
                  </a:lnTo>
                  <a:lnTo>
                    <a:pt x="437060" y="297992"/>
                  </a:lnTo>
                  <a:lnTo>
                    <a:pt x="527380" y="59531"/>
                  </a:lnTo>
                  <a:close/>
                  <a:moveTo>
                    <a:pt x="157183" y="0"/>
                  </a:moveTo>
                  <a:lnTo>
                    <a:pt x="284268" y="0"/>
                  </a:lnTo>
                  <a:cubicBezTo>
                    <a:pt x="304335" y="0"/>
                    <a:pt x="323286" y="8921"/>
                    <a:pt x="335548" y="24533"/>
                  </a:cubicBezTo>
                  <a:lnTo>
                    <a:pt x="389886" y="97367"/>
                  </a:lnTo>
                  <a:lnTo>
                    <a:pt x="427024" y="16073"/>
                  </a:lnTo>
                  <a:cubicBezTo>
                    <a:pt x="432599" y="7159"/>
                    <a:pt x="442635" y="1587"/>
                    <a:pt x="452671" y="1587"/>
                  </a:cubicBezTo>
                  <a:lnTo>
                    <a:pt x="580904" y="1587"/>
                  </a:lnTo>
                  <a:cubicBezTo>
                    <a:pt x="602090" y="1587"/>
                    <a:pt x="621047" y="11616"/>
                    <a:pt x="633312" y="27216"/>
                  </a:cubicBezTo>
                  <a:lnTo>
                    <a:pt x="690181" y="102989"/>
                  </a:lnTo>
                  <a:lnTo>
                    <a:pt x="766006" y="86274"/>
                  </a:lnTo>
                  <a:cubicBezTo>
                    <a:pt x="782732" y="82931"/>
                    <a:pt x="799458" y="95189"/>
                    <a:pt x="800573" y="113017"/>
                  </a:cubicBezTo>
                  <a:cubicBezTo>
                    <a:pt x="801688" y="127503"/>
                    <a:pt x="790538" y="139761"/>
                    <a:pt x="776042" y="141989"/>
                  </a:cubicBezTo>
                  <a:lnTo>
                    <a:pt x="684606" y="162047"/>
                  </a:lnTo>
                  <a:cubicBezTo>
                    <a:pt x="682376" y="163161"/>
                    <a:pt x="680145" y="163161"/>
                    <a:pt x="677915" y="163161"/>
                  </a:cubicBezTo>
                  <a:cubicBezTo>
                    <a:pt x="668995" y="163161"/>
                    <a:pt x="661189" y="158704"/>
                    <a:pt x="655614" y="152018"/>
                  </a:cubicBezTo>
                  <a:lnTo>
                    <a:pt x="614356" y="97417"/>
                  </a:lnTo>
                  <a:lnTo>
                    <a:pt x="571983" y="207733"/>
                  </a:lnTo>
                  <a:lnTo>
                    <a:pt x="647808" y="273477"/>
                  </a:lnTo>
                  <a:cubicBezTo>
                    <a:pt x="651153" y="276820"/>
                    <a:pt x="654499" y="281277"/>
                    <a:pt x="655614" y="285734"/>
                  </a:cubicBezTo>
                  <a:lnTo>
                    <a:pt x="705792" y="427251"/>
                  </a:lnTo>
                  <a:cubicBezTo>
                    <a:pt x="711367" y="442851"/>
                    <a:pt x="702447" y="458451"/>
                    <a:pt x="687951" y="464023"/>
                  </a:cubicBezTo>
                  <a:cubicBezTo>
                    <a:pt x="684606" y="465137"/>
                    <a:pt x="682376" y="465137"/>
                    <a:pt x="679030" y="465137"/>
                  </a:cubicBezTo>
                  <a:cubicBezTo>
                    <a:pt x="666764" y="465137"/>
                    <a:pt x="655614" y="458451"/>
                    <a:pt x="652269" y="446194"/>
                  </a:cubicBezTo>
                  <a:lnTo>
                    <a:pt x="611011" y="330306"/>
                  </a:lnTo>
                  <a:lnTo>
                    <a:pt x="525150" y="255648"/>
                  </a:lnTo>
                  <a:lnTo>
                    <a:pt x="493928" y="335878"/>
                  </a:lnTo>
                  <a:cubicBezTo>
                    <a:pt x="489468" y="347021"/>
                    <a:pt x="478317" y="354821"/>
                    <a:pt x="467167" y="354821"/>
                  </a:cubicBezTo>
                  <a:lnTo>
                    <a:pt x="384209" y="354821"/>
                  </a:lnTo>
                  <a:lnTo>
                    <a:pt x="406894" y="419286"/>
                  </a:lnTo>
                  <a:cubicBezTo>
                    <a:pt x="412468" y="434898"/>
                    <a:pt x="404665" y="450509"/>
                    <a:pt x="390172" y="456085"/>
                  </a:cubicBezTo>
                  <a:cubicBezTo>
                    <a:pt x="386828" y="457200"/>
                    <a:pt x="383484" y="457200"/>
                    <a:pt x="381254" y="457200"/>
                  </a:cubicBezTo>
                  <a:cubicBezTo>
                    <a:pt x="368992" y="457200"/>
                    <a:pt x="357844" y="449394"/>
                    <a:pt x="354500" y="438243"/>
                  </a:cubicBezTo>
                  <a:lnTo>
                    <a:pt x="325352" y="354821"/>
                  </a:lnTo>
                  <a:lnTo>
                    <a:pt x="321092" y="354821"/>
                  </a:lnTo>
                  <a:cubicBezTo>
                    <a:pt x="305481" y="354821"/>
                    <a:pt x="292100" y="342564"/>
                    <a:pt x="292100" y="325849"/>
                  </a:cubicBezTo>
                  <a:lnTo>
                    <a:pt x="298952" y="310168"/>
                  </a:lnTo>
                  <a:lnTo>
                    <a:pt x="228529" y="249787"/>
                  </a:lnTo>
                  <a:lnTo>
                    <a:pt x="198430" y="330076"/>
                  </a:lnTo>
                  <a:cubicBezTo>
                    <a:pt x="193971" y="340112"/>
                    <a:pt x="183938" y="347918"/>
                    <a:pt x="171676" y="347918"/>
                  </a:cubicBezTo>
                  <a:lnTo>
                    <a:pt x="27869" y="347918"/>
                  </a:lnTo>
                  <a:cubicBezTo>
                    <a:pt x="12262" y="347918"/>
                    <a:pt x="0" y="335652"/>
                    <a:pt x="0" y="320040"/>
                  </a:cubicBezTo>
                  <a:cubicBezTo>
                    <a:pt x="0" y="304428"/>
                    <a:pt x="12262" y="292162"/>
                    <a:pt x="27869" y="292162"/>
                  </a:cubicBezTo>
                  <a:lnTo>
                    <a:pt x="141577" y="292162"/>
                  </a:lnTo>
                  <a:lnTo>
                    <a:pt x="230759" y="55756"/>
                  </a:lnTo>
                  <a:lnTo>
                    <a:pt x="173905" y="55756"/>
                  </a:lnTo>
                  <a:lnTo>
                    <a:pt x="134888" y="141621"/>
                  </a:lnTo>
                  <a:cubicBezTo>
                    <a:pt x="130429" y="151657"/>
                    <a:pt x="120396" y="156117"/>
                    <a:pt x="110363" y="156117"/>
                  </a:cubicBezTo>
                  <a:cubicBezTo>
                    <a:pt x="105904" y="156117"/>
                    <a:pt x="101445" y="155002"/>
                    <a:pt x="96985" y="152772"/>
                  </a:cubicBezTo>
                  <a:cubicBezTo>
                    <a:pt x="83608" y="144966"/>
                    <a:pt x="78034" y="128239"/>
                    <a:pt x="85838" y="114858"/>
                  </a:cubicBezTo>
                  <a:lnTo>
                    <a:pt x="132658" y="14497"/>
                  </a:lnTo>
                  <a:cubicBezTo>
                    <a:pt x="138232" y="5576"/>
                    <a:pt x="147150" y="0"/>
                    <a:pt x="157183" y="0"/>
                  </a:cubicBez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Oval 2297">
              <a:extLst>
                <a:ext uri="{FF2B5EF4-FFF2-40B4-BE49-F238E27FC236}">
                  <a16:creationId xmlns:a16="http://schemas.microsoft.com/office/drawing/2014/main" id="{29FD7C24-6AE3-B784-8824-891E0601FB7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2298">
              <a:extLst>
                <a:ext uri="{FF2B5EF4-FFF2-40B4-BE49-F238E27FC236}">
                  <a16:creationId xmlns:a16="http://schemas.microsoft.com/office/drawing/2014/main" id="{6F242D7E-839E-D4D2-6523-EF0E99EBBD8D}"/>
                </a:ext>
              </a:extLst>
            </p:cNvPr>
            <p:cNvSpPr>
              <a:spLocks/>
            </p:cNvSpPr>
            <p:nvPr/>
          </p:nvSpPr>
          <p:spPr bwMode="auto">
            <a:xfrm>
              <a:off x="4873626" y="1733550"/>
              <a:ext cx="152400" cy="127000"/>
            </a:xfrm>
            <a:custGeom>
              <a:avLst/>
              <a:gdLst>
                <a:gd name="T0" fmla="*/ 138 w 138"/>
                <a:gd name="T1" fmla="*/ 87 h 113"/>
                <a:gd name="T2" fmla="*/ 19 w 138"/>
                <a:gd name="T3" fmla="*/ 113 h 113"/>
                <a:gd name="T4" fmla="*/ 0 w 138"/>
                <a:gd name="T5" fmla="*/ 26 h 113"/>
                <a:gd name="T6" fmla="*/ 119 w 138"/>
                <a:gd name="T7" fmla="*/ 0 h 113"/>
                <a:gd name="T8" fmla="*/ 138 w 138"/>
                <a:gd name="T9" fmla="*/ 87 h 113"/>
              </a:gdLst>
              <a:ahLst/>
              <a:cxnLst>
                <a:cxn ang="0">
                  <a:pos x="T0" y="T1"/>
                </a:cxn>
                <a:cxn ang="0">
                  <a:pos x="T2" y="T3"/>
                </a:cxn>
                <a:cxn ang="0">
                  <a:pos x="T4" y="T5"/>
                </a:cxn>
                <a:cxn ang="0">
                  <a:pos x="T6" y="T7"/>
                </a:cxn>
                <a:cxn ang="0">
                  <a:pos x="T8" y="T9"/>
                </a:cxn>
              </a:cxnLst>
              <a:rect l="0" t="0" r="r" b="b"/>
              <a:pathLst>
                <a:path w="138" h="113">
                  <a:moveTo>
                    <a:pt x="138" y="87"/>
                  </a:moveTo>
                  <a:lnTo>
                    <a:pt x="19" y="113"/>
                  </a:lnTo>
                  <a:lnTo>
                    <a:pt x="0" y="26"/>
                  </a:lnTo>
                  <a:lnTo>
                    <a:pt x="119" y="0"/>
                  </a:lnTo>
                  <a:lnTo>
                    <a:pt x="138" y="87"/>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Construction3" descr="{&quot;Key&quot;:&quot;POWER_USER_SHAPE_ICON&quot;,&quot;Value&quot;:&quot;POWER_USER_SHAPE_ICON_STYLE_1&quot;}">
            <a:extLst>
              <a:ext uri="{FF2B5EF4-FFF2-40B4-BE49-F238E27FC236}">
                <a16:creationId xmlns:a16="http://schemas.microsoft.com/office/drawing/2014/main" id="{EEC2E43B-4A59-0015-2178-30C3FDD7247D}"/>
              </a:ext>
            </a:extLst>
          </p:cNvPr>
          <p:cNvGrpSpPr>
            <a:grpSpLocks noChangeAspect="1"/>
          </p:cNvGrpSpPr>
          <p:nvPr/>
        </p:nvGrpSpPr>
        <p:grpSpPr>
          <a:xfrm>
            <a:off x="6313898" y="2833058"/>
            <a:ext cx="478993" cy="572502"/>
            <a:chOff x="8158164" y="1847851"/>
            <a:chExt cx="398462" cy="476250"/>
          </a:xfrm>
          <a:solidFill>
            <a:schemeClr val="lt1"/>
          </a:solidFill>
        </p:grpSpPr>
        <p:sp>
          <p:nvSpPr>
            <p:cNvPr id="65" name="Freeform 527">
              <a:extLst>
                <a:ext uri="{FF2B5EF4-FFF2-40B4-BE49-F238E27FC236}">
                  <a16:creationId xmlns:a16="http://schemas.microsoft.com/office/drawing/2014/main" id="{4D640539-148F-3672-8AEC-4AC2B0E0BFDF}"/>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28">
              <a:extLst>
                <a:ext uri="{FF2B5EF4-FFF2-40B4-BE49-F238E27FC236}">
                  <a16:creationId xmlns:a16="http://schemas.microsoft.com/office/drawing/2014/main" id="{64B1D168-A65F-6FA1-E6FC-360E0628BC19}"/>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29">
              <a:extLst>
                <a:ext uri="{FF2B5EF4-FFF2-40B4-BE49-F238E27FC236}">
                  <a16:creationId xmlns:a16="http://schemas.microsoft.com/office/drawing/2014/main" id="{9AAC9E73-865B-BC7F-9489-A69E8E78426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30">
              <a:extLst>
                <a:ext uri="{FF2B5EF4-FFF2-40B4-BE49-F238E27FC236}">
                  <a16:creationId xmlns:a16="http://schemas.microsoft.com/office/drawing/2014/main" id="{3A717C04-5E92-7DE8-0A2C-000F953ADC0E}"/>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531">
              <a:extLst>
                <a:ext uri="{FF2B5EF4-FFF2-40B4-BE49-F238E27FC236}">
                  <a16:creationId xmlns:a16="http://schemas.microsoft.com/office/drawing/2014/main" id="{70D8D41B-EF56-9783-401F-7782B7D2D572}"/>
                </a:ext>
              </a:extLst>
            </p:cNvPr>
            <p:cNvSpPr>
              <a:spLocks noChangeArrowheads="1"/>
            </p:cNvSpPr>
            <p:nvPr/>
          </p:nvSpPr>
          <p:spPr bwMode="auto">
            <a:xfrm>
              <a:off x="8237539" y="1978026"/>
              <a:ext cx="23653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32">
              <a:extLst>
                <a:ext uri="{FF2B5EF4-FFF2-40B4-BE49-F238E27FC236}">
                  <a16:creationId xmlns:a16="http://schemas.microsoft.com/office/drawing/2014/main" id="{FA24CAA3-81A6-0561-24CC-4B33E6207C56}"/>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533">
              <a:extLst>
                <a:ext uri="{FF2B5EF4-FFF2-40B4-BE49-F238E27FC236}">
                  <a16:creationId xmlns:a16="http://schemas.microsoft.com/office/drawing/2014/main" id="{6FC5A68F-7419-91E8-C7D5-082B7EA04BD4}"/>
                </a:ext>
              </a:extLst>
            </p:cNvPr>
            <p:cNvSpPr>
              <a:spLocks noChangeArrowheads="1"/>
            </p:cNvSpPr>
            <p:nvPr/>
          </p:nvSpPr>
          <p:spPr bwMode="auto">
            <a:xfrm>
              <a:off x="8216901" y="2192338"/>
              <a:ext cx="14288"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34">
              <a:extLst>
                <a:ext uri="{FF2B5EF4-FFF2-40B4-BE49-F238E27FC236}">
                  <a16:creationId xmlns:a16="http://schemas.microsoft.com/office/drawing/2014/main" id="{52FBA496-A875-4261-B5C9-69ED789C9D92}"/>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535">
              <a:extLst>
                <a:ext uri="{FF2B5EF4-FFF2-40B4-BE49-F238E27FC236}">
                  <a16:creationId xmlns:a16="http://schemas.microsoft.com/office/drawing/2014/main" id="{F0805633-359D-DEBC-FD70-9425D01E49DD}"/>
                </a:ext>
              </a:extLst>
            </p:cNvPr>
            <p:cNvSpPr>
              <a:spLocks noChangeArrowheads="1"/>
            </p:cNvSpPr>
            <p:nvPr/>
          </p:nvSpPr>
          <p:spPr bwMode="auto">
            <a:xfrm>
              <a:off x="8483601" y="2192338"/>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36">
              <a:extLst>
                <a:ext uri="{FF2B5EF4-FFF2-40B4-BE49-F238E27FC236}">
                  <a16:creationId xmlns:a16="http://schemas.microsoft.com/office/drawing/2014/main" id="{392C0598-4BCE-8BFA-6EBD-3CF91B965A72}"/>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37">
              <a:extLst>
                <a:ext uri="{FF2B5EF4-FFF2-40B4-BE49-F238E27FC236}">
                  <a16:creationId xmlns:a16="http://schemas.microsoft.com/office/drawing/2014/main" id="{F176C636-D15B-D6D6-1D64-309CE5983441}"/>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538">
              <a:extLst>
                <a:ext uri="{FF2B5EF4-FFF2-40B4-BE49-F238E27FC236}">
                  <a16:creationId xmlns:a16="http://schemas.microsoft.com/office/drawing/2014/main" id="{584C0ED0-A24E-0D7E-0833-1DC215C9E93D}"/>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539">
              <a:extLst>
                <a:ext uri="{FF2B5EF4-FFF2-40B4-BE49-F238E27FC236}">
                  <a16:creationId xmlns:a16="http://schemas.microsoft.com/office/drawing/2014/main" id="{6D646029-FACC-43FA-34FF-93ED772EC4F4}"/>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ontamination" descr="{&quot;Key&quot;:&quot;POWER_USER_SHAPE_ICON&quot;,&quot;Value&quot;:&quot;POWER_USER_SHAPE_ICON_STYLE_1&quot;}">
            <a:extLst>
              <a:ext uri="{FF2B5EF4-FFF2-40B4-BE49-F238E27FC236}">
                <a16:creationId xmlns:a16="http://schemas.microsoft.com/office/drawing/2014/main" id="{B2BA2805-0C8C-4125-0D9D-CE0B468ED079}"/>
              </a:ext>
            </a:extLst>
          </p:cNvPr>
          <p:cNvGrpSpPr>
            <a:grpSpLocks noChangeAspect="1"/>
          </p:cNvGrpSpPr>
          <p:nvPr/>
        </p:nvGrpSpPr>
        <p:grpSpPr>
          <a:xfrm>
            <a:off x="8717694" y="5389545"/>
            <a:ext cx="577576" cy="572502"/>
            <a:chOff x="4278313" y="254000"/>
            <a:chExt cx="903288" cy="895351"/>
          </a:xfrm>
        </p:grpSpPr>
        <p:sp>
          <p:nvSpPr>
            <p:cNvPr id="79" name="Freeform 88">
              <a:extLst>
                <a:ext uri="{FF2B5EF4-FFF2-40B4-BE49-F238E27FC236}">
                  <a16:creationId xmlns:a16="http://schemas.microsoft.com/office/drawing/2014/main" id="{1F8AD7B1-3EB1-45B8-B7CA-EF2C6B958DF8}"/>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89">
              <a:extLst>
                <a:ext uri="{FF2B5EF4-FFF2-40B4-BE49-F238E27FC236}">
                  <a16:creationId xmlns:a16="http://schemas.microsoft.com/office/drawing/2014/main" id="{CC75A09C-CDCD-40CC-F8BB-5AB4005E2B16}"/>
                </a:ext>
              </a:extLst>
            </p:cNvPr>
            <p:cNvSpPr>
              <a:spLocks noChangeArrowheads="1"/>
            </p:cNvSpPr>
            <p:nvPr/>
          </p:nvSpPr>
          <p:spPr bwMode="auto">
            <a:xfrm>
              <a:off x="4506913"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90">
              <a:extLst>
                <a:ext uri="{FF2B5EF4-FFF2-40B4-BE49-F238E27FC236}">
                  <a16:creationId xmlns:a16="http://schemas.microsoft.com/office/drawing/2014/main" id="{D8C50EFE-EFC9-6B25-F727-D7995AB992F9}"/>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Oval 91">
              <a:extLst>
                <a:ext uri="{FF2B5EF4-FFF2-40B4-BE49-F238E27FC236}">
                  <a16:creationId xmlns:a16="http://schemas.microsoft.com/office/drawing/2014/main" id="{093BCA5E-3AA6-7920-8274-E89BCB3C5039}"/>
                </a:ext>
              </a:extLst>
            </p:cNvPr>
            <p:cNvSpPr>
              <a:spLocks noChangeArrowheads="1"/>
            </p:cNvSpPr>
            <p:nvPr/>
          </p:nvSpPr>
          <p:spPr bwMode="auto">
            <a:xfrm>
              <a:off x="5019675"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2">
              <a:extLst>
                <a:ext uri="{FF2B5EF4-FFF2-40B4-BE49-F238E27FC236}">
                  <a16:creationId xmlns:a16="http://schemas.microsoft.com/office/drawing/2014/main" id="{56E30099-2411-99A6-3173-1180BBC5C61B}"/>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Oval 93">
              <a:extLst>
                <a:ext uri="{FF2B5EF4-FFF2-40B4-BE49-F238E27FC236}">
                  <a16:creationId xmlns:a16="http://schemas.microsoft.com/office/drawing/2014/main" id="{6E2344DB-02FB-3DD6-6DD7-52F54EA134E7}"/>
                </a:ext>
              </a:extLst>
            </p:cNvPr>
            <p:cNvSpPr>
              <a:spLocks noChangeArrowheads="1"/>
            </p:cNvSpPr>
            <p:nvPr/>
          </p:nvSpPr>
          <p:spPr bwMode="auto">
            <a:xfrm>
              <a:off x="4764088" y="719138"/>
              <a:ext cx="117475"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4">
              <a:extLst>
                <a:ext uri="{FF2B5EF4-FFF2-40B4-BE49-F238E27FC236}">
                  <a16:creationId xmlns:a16="http://schemas.microsoft.com/office/drawing/2014/main" id="{B2EF2E85-9028-09DB-4890-A39238FEFB13}"/>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5">
              <a:extLst>
                <a:ext uri="{FF2B5EF4-FFF2-40B4-BE49-F238E27FC236}">
                  <a16:creationId xmlns:a16="http://schemas.microsoft.com/office/drawing/2014/main" id="{1CCE46DE-0FAD-585D-5B3D-C75379E6D040}"/>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96">
              <a:extLst>
                <a:ext uri="{FF2B5EF4-FFF2-40B4-BE49-F238E27FC236}">
                  <a16:creationId xmlns:a16="http://schemas.microsoft.com/office/drawing/2014/main" id="{5FC7C7FE-56C1-696C-AE6E-7AA837C1CEA2}"/>
                </a:ext>
              </a:extLst>
            </p:cNvPr>
            <p:cNvSpPr>
              <a:spLocks noChangeShapeType="1"/>
            </p:cNvSpPr>
            <p:nvPr/>
          </p:nvSpPr>
          <p:spPr bwMode="auto">
            <a:xfrm>
              <a:off x="4822825" y="582613"/>
              <a:ext cx="0" cy="82550"/>
            </a:xfrm>
            <a:prstGeom prst="line">
              <a:avLst/>
            </a:prstGeom>
            <a:noFill/>
            <a:ln w="1270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Oval 97">
              <a:extLst>
                <a:ext uri="{FF2B5EF4-FFF2-40B4-BE49-F238E27FC236}">
                  <a16:creationId xmlns:a16="http://schemas.microsoft.com/office/drawing/2014/main" id="{054BC5CC-1077-8BF7-DA71-97DBD2D2F286}"/>
                </a:ext>
              </a:extLst>
            </p:cNvPr>
            <p:cNvSpPr>
              <a:spLocks noChangeArrowheads="1"/>
            </p:cNvSpPr>
            <p:nvPr/>
          </p:nvSpPr>
          <p:spPr bwMode="auto">
            <a:xfrm>
              <a:off x="4757738" y="254000"/>
              <a:ext cx="130175" cy="130175"/>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8">
              <a:extLst>
                <a:ext uri="{FF2B5EF4-FFF2-40B4-BE49-F238E27FC236}">
                  <a16:creationId xmlns:a16="http://schemas.microsoft.com/office/drawing/2014/main" id="{BB27D00B-8034-183F-1633-AE3011B50B61}"/>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9">
              <a:extLst>
                <a:ext uri="{FF2B5EF4-FFF2-40B4-BE49-F238E27FC236}">
                  <a16:creationId xmlns:a16="http://schemas.microsoft.com/office/drawing/2014/main" id="{D86C75E7-C4BF-023D-F492-7D4B74E72CE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1" name="Rectangle 90">
            <a:extLst>
              <a:ext uri="{FF2B5EF4-FFF2-40B4-BE49-F238E27FC236}">
                <a16:creationId xmlns:a16="http://schemas.microsoft.com/office/drawing/2014/main" id="{0C753809-C34C-C517-8DA1-A7F57279E065}"/>
              </a:ext>
            </a:extLst>
          </p:cNvPr>
          <p:cNvSpPr>
            <a:spLocks noChangeAspect="1"/>
          </p:cNvSpPr>
          <p:nvPr/>
        </p:nvSpPr>
        <p:spPr>
          <a:xfrm>
            <a:off x="7747701" y="153933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92" name="Rectangle 91">
            <a:extLst>
              <a:ext uri="{FF2B5EF4-FFF2-40B4-BE49-F238E27FC236}">
                <a16:creationId xmlns:a16="http://schemas.microsoft.com/office/drawing/2014/main" id="{1AA06070-AF40-B984-27A4-D3F86AF7BD1F}"/>
              </a:ext>
            </a:extLst>
          </p:cNvPr>
          <p:cNvSpPr>
            <a:spLocks noChangeAspect="1"/>
          </p:cNvSpPr>
          <p:nvPr/>
        </p:nvSpPr>
        <p:spPr>
          <a:xfrm>
            <a:off x="9638805" y="207029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93" name="Rectangle 92">
            <a:extLst>
              <a:ext uri="{FF2B5EF4-FFF2-40B4-BE49-F238E27FC236}">
                <a16:creationId xmlns:a16="http://schemas.microsoft.com/office/drawing/2014/main" id="{5A45BDBF-B37E-44BA-2541-9E8CA815962F}"/>
              </a:ext>
            </a:extLst>
          </p:cNvPr>
          <p:cNvSpPr>
            <a:spLocks noChangeAspect="1"/>
          </p:cNvSpPr>
          <p:nvPr/>
        </p:nvSpPr>
        <p:spPr>
          <a:xfrm>
            <a:off x="10095381" y="4024578"/>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Tree>
    <p:extLst>
      <p:ext uri="{BB962C8B-B14F-4D97-AF65-F5344CB8AC3E}">
        <p14:creationId xmlns:p14="http://schemas.microsoft.com/office/powerpoint/2010/main" val="321260539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4B7D93-0887-6DED-0DE7-A8D434B6B9B2}"/>
              </a:ext>
            </a:extLst>
          </p:cNvPr>
          <p:cNvSpPr>
            <a:spLocks noGrp="1"/>
          </p:cNvSpPr>
          <p:nvPr>
            <p:ph type="title"/>
          </p:nvPr>
        </p:nvSpPr>
        <p:spPr>
          <a:xfrm>
            <a:off x="214184" y="13663"/>
            <a:ext cx="9728886" cy="678316"/>
          </a:xfrm>
        </p:spPr>
        <p:txBody>
          <a:bodyPr>
            <a:normAutofit/>
          </a:bodyPr>
          <a:lstStyle/>
          <a:p>
            <a:r>
              <a:rPr lang="en-US" dirty="0"/>
              <a:t>Chevrons 3</a:t>
            </a:r>
          </a:p>
        </p:txBody>
      </p:sp>
      <p:grpSp>
        <p:nvGrpSpPr>
          <p:cNvPr id="4" name="Group 3">
            <a:extLst>
              <a:ext uri="{FF2B5EF4-FFF2-40B4-BE49-F238E27FC236}">
                <a16:creationId xmlns:a16="http://schemas.microsoft.com/office/drawing/2014/main" id="{0FAE6991-CB5A-06C6-9EAF-9071C567CEE0}"/>
              </a:ext>
            </a:extLst>
          </p:cNvPr>
          <p:cNvGrpSpPr/>
          <p:nvPr/>
        </p:nvGrpSpPr>
        <p:grpSpPr>
          <a:xfrm>
            <a:off x="7333138" y="1291816"/>
            <a:ext cx="2448400" cy="4945427"/>
            <a:chOff x="1681655" y="1502979"/>
            <a:chExt cx="2060028" cy="4393324"/>
          </a:xfrm>
        </p:grpSpPr>
        <p:sp>
          <p:nvSpPr>
            <p:cNvPr id="26" name="Rectangle 25">
              <a:extLst>
                <a:ext uri="{FF2B5EF4-FFF2-40B4-BE49-F238E27FC236}">
                  <a16:creationId xmlns:a16="http://schemas.microsoft.com/office/drawing/2014/main" id="{1AB8F57A-BF30-893E-B44C-8E0BA76209F5}"/>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7" name="Straight Connector 26">
              <a:extLst>
                <a:ext uri="{FF2B5EF4-FFF2-40B4-BE49-F238E27FC236}">
                  <a16:creationId xmlns:a16="http://schemas.microsoft.com/office/drawing/2014/main" id="{7B291E9A-B502-4FFF-5DC2-B59198AD9DB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5" name="TextBox 82">
            <a:extLst>
              <a:ext uri="{FF2B5EF4-FFF2-40B4-BE49-F238E27FC236}">
                <a16:creationId xmlns:a16="http://schemas.microsoft.com/office/drawing/2014/main" id="{424C8808-F2B7-13EB-0D7A-889CC5235060}"/>
              </a:ext>
            </a:extLst>
          </p:cNvPr>
          <p:cNvSpPr txBox="1"/>
          <p:nvPr/>
        </p:nvSpPr>
        <p:spPr>
          <a:xfrm>
            <a:off x="8121759" y="2880838"/>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6" name="Group 5">
            <a:extLst>
              <a:ext uri="{FF2B5EF4-FFF2-40B4-BE49-F238E27FC236}">
                <a16:creationId xmlns:a16="http://schemas.microsoft.com/office/drawing/2014/main" id="{D1B93C53-01D3-AD4D-1188-948C3EF0D723}"/>
              </a:ext>
            </a:extLst>
          </p:cNvPr>
          <p:cNvGrpSpPr/>
          <p:nvPr/>
        </p:nvGrpSpPr>
        <p:grpSpPr>
          <a:xfrm>
            <a:off x="6806653" y="2890154"/>
            <a:ext cx="1177290" cy="1762217"/>
            <a:chOff x="3059693" y="3038672"/>
            <a:chExt cx="1177290" cy="1321938"/>
          </a:xfrm>
        </p:grpSpPr>
        <p:sp>
          <p:nvSpPr>
            <p:cNvPr id="24" name="Isosceles Triangle 23">
              <a:extLst>
                <a:ext uri="{FF2B5EF4-FFF2-40B4-BE49-F238E27FC236}">
                  <a16:creationId xmlns:a16="http://schemas.microsoft.com/office/drawing/2014/main" id="{81857288-AAB6-ECE4-C139-C8C7F040DB7D}"/>
                </a:ext>
              </a:extLst>
            </p:cNvPr>
            <p:cNvSpPr/>
            <p:nvPr/>
          </p:nvSpPr>
          <p:spPr>
            <a:xfrm rot="5400000">
              <a:off x="3111194" y="3234821"/>
              <a:ext cx="1321938" cy="929640"/>
            </a:xfrm>
            <a:prstGeom prst="triangle">
              <a:avLst/>
            </a:prstGeom>
            <a:solidFill>
              <a:schemeClr val="bg1"/>
            </a:solidFill>
            <a:ln w="1746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Isosceles Triangle 24">
              <a:extLst>
                <a:ext uri="{FF2B5EF4-FFF2-40B4-BE49-F238E27FC236}">
                  <a16:creationId xmlns:a16="http://schemas.microsoft.com/office/drawing/2014/main" id="{8128BF63-2C48-8888-9EDC-3190B5E5F857}"/>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67D71E72-FB34-B766-6DE2-760A4C35ECB1}"/>
              </a:ext>
            </a:extLst>
          </p:cNvPr>
          <p:cNvGrpSpPr/>
          <p:nvPr/>
        </p:nvGrpSpPr>
        <p:grpSpPr>
          <a:xfrm>
            <a:off x="5000472" y="1291816"/>
            <a:ext cx="2448400" cy="4945427"/>
            <a:chOff x="1681655" y="1502979"/>
            <a:chExt cx="2060028" cy="4393324"/>
          </a:xfrm>
        </p:grpSpPr>
        <p:sp>
          <p:nvSpPr>
            <p:cNvPr id="22" name="Rectangle 21">
              <a:extLst>
                <a:ext uri="{FF2B5EF4-FFF2-40B4-BE49-F238E27FC236}">
                  <a16:creationId xmlns:a16="http://schemas.microsoft.com/office/drawing/2014/main" id="{99831D88-0AC0-74A2-A684-CABA4F4BB36C}"/>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3" name="Straight Connector 22">
              <a:extLst>
                <a:ext uri="{FF2B5EF4-FFF2-40B4-BE49-F238E27FC236}">
                  <a16:creationId xmlns:a16="http://schemas.microsoft.com/office/drawing/2014/main" id="{A66F12C9-0520-54D2-350A-37DD4F957D5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8" name="TextBox 82">
            <a:extLst>
              <a:ext uri="{FF2B5EF4-FFF2-40B4-BE49-F238E27FC236}">
                <a16:creationId xmlns:a16="http://schemas.microsoft.com/office/drawing/2014/main" id="{E660ED53-F91D-2C1D-FDE6-AF36A0C0CA2E}"/>
              </a:ext>
            </a:extLst>
          </p:cNvPr>
          <p:cNvSpPr txBox="1"/>
          <p:nvPr/>
        </p:nvSpPr>
        <p:spPr>
          <a:xfrm>
            <a:off x="5789093" y="2880838"/>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9" name="Group 8">
            <a:extLst>
              <a:ext uri="{FF2B5EF4-FFF2-40B4-BE49-F238E27FC236}">
                <a16:creationId xmlns:a16="http://schemas.microsoft.com/office/drawing/2014/main" id="{F9AD9298-2708-F4AF-127B-A70328874BA7}"/>
              </a:ext>
            </a:extLst>
          </p:cNvPr>
          <p:cNvGrpSpPr/>
          <p:nvPr/>
        </p:nvGrpSpPr>
        <p:grpSpPr>
          <a:xfrm>
            <a:off x="4474981" y="2890153"/>
            <a:ext cx="1177290" cy="1762217"/>
            <a:chOff x="3059693" y="3038672"/>
            <a:chExt cx="1177290" cy="1321938"/>
          </a:xfrm>
        </p:grpSpPr>
        <p:sp>
          <p:nvSpPr>
            <p:cNvPr id="20" name="Isosceles Triangle 19">
              <a:extLst>
                <a:ext uri="{FF2B5EF4-FFF2-40B4-BE49-F238E27FC236}">
                  <a16:creationId xmlns:a16="http://schemas.microsoft.com/office/drawing/2014/main" id="{B70547DE-F348-A361-E202-EAE913725EA2}"/>
                </a:ext>
              </a:extLst>
            </p:cNvPr>
            <p:cNvSpPr/>
            <p:nvPr/>
          </p:nvSpPr>
          <p:spPr>
            <a:xfrm rot="5400000">
              <a:off x="3111194" y="3234821"/>
              <a:ext cx="1321938" cy="929640"/>
            </a:xfrm>
            <a:prstGeom prst="triangle">
              <a:avLst/>
            </a:prstGeom>
            <a:solidFill>
              <a:schemeClr val="bg1"/>
            </a:solidFill>
            <a:ln w="1746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Isosceles Triangle 20">
              <a:extLst>
                <a:ext uri="{FF2B5EF4-FFF2-40B4-BE49-F238E27FC236}">
                  <a16:creationId xmlns:a16="http://schemas.microsoft.com/office/drawing/2014/main" id="{01E290D4-8E49-0228-82B9-D58C9DC2CD2A}"/>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 9">
            <a:extLst>
              <a:ext uri="{FF2B5EF4-FFF2-40B4-BE49-F238E27FC236}">
                <a16:creationId xmlns:a16="http://schemas.microsoft.com/office/drawing/2014/main" id="{DDFCF765-54B2-E745-6CA4-3DE116EBD610}"/>
              </a:ext>
            </a:extLst>
          </p:cNvPr>
          <p:cNvGrpSpPr/>
          <p:nvPr/>
        </p:nvGrpSpPr>
        <p:grpSpPr>
          <a:xfrm>
            <a:off x="2668800" y="1291815"/>
            <a:ext cx="2448400" cy="4945427"/>
            <a:chOff x="1681655" y="1502979"/>
            <a:chExt cx="2060028" cy="4393324"/>
          </a:xfrm>
        </p:grpSpPr>
        <p:sp>
          <p:nvSpPr>
            <p:cNvPr id="18" name="Rectangle 17">
              <a:extLst>
                <a:ext uri="{FF2B5EF4-FFF2-40B4-BE49-F238E27FC236}">
                  <a16:creationId xmlns:a16="http://schemas.microsoft.com/office/drawing/2014/main" id="{25B935DE-D2F7-63AF-4CD1-20C7250E6EEE}"/>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9" name="Straight Connector 18">
              <a:extLst>
                <a:ext uri="{FF2B5EF4-FFF2-40B4-BE49-F238E27FC236}">
                  <a16:creationId xmlns:a16="http://schemas.microsoft.com/office/drawing/2014/main" id="{6C39CB44-835C-ED3B-DDE1-0B2405D50815}"/>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86DB6054-351D-FDE5-370E-1FBDB9F30925}"/>
              </a:ext>
            </a:extLst>
          </p:cNvPr>
          <p:cNvGrpSpPr/>
          <p:nvPr/>
        </p:nvGrpSpPr>
        <p:grpSpPr>
          <a:xfrm>
            <a:off x="2132733" y="2851951"/>
            <a:ext cx="1177291" cy="1762218"/>
            <a:chOff x="3059692" y="3038672"/>
            <a:chExt cx="1177291" cy="1321939"/>
          </a:xfrm>
        </p:grpSpPr>
        <p:sp>
          <p:nvSpPr>
            <p:cNvPr id="16" name="Isosceles Triangle 15">
              <a:extLst>
                <a:ext uri="{FF2B5EF4-FFF2-40B4-BE49-F238E27FC236}">
                  <a16:creationId xmlns:a16="http://schemas.microsoft.com/office/drawing/2014/main" id="{8216C5AD-8AEF-949A-0358-C7BD79D90645}"/>
                </a:ext>
              </a:extLst>
            </p:cNvPr>
            <p:cNvSpPr/>
            <p:nvPr/>
          </p:nvSpPr>
          <p:spPr>
            <a:xfrm rot="5400000">
              <a:off x="3111194" y="3234821"/>
              <a:ext cx="1321938" cy="929640"/>
            </a:xfrm>
            <a:prstGeom prst="triangle">
              <a:avLst/>
            </a:prstGeom>
            <a:solidFill>
              <a:schemeClr val="bg1"/>
            </a:solidFill>
            <a:ln w="1746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Isosceles Triangle 16">
              <a:extLst>
                <a:ext uri="{FF2B5EF4-FFF2-40B4-BE49-F238E27FC236}">
                  <a16:creationId xmlns:a16="http://schemas.microsoft.com/office/drawing/2014/main" id="{3B33D9DA-B96F-5413-54F9-CA02D8670231}"/>
                </a:ext>
              </a:extLst>
            </p:cNvPr>
            <p:cNvSpPr/>
            <p:nvPr/>
          </p:nvSpPr>
          <p:spPr>
            <a:xfrm rot="5400000">
              <a:off x="2863543" y="3234822"/>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11">
            <a:extLst>
              <a:ext uri="{FF2B5EF4-FFF2-40B4-BE49-F238E27FC236}">
                <a16:creationId xmlns:a16="http://schemas.microsoft.com/office/drawing/2014/main" id="{019BB7B9-6E4B-F561-F37F-7F8331F75C2A}"/>
              </a:ext>
            </a:extLst>
          </p:cNvPr>
          <p:cNvGrpSpPr/>
          <p:nvPr/>
        </p:nvGrpSpPr>
        <p:grpSpPr>
          <a:xfrm>
            <a:off x="1597662" y="1291816"/>
            <a:ext cx="1195460" cy="4945426"/>
            <a:chOff x="735577" y="1502979"/>
            <a:chExt cx="3424021" cy="4393324"/>
          </a:xfrm>
        </p:grpSpPr>
        <p:sp>
          <p:nvSpPr>
            <p:cNvPr id="14" name="Rectangle 13">
              <a:extLst>
                <a:ext uri="{FF2B5EF4-FFF2-40B4-BE49-F238E27FC236}">
                  <a16:creationId xmlns:a16="http://schemas.microsoft.com/office/drawing/2014/main" id="{1ACB3E43-6FD5-3A3F-0118-41A2D9D3C82D}"/>
                </a:ext>
              </a:extLst>
            </p:cNvPr>
            <p:cNvSpPr/>
            <p:nvPr/>
          </p:nvSpPr>
          <p:spPr>
            <a:xfrm>
              <a:off x="735577" y="1502979"/>
              <a:ext cx="3424021"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5" name="Straight Connector 14">
              <a:extLst>
                <a:ext uri="{FF2B5EF4-FFF2-40B4-BE49-F238E27FC236}">
                  <a16:creationId xmlns:a16="http://schemas.microsoft.com/office/drawing/2014/main" id="{FDA4FD29-F36B-37CB-0445-C4C80DF3B5B3}"/>
                </a:ext>
              </a:extLst>
            </p:cNvPr>
            <p:cNvCxnSpPr>
              <a:cxnSpLocks/>
            </p:cNvCxnSpPr>
            <p:nvPr/>
          </p:nvCxnSpPr>
          <p:spPr>
            <a:xfrm>
              <a:off x="3943141" y="1752599"/>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13" name="TextBox 82">
            <a:extLst>
              <a:ext uri="{FF2B5EF4-FFF2-40B4-BE49-F238E27FC236}">
                <a16:creationId xmlns:a16="http://schemas.microsoft.com/office/drawing/2014/main" id="{B8FB612B-F5B3-B678-8644-B7BB8A73AE7F}"/>
              </a:ext>
            </a:extLst>
          </p:cNvPr>
          <p:cNvSpPr txBox="1"/>
          <p:nvPr/>
        </p:nvSpPr>
        <p:spPr>
          <a:xfrm>
            <a:off x="3457421" y="2880837"/>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28" name="Magnifying_glass6" descr="{&quot;Key&quot;:&quot;POWER_USER_SHAPE_ICON&quot;,&quot;Value&quot;:&quot;POWER_USER_SHAPE_ICON_STYLE_1&quot;}">
            <a:extLst>
              <a:ext uri="{FF2B5EF4-FFF2-40B4-BE49-F238E27FC236}">
                <a16:creationId xmlns:a16="http://schemas.microsoft.com/office/drawing/2014/main" id="{1E8569C2-1604-0B0A-09B0-BC536ACD359D}"/>
              </a:ext>
            </a:extLst>
          </p:cNvPr>
          <p:cNvGrpSpPr>
            <a:grpSpLocks noChangeAspect="1"/>
          </p:cNvGrpSpPr>
          <p:nvPr/>
        </p:nvGrpSpPr>
        <p:grpSpPr>
          <a:xfrm>
            <a:off x="3956496" y="2251215"/>
            <a:ext cx="453414" cy="510573"/>
            <a:chOff x="5156201" y="379413"/>
            <a:chExt cx="188912" cy="212726"/>
          </a:xfrm>
          <a:solidFill>
            <a:schemeClr val="accent1"/>
          </a:solidFill>
        </p:grpSpPr>
        <p:sp>
          <p:nvSpPr>
            <p:cNvPr id="29" name="Freeform 316">
              <a:extLst>
                <a:ext uri="{FF2B5EF4-FFF2-40B4-BE49-F238E27FC236}">
                  <a16:creationId xmlns:a16="http://schemas.microsoft.com/office/drawing/2014/main" id="{4EF8B80E-85B2-1ACE-E644-BD6E7331358D}"/>
                </a:ext>
              </a:extLst>
            </p:cNvPr>
            <p:cNvSpPr>
              <a:spLocks noEditPoints="1"/>
            </p:cNvSpPr>
            <p:nvPr/>
          </p:nvSpPr>
          <p:spPr bwMode="auto">
            <a:xfrm>
              <a:off x="5156201" y="379413"/>
              <a:ext cx="163513" cy="163513"/>
            </a:xfrm>
            <a:custGeom>
              <a:avLst/>
              <a:gdLst>
                <a:gd name="T0" fmla="*/ 2255 w 4510"/>
                <a:gd name="T1" fmla="*/ 200 h 4511"/>
                <a:gd name="T2" fmla="*/ 200 w 4510"/>
                <a:gd name="T3" fmla="*/ 2255 h 4511"/>
                <a:gd name="T4" fmla="*/ 2255 w 4510"/>
                <a:gd name="T5" fmla="*/ 4310 h 4511"/>
                <a:gd name="T6" fmla="*/ 4310 w 4510"/>
                <a:gd name="T7" fmla="*/ 2255 h 4511"/>
                <a:gd name="T8" fmla="*/ 2255 w 4510"/>
                <a:gd name="T9" fmla="*/ 200 h 4511"/>
                <a:gd name="T10" fmla="*/ 2255 w 4510"/>
                <a:gd name="T11" fmla="*/ 4511 h 4511"/>
                <a:gd name="T12" fmla="*/ 0 w 4510"/>
                <a:gd name="T13" fmla="*/ 2255 h 4511"/>
                <a:gd name="T14" fmla="*/ 2255 w 4510"/>
                <a:gd name="T15" fmla="*/ 0 h 4511"/>
                <a:gd name="T16" fmla="*/ 4510 w 4510"/>
                <a:gd name="T17" fmla="*/ 2255 h 4511"/>
                <a:gd name="T18" fmla="*/ 2255 w 4510"/>
                <a:gd name="T19" fmla="*/ 4511 h 4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0" h="4511">
                  <a:moveTo>
                    <a:pt x="2255" y="200"/>
                  </a:moveTo>
                  <a:cubicBezTo>
                    <a:pt x="1122" y="200"/>
                    <a:pt x="200" y="1121"/>
                    <a:pt x="200" y="2255"/>
                  </a:cubicBezTo>
                  <a:cubicBezTo>
                    <a:pt x="200" y="3388"/>
                    <a:pt x="1122" y="4310"/>
                    <a:pt x="2255" y="4310"/>
                  </a:cubicBezTo>
                  <a:cubicBezTo>
                    <a:pt x="3388" y="4310"/>
                    <a:pt x="4310" y="3388"/>
                    <a:pt x="4310" y="2255"/>
                  </a:cubicBezTo>
                  <a:cubicBezTo>
                    <a:pt x="4310" y="1121"/>
                    <a:pt x="3388" y="200"/>
                    <a:pt x="2255" y="200"/>
                  </a:cubicBezTo>
                  <a:close/>
                  <a:moveTo>
                    <a:pt x="2255" y="4511"/>
                  </a:moveTo>
                  <a:cubicBezTo>
                    <a:pt x="1011" y="4511"/>
                    <a:pt x="0" y="3498"/>
                    <a:pt x="0" y="2255"/>
                  </a:cubicBezTo>
                  <a:cubicBezTo>
                    <a:pt x="0" y="1011"/>
                    <a:pt x="1011" y="0"/>
                    <a:pt x="2255" y="0"/>
                  </a:cubicBezTo>
                  <a:cubicBezTo>
                    <a:pt x="3498" y="0"/>
                    <a:pt x="4510" y="1011"/>
                    <a:pt x="4510" y="2255"/>
                  </a:cubicBezTo>
                  <a:cubicBezTo>
                    <a:pt x="4510" y="3498"/>
                    <a:pt x="3498" y="4511"/>
                    <a:pt x="2255" y="45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317">
              <a:extLst>
                <a:ext uri="{FF2B5EF4-FFF2-40B4-BE49-F238E27FC236}">
                  <a16:creationId xmlns:a16="http://schemas.microsoft.com/office/drawing/2014/main" id="{B647334F-4B1C-9A9A-D1D5-7931B336D57E}"/>
                </a:ext>
              </a:extLst>
            </p:cNvPr>
            <p:cNvSpPr>
              <a:spLocks noEditPoints="1"/>
            </p:cNvSpPr>
            <p:nvPr/>
          </p:nvSpPr>
          <p:spPr bwMode="auto">
            <a:xfrm>
              <a:off x="5172076" y="396876"/>
              <a:ext cx="130175" cy="130175"/>
            </a:xfrm>
            <a:custGeom>
              <a:avLst/>
              <a:gdLst>
                <a:gd name="T0" fmla="*/ 1797 w 3594"/>
                <a:gd name="T1" fmla="*/ 200 h 3594"/>
                <a:gd name="T2" fmla="*/ 200 w 3594"/>
                <a:gd name="T3" fmla="*/ 1797 h 3594"/>
                <a:gd name="T4" fmla="*/ 1797 w 3594"/>
                <a:gd name="T5" fmla="*/ 3394 h 3594"/>
                <a:gd name="T6" fmla="*/ 3394 w 3594"/>
                <a:gd name="T7" fmla="*/ 1797 h 3594"/>
                <a:gd name="T8" fmla="*/ 1797 w 3594"/>
                <a:gd name="T9" fmla="*/ 200 h 3594"/>
                <a:gd name="T10" fmla="*/ 1797 w 3594"/>
                <a:gd name="T11" fmla="*/ 3594 h 3594"/>
                <a:gd name="T12" fmla="*/ 0 w 3594"/>
                <a:gd name="T13" fmla="*/ 1797 h 3594"/>
                <a:gd name="T14" fmla="*/ 1797 w 3594"/>
                <a:gd name="T15" fmla="*/ 0 h 3594"/>
                <a:gd name="T16" fmla="*/ 3594 w 3594"/>
                <a:gd name="T17" fmla="*/ 1797 h 3594"/>
                <a:gd name="T18" fmla="*/ 1797 w 3594"/>
                <a:gd name="T19" fmla="*/ 3594 h 3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4" h="3594">
                  <a:moveTo>
                    <a:pt x="1797" y="200"/>
                  </a:moveTo>
                  <a:cubicBezTo>
                    <a:pt x="917" y="200"/>
                    <a:pt x="200" y="917"/>
                    <a:pt x="200" y="1797"/>
                  </a:cubicBezTo>
                  <a:cubicBezTo>
                    <a:pt x="200" y="2678"/>
                    <a:pt x="917" y="3394"/>
                    <a:pt x="1797" y="3394"/>
                  </a:cubicBezTo>
                  <a:cubicBezTo>
                    <a:pt x="2678" y="3394"/>
                    <a:pt x="3394" y="2678"/>
                    <a:pt x="3394" y="1797"/>
                  </a:cubicBezTo>
                  <a:cubicBezTo>
                    <a:pt x="3394" y="917"/>
                    <a:pt x="2678" y="200"/>
                    <a:pt x="1797" y="200"/>
                  </a:cubicBezTo>
                  <a:close/>
                  <a:moveTo>
                    <a:pt x="1797" y="3594"/>
                  </a:moveTo>
                  <a:cubicBezTo>
                    <a:pt x="806" y="3594"/>
                    <a:pt x="0" y="2788"/>
                    <a:pt x="0" y="1797"/>
                  </a:cubicBezTo>
                  <a:cubicBezTo>
                    <a:pt x="0" y="806"/>
                    <a:pt x="806" y="0"/>
                    <a:pt x="1797" y="0"/>
                  </a:cubicBezTo>
                  <a:cubicBezTo>
                    <a:pt x="2788" y="0"/>
                    <a:pt x="3594" y="806"/>
                    <a:pt x="3594" y="1797"/>
                  </a:cubicBezTo>
                  <a:cubicBezTo>
                    <a:pt x="3594" y="2788"/>
                    <a:pt x="2788" y="3594"/>
                    <a:pt x="1797" y="35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318">
              <a:extLst>
                <a:ext uri="{FF2B5EF4-FFF2-40B4-BE49-F238E27FC236}">
                  <a16:creationId xmlns:a16="http://schemas.microsoft.com/office/drawing/2014/main" id="{AE8CA74E-9204-AF62-AFBC-3B5D879066B5}"/>
                </a:ext>
              </a:extLst>
            </p:cNvPr>
            <p:cNvSpPr>
              <a:spLocks/>
            </p:cNvSpPr>
            <p:nvPr/>
          </p:nvSpPr>
          <p:spPr bwMode="auto">
            <a:xfrm>
              <a:off x="5272088" y="514351"/>
              <a:ext cx="73025" cy="77788"/>
            </a:xfrm>
            <a:custGeom>
              <a:avLst/>
              <a:gdLst>
                <a:gd name="T0" fmla="*/ 1330 w 2005"/>
                <a:gd name="T1" fmla="*/ 2133 h 2133"/>
                <a:gd name="T2" fmla="*/ 994 w 2005"/>
                <a:gd name="T3" fmla="*/ 1950 h 2133"/>
                <a:gd name="T4" fmla="*/ 993 w 2005"/>
                <a:gd name="T5" fmla="*/ 1948 h 2133"/>
                <a:gd name="T6" fmla="*/ 984 w 2005"/>
                <a:gd name="T7" fmla="*/ 1938 h 2133"/>
                <a:gd name="T8" fmla="*/ 35 w 2005"/>
                <a:gd name="T9" fmla="*/ 761 h 2133"/>
                <a:gd name="T10" fmla="*/ 50 w 2005"/>
                <a:gd name="T11" fmla="*/ 621 h 2133"/>
                <a:gd name="T12" fmla="*/ 191 w 2005"/>
                <a:gd name="T13" fmla="*/ 636 h 2133"/>
                <a:gd name="T14" fmla="*/ 1136 w 2005"/>
                <a:gd name="T15" fmla="*/ 1808 h 2133"/>
                <a:gd name="T16" fmla="*/ 1346 w 2005"/>
                <a:gd name="T17" fmla="*/ 1931 h 2133"/>
                <a:gd name="T18" fmla="*/ 1600 w 2005"/>
                <a:gd name="T19" fmla="*/ 1759 h 2133"/>
                <a:gd name="T20" fmla="*/ 1618 w 2005"/>
                <a:gd name="T21" fmla="*/ 1742 h 2133"/>
                <a:gd name="T22" fmla="*/ 1664 w 2005"/>
                <a:gd name="T23" fmla="*/ 1701 h 2133"/>
                <a:gd name="T24" fmla="*/ 1743 w 2005"/>
                <a:gd name="T25" fmla="*/ 1608 h 2133"/>
                <a:gd name="T26" fmla="*/ 1638 w 2005"/>
                <a:gd name="T27" fmla="*/ 1304 h 2133"/>
                <a:gd name="T28" fmla="*/ 1002 w 2005"/>
                <a:gd name="T29" fmla="*/ 559 h 2133"/>
                <a:gd name="T30" fmla="*/ 675 w 2005"/>
                <a:gd name="T31" fmla="*/ 176 h 2133"/>
                <a:gd name="T32" fmla="*/ 686 w 2005"/>
                <a:gd name="T33" fmla="*/ 36 h 2133"/>
                <a:gd name="T34" fmla="*/ 827 w 2005"/>
                <a:gd name="T35" fmla="*/ 47 h 2133"/>
                <a:gd name="T36" fmla="*/ 1154 w 2005"/>
                <a:gd name="T37" fmla="*/ 429 h 2133"/>
                <a:gd name="T38" fmla="*/ 1790 w 2005"/>
                <a:gd name="T39" fmla="*/ 1174 h 2133"/>
                <a:gd name="T40" fmla="*/ 1933 w 2005"/>
                <a:gd name="T41" fmla="*/ 1672 h 2133"/>
                <a:gd name="T42" fmla="*/ 1795 w 2005"/>
                <a:gd name="T43" fmla="*/ 1852 h 2133"/>
                <a:gd name="T44" fmla="*/ 1757 w 2005"/>
                <a:gd name="T45" fmla="*/ 1886 h 2133"/>
                <a:gd name="T46" fmla="*/ 1740 w 2005"/>
                <a:gd name="T47" fmla="*/ 1902 h 2133"/>
                <a:gd name="T48" fmla="*/ 1374 w 2005"/>
                <a:gd name="T49" fmla="*/ 2130 h 2133"/>
                <a:gd name="T50" fmla="*/ 1330 w 2005"/>
                <a:gd name="T51" fmla="*/ 2133 h 2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05" h="2133">
                  <a:moveTo>
                    <a:pt x="1330" y="2133"/>
                  </a:moveTo>
                  <a:cubicBezTo>
                    <a:pt x="1185" y="2133"/>
                    <a:pt x="1076" y="2028"/>
                    <a:pt x="994" y="1950"/>
                  </a:cubicBezTo>
                  <a:lnTo>
                    <a:pt x="993" y="1948"/>
                  </a:lnTo>
                  <a:cubicBezTo>
                    <a:pt x="990" y="1945"/>
                    <a:pt x="987" y="1941"/>
                    <a:pt x="984" y="1938"/>
                  </a:cubicBezTo>
                  <a:lnTo>
                    <a:pt x="35" y="761"/>
                  </a:lnTo>
                  <a:cubicBezTo>
                    <a:pt x="0" y="718"/>
                    <a:pt x="7" y="655"/>
                    <a:pt x="50" y="621"/>
                  </a:cubicBezTo>
                  <a:cubicBezTo>
                    <a:pt x="93" y="586"/>
                    <a:pt x="156" y="592"/>
                    <a:pt x="191" y="636"/>
                  </a:cubicBezTo>
                  <a:lnTo>
                    <a:pt x="1136" y="1808"/>
                  </a:lnTo>
                  <a:cubicBezTo>
                    <a:pt x="1205" y="1874"/>
                    <a:pt x="1276" y="1941"/>
                    <a:pt x="1346" y="1931"/>
                  </a:cubicBezTo>
                  <a:cubicBezTo>
                    <a:pt x="1437" y="1918"/>
                    <a:pt x="1524" y="1834"/>
                    <a:pt x="1600" y="1759"/>
                  </a:cubicBezTo>
                  <a:lnTo>
                    <a:pt x="1618" y="1742"/>
                  </a:lnTo>
                  <a:cubicBezTo>
                    <a:pt x="1634" y="1727"/>
                    <a:pt x="1649" y="1714"/>
                    <a:pt x="1664" y="1701"/>
                  </a:cubicBezTo>
                  <a:cubicBezTo>
                    <a:pt x="1706" y="1665"/>
                    <a:pt x="1732" y="1640"/>
                    <a:pt x="1743" y="1608"/>
                  </a:cubicBezTo>
                  <a:cubicBezTo>
                    <a:pt x="1775" y="1513"/>
                    <a:pt x="1710" y="1389"/>
                    <a:pt x="1638" y="1304"/>
                  </a:cubicBezTo>
                  <a:cubicBezTo>
                    <a:pt x="1426" y="1055"/>
                    <a:pt x="1210" y="803"/>
                    <a:pt x="1002" y="559"/>
                  </a:cubicBezTo>
                  <a:cubicBezTo>
                    <a:pt x="893" y="432"/>
                    <a:pt x="784" y="305"/>
                    <a:pt x="675" y="176"/>
                  </a:cubicBezTo>
                  <a:cubicBezTo>
                    <a:pt x="639" y="135"/>
                    <a:pt x="644" y="72"/>
                    <a:pt x="686" y="36"/>
                  </a:cubicBezTo>
                  <a:cubicBezTo>
                    <a:pt x="728" y="0"/>
                    <a:pt x="791" y="5"/>
                    <a:pt x="827" y="47"/>
                  </a:cubicBezTo>
                  <a:cubicBezTo>
                    <a:pt x="936" y="174"/>
                    <a:pt x="1045" y="302"/>
                    <a:pt x="1154" y="429"/>
                  </a:cubicBezTo>
                  <a:cubicBezTo>
                    <a:pt x="1362" y="672"/>
                    <a:pt x="1578" y="926"/>
                    <a:pt x="1790" y="1174"/>
                  </a:cubicBezTo>
                  <a:cubicBezTo>
                    <a:pt x="1857" y="1253"/>
                    <a:pt x="2005" y="1459"/>
                    <a:pt x="1933" y="1672"/>
                  </a:cubicBezTo>
                  <a:cubicBezTo>
                    <a:pt x="1903" y="1758"/>
                    <a:pt x="1843" y="1810"/>
                    <a:pt x="1795" y="1852"/>
                  </a:cubicBezTo>
                  <a:cubicBezTo>
                    <a:pt x="1782" y="1863"/>
                    <a:pt x="1769" y="1874"/>
                    <a:pt x="1757" y="1886"/>
                  </a:cubicBezTo>
                  <a:lnTo>
                    <a:pt x="1740" y="1902"/>
                  </a:lnTo>
                  <a:cubicBezTo>
                    <a:pt x="1646" y="1994"/>
                    <a:pt x="1530" y="2106"/>
                    <a:pt x="1374" y="2130"/>
                  </a:cubicBezTo>
                  <a:cubicBezTo>
                    <a:pt x="1359" y="2132"/>
                    <a:pt x="1344" y="2133"/>
                    <a:pt x="1330" y="2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319">
              <a:extLst>
                <a:ext uri="{FF2B5EF4-FFF2-40B4-BE49-F238E27FC236}">
                  <a16:creationId xmlns:a16="http://schemas.microsoft.com/office/drawing/2014/main" id="{FCA66366-5D23-755F-7DA2-EBE8F1CB75AB}"/>
                </a:ext>
              </a:extLst>
            </p:cNvPr>
            <p:cNvSpPr>
              <a:spLocks/>
            </p:cNvSpPr>
            <p:nvPr/>
          </p:nvSpPr>
          <p:spPr bwMode="auto">
            <a:xfrm>
              <a:off x="5189538" y="430213"/>
              <a:ext cx="36513" cy="77788"/>
            </a:xfrm>
            <a:custGeom>
              <a:avLst/>
              <a:gdLst>
                <a:gd name="T0" fmla="*/ 914 w 1027"/>
                <a:gd name="T1" fmla="*/ 2109 h 2109"/>
                <a:gd name="T2" fmla="*/ 879 w 1027"/>
                <a:gd name="T3" fmla="*/ 2102 h 2109"/>
                <a:gd name="T4" fmla="*/ 0 w 1027"/>
                <a:gd name="T5" fmla="*/ 840 h 2109"/>
                <a:gd name="T6" fmla="*/ 254 w 1027"/>
                <a:gd name="T7" fmla="*/ 55 h 2109"/>
                <a:gd name="T8" fmla="*/ 393 w 1027"/>
                <a:gd name="T9" fmla="*/ 32 h 2109"/>
                <a:gd name="T10" fmla="*/ 416 w 1027"/>
                <a:gd name="T11" fmla="*/ 172 h 2109"/>
                <a:gd name="T12" fmla="*/ 200 w 1027"/>
                <a:gd name="T13" fmla="*/ 840 h 2109"/>
                <a:gd name="T14" fmla="*/ 949 w 1027"/>
                <a:gd name="T15" fmla="*/ 1915 h 2109"/>
                <a:gd name="T16" fmla="*/ 1008 w 1027"/>
                <a:gd name="T17" fmla="*/ 2043 h 2109"/>
                <a:gd name="T18" fmla="*/ 914 w 1027"/>
                <a:gd name="T19" fmla="*/ 210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7" h="2109">
                  <a:moveTo>
                    <a:pt x="914" y="2109"/>
                  </a:moveTo>
                  <a:cubicBezTo>
                    <a:pt x="903" y="2109"/>
                    <a:pt x="891" y="2107"/>
                    <a:pt x="879" y="2102"/>
                  </a:cubicBezTo>
                  <a:cubicBezTo>
                    <a:pt x="354" y="1908"/>
                    <a:pt x="0" y="1402"/>
                    <a:pt x="0" y="840"/>
                  </a:cubicBezTo>
                  <a:cubicBezTo>
                    <a:pt x="0" y="557"/>
                    <a:pt x="88" y="285"/>
                    <a:pt x="254" y="55"/>
                  </a:cubicBezTo>
                  <a:cubicBezTo>
                    <a:pt x="286" y="9"/>
                    <a:pt x="349" y="0"/>
                    <a:pt x="393" y="32"/>
                  </a:cubicBezTo>
                  <a:cubicBezTo>
                    <a:pt x="438" y="65"/>
                    <a:pt x="448" y="126"/>
                    <a:pt x="416" y="172"/>
                  </a:cubicBezTo>
                  <a:cubicBezTo>
                    <a:pt x="275" y="367"/>
                    <a:pt x="200" y="599"/>
                    <a:pt x="200" y="840"/>
                  </a:cubicBezTo>
                  <a:cubicBezTo>
                    <a:pt x="200" y="1318"/>
                    <a:pt x="501" y="1749"/>
                    <a:pt x="949" y="1915"/>
                  </a:cubicBezTo>
                  <a:cubicBezTo>
                    <a:pt x="1000" y="1933"/>
                    <a:pt x="1027" y="1991"/>
                    <a:pt x="1008" y="2043"/>
                  </a:cubicBezTo>
                  <a:cubicBezTo>
                    <a:pt x="993" y="2084"/>
                    <a:pt x="955" y="2109"/>
                    <a:pt x="914" y="21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320">
              <a:extLst>
                <a:ext uri="{FF2B5EF4-FFF2-40B4-BE49-F238E27FC236}">
                  <a16:creationId xmlns:a16="http://schemas.microsoft.com/office/drawing/2014/main" id="{6919C99B-300B-D7E7-D8C7-E600D6A12039}"/>
                </a:ext>
              </a:extLst>
            </p:cNvPr>
            <p:cNvSpPr>
              <a:spLocks/>
            </p:cNvSpPr>
            <p:nvPr/>
          </p:nvSpPr>
          <p:spPr bwMode="auto">
            <a:xfrm>
              <a:off x="5210176" y="415926"/>
              <a:ext cx="12700" cy="11113"/>
            </a:xfrm>
            <a:custGeom>
              <a:avLst/>
              <a:gdLst>
                <a:gd name="T0" fmla="*/ 114 w 340"/>
                <a:gd name="T1" fmla="*/ 277 h 277"/>
                <a:gd name="T2" fmla="*/ 30 w 340"/>
                <a:gd name="T3" fmla="*/ 230 h 277"/>
                <a:gd name="T4" fmla="*/ 61 w 340"/>
                <a:gd name="T5" fmla="*/ 92 h 277"/>
                <a:gd name="T6" fmla="*/ 182 w 340"/>
                <a:gd name="T7" fmla="*/ 25 h 277"/>
                <a:gd name="T8" fmla="*/ 316 w 340"/>
                <a:gd name="T9" fmla="*/ 69 h 277"/>
                <a:gd name="T10" fmla="*/ 270 w 340"/>
                <a:gd name="T11" fmla="*/ 204 h 277"/>
                <a:gd name="T12" fmla="*/ 168 w 340"/>
                <a:gd name="T13" fmla="*/ 261 h 277"/>
                <a:gd name="T14" fmla="*/ 114 w 340"/>
                <a:gd name="T15" fmla="*/ 277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0" h="277">
                  <a:moveTo>
                    <a:pt x="114" y="277"/>
                  </a:moveTo>
                  <a:cubicBezTo>
                    <a:pt x="81" y="277"/>
                    <a:pt x="49" y="260"/>
                    <a:pt x="30" y="230"/>
                  </a:cubicBezTo>
                  <a:cubicBezTo>
                    <a:pt x="0" y="183"/>
                    <a:pt x="14" y="121"/>
                    <a:pt x="61" y="92"/>
                  </a:cubicBezTo>
                  <a:cubicBezTo>
                    <a:pt x="100" y="67"/>
                    <a:pt x="141" y="44"/>
                    <a:pt x="182" y="25"/>
                  </a:cubicBezTo>
                  <a:cubicBezTo>
                    <a:pt x="231" y="0"/>
                    <a:pt x="291" y="20"/>
                    <a:pt x="316" y="69"/>
                  </a:cubicBezTo>
                  <a:cubicBezTo>
                    <a:pt x="340" y="119"/>
                    <a:pt x="320" y="179"/>
                    <a:pt x="270" y="204"/>
                  </a:cubicBezTo>
                  <a:cubicBezTo>
                    <a:pt x="235" y="221"/>
                    <a:pt x="201" y="241"/>
                    <a:pt x="168" y="261"/>
                  </a:cubicBezTo>
                  <a:cubicBezTo>
                    <a:pt x="151" y="271"/>
                    <a:pt x="132" y="277"/>
                    <a:pt x="114"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 name="Light_Bulb10" descr="{&quot;Key&quot;:&quot;POWER_USER_SHAPE_ICON&quot;,&quot;Value&quot;:&quot;POWER_USER_SHAPE_ICON_STYLE_1&quot;}">
            <a:extLst>
              <a:ext uri="{FF2B5EF4-FFF2-40B4-BE49-F238E27FC236}">
                <a16:creationId xmlns:a16="http://schemas.microsoft.com/office/drawing/2014/main" id="{1EDD80F6-2ED5-1264-ED9B-7E55E2745E8F}"/>
              </a:ext>
            </a:extLst>
          </p:cNvPr>
          <p:cNvGrpSpPr>
            <a:grpSpLocks noChangeAspect="1"/>
          </p:cNvGrpSpPr>
          <p:nvPr/>
        </p:nvGrpSpPr>
        <p:grpSpPr>
          <a:xfrm>
            <a:off x="6365027" y="2250588"/>
            <a:ext cx="441626" cy="511200"/>
            <a:chOff x="8101013" y="1635126"/>
            <a:chExt cx="231775" cy="268288"/>
          </a:xfrm>
          <a:solidFill>
            <a:schemeClr val="accent2"/>
          </a:solidFill>
        </p:grpSpPr>
        <p:sp>
          <p:nvSpPr>
            <p:cNvPr id="35" name="Freeform 2700">
              <a:extLst>
                <a:ext uri="{FF2B5EF4-FFF2-40B4-BE49-F238E27FC236}">
                  <a16:creationId xmlns:a16="http://schemas.microsoft.com/office/drawing/2014/main" id="{DF951B25-F572-B172-B356-5F46E64DFA49}"/>
                </a:ext>
              </a:extLst>
            </p:cNvPr>
            <p:cNvSpPr>
              <a:spLocks/>
            </p:cNvSpPr>
            <p:nvPr/>
          </p:nvSpPr>
          <p:spPr bwMode="auto">
            <a:xfrm>
              <a:off x="8185150" y="1851026"/>
              <a:ext cx="63500" cy="15875"/>
            </a:xfrm>
            <a:custGeom>
              <a:avLst/>
              <a:gdLst>
                <a:gd name="T0" fmla="*/ 108 w 1759"/>
                <a:gd name="T1" fmla="*/ 441 h 441"/>
                <a:gd name="T2" fmla="*/ 9 w 1759"/>
                <a:gd name="T3" fmla="*/ 356 h 441"/>
                <a:gd name="T4" fmla="*/ 93 w 1759"/>
                <a:gd name="T5" fmla="*/ 243 h 441"/>
                <a:gd name="T6" fmla="*/ 1638 w 1759"/>
                <a:gd name="T7" fmla="*/ 8 h 441"/>
                <a:gd name="T8" fmla="*/ 1751 w 1759"/>
                <a:gd name="T9" fmla="*/ 92 h 441"/>
                <a:gd name="T10" fmla="*/ 1667 w 1759"/>
                <a:gd name="T11" fmla="*/ 206 h 441"/>
                <a:gd name="T12" fmla="*/ 123 w 1759"/>
                <a:gd name="T13" fmla="*/ 440 h 441"/>
                <a:gd name="T14" fmla="*/ 108 w 1759"/>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59" h="441">
                  <a:moveTo>
                    <a:pt x="108" y="441"/>
                  </a:moveTo>
                  <a:cubicBezTo>
                    <a:pt x="59" y="441"/>
                    <a:pt x="16" y="406"/>
                    <a:pt x="9" y="356"/>
                  </a:cubicBezTo>
                  <a:cubicBezTo>
                    <a:pt x="0" y="301"/>
                    <a:pt x="38" y="250"/>
                    <a:pt x="93" y="243"/>
                  </a:cubicBezTo>
                  <a:lnTo>
                    <a:pt x="1638" y="8"/>
                  </a:lnTo>
                  <a:cubicBezTo>
                    <a:pt x="1691" y="0"/>
                    <a:pt x="1742" y="37"/>
                    <a:pt x="1751" y="92"/>
                  </a:cubicBezTo>
                  <a:cubicBezTo>
                    <a:pt x="1759" y="147"/>
                    <a:pt x="1722" y="198"/>
                    <a:pt x="1667" y="206"/>
                  </a:cubicBezTo>
                  <a:lnTo>
                    <a:pt x="123" y="440"/>
                  </a:lnTo>
                  <a:cubicBezTo>
                    <a:pt x="117" y="441"/>
                    <a:pt x="113" y="441"/>
                    <a:pt x="108" y="44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701">
              <a:extLst>
                <a:ext uri="{FF2B5EF4-FFF2-40B4-BE49-F238E27FC236}">
                  <a16:creationId xmlns:a16="http://schemas.microsoft.com/office/drawing/2014/main" id="{2234DBCF-846C-C99E-8364-E37993B6EC2B}"/>
                </a:ext>
              </a:extLst>
            </p:cNvPr>
            <p:cNvSpPr>
              <a:spLocks/>
            </p:cNvSpPr>
            <p:nvPr/>
          </p:nvSpPr>
          <p:spPr bwMode="auto">
            <a:xfrm>
              <a:off x="8189913" y="1870076"/>
              <a:ext cx="60325" cy="15875"/>
            </a:xfrm>
            <a:custGeom>
              <a:avLst/>
              <a:gdLst>
                <a:gd name="T0" fmla="*/ 107 w 1622"/>
                <a:gd name="T1" fmla="*/ 432 h 432"/>
                <a:gd name="T2" fmla="*/ 9 w 1622"/>
                <a:gd name="T3" fmla="*/ 347 h 432"/>
                <a:gd name="T4" fmla="*/ 91 w 1622"/>
                <a:gd name="T5" fmla="*/ 233 h 432"/>
                <a:gd name="T6" fmla="*/ 1499 w 1622"/>
                <a:gd name="T7" fmla="*/ 9 h 432"/>
                <a:gd name="T8" fmla="*/ 1614 w 1622"/>
                <a:gd name="T9" fmla="*/ 92 h 432"/>
                <a:gd name="T10" fmla="*/ 1531 w 1622"/>
                <a:gd name="T11" fmla="*/ 206 h 432"/>
                <a:gd name="T12" fmla="*/ 123 w 1622"/>
                <a:gd name="T13" fmla="*/ 430 h 432"/>
                <a:gd name="T14" fmla="*/ 107 w 1622"/>
                <a:gd name="T15" fmla="*/ 432 h 4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2" h="432">
                  <a:moveTo>
                    <a:pt x="107" y="432"/>
                  </a:moveTo>
                  <a:cubicBezTo>
                    <a:pt x="59" y="432"/>
                    <a:pt x="17" y="397"/>
                    <a:pt x="9" y="347"/>
                  </a:cubicBezTo>
                  <a:cubicBezTo>
                    <a:pt x="0" y="293"/>
                    <a:pt x="37" y="241"/>
                    <a:pt x="91" y="233"/>
                  </a:cubicBezTo>
                  <a:lnTo>
                    <a:pt x="1499" y="9"/>
                  </a:lnTo>
                  <a:cubicBezTo>
                    <a:pt x="1553" y="0"/>
                    <a:pt x="1605" y="37"/>
                    <a:pt x="1614" y="92"/>
                  </a:cubicBezTo>
                  <a:cubicBezTo>
                    <a:pt x="1622" y="147"/>
                    <a:pt x="1585" y="198"/>
                    <a:pt x="1531" y="206"/>
                  </a:cubicBezTo>
                  <a:lnTo>
                    <a:pt x="123" y="430"/>
                  </a:lnTo>
                  <a:cubicBezTo>
                    <a:pt x="118" y="431"/>
                    <a:pt x="113" y="432"/>
                    <a:pt x="107" y="432"/>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02">
              <a:extLst>
                <a:ext uri="{FF2B5EF4-FFF2-40B4-BE49-F238E27FC236}">
                  <a16:creationId xmlns:a16="http://schemas.microsoft.com/office/drawing/2014/main" id="{A8FA5C0C-F16E-CB89-DC2A-91A1C2232A7F}"/>
                </a:ext>
              </a:extLst>
            </p:cNvPr>
            <p:cNvSpPr>
              <a:spLocks/>
            </p:cNvSpPr>
            <p:nvPr/>
          </p:nvSpPr>
          <p:spPr bwMode="auto">
            <a:xfrm>
              <a:off x="8199438" y="1876426"/>
              <a:ext cx="41275" cy="26988"/>
            </a:xfrm>
            <a:custGeom>
              <a:avLst/>
              <a:gdLst>
                <a:gd name="T0" fmla="*/ 552 w 1164"/>
                <a:gd name="T1" fmla="*/ 759 h 759"/>
                <a:gd name="T2" fmla="*/ 525 w 1164"/>
                <a:gd name="T3" fmla="*/ 758 h 759"/>
                <a:gd name="T4" fmla="*/ 9 w 1164"/>
                <a:gd name="T5" fmla="*/ 197 h 759"/>
                <a:gd name="T6" fmla="*/ 113 w 1164"/>
                <a:gd name="T7" fmla="*/ 101 h 759"/>
                <a:gd name="T8" fmla="*/ 209 w 1164"/>
                <a:gd name="T9" fmla="*/ 203 h 759"/>
                <a:gd name="T10" fmla="*/ 535 w 1164"/>
                <a:gd name="T11" fmla="*/ 558 h 759"/>
                <a:gd name="T12" fmla="*/ 962 w 1164"/>
                <a:gd name="T13" fmla="*/ 232 h 759"/>
                <a:gd name="T14" fmla="*/ 953 w 1164"/>
                <a:gd name="T15" fmla="*/ 134 h 759"/>
                <a:gd name="T16" fmla="*/ 1027 w 1164"/>
                <a:gd name="T17" fmla="*/ 13 h 759"/>
                <a:gd name="T18" fmla="*/ 1147 w 1164"/>
                <a:gd name="T19" fmla="*/ 87 h 759"/>
                <a:gd name="T20" fmla="*/ 1162 w 1164"/>
                <a:gd name="T21" fmla="*/ 242 h 759"/>
                <a:gd name="T22" fmla="*/ 552 w 1164"/>
                <a:gd name="T23" fmla="*/ 759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4" h="759">
                  <a:moveTo>
                    <a:pt x="552" y="759"/>
                  </a:moveTo>
                  <a:cubicBezTo>
                    <a:pt x="543" y="759"/>
                    <a:pt x="534" y="759"/>
                    <a:pt x="525" y="758"/>
                  </a:cubicBezTo>
                  <a:cubicBezTo>
                    <a:pt x="231" y="744"/>
                    <a:pt x="0" y="492"/>
                    <a:pt x="9" y="197"/>
                  </a:cubicBezTo>
                  <a:cubicBezTo>
                    <a:pt x="11" y="141"/>
                    <a:pt x="56" y="98"/>
                    <a:pt x="113" y="101"/>
                  </a:cubicBezTo>
                  <a:cubicBezTo>
                    <a:pt x="168" y="103"/>
                    <a:pt x="211" y="148"/>
                    <a:pt x="209" y="203"/>
                  </a:cubicBezTo>
                  <a:cubicBezTo>
                    <a:pt x="202" y="390"/>
                    <a:pt x="350" y="550"/>
                    <a:pt x="535" y="558"/>
                  </a:cubicBezTo>
                  <a:cubicBezTo>
                    <a:pt x="720" y="568"/>
                    <a:pt x="952" y="424"/>
                    <a:pt x="962" y="232"/>
                  </a:cubicBezTo>
                  <a:cubicBezTo>
                    <a:pt x="964" y="199"/>
                    <a:pt x="961" y="166"/>
                    <a:pt x="953" y="134"/>
                  </a:cubicBezTo>
                  <a:cubicBezTo>
                    <a:pt x="940" y="80"/>
                    <a:pt x="973" y="25"/>
                    <a:pt x="1027" y="13"/>
                  </a:cubicBezTo>
                  <a:cubicBezTo>
                    <a:pt x="1080" y="0"/>
                    <a:pt x="1134" y="33"/>
                    <a:pt x="1147" y="87"/>
                  </a:cubicBezTo>
                  <a:cubicBezTo>
                    <a:pt x="1160" y="136"/>
                    <a:pt x="1164" y="189"/>
                    <a:pt x="1162" y="242"/>
                  </a:cubicBezTo>
                  <a:cubicBezTo>
                    <a:pt x="1147" y="545"/>
                    <a:pt x="833" y="759"/>
                    <a:pt x="552" y="75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03">
              <a:extLst>
                <a:ext uri="{FF2B5EF4-FFF2-40B4-BE49-F238E27FC236}">
                  <a16:creationId xmlns:a16="http://schemas.microsoft.com/office/drawing/2014/main" id="{2EC9F18F-290E-FE5D-9C2E-DE57E53A9E37}"/>
                </a:ext>
              </a:extLst>
            </p:cNvPr>
            <p:cNvSpPr>
              <a:spLocks/>
            </p:cNvSpPr>
            <p:nvPr/>
          </p:nvSpPr>
          <p:spPr bwMode="auto">
            <a:xfrm>
              <a:off x="8151813" y="1704976"/>
              <a:ext cx="130175" cy="120650"/>
            </a:xfrm>
            <a:custGeom>
              <a:avLst/>
              <a:gdLst>
                <a:gd name="T0" fmla="*/ 2645 w 3580"/>
                <a:gd name="T1" fmla="*/ 3311 h 3311"/>
                <a:gd name="T2" fmla="*/ 2559 w 3580"/>
                <a:gd name="T3" fmla="*/ 3264 h 3311"/>
                <a:gd name="T4" fmla="*/ 2592 w 3580"/>
                <a:gd name="T5" fmla="*/ 3126 h 3311"/>
                <a:gd name="T6" fmla="*/ 3333 w 3580"/>
                <a:gd name="T7" fmla="*/ 1877 h 3311"/>
                <a:gd name="T8" fmla="*/ 1857 w 3580"/>
                <a:gd name="T9" fmla="*/ 248 h 3311"/>
                <a:gd name="T10" fmla="*/ 227 w 3580"/>
                <a:gd name="T11" fmla="*/ 1724 h 3311"/>
                <a:gd name="T12" fmla="*/ 817 w 3580"/>
                <a:gd name="T13" fmla="*/ 3020 h 3311"/>
                <a:gd name="T14" fmla="*/ 834 w 3580"/>
                <a:gd name="T15" fmla="*/ 3161 h 3311"/>
                <a:gd name="T16" fmla="*/ 693 w 3580"/>
                <a:gd name="T17" fmla="*/ 3177 h 3311"/>
                <a:gd name="T18" fmla="*/ 28 w 3580"/>
                <a:gd name="T19" fmla="*/ 1714 h 3311"/>
                <a:gd name="T20" fmla="*/ 1867 w 3580"/>
                <a:gd name="T21" fmla="*/ 48 h 3311"/>
                <a:gd name="T22" fmla="*/ 3533 w 3580"/>
                <a:gd name="T23" fmla="*/ 1887 h 3311"/>
                <a:gd name="T24" fmla="*/ 2697 w 3580"/>
                <a:gd name="T25" fmla="*/ 3297 h 3311"/>
                <a:gd name="T26" fmla="*/ 2645 w 3580"/>
                <a:gd name="T27" fmla="*/ 3311 h 3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80" h="3311">
                  <a:moveTo>
                    <a:pt x="2645" y="3311"/>
                  </a:moveTo>
                  <a:cubicBezTo>
                    <a:pt x="2610" y="3311"/>
                    <a:pt x="2578" y="3294"/>
                    <a:pt x="2559" y="3264"/>
                  </a:cubicBezTo>
                  <a:cubicBezTo>
                    <a:pt x="2531" y="3216"/>
                    <a:pt x="2545" y="3155"/>
                    <a:pt x="2592" y="3126"/>
                  </a:cubicBezTo>
                  <a:cubicBezTo>
                    <a:pt x="3030" y="2857"/>
                    <a:pt x="3308" y="2390"/>
                    <a:pt x="3333" y="1877"/>
                  </a:cubicBezTo>
                  <a:cubicBezTo>
                    <a:pt x="3375" y="1021"/>
                    <a:pt x="2713" y="290"/>
                    <a:pt x="1857" y="248"/>
                  </a:cubicBezTo>
                  <a:cubicBezTo>
                    <a:pt x="1000" y="205"/>
                    <a:pt x="270" y="867"/>
                    <a:pt x="227" y="1724"/>
                  </a:cubicBezTo>
                  <a:cubicBezTo>
                    <a:pt x="203" y="2224"/>
                    <a:pt x="423" y="2709"/>
                    <a:pt x="817" y="3020"/>
                  </a:cubicBezTo>
                  <a:cubicBezTo>
                    <a:pt x="860" y="3055"/>
                    <a:pt x="868" y="3117"/>
                    <a:pt x="834" y="3161"/>
                  </a:cubicBezTo>
                  <a:cubicBezTo>
                    <a:pt x="799" y="3204"/>
                    <a:pt x="737" y="3211"/>
                    <a:pt x="693" y="3177"/>
                  </a:cubicBezTo>
                  <a:cubicBezTo>
                    <a:pt x="248" y="2826"/>
                    <a:pt x="0" y="2278"/>
                    <a:pt x="28" y="1714"/>
                  </a:cubicBezTo>
                  <a:cubicBezTo>
                    <a:pt x="75" y="748"/>
                    <a:pt x="901" y="0"/>
                    <a:pt x="1867" y="48"/>
                  </a:cubicBezTo>
                  <a:cubicBezTo>
                    <a:pt x="2833" y="96"/>
                    <a:pt x="3580" y="921"/>
                    <a:pt x="3533" y="1887"/>
                  </a:cubicBezTo>
                  <a:cubicBezTo>
                    <a:pt x="3504" y="2466"/>
                    <a:pt x="3192" y="2993"/>
                    <a:pt x="2697" y="3297"/>
                  </a:cubicBezTo>
                  <a:cubicBezTo>
                    <a:pt x="2681" y="3306"/>
                    <a:pt x="2663" y="3311"/>
                    <a:pt x="2645" y="33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04">
              <a:extLst>
                <a:ext uri="{FF2B5EF4-FFF2-40B4-BE49-F238E27FC236}">
                  <a16:creationId xmlns:a16="http://schemas.microsoft.com/office/drawing/2014/main" id="{D42E9A4D-0FA0-A009-0D26-9F01B1758BBA}"/>
                </a:ext>
              </a:extLst>
            </p:cNvPr>
            <p:cNvSpPr>
              <a:spLocks/>
            </p:cNvSpPr>
            <p:nvPr/>
          </p:nvSpPr>
          <p:spPr bwMode="auto">
            <a:xfrm>
              <a:off x="8178800" y="1816101"/>
              <a:ext cx="15875" cy="34925"/>
            </a:xfrm>
            <a:custGeom>
              <a:avLst/>
              <a:gdLst>
                <a:gd name="T0" fmla="*/ 337 w 449"/>
                <a:gd name="T1" fmla="*/ 961 h 961"/>
                <a:gd name="T2" fmla="*/ 241 w 449"/>
                <a:gd name="T3" fmla="*/ 890 h 961"/>
                <a:gd name="T4" fmla="*/ 16 w 449"/>
                <a:gd name="T5" fmla="*/ 142 h 961"/>
                <a:gd name="T6" fmla="*/ 83 w 449"/>
                <a:gd name="T7" fmla="*/ 17 h 961"/>
                <a:gd name="T8" fmla="*/ 207 w 449"/>
                <a:gd name="T9" fmla="*/ 84 h 961"/>
                <a:gd name="T10" fmla="*/ 433 w 449"/>
                <a:gd name="T11" fmla="*/ 832 h 961"/>
                <a:gd name="T12" fmla="*/ 366 w 449"/>
                <a:gd name="T13" fmla="*/ 957 h 961"/>
                <a:gd name="T14" fmla="*/ 337 w 449"/>
                <a:gd name="T15" fmla="*/ 961 h 9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9" h="961">
                  <a:moveTo>
                    <a:pt x="337" y="961"/>
                  </a:moveTo>
                  <a:cubicBezTo>
                    <a:pt x="294" y="961"/>
                    <a:pt x="254" y="933"/>
                    <a:pt x="241" y="890"/>
                  </a:cubicBezTo>
                  <a:lnTo>
                    <a:pt x="16" y="142"/>
                  </a:lnTo>
                  <a:cubicBezTo>
                    <a:pt x="0" y="88"/>
                    <a:pt x="30" y="33"/>
                    <a:pt x="83" y="17"/>
                  </a:cubicBezTo>
                  <a:cubicBezTo>
                    <a:pt x="135" y="0"/>
                    <a:pt x="192" y="31"/>
                    <a:pt x="207" y="84"/>
                  </a:cubicBezTo>
                  <a:lnTo>
                    <a:pt x="433" y="832"/>
                  </a:lnTo>
                  <a:cubicBezTo>
                    <a:pt x="449" y="885"/>
                    <a:pt x="419" y="941"/>
                    <a:pt x="366" y="957"/>
                  </a:cubicBezTo>
                  <a:cubicBezTo>
                    <a:pt x="356" y="960"/>
                    <a:pt x="347" y="961"/>
                    <a:pt x="337" y="96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05">
              <a:extLst>
                <a:ext uri="{FF2B5EF4-FFF2-40B4-BE49-F238E27FC236}">
                  <a16:creationId xmlns:a16="http://schemas.microsoft.com/office/drawing/2014/main" id="{7F69494B-43E5-EF36-69FC-0D858E6D57DC}"/>
                </a:ext>
              </a:extLst>
            </p:cNvPr>
            <p:cNvSpPr>
              <a:spLocks/>
            </p:cNvSpPr>
            <p:nvPr/>
          </p:nvSpPr>
          <p:spPr bwMode="auto">
            <a:xfrm>
              <a:off x="8239125" y="1817688"/>
              <a:ext cx="12700" cy="26988"/>
            </a:xfrm>
            <a:custGeom>
              <a:avLst/>
              <a:gdLst>
                <a:gd name="T0" fmla="*/ 112 w 380"/>
                <a:gd name="T1" fmla="*/ 711 h 711"/>
                <a:gd name="T2" fmla="*/ 82 w 380"/>
                <a:gd name="T3" fmla="*/ 707 h 711"/>
                <a:gd name="T4" fmla="*/ 16 w 380"/>
                <a:gd name="T5" fmla="*/ 581 h 711"/>
                <a:gd name="T6" fmla="*/ 173 w 380"/>
                <a:gd name="T7" fmla="*/ 82 h 711"/>
                <a:gd name="T8" fmla="*/ 298 w 380"/>
                <a:gd name="T9" fmla="*/ 17 h 711"/>
                <a:gd name="T10" fmla="*/ 364 w 380"/>
                <a:gd name="T11" fmla="*/ 143 h 711"/>
                <a:gd name="T12" fmla="*/ 207 w 380"/>
                <a:gd name="T13" fmla="*/ 641 h 711"/>
                <a:gd name="T14" fmla="*/ 112 w 380"/>
                <a:gd name="T15" fmla="*/ 711 h 7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0" h="711">
                  <a:moveTo>
                    <a:pt x="112" y="711"/>
                  </a:moveTo>
                  <a:cubicBezTo>
                    <a:pt x="101" y="711"/>
                    <a:pt x="92" y="710"/>
                    <a:pt x="82" y="707"/>
                  </a:cubicBezTo>
                  <a:cubicBezTo>
                    <a:pt x="30" y="690"/>
                    <a:pt x="0" y="634"/>
                    <a:pt x="16" y="581"/>
                  </a:cubicBezTo>
                  <a:lnTo>
                    <a:pt x="173" y="82"/>
                  </a:lnTo>
                  <a:cubicBezTo>
                    <a:pt x="189" y="29"/>
                    <a:pt x="245" y="0"/>
                    <a:pt x="298" y="17"/>
                  </a:cubicBezTo>
                  <a:cubicBezTo>
                    <a:pt x="351" y="34"/>
                    <a:pt x="380" y="90"/>
                    <a:pt x="364" y="143"/>
                  </a:cubicBezTo>
                  <a:lnTo>
                    <a:pt x="207" y="641"/>
                  </a:lnTo>
                  <a:cubicBezTo>
                    <a:pt x="194" y="683"/>
                    <a:pt x="154" y="711"/>
                    <a:pt x="112" y="7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2706">
              <a:extLst>
                <a:ext uri="{FF2B5EF4-FFF2-40B4-BE49-F238E27FC236}">
                  <a16:creationId xmlns:a16="http://schemas.microsoft.com/office/drawing/2014/main" id="{6F1F8467-711E-FC66-97CB-D7A8640F0763}"/>
                </a:ext>
              </a:extLst>
            </p:cNvPr>
            <p:cNvSpPr>
              <a:spLocks/>
            </p:cNvSpPr>
            <p:nvPr/>
          </p:nvSpPr>
          <p:spPr bwMode="auto">
            <a:xfrm>
              <a:off x="8229600" y="1751013"/>
              <a:ext cx="28575" cy="60325"/>
            </a:xfrm>
            <a:custGeom>
              <a:avLst/>
              <a:gdLst>
                <a:gd name="T0" fmla="*/ 114 w 798"/>
                <a:gd name="T1" fmla="*/ 1661 h 1661"/>
                <a:gd name="T2" fmla="*/ 27 w 798"/>
                <a:gd name="T3" fmla="*/ 1611 h 1661"/>
                <a:gd name="T4" fmla="*/ 64 w 798"/>
                <a:gd name="T5" fmla="*/ 1474 h 1661"/>
                <a:gd name="T6" fmla="*/ 589 w 798"/>
                <a:gd name="T7" fmla="*/ 620 h 1661"/>
                <a:gd name="T8" fmla="*/ 504 w 798"/>
                <a:gd name="T9" fmla="*/ 154 h 1661"/>
                <a:gd name="T10" fmla="*/ 556 w 798"/>
                <a:gd name="T11" fmla="*/ 22 h 1661"/>
                <a:gd name="T12" fmla="*/ 687 w 798"/>
                <a:gd name="T13" fmla="*/ 74 h 1661"/>
                <a:gd name="T14" fmla="*/ 789 w 798"/>
                <a:gd name="T15" fmla="*/ 630 h 1661"/>
                <a:gd name="T16" fmla="*/ 163 w 798"/>
                <a:gd name="T17" fmla="*/ 1648 h 1661"/>
                <a:gd name="T18" fmla="*/ 114 w 798"/>
                <a:gd name="T19" fmla="*/ 1661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8" h="1661">
                  <a:moveTo>
                    <a:pt x="114" y="1661"/>
                  </a:moveTo>
                  <a:cubicBezTo>
                    <a:pt x="79" y="1661"/>
                    <a:pt x="45" y="1643"/>
                    <a:pt x="27" y="1611"/>
                  </a:cubicBezTo>
                  <a:cubicBezTo>
                    <a:pt x="0" y="1563"/>
                    <a:pt x="16" y="1502"/>
                    <a:pt x="64" y="1474"/>
                  </a:cubicBezTo>
                  <a:cubicBezTo>
                    <a:pt x="375" y="1296"/>
                    <a:pt x="571" y="978"/>
                    <a:pt x="589" y="620"/>
                  </a:cubicBezTo>
                  <a:cubicBezTo>
                    <a:pt x="597" y="458"/>
                    <a:pt x="568" y="301"/>
                    <a:pt x="504" y="154"/>
                  </a:cubicBezTo>
                  <a:cubicBezTo>
                    <a:pt x="482" y="103"/>
                    <a:pt x="506" y="45"/>
                    <a:pt x="556" y="22"/>
                  </a:cubicBezTo>
                  <a:cubicBezTo>
                    <a:pt x="607" y="0"/>
                    <a:pt x="666" y="23"/>
                    <a:pt x="687" y="74"/>
                  </a:cubicBezTo>
                  <a:cubicBezTo>
                    <a:pt x="764" y="250"/>
                    <a:pt x="798" y="437"/>
                    <a:pt x="789" y="630"/>
                  </a:cubicBezTo>
                  <a:cubicBezTo>
                    <a:pt x="768" y="1055"/>
                    <a:pt x="534" y="1436"/>
                    <a:pt x="163" y="1648"/>
                  </a:cubicBezTo>
                  <a:cubicBezTo>
                    <a:pt x="147" y="1657"/>
                    <a:pt x="130" y="1661"/>
                    <a:pt x="114" y="166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2707">
              <a:extLst>
                <a:ext uri="{FF2B5EF4-FFF2-40B4-BE49-F238E27FC236}">
                  <a16:creationId xmlns:a16="http://schemas.microsoft.com/office/drawing/2014/main" id="{F4389A9C-6134-E839-7D76-D303951586C2}"/>
                </a:ext>
              </a:extLst>
            </p:cNvPr>
            <p:cNvSpPr>
              <a:spLocks/>
            </p:cNvSpPr>
            <p:nvPr/>
          </p:nvSpPr>
          <p:spPr bwMode="auto">
            <a:xfrm>
              <a:off x="8239125" y="1739901"/>
              <a:ext cx="7938" cy="7938"/>
            </a:xfrm>
            <a:custGeom>
              <a:avLst/>
              <a:gdLst>
                <a:gd name="T0" fmla="*/ 119 w 229"/>
                <a:gd name="T1" fmla="*/ 218 h 218"/>
                <a:gd name="T2" fmla="*/ 49 w 229"/>
                <a:gd name="T3" fmla="*/ 190 h 218"/>
                <a:gd name="T4" fmla="*/ 42 w 229"/>
                <a:gd name="T5" fmla="*/ 183 h 218"/>
                <a:gd name="T6" fmla="*/ 38 w 229"/>
                <a:gd name="T7" fmla="*/ 42 h 218"/>
                <a:gd name="T8" fmla="*/ 180 w 229"/>
                <a:gd name="T9" fmla="*/ 38 h 218"/>
                <a:gd name="T10" fmla="*/ 188 w 229"/>
                <a:gd name="T11" fmla="*/ 46 h 218"/>
                <a:gd name="T12" fmla="*/ 190 w 229"/>
                <a:gd name="T13" fmla="*/ 188 h 218"/>
                <a:gd name="T14" fmla="*/ 119 w 229"/>
                <a:gd name="T15" fmla="*/ 218 h 2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218">
                  <a:moveTo>
                    <a:pt x="119" y="218"/>
                  </a:moveTo>
                  <a:cubicBezTo>
                    <a:pt x="94" y="218"/>
                    <a:pt x="68" y="209"/>
                    <a:pt x="49" y="190"/>
                  </a:cubicBezTo>
                  <a:lnTo>
                    <a:pt x="42" y="183"/>
                  </a:lnTo>
                  <a:cubicBezTo>
                    <a:pt x="1" y="144"/>
                    <a:pt x="0" y="81"/>
                    <a:pt x="38" y="42"/>
                  </a:cubicBezTo>
                  <a:cubicBezTo>
                    <a:pt x="76" y="1"/>
                    <a:pt x="139" y="0"/>
                    <a:pt x="180" y="38"/>
                  </a:cubicBezTo>
                  <a:lnTo>
                    <a:pt x="188" y="46"/>
                  </a:lnTo>
                  <a:cubicBezTo>
                    <a:pt x="228" y="85"/>
                    <a:pt x="229" y="148"/>
                    <a:pt x="190" y="188"/>
                  </a:cubicBezTo>
                  <a:cubicBezTo>
                    <a:pt x="170" y="209"/>
                    <a:pt x="145" y="218"/>
                    <a:pt x="119" y="218"/>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708">
              <a:extLst>
                <a:ext uri="{FF2B5EF4-FFF2-40B4-BE49-F238E27FC236}">
                  <a16:creationId xmlns:a16="http://schemas.microsoft.com/office/drawing/2014/main" id="{D7BDFFA5-4583-CF2D-5E41-BAF87C41456D}"/>
                </a:ext>
              </a:extLst>
            </p:cNvPr>
            <p:cNvSpPr>
              <a:spLocks/>
            </p:cNvSpPr>
            <p:nvPr/>
          </p:nvSpPr>
          <p:spPr bwMode="auto">
            <a:xfrm>
              <a:off x="8164513" y="1670051"/>
              <a:ext cx="14288" cy="19050"/>
            </a:xfrm>
            <a:custGeom>
              <a:avLst/>
              <a:gdLst>
                <a:gd name="T0" fmla="*/ 286 w 400"/>
                <a:gd name="T1" fmla="*/ 550 h 550"/>
                <a:gd name="T2" fmla="*/ 197 w 400"/>
                <a:gd name="T3" fmla="*/ 496 h 550"/>
                <a:gd name="T4" fmla="*/ 25 w 400"/>
                <a:gd name="T5" fmla="*/ 159 h 550"/>
                <a:gd name="T6" fmla="*/ 69 w 400"/>
                <a:gd name="T7" fmla="*/ 25 h 550"/>
                <a:gd name="T8" fmla="*/ 203 w 400"/>
                <a:gd name="T9" fmla="*/ 68 h 550"/>
                <a:gd name="T10" fmla="*/ 375 w 400"/>
                <a:gd name="T11" fmla="*/ 404 h 550"/>
                <a:gd name="T12" fmla="*/ 331 w 400"/>
                <a:gd name="T13" fmla="*/ 540 h 550"/>
                <a:gd name="T14" fmla="*/ 286 w 400"/>
                <a:gd name="T15" fmla="*/ 550 h 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0" h="550">
                  <a:moveTo>
                    <a:pt x="286" y="550"/>
                  </a:moveTo>
                  <a:cubicBezTo>
                    <a:pt x="250" y="550"/>
                    <a:pt x="214" y="530"/>
                    <a:pt x="197" y="496"/>
                  </a:cubicBezTo>
                  <a:lnTo>
                    <a:pt x="25" y="159"/>
                  </a:lnTo>
                  <a:cubicBezTo>
                    <a:pt x="0" y="110"/>
                    <a:pt x="20" y="49"/>
                    <a:pt x="69" y="25"/>
                  </a:cubicBezTo>
                  <a:cubicBezTo>
                    <a:pt x="117" y="0"/>
                    <a:pt x="178" y="18"/>
                    <a:pt x="203" y="68"/>
                  </a:cubicBezTo>
                  <a:lnTo>
                    <a:pt x="375" y="404"/>
                  </a:lnTo>
                  <a:cubicBezTo>
                    <a:pt x="400" y="454"/>
                    <a:pt x="380" y="515"/>
                    <a:pt x="331" y="540"/>
                  </a:cubicBezTo>
                  <a:cubicBezTo>
                    <a:pt x="317" y="546"/>
                    <a:pt x="301" y="550"/>
                    <a:pt x="286" y="550"/>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709">
              <a:extLst>
                <a:ext uri="{FF2B5EF4-FFF2-40B4-BE49-F238E27FC236}">
                  <a16:creationId xmlns:a16="http://schemas.microsoft.com/office/drawing/2014/main" id="{A1028752-8CDB-5EB3-C72B-73252D5229EB}"/>
                </a:ext>
              </a:extLst>
            </p:cNvPr>
            <p:cNvSpPr>
              <a:spLocks noEditPoints="1"/>
            </p:cNvSpPr>
            <p:nvPr/>
          </p:nvSpPr>
          <p:spPr bwMode="auto">
            <a:xfrm>
              <a:off x="8215313" y="1635126"/>
              <a:ext cx="7938" cy="46038"/>
            </a:xfrm>
            <a:custGeom>
              <a:avLst/>
              <a:gdLst>
                <a:gd name="T0" fmla="*/ 115 w 222"/>
                <a:gd name="T1" fmla="*/ 532 h 1287"/>
                <a:gd name="T2" fmla="*/ 113 w 222"/>
                <a:gd name="T3" fmla="*/ 532 h 1287"/>
                <a:gd name="T4" fmla="*/ 15 w 222"/>
                <a:gd name="T5" fmla="*/ 430 h 1287"/>
                <a:gd name="T6" fmla="*/ 21 w 222"/>
                <a:gd name="T7" fmla="*/ 99 h 1287"/>
                <a:gd name="T8" fmla="*/ 123 w 222"/>
                <a:gd name="T9" fmla="*/ 1 h 1287"/>
                <a:gd name="T10" fmla="*/ 221 w 222"/>
                <a:gd name="T11" fmla="*/ 103 h 1287"/>
                <a:gd name="T12" fmla="*/ 216 w 222"/>
                <a:gd name="T13" fmla="*/ 434 h 1287"/>
                <a:gd name="T14" fmla="*/ 115 w 222"/>
                <a:gd name="T15" fmla="*/ 532 h 1287"/>
                <a:gd name="T16" fmla="*/ 102 w 222"/>
                <a:gd name="T17" fmla="*/ 1287 h 1287"/>
                <a:gd name="T18" fmla="*/ 100 w 222"/>
                <a:gd name="T19" fmla="*/ 1287 h 1287"/>
                <a:gd name="T20" fmla="*/ 1 w 222"/>
                <a:gd name="T21" fmla="*/ 1186 h 1287"/>
                <a:gd name="T22" fmla="*/ 8 w 222"/>
                <a:gd name="T23" fmla="*/ 855 h 1287"/>
                <a:gd name="T24" fmla="*/ 109 w 222"/>
                <a:gd name="T25" fmla="*/ 756 h 1287"/>
                <a:gd name="T26" fmla="*/ 207 w 222"/>
                <a:gd name="T27" fmla="*/ 859 h 1287"/>
                <a:gd name="T28" fmla="*/ 202 w 222"/>
                <a:gd name="T29" fmla="*/ 1189 h 1287"/>
                <a:gd name="T30" fmla="*/ 102 w 222"/>
                <a:gd name="T31"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2" h="1287">
                  <a:moveTo>
                    <a:pt x="115" y="532"/>
                  </a:moveTo>
                  <a:lnTo>
                    <a:pt x="113" y="532"/>
                  </a:lnTo>
                  <a:cubicBezTo>
                    <a:pt x="59" y="531"/>
                    <a:pt x="14" y="485"/>
                    <a:pt x="15" y="430"/>
                  </a:cubicBezTo>
                  <a:lnTo>
                    <a:pt x="21" y="99"/>
                  </a:lnTo>
                  <a:cubicBezTo>
                    <a:pt x="22" y="44"/>
                    <a:pt x="68" y="0"/>
                    <a:pt x="123" y="1"/>
                  </a:cubicBezTo>
                  <a:cubicBezTo>
                    <a:pt x="178" y="2"/>
                    <a:pt x="222" y="47"/>
                    <a:pt x="221" y="103"/>
                  </a:cubicBezTo>
                  <a:lnTo>
                    <a:pt x="216" y="434"/>
                  </a:lnTo>
                  <a:cubicBezTo>
                    <a:pt x="214" y="488"/>
                    <a:pt x="170" y="532"/>
                    <a:pt x="115" y="532"/>
                  </a:cubicBezTo>
                  <a:close/>
                  <a:moveTo>
                    <a:pt x="102" y="1287"/>
                  </a:moveTo>
                  <a:lnTo>
                    <a:pt x="100" y="1287"/>
                  </a:lnTo>
                  <a:cubicBezTo>
                    <a:pt x="45" y="1287"/>
                    <a:pt x="0" y="1240"/>
                    <a:pt x="1" y="1186"/>
                  </a:cubicBezTo>
                  <a:lnTo>
                    <a:pt x="8" y="855"/>
                  </a:lnTo>
                  <a:cubicBezTo>
                    <a:pt x="9" y="799"/>
                    <a:pt x="54" y="755"/>
                    <a:pt x="109" y="756"/>
                  </a:cubicBezTo>
                  <a:cubicBezTo>
                    <a:pt x="165" y="757"/>
                    <a:pt x="208" y="803"/>
                    <a:pt x="207" y="859"/>
                  </a:cubicBezTo>
                  <a:lnTo>
                    <a:pt x="202" y="1189"/>
                  </a:lnTo>
                  <a:cubicBezTo>
                    <a:pt x="201" y="1243"/>
                    <a:pt x="155" y="1287"/>
                    <a:pt x="102" y="1287"/>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710">
              <a:extLst>
                <a:ext uri="{FF2B5EF4-FFF2-40B4-BE49-F238E27FC236}">
                  <a16:creationId xmlns:a16="http://schemas.microsoft.com/office/drawing/2014/main" id="{9B798CFF-470D-6A68-6107-EE11C189BF14}"/>
                </a:ext>
              </a:extLst>
            </p:cNvPr>
            <p:cNvSpPr>
              <a:spLocks/>
            </p:cNvSpPr>
            <p:nvPr/>
          </p:nvSpPr>
          <p:spPr bwMode="auto">
            <a:xfrm>
              <a:off x="8255000" y="1673226"/>
              <a:ext cx="20638" cy="25400"/>
            </a:xfrm>
            <a:custGeom>
              <a:avLst/>
              <a:gdLst>
                <a:gd name="T0" fmla="*/ 113 w 566"/>
                <a:gd name="T1" fmla="*/ 685 h 685"/>
                <a:gd name="T2" fmla="*/ 55 w 566"/>
                <a:gd name="T3" fmla="*/ 666 h 685"/>
                <a:gd name="T4" fmla="*/ 32 w 566"/>
                <a:gd name="T5" fmla="*/ 526 h 685"/>
                <a:gd name="T6" fmla="*/ 372 w 566"/>
                <a:gd name="T7" fmla="*/ 55 h 685"/>
                <a:gd name="T8" fmla="*/ 511 w 566"/>
                <a:gd name="T9" fmla="*/ 32 h 685"/>
                <a:gd name="T10" fmla="*/ 534 w 566"/>
                <a:gd name="T11" fmla="*/ 172 h 685"/>
                <a:gd name="T12" fmla="*/ 194 w 566"/>
                <a:gd name="T13" fmla="*/ 643 h 685"/>
                <a:gd name="T14" fmla="*/ 113 w 566"/>
                <a:gd name="T15" fmla="*/ 685 h 6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6" h="685">
                  <a:moveTo>
                    <a:pt x="113" y="685"/>
                  </a:moveTo>
                  <a:cubicBezTo>
                    <a:pt x="93" y="685"/>
                    <a:pt x="73" y="678"/>
                    <a:pt x="55" y="666"/>
                  </a:cubicBezTo>
                  <a:cubicBezTo>
                    <a:pt x="10" y="634"/>
                    <a:pt x="0" y="571"/>
                    <a:pt x="32" y="526"/>
                  </a:cubicBezTo>
                  <a:lnTo>
                    <a:pt x="372" y="55"/>
                  </a:lnTo>
                  <a:cubicBezTo>
                    <a:pt x="404" y="10"/>
                    <a:pt x="467" y="0"/>
                    <a:pt x="511" y="32"/>
                  </a:cubicBezTo>
                  <a:cubicBezTo>
                    <a:pt x="556" y="64"/>
                    <a:pt x="566" y="127"/>
                    <a:pt x="534" y="172"/>
                  </a:cubicBezTo>
                  <a:lnTo>
                    <a:pt x="194" y="643"/>
                  </a:lnTo>
                  <a:cubicBezTo>
                    <a:pt x="174" y="671"/>
                    <a:pt x="144" y="685"/>
                    <a:pt x="113" y="685"/>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711">
              <a:extLst>
                <a:ext uri="{FF2B5EF4-FFF2-40B4-BE49-F238E27FC236}">
                  <a16:creationId xmlns:a16="http://schemas.microsoft.com/office/drawing/2014/main" id="{077FA4C5-2EC1-D846-02CD-DD6E2B975368}"/>
                </a:ext>
              </a:extLst>
            </p:cNvPr>
            <p:cNvSpPr>
              <a:spLocks noEditPoints="1"/>
            </p:cNvSpPr>
            <p:nvPr/>
          </p:nvSpPr>
          <p:spPr bwMode="auto">
            <a:xfrm>
              <a:off x="8286750" y="1692276"/>
              <a:ext cx="39688" cy="30163"/>
            </a:xfrm>
            <a:custGeom>
              <a:avLst/>
              <a:gdLst>
                <a:gd name="T0" fmla="*/ 684 w 1110"/>
                <a:gd name="T1" fmla="*/ 426 h 814"/>
                <a:gd name="T2" fmla="*/ 601 w 1110"/>
                <a:gd name="T3" fmla="*/ 382 h 814"/>
                <a:gd name="T4" fmla="*/ 628 w 1110"/>
                <a:gd name="T5" fmla="*/ 243 h 814"/>
                <a:gd name="T6" fmla="*/ 940 w 1110"/>
                <a:gd name="T7" fmla="*/ 32 h 814"/>
                <a:gd name="T8" fmla="*/ 1080 w 1110"/>
                <a:gd name="T9" fmla="*/ 59 h 814"/>
                <a:gd name="T10" fmla="*/ 1053 w 1110"/>
                <a:gd name="T11" fmla="*/ 198 h 814"/>
                <a:gd name="T12" fmla="*/ 740 w 1110"/>
                <a:gd name="T13" fmla="*/ 409 h 814"/>
                <a:gd name="T14" fmla="*/ 684 w 1110"/>
                <a:gd name="T15" fmla="*/ 426 h 814"/>
                <a:gd name="T16" fmla="*/ 114 w 1110"/>
                <a:gd name="T17" fmla="*/ 814 h 814"/>
                <a:gd name="T18" fmla="*/ 30 w 1110"/>
                <a:gd name="T19" fmla="*/ 770 h 814"/>
                <a:gd name="T20" fmla="*/ 57 w 1110"/>
                <a:gd name="T21" fmla="*/ 631 h 814"/>
                <a:gd name="T22" fmla="*/ 159 w 1110"/>
                <a:gd name="T23" fmla="*/ 562 h 814"/>
                <a:gd name="T24" fmla="*/ 297 w 1110"/>
                <a:gd name="T25" fmla="*/ 588 h 814"/>
                <a:gd name="T26" fmla="*/ 271 w 1110"/>
                <a:gd name="T27" fmla="*/ 728 h 814"/>
                <a:gd name="T28" fmla="*/ 169 w 1110"/>
                <a:gd name="T29" fmla="*/ 797 h 814"/>
                <a:gd name="T30" fmla="*/ 114 w 1110"/>
                <a:gd name="T31" fmla="*/ 814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0" h="814">
                  <a:moveTo>
                    <a:pt x="684" y="426"/>
                  </a:moveTo>
                  <a:cubicBezTo>
                    <a:pt x="652" y="426"/>
                    <a:pt x="620" y="411"/>
                    <a:pt x="601" y="382"/>
                  </a:cubicBezTo>
                  <a:cubicBezTo>
                    <a:pt x="570" y="337"/>
                    <a:pt x="582" y="275"/>
                    <a:pt x="628" y="243"/>
                  </a:cubicBezTo>
                  <a:lnTo>
                    <a:pt x="940" y="32"/>
                  </a:lnTo>
                  <a:cubicBezTo>
                    <a:pt x="986" y="0"/>
                    <a:pt x="1048" y="13"/>
                    <a:pt x="1080" y="59"/>
                  </a:cubicBezTo>
                  <a:cubicBezTo>
                    <a:pt x="1110" y="104"/>
                    <a:pt x="1098" y="166"/>
                    <a:pt x="1053" y="198"/>
                  </a:cubicBezTo>
                  <a:lnTo>
                    <a:pt x="740" y="409"/>
                  </a:lnTo>
                  <a:cubicBezTo>
                    <a:pt x="723" y="421"/>
                    <a:pt x="703" y="426"/>
                    <a:pt x="684" y="426"/>
                  </a:cubicBezTo>
                  <a:close/>
                  <a:moveTo>
                    <a:pt x="114" y="814"/>
                  </a:moveTo>
                  <a:cubicBezTo>
                    <a:pt x="81" y="814"/>
                    <a:pt x="49" y="798"/>
                    <a:pt x="30" y="770"/>
                  </a:cubicBezTo>
                  <a:cubicBezTo>
                    <a:pt x="0" y="724"/>
                    <a:pt x="11" y="662"/>
                    <a:pt x="57" y="631"/>
                  </a:cubicBezTo>
                  <a:lnTo>
                    <a:pt x="159" y="562"/>
                  </a:lnTo>
                  <a:cubicBezTo>
                    <a:pt x="205" y="531"/>
                    <a:pt x="267" y="543"/>
                    <a:pt x="297" y="588"/>
                  </a:cubicBezTo>
                  <a:cubicBezTo>
                    <a:pt x="328" y="634"/>
                    <a:pt x="317" y="696"/>
                    <a:pt x="271" y="728"/>
                  </a:cubicBezTo>
                  <a:lnTo>
                    <a:pt x="169" y="797"/>
                  </a:lnTo>
                  <a:cubicBezTo>
                    <a:pt x="152" y="808"/>
                    <a:pt x="133" y="814"/>
                    <a:pt x="114" y="814"/>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712">
              <a:extLst>
                <a:ext uri="{FF2B5EF4-FFF2-40B4-BE49-F238E27FC236}">
                  <a16:creationId xmlns:a16="http://schemas.microsoft.com/office/drawing/2014/main" id="{53918921-AF75-6EFE-2E3B-2EC3D2F451E4}"/>
                </a:ext>
              </a:extLst>
            </p:cNvPr>
            <p:cNvSpPr>
              <a:spLocks/>
            </p:cNvSpPr>
            <p:nvPr/>
          </p:nvSpPr>
          <p:spPr bwMode="auto">
            <a:xfrm>
              <a:off x="8299450" y="1754188"/>
              <a:ext cx="31750" cy="7938"/>
            </a:xfrm>
            <a:custGeom>
              <a:avLst/>
              <a:gdLst>
                <a:gd name="T0" fmla="*/ 768 w 869"/>
                <a:gd name="T1" fmla="*/ 213 h 213"/>
                <a:gd name="T2" fmla="*/ 766 w 869"/>
                <a:gd name="T3" fmla="*/ 213 h 213"/>
                <a:gd name="T4" fmla="*/ 99 w 869"/>
                <a:gd name="T5" fmla="*/ 200 h 213"/>
                <a:gd name="T6" fmla="*/ 1 w 869"/>
                <a:gd name="T7" fmla="*/ 99 h 213"/>
                <a:gd name="T8" fmla="*/ 101 w 869"/>
                <a:gd name="T9" fmla="*/ 0 h 213"/>
                <a:gd name="T10" fmla="*/ 103 w 869"/>
                <a:gd name="T11" fmla="*/ 0 h 213"/>
                <a:gd name="T12" fmla="*/ 770 w 869"/>
                <a:gd name="T13" fmla="*/ 13 h 213"/>
                <a:gd name="T14" fmla="*/ 868 w 869"/>
                <a:gd name="T15" fmla="*/ 115 h 213"/>
                <a:gd name="T16" fmla="*/ 768 w 869"/>
                <a:gd name="T1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9" h="213">
                  <a:moveTo>
                    <a:pt x="768" y="213"/>
                  </a:moveTo>
                  <a:lnTo>
                    <a:pt x="766" y="213"/>
                  </a:lnTo>
                  <a:lnTo>
                    <a:pt x="99" y="200"/>
                  </a:lnTo>
                  <a:cubicBezTo>
                    <a:pt x="44" y="199"/>
                    <a:pt x="0" y="153"/>
                    <a:pt x="1" y="99"/>
                  </a:cubicBezTo>
                  <a:cubicBezTo>
                    <a:pt x="2" y="44"/>
                    <a:pt x="47" y="0"/>
                    <a:pt x="101" y="0"/>
                  </a:cubicBezTo>
                  <a:lnTo>
                    <a:pt x="103" y="0"/>
                  </a:lnTo>
                  <a:lnTo>
                    <a:pt x="770" y="13"/>
                  </a:lnTo>
                  <a:cubicBezTo>
                    <a:pt x="825" y="14"/>
                    <a:pt x="869" y="59"/>
                    <a:pt x="868" y="115"/>
                  </a:cubicBezTo>
                  <a:cubicBezTo>
                    <a:pt x="867" y="170"/>
                    <a:pt x="822" y="213"/>
                    <a:pt x="768" y="213"/>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713">
              <a:extLst>
                <a:ext uri="{FF2B5EF4-FFF2-40B4-BE49-F238E27FC236}">
                  <a16:creationId xmlns:a16="http://schemas.microsoft.com/office/drawing/2014/main" id="{5B029353-7730-DF84-2833-205FE982977D}"/>
                </a:ext>
              </a:extLst>
            </p:cNvPr>
            <p:cNvSpPr>
              <a:spLocks noEditPoints="1"/>
            </p:cNvSpPr>
            <p:nvPr/>
          </p:nvSpPr>
          <p:spPr bwMode="auto">
            <a:xfrm>
              <a:off x="8286750" y="1797051"/>
              <a:ext cx="46038" cy="28575"/>
            </a:xfrm>
            <a:custGeom>
              <a:avLst/>
              <a:gdLst>
                <a:gd name="T0" fmla="*/ 330 w 1265"/>
                <a:gd name="T1" fmla="*/ 337 h 804"/>
                <a:gd name="T2" fmla="*/ 280 w 1265"/>
                <a:gd name="T3" fmla="*/ 324 h 804"/>
                <a:gd name="T4" fmla="*/ 65 w 1265"/>
                <a:gd name="T5" fmla="*/ 202 h 804"/>
                <a:gd name="T6" fmla="*/ 28 w 1265"/>
                <a:gd name="T7" fmla="*/ 66 h 804"/>
                <a:gd name="T8" fmla="*/ 164 w 1265"/>
                <a:gd name="T9" fmla="*/ 28 h 804"/>
                <a:gd name="T10" fmla="*/ 379 w 1265"/>
                <a:gd name="T11" fmla="*/ 150 h 804"/>
                <a:gd name="T12" fmla="*/ 416 w 1265"/>
                <a:gd name="T13" fmla="*/ 286 h 804"/>
                <a:gd name="T14" fmla="*/ 330 w 1265"/>
                <a:gd name="T15" fmla="*/ 337 h 804"/>
                <a:gd name="T16" fmla="*/ 1151 w 1265"/>
                <a:gd name="T17" fmla="*/ 804 h 804"/>
                <a:gd name="T18" fmla="*/ 1101 w 1265"/>
                <a:gd name="T19" fmla="*/ 790 h 804"/>
                <a:gd name="T20" fmla="*/ 773 w 1265"/>
                <a:gd name="T21" fmla="*/ 603 h 804"/>
                <a:gd name="T22" fmla="*/ 735 w 1265"/>
                <a:gd name="T23" fmla="*/ 467 h 804"/>
                <a:gd name="T24" fmla="*/ 872 w 1265"/>
                <a:gd name="T25" fmla="*/ 430 h 804"/>
                <a:gd name="T26" fmla="*/ 1200 w 1265"/>
                <a:gd name="T27" fmla="*/ 617 h 804"/>
                <a:gd name="T28" fmla="*/ 1238 w 1265"/>
                <a:gd name="T29" fmla="*/ 753 h 804"/>
                <a:gd name="T30" fmla="*/ 1151 w 1265"/>
                <a:gd name="T31" fmla="*/ 804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65" h="804">
                  <a:moveTo>
                    <a:pt x="330" y="337"/>
                  </a:moveTo>
                  <a:cubicBezTo>
                    <a:pt x="312" y="337"/>
                    <a:pt x="295" y="333"/>
                    <a:pt x="280" y="324"/>
                  </a:cubicBezTo>
                  <a:lnTo>
                    <a:pt x="65" y="202"/>
                  </a:lnTo>
                  <a:cubicBezTo>
                    <a:pt x="17" y="175"/>
                    <a:pt x="0" y="114"/>
                    <a:pt x="28" y="66"/>
                  </a:cubicBezTo>
                  <a:cubicBezTo>
                    <a:pt x="55" y="18"/>
                    <a:pt x="116" y="0"/>
                    <a:pt x="164" y="28"/>
                  </a:cubicBezTo>
                  <a:lnTo>
                    <a:pt x="379" y="150"/>
                  </a:lnTo>
                  <a:cubicBezTo>
                    <a:pt x="426" y="177"/>
                    <a:pt x="444" y="238"/>
                    <a:pt x="416" y="286"/>
                  </a:cubicBezTo>
                  <a:cubicBezTo>
                    <a:pt x="398" y="319"/>
                    <a:pt x="364" y="337"/>
                    <a:pt x="330" y="337"/>
                  </a:cubicBezTo>
                  <a:close/>
                  <a:moveTo>
                    <a:pt x="1151" y="804"/>
                  </a:moveTo>
                  <a:cubicBezTo>
                    <a:pt x="1134" y="804"/>
                    <a:pt x="1118" y="799"/>
                    <a:pt x="1101" y="790"/>
                  </a:cubicBezTo>
                  <a:lnTo>
                    <a:pt x="773" y="603"/>
                  </a:lnTo>
                  <a:cubicBezTo>
                    <a:pt x="725" y="577"/>
                    <a:pt x="708" y="515"/>
                    <a:pt x="735" y="467"/>
                  </a:cubicBezTo>
                  <a:cubicBezTo>
                    <a:pt x="763" y="419"/>
                    <a:pt x="823" y="402"/>
                    <a:pt x="872" y="430"/>
                  </a:cubicBezTo>
                  <a:lnTo>
                    <a:pt x="1200" y="617"/>
                  </a:lnTo>
                  <a:cubicBezTo>
                    <a:pt x="1248" y="644"/>
                    <a:pt x="1265" y="705"/>
                    <a:pt x="1238" y="753"/>
                  </a:cubicBezTo>
                  <a:cubicBezTo>
                    <a:pt x="1219" y="786"/>
                    <a:pt x="1186" y="804"/>
                    <a:pt x="1151" y="804"/>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714">
              <a:extLst>
                <a:ext uri="{FF2B5EF4-FFF2-40B4-BE49-F238E27FC236}">
                  <a16:creationId xmlns:a16="http://schemas.microsoft.com/office/drawing/2014/main" id="{155D2236-B7C2-B743-A489-4D845DB1153A}"/>
                </a:ext>
              </a:extLst>
            </p:cNvPr>
            <p:cNvSpPr>
              <a:spLocks noEditPoints="1"/>
            </p:cNvSpPr>
            <p:nvPr/>
          </p:nvSpPr>
          <p:spPr bwMode="auto">
            <a:xfrm>
              <a:off x="8101013" y="1801813"/>
              <a:ext cx="44450" cy="23813"/>
            </a:xfrm>
            <a:custGeom>
              <a:avLst/>
              <a:gdLst>
                <a:gd name="T0" fmla="*/ 965 w 1191"/>
                <a:gd name="T1" fmla="*/ 267 h 679"/>
                <a:gd name="T2" fmla="*/ 875 w 1191"/>
                <a:gd name="T3" fmla="*/ 211 h 679"/>
                <a:gd name="T4" fmla="*/ 922 w 1191"/>
                <a:gd name="T5" fmla="*/ 77 h 679"/>
                <a:gd name="T6" fmla="*/ 1033 w 1191"/>
                <a:gd name="T7" fmla="*/ 24 h 679"/>
                <a:gd name="T8" fmla="*/ 1166 w 1191"/>
                <a:gd name="T9" fmla="*/ 71 h 679"/>
                <a:gd name="T10" fmla="*/ 1120 w 1191"/>
                <a:gd name="T11" fmla="*/ 204 h 679"/>
                <a:gd name="T12" fmla="*/ 1009 w 1191"/>
                <a:gd name="T13" fmla="*/ 258 h 679"/>
                <a:gd name="T14" fmla="*/ 965 w 1191"/>
                <a:gd name="T15" fmla="*/ 267 h 679"/>
                <a:gd name="T16" fmla="*/ 114 w 1191"/>
                <a:gd name="T17" fmla="*/ 679 h 679"/>
                <a:gd name="T18" fmla="*/ 25 w 1191"/>
                <a:gd name="T19" fmla="*/ 622 h 679"/>
                <a:gd name="T20" fmla="*/ 71 w 1191"/>
                <a:gd name="T21" fmla="*/ 489 h 679"/>
                <a:gd name="T22" fmla="*/ 412 w 1191"/>
                <a:gd name="T23" fmla="*/ 324 h 679"/>
                <a:gd name="T24" fmla="*/ 545 w 1191"/>
                <a:gd name="T25" fmla="*/ 370 h 679"/>
                <a:gd name="T26" fmla="*/ 498 w 1191"/>
                <a:gd name="T27" fmla="*/ 504 h 679"/>
                <a:gd name="T28" fmla="*/ 158 w 1191"/>
                <a:gd name="T29" fmla="*/ 669 h 679"/>
                <a:gd name="T30" fmla="*/ 114 w 1191"/>
                <a:gd name="T31" fmla="*/ 679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1" h="679">
                  <a:moveTo>
                    <a:pt x="965" y="267"/>
                  </a:moveTo>
                  <a:cubicBezTo>
                    <a:pt x="928" y="267"/>
                    <a:pt x="893" y="247"/>
                    <a:pt x="875" y="211"/>
                  </a:cubicBezTo>
                  <a:cubicBezTo>
                    <a:pt x="851" y="162"/>
                    <a:pt x="873" y="101"/>
                    <a:pt x="922" y="77"/>
                  </a:cubicBezTo>
                  <a:lnTo>
                    <a:pt x="1033" y="24"/>
                  </a:lnTo>
                  <a:cubicBezTo>
                    <a:pt x="1083" y="0"/>
                    <a:pt x="1142" y="21"/>
                    <a:pt x="1166" y="71"/>
                  </a:cubicBezTo>
                  <a:cubicBezTo>
                    <a:pt x="1191" y="120"/>
                    <a:pt x="1170" y="180"/>
                    <a:pt x="1120" y="204"/>
                  </a:cubicBezTo>
                  <a:lnTo>
                    <a:pt x="1009" y="258"/>
                  </a:lnTo>
                  <a:cubicBezTo>
                    <a:pt x="995" y="265"/>
                    <a:pt x="980" y="267"/>
                    <a:pt x="965" y="267"/>
                  </a:cubicBezTo>
                  <a:close/>
                  <a:moveTo>
                    <a:pt x="114" y="679"/>
                  </a:moveTo>
                  <a:cubicBezTo>
                    <a:pt x="77" y="679"/>
                    <a:pt x="42" y="658"/>
                    <a:pt x="25" y="622"/>
                  </a:cubicBezTo>
                  <a:cubicBezTo>
                    <a:pt x="0" y="572"/>
                    <a:pt x="22" y="512"/>
                    <a:pt x="71" y="489"/>
                  </a:cubicBezTo>
                  <a:lnTo>
                    <a:pt x="412" y="324"/>
                  </a:lnTo>
                  <a:cubicBezTo>
                    <a:pt x="461" y="300"/>
                    <a:pt x="521" y="321"/>
                    <a:pt x="545" y="370"/>
                  </a:cubicBezTo>
                  <a:cubicBezTo>
                    <a:pt x="569" y="420"/>
                    <a:pt x="548" y="481"/>
                    <a:pt x="498" y="504"/>
                  </a:cubicBezTo>
                  <a:lnTo>
                    <a:pt x="158" y="669"/>
                  </a:lnTo>
                  <a:cubicBezTo>
                    <a:pt x="144" y="675"/>
                    <a:pt x="129" y="679"/>
                    <a:pt x="114" y="67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715">
              <a:extLst>
                <a:ext uri="{FF2B5EF4-FFF2-40B4-BE49-F238E27FC236}">
                  <a16:creationId xmlns:a16="http://schemas.microsoft.com/office/drawing/2014/main" id="{6F90D44B-8CAF-35E3-2251-1BFA8658D721}"/>
                </a:ext>
              </a:extLst>
            </p:cNvPr>
            <p:cNvSpPr>
              <a:spLocks/>
            </p:cNvSpPr>
            <p:nvPr/>
          </p:nvSpPr>
          <p:spPr bwMode="auto">
            <a:xfrm>
              <a:off x="8110538" y="1752601"/>
              <a:ext cx="23813" cy="7938"/>
            </a:xfrm>
            <a:custGeom>
              <a:avLst/>
              <a:gdLst>
                <a:gd name="T0" fmla="*/ 573 w 675"/>
                <a:gd name="T1" fmla="*/ 232 h 232"/>
                <a:gd name="T2" fmla="*/ 566 w 675"/>
                <a:gd name="T3" fmla="*/ 232 h 232"/>
                <a:gd name="T4" fmla="*/ 97 w 675"/>
                <a:gd name="T5" fmla="*/ 204 h 232"/>
                <a:gd name="T6" fmla="*/ 3 w 675"/>
                <a:gd name="T7" fmla="*/ 97 h 232"/>
                <a:gd name="T8" fmla="*/ 109 w 675"/>
                <a:gd name="T9" fmla="*/ 4 h 232"/>
                <a:gd name="T10" fmla="*/ 578 w 675"/>
                <a:gd name="T11" fmla="*/ 33 h 232"/>
                <a:gd name="T12" fmla="*/ 672 w 675"/>
                <a:gd name="T13" fmla="*/ 139 h 232"/>
                <a:gd name="T14" fmla="*/ 573 w 675"/>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5" h="232">
                  <a:moveTo>
                    <a:pt x="573" y="232"/>
                  </a:moveTo>
                  <a:lnTo>
                    <a:pt x="566" y="232"/>
                  </a:lnTo>
                  <a:lnTo>
                    <a:pt x="97" y="204"/>
                  </a:lnTo>
                  <a:cubicBezTo>
                    <a:pt x="42" y="200"/>
                    <a:pt x="0" y="153"/>
                    <a:pt x="3" y="97"/>
                  </a:cubicBezTo>
                  <a:cubicBezTo>
                    <a:pt x="6" y="43"/>
                    <a:pt x="54" y="0"/>
                    <a:pt x="109" y="4"/>
                  </a:cubicBezTo>
                  <a:lnTo>
                    <a:pt x="578" y="33"/>
                  </a:lnTo>
                  <a:cubicBezTo>
                    <a:pt x="634" y="36"/>
                    <a:pt x="675" y="83"/>
                    <a:pt x="672" y="139"/>
                  </a:cubicBezTo>
                  <a:cubicBezTo>
                    <a:pt x="669" y="192"/>
                    <a:pt x="624" y="232"/>
                    <a:pt x="573" y="232"/>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2716">
              <a:extLst>
                <a:ext uri="{FF2B5EF4-FFF2-40B4-BE49-F238E27FC236}">
                  <a16:creationId xmlns:a16="http://schemas.microsoft.com/office/drawing/2014/main" id="{25A5D9A7-BEA9-48A7-0C0D-A01AD50037F0}"/>
                </a:ext>
              </a:extLst>
            </p:cNvPr>
            <p:cNvSpPr>
              <a:spLocks/>
            </p:cNvSpPr>
            <p:nvPr/>
          </p:nvSpPr>
          <p:spPr bwMode="auto">
            <a:xfrm>
              <a:off x="8110538" y="1698626"/>
              <a:ext cx="41275" cy="23813"/>
            </a:xfrm>
            <a:custGeom>
              <a:avLst/>
              <a:gdLst>
                <a:gd name="T0" fmla="*/ 985 w 1099"/>
                <a:gd name="T1" fmla="*/ 670 h 670"/>
                <a:gd name="T2" fmla="*/ 939 w 1099"/>
                <a:gd name="T3" fmla="*/ 659 h 670"/>
                <a:gd name="T4" fmla="*/ 68 w 1099"/>
                <a:gd name="T5" fmla="*/ 203 h 670"/>
                <a:gd name="T6" fmla="*/ 26 w 1099"/>
                <a:gd name="T7" fmla="*/ 68 h 670"/>
                <a:gd name="T8" fmla="*/ 160 w 1099"/>
                <a:gd name="T9" fmla="*/ 26 h 670"/>
                <a:gd name="T10" fmla="*/ 1032 w 1099"/>
                <a:gd name="T11" fmla="*/ 482 h 670"/>
                <a:gd name="T12" fmla="*/ 1074 w 1099"/>
                <a:gd name="T13" fmla="*/ 616 h 670"/>
                <a:gd name="T14" fmla="*/ 985 w 1099"/>
                <a:gd name="T15" fmla="*/ 670 h 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9" h="670">
                  <a:moveTo>
                    <a:pt x="985" y="670"/>
                  </a:moveTo>
                  <a:cubicBezTo>
                    <a:pt x="969" y="670"/>
                    <a:pt x="954" y="666"/>
                    <a:pt x="939" y="659"/>
                  </a:cubicBezTo>
                  <a:lnTo>
                    <a:pt x="68" y="203"/>
                  </a:lnTo>
                  <a:cubicBezTo>
                    <a:pt x="19" y="177"/>
                    <a:pt x="0" y="117"/>
                    <a:pt x="26" y="68"/>
                  </a:cubicBezTo>
                  <a:cubicBezTo>
                    <a:pt x="52" y="20"/>
                    <a:pt x="112" y="0"/>
                    <a:pt x="160" y="26"/>
                  </a:cubicBezTo>
                  <a:lnTo>
                    <a:pt x="1032" y="482"/>
                  </a:lnTo>
                  <a:cubicBezTo>
                    <a:pt x="1081" y="507"/>
                    <a:pt x="1099" y="567"/>
                    <a:pt x="1074" y="616"/>
                  </a:cubicBezTo>
                  <a:cubicBezTo>
                    <a:pt x="1056" y="651"/>
                    <a:pt x="1021" y="670"/>
                    <a:pt x="985" y="670"/>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pic>
        <p:nvPicPr>
          <p:cNvPr id="52" name="Graphic 51" descr="Arrow circle with solid fill">
            <a:extLst>
              <a:ext uri="{FF2B5EF4-FFF2-40B4-BE49-F238E27FC236}">
                <a16:creationId xmlns:a16="http://schemas.microsoft.com/office/drawing/2014/main" id="{66008269-3F10-351E-F434-77A4E8160FB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20115" y="2250589"/>
            <a:ext cx="511200" cy="511200"/>
          </a:xfrm>
          <a:prstGeom prst="rect">
            <a:avLst/>
          </a:prstGeom>
        </p:spPr>
      </p:pic>
    </p:spTree>
    <p:extLst>
      <p:ext uri="{BB962C8B-B14F-4D97-AF65-F5344CB8AC3E}">
        <p14:creationId xmlns:p14="http://schemas.microsoft.com/office/powerpoint/2010/main" val="180961051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Triangle 2</a:t>
            </a:r>
          </a:p>
        </p:txBody>
      </p:sp>
      <p:grpSp>
        <p:nvGrpSpPr>
          <p:cNvPr id="11" name="ShapeNameChangedByPowerUser1"/>
          <p:cNvGrpSpPr/>
          <p:nvPr/>
        </p:nvGrpSpPr>
        <p:grpSpPr>
          <a:xfrm>
            <a:off x="4583206" y="1799357"/>
            <a:ext cx="3025588" cy="3025588"/>
            <a:chOff x="3106271" y="2130941"/>
            <a:chExt cx="3025588" cy="3025588"/>
          </a:xfrm>
        </p:grpSpPr>
        <p:sp>
          <p:nvSpPr>
            <p:cNvPr id="4" name="Trapezoid 3"/>
            <p:cNvSpPr/>
            <p:nvPr/>
          </p:nvSpPr>
          <p:spPr>
            <a:xfrm>
              <a:off x="3106271" y="4745745"/>
              <a:ext cx="3025588" cy="161365"/>
            </a:xfrm>
            <a:prstGeom prst="trapezoid">
              <a:avLst>
                <a:gd name="adj" fmla="val 21129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6" name="Trapezoid 5"/>
            <p:cNvSpPr/>
            <p:nvPr/>
          </p:nvSpPr>
          <p:spPr>
            <a:xfrm rot="7200000">
              <a:off x="2419746" y="3563052"/>
              <a:ext cx="3025588" cy="161365"/>
            </a:xfrm>
            <a:prstGeom prst="trapezoid">
              <a:avLst>
                <a:gd name="adj" fmla="val 21129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7" name="Trapezoid 6"/>
            <p:cNvSpPr/>
            <p:nvPr/>
          </p:nvSpPr>
          <p:spPr>
            <a:xfrm rot="14400000">
              <a:off x="3792795" y="3563052"/>
              <a:ext cx="3025588" cy="161365"/>
            </a:xfrm>
            <a:prstGeom prst="trapezoid">
              <a:avLst>
                <a:gd name="adj" fmla="val 21129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8" name="Oval 7"/>
            <p:cNvSpPr>
              <a:spLocks noChangeAspect="1"/>
            </p:cNvSpPr>
            <p:nvPr/>
          </p:nvSpPr>
          <p:spPr>
            <a:xfrm>
              <a:off x="3648654" y="3433198"/>
              <a:ext cx="567771" cy="567771"/>
            </a:xfrm>
            <a:prstGeom prst="ellipse">
              <a:avLst/>
            </a:prstGeom>
            <a:solidFill>
              <a:schemeClr val="lt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1</a:t>
              </a:r>
            </a:p>
          </p:txBody>
        </p:sp>
        <p:sp>
          <p:nvSpPr>
            <p:cNvPr id="9" name="Oval 8"/>
            <p:cNvSpPr>
              <a:spLocks noChangeAspect="1"/>
            </p:cNvSpPr>
            <p:nvPr/>
          </p:nvSpPr>
          <p:spPr>
            <a:xfrm>
              <a:off x="5017310" y="3433198"/>
              <a:ext cx="567771" cy="567771"/>
            </a:xfrm>
            <a:prstGeom prst="ellipse">
              <a:avLst/>
            </a:prstGeom>
            <a:solidFill>
              <a:schemeClr val="lt1"/>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2</a:t>
              </a:r>
            </a:p>
          </p:txBody>
        </p:sp>
        <p:sp>
          <p:nvSpPr>
            <p:cNvPr id="10" name="Oval 9"/>
            <p:cNvSpPr>
              <a:spLocks noChangeAspect="1"/>
            </p:cNvSpPr>
            <p:nvPr/>
          </p:nvSpPr>
          <p:spPr>
            <a:xfrm>
              <a:off x="4335179" y="4461859"/>
              <a:ext cx="567771" cy="567771"/>
            </a:xfrm>
            <a:prstGeom prst="ellipse">
              <a:avLst/>
            </a:prstGeom>
            <a:solidFill>
              <a:schemeClr val="lt1"/>
            </a:soli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3</a:t>
              </a:r>
            </a:p>
          </p:txBody>
        </p:sp>
      </p:grpSp>
      <p:grpSp>
        <p:nvGrpSpPr>
          <p:cNvPr id="12" name="Group 11">
            <a:extLst>
              <a:ext uri="{FF2B5EF4-FFF2-40B4-BE49-F238E27FC236}">
                <a16:creationId xmlns:a16="http://schemas.microsoft.com/office/drawing/2014/main" id="{71856AE3-7D6D-45C6-B876-3E076DBFE207}"/>
              </a:ext>
            </a:extLst>
          </p:cNvPr>
          <p:cNvGrpSpPr/>
          <p:nvPr/>
        </p:nvGrpSpPr>
        <p:grpSpPr>
          <a:xfrm>
            <a:off x="1054898" y="2731929"/>
            <a:ext cx="3378407" cy="1597167"/>
            <a:chOff x="419898" y="2400843"/>
            <a:chExt cx="3378407" cy="1597167"/>
          </a:xfrm>
        </p:grpSpPr>
        <p:sp>
          <p:nvSpPr>
            <p:cNvPr id="13" name="Rectangle 12">
              <a:extLst>
                <a:ext uri="{FF2B5EF4-FFF2-40B4-BE49-F238E27FC236}">
                  <a16:creationId xmlns:a16="http://schemas.microsoft.com/office/drawing/2014/main" id="{5BF709B8-15FF-46DC-A6A9-9E007000ADA5}"/>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4" name="Rectangle 13">
              <a:extLst>
                <a:ext uri="{FF2B5EF4-FFF2-40B4-BE49-F238E27FC236}">
                  <a16:creationId xmlns:a16="http://schemas.microsoft.com/office/drawing/2014/main" id="{E2E39C18-1D47-4FBB-97BA-48E1B1A29675}"/>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1"/>
                  </a:solidFill>
                </a:rPr>
                <a:t>Lorem ipsum</a:t>
              </a:r>
            </a:p>
          </p:txBody>
        </p:sp>
      </p:grpSp>
      <p:grpSp>
        <p:nvGrpSpPr>
          <p:cNvPr id="15" name="Group 14">
            <a:extLst>
              <a:ext uri="{FF2B5EF4-FFF2-40B4-BE49-F238E27FC236}">
                <a16:creationId xmlns:a16="http://schemas.microsoft.com/office/drawing/2014/main" id="{1D24068D-F138-4B59-819F-4BEAB3C499B1}"/>
              </a:ext>
            </a:extLst>
          </p:cNvPr>
          <p:cNvGrpSpPr/>
          <p:nvPr/>
        </p:nvGrpSpPr>
        <p:grpSpPr>
          <a:xfrm>
            <a:off x="3628937" y="4840218"/>
            <a:ext cx="4939077" cy="947919"/>
            <a:chOff x="-357961" y="2400843"/>
            <a:chExt cx="4939077" cy="947919"/>
          </a:xfrm>
        </p:grpSpPr>
        <p:sp>
          <p:nvSpPr>
            <p:cNvPr id="16" name="Rectangle 15">
              <a:extLst>
                <a:ext uri="{FF2B5EF4-FFF2-40B4-BE49-F238E27FC236}">
                  <a16:creationId xmlns:a16="http://schemas.microsoft.com/office/drawing/2014/main" id="{2824D763-6E85-455C-A96A-B362164D5272}"/>
                </a:ext>
              </a:extLst>
            </p:cNvPr>
            <p:cNvSpPr/>
            <p:nvPr/>
          </p:nvSpPr>
          <p:spPr>
            <a:xfrm>
              <a:off x="-357961" y="2702431"/>
              <a:ext cx="4939077" cy="646331"/>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7" name="Rectangle 16">
              <a:extLst>
                <a:ext uri="{FF2B5EF4-FFF2-40B4-BE49-F238E27FC236}">
                  <a16:creationId xmlns:a16="http://schemas.microsoft.com/office/drawing/2014/main" id="{40E9D2F0-1187-453A-9AFE-E848AA0DA39A}"/>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3"/>
                  </a:solidFill>
                </a:rPr>
                <a:t>Lorem ipsum</a:t>
              </a:r>
            </a:p>
          </p:txBody>
        </p:sp>
      </p:grpSp>
      <p:grpSp>
        <p:nvGrpSpPr>
          <p:cNvPr id="18" name="Group 17">
            <a:extLst>
              <a:ext uri="{FF2B5EF4-FFF2-40B4-BE49-F238E27FC236}">
                <a16:creationId xmlns:a16="http://schemas.microsoft.com/office/drawing/2014/main" id="{CCCE9C03-7794-444E-93AB-8246502CC0AC}"/>
              </a:ext>
            </a:extLst>
          </p:cNvPr>
          <p:cNvGrpSpPr/>
          <p:nvPr/>
        </p:nvGrpSpPr>
        <p:grpSpPr>
          <a:xfrm>
            <a:off x="7758695" y="2731929"/>
            <a:ext cx="3378407" cy="1597167"/>
            <a:chOff x="419898" y="2400843"/>
            <a:chExt cx="3378407" cy="1597167"/>
          </a:xfrm>
        </p:grpSpPr>
        <p:sp>
          <p:nvSpPr>
            <p:cNvPr id="19" name="Rectangle 18">
              <a:extLst>
                <a:ext uri="{FF2B5EF4-FFF2-40B4-BE49-F238E27FC236}">
                  <a16:creationId xmlns:a16="http://schemas.microsoft.com/office/drawing/2014/main" id="{42D5808E-75BC-49AC-B314-09C7C5641E56}"/>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0" name="Rectangle 19">
              <a:extLst>
                <a:ext uri="{FF2B5EF4-FFF2-40B4-BE49-F238E27FC236}">
                  <a16:creationId xmlns:a16="http://schemas.microsoft.com/office/drawing/2014/main" id="{919F0E70-2F2D-45B8-A955-56926AC293E7}"/>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2"/>
                  </a:solidFill>
                </a:rPr>
                <a:t>Lorem ipsum</a:t>
              </a:r>
            </a:p>
          </p:txBody>
        </p:sp>
      </p:grpSp>
    </p:spTree>
    <p:custDataLst>
      <p:tags r:id="rId1"/>
    </p:custDataLst>
    <p:extLst>
      <p:ext uri="{BB962C8B-B14F-4D97-AF65-F5344CB8AC3E}">
        <p14:creationId xmlns:p14="http://schemas.microsoft.com/office/powerpoint/2010/main" val="85110711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Triangle 1</a:t>
            </a:r>
          </a:p>
        </p:txBody>
      </p:sp>
      <p:grpSp>
        <p:nvGrpSpPr>
          <p:cNvPr id="3" name="Group 2"/>
          <p:cNvGrpSpPr>
            <a:grpSpLocks noChangeAspect="1"/>
          </p:cNvGrpSpPr>
          <p:nvPr/>
        </p:nvGrpSpPr>
        <p:grpSpPr>
          <a:xfrm>
            <a:off x="4153711" y="1610220"/>
            <a:ext cx="3884577" cy="3887418"/>
            <a:chOff x="3994483" y="1596185"/>
            <a:chExt cx="4700339" cy="4703776"/>
          </a:xfrm>
        </p:grpSpPr>
        <p:sp>
          <p:nvSpPr>
            <p:cNvPr id="19" name="Freeform 18"/>
            <p:cNvSpPr/>
            <p:nvPr/>
          </p:nvSpPr>
          <p:spPr>
            <a:xfrm>
              <a:off x="3994483" y="4315327"/>
              <a:ext cx="4700339" cy="1363580"/>
            </a:xfrm>
            <a:custGeom>
              <a:avLst/>
              <a:gdLst>
                <a:gd name="connsiteX0" fmla="*/ 2350170 w 4700339"/>
                <a:gd name="connsiteY0" fmla="*/ 0 h 1363580"/>
                <a:gd name="connsiteX1" fmla="*/ 4700339 w 4700339"/>
                <a:gd name="connsiteY1" fmla="*/ 1363580 h 1363580"/>
                <a:gd name="connsiteX2" fmla="*/ 0 w 4700339"/>
                <a:gd name="connsiteY2" fmla="*/ 1363580 h 1363580"/>
              </a:gdLst>
              <a:ahLst/>
              <a:cxnLst>
                <a:cxn ang="0">
                  <a:pos x="connsiteX0" y="connsiteY0"/>
                </a:cxn>
                <a:cxn ang="0">
                  <a:pos x="connsiteX1" y="connsiteY1"/>
                </a:cxn>
                <a:cxn ang="0">
                  <a:pos x="connsiteX2" y="connsiteY2"/>
                </a:cxn>
              </a:cxnLst>
              <a:rect l="l" t="t" r="r" b="b"/>
              <a:pathLst>
                <a:path w="4700339" h="1363580">
                  <a:moveTo>
                    <a:pt x="2350170" y="0"/>
                  </a:moveTo>
                  <a:lnTo>
                    <a:pt x="4700339" y="1363580"/>
                  </a:lnTo>
                  <a:lnTo>
                    <a:pt x="0" y="136358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5" name="Freeform 14"/>
            <p:cNvSpPr/>
            <p:nvPr/>
          </p:nvSpPr>
          <p:spPr>
            <a:xfrm rot="7192634">
              <a:off x="3390169" y="3264565"/>
              <a:ext cx="4700339" cy="1363580"/>
            </a:xfrm>
            <a:custGeom>
              <a:avLst/>
              <a:gdLst>
                <a:gd name="connsiteX0" fmla="*/ 0 w 4700339"/>
                <a:gd name="connsiteY0" fmla="*/ 1363580 h 1363580"/>
                <a:gd name="connsiteX1" fmla="*/ 2350170 w 4700339"/>
                <a:gd name="connsiteY1" fmla="*/ 0 h 1363580"/>
                <a:gd name="connsiteX2" fmla="*/ 4700339 w 4700339"/>
                <a:gd name="connsiteY2" fmla="*/ 1363580 h 1363580"/>
              </a:gdLst>
              <a:ahLst/>
              <a:cxnLst>
                <a:cxn ang="0">
                  <a:pos x="connsiteX0" y="connsiteY0"/>
                </a:cxn>
                <a:cxn ang="0">
                  <a:pos x="connsiteX1" y="connsiteY1"/>
                </a:cxn>
                <a:cxn ang="0">
                  <a:pos x="connsiteX2" y="connsiteY2"/>
                </a:cxn>
              </a:cxnLst>
              <a:rect l="l" t="t" r="r" b="b"/>
              <a:pathLst>
                <a:path w="4700339" h="1363580">
                  <a:moveTo>
                    <a:pt x="0" y="1363580"/>
                  </a:moveTo>
                  <a:lnTo>
                    <a:pt x="2350170" y="0"/>
                  </a:lnTo>
                  <a:lnTo>
                    <a:pt x="4700339" y="136358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3" name="Freeform 12"/>
            <p:cNvSpPr/>
            <p:nvPr/>
          </p:nvSpPr>
          <p:spPr>
            <a:xfrm rot="14382227">
              <a:off x="4593793" y="3268002"/>
              <a:ext cx="4700339" cy="1363580"/>
            </a:xfrm>
            <a:custGeom>
              <a:avLst/>
              <a:gdLst>
                <a:gd name="connsiteX0" fmla="*/ 4700339 w 4700339"/>
                <a:gd name="connsiteY0" fmla="*/ 1363580 h 1363580"/>
                <a:gd name="connsiteX1" fmla="*/ 0 w 4700339"/>
                <a:gd name="connsiteY1" fmla="*/ 1363580 h 1363580"/>
                <a:gd name="connsiteX2" fmla="*/ 2350170 w 4700339"/>
                <a:gd name="connsiteY2" fmla="*/ 0 h 1363580"/>
              </a:gdLst>
              <a:ahLst/>
              <a:cxnLst>
                <a:cxn ang="0">
                  <a:pos x="connsiteX0" y="connsiteY0"/>
                </a:cxn>
                <a:cxn ang="0">
                  <a:pos x="connsiteX1" y="connsiteY1"/>
                </a:cxn>
                <a:cxn ang="0">
                  <a:pos x="connsiteX2" y="connsiteY2"/>
                </a:cxn>
              </a:cxnLst>
              <a:rect l="l" t="t" r="r" b="b"/>
              <a:pathLst>
                <a:path w="4700339" h="1363580">
                  <a:moveTo>
                    <a:pt x="4700339" y="1363580"/>
                  </a:moveTo>
                  <a:lnTo>
                    <a:pt x="0" y="1363580"/>
                  </a:lnTo>
                  <a:lnTo>
                    <a:pt x="235017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2" name="Group 11">
            <a:extLst>
              <a:ext uri="{FF2B5EF4-FFF2-40B4-BE49-F238E27FC236}">
                <a16:creationId xmlns:a16="http://schemas.microsoft.com/office/drawing/2014/main" id="{6A138E40-C30E-4A65-B20B-6C08E3AE6E37}"/>
              </a:ext>
            </a:extLst>
          </p:cNvPr>
          <p:cNvGrpSpPr/>
          <p:nvPr/>
        </p:nvGrpSpPr>
        <p:grpSpPr>
          <a:xfrm>
            <a:off x="1054898" y="2731929"/>
            <a:ext cx="3378407" cy="1597167"/>
            <a:chOff x="419898" y="2400843"/>
            <a:chExt cx="3378407" cy="1597167"/>
          </a:xfrm>
        </p:grpSpPr>
        <p:sp>
          <p:nvSpPr>
            <p:cNvPr id="14" name="Rectangle 13">
              <a:extLst>
                <a:ext uri="{FF2B5EF4-FFF2-40B4-BE49-F238E27FC236}">
                  <a16:creationId xmlns:a16="http://schemas.microsoft.com/office/drawing/2014/main" id="{39AF8388-7887-4785-8F09-1E8DCE116183}"/>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6" name="Rectangle 15">
              <a:extLst>
                <a:ext uri="{FF2B5EF4-FFF2-40B4-BE49-F238E27FC236}">
                  <a16:creationId xmlns:a16="http://schemas.microsoft.com/office/drawing/2014/main" id="{DEA497E7-AA82-4992-8CD6-ED561136C1B7}"/>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1"/>
                  </a:solidFill>
                </a:rPr>
                <a:t>Lorem ipsum</a:t>
              </a:r>
            </a:p>
          </p:txBody>
        </p:sp>
      </p:grpSp>
      <p:grpSp>
        <p:nvGrpSpPr>
          <p:cNvPr id="17" name="Group 16">
            <a:extLst>
              <a:ext uri="{FF2B5EF4-FFF2-40B4-BE49-F238E27FC236}">
                <a16:creationId xmlns:a16="http://schemas.microsoft.com/office/drawing/2014/main" id="{24B17711-87B0-425D-AA2F-B29D91A183A3}"/>
              </a:ext>
            </a:extLst>
          </p:cNvPr>
          <p:cNvGrpSpPr/>
          <p:nvPr/>
        </p:nvGrpSpPr>
        <p:grpSpPr>
          <a:xfrm>
            <a:off x="3628937" y="5061274"/>
            <a:ext cx="4939077" cy="928869"/>
            <a:chOff x="-357961" y="2400843"/>
            <a:chExt cx="4939077" cy="928869"/>
          </a:xfrm>
        </p:grpSpPr>
        <p:sp>
          <p:nvSpPr>
            <p:cNvPr id="18" name="Rectangle 17">
              <a:extLst>
                <a:ext uri="{FF2B5EF4-FFF2-40B4-BE49-F238E27FC236}">
                  <a16:creationId xmlns:a16="http://schemas.microsoft.com/office/drawing/2014/main" id="{01F47471-79A2-4C8F-B4A6-E2922E76F9B1}"/>
                </a:ext>
              </a:extLst>
            </p:cNvPr>
            <p:cNvSpPr/>
            <p:nvPr/>
          </p:nvSpPr>
          <p:spPr>
            <a:xfrm>
              <a:off x="-357961" y="2683381"/>
              <a:ext cx="4939077" cy="646331"/>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0" name="Rectangle 19">
              <a:extLst>
                <a:ext uri="{FF2B5EF4-FFF2-40B4-BE49-F238E27FC236}">
                  <a16:creationId xmlns:a16="http://schemas.microsoft.com/office/drawing/2014/main" id="{A5D54F1B-2D61-460C-813F-11EBD8F290DE}"/>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3"/>
                  </a:solidFill>
                </a:rPr>
                <a:t>Lorem ipsum</a:t>
              </a:r>
            </a:p>
          </p:txBody>
        </p:sp>
      </p:grpSp>
      <p:grpSp>
        <p:nvGrpSpPr>
          <p:cNvPr id="21" name="Group 20">
            <a:extLst>
              <a:ext uri="{FF2B5EF4-FFF2-40B4-BE49-F238E27FC236}">
                <a16:creationId xmlns:a16="http://schemas.microsoft.com/office/drawing/2014/main" id="{6B00BCCB-2A9E-433B-B3DE-742F03E3C245}"/>
              </a:ext>
            </a:extLst>
          </p:cNvPr>
          <p:cNvGrpSpPr/>
          <p:nvPr/>
        </p:nvGrpSpPr>
        <p:grpSpPr>
          <a:xfrm>
            <a:off x="7758695" y="2731929"/>
            <a:ext cx="3378407" cy="1597167"/>
            <a:chOff x="419898" y="2400843"/>
            <a:chExt cx="3378407" cy="1597167"/>
          </a:xfrm>
        </p:grpSpPr>
        <p:sp>
          <p:nvSpPr>
            <p:cNvPr id="22" name="Rectangle 21">
              <a:extLst>
                <a:ext uri="{FF2B5EF4-FFF2-40B4-BE49-F238E27FC236}">
                  <a16:creationId xmlns:a16="http://schemas.microsoft.com/office/drawing/2014/main" id="{B9C4FF5D-B79E-47EF-8F08-06A5CD846FA9}"/>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3" name="Rectangle 22">
              <a:extLst>
                <a:ext uri="{FF2B5EF4-FFF2-40B4-BE49-F238E27FC236}">
                  <a16:creationId xmlns:a16="http://schemas.microsoft.com/office/drawing/2014/main" id="{546D91B2-7732-42D6-836A-BB00B17AD585}"/>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2"/>
                  </a:solidFill>
                </a:rPr>
                <a:t>Lorem ipsum</a:t>
              </a:r>
            </a:p>
          </p:txBody>
        </p:sp>
      </p:grpSp>
      <p:sp>
        <p:nvSpPr>
          <p:cNvPr id="24" name="Oval 23">
            <a:extLst>
              <a:ext uri="{FF2B5EF4-FFF2-40B4-BE49-F238E27FC236}">
                <a16:creationId xmlns:a16="http://schemas.microsoft.com/office/drawing/2014/main" id="{F58F5BE6-43D0-4DE6-ADA9-6D09BC375ECC}"/>
              </a:ext>
            </a:extLst>
          </p:cNvPr>
          <p:cNvSpPr>
            <a:spLocks noChangeAspect="1"/>
          </p:cNvSpPr>
          <p:nvPr/>
        </p:nvSpPr>
        <p:spPr>
          <a:xfrm>
            <a:off x="512558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1</a:t>
            </a:r>
          </a:p>
        </p:txBody>
      </p:sp>
      <p:sp>
        <p:nvSpPr>
          <p:cNvPr id="25" name="Oval 24">
            <a:extLst>
              <a:ext uri="{FF2B5EF4-FFF2-40B4-BE49-F238E27FC236}">
                <a16:creationId xmlns:a16="http://schemas.microsoft.com/office/drawing/2014/main" id="{AA7F45D6-EE60-46AA-9BE1-BDF15C272721}"/>
              </a:ext>
            </a:extLst>
          </p:cNvPr>
          <p:cNvSpPr>
            <a:spLocks noChangeAspect="1"/>
          </p:cNvSpPr>
          <p:nvPr/>
        </p:nvSpPr>
        <p:spPr>
          <a:xfrm>
            <a:off x="649863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2</a:t>
            </a:r>
          </a:p>
        </p:txBody>
      </p:sp>
      <p:sp>
        <p:nvSpPr>
          <p:cNvPr id="26" name="Oval 25">
            <a:extLst>
              <a:ext uri="{FF2B5EF4-FFF2-40B4-BE49-F238E27FC236}">
                <a16:creationId xmlns:a16="http://schemas.microsoft.com/office/drawing/2014/main" id="{6B75CD01-8A09-47F4-8FF7-0DBE86D08F62}"/>
              </a:ext>
            </a:extLst>
          </p:cNvPr>
          <p:cNvSpPr>
            <a:spLocks noChangeAspect="1"/>
          </p:cNvSpPr>
          <p:nvPr/>
        </p:nvSpPr>
        <p:spPr>
          <a:xfrm>
            <a:off x="5812115" y="4246105"/>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3</a:t>
            </a:r>
          </a:p>
        </p:txBody>
      </p:sp>
    </p:spTree>
    <p:custDataLst>
      <p:tags r:id="rId1"/>
    </p:custDataLst>
    <p:extLst>
      <p:ext uri="{BB962C8B-B14F-4D97-AF65-F5344CB8AC3E}">
        <p14:creationId xmlns:p14="http://schemas.microsoft.com/office/powerpoint/2010/main" val="199283771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2"/>
            </p:custDataLst>
          </p:nvPr>
        </p:nvCxnSpPr>
        <p:spPr>
          <a:xfrm>
            <a:off x="6096002" y="1841500"/>
            <a:ext cx="0" cy="1047474"/>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3"/>
            </p:custDataLst>
          </p:nvPr>
        </p:nvCxnSpPr>
        <p:spPr>
          <a:xfrm flipV="1">
            <a:off x="4281246" y="4452730"/>
            <a:ext cx="921486" cy="53202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4"/>
            </p:custDataLst>
          </p:nvPr>
        </p:nvCxnSpPr>
        <p:spPr>
          <a:xfrm flipH="1" flipV="1">
            <a:off x="7012227" y="4465983"/>
            <a:ext cx="898531" cy="518767"/>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lstStyle/>
          <a:p>
            <a:r>
              <a:rPr lang="en-US" dirty="0"/>
              <a:t>Doughnut with icons 1</a:t>
            </a:r>
          </a:p>
        </p:txBody>
      </p:sp>
      <p:sp>
        <p:nvSpPr>
          <p:cNvPr id="42" name="TextBox 41"/>
          <p:cNvSpPr txBox="1"/>
          <p:nvPr/>
        </p:nvSpPr>
        <p:spPr>
          <a:xfrm>
            <a:off x="838200" y="3071740"/>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1.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p>
        </p:txBody>
      </p:sp>
      <p:grpSp>
        <p:nvGrpSpPr>
          <p:cNvPr id="142" name="Group 141">
            <a:extLst>
              <a:ext uri="{FF2B5EF4-FFF2-40B4-BE49-F238E27FC236}">
                <a16:creationId xmlns:a16="http://schemas.microsoft.com/office/drawing/2014/main" id="{7444D57C-CB34-4996-A7D6-D2AD54ACCFB1}"/>
              </a:ext>
            </a:extLst>
          </p:cNvPr>
          <p:cNvGrpSpPr>
            <a:grpSpLocks noChangeAspect="1"/>
          </p:cNvGrpSpPr>
          <p:nvPr>
            <p:custDataLst>
              <p:tags r:id="rId5"/>
            </p:custDataLst>
          </p:nvPr>
        </p:nvGrpSpPr>
        <p:grpSpPr>
          <a:xfrm rot="19787417">
            <a:off x="4913145" y="2754145"/>
            <a:ext cx="2365710" cy="2365710"/>
            <a:chOff x="4191000" y="1524000"/>
            <a:chExt cx="3810000" cy="3810000"/>
          </a:xfrm>
        </p:grpSpPr>
        <p:sp>
          <p:nvSpPr>
            <p:cNvPr id="143" name="Block Arc 142">
              <a:extLst>
                <a:ext uri="{FF2B5EF4-FFF2-40B4-BE49-F238E27FC236}">
                  <a16:creationId xmlns:a16="http://schemas.microsoft.com/office/drawing/2014/main" id="{F567CDB0-A074-49E4-A2B8-589D2DDE2FE2}"/>
                </a:ext>
              </a:extLst>
            </p:cNvPr>
            <p:cNvSpPr/>
            <p:nvPr>
              <p:custDataLst>
                <p:tags r:id="rId10"/>
              </p:custDataLst>
            </p:nvPr>
          </p:nvSpPr>
          <p:spPr>
            <a:xfrm>
              <a:off x="4191000" y="1524000"/>
              <a:ext cx="3810000" cy="3810000"/>
            </a:xfrm>
            <a:prstGeom prst="blockArc">
              <a:avLst>
                <a:gd name="adj1" fmla="val 0"/>
                <a:gd name="adj2" fmla="val 72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a:extLst>
                <a:ext uri="{FF2B5EF4-FFF2-40B4-BE49-F238E27FC236}">
                  <a16:creationId xmlns:a16="http://schemas.microsoft.com/office/drawing/2014/main" id="{E681C2AD-2333-42C2-8C45-74B143934B88}"/>
                </a:ext>
              </a:extLst>
            </p:cNvPr>
            <p:cNvSpPr/>
            <p:nvPr>
              <p:custDataLst>
                <p:tags r:id="rId11"/>
              </p:custDataLst>
            </p:nvPr>
          </p:nvSpPr>
          <p:spPr>
            <a:xfrm>
              <a:off x="4191000" y="1524000"/>
              <a:ext cx="3810000" cy="3810000"/>
            </a:xfrm>
            <a:prstGeom prst="blockArc">
              <a:avLst>
                <a:gd name="adj1" fmla="val 7200000"/>
                <a:gd name="adj2" fmla="val 144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9" name="Block Arc 238">
              <a:extLst>
                <a:ext uri="{FF2B5EF4-FFF2-40B4-BE49-F238E27FC236}">
                  <a16:creationId xmlns:a16="http://schemas.microsoft.com/office/drawing/2014/main" id="{B8078AF7-8979-4589-9119-C77B0D4A05E2}"/>
                </a:ext>
              </a:extLst>
            </p:cNvPr>
            <p:cNvSpPr/>
            <p:nvPr>
              <p:custDataLst>
                <p:tags r:id="rId12"/>
              </p:custDataLst>
            </p:nvPr>
          </p:nvSpPr>
          <p:spPr>
            <a:xfrm>
              <a:off x="4191000" y="1524000"/>
              <a:ext cx="3810000" cy="3810000"/>
            </a:xfrm>
            <a:prstGeom prst="blockArc">
              <a:avLst>
                <a:gd name="adj1" fmla="val 144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0" name="Block Arc 239" hidden="1">
              <a:extLst>
                <a:ext uri="{FF2B5EF4-FFF2-40B4-BE49-F238E27FC236}">
                  <a16:creationId xmlns:a16="http://schemas.microsoft.com/office/drawing/2014/main" id="{F3D62CA9-6CE4-4A3E-8200-E15E02CA6290}"/>
                </a:ext>
              </a:extLst>
            </p:cNvPr>
            <p:cNvSpPr/>
            <p:nvPr>
              <p:custDataLst>
                <p:tags r:id="rId13"/>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1" name="Block Arc 240" hidden="1">
              <a:extLst>
                <a:ext uri="{FF2B5EF4-FFF2-40B4-BE49-F238E27FC236}">
                  <a16:creationId xmlns:a16="http://schemas.microsoft.com/office/drawing/2014/main" id="{8668B1D8-90A7-4205-99DA-3EF953B2FA52}"/>
                </a:ext>
              </a:extLst>
            </p:cNvPr>
            <p:cNvSpPr/>
            <p:nvPr>
              <p:custDataLst>
                <p:tags r:id="rId14"/>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BAC5EF76-E8D7-4B8C-BD57-DBFB1C606583}"/>
                </a:ext>
              </a:extLst>
            </p:cNvPr>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B05DD24B-27EC-43F9-B956-2FB62D7FE8A5}"/>
                </a:ext>
              </a:extLst>
            </p:cNvPr>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42FBA177-5EC1-4026-B749-8CE264A0BFE3}"/>
                </a:ext>
              </a:extLst>
            </p:cNvPr>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50A01F8C-0AE6-41BF-B288-5CFF7EAE71A9}"/>
                </a:ext>
              </a:extLst>
            </p:cNvPr>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4DD96EDC-9784-4B1C-BC0A-E04722C176B9}"/>
                </a:ext>
              </a:extLst>
            </p:cNvPr>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3AB0B7AA-03E4-4A51-9F04-3228D6CEFDD6}"/>
                </a:ext>
              </a:extLst>
            </p:cNvPr>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9C9994D1-B655-47BF-9519-38FB9A3F69B8}"/>
                </a:ext>
              </a:extLst>
            </p:cNvPr>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40EF3376-984D-43FB-B195-6BCEDD6CFB32}"/>
                </a:ext>
              </a:extLst>
            </p:cNvPr>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96699ED9-DD84-4ADE-AE18-8C7698A5F666}"/>
                </a:ext>
              </a:extLst>
            </p:cNvPr>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F2947DCF-A37D-4E77-B3BF-237B2A2E653F}"/>
                </a:ext>
              </a:extLst>
            </p:cNvPr>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B8AC8DC1-CE43-4A86-A94D-6341382BD467}"/>
                </a:ext>
              </a:extLst>
            </p:cNvPr>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DC068BDB-9404-4917-8A43-B00B9B81BF65}"/>
                </a:ext>
              </a:extLst>
            </p:cNvPr>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346B8F5D-FDBA-49A3-A870-3943A8F2246A}"/>
                </a:ext>
              </a:extLst>
            </p:cNvPr>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312F406-BD2F-4A3E-8C57-0A66B58F202A}"/>
                </a:ext>
              </a:extLst>
            </p:cNvPr>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E88625F6-21A7-4308-9C58-8D436F33D956}"/>
                </a:ext>
              </a:extLst>
            </p:cNvPr>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1E119ED-C61F-4FC3-BB2F-6F51CB69419E}"/>
                </a:ext>
              </a:extLst>
            </p:cNvPr>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6E9C97CD-5C0B-4E47-8916-51C3CF5452AC}"/>
                </a:ext>
              </a:extLst>
            </p:cNvPr>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96412566-4161-47D3-A385-3A8443F5627B}"/>
                </a:ext>
              </a:extLst>
            </p:cNvPr>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BFFC66F0-66EE-45E0-A7DA-D8A36D94750E}"/>
                </a:ext>
              </a:extLst>
            </p:cNvPr>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8DD31787-CE12-4EE7-8DEF-812FC8437A78}"/>
                </a:ext>
              </a:extLst>
            </p:cNvPr>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B89D7ADE-4A32-4A0B-8D67-E5D9E8DB3B25}"/>
                </a:ext>
              </a:extLst>
            </p:cNvPr>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11FE45E9-8F2C-4FBA-A258-078C20C17FF1}"/>
                </a:ext>
              </a:extLst>
            </p:cNvPr>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0CC512E5-9C37-4673-A235-4F817656D1BA}"/>
                </a:ext>
              </a:extLst>
            </p:cNvPr>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67EEFD55-8B75-4650-89D4-B8E9960A7E1B}"/>
                </a:ext>
              </a:extLst>
            </p:cNvPr>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1196B00D-50EF-4441-8509-1DBFFCC2701D}"/>
                </a:ext>
              </a:extLst>
            </p:cNvPr>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23C6AA22-A508-4C77-8A7C-A06A6CFF1B12}"/>
                </a:ext>
              </a:extLst>
            </p:cNvPr>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68914C16-FBD6-42DB-A8EB-15EDDDBCE568}"/>
                </a:ext>
              </a:extLst>
            </p:cNvPr>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4B051BBC-0E86-4150-B89D-EDDCB1A4598E}"/>
                </a:ext>
              </a:extLst>
            </p:cNvPr>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63735ECA-C5D3-4544-8749-D99F9AEFC7C9}"/>
                </a:ext>
              </a:extLst>
            </p:cNvPr>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B855DF1-7038-411E-AF8C-BE3E39BB731F}"/>
                </a:ext>
              </a:extLst>
            </p:cNvPr>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80EE6303-54D0-4033-AD53-D7611D817128}"/>
                </a:ext>
              </a:extLst>
            </p:cNvPr>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D6C1F7B1-846E-4F14-9912-B6D612456154}"/>
                </a:ext>
              </a:extLst>
            </p:cNvPr>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53FE6F8E-FCE4-4987-A9BB-8B08F9DD8427}"/>
                </a:ext>
              </a:extLst>
            </p:cNvPr>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36C979B3-9155-4176-9B9D-69DC7D4505CD}"/>
                </a:ext>
              </a:extLst>
            </p:cNvPr>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5B539330-C22F-4507-BFE6-DF6269DBF254}"/>
                </a:ext>
              </a:extLst>
            </p:cNvPr>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3CFB0B0C-E6E4-4FC7-A81F-503BD893C511}"/>
                </a:ext>
              </a:extLst>
            </p:cNvPr>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6332BAF9-839F-4DC6-8699-DA1F7AFC01DC}"/>
                </a:ext>
              </a:extLst>
            </p:cNvPr>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A318A9DA-86F3-459B-A3E2-395476F68E1A}"/>
                </a:ext>
              </a:extLst>
            </p:cNvPr>
            <p:cNvSpPr/>
            <p:nvPr>
              <p:custDataLst>
                <p:tags r:id="rId5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78996FA5-0AF0-444B-9B9F-B07853AA2A93}"/>
                </a:ext>
              </a:extLst>
            </p:cNvPr>
            <p:cNvSpPr/>
            <p:nvPr>
              <p:custDataLst>
                <p:tags r:id="rId5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FDED6DC5-EBA7-4E79-BDAA-D366B44B8EBA}"/>
                </a:ext>
              </a:extLst>
            </p:cNvPr>
            <p:cNvSpPr/>
            <p:nvPr>
              <p:custDataLst>
                <p:tags r:id="rId5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0F3A825-E180-45D0-BD7C-3033090D80D5}"/>
                </a:ext>
              </a:extLst>
            </p:cNvPr>
            <p:cNvSpPr/>
            <p:nvPr>
              <p:custDataLst>
                <p:tags r:id="rId5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D6BCDFE6-627B-43CD-B1B1-F5A1C0AD839B}"/>
                </a:ext>
              </a:extLst>
            </p:cNvPr>
            <p:cNvSpPr/>
            <p:nvPr>
              <p:custDataLst>
                <p:tags r:id="rId5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4" name="Block Arc 283" hidden="1">
              <a:extLst>
                <a:ext uri="{FF2B5EF4-FFF2-40B4-BE49-F238E27FC236}">
                  <a16:creationId xmlns:a16="http://schemas.microsoft.com/office/drawing/2014/main" id="{979FD73E-85A3-4C70-84A5-CB0814195AFF}"/>
                </a:ext>
              </a:extLst>
            </p:cNvPr>
            <p:cNvSpPr/>
            <p:nvPr>
              <p:custDataLst>
                <p:tags r:id="rId5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5" name="Block Arc 284" hidden="1">
              <a:extLst>
                <a:ext uri="{FF2B5EF4-FFF2-40B4-BE49-F238E27FC236}">
                  <a16:creationId xmlns:a16="http://schemas.microsoft.com/office/drawing/2014/main" id="{CC9FF605-222F-4CB6-8193-0BA6A38A62D7}"/>
                </a:ext>
              </a:extLst>
            </p:cNvPr>
            <p:cNvSpPr/>
            <p:nvPr>
              <p:custDataLst>
                <p:tags r:id="rId5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6" name="Block Arc 285" hidden="1">
              <a:extLst>
                <a:ext uri="{FF2B5EF4-FFF2-40B4-BE49-F238E27FC236}">
                  <a16:creationId xmlns:a16="http://schemas.microsoft.com/office/drawing/2014/main" id="{D5EC34E0-2446-4AB1-BDB8-B41A0247EE25}"/>
                </a:ext>
              </a:extLst>
            </p:cNvPr>
            <p:cNvSpPr/>
            <p:nvPr>
              <p:custDataLst>
                <p:tags r:id="rId5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6"/>
            </p:custDataLst>
          </p:nvPr>
        </p:nvSpPr>
        <p:spPr>
          <a:xfrm>
            <a:off x="7490923" y="4564916"/>
            <a:ext cx="839670"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7"/>
            </p:custDataLst>
          </p:nvPr>
        </p:nvSpPr>
        <p:spPr>
          <a:xfrm>
            <a:off x="3861411" y="4564916"/>
            <a:ext cx="839670"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8"/>
            </p:custDataLst>
          </p:nvPr>
        </p:nvSpPr>
        <p:spPr>
          <a:xfrm>
            <a:off x="5676167" y="1421666"/>
            <a:ext cx="839668"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87" name="TextBox 286">
            <a:extLst>
              <a:ext uri="{FF2B5EF4-FFF2-40B4-BE49-F238E27FC236}">
                <a16:creationId xmlns:a16="http://schemas.microsoft.com/office/drawing/2014/main" id="{89D31C3B-52C5-46FA-819B-0DC852AE06CC}"/>
              </a:ext>
            </a:extLst>
          </p:cNvPr>
          <p:cNvSpPr txBox="1"/>
          <p:nvPr/>
        </p:nvSpPr>
        <p:spPr>
          <a:xfrm>
            <a:off x="6009259" y="2730336"/>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288" name="TextBox 287">
            <a:extLst>
              <a:ext uri="{FF2B5EF4-FFF2-40B4-BE49-F238E27FC236}">
                <a16:creationId xmlns:a16="http://schemas.microsoft.com/office/drawing/2014/main" id="{30E3E4D0-8DA4-4CBB-9F51-909B6AE5EBB6}"/>
              </a:ext>
            </a:extLst>
          </p:cNvPr>
          <p:cNvSpPr txBox="1"/>
          <p:nvPr/>
        </p:nvSpPr>
        <p:spPr>
          <a:xfrm>
            <a:off x="6814616" y="4213874"/>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289" name="TextBox 288">
            <a:extLst>
              <a:ext uri="{FF2B5EF4-FFF2-40B4-BE49-F238E27FC236}">
                <a16:creationId xmlns:a16="http://schemas.microsoft.com/office/drawing/2014/main" id="{BB986E4D-FA2A-4E0D-97A7-972577EF109B}"/>
              </a:ext>
            </a:extLst>
          </p:cNvPr>
          <p:cNvSpPr txBox="1"/>
          <p:nvPr/>
        </p:nvSpPr>
        <p:spPr>
          <a:xfrm>
            <a:off x="5170911" y="4222960"/>
            <a:ext cx="182742" cy="430887"/>
          </a:xfrm>
          <a:prstGeom prst="rect">
            <a:avLst/>
          </a:prstGeom>
          <a:noFill/>
        </p:spPr>
        <p:txBody>
          <a:bodyPr wrap="square" lIns="0" tIns="0" rIns="0" bIns="0" rtlCol="0" anchor="ctr">
            <a:spAutoFit/>
          </a:bodyPr>
          <a:lstStyle/>
          <a:p>
            <a:pPr algn="ctr"/>
            <a:r>
              <a:rPr lang="en-US" sz="2800" b="1" dirty="0">
                <a:solidFill>
                  <a:schemeClr val="lt1"/>
                </a:solidFill>
              </a:rPr>
              <a:t>1</a:t>
            </a:r>
          </a:p>
        </p:txBody>
      </p:sp>
      <p:grpSp>
        <p:nvGrpSpPr>
          <p:cNvPr id="290" name="Dosage3" descr="{&quot;Key&quot;:&quot;POWER_USER_SHAPE_ICON&quot;,&quot;Value&quot;:&quot;POWER_USER_SHAPE_ICON_STYLE_1&quot;}">
            <a:extLst>
              <a:ext uri="{FF2B5EF4-FFF2-40B4-BE49-F238E27FC236}">
                <a16:creationId xmlns:a16="http://schemas.microsoft.com/office/drawing/2014/main" id="{329684E8-20C9-4F37-9EE2-9C686E551ED7}"/>
              </a:ext>
            </a:extLst>
          </p:cNvPr>
          <p:cNvGrpSpPr>
            <a:grpSpLocks noChangeAspect="1"/>
          </p:cNvGrpSpPr>
          <p:nvPr>
            <p:custDataLst>
              <p:tags r:id="rId9"/>
            </p:custDataLst>
          </p:nvPr>
        </p:nvGrpSpPr>
        <p:grpSpPr>
          <a:xfrm>
            <a:off x="5848290" y="1578331"/>
            <a:ext cx="493568" cy="493568"/>
            <a:chOff x="4419601" y="4965701"/>
            <a:chExt cx="287338" cy="287338"/>
          </a:xfrm>
          <a:solidFill>
            <a:schemeClr val="lt1"/>
          </a:solidFill>
        </p:grpSpPr>
        <p:sp>
          <p:nvSpPr>
            <p:cNvPr id="291" name="Freeform 244">
              <a:extLst>
                <a:ext uri="{FF2B5EF4-FFF2-40B4-BE49-F238E27FC236}">
                  <a16:creationId xmlns:a16="http://schemas.microsoft.com/office/drawing/2014/main" id="{A29313E6-48CA-4296-A15C-7B554CBC3D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48">
              <a:extLst>
                <a:ext uri="{FF2B5EF4-FFF2-40B4-BE49-F238E27FC236}">
                  <a16:creationId xmlns:a16="http://schemas.microsoft.com/office/drawing/2014/main" id="{E38B5976-C2CA-4AF9-8479-A23BA9A15600}"/>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Doves" descr="{&quot;Key&quot;:&quot;POWER_USER_SHAPE_ICON&quot;,&quot;Value&quot;:&quot;POWER_USER_SHAPE_ICON_STYLE_1&quot;}">
            <a:extLst>
              <a:ext uri="{FF2B5EF4-FFF2-40B4-BE49-F238E27FC236}">
                <a16:creationId xmlns:a16="http://schemas.microsoft.com/office/drawing/2014/main" id="{57E7467C-852C-45BF-AFD0-734DDBE9A4D1}"/>
              </a:ext>
            </a:extLst>
          </p:cNvPr>
          <p:cNvGrpSpPr>
            <a:grpSpLocks noChangeAspect="1"/>
          </p:cNvGrpSpPr>
          <p:nvPr/>
        </p:nvGrpSpPr>
        <p:grpSpPr>
          <a:xfrm>
            <a:off x="7651159" y="4715238"/>
            <a:ext cx="471770" cy="493568"/>
            <a:chOff x="5470526" y="3173413"/>
            <a:chExt cx="481013" cy="503238"/>
          </a:xfrm>
          <a:solidFill>
            <a:schemeClr val="lt1"/>
          </a:solidFill>
        </p:grpSpPr>
        <p:sp>
          <p:nvSpPr>
            <p:cNvPr id="294" name="Freeform 49">
              <a:extLst>
                <a:ext uri="{FF2B5EF4-FFF2-40B4-BE49-F238E27FC236}">
                  <a16:creationId xmlns:a16="http://schemas.microsoft.com/office/drawing/2014/main" id="{5B22D4A1-76DF-4F40-8438-AF9D22F36ECA}"/>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50">
              <a:extLst>
                <a:ext uri="{FF2B5EF4-FFF2-40B4-BE49-F238E27FC236}">
                  <a16:creationId xmlns:a16="http://schemas.microsoft.com/office/drawing/2014/main" id="{16FBE713-A242-4A35-9E87-25E71743CF3D}"/>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51">
              <a:extLst>
                <a:ext uri="{FF2B5EF4-FFF2-40B4-BE49-F238E27FC236}">
                  <a16:creationId xmlns:a16="http://schemas.microsoft.com/office/drawing/2014/main" id="{1DFD153A-6F0B-4D3D-B069-8470F8492ABB}"/>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52">
              <a:extLst>
                <a:ext uri="{FF2B5EF4-FFF2-40B4-BE49-F238E27FC236}">
                  <a16:creationId xmlns:a16="http://schemas.microsoft.com/office/drawing/2014/main" id="{179B840C-B013-4B80-A7AD-38F0FFE9FCBD}"/>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53">
              <a:extLst>
                <a:ext uri="{FF2B5EF4-FFF2-40B4-BE49-F238E27FC236}">
                  <a16:creationId xmlns:a16="http://schemas.microsoft.com/office/drawing/2014/main" id="{B7D1C35A-91F1-4584-8F6D-AC6AFDA1BFE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54">
              <a:extLst>
                <a:ext uri="{FF2B5EF4-FFF2-40B4-BE49-F238E27FC236}">
                  <a16:creationId xmlns:a16="http://schemas.microsoft.com/office/drawing/2014/main" id="{B95B33D6-2EAC-42A8-BF41-6FD1E6915DBB}"/>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55">
              <a:extLst>
                <a:ext uri="{FF2B5EF4-FFF2-40B4-BE49-F238E27FC236}">
                  <a16:creationId xmlns:a16="http://schemas.microsoft.com/office/drawing/2014/main" id="{34F442E0-1F0E-46D9-9DFB-15EAA26A8B15}"/>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56">
              <a:extLst>
                <a:ext uri="{FF2B5EF4-FFF2-40B4-BE49-F238E27FC236}">
                  <a16:creationId xmlns:a16="http://schemas.microsoft.com/office/drawing/2014/main" id="{8D41BAC4-CA48-4045-AB48-D5B690E4E40B}"/>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57">
              <a:extLst>
                <a:ext uri="{FF2B5EF4-FFF2-40B4-BE49-F238E27FC236}">
                  <a16:creationId xmlns:a16="http://schemas.microsoft.com/office/drawing/2014/main" id="{E38461AE-D97C-4A76-B75C-6CBE918CCF66}"/>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58">
              <a:extLst>
                <a:ext uri="{FF2B5EF4-FFF2-40B4-BE49-F238E27FC236}">
                  <a16:creationId xmlns:a16="http://schemas.microsoft.com/office/drawing/2014/main" id="{9BBFE7DA-CB31-4155-90E1-DAE4A183064C}"/>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59">
              <a:extLst>
                <a:ext uri="{FF2B5EF4-FFF2-40B4-BE49-F238E27FC236}">
                  <a16:creationId xmlns:a16="http://schemas.microsoft.com/office/drawing/2014/main" id="{7108DFF4-0486-4A37-9FE3-D3ABFB2FAC58}"/>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60">
              <a:extLst>
                <a:ext uri="{FF2B5EF4-FFF2-40B4-BE49-F238E27FC236}">
                  <a16:creationId xmlns:a16="http://schemas.microsoft.com/office/drawing/2014/main" id="{66E77C28-7D4C-4832-8B65-318F2F749FA3}"/>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6" name="Factory8" descr="{&quot;Key&quot;:&quot;POWER_USER_SHAPE_ICON&quot;,&quot;Value&quot;:&quot;POWER_USER_SHAPE_ICON_STYLE_1&quot;}">
            <a:extLst>
              <a:ext uri="{FF2B5EF4-FFF2-40B4-BE49-F238E27FC236}">
                <a16:creationId xmlns:a16="http://schemas.microsoft.com/office/drawing/2014/main" id="{4B74BDAD-8A21-4C8B-AF2F-F93135769AB9}"/>
              </a:ext>
            </a:extLst>
          </p:cNvPr>
          <p:cNvGrpSpPr>
            <a:grpSpLocks noChangeAspect="1"/>
          </p:cNvGrpSpPr>
          <p:nvPr/>
        </p:nvGrpSpPr>
        <p:grpSpPr>
          <a:xfrm>
            <a:off x="4060694" y="4743116"/>
            <a:ext cx="424743" cy="448698"/>
            <a:chOff x="4368800" y="4398963"/>
            <a:chExt cx="731838" cy="773113"/>
          </a:xfrm>
        </p:grpSpPr>
        <p:sp>
          <p:nvSpPr>
            <p:cNvPr id="307" name="Freeform 81">
              <a:extLst>
                <a:ext uri="{FF2B5EF4-FFF2-40B4-BE49-F238E27FC236}">
                  <a16:creationId xmlns:a16="http://schemas.microsoft.com/office/drawing/2014/main" id="{711F2490-90E4-4C38-8D0A-5439952808D0}"/>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Rectangle 82">
              <a:extLst>
                <a:ext uri="{FF2B5EF4-FFF2-40B4-BE49-F238E27FC236}">
                  <a16:creationId xmlns:a16="http://schemas.microsoft.com/office/drawing/2014/main" id="{E22A03A4-C7EB-4E86-9AE8-6660D3C0146F}"/>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Rectangle 83">
              <a:extLst>
                <a:ext uri="{FF2B5EF4-FFF2-40B4-BE49-F238E27FC236}">
                  <a16:creationId xmlns:a16="http://schemas.microsoft.com/office/drawing/2014/main" id="{A2C16B40-642A-4B87-8711-F859251A4118}"/>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Rectangle 84">
              <a:extLst>
                <a:ext uri="{FF2B5EF4-FFF2-40B4-BE49-F238E27FC236}">
                  <a16:creationId xmlns:a16="http://schemas.microsoft.com/office/drawing/2014/main" id="{78BD43AD-5B9B-4A84-9BFA-E4499D06AB69}"/>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Rectangle 85">
              <a:extLst>
                <a:ext uri="{FF2B5EF4-FFF2-40B4-BE49-F238E27FC236}">
                  <a16:creationId xmlns:a16="http://schemas.microsoft.com/office/drawing/2014/main" id="{59C90CDC-3E24-4B39-B6F9-15FBF337A682}"/>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86">
              <a:extLst>
                <a:ext uri="{FF2B5EF4-FFF2-40B4-BE49-F238E27FC236}">
                  <a16:creationId xmlns:a16="http://schemas.microsoft.com/office/drawing/2014/main" id="{481E5A77-2787-4325-BF46-056F771D9F1A}"/>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Line 87">
              <a:extLst>
                <a:ext uri="{FF2B5EF4-FFF2-40B4-BE49-F238E27FC236}">
                  <a16:creationId xmlns:a16="http://schemas.microsoft.com/office/drawing/2014/main" id="{CCCB239C-7874-4B2A-A527-82116581E752}"/>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88">
              <a:extLst>
                <a:ext uri="{FF2B5EF4-FFF2-40B4-BE49-F238E27FC236}">
                  <a16:creationId xmlns:a16="http://schemas.microsoft.com/office/drawing/2014/main" id="{ED23078E-DAA2-49EF-BEFD-37386D4D74C1}"/>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Line 89">
              <a:extLst>
                <a:ext uri="{FF2B5EF4-FFF2-40B4-BE49-F238E27FC236}">
                  <a16:creationId xmlns:a16="http://schemas.microsoft.com/office/drawing/2014/main" id="{5BC5168F-C844-482F-8BF8-1C90103C7B50}"/>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Line 90">
              <a:extLst>
                <a:ext uri="{FF2B5EF4-FFF2-40B4-BE49-F238E27FC236}">
                  <a16:creationId xmlns:a16="http://schemas.microsoft.com/office/drawing/2014/main" id="{106721D1-26E6-4BE2-A257-99534D492951}"/>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91">
              <a:extLst>
                <a:ext uri="{FF2B5EF4-FFF2-40B4-BE49-F238E27FC236}">
                  <a16:creationId xmlns:a16="http://schemas.microsoft.com/office/drawing/2014/main" id="{D82C94B1-EAF9-411D-B8C2-F3C1F7DBE39A}"/>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92">
              <a:extLst>
                <a:ext uri="{FF2B5EF4-FFF2-40B4-BE49-F238E27FC236}">
                  <a16:creationId xmlns:a16="http://schemas.microsoft.com/office/drawing/2014/main" id="{1677DB5A-61BD-457D-8734-58602DD1AEDF}"/>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93">
              <a:extLst>
                <a:ext uri="{FF2B5EF4-FFF2-40B4-BE49-F238E27FC236}">
                  <a16:creationId xmlns:a16="http://schemas.microsoft.com/office/drawing/2014/main" id="{FB406AFC-3174-4588-A137-A560CE8A4DB0}"/>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TextBox 319">
            <a:extLst>
              <a:ext uri="{FF2B5EF4-FFF2-40B4-BE49-F238E27FC236}">
                <a16:creationId xmlns:a16="http://schemas.microsoft.com/office/drawing/2014/main" id="{E160B4F1-FFF9-44B5-BEA3-2C231F5DBA55}"/>
              </a:ext>
            </a:extLst>
          </p:cNvPr>
          <p:cNvSpPr txBox="1"/>
          <p:nvPr/>
        </p:nvSpPr>
        <p:spPr>
          <a:xfrm>
            <a:off x="8215918" y="1735164"/>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2.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p>
        </p:txBody>
      </p:sp>
      <p:sp>
        <p:nvSpPr>
          <p:cNvPr id="321" name="TextBox 320">
            <a:extLst>
              <a:ext uri="{FF2B5EF4-FFF2-40B4-BE49-F238E27FC236}">
                <a16:creationId xmlns:a16="http://schemas.microsoft.com/office/drawing/2014/main" id="{A513F3F6-A6AD-44E5-83E9-189A2CC7BEA5}"/>
              </a:ext>
            </a:extLst>
          </p:cNvPr>
          <p:cNvSpPr txBox="1"/>
          <p:nvPr/>
        </p:nvSpPr>
        <p:spPr>
          <a:xfrm>
            <a:off x="8215918" y="4177355"/>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3.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r>
              <a:rPr lang="en-US" sz="1600" kern="0" dirty="0" err="1"/>
              <a:t>urna</a:t>
            </a:r>
            <a:r>
              <a:rPr lang="en-US" sz="1600" kern="0" dirty="0"/>
              <a:t>.</a:t>
            </a:r>
          </a:p>
        </p:txBody>
      </p:sp>
    </p:spTree>
    <p:custDataLst>
      <p:tags r:id="rId1"/>
    </p:custDataLst>
    <p:extLst>
      <p:ext uri="{BB962C8B-B14F-4D97-AF65-F5344CB8AC3E}">
        <p14:creationId xmlns:p14="http://schemas.microsoft.com/office/powerpoint/2010/main" val="425321256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Hexagons 10</a:t>
            </a:r>
          </a:p>
        </p:txBody>
      </p:sp>
      <p:sp>
        <p:nvSpPr>
          <p:cNvPr id="104" name="Freeform 12">
            <a:extLst>
              <a:ext uri="{FF2B5EF4-FFF2-40B4-BE49-F238E27FC236}">
                <a16:creationId xmlns:a16="http://schemas.microsoft.com/office/drawing/2014/main" id="{FD3EF914-EED5-7871-9C35-5C9690B0ABC8}"/>
              </a:ext>
            </a:extLst>
          </p:cNvPr>
          <p:cNvSpPr>
            <a:spLocks noChangeAspect="1"/>
          </p:cNvSpPr>
          <p:nvPr/>
        </p:nvSpPr>
        <p:spPr>
          <a:xfrm>
            <a:off x="3452763" y="3590355"/>
            <a:ext cx="1989655" cy="1728968"/>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5" name="Freeform 12">
            <a:extLst>
              <a:ext uri="{FF2B5EF4-FFF2-40B4-BE49-F238E27FC236}">
                <a16:creationId xmlns:a16="http://schemas.microsoft.com/office/drawing/2014/main" id="{0DD67493-200A-214B-BA97-08B082337E7E}"/>
              </a:ext>
            </a:extLst>
          </p:cNvPr>
          <p:cNvSpPr>
            <a:spLocks noChangeAspect="1"/>
          </p:cNvSpPr>
          <p:nvPr/>
        </p:nvSpPr>
        <p:spPr>
          <a:xfrm>
            <a:off x="3625420" y="3740391"/>
            <a:ext cx="1644343" cy="14288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06" name="Group 105">
            <a:extLst>
              <a:ext uri="{FF2B5EF4-FFF2-40B4-BE49-F238E27FC236}">
                <a16:creationId xmlns:a16="http://schemas.microsoft.com/office/drawing/2014/main" id="{52D439B1-037A-0B0B-99F3-ADE3DB646869}"/>
              </a:ext>
            </a:extLst>
          </p:cNvPr>
          <p:cNvGrpSpPr>
            <a:grpSpLocks noChangeAspect="1"/>
          </p:cNvGrpSpPr>
          <p:nvPr/>
        </p:nvGrpSpPr>
        <p:grpSpPr>
          <a:xfrm>
            <a:off x="5093583" y="2650855"/>
            <a:ext cx="1989655" cy="1728968"/>
            <a:chOff x="3932115" y="2895803"/>
            <a:chExt cx="1808777" cy="1571789"/>
          </a:xfrm>
        </p:grpSpPr>
        <p:sp>
          <p:nvSpPr>
            <p:cNvPr id="107" name="Freeform 12">
              <a:extLst>
                <a:ext uri="{FF2B5EF4-FFF2-40B4-BE49-F238E27FC236}">
                  <a16:creationId xmlns:a16="http://schemas.microsoft.com/office/drawing/2014/main" id="{ED825228-046E-8BA6-052F-11F3B52F58E7}"/>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8" name="Freeform 12">
              <a:extLst>
                <a:ext uri="{FF2B5EF4-FFF2-40B4-BE49-F238E27FC236}">
                  <a16:creationId xmlns:a16="http://schemas.microsoft.com/office/drawing/2014/main" id="{90EA0307-3C62-A873-A171-F6A5E5B7973C}"/>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109" name="Group 108">
            <a:extLst>
              <a:ext uri="{FF2B5EF4-FFF2-40B4-BE49-F238E27FC236}">
                <a16:creationId xmlns:a16="http://schemas.microsoft.com/office/drawing/2014/main" id="{C0990C09-A36F-D884-7C0C-211EED50A729}"/>
              </a:ext>
            </a:extLst>
          </p:cNvPr>
          <p:cNvGrpSpPr>
            <a:grpSpLocks noChangeAspect="1"/>
          </p:cNvGrpSpPr>
          <p:nvPr/>
        </p:nvGrpSpPr>
        <p:grpSpPr>
          <a:xfrm>
            <a:off x="6734402" y="3590356"/>
            <a:ext cx="1989655" cy="1728968"/>
            <a:chOff x="3932115" y="2895803"/>
            <a:chExt cx="1808777" cy="1571789"/>
          </a:xfrm>
        </p:grpSpPr>
        <p:sp>
          <p:nvSpPr>
            <p:cNvPr id="110" name="Freeform 12">
              <a:extLst>
                <a:ext uri="{FF2B5EF4-FFF2-40B4-BE49-F238E27FC236}">
                  <a16:creationId xmlns:a16="http://schemas.microsoft.com/office/drawing/2014/main" id="{D02FE580-B0C1-BA77-7CE3-D88A7BA928A4}"/>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1" name="Freeform 12">
              <a:extLst>
                <a:ext uri="{FF2B5EF4-FFF2-40B4-BE49-F238E27FC236}">
                  <a16:creationId xmlns:a16="http://schemas.microsoft.com/office/drawing/2014/main" id="{D27B2DB6-5BE4-3782-1B57-D0F09C1BD5FF}"/>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17" name="Rectangle 116">
            <a:extLst>
              <a:ext uri="{FF2B5EF4-FFF2-40B4-BE49-F238E27FC236}">
                <a16:creationId xmlns:a16="http://schemas.microsoft.com/office/drawing/2014/main" id="{1C29C44D-FC23-95C0-BDCC-90BE86CA7068}"/>
              </a:ext>
            </a:extLst>
          </p:cNvPr>
          <p:cNvSpPr/>
          <p:nvPr/>
        </p:nvSpPr>
        <p:spPr bwMode="auto">
          <a:xfrm>
            <a:off x="945017"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cs typeface="Arial" pitchFamily="34" charset="0"/>
              </a:rPr>
              <a:t>01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sp>
        <p:nvSpPr>
          <p:cNvPr id="118" name="Rectangle 117">
            <a:extLst>
              <a:ext uri="{FF2B5EF4-FFF2-40B4-BE49-F238E27FC236}">
                <a16:creationId xmlns:a16="http://schemas.microsoft.com/office/drawing/2014/main" id="{A27EDB4B-BE6E-9472-9B8D-9F171B8C7F55}"/>
              </a:ext>
            </a:extLst>
          </p:cNvPr>
          <p:cNvSpPr/>
          <p:nvPr/>
        </p:nvSpPr>
        <p:spPr bwMode="auto">
          <a:xfrm>
            <a:off x="8515930"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cs typeface="Arial" pitchFamily="34" charset="0"/>
              </a:rPr>
              <a:t>03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sp>
        <p:nvSpPr>
          <p:cNvPr id="119" name="Rectangle 118">
            <a:extLst>
              <a:ext uri="{FF2B5EF4-FFF2-40B4-BE49-F238E27FC236}">
                <a16:creationId xmlns:a16="http://schemas.microsoft.com/office/drawing/2014/main" id="{8C13E881-445F-39A2-129F-AE5563C78113}"/>
              </a:ext>
            </a:extLst>
          </p:cNvPr>
          <p:cNvSpPr/>
          <p:nvPr/>
        </p:nvSpPr>
        <p:spPr bwMode="auto">
          <a:xfrm>
            <a:off x="4730474" y="138761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cs typeface="Arial" pitchFamily="34" charset="0"/>
              </a:rPr>
              <a:t>02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2"/>
                </a:solidFill>
                <a:effectLst/>
                <a:uLnTx/>
                <a:uFillTx/>
                <a:cs typeface="Arial" pitchFamily="34" charset="0"/>
              </a:rPr>
              <a:t>L</a:t>
            </a:r>
            <a:r>
              <a:rPr kumimoji="0" lang="en-US" sz="1400" b="0" i="0" u="none" strike="noStrike" kern="0" cap="none" spc="0" normalizeH="0" baseline="0" noProof="0" dirty="0">
                <a:ln>
                  <a:noFill/>
                </a:ln>
                <a:solidFill>
                  <a:schemeClr val="tx1"/>
                </a:solidFill>
                <a:effectLst/>
                <a:uLnTx/>
                <a:uFillTx/>
                <a:cs typeface="Arial" pitchFamily="34" charset="0"/>
              </a:rPr>
              <a:t>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grpSp>
        <p:nvGrpSpPr>
          <p:cNvPr id="121" name="Battery11" descr="{&quot;Key&quot;:&quot;POWER_USER_SHAPE_ICON&quot;,&quot;Value&quot;:&quot;POWER_USER_SHAPE_ICON_STYLE_1&quot;}">
            <a:extLst>
              <a:ext uri="{FF2B5EF4-FFF2-40B4-BE49-F238E27FC236}">
                <a16:creationId xmlns:a16="http://schemas.microsoft.com/office/drawing/2014/main" id="{B35926A4-3A8B-F63A-5F52-1E7B574C91D1}"/>
              </a:ext>
            </a:extLst>
          </p:cNvPr>
          <p:cNvGrpSpPr>
            <a:grpSpLocks noChangeAspect="1"/>
          </p:cNvGrpSpPr>
          <p:nvPr/>
        </p:nvGrpSpPr>
        <p:grpSpPr>
          <a:xfrm>
            <a:off x="4111613" y="4155481"/>
            <a:ext cx="666423" cy="692727"/>
            <a:chOff x="9964988" y="4057176"/>
            <a:chExt cx="1736105" cy="1804631"/>
          </a:xfrm>
          <a:solidFill>
            <a:schemeClr val="accent1"/>
          </a:solidFill>
        </p:grpSpPr>
        <p:sp>
          <p:nvSpPr>
            <p:cNvPr id="122" name="Freeform 3228">
              <a:extLst>
                <a:ext uri="{FF2B5EF4-FFF2-40B4-BE49-F238E27FC236}">
                  <a16:creationId xmlns:a16="http://schemas.microsoft.com/office/drawing/2014/main" id="{19511FCF-C17C-757B-6953-BF4AA102789A}"/>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3229">
              <a:extLst>
                <a:ext uri="{FF2B5EF4-FFF2-40B4-BE49-F238E27FC236}">
                  <a16:creationId xmlns:a16="http://schemas.microsoft.com/office/drawing/2014/main" id="{9BBCA9E3-87A8-F276-086F-5EDCE4A0F0A6}"/>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3230">
              <a:extLst>
                <a:ext uri="{FF2B5EF4-FFF2-40B4-BE49-F238E27FC236}">
                  <a16:creationId xmlns:a16="http://schemas.microsoft.com/office/drawing/2014/main" id="{4244728A-AF83-9F2A-3569-FBFC6E93B39E}"/>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3231">
              <a:extLst>
                <a:ext uri="{FF2B5EF4-FFF2-40B4-BE49-F238E27FC236}">
                  <a16:creationId xmlns:a16="http://schemas.microsoft.com/office/drawing/2014/main" id="{9601B838-B7E0-20D9-8FCF-B1BCF788A56C}"/>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3232">
              <a:extLst>
                <a:ext uri="{FF2B5EF4-FFF2-40B4-BE49-F238E27FC236}">
                  <a16:creationId xmlns:a16="http://schemas.microsoft.com/office/drawing/2014/main" id="{FE48CDC3-18F6-F3BC-8ECB-F76489A17F5A}"/>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233">
              <a:extLst>
                <a:ext uri="{FF2B5EF4-FFF2-40B4-BE49-F238E27FC236}">
                  <a16:creationId xmlns:a16="http://schemas.microsoft.com/office/drawing/2014/main" id="{AB5B1B24-D284-0742-A189-EF7D3E125AF4}"/>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234">
              <a:extLst>
                <a:ext uri="{FF2B5EF4-FFF2-40B4-BE49-F238E27FC236}">
                  <a16:creationId xmlns:a16="http://schemas.microsoft.com/office/drawing/2014/main" id="{BAE5FB38-E268-32E5-9587-C35DCD75C0CB}"/>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3235">
              <a:extLst>
                <a:ext uri="{FF2B5EF4-FFF2-40B4-BE49-F238E27FC236}">
                  <a16:creationId xmlns:a16="http://schemas.microsoft.com/office/drawing/2014/main" id="{6D6E9345-3C59-67A0-0949-70D1BB88E75C}"/>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3241">
              <a:extLst>
                <a:ext uri="{FF2B5EF4-FFF2-40B4-BE49-F238E27FC236}">
                  <a16:creationId xmlns:a16="http://schemas.microsoft.com/office/drawing/2014/main" id="{59C59435-FE45-B391-471C-C5A1D1FF734C}"/>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242">
              <a:extLst>
                <a:ext uri="{FF2B5EF4-FFF2-40B4-BE49-F238E27FC236}">
                  <a16:creationId xmlns:a16="http://schemas.microsoft.com/office/drawing/2014/main" id="{66B6A290-547B-CFAF-8A0E-65BADCBD9F6E}"/>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3243">
              <a:extLst>
                <a:ext uri="{FF2B5EF4-FFF2-40B4-BE49-F238E27FC236}">
                  <a16:creationId xmlns:a16="http://schemas.microsoft.com/office/drawing/2014/main" id="{C2894DE5-6573-6E90-5983-10FCBA40418F}"/>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3244">
              <a:extLst>
                <a:ext uri="{FF2B5EF4-FFF2-40B4-BE49-F238E27FC236}">
                  <a16:creationId xmlns:a16="http://schemas.microsoft.com/office/drawing/2014/main" id="{F9AA95E6-CE2C-0D80-FCD0-DC8A44B7559A}"/>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230">
              <a:extLst>
                <a:ext uri="{FF2B5EF4-FFF2-40B4-BE49-F238E27FC236}">
                  <a16:creationId xmlns:a16="http://schemas.microsoft.com/office/drawing/2014/main" id="{0C767973-8717-BF41-1AB5-6EA60D812266}"/>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30">
              <a:extLst>
                <a:ext uri="{FF2B5EF4-FFF2-40B4-BE49-F238E27FC236}">
                  <a16:creationId xmlns:a16="http://schemas.microsoft.com/office/drawing/2014/main" id="{927B6567-EC10-03B8-6D51-E61EC0464739}"/>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230">
              <a:extLst>
                <a:ext uri="{FF2B5EF4-FFF2-40B4-BE49-F238E27FC236}">
                  <a16:creationId xmlns:a16="http://schemas.microsoft.com/office/drawing/2014/main" id="{DF5FD1D8-C70A-F058-C7FB-3CEB02CA1C34}"/>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230">
              <a:extLst>
                <a:ext uri="{FF2B5EF4-FFF2-40B4-BE49-F238E27FC236}">
                  <a16:creationId xmlns:a16="http://schemas.microsoft.com/office/drawing/2014/main" id="{8EAB391C-1E09-DBAE-350F-E8BDC479A2EB}"/>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230">
              <a:extLst>
                <a:ext uri="{FF2B5EF4-FFF2-40B4-BE49-F238E27FC236}">
                  <a16:creationId xmlns:a16="http://schemas.microsoft.com/office/drawing/2014/main" id="{26339015-B643-5CCC-D89F-3E57B6C17AF7}"/>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8" name="Car_wheel2" descr="{&quot;Key&quot;:&quot;POWER_USER_SHAPE_ICON&quot;,&quot;Value&quot;:&quot;POWER_USER_SHAPE_ICON_STYLE_1&quot;}">
            <a:extLst>
              <a:ext uri="{FF2B5EF4-FFF2-40B4-BE49-F238E27FC236}">
                <a16:creationId xmlns:a16="http://schemas.microsoft.com/office/drawing/2014/main" id="{9AFDDA8B-3A6D-F546-887E-581E010655FA}"/>
              </a:ext>
            </a:extLst>
          </p:cNvPr>
          <p:cNvGrpSpPr>
            <a:grpSpLocks noChangeAspect="1"/>
          </p:cNvGrpSpPr>
          <p:nvPr/>
        </p:nvGrpSpPr>
        <p:grpSpPr>
          <a:xfrm>
            <a:off x="7369997" y="4071232"/>
            <a:ext cx="692727" cy="692727"/>
            <a:chOff x="4289425" y="384175"/>
            <a:chExt cx="215900" cy="215900"/>
          </a:xfrm>
          <a:solidFill>
            <a:schemeClr val="accent3"/>
          </a:solidFill>
        </p:grpSpPr>
        <p:sp>
          <p:nvSpPr>
            <p:cNvPr id="219" name="Freeform 6">
              <a:extLst>
                <a:ext uri="{FF2B5EF4-FFF2-40B4-BE49-F238E27FC236}">
                  <a16:creationId xmlns:a16="http://schemas.microsoft.com/office/drawing/2014/main" id="{3BF7E9BA-209C-9C84-FF68-13B8004AEA98}"/>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7">
              <a:extLst>
                <a:ext uri="{FF2B5EF4-FFF2-40B4-BE49-F238E27FC236}">
                  <a16:creationId xmlns:a16="http://schemas.microsoft.com/office/drawing/2014/main" id="{F3C2EE6B-9FB9-9B28-94A5-C1B57295A6E8}"/>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8">
              <a:extLst>
                <a:ext uri="{FF2B5EF4-FFF2-40B4-BE49-F238E27FC236}">
                  <a16:creationId xmlns:a16="http://schemas.microsoft.com/office/drawing/2014/main" id="{4C9FDC96-A1D2-B973-6D6B-9962F7D60ED8}"/>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
              <a:extLst>
                <a:ext uri="{FF2B5EF4-FFF2-40B4-BE49-F238E27FC236}">
                  <a16:creationId xmlns:a16="http://schemas.microsoft.com/office/drawing/2014/main" id="{0D6D857B-773C-DE02-BCB6-1C46F614CE17}"/>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
              <a:extLst>
                <a:ext uri="{FF2B5EF4-FFF2-40B4-BE49-F238E27FC236}">
                  <a16:creationId xmlns:a16="http://schemas.microsoft.com/office/drawing/2014/main" id="{27F98E7D-93AD-A2CB-1D11-6B42F71A087D}"/>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1">
              <a:extLst>
                <a:ext uri="{FF2B5EF4-FFF2-40B4-BE49-F238E27FC236}">
                  <a16:creationId xmlns:a16="http://schemas.microsoft.com/office/drawing/2014/main" id="{5BF963B8-7B13-B64D-3395-87E2F1F5BED8}"/>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2">
              <a:extLst>
                <a:ext uri="{FF2B5EF4-FFF2-40B4-BE49-F238E27FC236}">
                  <a16:creationId xmlns:a16="http://schemas.microsoft.com/office/drawing/2014/main" id="{54E237EE-813B-60B1-97B2-F516A6730AC9}"/>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3">
              <a:extLst>
                <a:ext uri="{FF2B5EF4-FFF2-40B4-BE49-F238E27FC236}">
                  <a16:creationId xmlns:a16="http://schemas.microsoft.com/office/drawing/2014/main" id="{AA8B7EC0-FBF6-8D06-4058-DCEDF05D1912}"/>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4">
              <a:extLst>
                <a:ext uri="{FF2B5EF4-FFF2-40B4-BE49-F238E27FC236}">
                  <a16:creationId xmlns:a16="http://schemas.microsoft.com/office/drawing/2014/main" id="{F66DFFA3-6841-6119-4C2A-00691E26F732}"/>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5">
              <a:extLst>
                <a:ext uri="{FF2B5EF4-FFF2-40B4-BE49-F238E27FC236}">
                  <a16:creationId xmlns:a16="http://schemas.microsoft.com/office/drawing/2014/main" id="{919F4436-7B22-F2B9-B7AD-797CDED6D836}"/>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6">
              <a:extLst>
                <a:ext uri="{FF2B5EF4-FFF2-40B4-BE49-F238E27FC236}">
                  <a16:creationId xmlns:a16="http://schemas.microsoft.com/office/drawing/2014/main" id="{D7D3EA65-5DCA-47C6-A053-005D9077F32C}"/>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7">
              <a:extLst>
                <a:ext uri="{FF2B5EF4-FFF2-40B4-BE49-F238E27FC236}">
                  <a16:creationId xmlns:a16="http://schemas.microsoft.com/office/drawing/2014/main" id="{1C727E35-B9D6-4DDB-5E0C-3F45F30C81CE}"/>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8">
              <a:extLst>
                <a:ext uri="{FF2B5EF4-FFF2-40B4-BE49-F238E27FC236}">
                  <a16:creationId xmlns:a16="http://schemas.microsoft.com/office/drawing/2014/main" id="{BC53BA31-980F-CC41-7881-6D80BC533CF6}"/>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9">
              <a:extLst>
                <a:ext uri="{FF2B5EF4-FFF2-40B4-BE49-F238E27FC236}">
                  <a16:creationId xmlns:a16="http://schemas.microsoft.com/office/drawing/2014/main" id="{C2A56F5A-D565-C0EA-B6A6-9B255C3297D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20">
              <a:extLst>
                <a:ext uri="{FF2B5EF4-FFF2-40B4-BE49-F238E27FC236}">
                  <a16:creationId xmlns:a16="http://schemas.microsoft.com/office/drawing/2014/main" id="{CFC9830F-215E-F014-B8A2-5604B14B948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21">
              <a:extLst>
                <a:ext uri="{FF2B5EF4-FFF2-40B4-BE49-F238E27FC236}">
                  <a16:creationId xmlns:a16="http://schemas.microsoft.com/office/drawing/2014/main" id="{59E1123D-7840-AEBD-CC22-40F1B17F242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22">
              <a:extLst>
                <a:ext uri="{FF2B5EF4-FFF2-40B4-BE49-F238E27FC236}">
                  <a16:creationId xmlns:a16="http://schemas.microsoft.com/office/drawing/2014/main" id="{308DAFED-67FF-3476-FE62-4709813319A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23">
              <a:extLst>
                <a:ext uri="{FF2B5EF4-FFF2-40B4-BE49-F238E27FC236}">
                  <a16:creationId xmlns:a16="http://schemas.microsoft.com/office/drawing/2014/main" id="{BF23EFB0-D8AB-5576-C2E5-E84564D35680}"/>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24">
              <a:extLst>
                <a:ext uri="{FF2B5EF4-FFF2-40B4-BE49-F238E27FC236}">
                  <a16:creationId xmlns:a16="http://schemas.microsoft.com/office/drawing/2014/main" id="{9F3B712E-94B1-C085-8D50-872B90114EED}"/>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25">
              <a:extLst>
                <a:ext uri="{FF2B5EF4-FFF2-40B4-BE49-F238E27FC236}">
                  <a16:creationId xmlns:a16="http://schemas.microsoft.com/office/drawing/2014/main" id="{B78FFFFD-2468-60C0-CEFE-832C01DBC06B}"/>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26">
              <a:extLst>
                <a:ext uri="{FF2B5EF4-FFF2-40B4-BE49-F238E27FC236}">
                  <a16:creationId xmlns:a16="http://schemas.microsoft.com/office/drawing/2014/main" id="{E0224E6F-065F-AC8A-C329-F03C381C692C}"/>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27">
              <a:extLst>
                <a:ext uri="{FF2B5EF4-FFF2-40B4-BE49-F238E27FC236}">
                  <a16:creationId xmlns:a16="http://schemas.microsoft.com/office/drawing/2014/main" id="{B9AAAD16-5BC1-62E3-95D0-5FA317858B0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28">
              <a:extLst>
                <a:ext uri="{FF2B5EF4-FFF2-40B4-BE49-F238E27FC236}">
                  <a16:creationId xmlns:a16="http://schemas.microsoft.com/office/drawing/2014/main" id="{90B61B3F-02B0-31EA-1A60-F10350F968E6}"/>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29">
              <a:extLst>
                <a:ext uri="{FF2B5EF4-FFF2-40B4-BE49-F238E27FC236}">
                  <a16:creationId xmlns:a16="http://schemas.microsoft.com/office/drawing/2014/main" id="{1285D7F0-2516-E21F-B088-6E5AC905A26B}"/>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30">
              <a:extLst>
                <a:ext uri="{FF2B5EF4-FFF2-40B4-BE49-F238E27FC236}">
                  <a16:creationId xmlns:a16="http://schemas.microsoft.com/office/drawing/2014/main" id="{B0D096FC-6EC2-4707-16A3-F6FA0D00FD2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D4ABF11C-AD12-D942-74D3-D287007D96E0}"/>
              </a:ext>
            </a:extLst>
          </p:cNvPr>
          <p:cNvGrpSpPr>
            <a:grpSpLocks noChangeAspect="1"/>
          </p:cNvGrpSpPr>
          <p:nvPr/>
        </p:nvGrpSpPr>
        <p:grpSpPr>
          <a:xfrm>
            <a:off x="5828044" y="3099238"/>
            <a:ext cx="557113" cy="838200"/>
            <a:chOff x="7976414" y="4946023"/>
            <a:chExt cx="1220753" cy="1836686"/>
          </a:xfrm>
          <a:solidFill>
            <a:schemeClr val="accent2"/>
          </a:solidFill>
        </p:grpSpPr>
        <p:sp>
          <p:nvSpPr>
            <p:cNvPr id="245" name="Freeform: Shape 1985">
              <a:extLst>
                <a:ext uri="{FF2B5EF4-FFF2-40B4-BE49-F238E27FC236}">
                  <a16:creationId xmlns:a16="http://schemas.microsoft.com/office/drawing/2014/main" id="{80F01772-BEEF-9FC2-21FB-15CBFEE1F54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92680D9B-2255-3EE2-1F55-873BC0AB5024}"/>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EB61A9BE-FAC7-EA84-D9D8-3DE03343CE37}"/>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3A8114AF-E5F5-4623-4530-21D9864AAD8A}"/>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A087B8F1-858B-8DF2-5C23-143CD57B36A7}"/>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1BE70FF0-6EC2-CC92-EAF7-DE367DE6CCA1}"/>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B1CC5D9F-DD3A-6339-0339-9BCAB56F9B19}"/>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CCFA982A-DD7F-6835-4063-2D27709A5DD8}"/>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A109669B-4F37-945E-6412-4C0BB248B5C0}"/>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694EA053-F9EA-ED12-66C6-EC5184217556}"/>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8E073B-81C4-8909-79A4-A55031AD7990}"/>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67F7CD20-5B04-D039-798E-A7B83AAE12A8}"/>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AE72039A-E646-7ACD-E3C9-C704F62C2E8E}"/>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E0051E6B-0943-C230-B3D4-896DAB461FF3}"/>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09C71B0D-F63F-6FFF-CE33-97BEB30D745D}"/>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1C6810B9-A626-7848-A834-C47ABCA1ECAE}"/>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4FBD2607-445E-CFBF-7961-DD051206ABF2}"/>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FA69BE1D-2C9E-F307-C194-F2B5B6497FF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7954495-6056-275D-BD31-D6A0F76B6ACE}"/>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5ED2DB85-862C-0421-633D-DDFFB548087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1AA0D967-8F79-88BA-0892-CD53F16CC963}"/>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636FE086-E7BC-DC1E-E283-21083EACBFB0}"/>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BD79E701-A2CE-897B-2251-BDD4BC93778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05AC4F54-BCC0-2761-D881-91FF2A3FA246}"/>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BFD3256-7A4F-E8F1-C487-561314E5421C}"/>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32469902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2</a:t>
            </a:r>
          </a:p>
        </p:txBody>
      </p:sp>
      <p:sp>
        <p:nvSpPr>
          <p:cNvPr id="30" name="Rectangle 29"/>
          <p:cNvSpPr/>
          <p:nvPr/>
        </p:nvSpPr>
        <p:spPr bwMode="auto">
          <a:xfrm>
            <a:off x="1490448"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a:t>
            </a:r>
            <a:r>
              <a:rPr kumimoji="0" lang="en-US" sz="1600" i="0" u="none" strike="noStrike" kern="0" cap="none" spc="0" normalizeH="0" baseline="0" noProof="0" dirty="0" err="1">
                <a:ln>
                  <a:noFill/>
                </a:ln>
                <a:solidFill>
                  <a:schemeClr val="tx1"/>
                </a:solidFill>
                <a:effectLst/>
                <a:uLnTx/>
                <a:uFillTx/>
                <a:cs typeface="Arial" pitchFamily="34" charset="0"/>
              </a:rPr>
              <a:t>malesuada</a:t>
            </a:r>
            <a:r>
              <a:rPr kumimoji="0" lang="en-US" sz="1600" i="0" u="none" strike="noStrike" kern="0" cap="none" spc="0" normalizeH="0" baseline="0" noProof="0" dirty="0">
                <a:ln>
                  <a:noFill/>
                </a:ln>
                <a:solidFill>
                  <a:schemeClr val="tx1"/>
                </a:solidFill>
                <a:effectLst/>
                <a:uLnTx/>
                <a:uFillTx/>
                <a:cs typeface="Arial" pitchFamily="34" charset="0"/>
              </a:rPr>
              <a:t> libero, sit </a:t>
            </a:r>
            <a:r>
              <a:rPr kumimoji="0" lang="en-US" sz="1600" i="0" u="none" strike="noStrike" kern="0" cap="none" spc="0" normalizeH="0" baseline="0" noProof="0" dirty="0" err="1">
                <a:ln>
                  <a:noFill/>
                </a:ln>
                <a:solidFill>
                  <a:schemeClr val="tx1"/>
                </a:solidFill>
                <a:effectLst/>
                <a:uLnTx/>
                <a:uFillTx/>
                <a:cs typeface="Arial" pitchFamily="34" charset="0"/>
              </a:rPr>
              <a:t>amet</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commodo</a:t>
            </a:r>
            <a:r>
              <a:rPr kumimoji="0" lang="en-US" sz="1600" i="0" u="none" strike="noStrike" kern="0" cap="none" spc="0" normalizeH="0" baseline="0" noProof="0" dirty="0">
                <a:ln>
                  <a:noFill/>
                </a:ln>
                <a:solidFill>
                  <a:schemeClr val="tx1"/>
                </a:solidFill>
                <a:effectLst/>
                <a:uLnTx/>
                <a:uFillTx/>
                <a:cs typeface="Arial" pitchFamily="34" charset="0"/>
              </a:rPr>
              <a:t> magna eros </a:t>
            </a:r>
            <a:r>
              <a:rPr kumimoji="0" lang="en-US" sz="1600" i="0" u="none" strike="noStrike" kern="0" cap="none" spc="0" normalizeH="0" baseline="0" noProof="0" dirty="0" err="1">
                <a:ln>
                  <a:noFill/>
                </a:ln>
                <a:solidFill>
                  <a:schemeClr val="tx1"/>
                </a:solidFill>
                <a:effectLst/>
                <a:uLnTx/>
                <a:uFillTx/>
                <a:cs typeface="Arial" pitchFamily="34" charset="0"/>
              </a:rPr>
              <a:t>quis</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grpSp>
        <p:nvGrpSpPr>
          <p:cNvPr id="5" name="Group 4">
            <a:extLst>
              <a:ext uri="{FF2B5EF4-FFF2-40B4-BE49-F238E27FC236}">
                <a16:creationId xmlns:a16="http://schemas.microsoft.com/office/drawing/2014/main" id="{1D4467B2-3024-43B5-AF02-3F22D4730A6D}"/>
              </a:ext>
            </a:extLst>
          </p:cNvPr>
          <p:cNvGrpSpPr/>
          <p:nvPr/>
        </p:nvGrpSpPr>
        <p:grpSpPr>
          <a:xfrm>
            <a:off x="2095771"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5359675"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9AC39182-EA72-4CD2-8832-C35EE7E31AAE}"/>
              </a:ext>
            </a:extLst>
          </p:cNvPr>
          <p:cNvGrpSpPr/>
          <p:nvPr/>
        </p:nvGrpSpPr>
        <p:grpSpPr>
          <a:xfrm>
            <a:off x="8623579" y="1806328"/>
            <a:ext cx="1472650" cy="1472650"/>
            <a:chOff x="5359676" y="1806328"/>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1806328"/>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158094"/>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4754352"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
        <p:nvSpPr>
          <p:cNvPr id="146" name="Rectangle 145">
            <a:extLst>
              <a:ext uri="{FF2B5EF4-FFF2-40B4-BE49-F238E27FC236}">
                <a16:creationId xmlns:a16="http://schemas.microsoft.com/office/drawing/2014/main" id="{A2CFA87E-8425-4CAE-A0FB-87FC4E6DF3CF}"/>
              </a:ext>
            </a:extLst>
          </p:cNvPr>
          <p:cNvSpPr/>
          <p:nvPr/>
        </p:nvSpPr>
        <p:spPr bwMode="auto">
          <a:xfrm>
            <a:off x="8018256"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Tree>
    <p:custDataLst>
      <p:tags r:id="rId1"/>
    </p:custDataLst>
    <p:extLst>
      <p:ext uri="{BB962C8B-B14F-4D97-AF65-F5344CB8AC3E}">
        <p14:creationId xmlns:p14="http://schemas.microsoft.com/office/powerpoint/2010/main" val="156921472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Vertical text frames 3</a:t>
            </a:r>
          </a:p>
        </p:txBody>
      </p:sp>
      <p:sp>
        <p:nvSpPr>
          <p:cNvPr id="4" name="Rectangle 3"/>
          <p:cNvSpPr>
            <a:spLocks noChangeAspect="1"/>
          </p:cNvSpPr>
          <p:nvPr/>
        </p:nvSpPr>
        <p:spPr>
          <a:xfrm>
            <a:off x="842857" y="2579040"/>
            <a:ext cx="792000" cy="792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p:cNvSpPr>
            <a:spLocks noChangeAspect="1"/>
          </p:cNvSpPr>
          <p:nvPr/>
        </p:nvSpPr>
        <p:spPr>
          <a:xfrm>
            <a:off x="4384844" y="2579040"/>
            <a:ext cx="792000" cy="792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p:cNvSpPr>
            <a:spLocks noChangeAspect="1"/>
          </p:cNvSpPr>
          <p:nvPr/>
        </p:nvSpPr>
        <p:spPr>
          <a:xfrm>
            <a:off x="7926831" y="2579040"/>
            <a:ext cx="792000" cy="792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a:spLocks noChangeAspect="1"/>
          </p:cNvSpPr>
          <p:nvPr/>
        </p:nvSpPr>
        <p:spPr>
          <a:xfrm>
            <a:off x="1634857" y="2579040"/>
            <a:ext cx="2138356" cy="792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8" name="Rectangle 7"/>
          <p:cNvSpPr>
            <a:spLocks noChangeAspect="1"/>
          </p:cNvSpPr>
          <p:nvPr/>
        </p:nvSpPr>
        <p:spPr>
          <a:xfrm>
            <a:off x="5176844" y="2579040"/>
            <a:ext cx="2138356" cy="79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9" name="Rectangle 8"/>
          <p:cNvSpPr>
            <a:spLocks noChangeAspect="1"/>
          </p:cNvSpPr>
          <p:nvPr/>
        </p:nvSpPr>
        <p:spPr>
          <a:xfrm>
            <a:off x="8718831" y="2579040"/>
            <a:ext cx="2138356" cy="79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12" name="TextBox 11"/>
          <p:cNvSpPr txBox="1"/>
          <p:nvPr/>
        </p:nvSpPr>
        <p:spPr>
          <a:xfrm>
            <a:off x="842857"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sp>
        <p:nvSpPr>
          <p:cNvPr id="13" name="TextBox 12"/>
          <p:cNvSpPr txBox="1"/>
          <p:nvPr/>
        </p:nvSpPr>
        <p:spPr>
          <a:xfrm>
            <a:off x="4384844"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sp>
        <p:nvSpPr>
          <p:cNvPr id="14" name="TextBox 13"/>
          <p:cNvSpPr txBox="1"/>
          <p:nvPr/>
        </p:nvSpPr>
        <p:spPr>
          <a:xfrm>
            <a:off x="7926831"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grpSp>
        <p:nvGrpSpPr>
          <p:cNvPr id="17" name="POWER_USER_ID_ICONS_Advocacy" descr="{&quot;Key&quot;:&quot;POWER_USER_SHAPE_ICON&quot;,&quot;Value&quot;:&quot;POWER_USER_SHAPE_ICON_STYLE_1&quot;}"/>
          <p:cNvGrpSpPr>
            <a:grpSpLocks noChangeAspect="1"/>
          </p:cNvGrpSpPr>
          <p:nvPr>
            <p:custDataLst>
              <p:tags r:id="rId2"/>
            </p:custDataLst>
          </p:nvPr>
        </p:nvGrpSpPr>
        <p:grpSpPr bwMode="auto">
          <a:xfrm>
            <a:off x="4522792" y="2646006"/>
            <a:ext cx="535289" cy="617945"/>
            <a:chOff x="8" y="8"/>
            <a:chExt cx="408" cy="471"/>
          </a:xfrm>
          <a:solidFill>
            <a:schemeClr val="lt1"/>
          </a:solidFill>
        </p:grpSpPr>
        <p:sp>
          <p:nvSpPr>
            <p:cNvPr id="18" name="POWER_USER_ID_ICONS_Advocacy"/>
            <p:cNvSpPr>
              <a:spLocks noChangeArrowheads="1"/>
            </p:cNvSpPr>
            <p:nvPr>
              <p:custDataLst>
                <p:tags r:id="rId5"/>
              </p:custDataLst>
            </p:nvPr>
          </p:nvSpPr>
          <p:spPr bwMode="auto">
            <a:xfrm>
              <a:off x="285"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POWER_USER_ID_ICONS_Advocacy"/>
            <p:cNvSpPr>
              <a:spLocks noChangeArrowheads="1"/>
            </p:cNvSpPr>
            <p:nvPr>
              <p:custDataLst>
                <p:tags r:id="rId6"/>
              </p:custDataLst>
            </p:nvPr>
          </p:nvSpPr>
          <p:spPr bwMode="auto">
            <a:xfrm>
              <a:off x="20"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POWER_USER_ID_ICONS_Advocacy"/>
            <p:cNvSpPr>
              <a:spLocks noChangeArrowheads="1"/>
            </p:cNvSpPr>
            <p:nvPr>
              <p:custDataLst>
                <p:tags r:id="rId7"/>
              </p:custDataLst>
            </p:nvPr>
          </p:nvSpPr>
          <p:spPr bwMode="auto">
            <a:xfrm>
              <a:off x="221" y="264"/>
              <a:ext cx="56"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POWER_USER_ID_ICONS_Advocacy"/>
            <p:cNvSpPr>
              <a:spLocks/>
            </p:cNvSpPr>
            <p:nvPr>
              <p:custDataLst>
                <p:tags r:id="rId8"/>
              </p:custDataLst>
            </p:nvPr>
          </p:nvSpPr>
          <p:spPr bwMode="auto">
            <a:xfrm>
              <a:off x="295" y="345"/>
              <a:ext cx="39" cy="86"/>
            </a:xfrm>
            <a:custGeom>
              <a:avLst/>
              <a:gdLst>
                <a:gd name="T0" fmla="*/ 103 w 103"/>
                <a:gd name="T1" fmla="*/ 229 h 229"/>
                <a:gd name="T2" fmla="*/ 20 w 103"/>
                <a:gd name="T3" fmla="*/ 229 h 229"/>
                <a:gd name="T4" fmla="*/ 20 w 103"/>
                <a:gd name="T5" fmla="*/ 76 h 229"/>
                <a:gd name="T6" fmla="*/ 0 w 103"/>
                <a:gd name="T7" fmla="*/ 4 h 229"/>
                <a:gd name="T8" fmla="*/ 23 w 103"/>
                <a:gd name="T9" fmla="*/ 0 h 229"/>
                <a:gd name="T10" fmla="*/ 103 w 103"/>
                <a:gd name="T11" fmla="*/ 81 h 229"/>
                <a:gd name="T12" fmla="*/ 103 w 103"/>
                <a:gd name="T13" fmla="*/ 229 h 229"/>
              </a:gdLst>
              <a:ahLst/>
              <a:cxnLst>
                <a:cxn ang="0">
                  <a:pos x="T0" y="T1"/>
                </a:cxn>
                <a:cxn ang="0">
                  <a:pos x="T2" y="T3"/>
                </a:cxn>
                <a:cxn ang="0">
                  <a:pos x="T4" y="T5"/>
                </a:cxn>
                <a:cxn ang="0">
                  <a:pos x="T6" y="T7"/>
                </a:cxn>
                <a:cxn ang="0">
                  <a:pos x="T8" y="T9"/>
                </a:cxn>
                <a:cxn ang="0">
                  <a:pos x="T10" y="T11"/>
                </a:cxn>
                <a:cxn ang="0">
                  <a:pos x="T12" y="T13"/>
                </a:cxn>
              </a:cxnLst>
              <a:rect l="0" t="0" r="r" b="b"/>
              <a:pathLst>
                <a:path w="103" h="229">
                  <a:moveTo>
                    <a:pt x="103" y="229"/>
                  </a:moveTo>
                  <a:lnTo>
                    <a:pt x="20" y="229"/>
                  </a:lnTo>
                  <a:lnTo>
                    <a:pt x="20" y="76"/>
                  </a:lnTo>
                  <a:cubicBezTo>
                    <a:pt x="20" y="50"/>
                    <a:pt x="12" y="25"/>
                    <a:pt x="0" y="4"/>
                  </a:cubicBezTo>
                  <a:cubicBezTo>
                    <a:pt x="7" y="2"/>
                    <a:pt x="15" y="0"/>
                    <a:pt x="23" y="0"/>
                  </a:cubicBezTo>
                  <a:cubicBezTo>
                    <a:pt x="67" y="0"/>
                    <a:pt x="103" y="36"/>
                    <a:pt x="103" y="81"/>
                  </a:cubicBezTo>
                  <a:lnTo>
                    <a:pt x="103"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POWER_USER_ID_ICONS_Advocacy"/>
            <p:cNvSpPr>
              <a:spLocks noChangeArrowheads="1"/>
            </p:cNvSpPr>
            <p:nvPr>
              <p:custDataLst>
                <p:tags r:id="rId9"/>
              </p:custDataLst>
            </p:nvPr>
          </p:nvSpPr>
          <p:spPr bwMode="auto">
            <a:xfrm>
              <a:off x="66" y="264"/>
              <a:ext cx="55"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POWER_USER_ID_ICONS_Advocacy"/>
            <p:cNvSpPr>
              <a:spLocks/>
            </p:cNvSpPr>
            <p:nvPr>
              <p:custDataLst>
                <p:tags r:id="rId10"/>
              </p:custDataLst>
            </p:nvPr>
          </p:nvSpPr>
          <p:spPr bwMode="auto">
            <a:xfrm>
              <a:off x="8" y="345"/>
              <a:ext cx="39" cy="86"/>
            </a:xfrm>
            <a:custGeom>
              <a:avLst/>
              <a:gdLst>
                <a:gd name="T0" fmla="*/ 81 w 104"/>
                <a:gd name="T1" fmla="*/ 0 h 229"/>
                <a:gd name="T2" fmla="*/ 104 w 104"/>
                <a:gd name="T3" fmla="*/ 4 h 229"/>
                <a:gd name="T4" fmla="*/ 83 w 104"/>
                <a:gd name="T5" fmla="*/ 76 h 229"/>
                <a:gd name="T6" fmla="*/ 83 w 104"/>
                <a:gd name="T7" fmla="*/ 229 h 229"/>
                <a:gd name="T8" fmla="*/ 0 w 104"/>
                <a:gd name="T9" fmla="*/ 229 h 229"/>
                <a:gd name="T10" fmla="*/ 0 w 104"/>
                <a:gd name="T11" fmla="*/ 81 h 229"/>
                <a:gd name="T12" fmla="*/ 81 w 104"/>
                <a:gd name="T13" fmla="*/ 0 h 229"/>
              </a:gdLst>
              <a:ahLst/>
              <a:cxnLst>
                <a:cxn ang="0">
                  <a:pos x="T0" y="T1"/>
                </a:cxn>
                <a:cxn ang="0">
                  <a:pos x="T2" y="T3"/>
                </a:cxn>
                <a:cxn ang="0">
                  <a:pos x="T4" y="T5"/>
                </a:cxn>
                <a:cxn ang="0">
                  <a:pos x="T6" y="T7"/>
                </a:cxn>
                <a:cxn ang="0">
                  <a:pos x="T8" y="T9"/>
                </a:cxn>
                <a:cxn ang="0">
                  <a:pos x="T10" y="T11"/>
                </a:cxn>
                <a:cxn ang="0">
                  <a:pos x="T12" y="T13"/>
                </a:cxn>
              </a:cxnLst>
              <a:rect l="0" t="0" r="r" b="b"/>
              <a:pathLst>
                <a:path w="104" h="229">
                  <a:moveTo>
                    <a:pt x="81" y="0"/>
                  </a:moveTo>
                  <a:cubicBezTo>
                    <a:pt x="89" y="0"/>
                    <a:pt x="96" y="2"/>
                    <a:pt x="104" y="4"/>
                  </a:cubicBezTo>
                  <a:cubicBezTo>
                    <a:pt x="91" y="25"/>
                    <a:pt x="83" y="50"/>
                    <a:pt x="83" y="76"/>
                  </a:cubicBezTo>
                  <a:lnTo>
                    <a:pt x="83" y="229"/>
                  </a:lnTo>
                  <a:lnTo>
                    <a:pt x="0" y="229"/>
                  </a:lnTo>
                  <a:lnTo>
                    <a:pt x="0" y="81"/>
                  </a:lnTo>
                  <a:cubicBezTo>
                    <a:pt x="0" y="36"/>
                    <a:pt x="36" y="0"/>
                    <a:pt x="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POWER_USER_ID_ICONS_Advocacy"/>
            <p:cNvSpPr>
              <a:spLocks noChangeArrowheads="1"/>
            </p:cNvSpPr>
            <p:nvPr>
              <p:custDataLst>
                <p:tags r:id="rId11"/>
              </p:custDataLst>
            </p:nvPr>
          </p:nvSpPr>
          <p:spPr bwMode="auto">
            <a:xfrm>
              <a:off x="130" y="209"/>
              <a:ext cx="82" cy="8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dvocacy"/>
            <p:cNvSpPr>
              <a:spLocks/>
            </p:cNvSpPr>
            <p:nvPr>
              <p:custDataLst>
                <p:tags r:id="rId12"/>
              </p:custDataLst>
            </p:nvPr>
          </p:nvSpPr>
          <p:spPr bwMode="auto">
            <a:xfrm>
              <a:off x="236" y="330"/>
              <a:ext cx="57" cy="123"/>
            </a:xfrm>
            <a:custGeom>
              <a:avLst/>
              <a:gdLst>
                <a:gd name="T0" fmla="*/ 150 w 150"/>
                <a:gd name="T1" fmla="*/ 327 h 327"/>
                <a:gd name="T2" fmla="*/ 22 w 150"/>
                <a:gd name="T3" fmla="*/ 327 h 327"/>
                <a:gd name="T4" fmla="*/ 22 w 150"/>
                <a:gd name="T5" fmla="*/ 94 h 327"/>
                <a:gd name="T6" fmla="*/ 0 w 150"/>
                <a:gd name="T7" fmla="*/ 5 h 327"/>
                <a:gd name="T8" fmla="*/ 33 w 150"/>
                <a:gd name="T9" fmla="*/ 0 h 327"/>
                <a:gd name="T10" fmla="*/ 150 w 150"/>
                <a:gd name="T11" fmla="*/ 117 h 327"/>
                <a:gd name="T12" fmla="*/ 150 w 150"/>
                <a:gd name="T13" fmla="*/ 327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50" y="327"/>
                  </a:moveTo>
                  <a:lnTo>
                    <a:pt x="22" y="327"/>
                  </a:lnTo>
                  <a:lnTo>
                    <a:pt x="22" y="94"/>
                  </a:lnTo>
                  <a:cubicBezTo>
                    <a:pt x="22" y="62"/>
                    <a:pt x="14" y="32"/>
                    <a:pt x="0" y="5"/>
                  </a:cubicBezTo>
                  <a:cubicBezTo>
                    <a:pt x="11" y="2"/>
                    <a:pt x="22" y="0"/>
                    <a:pt x="33" y="0"/>
                  </a:cubicBezTo>
                  <a:cubicBezTo>
                    <a:pt x="98" y="0"/>
                    <a:pt x="150" y="52"/>
                    <a:pt x="150" y="117"/>
                  </a:cubicBezTo>
                  <a:lnTo>
                    <a:pt x="150" y="3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dvocacy"/>
            <p:cNvSpPr>
              <a:spLocks/>
            </p:cNvSpPr>
            <p:nvPr>
              <p:custDataLst>
                <p:tags r:id="rId13"/>
              </p:custDataLst>
            </p:nvPr>
          </p:nvSpPr>
          <p:spPr bwMode="auto">
            <a:xfrm>
              <a:off x="49" y="330"/>
              <a:ext cx="57" cy="123"/>
            </a:xfrm>
            <a:custGeom>
              <a:avLst/>
              <a:gdLst>
                <a:gd name="T0" fmla="*/ 128 w 150"/>
                <a:gd name="T1" fmla="*/ 94 h 327"/>
                <a:gd name="T2" fmla="*/ 128 w 150"/>
                <a:gd name="T3" fmla="*/ 327 h 327"/>
                <a:gd name="T4" fmla="*/ 0 w 150"/>
                <a:gd name="T5" fmla="*/ 327 h 327"/>
                <a:gd name="T6" fmla="*/ 0 w 150"/>
                <a:gd name="T7" fmla="*/ 117 h 327"/>
                <a:gd name="T8" fmla="*/ 117 w 150"/>
                <a:gd name="T9" fmla="*/ 0 h 327"/>
                <a:gd name="T10" fmla="*/ 150 w 150"/>
                <a:gd name="T11" fmla="*/ 5 h 327"/>
                <a:gd name="T12" fmla="*/ 128 w 150"/>
                <a:gd name="T13" fmla="*/ 94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28" y="94"/>
                  </a:moveTo>
                  <a:lnTo>
                    <a:pt x="128" y="327"/>
                  </a:lnTo>
                  <a:lnTo>
                    <a:pt x="0" y="327"/>
                  </a:lnTo>
                  <a:lnTo>
                    <a:pt x="0" y="117"/>
                  </a:lnTo>
                  <a:cubicBezTo>
                    <a:pt x="0" y="52"/>
                    <a:pt x="53" y="0"/>
                    <a:pt x="117" y="0"/>
                  </a:cubicBezTo>
                  <a:cubicBezTo>
                    <a:pt x="129" y="0"/>
                    <a:pt x="139" y="2"/>
                    <a:pt x="150" y="5"/>
                  </a:cubicBezTo>
                  <a:cubicBezTo>
                    <a:pt x="136" y="32"/>
                    <a:pt x="128" y="62"/>
                    <a:pt x="128"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dvocacy"/>
            <p:cNvSpPr>
              <a:spLocks/>
            </p:cNvSpPr>
            <p:nvPr>
              <p:custDataLst>
                <p:tags r:id="rId14"/>
              </p:custDataLst>
            </p:nvPr>
          </p:nvSpPr>
          <p:spPr bwMode="auto">
            <a:xfrm>
              <a:off x="107" y="301"/>
              <a:ext cx="128" cy="178"/>
            </a:xfrm>
            <a:custGeom>
              <a:avLst/>
              <a:gdLst>
                <a:gd name="T0" fmla="*/ 0 w 340"/>
                <a:gd name="T1" fmla="*/ 471 h 471"/>
                <a:gd name="T2" fmla="*/ 340 w 340"/>
                <a:gd name="T3" fmla="*/ 471 h 471"/>
                <a:gd name="T4" fmla="*/ 340 w 340"/>
                <a:gd name="T5" fmla="*/ 170 h 471"/>
                <a:gd name="T6" fmla="*/ 170 w 340"/>
                <a:gd name="T7" fmla="*/ 0 h 471"/>
                <a:gd name="T8" fmla="*/ 0 w 340"/>
                <a:gd name="T9" fmla="*/ 170 h 471"/>
                <a:gd name="T10" fmla="*/ 0 w 340"/>
                <a:gd name="T11" fmla="*/ 471 h 471"/>
              </a:gdLst>
              <a:ahLst/>
              <a:cxnLst>
                <a:cxn ang="0">
                  <a:pos x="T0" y="T1"/>
                </a:cxn>
                <a:cxn ang="0">
                  <a:pos x="T2" y="T3"/>
                </a:cxn>
                <a:cxn ang="0">
                  <a:pos x="T4" y="T5"/>
                </a:cxn>
                <a:cxn ang="0">
                  <a:pos x="T6" y="T7"/>
                </a:cxn>
                <a:cxn ang="0">
                  <a:pos x="T8" y="T9"/>
                </a:cxn>
                <a:cxn ang="0">
                  <a:pos x="T10" y="T11"/>
                </a:cxn>
              </a:cxnLst>
              <a:rect l="0" t="0" r="r" b="b"/>
              <a:pathLst>
                <a:path w="340" h="471">
                  <a:moveTo>
                    <a:pt x="0" y="471"/>
                  </a:moveTo>
                  <a:lnTo>
                    <a:pt x="340" y="471"/>
                  </a:lnTo>
                  <a:lnTo>
                    <a:pt x="340" y="170"/>
                  </a:lnTo>
                  <a:cubicBezTo>
                    <a:pt x="340" y="76"/>
                    <a:pt x="264" y="0"/>
                    <a:pt x="170" y="0"/>
                  </a:cubicBezTo>
                  <a:cubicBezTo>
                    <a:pt x="76" y="0"/>
                    <a:pt x="0" y="76"/>
                    <a:pt x="0" y="170"/>
                  </a:cubicBezTo>
                  <a:lnTo>
                    <a:pt x="0" y="4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dvocacy"/>
            <p:cNvSpPr>
              <a:spLocks noEditPoints="1"/>
            </p:cNvSpPr>
            <p:nvPr>
              <p:custDataLst>
                <p:tags r:id="rId15"/>
              </p:custDataLst>
            </p:nvPr>
          </p:nvSpPr>
          <p:spPr bwMode="auto">
            <a:xfrm>
              <a:off x="163" y="8"/>
              <a:ext cx="253" cy="230"/>
            </a:xfrm>
            <a:custGeom>
              <a:avLst/>
              <a:gdLst>
                <a:gd name="T0" fmla="*/ 551 w 675"/>
                <a:gd name="T1" fmla="*/ 0 h 611"/>
                <a:gd name="T2" fmla="*/ 123 w 675"/>
                <a:gd name="T3" fmla="*/ 0 h 611"/>
                <a:gd name="T4" fmla="*/ 0 w 675"/>
                <a:gd name="T5" fmla="*/ 123 h 611"/>
                <a:gd name="T6" fmla="*/ 0 w 675"/>
                <a:gd name="T7" fmla="*/ 326 h 611"/>
                <a:gd name="T8" fmla="*/ 123 w 675"/>
                <a:gd name="T9" fmla="*/ 449 h 611"/>
                <a:gd name="T10" fmla="*/ 167 w 675"/>
                <a:gd name="T11" fmla="*/ 449 h 611"/>
                <a:gd name="T12" fmla="*/ 167 w 675"/>
                <a:gd name="T13" fmla="*/ 611 h 611"/>
                <a:gd name="T14" fmla="*/ 329 w 675"/>
                <a:gd name="T15" fmla="*/ 449 h 611"/>
                <a:gd name="T16" fmla="*/ 551 w 675"/>
                <a:gd name="T17" fmla="*/ 449 h 611"/>
                <a:gd name="T18" fmla="*/ 675 w 675"/>
                <a:gd name="T19" fmla="*/ 326 h 611"/>
                <a:gd name="T20" fmla="*/ 675 w 675"/>
                <a:gd name="T21" fmla="*/ 123 h 611"/>
                <a:gd name="T22" fmla="*/ 551 w 675"/>
                <a:gd name="T23" fmla="*/ 0 h 611"/>
                <a:gd name="T24" fmla="*/ 630 w 675"/>
                <a:gd name="T25" fmla="*/ 326 h 611"/>
                <a:gd name="T26" fmla="*/ 551 w 675"/>
                <a:gd name="T27" fmla="*/ 405 h 611"/>
                <a:gd name="T28" fmla="*/ 311 w 675"/>
                <a:gd name="T29" fmla="*/ 405 h 611"/>
                <a:gd name="T30" fmla="*/ 212 w 675"/>
                <a:gd name="T31" fmla="*/ 504 h 611"/>
                <a:gd name="T32" fmla="*/ 212 w 675"/>
                <a:gd name="T33" fmla="*/ 405 h 611"/>
                <a:gd name="T34" fmla="*/ 123 w 675"/>
                <a:gd name="T35" fmla="*/ 405 h 611"/>
                <a:gd name="T36" fmla="*/ 44 w 675"/>
                <a:gd name="T37" fmla="*/ 326 h 611"/>
                <a:gd name="T38" fmla="*/ 44 w 675"/>
                <a:gd name="T39" fmla="*/ 123 h 611"/>
                <a:gd name="T40" fmla="*/ 123 w 675"/>
                <a:gd name="T41" fmla="*/ 44 h 611"/>
                <a:gd name="T42" fmla="*/ 551 w 675"/>
                <a:gd name="T43" fmla="*/ 44 h 611"/>
                <a:gd name="T44" fmla="*/ 630 w 675"/>
                <a:gd name="T45" fmla="*/ 123 h 611"/>
                <a:gd name="T46" fmla="*/ 630 w 675"/>
                <a:gd name="T47" fmla="*/ 326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5" h="611">
                  <a:moveTo>
                    <a:pt x="551" y="0"/>
                  </a:moveTo>
                  <a:lnTo>
                    <a:pt x="123" y="0"/>
                  </a:lnTo>
                  <a:cubicBezTo>
                    <a:pt x="55" y="0"/>
                    <a:pt x="0" y="55"/>
                    <a:pt x="0" y="123"/>
                  </a:cubicBezTo>
                  <a:lnTo>
                    <a:pt x="0" y="326"/>
                  </a:lnTo>
                  <a:cubicBezTo>
                    <a:pt x="0" y="394"/>
                    <a:pt x="55" y="449"/>
                    <a:pt x="123" y="449"/>
                  </a:cubicBezTo>
                  <a:lnTo>
                    <a:pt x="167" y="449"/>
                  </a:lnTo>
                  <a:lnTo>
                    <a:pt x="167" y="611"/>
                  </a:lnTo>
                  <a:lnTo>
                    <a:pt x="329" y="449"/>
                  </a:lnTo>
                  <a:lnTo>
                    <a:pt x="551" y="449"/>
                  </a:lnTo>
                  <a:cubicBezTo>
                    <a:pt x="619" y="449"/>
                    <a:pt x="675" y="394"/>
                    <a:pt x="675" y="326"/>
                  </a:cubicBezTo>
                  <a:lnTo>
                    <a:pt x="675" y="123"/>
                  </a:lnTo>
                  <a:cubicBezTo>
                    <a:pt x="675" y="55"/>
                    <a:pt x="619" y="0"/>
                    <a:pt x="551" y="0"/>
                  </a:cubicBezTo>
                  <a:close/>
                  <a:moveTo>
                    <a:pt x="630" y="326"/>
                  </a:moveTo>
                  <a:cubicBezTo>
                    <a:pt x="630" y="370"/>
                    <a:pt x="595" y="405"/>
                    <a:pt x="551" y="405"/>
                  </a:cubicBezTo>
                  <a:lnTo>
                    <a:pt x="311" y="405"/>
                  </a:lnTo>
                  <a:lnTo>
                    <a:pt x="212" y="504"/>
                  </a:lnTo>
                  <a:lnTo>
                    <a:pt x="212" y="405"/>
                  </a:lnTo>
                  <a:lnTo>
                    <a:pt x="123" y="405"/>
                  </a:lnTo>
                  <a:cubicBezTo>
                    <a:pt x="80" y="405"/>
                    <a:pt x="44" y="370"/>
                    <a:pt x="44" y="326"/>
                  </a:cubicBezTo>
                  <a:lnTo>
                    <a:pt x="44" y="123"/>
                  </a:lnTo>
                  <a:cubicBezTo>
                    <a:pt x="44" y="80"/>
                    <a:pt x="80" y="44"/>
                    <a:pt x="123" y="44"/>
                  </a:cubicBezTo>
                  <a:lnTo>
                    <a:pt x="551" y="44"/>
                  </a:lnTo>
                  <a:cubicBezTo>
                    <a:pt x="595" y="44"/>
                    <a:pt x="630" y="80"/>
                    <a:pt x="630" y="123"/>
                  </a:cubicBezTo>
                  <a:lnTo>
                    <a:pt x="630" y="3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9" name="POWER_USER_ID_ICONS_Caliper" descr="{&quot;Key&quot;:&quot;POWER_USER_SHAPE_ICON&quot;,&quot;Value&quot;:&quot;POWER_USER_SHAPE_ICON_STYLE_1&quot;}"/>
          <p:cNvSpPr>
            <a:spLocks noChangeAspect="1"/>
          </p:cNvSpPr>
          <p:nvPr>
            <p:custDataLst>
              <p:tags r:id="rId3"/>
            </p:custDataLst>
          </p:nvPr>
        </p:nvSpPr>
        <p:spPr bwMode="auto">
          <a:xfrm>
            <a:off x="7994609" y="2683601"/>
            <a:ext cx="644185" cy="614008"/>
          </a:xfrm>
          <a:custGeom>
            <a:avLst/>
            <a:gdLst>
              <a:gd name="T0" fmla="*/ 572 w 1257"/>
              <a:gd name="T1" fmla="*/ 499 h 1196"/>
              <a:gd name="T2" fmla="*/ 392 w 1257"/>
              <a:gd name="T3" fmla="*/ 271 h 1196"/>
              <a:gd name="T4" fmla="*/ 26 w 1257"/>
              <a:gd name="T5" fmla="*/ 558 h 1196"/>
              <a:gd name="T6" fmla="*/ 14 w 1257"/>
              <a:gd name="T7" fmla="*/ 465 h 1196"/>
              <a:gd name="T8" fmla="*/ 87 w 1257"/>
              <a:gd name="T9" fmla="*/ 367 h 1196"/>
              <a:gd name="T10" fmla="*/ 284 w 1257"/>
              <a:gd name="T11" fmla="*/ 131 h 1196"/>
              <a:gd name="T12" fmla="*/ 285 w 1257"/>
              <a:gd name="T13" fmla="*/ 132 h 1196"/>
              <a:gd name="T14" fmla="*/ 424 w 1257"/>
              <a:gd name="T15" fmla="*/ 22 h 1196"/>
              <a:gd name="T16" fmla="*/ 523 w 1257"/>
              <a:gd name="T17" fmla="*/ 149 h 1196"/>
              <a:gd name="T18" fmla="*/ 713 w 1257"/>
              <a:gd name="T19" fmla="*/ 0 h 1196"/>
              <a:gd name="T20" fmla="*/ 583 w 1257"/>
              <a:gd name="T21" fmla="*/ 225 h 1196"/>
              <a:gd name="T22" fmla="*/ 662 w 1257"/>
              <a:gd name="T23" fmla="*/ 326 h 1196"/>
              <a:gd name="T24" fmla="*/ 912 w 1257"/>
              <a:gd name="T25" fmla="*/ 254 h 1196"/>
              <a:gd name="T26" fmla="*/ 721 w 1257"/>
              <a:gd name="T27" fmla="*/ 402 h 1196"/>
              <a:gd name="T28" fmla="*/ 1257 w 1257"/>
              <a:gd name="T29" fmla="*/ 1087 h 1196"/>
              <a:gd name="T30" fmla="*/ 1117 w 1257"/>
              <a:gd name="T31" fmla="*/ 1196 h 1196"/>
              <a:gd name="T32" fmla="*/ 681 w 1257"/>
              <a:gd name="T33" fmla="*/ 638 h 1196"/>
              <a:gd name="T34" fmla="*/ 404 w 1257"/>
              <a:gd name="T35" fmla="*/ 773 h 1196"/>
              <a:gd name="T36" fmla="*/ 292 w 1257"/>
              <a:gd name="T37" fmla="*/ 820 h 1196"/>
              <a:gd name="T38" fmla="*/ 204 w 1257"/>
              <a:gd name="T39" fmla="*/ 786 h 1196"/>
              <a:gd name="T40" fmla="*/ 572 w 1257"/>
              <a:gd name="T41" fmla="*/ 499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7" h="1196">
                <a:moveTo>
                  <a:pt x="572" y="499"/>
                </a:moveTo>
                <a:lnTo>
                  <a:pt x="392" y="271"/>
                </a:lnTo>
                <a:lnTo>
                  <a:pt x="26" y="558"/>
                </a:lnTo>
                <a:cubicBezTo>
                  <a:pt x="8" y="536"/>
                  <a:pt x="0" y="492"/>
                  <a:pt x="14" y="465"/>
                </a:cubicBezTo>
                <a:cubicBezTo>
                  <a:pt x="38" y="424"/>
                  <a:pt x="57" y="404"/>
                  <a:pt x="87" y="367"/>
                </a:cubicBezTo>
                <a:lnTo>
                  <a:pt x="284" y="131"/>
                </a:lnTo>
                <a:lnTo>
                  <a:pt x="285" y="132"/>
                </a:lnTo>
                <a:lnTo>
                  <a:pt x="424" y="22"/>
                </a:lnTo>
                <a:lnTo>
                  <a:pt x="523" y="149"/>
                </a:lnTo>
                <a:lnTo>
                  <a:pt x="713" y="0"/>
                </a:lnTo>
                <a:cubicBezTo>
                  <a:pt x="722" y="116"/>
                  <a:pt x="722" y="116"/>
                  <a:pt x="583" y="225"/>
                </a:cubicBezTo>
                <a:lnTo>
                  <a:pt x="662" y="326"/>
                </a:lnTo>
                <a:cubicBezTo>
                  <a:pt x="801" y="217"/>
                  <a:pt x="801" y="217"/>
                  <a:pt x="912" y="254"/>
                </a:cubicBezTo>
                <a:lnTo>
                  <a:pt x="721" y="402"/>
                </a:lnTo>
                <a:lnTo>
                  <a:pt x="1257" y="1087"/>
                </a:lnTo>
                <a:lnTo>
                  <a:pt x="1117" y="1196"/>
                </a:lnTo>
                <a:lnTo>
                  <a:pt x="681" y="638"/>
                </a:lnTo>
                <a:lnTo>
                  <a:pt x="404" y="773"/>
                </a:lnTo>
                <a:cubicBezTo>
                  <a:pt x="362" y="793"/>
                  <a:pt x="338" y="807"/>
                  <a:pt x="292" y="820"/>
                </a:cubicBezTo>
                <a:cubicBezTo>
                  <a:pt x="262" y="827"/>
                  <a:pt x="222" y="809"/>
                  <a:pt x="204" y="786"/>
                </a:cubicBezTo>
                <a:cubicBezTo>
                  <a:pt x="326" y="687"/>
                  <a:pt x="446" y="593"/>
                  <a:pt x="572" y="49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Digital_Object" descr="{&quot;Key&quot;:&quot;POWER_USER_SHAPE_ICON&quot;,&quot;Value&quot;:&quot;POWER_USER_SHAPE_ICON_STYLE_1&quot;}"/>
          <p:cNvSpPr>
            <a:spLocks noChangeAspect="1" noEditPoints="1"/>
          </p:cNvSpPr>
          <p:nvPr>
            <p:custDataLst>
              <p:tags r:id="rId4"/>
            </p:custDataLst>
          </p:nvPr>
        </p:nvSpPr>
        <p:spPr bwMode="auto">
          <a:xfrm>
            <a:off x="961426" y="2615110"/>
            <a:ext cx="536864" cy="679739"/>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55056701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1626F9-3621-A0D0-387F-EEDC8362CB7B}"/>
              </a:ext>
            </a:extLst>
          </p:cNvPr>
          <p:cNvSpPr>
            <a:spLocks noGrp="1"/>
          </p:cNvSpPr>
          <p:nvPr>
            <p:ph type="title"/>
          </p:nvPr>
        </p:nvSpPr>
        <p:spPr>
          <a:xfrm>
            <a:off x="214184" y="13663"/>
            <a:ext cx="9728886" cy="678316"/>
          </a:xfrm>
        </p:spPr>
        <p:txBody>
          <a:bodyPr wrap="square">
            <a:normAutofit/>
          </a:bodyPr>
          <a:lstStyle/>
          <a:p>
            <a:r>
              <a:rPr lang="en-US" dirty="0"/>
              <a:t>Untitled</a:t>
            </a:r>
          </a:p>
        </p:txBody>
      </p:sp>
      <p:sp>
        <p:nvSpPr>
          <p:cNvPr id="4" name="Freeform: Shape 84">
            <a:extLst>
              <a:ext uri="{FF2B5EF4-FFF2-40B4-BE49-F238E27FC236}">
                <a16:creationId xmlns:a16="http://schemas.microsoft.com/office/drawing/2014/main" id="{BE36B1FF-FF01-000E-FCE2-57A1598DC471}"/>
              </a:ext>
            </a:extLst>
          </p:cNvPr>
          <p:cNvSpPr/>
          <p:nvPr/>
        </p:nvSpPr>
        <p:spPr>
          <a:xfrm>
            <a:off x="7954014" y="1758928"/>
            <a:ext cx="1690339" cy="642001"/>
          </a:xfrm>
          <a:custGeom>
            <a:avLst/>
            <a:gdLst>
              <a:gd name="connsiteX0" fmla="*/ 1169078 w 2517798"/>
              <a:gd name="connsiteY0" fmla="*/ 810 h 956275"/>
              <a:gd name="connsiteX1" fmla="*/ 1698218 w 2517798"/>
              <a:gd name="connsiteY1" fmla="*/ 71876 h 956275"/>
              <a:gd name="connsiteX2" fmla="*/ 2319051 w 2517798"/>
              <a:gd name="connsiteY2" fmla="*/ 410970 h 956275"/>
              <a:gd name="connsiteX3" fmla="*/ 2460574 w 2517798"/>
              <a:gd name="connsiteY3" fmla="*/ 288229 h 956275"/>
              <a:gd name="connsiteX4" fmla="*/ 2515670 w 2517798"/>
              <a:gd name="connsiteY4" fmla="*/ 313006 h 956275"/>
              <a:gd name="connsiteX5" fmla="*/ 2517798 w 2517798"/>
              <a:gd name="connsiteY5" fmla="*/ 893184 h 956275"/>
              <a:gd name="connsiteX6" fmla="*/ 2446504 w 2517798"/>
              <a:gd name="connsiteY6" fmla="*/ 955608 h 956275"/>
              <a:gd name="connsiteX7" fmla="*/ 1869890 w 2517798"/>
              <a:gd name="connsiteY7" fmla="*/ 874911 h 956275"/>
              <a:gd name="connsiteX8" fmla="*/ 1852628 w 2517798"/>
              <a:gd name="connsiteY8" fmla="*/ 817846 h 956275"/>
              <a:gd name="connsiteX9" fmla="*/ 1988713 w 2517798"/>
              <a:gd name="connsiteY9" fmla="*/ 699456 h 956275"/>
              <a:gd name="connsiteX10" fmla="*/ 1643122 w 2517798"/>
              <a:gd name="connsiteY10" fmla="*/ 505682 h 956275"/>
              <a:gd name="connsiteX11" fmla="*/ 817040 w 2517798"/>
              <a:gd name="connsiteY11" fmla="*/ 491667 h 956275"/>
              <a:gd name="connsiteX12" fmla="*/ 293393 w 2517798"/>
              <a:gd name="connsiteY12" fmla="*/ 808136 h 956275"/>
              <a:gd name="connsiteX13" fmla="*/ 103277 w 2517798"/>
              <a:gd name="connsiteY13" fmla="*/ 793068 h 956275"/>
              <a:gd name="connsiteX14" fmla="*/ 65561 w 2517798"/>
              <a:gd name="connsiteY14" fmla="*/ 455074 h 956275"/>
              <a:gd name="connsiteX15" fmla="*/ 811719 w 2517798"/>
              <a:gd name="connsiteY15" fmla="*/ 48198 h 956275"/>
              <a:gd name="connsiteX16" fmla="*/ 1169078 w 2517798"/>
              <a:gd name="connsiteY16" fmla="*/ 810 h 95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7798" h="956275">
                <a:moveTo>
                  <a:pt x="1169078" y="810"/>
                </a:moveTo>
                <a:cubicBezTo>
                  <a:pt x="1362035" y="-5080"/>
                  <a:pt x="1542966" y="21412"/>
                  <a:pt x="1698218" y="71876"/>
                </a:cubicBezTo>
                <a:cubicBezTo>
                  <a:pt x="1957381" y="148314"/>
                  <a:pt x="2204603" y="319464"/>
                  <a:pt x="2319051" y="410970"/>
                </a:cubicBezTo>
                <a:lnTo>
                  <a:pt x="2460574" y="288229"/>
                </a:lnTo>
                <a:cubicBezTo>
                  <a:pt x="2490841" y="262399"/>
                  <a:pt x="2515670" y="273162"/>
                  <a:pt x="2515670" y="313006"/>
                </a:cubicBezTo>
                <a:lnTo>
                  <a:pt x="2517798" y="893184"/>
                </a:lnTo>
                <a:cubicBezTo>
                  <a:pt x="2517798" y="933029"/>
                  <a:pt x="2485402" y="961012"/>
                  <a:pt x="2446504" y="955608"/>
                </a:cubicBezTo>
                <a:lnTo>
                  <a:pt x="1869890" y="874911"/>
                </a:lnTo>
                <a:cubicBezTo>
                  <a:pt x="1830992" y="869507"/>
                  <a:pt x="1822361" y="843676"/>
                  <a:pt x="1852628" y="817846"/>
                </a:cubicBezTo>
                <a:lnTo>
                  <a:pt x="1988713" y="699456"/>
                </a:lnTo>
                <a:cubicBezTo>
                  <a:pt x="1902286" y="636986"/>
                  <a:pt x="1778142" y="556289"/>
                  <a:pt x="1643122" y="505682"/>
                </a:cubicBezTo>
                <a:cubicBezTo>
                  <a:pt x="1364569" y="401261"/>
                  <a:pt x="1065444" y="406665"/>
                  <a:pt x="817040" y="491667"/>
                </a:cubicBezTo>
                <a:cubicBezTo>
                  <a:pt x="480199" y="606851"/>
                  <a:pt x="383012" y="772642"/>
                  <a:pt x="293393" y="808136"/>
                </a:cubicBezTo>
                <a:cubicBezTo>
                  <a:pt x="231794" y="832913"/>
                  <a:pt x="159437" y="827555"/>
                  <a:pt x="103277" y="793068"/>
                </a:cubicBezTo>
                <a:cubicBezTo>
                  <a:pt x="-16610" y="720981"/>
                  <a:pt x="-36000" y="550885"/>
                  <a:pt x="65561" y="455074"/>
                </a:cubicBezTo>
                <a:cubicBezTo>
                  <a:pt x="258751" y="261346"/>
                  <a:pt x="588144" y="93402"/>
                  <a:pt x="811719" y="48198"/>
                </a:cubicBezTo>
                <a:cubicBezTo>
                  <a:pt x="933202" y="19534"/>
                  <a:pt x="1053305" y="4343"/>
                  <a:pt x="1169078" y="810"/>
                </a:cubicBezTo>
                <a:close/>
              </a:path>
            </a:pathLst>
          </a:cu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5" name="Freeform: Shape 32">
            <a:extLst>
              <a:ext uri="{FF2B5EF4-FFF2-40B4-BE49-F238E27FC236}">
                <a16:creationId xmlns:a16="http://schemas.microsoft.com/office/drawing/2014/main" id="{26170514-8F9E-747B-BF0F-66A92EFB60F5}"/>
              </a:ext>
            </a:extLst>
          </p:cNvPr>
          <p:cNvSpPr/>
          <p:nvPr/>
        </p:nvSpPr>
        <p:spPr>
          <a:xfrm>
            <a:off x="5271790" y="1758953"/>
            <a:ext cx="4410474" cy="2237906"/>
          </a:xfrm>
          <a:custGeom>
            <a:avLst/>
            <a:gdLst>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443800 w 7726630"/>
              <a:gd name="connsiteY24" fmla="*/ 1754240 h 3920548"/>
              <a:gd name="connsiteX25" fmla="*/ 3394038 w 7726630"/>
              <a:gd name="connsiteY25" fmla="*/ 1877596 h 3920548"/>
              <a:gd name="connsiteX26" fmla="*/ 3264524 w 7726630"/>
              <a:gd name="connsiteY26" fmla="*/ 1742934 h 3920548"/>
              <a:gd name="connsiteX27" fmla="*/ 2002166 w 7726630"/>
              <a:gd name="connsiteY27" fmla="*/ 626688 h 3920548"/>
              <a:gd name="connsiteX28" fmla="*/ 427389 w 7726630"/>
              <a:gd name="connsiteY28" fmla="*/ 900950 h 3920548"/>
              <a:gd name="connsiteX29" fmla="*/ 134002 w 7726630"/>
              <a:gd name="connsiteY29" fmla="*/ 942886 h 3920548"/>
              <a:gd name="connsiteX30" fmla="*/ 89597 w 7726630"/>
              <a:gd name="connsiteY30" fmla="*/ 526321 h 3920548"/>
              <a:gd name="connsiteX31" fmla="*/ 1501103 w 7726630"/>
              <a:gd name="connsiteY31"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394038 w 7726630"/>
              <a:gd name="connsiteY24" fmla="*/ 1877596 h 3920548"/>
              <a:gd name="connsiteX25" fmla="*/ 3264524 w 7726630"/>
              <a:gd name="connsiteY25" fmla="*/ 1742934 h 3920548"/>
              <a:gd name="connsiteX26" fmla="*/ 2002166 w 7726630"/>
              <a:gd name="connsiteY26" fmla="*/ 626688 h 3920548"/>
              <a:gd name="connsiteX27" fmla="*/ 427389 w 7726630"/>
              <a:gd name="connsiteY27" fmla="*/ 900950 h 3920548"/>
              <a:gd name="connsiteX28" fmla="*/ 134002 w 7726630"/>
              <a:gd name="connsiteY28" fmla="*/ 942886 h 3920548"/>
              <a:gd name="connsiteX29" fmla="*/ 89597 w 7726630"/>
              <a:gd name="connsiteY29" fmla="*/ 526321 h 3920548"/>
              <a:gd name="connsiteX30" fmla="*/ 1501103 w 7726630"/>
              <a:gd name="connsiteY30"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394038 w 7726630"/>
              <a:gd name="connsiteY23" fmla="*/ 1877596 h 3920548"/>
              <a:gd name="connsiteX24" fmla="*/ 3264524 w 7726630"/>
              <a:gd name="connsiteY24" fmla="*/ 1742934 h 3920548"/>
              <a:gd name="connsiteX25" fmla="*/ 2002166 w 7726630"/>
              <a:gd name="connsiteY25" fmla="*/ 626688 h 3920548"/>
              <a:gd name="connsiteX26" fmla="*/ 427389 w 7726630"/>
              <a:gd name="connsiteY26" fmla="*/ 900950 h 3920548"/>
              <a:gd name="connsiteX27" fmla="*/ 134002 w 7726630"/>
              <a:gd name="connsiteY27" fmla="*/ 942886 h 3920548"/>
              <a:gd name="connsiteX28" fmla="*/ 89597 w 7726630"/>
              <a:gd name="connsiteY28" fmla="*/ 526321 h 3920548"/>
              <a:gd name="connsiteX29" fmla="*/ 1501103 w 7726630"/>
              <a:gd name="connsiteY29"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3394038 w 7726630"/>
              <a:gd name="connsiteY22" fmla="*/ 1877596 h 3920548"/>
              <a:gd name="connsiteX23" fmla="*/ 3264524 w 7726630"/>
              <a:gd name="connsiteY23" fmla="*/ 1742934 h 3920548"/>
              <a:gd name="connsiteX24" fmla="*/ 2002166 w 7726630"/>
              <a:gd name="connsiteY24" fmla="*/ 626688 h 3920548"/>
              <a:gd name="connsiteX25" fmla="*/ 427389 w 7726630"/>
              <a:gd name="connsiteY25" fmla="*/ 900950 h 3920548"/>
              <a:gd name="connsiteX26" fmla="*/ 134002 w 7726630"/>
              <a:gd name="connsiteY26" fmla="*/ 942886 h 3920548"/>
              <a:gd name="connsiteX27" fmla="*/ 89597 w 7726630"/>
              <a:gd name="connsiteY27" fmla="*/ 526321 h 3920548"/>
              <a:gd name="connsiteX28" fmla="*/ 1501103 w 7726630"/>
              <a:gd name="connsiteY28"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3394038 w 7726630"/>
              <a:gd name="connsiteY21" fmla="*/ 1877596 h 3920548"/>
              <a:gd name="connsiteX22" fmla="*/ 3264524 w 7726630"/>
              <a:gd name="connsiteY22" fmla="*/ 1742934 h 3920548"/>
              <a:gd name="connsiteX23" fmla="*/ 2002166 w 7726630"/>
              <a:gd name="connsiteY23" fmla="*/ 626688 h 3920548"/>
              <a:gd name="connsiteX24" fmla="*/ 427389 w 7726630"/>
              <a:gd name="connsiteY24" fmla="*/ 900950 h 3920548"/>
              <a:gd name="connsiteX25" fmla="*/ 134002 w 7726630"/>
              <a:gd name="connsiteY25" fmla="*/ 942886 h 3920548"/>
              <a:gd name="connsiteX26" fmla="*/ 89597 w 7726630"/>
              <a:gd name="connsiteY26" fmla="*/ 526321 h 3920548"/>
              <a:gd name="connsiteX27" fmla="*/ 1501103 w 7726630"/>
              <a:gd name="connsiteY27"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314136 w 7726630"/>
              <a:gd name="connsiteY6" fmla="*/ 2108176 h 3920548"/>
              <a:gd name="connsiteX7" fmla="*/ 4457569 w 7726630"/>
              <a:gd name="connsiteY7" fmla="*/ 2259327 h 3920548"/>
              <a:gd name="connsiteX8" fmla="*/ 6414726 w 7726630"/>
              <a:gd name="connsiteY8" fmla="*/ 3407390 h 3920548"/>
              <a:gd name="connsiteX9" fmla="*/ 7127167 w 7726630"/>
              <a:gd name="connsiteY9" fmla="*/ 3100088 h 3920548"/>
              <a:gd name="connsiteX10" fmla="*/ 7026764 w 7726630"/>
              <a:gd name="connsiteY10" fmla="*/ 2999730 h 3920548"/>
              <a:gd name="connsiteX11" fmla="*/ 7063672 w 7726630"/>
              <a:gd name="connsiteY11" fmla="*/ 2907004 h 3920548"/>
              <a:gd name="connsiteX12" fmla="*/ 7602070 w 7726630"/>
              <a:gd name="connsiteY12" fmla="*/ 2896828 h 3920548"/>
              <a:gd name="connsiteX13" fmla="*/ 7726611 w 7726630"/>
              <a:gd name="connsiteY13" fmla="*/ 3023854 h 3920548"/>
              <a:gd name="connsiteX14" fmla="*/ 7716466 w 7726630"/>
              <a:gd name="connsiteY14" fmla="*/ 3562313 h 3920548"/>
              <a:gd name="connsiteX15" fmla="*/ 7623759 w 7726630"/>
              <a:gd name="connsiteY15" fmla="*/ 3599158 h 3920548"/>
              <a:gd name="connsiteX16" fmla="*/ 7485224 w 7726630"/>
              <a:gd name="connsiteY16" fmla="*/ 3460727 h 3920548"/>
              <a:gd name="connsiteX17" fmla="*/ 6450234 w 7726630"/>
              <a:gd name="connsiteY17" fmla="*/ 3911636 h 3920548"/>
              <a:gd name="connsiteX18" fmla="*/ 4124875 w 7726630"/>
              <a:gd name="connsiteY18" fmla="*/ 2639003 h 3920548"/>
              <a:gd name="connsiteX19" fmla="*/ 3949607 w 7726630"/>
              <a:gd name="connsiteY19" fmla="*/ 2457411 h 3920548"/>
              <a:gd name="connsiteX20" fmla="*/ 3394038 w 7726630"/>
              <a:gd name="connsiteY20" fmla="*/ 1877596 h 3920548"/>
              <a:gd name="connsiteX21" fmla="*/ 3264524 w 7726630"/>
              <a:gd name="connsiteY21" fmla="*/ 1742934 h 3920548"/>
              <a:gd name="connsiteX22" fmla="*/ 2002166 w 7726630"/>
              <a:gd name="connsiteY22" fmla="*/ 626688 h 3920548"/>
              <a:gd name="connsiteX23" fmla="*/ 427389 w 7726630"/>
              <a:gd name="connsiteY23" fmla="*/ 900950 h 3920548"/>
              <a:gd name="connsiteX24" fmla="*/ 134002 w 7726630"/>
              <a:gd name="connsiteY24" fmla="*/ 942886 h 3920548"/>
              <a:gd name="connsiteX25" fmla="*/ 89597 w 7726630"/>
              <a:gd name="connsiteY25" fmla="*/ 526321 h 3920548"/>
              <a:gd name="connsiteX26" fmla="*/ 1501103 w 7726630"/>
              <a:gd name="connsiteY26"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4314136 w 7726630"/>
              <a:gd name="connsiteY5" fmla="*/ 2108176 h 3920548"/>
              <a:gd name="connsiteX6" fmla="*/ 4457569 w 7726630"/>
              <a:gd name="connsiteY6" fmla="*/ 2259327 h 3920548"/>
              <a:gd name="connsiteX7" fmla="*/ 6414726 w 7726630"/>
              <a:gd name="connsiteY7" fmla="*/ 3407390 h 3920548"/>
              <a:gd name="connsiteX8" fmla="*/ 7127167 w 7726630"/>
              <a:gd name="connsiteY8" fmla="*/ 3100088 h 3920548"/>
              <a:gd name="connsiteX9" fmla="*/ 7026764 w 7726630"/>
              <a:gd name="connsiteY9" fmla="*/ 2999730 h 3920548"/>
              <a:gd name="connsiteX10" fmla="*/ 7063672 w 7726630"/>
              <a:gd name="connsiteY10" fmla="*/ 2907004 h 3920548"/>
              <a:gd name="connsiteX11" fmla="*/ 7602070 w 7726630"/>
              <a:gd name="connsiteY11" fmla="*/ 2896828 h 3920548"/>
              <a:gd name="connsiteX12" fmla="*/ 7726611 w 7726630"/>
              <a:gd name="connsiteY12" fmla="*/ 3023854 h 3920548"/>
              <a:gd name="connsiteX13" fmla="*/ 7716466 w 7726630"/>
              <a:gd name="connsiteY13" fmla="*/ 3562313 h 3920548"/>
              <a:gd name="connsiteX14" fmla="*/ 7623759 w 7726630"/>
              <a:gd name="connsiteY14" fmla="*/ 3599158 h 3920548"/>
              <a:gd name="connsiteX15" fmla="*/ 7485224 w 7726630"/>
              <a:gd name="connsiteY15" fmla="*/ 3460727 h 3920548"/>
              <a:gd name="connsiteX16" fmla="*/ 6450234 w 7726630"/>
              <a:gd name="connsiteY16" fmla="*/ 3911636 h 3920548"/>
              <a:gd name="connsiteX17" fmla="*/ 4124875 w 7726630"/>
              <a:gd name="connsiteY17" fmla="*/ 2639003 h 3920548"/>
              <a:gd name="connsiteX18" fmla="*/ 3949607 w 7726630"/>
              <a:gd name="connsiteY18" fmla="*/ 2457411 h 3920548"/>
              <a:gd name="connsiteX19" fmla="*/ 3394038 w 7726630"/>
              <a:gd name="connsiteY19" fmla="*/ 1877596 h 3920548"/>
              <a:gd name="connsiteX20" fmla="*/ 3264524 w 7726630"/>
              <a:gd name="connsiteY20" fmla="*/ 1742934 h 3920548"/>
              <a:gd name="connsiteX21" fmla="*/ 2002166 w 7726630"/>
              <a:gd name="connsiteY21" fmla="*/ 626688 h 3920548"/>
              <a:gd name="connsiteX22" fmla="*/ 427389 w 7726630"/>
              <a:gd name="connsiteY22" fmla="*/ 900950 h 3920548"/>
              <a:gd name="connsiteX23" fmla="*/ 134002 w 7726630"/>
              <a:gd name="connsiteY23" fmla="*/ 942886 h 3920548"/>
              <a:gd name="connsiteX24" fmla="*/ 89597 w 7726630"/>
              <a:gd name="connsiteY24" fmla="*/ 526321 h 3920548"/>
              <a:gd name="connsiteX25" fmla="*/ 1501103 w 7726630"/>
              <a:gd name="connsiteY25"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4314136 w 7726630"/>
              <a:gd name="connsiteY4" fmla="*/ 2108176 h 3920548"/>
              <a:gd name="connsiteX5" fmla="*/ 4457569 w 7726630"/>
              <a:gd name="connsiteY5" fmla="*/ 2259327 h 3920548"/>
              <a:gd name="connsiteX6" fmla="*/ 6414726 w 7726630"/>
              <a:gd name="connsiteY6" fmla="*/ 3407390 h 3920548"/>
              <a:gd name="connsiteX7" fmla="*/ 7127167 w 7726630"/>
              <a:gd name="connsiteY7" fmla="*/ 3100088 h 3920548"/>
              <a:gd name="connsiteX8" fmla="*/ 7026764 w 7726630"/>
              <a:gd name="connsiteY8" fmla="*/ 2999730 h 3920548"/>
              <a:gd name="connsiteX9" fmla="*/ 7063672 w 7726630"/>
              <a:gd name="connsiteY9" fmla="*/ 2907004 h 3920548"/>
              <a:gd name="connsiteX10" fmla="*/ 7602070 w 7726630"/>
              <a:gd name="connsiteY10" fmla="*/ 2896828 h 3920548"/>
              <a:gd name="connsiteX11" fmla="*/ 7726611 w 7726630"/>
              <a:gd name="connsiteY11" fmla="*/ 3023854 h 3920548"/>
              <a:gd name="connsiteX12" fmla="*/ 7716466 w 7726630"/>
              <a:gd name="connsiteY12" fmla="*/ 3562313 h 3920548"/>
              <a:gd name="connsiteX13" fmla="*/ 7623759 w 7726630"/>
              <a:gd name="connsiteY13" fmla="*/ 3599158 h 3920548"/>
              <a:gd name="connsiteX14" fmla="*/ 7485224 w 7726630"/>
              <a:gd name="connsiteY14" fmla="*/ 3460727 h 3920548"/>
              <a:gd name="connsiteX15" fmla="*/ 6450234 w 7726630"/>
              <a:gd name="connsiteY15" fmla="*/ 3911636 h 3920548"/>
              <a:gd name="connsiteX16" fmla="*/ 4124875 w 7726630"/>
              <a:gd name="connsiteY16" fmla="*/ 2639003 h 3920548"/>
              <a:gd name="connsiteX17" fmla="*/ 3949607 w 7726630"/>
              <a:gd name="connsiteY17" fmla="*/ 2457411 h 3920548"/>
              <a:gd name="connsiteX18" fmla="*/ 3394038 w 7726630"/>
              <a:gd name="connsiteY18" fmla="*/ 1877596 h 3920548"/>
              <a:gd name="connsiteX19" fmla="*/ 3264524 w 7726630"/>
              <a:gd name="connsiteY19" fmla="*/ 1742934 h 3920548"/>
              <a:gd name="connsiteX20" fmla="*/ 2002166 w 7726630"/>
              <a:gd name="connsiteY20" fmla="*/ 626688 h 3920548"/>
              <a:gd name="connsiteX21" fmla="*/ 427389 w 7726630"/>
              <a:gd name="connsiteY21" fmla="*/ 900950 h 3920548"/>
              <a:gd name="connsiteX22" fmla="*/ 134002 w 7726630"/>
              <a:gd name="connsiteY22" fmla="*/ 942886 h 3920548"/>
              <a:gd name="connsiteX23" fmla="*/ 89597 w 7726630"/>
              <a:gd name="connsiteY23" fmla="*/ 526321 h 3920548"/>
              <a:gd name="connsiteX24" fmla="*/ 1501103 w 7726630"/>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30" h="3920548">
                <a:moveTo>
                  <a:pt x="1501103" y="914"/>
                </a:moveTo>
                <a:cubicBezTo>
                  <a:pt x="1679131" y="6348"/>
                  <a:pt x="1855737" y="36111"/>
                  <a:pt x="2022430" y="93260"/>
                </a:cubicBezTo>
                <a:cubicBezTo>
                  <a:pt x="2560923" y="277407"/>
                  <a:pt x="2874574" y="570773"/>
                  <a:pt x="3602316" y="1367093"/>
                </a:cubicBezTo>
                <a:cubicBezTo>
                  <a:pt x="3618880" y="1383588"/>
                  <a:pt x="3675971" y="1444535"/>
                  <a:pt x="3755970" y="1527103"/>
                </a:cubicBezTo>
                <a:lnTo>
                  <a:pt x="4314136" y="2108176"/>
                </a:lnTo>
                <a:lnTo>
                  <a:pt x="4457569" y="2259327"/>
                </a:lnTo>
                <a:cubicBezTo>
                  <a:pt x="5153568" y="3021310"/>
                  <a:pt x="5746714" y="3515380"/>
                  <a:pt x="6414726" y="3407390"/>
                </a:cubicBezTo>
                <a:cubicBezTo>
                  <a:pt x="6779080" y="3347737"/>
                  <a:pt x="6991256" y="3211850"/>
                  <a:pt x="7127167" y="3100088"/>
                </a:cubicBezTo>
                <a:lnTo>
                  <a:pt x="7026764" y="2999730"/>
                </a:lnTo>
                <a:cubicBezTo>
                  <a:pt x="6977262" y="2950165"/>
                  <a:pt x="6993705" y="2908320"/>
                  <a:pt x="7063672" y="2907004"/>
                </a:cubicBezTo>
                <a:lnTo>
                  <a:pt x="7602070" y="2896828"/>
                </a:lnTo>
                <a:cubicBezTo>
                  <a:pt x="7672036" y="2895600"/>
                  <a:pt x="7727836" y="2952709"/>
                  <a:pt x="7726611" y="3023854"/>
                </a:cubicBezTo>
                <a:lnTo>
                  <a:pt x="7716466" y="3562313"/>
                </a:lnTo>
                <a:cubicBezTo>
                  <a:pt x="7715066" y="3632230"/>
                  <a:pt x="7673261" y="3648723"/>
                  <a:pt x="7623759" y="3599158"/>
                </a:cubicBezTo>
                <a:lnTo>
                  <a:pt x="7485224" y="3460727"/>
                </a:lnTo>
                <a:cubicBezTo>
                  <a:pt x="7266752" y="3643635"/>
                  <a:pt x="6873186" y="3873475"/>
                  <a:pt x="6450234" y="3911636"/>
                </a:cubicBezTo>
                <a:cubicBezTo>
                  <a:pt x="5441832" y="4003046"/>
                  <a:pt x="4831019" y="3378177"/>
                  <a:pt x="4124875" y="2639003"/>
                </a:cubicBezTo>
                <a:cubicBezTo>
                  <a:pt x="4122251" y="2637775"/>
                  <a:pt x="4051234" y="2562857"/>
                  <a:pt x="3949607" y="2457411"/>
                </a:cubicBezTo>
                <a:lnTo>
                  <a:pt x="3394038" y="1877596"/>
                </a:lnTo>
                <a:lnTo>
                  <a:pt x="3264524" y="1742934"/>
                </a:lnTo>
                <a:cubicBezTo>
                  <a:pt x="2567267" y="981002"/>
                  <a:pt x="2356521" y="793035"/>
                  <a:pt x="2002166" y="626688"/>
                </a:cubicBezTo>
                <a:cubicBezTo>
                  <a:pt x="1498033" y="389143"/>
                  <a:pt x="826149" y="513647"/>
                  <a:pt x="427389" y="900950"/>
                </a:cubicBezTo>
                <a:cubicBezTo>
                  <a:pt x="349857" y="975876"/>
                  <a:pt x="229330" y="993676"/>
                  <a:pt x="134002" y="942886"/>
                </a:cubicBezTo>
                <a:cubicBezTo>
                  <a:pt x="-19652" y="861623"/>
                  <a:pt x="-50136" y="644394"/>
                  <a:pt x="89597" y="526321"/>
                </a:cubicBezTo>
                <a:cubicBezTo>
                  <a:pt x="420120" y="187267"/>
                  <a:pt x="967017" y="-15389"/>
                  <a:pt x="1501103" y="914"/>
                </a:cubicBezTo>
                <a:close/>
              </a:path>
            </a:pathLst>
          </a:custGeom>
          <a:gradFill flip="none" rotWithShape="1">
            <a:gsLst>
              <a:gs pos="100000">
                <a:schemeClr val="accent3"/>
              </a:gs>
              <a:gs pos="0">
                <a:schemeClr val="accent3">
                  <a:lumMod val="75000"/>
                </a:schemeClr>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6" name="Groupe 15">
            <a:extLst>
              <a:ext uri="{FF2B5EF4-FFF2-40B4-BE49-F238E27FC236}">
                <a16:creationId xmlns:a16="http://schemas.microsoft.com/office/drawing/2014/main" id="{53B1C7B1-A574-EF97-E289-7A571CB03329}"/>
              </a:ext>
            </a:extLst>
          </p:cNvPr>
          <p:cNvGrpSpPr/>
          <p:nvPr/>
        </p:nvGrpSpPr>
        <p:grpSpPr>
          <a:xfrm>
            <a:off x="2748964" y="2360635"/>
            <a:ext cx="1126625" cy="1151333"/>
            <a:chOff x="1110515" y="2098319"/>
            <a:chExt cx="1678133" cy="1714937"/>
          </a:xfrm>
        </p:grpSpPr>
        <p:sp>
          <p:nvSpPr>
            <p:cNvPr id="18" name="Cercle">
              <a:extLst>
                <a:ext uri="{FF2B5EF4-FFF2-40B4-BE49-F238E27FC236}">
                  <a16:creationId xmlns:a16="http://schemas.microsoft.com/office/drawing/2014/main" id="{071F59FE-1846-4907-ED1E-F1613A3193E2}"/>
                </a:ext>
              </a:extLst>
            </p:cNvPr>
            <p:cNvSpPr/>
            <p:nvPr/>
          </p:nvSpPr>
          <p:spPr>
            <a:xfrm>
              <a:off x="1173055" y="2197664"/>
              <a:ext cx="1615593" cy="1615592"/>
            </a:xfrm>
            <a:prstGeom prst="ellipse">
              <a:avLst/>
            </a:pr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9" name="Cercle">
              <a:extLst>
                <a:ext uri="{FF2B5EF4-FFF2-40B4-BE49-F238E27FC236}">
                  <a16:creationId xmlns:a16="http://schemas.microsoft.com/office/drawing/2014/main" id="{2ADA75C1-9373-562E-9267-C6475559A323}"/>
                </a:ext>
              </a:extLst>
            </p:cNvPr>
            <p:cNvSpPr/>
            <p:nvPr/>
          </p:nvSpPr>
          <p:spPr>
            <a:xfrm>
              <a:off x="1110515" y="2098319"/>
              <a:ext cx="1615593" cy="1615592"/>
            </a:xfrm>
            <a:prstGeom prst="ellipse">
              <a:avLst/>
            </a:prstGeom>
            <a:solidFill>
              <a:schemeClr val="accent1"/>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1</a:t>
              </a:r>
            </a:p>
          </p:txBody>
        </p:sp>
      </p:grpSp>
      <p:sp>
        <p:nvSpPr>
          <p:cNvPr id="7" name="Figure">
            <a:extLst>
              <a:ext uri="{FF2B5EF4-FFF2-40B4-BE49-F238E27FC236}">
                <a16:creationId xmlns:a16="http://schemas.microsoft.com/office/drawing/2014/main" id="{3D62A9EA-D749-ED86-4F9E-4817CFE167C9}"/>
              </a:ext>
            </a:extLst>
          </p:cNvPr>
          <p:cNvSpPr/>
          <p:nvPr/>
        </p:nvSpPr>
        <p:spPr>
          <a:xfrm>
            <a:off x="2509736" y="3390042"/>
            <a:ext cx="1690298" cy="644020"/>
          </a:xfrm>
          <a:custGeom>
            <a:avLst/>
            <a:gdLst/>
            <a:ahLst/>
            <a:cxnLst>
              <a:cxn ang="0">
                <a:pos x="wd2" y="hd2"/>
              </a:cxn>
              <a:cxn ang="5400000">
                <a:pos x="wd2" y="hd2"/>
              </a:cxn>
              <a:cxn ang="10800000">
                <a:pos x="wd2" y="hd2"/>
              </a:cxn>
              <a:cxn ang="16200000">
                <a:pos x="wd2" y="hd2"/>
              </a:cxn>
            </a:cxnLst>
            <a:rect l="0" t="0" r="r" b="b"/>
            <a:pathLst>
              <a:path w="21295" h="20880" extrusionOk="0">
                <a:moveTo>
                  <a:pt x="20692" y="15"/>
                </a:moveTo>
                <a:lnTo>
                  <a:pt x="15815" y="1777"/>
                </a:lnTo>
                <a:cubicBezTo>
                  <a:pt x="15486" y="1895"/>
                  <a:pt x="15413" y="2459"/>
                  <a:pt x="15669" y="3023"/>
                </a:cubicBezTo>
                <a:lnTo>
                  <a:pt x="16820" y="5608"/>
                </a:lnTo>
                <a:cubicBezTo>
                  <a:pt x="16089" y="6972"/>
                  <a:pt x="15039" y="8734"/>
                  <a:pt x="13897" y="9839"/>
                </a:cubicBezTo>
                <a:cubicBezTo>
                  <a:pt x="11541" y="12119"/>
                  <a:pt x="9011" y="12001"/>
                  <a:pt x="6910" y="10145"/>
                </a:cubicBezTo>
                <a:cubicBezTo>
                  <a:pt x="4061" y="7630"/>
                  <a:pt x="3239" y="4010"/>
                  <a:pt x="2481" y="3235"/>
                </a:cubicBezTo>
                <a:cubicBezTo>
                  <a:pt x="1960" y="2694"/>
                  <a:pt x="1348" y="2811"/>
                  <a:pt x="873" y="3564"/>
                </a:cubicBezTo>
                <a:cubicBezTo>
                  <a:pt x="-141" y="5138"/>
                  <a:pt x="-305" y="8852"/>
                  <a:pt x="554" y="10944"/>
                </a:cubicBezTo>
                <a:cubicBezTo>
                  <a:pt x="2188" y="15174"/>
                  <a:pt x="4974" y="18841"/>
                  <a:pt x="6865" y="19828"/>
                </a:cubicBezTo>
                <a:cubicBezTo>
                  <a:pt x="9605" y="21497"/>
                  <a:pt x="12262" y="21074"/>
                  <a:pt x="14363" y="19311"/>
                </a:cubicBezTo>
                <a:cubicBezTo>
                  <a:pt x="16555" y="17642"/>
                  <a:pt x="18646" y="13905"/>
                  <a:pt x="19614" y="11907"/>
                </a:cubicBezTo>
                <a:lnTo>
                  <a:pt x="20811" y="14587"/>
                </a:lnTo>
                <a:cubicBezTo>
                  <a:pt x="21067" y="15151"/>
                  <a:pt x="21277" y="14916"/>
                  <a:pt x="21277" y="14046"/>
                </a:cubicBezTo>
                <a:lnTo>
                  <a:pt x="21295" y="1378"/>
                </a:lnTo>
                <a:cubicBezTo>
                  <a:pt x="21295" y="508"/>
                  <a:pt x="21021" y="-103"/>
                  <a:pt x="20692" y="15"/>
                </a:cubicBezTo>
                <a:close/>
              </a:path>
            </a:pathLst>
          </a:cu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8" name="Freeform: Shape 37">
            <a:extLst>
              <a:ext uri="{FF2B5EF4-FFF2-40B4-BE49-F238E27FC236}">
                <a16:creationId xmlns:a16="http://schemas.microsoft.com/office/drawing/2014/main" id="{EE5E5FE4-AFDA-DA8F-360E-764CD77A62BD}"/>
              </a:ext>
            </a:extLst>
          </p:cNvPr>
          <p:cNvSpPr/>
          <p:nvPr/>
        </p:nvSpPr>
        <p:spPr>
          <a:xfrm>
            <a:off x="2517038" y="1758953"/>
            <a:ext cx="4410474" cy="2237906"/>
          </a:xfrm>
          <a:custGeom>
            <a:avLst/>
            <a:gdLst>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4084467 w 7726629"/>
              <a:gd name="connsiteY23" fmla="*/ 2406216 h 3920548"/>
              <a:gd name="connsiteX24" fmla="*/ 3434669 w 7726629"/>
              <a:gd name="connsiteY24" fmla="*/ 1776874 h 3920548"/>
              <a:gd name="connsiteX25" fmla="*/ 3394037 w 7726629"/>
              <a:gd name="connsiteY25" fmla="*/ 1877596 h 3920548"/>
              <a:gd name="connsiteX26" fmla="*/ 3264524 w 7726629"/>
              <a:gd name="connsiteY26" fmla="*/ 1742934 h 3920548"/>
              <a:gd name="connsiteX27" fmla="*/ 2002166 w 7726629"/>
              <a:gd name="connsiteY27" fmla="*/ 626688 h 3920548"/>
              <a:gd name="connsiteX28" fmla="*/ 427389 w 7726629"/>
              <a:gd name="connsiteY28" fmla="*/ 900950 h 3920548"/>
              <a:gd name="connsiteX29" fmla="*/ 134002 w 7726629"/>
              <a:gd name="connsiteY29" fmla="*/ 942886 h 3920548"/>
              <a:gd name="connsiteX30" fmla="*/ 89597 w 7726629"/>
              <a:gd name="connsiteY30" fmla="*/ 526321 h 3920548"/>
              <a:gd name="connsiteX31" fmla="*/ 1501102 w 7726629"/>
              <a:gd name="connsiteY31"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434669 w 7726629"/>
              <a:gd name="connsiteY23" fmla="*/ 1776874 h 3920548"/>
              <a:gd name="connsiteX24" fmla="*/ 3394037 w 7726629"/>
              <a:gd name="connsiteY24" fmla="*/ 1877596 h 3920548"/>
              <a:gd name="connsiteX25" fmla="*/ 3264524 w 7726629"/>
              <a:gd name="connsiteY25" fmla="*/ 1742934 h 3920548"/>
              <a:gd name="connsiteX26" fmla="*/ 2002166 w 7726629"/>
              <a:gd name="connsiteY26" fmla="*/ 626688 h 3920548"/>
              <a:gd name="connsiteX27" fmla="*/ 427389 w 7726629"/>
              <a:gd name="connsiteY27" fmla="*/ 900950 h 3920548"/>
              <a:gd name="connsiteX28" fmla="*/ 134002 w 7726629"/>
              <a:gd name="connsiteY28" fmla="*/ 942886 h 3920548"/>
              <a:gd name="connsiteX29" fmla="*/ 89597 w 7726629"/>
              <a:gd name="connsiteY29" fmla="*/ 526321 h 3920548"/>
              <a:gd name="connsiteX30" fmla="*/ 1501102 w 7726629"/>
              <a:gd name="connsiteY30"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394037 w 7726629"/>
              <a:gd name="connsiteY23" fmla="*/ 1877596 h 3920548"/>
              <a:gd name="connsiteX24" fmla="*/ 3264524 w 7726629"/>
              <a:gd name="connsiteY24" fmla="*/ 1742934 h 3920548"/>
              <a:gd name="connsiteX25" fmla="*/ 2002166 w 7726629"/>
              <a:gd name="connsiteY25" fmla="*/ 626688 h 3920548"/>
              <a:gd name="connsiteX26" fmla="*/ 427389 w 7726629"/>
              <a:gd name="connsiteY26" fmla="*/ 900950 h 3920548"/>
              <a:gd name="connsiteX27" fmla="*/ 134002 w 7726629"/>
              <a:gd name="connsiteY27" fmla="*/ 942886 h 3920548"/>
              <a:gd name="connsiteX28" fmla="*/ 89597 w 7726629"/>
              <a:gd name="connsiteY28" fmla="*/ 526321 h 3920548"/>
              <a:gd name="connsiteX29" fmla="*/ 1501102 w 7726629"/>
              <a:gd name="connsiteY29"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3394037 w 7726629"/>
              <a:gd name="connsiteY22" fmla="*/ 1877596 h 3920548"/>
              <a:gd name="connsiteX23" fmla="*/ 3264524 w 7726629"/>
              <a:gd name="connsiteY23" fmla="*/ 1742934 h 3920548"/>
              <a:gd name="connsiteX24" fmla="*/ 2002166 w 7726629"/>
              <a:gd name="connsiteY24" fmla="*/ 626688 h 3920548"/>
              <a:gd name="connsiteX25" fmla="*/ 427389 w 7726629"/>
              <a:gd name="connsiteY25" fmla="*/ 900950 h 3920548"/>
              <a:gd name="connsiteX26" fmla="*/ 134002 w 7726629"/>
              <a:gd name="connsiteY26" fmla="*/ 942886 h 3920548"/>
              <a:gd name="connsiteX27" fmla="*/ 89597 w 7726629"/>
              <a:gd name="connsiteY27" fmla="*/ 526321 h 3920548"/>
              <a:gd name="connsiteX28" fmla="*/ 1501102 w 7726629"/>
              <a:gd name="connsiteY28"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314137 w 7726629"/>
              <a:gd name="connsiteY7" fmla="*/ 2108176 h 3920548"/>
              <a:gd name="connsiteX8" fmla="*/ 4457570 w 7726629"/>
              <a:gd name="connsiteY8" fmla="*/ 2259327 h 3920548"/>
              <a:gd name="connsiteX9" fmla="*/ 6414726 w 7726629"/>
              <a:gd name="connsiteY9" fmla="*/ 3407390 h 3920548"/>
              <a:gd name="connsiteX10" fmla="*/ 7127166 w 7726629"/>
              <a:gd name="connsiteY10" fmla="*/ 3100088 h 3920548"/>
              <a:gd name="connsiteX11" fmla="*/ 7026764 w 7726629"/>
              <a:gd name="connsiteY11" fmla="*/ 2999730 h 3920548"/>
              <a:gd name="connsiteX12" fmla="*/ 7063671 w 7726629"/>
              <a:gd name="connsiteY12" fmla="*/ 2907004 h 3920548"/>
              <a:gd name="connsiteX13" fmla="*/ 7602068 w 7726629"/>
              <a:gd name="connsiteY13" fmla="*/ 2896828 h 3920548"/>
              <a:gd name="connsiteX14" fmla="*/ 7726610 w 7726629"/>
              <a:gd name="connsiteY14" fmla="*/ 3023854 h 3920548"/>
              <a:gd name="connsiteX15" fmla="*/ 7716465 w 7726629"/>
              <a:gd name="connsiteY15" fmla="*/ 3562313 h 3920548"/>
              <a:gd name="connsiteX16" fmla="*/ 7623758 w 7726629"/>
              <a:gd name="connsiteY16" fmla="*/ 3599158 h 3920548"/>
              <a:gd name="connsiteX17" fmla="*/ 7485223 w 7726629"/>
              <a:gd name="connsiteY17" fmla="*/ 3460727 h 3920548"/>
              <a:gd name="connsiteX18" fmla="*/ 6450234 w 7726629"/>
              <a:gd name="connsiteY18" fmla="*/ 3911636 h 3920548"/>
              <a:gd name="connsiteX19" fmla="*/ 4124876 w 7726629"/>
              <a:gd name="connsiteY19" fmla="*/ 2639003 h 3920548"/>
              <a:gd name="connsiteX20" fmla="*/ 3949608 w 7726629"/>
              <a:gd name="connsiteY20" fmla="*/ 2457411 h 3920548"/>
              <a:gd name="connsiteX21" fmla="*/ 3394037 w 7726629"/>
              <a:gd name="connsiteY21" fmla="*/ 1877596 h 3920548"/>
              <a:gd name="connsiteX22" fmla="*/ 3264524 w 7726629"/>
              <a:gd name="connsiteY22" fmla="*/ 1742934 h 3920548"/>
              <a:gd name="connsiteX23" fmla="*/ 2002166 w 7726629"/>
              <a:gd name="connsiteY23" fmla="*/ 626688 h 3920548"/>
              <a:gd name="connsiteX24" fmla="*/ 427389 w 7726629"/>
              <a:gd name="connsiteY24" fmla="*/ 900950 h 3920548"/>
              <a:gd name="connsiteX25" fmla="*/ 134002 w 7726629"/>
              <a:gd name="connsiteY25" fmla="*/ 942886 h 3920548"/>
              <a:gd name="connsiteX26" fmla="*/ 89597 w 7726629"/>
              <a:gd name="connsiteY26" fmla="*/ 526321 h 3920548"/>
              <a:gd name="connsiteX27" fmla="*/ 1501102 w 7726629"/>
              <a:gd name="connsiteY27"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314137 w 7726629"/>
              <a:gd name="connsiteY6" fmla="*/ 2108176 h 3920548"/>
              <a:gd name="connsiteX7" fmla="*/ 4457570 w 7726629"/>
              <a:gd name="connsiteY7" fmla="*/ 2259327 h 3920548"/>
              <a:gd name="connsiteX8" fmla="*/ 6414726 w 7726629"/>
              <a:gd name="connsiteY8" fmla="*/ 3407390 h 3920548"/>
              <a:gd name="connsiteX9" fmla="*/ 7127166 w 7726629"/>
              <a:gd name="connsiteY9" fmla="*/ 3100088 h 3920548"/>
              <a:gd name="connsiteX10" fmla="*/ 7026764 w 7726629"/>
              <a:gd name="connsiteY10" fmla="*/ 2999730 h 3920548"/>
              <a:gd name="connsiteX11" fmla="*/ 7063671 w 7726629"/>
              <a:gd name="connsiteY11" fmla="*/ 2907004 h 3920548"/>
              <a:gd name="connsiteX12" fmla="*/ 7602068 w 7726629"/>
              <a:gd name="connsiteY12" fmla="*/ 2896828 h 3920548"/>
              <a:gd name="connsiteX13" fmla="*/ 7726610 w 7726629"/>
              <a:gd name="connsiteY13" fmla="*/ 3023854 h 3920548"/>
              <a:gd name="connsiteX14" fmla="*/ 7716465 w 7726629"/>
              <a:gd name="connsiteY14" fmla="*/ 3562313 h 3920548"/>
              <a:gd name="connsiteX15" fmla="*/ 7623758 w 7726629"/>
              <a:gd name="connsiteY15" fmla="*/ 3599158 h 3920548"/>
              <a:gd name="connsiteX16" fmla="*/ 7485223 w 7726629"/>
              <a:gd name="connsiteY16" fmla="*/ 3460727 h 3920548"/>
              <a:gd name="connsiteX17" fmla="*/ 6450234 w 7726629"/>
              <a:gd name="connsiteY17" fmla="*/ 3911636 h 3920548"/>
              <a:gd name="connsiteX18" fmla="*/ 4124876 w 7726629"/>
              <a:gd name="connsiteY18" fmla="*/ 2639003 h 3920548"/>
              <a:gd name="connsiteX19" fmla="*/ 3949608 w 7726629"/>
              <a:gd name="connsiteY19" fmla="*/ 2457411 h 3920548"/>
              <a:gd name="connsiteX20" fmla="*/ 3394037 w 7726629"/>
              <a:gd name="connsiteY20" fmla="*/ 1877596 h 3920548"/>
              <a:gd name="connsiteX21" fmla="*/ 3264524 w 7726629"/>
              <a:gd name="connsiteY21" fmla="*/ 1742934 h 3920548"/>
              <a:gd name="connsiteX22" fmla="*/ 2002166 w 7726629"/>
              <a:gd name="connsiteY22" fmla="*/ 626688 h 3920548"/>
              <a:gd name="connsiteX23" fmla="*/ 427389 w 7726629"/>
              <a:gd name="connsiteY23" fmla="*/ 900950 h 3920548"/>
              <a:gd name="connsiteX24" fmla="*/ 134002 w 7726629"/>
              <a:gd name="connsiteY24" fmla="*/ 942886 h 3920548"/>
              <a:gd name="connsiteX25" fmla="*/ 89597 w 7726629"/>
              <a:gd name="connsiteY25" fmla="*/ 526321 h 3920548"/>
              <a:gd name="connsiteX26" fmla="*/ 1501102 w 7726629"/>
              <a:gd name="connsiteY26"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4314137 w 7726629"/>
              <a:gd name="connsiteY5" fmla="*/ 2108176 h 3920548"/>
              <a:gd name="connsiteX6" fmla="*/ 4457570 w 7726629"/>
              <a:gd name="connsiteY6" fmla="*/ 2259327 h 3920548"/>
              <a:gd name="connsiteX7" fmla="*/ 6414726 w 7726629"/>
              <a:gd name="connsiteY7" fmla="*/ 3407390 h 3920548"/>
              <a:gd name="connsiteX8" fmla="*/ 7127166 w 7726629"/>
              <a:gd name="connsiteY8" fmla="*/ 3100088 h 3920548"/>
              <a:gd name="connsiteX9" fmla="*/ 7026764 w 7726629"/>
              <a:gd name="connsiteY9" fmla="*/ 2999730 h 3920548"/>
              <a:gd name="connsiteX10" fmla="*/ 7063671 w 7726629"/>
              <a:gd name="connsiteY10" fmla="*/ 2907004 h 3920548"/>
              <a:gd name="connsiteX11" fmla="*/ 7602068 w 7726629"/>
              <a:gd name="connsiteY11" fmla="*/ 2896828 h 3920548"/>
              <a:gd name="connsiteX12" fmla="*/ 7726610 w 7726629"/>
              <a:gd name="connsiteY12" fmla="*/ 3023854 h 3920548"/>
              <a:gd name="connsiteX13" fmla="*/ 7716465 w 7726629"/>
              <a:gd name="connsiteY13" fmla="*/ 3562313 h 3920548"/>
              <a:gd name="connsiteX14" fmla="*/ 7623758 w 7726629"/>
              <a:gd name="connsiteY14" fmla="*/ 3599158 h 3920548"/>
              <a:gd name="connsiteX15" fmla="*/ 7485223 w 7726629"/>
              <a:gd name="connsiteY15" fmla="*/ 3460727 h 3920548"/>
              <a:gd name="connsiteX16" fmla="*/ 6450234 w 7726629"/>
              <a:gd name="connsiteY16" fmla="*/ 3911636 h 3920548"/>
              <a:gd name="connsiteX17" fmla="*/ 4124876 w 7726629"/>
              <a:gd name="connsiteY17" fmla="*/ 2639003 h 3920548"/>
              <a:gd name="connsiteX18" fmla="*/ 3949608 w 7726629"/>
              <a:gd name="connsiteY18" fmla="*/ 2457411 h 3920548"/>
              <a:gd name="connsiteX19" fmla="*/ 3394037 w 7726629"/>
              <a:gd name="connsiteY19" fmla="*/ 1877596 h 3920548"/>
              <a:gd name="connsiteX20" fmla="*/ 3264524 w 7726629"/>
              <a:gd name="connsiteY20" fmla="*/ 1742934 h 3920548"/>
              <a:gd name="connsiteX21" fmla="*/ 2002166 w 7726629"/>
              <a:gd name="connsiteY21" fmla="*/ 626688 h 3920548"/>
              <a:gd name="connsiteX22" fmla="*/ 427389 w 7726629"/>
              <a:gd name="connsiteY22" fmla="*/ 900950 h 3920548"/>
              <a:gd name="connsiteX23" fmla="*/ 134002 w 7726629"/>
              <a:gd name="connsiteY23" fmla="*/ 942886 h 3920548"/>
              <a:gd name="connsiteX24" fmla="*/ 89597 w 7726629"/>
              <a:gd name="connsiteY24" fmla="*/ 526321 h 3920548"/>
              <a:gd name="connsiteX25" fmla="*/ 1501102 w 7726629"/>
              <a:gd name="connsiteY25"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4314137 w 7726629"/>
              <a:gd name="connsiteY4" fmla="*/ 2108176 h 3920548"/>
              <a:gd name="connsiteX5" fmla="*/ 4457570 w 7726629"/>
              <a:gd name="connsiteY5" fmla="*/ 2259327 h 3920548"/>
              <a:gd name="connsiteX6" fmla="*/ 6414726 w 7726629"/>
              <a:gd name="connsiteY6" fmla="*/ 3407390 h 3920548"/>
              <a:gd name="connsiteX7" fmla="*/ 7127166 w 7726629"/>
              <a:gd name="connsiteY7" fmla="*/ 3100088 h 3920548"/>
              <a:gd name="connsiteX8" fmla="*/ 7026764 w 7726629"/>
              <a:gd name="connsiteY8" fmla="*/ 2999730 h 3920548"/>
              <a:gd name="connsiteX9" fmla="*/ 7063671 w 7726629"/>
              <a:gd name="connsiteY9" fmla="*/ 2907004 h 3920548"/>
              <a:gd name="connsiteX10" fmla="*/ 7602068 w 7726629"/>
              <a:gd name="connsiteY10" fmla="*/ 2896828 h 3920548"/>
              <a:gd name="connsiteX11" fmla="*/ 7726610 w 7726629"/>
              <a:gd name="connsiteY11" fmla="*/ 3023854 h 3920548"/>
              <a:gd name="connsiteX12" fmla="*/ 7716465 w 7726629"/>
              <a:gd name="connsiteY12" fmla="*/ 3562313 h 3920548"/>
              <a:gd name="connsiteX13" fmla="*/ 7623758 w 7726629"/>
              <a:gd name="connsiteY13" fmla="*/ 3599158 h 3920548"/>
              <a:gd name="connsiteX14" fmla="*/ 7485223 w 7726629"/>
              <a:gd name="connsiteY14" fmla="*/ 3460727 h 3920548"/>
              <a:gd name="connsiteX15" fmla="*/ 6450234 w 7726629"/>
              <a:gd name="connsiteY15" fmla="*/ 3911636 h 3920548"/>
              <a:gd name="connsiteX16" fmla="*/ 4124876 w 7726629"/>
              <a:gd name="connsiteY16" fmla="*/ 2639003 h 3920548"/>
              <a:gd name="connsiteX17" fmla="*/ 3949608 w 7726629"/>
              <a:gd name="connsiteY17" fmla="*/ 2457411 h 3920548"/>
              <a:gd name="connsiteX18" fmla="*/ 3394037 w 7726629"/>
              <a:gd name="connsiteY18" fmla="*/ 1877596 h 3920548"/>
              <a:gd name="connsiteX19" fmla="*/ 3264524 w 7726629"/>
              <a:gd name="connsiteY19" fmla="*/ 1742934 h 3920548"/>
              <a:gd name="connsiteX20" fmla="*/ 2002166 w 7726629"/>
              <a:gd name="connsiteY20" fmla="*/ 626688 h 3920548"/>
              <a:gd name="connsiteX21" fmla="*/ 427389 w 7726629"/>
              <a:gd name="connsiteY21" fmla="*/ 900950 h 3920548"/>
              <a:gd name="connsiteX22" fmla="*/ 134002 w 7726629"/>
              <a:gd name="connsiteY22" fmla="*/ 942886 h 3920548"/>
              <a:gd name="connsiteX23" fmla="*/ 89597 w 7726629"/>
              <a:gd name="connsiteY23" fmla="*/ 526321 h 3920548"/>
              <a:gd name="connsiteX24" fmla="*/ 1501102 w 7726629"/>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29" h="3920548">
                <a:moveTo>
                  <a:pt x="1501102" y="914"/>
                </a:moveTo>
                <a:cubicBezTo>
                  <a:pt x="1679131" y="6348"/>
                  <a:pt x="1855736" y="36111"/>
                  <a:pt x="2022430" y="93260"/>
                </a:cubicBezTo>
                <a:cubicBezTo>
                  <a:pt x="2559690" y="277407"/>
                  <a:pt x="2873341" y="570773"/>
                  <a:pt x="3602316" y="1367093"/>
                </a:cubicBezTo>
                <a:cubicBezTo>
                  <a:pt x="3617470" y="1383588"/>
                  <a:pt x="3675971" y="1444535"/>
                  <a:pt x="3755970" y="1527103"/>
                </a:cubicBezTo>
                <a:lnTo>
                  <a:pt x="4314137" y="2108176"/>
                </a:lnTo>
                <a:lnTo>
                  <a:pt x="4457570" y="2259327"/>
                </a:lnTo>
                <a:cubicBezTo>
                  <a:pt x="5153568" y="3021310"/>
                  <a:pt x="5746715" y="3515380"/>
                  <a:pt x="6414726" y="3407390"/>
                </a:cubicBezTo>
                <a:cubicBezTo>
                  <a:pt x="6779080" y="3347737"/>
                  <a:pt x="6991255" y="3211850"/>
                  <a:pt x="7127166" y="3100088"/>
                </a:cubicBezTo>
                <a:lnTo>
                  <a:pt x="7026764" y="2999730"/>
                </a:lnTo>
                <a:cubicBezTo>
                  <a:pt x="6977262" y="2950165"/>
                  <a:pt x="6993704" y="2908320"/>
                  <a:pt x="7063671" y="2907004"/>
                </a:cubicBezTo>
                <a:lnTo>
                  <a:pt x="7602068" y="2896828"/>
                </a:lnTo>
                <a:cubicBezTo>
                  <a:pt x="7672036" y="2895600"/>
                  <a:pt x="7727834" y="2952709"/>
                  <a:pt x="7726610" y="3023854"/>
                </a:cubicBezTo>
                <a:lnTo>
                  <a:pt x="7716465" y="3562313"/>
                </a:lnTo>
                <a:cubicBezTo>
                  <a:pt x="7715066" y="3632230"/>
                  <a:pt x="7673260" y="3648723"/>
                  <a:pt x="7623758" y="3599158"/>
                </a:cubicBezTo>
                <a:lnTo>
                  <a:pt x="7485223" y="3460727"/>
                </a:lnTo>
                <a:cubicBezTo>
                  <a:pt x="7266751" y="3643635"/>
                  <a:pt x="6873186" y="3873475"/>
                  <a:pt x="6450234" y="3911636"/>
                </a:cubicBezTo>
                <a:cubicBezTo>
                  <a:pt x="5440608" y="4003046"/>
                  <a:pt x="4829795" y="3378177"/>
                  <a:pt x="4124876" y="2639003"/>
                </a:cubicBezTo>
                <a:cubicBezTo>
                  <a:pt x="4122252" y="2637775"/>
                  <a:pt x="4051236" y="2562857"/>
                  <a:pt x="3949608" y="2457411"/>
                </a:cubicBezTo>
                <a:lnTo>
                  <a:pt x="3394037" y="1877596"/>
                </a:lnTo>
                <a:lnTo>
                  <a:pt x="3264524" y="1742934"/>
                </a:lnTo>
                <a:cubicBezTo>
                  <a:pt x="2567267" y="981002"/>
                  <a:pt x="2356521" y="793035"/>
                  <a:pt x="2002166" y="626688"/>
                </a:cubicBezTo>
                <a:cubicBezTo>
                  <a:pt x="1498033" y="389143"/>
                  <a:pt x="826149" y="513647"/>
                  <a:pt x="427389" y="900950"/>
                </a:cubicBezTo>
                <a:cubicBezTo>
                  <a:pt x="349857" y="975876"/>
                  <a:pt x="229331" y="993676"/>
                  <a:pt x="134002" y="942886"/>
                </a:cubicBezTo>
                <a:cubicBezTo>
                  <a:pt x="-19652" y="861623"/>
                  <a:pt x="-50136" y="644394"/>
                  <a:pt x="89597" y="526321"/>
                </a:cubicBezTo>
                <a:cubicBezTo>
                  <a:pt x="420121" y="187267"/>
                  <a:pt x="967017" y="-15389"/>
                  <a:pt x="1501102" y="914"/>
                </a:cubicBezTo>
                <a:close/>
              </a:path>
            </a:pathLst>
          </a:custGeom>
          <a:gradFill flip="none" rotWithShape="1">
            <a:gsLst>
              <a:gs pos="0">
                <a:schemeClr val="accent2">
                  <a:lumMod val="75000"/>
                </a:schemeClr>
              </a:gs>
              <a:gs pos="100000">
                <a:schemeClr val="accent2"/>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9" name="Groupe 16">
            <a:extLst>
              <a:ext uri="{FF2B5EF4-FFF2-40B4-BE49-F238E27FC236}">
                <a16:creationId xmlns:a16="http://schemas.microsoft.com/office/drawing/2014/main" id="{F33E5439-A926-DEA1-9EEE-EC75AE156623}"/>
              </a:ext>
            </a:extLst>
          </p:cNvPr>
          <p:cNvGrpSpPr/>
          <p:nvPr/>
        </p:nvGrpSpPr>
        <p:grpSpPr>
          <a:xfrm>
            <a:off x="5532688" y="2360635"/>
            <a:ext cx="1126625" cy="1151333"/>
            <a:chOff x="1110515" y="2098319"/>
            <a:chExt cx="1678133" cy="1714937"/>
          </a:xfrm>
        </p:grpSpPr>
        <p:sp>
          <p:nvSpPr>
            <p:cNvPr id="16" name="Cercle">
              <a:extLst>
                <a:ext uri="{FF2B5EF4-FFF2-40B4-BE49-F238E27FC236}">
                  <a16:creationId xmlns:a16="http://schemas.microsoft.com/office/drawing/2014/main" id="{4250EB3A-F4FB-F1B9-7106-249A858D729A}"/>
                </a:ext>
              </a:extLst>
            </p:cNvPr>
            <p:cNvSpPr/>
            <p:nvPr/>
          </p:nvSpPr>
          <p:spPr>
            <a:xfrm>
              <a:off x="1173055" y="2197664"/>
              <a:ext cx="1615593" cy="1615592"/>
            </a:xfrm>
            <a:prstGeom prst="ellipse">
              <a:avLst/>
            </a:prstGeom>
            <a:solidFill>
              <a:schemeClr val="accent2">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7" name="Cercle">
              <a:extLst>
                <a:ext uri="{FF2B5EF4-FFF2-40B4-BE49-F238E27FC236}">
                  <a16:creationId xmlns:a16="http://schemas.microsoft.com/office/drawing/2014/main" id="{59708994-331C-F043-7F69-123A0026C506}"/>
                </a:ext>
              </a:extLst>
            </p:cNvPr>
            <p:cNvSpPr/>
            <p:nvPr/>
          </p:nvSpPr>
          <p:spPr>
            <a:xfrm>
              <a:off x="1110515" y="2098319"/>
              <a:ext cx="1615593" cy="1615592"/>
            </a:xfrm>
            <a:prstGeom prst="ellipse">
              <a:avLst/>
            </a:prstGeom>
            <a:solidFill>
              <a:schemeClr val="accent2"/>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2</a:t>
              </a:r>
            </a:p>
          </p:txBody>
        </p:sp>
      </p:grpSp>
      <p:grpSp>
        <p:nvGrpSpPr>
          <p:cNvPr id="10" name="Groupe 19">
            <a:extLst>
              <a:ext uri="{FF2B5EF4-FFF2-40B4-BE49-F238E27FC236}">
                <a16:creationId xmlns:a16="http://schemas.microsoft.com/office/drawing/2014/main" id="{6EFF73E3-B792-3558-B2F3-7E9C1D7D7312}"/>
              </a:ext>
            </a:extLst>
          </p:cNvPr>
          <p:cNvGrpSpPr/>
          <p:nvPr/>
        </p:nvGrpSpPr>
        <p:grpSpPr>
          <a:xfrm>
            <a:off x="8274424" y="2360635"/>
            <a:ext cx="1126625" cy="1151333"/>
            <a:chOff x="1110515" y="2098319"/>
            <a:chExt cx="1678133" cy="1714937"/>
          </a:xfrm>
        </p:grpSpPr>
        <p:sp>
          <p:nvSpPr>
            <p:cNvPr id="14" name="Cercle">
              <a:extLst>
                <a:ext uri="{FF2B5EF4-FFF2-40B4-BE49-F238E27FC236}">
                  <a16:creationId xmlns:a16="http://schemas.microsoft.com/office/drawing/2014/main" id="{B5E0F53F-4403-414A-E80C-733D7C1301D0}"/>
                </a:ext>
              </a:extLst>
            </p:cNvPr>
            <p:cNvSpPr/>
            <p:nvPr/>
          </p:nvSpPr>
          <p:spPr>
            <a:xfrm>
              <a:off x="1173055" y="2197664"/>
              <a:ext cx="1615593" cy="1615592"/>
            </a:xfrm>
            <a:prstGeom prst="ellipse">
              <a:avLst/>
            </a:pr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5" name="Cercle">
              <a:extLst>
                <a:ext uri="{FF2B5EF4-FFF2-40B4-BE49-F238E27FC236}">
                  <a16:creationId xmlns:a16="http://schemas.microsoft.com/office/drawing/2014/main" id="{64B78ADE-26D7-72D1-C697-EA0650669EAB}"/>
                </a:ext>
              </a:extLst>
            </p:cNvPr>
            <p:cNvSpPr/>
            <p:nvPr/>
          </p:nvSpPr>
          <p:spPr>
            <a:xfrm>
              <a:off x="1110515" y="2098319"/>
              <a:ext cx="1615593" cy="1615592"/>
            </a:xfrm>
            <a:prstGeom prst="ellipse">
              <a:avLst/>
            </a:prstGeom>
            <a:solidFill>
              <a:schemeClr val="accent3"/>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4</a:t>
              </a:r>
            </a:p>
          </p:txBody>
        </p:sp>
      </p:grpSp>
      <p:sp>
        <p:nvSpPr>
          <p:cNvPr id="20" name="TextBox 82">
            <a:extLst>
              <a:ext uri="{FF2B5EF4-FFF2-40B4-BE49-F238E27FC236}">
                <a16:creationId xmlns:a16="http://schemas.microsoft.com/office/drawing/2014/main" id="{A90EA0EB-3654-063D-075A-70DBA9CCACBD}"/>
              </a:ext>
            </a:extLst>
          </p:cNvPr>
          <p:cNvSpPr txBox="1"/>
          <p:nvPr/>
        </p:nvSpPr>
        <p:spPr>
          <a:xfrm>
            <a:off x="2175633" y="3990540"/>
            <a:ext cx="2215663"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Visibility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Unified spend data across every category gives leaders a single source of truth.</a:t>
            </a:r>
          </a:p>
        </p:txBody>
      </p:sp>
      <p:sp>
        <p:nvSpPr>
          <p:cNvPr id="21" name="TextBox 82">
            <a:extLst>
              <a:ext uri="{FF2B5EF4-FFF2-40B4-BE49-F238E27FC236}">
                <a16:creationId xmlns:a16="http://schemas.microsoft.com/office/drawing/2014/main" id="{378A33B6-FC5C-CAB8-CFEF-19692BF849E6}"/>
              </a:ext>
            </a:extLst>
          </p:cNvPr>
          <p:cNvSpPr txBox="1"/>
          <p:nvPr/>
        </p:nvSpPr>
        <p:spPr>
          <a:xfrm>
            <a:off x="7800704" y="3990540"/>
            <a:ext cx="2215663"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Intelligence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AI surfaces savings, risk and supplier insights before they become problems.</a:t>
            </a:r>
          </a:p>
        </p:txBody>
      </p:sp>
      <p:sp>
        <p:nvSpPr>
          <p:cNvPr id="22" name="TextBox 82">
            <a:extLst>
              <a:ext uri="{FF2B5EF4-FFF2-40B4-BE49-F238E27FC236}">
                <a16:creationId xmlns:a16="http://schemas.microsoft.com/office/drawing/2014/main" id="{FB333C16-DF67-70D4-7F55-DE70ED301004}"/>
              </a:ext>
            </a:extLst>
          </p:cNvPr>
          <p:cNvSpPr txBox="1"/>
          <p:nvPr/>
        </p:nvSpPr>
        <p:spPr>
          <a:xfrm>
            <a:off x="4988168" y="3990540"/>
            <a:ext cx="2215663" cy="1569660"/>
          </a:xfrm>
          <a:prstGeom prst="rect">
            <a:avLst/>
          </a:prstGeom>
          <a:noFill/>
        </p:spPr>
        <p:txBody>
          <a:bodyPr wrap="square" lIns="0" r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Automation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Touchless POs and auto-approvals cut cycle time and free up the team.</a:t>
            </a:r>
          </a:p>
        </p:txBody>
      </p:sp>
    </p:spTree>
    <p:extLst>
      <p:ext uri="{BB962C8B-B14F-4D97-AF65-F5344CB8AC3E}">
        <p14:creationId xmlns:p14="http://schemas.microsoft.com/office/powerpoint/2010/main" val="105567392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points 1</a:t>
            </a:r>
          </a:p>
        </p:txBody>
      </p:sp>
      <p:sp>
        <p:nvSpPr>
          <p:cNvPr id="4" name="TextBox 3"/>
          <p:cNvSpPr txBox="1"/>
          <p:nvPr/>
        </p:nvSpPr>
        <p:spPr>
          <a:xfrm>
            <a:off x="905962" y="1025757"/>
            <a:ext cx="1433326" cy="2646878"/>
          </a:xfrm>
          <a:prstGeom prst="rect">
            <a:avLst/>
          </a:prstGeom>
          <a:noFill/>
        </p:spPr>
        <p:txBody>
          <a:bodyPr wrap="square" rtlCol="0">
            <a:spAutoFit/>
          </a:bodyPr>
          <a:lstStyle/>
          <a:p>
            <a:pPr algn="ctr"/>
            <a:r>
              <a:rPr lang="en-US" sz="16600" b="1" dirty="0">
                <a:solidFill>
                  <a:schemeClr val="accent1"/>
                </a:solidFill>
              </a:rPr>
              <a:t>1</a:t>
            </a:r>
            <a:endParaRPr lang="en-US" sz="11500" dirty="0">
              <a:solidFill>
                <a:schemeClr val="accent1"/>
              </a:solidFill>
            </a:endParaRPr>
          </a:p>
        </p:txBody>
      </p:sp>
      <p:sp>
        <p:nvSpPr>
          <p:cNvPr id="5" name="TextBox 4"/>
          <p:cNvSpPr txBox="1"/>
          <p:nvPr/>
        </p:nvSpPr>
        <p:spPr>
          <a:xfrm>
            <a:off x="2229229" y="1679660"/>
            <a:ext cx="5630935" cy="1600438"/>
          </a:xfrm>
          <a:prstGeom prst="rect">
            <a:avLst/>
          </a:prstGeom>
          <a:noFill/>
        </p:spPr>
        <p:txBody>
          <a:bodyPr wrap="square" rtlCol="0" anchor="t">
            <a:spAutoFit/>
          </a:bodyPr>
          <a:lstStyle/>
          <a:p>
            <a:r>
              <a:rPr lang="en-US" b="1" dirty="0">
                <a:solidFill>
                  <a:schemeClr val="accent1"/>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
        <p:nvSpPr>
          <p:cNvPr id="6" name="TextBox 5"/>
          <p:cNvSpPr txBox="1"/>
          <p:nvPr/>
        </p:nvSpPr>
        <p:spPr>
          <a:xfrm>
            <a:off x="2814069" y="2605855"/>
            <a:ext cx="1433326" cy="2646878"/>
          </a:xfrm>
          <a:prstGeom prst="rect">
            <a:avLst/>
          </a:prstGeom>
          <a:noFill/>
        </p:spPr>
        <p:txBody>
          <a:bodyPr wrap="square" rtlCol="0">
            <a:spAutoFit/>
          </a:bodyPr>
          <a:lstStyle/>
          <a:p>
            <a:pPr algn="ctr"/>
            <a:r>
              <a:rPr lang="en-US" sz="16600" b="1" dirty="0">
                <a:solidFill>
                  <a:schemeClr val="accent2"/>
                </a:solidFill>
              </a:rPr>
              <a:t>2</a:t>
            </a:r>
            <a:endParaRPr lang="en-US" sz="11500" dirty="0">
              <a:solidFill>
                <a:schemeClr val="accent2"/>
              </a:solidFill>
            </a:endParaRPr>
          </a:p>
        </p:txBody>
      </p:sp>
      <p:sp>
        <p:nvSpPr>
          <p:cNvPr id="7" name="TextBox 6"/>
          <p:cNvSpPr txBox="1"/>
          <p:nvPr/>
        </p:nvSpPr>
        <p:spPr>
          <a:xfrm>
            <a:off x="4137336" y="3259758"/>
            <a:ext cx="5630935" cy="1600438"/>
          </a:xfrm>
          <a:prstGeom prst="rect">
            <a:avLst/>
          </a:prstGeom>
          <a:noFill/>
        </p:spPr>
        <p:txBody>
          <a:bodyPr wrap="square" rtlCol="0" anchor="t">
            <a:spAutoFit/>
          </a:bodyPr>
          <a:lstStyle/>
          <a:p>
            <a:r>
              <a:rPr lang="en-US" b="1" dirty="0">
                <a:solidFill>
                  <a:schemeClr val="accent2"/>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
        <p:nvSpPr>
          <p:cNvPr id="8" name="TextBox 7"/>
          <p:cNvSpPr txBox="1"/>
          <p:nvPr/>
        </p:nvSpPr>
        <p:spPr>
          <a:xfrm>
            <a:off x="4722176" y="4185953"/>
            <a:ext cx="1433326" cy="2646878"/>
          </a:xfrm>
          <a:prstGeom prst="rect">
            <a:avLst/>
          </a:prstGeom>
          <a:noFill/>
        </p:spPr>
        <p:txBody>
          <a:bodyPr wrap="square" rtlCol="0">
            <a:spAutoFit/>
          </a:bodyPr>
          <a:lstStyle/>
          <a:p>
            <a:pPr algn="ctr"/>
            <a:r>
              <a:rPr lang="en-US" sz="16600" b="1" dirty="0">
                <a:solidFill>
                  <a:schemeClr val="accent3"/>
                </a:solidFill>
              </a:rPr>
              <a:t>3</a:t>
            </a:r>
            <a:endParaRPr lang="en-US" sz="11500" dirty="0">
              <a:solidFill>
                <a:schemeClr val="accent3"/>
              </a:solidFill>
            </a:endParaRPr>
          </a:p>
        </p:txBody>
      </p:sp>
      <p:sp>
        <p:nvSpPr>
          <p:cNvPr id="9" name="TextBox 8"/>
          <p:cNvSpPr txBox="1"/>
          <p:nvPr/>
        </p:nvSpPr>
        <p:spPr>
          <a:xfrm>
            <a:off x="6045443" y="4839856"/>
            <a:ext cx="5630935" cy="1600438"/>
          </a:xfrm>
          <a:prstGeom prst="rect">
            <a:avLst/>
          </a:prstGeom>
          <a:noFill/>
        </p:spPr>
        <p:txBody>
          <a:bodyPr wrap="square" rtlCol="0" anchor="t">
            <a:spAutoFit/>
          </a:bodyPr>
          <a:lstStyle/>
          <a:p>
            <a:r>
              <a:rPr lang="en-US" b="1" dirty="0">
                <a:solidFill>
                  <a:schemeClr val="accent3"/>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Tree>
    <p:extLst>
      <p:ext uri="{BB962C8B-B14F-4D97-AF65-F5344CB8AC3E}">
        <p14:creationId xmlns:p14="http://schemas.microsoft.com/office/powerpoint/2010/main" val="115622664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9A0C86-B1D2-43AC-E508-8FE06E09CC6E}"/>
              </a:ext>
            </a:extLst>
          </p:cNvPr>
          <p:cNvSpPr>
            <a:spLocks noGrp="1"/>
          </p:cNvSpPr>
          <p:nvPr>
            <p:ph type="title"/>
          </p:nvPr>
        </p:nvSpPr>
        <p:spPr>
          <a:xfrm>
            <a:off x="214184" y="13663"/>
            <a:ext cx="9728886" cy="678316"/>
          </a:xfrm>
        </p:spPr>
        <p:txBody>
          <a:bodyPr>
            <a:normAutofit/>
          </a:bodyPr>
          <a:lstStyle/>
          <a:p>
            <a:r>
              <a:rPr lang="en-US" dirty="0"/>
              <a:t>Key points 10</a:t>
            </a:r>
          </a:p>
        </p:txBody>
      </p:sp>
      <p:sp>
        <p:nvSpPr>
          <p:cNvPr id="3" name="TextBox 82">
            <a:extLst>
              <a:ext uri="{FF2B5EF4-FFF2-40B4-BE49-F238E27FC236}">
                <a16:creationId xmlns:a16="http://schemas.microsoft.com/office/drawing/2014/main" id="{4013B842-933D-B68F-3FD2-5F26D5EAD835}"/>
              </a:ext>
            </a:extLst>
          </p:cNvPr>
          <p:cNvSpPr txBox="1"/>
          <p:nvPr/>
        </p:nvSpPr>
        <p:spPr>
          <a:xfrm>
            <a:off x="738612" y="2636051"/>
            <a:ext cx="3483793" cy="280076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en-US" sz="1600" b="0" i="0" dirty="0">
                <a:effectLst/>
              </a:rPr>
              <a:t>Lorem ipsum dolor sit amet, consectetur adipiscing elit. Sed non risus. Suspendisse lectus tortor, dignissim sit amet, adipiscing nec, ultricies sed, dolor. Cras elementum ultrices diam. Maecenas ligula massa, varius a, semper congue, euismod non, mi. Proin porttitor, orci nec nonummy molestie, enim est eleifend mi, non fermentum diam nisl sit amet erat.</a:t>
            </a:r>
            <a:endParaRPr kumimoji="0" lang="en-US" sz="1600" b="0" i="0" u="none" strike="noStrike" kern="1200" cap="none" spc="0" normalizeH="0" baseline="0" noProof="0" dirty="0">
              <a:ln>
                <a:noFill/>
              </a:ln>
              <a:effectLst/>
              <a:uLnTx/>
              <a:uFillTx/>
              <a:ea typeface="+mn-ea"/>
              <a:cs typeface="+mn-cs"/>
            </a:endParaRPr>
          </a:p>
        </p:txBody>
      </p:sp>
      <p:sp>
        <p:nvSpPr>
          <p:cNvPr id="4" name="Retardo 4">
            <a:extLst>
              <a:ext uri="{FF2B5EF4-FFF2-40B4-BE49-F238E27FC236}">
                <a16:creationId xmlns:a16="http://schemas.microsoft.com/office/drawing/2014/main" id="{81F41622-DF08-3E0F-26D9-F7DCE4DCB1A3}"/>
              </a:ext>
            </a:extLst>
          </p:cNvPr>
          <p:cNvSpPr/>
          <p:nvPr/>
        </p:nvSpPr>
        <p:spPr>
          <a:xfrm flipH="1">
            <a:off x="4960547" y="1998149"/>
            <a:ext cx="1060360" cy="1060361"/>
          </a:xfrm>
          <a:prstGeom prst="flowChartDelay">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5" name="Freeform: Shape 4">
            <a:extLst>
              <a:ext uri="{FF2B5EF4-FFF2-40B4-BE49-F238E27FC236}">
                <a16:creationId xmlns:a16="http://schemas.microsoft.com/office/drawing/2014/main" id="{3A4E38DB-4A4E-836E-1FAD-2BB15F4D5437}"/>
              </a:ext>
            </a:extLst>
          </p:cNvPr>
          <p:cNvSpPr/>
          <p:nvPr/>
        </p:nvSpPr>
        <p:spPr>
          <a:xfrm>
            <a:off x="6221293" y="1998148"/>
            <a:ext cx="5232094" cy="1060362"/>
          </a:xfrm>
          <a:custGeom>
            <a:avLst/>
            <a:gdLst>
              <a:gd name="connsiteX0" fmla="*/ 0 w 5232094"/>
              <a:gd name="connsiteY0" fmla="*/ 0 h 1060362"/>
              <a:gd name="connsiteX1" fmla="*/ 4171734 w 5232094"/>
              <a:gd name="connsiteY1" fmla="*/ 0 h 1060362"/>
              <a:gd name="connsiteX2" fmla="*/ 4257521 w 5232094"/>
              <a:gd name="connsiteY2" fmla="*/ 0 h 1060362"/>
              <a:gd name="connsiteX3" fmla="*/ 4701914 w 5232094"/>
              <a:gd name="connsiteY3" fmla="*/ 0 h 1060362"/>
              <a:gd name="connsiteX4" fmla="*/ 5232094 w 5232094"/>
              <a:gd name="connsiteY4" fmla="*/ 530181 h 1060362"/>
              <a:gd name="connsiteX5" fmla="*/ 4701914 w 5232094"/>
              <a:gd name="connsiteY5" fmla="*/ 1060362 h 1060362"/>
              <a:gd name="connsiteX6" fmla="*/ 4171734 w 5232094"/>
              <a:gd name="connsiteY6" fmla="*/ 1060361 h 1060362"/>
              <a:gd name="connsiteX7" fmla="*/ 0 w 5232094"/>
              <a:gd name="connsiteY7"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32094" h="1060362">
                <a:moveTo>
                  <a:pt x="0" y="0"/>
                </a:moveTo>
                <a:lnTo>
                  <a:pt x="4171734" y="0"/>
                </a:lnTo>
                <a:lnTo>
                  <a:pt x="4257521" y="0"/>
                </a:lnTo>
                <a:lnTo>
                  <a:pt x="4701914" y="0"/>
                </a:lnTo>
                <a:cubicBezTo>
                  <a:pt x="4994724" y="0"/>
                  <a:pt x="5232094" y="237370"/>
                  <a:pt x="5232094" y="530181"/>
                </a:cubicBezTo>
                <a:cubicBezTo>
                  <a:pt x="5232094" y="822992"/>
                  <a:pt x="4994724" y="1060362"/>
                  <a:pt x="4701914" y="1060362"/>
                </a:cubicBezTo>
                <a:lnTo>
                  <a:pt x="4171734" y="1060361"/>
                </a:lnTo>
                <a:lnTo>
                  <a:pt x="0"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 name="TextBox 5">
            <a:extLst>
              <a:ext uri="{FF2B5EF4-FFF2-40B4-BE49-F238E27FC236}">
                <a16:creationId xmlns:a16="http://schemas.microsoft.com/office/drawing/2014/main" id="{3DA55606-5D73-73E1-B0B0-A005EF8E113A}"/>
              </a:ext>
            </a:extLst>
          </p:cNvPr>
          <p:cNvSpPr txBox="1"/>
          <p:nvPr/>
        </p:nvSpPr>
        <p:spPr>
          <a:xfrm>
            <a:off x="5243753" y="2174386"/>
            <a:ext cx="493986" cy="707886"/>
          </a:xfrm>
          <a:prstGeom prst="rect">
            <a:avLst/>
          </a:prstGeom>
          <a:noFill/>
        </p:spPr>
        <p:txBody>
          <a:bodyPr wrap="square" rtlCol="0">
            <a:spAutoFit/>
          </a:bodyPr>
          <a:lstStyle/>
          <a:p>
            <a:pPr algn="ctr"/>
            <a:r>
              <a:rPr lang="en-US" sz="4000" b="1" dirty="0">
                <a:solidFill>
                  <a:schemeClr val="bg1"/>
                </a:solidFill>
              </a:rPr>
              <a:t>1</a:t>
            </a:r>
          </a:p>
        </p:txBody>
      </p:sp>
      <p:sp>
        <p:nvSpPr>
          <p:cNvPr id="7" name="Retardo 4">
            <a:extLst>
              <a:ext uri="{FF2B5EF4-FFF2-40B4-BE49-F238E27FC236}">
                <a16:creationId xmlns:a16="http://schemas.microsoft.com/office/drawing/2014/main" id="{2DF3DE49-A800-6789-E2AD-3D4D50581E5D}"/>
              </a:ext>
            </a:extLst>
          </p:cNvPr>
          <p:cNvSpPr/>
          <p:nvPr/>
        </p:nvSpPr>
        <p:spPr>
          <a:xfrm flipH="1">
            <a:off x="4960557" y="3234746"/>
            <a:ext cx="1060361" cy="1060361"/>
          </a:xfrm>
          <a:prstGeom prst="flowChartDelay">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8" name="Freeform: Shape 7">
            <a:extLst>
              <a:ext uri="{FF2B5EF4-FFF2-40B4-BE49-F238E27FC236}">
                <a16:creationId xmlns:a16="http://schemas.microsoft.com/office/drawing/2014/main" id="{43440984-C288-A695-D3EF-B02ED0833E50}"/>
              </a:ext>
            </a:extLst>
          </p:cNvPr>
          <p:cNvSpPr/>
          <p:nvPr/>
        </p:nvSpPr>
        <p:spPr>
          <a:xfrm>
            <a:off x="6221302" y="3234744"/>
            <a:ext cx="5232086" cy="1060362"/>
          </a:xfrm>
          <a:custGeom>
            <a:avLst/>
            <a:gdLst>
              <a:gd name="connsiteX0" fmla="*/ 0 w 5232086"/>
              <a:gd name="connsiteY0" fmla="*/ 1 h 1060362"/>
              <a:gd name="connsiteX1" fmla="*/ 4171723 w 5232086"/>
              <a:gd name="connsiteY1" fmla="*/ 1 h 1060362"/>
              <a:gd name="connsiteX2" fmla="*/ 4171723 w 5232086"/>
              <a:gd name="connsiteY2" fmla="*/ 1060362 h 1060362"/>
              <a:gd name="connsiteX3" fmla="*/ 0 w 5232086"/>
              <a:gd name="connsiteY3" fmla="*/ 1060362 h 1060362"/>
              <a:gd name="connsiteX4" fmla="*/ 4171724 w 5232086"/>
              <a:gd name="connsiteY4" fmla="*/ 0 h 1060362"/>
              <a:gd name="connsiteX5" fmla="*/ 4701905 w 5232086"/>
              <a:gd name="connsiteY5" fmla="*/ 0 h 1060362"/>
              <a:gd name="connsiteX6" fmla="*/ 5232086 w 5232086"/>
              <a:gd name="connsiteY6" fmla="*/ 530181 h 1060362"/>
              <a:gd name="connsiteX7" fmla="*/ 4701905 w 5232086"/>
              <a:gd name="connsiteY7" fmla="*/ 1060362 h 1060362"/>
              <a:gd name="connsiteX8" fmla="*/ 4171724 w 5232086"/>
              <a:gd name="connsiteY8"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2086" h="1060362">
                <a:moveTo>
                  <a:pt x="0" y="1"/>
                </a:moveTo>
                <a:lnTo>
                  <a:pt x="4171723" y="1"/>
                </a:lnTo>
                <a:lnTo>
                  <a:pt x="4171723" y="1060362"/>
                </a:lnTo>
                <a:lnTo>
                  <a:pt x="0" y="1060362"/>
                </a:lnTo>
                <a:close/>
                <a:moveTo>
                  <a:pt x="4171724" y="0"/>
                </a:moveTo>
                <a:lnTo>
                  <a:pt x="4701905" y="0"/>
                </a:lnTo>
                <a:cubicBezTo>
                  <a:pt x="4994716" y="0"/>
                  <a:pt x="5232086" y="237370"/>
                  <a:pt x="5232086" y="530181"/>
                </a:cubicBezTo>
                <a:cubicBezTo>
                  <a:pt x="5232086" y="822992"/>
                  <a:pt x="4994716" y="1060362"/>
                  <a:pt x="4701905" y="1060362"/>
                </a:cubicBezTo>
                <a:lnTo>
                  <a:pt x="4171724"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9" name="TextBox 8">
            <a:extLst>
              <a:ext uri="{FF2B5EF4-FFF2-40B4-BE49-F238E27FC236}">
                <a16:creationId xmlns:a16="http://schemas.microsoft.com/office/drawing/2014/main" id="{7BB7E36C-B068-FD63-8701-8CEBBD3FBE82}"/>
              </a:ext>
            </a:extLst>
          </p:cNvPr>
          <p:cNvSpPr txBox="1"/>
          <p:nvPr/>
        </p:nvSpPr>
        <p:spPr>
          <a:xfrm>
            <a:off x="5243753" y="3410984"/>
            <a:ext cx="493986" cy="707886"/>
          </a:xfrm>
          <a:prstGeom prst="rect">
            <a:avLst/>
          </a:prstGeom>
          <a:noFill/>
        </p:spPr>
        <p:txBody>
          <a:bodyPr wrap="square" rtlCol="0">
            <a:spAutoFit/>
          </a:bodyPr>
          <a:lstStyle/>
          <a:p>
            <a:pPr algn="ctr"/>
            <a:r>
              <a:rPr lang="en-US" sz="4000" b="1" dirty="0">
                <a:solidFill>
                  <a:schemeClr val="bg1"/>
                </a:solidFill>
              </a:rPr>
              <a:t>2</a:t>
            </a:r>
          </a:p>
        </p:txBody>
      </p:sp>
      <p:sp>
        <p:nvSpPr>
          <p:cNvPr id="10" name="Retardo 4">
            <a:extLst>
              <a:ext uri="{FF2B5EF4-FFF2-40B4-BE49-F238E27FC236}">
                <a16:creationId xmlns:a16="http://schemas.microsoft.com/office/drawing/2014/main" id="{49201B83-91AA-E96B-E256-C945A0E601E8}"/>
              </a:ext>
            </a:extLst>
          </p:cNvPr>
          <p:cNvSpPr/>
          <p:nvPr/>
        </p:nvSpPr>
        <p:spPr>
          <a:xfrm flipH="1">
            <a:off x="4960567" y="4471345"/>
            <a:ext cx="1060361" cy="1060361"/>
          </a:xfrm>
          <a:prstGeom prst="flowChartDelay">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11" name="Freeform: Shape 10">
            <a:extLst>
              <a:ext uri="{FF2B5EF4-FFF2-40B4-BE49-F238E27FC236}">
                <a16:creationId xmlns:a16="http://schemas.microsoft.com/office/drawing/2014/main" id="{7BC92378-CCCE-C415-7927-4C879A7DBF79}"/>
              </a:ext>
            </a:extLst>
          </p:cNvPr>
          <p:cNvSpPr/>
          <p:nvPr/>
        </p:nvSpPr>
        <p:spPr>
          <a:xfrm>
            <a:off x="6221313" y="4471341"/>
            <a:ext cx="5193059" cy="1060365"/>
          </a:xfrm>
          <a:custGeom>
            <a:avLst/>
            <a:gdLst>
              <a:gd name="connsiteX0" fmla="*/ 4132697 w 5193059"/>
              <a:gd name="connsiteY0" fmla="*/ 0 h 1060365"/>
              <a:gd name="connsiteX1" fmla="*/ 4662878 w 5193059"/>
              <a:gd name="connsiteY1" fmla="*/ 0 h 1060365"/>
              <a:gd name="connsiteX2" fmla="*/ 5193059 w 5193059"/>
              <a:gd name="connsiteY2" fmla="*/ 530181 h 1060365"/>
              <a:gd name="connsiteX3" fmla="*/ 4662878 w 5193059"/>
              <a:gd name="connsiteY3" fmla="*/ 1060362 h 1060365"/>
              <a:gd name="connsiteX4" fmla="*/ 4171711 w 5193059"/>
              <a:gd name="connsiteY4" fmla="*/ 1060361 h 1060365"/>
              <a:gd name="connsiteX5" fmla="*/ 4171711 w 5193059"/>
              <a:gd name="connsiteY5" fmla="*/ 1060365 h 1060365"/>
              <a:gd name="connsiteX6" fmla="*/ 0 w 5193059"/>
              <a:gd name="connsiteY6" fmla="*/ 1060365 h 1060365"/>
              <a:gd name="connsiteX7" fmla="*/ 0 w 5193059"/>
              <a:gd name="connsiteY7" fmla="*/ 4 h 1060365"/>
              <a:gd name="connsiteX8" fmla="*/ 4132697 w 5193059"/>
              <a:gd name="connsiteY8" fmla="*/ 4 h 1060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93059" h="1060365">
                <a:moveTo>
                  <a:pt x="4132697" y="0"/>
                </a:moveTo>
                <a:lnTo>
                  <a:pt x="4662878" y="0"/>
                </a:lnTo>
                <a:cubicBezTo>
                  <a:pt x="4955689" y="0"/>
                  <a:pt x="5193059" y="237370"/>
                  <a:pt x="5193059" y="530181"/>
                </a:cubicBezTo>
                <a:cubicBezTo>
                  <a:pt x="5193059" y="822992"/>
                  <a:pt x="4955689" y="1060362"/>
                  <a:pt x="4662878" y="1060362"/>
                </a:cubicBezTo>
                <a:lnTo>
                  <a:pt x="4171711" y="1060361"/>
                </a:lnTo>
                <a:lnTo>
                  <a:pt x="4171711" y="1060365"/>
                </a:lnTo>
                <a:lnTo>
                  <a:pt x="0" y="1060365"/>
                </a:lnTo>
                <a:lnTo>
                  <a:pt x="0" y="4"/>
                </a:lnTo>
                <a:lnTo>
                  <a:pt x="4132697" y="4"/>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 name="TextBox 11">
            <a:extLst>
              <a:ext uri="{FF2B5EF4-FFF2-40B4-BE49-F238E27FC236}">
                <a16:creationId xmlns:a16="http://schemas.microsoft.com/office/drawing/2014/main" id="{43046E42-18C3-240C-7D91-574C274227BC}"/>
              </a:ext>
            </a:extLst>
          </p:cNvPr>
          <p:cNvSpPr txBox="1"/>
          <p:nvPr/>
        </p:nvSpPr>
        <p:spPr>
          <a:xfrm>
            <a:off x="5243753" y="4647582"/>
            <a:ext cx="493986" cy="707886"/>
          </a:xfrm>
          <a:prstGeom prst="rect">
            <a:avLst/>
          </a:prstGeom>
          <a:noFill/>
        </p:spPr>
        <p:txBody>
          <a:bodyPr wrap="square" rtlCol="0">
            <a:spAutoFit/>
          </a:bodyPr>
          <a:lstStyle/>
          <a:p>
            <a:pPr algn="ctr"/>
            <a:r>
              <a:rPr lang="en-US" sz="4000" b="1" dirty="0">
                <a:solidFill>
                  <a:schemeClr val="bg1"/>
                </a:solidFill>
              </a:rPr>
              <a:t>3</a:t>
            </a:r>
          </a:p>
        </p:txBody>
      </p:sp>
      <p:sp>
        <p:nvSpPr>
          <p:cNvPr id="13" name="TextBox 12">
            <a:extLst>
              <a:ext uri="{FF2B5EF4-FFF2-40B4-BE49-F238E27FC236}">
                <a16:creationId xmlns:a16="http://schemas.microsoft.com/office/drawing/2014/main" id="{CC4AB8E9-B0E4-C40B-6963-8F9835766368}"/>
              </a:ext>
            </a:extLst>
          </p:cNvPr>
          <p:cNvSpPr txBox="1"/>
          <p:nvPr/>
        </p:nvSpPr>
        <p:spPr>
          <a:xfrm>
            <a:off x="738612" y="2301905"/>
            <a:ext cx="2152014" cy="461665"/>
          </a:xfrm>
          <a:prstGeom prst="rect">
            <a:avLst/>
          </a:prstGeom>
          <a:noFill/>
        </p:spPr>
        <p:txBody>
          <a:bodyPr wrap="square" rtlCol="0">
            <a:spAutoFit/>
          </a:bodyPr>
          <a:lstStyle/>
          <a:p>
            <a:r>
              <a:rPr lang="en-US" sz="2400" b="1" dirty="0"/>
              <a:t>Lorem ipsum </a:t>
            </a:r>
          </a:p>
        </p:txBody>
      </p:sp>
    </p:spTree>
    <p:extLst>
      <p:ext uri="{BB962C8B-B14F-4D97-AF65-F5344CB8AC3E}">
        <p14:creationId xmlns:p14="http://schemas.microsoft.com/office/powerpoint/2010/main" val="167955213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5F5A39-5659-D30A-8D2C-8A94244F2692}"/>
              </a:ext>
            </a:extLst>
          </p:cNvPr>
          <p:cNvSpPr>
            <a:spLocks noGrp="1"/>
          </p:cNvSpPr>
          <p:nvPr>
            <p:ph type="title"/>
          </p:nvPr>
        </p:nvSpPr>
        <p:spPr>
          <a:xfrm>
            <a:off x="214184" y="13663"/>
            <a:ext cx="9728886" cy="678316"/>
          </a:xfrm>
        </p:spPr>
        <p:txBody>
          <a:bodyPr/>
          <a:lstStyle/>
          <a:p>
            <a:r>
              <a:rPr lang="en-US" dirty="0"/>
              <a:t>Cycle 24</a:t>
            </a:r>
          </a:p>
        </p:txBody>
      </p:sp>
      <p:sp>
        <p:nvSpPr>
          <p:cNvPr id="3" name="Freeform 5">
            <a:extLst>
              <a:ext uri="{FF2B5EF4-FFF2-40B4-BE49-F238E27FC236}">
                <a16:creationId xmlns:a16="http://schemas.microsoft.com/office/drawing/2014/main" id="{E1B11812-D9F5-C607-075D-B57318D39B75}"/>
              </a:ext>
            </a:extLst>
          </p:cNvPr>
          <p:cNvSpPr>
            <a:spLocks/>
          </p:cNvSpPr>
          <p:nvPr/>
        </p:nvSpPr>
        <p:spPr bwMode="auto">
          <a:xfrm>
            <a:off x="6097474" y="3987480"/>
            <a:ext cx="2170226" cy="2174644"/>
          </a:xfrm>
          <a:custGeom>
            <a:avLst/>
            <a:gdLst>
              <a:gd name="T0" fmla="*/ 0 w 951"/>
              <a:gd name="T1" fmla="*/ 952 h 952"/>
              <a:gd name="T2" fmla="*/ 519 w 951"/>
              <a:gd name="T3" fmla="*/ 798 h 952"/>
              <a:gd name="T4" fmla="*/ 799 w 951"/>
              <a:gd name="T5" fmla="*/ 801 h 952"/>
              <a:gd name="T6" fmla="*/ 796 w 951"/>
              <a:gd name="T7" fmla="*/ 521 h 952"/>
              <a:gd name="T8" fmla="*/ 951 w 951"/>
              <a:gd name="T9" fmla="*/ 0 h 952"/>
              <a:gd name="T10" fmla="*/ 0 w 951"/>
              <a:gd name="T11" fmla="*/ 0 h 952"/>
              <a:gd name="T12" fmla="*/ 0 w 951"/>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1" h="952">
                <a:moveTo>
                  <a:pt x="0" y="952"/>
                </a:moveTo>
                <a:cubicBezTo>
                  <a:pt x="192" y="952"/>
                  <a:pt x="370" y="895"/>
                  <a:pt x="519" y="798"/>
                </a:cubicBezTo>
                <a:cubicBezTo>
                  <a:pt x="799" y="801"/>
                  <a:pt x="799" y="801"/>
                  <a:pt x="799" y="801"/>
                </a:cubicBezTo>
                <a:cubicBezTo>
                  <a:pt x="796" y="521"/>
                  <a:pt x="796" y="521"/>
                  <a:pt x="796" y="521"/>
                </a:cubicBezTo>
                <a:cubicBezTo>
                  <a:pt x="894" y="372"/>
                  <a:pt x="951" y="193"/>
                  <a:pt x="951" y="0"/>
                </a:cubicBezTo>
                <a:cubicBezTo>
                  <a:pt x="0" y="0"/>
                  <a:pt x="0" y="0"/>
                  <a:pt x="0" y="0"/>
                </a:cubicBezTo>
                <a:lnTo>
                  <a:pt x="0" y="952"/>
                </a:ln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4" name="Freeform 6">
            <a:extLst>
              <a:ext uri="{FF2B5EF4-FFF2-40B4-BE49-F238E27FC236}">
                <a16:creationId xmlns:a16="http://schemas.microsoft.com/office/drawing/2014/main" id="{AA012170-14AE-1CB7-1632-BF3CBCF6A0F6}"/>
              </a:ext>
            </a:extLst>
          </p:cNvPr>
          <p:cNvSpPr>
            <a:spLocks/>
          </p:cNvSpPr>
          <p:nvPr/>
        </p:nvSpPr>
        <p:spPr bwMode="auto">
          <a:xfrm>
            <a:off x="6097474" y="3984533"/>
            <a:ext cx="1968379" cy="1971325"/>
          </a:xfrm>
          <a:custGeom>
            <a:avLst/>
            <a:gdLst>
              <a:gd name="T0" fmla="*/ 0 w 862"/>
              <a:gd name="T1" fmla="*/ 863 h 863"/>
              <a:gd name="T2" fmla="*/ 471 w 862"/>
              <a:gd name="T3" fmla="*/ 723 h 863"/>
              <a:gd name="T4" fmla="*/ 724 w 862"/>
              <a:gd name="T5" fmla="*/ 726 h 863"/>
              <a:gd name="T6" fmla="*/ 722 w 862"/>
              <a:gd name="T7" fmla="*/ 473 h 863"/>
              <a:gd name="T8" fmla="*/ 862 w 862"/>
              <a:gd name="T9" fmla="*/ 0 h 863"/>
              <a:gd name="T10" fmla="*/ 0 w 862"/>
              <a:gd name="T11" fmla="*/ 0 h 863"/>
              <a:gd name="T12" fmla="*/ 0 w 862"/>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2" h="863">
                <a:moveTo>
                  <a:pt x="0" y="863"/>
                </a:moveTo>
                <a:cubicBezTo>
                  <a:pt x="174" y="863"/>
                  <a:pt x="336" y="812"/>
                  <a:pt x="471" y="723"/>
                </a:cubicBezTo>
                <a:cubicBezTo>
                  <a:pt x="724" y="726"/>
                  <a:pt x="724" y="726"/>
                  <a:pt x="724" y="726"/>
                </a:cubicBezTo>
                <a:cubicBezTo>
                  <a:pt x="722" y="473"/>
                  <a:pt x="722" y="473"/>
                  <a:pt x="722" y="473"/>
                </a:cubicBezTo>
                <a:cubicBezTo>
                  <a:pt x="811" y="337"/>
                  <a:pt x="862" y="175"/>
                  <a:pt x="862" y="0"/>
                </a:cubicBezTo>
                <a:cubicBezTo>
                  <a:pt x="0" y="0"/>
                  <a:pt x="0" y="0"/>
                  <a:pt x="0" y="0"/>
                </a:cubicBezTo>
                <a:lnTo>
                  <a:pt x="0" y="863"/>
                </a:lnTo>
                <a:close/>
              </a:path>
            </a:pathLst>
          </a:custGeom>
          <a:gradFill>
            <a:gsLst>
              <a:gs pos="0">
                <a:schemeClr val="accent3">
                  <a:lumMod val="75000"/>
                </a:schemeClr>
              </a:gs>
              <a:gs pos="100000">
                <a:schemeClr val="accent3"/>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5" name="Freeform 7">
            <a:extLst>
              <a:ext uri="{FF2B5EF4-FFF2-40B4-BE49-F238E27FC236}">
                <a16:creationId xmlns:a16="http://schemas.microsoft.com/office/drawing/2014/main" id="{C1D02F02-A1F8-CD64-6AF8-8DFFDDAF18EB}"/>
              </a:ext>
            </a:extLst>
          </p:cNvPr>
          <p:cNvSpPr>
            <a:spLocks/>
          </p:cNvSpPr>
          <p:nvPr/>
        </p:nvSpPr>
        <p:spPr bwMode="auto">
          <a:xfrm>
            <a:off x="3924300" y="1815780"/>
            <a:ext cx="2173174" cy="2171699"/>
          </a:xfrm>
          <a:custGeom>
            <a:avLst/>
            <a:gdLst>
              <a:gd name="T0" fmla="*/ 952 w 952"/>
              <a:gd name="T1" fmla="*/ 0 h 951"/>
              <a:gd name="T2" fmla="*/ 432 w 952"/>
              <a:gd name="T3" fmla="*/ 154 h 951"/>
              <a:gd name="T4" fmla="*/ 153 w 952"/>
              <a:gd name="T5" fmla="*/ 151 h 951"/>
              <a:gd name="T6" fmla="*/ 156 w 952"/>
              <a:gd name="T7" fmla="*/ 430 h 951"/>
              <a:gd name="T8" fmla="*/ 0 w 952"/>
              <a:gd name="T9" fmla="*/ 951 h 951"/>
              <a:gd name="T10" fmla="*/ 952 w 952"/>
              <a:gd name="T11" fmla="*/ 951 h 951"/>
              <a:gd name="T12" fmla="*/ 952 w 952"/>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2" h="951">
                <a:moveTo>
                  <a:pt x="952" y="0"/>
                </a:moveTo>
                <a:cubicBezTo>
                  <a:pt x="760" y="0"/>
                  <a:pt x="582" y="57"/>
                  <a:pt x="432" y="154"/>
                </a:cubicBezTo>
                <a:cubicBezTo>
                  <a:pt x="153" y="151"/>
                  <a:pt x="153" y="151"/>
                  <a:pt x="153" y="151"/>
                </a:cubicBezTo>
                <a:cubicBezTo>
                  <a:pt x="156" y="430"/>
                  <a:pt x="156" y="430"/>
                  <a:pt x="156" y="430"/>
                </a:cubicBezTo>
                <a:cubicBezTo>
                  <a:pt x="58" y="580"/>
                  <a:pt x="0" y="759"/>
                  <a:pt x="0" y="951"/>
                </a:cubicBezTo>
                <a:cubicBezTo>
                  <a:pt x="952" y="951"/>
                  <a:pt x="952" y="951"/>
                  <a:pt x="952" y="951"/>
                </a:cubicBezTo>
                <a:lnTo>
                  <a:pt x="952" y="0"/>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6" name="Freeform 8">
            <a:extLst>
              <a:ext uri="{FF2B5EF4-FFF2-40B4-BE49-F238E27FC236}">
                <a16:creationId xmlns:a16="http://schemas.microsoft.com/office/drawing/2014/main" id="{DA2BDB12-D5FD-4A11-9724-A660B556F418}"/>
              </a:ext>
            </a:extLst>
          </p:cNvPr>
          <p:cNvSpPr>
            <a:spLocks/>
          </p:cNvSpPr>
          <p:nvPr/>
        </p:nvSpPr>
        <p:spPr bwMode="auto">
          <a:xfrm>
            <a:off x="4127621" y="2016154"/>
            <a:ext cx="1969852" cy="1968378"/>
          </a:xfrm>
          <a:custGeom>
            <a:avLst/>
            <a:gdLst>
              <a:gd name="T0" fmla="*/ 863 w 863"/>
              <a:gd name="T1" fmla="*/ 0 h 862"/>
              <a:gd name="T2" fmla="*/ 392 w 863"/>
              <a:gd name="T3" fmla="*/ 140 h 862"/>
              <a:gd name="T4" fmla="*/ 138 w 863"/>
              <a:gd name="T5" fmla="*/ 137 h 862"/>
              <a:gd name="T6" fmla="*/ 141 w 863"/>
              <a:gd name="T7" fmla="*/ 390 h 862"/>
              <a:gd name="T8" fmla="*/ 0 w 863"/>
              <a:gd name="T9" fmla="*/ 862 h 862"/>
              <a:gd name="T10" fmla="*/ 863 w 863"/>
              <a:gd name="T11" fmla="*/ 862 h 862"/>
              <a:gd name="T12" fmla="*/ 863 w 863"/>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3" h="862">
                <a:moveTo>
                  <a:pt x="863" y="0"/>
                </a:moveTo>
                <a:cubicBezTo>
                  <a:pt x="689" y="0"/>
                  <a:pt x="527" y="51"/>
                  <a:pt x="392" y="140"/>
                </a:cubicBezTo>
                <a:cubicBezTo>
                  <a:pt x="138" y="137"/>
                  <a:pt x="138" y="137"/>
                  <a:pt x="138" y="137"/>
                </a:cubicBezTo>
                <a:cubicBezTo>
                  <a:pt x="141" y="390"/>
                  <a:pt x="141" y="390"/>
                  <a:pt x="141" y="390"/>
                </a:cubicBezTo>
                <a:cubicBezTo>
                  <a:pt x="52" y="526"/>
                  <a:pt x="0" y="688"/>
                  <a:pt x="0" y="862"/>
                </a:cubicBezTo>
                <a:cubicBezTo>
                  <a:pt x="863" y="862"/>
                  <a:pt x="863" y="862"/>
                  <a:pt x="863" y="862"/>
                </a:cubicBezTo>
                <a:lnTo>
                  <a:pt x="863" y="0"/>
                </a:lnTo>
                <a:close/>
              </a:path>
            </a:pathLst>
          </a:custGeom>
          <a:gradFill>
            <a:gsLst>
              <a:gs pos="0">
                <a:schemeClr val="accent1">
                  <a:lumMod val="75000"/>
                </a:schemeClr>
              </a:gs>
              <a:gs pos="100000">
                <a:schemeClr val="accent1"/>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7" name="Freeform 9">
            <a:extLst>
              <a:ext uri="{FF2B5EF4-FFF2-40B4-BE49-F238E27FC236}">
                <a16:creationId xmlns:a16="http://schemas.microsoft.com/office/drawing/2014/main" id="{D17F44AD-761F-C2AD-F408-58FEA20EEB7B}"/>
              </a:ext>
            </a:extLst>
          </p:cNvPr>
          <p:cNvSpPr>
            <a:spLocks/>
          </p:cNvSpPr>
          <p:nvPr/>
        </p:nvSpPr>
        <p:spPr bwMode="auto">
          <a:xfrm>
            <a:off x="6097474" y="1815780"/>
            <a:ext cx="2170226" cy="2171699"/>
          </a:xfrm>
          <a:custGeom>
            <a:avLst/>
            <a:gdLst>
              <a:gd name="T0" fmla="*/ 0 w 951"/>
              <a:gd name="T1" fmla="*/ 0 h 951"/>
              <a:gd name="T2" fmla="*/ 519 w 951"/>
              <a:gd name="T3" fmla="*/ 154 h 951"/>
              <a:gd name="T4" fmla="*/ 799 w 951"/>
              <a:gd name="T5" fmla="*/ 151 h 951"/>
              <a:gd name="T6" fmla="*/ 796 w 951"/>
              <a:gd name="T7" fmla="*/ 430 h 951"/>
              <a:gd name="T8" fmla="*/ 951 w 951"/>
              <a:gd name="T9" fmla="*/ 951 h 951"/>
              <a:gd name="T10" fmla="*/ 0 w 951"/>
              <a:gd name="T11" fmla="*/ 951 h 951"/>
              <a:gd name="T12" fmla="*/ 0 w 951"/>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1" h="951">
                <a:moveTo>
                  <a:pt x="0" y="0"/>
                </a:moveTo>
                <a:cubicBezTo>
                  <a:pt x="192" y="0"/>
                  <a:pt x="370" y="57"/>
                  <a:pt x="519" y="154"/>
                </a:cubicBezTo>
                <a:cubicBezTo>
                  <a:pt x="799" y="151"/>
                  <a:pt x="799" y="151"/>
                  <a:pt x="799" y="151"/>
                </a:cubicBezTo>
                <a:cubicBezTo>
                  <a:pt x="796" y="430"/>
                  <a:pt x="796" y="430"/>
                  <a:pt x="796" y="430"/>
                </a:cubicBezTo>
                <a:cubicBezTo>
                  <a:pt x="894" y="580"/>
                  <a:pt x="951" y="759"/>
                  <a:pt x="951" y="951"/>
                </a:cubicBezTo>
                <a:cubicBezTo>
                  <a:pt x="0" y="951"/>
                  <a:pt x="0" y="951"/>
                  <a:pt x="0" y="951"/>
                </a:cubicBezTo>
                <a:lnTo>
                  <a:pt x="0" y="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8" name="Freeform 10">
            <a:extLst>
              <a:ext uri="{FF2B5EF4-FFF2-40B4-BE49-F238E27FC236}">
                <a16:creationId xmlns:a16="http://schemas.microsoft.com/office/drawing/2014/main" id="{035A82F4-8925-582D-392B-F106E59AD8CB}"/>
              </a:ext>
            </a:extLst>
          </p:cNvPr>
          <p:cNvSpPr>
            <a:spLocks/>
          </p:cNvSpPr>
          <p:nvPr/>
        </p:nvSpPr>
        <p:spPr bwMode="auto">
          <a:xfrm>
            <a:off x="6097474" y="2019101"/>
            <a:ext cx="1968379" cy="1968378"/>
          </a:xfrm>
          <a:custGeom>
            <a:avLst/>
            <a:gdLst>
              <a:gd name="T0" fmla="*/ 0 w 862"/>
              <a:gd name="T1" fmla="*/ 0 h 862"/>
              <a:gd name="T2" fmla="*/ 471 w 862"/>
              <a:gd name="T3" fmla="*/ 140 h 862"/>
              <a:gd name="T4" fmla="*/ 724 w 862"/>
              <a:gd name="T5" fmla="*/ 137 h 862"/>
              <a:gd name="T6" fmla="*/ 722 w 862"/>
              <a:gd name="T7" fmla="*/ 390 h 862"/>
              <a:gd name="T8" fmla="*/ 862 w 862"/>
              <a:gd name="T9" fmla="*/ 862 h 862"/>
              <a:gd name="T10" fmla="*/ 0 w 862"/>
              <a:gd name="T11" fmla="*/ 862 h 862"/>
              <a:gd name="T12" fmla="*/ 0 w 862"/>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2" h="862">
                <a:moveTo>
                  <a:pt x="0" y="0"/>
                </a:moveTo>
                <a:cubicBezTo>
                  <a:pt x="174" y="0"/>
                  <a:pt x="336" y="51"/>
                  <a:pt x="471" y="140"/>
                </a:cubicBezTo>
                <a:cubicBezTo>
                  <a:pt x="724" y="137"/>
                  <a:pt x="724" y="137"/>
                  <a:pt x="724" y="137"/>
                </a:cubicBezTo>
                <a:cubicBezTo>
                  <a:pt x="722" y="390"/>
                  <a:pt x="722" y="390"/>
                  <a:pt x="722" y="390"/>
                </a:cubicBezTo>
                <a:cubicBezTo>
                  <a:pt x="811" y="526"/>
                  <a:pt x="862" y="688"/>
                  <a:pt x="862" y="862"/>
                </a:cubicBezTo>
                <a:cubicBezTo>
                  <a:pt x="0" y="862"/>
                  <a:pt x="0" y="862"/>
                  <a:pt x="0" y="862"/>
                </a:cubicBezTo>
                <a:lnTo>
                  <a:pt x="0" y="0"/>
                </a:lnTo>
                <a:close/>
              </a:path>
            </a:pathLst>
          </a:custGeom>
          <a:gradFill>
            <a:gsLst>
              <a:gs pos="0">
                <a:schemeClr val="accent2">
                  <a:lumMod val="75000"/>
                </a:schemeClr>
              </a:gs>
              <a:gs pos="100000">
                <a:schemeClr val="accent2"/>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9" name="Freeform 11">
            <a:extLst>
              <a:ext uri="{FF2B5EF4-FFF2-40B4-BE49-F238E27FC236}">
                <a16:creationId xmlns:a16="http://schemas.microsoft.com/office/drawing/2014/main" id="{227E3A5C-130A-1909-AE43-F9E96A93E87A}"/>
              </a:ext>
            </a:extLst>
          </p:cNvPr>
          <p:cNvSpPr>
            <a:spLocks/>
          </p:cNvSpPr>
          <p:nvPr/>
        </p:nvSpPr>
        <p:spPr bwMode="auto">
          <a:xfrm>
            <a:off x="3924300" y="3987480"/>
            <a:ext cx="2173174" cy="2174644"/>
          </a:xfrm>
          <a:custGeom>
            <a:avLst/>
            <a:gdLst>
              <a:gd name="T0" fmla="*/ 952 w 952"/>
              <a:gd name="T1" fmla="*/ 952 h 952"/>
              <a:gd name="T2" fmla="*/ 432 w 952"/>
              <a:gd name="T3" fmla="*/ 798 h 952"/>
              <a:gd name="T4" fmla="*/ 153 w 952"/>
              <a:gd name="T5" fmla="*/ 801 h 952"/>
              <a:gd name="T6" fmla="*/ 156 w 952"/>
              <a:gd name="T7" fmla="*/ 521 h 952"/>
              <a:gd name="T8" fmla="*/ 0 w 952"/>
              <a:gd name="T9" fmla="*/ 0 h 952"/>
              <a:gd name="T10" fmla="*/ 952 w 952"/>
              <a:gd name="T11" fmla="*/ 0 h 952"/>
              <a:gd name="T12" fmla="*/ 952 w 952"/>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2" h="952">
                <a:moveTo>
                  <a:pt x="952" y="952"/>
                </a:moveTo>
                <a:cubicBezTo>
                  <a:pt x="760" y="952"/>
                  <a:pt x="582" y="895"/>
                  <a:pt x="432" y="798"/>
                </a:cubicBezTo>
                <a:cubicBezTo>
                  <a:pt x="153" y="801"/>
                  <a:pt x="153" y="801"/>
                  <a:pt x="153" y="801"/>
                </a:cubicBezTo>
                <a:cubicBezTo>
                  <a:pt x="156" y="521"/>
                  <a:pt x="156" y="521"/>
                  <a:pt x="156" y="521"/>
                </a:cubicBezTo>
                <a:cubicBezTo>
                  <a:pt x="58" y="372"/>
                  <a:pt x="0" y="193"/>
                  <a:pt x="0" y="0"/>
                </a:cubicBezTo>
                <a:cubicBezTo>
                  <a:pt x="952" y="0"/>
                  <a:pt x="952" y="0"/>
                  <a:pt x="952" y="0"/>
                </a:cubicBezTo>
                <a:lnTo>
                  <a:pt x="952" y="952"/>
                </a:lnTo>
                <a:close/>
              </a:path>
            </a:pathLst>
          </a:custGeom>
          <a:solidFill>
            <a:schemeClr val="accent4">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0" name="Freeform 12">
            <a:extLst>
              <a:ext uri="{FF2B5EF4-FFF2-40B4-BE49-F238E27FC236}">
                <a16:creationId xmlns:a16="http://schemas.microsoft.com/office/drawing/2014/main" id="{4A582CFD-10CC-6B46-B01E-D7FA663BB29D}"/>
              </a:ext>
            </a:extLst>
          </p:cNvPr>
          <p:cNvSpPr>
            <a:spLocks/>
          </p:cNvSpPr>
          <p:nvPr/>
        </p:nvSpPr>
        <p:spPr bwMode="auto">
          <a:xfrm>
            <a:off x="4127621" y="3984533"/>
            <a:ext cx="1969852" cy="1971325"/>
          </a:xfrm>
          <a:custGeom>
            <a:avLst/>
            <a:gdLst>
              <a:gd name="T0" fmla="*/ 863 w 863"/>
              <a:gd name="T1" fmla="*/ 863 h 863"/>
              <a:gd name="T2" fmla="*/ 392 w 863"/>
              <a:gd name="T3" fmla="*/ 723 h 863"/>
              <a:gd name="T4" fmla="*/ 138 w 863"/>
              <a:gd name="T5" fmla="*/ 726 h 863"/>
              <a:gd name="T6" fmla="*/ 141 w 863"/>
              <a:gd name="T7" fmla="*/ 473 h 863"/>
              <a:gd name="T8" fmla="*/ 0 w 863"/>
              <a:gd name="T9" fmla="*/ 0 h 863"/>
              <a:gd name="T10" fmla="*/ 863 w 863"/>
              <a:gd name="T11" fmla="*/ 0 h 863"/>
              <a:gd name="T12" fmla="*/ 863 w 863"/>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3" h="863">
                <a:moveTo>
                  <a:pt x="863" y="863"/>
                </a:moveTo>
                <a:cubicBezTo>
                  <a:pt x="689" y="863"/>
                  <a:pt x="527" y="812"/>
                  <a:pt x="392" y="723"/>
                </a:cubicBezTo>
                <a:cubicBezTo>
                  <a:pt x="138" y="726"/>
                  <a:pt x="138" y="726"/>
                  <a:pt x="138" y="726"/>
                </a:cubicBezTo>
                <a:cubicBezTo>
                  <a:pt x="141" y="473"/>
                  <a:pt x="141" y="473"/>
                  <a:pt x="141" y="473"/>
                </a:cubicBezTo>
                <a:cubicBezTo>
                  <a:pt x="52" y="337"/>
                  <a:pt x="0" y="175"/>
                  <a:pt x="0" y="0"/>
                </a:cubicBezTo>
                <a:cubicBezTo>
                  <a:pt x="863" y="0"/>
                  <a:pt x="863" y="0"/>
                  <a:pt x="863" y="0"/>
                </a:cubicBezTo>
                <a:lnTo>
                  <a:pt x="863" y="863"/>
                </a:lnTo>
                <a:close/>
              </a:path>
            </a:pathLst>
          </a:custGeom>
          <a:gradFill>
            <a:gsLst>
              <a:gs pos="0">
                <a:schemeClr val="accent4">
                  <a:lumMod val="75000"/>
                </a:schemeClr>
              </a:gs>
              <a:gs pos="100000">
                <a:schemeClr val="accent4"/>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09F68929-2AC1-45F2-ECBA-6D416DDC26EF}"/>
              </a:ext>
            </a:extLst>
          </p:cNvPr>
          <p:cNvSpPr/>
          <p:nvPr/>
        </p:nvSpPr>
        <p:spPr>
          <a:xfrm rot="2700000">
            <a:off x="5400297" y="3293251"/>
            <a:ext cx="1391406" cy="1391406"/>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32C354E8-7424-5811-C145-CE8E0FCEE663}"/>
              </a:ext>
            </a:extLst>
          </p:cNvPr>
          <p:cNvSpPr/>
          <p:nvPr/>
        </p:nvSpPr>
        <p:spPr>
          <a:xfrm rot="2700000">
            <a:off x="5487856" y="3380808"/>
            <a:ext cx="1216288" cy="1216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3" name="Textfeld 3">
            <a:extLst>
              <a:ext uri="{FF2B5EF4-FFF2-40B4-BE49-F238E27FC236}">
                <a16:creationId xmlns:a16="http://schemas.microsoft.com/office/drawing/2014/main" id="{7EE369CB-F6FC-40BF-D6AF-04C815305092}"/>
              </a:ext>
            </a:extLst>
          </p:cNvPr>
          <p:cNvSpPr txBox="1"/>
          <p:nvPr/>
        </p:nvSpPr>
        <p:spPr>
          <a:xfrm>
            <a:off x="5501374" y="3687623"/>
            <a:ext cx="1201950" cy="60119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rPr>
              <a:t>Lorem</a:t>
            </a:r>
          </a:p>
          <a:p>
            <a:pPr marL="0" marR="0" lvl="0" indent="0" algn="ctr" defTabSz="914400" rtl="0" eaLnBrk="1" fontAlgn="auto" latinLnBrk="0" hangingPunct="1">
              <a:lnSpc>
                <a:spcPct val="90000"/>
              </a:lnSpc>
              <a:spcBef>
                <a:spcPts val="0"/>
              </a:spcBef>
              <a:spcAft>
                <a:spcPts val="0"/>
              </a:spcAft>
              <a:buClrTx/>
              <a:buSzTx/>
              <a:buFontTx/>
              <a:buNone/>
              <a:tabLst/>
              <a:defRPr/>
            </a:pPr>
            <a:r>
              <a:rPr lang="en-US" b="1" dirty="0">
                <a:solidFill>
                  <a:prstClr val="black">
                    <a:lumMod val="75000"/>
                    <a:lumOff val="25000"/>
                  </a:prstClr>
                </a:solidFill>
                <a:ea typeface="Calibri"/>
                <a:cs typeface="Arial" panose="020B0604020202020204" pitchFamily="34" charset="0"/>
              </a:rPr>
              <a:t>Ipsum</a:t>
            </a:r>
            <a:endPar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endParaRPr>
          </a:p>
        </p:txBody>
      </p:sp>
      <p:grpSp>
        <p:nvGrpSpPr>
          <p:cNvPr id="14" name="Group 13">
            <a:extLst>
              <a:ext uri="{FF2B5EF4-FFF2-40B4-BE49-F238E27FC236}">
                <a16:creationId xmlns:a16="http://schemas.microsoft.com/office/drawing/2014/main" id="{B7172727-9AE7-5B21-BCAF-A1816DE376B4}"/>
              </a:ext>
            </a:extLst>
          </p:cNvPr>
          <p:cNvGrpSpPr/>
          <p:nvPr/>
        </p:nvGrpSpPr>
        <p:grpSpPr>
          <a:xfrm>
            <a:off x="8465192" y="2265799"/>
            <a:ext cx="3218808" cy="1671015"/>
            <a:chOff x="8465192" y="2309340"/>
            <a:chExt cx="2952750" cy="2029271"/>
          </a:xfrm>
        </p:grpSpPr>
        <p:sp>
          <p:nvSpPr>
            <p:cNvPr id="15" name="Rectangle 14">
              <a:extLst>
                <a:ext uri="{FF2B5EF4-FFF2-40B4-BE49-F238E27FC236}">
                  <a16:creationId xmlns:a16="http://schemas.microsoft.com/office/drawing/2014/main" id="{82F86398-C1A8-46EE-998D-3ABEE6050163}"/>
                </a:ext>
              </a:extLst>
            </p:cNvPr>
            <p:cNvSpPr/>
            <p:nvPr/>
          </p:nvSpPr>
          <p:spPr>
            <a:xfrm>
              <a:off x="8465192" y="2309340"/>
              <a:ext cx="2755258" cy="41113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Arial" panose="020B0604020202020204" pitchFamily="34" charset="0"/>
                </a:rPr>
                <a:t>LOREM IPSUM</a:t>
              </a:r>
            </a:p>
          </p:txBody>
        </p:sp>
        <p:sp>
          <p:nvSpPr>
            <p:cNvPr id="16" name="Textfeld 3">
              <a:extLst>
                <a:ext uri="{FF2B5EF4-FFF2-40B4-BE49-F238E27FC236}">
                  <a16:creationId xmlns:a16="http://schemas.microsoft.com/office/drawing/2014/main" id="{A27A36C5-210D-7260-EC20-BF8F4BD88345}"/>
                </a:ext>
              </a:extLst>
            </p:cNvPr>
            <p:cNvSpPr txBox="1"/>
            <p:nvPr/>
          </p:nvSpPr>
          <p:spPr>
            <a:xfrm>
              <a:off x="8500570" y="2718975"/>
              <a:ext cx="2917372" cy="161963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17" name="Group 16">
            <a:extLst>
              <a:ext uri="{FF2B5EF4-FFF2-40B4-BE49-F238E27FC236}">
                <a16:creationId xmlns:a16="http://schemas.microsoft.com/office/drawing/2014/main" id="{AD457C33-BD8C-CEB5-A4FC-9801FB441348}"/>
              </a:ext>
            </a:extLst>
          </p:cNvPr>
          <p:cNvGrpSpPr/>
          <p:nvPr/>
        </p:nvGrpSpPr>
        <p:grpSpPr>
          <a:xfrm>
            <a:off x="8465192" y="4421720"/>
            <a:ext cx="3218808" cy="1694176"/>
            <a:chOff x="8465192" y="2309340"/>
            <a:chExt cx="2952750" cy="1925196"/>
          </a:xfrm>
        </p:grpSpPr>
        <p:sp>
          <p:nvSpPr>
            <p:cNvPr id="18" name="Rectangle 17">
              <a:extLst>
                <a:ext uri="{FF2B5EF4-FFF2-40B4-BE49-F238E27FC236}">
                  <a16:creationId xmlns:a16="http://schemas.microsoft.com/office/drawing/2014/main" id="{4A051EAE-188E-BCCA-9780-207009E92D22}"/>
                </a:ext>
              </a:extLst>
            </p:cNvPr>
            <p:cNvSpPr/>
            <p:nvPr/>
          </p:nvSpPr>
          <p:spPr>
            <a:xfrm>
              <a:off x="8465192" y="2309340"/>
              <a:ext cx="2755258" cy="38471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Arial" panose="020B0604020202020204" pitchFamily="34" charset="0"/>
                </a:rPr>
                <a:t>LOREM IPSUM</a:t>
              </a:r>
            </a:p>
          </p:txBody>
        </p:sp>
        <p:sp>
          <p:nvSpPr>
            <p:cNvPr id="19" name="Textfeld 3">
              <a:extLst>
                <a:ext uri="{FF2B5EF4-FFF2-40B4-BE49-F238E27FC236}">
                  <a16:creationId xmlns:a16="http://schemas.microsoft.com/office/drawing/2014/main" id="{C22633E5-49EF-B1F9-CD80-170CD2D59686}"/>
                </a:ext>
              </a:extLst>
            </p:cNvPr>
            <p:cNvSpPr txBox="1"/>
            <p:nvPr/>
          </p:nvSpPr>
          <p:spPr>
            <a:xfrm>
              <a:off x="8500570" y="2718975"/>
              <a:ext cx="2917372" cy="151556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20" name="Group 19">
            <a:extLst>
              <a:ext uri="{FF2B5EF4-FFF2-40B4-BE49-F238E27FC236}">
                <a16:creationId xmlns:a16="http://schemas.microsoft.com/office/drawing/2014/main" id="{E43C8344-25D5-216D-CF40-C84D0F552653}"/>
              </a:ext>
            </a:extLst>
          </p:cNvPr>
          <p:cNvGrpSpPr/>
          <p:nvPr/>
        </p:nvGrpSpPr>
        <p:grpSpPr>
          <a:xfrm flipH="1">
            <a:off x="687586" y="2265798"/>
            <a:ext cx="3003844" cy="1743333"/>
            <a:chOff x="8465192" y="2309340"/>
            <a:chExt cx="3003844" cy="1743333"/>
          </a:xfrm>
        </p:grpSpPr>
        <p:sp>
          <p:nvSpPr>
            <p:cNvPr id="21" name="Rectangle 20">
              <a:extLst>
                <a:ext uri="{FF2B5EF4-FFF2-40B4-BE49-F238E27FC236}">
                  <a16:creationId xmlns:a16="http://schemas.microsoft.com/office/drawing/2014/main" id="{304D8A2E-ED47-898F-814D-F984FF2C0AB7}"/>
                </a:ext>
              </a:extLst>
            </p:cNvPr>
            <p:cNvSpPr/>
            <p:nvPr/>
          </p:nvSpPr>
          <p:spPr>
            <a:xfrm>
              <a:off x="8465192" y="2309340"/>
              <a:ext cx="2755258" cy="338554"/>
            </a:xfrm>
            <a:prstGeom prst="rect">
              <a:avLst/>
            </a:prstGeom>
            <a:ln>
              <a:noFill/>
            </a:ln>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Arial" panose="020B0604020202020204" pitchFamily="34" charset="0"/>
                </a:rPr>
                <a:t>LOREM IPSUM</a:t>
              </a:r>
            </a:p>
          </p:txBody>
        </p:sp>
        <p:sp>
          <p:nvSpPr>
            <p:cNvPr id="22" name="Textfeld 3">
              <a:extLst>
                <a:ext uri="{FF2B5EF4-FFF2-40B4-BE49-F238E27FC236}">
                  <a16:creationId xmlns:a16="http://schemas.microsoft.com/office/drawing/2014/main" id="{E563F892-D7C3-9310-7B88-5C9CEB88DD42}"/>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23" name="Group 22">
            <a:extLst>
              <a:ext uri="{FF2B5EF4-FFF2-40B4-BE49-F238E27FC236}">
                <a16:creationId xmlns:a16="http://schemas.microsoft.com/office/drawing/2014/main" id="{6FA37DD5-94BB-256C-9952-587A9535B9C0}"/>
              </a:ext>
            </a:extLst>
          </p:cNvPr>
          <p:cNvGrpSpPr/>
          <p:nvPr/>
        </p:nvGrpSpPr>
        <p:grpSpPr>
          <a:xfrm flipH="1">
            <a:off x="687586" y="4421721"/>
            <a:ext cx="3003844" cy="1743333"/>
            <a:chOff x="8465192" y="2309340"/>
            <a:chExt cx="3003844" cy="1743333"/>
          </a:xfrm>
        </p:grpSpPr>
        <p:sp>
          <p:nvSpPr>
            <p:cNvPr id="24" name="Rectangle 23">
              <a:extLst>
                <a:ext uri="{FF2B5EF4-FFF2-40B4-BE49-F238E27FC236}">
                  <a16:creationId xmlns:a16="http://schemas.microsoft.com/office/drawing/2014/main" id="{1FFD8212-62B8-7193-4740-2DB16882DFF3}"/>
                </a:ext>
              </a:extLst>
            </p:cNvPr>
            <p:cNvSpPr/>
            <p:nvPr/>
          </p:nvSpPr>
          <p:spPr>
            <a:xfrm>
              <a:off x="8465192" y="2309340"/>
              <a:ext cx="2755258" cy="338554"/>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Arial" panose="020B0604020202020204" pitchFamily="34" charset="0"/>
                </a:rPr>
                <a:t>LOREM IPSUM</a:t>
              </a:r>
            </a:p>
          </p:txBody>
        </p:sp>
        <p:sp>
          <p:nvSpPr>
            <p:cNvPr id="25" name="Textfeld 3">
              <a:extLst>
                <a:ext uri="{FF2B5EF4-FFF2-40B4-BE49-F238E27FC236}">
                  <a16:creationId xmlns:a16="http://schemas.microsoft.com/office/drawing/2014/main" id="{6D5B4FBC-7EA8-761C-55ED-3FE866114C9A}"/>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sp>
        <p:nvSpPr>
          <p:cNvPr id="26" name="Rectangle 25">
            <a:extLst>
              <a:ext uri="{FF2B5EF4-FFF2-40B4-BE49-F238E27FC236}">
                <a16:creationId xmlns:a16="http://schemas.microsoft.com/office/drawing/2014/main" id="{47554CD5-208A-2EFE-FB81-EA34E48C5AAB}"/>
              </a:ext>
            </a:extLst>
          </p:cNvPr>
          <p:cNvSpPr/>
          <p:nvPr/>
        </p:nvSpPr>
        <p:spPr>
          <a:xfrm flipH="1">
            <a:off x="4951091"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6A5C71AA-7DB7-B15B-8D7A-B5FDEBA15A49}"/>
              </a:ext>
            </a:extLst>
          </p:cNvPr>
          <p:cNvSpPr/>
          <p:nvPr/>
        </p:nvSpPr>
        <p:spPr>
          <a:xfrm flipH="1">
            <a:off x="6913235"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34F2700E-B397-ED6B-B1DA-E22AFEE1325F}"/>
              </a:ext>
            </a:extLst>
          </p:cNvPr>
          <p:cNvSpPr/>
          <p:nvPr/>
        </p:nvSpPr>
        <p:spPr>
          <a:xfrm flipH="1">
            <a:off x="4951091"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9" name="Rectangle 28">
            <a:extLst>
              <a:ext uri="{FF2B5EF4-FFF2-40B4-BE49-F238E27FC236}">
                <a16:creationId xmlns:a16="http://schemas.microsoft.com/office/drawing/2014/main" id="{E82CA93E-85E6-2155-2316-833C42CAB653}"/>
              </a:ext>
            </a:extLst>
          </p:cNvPr>
          <p:cNvSpPr/>
          <p:nvPr/>
        </p:nvSpPr>
        <p:spPr>
          <a:xfrm flipH="1">
            <a:off x="6913235"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74965055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Pie 1</a:t>
            </a:r>
          </a:p>
        </p:txBody>
      </p:sp>
      <p:grpSp>
        <p:nvGrpSpPr>
          <p:cNvPr id="5" name="Group 4"/>
          <p:cNvGrpSpPr>
            <a:grpSpLocks noChangeAspect="1"/>
          </p:cNvGrpSpPr>
          <p:nvPr/>
        </p:nvGrpSpPr>
        <p:grpSpPr>
          <a:xfrm>
            <a:off x="3572857" y="1213508"/>
            <a:ext cx="4907740" cy="4907740"/>
            <a:chOff x="-5502682" y="1736318"/>
            <a:chExt cx="9563796" cy="9563795"/>
          </a:xfrm>
          <a:effectLst>
            <a:outerShdw blurRad="63500" sx="102000" sy="102000" algn="ctr" rotWithShape="0">
              <a:prstClr val="black">
                <a:alpha val="40000"/>
              </a:prstClr>
            </a:outerShdw>
          </a:effectLst>
        </p:grpSpPr>
        <p:sp>
          <p:nvSpPr>
            <p:cNvPr id="6" name="Pie 5"/>
            <p:cNvSpPr>
              <a:spLocks noChangeAspect="1"/>
            </p:cNvSpPr>
            <p:nvPr/>
          </p:nvSpPr>
          <p:spPr>
            <a:xfrm>
              <a:off x="-5502682" y="1736318"/>
              <a:ext cx="9563796" cy="9563795"/>
            </a:xfrm>
            <a:prstGeom prst="pie">
              <a:avLst>
                <a:gd name="adj1" fmla="val 10800425"/>
                <a:gd name="adj2" fmla="val 162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5400000">
            <a:off x="3711402" y="1213508"/>
            <a:ext cx="4907740" cy="4907740"/>
            <a:chOff x="-5502682" y="1736318"/>
            <a:chExt cx="9563795" cy="9563795"/>
          </a:xfrm>
          <a:effectLst>
            <a:outerShdw blurRad="63500" sx="102000" sy="102000" algn="ctr" rotWithShape="0">
              <a:prstClr val="black">
                <a:alpha val="40000"/>
              </a:prstClr>
            </a:outerShdw>
          </a:effectLst>
        </p:grpSpPr>
        <p:sp>
          <p:nvSpPr>
            <p:cNvPr id="9" name="Pie 8"/>
            <p:cNvSpPr>
              <a:spLocks noChangeAspect="1"/>
            </p:cNvSpPr>
            <p:nvPr/>
          </p:nvSpPr>
          <p:spPr>
            <a:xfrm>
              <a:off x="-5502682" y="1736318"/>
              <a:ext cx="9563795" cy="9563795"/>
            </a:xfrm>
            <a:prstGeom prst="pie">
              <a:avLst>
                <a:gd name="adj1" fmla="val 10800425"/>
                <a:gd name="adj2" fmla="val 162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1" name="Group 10"/>
          <p:cNvGrpSpPr>
            <a:grpSpLocks noChangeAspect="1"/>
          </p:cNvGrpSpPr>
          <p:nvPr/>
        </p:nvGrpSpPr>
        <p:grpSpPr>
          <a:xfrm rot="10800000">
            <a:off x="3711402" y="1352053"/>
            <a:ext cx="4907740" cy="4907740"/>
            <a:chOff x="-5502682" y="1736318"/>
            <a:chExt cx="9563795" cy="9563795"/>
          </a:xfrm>
          <a:effectLst>
            <a:outerShdw blurRad="63500" sx="102000" sy="102000" algn="ctr" rotWithShape="0">
              <a:prstClr val="black">
                <a:alpha val="40000"/>
              </a:prstClr>
            </a:outerShdw>
          </a:effectLst>
        </p:grpSpPr>
        <p:sp>
          <p:nvSpPr>
            <p:cNvPr id="12" name="Pie 11"/>
            <p:cNvSpPr>
              <a:spLocks noChangeAspect="1"/>
            </p:cNvSpPr>
            <p:nvPr/>
          </p:nvSpPr>
          <p:spPr>
            <a:xfrm>
              <a:off x="-5502682" y="1736318"/>
              <a:ext cx="9563795" cy="9563795"/>
            </a:xfrm>
            <a:prstGeom prst="pie">
              <a:avLst>
                <a:gd name="adj1" fmla="val 10800425"/>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Pie 12"/>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4" name="Group 13"/>
          <p:cNvGrpSpPr>
            <a:grpSpLocks noChangeAspect="1"/>
          </p:cNvGrpSpPr>
          <p:nvPr/>
        </p:nvGrpSpPr>
        <p:grpSpPr>
          <a:xfrm rot="16200000">
            <a:off x="3572858" y="1352053"/>
            <a:ext cx="4907740" cy="4907740"/>
            <a:chOff x="-5502682" y="1736318"/>
            <a:chExt cx="9563795" cy="9563795"/>
          </a:xfrm>
          <a:effectLst>
            <a:outerShdw blurRad="63500" sx="102000" sy="102000" algn="ctr" rotWithShape="0">
              <a:prstClr val="black">
                <a:alpha val="40000"/>
              </a:prstClr>
            </a:outerShdw>
          </a:effectLst>
        </p:grpSpPr>
        <p:sp>
          <p:nvSpPr>
            <p:cNvPr id="15" name="Pie 14"/>
            <p:cNvSpPr>
              <a:spLocks noChangeAspect="1"/>
            </p:cNvSpPr>
            <p:nvPr/>
          </p:nvSpPr>
          <p:spPr>
            <a:xfrm>
              <a:off x="-5502682" y="1736318"/>
              <a:ext cx="9563795" cy="9563795"/>
            </a:xfrm>
            <a:prstGeom prst="pie">
              <a:avLst>
                <a:gd name="adj1" fmla="val 10800425"/>
                <a:gd name="adj2" fmla="val 162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ie 15"/>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7" name="Group 16"/>
          <p:cNvGrpSpPr>
            <a:grpSpLocks noChangeAspect="1"/>
          </p:cNvGrpSpPr>
          <p:nvPr/>
        </p:nvGrpSpPr>
        <p:grpSpPr>
          <a:xfrm>
            <a:off x="3798460" y="1584083"/>
            <a:ext cx="1005840" cy="1005840"/>
            <a:chOff x="3748168" y="1876956"/>
            <a:chExt cx="1106424" cy="1106424"/>
          </a:xfrm>
        </p:grpSpPr>
        <p:sp>
          <p:nvSpPr>
            <p:cNvPr id="18" name="Oval 17"/>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1">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19" name="Oval 18"/>
            <p:cNvSpPr>
              <a:spLocks noChangeAspect="1"/>
            </p:cNvSpPr>
            <p:nvPr/>
          </p:nvSpPr>
          <p:spPr>
            <a:xfrm>
              <a:off x="3844180" y="1972968"/>
              <a:ext cx="914400" cy="914400"/>
            </a:xfrm>
            <a:prstGeom prst="ellipse">
              <a:avLst/>
            </a:prstGeom>
            <a:solidFill>
              <a:schemeClr val="accent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1</a:t>
              </a:r>
            </a:p>
          </p:txBody>
        </p:sp>
      </p:grpSp>
      <p:grpSp>
        <p:nvGrpSpPr>
          <p:cNvPr id="20" name="Group 19"/>
          <p:cNvGrpSpPr>
            <a:grpSpLocks noChangeAspect="1"/>
          </p:cNvGrpSpPr>
          <p:nvPr/>
        </p:nvGrpSpPr>
        <p:grpSpPr>
          <a:xfrm>
            <a:off x="7387700" y="1584083"/>
            <a:ext cx="1005840" cy="1005840"/>
            <a:chOff x="3748168" y="1876956"/>
            <a:chExt cx="1106424" cy="1106424"/>
          </a:xfrm>
        </p:grpSpPr>
        <p:sp>
          <p:nvSpPr>
            <p:cNvPr id="21" name="Oval 20"/>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2">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2" name="Oval 21"/>
            <p:cNvSpPr>
              <a:spLocks noChangeAspect="1"/>
            </p:cNvSpPr>
            <p:nvPr/>
          </p:nvSpPr>
          <p:spPr>
            <a:xfrm>
              <a:off x="3844180" y="1972968"/>
              <a:ext cx="914400" cy="914400"/>
            </a:xfrm>
            <a:prstGeom prst="ellipse">
              <a:avLst/>
            </a:prstGeom>
            <a:solidFill>
              <a:schemeClr val="accent2">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2</a:t>
              </a:r>
            </a:p>
          </p:txBody>
        </p:sp>
      </p:grpSp>
      <p:grpSp>
        <p:nvGrpSpPr>
          <p:cNvPr id="23" name="Group 22"/>
          <p:cNvGrpSpPr>
            <a:grpSpLocks noChangeAspect="1"/>
          </p:cNvGrpSpPr>
          <p:nvPr/>
        </p:nvGrpSpPr>
        <p:grpSpPr>
          <a:xfrm>
            <a:off x="3798460" y="4932488"/>
            <a:ext cx="1005840" cy="1005840"/>
            <a:chOff x="3748168" y="1876956"/>
            <a:chExt cx="1106424" cy="1106424"/>
          </a:xfrm>
        </p:grpSpPr>
        <p:sp>
          <p:nvSpPr>
            <p:cNvPr id="24" name="Oval 23"/>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4">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5" name="Oval 24"/>
            <p:cNvSpPr>
              <a:spLocks noChangeAspect="1"/>
            </p:cNvSpPr>
            <p:nvPr/>
          </p:nvSpPr>
          <p:spPr>
            <a:xfrm>
              <a:off x="3844180" y="1972968"/>
              <a:ext cx="914400" cy="914400"/>
            </a:xfrm>
            <a:prstGeom prst="ellipse">
              <a:avLst/>
            </a:prstGeom>
            <a:solidFill>
              <a:schemeClr val="accent4">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4</a:t>
              </a:r>
            </a:p>
          </p:txBody>
        </p:sp>
      </p:grpSp>
      <p:grpSp>
        <p:nvGrpSpPr>
          <p:cNvPr id="26" name="Group 25"/>
          <p:cNvGrpSpPr>
            <a:grpSpLocks noChangeAspect="1"/>
          </p:cNvGrpSpPr>
          <p:nvPr/>
        </p:nvGrpSpPr>
        <p:grpSpPr>
          <a:xfrm>
            <a:off x="7387700" y="4932488"/>
            <a:ext cx="1005840" cy="1005840"/>
            <a:chOff x="3748168" y="1876956"/>
            <a:chExt cx="1106424" cy="1106424"/>
          </a:xfrm>
        </p:grpSpPr>
        <p:sp>
          <p:nvSpPr>
            <p:cNvPr id="27" name="Oval 26"/>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3">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8" name="Oval 27"/>
            <p:cNvSpPr>
              <a:spLocks noChangeAspect="1"/>
            </p:cNvSpPr>
            <p:nvPr/>
          </p:nvSpPr>
          <p:spPr>
            <a:xfrm>
              <a:off x="3844180" y="1972968"/>
              <a:ext cx="914400" cy="914400"/>
            </a:xfrm>
            <a:prstGeom prst="ellipse">
              <a:avLst/>
            </a:prstGeom>
            <a:solidFill>
              <a:schemeClr val="accent3">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3</a:t>
              </a:r>
            </a:p>
          </p:txBody>
        </p:sp>
      </p:grpSp>
      <p:sp>
        <p:nvSpPr>
          <p:cNvPr id="33" name="Rectangle 32"/>
          <p:cNvSpPr/>
          <p:nvPr/>
        </p:nvSpPr>
        <p:spPr>
          <a:xfrm>
            <a:off x="3901254" y="2796945"/>
            <a:ext cx="2125471" cy="738664"/>
          </a:xfrm>
          <a:prstGeom prst="rect">
            <a:avLst/>
          </a:prstGeom>
        </p:spPr>
        <p:txBody>
          <a:bodyPr wrap="square">
            <a:spAutoFit/>
          </a:bodyPr>
          <a:lstStyle/>
          <a:p>
            <a:r>
              <a:rPr lang="en-US" sz="1400" kern="0" dirty="0">
                <a:solidFill>
                  <a:schemeClr val="accent1"/>
                </a:solidFill>
              </a:rPr>
              <a:t>Lorem ipsum dolor sit </a:t>
            </a:r>
            <a:r>
              <a:rPr lang="en-US" sz="1400" kern="0" dirty="0" err="1">
                <a:solidFill>
                  <a:schemeClr val="accent1"/>
                </a:solidFill>
              </a:rPr>
              <a:t>amet</a:t>
            </a:r>
            <a:r>
              <a:rPr lang="en-US" sz="1400" kern="0" dirty="0">
                <a:solidFill>
                  <a:schemeClr val="accent1"/>
                </a:solidFill>
              </a:rPr>
              <a:t>, </a:t>
            </a:r>
            <a:r>
              <a:rPr lang="en-US" sz="1400" kern="0" dirty="0" err="1">
                <a:solidFill>
                  <a:schemeClr val="accent1"/>
                </a:solidFill>
              </a:rPr>
              <a:t>consectetur</a:t>
            </a:r>
            <a:r>
              <a:rPr lang="en-US" sz="1400" kern="0" dirty="0">
                <a:solidFill>
                  <a:schemeClr val="accent1"/>
                </a:solidFill>
              </a:rPr>
              <a:t> </a:t>
            </a:r>
            <a:r>
              <a:rPr lang="en-US" sz="1400" kern="0" dirty="0" err="1">
                <a:solidFill>
                  <a:schemeClr val="accent1"/>
                </a:solidFill>
              </a:rPr>
              <a:t>adipiscing</a:t>
            </a:r>
            <a:r>
              <a:rPr lang="en-US" sz="1400" kern="0" dirty="0">
                <a:solidFill>
                  <a:schemeClr val="accent1"/>
                </a:solidFill>
              </a:rPr>
              <a:t> </a:t>
            </a:r>
            <a:r>
              <a:rPr lang="en-US" sz="1400" kern="0" dirty="0" err="1">
                <a:solidFill>
                  <a:schemeClr val="accent1"/>
                </a:solidFill>
              </a:rPr>
              <a:t>elit</a:t>
            </a:r>
            <a:r>
              <a:rPr lang="en-US" sz="1400" kern="0" dirty="0">
                <a:solidFill>
                  <a:schemeClr val="accent1"/>
                </a:solidFill>
              </a:rPr>
              <a:t>. </a:t>
            </a:r>
            <a:endParaRPr lang="en-US" sz="1400" dirty="0">
              <a:solidFill>
                <a:schemeClr val="accent1"/>
              </a:solidFill>
            </a:endParaRPr>
          </a:p>
        </p:txBody>
      </p:sp>
      <p:sp>
        <p:nvSpPr>
          <p:cNvPr id="34" name="Rectangle 33"/>
          <p:cNvSpPr/>
          <p:nvPr/>
        </p:nvSpPr>
        <p:spPr>
          <a:xfrm>
            <a:off x="3958446" y="2420646"/>
            <a:ext cx="1995718" cy="338554"/>
          </a:xfrm>
          <a:prstGeom prst="rect">
            <a:avLst/>
          </a:prstGeom>
        </p:spPr>
        <p:txBody>
          <a:bodyPr wrap="square">
            <a:spAutoFit/>
          </a:bodyPr>
          <a:lstStyle/>
          <a:p>
            <a:pPr algn="r"/>
            <a:r>
              <a:rPr lang="en-US" sz="1600" b="1" kern="0" dirty="0">
                <a:solidFill>
                  <a:schemeClr val="accent1"/>
                </a:solidFill>
              </a:rPr>
              <a:t>LOREM IPSUM</a:t>
            </a:r>
          </a:p>
        </p:txBody>
      </p:sp>
      <p:sp>
        <p:nvSpPr>
          <p:cNvPr id="35" name="Rectangle 34"/>
          <p:cNvSpPr/>
          <p:nvPr/>
        </p:nvSpPr>
        <p:spPr>
          <a:xfrm>
            <a:off x="6190503" y="2796945"/>
            <a:ext cx="2125471" cy="738664"/>
          </a:xfrm>
          <a:prstGeom prst="rect">
            <a:avLst/>
          </a:prstGeom>
        </p:spPr>
        <p:txBody>
          <a:bodyPr wrap="square">
            <a:spAutoFit/>
          </a:bodyPr>
          <a:lstStyle/>
          <a:p>
            <a:pPr algn="r"/>
            <a:r>
              <a:rPr lang="en-US" sz="1400" kern="0" dirty="0">
                <a:solidFill>
                  <a:schemeClr val="accent2"/>
                </a:solidFill>
              </a:rPr>
              <a:t>Lorem ipsum dolor sit </a:t>
            </a:r>
            <a:r>
              <a:rPr lang="en-US" sz="1400" kern="0" dirty="0" err="1">
                <a:solidFill>
                  <a:schemeClr val="accent2"/>
                </a:solidFill>
              </a:rPr>
              <a:t>amet</a:t>
            </a:r>
            <a:r>
              <a:rPr lang="en-US" sz="1400" kern="0" dirty="0">
                <a:solidFill>
                  <a:schemeClr val="accent2"/>
                </a:solidFill>
              </a:rPr>
              <a:t>, </a:t>
            </a:r>
            <a:r>
              <a:rPr lang="en-US" sz="1400" kern="0" dirty="0" err="1">
                <a:solidFill>
                  <a:schemeClr val="accent2"/>
                </a:solidFill>
              </a:rPr>
              <a:t>consectetur</a:t>
            </a:r>
            <a:r>
              <a:rPr lang="en-US" sz="1400" kern="0" dirty="0">
                <a:solidFill>
                  <a:schemeClr val="accent2"/>
                </a:solidFill>
              </a:rPr>
              <a:t> </a:t>
            </a:r>
            <a:r>
              <a:rPr lang="en-US" sz="1400" kern="0" dirty="0" err="1">
                <a:solidFill>
                  <a:schemeClr val="accent2"/>
                </a:solidFill>
              </a:rPr>
              <a:t>adipiscing</a:t>
            </a:r>
            <a:r>
              <a:rPr lang="en-US" sz="1400" kern="0" dirty="0">
                <a:solidFill>
                  <a:schemeClr val="accent2"/>
                </a:solidFill>
              </a:rPr>
              <a:t> </a:t>
            </a:r>
            <a:r>
              <a:rPr lang="en-US" sz="1400" kern="0" dirty="0" err="1">
                <a:solidFill>
                  <a:schemeClr val="accent2"/>
                </a:solidFill>
              </a:rPr>
              <a:t>elit</a:t>
            </a:r>
            <a:r>
              <a:rPr lang="en-US" sz="1400" kern="0" dirty="0">
                <a:solidFill>
                  <a:schemeClr val="accent2"/>
                </a:solidFill>
              </a:rPr>
              <a:t>. </a:t>
            </a:r>
            <a:endParaRPr lang="en-US" sz="1400" dirty="0">
              <a:solidFill>
                <a:schemeClr val="accent2"/>
              </a:solidFill>
            </a:endParaRPr>
          </a:p>
        </p:txBody>
      </p:sp>
      <p:sp>
        <p:nvSpPr>
          <p:cNvPr id="36" name="Rectangle 35"/>
          <p:cNvSpPr/>
          <p:nvPr/>
        </p:nvSpPr>
        <p:spPr>
          <a:xfrm>
            <a:off x="6167745" y="2420646"/>
            <a:ext cx="2184205" cy="338554"/>
          </a:xfrm>
          <a:prstGeom prst="rect">
            <a:avLst/>
          </a:prstGeom>
        </p:spPr>
        <p:txBody>
          <a:bodyPr wrap="square">
            <a:spAutoFit/>
          </a:bodyPr>
          <a:lstStyle/>
          <a:p>
            <a:pPr algn="r"/>
            <a:r>
              <a:rPr lang="en-US" sz="1600" b="1" kern="0" dirty="0">
                <a:solidFill>
                  <a:schemeClr val="accent2"/>
                </a:solidFill>
              </a:rPr>
              <a:t>LOREM IPSUM</a:t>
            </a:r>
          </a:p>
        </p:txBody>
      </p:sp>
      <p:sp>
        <p:nvSpPr>
          <p:cNvPr id="37" name="Rectangle 36"/>
          <p:cNvSpPr/>
          <p:nvPr/>
        </p:nvSpPr>
        <p:spPr>
          <a:xfrm>
            <a:off x="3948588" y="4081980"/>
            <a:ext cx="2125471" cy="738664"/>
          </a:xfrm>
          <a:prstGeom prst="rect">
            <a:avLst/>
          </a:prstGeom>
        </p:spPr>
        <p:txBody>
          <a:bodyPr wrap="square">
            <a:spAutoFit/>
          </a:bodyPr>
          <a:lstStyle/>
          <a:p>
            <a:r>
              <a:rPr lang="en-US" sz="1400" kern="0" dirty="0">
                <a:solidFill>
                  <a:schemeClr val="accent4"/>
                </a:solidFill>
              </a:rPr>
              <a:t>Lorem ipsum dolor sit </a:t>
            </a:r>
            <a:r>
              <a:rPr lang="en-US" sz="1400" kern="0" dirty="0" err="1">
                <a:solidFill>
                  <a:schemeClr val="accent4"/>
                </a:solidFill>
              </a:rPr>
              <a:t>amet</a:t>
            </a:r>
            <a:r>
              <a:rPr lang="en-US" sz="1400" kern="0" dirty="0">
                <a:solidFill>
                  <a:schemeClr val="accent4"/>
                </a:solidFill>
              </a:rPr>
              <a:t>, </a:t>
            </a:r>
            <a:r>
              <a:rPr lang="en-US" sz="1400" kern="0" dirty="0" err="1">
                <a:solidFill>
                  <a:schemeClr val="accent4"/>
                </a:solidFill>
              </a:rPr>
              <a:t>consectetur</a:t>
            </a:r>
            <a:r>
              <a:rPr lang="en-US" sz="1400" kern="0" dirty="0">
                <a:solidFill>
                  <a:schemeClr val="accent4"/>
                </a:solidFill>
              </a:rPr>
              <a:t> </a:t>
            </a:r>
            <a:r>
              <a:rPr lang="en-US" sz="1400" kern="0" dirty="0" err="1">
                <a:solidFill>
                  <a:schemeClr val="accent4"/>
                </a:solidFill>
              </a:rPr>
              <a:t>adipiscing</a:t>
            </a:r>
            <a:r>
              <a:rPr lang="en-US" sz="1400" kern="0" dirty="0">
                <a:solidFill>
                  <a:schemeClr val="accent4"/>
                </a:solidFill>
              </a:rPr>
              <a:t> </a:t>
            </a:r>
            <a:r>
              <a:rPr lang="en-US" sz="1400" kern="0" dirty="0" err="1">
                <a:solidFill>
                  <a:schemeClr val="accent4"/>
                </a:solidFill>
              </a:rPr>
              <a:t>elit</a:t>
            </a:r>
            <a:r>
              <a:rPr lang="en-US" sz="1400" kern="0" dirty="0">
                <a:solidFill>
                  <a:schemeClr val="accent4"/>
                </a:solidFill>
              </a:rPr>
              <a:t>. </a:t>
            </a:r>
            <a:endParaRPr lang="en-US" sz="1400" dirty="0">
              <a:solidFill>
                <a:schemeClr val="accent4"/>
              </a:solidFill>
            </a:endParaRPr>
          </a:p>
        </p:txBody>
      </p:sp>
      <p:sp>
        <p:nvSpPr>
          <p:cNvPr id="38" name="Rectangle 37"/>
          <p:cNvSpPr/>
          <p:nvPr/>
        </p:nvSpPr>
        <p:spPr>
          <a:xfrm>
            <a:off x="3958446" y="3801217"/>
            <a:ext cx="1995718" cy="338554"/>
          </a:xfrm>
          <a:prstGeom prst="rect">
            <a:avLst/>
          </a:prstGeom>
        </p:spPr>
        <p:txBody>
          <a:bodyPr wrap="square">
            <a:spAutoFit/>
          </a:bodyPr>
          <a:lstStyle/>
          <a:p>
            <a:pPr algn="r"/>
            <a:r>
              <a:rPr lang="en-US" sz="1600" b="1" kern="0" dirty="0">
                <a:solidFill>
                  <a:schemeClr val="accent4"/>
                </a:solidFill>
              </a:rPr>
              <a:t>LOREM IPSUM</a:t>
            </a:r>
          </a:p>
        </p:txBody>
      </p:sp>
      <p:sp>
        <p:nvSpPr>
          <p:cNvPr id="39" name="Rectangle 38"/>
          <p:cNvSpPr/>
          <p:nvPr/>
        </p:nvSpPr>
        <p:spPr>
          <a:xfrm>
            <a:off x="6237837" y="4081980"/>
            <a:ext cx="2125471" cy="738664"/>
          </a:xfrm>
          <a:prstGeom prst="rect">
            <a:avLst/>
          </a:prstGeom>
        </p:spPr>
        <p:txBody>
          <a:bodyPr wrap="square">
            <a:spAutoFit/>
          </a:bodyPr>
          <a:lstStyle/>
          <a:p>
            <a:pPr algn="r"/>
            <a:r>
              <a:rPr lang="en-US" sz="1400" kern="0" dirty="0">
                <a:solidFill>
                  <a:schemeClr val="accent3"/>
                </a:solidFill>
              </a:rPr>
              <a:t>Lorem ipsum dolor sit </a:t>
            </a:r>
            <a:r>
              <a:rPr lang="en-US" sz="1400" kern="0" dirty="0" err="1">
                <a:solidFill>
                  <a:schemeClr val="accent3"/>
                </a:solidFill>
              </a:rPr>
              <a:t>amet</a:t>
            </a:r>
            <a:r>
              <a:rPr lang="en-US" sz="1400" kern="0" dirty="0">
                <a:solidFill>
                  <a:schemeClr val="accent3"/>
                </a:solidFill>
              </a:rPr>
              <a:t>, </a:t>
            </a:r>
            <a:r>
              <a:rPr lang="en-US" sz="1400" kern="0" dirty="0" err="1">
                <a:solidFill>
                  <a:schemeClr val="accent3"/>
                </a:solidFill>
              </a:rPr>
              <a:t>consectetur</a:t>
            </a:r>
            <a:r>
              <a:rPr lang="en-US" sz="1400" kern="0" dirty="0">
                <a:solidFill>
                  <a:schemeClr val="accent3"/>
                </a:solidFill>
              </a:rPr>
              <a:t> </a:t>
            </a:r>
            <a:r>
              <a:rPr lang="en-US" sz="1400" kern="0" dirty="0" err="1">
                <a:solidFill>
                  <a:schemeClr val="accent3"/>
                </a:solidFill>
              </a:rPr>
              <a:t>adipiscing</a:t>
            </a:r>
            <a:r>
              <a:rPr lang="en-US" sz="1400" kern="0" dirty="0">
                <a:solidFill>
                  <a:schemeClr val="accent3"/>
                </a:solidFill>
              </a:rPr>
              <a:t> </a:t>
            </a:r>
            <a:r>
              <a:rPr lang="en-US" sz="1400" kern="0" dirty="0" err="1">
                <a:solidFill>
                  <a:schemeClr val="accent3"/>
                </a:solidFill>
              </a:rPr>
              <a:t>elit</a:t>
            </a:r>
            <a:r>
              <a:rPr lang="en-US" sz="1400" kern="0" dirty="0">
                <a:solidFill>
                  <a:schemeClr val="accent3"/>
                </a:solidFill>
              </a:rPr>
              <a:t>. </a:t>
            </a:r>
            <a:endParaRPr lang="en-US" sz="1400" dirty="0">
              <a:solidFill>
                <a:schemeClr val="accent3"/>
              </a:solidFill>
            </a:endParaRPr>
          </a:p>
        </p:txBody>
      </p:sp>
      <p:sp>
        <p:nvSpPr>
          <p:cNvPr id="40" name="Rectangle 39"/>
          <p:cNvSpPr/>
          <p:nvPr/>
        </p:nvSpPr>
        <p:spPr>
          <a:xfrm>
            <a:off x="6167745" y="3801217"/>
            <a:ext cx="2184205" cy="338554"/>
          </a:xfrm>
          <a:prstGeom prst="rect">
            <a:avLst/>
          </a:prstGeom>
        </p:spPr>
        <p:txBody>
          <a:bodyPr wrap="square">
            <a:spAutoFit/>
          </a:bodyPr>
          <a:lstStyle/>
          <a:p>
            <a:pPr algn="r"/>
            <a:r>
              <a:rPr lang="en-US" sz="1600" b="1" kern="0" dirty="0">
                <a:solidFill>
                  <a:schemeClr val="accent3"/>
                </a:solidFill>
              </a:rPr>
              <a:t>LOREM IPSUM</a:t>
            </a:r>
          </a:p>
        </p:txBody>
      </p:sp>
      <p:grpSp>
        <p:nvGrpSpPr>
          <p:cNvPr id="44" name="Browser4" descr="{&quot;Key&quot;:&quot;POWER_USER_SHAPE_ICON&quot;,&quot;Value&quot;:&quot;POWER_USER_SHAPE_ICON_STYLE_1&quot;}"/>
          <p:cNvGrpSpPr>
            <a:grpSpLocks noChangeAspect="1"/>
          </p:cNvGrpSpPr>
          <p:nvPr>
            <p:custDataLst>
              <p:tags r:id="rId1"/>
            </p:custDataLst>
          </p:nvPr>
        </p:nvGrpSpPr>
        <p:grpSpPr>
          <a:xfrm>
            <a:off x="5109116" y="1671367"/>
            <a:ext cx="786889" cy="542925"/>
            <a:chOff x="5635625" y="5818188"/>
            <a:chExt cx="885826" cy="611188"/>
          </a:xfrm>
          <a:solidFill>
            <a:schemeClr val="accent1"/>
          </a:solidFill>
        </p:grpSpPr>
        <p:sp>
          <p:nvSpPr>
            <p:cNvPr id="45"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 name="Team_work" descr="{&quot;Key&quot;:&quot;POWER_USER_SHAPE_ICON&quot;,&quot;Value&quot;:&quot;POWER_USER_SHAPE_ICON_STYLE_1&quot;}">
            <a:extLst>
              <a:ext uri="{FF2B5EF4-FFF2-40B4-BE49-F238E27FC236}">
                <a16:creationId xmlns:a16="http://schemas.microsoft.com/office/drawing/2014/main" id="{60F2D53C-840D-4BD3-B1BF-7E21BBEAF37D}"/>
              </a:ext>
            </a:extLst>
          </p:cNvPr>
          <p:cNvGrpSpPr>
            <a:grpSpLocks noChangeAspect="1"/>
          </p:cNvGrpSpPr>
          <p:nvPr>
            <p:custDataLst>
              <p:tags r:id="rId2"/>
            </p:custDataLst>
          </p:nvPr>
        </p:nvGrpSpPr>
        <p:grpSpPr>
          <a:xfrm>
            <a:off x="6537965" y="1714377"/>
            <a:ext cx="531731" cy="542925"/>
            <a:chOff x="7061207" y="5746758"/>
            <a:chExt cx="754064" cy="769938"/>
          </a:xfrm>
          <a:solidFill>
            <a:schemeClr val="accent2"/>
          </a:solidFill>
        </p:grpSpPr>
        <p:sp>
          <p:nvSpPr>
            <p:cNvPr id="55" name="Freeform 54">
              <a:extLst>
                <a:ext uri="{FF2B5EF4-FFF2-40B4-BE49-F238E27FC236}">
                  <a16:creationId xmlns:a16="http://schemas.microsoft.com/office/drawing/2014/main" id="{E3EFFC8C-9B7F-45E7-87EB-09719196D6D3}"/>
                </a:ext>
              </a:extLst>
            </p:cNvPr>
            <p:cNvSpPr>
              <a:spLocks/>
            </p:cNvSpPr>
            <p:nvPr/>
          </p:nvSpPr>
          <p:spPr bwMode="auto">
            <a:xfrm>
              <a:off x="7085020" y="6078546"/>
              <a:ext cx="358775" cy="438150"/>
            </a:xfrm>
            <a:custGeom>
              <a:avLst/>
              <a:gdLst>
                <a:gd name="T0" fmla="*/ 456 w 504"/>
                <a:gd name="T1" fmla="*/ 29 h 616"/>
                <a:gd name="T2" fmla="*/ 358 w 504"/>
                <a:gd name="T3" fmla="*/ 0 h 616"/>
                <a:gd name="T4" fmla="*/ 265 w 504"/>
                <a:gd name="T5" fmla="*/ 74 h 616"/>
                <a:gd name="T6" fmla="*/ 184 w 504"/>
                <a:gd name="T7" fmla="*/ 10 h 616"/>
                <a:gd name="T8" fmla="*/ 116 w 504"/>
                <a:gd name="T9" fmla="*/ 137 h 616"/>
                <a:gd name="T10" fmla="*/ 6 w 504"/>
                <a:gd name="T11" fmla="*/ 135 h 616"/>
                <a:gd name="T12" fmla="*/ 0 w 504"/>
                <a:gd name="T13" fmla="*/ 205 h 616"/>
                <a:gd name="T14" fmla="*/ 0 w 504"/>
                <a:gd name="T15" fmla="*/ 482 h 616"/>
                <a:gd name="T16" fmla="*/ 89 w 504"/>
                <a:gd name="T17" fmla="*/ 560 h 616"/>
                <a:gd name="T18" fmla="*/ 89 w 504"/>
                <a:gd name="T19" fmla="*/ 616 h 616"/>
                <a:gd name="T20" fmla="*/ 426 w 504"/>
                <a:gd name="T21" fmla="*/ 616 h 616"/>
                <a:gd name="T22" fmla="*/ 427 w 504"/>
                <a:gd name="T23" fmla="*/ 240 h 616"/>
                <a:gd name="T24" fmla="*/ 504 w 504"/>
                <a:gd name="T25" fmla="*/ 262 h 616"/>
                <a:gd name="T26" fmla="*/ 504 w 504"/>
                <a:gd name="T27" fmla="*/ 155 h 616"/>
                <a:gd name="T28" fmla="*/ 456 w 504"/>
                <a:gd name="T29" fmla="*/ 29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4" h="616">
                  <a:moveTo>
                    <a:pt x="456" y="29"/>
                  </a:moveTo>
                  <a:cubicBezTo>
                    <a:pt x="432" y="10"/>
                    <a:pt x="398" y="3"/>
                    <a:pt x="358" y="0"/>
                  </a:cubicBezTo>
                  <a:lnTo>
                    <a:pt x="265" y="74"/>
                  </a:lnTo>
                  <a:lnTo>
                    <a:pt x="184" y="10"/>
                  </a:lnTo>
                  <a:cubicBezTo>
                    <a:pt x="188" y="64"/>
                    <a:pt x="163" y="114"/>
                    <a:pt x="116" y="137"/>
                  </a:cubicBezTo>
                  <a:cubicBezTo>
                    <a:pt x="92" y="148"/>
                    <a:pt x="49" y="157"/>
                    <a:pt x="6" y="135"/>
                  </a:cubicBezTo>
                  <a:cubicBezTo>
                    <a:pt x="2" y="156"/>
                    <a:pt x="0" y="179"/>
                    <a:pt x="0" y="205"/>
                  </a:cubicBezTo>
                  <a:lnTo>
                    <a:pt x="0" y="482"/>
                  </a:lnTo>
                  <a:cubicBezTo>
                    <a:pt x="0" y="525"/>
                    <a:pt x="34" y="560"/>
                    <a:pt x="89" y="560"/>
                  </a:cubicBezTo>
                  <a:lnTo>
                    <a:pt x="89" y="616"/>
                  </a:lnTo>
                  <a:lnTo>
                    <a:pt x="426" y="616"/>
                  </a:lnTo>
                  <a:lnTo>
                    <a:pt x="427" y="240"/>
                  </a:lnTo>
                  <a:cubicBezTo>
                    <a:pt x="453" y="249"/>
                    <a:pt x="479" y="256"/>
                    <a:pt x="504" y="262"/>
                  </a:cubicBezTo>
                  <a:cubicBezTo>
                    <a:pt x="504" y="220"/>
                    <a:pt x="504" y="184"/>
                    <a:pt x="504" y="155"/>
                  </a:cubicBezTo>
                  <a:cubicBezTo>
                    <a:pt x="504" y="128"/>
                    <a:pt x="496" y="60"/>
                    <a:pt x="456"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55">
              <a:extLst>
                <a:ext uri="{FF2B5EF4-FFF2-40B4-BE49-F238E27FC236}">
                  <a16:creationId xmlns:a16="http://schemas.microsoft.com/office/drawing/2014/main" id="{2DDD6453-4F92-42BC-8CB1-0B65769C07AC}"/>
                </a:ext>
              </a:extLst>
            </p:cNvPr>
            <p:cNvSpPr>
              <a:spLocks/>
            </p:cNvSpPr>
            <p:nvPr/>
          </p:nvSpPr>
          <p:spPr bwMode="auto">
            <a:xfrm>
              <a:off x="7440620" y="6053146"/>
              <a:ext cx="344488" cy="463550"/>
            </a:xfrm>
            <a:custGeom>
              <a:avLst/>
              <a:gdLst>
                <a:gd name="T0" fmla="*/ 377 w 483"/>
                <a:gd name="T1" fmla="*/ 137 h 651"/>
                <a:gd name="T2" fmla="*/ 310 w 483"/>
                <a:gd name="T3" fmla="*/ 1 h 651"/>
                <a:gd name="T4" fmla="*/ 218 w 483"/>
                <a:gd name="T5" fmla="*/ 73 h 651"/>
                <a:gd name="T6" fmla="*/ 125 w 483"/>
                <a:gd name="T7" fmla="*/ 0 h 651"/>
                <a:gd name="T8" fmla="*/ 0 w 483"/>
                <a:gd name="T9" fmla="*/ 35 h 651"/>
                <a:gd name="T10" fmla="*/ 56 w 483"/>
                <a:gd name="T11" fmla="*/ 190 h 651"/>
                <a:gd name="T12" fmla="*/ 57 w 483"/>
                <a:gd name="T13" fmla="*/ 651 h 651"/>
                <a:gd name="T14" fmla="*/ 394 w 483"/>
                <a:gd name="T15" fmla="*/ 651 h 651"/>
                <a:gd name="T16" fmla="*/ 394 w 483"/>
                <a:gd name="T17" fmla="*/ 595 h 651"/>
                <a:gd name="T18" fmla="*/ 482 w 483"/>
                <a:gd name="T19" fmla="*/ 517 h 651"/>
                <a:gd name="T20" fmla="*/ 483 w 483"/>
                <a:gd name="T21" fmla="*/ 204 h 651"/>
                <a:gd name="T22" fmla="*/ 478 w 483"/>
                <a:gd name="T23" fmla="*/ 139 h 651"/>
                <a:gd name="T24" fmla="*/ 377 w 483"/>
                <a:gd name="T25" fmla="*/ 137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3" h="651">
                  <a:moveTo>
                    <a:pt x="377" y="137"/>
                  </a:moveTo>
                  <a:cubicBezTo>
                    <a:pt x="327" y="113"/>
                    <a:pt x="301" y="58"/>
                    <a:pt x="310" y="1"/>
                  </a:cubicBezTo>
                  <a:lnTo>
                    <a:pt x="218" y="73"/>
                  </a:lnTo>
                  <a:lnTo>
                    <a:pt x="125" y="0"/>
                  </a:lnTo>
                  <a:cubicBezTo>
                    <a:pt x="71" y="2"/>
                    <a:pt x="29" y="9"/>
                    <a:pt x="0" y="35"/>
                  </a:cubicBezTo>
                  <a:cubicBezTo>
                    <a:pt x="0" y="35"/>
                    <a:pt x="56" y="94"/>
                    <a:pt x="56" y="190"/>
                  </a:cubicBezTo>
                  <a:cubicBezTo>
                    <a:pt x="56" y="391"/>
                    <a:pt x="57" y="651"/>
                    <a:pt x="57" y="651"/>
                  </a:cubicBezTo>
                  <a:lnTo>
                    <a:pt x="394" y="651"/>
                  </a:lnTo>
                  <a:lnTo>
                    <a:pt x="394" y="595"/>
                  </a:lnTo>
                  <a:cubicBezTo>
                    <a:pt x="449" y="595"/>
                    <a:pt x="482" y="560"/>
                    <a:pt x="482" y="517"/>
                  </a:cubicBezTo>
                  <a:lnTo>
                    <a:pt x="483" y="204"/>
                  </a:lnTo>
                  <a:cubicBezTo>
                    <a:pt x="483" y="180"/>
                    <a:pt x="481" y="159"/>
                    <a:pt x="478" y="139"/>
                  </a:cubicBezTo>
                  <a:cubicBezTo>
                    <a:pt x="445" y="155"/>
                    <a:pt x="404" y="150"/>
                    <a:pt x="377"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56">
              <a:extLst>
                <a:ext uri="{FF2B5EF4-FFF2-40B4-BE49-F238E27FC236}">
                  <a16:creationId xmlns:a16="http://schemas.microsoft.com/office/drawing/2014/main" id="{67DBE158-00C1-4F5D-851B-417E1E25E600}"/>
                </a:ext>
              </a:extLst>
            </p:cNvPr>
            <p:cNvSpPr>
              <a:spLocks/>
            </p:cNvSpPr>
            <p:nvPr/>
          </p:nvSpPr>
          <p:spPr bwMode="auto">
            <a:xfrm>
              <a:off x="7061207" y="6040446"/>
              <a:ext cx="133350" cy="122238"/>
            </a:xfrm>
            <a:custGeom>
              <a:avLst/>
              <a:gdLst>
                <a:gd name="T0" fmla="*/ 132 w 186"/>
                <a:gd name="T1" fmla="*/ 155 h 173"/>
                <a:gd name="T2" fmla="*/ 172 w 186"/>
                <a:gd name="T3" fmla="*/ 42 h 173"/>
                <a:gd name="T4" fmla="*/ 133 w 186"/>
                <a:gd name="T5" fmla="*/ 0 h 173"/>
                <a:gd name="T6" fmla="*/ 71 w 186"/>
                <a:gd name="T7" fmla="*/ 21 h 173"/>
                <a:gd name="T8" fmla="*/ 16 w 186"/>
                <a:gd name="T9" fmla="*/ 102 h 173"/>
                <a:gd name="T10" fmla="*/ 28 w 186"/>
                <a:gd name="T11" fmla="*/ 131 h 173"/>
                <a:gd name="T12" fmla="*/ 132 w 186"/>
                <a:gd name="T13" fmla="*/ 155 h 173"/>
              </a:gdLst>
              <a:ahLst/>
              <a:cxnLst>
                <a:cxn ang="0">
                  <a:pos x="T0" y="T1"/>
                </a:cxn>
                <a:cxn ang="0">
                  <a:pos x="T2" y="T3"/>
                </a:cxn>
                <a:cxn ang="0">
                  <a:pos x="T4" y="T5"/>
                </a:cxn>
                <a:cxn ang="0">
                  <a:pos x="T6" y="T7"/>
                </a:cxn>
                <a:cxn ang="0">
                  <a:pos x="T8" y="T9"/>
                </a:cxn>
                <a:cxn ang="0">
                  <a:pos x="T10" y="T11"/>
                </a:cxn>
                <a:cxn ang="0">
                  <a:pos x="T12" y="T13"/>
                </a:cxn>
              </a:cxnLst>
              <a:rect l="0" t="0" r="r" b="b"/>
              <a:pathLst>
                <a:path w="186" h="173">
                  <a:moveTo>
                    <a:pt x="132" y="155"/>
                  </a:moveTo>
                  <a:cubicBezTo>
                    <a:pt x="175" y="136"/>
                    <a:pt x="186" y="86"/>
                    <a:pt x="172" y="42"/>
                  </a:cubicBezTo>
                  <a:cubicBezTo>
                    <a:pt x="163" y="13"/>
                    <a:pt x="155" y="1"/>
                    <a:pt x="133" y="0"/>
                  </a:cubicBezTo>
                  <a:cubicBezTo>
                    <a:pt x="115" y="0"/>
                    <a:pt x="94" y="10"/>
                    <a:pt x="71" y="21"/>
                  </a:cubicBezTo>
                  <a:cubicBezTo>
                    <a:pt x="29" y="41"/>
                    <a:pt x="0" y="53"/>
                    <a:pt x="16" y="102"/>
                  </a:cubicBezTo>
                  <a:cubicBezTo>
                    <a:pt x="18" y="108"/>
                    <a:pt x="20" y="121"/>
                    <a:pt x="28" y="131"/>
                  </a:cubicBezTo>
                  <a:cubicBezTo>
                    <a:pt x="51" y="160"/>
                    <a:pt x="92" y="173"/>
                    <a:pt x="132"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57">
              <a:extLst>
                <a:ext uri="{FF2B5EF4-FFF2-40B4-BE49-F238E27FC236}">
                  <a16:creationId xmlns:a16="http://schemas.microsoft.com/office/drawing/2014/main" id="{3B88C2CC-3071-48F4-B18E-236D3FF92E89}"/>
                </a:ext>
              </a:extLst>
            </p:cNvPr>
            <p:cNvSpPr>
              <a:spLocks/>
            </p:cNvSpPr>
            <p:nvPr/>
          </p:nvSpPr>
          <p:spPr bwMode="auto">
            <a:xfrm>
              <a:off x="7681921" y="6015046"/>
              <a:ext cx="133350" cy="123825"/>
            </a:xfrm>
            <a:custGeom>
              <a:avLst/>
              <a:gdLst>
                <a:gd name="T0" fmla="*/ 116 w 187"/>
                <a:gd name="T1" fmla="*/ 21 h 173"/>
                <a:gd name="T2" fmla="*/ 54 w 187"/>
                <a:gd name="T3" fmla="*/ 0 h 173"/>
                <a:gd name="T4" fmla="*/ 14 w 187"/>
                <a:gd name="T5" fmla="*/ 42 h 173"/>
                <a:gd name="T6" fmla="*/ 55 w 187"/>
                <a:gd name="T7" fmla="*/ 155 h 173"/>
                <a:gd name="T8" fmla="*/ 159 w 187"/>
                <a:gd name="T9" fmla="*/ 131 h 173"/>
                <a:gd name="T10" fmla="*/ 171 w 187"/>
                <a:gd name="T11" fmla="*/ 102 h 173"/>
                <a:gd name="T12" fmla="*/ 116 w 187"/>
                <a:gd name="T13" fmla="*/ 21 h 173"/>
              </a:gdLst>
              <a:ahLst/>
              <a:cxnLst>
                <a:cxn ang="0">
                  <a:pos x="T0" y="T1"/>
                </a:cxn>
                <a:cxn ang="0">
                  <a:pos x="T2" y="T3"/>
                </a:cxn>
                <a:cxn ang="0">
                  <a:pos x="T4" y="T5"/>
                </a:cxn>
                <a:cxn ang="0">
                  <a:pos x="T6" y="T7"/>
                </a:cxn>
                <a:cxn ang="0">
                  <a:pos x="T8" y="T9"/>
                </a:cxn>
                <a:cxn ang="0">
                  <a:pos x="T10" y="T11"/>
                </a:cxn>
                <a:cxn ang="0">
                  <a:pos x="T12" y="T13"/>
                </a:cxn>
              </a:cxnLst>
              <a:rect l="0" t="0" r="r" b="b"/>
              <a:pathLst>
                <a:path w="187" h="173">
                  <a:moveTo>
                    <a:pt x="116" y="21"/>
                  </a:moveTo>
                  <a:cubicBezTo>
                    <a:pt x="93" y="10"/>
                    <a:pt x="72" y="0"/>
                    <a:pt x="54" y="0"/>
                  </a:cubicBezTo>
                  <a:cubicBezTo>
                    <a:pt x="32" y="1"/>
                    <a:pt x="24" y="13"/>
                    <a:pt x="14" y="42"/>
                  </a:cubicBezTo>
                  <a:cubicBezTo>
                    <a:pt x="0" y="86"/>
                    <a:pt x="12" y="136"/>
                    <a:pt x="55" y="155"/>
                  </a:cubicBezTo>
                  <a:cubicBezTo>
                    <a:pt x="95" y="173"/>
                    <a:pt x="136" y="160"/>
                    <a:pt x="159" y="131"/>
                  </a:cubicBezTo>
                  <a:cubicBezTo>
                    <a:pt x="167" y="120"/>
                    <a:pt x="169" y="108"/>
                    <a:pt x="171" y="102"/>
                  </a:cubicBezTo>
                  <a:cubicBezTo>
                    <a:pt x="187" y="53"/>
                    <a:pt x="158" y="41"/>
                    <a:pt x="116"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75D52E45-7DF9-49BD-92FB-54FFBF29BDC2}"/>
                </a:ext>
              </a:extLst>
            </p:cNvPr>
            <p:cNvSpPr>
              <a:spLocks noEditPoints="1"/>
            </p:cNvSpPr>
            <p:nvPr/>
          </p:nvSpPr>
          <p:spPr bwMode="auto">
            <a:xfrm>
              <a:off x="7140583" y="5772158"/>
              <a:ext cx="265113" cy="288925"/>
            </a:xfrm>
            <a:custGeom>
              <a:avLst/>
              <a:gdLst>
                <a:gd name="T0" fmla="*/ 310 w 373"/>
                <a:gd name="T1" fmla="*/ 176 h 405"/>
                <a:gd name="T2" fmla="*/ 187 w 373"/>
                <a:gd name="T3" fmla="*/ 168 h 405"/>
                <a:gd name="T4" fmla="*/ 187 w 373"/>
                <a:gd name="T5" fmla="*/ 168 h 405"/>
                <a:gd name="T6" fmla="*/ 63 w 373"/>
                <a:gd name="T7" fmla="*/ 176 h 405"/>
                <a:gd name="T8" fmla="*/ 63 w 373"/>
                <a:gd name="T9" fmla="*/ 176 h 405"/>
                <a:gd name="T10" fmla="*/ 63 w 373"/>
                <a:gd name="T11" fmla="*/ 151 h 405"/>
                <a:gd name="T12" fmla="*/ 115 w 373"/>
                <a:gd name="T13" fmla="*/ 58 h 405"/>
                <a:gd name="T14" fmla="*/ 101 w 373"/>
                <a:gd name="T15" fmla="*/ 149 h 405"/>
                <a:gd name="T16" fmla="*/ 138 w 373"/>
                <a:gd name="T17" fmla="*/ 146 h 405"/>
                <a:gd name="T18" fmla="*/ 148 w 373"/>
                <a:gd name="T19" fmla="*/ 35 h 405"/>
                <a:gd name="T20" fmla="*/ 226 w 373"/>
                <a:gd name="T21" fmla="*/ 35 h 405"/>
                <a:gd name="T22" fmla="*/ 235 w 373"/>
                <a:gd name="T23" fmla="*/ 146 h 405"/>
                <a:gd name="T24" fmla="*/ 272 w 373"/>
                <a:gd name="T25" fmla="*/ 149 h 405"/>
                <a:gd name="T26" fmla="*/ 259 w 373"/>
                <a:gd name="T27" fmla="*/ 58 h 405"/>
                <a:gd name="T28" fmla="*/ 310 w 373"/>
                <a:gd name="T29" fmla="*/ 151 h 405"/>
                <a:gd name="T30" fmla="*/ 310 w 373"/>
                <a:gd name="T31" fmla="*/ 176 h 405"/>
                <a:gd name="T32" fmla="*/ 257 w 373"/>
                <a:gd name="T33" fmla="*/ 18 h 405"/>
                <a:gd name="T34" fmla="*/ 229 w 373"/>
                <a:gd name="T35" fmla="*/ 0 h 405"/>
                <a:gd name="T36" fmla="*/ 144 w 373"/>
                <a:gd name="T37" fmla="*/ 0 h 405"/>
                <a:gd name="T38" fmla="*/ 116 w 373"/>
                <a:gd name="T39" fmla="*/ 18 h 405"/>
                <a:gd name="T40" fmla="*/ 29 w 373"/>
                <a:gd name="T41" fmla="*/ 151 h 405"/>
                <a:gd name="T42" fmla="*/ 29 w 373"/>
                <a:gd name="T43" fmla="*/ 184 h 405"/>
                <a:gd name="T44" fmla="*/ 0 w 373"/>
                <a:gd name="T45" fmla="*/ 205 h 405"/>
                <a:gd name="T46" fmla="*/ 41 w 373"/>
                <a:gd name="T47" fmla="*/ 230 h 405"/>
                <a:gd name="T48" fmla="*/ 38 w 373"/>
                <a:gd name="T49" fmla="*/ 260 h 405"/>
                <a:gd name="T50" fmla="*/ 186 w 373"/>
                <a:gd name="T51" fmla="*/ 405 h 405"/>
                <a:gd name="T52" fmla="*/ 334 w 373"/>
                <a:gd name="T53" fmla="*/ 260 h 405"/>
                <a:gd name="T54" fmla="*/ 331 w 373"/>
                <a:gd name="T55" fmla="*/ 230 h 405"/>
                <a:gd name="T56" fmla="*/ 373 w 373"/>
                <a:gd name="T57" fmla="*/ 205 h 405"/>
                <a:gd name="T58" fmla="*/ 344 w 373"/>
                <a:gd name="T59" fmla="*/ 183 h 405"/>
                <a:gd name="T60" fmla="*/ 344 w 373"/>
                <a:gd name="T61" fmla="*/ 151 h 405"/>
                <a:gd name="T62" fmla="*/ 257 w 373"/>
                <a:gd name="T63" fmla="*/ 18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5">
                  <a:moveTo>
                    <a:pt x="310" y="176"/>
                  </a:moveTo>
                  <a:cubicBezTo>
                    <a:pt x="280" y="171"/>
                    <a:pt x="239" y="168"/>
                    <a:pt x="187" y="168"/>
                  </a:cubicBezTo>
                  <a:lnTo>
                    <a:pt x="187" y="168"/>
                  </a:lnTo>
                  <a:cubicBezTo>
                    <a:pt x="134" y="168"/>
                    <a:pt x="93" y="171"/>
                    <a:pt x="63" y="176"/>
                  </a:cubicBezTo>
                  <a:cubicBezTo>
                    <a:pt x="63" y="176"/>
                    <a:pt x="63" y="176"/>
                    <a:pt x="63" y="176"/>
                  </a:cubicBezTo>
                  <a:lnTo>
                    <a:pt x="63" y="151"/>
                  </a:lnTo>
                  <a:cubicBezTo>
                    <a:pt x="63" y="113"/>
                    <a:pt x="84" y="79"/>
                    <a:pt x="115" y="58"/>
                  </a:cubicBezTo>
                  <a:cubicBezTo>
                    <a:pt x="115" y="81"/>
                    <a:pt x="114" y="115"/>
                    <a:pt x="101" y="149"/>
                  </a:cubicBezTo>
                  <a:cubicBezTo>
                    <a:pt x="112" y="148"/>
                    <a:pt x="124" y="147"/>
                    <a:pt x="138" y="146"/>
                  </a:cubicBezTo>
                  <a:cubicBezTo>
                    <a:pt x="152" y="101"/>
                    <a:pt x="150" y="53"/>
                    <a:pt x="148" y="35"/>
                  </a:cubicBezTo>
                  <a:lnTo>
                    <a:pt x="226" y="35"/>
                  </a:lnTo>
                  <a:cubicBezTo>
                    <a:pt x="224" y="50"/>
                    <a:pt x="220" y="97"/>
                    <a:pt x="235" y="146"/>
                  </a:cubicBezTo>
                  <a:cubicBezTo>
                    <a:pt x="249" y="147"/>
                    <a:pt x="261" y="148"/>
                    <a:pt x="272" y="149"/>
                  </a:cubicBezTo>
                  <a:cubicBezTo>
                    <a:pt x="259" y="116"/>
                    <a:pt x="258" y="81"/>
                    <a:pt x="259" y="58"/>
                  </a:cubicBezTo>
                  <a:cubicBezTo>
                    <a:pt x="290" y="79"/>
                    <a:pt x="310" y="113"/>
                    <a:pt x="310" y="151"/>
                  </a:cubicBezTo>
                  <a:lnTo>
                    <a:pt x="310" y="176"/>
                  </a:lnTo>
                  <a:close/>
                  <a:moveTo>
                    <a:pt x="257" y="18"/>
                  </a:moveTo>
                  <a:cubicBezTo>
                    <a:pt x="252" y="7"/>
                    <a:pt x="242" y="0"/>
                    <a:pt x="229" y="0"/>
                  </a:cubicBezTo>
                  <a:lnTo>
                    <a:pt x="144" y="0"/>
                  </a:lnTo>
                  <a:cubicBezTo>
                    <a:pt x="132" y="0"/>
                    <a:pt x="121" y="7"/>
                    <a:pt x="116" y="18"/>
                  </a:cubicBezTo>
                  <a:cubicBezTo>
                    <a:pt x="64" y="43"/>
                    <a:pt x="29" y="93"/>
                    <a:pt x="29" y="151"/>
                  </a:cubicBezTo>
                  <a:lnTo>
                    <a:pt x="29" y="184"/>
                  </a:lnTo>
                  <a:cubicBezTo>
                    <a:pt x="10" y="190"/>
                    <a:pt x="0" y="197"/>
                    <a:pt x="0" y="205"/>
                  </a:cubicBezTo>
                  <a:cubicBezTo>
                    <a:pt x="0" y="215"/>
                    <a:pt x="14" y="223"/>
                    <a:pt x="41" y="230"/>
                  </a:cubicBezTo>
                  <a:cubicBezTo>
                    <a:pt x="39" y="239"/>
                    <a:pt x="38" y="249"/>
                    <a:pt x="38" y="260"/>
                  </a:cubicBezTo>
                  <a:cubicBezTo>
                    <a:pt x="38" y="340"/>
                    <a:pt x="104" y="405"/>
                    <a:pt x="186" y="405"/>
                  </a:cubicBezTo>
                  <a:cubicBezTo>
                    <a:pt x="268" y="405"/>
                    <a:pt x="334" y="340"/>
                    <a:pt x="334" y="260"/>
                  </a:cubicBezTo>
                  <a:cubicBezTo>
                    <a:pt x="334" y="250"/>
                    <a:pt x="333" y="240"/>
                    <a:pt x="331" y="230"/>
                  </a:cubicBezTo>
                  <a:cubicBezTo>
                    <a:pt x="359" y="224"/>
                    <a:pt x="373" y="215"/>
                    <a:pt x="373" y="205"/>
                  </a:cubicBezTo>
                  <a:cubicBezTo>
                    <a:pt x="373" y="197"/>
                    <a:pt x="364" y="190"/>
                    <a:pt x="344" y="183"/>
                  </a:cubicBezTo>
                  <a:lnTo>
                    <a:pt x="344" y="151"/>
                  </a:lnTo>
                  <a:cubicBezTo>
                    <a:pt x="344" y="93"/>
                    <a:pt x="309" y="43"/>
                    <a:pt x="257" y="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D40AD159-C7A1-4E9D-9DC8-DAE962C6AD5C}"/>
                </a:ext>
              </a:extLst>
            </p:cNvPr>
            <p:cNvSpPr>
              <a:spLocks noEditPoints="1"/>
            </p:cNvSpPr>
            <p:nvPr/>
          </p:nvSpPr>
          <p:spPr bwMode="auto">
            <a:xfrm>
              <a:off x="7464433" y="5746758"/>
              <a:ext cx="265113" cy="288925"/>
            </a:xfrm>
            <a:custGeom>
              <a:avLst/>
              <a:gdLst>
                <a:gd name="T0" fmla="*/ 310 w 373"/>
                <a:gd name="T1" fmla="*/ 176 h 406"/>
                <a:gd name="T2" fmla="*/ 186 w 373"/>
                <a:gd name="T3" fmla="*/ 169 h 406"/>
                <a:gd name="T4" fmla="*/ 186 w 373"/>
                <a:gd name="T5" fmla="*/ 169 h 406"/>
                <a:gd name="T6" fmla="*/ 63 w 373"/>
                <a:gd name="T7" fmla="*/ 176 h 406"/>
                <a:gd name="T8" fmla="*/ 63 w 373"/>
                <a:gd name="T9" fmla="*/ 176 h 406"/>
                <a:gd name="T10" fmla="*/ 63 w 373"/>
                <a:gd name="T11" fmla="*/ 152 h 406"/>
                <a:gd name="T12" fmla="*/ 114 w 373"/>
                <a:gd name="T13" fmla="*/ 59 h 406"/>
                <a:gd name="T14" fmla="*/ 101 w 373"/>
                <a:gd name="T15" fmla="*/ 149 h 406"/>
                <a:gd name="T16" fmla="*/ 138 w 373"/>
                <a:gd name="T17" fmla="*/ 147 h 406"/>
                <a:gd name="T18" fmla="*/ 148 w 373"/>
                <a:gd name="T19" fmla="*/ 35 h 406"/>
                <a:gd name="T20" fmla="*/ 226 w 373"/>
                <a:gd name="T21" fmla="*/ 35 h 406"/>
                <a:gd name="T22" fmla="*/ 235 w 373"/>
                <a:gd name="T23" fmla="*/ 147 h 406"/>
                <a:gd name="T24" fmla="*/ 271 w 373"/>
                <a:gd name="T25" fmla="*/ 149 h 406"/>
                <a:gd name="T26" fmla="*/ 258 w 373"/>
                <a:gd name="T27" fmla="*/ 59 h 406"/>
                <a:gd name="T28" fmla="*/ 310 w 373"/>
                <a:gd name="T29" fmla="*/ 152 h 406"/>
                <a:gd name="T30" fmla="*/ 310 w 373"/>
                <a:gd name="T31" fmla="*/ 176 h 406"/>
                <a:gd name="T32" fmla="*/ 257 w 373"/>
                <a:gd name="T33" fmla="*/ 19 h 406"/>
                <a:gd name="T34" fmla="*/ 228 w 373"/>
                <a:gd name="T35" fmla="*/ 0 h 406"/>
                <a:gd name="T36" fmla="*/ 144 w 373"/>
                <a:gd name="T37" fmla="*/ 0 h 406"/>
                <a:gd name="T38" fmla="*/ 116 w 373"/>
                <a:gd name="T39" fmla="*/ 19 h 406"/>
                <a:gd name="T40" fmla="*/ 29 w 373"/>
                <a:gd name="T41" fmla="*/ 152 h 406"/>
                <a:gd name="T42" fmla="*/ 29 w 373"/>
                <a:gd name="T43" fmla="*/ 184 h 406"/>
                <a:gd name="T44" fmla="*/ 0 w 373"/>
                <a:gd name="T45" fmla="*/ 206 h 406"/>
                <a:gd name="T46" fmla="*/ 41 w 373"/>
                <a:gd name="T47" fmla="*/ 230 h 406"/>
                <a:gd name="T48" fmla="*/ 38 w 373"/>
                <a:gd name="T49" fmla="*/ 260 h 406"/>
                <a:gd name="T50" fmla="*/ 186 w 373"/>
                <a:gd name="T51" fmla="*/ 406 h 406"/>
                <a:gd name="T52" fmla="*/ 333 w 373"/>
                <a:gd name="T53" fmla="*/ 260 h 406"/>
                <a:gd name="T54" fmla="*/ 330 w 373"/>
                <a:gd name="T55" fmla="*/ 231 h 406"/>
                <a:gd name="T56" fmla="*/ 373 w 373"/>
                <a:gd name="T57" fmla="*/ 206 h 406"/>
                <a:gd name="T58" fmla="*/ 344 w 373"/>
                <a:gd name="T59" fmla="*/ 184 h 406"/>
                <a:gd name="T60" fmla="*/ 344 w 373"/>
                <a:gd name="T61" fmla="*/ 152 h 406"/>
                <a:gd name="T62" fmla="*/ 257 w 373"/>
                <a:gd name="T63" fmla="*/ 19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6">
                  <a:moveTo>
                    <a:pt x="310" y="176"/>
                  </a:moveTo>
                  <a:cubicBezTo>
                    <a:pt x="280" y="172"/>
                    <a:pt x="239" y="169"/>
                    <a:pt x="186" y="169"/>
                  </a:cubicBezTo>
                  <a:lnTo>
                    <a:pt x="186" y="169"/>
                  </a:lnTo>
                  <a:cubicBezTo>
                    <a:pt x="134" y="169"/>
                    <a:pt x="93" y="172"/>
                    <a:pt x="63" y="176"/>
                  </a:cubicBezTo>
                  <a:cubicBezTo>
                    <a:pt x="63" y="176"/>
                    <a:pt x="63" y="176"/>
                    <a:pt x="63" y="176"/>
                  </a:cubicBezTo>
                  <a:lnTo>
                    <a:pt x="63" y="152"/>
                  </a:lnTo>
                  <a:cubicBezTo>
                    <a:pt x="63" y="114"/>
                    <a:pt x="84" y="80"/>
                    <a:pt x="114" y="59"/>
                  </a:cubicBezTo>
                  <a:cubicBezTo>
                    <a:pt x="115" y="81"/>
                    <a:pt x="113" y="116"/>
                    <a:pt x="101" y="149"/>
                  </a:cubicBezTo>
                  <a:cubicBezTo>
                    <a:pt x="111" y="148"/>
                    <a:pt x="124" y="148"/>
                    <a:pt x="138" y="147"/>
                  </a:cubicBezTo>
                  <a:cubicBezTo>
                    <a:pt x="151" y="101"/>
                    <a:pt x="149" y="53"/>
                    <a:pt x="148" y="35"/>
                  </a:cubicBezTo>
                  <a:lnTo>
                    <a:pt x="226" y="35"/>
                  </a:lnTo>
                  <a:cubicBezTo>
                    <a:pt x="224" y="50"/>
                    <a:pt x="220" y="98"/>
                    <a:pt x="235" y="147"/>
                  </a:cubicBezTo>
                  <a:cubicBezTo>
                    <a:pt x="249" y="148"/>
                    <a:pt x="261" y="148"/>
                    <a:pt x="271" y="149"/>
                  </a:cubicBezTo>
                  <a:cubicBezTo>
                    <a:pt x="259" y="116"/>
                    <a:pt x="257" y="81"/>
                    <a:pt x="258" y="59"/>
                  </a:cubicBezTo>
                  <a:cubicBezTo>
                    <a:pt x="289" y="80"/>
                    <a:pt x="310" y="114"/>
                    <a:pt x="310" y="152"/>
                  </a:cubicBezTo>
                  <a:lnTo>
                    <a:pt x="310" y="176"/>
                  </a:lnTo>
                  <a:close/>
                  <a:moveTo>
                    <a:pt x="257" y="19"/>
                  </a:moveTo>
                  <a:cubicBezTo>
                    <a:pt x="252" y="8"/>
                    <a:pt x="241" y="0"/>
                    <a:pt x="228" y="0"/>
                  </a:cubicBezTo>
                  <a:lnTo>
                    <a:pt x="144" y="0"/>
                  </a:lnTo>
                  <a:cubicBezTo>
                    <a:pt x="131" y="0"/>
                    <a:pt x="120" y="8"/>
                    <a:pt x="116" y="19"/>
                  </a:cubicBezTo>
                  <a:cubicBezTo>
                    <a:pt x="64" y="43"/>
                    <a:pt x="29" y="94"/>
                    <a:pt x="29" y="152"/>
                  </a:cubicBezTo>
                  <a:lnTo>
                    <a:pt x="29" y="184"/>
                  </a:lnTo>
                  <a:cubicBezTo>
                    <a:pt x="9" y="190"/>
                    <a:pt x="0" y="198"/>
                    <a:pt x="0" y="206"/>
                  </a:cubicBezTo>
                  <a:cubicBezTo>
                    <a:pt x="0" y="215"/>
                    <a:pt x="14" y="224"/>
                    <a:pt x="41" y="230"/>
                  </a:cubicBezTo>
                  <a:cubicBezTo>
                    <a:pt x="39" y="240"/>
                    <a:pt x="38" y="250"/>
                    <a:pt x="38" y="260"/>
                  </a:cubicBezTo>
                  <a:cubicBezTo>
                    <a:pt x="38" y="341"/>
                    <a:pt x="104" y="406"/>
                    <a:pt x="186" y="406"/>
                  </a:cubicBezTo>
                  <a:cubicBezTo>
                    <a:pt x="267" y="406"/>
                    <a:pt x="333" y="341"/>
                    <a:pt x="333" y="260"/>
                  </a:cubicBezTo>
                  <a:cubicBezTo>
                    <a:pt x="333" y="250"/>
                    <a:pt x="332" y="240"/>
                    <a:pt x="330" y="231"/>
                  </a:cubicBezTo>
                  <a:cubicBezTo>
                    <a:pt x="358" y="224"/>
                    <a:pt x="373" y="216"/>
                    <a:pt x="373" y="206"/>
                  </a:cubicBezTo>
                  <a:cubicBezTo>
                    <a:pt x="373" y="198"/>
                    <a:pt x="363" y="190"/>
                    <a:pt x="344" y="184"/>
                  </a:cubicBezTo>
                  <a:lnTo>
                    <a:pt x="344" y="152"/>
                  </a:lnTo>
                  <a:cubicBezTo>
                    <a:pt x="344" y="94"/>
                    <a:pt x="308" y="43"/>
                    <a:pt x="257" y="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 name="Solution" descr="{&quot;Key&quot;:&quot;POWER_USER_SHAPE_ICON&quot;,&quot;Value&quot;:&quot;POWER_USER_SHAPE_ICON_STYLE_1&quot;}"/>
          <p:cNvGrpSpPr>
            <a:grpSpLocks noChangeAspect="1"/>
          </p:cNvGrpSpPr>
          <p:nvPr>
            <p:custDataLst>
              <p:tags r:id="rId3"/>
            </p:custDataLst>
          </p:nvPr>
        </p:nvGrpSpPr>
        <p:grpSpPr>
          <a:xfrm>
            <a:off x="6618962" y="5163945"/>
            <a:ext cx="616010" cy="542925"/>
            <a:chOff x="2460626" y="3270250"/>
            <a:chExt cx="842962" cy="742951"/>
          </a:xfrm>
          <a:solidFill>
            <a:schemeClr val="accent3"/>
          </a:solidFill>
        </p:grpSpPr>
        <p:sp>
          <p:nvSpPr>
            <p:cNvPr id="62" name="Freeform 129"/>
            <p:cNvSpPr>
              <a:spLocks/>
            </p:cNvSpPr>
            <p:nvPr/>
          </p:nvSpPr>
          <p:spPr bwMode="auto">
            <a:xfrm>
              <a:off x="2460626" y="3636963"/>
              <a:ext cx="476250" cy="376238"/>
            </a:xfrm>
            <a:custGeom>
              <a:avLst/>
              <a:gdLst>
                <a:gd name="T0" fmla="*/ 2 w 624"/>
                <a:gd name="T1" fmla="*/ 299 h 495"/>
                <a:gd name="T2" fmla="*/ 213 w 624"/>
                <a:gd name="T3" fmla="*/ 24 h 495"/>
                <a:gd name="T4" fmla="*/ 359 w 624"/>
                <a:gd name="T5" fmla="*/ 111 h 495"/>
                <a:gd name="T6" fmla="*/ 445 w 624"/>
                <a:gd name="T7" fmla="*/ 5 h 495"/>
                <a:gd name="T8" fmla="*/ 510 w 624"/>
                <a:gd name="T9" fmla="*/ 0 h 495"/>
                <a:gd name="T10" fmla="*/ 486 w 624"/>
                <a:gd name="T11" fmla="*/ 33 h 495"/>
                <a:gd name="T12" fmla="*/ 460 w 624"/>
                <a:gd name="T13" fmla="*/ 156 h 495"/>
                <a:gd name="T14" fmla="*/ 537 w 624"/>
                <a:gd name="T15" fmla="*/ 268 h 495"/>
                <a:gd name="T16" fmla="*/ 624 w 624"/>
                <a:gd name="T17" fmla="*/ 285 h 495"/>
                <a:gd name="T18" fmla="*/ 623 w 624"/>
                <a:gd name="T19" fmla="*/ 495 h 495"/>
                <a:gd name="T20" fmla="*/ 257 w 624"/>
                <a:gd name="T21" fmla="*/ 495 h 495"/>
                <a:gd name="T22" fmla="*/ 247 w 624"/>
                <a:gd name="T23" fmla="*/ 328 h 495"/>
                <a:gd name="T24" fmla="*/ 209 w 624"/>
                <a:gd name="T25" fmla="*/ 328 h 495"/>
                <a:gd name="T26" fmla="*/ 196 w 624"/>
                <a:gd name="T27" fmla="*/ 495 h 495"/>
                <a:gd name="T28" fmla="*/ 0 w 624"/>
                <a:gd name="T29" fmla="*/ 495 h 495"/>
                <a:gd name="T30" fmla="*/ 2 w 624"/>
                <a:gd name="T31" fmla="*/ 299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4" h="495">
                  <a:moveTo>
                    <a:pt x="2" y="299"/>
                  </a:moveTo>
                  <a:cubicBezTo>
                    <a:pt x="6" y="136"/>
                    <a:pt x="75" y="51"/>
                    <a:pt x="213" y="24"/>
                  </a:cubicBezTo>
                  <a:lnTo>
                    <a:pt x="359" y="111"/>
                  </a:lnTo>
                  <a:lnTo>
                    <a:pt x="445" y="5"/>
                  </a:lnTo>
                  <a:cubicBezTo>
                    <a:pt x="466" y="3"/>
                    <a:pt x="488" y="2"/>
                    <a:pt x="510" y="0"/>
                  </a:cubicBezTo>
                  <a:cubicBezTo>
                    <a:pt x="500" y="9"/>
                    <a:pt x="492" y="20"/>
                    <a:pt x="486" y="33"/>
                  </a:cubicBezTo>
                  <a:cubicBezTo>
                    <a:pt x="482" y="40"/>
                    <a:pt x="468" y="115"/>
                    <a:pt x="460" y="156"/>
                  </a:cubicBezTo>
                  <a:cubicBezTo>
                    <a:pt x="451" y="208"/>
                    <a:pt x="485" y="259"/>
                    <a:pt x="537" y="268"/>
                  </a:cubicBezTo>
                  <a:lnTo>
                    <a:pt x="624" y="285"/>
                  </a:lnTo>
                  <a:lnTo>
                    <a:pt x="623" y="495"/>
                  </a:lnTo>
                  <a:lnTo>
                    <a:pt x="257" y="495"/>
                  </a:lnTo>
                  <a:lnTo>
                    <a:pt x="247" y="328"/>
                  </a:lnTo>
                  <a:lnTo>
                    <a:pt x="209" y="328"/>
                  </a:lnTo>
                  <a:lnTo>
                    <a:pt x="196" y="495"/>
                  </a:lnTo>
                  <a:lnTo>
                    <a:pt x="0" y="495"/>
                  </a:lnTo>
                  <a:lnTo>
                    <a:pt x="2"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30"/>
            <p:cNvSpPr>
              <a:spLocks/>
            </p:cNvSpPr>
            <p:nvPr/>
          </p:nvSpPr>
          <p:spPr bwMode="auto">
            <a:xfrm>
              <a:off x="3128963" y="3608388"/>
              <a:ext cx="174625" cy="196850"/>
            </a:xfrm>
            <a:custGeom>
              <a:avLst/>
              <a:gdLst>
                <a:gd name="T0" fmla="*/ 11 w 229"/>
                <a:gd name="T1" fmla="*/ 112 h 259"/>
                <a:gd name="T2" fmla="*/ 121 w 229"/>
                <a:gd name="T3" fmla="*/ 2 h 259"/>
                <a:gd name="T4" fmla="*/ 169 w 229"/>
                <a:gd name="T5" fmla="*/ 10 h 259"/>
                <a:gd name="T6" fmla="*/ 208 w 229"/>
                <a:gd name="T7" fmla="*/ 136 h 259"/>
                <a:gd name="T8" fmla="*/ 173 w 229"/>
                <a:gd name="T9" fmla="*/ 238 h 259"/>
                <a:gd name="T10" fmla="*/ 97 w 229"/>
                <a:gd name="T11" fmla="*/ 243 h 259"/>
                <a:gd name="T12" fmla="*/ 11 w 229"/>
                <a:gd name="T13" fmla="*/ 112 h 259"/>
              </a:gdLst>
              <a:ahLst/>
              <a:cxnLst>
                <a:cxn ang="0">
                  <a:pos x="T0" y="T1"/>
                </a:cxn>
                <a:cxn ang="0">
                  <a:pos x="T2" y="T3"/>
                </a:cxn>
                <a:cxn ang="0">
                  <a:pos x="T4" y="T5"/>
                </a:cxn>
                <a:cxn ang="0">
                  <a:pos x="T6" y="T7"/>
                </a:cxn>
                <a:cxn ang="0">
                  <a:pos x="T8" y="T9"/>
                </a:cxn>
                <a:cxn ang="0">
                  <a:pos x="T10" y="T11"/>
                </a:cxn>
                <a:cxn ang="0">
                  <a:pos x="T12" y="T13"/>
                </a:cxn>
              </a:cxnLst>
              <a:rect l="0" t="0" r="r" b="b"/>
              <a:pathLst>
                <a:path w="229" h="259">
                  <a:moveTo>
                    <a:pt x="11" y="112"/>
                  </a:moveTo>
                  <a:cubicBezTo>
                    <a:pt x="21" y="51"/>
                    <a:pt x="74" y="5"/>
                    <a:pt x="121" y="2"/>
                  </a:cubicBezTo>
                  <a:cubicBezTo>
                    <a:pt x="145" y="0"/>
                    <a:pt x="163" y="9"/>
                    <a:pt x="169" y="10"/>
                  </a:cubicBezTo>
                  <a:cubicBezTo>
                    <a:pt x="229" y="30"/>
                    <a:pt x="219" y="72"/>
                    <a:pt x="208" y="136"/>
                  </a:cubicBezTo>
                  <a:cubicBezTo>
                    <a:pt x="201" y="179"/>
                    <a:pt x="194" y="219"/>
                    <a:pt x="173" y="238"/>
                  </a:cubicBezTo>
                  <a:cubicBezTo>
                    <a:pt x="150" y="259"/>
                    <a:pt x="125" y="252"/>
                    <a:pt x="97" y="243"/>
                  </a:cubicBezTo>
                  <a:cubicBezTo>
                    <a:pt x="40" y="226"/>
                    <a:pt x="0" y="176"/>
                    <a:pt x="1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Oval 131"/>
            <p:cNvSpPr>
              <a:spLocks noChangeArrowheads="1"/>
            </p:cNvSpPr>
            <p:nvPr/>
          </p:nvSpPr>
          <p:spPr bwMode="auto">
            <a:xfrm>
              <a:off x="2522538" y="3270250"/>
              <a:ext cx="341313" cy="3349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32"/>
            <p:cNvSpPr>
              <a:spLocks/>
            </p:cNvSpPr>
            <p:nvPr/>
          </p:nvSpPr>
          <p:spPr bwMode="auto">
            <a:xfrm>
              <a:off x="2841626" y="3340100"/>
              <a:ext cx="433388" cy="527050"/>
            </a:xfrm>
            <a:custGeom>
              <a:avLst/>
              <a:gdLst>
                <a:gd name="T0" fmla="*/ 271 w 569"/>
                <a:gd name="T1" fmla="*/ 112 h 691"/>
                <a:gd name="T2" fmla="*/ 274 w 569"/>
                <a:gd name="T3" fmla="*/ 151 h 691"/>
                <a:gd name="T4" fmla="*/ 278 w 569"/>
                <a:gd name="T5" fmla="*/ 181 h 691"/>
                <a:gd name="T6" fmla="*/ 241 w 569"/>
                <a:gd name="T7" fmla="*/ 205 h 691"/>
                <a:gd name="T8" fmla="*/ 123 w 569"/>
                <a:gd name="T9" fmla="*/ 183 h 691"/>
                <a:gd name="T10" fmla="*/ 105 w 569"/>
                <a:gd name="T11" fmla="*/ 282 h 691"/>
                <a:gd name="T12" fmla="*/ 164 w 569"/>
                <a:gd name="T13" fmla="*/ 277 h 691"/>
                <a:gd name="T14" fmla="*/ 234 w 569"/>
                <a:gd name="T15" fmla="*/ 323 h 691"/>
                <a:gd name="T16" fmla="*/ 251 w 569"/>
                <a:gd name="T17" fmla="*/ 405 h 691"/>
                <a:gd name="T18" fmla="*/ 144 w 569"/>
                <a:gd name="T19" fmla="*/ 494 h 691"/>
                <a:gd name="T20" fmla="*/ 70 w 569"/>
                <a:gd name="T21" fmla="*/ 466 h 691"/>
                <a:gd name="T22" fmla="*/ 51 w 569"/>
                <a:gd name="T23" fmla="*/ 565 h 691"/>
                <a:gd name="T24" fmla="*/ 442 w 569"/>
                <a:gd name="T25" fmla="*/ 639 h 691"/>
                <a:gd name="T26" fmla="*/ 493 w 569"/>
                <a:gd name="T27" fmla="*/ 653 h 691"/>
                <a:gd name="T28" fmla="*/ 428 w 569"/>
                <a:gd name="T29" fmla="*/ 684 h 691"/>
                <a:gd name="T30" fmla="*/ 46 w 569"/>
                <a:gd name="T31" fmla="*/ 613 h 691"/>
                <a:gd name="T32" fmla="*/ 5 w 569"/>
                <a:gd name="T33" fmla="*/ 553 h 691"/>
                <a:gd name="T34" fmla="*/ 27 w 569"/>
                <a:gd name="T35" fmla="*/ 441 h 691"/>
                <a:gd name="T36" fmla="*/ 73 w 569"/>
                <a:gd name="T37" fmla="*/ 414 h 691"/>
                <a:gd name="T38" fmla="*/ 102 w 569"/>
                <a:gd name="T39" fmla="*/ 430 h 691"/>
                <a:gd name="T40" fmla="*/ 143 w 569"/>
                <a:gd name="T41" fmla="*/ 447 h 691"/>
                <a:gd name="T42" fmla="*/ 204 w 569"/>
                <a:gd name="T43" fmla="*/ 396 h 691"/>
                <a:gd name="T44" fmla="*/ 195 w 569"/>
                <a:gd name="T45" fmla="*/ 350 h 691"/>
                <a:gd name="T46" fmla="*/ 143 w 569"/>
                <a:gd name="T47" fmla="*/ 323 h 691"/>
                <a:gd name="T48" fmla="*/ 122 w 569"/>
                <a:gd name="T49" fmla="*/ 326 h 691"/>
                <a:gd name="T50" fmla="*/ 88 w 569"/>
                <a:gd name="T51" fmla="*/ 332 h 691"/>
                <a:gd name="T52" fmla="*/ 55 w 569"/>
                <a:gd name="T53" fmla="*/ 290 h 691"/>
                <a:gd name="T54" fmla="*/ 76 w 569"/>
                <a:gd name="T55" fmla="*/ 178 h 691"/>
                <a:gd name="T56" fmla="*/ 136 w 569"/>
                <a:gd name="T57" fmla="*/ 137 h 691"/>
                <a:gd name="T58" fmla="*/ 225 w 569"/>
                <a:gd name="T59" fmla="*/ 154 h 691"/>
                <a:gd name="T60" fmla="*/ 224 w 569"/>
                <a:gd name="T61" fmla="*/ 103 h 691"/>
                <a:gd name="T62" fmla="*/ 361 w 569"/>
                <a:gd name="T63" fmla="*/ 10 h 691"/>
                <a:gd name="T64" fmla="*/ 455 w 569"/>
                <a:gd name="T65" fmla="*/ 147 h 691"/>
                <a:gd name="T66" fmla="*/ 435 w 569"/>
                <a:gd name="T67" fmla="*/ 193 h 691"/>
                <a:gd name="T68" fmla="*/ 525 w 569"/>
                <a:gd name="T69" fmla="*/ 210 h 691"/>
                <a:gd name="T70" fmla="*/ 558 w 569"/>
                <a:gd name="T71" fmla="*/ 232 h 691"/>
                <a:gd name="T72" fmla="*/ 566 w 569"/>
                <a:gd name="T73" fmla="*/ 270 h 691"/>
                <a:gd name="T74" fmla="*/ 559 w 569"/>
                <a:gd name="T75" fmla="*/ 310 h 691"/>
                <a:gd name="T76" fmla="*/ 512 w 569"/>
                <a:gd name="T77" fmla="*/ 300 h 691"/>
                <a:gd name="T78" fmla="*/ 520 w 569"/>
                <a:gd name="T79" fmla="*/ 258 h 691"/>
                <a:gd name="T80" fmla="*/ 400 w 569"/>
                <a:gd name="T81" fmla="*/ 235 h 691"/>
                <a:gd name="T82" fmla="*/ 375 w 569"/>
                <a:gd name="T83" fmla="*/ 201 h 691"/>
                <a:gd name="T84" fmla="*/ 391 w 569"/>
                <a:gd name="T85" fmla="*/ 174 h 691"/>
                <a:gd name="T86" fmla="*/ 409 w 569"/>
                <a:gd name="T87" fmla="*/ 138 h 691"/>
                <a:gd name="T88" fmla="*/ 352 w 569"/>
                <a:gd name="T89" fmla="*/ 57 h 691"/>
                <a:gd name="T90" fmla="*/ 271 w 569"/>
                <a:gd name="T91" fmla="*/ 112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9" h="691">
                  <a:moveTo>
                    <a:pt x="271" y="112"/>
                  </a:moveTo>
                  <a:cubicBezTo>
                    <a:pt x="266" y="132"/>
                    <a:pt x="270" y="142"/>
                    <a:pt x="274" y="151"/>
                  </a:cubicBezTo>
                  <a:cubicBezTo>
                    <a:pt x="279" y="162"/>
                    <a:pt x="280" y="172"/>
                    <a:pt x="278" y="181"/>
                  </a:cubicBezTo>
                  <a:cubicBezTo>
                    <a:pt x="275" y="200"/>
                    <a:pt x="258" y="209"/>
                    <a:pt x="241" y="205"/>
                  </a:cubicBezTo>
                  <a:lnTo>
                    <a:pt x="123" y="183"/>
                  </a:lnTo>
                  <a:lnTo>
                    <a:pt x="105" y="282"/>
                  </a:lnTo>
                  <a:cubicBezTo>
                    <a:pt x="125" y="275"/>
                    <a:pt x="145" y="274"/>
                    <a:pt x="164" y="277"/>
                  </a:cubicBezTo>
                  <a:cubicBezTo>
                    <a:pt x="193" y="283"/>
                    <a:pt x="218" y="299"/>
                    <a:pt x="234" y="323"/>
                  </a:cubicBezTo>
                  <a:cubicBezTo>
                    <a:pt x="250" y="347"/>
                    <a:pt x="256" y="376"/>
                    <a:pt x="251" y="405"/>
                  </a:cubicBezTo>
                  <a:cubicBezTo>
                    <a:pt x="241" y="457"/>
                    <a:pt x="196" y="494"/>
                    <a:pt x="144" y="494"/>
                  </a:cubicBezTo>
                  <a:cubicBezTo>
                    <a:pt x="117" y="494"/>
                    <a:pt x="90" y="482"/>
                    <a:pt x="70" y="466"/>
                  </a:cubicBezTo>
                  <a:lnTo>
                    <a:pt x="51" y="565"/>
                  </a:lnTo>
                  <a:lnTo>
                    <a:pt x="442" y="639"/>
                  </a:lnTo>
                  <a:lnTo>
                    <a:pt x="493" y="653"/>
                  </a:lnTo>
                  <a:cubicBezTo>
                    <a:pt x="485" y="676"/>
                    <a:pt x="464" y="691"/>
                    <a:pt x="428" y="684"/>
                  </a:cubicBezTo>
                  <a:lnTo>
                    <a:pt x="46" y="613"/>
                  </a:lnTo>
                  <a:cubicBezTo>
                    <a:pt x="18" y="607"/>
                    <a:pt x="0" y="580"/>
                    <a:pt x="5" y="553"/>
                  </a:cubicBezTo>
                  <a:lnTo>
                    <a:pt x="27" y="441"/>
                  </a:lnTo>
                  <a:cubicBezTo>
                    <a:pt x="32" y="420"/>
                    <a:pt x="60" y="411"/>
                    <a:pt x="73" y="414"/>
                  </a:cubicBezTo>
                  <a:cubicBezTo>
                    <a:pt x="85" y="416"/>
                    <a:pt x="92" y="420"/>
                    <a:pt x="102" y="430"/>
                  </a:cubicBezTo>
                  <a:cubicBezTo>
                    <a:pt x="113" y="442"/>
                    <a:pt x="131" y="447"/>
                    <a:pt x="143" y="447"/>
                  </a:cubicBezTo>
                  <a:cubicBezTo>
                    <a:pt x="173" y="446"/>
                    <a:pt x="199" y="425"/>
                    <a:pt x="204" y="396"/>
                  </a:cubicBezTo>
                  <a:cubicBezTo>
                    <a:pt x="207" y="380"/>
                    <a:pt x="204" y="364"/>
                    <a:pt x="195" y="350"/>
                  </a:cubicBezTo>
                  <a:cubicBezTo>
                    <a:pt x="184" y="333"/>
                    <a:pt x="164" y="323"/>
                    <a:pt x="143" y="323"/>
                  </a:cubicBezTo>
                  <a:cubicBezTo>
                    <a:pt x="135" y="323"/>
                    <a:pt x="128" y="324"/>
                    <a:pt x="122" y="326"/>
                  </a:cubicBezTo>
                  <a:cubicBezTo>
                    <a:pt x="105" y="333"/>
                    <a:pt x="96" y="333"/>
                    <a:pt x="88" y="332"/>
                  </a:cubicBezTo>
                  <a:cubicBezTo>
                    <a:pt x="67" y="329"/>
                    <a:pt x="53" y="308"/>
                    <a:pt x="55" y="290"/>
                  </a:cubicBezTo>
                  <a:lnTo>
                    <a:pt x="76" y="178"/>
                  </a:lnTo>
                  <a:cubicBezTo>
                    <a:pt x="82" y="145"/>
                    <a:pt x="113" y="133"/>
                    <a:pt x="136" y="137"/>
                  </a:cubicBezTo>
                  <a:lnTo>
                    <a:pt x="225" y="154"/>
                  </a:lnTo>
                  <a:cubicBezTo>
                    <a:pt x="222" y="139"/>
                    <a:pt x="220" y="120"/>
                    <a:pt x="224" y="103"/>
                  </a:cubicBezTo>
                  <a:cubicBezTo>
                    <a:pt x="241" y="25"/>
                    <a:pt x="312" y="0"/>
                    <a:pt x="361" y="10"/>
                  </a:cubicBezTo>
                  <a:cubicBezTo>
                    <a:pt x="425" y="23"/>
                    <a:pt x="467" y="84"/>
                    <a:pt x="455" y="147"/>
                  </a:cubicBezTo>
                  <a:cubicBezTo>
                    <a:pt x="453" y="161"/>
                    <a:pt x="445" y="178"/>
                    <a:pt x="435" y="193"/>
                  </a:cubicBezTo>
                  <a:lnTo>
                    <a:pt x="525" y="210"/>
                  </a:lnTo>
                  <a:cubicBezTo>
                    <a:pt x="539" y="213"/>
                    <a:pt x="550" y="220"/>
                    <a:pt x="558" y="232"/>
                  </a:cubicBezTo>
                  <a:cubicBezTo>
                    <a:pt x="566" y="243"/>
                    <a:pt x="569" y="257"/>
                    <a:pt x="566" y="270"/>
                  </a:cubicBezTo>
                  <a:lnTo>
                    <a:pt x="559" y="310"/>
                  </a:lnTo>
                  <a:cubicBezTo>
                    <a:pt x="548" y="306"/>
                    <a:pt x="530" y="301"/>
                    <a:pt x="512" y="300"/>
                  </a:cubicBezTo>
                  <a:lnTo>
                    <a:pt x="520" y="258"/>
                  </a:lnTo>
                  <a:lnTo>
                    <a:pt x="400" y="235"/>
                  </a:lnTo>
                  <a:cubicBezTo>
                    <a:pt x="385" y="232"/>
                    <a:pt x="372" y="220"/>
                    <a:pt x="375" y="201"/>
                  </a:cubicBezTo>
                  <a:cubicBezTo>
                    <a:pt x="377" y="193"/>
                    <a:pt x="382" y="183"/>
                    <a:pt x="391" y="174"/>
                  </a:cubicBezTo>
                  <a:cubicBezTo>
                    <a:pt x="397" y="164"/>
                    <a:pt x="406" y="153"/>
                    <a:pt x="409" y="138"/>
                  </a:cubicBezTo>
                  <a:cubicBezTo>
                    <a:pt x="416" y="101"/>
                    <a:pt x="391" y="66"/>
                    <a:pt x="352" y="57"/>
                  </a:cubicBezTo>
                  <a:cubicBezTo>
                    <a:pt x="330" y="51"/>
                    <a:pt x="282" y="60"/>
                    <a:pt x="27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Medals" descr="{&quot;Key&quot;:&quot;POWER_USER_SHAPE_ICON&quot;,&quot;Value&quot;:&quot;POWER_USER_SHAPE_ICON_STYLE_1&quot;}"/>
          <p:cNvGrpSpPr>
            <a:grpSpLocks noChangeAspect="1"/>
          </p:cNvGrpSpPr>
          <p:nvPr>
            <p:custDataLst>
              <p:tags r:id="rId4"/>
            </p:custDataLst>
          </p:nvPr>
        </p:nvGrpSpPr>
        <p:grpSpPr>
          <a:xfrm>
            <a:off x="4980055" y="5136101"/>
            <a:ext cx="823702" cy="542925"/>
            <a:chOff x="3751263" y="1627188"/>
            <a:chExt cx="982662" cy="647700"/>
          </a:xfrm>
          <a:solidFill>
            <a:schemeClr val="accent4"/>
          </a:solidFill>
        </p:grpSpPr>
        <p:sp>
          <p:nvSpPr>
            <p:cNvPr id="67" name="Freeform 140"/>
            <p:cNvSpPr>
              <a:spLocks/>
            </p:cNvSpPr>
            <p:nvPr/>
          </p:nvSpPr>
          <p:spPr bwMode="auto">
            <a:xfrm>
              <a:off x="4518025" y="1951038"/>
              <a:ext cx="215900" cy="266700"/>
            </a:xfrm>
            <a:custGeom>
              <a:avLst/>
              <a:gdLst>
                <a:gd name="T0" fmla="*/ 104 w 284"/>
                <a:gd name="T1" fmla="*/ 299 h 350"/>
                <a:gd name="T2" fmla="*/ 140 w 284"/>
                <a:gd name="T3" fmla="*/ 299 h 350"/>
                <a:gd name="T4" fmla="*/ 140 w 284"/>
                <a:gd name="T5" fmla="*/ 176 h 350"/>
                <a:gd name="T6" fmla="*/ 179 w 284"/>
                <a:gd name="T7" fmla="*/ 176 h 350"/>
                <a:gd name="T8" fmla="*/ 185 w 284"/>
                <a:gd name="T9" fmla="*/ 299 h 350"/>
                <a:gd name="T10" fmla="*/ 284 w 284"/>
                <a:gd name="T11" fmla="*/ 299 h 350"/>
                <a:gd name="T12" fmla="*/ 284 w 284"/>
                <a:gd name="T13" fmla="*/ 159 h 350"/>
                <a:gd name="T14" fmla="*/ 179 w 284"/>
                <a:gd name="T15" fmla="*/ 0 h 350"/>
                <a:gd name="T16" fmla="*/ 61 w 284"/>
                <a:gd name="T17" fmla="*/ 194 h 350"/>
                <a:gd name="T18" fmla="*/ 80 w 284"/>
                <a:gd name="T19" fmla="*/ 242 h 350"/>
                <a:gd name="T20" fmla="*/ 12 w 284"/>
                <a:gd name="T21" fmla="*/ 310 h 350"/>
                <a:gd name="T22" fmla="*/ 0 w 284"/>
                <a:gd name="T23" fmla="*/ 309 h 350"/>
                <a:gd name="T24" fmla="*/ 0 w 284"/>
                <a:gd name="T25" fmla="*/ 349 h 350"/>
                <a:gd name="T26" fmla="*/ 12 w 284"/>
                <a:gd name="T27" fmla="*/ 350 h 350"/>
                <a:gd name="T28" fmla="*/ 104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04" y="299"/>
                  </a:moveTo>
                  <a:lnTo>
                    <a:pt x="140" y="299"/>
                  </a:lnTo>
                  <a:lnTo>
                    <a:pt x="140" y="176"/>
                  </a:lnTo>
                  <a:lnTo>
                    <a:pt x="179" y="176"/>
                  </a:lnTo>
                  <a:lnTo>
                    <a:pt x="185" y="299"/>
                  </a:lnTo>
                  <a:lnTo>
                    <a:pt x="284" y="299"/>
                  </a:lnTo>
                  <a:lnTo>
                    <a:pt x="284" y="159"/>
                  </a:lnTo>
                  <a:cubicBezTo>
                    <a:pt x="284" y="83"/>
                    <a:pt x="242" y="31"/>
                    <a:pt x="179" y="0"/>
                  </a:cubicBezTo>
                  <a:lnTo>
                    <a:pt x="61" y="194"/>
                  </a:lnTo>
                  <a:cubicBezTo>
                    <a:pt x="73" y="207"/>
                    <a:pt x="80" y="223"/>
                    <a:pt x="80" y="242"/>
                  </a:cubicBezTo>
                  <a:cubicBezTo>
                    <a:pt x="80" y="279"/>
                    <a:pt x="50" y="310"/>
                    <a:pt x="12" y="310"/>
                  </a:cubicBezTo>
                  <a:cubicBezTo>
                    <a:pt x="8" y="310"/>
                    <a:pt x="4" y="309"/>
                    <a:pt x="0" y="309"/>
                  </a:cubicBezTo>
                  <a:lnTo>
                    <a:pt x="0" y="349"/>
                  </a:lnTo>
                  <a:cubicBezTo>
                    <a:pt x="4" y="350"/>
                    <a:pt x="8" y="350"/>
                    <a:pt x="12" y="350"/>
                  </a:cubicBezTo>
                  <a:cubicBezTo>
                    <a:pt x="51" y="350"/>
                    <a:pt x="85" y="329"/>
                    <a:pt x="104" y="2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41"/>
            <p:cNvSpPr>
              <a:spLocks/>
            </p:cNvSpPr>
            <p:nvPr/>
          </p:nvSpPr>
          <p:spPr bwMode="auto">
            <a:xfrm>
              <a:off x="4443413" y="1924050"/>
              <a:ext cx="176213" cy="158750"/>
            </a:xfrm>
            <a:custGeom>
              <a:avLst/>
              <a:gdLst>
                <a:gd name="T0" fmla="*/ 110 w 232"/>
                <a:gd name="T1" fmla="*/ 207 h 208"/>
                <a:gd name="T2" fmla="*/ 115 w 232"/>
                <a:gd name="T3" fmla="*/ 208 h 208"/>
                <a:gd name="T4" fmla="*/ 232 w 232"/>
                <a:gd name="T5" fmla="*/ 17 h 208"/>
                <a:gd name="T6" fmla="*/ 110 w 232"/>
                <a:gd name="T7" fmla="*/ 0 h 208"/>
                <a:gd name="T8" fmla="*/ 0 w 232"/>
                <a:gd name="T9" fmla="*/ 15 h 208"/>
                <a:gd name="T10" fmla="*/ 98 w 232"/>
                <a:gd name="T11" fmla="*/ 208 h 208"/>
                <a:gd name="T12" fmla="*/ 110 w 232"/>
                <a:gd name="T13" fmla="*/ 207 h 208"/>
              </a:gdLst>
              <a:ahLst/>
              <a:cxnLst>
                <a:cxn ang="0">
                  <a:pos x="T0" y="T1"/>
                </a:cxn>
                <a:cxn ang="0">
                  <a:pos x="T2" y="T3"/>
                </a:cxn>
                <a:cxn ang="0">
                  <a:pos x="T4" y="T5"/>
                </a:cxn>
                <a:cxn ang="0">
                  <a:pos x="T6" y="T7"/>
                </a:cxn>
                <a:cxn ang="0">
                  <a:pos x="T8" y="T9"/>
                </a:cxn>
                <a:cxn ang="0">
                  <a:pos x="T10" y="T11"/>
                </a:cxn>
                <a:cxn ang="0">
                  <a:pos x="T12" y="T13"/>
                </a:cxn>
              </a:cxnLst>
              <a:rect l="0" t="0" r="r" b="b"/>
              <a:pathLst>
                <a:path w="232" h="208">
                  <a:moveTo>
                    <a:pt x="110" y="207"/>
                  </a:moveTo>
                  <a:cubicBezTo>
                    <a:pt x="112" y="207"/>
                    <a:pt x="113" y="208"/>
                    <a:pt x="115" y="208"/>
                  </a:cubicBezTo>
                  <a:lnTo>
                    <a:pt x="232" y="17"/>
                  </a:lnTo>
                  <a:cubicBezTo>
                    <a:pt x="194" y="6"/>
                    <a:pt x="153" y="0"/>
                    <a:pt x="110" y="0"/>
                  </a:cubicBezTo>
                  <a:cubicBezTo>
                    <a:pt x="83" y="0"/>
                    <a:pt x="42" y="1"/>
                    <a:pt x="0" y="15"/>
                  </a:cubicBezTo>
                  <a:cubicBezTo>
                    <a:pt x="63" y="69"/>
                    <a:pt x="98" y="126"/>
                    <a:pt x="98" y="208"/>
                  </a:cubicBezTo>
                  <a:cubicBezTo>
                    <a:pt x="102" y="208"/>
                    <a:pt x="106" y="207"/>
                    <a:pt x="110" y="2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Oval 142"/>
            <p:cNvSpPr>
              <a:spLocks noChangeArrowheads="1"/>
            </p:cNvSpPr>
            <p:nvPr/>
          </p:nvSpPr>
          <p:spPr bwMode="auto">
            <a:xfrm>
              <a:off x="4411663" y="1673225"/>
              <a:ext cx="230188"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143"/>
            <p:cNvSpPr>
              <a:spLocks noChangeArrowheads="1"/>
            </p:cNvSpPr>
            <p:nvPr/>
          </p:nvSpPr>
          <p:spPr bwMode="auto">
            <a:xfrm>
              <a:off x="4110038" y="1627188"/>
              <a:ext cx="266700" cy="266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44"/>
            <p:cNvSpPr>
              <a:spLocks/>
            </p:cNvSpPr>
            <p:nvPr/>
          </p:nvSpPr>
          <p:spPr bwMode="auto">
            <a:xfrm>
              <a:off x="4002088" y="1924050"/>
              <a:ext cx="481013" cy="350838"/>
            </a:xfrm>
            <a:custGeom>
              <a:avLst/>
              <a:gdLst>
                <a:gd name="T0" fmla="*/ 632 w 632"/>
                <a:gd name="T1" fmla="*/ 212 h 460"/>
                <a:gd name="T2" fmla="*/ 516 w 632"/>
                <a:gd name="T3" fmla="*/ 32 h 460"/>
                <a:gd name="T4" fmla="*/ 392 w 632"/>
                <a:gd name="T5" fmla="*/ 227 h 460"/>
                <a:gd name="T6" fmla="*/ 348 w 632"/>
                <a:gd name="T7" fmla="*/ 206 h 460"/>
                <a:gd name="T8" fmla="*/ 471 w 632"/>
                <a:gd name="T9" fmla="*/ 13 h 460"/>
                <a:gd name="T10" fmla="*/ 423 w 632"/>
                <a:gd name="T11" fmla="*/ 0 h 460"/>
                <a:gd name="T12" fmla="*/ 316 w 632"/>
                <a:gd name="T13" fmla="*/ 97 h 460"/>
                <a:gd name="T14" fmla="*/ 210 w 632"/>
                <a:gd name="T15" fmla="*/ 0 h 460"/>
                <a:gd name="T16" fmla="*/ 161 w 632"/>
                <a:gd name="T17" fmla="*/ 13 h 460"/>
                <a:gd name="T18" fmla="*/ 307 w 632"/>
                <a:gd name="T19" fmla="*/ 242 h 460"/>
                <a:gd name="T20" fmla="*/ 316 w 632"/>
                <a:gd name="T21" fmla="*/ 242 h 460"/>
                <a:gd name="T22" fmla="*/ 405 w 632"/>
                <a:gd name="T23" fmla="*/ 331 h 460"/>
                <a:gd name="T24" fmla="*/ 316 w 632"/>
                <a:gd name="T25" fmla="*/ 420 h 460"/>
                <a:gd name="T26" fmla="*/ 227 w 632"/>
                <a:gd name="T27" fmla="*/ 331 h 460"/>
                <a:gd name="T28" fmla="*/ 262 w 632"/>
                <a:gd name="T29" fmla="*/ 260 h 460"/>
                <a:gd name="T30" fmla="*/ 116 w 632"/>
                <a:gd name="T31" fmla="*/ 32 h 460"/>
                <a:gd name="T32" fmla="*/ 0 w 632"/>
                <a:gd name="T33" fmla="*/ 212 h 460"/>
                <a:gd name="T34" fmla="*/ 0 w 632"/>
                <a:gd name="T35" fmla="*/ 390 h 460"/>
                <a:gd name="T36" fmla="*/ 115 w 632"/>
                <a:gd name="T37" fmla="*/ 390 h 460"/>
                <a:gd name="T38" fmla="*/ 122 w 632"/>
                <a:gd name="T39" fmla="*/ 232 h 460"/>
                <a:gd name="T40" fmla="*/ 159 w 632"/>
                <a:gd name="T41" fmla="*/ 232 h 460"/>
                <a:gd name="T42" fmla="*/ 159 w 632"/>
                <a:gd name="T43" fmla="*/ 390 h 460"/>
                <a:gd name="T44" fmla="*/ 201 w 632"/>
                <a:gd name="T45" fmla="*/ 390 h 460"/>
                <a:gd name="T46" fmla="*/ 239 w 632"/>
                <a:gd name="T47" fmla="*/ 434 h 460"/>
                <a:gd name="T48" fmla="*/ 316 w 632"/>
                <a:gd name="T49" fmla="*/ 460 h 460"/>
                <a:gd name="T50" fmla="*/ 393 w 632"/>
                <a:gd name="T51" fmla="*/ 434 h 460"/>
                <a:gd name="T52" fmla="*/ 431 w 632"/>
                <a:gd name="T53" fmla="*/ 390 h 460"/>
                <a:gd name="T54" fmla="*/ 473 w 632"/>
                <a:gd name="T55" fmla="*/ 390 h 460"/>
                <a:gd name="T56" fmla="*/ 473 w 632"/>
                <a:gd name="T57" fmla="*/ 232 h 460"/>
                <a:gd name="T58" fmla="*/ 510 w 632"/>
                <a:gd name="T59" fmla="*/ 232 h 460"/>
                <a:gd name="T60" fmla="*/ 517 w 632"/>
                <a:gd name="T61" fmla="*/ 390 h 460"/>
                <a:gd name="T62" fmla="*/ 632 w 632"/>
                <a:gd name="T63" fmla="*/ 390 h 460"/>
                <a:gd name="T64" fmla="*/ 632 w 632"/>
                <a:gd name="T65" fmla="*/ 21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2" h="460">
                  <a:moveTo>
                    <a:pt x="632" y="212"/>
                  </a:moveTo>
                  <a:cubicBezTo>
                    <a:pt x="632" y="127"/>
                    <a:pt x="586" y="68"/>
                    <a:pt x="516" y="32"/>
                  </a:cubicBezTo>
                  <a:lnTo>
                    <a:pt x="392" y="227"/>
                  </a:lnTo>
                  <a:cubicBezTo>
                    <a:pt x="379" y="217"/>
                    <a:pt x="364" y="210"/>
                    <a:pt x="348" y="206"/>
                  </a:cubicBezTo>
                  <a:lnTo>
                    <a:pt x="471" y="13"/>
                  </a:lnTo>
                  <a:cubicBezTo>
                    <a:pt x="456" y="8"/>
                    <a:pt x="439" y="4"/>
                    <a:pt x="423" y="0"/>
                  </a:cubicBezTo>
                  <a:lnTo>
                    <a:pt x="316" y="97"/>
                  </a:lnTo>
                  <a:lnTo>
                    <a:pt x="210" y="0"/>
                  </a:lnTo>
                  <a:cubicBezTo>
                    <a:pt x="193" y="4"/>
                    <a:pt x="177" y="8"/>
                    <a:pt x="161" y="13"/>
                  </a:cubicBezTo>
                  <a:lnTo>
                    <a:pt x="307" y="242"/>
                  </a:lnTo>
                  <a:cubicBezTo>
                    <a:pt x="310" y="242"/>
                    <a:pt x="313" y="242"/>
                    <a:pt x="316" y="242"/>
                  </a:cubicBezTo>
                  <a:cubicBezTo>
                    <a:pt x="365" y="242"/>
                    <a:pt x="405" y="281"/>
                    <a:pt x="405" y="331"/>
                  </a:cubicBezTo>
                  <a:cubicBezTo>
                    <a:pt x="405" y="380"/>
                    <a:pt x="365" y="420"/>
                    <a:pt x="316" y="420"/>
                  </a:cubicBezTo>
                  <a:cubicBezTo>
                    <a:pt x="267" y="420"/>
                    <a:pt x="227" y="380"/>
                    <a:pt x="227" y="331"/>
                  </a:cubicBezTo>
                  <a:cubicBezTo>
                    <a:pt x="227" y="302"/>
                    <a:pt x="241" y="277"/>
                    <a:pt x="262" y="260"/>
                  </a:cubicBezTo>
                  <a:lnTo>
                    <a:pt x="116" y="32"/>
                  </a:lnTo>
                  <a:cubicBezTo>
                    <a:pt x="46" y="68"/>
                    <a:pt x="0" y="127"/>
                    <a:pt x="0" y="212"/>
                  </a:cubicBezTo>
                  <a:lnTo>
                    <a:pt x="0" y="390"/>
                  </a:lnTo>
                  <a:lnTo>
                    <a:pt x="115" y="390"/>
                  </a:lnTo>
                  <a:lnTo>
                    <a:pt x="122" y="232"/>
                  </a:lnTo>
                  <a:lnTo>
                    <a:pt x="159" y="232"/>
                  </a:lnTo>
                  <a:lnTo>
                    <a:pt x="159" y="390"/>
                  </a:lnTo>
                  <a:lnTo>
                    <a:pt x="201" y="390"/>
                  </a:lnTo>
                  <a:cubicBezTo>
                    <a:pt x="210" y="407"/>
                    <a:pt x="223" y="423"/>
                    <a:pt x="239" y="434"/>
                  </a:cubicBezTo>
                  <a:cubicBezTo>
                    <a:pt x="261" y="450"/>
                    <a:pt x="287" y="460"/>
                    <a:pt x="316" y="460"/>
                  </a:cubicBezTo>
                  <a:cubicBezTo>
                    <a:pt x="345" y="460"/>
                    <a:pt x="371" y="450"/>
                    <a:pt x="393" y="434"/>
                  </a:cubicBezTo>
                  <a:cubicBezTo>
                    <a:pt x="409" y="423"/>
                    <a:pt x="422" y="407"/>
                    <a:pt x="431" y="390"/>
                  </a:cubicBezTo>
                  <a:lnTo>
                    <a:pt x="473" y="390"/>
                  </a:lnTo>
                  <a:lnTo>
                    <a:pt x="473" y="232"/>
                  </a:lnTo>
                  <a:lnTo>
                    <a:pt x="510" y="232"/>
                  </a:lnTo>
                  <a:lnTo>
                    <a:pt x="517" y="390"/>
                  </a:lnTo>
                  <a:lnTo>
                    <a:pt x="632" y="390"/>
                  </a:lnTo>
                  <a:lnTo>
                    <a:pt x="632" y="2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45"/>
            <p:cNvSpPr>
              <a:spLocks/>
            </p:cNvSpPr>
            <p:nvPr/>
          </p:nvSpPr>
          <p:spPr bwMode="auto">
            <a:xfrm>
              <a:off x="3751263" y="1951038"/>
              <a:ext cx="215900" cy="266700"/>
            </a:xfrm>
            <a:custGeom>
              <a:avLst/>
              <a:gdLst>
                <a:gd name="T0" fmla="*/ 180 w 284"/>
                <a:gd name="T1" fmla="*/ 299 h 350"/>
                <a:gd name="T2" fmla="*/ 272 w 284"/>
                <a:gd name="T3" fmla="*/ 350 h 350"/>
                <a:gd name="T4" fmla="*/ 284 w 284"/>
                <a:gd name="T5" fmla="*/ 349 h 350"/>
                <a:gd name="T6" fmla="*/ 284 w 284"/>
                <a:gd name="T7" fmla="*/ 309 h 350"/>
                <a:gd name="T8" fmla="*/ 272 w 284"/>
                <a:gd name="T9" fmla="*/ 310 h 350"/>
                <a:gd name="T10" fmla="*/ 204 w 284"/>
                <a:gd name="T11" fmla="*/ 242 h 350"/>
                <a:gd name="T12" fmla="*/ 223 w 284"/>
                <a:gd name="T13" fmla="*/ 194 h 350"/>
                <a:gd name="T14" fmla="*/ 105 w 284"/>
                <a:gd name="T15" fmla="*/ 0 h 350"/>
                <a:gd name="T16" fmla="*/ 0 w 284"/>
                <a:gd name="T17" fmla="*/ 159 h 350"/>
                <a:gd name="T18" fmla="*/ 0 w 284"/>
                <a:gd name="T19" fmla="*/ 299 h 350"/>
                <a:gd name="T20" fmla="*/ 99 w 284"/>
                <a:gd name="T21" fmla="*/ 299 h 350"/>
                <a:gd name="T22" fmla="*/ 105 w 284"/>
                <a:gd name="T23" fmla="*/ 176 h 350"/>
                <a:gd name="T24" fmla="*/ 144 w 284"/>
                <a:gd name="T25" fmla="*/ 176 h 350"/>
                <a:gd name="T26" fmla="*/ 144 w 284"/>
                <a:gd name="T27" fmla="*/ 299 h 350"/>
                <a:gd name="T28" fmla="*/ 180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80" y="299"/>
                  </a:moveTo>
                  <a:cubicBezTo>
                    <a:pt x="199" y="329"/>
                    <a:pt x="233" y="350"/>
                    <a:pt x="272" y="350"/>
                  </a:cubicBezTo>
                  <a:cubicBezTo>
                    <a:pt x="276" y="350"/>
                    <a:pt x="280" y="350"/>
                    <a:pt x="284" y="349"/>
                  </a:cubicBezTo>
                  <a:lnTo>
                    <a:pt x="284" y="309"/>
                  </a:lnTo>
                  <a:cubicBezTo>
                    <a:pt x="280" y="309"/>
                    <a:pt x="276" y="310"/>
                    <a:pt x="272" y="310"/>
                  </a:cubicBezTo>
                  <a:cubicBezTo>
                    <a:pt x="235" y="310"/>
                    <a:pt x="204" y="279"/>
                    <a:pt x="204" y="242"/>
                  </a:cubicBezTo>
                  <a:cubicBezTo>
                    <a:pt x="204" y="223"/>
                    <a:pt x="211" y="207"/>
                    <a:pt x="223" y="194"/>
                  </a:cubicBezTo>
                  <a:lnTo>
                    <a:pt x="105" y="0"/>
                  </a:lnTo>
                  <a:cubicBezTo>
                    <a:pt x="42" y="31"/>
                    <a:pt x="0" y="83"/>
                    <a:pt x="0" y="159"/>
                  </a:cubicBezTo>
                  <a:lnTo>
                    <a:pt x="0" y="299"/>
                  </a:lnTo>
                  <a:lnTo>
                    <a:pt x="99" y="299"/>
                  </a:lnTo>
                  <a:lnTo>
                    <a:pt x="105" y="176"/>
                  </a:lnTo>
                  <a:lnTo>
                    <a:pt x="144" y="176"/>
                  </a:lnTo>
                  <a:lnTo>
                    <a:pt x="144" y="299"/>
                  </a:lnTo>
                  <a:lnTo>
                    <a:pt x="180"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46"/>
            <p:cNvSpPr>
              <a:spLocks/>
            </p:cNvSpPr>
            <p:nvPr/>
          </p:nvSpPr>
          <p:spPr bwMode="auto">
            <a:xfrm>
              <a:off x="3867150" y="1924050"/>
              <a:ext cx="174625" cy="158750"/>
            </a:xfrm>
            <a:custGeom>
              <a:avLst/>
              <a:gdLst>
                <a:gd name="T0" fmla="*/ 231 w 231"/>
                <a:gd name="T1" fmla="*/ 15 h 208"/>
                <a:gd name="T2" fmla="*/ 121 w 231"/>
                <a:gd name="T3" fmla="*/ 0 h 208"/>
                <a:gd name="T4" fmla="*/ 0 w 231"/>
                <a:gd name="T5" fmla="*/ 17 h 208"/>
                <a:gd name="T6" fmla="*/ 116 w 231"/>
                <a:gd name="T7" fmla="*/ 208 h 208"/>
                <a:gd name="T8" fmla="*/ 121 w 231"/>
                <a:gd name="T9" fmla="*/ 207 h 208"/>
                <a:gd name="T10" fmla="*/ 133 w 231"/>
                <a:gd name="T11" fmla="*/ 208 h 208"/>
                <a:gd name="T12" fmla="*/ 231 w 231"/>
                <a:gd name="T13" fmla="*/ 15 h 208"/>
              </a:gdLst>
              <a:ahLst/>
              <a:cxnLst>
                <a:cxn ang="0">
                  <a:pos x="T0" y="T1"/>
                </a:cxn>
                <a:cxn ang="0">
                  <a:pos x="T2" y="T3"/>
                </a:cxn>
                <a:cxn ang="0">
                  <a:pos x="T4" y="T5"/>
                </a:cxn>
                <a:cxn ang="0">
                  <a:pos x="T6" y="T7"/>
                </a:cxn>
                <a:cxn ang="0">
                  <a:pos x="T8" y="T9"/>
                </a:cxn>
                <a:cxn ang="0">
                  <a:pos x="T10" y="T11"/>
                </a:cxn>
                <a:cxn ang="0">
                  <a:pos x="T12" y="T13"/>
                </a:cxn>
              </a:cxnLst>
              <a:rect l="0" t="0" r="r" b="b"/>
              <a:pathLst>
                <a:path w="231" h="208">
                  <a:moveTo>
                    <a:pt x="231" y="15"/>
                  </a:moveTo>
                  <a:cubicBezTo>
                    <a:pt x="190" y="1"/>
                    <a:pt x="148" y="0"/>
                    <a:pt x="121" y="0"/>
                  </a:cubicBezTo>
                  <a:cubicBezTo>
                    <a:pt x="78" y="0"/>
                    <a:pt x="37" y="6"/>
                    <a:pt x="0" y="17"/>
                  </a:cubicBezTo>
                  <a:lnTo>
                    <a:pt x="116" y="208"/>
                  </a:lnTo>
                  <a:cubicBezTo>
                    <a:pt x="118" y="208"/>
                    <a:pt x="119" y="207"/>
                    <a:pt x="121" y="207"/>
                  </a:cubicBezTo>
                  <a:cubicBezTo>
                    <a:pt x="125" y="207"/>
                    <a:pt x="129" y="208"/>
                    <a:pt x="133" y="208"/>
                  </a:cubicBezTo>
                  <a:cubicBezTo>
                    <a:pt x="133" y="126"/>
                    <a:pt x="168" y="69"/>
                    <a:pt x="23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Oval 147"/>
            <p:cNvSpPr>
              <a:spLocks noChangeArrowheads="1"/>
            </p:cNvSpPr>
            <p:nvPr/>
          </p:nvSpPr>
          <p:spPr bwMode="auto">
            <a:xfrm>
              <a:off x="3843338" y="1673225"/>
              <a:ext cx="231775"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1658272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7FF8C-E9CE-B52A-88E4-E035D59027CD}"/>
              </a:ext>
            </a:extLst>
          </p:cNvPr>
          <p:cNvSpPr>
            <a:spLocks noGrp="1"/>
          </p:cNvSpPr>
          <p:nvPr>
            <p:ph type="title"/>
          </p:nvPr>
        </p:nvSpPr>
        <p:spPr>
          <a:xfrm>
            <a:off x="214184" y="13663"/>
            <a:ext cx="9728886" cy="678316"/>
          </a:xfrm>
        </p:spPr>
        <p:txBody>
          <a:bodyPr>
            <a:normAutofit/>
          </a:bodyPr>
          <a:lstStyle/>
          <a:p>
            <a:r>
              <a:rPr lang="en-US" dirty="0"/>
              <a:t>Labels (columns) 1</a:t>
            </a:r>
          </a:p>
        </p:txBody>
      </p:sp>
      <p:sp>
        <p:nvSpPr>
          <p:cNvPr id="3" name="Rectangle : coins arrondis 5">
            <a:extLst>
              <a:ext uri="{FF2B5EF4-FFF2-40B4-BE49-F238E27FC236}">
                <a16:creationId xmlns:a16="http://schemas.microsoft.com/office/drawing/2014/main" id="{CCED7957-9985-0180-F319-13124A5275DD}"/>
              </a:ext>
            </a:extLst>
          </p:cNvPr>
          <p:cNvSpPr/>
          <p:nvPr/>
        </p:nvSpPr>
        <p:spPr>
          <a:xfrm>
            <a:off x="387262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4" name="Forme libre : forme 7">
            <a:extLst>
              <a:ext uri="{FF2B5EF4-FFF2-40B4-BE49-F238E27FC236}">
                <a16:creationId xmlns:a16="http://schemas.microsoft.com/office/drawing/2014/main" id="{39953E96-06C1-CA2A-5E5D-059124D39795}"/>
              </a:ext>
            </a:extLst>
          </p:cNvPr>
          <p:cNvSpPr/>
          <p:nvPr/>
        </p:nvSpPr>
        <p:spPr>
          <a:xfrm flipV="1">
            <a:off x="6785730" y="1674539"/>
            <a:ext cx="3265458" cy="1396469"/>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5" name="Forme libre : forme 8">
            <a:extLst>
              <a:ext uri="{FF2B5EF4-FFF2-40B4-BE49-F238E27FC236}">
                <a16:creationId xmlns:a16="http://schemas.microsoft.com/office/drawing/2014/main" id="{FE000B55-A9BD-4C6A-6C40-446AE31EC1FB}"/>
              </a:ext>
            </a:extLst>
          </p:cNvPr>
          <p:cNvSpPr/>
          <p:nvPr/>
        </p:nvSpPr>
        <p:spPr>
          <a:xfrm rot="829388" flipV="1">
            <a:off x="5923763" y="1880816"/>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6" name="Forme libre : forme 9">
            <a:extLst>
              <a:ext uri="{FF2B5EF4-FFF2-40B4-BE49-F238E27FC236}">
                <a16:creationId xmlns:a16="http://schemas.microsoft.com/office/drawing/2014/main" id="{85D780C9-4146-10A2-A8F7-D4482B6143AE}"/>
              </a:ext>
            </a:extLst>
          </p:cNvPr>
          <p:cNvSpPr/>
          <p:nvPr/>
        </p:nvSpPr>
        <p:spPr>
          <a:xfrm rot="20770612">
            <a:off x="3619103" y="1918807"/>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7" name="Forme libre : forme 10">
            <a:extLst>
              <a:ext uri="{FF2B5EF4-FFF2-40B4-BE49-F238E27FC236}">
                <a16:creationId xmlns:a16="http://schemas.microsoft.com/office/drawing/2014/main" id="{981CBA29-D7CA-6698-EC1C-B1997B6385FC}"/>
              </a:ext>
            </a:extLst>
          </p:cNvPr>
          <p:cNvSpPr/>
          <p:nvPr/>
        </p:nvSpPr>
        <p:spPr>
          <a:xfrm>
            <a:off x="2032000" y="1561298"/>
            <a:ext cx="3662992" cy="150971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grpSp>
        <p:nvGrpSpPr>
          <p:cNvPr id="8" name="Groupe 11">
            <a:extLst>
              <a:ext uri="{FF2B5EF4-FFF2-40B4-BE49-F238E27FC236}">
                <a16:creationId xmlns:a16="http://schemas.microsoft.com/office/drawing/2014/main" id="{0BC58FAA-6B21-390C-209D-BCEE533AEC32}"/>
              </a:ext>
            </a:extLst>
          </p:cNvPr>
          <p:cNvGrpSpPr/>
          <p:nvPr/>
        </p:nvGrpSpPr>
        <p:grpSpPr>
          <a:xfrm>
            <a:off x="5234502" y="1367010"/>
            <a:ext cx="1722996" cy="1722995"/>
            <a:chOff x="543425" y="1685260"/>
            <a:chExt cx="3487481" cy="3487480"/>
          </a:xfrm>
          <a:effectLst>
            <a:outerShdw blurRad="63500" dist="76200" dir="7200000" algn="t" rotWithShape="0">
              <a:prstClr val="black">
                <a:alpha val="40000"/>
              </a:prstClr>
            </a:outerShdw>
          </a:effectLst>
        </p:grpSpPr>
        <p:sp>
          <p:nvSpPr>
            <p:cNvPr id="9" name="Forme libre : forme 12">
              <a:extLst>
                <a:ext uri="{FF2B5EF4-FFF2-40B4-BE49-F238E27FC236}">
                  <a16:creationId xmlns:a16="http://schemas.microsoft.com/office/drawing/2014/main" id="{BFB4E912-580C-1D85-D2C5-AE723626E614}"/>
                </a:ext>
              </a:extLst>
            </p:cNvPr>
            <p:cNvSpPr/>
            <p:nvPr/>
          </p:nvSpPr>
          <p:spPr>
            <a:xfrm>
              <a:off x="543425" y="1685261"/>
              <a:ext cx="1743740" cy="1743739"/>
            </a:xfrm>
            <a:custGeom>
              <a:avLst/>
              <a:gdLst>
                <a:gd name="connsiteX0" fmla="*/ 1743740 w 1743740"/>
                <a:gd name="connsiteY0" fmla="*/ 0 h 1743739"/>
                <a:gd name="connsiteX1" fmla="*/ 1743740 w 1743740"/>
                <a:gd name="connsiteY1" fmla="*/ 288206 h 1743739"/>
                <a:gd name="connsiteX2" fmla="*/ 1743739 w 1743740"/>
                <a:gd name="connsiteY2" fmla="*/ 288206 h 1743739"/>
                <a:gd name="connsiteX3" fmla="*/ 295720 w 1743740"/>
                <a:gd name="connsiteY3" fmla="*/ 1594920 h 1743739"/>
                <a:gd name="connsiteX4" fmla="*/ 288205 w 1743740"/>
                <a:gd name="connsiteY4" fmla="*/ 1743739 h 1743739"/>
                <a:gd name="connsiteX5" fmla="*/ 0 w 1743740"/>
                <a:gd name="connsiteY5" fmla="*/ 1743739 h 1743739"/>
                <a:gd name="connsiteX6" fmla="*/ 9003 w 1743740"/>
                <a:gd name="connsiteY6" fmla="*/ 1565453 h 1743739"/>
                <a:gd name="connsiteX7" fmla="*/ 1743740 w 1743740"/>
                <a:gd name="connsiteY7" fmla="*/ 0 h 1743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3740" h="1743739">
                  <a:moveTo>
                    <a:pt x="1743740" y="0"/>
                  </a:moveTo>
                  <a:lnTo>
                    <a:pt x="1743740" y="288206"/>
                  </a:lnTo>
                  <a:lnTo>
                    <a:pt x="1743739" y="288206"/>
                  </a:lnTo>
                  <a:cubicBezTo>
                    <a:pt x="990112" y="288206"/>
                    <a:pt x="370258" y="860959"/>
                    <a:pt x="295720" y="1594920"/>
                  </a:cubicBezTo>
                  <a:lnTo>
                    <a:pt x="288205" y="1743739"/>
                  </a:lnTo>
                  <a:lnTo>
                    <a:pt x="0" y="1743739"/>
                  </a:lnTo>
                  <a:lnTo>
                    <a:pt x="9003" y="1565453"/>
                  </a:lnTo>
                  <a:cubicBezTo>
                    <a:pt x="98300" y="686161"/>
                    <a:pt x="840889" y="0"/>
                    <a:pt x="174374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0" name="Forme libre : forme 13">
              <a:extLst>
                <a:ext uri="{FF2B5EF4-FFF2-40B4-BE49-F238E27FC236}">
                  <a16:creationId xmlns:a16="http://schemas.microsoft.com/office/drawing/2014/main" id="{5ED46F49-C5AB-2409-BA6B-FA5B8BAD054F}"/>
                </a:ext>
              </a:extLst>
            </p:cNvPr>
            <p:cNvSpPr/>
            <p:nvPr/>
          </p:nvSpPr>
          <p:spPr>
            <a:xfrm>
              <a:off x="2287165" y="1685261"/>
              <a:ext cx="1743741" cy="1743738"/>
            </a:xfrm>
            <a:custGeom>
              <a:avLst/>
              <a:gdLst>
                <a:gd name="connsiteX0" fmla="*/ 1 w 1743741"/>
                <a:gd name="connsiteY0" fmla="*/ 0 h 1743738"/>
                <a:gd name="connsiteX1" fmla="*/ 1734739 w 1743741"/>
                <a:gd name="connsiteY1" fmla="*/ 1565453 h 1743738"/>
                <a:gd name="connsiteX2" fmla="*/ 1743741 w 1743741"/>
                <a:gd name="connsiteY2" fmla="*/ 1743738 h 1743738"/>
                <a:gd name="connsiteX3" fmla="*/ 1455534 w 1743741"/>
                <a:gd name="connsiteY3" fmla="*/ 1743738 h 1743738"/>
                <a:gd name="connsiteX4" fmla="*/ 1448020 w 1743741"/>
                <a:gd name="connsiteY4" fmla="*/ 1594920 h 1743738"/>
                <a:gd name="connsiteX5" fmla="*/ 0 w 1743741"/>
                <a:gd name="connsiteY5" fmla="*/ 288206 h 1743738"/>
                <a:gd name="connsiteX6" fmla="*/ 0 w 1743741"/>
                <a:gd name="connsiteY6" fmla="*/ 0 h 1743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3741" h="1743738">
                  <a:moveTo>
                    <a:pt x="1" y="0"/>
                  </a:moveTo>
                  <a:cubicBezTo>
                    <a:pt x="902852" y="0"/>
                    <a:pt x="1645442" y="686161"/>
                    <a:pt x="1734739" y="1565453"/>
                  </a:cubicBezTo>
                  <a:lnTo>
                    <a:pt x="1743741" y="1743738"/>
                  </a:lnTo>
                  <a:lnTo>
                    <a:pt x="1455534" y="1743738"/>
                  </a:lnTo>
                  <a:lnTo>
                    <a:pt x="1448020" y="1594920"/>
                  </a:lnTo>
                  <a:cubicBezTo>
                    <a:pt x="1373482" y="860959"/>
                    <a:pt x="753627" y="288206"/>
                    <a:pt x="0" y="288206"/>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1" name="Forme libre : forme 14">
              <a:extLst>
                <a:ext uri="{FF2B5EF4-FFF2-40B4-BE49-F238E27FC236}">
                  <a16:creationId xmlns:a16="http://schemas.microsoft.com/office/drawing/2014/main" id="{FDC3B8EA-EFDC-DA7F-30B8-DE58E102CB8B}"/>
                </a:ext>
              </a:extLst>
            </p:cNvPr>
            <p:cNvSpPr/>
            <p:nvPr/>
          </p:nvSpPr>
          <p:spPr>
            <a:xfrm>
              <a:off x="543425" y="1685260"/>
              <a:ext cx="1743740" cy="3487480"/>
            </a:xfrm>
            <a:custGeom>
              <a:avLst/>
              <a:gdLst>
                <a:gd name="connsiteX0" fmla="*/ 0 w 1743740"/>
                <a:gd name="connsiteY0" fmla="*/ 1743738 h 3487480"/>
                <a:gd name="connsiteX1" fmla="*/ 288205 w 1743740"/>
                <a:gd name="connsiteY1" fmla="*/ 1743738 h 3487480"/>
                <a:gd name="connsiteX2" fmla="*/ 288205 w 1743740"/>
                <a:gd name="connsiteY2" fmla="*/ 1743740 h 3487480"/>
                <a:gd name="connsiteX3" fmla="*/ 1743739 w 1743740"/>
                <a:gd name="connsiteY3" fmla="*/ 3199274 h 3487480"/>
                <a:gd name="connsiteX4" fmla="*/ 1743739 w 1743740"/>
                <a:gd name="connsiteY4" fmla="*/ 3487480 h 3487480"/>
                <a:gd name="connsiteX5" fmla="*/ 1565453 w 1743740"/>
                <a:gd name="connsiteY5" fmla="*/ 3478477 h 3487480"/>
                <a:gd name="connsiteX6" fmla="*/ 0 w 1743740"/>
                <a:gd name="connsiteY6" fmla="*/ 1743740 h 3487480"/>
                <a:gd name="connsiteX7" fmla="*/ 1743739 w 1743740"/>
                <a:gd name="connsiteY7" fmla="*/ 0 h 3487480"/>
                <a:gd name="connsiteX8" fmla="*/ 1743740 w 1743740"/>
                <a:gd name="connsiteY8" fmla="*/ 0 h 3487480"/>
                <a:gd name="connsiteX9" fmla="*/ 1743740 w 1743740"/>
                <a:gd name="connsiteY9" fmla="*/ 288206 h 3487480"/>
                <a:gd name="connsiteX10" fmla="*/ 1743739 w 1743740"/>
                <a:gd name="connsiteY10" fmla="*/ 288206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3740" h="3487480">
                  <a:moveTo>
                    <a:pt x="0" y="1743738"/>
                  </a:moveTo>
                  <a:lnTo>
                    <a:pt x="288205" y="1743738"/>
                  </a:lnTo>
                  <a:lnTo>
                    <a:pt x="288205" y="1743740"/>
                  </a:lnTo>
                  <a:cubicBezTo>
                    <a:pt x="288205" y="2547609"/>
                    <a:pt x="939870" y="3199274"/>
                    <a:pt x="1743739" y="3199274"/>
                  </a:cubicBezTo>
                  <a:lnTo>
                    <a:pt x="1743739" y="3487480"/>
                  </a:lnTo>
                  <a:lnTo>
                    <a:pt x="1565453" y="3478477"/>
                  </a:lnTo>
                  <a:cubicBezTo>
                    <a:pt x="686162" y="3389181"/>
                    <a:pt x="0" y="2646591"/>
                    <a:pt x="0" y="1743740"/>
                  </a:cubicBezTo>
                  <a:close/>
                  <a:moveTo>
                    <a:pt x="1743739" y="0"/>
                  </a:moveTo>
                  <a:lnTo>
                    <a:pt x="1743740" y="0"/>
                  </a:lnTo>
                  <a:lnTo>
                    <a:pt x="1743740" y="288206"/>
                  </a:lnTo>
                  <a:lnTo>
                    <a:pt x="1743739" y="28820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2" name="Forme libre : forme 15">
              <a:extLst>
                <a:ext uri="{FF2B5EF4-FFF2-40B4-BE49-F238E27FC236}">
                  <a16:creationId xmlns:a16="http://schemas.microsoft.com/office/drawing/2014/main" id="{14505C03-5F65-3856-9733-6F0BC27E8636}"/>
                </a:ext>
              </a:extLst>
            </p:cNvPr>
            <p:cNvSpPr/>
            <p:nvPr/>
          </p:nvSpPr>
          <p:spPr>
            <a:xfrm>
              <a:off x="2287165" y="1685260"/>
              <a:ext cx="1743741" cy="3487480"/>
            </a:xfrm>
            <a:custGeom>
              <a:avLst/>
              <a:gdLst>
                <a:gd name="connsiteX0" fmla="*/ 1455534 w 1743741"/>
                <a:gd name="connsiteY0" fmla="*/ 1743740 h 3487480"/>
                <a:gd name="connsiteX1" fmla="*/ 1743741 w 1743741"/>
                <a:gd name="connsiteY1" fmla="*/ 1743740 h 3487480"/>
                <a:gd name="connsiteX2" fmla="*/ 1 w 1743741"/>
                <a:gd name="connsiteY2" fmla="*/ 3487480 h 3487480"/>
                <a:gd name="connsiteX3" fmla="*/ 0 w 1743741"/>
                <a:gd name="connsiteY3" fmla="*/ 3487480 h 3487480"/>
                <a:gd name="connsiteX4" fmla="*/ 0 w 1743741"/>
                <a:gd name="connsiteY4" fmla="*/ 3199274 h 3487480"/>
                <a:gd name="connsiteX5" fmla="*/ 1455534 w 1743741"/>
                <a:gd name="connsiteY5" fmla="*/ 1743740 h 3487480"/>
                <a:gd name="connsiteX6" fmla="*/ 1 w 1743741"/>
                <a:gd name="connsiteY6" fmla="*/ 0 h 3487480"/>
                <a:gd name="connsiteX7" fmla="*/ 1 w 1743741"/>
                <a:gd name="connsiteY7" fmla="*/ 288206 h 3487480"/>
                <a:gd name="connsiteX8" fmla="*/ 0 w 1743741"/>
                <a:gd name="connsiteY8" fmla="*/ 288206 h 3487480"/>
                <a:gd name="connsiteX9" fmla="*/ 0 w 1743741"/>
                <a:gd name="connsiteY9" fmla="*/ 0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741" h="3487480">
                  <a:moveTo>
                    <a:pt x="1455534" y="1743740"/>
                  </a:moveTo>
                  <a:lnTo>
                    <a:pt x="1743741" y="1743740"/>
                  </a:lnTo>
                  <a:cubicBezTo>
                    <a:pt x="1743741" y="2706781"/>
                    <a:pt x="963042" y="3487480"/>
                    <a:pt x="1" y="3487480"/>
                  </a:cubicBezTo>
                  <a:lnTo>
                    <a:pt x="0" y="3487480"/>
                  </a:lnTo>
                  <a:lnTo>
                    <a:pt x="0" y="3199274"/>
                  </a:lnTo>
                  <a:cubicBezTo>
                    <a:pt x="803869" y="3199274"/>
                    <a:pt x="1455534" y="2547609"/>
                    <a:pt x="1455534" y="1743740"/>
                  </a:cubicBezTo>
                  <a:close/>
                  <a:moveTo>
                    <a:pt x="1" y="0"/>
                  </a:moveTo>
                  <a:lnTo>
                    <a:pt x="1" y="288206"/>
                  </a:lnTo>
                  <a:lnTo>
                    <a:pt x="0" y="2882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grpSp>
      <p:sp>
        <p:nvSpPr>
          <p:cNvPr id="13" name="Ellipse 16">
            <a:extLst>
              <a:ext uri="{FF2B5EF4-FFF2-40B4-BE49-F238E27FC236}">
                <a16:creationId xmlns:a16="http://schemas.microsoft.com/office/drawing/2014/main" id="{89D054F6-FC46-3090-D85D-A53144E77291}"/>
              </a:ext>
            </a:extLst>
          </p:cNvPr>
          <p:cNvSpPr/>
          <p:nvPr/>
        </p:nvSpPr>
        <p:spPr>
          <a:xfrm>
            <a:off x="5373123" y="1505631"/>
            <a:ext cx="1445753" cy="1445752"/>
          </a:xfrm>
          <a:prstGeom prst="ellipse">
            <a:avLst/>
          </a:prstGeom>
          <a:solidFill>
            <a:schemeClr val="lt1"/>
          </a:solid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4" name="ZoneTexte 17">
            <a:extLst>
              <a:ext uri="{FF2B5EF4-FFF2-40B4-BE49-F238E27FC236}">
                <a16:creationId xmlns:a16="http://schemas.microsoft.com/office/drawing/2014/main" id="{0B44C61B-C1F6-8298-2306-62990B3426F7}"/>
              </a:ext>
            </a:extLst>
          </p:cNvPr>
          <p:cNvSpPr txBox="1"/>
          <p:nvPr/>
        </p:nvSpPr>
        <p:spPr>
          <a:xfrm>
            <a:off x="5401940" y="1867939"/>
            <a:ext cx="1388124" cy="707886"/>
          </a:xfrm>
          <a:prstGeom prst="rect">
            <a:avLst/>
          </a:prstGeom>
          <a:noFill/>
          <a:effectLst/>
        </p:spPr>
        <p:txBody>
          <a:bodyPr wrap="square" rtlCol="0" anchor="ctr">
            <a:spAutoFit/>
          </a:bodyPr>
          <a:lstStyle/>
          <a:p>
            <a:pPr algn="ctr"/>
            <a:r>
              <a:rPr lang="en-US" sz="2000" b="1" dirty="0">
                <a:latin typeface="+mj-lt"/>
                <a:ea typeface="Adobe Heiti Std R" panose="020B0400000000000000" pitchFamily="34" charset="-128"/>
              </a:rPr>
              <a:t>Lorem Ipsum</a:t>
            </a:r>
          </a:p>
        </p:txBody>
      </p:sp>
      <p:sp>
        <p:nvSpPr>
          <p:cNvPr id="16" name="Rectangle : coins arrondis 6">
            <a:extLst>
              <a:ext uri="{FF2B5EF4-FFF2-40B4-BE49-F238E27FC236}">
                <a16:creationId xmlns:a16="http://schemas.microsoft.com/office/drawing/2014/main" id="{AB7C731D-C2FC-9596-96BC-5097F8D15DB6}"/>
              </a:ext>
            </a:extLst>
          </p:cNvPr>
          <p:cNvSpPr/>
          <p:nvPr/>
        </p:nvSpPr>
        <p:spPr>
          <a:xfrm>
            <a:off x="1294985" y="284072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7" name="Rectangle : coins arrondis 19">
            <a:extLst>
              <a:ext uri="{FF2B5EF4-FFF2-40B4-BE49-F238E27FC236}">
                <a16:creationId xmlns:a16="http://schemas.microsoft.com/office/drawing/2014/main" id="{424633D0-DFF3-0542-309F-1EADB12CA21B}"/>
              </a:ext>
            </a:extLst>
          </p:cNvPr>
          <p:cNvSpPr/>
          <p:nvPr/>
        </p:nvSpPr>
        <p:spPr>
          <a:xfrm>
            <a:off x="1019569" y="2657877"/>
            <a:ext cx="1546553" cy="352539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8" name="Ellipse 20">
            <a:extLst>
              <a:ext uri="{FF2B5EF4-FFF2-40B4-BE49-F238E27FC236}">
                <a16:creationId xmlns:a16="http://schemas.microsoft.com/office/drawing/2014/main" id="{24BA9199-0ED8-2DAC-1521-AE18E11331A2}"/>
              </a:ext>
            </a:extLst>
          </p:cNvPr>
          <p:cNvSpPr/>
          <p:nvPr/>
        </p:nvSpPr>
        <p:spPr>
          <a:xfrm>
            <a:off x="119626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a:solidFill>
                  <a:schemeClr val="accent1"/>
                </a:solidFill>
                <a:latin typeface="+mj-lt"/>
              </a:rPr>
              <a:t>1</a:t>
            </a:r>
          </a:p>
        </p:txBody>
      </p:sp>
      <p:sp>
        <p:nvSpPr>
          <p:cNvPr id="19" name="TextBox 37">
            <a:extLst>
              <a:ext uri="{FF2B5EF4-FFF2-40B4-BE49-F238E27FC236}">
                <a16:creationId xmlns:a16="http://schemas.microsoft.com/office/drawing/2014/main" id="{E88D9752-6D2B-31D1-A3CF-307B757E3C29}"/>
              </a:ext>
            </a:extLst>
          </p:cNvPr>
          <p:cNvSpPr txBox="1"/>
          <p:nvPr/>
        </p:nvSpPr>
        <p:spPr>
          <a:xfrm>
            <a:off x="1059188"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21" name="Rectangle : coins arrondis 21">
            <a:extLst>
              <a:ext uri="{FF2B5EF4-FFF2-40B4-BE49-F238E27FC236}">
                <a16:creationId xmlns:a16="http://schemas.microsoft.com/office/drawing/2014/main" id="{5F1D1947-77A8-91E5-BD76-06361974A7E3}"/>
              </a:ext>
            </a:extLst>
          </p:cNvPr>
          <p:cNvSpPr/>
          <p:nvPr/>
        </p:nvSpPr>
        <p:spPr>
          <a:xfrm>
            <a:off x="3636809" y="2657877"/>
            <a:ext cx="1546553" cy="352539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2" name="Ellipse 22">
            <a:extLst>
              <a:ext uri="{FF2B5EF4-FFF2-40B4-BE49-F238E27FC236}">
                <a16:creationId xmlns:a16="http://schemas.microsoft.com/office/drawing/2014/main" id="{6198B5AE-E191-A1F6-C1B7-A3592FED8C01}"/>
              </a:ext>
            </a:extLst>
          </p:cNvPr>
          <p:cNvSpPr/>
          <p:nvPr/>
        </p:nvSpPr>
        <p:spPr>
          <a:xfrm>
            <a:off x="381350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2"/>
                </a:solidFill>
                <a:latin typeface="+mj-lt"/>
              </a:rPr>
              <a:t>2</a:t>
            </a:r>
          </a:p>
        </p:txBody>
      </p:sp>
      <p:sp>
        <p:nvSpPr>
          <p:cNvPr id="23" name="TextBox 37">
            <a:extLst>
              <a:ext uri="{FF2B5EF4-FFF2-40B4-BE49-F238E27FC236}">
                <a16:creationId xmlns:a16="http://schemas.microsoft.com/office/drawing/2014/main" id="{39571F20-3C3C-F6D8-176E-73DA9B22F75F}"/>
              </a:ext>
            </a:extLst>
          </p:cNvPr>
          <p:cNvSpPr txBox="1"/>
          <p:nvPr/>
        </p:nvSpPr>
        <p:spPr>
          <a:xfrm>
            <a:off x="3661114"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26" name="Rectangle : coins arrondis 4">
            <a:extLst>
              <a:ext uri="{FF2B5EF4-FFF2-40B4-BE49-F238E27FC236}">
                <a16:creationId xmlns:a16="http://schemas.microsoft.com/office/drawing/2014/main" id="{A2A0BDF9-78DB-A9CD-2E7F-58E49B0FF444}"/>
              </a:ext>
            </a:extLst>
          </p:cNvPr>
          <p:cNvSpPr/>
          <p:nvPr/>
        </p:nvSpPr>
        <p:spPr>
          <a:xfrm>
            <a:off x="7080036" y="2848911"/>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7" name="Rectangle : coins arrondis 23">
            <a:extLst>
              <a:ext uri="{FF2B5EF4-FFF2-40B4-BE49-F238E27FC236}">
                <a16:creationId xmlns:a16="http://schemas.microsoft.com/office/drawing/2014/main" id="{3E0F6F24-8628-A427-CFEA-3D1BA5CDFD46}"/>
              </a:ext>
            </a:extLst>
          </p:cNvPr>
          <p:cNvSpPr/>
          <p:nvPr/>
        </p:nvSpPr>
        <p:spPr>
          <a:xfrm>
            <a:off x="6812897" y="2657877"/>
            <a:ext cx="1546553" cy="3525398"/>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8" name="Ellipse 24">
            <a:extLst>
              <a:ext uri="{FF2B5EF4-FFF2-40B4-BE49-F238E27FC236}">
                <a16:creationId xmlns:a16="http://schemas.microsoft.com/office/drawing/2014/main" id="{759B5B72-9C97-1254-D577-127BC2CD3A3B}"/>
              </a:ext>
            </a:extLst>
          </p:cNvPr>
          <p:cNvSpPr/>
          <p:nvPr/>
        </p:nvSpPr>
        <p:spPr>
          <a:xfrm>
            <a:off x="6989591"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3"/>
                </a:solidFill>
                <a:latin typeface="+mj-lt"/>
              </a:rPr>
              <a:t>3</a:t>
            </a:r>
          </a:p>
        </p:txBody>
      </p:sp>
      <p:sp>
        <p:nvSpPr>
          <p:cNvPr id="29" name="TextBox 37">
            <a:extLst>
              <a:ext uri="{FF2B5EF4-FFF2-40B4-BE49-F238E27FC236}">
                <a16:creationId xmlns:a16="http://schemas.microsoft.com/office/drawing/2014/main" id="{7BA045EF-CA8E-0C27-A1A3-DCBF62B2F2A0}"/>
              </a:ext>
            </a:extLst>
          </p:cNvPr>
          <p:cNvSpPr txBox="1"/>
          <p:nvPr/>
        </p:nvSpPr>
        <p:spPr>
          <a:xfrm>
            <a:off x="6837202"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32" name="Rectangle : coins arrondis 3">
            <a:extLst>
              <a:ext uri="{FF2B5EF4-FFF2-40B4-BE49-F238E27FC236}">
                <a16:creationId xmlns:a16="http://schemas.microsoft.com/office/drawing/2014/main" id="{B16A43A8-F832-85A2-ED25-1E750A9EC2F3}"/>
              </a:ext>
            </a:extLst>
          </p:cNvPr>
          <p:cNvSpPr/>
          <p:nvPr/>
        </p:nvSpPr>
        <p:spPr>
          <a:xfrm>
            <a:off x="948491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3" name="Rectangle : coins arrondis 25">
            <a:extLst>
              <a:ext uri="{FF2B5EF4-FFF2-40B4-BE49-F238E27FC236}">
                <a16:creationId xmlns:a16="http://schemas.microsoft.com/office/drawing/2014/main" id="{5AC2F9E1-C819-B691-6D0F-804D2D20FDF8}"/>
              </a:ext>
            </a:extLst>
          </p:cNvPr>
          <p:cNvSpPr/>
          <p:nvPr/>
        </p:nvSpPr>
        <p:spPr>
          <a:xfrm>
            <a:off x="9234711" y="2657877"/>
            <a:ext cx="1546553" cy="3525398"/>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4" name="Ellipse 26">
            <a:extLst>
              <a:ext uri="{FF2B5EF4-FFF2-40B4-BE49-F238E27FC236}">
                <a16:creationId xmlns:a16="http://schemas.microsoft.com/office/drawing/2014/main" id="{0556858E-F21B-FD8F-745C-EF52241C7E0B}"/>
              </a:ext>
            </a:extLst>
          </p:cNvPr>
          <p:cNvSpPr/>
          <p:nvPr/>
        </p:nvSpPr>
        <p:spPr>
          <a:xfrm>
            <a:off x="9411405"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4"/>
                </a:solidFill>
                <a:latin typeface="+mj-lt"/>
              </a:rPr>
              <a:t>4</a:t>
            </a:r>
          </a:p>
        </p:txBody>
      </p:sp>
      <p:sp>
        <p:nvSpPr>
          <p:cNvPr id="35" name="TextBox 37">
            <a:extLst>
              <a:ext uri="{FF2B5EF4-FFF2-40B4-BE49-F238E27FC236}">
                <a16:creationId xmlns:a16="http://schemas.microsoft.com/office/drawing/2014/main" id="{2B95A2CB-67B4-D1C7-3755-898D2D29C42D}"/>
              </a:ext>
            </a:extLst>
          </p:cNvPr>
          <p:cNvSpPr txBox="1"/>
          <p:nvPr/>
        </p:nvSpPr>
        <p:spPr>
          <a:xfrm>
            <a:off x="9259016"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Tree>
    <p:extLst>
      <p:ext uri="{BB962C8B-B14F-4D97-AF65-F5344CB8AC3E}">
        <p14:creationId xmlns:p14="http://schemas.microsoft.com/office/powerpoint/2010/main" val="183180034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Diamonds 2</a:t>
            </a:r>
          </a:p>
        </p:txBody>
      </p:sp>
      <p:sp>
        <p:nvSpPr>
          <p:cNvPr id="6" name="Isosceles Triangle 5"/>
          <p:cNvSpPr>
            <a:spLocks noChangeAspect="1"/>
          </p:cNvSpPr>
          <p:nvPr/>
        </p:nvSpPr>
        <p:spPr>
          <a:xfrm>
            <a:off x="1217689" y="1765441"/>
            <a:ext cx="2209046" cy="1412653"/>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7" name="Isosceles Triangle 6"/>
          <p:cNvSpPr>
            <a:spLocks noChangeAspect="1"/>
          </p:cNvSpPr>
          <p:nvPr/>
        </p:nvSpPr>
        <p:spPr>
          <a:xfrm rot="10800000">
            <a:off x="1217689" y="3178094"/>
            <a:ext cx="2209046" cy="1412653"/>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p:cNvSpPr>
          <p:nvPr/>
        </p:nvSpPr>
        <p:spPr>
          <a:xfrm rot="10800000">
            <a:off x="1679415" y="1765439"/>
            <a:ext cx="642796" cy="452676"/>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Isosceles Triangle 9"/>
          <p:cNvSpPr>
            <a:spLocks noChangeAspect="1"/>
          </p:cNvSpPr>
          <p:nvPr/>
        </p:nvSpPr>
        <p:spPr>
          <a:xfrm>
            <a:off x="3733548" y="1765441"/>
            <a:ext cx="2209046" cy="1412653"/>
          </a:xfrm>
          <a:prstGeom prst="triangle">
            <a:avLst/>
          </a:prstGeom>
          <a:gradFill flip="none" rotWithShape="1">
            <a:gsLst>
              <a:gs pos="0">
                <a:schemeClr val="accent2">
                  <a:lumMod val="50000"/>
                </a:schemeClr>
              </a:gs>
              <a:gs pos="50000">
                <a:schemeClr val="accent2">
                  <a:lumMod val="75000"/>
                </a:schemeClr>
              </a:gs>
              <a:gs pos="100000">
                <a:schemeClr val="accent2"/>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1" name="Isosceles Triangle 10"/>
          <p:cNvSpPr>
            <a:spLocks noChangeAspect="1"/>
          </p:cNvSpPr>
          <p:nvPr/>
        </p:nvSpPr>
        <p:spPr>
          <a:xfrm rot="10800000">
            <a:off x="3733548" y="3178094"/>
            <a:ext cx="2209046" cy="1412653"/>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p:cNvSpPr>
          <p:nvPr/>
        </p:nvSpPr>
        <p:spPr>
          <a:xfrm rot="10800000">
            <a:off x="4195274" y="1765439"/>
            <a:ext cx="642796" cy="452676"/>
          </a:xfrm>
          <a:prstGeom prst="triangle">
            <a:avLst/>
          </a:prstGeom>
          <a:gradFill flip="none" rotWithShape="1">
            <a:gsLst>
              <a:gs pos="0">
                <a:schemeClr val="accent2">
                  <a:lumMod val="50000"/>
                </a:schemeClr>
              </a:gs>
              <a:gs pos="50000">
                <a:schemeClr val="accent2">
                  <a:lumMod val="75000"/>
                </a:schemeClr>
              </a:gs>
              <a:gs pos="100000">
                <a:schemeClr val="accent2"/>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Isosceles Triangle 13"/>
          <p:cNvSpPr>
            <a:spLocks noChangeAspect="1"/>
          </p:cNvSpPr>
          <p:nvPr/>
        </p:nvSpPr>
        <p:spPr>
          <a:xfrm>
            <a:off x="6249407" y="1765441"/>
            <a:ext cx="2209046" cy="1412653"/>
          </a:xfrm>
          <a:prstGeom prst="triangle">
            <a:avLst/>
          </a:prstGeom>
          <a:gradFill flip="none" rotWithShape="1">
            <a:gsLst>
              <a:gs pos="0">
                <a:schemeClr val="accent3">
                  <a:lumMod val="50000"/>
                </a:schemeClr>
              </a:gs>
              <a:gs pos="50000">
                <a:schemeClr val="accent3">
                  <a:lumMod val="75000"/>
                </a:schemeClr>
              </a:gs>
              <a:gs pos="100000">
                <a:schemeClr val="accent3"/>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5" name="Isosceles Triangle 14"/>
          <p:cNvSpPr>
            <a:spLocks noChangeAspect="1"/>
          </p:cNvSpPr>
          <p:nvPr/>
        </p:nvSpPr>
        <p:spPr>
          <a:xfrm rot="10800000">
            <a:off x="6249407" y="3178094"/>
            <a:ext cx="2209046" cy="1412653"/>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Isosceles Triangle 15"/>
          <p:cNvSpPr>
            <a:spLocks/>
          </p:cNvSpPr>
          <p:nvPr/>
        </p:nvSpPr>
        <p:spPr>
          <a:xfrm rot="10800000">
            <a:off x="6711133" y="1765439"/>
            <a:ext cx="642796" cy="452676"/>
          </a:xfrm>
          <a:prstGeom prst="triangle">
            <a:avLst/>
          </a:prstGeom>
          <a:gradFill flip="none" rotWithShape="1">
            <a:gsLst>
              <a:gs pos="0">
                <a:schemeClr val="accent3">
                  <a:lumMod val="50000"/>
                </a:schemeClr>
              </a:gs>
              <a:gs pos="50000">
                <a:schemeClr val="accent3">
                  <a:lumMod val="75000"/>
                </a:schemeClr>
              </a:gs>
              <a:gs pos="100000">
                <a:schemeClr val="accent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Isosceles Triangle 17"/>
          <p:cNvSpPr>
            <a:spLocks noChangeAspect="1"/>
          </p:cNvSpPr>
          <p:nvPr/>
        </p:nvSpPr>
        <p:spPr>
          <a:xfrm>
            <a:off x="8765265" y="1765441"/>
            <a:ext cx="2209046" cy="1412653"/>
          </a:xfrm>
          <a:prstGeom prst="triangle">
            <a:avLst/>
          </a:prstGeom>
          <a:gradFill flip="none" rotWithShape="1">
            <a:gsLst>
              <a:gs pos="0">
                <a:schemeClr val="accent4">
                  <a:lumMod val="50000"/>
                </a:schemeClr>
              </a:gs>
              <a:gs pos="50000">
                <a:schemeClr val="accent4">
                  <a:lumMod val="75000"/>
                </a:schemeClr>
              </a:gs>
              <a:gs pos="100000">
                <a:schemeClr val="accent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9" name="Isosceles Triangle 18"/>
          <p:cNvSpPr>
            <a:spLocks noChangeAspect="1"/>
          </p:cNvSpPr>
          <p:nvPr/>
        </p:nvSpPr>
        <p:spPr>
          <a:xfrm rot="10800000">
            <a:off x="8765265" y="3178094"/>
            <a:ext cx="2209046" cy="1412653"/>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Isosceles Triangle 19"/>
          <p:cNvSpPr>
            <a:spLocks/>
          </p:cNvSpPr>
          <p:nvPr/>
        </p:nvSpPr>
        <p:spPr>
          <a:xfrm rot="10800000">
            <a:off x="9226991" y="1765439"/>
            <a:ext cx="642796" cy="452676"/>
          </a:xfrm>
          <a:prstGeom prst="triangle">
            <a:avLst/>
          </a:prstGeom>
          <a:gradFill flip="none" rotWithShape="1">
            <a:gsLst>
              <a:gs pos="0">
                <a:schemeClr val="accent4">
                  <a:lumMod val="50000"/>
                </a:schemeClr>
              </a:gs>
              <a:gs pos="50000">
                <a:schemeClr val="accent4">
                  <a:lumMod val="75000"/>
                </a:schemeClr>
              </a:gs>
              <a:gs pos="100000">
                <a:schemeClr val="accent4"/>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TextBox 23"/>
          <p:cNvSpPr txBox="1"/>
          <p:nvPr/>
        </p:nvSpPr>
        <p:spPr>
          <a:xfrm>
            <a:off x="1973398" y="3316824"/>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25" name="TextBox 24"/>
          <p:cNvSpPr txBox="1"/>
          <p:nvPr/>
        </p:nvSpPr>
        <p:spPr>
          <a:xfrm>
            <a:off x="4489256" y="3316824"/>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26" name="TextBox 25"/>
          <p:cNvSpPr txBox="1"/>
          <p:nvPr/>
        </p:nvSpPr>
        <p:spPr>
          <a:xfrm>
            <a:off x="7005114" y="3316824"/>
            <a:ext cx="697627" cy="646331"/>
          </a:xfrm>
          <a:prstGeom prst="rect">
            <a:avLst/>
          </a:prstGeom>
          <a:noFill/>
        </p:spPr>
        <p:txBody>
          <a:bodyPr wrap="none" rtlCol="0">
            <a:spAutoFit/>
          </a:bodyPr>
          <a:lstStyle/>
          <a:p>
            <a:pPr algn="ctr"/>
            <a:r>
              <a:rPr lang="en-US" sz="3600" dirty="0">
                <a:solidFill>
                  <a:schemeClr val="lt1"/>
                </a:solidFill>
              </a:rPr>
              <a:t>03</a:t>
            </a:r>
          </a:p>
        </p:txBody>
      </p:sp>
      <p:sp>
        <p:nvSpPr>
          <p:cNvPr id="27" name="TextBox 26"/>
          <p:cNvSpPr txBox="1"/>
          <p:nvPr/>
        </p:nvSpPr>
        <p:spPr>
          <a:xfrm>
            <a:off x="9520972" y="3316824"/>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28" name="Rectangle 27">
            <a:extLst>
              <a:ext uri="{FF2B5EF4-FFF2-40B4-BE49-F238E27FC236}">
                <a16:creationId xmlns:a16="http://schemas.microsoft.com/office/drawing/2014/main" id="{E3E421DD-7F73-48C5-BDA3-451A3E2EF995}"/>
              </a:ext>
            </a:extLst>
          </p:cNvPr>
          <p:cNvSpPr/>
          <p:nvPr/>
        </p:nvSpPr>
        <p:spPr>
          <a:xfrm>
            <a:off x="1089747"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29" name="Rectangle 28">
            <a:extLst>
              <a:ext uri="{FF2B5EF4-FFF2-40B4-BE49-F238E27FC236}">
                <a16:creationId xmlns:a16="http://schemas.microsoft.com/office/drawing/2014/main" id="{E3E421DD-7F73-48C5-BDA3-451A3E2EF995}"/>
              </a:ext>
            </a:extLst>
          </p:cNvPr>
          <p:cNvSpPr/>
          <p:nvPr/>
        </p:nvSpPr>
        <p:spPr>
          <a:xfrm>
            <a:off x="3605608"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2"/>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30" name="Rectangle 29">
            <a:extLst>
              <a:ext uri="{FF2B5EF4-FFF2-40B4-BE49-F238E27FC236}">
                <a16:creationId xmlns:a16="http://schemas.microsoft.com/office/drawing/2014/main" id="{E3E421DD-7F73-48C5-BDA3-451A3E2EF995}"/>
              </a:ext>
            </a:extLst>
          </p:cNvPr>
          <p:cNvSpPr/>
          <p:nvPr/>
        </p:nvSpPr>
        <p:spPr>
          <a:xfrm>
            <a:off x="6121469"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3"/>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31" name="Rectangle 30">
            <a:extLst>
              <a:ext uri="{FF2B5EF4-FFF2-40B4-BE49-F238E27FC236}">
                <a16:creationId xmlns:a16="http://schemas.microsoft.com/office/drawing/2014/main" id="{E3E421DD-7F73-48C5-BDA3-451A3E2EF995}"/>
              </a:ext>
            </a:extLst>
          </p:cNvPr>
          <p:cNvSpPr/>
          <p:nvPr/>
        </p:nvSpPr>
        <p:spPr>
          <a:xfrm>
            <a:off x="8637330"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4"/>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25101259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a:extLst>
              <a:ext uri="{FF2B5EF4-FFF2-40B4-BE49-F238E27FC236}">
                <a16:creationId xmlns:a16="http://schemas.microsoft.com/office/drawing/2014/main" id="{D58F3EAC-92DE-9346-06F4-E5C75BA7492F}"/>
              </a:ext>
            </a:extLst>
          </p:cNvPr>
          <p:cNvGrpSpPr/>
          <p:nvPr/>
        </p:nvGrpSpPr>
        <p:grpSpPr>
          <a:xfrm>
            <a:off x="8918298" y="2316934"/>
            <a:ext cx="2442166" cy="3460749"/>
            <a:chOff x="9018658" y="2316934"/>
            <a:chExt cx="2018319" cy="3460749"/>
          </a:xfrm>
        </p:grpSpPr>
        <p:sp>
          <p:nvSpPr>
            <p:cNvPr id="7" name="Rectangle : coins arrondis 7">
              <a:extLst>
                <a:ext uri="{FF2B5EF4-FFF2-40B4-BE49-F238E27FC236}">
                  <a16:creationId xmlns:a16="http://schemas.microsoft.com/office/drawing/2014/main" id="{5CF7A780-64B7-E970-B9B2-3DA15EEE6563}"/>
                </a:ext>
              </a:extLst>
            </p:cNvPr>
            <p:cNvSpPr/>
            <p:nvPr/>
          </p:nvSpPr>
          <p:spPr>
            <a:xfrm>
              <a:off x="901865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4"/>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9" name="Rectangle : avec coins arrondis en haut 33">
              <a:extLst>
                <a:ext uri="{FF2B5EF4-FFF2-40B4-BE49-F238E27FC236}">
                  <a16:creationId xmlns:a16="http://schemas.microsoft.com/office/drawing/2014/main" id="{22ECB52A-3E91-07D3-C4EC-DD2AF58F8A6C}"/>
                </a:ext>
              </a:extLst>
            </p:cNvPr>
            <p:cNvSpPr/>
            <p:nvPr/>
          </p:nvSpPr>
          <p:spPr>
            <a:xfrm flipH="1" flipV="1">
              <a:off x="9024166" y="5397625"/>
              <a:ext cx="2012811"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 name="Group 28">
            <a:extLst>
              <a:ext uri="{FF2B5EF4-FFF2-40B4-BE49-F238E27FC236}">
                <a16:creationId xmlns:a16="http://schemas.microsoft.com/office/drawing/2014/main" id="{0C795DB7-C903-6BEB-FF51-F6410B5122D3}"/>
              </a:ext>
            </a:extLst>
          </p:cNvPr>
          <p:cNvGrpSpPr/>
          <p:nvPr/>
        </p:nvGrpSpPr>
        <p:grpSpPr>
          <a:xfrm>
            <a:off x="6224933" y="2316934"/>
            <a:ext cx="2435501" cy="3460749"/>
            <a:chOff x="6399283" y="2316934"/>
            <a:chExt cx="2012811" cy="3460749"/>
          </a:xfrm>
        </p:grpSpPr>
        <p:sp>
          <p:nvSpPr>
            <p:cNvPr id="6" name="Rectangle : coins arrondis 6">
              <a:extLst>
                <a:ext uri="{FF2B5EF4-FFF2-40B4-BE49-F238E27FC236}">
                  <a16:creationId xmlns:a16="http://schemas.microsoft.com/office/drawing/2014/main" id="{2E4E1FDA-EEC3-6DEB-A4B0-AB1C5FC44696}"/>
                </a:ext>
              </a:extLst>
            </p:cNvPr>
            <p:cNvSpPr/>
            <p:nvPr/>
          </p:nvSpPr>
          <p:spPr>
            <a:xfrm>
              <a:off x="639928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3"/>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8" name="Rectangle : avec coins arrondis en haut 32">
              <a:extLst>
                <a:ext uri="{FF2B5EF4-FFF2-40B4-BE49-F238E27FC236}">
                  <a16:creationId xmlns:a16="http://schemas.microsoft.com/office/drawing/2014/main" id="{C7B1622F-125A-26D0-5E01-DCA0B7CA6E40}"/>
                </a:ext>
              </a:extLst>
            </p:cNvPr>
            <p:cNvSpPr/>
            <p:nvPr/>
          </p:nvSpPr>
          <p:spPr>
            <a:xfrm flipH="1" flipV="1">
              <a:off x="6399283" y="5397625"/>
              <a:ext cx="2012811"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2">
            <a:extLst>
              <a:ext uri="{FF2B5EF4-FFF2-40B4-BE49-F238E27FC236}">
                <a16:creationId xmlns:a16="http://schemas.microsoft.com/office/drawing/2014/main" id="{76622616-B142-5224-B9AA-BD7D6FD2C997}"/>
              </a:ext>
            </a:extLst>
          </p:cNvPr>
          <p:cNvGrpSpPr/>
          <p:nvPr/>
        </p:nvGrpSpPr>
        <p:grpSpPr>
          <a:xfrm>
            <a:off x="838200" y="2316934"/>
            <a:ext cx="2435502" cy="3460749"/>
            <a:chOff x="1160532" y="2316934"/>
            <a:chExt cx="2012812" cy="3460749"/>
          </a:xfrm>
        </p:grpSpPr>
        <p:sp>
          <p:nvSpPr>
            <p:cNvPr id="4" name="Rectangle : coins arrondis 3">
              <a:extLst>
                <a:ext uri="{FF2B5EF4-FFF2-40B4-BE49-F238E27FC236}">
                  <a16:creationId xmlns:a16="http://schemas.microsoft.com/office/drawing/2014/main" id="{5CBD0B6C-496D-B2D9-F4EF-3301F749B51F}"/>
                </a:ext>
              </a:extLst>
            </p:cNvPr>
            <p:cNvSpPr/>
            <p:nvPr/>
          </p:nvSpPr>
          <p:spPr>
            <a:xfrm>
              <a:off x="116053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bIns="38100" rtlCol="0" anchor="ctr"/>
            <a:lstStyle/>
            <a:p>
              <a:pPr algn="ctr"/>
              <a:r>
                <a:rPr lang="en-US" sz="1600" b="1" dirty="0">
                  <a:solidFill>
                    <a:schemeClr val="accent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 avec coins arrondis en haut 30">
              <a:extLst>
                <a:ext uri="{FF2B5EF4-FFF2-40B4-BE49-F238E27FC236}">
                  <a16:creationId xmlns:a16="http://schemas.microsoft.com/office/drawing/2014/main" id="{7E60E698-7B9C-8BE7-874C-9B981694111D}"/>
                </a:ext>
              </a:extLst>
            </p:cNvPr>
            <p:cNvSpPr/>
            <p:nvPr/>
          </p:nvSpPr>
          <p:spPr>
            <a:xfrm flipH="1" flipV="1">
              <a:off x="1160532" y="5397625"/>
              <a:ext cx="2012811"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8" name="Group 27">
            <a:extLst>
              <a:ext uri="{FF2B5EF4-FFF2-40B4-BE49-F238E27FC236}">
                <a16:creationId xmlns:a16="http://schemas.microsoft.com/office/drawing/2014/main" id="{A148E1E0-558E-47E5-5FD2-1019E15ADEDC}"/>
              </a:ext>
            </a:extLst>
          </p:cNvPr>
          <p:cNvGrpSpPr/>
          <p:nvPr/>
        </p:nvGrpSpPr>
        <p:grpSpPr>
          <a:xfrm>
            <a:off x="3531566" y="2316934"/>
            <a:ext cx="2435503" cy="3460749"/>
            <a:chOff x="3779906" y="2316934"/>
            <a:chExt cx="2012813" cy="3460749"/>
          </a:xfrm>
        </p:grpSpPr>
        <p:sp>
          <p:nvSpPr>
            <p:cNvPr id="5" name="Rectangle : coins arrondis 5">
              <a:extLst>
                <a:ext uri="{FF2B5EF4-FFF2-40B4-BE49-F238E27FC236}">
                  <a16:creationId xmlns:a16="http://schemas.microsoft.com/office/drawing/2014/main" id="{8B2180E0-9C04-4481-446D-219702AC0109}"/>
                </a:ext>
              </a:extLst>
            </p:cNvPr>
            <p:cNvSpPr/>
            <p:nvPr/>
          </p:nvSpPr>
          <p:spPr>
            <a:xfrm>
              <a:off x="377990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2"/>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 avec coins arrondis en haut 31">
              <a:extLst>
                <a:ext uri="{FF2B5EF4-FFF2-40B4-BE49-F238E27FC236}">
                  <a16:creationId xmlns:a16="http://schemas.microsoft.com/office/drawing/2014/main" id="{5ED70B92-9AAE-35E4-599D-BE95C3A80CEF}"/>
                </a:ext>
              </a:extLst>
            </p:cNvPr>
            <p:cNvSpPr/>
            <p:nvPr/>
          </p:nvSpPr>
          <p:spPr>
            <a:xfrm flipH="1" flipV="1">
              <a:off x="3779906" y="5397625"/>
              <a:ext cx="2012811"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 name="Title 1">
            <a:extLst>
              <a:ext uri="{FF2B5EF4-FFF2-40B4-BE49-F238E27FC236}">
                <a16:creationId xmlns:a16="http://schemas.microsoft.com/office/drawing/2014/main" id="{7ED89FD6-66F7-1726-2757-BEC3598A4CDA}"/>
              </a:ext>
            </a:extLst>
          </p:cNvPr>
          <p:cNvSpPr>
            <a:spLocks noGrp="1"/>
          </p:cNvSpPr>
          <p:nvPr>
            <p:ph type="title"/>
          </p:nvPr>
        </p:nvSpPr>
        <p:spPr>
          <a:xfrm>
            <a:off x="214184" y="13663"/>
            <a:ext cx="9728886" cy="678316"/>
          </a:xfrm>
        </p:spPr>
        <p:txBody>
          <a:bodyPr>
            <a:normAutofit/>
          </a:bodyPr>
          <a:lstStyle/>
          <a:p>
            <a:r>
              <a:rPr lang="en-US" dirty="0"/>
              <a:t>Panels (columns) 24</a:t>
            </a:r>
          </a:p>
        </p:txBody>
      </p:sp>
      <p:sp>
        <p:nvSpPr>
          <p:cNvPr id="26" name="Ellipse 9">
            <a:extLst>
              <a:ext uri="{FF2B5EF4-FFF2-40B4-BE49-F238E27FC236}">
                <a16:creationId xmlns:a16="http://schemas.microsoft.com/office/drawing/2014/main" id="{827328BD-DF69-263A-69C3-1D39ACBB21A8}"/>
              </a:ext>
            </a:extLst>
          </p:cNvPr>
          <p:cNvSpPr/>
          <p:nvPr/>
        </p:nvSpPr>
        <p:spPr>
          <a:xfrm>
            <a:off x="1701716" y="2510683"/>
            <a:ext cx="708471" cy="70847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24" name="Ellipse 21">
            <a:extLst>
              <a:ext uri="{FF2B5EF4-FFF2-40B4-BE49-F238E27FC236}">
                <a16:creationId xmlns:a16="http://schemas.microsoft.com/office/drawing/2014/main" id="{FDEAFE07-E673-22A3-7572-A9716EF83CC4}"/>
              </a:ext>
            </a:extLst>
          </p:cNvPr>
          <p:cNvSpPr/>
          <p:nvPr/>
        </p:nvSpPr>
        <p:spPr>
          <a:xfrm>
            <a:off x="4395082" y="2510683"/>
            <a:ext cx="708471" cy="70847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2" name="Ellipse 25">
            <a:extLst>
              <a:ext uri="{FF2B5EF4-FFF2-40B4-BE49-F238E27FC236}">
                <a16:creationId xmlns:a16="http://schemas.microsoft.com/office/drawing/2014/main" id="{69042009-514C-5DF9-4952-C106815E12C2}"/>
              </a:ext>
            </a:extLst>
          </p:cNvPr>
          <p:cNvSpPr/>
          <p:nvPr/>
        </p:nvSpPr>
        <p:spPr>
          <a:xfrm>
            <a:off x="7088448" y="2510683"/>
            <a:ext cx="708471" cy="70847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0" name="Ellipse 28">
            <a:extLst>
              <a:ext uri="{FF2B5EF4-FFF2-40B4-BE49-F238E27FC236}">
                <a16:creationId xmlns:a16="http://schemas.microsoft.com/office/drawing/2014/main" id="{C3E1EB63-0FBC-43B5-FFC8-AC62FA24163E}"/>
              </a:ext>
            </a:extLst>
          </p:cNvPr>
          <p:cNvSpPr/>
          <p:nvPr/>
        </p:nvSpPr>
        <p:spPr>
          <a:xfrm>
            <a:off x="9785146" y="2510683"/>
            <a:ext cx="708471" cy="70847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411353653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1AA929-B37C-74A3-5D4D-C6088CBB2642}"/>
              </a:ext>
            </a:extLst>
          </p:cNvPr>
          <p:cNvSpPr>
            <a:spLocks noGrp="1"/>
          </p:cNvSpPr>
          <p:nvPr>
            <p:ph type="title"/>
          </p:nvPr>
        </p:nvSpPr>
        <p:spPr>
          <a:xfrm>
            <a:off x="214184" y="13663"/>
            <a:ext cx="9728886" cy="678316"/>
          </a:xfrm>
        </p:spPr>
        <p:txBody>
          <a:bodyPr>
            <a:normAutofit/>
          </a:bodyPr>
          <a:lstStyle/>
          <a:p>
            <a:r>
              <a:rPr lang="en-US" dirty="0"/>
              <a:t>Diamonds 5</a:t>
            </a:r>
          </a:p>
        </p:txBody>
      </p:sp>
      <p:sp>
        <p:nvSpPr>
          <p:cNvPr id="3" name="Rectangle : coins arrondis 10">
            <a:extLst>
              <a:ext uri="{FF2B5EF4-FFF2-40B4-BE49-F238E27FC236}">
                <a16:creationId xmlns:a16="http://schemas.microsoft.com/office/drawing/2014/main" id="{D1EFD667-44CF-145D-4063-3222013E6A62}"/>
              </a:ext>
            </a:extLst>
          </p:cNvPr>
          <p:cNvSpPr/>
          <p:nvPr/>
        </p:nvSpPr>
        <p:spPr>
          <a:xfrm rot="10800000" flipV="1">
            <a:off x="5548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4" name="Rectangle : avec coins arrondis en haut 12">
            <a:extLst>
              <a:ext uri="{FF2B5EF4-FFF2-40B4-BE49-F238E27FC236}">
                <a16:creationId xmlns:a16="http://schemas.microsoft.com/office/drawing/2014/main" id="{35B68536-971C-5C63-8988-043E992AF9C1}"/>
              </a:ext>
            </a:extLst>
          </p:cNvPr>
          <p:cNvSpPr/>
          <p:nvPr/>
        </p:nvSpPr>
        <p:spPr>
          <a:xfrm rot="10800000" flipH="1" flipV="1">
            <a:off x="554869" y="3062809"/>
            <a:ext cx="2624066"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22">
            <a:extLst>
              <a:ext uri="{FF2B5EF4-FFF2-40B4-BE49-F238E27FC236}">
                <a16:creationId xmlns:a16="http://schemas.microsoft.com/office/drawing/2014/main" id="{D63A7EB9-0131-DB2E-E690-ACED89981AD7}"/>
              </a:ext>
            </a:extLst>
          </p:cNvPr>
          <p:cNvSpPr/>
          <p:nvPr/>
        </p:nvSpPr>
        <p:spPr>
          <a:xfrm rot="10800000" flipV="1">
            <a:off x="33742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6" name="Rectangle : avec coins arrondis en haut 23">
            <a:extLst>
              <a:ext uri="{FF2B5EF4-FFF2-40B4-BE49-F238E27FC236}">
                <a16:creationId xmlns:a16="http://schemas.microsoft.com/office/drawing/2014/main" id="{FD48C63C-165A-B80B-ECE6-F5F789EBAF63}"/>
              </a:ext>
            </a:extLst>
          </p:cNvPr>
          <p:cNvSpPr/>
          <p:nvPr/>
        </p:nvSpPr>
        <p:spPr>
          <a:xfrm rot="10800000" flipH="1" flipV="1">
            <a:off x="3374269" y="3062809"/>
            <a:ext cx="2624066"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1">
            <a:extLst>
              <a:ext uri="{FF2B5EF4-FFF2-40B4-BE49-F238E27FC236}">
                <a16:creationId xmlns:a16="http://schemas.microsoft.com/office/drawing/2014/main" id="{81039102-90C0-A26D-8D12-EE99DFF5BCC2}"/>
              </a:ext>
            </a:extLst>
          </p:cNvPr>
          <p:cNvSpPr/>
          <p:nvPr/>
        </p:nvSpPr>
        <p:spPr>
          <a:xfrm rot="10800000" flipV="1">
            <a:off x="61936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8" name="Rectangle : avec coins arrondis en haut 32">
            <a:extLst>
              <a:ext uri="{FF2B5EF4-FFF2-40B4-BE49-F238E27FC236}">
                <a16:creationId xmlns:a16="http://schemas.microsoft.com/office/drawing/2014/main" id="{7930C015-F1A4-9C02-2AA7-0C2B1CBAAEFE}"/>
              </a:ext>
            </a:extLst>
          </p:cNvPr>
          <p:cNvSpPr/>
          <p:nvPr/>
        </p:nvSpPr>
        <p:spPr>
          <a:xfrm rot="10800000" flipH="1" flipV="1">
            <a:off x="6193669" y="3062809"/>
            <a:ext cx="2624066"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 coins arrondis 40">
            <a:extLst>
              <a:ext uri="{FF2B5EF4-FFF2-40B4-BE49-F238E27FC236}">
                <a16:creationId xmlns:a16="http://schemas.microsoft.com/office/drawing/2014/main" id="{8A61C5A0-A1AC-59F9-59B5-226D63B87E64}"/>
              </a:ext>
            </a:extLst>
          </p:cNvPr>
          <p:cNvSpPr/>
          <p:nvPr/>
        </p:nvSpPr>
        <p:spPr>
          <a:xfrm rot="10800000" flipV="1">
            <a:off x="90130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0" name="Rectangle : avec coins arrondis en haut 41">
            <a:extLst>
              <a:ext uri="{FF2B5EF4-FFF2-40B4-BE49-F238E27FC236}">
                <a16:creationId xmlns:a16="http://schemas.microsoft.com/office/drawing/2014/main" id="{388AB8B6-A522-6FCE-0DB7-E02CFCC1D944}"/>
              </a:ext>
            </a:extLst>
          </p:cNvPr>
          <p:cNvSpPr/>
          <p:nvPr/>
        </p:nvSpPr>
        <p:spPr>
          <a:xfrm rot="10800000" flipH="1" flipV="1">
            <a:off x="9013069" y="3062809"/>
            <a:ext cx="2624066"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rganigramme : Décision 6 - 1">
            <a:extLst>
              <a:ext uri="{FF2B5EF4-FFF2-40B4-BE49-F238E27FC236}">
                <a16:creationId xmlns:a16="http://schemas.microsoft.com/office/drawing/2014/main" id="{C3D34FC9-373F-86A4-5E4F-70170624D6CF}"/>
              </a:ext>
            </a:extLst>
          </p:cNvPr>
          <p:cNvSpPr/>
          <p:nvPr/>
        </p:nvSpPr>
        <p:spPr>
          <a:xfrm>
            <a:off x="1374958" y="2624207"/>
            <a:ext cx="983879" cy="1232034"/>
          </a:xfrm>
          <a:prstGeom prst="flowChartDecision">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1</a:t>
            </a:r>
          </a:p>
        </p:txBody>
      </p:sp>
      <p:sp>
        <p:nvSpPr>
          <p:cNvPr id="23" name="Organigramme : Décision 6 - 2">
            <a:extLst>
              <a:ext uri="{FF2B5EF4-FFF2-40B4-BE49-F238E27FC236}">
                <a16:creationId xmlns:a16="http://schemas.microsoft.com/office/drawing/2014/main" id="{C241CEB8-E887-C381-8D4C-4759A5826D14}"/>
              </a:ext>
            </a:extLst>
          </p:cNvPr>
          <p:cNvSpPr/>
          <p:nvPr/>
        </p:nvSpPr>
        <p:spPr>
          <a:xfrm>
            <a:off x="4194360" y="2624207"/>
            <a:ext cx="983879" cy="1232034"/>
          </a:xfrm>
          <a:prstGeom prst="flowChartDecision">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2</a:t>
            </a:r>
          </a:p>
        </p:txBody>
      </p:sp>
      <p:sp>
        <p:nvSpPr>
          <p:cNvPr id="24" name="Organigramme : Décision 6">
            <a:extLst>
              <a:ext uri="{FF2B5EF4-FFF2-40B4-BE49-F238E27FC236}">
                <a16:creationId xmlns:a16="http://schemas.microsoft.com/office/drawing/2014/main" id="{4B07976A-0B62-1F08-39DB-383F3CE3EBC1}"/>
              </a:ext>
            </a:extLst>
          </p:cNvPr>
          <p:cNvSpPr/>
          <p:nvPr/>
        </p:nvSpPr>
        <p:spPr>
          <a:xfrm>
            <a:off x="7013762" y="2624207"/>
            <a:ext cx="983879" cy="1232034"/>
          </a:xfrm>
          <a:prstGeom prst="flowChartDecision">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3</a:t>
            </a:r>
          </a:p>
        </p:txBody>
      </p:sp>
      <p:sp>
        <p:nvSpPr>
          <p:cNvPr id="25" name="Organigramme : Décision 6 - 3">
            <a:extLst>
              <a:ext uri="{FF2B5EF4-FFF2-40B4-BE49-F238E27FC236}">
                <a16:creationId xmlns:a16="http://schemas.microsoft.com/office/drawing/2014/main" id="{C0FBEF6D-0920-787E-7BB3-472A6E68FC30}"/>
              </a:ext>
            </a:extLst>
          </p:cNvPr>
          <p:cNvSpPr/>
          <p:nvPr/>
        </p:nvSpPr>
        <p:spPr>
          <a:xfrm>
            <a:off x="9833163" y="2624207"/>
            <a:ext cx="983879" cy="1232034"/>
          </a:xfrm>
          <a:prstGeom prst="flowChartDecision">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4</a:t>
            </a:r>
          </a:p>
        </p:txBody>
      </p:sp>
    </p:spTree>
    <p:extLst>
      <p:ext uri="{BB962C8B-B14F-4D97-AF65-F5344CB8AC3E}">
        <p14:creationId xmlns:p14="http://schemas.microsoft.com/office/powerpoint/2010/main" val="167915610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Hexagons 06</a:t>
            </a:r>
          </a:p>
        </p:txBody>
      </p:sp>
      <p:sp>
        <p:nvSpPr>
          <p:cNvPr id="8" name="Freeform 7"/>
          <p:cNvSpPr>
            <a:spLocks noChangeAspect="1"/>
          </p:cNvSpPr>
          <p:nvPr/>
        </p:nvSpPr>
        <p:spPr>
          <a:xfrm rot="5400000">
            <a:off x="5022053" y="15186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Freeform 12"/>
          <p:cNvSpPr>
            <a:spLocks noChangeAspect="1"/>
          </p:cNvSpPr>
          <p:nvPr/>
        </p:nvSpPr>
        <p:spPr>
          <a:xfrm rot="5400000">
            <a:off x="5671552" y="2628456"/>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Freeform 13"/>
          <p:cNvSpPr>
            <a:spLocks noChangeAspect="1"/>
          </p:cNvSpPr>
          <p:nvPr/>
        </p:nvSpPr>
        <p:spPr>
          <a:xfrm rot="5400000">
            <a:off x="5025590" y="3754981"/>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Freeform 6"/>
          <p:cNvSpPr>
            <a:spLocks noChangeAspect="1"/>
          </p:cNvSpPr>
          <p:nvPr/>
        </p:nvSpPr>
        <p:spPr>
          <a:xfrm rot="5400000">
            <a:off x="5675089" y="48648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9" name="Forklift" descr="{&quot;Key&quot;:&quot;POWER_USER_SHAPE_ICON&quot;,&quot;Value&quot;:&quot;POWER_USER_SHAPE_ICON_STYLE_1&quot;}"/>
          <p:cNvGrpSpPr>
            <a:grpSpLocks noChangeAspect="1"/>
          </p:cNvGrpSpPr>
          <p:nvPr>
            <p:custDataLst>
              <p:tags r:id="rId2"/>
            </p:custDataLst>
          </p:nvPr>
        </p:nvGrpSpPr>
        <p:grpSpPr bwMode="auto">
          <a:xfrm>
            <a:off x="5459238" y="1896644"/>
            <a:ext cx="620486" cy="542925"/>
            <a:chOff x="8" y="8"/>
            <a:chExt cx="528" cy="462"/>
          </a:xfrm>
          <a:solidFill>
            <a:schemeClr val="lt1"/>
          </a:solidFill>
        </p:grpSpPr>
        <p:sp>
          <p:nvSpPr>
            <p:cNvPr id="20" name="Forklift"/>
            <p:cNvSpPr>
              <a:spLocks/>
            </p:cNvSpPr>
            <p:nvPr>
              <p:custDataLst>
                <p:tags r:id="rId9"/>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orklift"/>
            <p:cNvSpPr>
              <a:spLocks noEditPoints="1"/>
            </p:cNvSpPr>
            <p:nvPr>
              <p:custDataLst>
                <p:tags r:id="rId10"/>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Laurel_wreath3" descr="{&quot;Key&quot;:&quot;POWER_USER_SHAPE_ICON&quot;,&quot;Value&quot;:&quot;POWER_USER_SHAPE_ICON_STYLE_1&quot;}"/>
          <p:cNvGrpSpPr>
            <a:grpSpLocks noChangeAspect="1"/>
          </p:cNvGrpSpPr>
          <p:nvPr>
            <p:custDataLst>
              <p:tags r:id="rId3"/>
            </p:custDataLst>
          </p:nvPr>
        </p:nvGrpSpPr>
        <p:grpSpPr bwMode="auto">
          <a:xfrm>
            <a:off x="6103550" y="3006789"/>
            <a:ext cx="644312" cy="542925"/>
            <a:chOff x="6205" y="3197"/>
            <a:chExt cx="1468" cy="1237"/>
          </a:xfrm>
          <a:solidFill>
            <a:schemeClr val="lt1"/>
          </a:solidFill>
        </p:grpSpPr>
        <p:sp>
          <p:nvSpPr>
            <p:cNvPr id="23"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5" name="Magnifying_Glass2" descr="{&quot;Key&quot;:&quot;POWER_USER_SHAPE_ICON&quot;,&quot;Value&quot;:&quot;POWER_USER_SHAPE_ICON_STYLE_1&quot;}"/>
          <p:cNvSpPr>
            <a:spLocks noChangeAspect="1" noEditPoints="1"/>
          </p:cNvSpPr>
          <p:nvPr>
            <p:custDataLst>
              <p:tags r:id="rId4"/>
            </p:custDataLst>
          </p:nvPr>
        </p:nvSpPr>
        <p:spPr bwMode="auto">
          <a:xfrm>
            <a:off x="5506451" y="4133017"/>
            <a:ext cx="542925" cy="542925"/>
          </a:xfrm>
          <a:custGeom>
            <a:avLst/>
            <a:gdLst>
              <a:gd name="T0" fmla="*/ 634 w 896"/>
              <a:gd name="T1" fmla="*/ 514 h 896"/>
              <a:gd name="T2" fmla="*/ 623 w 896"/>
              <a:gd name="T3" fmla="*/ 503 h 896"/>
              <a:gd name="T4" fmla="*/ 619 w 896"/>
              <a:gd name="T5" fmla="*/ 500 h 896"/>
              <a:gd name="T6" fmla="*/ 665 w 896"/>
              <a:gd name="T7" fmla="*/ 332 h 896"/>
              <a:gd name="T8" fmla="*/ 332 w 896"/>
              <a:gd name="T9" fmla="*/ 0 h 896"/>
              <a:gd name="T10" fmla="*/ 0 w 896"/>
              <a:gd name="T11" fmla="*/ 332 h 896"/>
              <a:gd name="T12" fmla="*/ 332 w 896"/>
              <a:gd name="T13" fmla="*/ 665 h 896"/>
              <a:gd name="T14" fmla="*/ 499 w 896"/>
              <a:gd name="T15" fmla="*/ 620 h 896"/>
              <a:gd name="T16" fmla="*/ 502 w 896"/>
              <a:gd name="T17" fmla="*/ 624 h 896"/>
              <a:gd name="T18" fmla="*/ 514 w 896"/>
              <a:gd name="T19" fmla="*/ 635 h 896"/>
              <a:gd name="T20" fmla="*/ 583 w 896"/>
              <a:gd name="T21" fmla="*/ 584 h 896"/>
              <a:gd name="T22" fmla="*/ 634 w 896"/>
              <a:gd name="T23" fmla="*/ 514 h 896"/>
              <a:gd name="T24" fmla="*/ 332 w 896"/>
              <a:gd name="T25" fmla="*/ 564 h 896"/>
              <a:gd name="T26" fmla="*/ 100 w 896"/>
              <a:gd name="T27" fmla="*/ 332 h 896"/>
              <a:gd name="T28" fmla="*/ 332 w 896"/>
              <a:gd name="T29" fmla="*/ 100 h 896"/>
              <a:gd name="T30" fmla="*/ 564 w 896"/>
              <a:gd name="T31" fmla="*/ 332 h 896"/>
              <a:gd name="T32" fmla="*/ 332 w 896"/>
              <a:gd name="T33" fmla="*/ 564 h 896"/>
              <a:gd name="T34" fmla="*/ 860 w 896"/>
              <a:gd name="T35" fmla="*/ 740 h 896"/>
              <a:gd name="T36" fmla="*/ 657 w 896"/>
              <a:gd name="T37" fmla="*/ 537 h 896"/>
              <a:gd name="T38" fmla="*/ 604 w 896"/>
              <a:gd name="T39" fmla="*/ 606 h 896"/>
              <a:gd name="T40" fmla="*/ 537 w 896"/>
              <a:gd name="T41" fmla="*/ 658 h 896"/>
              <a:gd name="T42" fmla="*/ 739 w 896"/>
              <a:gd name="T43" fmla="*/ 860 h 896"/>
              <a:gd name="T44" fmla="*/ 798 w 896"/>
              <a:gd name="T45" fmla="*/ 798 h 896"/>
              <a:gd name="T46" fmla="*/ 860 w 896"/>
              <a:gd name="T47" fmla="*/ 740 h 896"/>
              <a:gd name="T48" fmla="*/ 881 w 896"/>
              <a:gd name="T49" fmla="*/ 769 h 896"/>
              <a:gd name="T50" fmla="*/ 828 w 896"/>
              <a:gd name="T51" fmla="*/ 831 h 896"/>
              <a:gd name="T52" fmla="*/ 769 w 896"/>
              <a:gd name="T53" fmla="*/ 882 h 896"/>
              <a:gd name="T54" fmla="*/ 864 w 896"/>
              <a:gd name="T55" fmla="*/ 865 h 896"/>
              <a:gd name="T56" fmla="*/ 881 w 896"/>
              <a:gd name="T57" fmla="*/ 769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96" h="896">
                <a:moveTo>
                  <a:pt x="634" y="514"/>
                </a:moveTo>
                <a:lnTo>
                  <a:pt x="623" y="503"/>
                </a:lnTo>
                <a:cubicBezTo>
                  <a:pt x="622" y="502"/>
                  <a:pt x="621" y="501"/>
                  <a:pt x="619" y="500"/>
                </a:cubicBezTo>
                <a:cubicBezTo>
                  <a:pt x="648" y="451"/>
                  <a:pt x="665" y="393"/>
                  <a:pt x="665" y="332"/>
                </a:cubicBezTo>
                <a:cubicBezTo>
                  <a:pt x="665" y="149"/>
                  <a:pt x="516" y="0"/>
                  <a:pt x="332" y="0"/>
                </a:cubicBezTo>
                <a:cubicBezTo>
                  <a:pt x="149" y="0"/>
                  <a:pt x="0" y="149"/>
                  <a:pt x="0" y="332"/>
                </a:cubicBezTo>
                <a:cubicBezTo>
                  <a:pt x="0" y="516"/>
                  <a:pt x="149" y="665"/>
                  <a:pt x="332" y="665"/>
                </a:cubicBezTo>
                <a:cubicBezTo>
                  <a:pt x="393" y="665"/>
                  <a:pt x="450" y="648"/>
                  <a:pt x="499" y="620"/>
                </a:cubicBezTo>
                <a:cubicBezTo>
                  <a:pt x="500" y="621"/>
                  <a:pt x="501" y="622"/>
                  <a:pt x="502" y="624"/>
                </a:cubicBezTo>
                <a:lnTo>
                  <a:pt x="514" y="635"/>
                </a:lnTo>
                <a:cubicBezTo>
                  <a:pt x="536" y="622"/>
                  <a:pt x="565" y="603"/>
                  <a:pt x="583" y="584"/>
                </a:cubicBezTo>
                <a:cubicBezTo>
                  <a:pt x="602" y="565"/>
                  <a:pt x="621" y="536"/>
                  <a:pt x="634" y="514"/>
                </a:cubicBezTo>
                <a:close/>
                <a:moveTo>
                  <a:pt x="332" y="564"/>
                </a:moveTo>
                <a:cubicBezTo>
                  <a:pt x="204" y="564"/>
                  <a:pt x="100" y="460"/>
                  <a:pt x="100" y="332"/>
                </a:cubicBezTo>
                <a:cubicBezTo>
                  <a:pt x="100" y="204"/>
                  <a:pt x="204" y="100"/>
                  <a:pt x="332" y="100"/>
                </a:cubicBezTo>
                <a:cubicBezTo>
                  <a:pt x="460" y="100"/>
                  <a:pt x="564" y="204"/>
                  <a:pt x="564" y="332"/>
                </a:cubicBezTo>
                <a:cubicBezTo>
                  <a:pt x="564" y="460"/>
                  <a:pt x="460" y="564"/>
                  <a:pt x="332" y="564"/>
                </a:cubicBezTo>
                <a:close/>
                <a:moveTo>
                  <a:pt x="860" y="740"/>
                </a:moveTo>
                <a:lnTo>
                  <a:pt x="657" y="537"/>
                </a:lnTo>
                <a:cubicBezTo>
                  <a:pt x="648" y="554"/>
                  <a:pt x="633" y="577"/>
                  <a:pt x="604" y="606"/>
                </a:cubicBezTo>
                <a:cubicBezTo>
                  <a:pt x="576" y="634"/>
                  <a:pt x="554" y="649"/>
                  <a:pt x="537" y="658"/>
                </a:cubicBezTo>
                <a:lnTo>
                  <a:pt x="739" y="860"/>
                </a:lnTo>
                <a:cubicBezTo>
                  <a:pt x="756" y="841"/>
                  <a:pt x="780" y="816"/>
                  <a:pt x="798" y="798"/>
                </a:cubicBezTo>
                <a:cubicBezTo>
                  <a:pt x="817" y="779"/>
                  <a:pt x="842" y="756"/>
                  <a:pt x="860" y="740"/>
                </a:cubicBezTo>
                <a:close/>
                <a:moveTo>
                  <a:pt x="881" y="769"/>
                </a:moveTo>
                <a:cubicBezTo>
                  <a:pt x="871" y="784"/>
                  <a:pt x="855" y="805"/>
                  <a:pt x="828" y="831"/>
                </a:cubicBezTo>
                <a:cubicBezTo>
                  <a:pt x="803" y="856"/>
                  <a:pt x="784" y="872"/>
                  <a:pt x="769" y="882"/>
                </a:cubicBezTo>
                <a:cubicBezTo>
                  <a:pt x="800" y="896"/>
                  <a:pt x="838" y="890"/>
                  <a:pt x="864" y="865"/>
                </a:cubicBezTo>
                <a:cubicBezTo>
                  <a:pt x="890" y="839"/>
                  <a:pt x="896" y="801"/>
                  <a:pt x="881" y="76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76" name="Main_Office" descr="{&quot;Key&quot;:&quot;POWER_USER_SHAPE_ICON&quot;,&quot;Value&quot;:&quot;POWER_USER_SHAPE_ICON_STYLE_1&quot;}"/>
          <p:cNvGrpSpPr>
            <a:grpSpLocks noChangeAspect="1"/>
          </p:cNvGrpSpPr>
          <p:nvPr>
            <p:custDataLst>
              <p:tags r:id="rId5"/>
            </p:custDataLst>
          </p:nvPr>
        </p:nvGrpSpPr>
        <p:grpSpPr bwMode="auto">
          <a:xfrm>
            <a:off x="6123165" y="5244714"/>
            <a:ext cx="629611" cy="542925"/>
            <a:chOff x="8" y="8"/>
            <a:chExt cx="552" cy="476"/>
          </a:xfrm>
          <a:solidFill>
            <a:schemeClr val="lt1"/>
          </a:solidFill>
        </p:grpSpPr>
        <p:sp>
          <p:nvSpPr>
            <p:cNvPr id="77" name="Main_Office"/>
            <p:cNvSpPr>
              <a:spLocks noEditPoints="1"/>
            </p:cNvSpPr>
            <p:nvPr>
              <p:custDataLst>
                <p:tags r:id="rId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Main_Office"/>
            <p:cNvSpPr>
              <a:spLocks noChangeArrowheads="1"/>
            </p:cNvSpPr>
            <p:nvPr>
              <p:custDataLst>
                <p:tags r:id="rId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Main_Office"/>
            <p:cNvSpPr>
              <a:spLocks/>
            </p:cNvSpPr>
            <p:nvPr>
              <p:custDataLst>
                <p:tags r:id="rId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Group 83"/>
          <p:cNvGrpSpPr/>
          <p:nvPr/>
        </p:nvGrpSpPr>
        <p:grpSpPr>
          <a:xfrm>
            <a:off x="7185229" y="3267088"/>
            <a:ext cx="1789652" cy="112331"/>
            <a:chOff x="7333979" y="3192220"/>
            <a:chExt cx="1789652" cy="112331"/>
          </a:xfrm>
          <a:solidFill>
            <a:srgbClr val="A6A6A6"/>
          </a:solidFill>
        </p:grpSpPr>
        <p:sp>
          <p:nvSpPr>
            <p:cNvPr id="81" name="Oval 80"/>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3" name="Straight Connector 82"/>
            <p:cNvCxnSpPr>
              <a:stCxn id="81"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7181905" y="5469135"/>
            <a:ext cx="1789652" cy="112331"/>
            <a:chOff x="7333979" y="3192220"/>
            <a:chExt cx="1789652" cy="112331"/>
          </a:xfrm>
          <a:solidFill>
            <a:srgbClr val="A6A6A6"/>
          </a:solidFill>
        </p:grpSpPr>
        <p:sp>
          <p:nvSpPr>
            <p:cNvPr id="86" name="Oval 85"/>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7" name="Straight Connector 86"/>
            <p:cNvCxnSpPr>
              <a:stCxn id="86"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8" name="Group 87"/>
          <p:cNvGrpSpPr/>
          <p:nvPr/>
        </p:nvGrpSpPr>
        <p:grpSpPr>
          <a:xfrm flipH="1">
            <a:off x="3266154" y="2138923"/>
            <a:ext cx="1789652" cy="112331"/>
            <a:chOff x="7333979" y="3192220"/>
            <a:chExt cx="1789652" cy="112331"/>
          </a:xfrm>
          <a:solidFill>
            <a:srgbClr val="A6A6A6"/>
          </a:solidFill>
        </p:grpSpPr>
        <p:sp>
          <p:nvSpPr>
            <p:cNvPr id="89" name="Oval 88"/>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0" name="Straight Connector 89"/>
            <p:cNvCxnSpPr>
              <a:stCxn id="89"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91" name="Group 90"/>
          <p:cNvGrpSpPr/>
          <p:nvPr/>
        </p:nvGrpSpPr>
        <p:grpSpPr>
          <a:xfrm flipH="1">
            <a:off x="3266154" y="4405876"/>
            <a:ext cx="1789652" cy="112331"/>
            <a:chOff x="7333979" y="3192220"/>
            <a:chExt cx="1789652" cy="112331"/>
          </a:xfrm>
          <a:solidFill>
            <a:srgbClr val="A6A6A6"/>
          </a:solidFill>
        </p:grpSpPr>
        <p:sp>
          <p:nvSpPr>
            <p:cNvPr id="92" name="Oval 91"/>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3" name="Straight Connector 92"/>
            <p:cNvCxnSpPr>
              <a:stCxn id="92"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94" name="TextBox 93"/>
          <p:cNvSpPr txBox="1"/>
          <p:nvPr/>
        </p:nvSpPr>
        <p:spPr>
          <a:xfrm>
            <a:off x="9087212" y="2628158"/>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5" name="TextBox 94"/>
          <p:cNvSpPr txBox="1"/>
          <p:nvPr/>
        </p:nvSpPr>
        <p:spPr>
          <a:xfrm>
            <a:off x="9087212" y="4997398"/>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6" name="TextBox 95"/>
          <p:cNvSpPr txBox="1"/>
          <p:nvPr/>
        </p:nvSpPr>
        <p:spPr>
          <a:xfrm>
            <a:off x="838200" y="1533369"/>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7" name="TextBox 96"/>
          <p:cNvSpPr txBox="1"/>
          <p:nvPr/>
        </p:nvSpPr>
        <p:spPr>
          <a:xfrm>
            <a:off x="838200" y="3800323"/>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261897737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Teardrop 65">
            <a:extLst>
              <a:ext uri="{FF2B5EF4-FFF2-40B4-BE49-F238E27FC236}">
                <a16:creationId xmlns:a16="http://schemas.microsoft.com/office/drawing/2014/main" id="{A42E53E0-D838-4554-A2E4-BB040F8BF712}"/>
              </a:ext>
            </a:extLst>
          </p:cNvPr>
          <p:cNvSpPr>
            <a:spLocks noChangeAspect="1"/>
          </p:cNvSpPr>
          <p:nvPr/>
        </p:nvSpPr>
        <p:spPr>
          <a:xfrm rot="10671716">
            <a:off x="6568169" y="1760909"/>
            <a:ext cx="1615937" cy="1615935"/>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7" name="Teardrop 66">
            <a:extLst>
              <a:ext uri="{FF2B5EF4-FFF2-40B4-BE49-F238E27FC236}">
                <a16:creationId xmlns:a16="http://schemas.microsoft.com/office/drawing/2014/main" id="{6AF9766F-5C99-438B-83DD-DE350C1D51F6}"/>
              </a:ext>
            </a:extLst>
          </p:cNvPr>
          <p:cNvSpPr>
            <a:spLocks noChangeAspect="1"/>
          </p:cNvSpPr>
          <p:nvPr/>
        </p:nvSpPr>
        <p:spPr>
          <a:xfrm rot="16088684">
            <a:off x="6658978" y="4409441"/>
            <a:ext cx="1610435" cy="1610433"/>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8" name="Teardrop 67">
            <a:extLst>
              <a:ext uri="{FF2B5EF4-FFF2-40B4-BE49-F238E27FC236}">
                <a16:creationId xmlns:a16="http://schemas.microsoft.com/office/drawing/2014/main" id="{984A077F-2624-405E-9F09-F996CEAAECA2}"/>
              </a:ext>
            </a:extLst>
          </p:cNvPr>
          <p:cNvSpPr>
            <a:spLocks noChangeAspect="1"/>
          </p:cNvSpPr>
          <p:nvPr/>
        </p:nvSpPr>
        <p:spPr>
          <a:xfrm rot="21489356">
            <a:off x="4012772" y="4493499"/>
            <a:ext cx="1619715" cy="1619713"/>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Teardrop 64">
            <a:extLst>
              <a:ext uri="{FF2B5EF4-FFF2-40B4-BE49-F238E27FC236}">
                <a16:creationId xmlns:a16="http://schemas.microsoft.com/office/drawing/2014/main" id="{FB947A1C-7EF4-4E46-8F18-CD706A48120C}"/>
              </a:ext>
            </a:extLst>
          </p:cNvPr>
          <p:cNvSpPr>
            <a:spLocks noChangeAspect="1"/>
          </p:cNvSpPr>
          <p:nvPr/>
        </p:nvSpPr>
        <p:spPr>
          <a:xfrm rot="5274340">
            <a:off x="3924113" y="1855608"/>
            <a:ext cx="1609689" cy="1609687"/>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4" name="Title 73">
            <a:extLst>
              <a:ext uri="{FF2B5EF4-FFF2-40B4-BE49-F238E27FC236}">
                <a16:creationId xmlns:a16="http://schemas.microsoft.com/office/drawing/2014/main" id="{C9D19A28-11C9-4FA8-B670-E8BAEEA60243}"/>
              </a:ext>
            </a:extLst>
          </p:cNvPr>
          <p:cNvSpPr>
            <a:spLocks noGrp="1"/>
          </p:cNvSpPr>
          <p:nvPr>
            <p:ph type="title"/>
          </p:nvPr>
        </p:nvSpPr>
        <p:spPr>
          <a:xfrm>
            <a:off x="214184" y="13663"/>
            <a:ext cx="9728886" cy="678316"/>
          </a:xfrm>
        </p:spPr>
        <p:txBody>
          <a:bodyPr>
            <a:normAutofit/>
          </a:bodyPr>
          <a:lstStyle/>
          <a:p>
            <a:r>
              <a:rPr lang="en-US" dirty="0"/>
              <a:t>Petals 1</a:t>
            </a:r>
          </a:p>
        </p:txBody>
      </p:sp>
      <p:grpSp>
        <p:nvGrpSpPr>
          <p:cNvPr id="76" name="Businessman7" descr="{&quot;Key&quot;:&quot;POWER_USER_SHAPE_ICON&quot;,&quot;Value&quot;:&quot;POWER_USER_SHAPE_ICON_STYLE_1&quot;}">
            <a:extLst>
              <a:ext uri="{FF2B5EF4-FFF2-40B4-BE49-F238E27FC236}">
                <a16:creationId xmlns:a16="http://schemas.microsoft.com/office/drawing/2014/main" id="{1591D320-D845-4B35-AD98-EE16B0B03C0C}"/>
              </a:ext>
            </a:extLst>
          </p:cNvPr>
          <p:cNvGrpSpPr>
            <a:grpSpLocks noChangeAspect="1"/>
          </p:cNvGrpSpPr>
          <p:nvPr/>
        </p:nvGrpSpPr>
        <p:grpSpPr>
          <a:xfrm>
            <a:off x="4383082" y="2259042"/>
            <a:ext cx="694616" cy="794897"/>
            <a:chOff x="3597276" y="2606676"/>
            <a:chExt cx="450850" cy="515938"/>
          </a:xfrm>
          <a:solidFill>
            <a:schemeClr val="accent1"/>
          </a:solidFill>
        </p:grpSpPr>
        <p:sp>
          <p:nvSpPr>
            <p:cNvPr id="77" name="Freeform 587">
              <a:extLst>
                <a:ext uri="{FF2B5EF4-FFF2-40B4-BE49-F238E27FC236}">
                  <a16:creationId xmlns:a16="http://schemas.microsoft.com/office/drawing/2014/main" id="{762D2FE6-75E4-41E2-82B1-ACF7408828FD}"/>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88">
              <a:extLst>
                <a:ext uri="{FF2B5EF4-FFF2-40B4-BE49-F238E27FC236}">
                  <a16:creationId xmlns:a16="http://schemas.microsoft.com/office/drawing/2014/main" id="{35CA272B-3077-4B64-A503-42CC2E01B6F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9">
              <a:extLst>
                <a:ext uri="{FF2B5EF4-FFF2-40B4-BE49-F238E27FC236}">
                  <a16:creationId xmlns:a16="http://schemas.microsoft.com/office/drawing/2014/main" id="{45EFA785-6DBE-4CE2-85FA-F4AFA790DEE4}"/>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90">
              <a:extLst>
                <a:ext uri="{FF2B5EF4-FFF2-40B4-BE49-F238E27FC236}">
                  <a16:creationId xmlns:a16="http://schemas.microsoft.com/office/drawing/2014/main" id="{BBD3DB9E-23A0-4954-9E16-B71553100F6B}"/>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591">
              <a:extLst>
                <a:ext uri="{FF2B5EF4-FFF2-40B4-BE49-F238E27FC236}">
                  <a16:creationId xmlns:a16="http://schemas.microsoft.com/office/drawing/2014/main" id="{E5425337-3B92-4DFA-B53F-056371FAC9D2}"/>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592">
              <a:extLst>
                <a:ext uri="{FF2B5EF4-FFF2-40B4-BE49-F238E27FC236}">
                  <a16:creationId xmlns:a16="http://schemas.microsoft.com/office/drawing/2014/main" id="{BB01584D-33C2-41CD-8603-63E5A2895FB2}"/>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593">
              <a:extLst>
                <a:ext uri="{FF2B5EF4-FFF2-40B4-BE49-F238E27FC236}">
                  <a16:creationId xmlns:a16="http://schemas.microsoft.com/office/drawing/2014/main" id="{316B32B8-FC03-4659-9DFC-DA6131DEC5FD}"/>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594">
              <a:extLst>
                <a:ext uri="{FF2B5EF4-FFF2-40B4-BE49-F238E27FC236}">
                  <a16:creationId xmlns:a16="http://schemas.microsoft.com/office/drawing/2014/main" id="{1C94DBCB-769B-4A44-B353-F23ABA073329}"/>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595">
              <a:extLst>
                <a:ext uri="{FF2B5EF4-FFF2-40B4-BE49-F238E27FC236}">
                  <a16:creationId xmlns:a16="http://schemas.microsoft.com/office/drawing/2014/main" id="{1684B9AC-9E81-4B0F-B184-56B7353ACFB8}"/>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596">
              <a:extLst>
                <a:ext uri="{FF2B5EF4-FFF2-40B4-BE49-F238E27FC236}">
                  <a16:creationId xmlns:a16="http://schemas.microsoft.com/office/drawing/2014/main" id="{8E5F1018-A548-49C1-B448-6AC75588A8AE}"/>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597">
              <a:extLst>
                <a:ext uri="{FF2B5EF4-FFF2-40B4-BE49-F238E27FC236}">
                  <a16:creationId xmlns:a16="http://schemas.microsoft.com/office/drawing/2014/main" id="{0DCA14D8-62F6-4D0A-8B4A-ABCE4648423A}"/>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598">
              <a:extLst>
                <a:ext uri="{FF2B5EF4-FFF2-40B4-BE49-F238E27FC236}">
                  <a16:creationId xmlns:a16="http://schemas.microsoft.com/office/drawing/2014/main" id="{7EF131F5-0860-4613-9770-9E4EF360C603}"/>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99">
              <a:extLst>
                <a:ext uri="{FF2B5EF4-FFF2-40B4-BE49-F238E27FC236}">
                  <a16:creationId xmlns:a16="http://schemas.microsoft.com/office/drawing/2014/main" id="{B4B0A633-E437-4F9A-BCB2-B963FE03BCE2}"/>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Rectangle 600">
              <a:extLst>
                <a:ext uri="{FF2B5EF4-FFF2-40B4-BE49-F238E27FC236}">
                  <a16:creationId xmlns:a16="http://schemas.microsoft.com/office/drawing/2014/main" id="{E0E9CB6B-6F61-4B3F-8992-25543A4F5B08}"/>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601">
              <a:extLst>
                <a:ext uri="{FF2B5EF4-FFF2-40B4-BE49-F238E27FC236}">
                  <a16:creationId xmlns:a16="http://schemas.microsoft.com/office/drawing/2014/main" id="{F7874419-5380-4FC4-B6D5-7D63DA92DCAF}"/>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2" name="Care11" descr="{&quot;Key&quot;:&quot;POWER_USER_SHAPE_ICON&quot;,&quot;Value&quot;:&quot;POWER_USER_SHAPE_ICON_STYLE_1&quot;}">
            <a:extLst>
              <a:ext uri="{FF2B5EF4-FFF2-40B4-BE49-F238E27FC236}">
                <a16:creationId xmlns:a16="http://schemas.microsoft.com/office/drawing/2014/main" id="{D5FD5EF7-F26C-4C58-843E-1703155A84FD}"/>
              </a:ext>
            </a:extLst>
          </p:cNvPr>
          <p:cNvGrpSpPr>
            <a:grpSpLocks noChangeAspect="1"/>
          </p:cNvGrpSpPr>
          <p:nvPr>
            <p:custDataLst>
              <p:tags r:id="rId1"/>
            </p:custDataLst>
          </p:nvPr>
        </p:nvGrpSpPr>
        <p:grpSpPr>
          <a:xfrm>
            <a:off x="6966635" y="2164449"/>
            <a:ext cx="806644" cy="794897"/>
            <a:chOff x="3140075" y="371476"/>
            <a:chExt cx="327026" cy="322263"/>
          </a:xfrm>
          <a:solidFill>
            <a:schemeClr val="accent2"/>
          </a:solidFill>
        </p:grpSpPr>
        <p:sp>
          <p:nvSpPr>
            <p:cNvPr id="93" name="Freeform 131">
              <a:extLst>
                <a:ext uri="{FF2B5EF4-FFF2-40B4-BE49-F238E27FC236}">
                  <a16:creationId xmlns:a16="http://schemas.microsoft.com/office/drawing/2014/main" id="{2867103A-8168-4CB0-8318-D6A26A3E259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32">
              <a:extLst>
                <a:ext uri="{FF2B5EF4-FFF2-40B4-BE49-F238E27FC236}">
                  <a16:creationId xmlns:a16="http://schemas.microsoft.com/office/drawing/2014/main" id="{FABE3FB2-9BD4-4ABA-93CF-4D20489FC568}"/>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33">
              <a:extLst>
                <a:ext uri="{FF2B5EF4-FFF2-40B4-BE49-F238E27FC236}">
                  <a16:creationId xmlns:a16="http://schemas.microsoft.com/office/drawing/2014/main" id="{73E69E04-E5F6-49C6-907D-BB60388963DF}"/>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34">
              <a:extLst>
                <a:ext uri="{FF2B5EF4-FFF2-40B4-BE49-F238E27FC236}">
                  <a16:creationId xmlns:a16="http://schemas.microsoft.com/office/drawing/2014/main" id="{1140F3F9-67FF-4467-B9C0-0C1881381022}"/>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35">
              <a:extLst>
                <a:ext uri="{FF2B5EF4-FFF2-40B4-BE49-F238E27FC236}">
                  <a16:creationId xmlns:a16="http://schemas.microsoft.com/office/drawing/2014/main" id="{FD456730-7412-44A7-B0E8-07D7D5A8838B}"/>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36">
              <a:extLst>
                <a:ext uri="{FF2B5EF4-FFF2-40B4-BE49-F238E27FC236}">
                  <a16:creationId xmlns:a16="http://schemas.microsoft.com/office/drawing/2014/main" id="{6BA7C868-3907-4E6D-8058-BC6F37649828}"/>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37">
              <a:extLst>
                <a:ext uri="{FF2B5EF4-FFF2-40B4-BE49-F238E27FC236}">
                  <a16:creationId xmlns:a16="http://schemas.microsoft.com/office/drawing/2014/main" id="{D5DF6284-F209-46F3-8E71-50E0E165D446}"/>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38">
              <a:extLst>
                <a:ext uri="{FF2B5EF4-FFF2-40B4-BE49-F238E27FC236}">
                  <a16:creationId xmlns:a16="http://schemas.microsoft.com/office/drawing/2014/main" id="{1221D0E9-4A0C-4623-AADD-9EED37945683}"/>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39">
              <a:extLst>
                <a:ext uri="{FF2B5EF4-FFF2-40B4-BE49-F238E27FC236}">
                  <a16:creationId xmlns:a16="http://schemas.microsoft.com/office/drawing/2014/main" id="{71A14F8A-CE07-46B3-ABB0-0EE4F30A81D6}"/>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2" name="Energy_efficiency" descr="{&quot;Key&quot;:&quot;POWER_USER_SHAPE_ICON&quot;,&quot;Value&quot;:&quot;POWER_USER_SHAPE_ICON_STYLE_1&quot;}">
            <a:extLst>
              <a:ext uri="{FF2B5EF4-FFF2-40B4-BE49-F238E27FC236}">
                <a16:creationId xmlns:a16="http://schemas.microsoft.com/office/drawing/2014/main" id="{A0A944FA-9371-4CE3-B325-184FDC9D59C3}"/>
              </a:ext>
            </a:extLst>
          </p:cNvPr>
          <p:cNvGrpSpPr>
            <a:grpSpLocks noChangeAspect="1"/>
          </p:cNvGrpSpPr>
          <p:nvPr/>
        </p:nvGrpSpPr>
        <p:grpSpPr>
          <a:xfrm>
            <a:off x="6965482" y="4786123"/>
            <a:ext cx="910679" cy="722634"/>
            <a:chOff x="6280150" y="2770188"/>
            <a:chExt cx="538163" cy="427038"/>
          </a:xfrm>
          <a:solidFill>
            <a:schemeClr val="accent3"/>
          </a:solidFill>
        </p:grpSpPr>
        <p:sp>
          <p:nvSpPr>
            <p:cNvPr id="103" name="Freeform 1435">
              <a:extLst>
                <a:ext uri="{FF2B5EF4-FFF2-40B4-BE49-F238E27FC236}">
                  <a16:creationId xmlns:a16="http://schemas.microsoft.com/office/drawing/2014/main" id="{87486937-F6C9-45F3-B603-23D535940F35}"/>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36">
              <a:extLst>
                <a:ext uri="{FF2B5EF4-FFF2-40B4-BE49-F238E27FC236}">
                  <a16:creationId xmlns:a16="http://schemas.microsoft.com/office/drawing/2014/main" id="{A2055AFF-C76C-4DA8-A422-A513D7FE7F1A}"/>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7">
              <a:extLst>
                <a:ext uri="{FF2B5EF4-FFF2-40B4-BE49-F238E27FC236}">
                  <a16:creationId xmlns:a16="http://schemas.microsoft.com/office/drawing/2014/main" id="{019A7636-F91B-4EF2-9CD2-FCFF100DD6B5}"/>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8">
              <a:extLst>
                <a:ext uri="{FF2B5EF4-FFF2-40B4-BE49-F238E27FC236}">
                  <a16:creationId xmlns:a16="http://schemas.microsoft.com/office/drawing/2014/main" id="{9FFAD756-2C1F-48DA-A605-EB5FEA4E067C}"/>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9">
              <a:extLst>
                <a:ext uri="{FF2B5EF4-FFF2-40B4-BE49-F238E27FC236}">
                  <a16:creationId xmlns:a16="http://schemas.microsoft.com/office/drawing/2014/main" id="{20293381-174E-4ECA-9C24-943F3A00FDD6}"/>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40">
              <a:extLst>
                <a:ext uri="{FF2B5EF4-FFF2-40B4-BE49-F238E27FC236}">
                  <a16:creationId xmlns:a16="http://schemas.microsoft.com/office/drawing/2014/main" id="{82CE0580-1B34-4336-9340-BE1AD0371371}"/>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41">
              <a:extLst>
                <a:ext uri="{FF2B5EF4-FFF2-40B4-BE49-F238E27FC236}">
                  <a16:creationId xmlns:a16="http://schemas.microsoft.com/office/drawing/2014/main" id="{146016FA-B53F-441B-87D3-BD0D2496929D}"/>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2">
              <a:extLst>
                <a:ext uri="{FF2B5EF4-FFF2-40B4-BE49-F238E27FC236}">
                  <a16:creationId xmlns:a16="http://schemas.microsoft.com/office/drawing/2014/main" id="{64DAE873-9410-4D6C-8647-1AB9CFB14DC8}"/>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43">
              <a:extLst>
                <a:ext uri="{FF2B5EF4-FFF2-40B4-BE49-F238E27FC236}">
                  <a16:creationId xmlns:a16="http://schemas.microsoft.com/office/drawing/2014/main" id="{DEED3A6D-C5B3-4BA6-8052-F72A673D2742}"/>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44">
              <a:extLst>
                <a:ext uri="{FF2B5EF4-FFF2-40B4-BE49-F238E27FC236}">
                  <a16:creationId xmlns:a16="http://schemas.microsoft.com/office/drawing/2014/main" id="{4B7824F3-4E22-4E43-A37A-3DDDE5D3A7E3}"/>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45">
              <a:extLst>
                <a:ext uri="{FF2B5EF4-FFF2-40B4-BE49-F238E27FC236}">
                  <a16:creationId xmlns:a16="http://schemas.microsoft.com/office/drawing/2014/main" id="{1CB34663-7A86-46B9-9C11-606B9CAA9A4C}"/>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46">
              <a:extLst>
                <a:ext uri="{FF2B5EF4-FFF2-40B4-BE49-F238E27FC236}">
                  <a16:creationId xmlns:a16="http://schemas.microsoft.com/office/drawing/2014/main" id="{EED61DA0-8769-4DC9-9ED3-A1C295BD8F6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7">
              <a:extLst>
                <a:ext uri="{FF2B5EF4-FFF2-40B4-BE49-F238E27FC236}">
                  <a16:creationId xmlns:a16="http://schemas.microsoft.com/office/drawing/2014/main" id="{7784E5BA-6DC4-41FF-A300-FE79A510B59F}"/>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8">
              <a:extLst>
                <a:ext uri="{FF2B5EF4-FFF2-40B4-BE49-F238E27FC236}">
                  <a16:creationId xmlns:a16="http://schemas.microsoft.com/office/drawing/2014/main" id="{BE8BA0D6-938B-4DAF-B646-6237CD0E7554}"/>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9">
              <a:extLst>
                <a:ext uri="{FF2B5EF4-FFF2-40B4-BE49-F238E27FC236}">
                  <a16:creationId xmlns:a16="http://schemas.microsoft.com/office/drawing/2014/main" id="{C3DA1008-FAF9-4616-BCC9-B977D963367D}"/>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50">
              <a:extLst>
                <a:ext uri="{FF2B5EF4-FFF2-40B4-BE49-F238E27FC236}">
                  <a16:creationId xmlns:a16="http://schemas.microsoft.com/office/drawing/2014/main" id="{6CA84BC1-B9AB-4A0F-A68D-3526DAD3EB75}"/>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Fighter_jet4" descr="{&quot;Key&quot;:&quot;POWER_USER_SHAPE_ICON&quot;,&quot;Value&quot;:&quot;POWER_USER_SHAPE_ICON_STYLE_1&quot;}">
            <a:extLst>
              <a:ext uri="{FF2B5EF4-FFF2-40B4-BE49-F238E27FC236}">
                <a16:creationId xmlns:a16="http://schemas.microsoft.com/office/drawing/2014/main" id="{2307AD96-55D7-4832-A457-0EF09B8594FF}"/>
              </a:ext>
            </a:extLst>
          </p:cNvPr>
          <p:cNvGrpSpPr>
            <a:grpSpLocks noChangeAspect="1"/>
          </p:cNvGrpSpPr>
          <p:nvPr/>
        </p:nvGrpSpPr>
        <p:grpSpPr>
          <a:xfrm>
            <a:off x="4383461" y="4906681"/>
            <a:ext cx="828366" cy="828366"/>
            <a:chOff x="3908425" y="263525"/>
            <a:chExt cx="447676" cy="447676"/>
          </a:xfrm>
        </p:grpSpPr>
        <p:sp>
          <p:nvSpPr>
            <p:cNvPr id="120" name="Freeform 17">
              <a:extLst>
                <a:ext uri="{FF2B5EF4-FFF2-40B4-BE49-F238E27FC236}">
                  <a16:creationId xmlns:a16="http://schemas.microsoft.com/office/drawing/2014/main" id="{1B2C913E-7413-4E90-804B-7C6B8D3FD751}"/>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
              <a:extLst>
                <a:ext uri="{FF2B5EF4-FFF2-40B4-BE49-F238E27FC236}">
                  <a16:creationId xmlns:a16="http://schemas.microsoft.com/office/drawing/2014/main" id="{E303EA64-0BAF-4661-BBDA-FC826DA458F8}"/>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9">
              <a:extLst>
                <a:ext uri="{FF2B5EF4-FFF2-40B4-BE49-F238E27FC236}">
                  <a16:creationId xmlns:a16="http://schemas.microsoft.com/office/drawing/2014/main" id="{8901C9AC-7B77-4FBC-ABDF-61F1502113E2}"/>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20">
              <a:extLst>
                <a:ext uri="{FF2B5EF4-FFF2-40B4-BE49-F238E27FC236}">
                  <a16:creationId xmlns:a16="http://schemas.microsoft.com/office/drawing/2014/main" id="{B0A1A165-56C5-470E-93E7-3AB72BBEB917}"/>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1">
              <a:extLst>
                <a:ext uri="{FF2B5EF4-FFF2-40B4-BE49-F238E27FC236}">
                  <a16:creationId xmlns:a16="http://schemas.microsoft.com/office/drawing/2014/main" id="{656BFD7B-0184-41E6-A7E9-C7527061DC2C}"/>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Line 22">
              <a:extLst>
                <a:ext uri="{FF2B5EF4-FFF2-40B4-BE49-F238E27FC236}">
                  <a16:creationId xmlns:a16="http://schemas.microsoft.com/office/drawing/2014/main" id="{2661BAD1-1983-487B-83DB-5E665B3E2B1D}"/>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Line 23">
              <a:extLst>
                <a:ext uri="{FF2B5EF4-FFF2-40B4-BE49-F238E27FC236}">
                  <a16:creationId xmlns:a16="http://schemas.microsoft.com/office/drawing/2014/main" id="{38905F5E-A085-4B6D-9E20-7F82BF399195}"/>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24">
              <a:extLst>
                <a:ext uri="{FF2B5EF4-FFF2-40B4-BE49-F238E27FC236}">
                  <a16:creationId xmlns:a16="http://schemas.microsoft.com/office/drawing/2014/main" id="{5AB57AED-E4A4-4EED-A562-CFFD4B5982CB}"/>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25">
              <a:extLst>
                <a:ext uri="{FF2B5EF4-FFF2-40B4-BE49-F238E27FC236}">
                  <a16:creationId xmlns:a16="http://schemas.microsoft.com/office/drawing/2014/main" id="{0EADDA02-7EC7-49B0-99EC-8728157CCC53}"/>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
              <a:extLst>
                <a:ext uri="{FF2B5EF4-FFF2-40B4-BE49-F238E27FC236}">
                  <a16:creationId xmlns:a16="http://schemas.microsoft.com/office/drawing/2014/main" id="{71029620-3D5E-407A-9FAF-6D902D449E6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7">
              <a:extLst>
                <a:ext uri="{FF2B5EF4-FFF2-40B4-BE49-F238E27FC236}">
                  <a16:creationId xmlns:a16="http://schemas.microsoft.com/office/drawing/2014/main" id="{5BC237FE-CAF1-4B0B-9337-333024628280}"/>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28">
              <a:extLst>
                <a:ext uri="{FF2B5EF4-FFF2-40B4-BE49-F238E27FC236}">
                  <a16:creationId xmlns:a16="http://schemas.microsoft.com/office/drawing/2014/main" id="{1A14B343-B670-4FD9-A66B-3A5D563BB10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29">
              <a:extLst>
                <a:ext uri="{FF2B5EF4-FFF2-40B4-BE49-F238E27FC236}">
                  <a16:creationId xmlns:a16="http://schemas.microsoft.com/office/drawing/2014/main" id="{19C1EE78-A6DE-435B-88DA-3856BA0AD172}"/>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0">
              <a:extLst>
                <a:ext uri="{FF2B5EF4-FFF2-40B4-BE49-F238E27FC236}">
                  <a16:creationId xmlns:a16="http://schemas.microsoft.com/office/drawing/2014/main" id="{BB7429BF-4CD1-4941-93ED-6AEFA9BEA11F}"/>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Line 31">
              <a:extLst>
                <a:ext uri="{FF2B5EF4-FFF2-40B4-BE49-F238E27FC236}">
                  <a16:creationId xmlns:a16="http://schemas.microsoft.com/office/drawing/2014/main" id="{CEBD8F5D-0DE7-47CC-945F-86CAF0F75B8E}"/>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
              <a:extLst>
                <a:ext uri="{FF2B5EF4-FFF2-40B4-BE49-F238E27FC236}">
                  <a16:creationId xmlns:a16="http://schemas.microsoft.com/office/drawing/2014/main" id="{4CDEF2EA-F83A-4992-BE2E-BAB81A8F0B7F}"/>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Line 33">
              <a:extLst>
                <a:ext uri="{FF2B5EF4-FFF2-40B4-BE49-F238E27FC236}">
                  <a16:creationId xmlns:a16="http://schemas.microsoft.com/office/drawing/2014/main" id="{C689F6FD-93DB-4C47-96C9-C0407960CC2D}"/>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Line 34">
              <a:extLst>
                <a:ext uri="{FF2B5EF4-FFF2-40B4-BE49-F238E27FC236}">
                  <a16:creationId xmlns:a16="http://schemas.microsoft.com/office/drawing/2014/main" id="{EABA078E-D09A-41AC-90E0-A1A793547BB7}"/>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5" name="TextBox 74">
            <a:extLst>
              <a:ext uri="{FF2B5EF4-FFF2-40B4-BE49-F238E27FC236}">
                <a16:creationId xmlns:a16="http://schemas.microsoft.com/office/drawing/2014/main" id="{0B0E41B9-1E32-19CF-B055-2CEA41288B2B}"/>
              </a:ext>
            </a:extLst>
          </p:cNvPr>
          <p:cNvSpPr txBox="1"/>
          <p:nvPr/>
        </p:nvSpPr>
        <p:spPr>
          <a:xfrm>
            <a:off x="838200" y="1602754"/>
            <a:ext cx="3049201" cy="1111211"/>
          </a:xfrm>
          <a:prstGeom prst="rect">
            <a:avLst/>
          </a:prstGeom>
          <a:noFill/>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141" name="TextBox 140">
            <a:extLst>
              <a:ext uri="{FF2B5EF4-FFF2-40B4-BE49-F238E27FC236}">
                <a16:creationId xmlns:a16="http://schemas.microsoft.com/office/drawing/2014/main" id="{1B8E8AE6-97FE-8F31-EDA4-E4E05F6F3E49}"/>
              </a:ext>
            </a:extLst>
          </p:cNvPr>
          <p:cNvSpPr txBox="1"/>
          <p:nvPr/>
        </p:nvSpPr>
        <p:spPr>
          <a:xfrm>
            <a:off x="838200"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139" name="TextBox 138">
            <a:extLst>
              <a:ext uri="{FF2B5EF4-FFF2-40B4-BE49-F238E27FC236}">
                <a16:creationId xmlns:a16="http://schemas.microsoft.com/office/drawing/2014/main" id="{B76C8F07-185E-7EBF-40D5-7C986EA8CADF}"/>
              </a:ext>
            </a:extLst>
          </p:cNvPr>
          <p:cNvSpPr txBox="1"/>
          <p:nvPr/>
        </p:nvSpPr>
        <p:spPr>
          <a:xfrm>
            <a:off x="8304599" y="1496640"/>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solidFill>
                  <a:sysClr val="windowText" lastClr="000000"/>
                </a:solidFill>
              </a:rPr>
              <a:t>.</a:t>
            </a:r>
          </a:p>
        </p:txBody>
      </p:sp>
      <p:sp>
        <p:nvSpPr>
          <p:cNvPr id="140" name="TextBox 139">
            <a:extLst>
              <a:ext uri="{FF2B5EF4-FFF2-40B4-BE49-F238E27FC236}">
                <a16:creationId xmlns:a16="http://schemas.microsoft.com/office/drawing/2014/main" id="{E492DA6A-F54E-4930-6DEA-0E910B2E86D3}"/>
              </a:ext>
            </a:extLst>
          </p:cNvPr>
          <p:cNvSpPr txBox="1"/>
          <p:nvPr/>
        </p:nvSpPr>
        <p:spPr>
          <a:xfrm>
            <a:off x="8304599"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extLst>
      <p:ext uri="{BB962C8B-B14F-4D97-AF65-F5344CB8AC3E}">
        <p14:creationId xmlns:p14="http://schemas.microsoft.com/office/powerpoint/2010/main" val="401204244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a:xfrm>
            <a:off x="214184" y="13663"/>
            <a:ext cx="9728886" cy="678316"/>
          </a:xfrm>
        </p:spPr>
        <p:txBody>
          <a:bodyPr>
            <a:normAutofit/>
          </a:bodyPr>
          <a:lstStyle/>
          <a:p>
            <a:r>
              <a:rPr lang="en-US" dirty="0"/>
              <a:t>Diamond</a:t>
            </a:r>
          </a:p>
        </p:txBody>
      </p:sp>
      <p:grpSp>
        <p:nvGrpSpPr>
          <p:cNvPr id="15" name="Group 14"/>
          <p:cNvGrpSpPr>
            <a:grpSpLocks noChangeAspect="1"/>
          </p:cNvGrpSpPr>
          <p:nvPr/>
        </p:nvGrpSpPr>
        <p:grpSpPr>
          <a:xfrm>
            <a:off x="3950558" y="2251812"/>
            <a:ext cx="4290884" cy="3239830"/>
            <a:chOff x="3722439" y="2254407"/>
            <a:chExt cx="4719972" cy="3563813"/>
          </a:xfrm>
        </p:grpSpPr>
        <p:grpSp>
          <p:nvGrpSpPr>
            <p:cNvPr id="4" name="Group 3"/>
            <p:cNvGrpSpPr>
              <a:grpSpLocks noChangeAspect="1"/>
            </p:cNvGrpSpPr>
            <p:nvPr/>
          </p:nvGrpSpPr>
          <p:grpSpPr>
            <a:xfrm rot="2700000">
              <a:off x="4286939" y="2254407"/>
              <a:ext cx="3563813" cy="3563813"/>
              <a:chOff x="2943909" y="2563663"/>
              <a:chExt cx="2945300" cy="2945300"/>
            </a:xfrm>
            <a:effectLst/>
          </p:grpSpPr>
          <p:sp>
            <p:nvSpPr>
              <p:cNvPr id="10" name="Rectangle 9"/>
              <p:cNvSpPr>
                <a:spLocks noChangeAspect="1"/>
              </p:cNvSpPr>
              <p:nvPr/>
            </p:nvSpPr>
            <p:spPr>
              <a:xfrm>
                <a:off x="2943909" y="2563663"/>
                <a:ext cx="1472650" cy="1472650"/>
              </a:xfrm>
              <a:prstGeom prst="rect">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ectangle 10"/>
              <p:cNvSpPr>
                <a:spLocks noChangeAspect="1"/>
              </p:cNvSpPr>
              <p:nvPr/>
            </p:nvSpPr>
            <p:spPr>
              <a:xfrm>
                <a:off x="4416559" y="2563663"/>
                <a:ext cx="1472650" cy="1472650"/>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Rectangle 11"/>
              <p:cNvSpPr>
                <a:spLocks noChangeAspect="1"/>
              </p:cNvSpPr>
              <p:nvPr/>
            </p:nvSpPr>
            <p:spPr>
              <a:xfrm>
                <a:off x="2943909" y="4036313"/>
                <a:ext cx="1472650" cy="1472650"/>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ectangle 12"/>
              <p:cNvSpPr>
                <a:spLocks noChangeAspect="1"/>
              </p:cNvSpPr>
              <p:nvPr/>
            </p:nvSpPr>
            <p:spPr>
              <a:xfrm>
                <a:off x="4416559" y="4036313"/>
                <a:ext cx="1472650" cy="1472650"/>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a:spLocks noChangeAspect="1"/>
              </p:cNvSpPr>
              <p:nvPr/>
            </p:nvSpPr>
            <p:spPr>
              <a:xfrm>
                <a:off x="3680234" y="3299988"/>
                <a:ext cx="1472650" cy="1472650"/>
              </a:xfrm>
              <a:prstGeom prst="rect">
                <a:avLst/>
              </a:prstGeom>
              <a:solidFill>
                <a:schemeClr val="l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5" name="TextBox 4"/>
            <p:cNvSpPr txBox="1"/>
            <p:nvPr/>
          </p:nvSpPr>
          <p:spPr>
            <a:xfrm>
              <a:off x="5078579" y="3851646"/>
              <a:ext cx="1980543" cy="406265"/>
            </a:xfrm>
            <a:prstGeom prst="rect">
              <a:avLst/>
            </a:prstGeom>
            <a:noFill/>
          </p:spPr>
          <p:txBody>
            <a:bodyPr wrap="none" rtlCol="0">
              <a:spAutoFit/>
            </a:bodyPr>
            <a:lstStyle/>
            <a:p>
              <a:pPr algn="ctr"/>
              <a:r>
                <a:rPr lang="en-US" dirty="0"/>
                <a:t>LOREM IPSUM</a:t>
              </a:r>
            </a:p>
          </p:txBody>
        </p:sp>
        <p:sp>
          <p:nvSpPr>
            <p:cNvPr id="6" name="TextBox 5"/>
            <p:cNvSpPr txBox="1"/>
            <p:nvPr/>
          </p:nvSpPr>
          <p:spPr>
            <a:xfrm>
              <a:off x="4937515" y="2406983"/>
              <a:ext cx="2262670" cy="406265"/>
            </a:xfrm>
            <a:prstGeom prst="rect">
              <a:avLst/>
            </a:prstGeom>
            <a:noFill/>
          </p:spPr>
          <p:txBody>
            <a:bodyPr wrap="none" rtlCol="0">
              <a:spAutoFit/>
            </a:bodyPr>
            <a:lstStyle/>
            <a:p>
              <a:pPr algn="ctr"/>
              <a:r>
                <a:rPr lang="en-US" dirty="0">
                  <a:solidFill>
                    <a:schemeClr val="lt1"/>
                  </a:solidFill>
                </a:rPr>
                <a:t>1. LOREM IPSUM</a:t>
              </a:r>
            </a:p>
          </p:txBody>
        </p:sp>
        <p:sp>
          <p:nvSpPr>
            <p:cNvPr id="7" name="TextBox 6"/>
            <p:cNvSpPr txBox="1"/>
            <p:nvPr/>
          </p:nvSpPr>
          <p:spPr>
            <a:xfrm>
              <a:off x="4937519" y="5296311"/>
              <a:ext cx="2262670" cy="406265"/>
            </a:xfrm>
            <a:prstGeom prst="rect">
              <a:avLst/>
            </a:prstGeom>
            <a:noFill/>
          </p:spPr>
          <p:txBody>
            <a:bodyPr wrap="none" rtlCol="0">
              <a:spAutoFit/>
            </a:bodyPr>
            <a:lstStyle/>
            <a:p>
              <a:pPr algn="ctr"/>
              <a:r>
                <a:rPr lang="en-US" dirty="0">
                  <a:solidFill>
                    <a:schemeClr val="lt1"/>
                  </a:solidFill>
                </a:rPr>
                <a:t>3. LOREM IPSUM</a:t>
              </a:r>
            </a:p>
          </p:txBody>
        </p:sp>
        <p:sp>
          <p:nvSpPr>
            <p:cNvPr id="8" name="TextBox 7"/>
            <p:cNvSpPr txBox="1"/>
            <p:nvPr/>
          </p:nvSpPr>
          <p:spPr>
            <a:xfrm>
              <a:off x="3722439" y="3531185"/>
              <a:ext cx="1159847" cy="1015663"/>
            </a:xfrm>
            <a:prstGeom prst="rect">
              <a:avLst/>
            </a:prstGeom>
            <a:noFill/>
          </p:spPr>
          <p:txBody>
            <a:bodyPr wrap="square" rtlCol="0" anchor="ctr">
              <a:spAutoFit/>
            </a:bodyPr>
            <a:lstStyle/>
            <a:p>
              <a:pPr algn="ctr"/>
              <a:r>
                <a:rPr lang="en-US" dirty="0">
                  <a:solidFill>
                    <a:schemeClr val="lt1"/>
                  </a:solidFill>
                </a:rPr>
                <a:t>4. LOREM IPSUM</a:t>
              </a:r>
            </a:p>
          </p:txBody>
        </p:sp>
        <p:sp>
          <p:nvSpPr>
            <p:cNvPr id="9" name="TextBox 8"/>
            <p:cNvSpPr txBox="1"/>
            <p:nvPr/>
          </p:nvSpPr>
          <p:spPr>
            <a:xfrm>
              <a:off x="7282564" y="3531185"/>
              <a:ext cx="1159847" cy="1015663"/>
            </a:xfrm>
            <a:prstGeom prst="rect">
              <a:avLst/>
            </a:prstGeom>
            <a:noFill/>
          </p:spPr>
          <p:txBody>
            <a:bodyPr wrap="square" rtlCol="0" anchor="ctr">
              <a:spAutoFit/>
            </a:bodyPr>
            <a:lstStyle/>
            <a:p>
              <a:pPr algn="ctr"/>
              <a:r>
                <a:rPr lang="en-US" dirty="0">
                  <a:solidFill>
                    <a:schemeClr val="lt1"/>
                  </a:solidFill>
                </a:rPr>
                <a:t>2. LOREM IPSUM</a:t>
              </a:r>
            </a:p>
          </p:txBody>
        </p:sp>
      </p:grpSp>
      <p:sp>
        <p:nvSpPr>
          <p:cNvPr id="16" name="Rectangle 15"/>
          <p:cNvSpPr/>
          <p:nvPr/>
        </p:nvSpPr>
        <p:spPr>
          <a:xfrm>
            <a:off x="576108" y="1600063"/>
            <a:ext cx="3923463" cy="1323439"/>
          </a:xfrm>
          <a:prstGeom prst="rect">
            <a:avLst/>
          </a:prstGeom>
        </p:spPr>
        <p:txBody>
          <a:bodyPr wrap="square">
            <a:spAutoFit/>
          </a:bodyPr>
          <a:lstStyle/>
          <a:p>
            <a:r>
              <a:rPr lang="en-US" sz="1600" b="1" kern="0" dirty="0">
                <a:solidFill>
                  <a:schemeClr val="accent1"/>
                </a:solidFill>
              </a:rPr>
              <a:t>1.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7" name="Rectangle 16"/>
          <p:cNvSpPr/>
          <p:nvPr/>
        </p:nvSpPr>
        <p:spPr>
          <a:xfrm>
            <a:off x="7692429" y="1600063"/>
            <a:ext cx="3923463" cy="1323439"/>
          </a:xfrm>
          <a:prstGeom prst="rect">
            <a:avLst/>
          </a:prstGeom>
        </p:spPr>
        <p:txBody>
          <a:bodyPr wrap="square">
            <a:spAutoFit/>
          </a:bodyPr>
          <a:lstStyle/>
          <a:p>
            <a:r>
              <a:rPr lang="en-US" sz="1600" b="1" kern="0" dirty="0">
                <a:solidFill>
                  <a:schemeClr val="accent2"/>
                </a:solidFill>
              </a:rPr>
              <a:t>2.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8" name="Rectangle 17"/>
          <p:cNvSpPr/>
          <p:nvPr/>
        </p:nvSpPr>
        <p:spPr>
          <a:xfrm>
            <a:off x="576108" y="4883986"/>
            <a:ext cx="3923463" cy="1323439"/>
          </a:xfrm>
          <a:prstGeom prst="rect">
            <a:avLst/>
          </a:prstGeom>
        </p:spPr>
        <p:txBody>
          <a:bodyPr wrap="square" anchor="b">
            <a:spAutoFit/>
          </a:bodyPr>
          <a:lstStyle/>
          <a:p>
            <a:r>
              <a:rPr lang="en-US" sz="1600" b="1" kern="0" dirty="0">
                <a:solidFill>
                  <a:schemeClr val="accent4"/>
                </a:solidFill>
              </a:rPr>
              <a:t>4.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9" name="Rectangle 18"/>
          <p:cNvSpPr/>
          <p:nvPr/>
        </p:nvSpPr>
        <p:spPr>
          <a:xfrm>
            <a:off x="7692429" y="4883986"/>
            <a:ext cx="3923463" cy="1323439"/>
          </a:xfrm>
          <a:prstGeom prst="rect">
            <a:avLst/>
          </a:prstGeom>
        </p:spPr>
        <p:txBody>
          <a:bodyPr wrap="square" anchor="b">
            <a:spAutoFit/>
          </a:bodyPr>
          <a:lstStyle/>
          <a:p>
            <a:r>
              <a:rPr lang="en-US" sz="1600" b="1" kern="0" dirty="0">
                <a:solidFill>
                  <a:schemeClr val="accent3"/>
                </a:solidFill>
              </a:rPr>
              <a:t>3.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Tree>
    <p:extLst>
      <p:ext uri="{BB962C8B-B14F-4D97-AF65-F5344CB8AC3E}">
        <p14:creationId xmlns:p14="http://schemas.microsoft.com/office/powerpoint/2010/main" val="19789631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6BAEBF-FADC-976C-22A8-1E4F61A21A8C}"/>
              </a:ext>
            </a:extLst>
          </p:cNvPr>
          <p:cNvSpPr>
            <a:spLocks noGrp="1"/>
          </p:cNvSpPr>
          <p:nvPr>
            <p:ph type="title"/>
          </p:nvPr>
        </p:nvSpPr>
        <p:spPr>
          <a:xfrm>
            <a:off x="214184" y="13663"/>
            <a:ext cx="9728886" cy="678316"/>
          </a:xfrm>
        </p:spPr>
        <p:txBody>
          <a:bodyPr/>
          <a:lstStyle/>
          <a:p>
            <a:r>
              <a:rPr lang="en-US" dirty="0"/>
              <a:t>Puzzle </a:t>
            </a:r>
            <a:r>
              <a:rPr lang="en-US"/>
              <a:t>pieces 13</a:t>
            </a:r>
            <a:endParaRPr lang="en-US" dirty="0"/>
          </a:p>
        </p:txBody>
      </p:sp>
      <p:grpSp>
        <p:nvGrpSpPr>
          <p:cNvPr id="75" name="Group 74">
            <a:extLst>
              <a:ext uri="{FF2B5EF4-FFF2-40B4-BE49-F238E27FC236}">
                <a16:creationId xmlns:a16="http://schemas.microsoft.com/office/drawing/2014/main" id="{75FE3B50-8030-F50B-990D-834D9DC70803}"/>
              </a:ext>
            </a:extLst>
          </p:cNvPr>
          <p:cNvGrpSpPr/>
          <p:nvPr/>
        </p:nvGrpSpPr>
        <p:grpSpPr>
          <a:xfrm>
            <a:off x="4191001" y="1777871"/>
            <a:ext cx="3809999" cy="3810260"/>
            <a:chOff x="4191001" y="1777871"/>
            <a:chExt cx="3809999" cy="3810260"/>
          </a:xfrm>
        </p:grpSpPr>
        <p:sp>
          <p:nvSpPr>
            <p:cNvPr id="71" name="Free-form: Shape 70">
              <a:extLst>
                <a:ext uri="{FF2B5EF4-FFF2-40B4-BE49-F238E27FC236}">
                  <a16:creationId xmlns:a16="http://schemas.microsoft.com/office/drawing/2014/main" id="{52770103-B572-1D76-6436-E5BEE7A14CB8}"/>
                </a:ext>
              </a:extLst>
            </p:cNvPr>
            <p:cNvSpPr/>
            <p:nvPr>
              <p:custDataLst>
                <p:tags r:id="rId46"/>
              </p:custDataLst>
            </p:nvPr>
          </p:nvSpPr>
          <p:spPr>
            <a:xfrm>
              <a:off x="6314958" y="3683001"/>
              <a:ext cx="1686042" cy="1811763"/>
            </a:xfrm>
            <a:custGeom>
              <a:avLst/>
              <a:gdLst>
                <a:gd name="connsiteX0" fmla="*/ 1019292 w 1686042"/>
                <a:gd name="connsiteY0" fmla="*/ 0 h 1811763"/>
                <a:gd name="connsiteX1" fmla="*/ 1177128 w 1686042"/>
                <a:gd name="connsiteY1" fmla="*/ 0 h 1811763"/>
                <a:gd name="connsiteX2" fmla="*/ 1166872 w 1686042"/>
                <a:gd name="connsiteY2" fmla="*/ 50801 h 1811763"/>
                <a:gd name="connsiteX3" fmla="*/ 1343143 w 1686042"/>
                <a:gd name="connsiteY3" fmla="*/ 227072 h 1811763"/>
                <a:gd name="connsiteX4" fmla="*/ 1519414 w 1686042"/>
                <a:gd name="connsiteY4" fmla="*/ 50801 h 1811763"/>
                <a:gd name="connsiteX5" fmla="*/ 1509158 w 1686042"/>
                <a:gd name="connsiteY5" fmla="*/ 0 h 1811763"/>
                <a:gd name="connsiteX6" fmla="*/ 1686042 w 1686042"/>
                <a:gd name="connsiteY6" fmla="*/ 0 h 1811763"/>
                <a:gd name="connsiteX7" fmla="*/ 369719 w 1686042"/>
                <a:gd name="connsiteY7" fmla="*/ 1811763 h 1811763"/>
                <a:gd name="connsiteX8" fmla="*/ 308794 w 1686042"/>
                <a:gd name="connsiteY8" fmla="*/ 1624255 h 1811763"/>
                <a:gd name="connsiteX9" fmla="*/ 300914 w 1686042"/>
                <a:gd name="connsiteY9" fmla="*/ 1635943 h 1811763"/>
                <a:gd name="connsiteX10" fmla="*/ 176271 w 1686042"/>
                <a:gd name="connsiteY10" fmla="*/ 1687571 h 1811763"/>
                <a:gd name="connsiteX11" fmla="*/ 0 w 1686042"/>
                <a:gd name="connsiteY11" fmla="*/ 1511300 h 1811763"/>
                <a:gd name="connsiteX12" fmla="*/ 176271 w 1686042"/>
                <a:gd name="connsiteY12" fmla="*/ 1335029 h 1811763"/>
                <a:gd name="connsiteX13" fmla="*/ 217525 w 1686042"/>
                <a:gd name="connsiteY13" fmla="*/ 1343358 h 1811763"/>
                <a:gd name="connsiteX14" fmla="*/ 163682 w 1686042"/>
                <a:gd name="connsiteY14" fmla="*/ 1177646 h 1811763"/>
                <a:gd name="connsiteX15" fmla="*/ 1019292 w 1686042"/>
                <a:gd name="connsiteY15" fmla="*/ 0 h 1811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86042" h="1811763">
                  <a:moveTo>
                    <a:pt x="1019292" y="0"/>
                  </a:moveTo>
                  <a:lnTo>
                    <a:pt x="1177128" y="0"/>
                  </a:lnTo>
                  <a:lnTo>
                    <a:pt x="1166872" y="50801"/>
                  </a:lnTo>
                  <a:cubicBezTo>
                    <a:pt x="1166872" y="148153"/>
                    <a:pt x="1245791" y="227072"/>
                    <a:pt x="1343143" y="227072"/>
                  </a:cubicBezTo>
                  <a:cubicBezTo>
                    <a:pt x="1440495" y="227072"/>
                    <a:pt x="1519414" y="148153"/>
                    <a:pt x="1519414" y="50801"/>
                  </a:cubicBezTo>
                  <a:lnTo>
                    <a:pt x="1509158" y="0"/>
                  </a:lnTo>
                  <a:lnTo>
                    <a:pt x="1686042" y="0"/>
                  </a:lnTo>
                  <a:cubicBezTo>
                    <a:pt x="1686042" y="825296"/>
                    <a:pt x="1154623" y="1556732"/>
                    <a:pt x="369719" y="1811763"/>
                  </a:cubicBezTo>
                  <a:lnTo>
                    <a:pt x="308794" y="1624255"/>
                  </a:lnTo>
                  <a:lnTo>
                    <a:pt x="300914" y="1635943"/>
                  </a:lnTo>
                  <a:cubicBezTo>
                    <a:pt x="269015" y="1667842"/>
                    <a:pt x="224947" y="1687571"/>
                    <a:pt x="176271" y="1687571"/>
                  </a:cubicBezTo>
                  <a:cubicBezTo>
                    <a:pt x="78919" y="1687571"/>
                    <a:pt x="0" y="1608652"/>
                    <a:pt x="0" y="1511300"/>
                  </a:cubicBezTo>
                  <a:cubicBezTo>
                    <a:pt x="0" y="1413948"/>
                    <a:pt x="78919" y="1335029"/>
                    <a:pt x="176271" y="1335029"/>
                  </a:cubicBezTo>
                  <a:lnTo>
                    <a:pt x="217525" y="1343358"/>
                  </a:lnTo>
                  <a:lnTo>
                    <a:pt x="163682" y="1177646"/>
                  </a:lnTo>
                  <a:cubicBezTo>
                    <a:pt x="673869" y="1011876"/>
                    <a:pt x="1019292" y="536443"/>
                    <a:pt x="1019292" y="0"/>
                  </a:cubicBezTo>
                  <a:close/>
                </a:path>
              </a:pathLst>
            </a:custGeom>
            <a:solidFill>
              <a:schemeClr val="accent3"/>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3" name="Free-form: Shape 72">
              <a:extLst>
                <a:ext uri="{FF2B5EF4-FFF2-40B4-BE49-F238E27FC236}">
                  <a16:creationId xmlns:a16="http://schemas.microsoft.com/office/drawing/2014/main" id="{16794EA8-3CCA-2517-A9F7-4358482A05FD}"/>
                </a:ext>
              </a:extLst>
            </p:cNvPr>
            <p:cNvSpPr/>
            <p:nvPr>
              <p:custDataLst>
                <p:tags r:id="rId47"/>
              </p:custDataLst>
            </p:nvPr>
          </p:nvSpPr>
          <p:spPr>
            <a:xfrm>
              <a:off x="4554823" y="4370330"/>
              <a:ext cx="2129855" cy="1217801"/>
            </a:xfrm>
            <a:custGeom>
              <a:avLst/>
              <a:gdLst>
                <a:gd name="connsiteX0" fmla="*/ 245776 w 2129855"/>
                <a:gd name="connsiteY0" fmla="*/ 0 h 1217801"/>
                <a:gd name="connsiteX1" fmla="*/ 408195 w 2129855"/>
                <a:gd name="connsiteY1" fmla="*/ 107659 h 1217801"/>
                <a:gd name="connsiteX2" fmla="*/ 413155 w 2129855"/>
                <a:gd name="connsiteY2" fmla="*/ 132228 h 1217801"/>
                <a:gd name="connsiteX3" fmla="*/ 539413 w 2129855"/>
                <a:gd name="connsiteY3" fmla="*/ 40496 h 1217801"/>
                <a:gd name="connsiteX4" fmla="*/ 1923819 w 2129855"/>
                <a:gd name="connsiteY4" fmla="*/ 490317 h 1217801"/>
                <a:gd name="connsiteX5" fmla="*/ 1977662 w 2129855"/>
                <a:gd name="connsiteY5" fmla="*/ 656030 h 1217801"/>
                <a:gd name="connsiteX6" fmla="*/ 1936408 w 2129855"/>
                <a:gd name="connsiteY6" fmla="*/ 647701 h 1217801"/>
                <a:gd name="connsiteX7" fmla="*/ 1760137 w 2129855"/>
                <a:gd name="connsiteY7" fmla="*/ 823972 h 1217801"/>
                <a:gd name="connsiteX8" fmla="*/ 1936408 w 2129855"/>
                <a:gd name="connsiteY8" fmla="*/ 1000243 h 1217801"/>
                <a:gd name="connsiteX9" fmla="*/ 2061051 w 2129855"/>
                <a:gd name="connsiteY9" fmla="*/ 948615 h 1217801"/>
                <a:gd name="connsiteX10" fmla="*/ 2068931 w 2129855"/>
                <a:gd name="connsiteY10" fmla="*/ 936927 h 1217801"/>
                <a:gd name="connsiteX11" fmla="*/ 2129855 w 2129855"/>
                <a:gd name="connsiteY11" fmla="*/ 1124434 h 1217801"/>
                <a:gd name="connsiteX12" fmla="*/ 0 w 2129855"/>
                <a:gd name="connsiteY12" fmla="*/ 432402 h 1217801"/>
                <a:gd name="connsiteX13" fmla="*/ 152174 w 2129855"/>
                <a:gd name="connsiteY13" fmla="*/ 321842 h 1217801"/>
                <a:gd name="connsiteX14" fmla="*/ 121134 w 2129855"/>
                <a:gd name="connsiteY14" fmla="*/ 300914 h 1217801"/>
                <a:gd name="connsiteX15" fmla="*/ 69505 w 2129855"/>
                <a:gd name="connsiteY15" fmla="*/ 176271 h 1217801"/>
                <a:gd name="connsiteX16" fmla="*/ 245776 w 2129855"/>
                <a:gd name="connsiteY16" fmla="*/ 0 h 121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9855" h="1217801">
                  <a:moveTo>
                    <a:pt x="245776" y="0"/>
                  </a:moveTo>
                  <a:cubicBezTo>
                    <a:pt x="318790" y="0"/>
                    <a:pt x="381436" y="44392"/>
                    <a:pt x="408195" y="107659"/>
                  </a:cubicBezTo>
                  <a:lnTo>
                    <a:pt x="413155" y="132228"/>
                  </a:lnTo>
                  <a:lnTo>
                    <a:pt x="539413" y="40496"/>
                  </a:lnTo>
                  <a:cubicBezTo>
                    <a:pt x="854726" y="474487"/>
                    <a:pt x="1413632" y="656086"/>
                    <a:pt x="1923819" y="490317"/>
                  </a:cubicBezTo>
                  <a:lnTo>
                    <a:pt x="1977662" y="656030"/>
                  </a:lnTo>
                  <a:lnTo>
                    <a:pt x="1936408" y="647701"/>
                  </a:lnTo>
                  <a:cubicBezTo>
                    <a:pt x="1839056" y="647701"/>
                    <a:pt x="1760137" y="726620"/>
                    <a:pt x="1760137" y="823972"/>
                  </a:cubicBezTo>
                  <a:cubicBezTo>
                    <a:pt x="1760137" y="921324"/>
                    <a:pt x="1839056" y="1000243"/>
                    <a:pt x="1936408" y="1000243"/>
                  </a:cubicBezTo>
                  <a:cubicBezTo>
                    <a:pt x="1985084" y="1000243"/>
                    <a:pt x="2029152" y="980514"/>
                    <a:pt x="2061051" y="948615"/>
                  </a:cubicBezTo>
                  <a:lnTo>
                    <a:pt x="2068931" y="936927"/>
                  </a:lnTo>
                  <a:lnTo>
                    <a:pt x="2129855" y="1124434"/>
                  </a:lnTo>
                  <a:cubicBezTo>
                    <a:pt x="1344952" y="1379464"/>
                    <a:pt x="485097" y="1100081"/>
                    <a:pt x="0" y="432402"/>
                  </a:cubicBezTo>
                  <a:lnTo>
                    <a:pt x="152174" y="321842"/>
                  </a:lnTo>
                  <a:lnTo>
                    <a:pt x="121134" y="300914"/>
                  </a:lnTo>
                  <a:cubicBezTo>
                    <a:pt x="89235" y="269015"/>
                    <a:pt x="69505" y="224947"/>
                    <a:pt x="69505" y="176271"/>
                  </a:cubicBezTo>
                  <a:cubicBezTo>
                    <a:pt x="69505" y="78919"/>
                    <a:pt x="148424" y="0"/>
                    <a:pt x="245776" y="0"/>
                  </a:cubicBezTo>
                  <a:close/>
                </a:path>
              </a:pathLst>
            </a:custGeom>
            <a:solidFill>
              <a:schemeClr val="accent4"/>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4" name="Free-form: Shape 73">
              <a:extLst>
                <a:ext uri="{FF2B5EF4-FFF2-40B4-BE49-F238E27FC236}">
                  <a16:creationId xmlns:a16="http://schemas.microsoft.com/office/drawing/2014/main" id="{D27522C9-115C-84A7-F53B-A018D3FA0AF1}"/>
                </a:ext>
              </a:extLst>
            </p:cNvPr>
            <p:cNvSpPr/>
            <p:nvPr>
              <p:custDataLst>
                <p:tags r:id="rId48"/>
              </p:custDataLst>
            </p:nvPr>
          </p:nvSpPr>
          <p:spPr>
            <a:xfrm>
              <a:off x="4191001" y="2516131"/>
              <a:ext cx="903235" cy="2286601"/>
            </a:xfrm>
            <a:custGeom>
              <a:avLst/>
              <a:gdLst>
                <a:gd name="connsiteX0" fmla="*/ 685800 w 903235"/>
                <a:gd name="connsiteY0" fmla="*/ 0 h 2286601"/>
                <a:gd name="connsiteX1" fmla="*/ 862071 w 903235"/>
                <a:gd name="connsiteY1" fmla="*/ 176271 h 2286601"/>
                <a:gd name="connsiteX2" fmla="*/ 810443 w 903235"/>
                <a:gd name="connsiteY2" fmla="*/ 300914 h 2286601"/>
                <a:gd name="connsiteX3" fmla="*/ 759960 w 903235"/>
                <a:gd name="connsiteY3" fmla="*/ 334950 h 2286601"/>
                <a:gd name="connsiteX4" fmla="*/ 903235 w 903235"/>
                <a:gd name="connsiteY4" fmla="*/ 439045 h 2286601"/>
                <a:gd name="connsiteX5" fmla="*/ 903235 w 903235"/>
                <a:gd name="connsiteY5" fmla="*/ 1894695 h 2286601"/>
                <a:gd name="connsiteX6" fmla="*/ 776978 w 903235"/>
                <a:gd name="connsiteY6" fmla="*/ 1986426 h 2286601"/>
                <a:gd name="connsiteX7" fmla="*/ 772018 w 903235"/>
                <a:gd name="connsiteY7" fmla="*/ 1961858 h 2286601"/>
                <a:gd name="connsiteX8" fmla="*/ 609599 w 903235"/>
                <a:gd name="connsiteY8" fmla="*/ 1854199 h 2286601"/>
                <a:gd name="connsiteX9" fmla="*/ 433328 w 903235"/>
                <a:gd name="connsiteY9" fmla="*/ 2030470 h 2286601"/>
                <a:gd name="connsiteX10" fmla="*/ 484957 w 903235"/>
                <a:gd name="connsiteY10" fmla="*/ 2155113 h 2286601"/>
                <a:gd name="connsiteX11" fmla="*/ 515997 w 903235"/>
                <a:gd name="connsiteY11" fmla="*/ 2176041 h 2286601"/>
                <a:gd name="connsiteX12" fmla="*/ 363823 w 903235"/>
                <a:gd name="connsiteY12" fmla="*/ 2286601 h 2286601"/>
                <a:gd name="connsiteX13" fmla="*/ 363823 w 903235"/>
                <a:gd name="connsiteY13" fmla="*/ 47139 h 2286601"/>
                <a:gd name="connsiteX14" fmla="*/ 513626 w 903235"/>
                <a:gd name="connsiteY14" fmla="*/ 155978 h 2286601"/>
                <a:gd name="connsiteX15" fmla="*/ 523381 w 903235"/>
                <a:gd name="connsiteY15" fmla="*/ 107658 h 2286601"/>
                <a:gd name="connsiteX16" fmla="*/ 685800 w 903235"/>
                <a:gd name="connsiteY16" fmla="*/ 0 h 228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235" h="2286601">
                  <a:moveTo>
                    <a:pt x="685800" y="0"/>
                  </a:moveTo>
                  <a:cubicBezTo>
                    <a:pt x="783152" y="0"/>
                    <a:pt x="862071" y="78919"/>
                    <a:pt x="862071" y="176271"/>
                  </a:cubicBezTo>
                  <a:cubicBezTo>
                    <a:pt x="862071" y="224947"/>
                    <a:pt x="842341" y="269015"/>
                    <a:pt x="810443" y="300914"/>
                  </a:cubicBezTo>
                  <a:lnTo>
                    <a:pt x="759960" y="334950"/>
                  </a:lnTo>
                  <a:lnTo>
                    <a:pt x="903235" y="439045"/>
                  </a:lnTo>
                  <a:cubicBezTo>
                    <a:pt x="587922" y="873036"/>
                    <a:pt x="587922" y="1460704"/>
                    <a:pt x="903235" y="1894695"/>
                  </a:cubicBezTo>
                  <a:lnTo>
                    <a:pt x="776978" y="1986426"/>
                  </a:lnTo>
                  <a:lnTo>
                    <a:pt x="772018" y="1961858"/>
                  </a:lnTo>
                  <a:cubicBezTo>
                    <a:pt x="745259" y="1898591"/>
                    <a:pt x="682613" y="1854199"/>
                    <a:pt x="609599" y="1854199"/>
                  </a:cubicBezTo>
                  <a:cubicBezTo>
                    <a:pt x="512247" y="1854199"/>
                    <a:pt x="433328" y="1933118"/>
                    <a:pt x="433328" y="2030470"/>
                  </a:cubicBezTo>
                  <a:cubicBezTo>
                    <a:pt x="433328" y="2079146"/>
                    <a:pt x="453058" y="2123214"/>
                    <a:pt x="484957" y="2155113"/>
                  </a:cubicBezTo>
                  <a:lnTo>
                    <a:pt x="515997" y="2176041"/>
                  </a:lnTo>
                  <a:lnTo>
                    <a:pt x="363823" y="2286601"/>
                  </a:lnTo>
                  <a:cubicBezTo>
                    <a:pt x="-121274" y="1618922"/>
                    <a:pt x="-121274" y="714818"/>
                    <a:pt x="363823" y="47139"/>
                  </a:cubicBezTo>
                  <a:lnTo>
                    <a:pt x="513626" y="155978"/>
                  </a:lnTo>
                  <a:lnTo>
                    <a:pt x="523381" y="107658"/>
                  </a:lnTo>
                  <a:cubicBezTo>
                    <a:pt x="550141" y="44392"/>
                    <a:pt x="612786" y="0"/>
                    <a:pt x="685800" y="0"/>
                  </a:cubicBezTo>
                  <a:close/>
                </a:path>
              </a:pathLst>
            </a:custGeom>
            <a:solidFill>
              <a:schemeClr val="accent5"/>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7" name="Free-form: Shape 66">
              <a:extLst>
                <a:ext uri="{FF2B5EF4-FFF2-40B4-BE49-F238E27FC236}">
                  <a16:creationId xmlns:a16="http://schemas.microsoft.com/office/drawing/2014/main" id="{1E0B9553-9B4F-9113-293E-DD6BB415A7E0}"/>
                </a:ext>
              </a:extLst>
            </p:cNvPr>
            <p:cNvSpPr/>
            <p:nvPr>
              <p:custDataLst>
                <p:tags r:id="rId49"/>
              </p:custDataLst>
            </p:nvPr>
          </p:nvSpPr>
          <p:spPr>
            <a:xfrm>
              <a:off x="4554824" y="1777871"/>
              <a:ext cx="2238147" cy="1177304"/>
            </a:xfrm>
            <a:custGeom>
              <a:avLst/>
              <a:gdLst>
                <a:gd name="connsiteX0" fmla="*/ 1534151 w 2238147"/>
                <a:gd name="connsiteY0" fmla="*/ 13 h 1177304"/>
                <a:gd name="connsiteX1" fmla="*/ 2129855 w 2238147"/>
                <a:gd name="connsiteY1" fmla="*/ 93366 h 1177304"/>
                <a:gd name="connsiteX2" fmla="*/ 2076184 w 2238147"/>
                <a:gd name="connsiteY2" fmla="*/ 258548 h 1177304"/>
                <a:gd name="connsiteX3" fmla="*/ 2130489 w 2238147"/>
                <a:gd name="connsiteY3" fmla="*/ 269511 h 1177304"/>
                <a:gd name="connsiteX4" fmla="*/ 2238147 w 2238147"/>
                <a:gd name="connsiteY4" fmla="*/ 431930 h 1177304"/>
                <a:gd name="connsiteX5" fmla="*/ 2061876 w 2238147"/>
                <a:gd name="connsiteY5" fmla="*/ 608201 h 1177304"/>
                <a:gd name="connsiteX6" fmla="*/ 1993264 w 2238147"/>
                <a:gd name="connsiteY6" fmla="*/ 594349 h 1177304"/>
                <a:gd name="connsiteX7" fmla="*/ 1971781 w 2238147"/>
                <a:gd name="connsiteY7" fmla="*/ 579865 h 1177304"/>
                <a:gd name="connsiteX8" fmla="*/ 1923817 w 2238147"/>
                <a:gd name="connsiteY8" fmla="*/ 727483 h 1177304"/>
                <a:gd name="connsiteX9" fmla="*/ 539411 w 2238147"/>
                <a:gd name="connsiteY9" fmla="*/ 1177304 h 1177304"/>
                <a:gd name="connsiteX10" fmla="*/ 396137 w 2238147"/>
                <a:gd name="connsiteY10" fmla="*/ 1073209 h 1177304"/>
                <a:gd name="connsiteX11" fmla="*/ 446621 w 2238147"/>
                <a:gd name="connsiteY11" fmla="*/ 1039173 h 1177304"/>
                <a:gd name="connsiteX12" fmla="*/ 498249 w 2238147"/>
                <a:gd name="connsiteY12" fmla="*/ 914530 h 1177304"/>
                <a:gd name="connsiteX13" fmla="*/ 321978 w 2238147"/>
                <a:gd name="connsiteY13" fmla="*/ 738259 h 1177304"/>
                <a:gd name="connsiteX14" fmla="*/ 159560 w 2238147"/>
                <a:gd name="connsiteY14" fmla="*/ 845917 h 1177304"/>
                <a:gd name="connsiteX15" fmla="*/ 149804 w 2238147"/>
                <a:gd name="connsiteY15" fmla="*/ 894237 h 1177304"/>
                <a:gd name="connsiteX16" fmla="*/ 0 w 2238147"/>
                <a:gd name="connsiteY16" fmla="*/ 785398 h 1177304"/>
                <a:gd name="connsiteX17" fmla="*/ 1534151 w 2238147"/>
                <a:gd name="connsiteY17" fmla="*/ 13 h 11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38147" h="1177304">
                  <a:moveTo>
                    <a:pt x="1534151" y="13"/>
                  </a:moveTo>
                  <a:cubicBezTo>
                    <a:pt x="1732719" y="-748"/>
                    <a:pt x="1933629" y="29609"/>
                    <a:pt x="2129855" y="93366"/>
                  </a:cubicBezTo>
                  <a:lnTo>
                    <a:pt x="2076184" y="258548"/>
                  </a:lnTo>
                  <a:lnTo>
                    <a:pt x="2130489" y="269511"/>
                  </a:lnTo>
                  <a:cubicBezTo>
                    <a:pt x="2193755" y="296271"/>
                    <a:pt x="2238147" y="358916"/>
                    <a:pt x="2238147" y="431930"/>
                  </a:cubicBezTo>
                  <a:cubicBezTo>
                    <a:pt x="2238147" y="529282"/>
                    <a:pt x="2159228" y="608201"/>
                    <a:pt x="2061876" y="608201"/>
                  </a:cubicBezTo>
                  <a:cubicBezTo>
                    <a:pt x="2037538" y="608201"/>
                    <a:pt x="2014352" y="603269"/>
                    <a:pt x="1993264" y="594349"/>
                  </a:cubicBezTo>
                  <a:lnTo>
                    <a:pt x="1971781" y="579865"/>
                  </a:lnTo>
                  <a:lnTo>
                    <a:pt x="1923817" y="727483"/>
                  </a:lnTo>
                  <a:cubicBezTo>
                    <a:pt x="1413630" y="561713"/>
                    <a:pt x="854724" y="743313"/>
                    <a:pt x="539411" y="1177304"/>
                  </a:cubicBezTo>
                  <a:lnTo>
                    <a:pt x="396137" y="1073209"/>
                  </a:lnTo>
                  <a:lnTo>
                    <a:pt x="446621" y="1039173"/>
                  </a:lnTo>
                  <a:cubicBezTo>
                    <a:pt x="478520" y="1007274"/>
                    <a:pt x="498249" y="963206"/>
                    <a:pt x="498249" y="914530"/>
                  </a:cubicBezTo>
                  <a:cubicBezTo>
                    <a:pt x="498249" y="817178"/>
                    <a:pt x="419330" y="738259"/>
                    <a:pt x="321978" y="738259"/>
                  </a:cubicBezTo>
                  <a:cubicBezTo>
                    <a:pt x="248964" y="738259"/>
                    <a:pt x="186319" y="782651"/>
                    <a:pt x="159560" y="845917"/>
                  </a:cubicBezTo>
                  <a:lnTo>
                    <a:pt x="149804" y="894237"/>
                  </a:lnTo>
                  <a:lnTo>
                    <a:pt x="0" y="785398"/>
                  </a:lnTo>
                  <a:cubicBezTo>
                    <a:pt x="363823" y="284639"/>
                    <a:pt x="938447" y="2296"/>
                    <a:pt x="1534151" y="13"/>
                  </a:cubicBezTo>
                  <a:close/>
                </a:path>
              </a:pathLst>
            </a:custGeom>
            <a:solidFill>
              <a:schemeClr val="accent1"/>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9" name="Free-form: Shape 68">
              <a:extLst>
                <a:ext uri="{FF2B5EF4-FFF2-40B4-BE49-F238E27FC236}">
                  <a16:creationId xmlns:a16="http://schemas.microsoft.com/office/drawing/2014/main" id="{A7BED12C-E059-170D-7567-F64C0EC0DF2B}"/>
                </a:ext>
              </a:extLst>
            </p:cNvPr>
            <p:cNvSpPr/>
            <p:nvPr>
              <p:custDataLst>
                <p:tags r:id="rId50"/>
              </p:custDataLst>
            </p:nvPr>
          </p:nvSpPr>
          <p:spPr>
            <a:xfrm>
              <a:off x="6478640" y="1871237"/>
              <a:ext cx="1522360" cy="2038834"/>
            </a:xfrm>
            <a:custGeom>
              <a:avLst/>
              <a:gdLst>
                <a:gd name="connsiteX0" fmla="*/ 206037 w 1522360"/>
                <a:gd name="connsiteY0" fmla="*/ 0 h 2038834"/>
                <a:gd name="connsiteX1" fmla="*/ 1522360 w 1522360"/>
                <a:gd name="connsiteY1" fmla="*/ 1811763 h 2038834"/>
                <a:gd name="connsiteX2" fmla="*/ 1345475 w 1522360"/>
                <a:gd name="connsiteY2" fmla="*/ 1811763 h 2038834"/>
                <a:gd name="connsiteX3" fmla="*/ 1355731 w 1522360"/>
                <a:gd name="connsiteY3" fmla="*/ 1862563 h 2038834"/>
                <a:gd name="connsiteX4" fmla="*/ 1179460 w 1522360"/>
                <a:gd name="connsiteY4" fmla="*/ 2038834 h 2038834"/>
                <a:gd name="connsiteX5" fmla="*/ 1003189 w 1522360"/>
                <a:gd name="connsiteY5" fmla="*/ 1862563 h 2038834"/>
                <a:gd name="connsiteX6" fmla="*/ 1013445 w 1522360"/>
                <a:gd name="connsiteY6" fmla="*/ 1811763 h 2038834"/>
                <a:gd name="connsiteX7" fmla="*/ 855610 w 1522360"/>
                <a:gd name="connsiteY7" fmla="*/ 1811763 h 2038834"/>
                <a:gd name="connsiteX8" fmla="*/ 0 w 1522360"/>
                <a:gd name="connsiteY8" fmla="*/ 634117 h 2038834"/>
                <a:gd name="connsiteX9" fmla="*/ 47965 w 1522360"/>
                <a:gd name="connsiteY9" fmla="*/ 486498 h 2038834"/>
                <a:gd name="connsiteX10" fmla="*/ 69449 w 1522360"/>
                <a:gd name="connsiteY10" fmla="*/ 500983 h 2038834"/>
                <a:gd name="connsiteX11" fmla="*/ 138061 w 1522360"/>
                <a:gd name="connsiteY11" fmla="*/ 514835 h 2038834"/>
                <a:gd name="connsiteX12" fmla="*/ 314332 w 1522360"/>
                <a:gd name="connsiteY12" fmla="*/ 338564 h 2038834"/>
                <a:gd name="connsiteX13" fmla="*/ 206674 w 1522360"/>
                <a:gd name="connsiteY13" fmla="*/ 176145 h 2038834"/>
                <a:gd name="connsiteX14" fmla="*/ 152367 w 1522360"/>
                <a:gd name="connsiteY14" fmla="*/ 165181 h 2038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2360" h="2038834">
                  <a:moveTo>
                    <a:pt x="206037" y="0"/>
                  </a:moveTo>
                  <a:cubicBezTo>
                    <a:pt x="990940" y="255030"/>
                    <a:pt x="1522360" y="986467"/>
                    <a:pt x="1522360" y="1811763"/>
                  </a:cubicBezTo>
                  <a:lnTo>
                    <a:pt x="1345475" y="1811763"/>
                  </a:lnTo>
                  <a:lnTo>
                    <a:pt x="1355731" y="1862563"/>
                  </a:lnTo>
                  <a:cubicBezTo>
                    <a:pt x="1355731" y="1959915"/>
                    <a:pt x="1276812" y="2038834"/>
                    <a:pt x="1179460" y="2038834"/>
                  </a:cubicBezTo>
                  <a:cubicBezTo>
                    <a:pt x="1082108" y="2038834"/>
                    <a:pt x="1003189" y="1959915"/>
                    <a:pt x="1003189" y="1862563"/>
                  </a:cubicBezTo>
                  <a:lnTo>
                    <a:pt x="1013445" y="1811763"/>
                  </a:lnTo>
                  <a:lnTo>
                    <a:pt x="855610" y="1811763"/>
                  </a:lnTo>
                  <a:cubicBezTo>
                    <a:pt x="855610" y="1275321"/>
                    <a:pt x="510187" y="799887"/>
                    <a:pt x="0" y="634117"/>
                  </a:cubicBezTo>
                  <a:lnTo>
                    <a:pt x="47965" y="486498"/>
                  </a:lnTo>
                  <a:lnTo>
                    <a:pt x="69449" y="500983"/>
                  </a:lnTo>
                  <a:cubicBezTo>
                    <a:pt x="90537" y="509903"/>
                    <a:pt x="113723" y="514835"/>
                    <a:pt x="138061" y="514835"/>
                  </a:cubicBezTo>
                  <a:cubicBezTo>
                    <a:pt x="235413" y="514835"/>
                    <a:pt x="314332" y="435916"/>
                    <a:pt x="314332" y="338564"/>
                  </a:cubicBezTo>
                  <a:cubicBezTo>
                    <a:pt x="314332" y="265550"/>
                    <a:pt x="269940" y="202905"/>
                    <a:pt x="206674" y="176145"/>
                  </a:cubicBezTo>
                  <a:lnTo>
                    <a:pt x="152367" y="165181"/>
                  </a:lnTo>
                  <a:close/>
                </a:path>
              </a:pathLst>
            </a:custGeom>
            <a:solidFill>
              <a:schemeClr val="accent2"/>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grpSp>
      <p:sp>
        <p:nvSpPr>
          <p:cNvPr id="8" name="Block Arc 7" hidden="1">
            <a:extLst>
              <a:ext uri="{FF2B5EF4-FFF2-40B4-BE49-F238E27FC236}">
                <a16:creationId xmlns:a16="http://schemas.microsoft.com/office/drawing/2014/main" id="{953DC87F-5768-E3F3-B8C4-A9C6BD1C4DE9}"/>
              </a:ext>
            </a:extLst>
          </p:cNvPr>
          <p:cNvSpPr/>
          <p:nvPr>
            <p:custDataLst>
              <p:tags r:id="rId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9" name="Block Arc 8" hidden="1">
            <a:extLst>
              <a:ext uri="{FF2B5EF4-FFF2-40B4-BE49-F238E27FC236}">
                <a16:creationId xmlns:a16="http://schemas.microsoft.com/office/drawing/2014/main" id="{574E14E6-AEB4-AF6B-A7C0-3E04161D2C49}"/>
              </a:ext>
            </a:extLst>
          </p:cNvPr>
          <p:cNvSpPr/>
          <p:nvPr>
            <p:custDataLst>
              <p:tags r:id="rId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0" name="Block Arc 9" hidden="1">
            <a:extLst>
              <a:ext uri="{FF2B5EF4-FFF2-40B4-BE49-F238E27FC236}">
                <a16:creationId xmlns:a16="http://schemas.microsoft.com/office/drawing/2014/main" id="{077FCF8A-D37C-4B8A-7089-5EC13581D8E6}"/>
              </a:ext>
            </a:extLst>
          </p:cNvPr>
          <p:cNvSpPr/>
          <p:nvPr>
            <p:custDataLst>
              <p:tags r:id="rId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1" name="Block Arc 10" hidden="1">
            <a:extLst>
              <a:ext uri="{FF2B5EF4-FFF2-40B4-BE49-F238E27FC236}">
                <a16:creationId xmlns:a16="http://schemas.microsoft.com/office/drawing/2014/main" id="{22583522-CA24-BFF6-527D-F78CC6B0976F}"/>
              </a:ext>
            </a:extLst>
          </p:cNvPr>
          <p:cNvSpPr/>
          <p:nvPr>
            <p:custDataLst>
              <p:tags r:id="rId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2" name="Block Arc 11" hidden="1">
            <a:extLst>
              <a:ext uri="{FF2B5EF4-FFF2-40B4-BE49-F238E27FC236}">
                <a16:creationId xmlns:a16="http://schemas.microsoft.com/office/drawing/2014/main" id="{DB6A1658-D493-AB25-26AC-B8793E71FA98}"/>
              </a:ext>
            </a:extLst>
          </p:cNvPr>
          <p:cNvSpPr/>
          <p:nvPr>
            <p:custDataLst>
              <p:tags r:id="rId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3" name="Block Arc 12" hidden="1">
            <a:extLst>
              <a:ext uri="{FF2B5EF4-FFF2-40B4-BE49-F238E27FC236}">
                <a16:creationId xmlns:a16="http://schemas.microsoft.com/office/drawing/2014/main" id="{D3325062-7B91-3520-32B4-DD82AEA5D233}"/>
              </a:ext>
            </a:extLst>
          </p:cNvPr>
          <p:cNvSpPr/>
          <p:nvPr>
            <p:custDataLst>
              <p:tags r:id="rId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4" name="Block Arc 13" hidden="1">
            <a:extLst>
              <a:ext uri="{FF2B5EF4-FFF2-40B4-BE49-F238E27FC236}">
                <a16:creationId xmlns:a16="http://schemas.microsoft.com/office/drawing/2014/main" id="{805EC49F-ADC5-673D-9B9D-D564B6730344}"/>
              </a:ext>
            </a:extLst>
          </p:cNvPr>
          <p:cNvSpPr/>
          <p:nvPr>
            <p:custDataLst>
              <p:tags r:id="rId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5" name="Block Arc 14" hidden="1">
            <a:extLst>
              <a:ext uri="{FF2B5EF4-FFF2-40B4-BE49-F238E27FC236}">
                <a16:creationId xmlns:a16="http://schemas.microsoft.com/office/drawing/2014/main" id="{76D97BE3-2A5B-195F-9AF9-6E172FD78A34}"/>
              </a:ext>
            </a:extLst>
          </p:cNvPr>
          <p:cNvSpPr/>
          <p:nvPr>
            <p:custDataLst>
              <p:tags r:id="rId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6" name="Block Arc 15" hidden="1">
            <a:extLst>
              <a:ext uri="{FF2B5EF4-FFF2-40B4-BE49-F238E27FC236}">
                <a16:creationId xmlns:a16="http://schemas.microsoft.com/office/drawing/2014/main" id="{6C122ABF-8149-772A-14D2-194F55D91FAB}"/>
              </a:ext>
            </a:extLst>
          </p:cNvPr>
          <p:cNvSpPr/>
          <p:nvPr>
            <p:custDataLst>
              <p:tags r:id="rId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7" name="Block Arc 16" hidden="1">
            <a:extLst>
              <a:ext uri="{FF2B5EF4-FFF2-40B4-BE49-F238E27FC236}">
                <a16:creationId xmlns:a16="http://schemas.microsoft.com/office/drawing/2014/main" id="{38DCA3FC-AE4A-8A4E-44B9-51C339153C1F}"/>
              </a:ext>
            </a:extLst>
          </p:cNvPr>
          <p:cNvSpPr/>
          <p:nvPr>
            <p:custDataLst>
              <p:tags r:id="rId1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8" name="Block Arc 17" hidden="1">
            <a:extLst>
              <a:ext uri="{FF2B5EF4-FFF2-40B4-BE49-F238E27FC236}">
                <a16:creationId xmlns:a16="http://schemas.microsoft.com/office/drawing/2014/main" id="{AC59E6C2-469A-4860-9C25-6BE848BB2199}"/>
              </a:ext>
            </a:extLst>
          </p:cNvPr>
          <p:cNvSpPr/>
          <p:nvPr>
            <p:custDataLst>
              <p:tags r:id="rId1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9" name="Block Arc 18" hidden="1">
            <a:extLst>
              <a:ext uri="{FF2B5EF4-FFF2-40B4-BE49-F238E27FC236}">
                <a16:creationId xmlns:a16="http://schemas.microsoft.com/office/drawing/2014/main" id="{CA87B37F-2FB8-F357-7C7C-08F39B9DD3F8}"/>
              </a:ext>
            </a:extLst>
          </p:cNvPr>
          <p:cNvSpPr/>
          <p:nvPr>
            <p:custDataLst>
              <p:tags r:id="rId1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0" name="Block Arc 19" hidden="1">
            <a:extLst>
              <a:ext uri="{FF2B5EF4-FFF2-40B4-BE49-F238E27FC236}">
                <a16:creationId xmlns:a16="http://schemas.microsoft.com/office/drawing/2014/main" id="{8ABB96FC-A074-39C2-BC8A-78D2CE93C3C9}"/>
              </a:ext>
            </a:extLst>
          </p:cNvPr>
          <p:cNvSpPr/>
          <p:nvPr>
            <p:custDataLst>
              <p:tags r:id="rId1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1" name="Block Arc 20" hidden="1">
            <a:extLst>
              <a:ext uri="{FF2B5EF4-FFF2-40B4-BE49-F238E27FC236}">
                <a16:creationId xmlns:a16="http://schemas.microsoft.com/office/drawing/2014/main" id="{692ECE13-4F25-2E79-F6D7-C6F77377CC74}"/>
              </a:ext>
            </a:extLst>
          </p:cNvPr>
          <p:cNvSpPr/>
          <p:nvPr>
            <p:custDataLst>
              <p:tags r:id="rId1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2" name="Block Arc 21" hidden="1">
            <a:extLst>
              <a:ext uri="{FF2B5EF4-FFF2-40B4-BE49-F238E27FC236}">
                <a16:creationId xmlns:a16="http://schemas.microsoft.com/office/drawing/2014/main" id="{4B706ADE-6381-7B58-1E23-0206B8AA0CFD}"/>
              </a:ext>
            </a:extLst>
          </p:cNvPr>
          <p:cNvSpPr/>
          <p:nvPr>
            <p:custDataLst>
              <p:tags r:id="rId1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3" name="Block Arc 22" hidden="1">
            <a:extLst>
              <a:ext uri="{FF2B5EF4-FFF2-40B4-BE49-F238E27FC236}">
                <a16:creationId xmlns:a16="http://schemas.microsoft.com/office/drawing/2014/main" id="{DD7BE307-1EED-49AD-666E-491D08E75A7B}"/>
              </a:ext>
            </a:extLst>
          </p:cNvPr>
          <p:cNvSpPr/>
          <p:nvPr>
            <p:custDataLst>
              <p:tags r:id="rId1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4" name="Block Arc 23" hidden="1">
            <a:extLst>
              <a:ext uri="{FF2B5EF4-FFF2-40B4-BE49-F238E27FC236}">
                <a16:creationId xmlns:a16="http://schemas.microsoft.com/office/drawing/2014/main" id="{3E29955D-2C4B-8720-DF0F-9454B3AE4087}"/>
              </a:ext>
            </a:extLst>
          </p:cNvPr>
          <p:cNvSpPr/>
          <p:nvPr>
            <p:custDataLst>
              <p:tags r:id="rId1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5" name="Block Arc 24" hidden="1">
            <a:extLst>
              <a:ext uri="{FF2B5EF4-FFF2-40B4-BE49-F238E27FC236}">
                <a16:creationId xmlns:a16="http://schemas.microsoft.com/office/drawing/2014/main" id="{B2A7E605-E275-7AD2-A53B-A3E25AEEBB02}"/>
              </a:ext>
            </a:extLst>
          </p:cNvPr>
          <p:cNvSpPr/>
          <p:nvPr>
            <p:custDataLst>
              <p:tags r:id="rId1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6" name="Block Arc 25" hidden="1">
            <a:extLst>
              <a:ext uri="{FF2B5EF4-FFF2-40B4-BE49-F238E27FC236}">
                <a16:creationId xmlns:a16="http://schemas.microsoft.com/office/drawing/2014/main" id="{8398950F-59BB-E6E3-F4D1-3E60CC3CBBBE}"/>
              </a:ext>
            </a:extLst>
          </p:cNvPr>
          <p:cNvSpPr/>
          <p:nvPr>
            <p:custDataLst>
              <p:tags r:id="rId1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7" name="Block Arc 26" hidden="1">
            <a:extLst>
              <a:ext uri="{FF2B5EF4-FFF2-40B4-BE49-F238E27FC236}">
                <a16:creationId xmlns:a16="http://schemas.microsoft.com/office/drawing/2014/main" id="{F40D2C35-3CC2-2817-F613-E6C5AD91FD92}"/>
              </a:ext>
            </a:extLst>
          </p:cNvPr>
          <p:cNvSpPr/>
          <p:nvPr>
            <p:custDataLst>
              <p:tags r:id="rId2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8" name="Block Arc 27" hidden="1">
            <a:extLst>
              <a:ext uri="{FF2B5EF4-FFF2-40B4-BE49-F238E27FC236}">
                <a16:creationId xmlns:a16="http://schemas.microsoft.com/office/drawing/2014/main" id="{0BDA864B-26F6-3FB2-0BE4-CD4854291EB3}"/>
              </a:ext>
            </a:extLst>
          </p:cNvPr>
          <p:cNvSpPr/>
          <p:nvPr>
            <p:custDataLst>
              <p:tags r:id="rId2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9" name="Block Arc 28" hidden="1">
            <a:extLst>
              <a:ext uri="{FF2B5EF4-FFF2-40B4-BE49-F238E27FC236}">
                <a16:creationId xmlns:a16="http://schemas.microsoft.com/office/drawing/2014/main" id="{A33FF6A0-D918-DA8C-F60D-81A627A4AEC3}"/>
              </a:ext>
            </a:extLst>
          </p:cNvPr>
          <p:cNvSpPr/>
          <p:nvPr>
            <p:custDataLst>
              <p:tags r:id="rId2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0" name="Block Arc 29" hidden="1">
            <a:extLst>
              <a:ext uri="{FF2B5EF4-FFF2-40B4-BE49-F238E27FC236}">
                <a16:creationId xmlns:a16="http://schemas.microsoft.com/office/drawing/2014/main" id="{CA0972DF-3629-070D-40C1-8929ACDA9E06}"/>
              </a:ext>
            </a:extLst>
          </p:cNvPr>
          <p:cNvSpPr/>
          <p:nvPr>
            <p:custDataLst>
              <p:tags r:id="rId2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1" name="Block Arc 30" hidden="1">
            <a:extLst>
              <a:ext uri="{FF2B5EF4-FFF2-40B4-BE49-F238E27FC236}">
                <a16:creationId xmlns:a16="http://schemas.microsoft.com/office/drawing/2014/main" id="{631ED55E-D02A-9BCE-C5A9-FC6E9C06F80C}"/>
              </a:ext>
            </a:extLst>
          </p:cNvPr>
          <p:cNvSpPr/>
          <p:nvPr>
            <p:custDataLst>
              <p:tags r:id="rId2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2" name="Block Arc 31" hidden="1">
            <a:extLst>
              <a:ext uri="{FF2B5EF4-FFF2-40B4-BE49-F238E27FC236}">
                <a16:creationId xmlns:a16="http://schemas.microsoft.com/office/drawing/2014/main" id="{4B27DF2B-CE5B-3289-EE5C-8E213F0A78A0}"/>
              </a:ext>
            </a:extLst>
          </p:cNvPr>
          <p:cNvSpPr/>
          <p:nvPr>
            <p:custDataLst>
              <p:tags r:id="rId2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3" name="Block Arc 32" hidden="1">
            <a:extLst>
              <a:ext uri="{FF2B5EF4-FFF2-40B4-BE49-F238E27FC236}">
                <a16:creationId xmlns:a16="http://schemas.microsoft.com/office/drawing/2014/main" id="{3D9BFFB2-93F8-0613-74A3-BA5329AEDECB}"/>
              </a:ext>
            </a:extLst>
          </p:cNvPr>
          <p:cNvSpPr/>
          <p:nvPr>
            <p:custDataLst>
              <p:tags r:id="rId2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4" name="Block Arc 33" hidden="1">
            <a:extLst>
              <a:ext uri="{FF2B5EF4-FFF2-40B4-BE49-F238E27FC236}">
                <a16:creationId xmlns:a16="http://schemas.microsoft.com/office/drawing/2014/main" id="{63DB01F8-A198-89DA-14EE-17D78FC72728}"/>
              </a:ext>
            </a:extLst>
          </p:cNvPr>
          <p:cNvSpPr/>
          <p:nvPr>
            <p:custDataLst>
              <p:tags r:id="rId2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5" name="Block Arc 34" hidden="1">
            <a:extLst>
              <a:ext uri="{FF2B5EF4-FFF2-40B4-BE49-F238E27FC236}">
                <a16:creationId xmlns:a16="http://schemas.microsoft.com/office/drawing/2014/main" id="{DABEED4C-3F69-C5B2-7005-D797CB5201CB}"/>
              </a:ext>
            </a:extLst>
          </p:cNvPr>
          <p:cNvSpPr/>
          <p:nvPr>
            <p:custDataLst>
              <p:tags r:id="rId2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6" name="Block Arc 35" hidden="1">
            <a:extLst>
              <a:ext uri="{FF2B5EF4-FFF2-40B4-BE49-F238E27FC236}">
                <a16:creationId xmlns:a16="http://schemas.microsoft.com/office/drawing/2014/main" id="{3EAE6BE3-2989-5589-25E7-EC61F24209FA}"/>
              </a:ext>
            </a:extLst>
          </p:cNvPr>
          <p:cNvSpPr/>
          <p:nvPr>
            <p:custDataLst>
              <p:tags r:id="rId2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7" name="Block Arc 36" hidden="1">
            <a:extLst>
              <a:ext uri="{FF2B5EF4-FFF2-40B4-BE49-F238E27FC236}">
                <a16:creationId xmlns:a16="http://schemas.microsoft.com/office/drawing/2014/main" id="{74005C52-BF18-F303-4513-B25A57B41558}"/>
              </a:ext>
            </a:extLst>
          </p:cNvPr>
          <p:cNvSpPr/>
          <p:nvPr>
            <p:custDataLst>
              <p:tags r:id="rId3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8" name="Block Arc 37" hidden="1">
            <a:extLst>
              <a:ext uri="{FF2B5EF4-FFF2-40B4-BE49-F238E27FC236}">
                <a16:creationId xmlns:a16="http://schemas.microsoft.com/office/drawing/2014/main" id="{526F98CE-FEFD-8627-60FB-D1E30FCCB22F}"/>
              </a:ext>
            </a:extLst>
          </p:cNvPr>
          <p:cNvSpPr/>
          <p:nvPr>
            <p:custDataLst>
              <p:tags r:id="rId3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9" name="Block Arc 38" hidden="1">
            <a:extLst>
              <a:ext uri="{FF2B5EF4-FFF2-40B4-BE49-F238E27FC236}">
                <a16:creationId xmlns:a16="http://schemas.microsoft.com/office/drawing/2014/main" id="{C2468525-FB2D-28C8-5419-40E84EB166B1}"/>
              </a:ext>
            </a:extLst>
          </p:cNvPr>
          <p:cNvSpPr/>
          <p:nvPr>
            <p:custDataLst>
              <p:tags r:id="rId3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0" name="Block Arc 39" hidden="1">
            <a:extLst>
              <a:ext uri="{FF2B5EF4-FFF2-40B4-BE49-F238E27FC236}">
                <a16:creationId xmlns:a16="http://schemas.microsoft.com/office/drawing/2014/main" id="{A01EB50C-F209-6D86-CAA7-2FB9442154B6}"/>
              </a:ext>
            </a:extLst>
          </p:cNvPr>
          <p:cNvSpPr/>
          <p:nvPr>
            <p:custDataLst>
              <p:tags r:id="rId3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1" name="Block Arc 40" hidden="1">
            <a:extLst>
              <a:ext uri="{FF2B5EF4-FFF2-40B4-BE49-F238E27FC236}">
                <a16:creationId xmlns:a16="http://schemas.microsoft.com/office/drawing/2014/main" id="{ADB0E233-F80A-AFDC-783F-286CF238A83F}"/>
              </a:ext>
            </a:extLst>
          </p:cNvPr>
          <p:cNvSpPr/>
          <p:nvPr>
            <p:custDataLst>
              <p:tags r:id="rId3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2" name="Block Arc 41" hidden="1">
            <a:extLst>
              <a:ext uri="{FF2B5EF4-FFF2-40B4-BE49-F238E27FC236}">
                <a16:creationId xmlns:a16="http://schemas.microsoft.com/office/drawing/2014/main" id="{9F533DC8-D8C1-62AB-C345-B32DD652BB74}"/>
              </a:ext>
            </a:extLst>
          </p:cNvPr>
          <p:cNvSpPr/>
          <p:nvPr>
            <p:custDataLst>
              <p:tags r:id="rId3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3" name="Block Arc 42" hidden="1">
            <a:extLst>
              <a:ext uri="{FF2B5EF4-FFF2-40B4-BE49-F238E27FC236}">
                <a16:creationId xmlns:a16="http://schemas.microsoft.com/office/drawing/2014/main" id="{90C47D5C-2ACB-48C0-0C7F-C19AE54D9775}"/>
              </a:ext>
            </a:extLst>
          </p:cNvPr>
          <p:cNvSpPr/>
          <p:nvPr>
            <p:custDataLst>
              <p:tags r:id="rId3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4" name="Block Arc 43" hidden="1">
            <a:extLst>
              <a:ext uri="{FF2B5EF4-FFF2-40B4-BE49-F238E27FC236}">
                <a16:creationId xmlns:a16="http://schemas.microsoft.com/office/drawing/2014/main" id="{9212025F-B591-A52C-C89E-D5B73D1CFCC6}"/>
              </a:ext>
            </a:extLst>
          </p:cNvPr>
          <p:cNvSpPr/>
          <p:nvPr>
            <p:custDataLst>
              <p:tags r:id="rId3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5" name="Block Arc 44" hidden="1">
            <a:extLst>
              <a:ext uri="{FF2B5EF4-FFF2-40B4-BE49-F238E27FC236}">
                <a16:creationId xmlns:a16="http://schemas.microsoft.com/office/drawing/2014/main" id="{21DD475F-533D-0A2B-E5F2-D2057FE0A4CF}"/>
              </a:ext>
            </a:extLst>
          </p:cNvPr>
          <p:cNvSpPr/>
          <p:nvPr>
            <p:custDataLst>
              <p:tags r:id="rId3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6" name="Block Arc 45" hidden="1">
            <a:extLst>
              <a:ext uri="{FF2B5EF4-FFF2-40B4-BE49-F238E27FC236}">
                <a16:creationId xmlns:a16="http://schemas.microsoft.com/office/drawing/2014/main" id="{BD3D5CEE-2FDD-A102-CF6C-C5091222DE39}"/>
              </a:ext>
            </a:extLst>
          </p:cNvPr>
          <p:cNvSpPr/>
          <p:nvPr>
            <p:custDataLst>
              <p:tags r:id="rId3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7" name="Block Arc 46" hidden="1">
            <a:extLst>
              <a:ext uri="{FF2B5EF4-FFF2-40B4-BE49-F238E27FC236}">
                <a16:creationId xmlns:a16="http://schemas.microsoft.com/office/drawing/2014/main" id="{27255DDB-3FB3-599C-2994-7669F611EFB0}"/>
              </a:ext>
            </a:extLst>
          </p:cNvPr>
          <p:cNvSpPr/>
          <p:nvPr>
            <p:custDataLst>
              <p:tags r:id="rId4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8" name="Block Arc 47" hidden="1">
            <a:extLst>
              <a:ext uri="{FF2B5EF4-FFF2-40B4-BE49-F238E27FC236}">
                <a16:creationId xmlns:a16="http://schemas.microsoft.com/office/drawing/2014/main" id="{7C95C59D-E7E4-2EAA-D9A0-5241626BED2F}"/>
              </a:ext>
            </a:extLst>
          </p:cNvPr>
          <p:cNvSpPr/>
          <p:nvPr>
            <p:custDataLst>
              <p:tags r:id="rId4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9" name="Block Arc 48" hidden="1">
            <a:extLst>
              <a:ext uri="{FF2B5EF4-FFF2-40B4-BE49-F238E27FC236}">
                <a16:creationId xmlns:a16="http://schemas.microsoft.com/office/drawing/2014/main" id="{A3EA885D-7AA3-2150-A291-52B5F9CF5BA7}"/>
              </a:ext>
            </a:extLst>
          </p:cNvPr>
          <p:cNvSpPr/>
          <p:nvPr>
            <p:custDataLst>
              <p:tags r:id="rId4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0" name="Block Arc 49" hidden="1">
            <a:extLst>
              <a:ext uri="{FF2B5EF4-FFF2-40B4-BE49-F238E27FC236}">
                <a16:creationId xmlns:a16="http://schemas.microsoft.com/office/drawing/2014/main" id="{17FA3D60-C339-18B8-4F55-C3F24090758D}"/>
              </a:ext>
            </a:extLst>
          </p:cNvPr>
          <p:cNvSpPr/>
          <p:nvPr>
            <p:custDataLst>
              <p:tags r:id="rId4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1" name="Block Arc 50" hidden="1">
            <a:extLst>
              <a:ext uri="{FF2B5EF4-FFF2-40B4-BE49-F238E27FC236}">
                <a16:creationId xmlns:a16="http://schemas.microsoft.com/office/drawing/2014/main" id="{8D8B2415-045F-3857-052B-17F53A6B4C72}"/>
              </a:ext>
            </a:extLst>
          </p:cNvPr>
          <p:cNvSpPr/>
          <p:nvPr>
            <p:custDataLst>
              <p:tags r:id="rId4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2" name="Block Arc 51" hidden="1">
            <a:extLst>
              <a:ext uri="{FF2B5EF4-FFF2-40B4-BE49-F238E27FC236}">
                <a16:creationId xmlns:a16="http://schemas.microsoft.com/office/drawing/2014/main" id="{4642ED44-4563-D79D-1BCA-694E3B0DD057}"/>
              </a:ext>
            </a:extLst>
          </p:cNvPr>
          <p:cNvSpPr/>
          <p:nvPr>
            <p:custDataLst>
              <p:tags r:id="rId4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cxnSp>
        <p:nvCxnSpPr>
          <p:cNvPr id="76" name="Straight Connector 43">
            <a:extLst>
              <a:ext uri="{FF2B5EF4-FFF2-40B4-BE49-F238E27FC236}">
                <a16:creationId xmlns:a16="http://schemas.microsoft.com/office/drawing/2014/main" id="{101D2DFE-6137-1C82-48EC-59E9D7CE9C3F}"/>
              </a:ext>
            </a:extLst>
          </p:cNvPr>
          <p:cNvCxnSpPr>
            <a:cxnSpLocks/>
          </p:cNvCxnSpPr>
          <p:nvPr/>
        </p:nvCxnSpPr>
        <p:spPr>
          <a:xfrm flipH="1">
            <a:off x="3567282" y="38114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7" name="Straight Connector 43">
            <a:extLst>
              <a:ext uri="{FF2B5EF4-FFF2-40B4-BE49-F238E27FC236}">
                <a16:creationId xmlns:a16="http://schemas.microsoft.com/office/drawing/2014/main" id="{977B6897-E280-13B9-29F9-FADCC370A451}"/>
              </a:ext>
            </a:extLst>
          </p:cNvPr>
          <p:cNvCxnSpPr>
            <a:cxnSpLocks/>
          </p:cNvCxnSpPr>
          <p:nvPr/>
        </p:nvCxnSpPr>
        <p:spPr>
          <a:xfrm flipH="1">
            <a:off x="3603613" y="2308050"/>
            <a:ext cx="147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8" name="Straight Connector 43">
            <a:extLst>
              <a:ext uri="{FF2B5EF4-FFF2-40B4-BE49-F238E27FC236}">
                <a16:creationId xmlns:a16="http://schemas.microsoft.com/office/drawing/2014/main" id="{FAE6F333-3366-5DB3-2C5F-588DE1C4BA4F}"/>
              </a:ext>
            </a:extLst>
          </p:cNvPr>
          <p:cNvCxnSpPr>
            <a:cxnSpLocks/>
          </p:cNvCxnSpPr>
          <p:nvPr/>
        </p:nvCxnSpPr>
        <p:spPr>
          <a:xfrm>
            <a:off x="7215637" y="4802732"/>
            <a:ext cx="1404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0" name="Straight Connector 43">
            <a:extLst>
              <a:ext uri="{FF2B5EF4-FFF2-40B4-BE49-F238E27FC236}">
                <a16:creationId xmlns:a16="http://schemas.microsoft.com/office/drawing/2014/main" id="{400BE3BE-A8FD-34FC-022F-BE628B332360}"/>
              </a:ext>
            </a:extLst>
          </p:cNvPr>
          <p:cNvCxnSpPr>
            <a:cxnSpLocks/>
          </p:cNvCxnSpPr>
          <p:nvPr/>
        </p:nvCxnSpPr>
        <p:spPr>
          <a:xfrm>
            <a:off x="7379106" y="2635340"/>
            <a:ext cx="1368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81" name="TextBox 82">
            <a:extLst>
              <a:ext uri="{FF2B5EF4-FFF2-40B4-BE49-F238E27FC236}">
                <a16:creationId xmlns:a16="http://schemas.microsoft.com/office/drawing/2014/main" id="{37917B74-3974-7E9D-3471-CB022B17E45E}"/>
              </a:ext>
            </a:extLst>
          </p:cNvPr>
          <p:cNvSpPr txBox="1"/>
          <p:nvPr/>
        </p:nvSpPr>
        <p:spPr>
          <a:xfrm>
            <a:off x="337444" y="1707687"/>
            <a:ext cx="3126820"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2" name="TextBox 82">
            <a:extLst>
              <a:ext uri="{FF2B5EF4-FFF2-40B4-BE49-F238E27FC236}">
                <a16:creationId xmlns:a16="http://schemas.microsoft.com/office/drawing/2014/main" id="{0D5F2708-A7F7-6FBC-E630-11535EFE7972}"/>
              </a:ext>
            </a:extLst>
          </p:cNvPr>
          <p:cNvSpPr txBox="1"/>
          <p:nvPr/>
        </p:nvSpPr>
        <p:spPr>
          <a:xfrm>
            <a:off x="335482" y="3184362"/>
            <a:ext cx="3126820"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3" name="TextBox 82">
            <a:extLst>
              <a:ext uri="{FF2B5EF4-FFF2-40B4-BE49-F238E27FC236}">
                <a16:creationId xmlns:a16="http://schemas.microsoft.com/office/drawing/2014/main" id="{ADB9FB15-A5D8-17DA-F12F-F5F9A37563F4}"/>
              </a:ext>
            </a:extLst>
          </p:cNvPr>
          <p:cNvSpPr txBox="1"/>
          <p:nvPr/>
        </p:nvSpPr>
        <p:spPr>
          <a:xfrm>
            <a:off x="8953364" y="2034977"/>
            <a:ext cx="3126820"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4" name="TextBox 82">
            <a:extLst>
              <a:ext uri="{FF2B5EF4-FFF2-40B4-BE49-F238E27FC236}">
                <a16:creationId xmlns:a16="http://schemas.microsoft.com/office/drawing/2014/main" id="{EBC3BD40-2D58-71DC-9ADA-FAE67D9C1192}"/>
              </a:ext>
            </a:extLst>
          </p:cNvPr>
          <p:cNvSpPr txBox="1"/>
          <p:nvPr/>
        </p:nvSpPr>
        <p:spPr>
          <a:xfrm>
            <a:off x="8972545" y="4247628"/>
            <a:ext cx="3126820"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7" name="TextBox 82">
            <a:extLst>
              <a:ext uri="{FF2B5EF4-FFF2-40B4-BE49-F238E27FC236}">
                <a16:creationId xmlns:a16="http://schemas.microsoft.com/office/drawing/2014/main" id="{12191A47-47AD-9753-7EAC-FDBDE30FC9FB}"/>
              </a:ext>
            </a:extLst>
          </p:cNvPr>
          <p:cNvSpPr txBox="1"/>
          <p:nvPr/>
        </p:nvSpPr>
        <p:spPr>
          <a:xfrm>
            <a:off x="1251549" y="4728062"/>
            <a:ext cx="3126820" cy="1077218"/>
          </a:xfrm>
          <a:prstGeom prst="rect">
            <a:avLst/>
          </a:prstGeom>
          <a:noFill/>
        </p:spPr>
        <p:txBody>
          <a:bodyPr wrap="square" lIns="0" rIns="0" rtlCol="0" anchor="ctr">
            <a:spAutoFit/>
          </a:bodyPr>
          <a:lstStyle/>
          <a:p>
            <a:pPr algn="r"/>
            <a:r>
              <a:rPr lang="en-US" sz="1600" b="1" dirty="0">
                <a:solidFill>
                  <a:schemeClr val="accent4"/>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86" name="Straight Connector 43">
            <a:extLst>
              <a:ext uri="{FF2B5EF4-FFF2-40B4-BE49-F238E27FC236}">
                <a16:creationId xmlns:a16="http://schemas.microsoft.com/office/drawing/2014/main" id="{7FDFB583-CB3A-A0F5-1C5C-2FEDA42597E9}"/>
              </a:ext>
            </a:extLst>
          </p:cNvPr>
          <p:cNvCxnSpPr>
            <a:cxnSpLocks/>
          </p:cNvCxnSpPr>
          <p:nvPr/>
        </p:nvCxnSpPr>
        <p:spPr>
          <a:xfrm flipH="1">
            <a:off x="4483349" y="53551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020239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a:spLocks noGrp="1"/>
          </p:cNvSpPr>
          <p:nvPr>
            <p:ph type="title"/>
          </p:nvPr>
        </p:nvSpPr>
        <p:spPr>
          <a:xfrm>
            <a:off x="214184" y="13663"/>
            <a:ext cx="9728886" cy="678316"/>
          </a:xfrm>
        </p:spPr>
        <p:txBody>
          <a:bodyPr>
            <a:normAutofit/>
          </a:bodyPr>
          <a:lstStyle/>
          <a:p>
            <a:r>
              <a:rPr lang="en-US" dirty="0"/>
              <a:t>Puzzle pieces 07</a:t>
            </a:r>
          </a:p>
        </p:txBody>
      </p:sp>
      <p:grpSp>
        <p:nvGrpSpPr>
          <p:cNvPr id="3" name="Group 2"/>
          <p:cNvGrpSpPr>
            <a:grpSpLocks noChangeAspect="1"/>
          </p:cNvGrpSpPr>
          <p:nvPr/>
        </p:nvGrpSpPr>
        <p:grpSpPr>
          <a:xfrm>
            <a:off x="3803563" y="1263107"/>
            <a:ext cx="4584873" cy="4550059"/>
            <a:chOff x="2660208" y="2714252"/>
            <a:chExt cx="2588041" cy="2568389"/>
          </a:xfrm>
          <a:scene3d>
            <a:camera prst="isometricTopUp"/>
            <a:lightRig rig="threePt" dir="t"/>
          </a:scene3d>
        </p:grpSpPr>
        <p:sp>
          <p:nvSpPr>
            <p:cNvPr id="4" name="ShapeNameChangedByPowerUser1"/>
            <p:cNvSpPr>
              <a:spLocks noChangeAspect="1"/>
            </p:cNvSpPr>
            <p:nvPr/>
          </p:nvSpPr>
          <p:spPr>
            <a:xfrm rot="5400000">
              <a:off x="2660209"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 name="ShapeNameChangedByPowerUser2"/>
            <p:cNvSpPr>
              <a:spLocks noChangeAspect="1"/>
            </p:cNvSpPr>
            <p:nvPr/>
          </p:nvSpPr>
          <p:spPr>
            <a:xfrm>
              <a:off x="2660208"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4"/>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NameChangedByPowerUser1"/>
            <p:cNvSpPr>
              <a:spLocks noChangeAspect="1"/>
            </p:cNvSpPr>
            <p:nvPr/>
          </p:nvSpPr>
          <p:spPr>
            <a:xfrm rot="5400000">
              <a:off x="3794741"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ShapeNameChangedByPowerUser2"/>
            <p:cNvSpPr>
              <a:spLocks noChangeAspect="1"/>
            </p:cNvSpPr>
            <p:nvPr/>
          </p:nvSpPr>
          <p:spPr>
            <a:xfrm>
              <a:off x="3794740"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2"/>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8" name="ShapeNameChangedByPowerUser1"/>
          <p:cNvSpPr>
            <a:spLocks noChangeAspect="1"/>
          </p:cNvSpPr>
          <p:nvPr/>
        </p:nvSpPr>
        <p:spPr>
          <a:xfrm>
            <a:off x="4489254"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 name="ShapeNameChangedByPowerUser1"/>
          <p:cNvSpPr>
            <a:spLocks noChangeAspect="1"/>
          </p:cNvSpPr>
          <p:nvPr/>
        </p:nvSpPr>
        <p:spPr>
          <a:xfrm>
            <a:off x="5909311" y="2550598"/>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 name="ShapeNameChangedByPowerUser1"/>
          <p:cNvSpPr>
            <a:spLocks noChangeAspect="1"/>
          </p:cNvSpPr>
          <p:nvPr/>
        </p:nvSpPr>
        <p:spPr>
          <a:xfrm>
            <a:off x="7329368"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sp>
        <p:nvSpPr>
          <p:cNvPr id="21" name="ShapeNameChangedByPowerUser1"/>
          <p:cNvSpPr>
            <a:spLocks noChangeAspect="1"/>
          </p:cNvSpPr>
          <p:nvPr/>
        </p:nvSpPr>
        <p:spPr>
          <a:xfrm>
            <a:off x="5909311" y="4173870"/>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4</a:t>
            </a:r>
          </a:p>
        </p:txBody>
      </p:sp>
      <p:sp>
        <p:nvSpPr>
          <p:cNvPr id="22" name="TextBox 21">
            <a:extLst>
              <a:ext uri="{FF2B5EF4-FFF2-40B4-BE49-F238E27FC236}">
                <a16:creationId xmlns:a16="http://schemas.microsoft.com/office/drawing/2014/main" id="{8E678060-1087-03EB-BB8D-16749A80974E}"/>
              </a:ext>
            </a:extLst>
          </p:cNvPr>
          <p:cNvSpPr txBox="1"/>
          <p:nvPr/>
        </p:nvSpPr>
        <p:spPr>
          <a:xfrm>
            <a:off x="838200" y="2069219"/>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1"/>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3" name="TextBox 22">
            <a:extLst>
              <a:ext uri="{FF2B5EF4-FFF2-40B4-BE49-F238E27FC236}">
                <a16:creationId xmlns:a16="http://schemas.microsoft.com/office/drawing/2014/main" id="{8276E7C2-92FC-F2DB-4E24-878D11F5DB7B}"/>
              </a:ext>
            </a:extLst>
          </p:cNvPr>
          <p:cNvSpPr txBox="1"/>
          <p:nvPr/>
        </p:nvSpPr>
        <p:spPr>
          <a:xfrm>
            <a:off x="838200" y="4496925"/>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4"/>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4" name="TextBox 23">
            <a:extLst>
              <a:ext uri="{FF2B5EF4-FFF2-40B4-BE49-F238E27FC236}">
                <a16:creationId xmlns:a16="http://schemas.microsoft.com/office/drawing/2014/main" id="{AB723F21-29CC-BD0B-820C-184803B6EDE0}"/>
              </a:ext>
            </a:extLst>
          </p:cNvPr>
          <p:cNvSpPr txBox="1"/>
          <p:nvPr/>
        </p:nvSpPr>
        <p:spPr>
          <a:xfrm>
            <a:off x="8191500" y="2069219"/>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2"/>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5" name="TextBox 24">
            <a:extLst>
              <a:ext uri="{FF2B5EF4-FFF2-40B4-BE49-F238E27FC236}">
                <a16:creationId xmlns:a16="http://schemas.microsoft.com/office/drawing/2014/main" id="{AF310B7F-DDE3-ACAE-E019-A88EDE6065D5}"/>
              </a:ext>
            </a:extLst>
          </p:cNvPr>
          <p:cNvSpPr txBox="1"/>
          <p:nvPr/>
        </p:nvSpPr>
        <p:spPr>
          <a:xfrm>
            <a:off x="8191500" y="4496925"/>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3"/>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309516767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15" imgW="270" imgH="270" progId="TCLayout.ActiveDocument.1">
                  <p:embed/>
                </p:oleObj>
              </mc:Choice>
              <mc:Fallback>
                <p:oleObj name="think-cell Slide" r:id="rId15" imgW="270" imgH="270" progId="TCLayout.ActiveDocument.1">
                  <p:embed/>
                  <p:pic>
                    <p:nvPicPr>
                      <p:cNvPr id="10" name="Object 9" hidden="1"/>
                      <p:cNvPicPr/>
                      <p:nvPr/>
                    </p:nvPicPr>
                    <p:blipFill>
                      <a:blip r:embed="rId1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Puzzle pieces 10</a:t>
            </a:r>
          </a:p>
        </p:txBody>
      </p:sp>
      <p:sp>
        <p:nvSpPr>
          <p:cNvPr id="5" name="TextBox 4"/>
          <p:cNvSpPr txBox="1"/>
          <p:nvPr/>
        </p:nvSpPr>
        <p:spPr>
          <a:xfrm>
            <a:off x="838200" y="177030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1"/>
                </a:solidFill>
                <a:effectLst/>
                <a:uLnTx/>
                <a:uFillTx/>
              </a:rPr>
              <a:t>1.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7" name="TextBox 16">
            <a:extLst>
              <a:ext uri="{FF2B5EF4-FFF2-40B4-BE49-F238E27FC236}">
                <a16:creationId xmlns:a16="http://schemas.microsoft.com/office/drawing/2014/main" id="{00BE60B3-83EA-4031-8198-44E770D5136E}"/>
              </a:ext>
            </a:extLst>
          </p:cNvPr>
          <p:cNvSpPr txBox="1"/>
          <p:nvPr/>
        </p:nvSpPr>
        <p:spPr>
          <a:xfrm>
            <a:off x="838200" y="341174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3"/>
                </a:solidFill>
                <a:effectLst/>
                <a:uLnTx/>
                <a:uFillTx/>
              </a:rPr>
              <a:t>3.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6" name="TextBox 25">
            <a:extLst>
              <a:ext uri="{FF2B5EF4-FFF2-40B4-BE49-F238E27FC236}">
                <a16:creationId xmlns:a16="http://schemas.microsoft.com/office/drawing/2014/main" id="{D9211385-7A64-A663-4281-95AFC555147E}"/>
              </a:ext>
            </a:extLst>
          </p:cNvPr>
          <p:cNvSpPr txBox="1"/>
          <p:nvPr/>
        </p:nvSpPr>
        <p:spPr>
          <a:xfrm>
            <a:off x="8401800" y="177030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2"/>
                </a:solidFill>
                <a:effectLst/>
                <a:uLnTx/>
                <a:uFillTx/>
              </a:rPr>
              <a:t>2.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8" name="TextBox 27">
            <a:extLst>
              <a:ext uri="{FF2B5EF4-FFF2-40B4-BE49-F238E27FC236}">
                <a16:creationId xmlns:a16="http://schemas.microsoft.com/office/drawing/2014/main" id="{AC91F76F-2A29-78DE-9B0D-C5DF013691EF}"/>
              </a:ext>
            </a:extLst>
          </p:cNvPr>
          <p:cNvSpPr txBox="1"/>
          <p:nvPr/>
        </p:nvSpPr>
        <p:spPr>
          <a:xfrm>
            <a:off x="8401800" y="341174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5"/>
                </a:solidFill>
                <a:effectLst/>
                <a:uLnTx/>
                <a:uFillTx/>
              </a:rPr>
              <a:t>4.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5" name="Crowdsourcing2">
            <a:extLst>
              <a:ext uri="{FF2B5EF4-FFF2-40B4-BE49-F238E27FC236}">
                <a16:creationId xmlns:a16="http://schemas.microsoft.com/office/drawing/2014/main" id="{7D22BC7C-69BB-8487-F470-F8088B7D4B98}"/>
              </a:ext>
            </a:extLst>
          </p:cNvPr>
          <p:cNvSpPr>
            <a:spLocks/>
          </p:cNvSpPr>
          <p:nvPr>
            <p:custDataLst>
              <p:tags r:id="rId3"/>
            </p:custDataLst>
          </p:nvPr>
        </p:nvSpPr>
        <p:spPr bwMode="auto">
          <a:xfrm>
            <a:off x="5593816" y="5355690"/>
            <a:ext cx="1004383" cy="340465"/>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Crowdsourcing2">
            <a:extLst>
              <a:ext uri="{FF2B5EF4-FFF2-40B4-BE49-F238E27FC236}">
                <a16:creationId xmlns:a16="http://schemas.microsoft.com/office/drawing/2014/main" id="{32EB8014-6B00-BE54-BFE2-F9EEF6F31A19}"/>
              </a:ext>
            </a:extLst>
          </p:cNvPr>
          <p:cNvSpPr>
            <a:spLocks/>
          </p:cNvSpPr>
          <p:nvPr>
            <p:custDataLst>
              <p:tags r:id="rId4"/>
            </p:custDataLst>
          </p:nvPr>
        </p:nvSpPr>
        <p:spPr bwMode="auto">
          <a:xfrm>
            <a:off x="5936526" y="1287612"/>
            <a:ext cx="323438" cy="1004383"/>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Crowdsourcing2">
            <a:extLst>
              <a:ext uri="{FF2B5EF4-FFF2-40B4-BE49-F238E27FC236}">
                <a16:creationId xmlns:a16="http://schemas.microsoft.com/office/drawing/2014/main" id="{D7EB0C5C-D289-0126-7459-B7ABDD43AFA8}"/>
              </a:ext>
            </a:extLst>
          </p:cNvPr>
          <p:cNvSpPr>
            <a:spLocks/>
          </p:cNvSpPr>
          <p:nvPr>
            <p:custDataLst>
              <p:tags r:id="rId5"/>
            </p:custDataLst>
          </p:nvPr>
        </p:nvSpPr>
        <p:spPr bwMode="auto">
          <a:xfrm>
            <a:off x="3755282"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rowdsourcing2">
            <a:extLst>
              <a:ext uri="{FF2B5EF4-FFF2-40B4-BE49-F238E27FC236}">
                <a16:creationId xmlns:a16="http://schemas.microsoft.com/office/drawing/2014/main" id="{D39CE313-34AA-0823-C377-6DFBB3ECE51C}"/>
              </a:ext>
            </a:extLst>
          </p:cNvPr>
          <p:cNvSpPr>
            <a:spLocks/>
          </p:cNvSpPr>
          <p:nvPr>
            <p:custDataLst>
              <p:tags r:id="rId6"/>
            </p:custDataLst>
          </p:nvPr>
        </p:nvSpPr>
        <p:spPr bwMode="auto">
          <a:xfrm>
            <a:off x="4351103" y="1883434"/>
            <a:ext cx="834150" cy="817122"/>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Crowdsourcing2">
            <a:extLst>
              <a:ext uri="{FF2B5EF4-FFF2-40B4-BE49-F238E27FC236}">
                <a16:creationId xmlns:a16="http://schemas.microsoft.com/office/drawing/2014/main" id="{9A837BF3-2388-841F-0496-357389784F34}"/>
              </a:ext>
            </a:extLst>
          </p:cNvPr>
          <p:cNvSpPr>
            <a:spLocks/>
          </p:cNvSpPr>
          <p:nvPr>
            <p:custDataLst>
              <p:tags r:id="rId7"/>
            </p:custDataLst>
          </p:nvPr>
        </p:nvSpPr>
        <p:spPr bwMode="auto">
          <a:xfrm>
            <a:off x="6989733" y="1883434"/>
            <a:ext cx="834150" cy="817122"/>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Crowdsourcing2">
            <a:extLst>
              <a:ext uri="{FF2B5EF4-FFF2-40B4-BE49-F238E27FC236}">
                <a16:creationId xmlns:a16="http://schemas.microsoft.com/office/drawing/2014/main" id="{6A108BF6-2CDA-BCB4-DCD6-2F7AE0147FB6}"/>
              </a:ext>
            </a:extLst>
          </p:cNvPr>
          <p:cNvSpPr>
            <a:spLocks/>
          </p:cNvSpPr>
          <p:nvPr>
            <p:custDataLst>
              <p:tags r:id="rId8"/>
            </p:custDataLst>
          </p:nvPr>
        </p:nvSpPr>
        <p:spPr bwMode="auto">
          <a:xfrm>
            <a:off x="7432335"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Crowdsourcing2">
            <a:extLst>
              <a:ext uri="{FF2B5EF4-FFF2-40B4-BE49-F238E27FC236}">
                <a16:creationId xmlns:a16="http://schemas.microsoft.com/office/drawing/2014/main" id="{4617C9A8-8643-37D2-7D1F-CC06F5333E60}"/>
              </a:ext>
            </a:extLst>
          </p:cNvPr>
          <p:cNvSpPr>
            <a:spLocks/>
          </p:cNvSpPr>
          <p:nvPr>
            <p:custDataLst>
              <p:tags r:id="rId9"/>
            </p:custDataLst>
          </p:nvPr>
        </p:nvSpPr>
        <p:spPr bwMode="auto">
          <a:xfrm>
            <a:off x="5593816" y="5756065"/>
            <a:ext cx="1004383" cy="510698"/>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Shape 34">
            <a:extLst>
              <a:ext uri="{FF2B5EF4-FFF2-40B4-BE49-F238E27FC236}">
                <a16:creationId xmlns:a16="http://schemas.microsoft.com/office/drawing/2014/main" id="{2860EC3B-F257-D493-3404-D9AEC991C5F2}"/>
              </a:ext>
            </a:extLst>
          </p:cNvPr>
          <p:cNvSpPr>
            <a:spLocks/>
          </p:cNvSpPr>
          <p:nvPr>
            <p:custDataLst>
              <p:tags r:id="rId10"/>
            </p:custDataLst>
          </p:nvPr>
        </p:nvSpPr>
        <p:spPr bwMode="auto">
          <a:xfrm>
            <a:off x="4953150" y="3632212"/>
            <a:ext cx="1118224" cy="1655887"/>
          </a:xfrm>
          <a:custGeom>
            <a:avLst/>
            <a:gdLst>
              <a:gd name="connsiteX0" fmla="*/ 476197 w 1353051"/>
              <a:gd name="connsiteY0" fmla="*/ 198 h 2003623"/>
              <a:gd name="connsiteX1" fmla="*/ 634237 w 1353051"/>
              <a:gd name="connsiteY1" fmla="*/ 46484 h 2003623"/>
              <a:gd name="connsiteX2" fmla="*/ 596868 w 1353051"/>
              <a:gd name="connsiteY2" fmla="*/ 213943 h 2003623"/>
              <a:gd name="connsiteX3" fmla="*/ 567810 w 1353051"/>
              <a:gd name="connsiteY3" fmla="*/ 272874 h 2003623"/>
              <a:gd name="connsiteX4" fmla="*/ 1353051 w 1353051"/>
              <a:gd name="connsiteY4" fmla="*/ 272874 h 2003623"/>
              <a:gd name="connsiteX5" fmla="*/ 1353051 w 1353051"/>
              <a:gd name="connsiteY5" fmla="*/ 1050667 h 2003623"/>
              <a:gd name="connsiteX6" fmla="*/ 1295385 w 1353051"/>
              <a:gd name="connsiteY6" fmla="*/ 1022232 h 2003623"/>
              <a:gd name="connsiteX7" fmla="*/ 1127926 w 1353051"/>
              <a:gd name="connsiteY7" fmla="*/ 984863 h 2003623"/>
              <a:gd name="connsiteX8" fmla="*/ 1118428 w 1353051"/>
              <a:gd name="connsiteY8" fmla="*/ 1302819 h 2003623"/>
              <a:gd name="connsiteX9" fmla="*/ 1282409 w 1353051"/>
              <a:gd name="connsiteY9" fmla="*/ 1273385 h 2003623"/>
              <a:gd name="connsiteX10" fmla="*/ 1353051 w 1353051"/>
              <a:gd name="connsiteY10" fmla="*/ 1241691 h 2003623"/>
              <a:gd name="connsiteX11" fmla="*/ 1353051 w 1353051"/>
              <a:gd name="connsiteY11" fmla="*/ 2003623 h 2003623"/>
              <a:gd name="connsiteX12" fmla="*/ 979711 w 1353051"/>
              <a:gd name="connsiteY12" fmla="*/ 2003623 h 2003623"/>
              <a:gd name="connsiteX13" fmla="*/ 778142 w 1353051"/>
              <a:gd name="connsiteY13" fmla="*/ 1802942 h 2003623"/>
              <a:gd name="connsiteX14" fmla="*/ 320735 w 1353051"/>
              <a:gd name="connsiteY14" fmla="*/ 915312 h 2003623"/>
              <a:gd name="connsiteX15" fmla="*/ 25013 w 1353051"/>
              <a:gd name="connsiteY15" fmla="*/ 378332 h 2003623"/>
              <a:gd name="connsiteX16" fmla="*/ 0 w 1353051"/>
              <a:gd name="connsiteY16" fmla="*/ 272874 h 2003623"/>
              <a:gd name="connsiteX17" fmla="*/ 377977 w 1353051"/>
              <a:gd name="connsiteY17" fmla="*/ 272874 h 2003623"/>
              <a:gd name="connsiteX18" fmla="*/ 345715 w 1353051"/>
              <a:gd name="connsiteY18" fmla="*/ 200967 h 2003623"/>
              <a:gd name="connsiteX19" fmla="*/ 316281 w 1353051"/>
              <a:gd name="connsiteY19" fmla="*/ 36986 h 2003623"/>
              <a:gd name="connsiteX20" fmla="*/ 476197 w 1353051"/>
              <a:gd name="connsiteY20" fmla="*/ 198 h 200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53051" h="2003623">
                <a:moveTo>
                  <a:pt x="476197" y="198"/>
                </a:moveTo>
                <a:cubicBezTo>
                  <a:pt x="547301" y="2112"/>
                  <a:pt x="618091" y="17871"/>
                  <a:pt x="634237" y="46484"/>
                </a:cubicBezTo>
                <a:cubicBezTo>
                  <a:pt x="650383" y="75098"/>
                  <a:pt x="627748" y="144609"/>
                  <a:pt x="596868" y="213943"/>
                </a:cubicBezTo>
                <a:lnTo>
                  <a:pt x="567810" y="272874"/>
                </a:lnTo>
                <a:lnTo>
                  <a:pt x="1353051" y="272874"/>
                </a:lnTo>
                <a:lnTo>
                  <a:pt x="1353051" y="1050667"/>
                </a:lnTo>
                <a:lnTo>
                  <a:pt x="1295385" y="1022232"/>
                </a:lnTo>
                <a:cubicBezTo>
                  <a:pt x="1226051" y="991352"/>
                  <a:pt x="1156540" y="968717"/>
                  <a:pt x="1127926" y="984863"/>
                </a:cubicBezTo>
                <a:cubicBezTo>
                  <a:pt x="1070700" y="1017155"/>
                  <a:pt x="1064890" y="1268024"/>
                  <a:pt x="1118428" y="1302819"/>
                </a:cubicBezTo>
                <a:cubicBezTo>
                  <a:pt x="1145197" y="1320217"/>
                  <a:pt x="1213573" y="1300994"/>
                  <a:pt x="1282409" y="1273385"/>
                </a:cubicBezTo>
                <a:lnTo>
                  <a:pt x="1353051" y="1241691"/>
                </a:lnTo>
                <a:lnTo>
                  <a:pt x="1353051" y="2003623"/>
                </a:lnTo>
                <a:lnTo>
                  <a:pt x="979711" y="2003623"/>
                </a:lnTo>
                <a:cubicBezTo>
                  <a:pt x="863421" y="2003623"/>
                  <a:pt x="778142" y="1911001"/>
                  <a:pt x="778142" y="1802942"/>
                </a:cubicBezTo>
                <a:cubicBezTo>
                  <a:pt x="778142" y="1455608"/>
                  <a:pt x="413767" y="1023371"/>
                  <a:pt x="320735" y="915312"/>
                </a:cubicBezTo>
                <a:cubicBezTo>
                  <a:pt x="185063" y="760941"/>
                  <a:pt x="82704" y="579436"/>
                  <a:pt x="25013" y="378332"/>
                </a:cubicBezTo>
                <a:lnTo>
                  <a:pt x="0" y="272874"/>
                </a:lnTo>
                <a:lnTo>
                  <a:pt x="377977" y="272874"/>
                </a:lnTo>
                <a:lnTo>
                  <a:pt x="345715" y="200967"/>
                </a:lnTo>
                <a:cubicBezTo>
                  <a:pt x="318106" y="132131"/>
                  <a:pt x="298883" y="63755"/>
                  <a:pt x="316281" y="36986"/>
                </a:cubicBezTo>
                <a:cubicBezTo>
                  <a:pt x="333678" y="10217"/>
                  <a:pt x="405094" y="-1715"/>
                  <a:pt x="476197" y="198"/>
                </a:cubicBezTo>
                <a:close/>
              </a:path>
            </a:pathLst>
          </a:custGeom>
          <a:solidFill>
            <a:schemeClr val="accent3"/>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33">
            <a:extLst>
              <a:ext uri="{FF2B5EF4-FFF2-40B4-BE49-F238E27FC236}">
                <a16:creationId xmlns:a16="http://schemas.microsoft.com/office/drawing/2014/main" id="{586439C8-827C-E40A-0A91-3AB48925FFDA}"/>
              </a:ext>
            </a:extLst>
          </p:cNvPr>
          <p:cNvSpPr>
            <a:spLocks/>
          </p:cNvSpPr>
          <p:nvPr>
            <p:custDataLst>
              <p:tags r:id="rId11"/>
            </p:custDataLst>
          </p:nvPr>
        </p:nvSpPr>
        <p:spPr bwMode="auto">
          <a:xfrm>
            <a:off x="5851498" y="3857728"/>
            <a:ext cx="1387465" cy="1430371"/>
          </a:xfrm>
          <a:custGeom>
            <a:avLst/>
            <a:gdLst>
              <a:gd name="connsiteX0" fmla="*/ 272874 w 1678833"/>
              <a:gd name="connsiteY0" fmla="*/ 0 h 1730749"/>
              <a:gd name="connsiteX1" fmla="*/ 1050667 w 1678833"/>
              <a:gd name="connsiteY1" fmla="*/ 0 h 1730749"/>
              <a:gd name="connsiteX2" fmla="*/ 1022232 w 1678833"/>
              <a:gd name="connsiteY2" fmla="*/ 57666 h 1730749"/>
              <a:gd name="connsiteX3" fmla="*/ 984863 w 1678833"/>
              <a:gd name="connsiteY3" fmla="*/ 225125 h 1730749"/>
              <a:gd name="connsiteX4" fmla="*/ 1302819 w 1678833"/>
              <a:gd name="connsiteY4" fmla="*/ 234623 h 1730749"/>
              <a:gd name="connsiteX5" fmla="*/ 1273385 w 1678833"/>
              <a:gd name="connsiteY5" fmla="*/ 70642 h 1730749"/>
              <a:gd name="connsiteX6" fmla="*/ 1241691 w 1678833"/>
              <a:gd name="connsiteY6" fmla="*/ 0 h 1730749"/>
              <a:gd name="connsiteX7" fmla="*/ 1678833 w 1678833"/>
              <a:gd name="connsiteY7" fmla="*/ 0 h 1730749"/>
              <a:gd name="connsiteX8" fmla="*/ 1650412 w 1678833"/>
              <a:gd name="connsiteY8" fmla="*/ 116583 h 1730749"/>
              <a:gd name="connsiteX9" fmla="*/ 1334704 w 1678833"/>
              <a:gd name="connsiteY9" fmla="*/ 673312 h 1730749"/>
              <a:gd name="connsiteX10" fmla="*/ 900555 w 1678833"/>
              <a:gd name="connsiteY10" fmla="*/ 1522349 h 1730749"/>
              <a:gd name="connsiteX11" fmla="*/ 900555 w 1678833"/>
              <a:gd name="connsiteY11" fmla="*/ 1530068 h 1730749"/>
              <a:gd name="connsiteX12" fmla="*/ 698986 w 1678833"/>
              <a:gd name="connsiteY12" fmla="*/ 1730749 h 1730749"/>
              <a:gd name="connsiteX13" fmla="*/ 272874 w 1678833"/>
              <a:gd name="connsiteY13" fmla="*/ 1730749 h 1730749"/>
              <a:gd name="connsiteX14" fmla="*/ 272874 w 1678833"/>
              <a:gd name="connsiteY14" fmla="*/ 975074 h 1730749"/>
              <a:gd name="connsiteX15" fmla="*/ 200967 w 1678833"/>
              <a:gd name="connsiteY15" fmla="*/ 1007336 h 1730749"/>
              <a:gd name="connsiteX16" fmla="*/ 36986 w 1678833"/>
              <a:gd name="connsiteY16" fmla="*/ 1036770 h 1730749"/>
              <a:gd name="connsiteX17" fmla="*/ 46484 w 1678833"/>
              <a:gd name="connsiteY17" fmla="*/ 718814 h 1730749"/>
              <a:gd name="connsiteX18" fmla="*/ 213943 w 1678833"/>
              <a:gd name="connsiteY18" fmla="*/ 756183 h 1730749"/>
              <a:gd name="connsiteX19" fmla="*/ 272874 w 1678833"/>
              <a:gd name="connsiteY19" fmla="*/ 785241 h 1730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78833" h="1730749">
                <a:moveTo>
                  <a:pt x="272874" y="0"/>
                </a:moveTo>
                <a:lnTo>
                  <a:pt x="1050667" y="0"/>
                </a:lnTo>
                <a:lnTo>
                  <a:pt x="1022232" y="57666"/>
                </a:lnTo>
                <a:cubicBezTo>
                  <a:pt x="991352" y="127000"/>
                  <a:pt x="968717" y="196511"/>
                  <a:pt x="984863" y="225125"/>
                </a:cubicBezTo>
                <a:cubicBezTo>
                  <a:pt x="1017155" y="282351"/>
                  <a:pt x="1268024" y="288161"/>
                  <a:pt x="1302819" y="234623"/>
                </a:cubicBezTo>
                <a:cubicBezTo>
                  <a:pt x="1320217" y="207854"/>
                  <a:pt x="1300994" y="139478"/>
                  <a:pt x="1273385" y="70642"/>
                </a:cubicBezTo>
                <a:lnTo>
                  <a:pt x="1241691" y="0"/>
                </a:lnTo>
                <a:lnTo>
                  <a:pt x="1678833" y="0"/>
                </a:lnTo>
                <a:lnTo>
                  <a:pt x="1650412" y="116583"/>
                </a:lnTo>
                <a:cubicBezTo>
                  <a:pt x="1589088" y="324772"/>
                  <a:pt x="1480066" y="514117"/>
                  <a:pt x="1334704" y="673312"/>
                </a:cubicBezTo>
                <a:cubicBezTo>
                  <a:pt x="1218414" y="804527"/>
                  <a:pt x="908308" y="1190453"/>
                  <a:pt x="900555" y="1522349"/>
                </a:cubicBezTo>
                <a:lnTo>
                  <a:pt x="900555" y="1530068"/>
                </a:lnTo>
                <a:cubicBezTo>
                  <a:pt x="900555" y="1638127"/>
                  <a:pt x="807523" y="1730749"/>
                  <a:pt x="698986" y="1730749"/>
                </a:cubicBezTo>
                <a:lnTo>
                  <a:pt x="272874" y="1730749"/>
                </a:lnTo>
                <a:lnTo>
                  <a:pt x="272874" y="975074"/>
                </a:lnTo>
                <a:lnTo>
                  <a:pt x="200967" y="1007336"/>
                </a:lnTo>
                <a:cubicBezTo>
                  <a:pt x="132131" y="1034945"/>
                  <a:pt x="63755" y="1054168"/>
                  <a:pt x="36986" y="1036770"/>
                </a:cubicBezTo>
                <a:cubicBezTo>
                  <a:pt x="-16552" y="1001975"/>
                  <a:pt x="-10742" y="751106"/>
                  <a:pt x="46484" y="718814"/>
                </a:cubicBezTo>
                <a:cubicBezTo>
                  <a:pt x="75098" y="702668"/>
                  <a:pt x="144609" y="725303"/>
                  <a:pt x="213943" y="756183"/>
                </a:cubicBezTo>
                <a:lnTo>
                  <a:pt x="272874" y="785241"/>
                </a:lnTo>
                <a:close/>
              </a:path>
            </a:pathLst>
          </a:custGeom>
          <a:solidFill>
            <a:schemeClr val="accent5"/>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Shape 32">
            <a:extLst>
              <a:ext uri="{FF2B5EF4-FFF2-40B4-BE49-F238E27FC236}">
                <a16:creationId xmlns:a16="http://schemas.microsoft.com/office/drawing/2014/main" id="{59A9A7E2-8A01-EF05-85D2-D03ADF383175}"/>
              </a:ext>
            </a:extLst>
          </p:cNvPr>
          <p:cNvSpPr>
            <a:spLocks/>
          </p:cNvSpPr>
          <p:nvPr>
            <p:custDataLst>
              <p:tags r:id="rId12"/>
            </p:custDataLst>
          </p:nvPr>
        </p:nvSpPr>
        <p:spPr bwMode="auto">
          <a:xfrm>
            <a:off x="6077013" y="2462227"/>
            <a:ext cx="1185088" cy="1624713"/>
          </a:xfrm>
          <a:custGeom>
            <a:avLst/>
            <a:gdLst>
              <a:gd name="connsiteX0" fmla="*/ 22974 w 1433957"/>
              <a:gd name="connsiteY0" fmla="*/ 0 h 1965903"/>
              <a:gd name="connsiteX1" fmla="*/ 1433957 w 1433957"/>
              <a:gd name="connsiteY1" fmla="*/ 1412490 h 1965903"/>
              <a:gd name="connsiteX2" fmla="*/ 1408519 w 1433957"/>
              <a:gd name="connsiteY2" fmla="*/ 1678055 h 1965903"/>
              <a:gd name="connsiteX3" fmla="*/ 1404868 w 1433957"/>
              <a:gd name="connsiteY3" fmla="*/ 1693030 h 1965903"/>
              <a:gd name="connsiteX4" fmla="*/ 975074 w 1433957"/>
              <a:gd name="connsiteY4" fmla="*/ 1693030 h 1965903"/>
              <a:gd name="connsiteX5" fmla="*/ 1007336 w 1433957"/>
              <a:gd name="connsiteY5" fmla="*/ 1764937 h 1965903"/>
              <a:gd name="connsiteX6" fmla="*/ 1036770 w 1433957"/>
              <a:gd name="connsiteY6" fmla="*/ 1928918 h 1965903"/>
              <a:gd name="connsiteX7" fmla="*/ 718814 w 1433957"/>
              <a:gd name="connsiteY7" fmla="*/ 1919420 h 1965903"/>
              <a:gd name="connsiteX8" fmla="*/ 756183 w 1433957"/>
              <a:gd name="connsiteY8" fmla="*/ 1751961 h 1965903"/>
              <a:gd name="connsiteX9" fmla="*/ 785241 w 1433957"/>
              <a:gd name="connsiteY9" fmla="*/ 1693030 h 1965903"/>
              <a:gd name="connsiteX10" fmla="*/ 0 w 1433957"/>
              <a:gd name="connsiteY10" fmla="*/ 1693030 h 1965903"/>
              <a:gd name="connsiteX11" fmla="*/ 0 w 1433957"/>
              <a:gd name="connsiteY11" fmla="*/ 915237 h 1965903"/>
              <a:gd name="connsiteX12" fmla="*/ 57666 w 1433957"/>
              <a:gd name="connsiteY12" fmla="*/ 943672 h 1965903"/>
              <a:gd name="connsiteX13" fmla="*/ 225125 w 1433957"/>
              <a:gd name="connsiteY13" fmla="*/ 981041 h 1965903"/>
              <a:gd name="connsiteX14" fmla="*/ 234623 w 1433957"/>
              <a:gd name="connsiteY14" fmla="*/ 663085 h 1965903"/>
              <a:gd name="connsiteX15" fmla="*/ 70642 w 1433957"/>
              <a:gd name="connsiteY15" fmla="*/ 692519 h 1965903"/>
              <a:gd name="connsiteX16" fmla="*/ 0 w 1433957"/>
              <a:gd name="connsiteY16" fmla="*/ 724213 h 1965903"/>
              <a:gd name="connsiteX17" fmla="*/ 0 w 1433957"/>
              <a:gd name="connsiteY17" fmla="*/ 1157 h 196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3957" h="1965903">
                <a:moveTo>
                  <a:pt x="22974" y="0"/>
                </a:moveTo>
                <a:cubicBezTo>
                  <a:pt x="805992" y="0"/>
                  <a:pt x="1433957" y="632919"/>
                  <a:pt x="1433957" y="1412490"/>
                </a:cubicBezTo>
                <a:cubicBezTo>
                  <a:pt x="1433957" y="1503182"/>
                  <a:pt x="1425236" y="1591945"/>
                  <a:pt x="1408519" y="1678055"/>
                </a:cubicBezTo>
                <a:lnTo>
                  <a:pt x="1404868" y="1693030"/>
                </a:lnTo>
                <a:lnTo>
                  <a:pt x="975074" y="1693030"/>
                </a:lnTo>
                <a:lnTo>
                  <a:pt x="1007336" y="1764937"/>
                </a:lnTo>
                <a:cubicBezTo>
                  <a:pt x="1034945" y="1833773"/>
                  <a:pt x="1054168" y="1902149"/>
                  <a:pt x="1036770" y="1928918"/>
                </a:cubicBezTo>
                <a:cubicBezTo>
                  <a:pt x="1001975" y="1982456"/>
                  <a:pt x="751106" y="1976646"/>
                  <a:pt x="718814" y="1919420"/>
                </a:cubicBezTo>
                <a:cubicBezTo>
                  <a:pt x="702668" y="1890806"/>
                  <a:pt x="725303" y="1821295"/>
                  <a:pt x="756183" y="1751961"/>
                </a:cubicBezTo>
                <a:lnTo>
                  <a:pt x="785241" y="1693030"/>
                </a:lnTo>
                <a:lnTo>
                  <a:pt x="0" y="1693030"/>
                </a:lnTo>
                <a:lnTo>
                  <a:pt x="0" y="915237"/>
                </a:lnTo>
                <a:lnTo>
                  <a:pt x="57666" y="943672"/>
                </a:lnTo>
                <a:cubicBezTo>
                  <a:pt x="127000" y="974552"/>
                  <a:pt x="196511" y="997187"/>
                  <a:pt x="225125" y="981041"/>
                </a:cubicBezTo>
                <a:cubicBezTo>
                  <a:pt x="282351" y="948749"/>
                  <a:pt x="288161" y="697880"/>
                  <a:pt x="234623" y="663085"/>
                </a:cubicBezTo>
                <a:cubicBezTo>
                  <a:pt x="207854" y="645687"/>
                  <a:pt x="139478" y="664910"/>
                  <a:pt x="70642" y="692519"/>
                </a:cubicBezTo>
                <a:lnTo>
                  <a:pt x="0" y="724213"/>
                </a:lnTo>
                <a:lnTo>
                  <a:pt x="0" y="1157"/>
                </a:lnTo>
                <a:close/>
              </a:path>
            </a:pathLst>
          </a:custGeom>
          <a:solidFill>
            <a:schemeClr val="accent2"/>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D1B1C293-F49E-C011-EC80-FEFA10C19F41}"/>
              </a:ext>
            </a:extLst>
          </p:cNvPr>
          <p:cNvSpPr/>
          <p:nvPr/>
        </p:nvSpPr>
        <p:spPr>
          <a:xfrm>
            <a:off x="4929898" y="2463467"/>
            <a:ext cx="1366991" cy="1397957"/>
          </a:xfrm>
          <a:custGeom>
            <a:avLst/>
            <a:gdLst>
              <a:gd name="connsiteX0" fmla="*/ 1381186 w 1654059"/>
              <a:gd name="connsiteY0" fmla="*/ 0 h 1691528"/>
              <a:gd name="connsiteX1" fmla="*/ 1381186 w 1654059"/>
              <a:gd name="connsiteY1" fmla="*/ 716454 h 1691528"/>
              <a:gd name="connsiteX2" fmla="*/ 1453093 w 1654059"/>
              <a:gd name="connsiteY2" fmla="*/ 684192 h 1691528"/>
              <a:gd name="connsiteX3" fmla="*/ 1617074 w 1654059"/>
              <a:gd name="connsiteY3" fmla="*/ 654758 h 1691528"/>
              <a:gd name="connsiteX4" fmla="*/ 1607576 w 1654059"/>
              <a:gd name="connsiteY4" fmla="*/ 972714 h 1691528"/>
              <a:gd name="connsiteX5" fmla="*/ 1440117 w 1654059"/>
              <a:gd name="connsiteY5" fmla="*/ 935345 h 1691528"/>
              <a:gd name="connsiteX6" fmla="*/ 1381186 w 1654059"/>
              <a:gd name="connsiteY6" fmla="*/ 906287 h 1691528"/>
              <a:gd name="connsiteX7" fmla="*/ 1381186 w 1654059"/>
              <a:gd name="connsiteY7" fmla="*/ 1691528 h 1691528"/>
              <a:gd name="connsiteX8" fmla="*/ 603393 w 1654059"/>
              <a:gd name="connsiteY8" fmla="*/ 1691528 h 1691528"/>
              <a:gd name="connsiteX9" fmla="*/ 631828 w 1654059"/>
              <a:gd name="connsiteY9" fmla="*/ 1633862 h 1691528"/>
              <a:gd name="connsiteX10" fmla="*/ 669197 w 1654059"/>
              <a:gd name="connsiteY10" fmla="*/ 1466403 h 1691528"/>
              <a:gd name="connsiteX11" fmla="*/ 351241 w 1654059"/>
              <a:gd name="connsiteY11" fmla="*/ 1456905 h 1691528"/>
              <a:gd name="connsiteX12" fmla="*/ 380675 w 1654059"/>
              <a:gd name="connsiteY12" fmla="*/ 1620886 h 1691528"/>
              <a:gd name="connsiteX13" fmla="*/ 412369 w 1654059"/>
              <a:gd name="connsiteY13" fmla="*/ 1691528 h 1691528"/>
              <a:gd name="connsiteX14" fmla="*/ 29196 w 1654059"/>
              <a:gd name="connsiteY14" fmla="*/ 1691528 h 1691528"/>
              <a:gd name="connsiteX15" fmla="*/ 23985 w 1654059"/>
              <a:gd name="connsiteY15" fmla="*/ 1669559 h 1691528"/>
              <a:gd name="connsiteX16" fmla="*/ 0 w 1654059"/>
              <a:gd name="connsiteY16" fmla="*/ 1410989 h 1691528"/>
              <a:gd name="connsiteX17" fmla="*/ 1266100 w 1654059"/>
              <a:gd name="connsiteY17" fmla="*/ 5797 h 1691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54059" h="1691528">
                <a:moveTo>
                  <a:pt x="1381186" y="0"/>
                </a:moveTo>
                <a:lnTo>
                  <a:pt x="1381186" y="716454"/>
                </a:lnTo>
                <a:lnTo>
                  <a:pt x="1453093" y="684192"/>
                </a:lnTo>
                <a:cubicBezTo>
                  <a:pt x="1521929" y="656583"/>
                  <a:pt x="1590305" y="637360"/>
                  <a:pt x="1617074" y="654758"/>
                </a:cubicBezTo>
                <a:cubicBezTo>
                  <a:pt x="1670612" y="689553"/>
                  <a:pt x="1664802" y="940422"/>
                  <a:pt x="1607576" y="972714"/>
                </a:cubicBezTo>
                <a:cubicBezTo>
                  <a:pt x="1578962" y="988860"/>
                  <a:pt x="1509451" y="966225"/>
                  <a:pt x="1440117" y="935345"/>
                </a:cubicBezTo>
                <a:lnTo>
                  <a:pt x="1381186" y="906287"/>
                </a:lnTo>
                <a:lnTo>
                  <a:pt x="1381186" y="1691528"/>
                </a:lnTo>
                <a:lnTo>
                  <a:pt x="603393" y="1691528"/>
                </a:lnTo>
                <a:lnTo>
                  <a:pt x="631828" y="1633862"/>
                </a:lnTo>
                <a:cubicBezTo>
                  <a:pt x="662708" y="1564528"/>
                  <a:pt x="685343" y="1495017"/>
                  <a:pt x="669197" y="1466403"/>
                </a:cubicBezTo>
                <a:cubicBezTo>
                  <a:pt x="636905" y="1409177"/>
                  <a:pt x="386036" y="1403367"/>
                  <a:pt x="351241" y="1456905"/>
                </a:cubicBezTo>
                <a:cubicBezTo>
                  <a:pt x="333843" y="1483674"/>
                  <a:pt x="353066" y="1552050"/>
                  <a:pt x="380675" y="1620886"/>
                </a:cubicBezTo>
                <a:lnTo>
                  <a:pt x="412369" y="1691528"/>
                </a:lnTo>
                <a:lnTo>
                  <a:pt x="29196" y="1691528"/>
                </a:lnTo>
                <a:lnTo>
                  <a:pt x="23985" y="1669559"/>
                </a:lnTo>
                <a:cubicBezTo>
                  <a:pt x="8237" y="1586103"/>
                  <a:pt x="0" y="1499752"/>
                  <a:pt x="0" y="1410989"/>
                </a:cubicBezTo>
                <a:cubicBezTo>
                  <a:pt x="0" y="680141"/>
                  <a:pt x="551923" y="78187"/>
                  <a:pt x="1266100" y="5797"/>
                </a:cubicBezTo>
                <a:close/>
              </a:path>
            </a:pathLst>
          </a:cu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Oval 5">
            <a:extLst>
              <a:ext uri="{FF2B5EF4-FFF2-40B4-BE49-F238E27FC236}">
                <a16:creationId xmlns:a16="http://schemas.microsoft.com/office/drawing/2014/main" id="{84569252-FB83-14F0-6CE0-53610D696204}"/>
              </a:ext>
            </a:extLst>
          </p:cNvPr>
          <p:cNvSpPr>
            <a:spLocks noChangeAspect="1"/>
          </p:cNvSpPr>
          <p:nvPr/>
        </p:nvSpPr>
        <p:spPr>
          <a:xfrm>
            <a:off x="5449236" y="3004812"/>
            <a:ext cx="352541" cy="352541"/>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36" name="Oval 35">
            <a:extLst>
              <a:ext uri="{FF2B5EF4-FFF2-40B4-BE49-F238E27FC236}">
                <a16:creationId xmlns:a16="http://schemas.microsoft.com/office/drawing/2014/main" id="{15DF2B5F-A47B-DC9F-24A6-31BDDBC8B816}"/>
              </a:ext>
            </a:extLst>
          </p:cNvPr>
          <p:cNvSpPr>
            <a:spLocks noChangeAspect="1"/>
          </p:cNvSpPr>
          <p:nvPr/>
        </p:nvSpPr>
        <p:spPr>
          <a:xfrm>
            <a:off x="6523143" y="3004811"/>
            <a:ext cx="352541" cy="352541"/>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38" name="Oval 37">
            <a:extLst>
              <a:ext uri="{FF2B5EF4-FFF2-40B4-BE49-F238E27FC236}">
                <a16:creationId xmlns:a16="http://schemas.microsoft.com/office/drawing/2014/main" id="{6DD770E9-03FB-E750-8A94-6866675DF3D9}"/>
              </a:ext>
            </a:extLst>
          </p:cNvPr>
          <p:cNvSpPr>
            <a:spLocks noChangeAspect="1"/>
          </p:cNvSpPr>
          <p:nvPr/>
        </p:nvSpPr>
        <p:spPr>
          <a:xfrm>
            <a:off x="6346872" y="4257172"/>
            <a:ext cx="352541" cy="352541"/>
          </a:xfrm>
          <a:prstGeom prst="ellipse">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
        <p:nvSpPr>
          <p:cNvPr id="37" name="Oval 36">
            <a:extLst>
              <a:ext uri="{FF2B5EF4-FFF2-40B4-BE49-F238E27FC236}">
                <a16:creationId xmlns:a16="http://schemas.microsoft.com/office/drawing/2014/main" id="{3B2E433D-69C7-9FE2-8B38-F3A438666573}"/>
              </a:ext>
            </a:extLst>
          </p:cNvPr>
          <p:cNvSpPr>
            <a:spLocks noChangeAspect="1"/>
          </p:cNvSpPr>
          <p:nvPr/>
        </p:nvSpPr>
        <p:spPr>
          <a:xfrm>
            <a:off x="5449236" y="4198009"/>
            <a:ext cx="352541" cy="352541"/>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39" name="TextBox 38">
            <a:extLst>
              <a:ext uri="{FF2B5EF4-FFF2-40B4-BE49-F238E27FC236}">
                <a16:creationId xmlns:a16="http://schemas.microsoft.com/office/drawing/2014/main" id="{3343B342-393F-B2C4-8F5C-F1F9565B8995}"/>
              </a:ext>
            </a:extLst>
          </p:cNvPr>
          <p:cNvSpPr txBox="1"/>
          <p:nvPr/>
        </p:nvSpPr>
        <p:spPr>
          <a:xfrm>
            <a:off x="838200" y="505318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6"/>
                </a:solidFill>
                <a:effectLst/>
                <a:uLnTx/>
                <a:uFillTx/>
              </a:rPr>
              <a:t>5.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40" name="TextBox 39">
            <a:extLst>
              <a:ext uri="{FF2B5EF4-FFF2-40B4-BE49-F238E27FC236}">
                <a16:creationId xmlns:a16="http://schemas.microsoft.com/office/drawing/2014/main" id="{84F528DF-C6D1-7641-1F6E-DF53906BDF20}"/>
              </a:ext>
            </a:extLst>
          </p:cNvPr>
          <p:cNvSpPr txBox="1"/>
          <p:nvPr/>
        </p:nvSpPr>
        <p:spPr>
          <a:xfrm>
            <a:off x="8401800" y="505318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4"/>
                </a:solidFill>
                <a:effectLst/>
                <a:uLnTx/>
                <a:uFillTx/>
              </a:rPr>
              <a:t>6.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41" name="Oval 40">
            <a:extLst>
              <a:ext uri="{FF2B5EF4-FFF2-40B4-BE49-F238E27FC236}">
                <a16:creationId xmlns:a16="http://schemas.microsoft.com/office/drawing/2014/main" id="{C5D5C85D-75D8-6048-22F6-4B79E0BDA49F}"/>
              </a:ext>
            </a:extLst>
          </p:cNvPr>
          <p:cNvSpPr>
            <a:spLocks noChangeAspect="1"/>
          </p:cNvSpPr>
          <p:nvPr/>
        </p:nvSpPr>
        <p:spPr>
          <a:xfrm>
            <a:off x="5919960" y="5835143"/>
            <a:ext cx="352541" cy="352541"/>
          </a:xfrm>
          <a:prstGeom prst="ellipse">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5</a:t>
            </a:r>
          </a:p>
        </p:txBody>
      </p:sp>
      <p:sp>
        <p:nvSpPr>
          <p:cNvPr id="42" name="Oval 41">
            <a:extLst>
              <a:ext uri="{FF2B5EF4-FFF2-40B4-BE49-F238E27FC236}">
                <a16:creationId xmlns:a16="http://schemas.microsoft.com/office/drawing/2014/main" id="{FAD268B0-5012-9239-C9D7-29828A6E2E26}"/>
              </a:ext>
            </a:extLst>
          </p:cNvPr>
          <p:cNvSpPr>
            <a:spLocks noChangeAspect="1"/>
          </p:cNvSpPr>
          <p:nvPr/>
        </p:nvSpPr>
        <p:spPr>
          <a:xfrm>
            <a:off x="5921975" y="1613533"/>
            <a:ext cx="352541" cy="352541"/>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a:t>
            </a:r>
          </a:p>
        </p:txBody>
      </p:sp>
    </p:spTree>
    <p:custDataLst>
      <p:tags r:id="rId1"/>
    </p:custDataLst>
    <p:extLst>
      <p:ext uri="{BB962C8B-B14F-4D97-AF65-F5344CB8AC3E}">
        <p14:creationId xmlns:p14="http://schemas.microsoft.com/office/powerpoint/2010/main" val="110102198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rc plein 36"/>
          <p:cNvSpPr/>
          <p:nvPr>
            <p:custDataLst>
              <p:tags r:id="rId1"/>
            </p:custDataLst>
          </p:nvPr>
        </p:nvSpPr>
        <p:spPr>
          <a:xfrm>
            <a:off x="5178000" y="3019000"/>
            <a:ext cx="1836000" cy="1836000"/>
          </a:xfrm>
          <a:prstGeom prst="blockArc">
            <a:avLst>
              <a:gd name="adj1" fmla="val 18827535"/>
              <a:gd name="adj2" fmla="val 2700000"/>
              <a:gd name="adj3" fmla="val 4500"/>
            </a:avLst>
          </a:prstGeom>
          <a:solidFill>
            <a:schemeClr val="accent2"/>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39" name="Arc plein 38"/>
          <p:cNvSpPr/>
          <p:nvPr>
            <p:custDataLst>
              <p:tags r:id="rId2"/>
            </p:custDataLst>
          </p:nvPr>
        </p:nvSpPr>
        <p:spPr>
          <a:xfrm>
            <a:off x="5178000" y="3019000"/>
            <a:ext cx="1836000" cy="1836000"/>
          </a:xfrm>
          <a:prstGeom prst="blockArc">
            <a:avLst>
              <a:gd name="adj1" fmla="val 3012415"/>
              <a:gd name="adj2" fmla="val 8100000"/>
              <a:gd name="adj3" fmla="val 4500"/>
            </a:avLst>
          </a:prstGeom>
          <a:solidFill>
            <a:schemeClr val="accent3"/>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1" name="Arc plein 40"/>
          <p:cNvSpPr/>
          <p:nvPr>
            <p:custDataLst>
              <p:tags r:id="rId3"/>
            </p:custDataLst>
          </p:nvPr>
        </p:nvSpPr>
        <p:spPr>
          <a:xfrm>
            <a:off x="5178000" y="3019000"/>
            <a:ext cx="1836000" cy="1836000"/>
          </a:xfrm>
          <a:prstGeom prst="blockArc">
            <a:avLst>
              <a:gd name="adj1" fmla="val 8155950"/>
              <a:gd name="adj2" fmla="val 13500000"/>
              <a:gd name="adj3" fmla="val 4500"/>
            </a:avLst>
          </a:prstGeom>
          <a:solidFill>
            <a:schemeClr val="accent4"/>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3" name="Arc plein 42"/>
          <p:cNvSpPr/>
          <p:nvPr>
            <p:custDataLst>
              <p:tags r:id="rId4"/>
            </p:custDataLst>
          </p:nvPr>
        </p:nvSpPr>
        <p:spPr>
          <a:xfrm>
            <a:off x="5178000" y="3019000"/>
            <a:ext cx="1836000" cy="1836000"/>
          </a:xfrm>
          <a:prstGeom prst="blockArc">
            <a:avLst>
              <a:gd name="adj1" fmla="val 13551820"/>
              <a:gd name="adj2" fmla="val 18900000"/>
              <a:gd name="adj3" fmla="val 4500"/>
            </a:avLst>
          </a:prstGeom>
          <a:solidFill>
            <a:schemeClr val="accent1"/>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58" name="Titre 157"/>
          <p:cNvSpPr>
            <a:spLocks noGrp="1"/>
          </p:cNvSpPr>
          <p:nvPr>
            <p:ph type="title"/>
          </p:nvPr>
        </p:nvSpPr>
        <p:spPr>
          <a:xfrm>
            <a:off x="214184" y="13663"/>
            <a:ext cx="9728886" cy="678316"/>
          </a:xfrm>
        </p:spPr>
        <p:txBody>
          <a:bodyPr/>
          <a:lstStyle/>
          <a:p>
            <a:r>
              <a:rPr lang="en-US" dirty="0"/>
              <a:t>Cycle 06</a:t>
            </a:r>
          </a:p>
        </p:txBody>
      </p:sp>
      <p:sp>
        <p:nvSpPr>
          <p:cNvPr id="3" name="Arc plein 2"/>
          <p:cNvSpPr/>
          <p:nvPr>
            <p:custDataLst>
              <p:tags r:id="rId5"/>
            </p:custDataLst>
          </p:nvPr>
        </p:nvSpPr>
        <p:spPr>
          <a:xfrm>
            <a:off x="4000500" y="1841500"/>
            <a:ext cx="4191000" cy="4191000"/>
          </a:xfrm>
          <a:prstGeom prst="blockArc">
            <a:avLst>
              <a:gd name="adj1" fmla="val 18943672"/>
              <a:gd name="adj2" fmla="val 2700000"/>
              <a:gd name="adj3" fmla="val 9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5" name="Arc plein 4"/>
          <p:cNvSpPr/>
          <p:nvPr>
            <p:custDataLst>
              <p:tags r:id="rId6"/>
            </p:custDataLst>
          </p:nvPr>
        </p:nvSpPr>
        <p:spPr>
          <a:xfrm>
            <a:off x="4000500" y="1841500"/>
            <a:ext cx="4191000" cy="4191000"/>
          </a:xfrm>
          <a:prstGeom prst="blockArc">
            <a:avLst>
              <a:gd name="adj1" fmla="val 2473799"/>
              <a:gd name="adj2" fmla="val 8100000"/>
              <a:gd name="adj3" fmla="val 9000"/>
            </a:avLst>
          </a:prstGeom>
          <a:solidFill>
            <a:schemeClr val="accent3"/>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7" name="Arc plein 6"/>
          <p:cNvSpPr/>
          <p:nvPr>
            <p:custDataLst>
              <p:tags r:id="rId7"/>
            </p:custDataLst>
          </p:nvPr>
        </p:nvSpPr>
        <p:spPr>
          <a:xfrm>
            <a:off x="4000500" y="1841500"/>
            <a:ext cx="4191000" cy="4191000"/>
          </a:xfrm>
          <a:prstGeom prst="blockArc">
            <a:avLst>
              <a:gd name="adj1" fmla="val 8071289"/>
              <a:gd name="adj2" fmla="val 13500000"/>
              <a:gd name="adj3" fmla="val 9000"/>
            </a:avLst>
          </a:prstGeom>
          <a:solidFill>
            <a:schemeClr val="accent4"/>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 name="Arc plein 8"/>
          <p:cNvSpPr/>
          <p:nvPr>
            <p:custDataLst>
              <p:tags r:id="rId8"/>
            </p:custDataLst>
          </p:nvPr>
        </p:nvSpPr>
        <p:spPr>
          <a:xfrm>
            <a:off x="4000500" y="1841500"/>
            <a:ext cx="4191000" cy="4191000"/>
          </a:xfrm>
          <a:prstGeom prst="blockArc">
            <a:avLst>
              <a:gd name="adj1" fmla="val 13399945"/>
              <a:gd name="adj2" fmla="val 18900000"/>
              <a:gd name="adj3" fmla="val 9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2" name="Ellipse 11"/>
          <p:cNvSpPr>
            <a:spLocks noChangeAspect="1"/>
          </p:cNvSpPr>
          <p:nvPr>
            <p:custDataLst>
              <p:tags r:id="rId9"/>
            </p:custDataLst>
          </p:nvPr>
        </p:nvSpPr>
        <p:spPr>
          <a:xfrm>
            <a:off x="6935039" y="2081962"/>
            <a:ext cx="1016000" cy="1016000"/>
          </a:xfrm>
          <a:prstGeom prst="ellipse">
            <a:avLst/>
          </a:prstGeom>
          <a:solidFill>
            <a:schemeClr val="accent2"/>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4" name="Ellipse 13"/>
          <p:cNvSpPr>
            <a:spLocks noChangeAspect="1"/>
          </p:cNvSpPr>
          <p:nvPr>
            <p:custDataLst>
              <p:tags r:id="rId10"/>
            </p:custDataLst>
          </p:nvPr>
        </p:nvSpPr>
        <p:spPr>
          <a:xfrm>
            <a:off x="6935039" y="4776038"/>
            <a:ext cx="1016000" cy="1016000"/>
          </a:xfrm>
          <a:prstGeom prst="ellipse">
            <a:avLst/>
          </a:prstGeom>
          <a:solidFill>
            <a:schemeClr val="accent3"/>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6" name="Ellipse 15"/>
          <p:cNvSpPr>
            <a:spLocks noChangeAspect="1"/>
          </p:cNvSpPr>
          <p:nvPr>
            <p:custDataLst>
              <p:tags r:id="rId11"/>
            </p:custDataLst>
          </p:nvPr>
        </p:nvSpPr>
        <p:spPr>
          <a:xfrm>
            <a:off x="4240962" y="4776038"/>
            <a:ext cx="1016000" cy="1016000"/>
          </a:xfrm>
          <a:prstGeom prst="ellipse">
            <a:avLst/>
          </a:prstGeom>
          <a:solidFill>
            <a:schemeClr val="accent4"/>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8" name="Ellipse 17"/>
          <p:cNvSpPr>
            <a:spLocks noChangeAspect="1"/>
          </p:cNvSpPr>
          <p:nvPr>
            <p:custDataLst>
              <p:tags r:id="rId12"/>
            </p:custDataLst>
          </p:nvPr>
        </p:nvSpPr>
        <p:spPr>
          <a:xfrm>
            <a:off x="4240962" y="2081962"/>
            <a:ext cx="1016000" cy="1016000"/>
          </a:xfrm>
          <a:prstGeom prst="ellipse">
            <a:avLst/>
          </a:prstGeom>
          <a:solidFill>
            <a:schemeClr val="accent1"/>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1" name="Ellipse 20"/>
          <p:cNvSpPr>
            <a:spLocks noChangeAspect="1"/>
          </p:cNvSpPr>
          <p:nvPr>
            <p:custDataLst>
              <p:tags r:id="rId13"/>
            </p:custDataLst>
          </p:nvPr>
        </p:nvSpPr>
        <p:spPr>
          <a:xfrm>
            <a:off x="6590632" y="3174825"/>
            <a:ext cx="267545" cy="267545"/>
          </a:xfrm>
          <a:prstGeom prst="ellipse">
            <a:avLst/>
          </a:prstGeom>
          <a:solidFill>
            <a:schemeClr val="lt1"/>
          </a:solidFill>
          <a:ln w="5715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3" name="Ellipse 22"/>
          <p:cNvSpPr>
            <a:spLocks noChangeAspect="1"/>
          </p:cNvSpPr>
          <p:nvPr>
            <p:custDataLst>
              <p:tags r:id="rId14"/>
            </p:custDataLst>
          </p:nvPr>
        </p:nvSpPr>
        <p:spPr>
          <a:xfrm>
            <a:off x="6590632" y="4431632"/>
            <a:ext cx="267545" cy="267545"/>
          </a:xfrm>
          <a:prstGeom prst="ellipse">
            <a:avLst/>
          </a:prstGeom>
          <a:solidFill>
            <a:schemeClr val="lt1"/>
          </a:solidFill>
          <a:ln w="57150" cap="flat" cmpd="sng" algn="ctr">
            <a:solidFill>
              <a:schemeClr val="accent3"/>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5" name="Ellipse 24"/>
          <p:cNvSpPr>
            <a:spLocks noChangeAspect="1"/>
          </p:cNvSpPr>
          <p:nvPr>
            <p:custDataLst>
              <p:tags r:id="rId15"/>
            </p:custDataLst>
          </p:nvPr>
        </p:nvSpPr>
        <p:spPr>
          <a:xfrm>
            <a:off x="5333825" y="4431632"/>
            <a:ext cx="267545" cy="267545"/>
          </a:xfrm>
          <a:prstGeom prst="ellipse">
            <a:avLst/>
          </a:prstGeom>
          <a:solidFill>
            <a:schemeClr val="lt1"/>
          </a:solidFill>
          <a:ln w="57150" cap="flat" cmpd="sng" algn="ctr">
            <a:solidFill>
              <a:schemeClr val="accent4"/>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7" name="Ellipse 26"/>
          <p:cNvSpPr>
            <a:spLocks noChangeAspect="1"/>
          </p:cNvSpPr>
          <p:nvPr>
            <p:custDataLst>
              <p:tags r:id="rId16"/>
            </p:custDataLst>
          </p:nvPr>
        </p:nvSpPr>
        <p:spPr>
          <a:xfrm>
            <a:off x="5333825" y="3174825"/>
            <a:ext cx="267545" cy="267545"/>
          </a:xfrm>
          <a:prstGeom prst="ellipse">
            <a:avLst/>
          </a:prstGeom>
          <a:solidFill>
            <a:schemeClr val="lt1"/>
          </a:solidFill>
          <a:ln w="5715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cxnSp>
        <p:nvCxnSpPr>
          <p:cNvPr id="29" name="Connecteur droit 28"/>
          <p:cNvCxnSpPr>
            <a:stCxn id="27" idx="1"/>
            <a:endCxn id="18" idx="5"/>
          </p:cNvCxnSpPr>
          <p:nvPr/>
        </p:nvCxnSpPr>
        <p:spPr>
          <a:xfrm flipH="1" flipV="1">
            <a:off x="5108172" y="2949172"/>
            <a:ext cx="264834" cy="264834"/>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 name="Connecteur droit 30"/>
          <p:cNvCxnSpPr>
            <a:stCxn id="12" idx="3"/>
            <a:endCxn id="21" idx="7"/>
          </p:cNvCxnSpPr>
          <p:nvPr/>
        </p:nvCxnSpPr>
        <p:spPr>
          <a:xfrm flipH="1">
            <a:off x="6818996" y="2949172"/>
            <a:ext cx="264833" cy="264834"/>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3" name="Connecteur droit 32"/>
          <p:cNvCxnSpPr>
            <a:stCxn id="14" idx="1"/>
            <a:endCxn id="23" idx="5"/>
          </p:cNvCxnSpPr>
          <p:nvPr/>
        </p:nvCxnSpPr>
        <p:spPr>
          <a:xfrm flipH="1" flipV="1">
            <a:off x="6818996" y="4659996"/>
            <a:ext cx="264833" cy="264832"/>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5" name="Connecteur droit 34"/>
          <p:cNvCxnSpPr>
            <a:stCxn id="16" idx="7"/>
            <a:endCxn id="25" idx="3"/>
          </p:cNvCxnSpPr>
          <p:nvPr/>
        </p:nvCxnSpPr>
        <p:spPr>
          <a:xfrm flipV="1">
            <a:off x="5108172" y="4659996"/>
            <a:ext cx="264834" cy="264832"/>
          </a:xfrm>
          <a:prstGeom prst="line">
            <a:avLst/>
          </a:prstGeom>
          <a:ln w="7620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45" name="Bar_code2" descr="{&quot;Key&quot;:&quot;POWER_USER_SHAPE_ICON&quot;,&quot;Value&quot;:&quot;POWER_USER_SHAPE_ICON_STYLE_1&quot;}"/>
          <p:cNvGrpSpPr>
            <a:grpSpLocks noChangeAspect="1"/>
          </p:cNvGrpSpPr>
          <p:nvPr>
            <p:custDataLst>
              <p:tags r:id="rId17"/>
            </p:custDataLst>
          </p:nvPr>
        </p:nvGrpSpPr>
        <p:grpSpPr>
          <a:xfrm>
            <a:off x="4398645" y="2318499"/>
            <a:ext cx="600709" cy="542925"/>
            <a:chOff x="5546727" y="4502151"/>
            <a:chExt cx="792163" cy="715963"/>
          </a:xfrm>
          <a:solidFill>
            <a:schemeClr val="lt1"/>
          </a:solidFill>
        </p:grpSpPr>
        <p:sp>
          <p:nvSpPr>
            <p:cNvPr id="46" name="Rectangle 69"/>
            <p:cNvSpPr>
              <a:spLocks noChangeArrowheads="1"/>
            </p:cNvSpPr>
            <p:nvPr/>
          </p:nvSpPr>
          <p:spPr bwMode="auto">
            <a:xfrm>
              <a:off x="5945189" y="4502151"/>
              <a:ext cx="508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70"/>
            <p:cNvSpPr>
              <a:spLocks noChangeArrowheads="1"/>
            </p:cNvSpPr>
            <p:nvPr/>
          </p:nvSpPr>
          <p:spPr bwMode="auto">
            <a:xfrm>
              <a:off x="6007102" y="4502151"/>
              <a:ext cx="127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71"/>
            <p:cNvSpPr>
              <a:spLocks noChangeArrowheads="1"/>
            </p:cNvSpPr>
            <p:nvPr/>
          </p:nvSpPr>
          <p:spPr bwMode="auto">
            <a:xfrm>
              <a:off x="6048377" y="4502151"/>
              <a:ext cx="2222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72"/>
            <p:cNvSpPr>
              <a:spLocks noChangeArrowheads="1"/>
            </p:cNvSpPr>
            <p:nvPr/>
          </p:nvSpPr>
          <p:spPr bwMode="auto">
            <a:xfrm>
              <a:off x="6094414" y="4502151"/>
              <a:ext cx="30163"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73"/>
            <p:cNvSpPr>
              <a:spLocks noChangeArrowheads="1"/>
            </p:cNvSpPr>
            <p:nvPr/>
          </p:nvSpPr>
          <p:spPr bwMode="auto">
            <a:xfrm>
              <a:off x="6146802" y="4502151"/>
              <a:ext cx="381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74"/>
            <p:cNvSpPr>
              <a:spLocks noChangeArrowheads="1"/>
            </p:cNvSpPr>
            <p:nvPr/>
          </p:nvSpPr>
          <p:spPr bwMode="auto">
            <a:xfrm>
              <a:off x="6196014" y="4502151"/>
              <a:ext cx="1587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75"/>
            <p:cNvSpPr>
              <a:spLocks noChangeArrowheads="1"/>
            </p:cNvSpPr>
            <p:nvPr/>
          </p:nvSpPr>
          <p:spPr bwMode="auto">
            <a:xfrm>
              <a:off x="6242052" y="4502151"/>
              <a:ext cx="254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Rectangle 76"/>
            <p:cNvSpPr>
              <a:spLocks noChangeArrowheads="1"/>
            </p:cNvSpPr>
            <p:nvPr/>
          </p:nvSpPr>
          <p:spPr bwMode="auto">
            <a:xfrm>
              <a:off x="6292852" y="4502151"/>
              <a:ext cx="4445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77"/>
            <p:cNvSpPr>
              <a:spLocks noEditPoints="1"/>
            </p:cNvSpPr>
            <p:nvPr/>
          </p:nvSpPr>
          <p:spPr bwMode="auto">
            <a:xfrm>
              <a:off x="5962652" y="4879976"/>
              <a:ext cx="52388" cy="76200"/>
            </a:xfrm>
            <a:custGeom>
              <a:avLst/>
              <a:gdLst>
                <a:gd name="T0" fmla="*/ 56 w 76"/>
                <a:gd name="T1" fmla="*/ 55 h 111"/>
                <a:gd name="T2" fmla="*/ 38 w 76"/>
                <a:gd name="T3" fmla="*/ 95 h 111"/>
                <a:gd name="T4" fmla="*/ 20 w 76"/>
                <a:gd name="T5" fmla="*/ 56 h 111"/>
                <a:gd name="T6" fmla="*/ 38 w 76"/>
                <a:gd name="T7" fmla="*/ 16 h 111"/>
                <a:gd name="T8" fmla="*/ 56 w 76"/>
                <a:gd name="T9" fmla="*/ 55 h 111"/>
                <a:gd name="T10" fmla="*/ 0 w 76"/>
                <a:gd name="T11" fmla="*/ 56 h 111"/>
                <a:gd name="T12" fmla="*/ 37 w 76"/>
                <a:gd name="T13" fmla="*/ 111 h 111"/>
                <a:gd name="T14" fmla="*/ 76 w 76"/>
                <a:gd name="T15" fmla="*/ 54 h 111"/>
                <a:gd name="T16" fmla="*/ 39 w 76"/>
                <a:gd name="T17" fmla="*/ 0 h 111"/>
                <a:gd name="T18" fmla="*/ 0 w 76"/>
                <a:gd name="T19" fmla="*/ 5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111">
                  <a:moveTo>
                    <a:pt x="56" y="55"/>
                  </a:moveTo>
                  <a:cubicBezTo>
                    <a:pt x="56" y="70"/>
                    <a:pt x="54" y="95"/>
                    <a:pt x="38" y="95"/>
                  </a:cubicBezTo>
                  <a:cubicBezTo>
                    <a:pt x="27" y="95"/>
                    <a:pt x="20" y="80"/>
                    <a:pt x="20" y="56"/>
                  </a:cubicBezTo>
                  <a:cubicBezTo>
                    <a:pt x="20" y="32"/>
                    <a:pt x="27" y="16"/>
                    <a:pt x="38" y="16"/>
                  </a:cubicBezTo>
                  <a:cubicBezTo>
                    <a:pt x="54" y="16"/>
                    <a:pt x="56" y="40"/>
                    <a:pt x="56" y="55"/>
                  </a:cubicBezTo>
                  <a:close/>
                  <a:moveTo>
                    <a:pt x="0" y="56"/>
                  </a:moveTo>
                  <a:cubicBezTo>
                    <a:pt x="1" y="90"/>
                    <a:pt x="15" y="111"/>
                    <a:pt x="37" y="111"/>
                  </a:cubicBezTo>
                  <a:cubicBezTo>
                    <a:pt x="61" y="111"/>
                    <a:pt x="76" y="91"/>
                    <a:pt x="76" y="54"/>
                  </a:cubicBezTo>
                  <a:cubicBezTo>
                    <a:pt x="76" y="20"/>
                    <a:pt x="62" y="0"/>
                    <a:pt x="39" y="0"/>
                  </a:cubicBezTo>
                  <a:cubicBezTo>
                    <a:pt x="15" y="0"/>
                    <a:pt x="0" y="21"/>
                    <a:pt x="0"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5" name="Freeform 78"/>
            <p:cNvSpPr>
              <a:spLocks noEditPoints="1"/>
            </p:cNvSpPr>
            <p:nvPr/>
          </p:nvSpPr>
          <p:spPr bwMode="auto">
            <a:xfrm>
              <a:off x="6056314" y="4879976"/>
              <a:ext cx="57150" cy="74613"/>
            </a:xfrm>
            <a:custGeom>
              <a:avLst/>
              <a:gdLst>
                <a:gd name="T0" fmla="*/ 48 w 81"/>
                <a:gd name="T1" fmla="*/ 33 h 109"/>
                <a:gd name="T2" fmla="*/ 48 w 81"/>
                <a:gd name="T3" fmla="*/ 64 h 109"/>
                <a:gd name="T4" fmla="*/ 22 w 81"/>
                <a:gd name="T5" fmla="*/ 64 h 109"/>
                <a:gd name="T6" fmla="*/ 44 w 81"/>
                <a:gd name="T7" fmla="*/ 33 h 109"/>
                <a:gd name="T8" fmla="*/ 48 w 81"/>
                <a:gd name="T9" fmla="*/ 27 h 109"/>
                <a:gd name="T10" fmla="*/ 48 w 81"/>
                <a:gd name="T11" fmla="*/ 33 h 109"/>
                <a:gd name="T12" fmla="*/ 66 w 81"/>
                <a:gd name="T13" fmla="*/ 0 h 109"/>
                <a:gd name="T14" fmla="*/ 47 w 81"/>
                <a:gd name="T15" fmla="*/ 0 h 109"/>
                <a:gd name="T16" fmla="*/ 0 w 81"/>
                <a:gd name="T17" fmla="*/ 68 h 109"/>
                <a:gd name="T18" fmla="*/ 0 w 81"/>
                <a:gd name="T19" fmla="*/ 81 h 109"/>
                <a:gd name="T20" fmla="*/ 48 w 81"/>
                <a:gd name="T21" fmla="*/ 81 h 109"/>
                <a:gd name="T22" fmla="*/ 48 w 81"/>
                <a:gd name="T23" fmla="*/ 109 h 109"/>
                <a:gd name="T24" fmla="*/ 66 w 81"/>
                <a:gd name="T25" fmla="*/ 109 h 109"/>
                <a:gd name="T26" fmla="*/ 66 w 81"/>
                <a:gd name="T27" fmla="*/ 81 h 109"/>
                <a:gd name="T28" fmla="*/ 81 w 81"/>
                <a:gd name="T29" fmla="*/ 81 h 109"/>
                <a:gd name="T30" fmla="*/ 81 w 81"/>
                <a:gd name="T31" fmla="*/ 64 h 109"/>
                <a:gd name="T32" fmla="*/ 66 w 81"/>
                <a:gd name="T33" fmla="*/ 64 h 109"/>
                <a:gd name="T34" fmla="*/ 66 w 81"/>
                <a:gd name="T3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109">
                  <a:moveTo>
                    <a:pt x="48" y="33"/>
                  </a:moveTo>
                  <a:lnTo>
                    <a:pt x="48" y="64"/>
                  </a:lnTo>
                  <a:lnTo>
                    <a:pt x="22" y="64"/>
                  </a:lnTo>
                  <a:lnTo>
                    <a:pt x="44" y="33"/>
                  </a:lnTo>
                  <a:cubicBezTo>
                    <a:pt x="46" y="31"/>
                    <a:pt x="47" y="29"/>
                    <a:pt x="48" y="27"/>
                  </a:cubicBezTo>
                  <a:cubicBezTo>
                    <a:pt x="48" y="29"/>
                    <a:pt x="48" y="31"/>
                    <a:pt x="48" y="33"/>
                  </a:cubicBezTo>
                  <a:close/>
                  <a:moveTo>
                    <a:pt x="66" y="0"/>
                  </a:moveTo>
                  <a:lnTo>
                    <a:pt x="47" y="0"/>
                  </a:lnTo>
                  <a:lnTo>
                    <a:pt x="0" y="68"/>
                  </a:lnTo>
                  <a:lnTo>
                    <a:pt x="0" y="81"/>
                  </a:lnTo>
                  <a:lnTo>
                    <a:pt x="48" y="81"/>
                  </a:lnTo>
                  <a:lnTo>
                    <a:pt x="48" y="109"/>
                  </a:lnTo>
                  <a:lnTo>
                    <a:pt x="66" y="109"/>
                  </a:lnTo>
                  <a:lnTo>
                    <a:pt x="66" y="81"/>
                  </a:lnTo>
                  <a:lnTo>
                    <a:pt x="81" y="81"/>
                  </a:lnTo>
                  <a:lnTo>
                    <a:pt x="81" y="64"/>
                  </a:lnTo>
                  <a:lnTo>
                    <a:pt x="66" y="64"/>
                  </a:lnTo>
                  <a:lnTo>
                    <a:pt x="6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6" name="Freeform 79"/>
            <p:cNvSpPr>
              <a:spLocks noEditPoints="1"/>
            </p:cNvSpPr>
            <p:nvPr/>
          </p:nvSpPr>
          <p:spPr bwMode="auto">
            <a:xfrm>
              <a:off x="6148389" y="4879976"/>
              <a:ext cx="52388" cy="76200"/>
            </a:xfrm>
            <a:custGeom>
              <a:avLst/>
              <a:gdLst>
                <a:gd name="T0" fmla="*/ 38 w 75"/>
                <a:gd name="T1" fmla="*/ 96 h 111"/>
                <a:gd name="T2" fmla="*/ 24 w 75"/>
                <a:gd name="T3" fmla="*/ 91 h 111"/>
                <a:gd name="T4" fmla="*/ 20 w 75"/>
                <a:gd name="T5" fmla="*/ 79 h 111"/>
                <a:gd name="T6" fmla="*/ 36 w 75"/>
                <a:gd name="T7" fmla="*/ 61 h 111"/>
                <a:gd name="T8" fmla="*/ 56 w 75"/>
                <a:gd name="T9" fmla="*/ 80 h 111"/>
                <a:gd name="T10" fmla="*/ 38 w 75"/>
                <a:gd name="T11" fmla="*/ 96 h 111"/>
                <a:gd name="T12" fmla="*/ 38 w 75"/>
                <a:gd name="T13" fmla="*/ 15 h 111"/>
                <a:gd name="T14" fmla="*/ 53 w 75"/>
                <a:gd name="T15" fmla="*/ 29 h 111"/>
                <a:gd name="T16" fmla="*/ 40 w 75"/>
                <a:gd name="T17" fmla="*/ 45 h 111"/>
                <a:gd name="T18" fmla="*/ 23 w 75"/>
                <a:gd name="T19" fmla="*/ 29 h 111"/>
                <a:gd name="T20" fmla="*/ 38 w 75"/>
                <a:gd name="T21" fmla="*/ 15 h 111"/>
                <a:gd name="T22" fmla="*/ 57 w 75"/>
                <a:gd name="T23" fmla="*/ 52 h 111"/>
                <a:gd name="T24" fmla="*/ 71 w 75"/>
                <a:gd name="T25" fmla="*/ 28 h 111"/>
                <a:gd name="T26" fmla="*/ 39 w 75"/>
                <a:gd name="T27" fmla="*/ 0 h 111"/>
                <a:gd name="T28" fmla="*/ 4 w 75"/>
                <a:gd name="T29" fmla="*/ 30 h 111"/>
                <a:gd name="T30" fmla="*/ 18 w 75"/>
                <a:gd name="T31" fmla="*/ 53 h 111"/>
                <a:gd name="T32" fmla="*/ 0 w 75"/>
                <a:gd name="T33" fmla="*/ 81 h 111"/>
                <a:gd name="T34" fmla="*/ 38 w 75"/>
                <a:gd name="T35" fmla="*/ 111 h 111"/>
                <a:gd name="T36" fmla="*/ 75 w 75"/>
                <a:gd name="T37" fmla="*/ 79 h 111"/>
                <a:gd name="T38" fmla="*/ 57 w 75"/>
                <a:gd name="T39" fmla="*/ 5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 h="111">
                  <a:moveTo>
                    <a:pt x="38" y="96"/>
                  </a:moveTo>
                  <a:cubicBezTo>
                    <a:pt x="32" y="96"/>
                    <a:pt x="27" y="94"/>
                    <a:pt x="24" y="91"/>
                  </a:cubicBezTo>
                  <a:cubicBezTo>
                    <a:pt x="21" y="87"/>
                    <a:pt x="20" y="83"/>
                    <a:pt x="20" y="79"/>
                  </a:cubicBezTo>
                  <a:cubicBezTo>
                    <a:pt x="20" y="70"/>
                    <a:pt x="26" y="64"/>
                    <a:pt x="36" y="61"/>
                  </a:cubicBezTo>
                  <a:cubicBezTo>
                    <a:pt x="50" y="65"/>
                    <a:pt x="56" y="70"/>
                    <a:pt x="56" y="80"/>
                  </a:cubicBezTo>
                  <a:cubicBezTo>
                    <a:pt x="56" y="90"/>
                    <a:pt x="49" y="96"/>
                    <a:pt x="38" y="96"/>
                  </a:cubicBezTo>
                  <a:close/>
                  <a:moveTo>
                    <a:pt x="38" y="15"/>
                  </a:moveTo>
                  <a:cubicBezTo>
                    <a:pt x="49" y="15"/>
                    <a:pt x="53" y="22"/>
                    <a:pt x="53" y="29"/>
                  </a:cubicBezTo>
                  <a:cubicBezTo>
                    <a:pt x="53" y="39"/>
                    <a:pt x="44" y="43"/>
                    <a:pt x="40" y="45"/>
                  </a:cubicBezTo>
                  <a:cubicBezTo>
                    <a:pt x="28" y="42"/>
                    <a:pt x="23" y="36"/>
                    <a:pt x="23" y="29"/>
                  </a:cubicBezTo>
                  <a:cubicBezTo>
                    <a:pt x="23" y="22"/>
                    <a:pt x="28" y="15"/>
                    <a:pt x="38" y="15"/>
                  </a:cubicBezTo>
                  <a:close/>
                  <a:moveTo>
                    <a:pt x="57" y="52"/>
                  </a:moveTo>
                  <a:cubicBezTo>
                    <a:pt x="70" y="44"/>
                    <a:pt x="71" y="34"/>
                    <a:pt x="71" y="28"/>
                  </a:cubicBezTo>
                  <a:cubicBezTo>
                    <a:pt x="71" y="14"/>
                    <a:pt x="61" y="0"/>
                    <a:pt x="39" y="0"/>
                  </a:cubicBezTo>
                  <a:cubicBezTo>
                    <a:pt x="19" y="0"/>
                    <a:pt x="4" y="12"/>
                    <a:pt x="4" y="30"/>
                  </a:cubicBezTo>
                  <a:cubicBezTo>
                    <a:pt x="4" y="39"/>
                    <a:pt x="9" y="47"/>
                    <a:pt x="18" y="53"/>
                  </a:cubicBezTo>
                  <a:cubicBezTo>
                    <a:pt x="6" y="59"/>
                    <a:pt x="0" y="69"/>
                    <a:pt x="0" y="81"/>
                  </a:cubicBezTo>
                  <a:cubicBezTo>
                    <a:pt x="0" y="96"/>
                    <a:pt x="13" y="111"/>
                    <a:pt x="38" y="111"/>
                  </a:cubicBezTo>
                  <a:cubicBezTo>
                    <a:pt x="59" y="111"/>
                    <a:pt x="75" y="98"/>
                    <a:pt x="75" y="79"/>
                  </a:cubicBezTo>
                  <a:cubicBezTo>
                    <a:pt x="75" y="67"/>
                    <a:pt x="69" y="58"/>
                    <a:pt x="5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7" name="Freeform 80"/>
            <p:cNvSpPr>
              <a:spLocks noEditPoints="1"/>
            </p:cNvSpPr>
            <p:nvPr/>
          </p:nvSpPr>
          <p:spPr bwMode="auto">
            <a:xfrm>
              <a:off x="6219827" y="4879976"/>
              <a:ext cx="52388" cy="76200"/>
            </a:xfrm>
            <a:custGeom>
              <a:avLst/>
              <a:gdLst>
                <a:gd name="T0" fmla="*/ 54 w 75"/>
                <a:gd name="T1" fmla="*/ 48 h 111"/>
                <a:gd name="T2" fmla="*/ 36 w 75"/>
                <a:gd name="T3" fmla="*/ 57 h 111"/>
                <a:gd name="T4" fmla="*/ 19 w 75"/>
                <a:gd name="T5" fmla="*/ 38 h 111"/>
                <a:gd name="T6" fmla="*/ 37 w 75"/>
                <a:gd name="T7" fmla="*/ 16 h 111"/>
                <a:gd name="T8" fmla="*/ 55 w 75"/>
                <a:gd name="T9" fmla="*/ 44 h 111"/>
                <a:gd name="T10" fmla="*/ 54 w 75"/>
                <a:gd name="T11" fmla="*/ 48 h 111"/>
                <a:gd name="T12" fmla="*/ 38 w 75"/>
                <a:gd name="T13" fmla="*/ 0 h 111"/>
                <a:gd name="T14" fmla="*/ 0 w 75"/>
                <a:gd name="T15" fmla="*/ 39 h 111"/>
                <a:gd name="T16" fmla="*/ 33 w 75"/>
                <a:gd name="T17" fmla="*/ 73 h 111"/>
                <a:gd name="T18" fmla="*/ 53 w 75"/>
                <a:gd name="T19" fmla="*/ 67 h 111"/>
                <a:gd name="T20" fmla="*/ 42 w 75"/>
                <a:gd name="T21" fmla="*/ 85 h 111"/>
                <a:gd name="T22" fmla="*/ 22 w 75"/>
                <a:gd name="T23" fmla="*/ 94 h 111"/>
                <a:gd name="T24" fmla="*/ 12 w 75"/>
                <a:gd name="T25" fmla="*/ 94 h 111"/>
                <a:gd name="T26" fmla="*/ 9 w 75"/>
                <a:gd name="T27" fmla="*/ 94 h 111"/>
                <a:gd name="T28" fmla="*/ 9 w 75"/>
                <a:gd name="T29" fmla="*/ 111 h 111"/>
                <a:gd name="T30" fmla="*/ 11 w 75"/>
                <a:gd name="T31" fmla="*/ 111 h 111"/>
                <a:gd name="T32" fmla="*/ 14 w 75"/>
                <a:gd name="T33" fmla="*/ 111 h 111"/>
                <a:gd name="T34" fmla="*/ 24 w 75"/>
                <a:gd name="T35" fmla="*/ 111 h 111"/>
                <a:gd name="T36" fmla="*/ 56 w 75"/>
                <a:gd name="T37" fmla="*/ 96 h 111"/>
                <a:gd name="T38" fmla="*/ 75 w 75"/>
                <a:gd name="T39" fmla="*/ 46 h 111"/>
                <a:gd name="T40" fmla="*/ 38 w 75"/>
                <a:gd name="T4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111">
                  <a:moveTo>
                    <a:pt x="54" y="48"/>
                  </a:moveTo>
                  <a:cubicBezTo>
                    <a:pt x="51" y="54"/>
                    <a:pt x="44" y="57"/>
                    <a:pt x="36" y="57"/>
                  </a:cubicBezTo>
                  <a:cubicBezTo>
                    <a:pt x="26" y="57"/>
                    <a:pt x="19" y="50"/>
                    <a:pt x="19" y="38"/>
                  </a:cubicBezTo>
                  <a:cubicBezTo>
                    <a:pt x="19" y="25"/>
                    <a:pt x="26" y="16"/>
                    <a:pt x="37" y="16"/>
                  </a:cubicBezTo>
                  <a:cubicBezTo>
                    <a:pt x="53" y="16"/>
                    <a:pt x="55" y="35"/>
                    <a:pt x="55" y="44"/>
                  </a:cubicBezTo>
                  <a:cubicBezTo>
                    <a:pt x="55" y="46"/>
                    <a:pt x="55" y="47"/>
                    <a:pt x="54" y="48"/>
                  </a:cubicBezTo>
                  <a:close/>
                  <a:moveTo>
                    <a:pt x="38" y="0"/>
                  </a:moveTo>
                  <a:cubicBezTo>
                    <a:pt x="17" y="0"/>
                    <a:pt x="0" y="17"/>
                    <a:pt x="0" y="39"/>
                  </a:cubicBezTo>
                  <a:cubicBezTo>
                    <a:pt x="0" y="59"/>
                    <a:pt x="14" y="73"/>
                    <a:pt x="33" y="73"/>
                  </a:cubicBezTo>
                  <a:cubicBezTo>
                    <a:pt x="41" y="73"/>
                    <a:pt x="48" y="71"/>
                    <a:pt x="53" y="67"/>
                  </a:cubicBezTo>
                  <a:cubicBezTo>
                    <a:pt x="51" y="74"/>
                    <a:pt x="47" y="80"/>
                    <a:pt x="42" y="85"/>
                  </a:cubicBezTo>
                  <a:cubicBezTo>
                    <a:pt x="37" y="90"/>
                    <a:pt x="30" y="93"/>
                    <a:pt x="22" y="94"/>
                  </a:cubicBezTo>
                  <a:cubicBezTo>
                    <a:pt x="18" y="94"/>
                    <a:pt x="14" y="95"/>
                    <a:pt x="12" y="94"/>
                  </a:cubicBezTo>
                  <a:lnTo>
                    <a:pt x="9" y="94"/>
                  </a:lnTo>
                  <a:lnTo>
                    <a:pt x="9" y="111"/>
                  </a:lnTo>
                  <a:lnTo>
                    <a:pt x="11" y="111"/>
                  </a:lnTo>
                  <a:cubicBezTo>
                    <a:pt x="12" y="111"/>
                    <a:pt x="13" y="111"/>
                    <a:pt x="14" y="111"/>
                  </a:cubicBezTo>
                  <a:cubicBezTo>
                    <a:pt x="17" y="111"/>
                    <a:pt x="21" y="111"/>
                    <a:pt x="24" y="111"/>
                  </a:cubicBezTo>
                  <a:cubicBezTo>
                    <a:pt x="36" y="109"/>
                    <a:pt x="48" y="104"/>
                    <a:pt x="56" y="96"/>
                  </a:cubicBezTo>
                  <a:cubicBezTo>
                    <a:pt x="64" y="88"/>
                    <a:pt x="75" y="72"/>
                    <a:pt x="75" y="46"/>
                  </a:cubicBezTo>
                  <a:cubicBezTo>
                    <a:pt x="75" y="18"/>
                    <a:pt x="60" y="0"/>
                    <a:pt x="3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8" name="Freeform 81"/>
            <p:cNvSpPr>
              <a:spLocks/>
            </p:cNvSpPr>
            <p:nvPr/>
          </p:nvSpPr>
          <p:spPr bwMode="auto">
            <a:xfrm>
              <a:off x="6289677" y="4879976"/>
              <a:ext cx="49213" cy="76200"/>
            </a:xfrm>
            <a:custGeom>
              <a:avLst/>
              <a:gdLst>
                <a:gd name="T0" fmla="*/ 54 w 70"/>
                <a:gd name="T1" fmla="*/ 44 h 110"/>
                <a:gd name="T2" fmla="*/ 31 w 70"/>
                <a:gd name="T3" fmla="*/ 38 h 110"/>
                <a:gd name="T4" fmla="*/ 26 w 70"/>
                <a:gd name="T5" fmla="*/ 38 h 110"/>
                <a:gd name="T6" fmla="*/ 29 w 70"/>
                <a:gd name="T7" fmla="*/ 17 h 110"/>
                <a:gd name="T8" fmla="*/ 68 w 70"/>
                <a:gd name="T9" fmla="*/ 17 h 110"/>
                <a:gd name="T10" fmla="*/ 68 w 70"/>
                <a:gd name="T11" fmla="*/ 0 h 110"/>
                <a:gd name="T12" fmla="*/ 14 w 70"/>
                <a:gd name="T13" fmla="*/ 0 h 110"/>
                <a:gd name="T14" fmla="*/ 7 w 70"/>
                <a:gd name="T15" fmla="*/ 56 h 110"/>
                <a:gd name="T16" fmla="*/ 11 w 70"/>
                <a:gd name="T17" fmla="*/ 55 h 110"/>
                <a:gd name="T18" fmla="*/ 24 w 70"/>
                <a:gd name="T19" fmla="*/ 54 h 110"/>
                <a:gd name="T20" fmla="*/ 51 w 70"/>
                <a:gd name="T21" fmla="*/ 74 h 110"/>
                <a:gd name="T22" fmla="*/ 29 w 70"/>
                <a:gd name="T23" fmla="*/ 94 h 110"/>
                <a:gd name="T24" fmla="*/ 9 w 70"/>
                <a:gd name="T25" fmla="*/ 88 h 110"/>
                <a:gd name="T26" fmla="*/ 6 w 70"/>
                <a:gd name="T27" fmla="*/ 87 h 110"/>
                <a:gd name="T28" fmla="*/ 0 w 70"/>
                <a:gd name="T29" fmla="*/ 103 h 110"/>
                <a:gd name="T30" fmla="*/ 2 w 70"/>
                <a:gd name="T31" fmla="*/ 104 h 110"/>
                <a:gd name="T32" fmla="*/ 29 w 70"/>
                <a:gd name="T33" fmla="*/ 110 h 110"/>
                <a:gd name="T34" fmla="*/ 70 w 70"/>
                <a:gd name="T35" fmla="*/ 73 h 110"/>
                <a:gd name="T36" fmla="*/ 54 w 70"/>
                <a:gd name="T37" fmla="*/ 4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110">
                  <a:moveTo>
                    <a:pt x="54" y="44"/>
                  </a:moveTo>
                  <a:cubicBezTo>
                    <a:pt x="48" y="40"/>
                    <a:pt x="40" y="38"/>
                    <a:pt x="31" y="38"/>
                  </a:cubicBezTo>
                  <a:cubicBezTo>
                    <a:pt x="29" y="38"/>
                    <a:pt x="27" y="38"/>
                    <a:pt x="26" y="38"/>
                  </a:cubicBezTo>
                  <a:lnTo>
                    <a:pt x="29" y="17"/>
                  </a:lnTo>
                  <a:lnTo>
                    <a:pt x="68" y="17"/>
                  </a:lnTo>
                  <a:lnTo>
                    <a:pt x="68" y="0"/>
                  </a:lnTo>
                  <a:lnTo>
                    <a:pt x="14" y="0"/>
                  </a:lnTo>
                  <a:lnTo>
                    <a:pt x="7" y="56"/>
                  </a:lnTo>
                  <a:lnTo>
                    <a:pt x="11" y="55"/>
                  </a:lnTo>
                  <a:cubicBezTo>
                    <a:pt x="15" y="55"/>
                    <a:pt x="19" y="54"/>
                    <a:pt x="24" y="54"/>
                  </a:cubicBezTo>
                  <a:cubicBezTo>
                    <a:pt x="41" y="54"/>
                    <a:pt x="51" y="61"/>
                    <a:pt x="51" y="74"/>
                  </a:cubicBezTo>
                  <a:cubicBezTo>
                    <a:pt x="51" y="87"/>
                    <a:pt x="40" y="94"/>
                    <a:pt x="29" y="94"/>
                  </a:cubicBezTo>
                  <a:cubicBezTo>
                    <a:pt x="21" y="94"/>
                    <a:pt x="13" y="91"/>
                    <a:pt x="9" y="88"/>
                  </a:cubicBezTo>
                  <a:lnTo>
                    <a:pt x="6" y="87"/>
                  </a:lnTo>
                  <a:lnTo>
                    <a:pt x="0" y="103"/>
                  </a:lnTo>
                  <a:lnTo>
                    <a:pt x="2" y="104"/>
                  </a:lnTo>
                  <a:cubicBezTo>
                    <a:pt x="7" y="107"/>
                    <a:pt x="17" y="110"/>
                    <a:pt x="29" y="110"/>
                  </a:cubicBezTo>
                  <a:cubicBezTo>
                    <a:pt x="53" y="110"/>
                    <a:pt x="70" y="95"/>
                    <a:pt x="70" y="73"/>
                  </a:cubicBezTo>
                  <a:cubicBezTo>
                    <a:pt x="70" y="60"/>
                    <a:pt x="65" y="50"/>
                    <a:pt x="54" y="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9" name="Freeform 82"/>
            <p:cNvSpPr>
              <a:spLocks noEditPoints="1"/>
            </p:cNvSpPr>
            <p:nvPr/>
          </p:nvSpPr>
          <p:spPr bwMode="auto">
            <a:xfrm>
              <a:off x="5546727" y="4689476"/>
              <a:ext cx="382588" cy="384175"/>
            </a:xfrm>
            <a:custGeom>
              <a:avLst/>
              <a:gdLst>
                <a:gd name="T0" fmla="*/ 128 w 554"/>
                <a:gd name="T1" fmla="*/ 426 h 555"/>
                <a:gd name="T2" fmla="*/ 128 w 554"/>
                <a:gd name="T3" fmla="*/ 129 h 555"/>
                <a:gd name="T4" fmla="*/ 426 w 554"/>
                <a:gd name="T5" fmla="*/ 129 h 555"/>
                <a:gd name="T6" fmla="*/ 426 w 554"/>
                <a:gd name="T7" fmla="*/ 426 h 555"/>
                <a:gd name="T8" fmla="*/ 128 w 554"/>
                <a:gd name="T9" fmla="*/ 426 h 555"/>
                <a:gd name="T10" fmla="*/ 456 w 554"/>
                <a:gd name="T11" fmla="*/ 99 h 555"/>
                <a:gd name="T12" fmla="*/ 98 w 554"/>
                <a:gd name="T13" fmla="*/ 99 h 555"/>
                <a:gd name="T14" fmla="*/ 98 w 554"/>
                <a:gd name="T15" fmla="*/ 456 h 555"/>
                <a:gd name="T16" fmla="*/ 456 w 554"/>
                <a:gd name="T17" fmla="*/ 456 h 555"/>
                <a:gd name="T18" fmla="*/ 456 w 554"/>
                <a:gd name="T19" fmla="*/ 99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555">
                  <a:moveTo>
                    <a:pt x="128" y="426"/>
                  </a:moveTo>
                  <a:cubicBezTo>
                    <a:pt x="46" y="344"/>
                    <a:pt x="46" y="211"/>
                    <a:pt x="128" y="129"/>
                  </a:cubicBezTo>
                  <a:cubicBezTo>
                    <a:pt x="210" y="47"/>
                    <a:pt x="344" y="47"/>
                    <a:pt x="426" y="129"/>
                  </a:cubicBezTo>
                  <a:cubicBezTo>
                    <a:pt x="508" y="211"/>
                    <a:pt x="508" y="344"/>
                    <a:pt x="426" y="426"/>
                  </a:cubicBezTo>
                  <a:cubicBezTo>
                    <a:pt x="344" y="509"/>
                    <a:pt x="210" y="509"/>
                    <a:pt x="128" y="426"/>
                  </a:cubicBezTo>
                  <a:close/>
                  <a:moveTo>
                    <a:pt x="456" y="99"/>
                  </a:moveTo>
                  <a:cubicBezTo>
                    <a:pt x="357" y="0"/>
                    <a:pt x="197" y="0"/>
                    <a:pt x="98" y="99"/>
                  </a:cubicBezTo>
                  <a:cubicBezTo>
                    <a:pt x="0" y="198"/>
                    <a:pt x="0" y="358"/>
                    <a:pt x="98" y="456"/>
                  </a:cubicBezTo>
                  <a:cubicBezTo>
                    <a:pt x="197" y="555"/>
                    <a:pt x="357" y="555"/>
                    <a:pt x="456" y="456"/>
                  </a:cubicBezTo>
                  <a:cubicBezTo>
                    <a:pt x="554" y="358"/>
                    <a:pt x="554" y="198"/>
                    <a:pt x="456"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0" name="Freeform 83"/>
            <p:cNvSpPr>
              <a:spLocks/>
            </p:cNvSpPr>
            <p:nvPr/>
          </p:nvSpPr>
          <p:spPr bwMode="auto">
            <a:xfrm>
              <a:off x="5843589" y="4502151"/>
              <a:ext cx="58738" cy="252413"/>
            </a:xfrm>
            <a:custGeom>
              <a:avLst/>
              <a:gdLst>
                <a:gd name="T0" fmla="*/ 84 w 84"/>
                <a:gd name="T1" fmla="*/ 365 h 365"/>
                <a:gd name="T2" fmla="*/ 84 w 84"/>
                <a:gd name="T3" fmla="*/ 0 h 365"/>
                <a:gd name="T4" fmla="*/ 0 w 84"/>
                <a:gd name="T5" fmla="*/ 0 h 365"/>
                <a:gd name="T6" fmla="*/ 0 w 84"/>
                <a:gd name="T7" fmla="*/ 290 h 365"/>
                <a:gd name="T8" fmla="*/ 59 w 84"/>
                <a:gd name="T9" fmla="*/ 336 h 365"/>
                <a:gd name="T10" fmla="*/ 84 w 84"/>
                <a:gd name="T11" fmla="*/ 365 h 365"/>
              </a:gdLst>
              <a:ahLst/>
              <a:cxnLst>
                <a:cxn ang="0">
                  <a:pos x="T0" y="T1"/>
                </a:cxn>
                <a:cxn ang="0">
                  <a:pos x="T2" y="T3"/>
                </a:cxn>
                <a:cxn ang="0">
                  <a:pos x="T4" y="T5"/>
                </a:cxn>
                <a:cxn ang="0">
                  <a:pos x="T6" y="T7"/>
                </a:cxn>
                <a:cxn ang="0">
                  <a:pos x="T8" y="T9"/>
                </a:cxn>
                <a:cxn ang="0">
                  <a:pos x="T10" y="T11"/>
                </a:cxn>
              </a:cxnLst>
              <a:rect l="0" t="0" r="r" b="b"/>
              <a:pathLst>
                <a:path w="84" h="365">
                  <a:moveTo>
                    <a:pt x="84" y="365"/>
                  </a:moveTo>
                  <a:lnTo>
                    <a:pt x="84" y="0"/>
                  </a:lnTo>
                  <a:lnTo>
                    <a:pt x="0" y="0"/>
                  </a:lnTo>
                  <a:lnTo>
                    <a:pt x="0" y="290"/>
                  </a:lnTo>
                  <a:cubicBezTo>
                    <a:pt x="21" y="302"/>
                    <a:pt x="41" y="318"/>
                    <a:pt x="59" y="336"/>
                  </a:cubicBezTo>
                  <a:cubicBezTo>
                    <a:pt x="68" y="345"/>
                    <a:pt x="77" y="355"/>
                    <a:pt x="84"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1" name="Freeform 84"/>
            <p:cNvSpPr>
              <a:spLocks/>
            </p:cNvSpPr>
            <p:nvPr/>
          </p:nvSpPr>
          <p:spPr bwMode="auto">
            <a:xfrm>
              <a:off x="5783264" y="4502151"/>
              <a:ext cx="39688" cy="190500"/>
            </a:xfrm>
            <a:custGeom>
              <a:avLst/>
              <a:gdLst>
                <a:gd name="T0" fmla="*/ 58 w 58"/>
                <a:gd name="T1" fmla="*/ 0 h 274"/>
                <a:gd name="T2" fmla="*/ 0 w 58"/>
                <a:gd name="T3" fmla="*/ 0 h 274"/>
                <a:gd name="T4" fmla="*/ 0 w 58"/>
                <a:gd name="T5" fmla="*/ 255 h 274"/>
                <a:gd name="T6" fmla="*/ 58 w 58"/>
                <a:gd name="T7" fmla="*/ 274 h 274"/>
                <a:gd name="T8" fmla="*/ 58 w 58"/>
                <a:gd name="T9" fmla="*/ 0 h 274"/>
              </a:gdLst>
              <a:ahLst/>
              <a:cxnLst>
                <a:cxn ang="0">
                  <a:pos x="T0" y="T1"/>
                </a:cxn>
                <a:cxn ang="0">
                  <a:pos x="T2" y="T3"/>
                </a:cxn>
                <a:cxn ang="0">
                  <a:pos x="T4" y="T5"/>
                </a:cxn>
                <a:cxn ang="0">
                  <a:pos x="T6" y="T7"/>
                </a:cxn>
                <a:cxn ang="0">
                  <a:pos x="T8" y="T9"/>
                </a:cxn>
              </a:cxnLst>
              <a:rect l="0" t="0" r="r" b="b"/>
              <a:pathLst>
                <a:path w="58" h="274">
                  <a:moveTo>
                    <a:pt x="58" y="0"/>
                  </a:moveTo>
                  <a:lnTo>
                    <a:pt x="0" y="0"/>
                  </a:lnTo>
                  <a:lnTo>
                    <a:pt x="0" y="255"/>
                  </a:lnTo>
                  <a:cubicBezTo>
                    <a:pt x="20" y="259"/>
                    <a:pt x="39" y="266"/>
                    <a:pt x="58" y="274"/>
                  </a:cubicBezTo>
                  <a:lnTo>
                    <a:pt x="5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2" name="Freeform 85"/>
            <p:cNvSpPr>
              <a:spLocks/>
            </p:cNvSpPr>
            <p:nvPr/>
          </p:nvSpPr>
          <p:spPr bwMode="auto">
            <a:xfrm>
              <a:off x="5748339" y="4502151"/>
              <a:ext cx="15875" cy="173038"/>
            </a:xfrm>
            <a:custGeom>
              <a:avLst/>
              <a:gdLst>
                <a:gd name="T0" fmla="*/ 24 w 24"/>
                <a:gd name="T1" fmla="*/ 0 h 250"/>
                <a:gd name="T2" fmla="*/ 0 w 24"/>
                <a:gd name="T3" fmla="*/ 0 h 250"/>
                <a:gd name="T4" fmla="*/ 0 w 24"/>
                <a:gd name="T5" fmla="*/ 248 h 250"/>
                <a:gd name="T6" fmla="*/ 24 w 24"/>
                <a:gd name="T7" fmla="*/ 250 h 250"/>
                <a:gd name="T8" fmla="*/ 24 w 24"/>
                <a:gd name="T9" fmla="*/ 0 h 250"/>
              </a:gdLst>
              <a:ahLst/>
              <a:cxnLst>
                <a:cxn ang="0">
                  <a:pos x="T0" y="T1"/>
                </a:cxn>
                <a:cxn ang="0">
                  <a:pos x="T2" y="T3"/>
                </a:cxn>
                <a:cxn ang="0">
                  <a:pos x="T4" y="T5"/>
                </a:cxn>
                <a:cxn ang="0">
                  <a:pos x="T6" y="T7"/>
                </a:cxn>
                <a:cxn ang="0">
                  <a:pos x="T8" y="T9"/>
                </a:cxn>
              </a:cxnLst>
              <a:rect l="0" t="0" r="r" b="b"/>
              <a:pathLst>
                <a:path w="24" h="250">
                  <a:moveTo>
                    <a:pt x="24" y="0"/>
                  </a:moveTo>
                  <a:lnTo>
                    <a:pt x="0" y="0"/>
                  </a:lnTo>
                  <a:lnTo>
                    <a:pt x="0" y="248"/>
                  </a:lnTo>
                  <a:cubicBezTo>
                    <a:pt x="8" y="249"/>
                    <a:pt x="16" y="249"/>
                    <a:pt x="24" y="250"/>
                  </a:cubicBezTo>
                  <a:lnTo>
                    <a:pt x="2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3" name="Freeform 86"/>
            <p:cNvSpPr>
              <a:spLocks/>
            </p:cNvSpPr>
            <p:nvPr/>
          </p:nvSpPr>
          <p:spPr bwMode="auto">
            <a:xfrm>
              <a:off x="5602289" y="4757739"/>
              <a:ext cx="141288" cy="247650"/>
            </a:xfrm>
            <a:custGeom>
              <a:avLst/>
              <a:gdLst>
                <a:gd name="T0" fmla="*/ 113 w 204"/>
                <a:gd name="T1" fmla="*/ 49 h 358"/>
                <a:gd name="T2" fmla="*/ 198 w 204"/>
                <a:gd name="T3" fmla="*/ 1 h 358"/>
                <a:gd name="T4" fmla="*/ 70 w 204"/>
                <a:gd name="T5" fmla="*/ 53 h 358"/>
                <a:gd name="T6" fmla="*/ 70 w 204"/>
                <a:gd name="T7" fmla="*/ 304 h 358"/>
                <a:gd name="T8" fmla="*/ 204 w 204"/>
                <a:gd name="T9" fmla="*/ 356 h 358"/>
                <a:gd name="T10" fmla="*/ 113 w 204"/>
                <a:gd name="T11" fmla="*/ 306 h 358"/>
                <a:gd name="T12" fmla="*/ 113 w 204"/>
                <a:gd name="T13" fmla="*/ 49 h 358"/>
              </a:gdLst>
              <a:ahLst/>
              <a:cxnLst>
                <a:cxn ang="0">
                  <a:pos x="T0" y="T1"/>
                </a:cxn>
                <a:cxn ang="0">
                  <a:pos x="T2" y="T3"/>
                </a:cxn>
                <a:cxn ang="0">
                  <a:pos x="T4" y="T5"/>
                </a:cxn>
                <a:cxn ang="0">
                  <a:pos x="T6" y="T7"/>
                </a:cxn>
                <a:cxn ang="0">
                  <a:pos x="T8" y="T9"/>
                </a:cxn>
                <a:cxn ang="0">
                  <a:pos x="T10" y="T11"/>
                </a:cxn>
                <a:cxn ang="0">
                  <a:pos x="T12" y="T13"/>
                </a:cxn>
              </a:cxnLst>
              <a:rect l="0" t="0" r="r" b="b"/>
              <a:pathLst>
                <a:path w="204" h="358">
                  <a:moveTo>
                    <a:pt x="113" y="49"/>
                  </a:moveTo>
                  <a:cubicBezTo>
                    <a:pt x="137" y="25"/>
                    <a:pt x="167" y="9"/>
                    <a:pt x="198" y="1"/>
                  </a:cubicBezTo>
                  <a:cubicBezTo>
                    <a:pt x="152" y="0"/>
                    <a:pt x="105" y="18"/>
                    <a:pt x="70" y="53"/>
                  </a:cubicBezTo>
                  <a:cubicBezTo>
                    <a:pt x="0" y="122"/>
                    <a:pt x="0" y="235"/>
                    <a:pt x="70" y="304"/>
                  </a:cubicBezTo>
                  <a:cubicBezTo>
                    <a:pt x="107" y="341"/>
                    <a:pt x="156" y="358"/>
                    <a:pt x="204" y="356"/>
                  </a:cubicBezTo>
                  <a:cubicBezTo>
                    <a:pt x="171" y="349"/>
                    <a:pt x="139" y="333"/>
                    <a:pt x="113" y="306"/>
                  </a:cubicBezTo>
                  <a:cubicBezTo>
                    <a:pt x="42" y="235"/>
                    <a:pt x="42" y="120"/>
                    <a:pt x="113" y="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4" name="Freeform 87"/>
            <p:cNvSpPr>
              <a:spLocks/>
            </p:cNvSpPr>
            <p:nvPr/>
          </p:nvSpPr>
          <p:spPr bwMode="auto">
            <a:xfrm>
              <a:off x="5851527" y="4994276"/>
              <a:ext cx="223838" cy="223838"/>
            </a:xfrm>
            <a:custGeom>
              <a:avLst/>
              <a:gdLst>
                <a:gd name="T0" fmla="*/ 115 w 323"/>
                <a:gd name="T1" fmla="*/ 55 h 323"/>
                <a:gd name="T2" fmla="*/ 118 w 323"/>
                <a:gd name="T3" fmla="*/ 52 h 323"/>
                <a:gd name="T4" fmla="*/ 117 w 323"/>
                <a:gd name="T5" fmla="*/ 12 h 323"/>
                <a:gd name="T6" fmla="*/ 76 w 323"/>
                <a:gd name="T7" fmla="*/ 11 h 323"/>
                <a:gd name="T8" fmla="*/ 11 w 323"/>
                <a:gd name="T9" fmla="*/ 76 h 323"/>
                <a:gd name="T10" fmla="*/ 12 w 323"/>
                <a:gd name="T11" fmla="*/ 116 h 323"/>
                <a:gd name="T12" fmla="*/ 53 w 323"/>
                <a:gd name="T13" fmla="*/ 117 h 323"/>
                <a:gd name="T14" fmla="*/ 55 w 323"/>
                <a:gd name="T15" fmla="*/ 115 h 323"/>
                <a:gd name="T16" fmla="*/ 178 w 323"/>
                <a:gd name="T17" fmla="*/ 289 h 323"/>
                <a:gd name="T18" fmla="*/ 292 w 323"/>
                <a:gd name="T19" fmla="*/ 292 h 323"/>
                <a:gd name="T20" fmla="*/ 289 w 323"/>
                <a:gd name="T21" fmla="*/ 177 h 323"/>
                <a:gd name="T22" fmla="*/ 115 w 323"/>
                <a:gd name="T23" fmla="*/ 5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3" h="323">
                  <a:moveTo>
                    <a:pt x="115" y="55"/>
                  </a:moveTo>
                  <a:lnTo>
                    <a:pt x="118" y="52"/>
                  </a:lnTo>
                  <a:cubicBezTo>
                    <a:pt x="129" y="41"/>
                    <a:pt x="128" y="23"/>
                    <a:pt x="117" y="12"/>
                  </a:cubicBezTo>
                  <a:cubicBezTo>
                    <a:pt x="105" y="0"/>
                    <a:pt x="87" y="0"/>
                    <a:pt x="76" y="11"/>
                  </a:cubicBezTo>
                  <a:lnTo>
                    <a:pt x="11" y="76"/>
                  </a:lnTo>
                  <a:cubicBezTo>
                    <a:pt x="0" y="87"/>
                    <a:pt x="1" y="105"/>
                    <a:pt x="12" y="116"/>
                  </a:cubicBezTo>
                  <a:cubicBezTo>
                    <a:pt x="24" y="128"/>
                    <a:pt x="42" y="128"/>
                    <a:pt x="53" y="117"/>
                  </a:cubicBezTo>
                  <a:lnTo>
                    <a:pt x="55" y="115"/>
                  </a:lnTo>
                  <a:cubicBezTo>
                    <a:pt x="119" y="186"/>
                    <a:pt x="125" y="237"/>
                    <a:pt x="178" y="289"/>
                  </a:cubicBezTo>
                  <a:cubicBezTo>
                    <a:pt x="210" y="321"/>
                    <a:pt x="262" y="323"/>
                    <a:pt x="292" y="292"/>
                  </a:cubicBezTo>
                  <a:cubicBezTo>
                    <a:pt x="323" y="261"/>
                    <a:pt x="322" y="210"/>
                    <a:pt x="289" y="177"/>
                  </a:cubicBezTo>
                  <a:cubicBezTo>
                    <a:pt x="237" y="125"/>
                    <a:pt x="187" y="119"/>
                    <a:pt x="115"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81" name="Browser4" descr="{&quot;Key&quot;:&quot;POWER_USER_SHAPE_ICON&quot;,&quot;Value&quot;:&quot;POWER_USER_SHAPE_ICON_STYLE_1&quot;}"/>
          <p:cNvGrpSpPr>
            <a:grpSpLocks noChangeAspect="1"/>
          </p:cNvGrpSpPr>
          <p:nvPr>
            <p:custDataLst>
              <p:tags r:id="rId18"/>
            </p:custDataLst>
          </p:nvPr>
        </p:nvGrpSpPr>
        <p:grpSpPr>
          <a:xfrm>
            <a:off x="7099555" y="2310674"/>
            <a:ext cx="786889" cy="542925"/>
            <a:chOff x="5635625" y="5818188"/>
            <a:chExt cx="885826" cy="611188"/>
          </a:xfrm>
          <a:solidFill>
            <a:schemeClr val="lt1"/>
          </a:solidFill>
        </p:grpSpPr>
        <p:sp>
          <p:nvSpPr>
            <p:cNvPr id="82"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3"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4"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5"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6"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7"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8"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9"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90"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03" name="Checklist6" descr="{&quot;Key&quot;:&quot;POWER_USER_SHAPE_ICON&quot;,&quot;Value&quot;:&quot;POWER_USER_SHAPE_ICON_STYLE_1&quot;}">
            <a:extLst>
              <a:ext uri="{FF2B5EF4-FFF2-40B4-BE49-F238E27FC236}">
                <a16:creationId xmlns:a16="http://schemas.microsoft.com/office/drawing/2014/main" id="{8F6EC594-2904-49FE-BFCA-61A4D4710829}"/>
              </a:ext>
            </a:extLst>
          </p:cNvPr>
          <p:cNvGrpSpPr>
            <a:grpSpLocks noChangeAspect="1"/>
          </p:cNvGrpSpPr>
          <p:nvPr/>
        </p:nvGrpSpPr>
        <p:grpSpPr>
          <a:xfrm>
            <a:off x="7241356" y="5012575"/>
            <a:ext cx="360855" cy="542925"/>
            <a:chOff x="7976414" y="4946023"/>
            <a:chExt cx="1220753" cy="1836686"/>
          </a:xfrm>
          <a:solidFill>
            <a:schemeClr val="lt1"/>
          </a:solidFill>
        </p:grpSpPr>
        <p:sp>
          <p:nvSpPr>
            <p:cNvPr id="104" name="Freeform: Shape 1985">
              <a:extLst>
                <a:ext uri="{FF2B5EF4-FFF2-40B4-BE49-F238E27FC236}">
                  <a16:creationId xmlns:a16="http://schemas.microsoft.com/office/drawing/2014/main" id="{E07F5DD0-AA31-4C66-8619-3AC23A11F5B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solidFill>
                  <a:prstClr val="black"/>
                </a:solidFill>
              </a:endParaRPr>
            </a:p>
          </p:txBody>
        </p:sp>
        <p:sp>
          <p:nvSpPr>
            <p:cNvPr id="105" name="Freeform 2233"/>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6" name="Rectangle 2234"/>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7" name="Freeform 2235"/>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8" name="Rectangle 2236"/>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9" name="Rectangle 2237"/>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0" name="Rectangle 2238"/>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1" name="Freeform 2239"/>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2" name="Rectangle 2240"/>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3" name="Rectangle 2241"/>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4" name="Rectangle 2242"/>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5" name="Rectangle 2243"/>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6" name="Freeform 2244"/>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7" name="Freeform 2245"/>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8" name="Rectangle 2246"/>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9" name="Rectangle 2247"/>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0" name="Rectangle 2248"/>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1" name="Rectangle 2249"/>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2" name="Freeform 2250"/>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3" name="Freeform 2251"/>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252"/>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253"/>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254"/>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255"/>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Freeform 2256"/>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38" name="Client_centric" descr="{&quot;Key&quot;:&quot;POWER_USER_SHAPE_ICON&quot;,&quot;Value&quot;:&quot;POWER_USER_SHAPE_ICON_STYLE_1&quot;}"/>
          <p:cNvGrpSpPr>
            <a:grpSpLocks noChangeAspect="1"/>
          </p:cNvGrpSpPr>
          <p:nvPr>
            <p:custDataLst>
              <p:tags r:id="rId19"/>
            </p:custDataLst>
          </p:nvPr>
        </p:nvGrpSpPr>
        <p:grpSpPr>
          <a:xfrm>
            <a:off x="4512730" y="5012575"/>
            <a:ext cx="414672" cy="542925"/>
            <a:chOff x="919552" y="2731567"/>
            <a:chExt cx="2590214" cy="3391337"/>
          </a:xfrm>
          <a:solidFill>
            <a:schemeClr val="lt1"/>
          </a:solidFill>
        </p:grpSpPr>
        <p:grpSp>
          <p:nvGrpSpPr>
            <p:cNvPr id="139" name="Business_people4"/>
            <p:cNvGrpSpPr>
              <a:grpSpLocks noChangeAspect="1"/>
            </p:cNvGrpSpPr>
            <p:nvPr>
              <p:custDataLst>
                <p:tags r:id="rId20"/>
              </p:custDataLst>
            </p:nvPr>
          </p:nvGrpSpPr>
          <p:grpSpPr>
            <a:xfrm>
              <a:off x="1647052" y="3463297"/>
              <a:ext cx="1130979" cy="2659607"/>
              <a:chOff x="-141287" y="1500188"/>
              <a:chExt cx="347663" cy="817563"/>
            </a:xfrm>
            <a:grpFill/>
          </p:grpSpPr>
          <p:sp>
            <p:nvSpPr>
              <p:cNvPr id="147" name="Freeform 237"/>
              <p:cNvSpPr>
                <a:spLocks/>
              </p:cNvSpPr>
              <p:nvPr/>
            </p:nvSpPr>
            <p:spPr bwMode="auto">
              <a:xfrm>
                <a:off x="-31750" y="1500188"/>
                <a:ext cx="130175" cy="161925"/>
              </a:xfrm>
              <a:custGeom>
                <a:avLst/>
                <a:gdLst>
                  <a:gd name="T0" fmla="*/ 86 w 171"/>
                  <a:gd name="T1" fmla="*/ 211 h 211"/>
                  <a:gd name="T2" fmla="*/ 86 w 171"/>
                  <a:gd name="T3" fmla="*/ 211 h 211"/>
                  <a:gd name="T4" fmla="*/ 86 w 171"/>
                  <a:gd name="T5" fmla="*/ 211 h 211"/>
                  <a:gd name="T6" fmla="*/ 171 w 171"/>
                  <a:gd name="T7" fmla="*/ 116 h 211"/>
                  <a:gd name="T8" fmla="*/ 171 w 171"/>
                  <a:gd name="T9" fmla="*/ 106 h 211"/>
                  <a:gd name="T10" fmla="*/ 171 w 171"/>
                  <a:gd name="T11" fmla="*/ 95 h 211"/>
                  <a:gd name="T12" fmla="*/ 86 w 171"/>
                  <a:gd name="T13" fmla="*/ 0 h 211"/>
                  <a:gd name="T14" fmla="*/ 86 w 171"/>
                  <a:gd name="T15" fmla="*/ 0 h 211"/>
                  <a:gd name="T16" fmla="*/ 86 w 171"/>
                  <a:gd name="T17" fmla="*/ 0 h 211"/>
                  <a:gd name="T18" fmla="*/ 1 w 171"/>
                  <a:gd name="T19" fmla="*/ 95 h 211"/>
                  <a:gd name="T20" fmla="*/ 0 w 171"/>
                  <a:gd name="T21" fmla="*/ 106 h 211"/>
                  <a:gd name="T22" fmla="*/ 1 w 171"/>
                  <a:gd name="T23" fmla="*/ 116 h 211"/>
                  <a:gd name="T24" fmla="*/ 86 w 171"/>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211">
                    <a:moveTo>
                      <a:pt x="86" y="211"/>
                    </a:moveTo>
                    <a:lnTo>
                      <a:pt x="86" y="211"/>
                    </a:lnTo>
                    <a:lnTo>
                      <a:pt x="86" y="211"/>
                    </a:lnTo>
                    <a:cubicBezTo>
                      <a:pt x="130" y="211"/>
                      <a:pt x="166" y="170"/>
                      <a:pt x="171" y="116"/>
                    </a:cubicBezTo>
                    <a:cubicBezTo>
                      <a:pt x="171" y="113"/>
                      <a:pt x="171" y="109"/>
                      <a:pt x="171" y="106"/>
                    </a:cubicBezTo>
                    <a:cubicBezTo>
                      <a:pt x="171" y="102"/>
                      <a:pt x="171" y="98"/>
                      <a:pt x="171" y="95"/>
                    </a:cubicBezTo>
                    <a:cubicBezTo>
                      <a:pt x="166" y="42"/>
                      <a:pt x="130" y="0"/>
                      <a:pt x="86" y="0"/>
                    </a:cubicBezTo>
                    <a:lnTo>
                      <a:pt x="86" y="0"/>
                    </a:lnTo>
                    <a:lnTo>
                      <a:pt x="86" y="0"/>
                    </a:lnTo>
                    <a:cubicBezTo>
                      <a:pt x="42" y="0"/>
                      <a:pt x="5" y="42"/>
                      <a:pt x="1" y="95"/>
                    </a:cubicBezTo>
                    <a:cubicBezTo>
                      <a:pt x="0" y="98"/>
                      <a:pt x="0" y="102"/>
                      <a:pt x="0" y="106"/>
                    </a:cubicBezTo>
                    <a:cubicBezTo>
                      <a:pt x="0" y="109"/>
                      <a:pt x="0" y="113"/>
                      <a:pt x="1" y="116"/>
                    </a:cubicBezTo>
                    <a:cubicBezTo>
                      <a:pt x="5" y="170"/>
                      <a:pt x="42" y="211"/>
                      <a:pt x="86" y="211"/>
                    </a:cubicBezTo>
                    <a:close/>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8" name="Freeform 239"/>
              <p:cNvSpPr>
                <a:spLocks noEditPoints="1"/>
              </p:cNvSpPr>
              <p:nvPr/>
            </p:nvSpPr>
            <p:spPr bwMode="auto">
              <a:xfrm>
                <a:off x="-141287" y="1687513"/>
                <a:ext cx="347663" cy="630238"/>
              </a:xfrm>
              <a:custGeom>
                <a:avLst/>
                <a:gdLst>
                  <a:gd name="T0" fmla="*/ 206 w 457"/>
                  <a:gd name="T1" fmla="*/ 67 h 827"/>
                  <a:gd name="T2" fmla="*/ 202 w 457"/>
                  <a:gd name="T3" fmla="*/ 51 h 827"/>
                  <a:gd name="T4" fmla="*/ 214 w 457"/>
                  <a:gd name="T5" fmla="*/ 29 h 827"/>
                  <a:gd name="T6" fmla="*/ 229 w 457"/>
                  <a:gd name="T7" fmla="*/ 25 h 827"/>
                  <a:gd name="T8" fmla="*/ 243 w 457"/>
                  <a:gd name="T9" fmla="*/ 29 h 827"/>
                  <a:gd name="T10" fmla="*/ 255 w 457"/>
                  <a:gd name="T11" fmla="*/ 51 h 827"/>
                  <a:gd name="T12" fmla="*/ 251 w 457"/>
                  <a:gd name="T13" fmla="*/ 67 h 827"/>
                  <a:gd name="T14" fmla="*/ 239 w 457"/>
                  <a:gd name="T15" fmla="*/ 91 h 827"/>
                  <a:gd name="T16" fmla="*/ 275 w 457"/>
                  <a:gd name="T17" fmla="*/ 243 h 827"/>
                  <a:gd name="T18" fmla="*/ 229 w 457"/>
                  <a:gd name="T19" fmla="*/ 295 h 827"/>
                  <a:gd name="T20" fmla="*/ 183 w 457"/>
                  <a:gd name="T21" fmla="*/ 243 h 827"/>
                  <a:gd name="T22" fmla="*/ 218 w 457"/>
                  <a:gd name="T23" fmla="*/ 91 h 827"/>
                  <a:gd name="T24" fmla="*/ 206 w 457"/>
                  <a:gd name="T25" fmla="*/ 67 h 827"/>
                  <a:gd name="T26" fmla="*/ 16 w 457"/>
                  <a:gd name="T27" fmla="*/ 375 h 827"/>
                  <a:gd name="T28" fmla="*/ 48 w 457"/>
                  <a:gd name="T29" fmla="*/ 382 h 827"/>
                  <a:gd name="T30" fmla="*/ 75 w 457"/>
                  <a:gd name="T31" fmla="*/ 360 h 827"/>
                  <a:gd name="T32" fmla="*/ 111 w 457"/>
                  <a:gd name="T33" fmla="*/ 210 h 827"/>
                  <a:gd name="T34" fmla="*/ 111 w 457"/>
                  <a:gd name="T35" fmla="*/ 793 h 827"/>
                  <a:gd name="T36" fmla="*/ 133 w 457"/>
                  <a:gd name="T37" fmla="*/ 827 h 827"/>
                  <a:gd name="T38" fmla="*/ 172 w 457"/>
                  <a:gd name="T39" fmla="*/ 827 h 827"/>
                  <a:gd name="T40" fmla="*/ 195 w 457"/>
                  <a:gd name="T41" fmla="*/ 791 h 827"/>
                  <a:gd name="T42" fmla="*/ 229 w 457"/>
                  <a:gd name="T43" fmla="*/ 465 h 827"/>
                  <a:gd name="T44" fmla="*/ 262 w 457"/>
                  <a:gd name="T45" fmla="*/ 791 h 827"/>
                  <a:gd name="T46" fmla="*/ 285 w 457"/>
                  <a:gd name="T47" fmla="*/ 827 h 827"/>
                  <a:gd name="T48" fmla="*/ 325 w 457"/>
                  <a:gd name="T49" fmla="*/ 827 h 827"/>
                  <a:gd name="T50" fmla="*/ 347 w 457"/>
                  <a:gd name="T51" fmla="*/ 793 h 827"/>
                  <a:gd name="T52" fmla="*/ 347 w 457"/>
                  <a:gd name="T53" fmla="*/ 210 h 827"/>
                  <a:gd name="T54" fmla="*/ 382 w 457"/>
                  <a:gd name="T55" fmla="*/ 360 h 827"/>
                  <a:gd name="T56" fmla="*/ 410 w 457"/>
                  <a:gd name="T57" fmla="*/ 382 h 827"/>
                  <a:gd name="T58" fmla="*/ 442 w 457"/>
                  <a:gd name="T59" fmla="*/ 375 h 827"/>
                  <a:gd name="T60" fmla="*/ 453 w 457"/>
                  <a:gd name="T61" fmla="*/ 339 h 827"/>
                  <a:gd name="T62" fmla="*/ 406 w 457"/>
                  <a:gd name="T63" fmla="*/ 85 h 827"/>
                  <a:gd name="T64" fmla="*/ 323 w 457"/>
                  <a:gd name="T65" fmla="*/ 0 h 827"/>
                  <a:gd name="T66" fmla="*/ 229 w 457"/>
                  <a:gd name="T67" fmla="*/ 0 h 827"/>
                  <a:gd name="T68" fmla="*/ 134 w 457"/>
                  <a:gd name="T69" fmla="*/ 0 h 827"/>
                  <a:gd name="T70" fmla="*/ 52 w 457"/>
                  <a:gd name="T71" fmla="*/ 85 h 827"/>
                  <a:gd name="T72" fmla="*/ 5 w 457"/>
                  <a:gd name="T73" fmla="*/ 339 h 827"/>
                  <a:gd name="T74" fmla="*/ 16 w 457"/>
                  <a:gd name="T75" fmla="*/ 375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7" h="827">
                    <a:moveTo>
                      <a:pt x="206" y="67"/>
                    </a:moveTo>
                    <a:cubicBezTo>
                      <a:pt x="201" y="62"/>
                      <a:pt x="198" y="58"/>
                      <a:pt x="202" y="51"/>
                    </a:cubicBezTo>
                    <a:cubicBezTo>
                      <a:pt x="205" y="45"/>
                      <a:pt x="209" y="37"/>
                      <a:pt x="214" y="29"/>
                    </a:cubicBezTo>
                    <a:cubicBezTo>
                      <a:pt x="217" y="26"/>
                      <a:pt x="222" y="25"/>
                      <a:pt x="229" y="25"/>
                    </a:cubicBezTo>
                    <a:cubicBezTo>
                      <a:pt x="235" y="25"/>
                      <a:pt x="241" y="26"/>
                      <a:pt x="243" y="29"/>
                    </a:cubicBezTo>
                    <a:cubicBezTo>
                      <a:pt x="248" y="37"/>
                      <a:pt x="252" y="45"/>
                      <a:pt x="255" y="51"/>
                    </a:cubicBezTo>
                    <a:cubicBezTo>
                      <a:pt x="259" y="58"/>
                      <a:pt x="257" y="62"/>
                      <a:pt x="251" y="67"/>
                    </a:cubicBezTo>
                    <a:cubicBezTo>
                      <a:pt x="241" y="75"/>
                      <a:pt x="237" y="79"/>
                      <a:pt x="239" y="91"/>
                    </a:cubicBezTo>
                    <a:cubicBezTo>
                      <a:pt x="243" y="111"/>
                      <a:pt x="272" y="227"/>
                      <a:pt x="275" y="243"/>
                    </a:cubicBezTo>
                    <a:cubicBezTo>
                      <a:pt x="267" y="257"/>
                      <a:pt x="236" y="295"/>
                      <a:pt x="229" y="295"/>
                    </a:cubicBezTo>
                    <a:cubicBezTo>
                      <a:pt x="222" y="295"/>
                      <a:pt x="190" y="257"/>
                      <a:pt x="183" y="243"/>
                    </a:cubicBezTo>
                    <a:cubicBezTo>
                      <a:pt x="186" y="227"/>
                      <a:pt x="214" y="111"/>
                      <a:pt x="218" y="91"/>
                    </a:cubicBezTo>
                    <a:cubicBezTo>
                      <a:pt x="220" y="79"/>
                      <a:pt x="216" y="75"/>
                      <a:pt x="206" y="67"/>
                    </a:cubicBezTo>
                    <a:close/>
                    <a:moveTo>
                      <a:pt x="16" y="375"/>
                    </a:moveTo>
                    <a:cubicBezTo>
                      <a:pt x="27" y="378"/>
                      <a:pt x="36" y="380"/>
                      <a:pt x="48" y="382"/>
                    </a:cubicBezTo>
                    <a:cubicBezTo>
                      <a:pt x="62" y="384"/>
                      <a:pt x="71" y="377"/>
                      <a:pt x="75" y="360"/>
                    </a:cubicBezTo>
                    <a:cubicBezTo>
                      <a:pt x="92" y="294"/>
                      <a:pt x="98" y="269"/>
                      <a:pt x="111" y="210"/>
                    </a:cubicBezTo>
                    <a:lnTo>
                      <a:pt x="111" y="793"/>
                    </a:lnTo>
                    <a:cubicBezTo>
                      <a:pt x="111" y="822"/>
                      <a:pt x="121" y="827"/>
                      <a:pt x="133" y="827"/>
                    </a:cubicBezTo>
                    <a:lnTo>
                      <a:pt x="172" y="827"/>
                    </a:lnTo>
                    <a:cubicBezTo>
                      <a:pt x="183" y="827"/>
                      <a:pt x="191" y="817"/>
                      <a:pt x="195" y="791"/>
                    </a:cubicBezTo>
                    <a:cubicBezTo>
                      <a:pt x="201" y="748"/>
                      <a:pt x="214" y="623"/>
                      <a:pt x="229" y="465"/>
                    </a:cubicBezTo>
                    <a:cubicBezTo>
                      <a:pt x="244" y="623"/>
                      <a:pt x="256" y="748"/>
                      <a:pt x="262" y="791"/>
                    </a:cubicBezTo>
                    <a:cubicBezTo>
                      <a:pt x="266" y="817"/>
                      <a:pt x="274" y="827"/>
                      <a:pt x="285" y="827"/>
                    </a:cubicBezTo>
                    <a:lnTo>
                      <a:pt x="325" y="827"/>
                    </a:lnTo>
                    <a:cubicBezTo>
                      <a:pt x="337" y="827"/>
                      <a:pt x="347" y="822"/>
                      <a:pt x="347" y="793"/>
                    </a:cubicBezTo>
                    <a:lnTo>
                      <a:pt x="347" y="210"/>
                    </a:lnTo>
                    <a:cubicBezTo>
                      <a:pt x="360" y="269"/>
                      <a:pt x="366" y="294"/>
                      <a:pt x="382" y="360"/>
                    </a:cubicBezTo>
                    <a:cubicBezTo>
                      <a:pt x="387" y="377"/>
                      <a:pt x="395" y="384"/>
                      <a:pt x="410" y="382"/>
                    </a:cubicBezTo>
                    <a:cubicBezTo>
                      <a:pt x="422" y="380"/>
                      <a:pt x="430" y="378"/>
                      <a:pt x="442" y="375"/>
                    </a:cubicBezTo>
                    <a:cubicBezTo>
                      <a:pt x="450" y="374"/>
                      <a:pt x="457" y="362"/>
                      <a:pt x="453" y="339"/>
                    </a:cubicBezTo>
                    <a:cubicBezTo>
                      <a:pt x="436" y="246"/>
                      <a:pt x="425" y="172"/>
                      <a:pt x="406" y="85"/>
                    </a:cubicBezTo>
                    <a:cubicBezTo>
                      <a:pt x="397" y="43"/>
                      <a:pt x="376" y="0"/>
                      <a:pt x="323" y="0"/>
                    </a:cubicBezTo>
                    <a:lnTo>
                      <a:pt x="229" y="0"/>
                    </a:lnTo>
                    <a:lnTo>
                      <a:pt x="134" y="0"/>
                    </a:lnTo>
                    <a:cubicBezTo>
                      <a:pt x="82" y="0"/>
                      <a:pt x="61" y="43"/>
                      <a:pt x="52" y="85"/>
                    </a:cubicBezTo>
                    <a:cubicBezTo>
                      <a:pt x="33" y="172"/>
                      <a:pt x="22" y="246"/>
                      <a:pt x="5" y="339"/>
                    </a:cubicBezTo>
                    <a:cubicBezTo>
                      <a:pt x="0" y="362"/>
                      <a:pt x="7" y="374"/>
                      <a:pt x="16" y="375"/>
                    </a:cubicBezTo>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40" name="Arrow2"/>
            <p:cNvSpPr>
              <a:spLocks noChangeAspect="1"/>
            </p:cNvSpPr>
            <p:nvPr>
              <p:custDataLst>
                <p:tags r:id="rId21"/>
              </p:custDataLst>
            </p:nvPr>
          </p:nvSpPr>
          <p:spPr bwMode="auto">
            <a:xfrm>
              <a:off x="2966841"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1" name="Arrow2"/>
            <p:cNvSpPr>
              <a:spLocks noChangeAspect="1"/>
            </p:cNvSpPr>
            <p:nvPr>
              <p:custDataLst>
                <p:tags r:id="rId22"/>
              </p:custDataLst>
            </p:nvPr>
          </p:nvSpPr>
          <p:spPr bwMode="auto">
            <a:xfrm rot="16200000">
              <a:off x="919553"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2" name="Arrow2"/>
            <p:cNvSpPr>
              <a:spLocks noChangeAspect="1"/>
            </p:cNvSpPr>
            <p:nvPr>
              <p:custDataLst>
                <p:tags r:id="rId23"/>
              </p:custDataLst>
            </p:nvPr>
          </p:nvSpPr>
          <p:spPr bwMode="auto">
            <a:xfrm rot="5400000">
              <a:off x="2966841"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3" name="Arrow2"/>
            <p:cNvSpPr>
              <a:spLocks noChangeAspect="1"/>
            </p:cNvSpPr>
            <p:nvPr>
              <p:custDataLst>
                <p:tags r:id="rId24"/>
              </p:custDataLst>
            </p:nvPr>
          </p:nvSpPr>
          <p:spPr bwMode="auto">
            <a:xfrm rot="10800000">
              <a:off x="919552"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4" name="Arrow7"/>
            <p:cNvSpPr>
              <a:spLocks noChangeAspect="1"/>
            </p:cNvSpPr>
            <p:nvPr>
              <p:custDataLst>
                <p:tags r:id="rId25"/>
              </p:custDataLst>
            </p:nvPr>
          </p:nvSpPr>
          <p:spPr bwMode="auto">
            <a:xfrm rot="10800000">
              <a:off x="2861076"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5" name="Arrow7"/>
            <p:cNvSpPr>
              <a:spLocks noChangeAspect="1"/>
            </p:cNvSpPr>
            <p:nvPr>
              <p:custDataLst>
                <p:tags r:id="rId26"/>
              </p:custDataLst>
            </p:nvPr>
          </p:nvSpPr>
          <p:spPr bwMode="auto">
            <a:xfrm>
              <a:off x="919552"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6" name="Arrow7"/>
            <p:cNvSpPr>
              <a:spLocks noChangeAspect="1"/>
            </p:cNvSpPr>
            <p:nvPr>
              <p:custDataLst>
                <p:tags r:id="rId27"/>
              </p:custDataLst>
            </p:nvPr>
          </p:nvSpPr>
          <p:spPr bwMode="auto">
            <a:xfrm rot="5400000">
              <a:off x="1876622" y="278444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67" name="ZoneTexte 166"/>
          <p:cNvSpPr txBox="1"/>
          <p:nvPr/>
        </p:nvSpPr>
        <p:spPr>
          <a:xfrm>
            <a:off x="838200" y="1863995"/>
            <a:ext cx="3327824" cy="1077218"/>
          </a:xfrm>
          <a:prstGeom prst="rect">
            <a:avLst/>
          </a:prstGeom>
          <a:noFill/>
        </p:spPr>
        <p:txBody>
          <a:bodyPr wrap="square" rtlCol="0" anchor="t">
            <a:spAutoFit/>
          </a:bodyPr>
          <a:lstStyle/>
          <a:p>
            <a:r>
              <a:rPr lang="en-US" sz="1600" b="1" dirty="0">
                <a:solidFill>
                  <a:schemeClr val="accent1"/>
                </a:solidFill>
              </a:rPr>
              <a:t>LOREM IPSUM</a:t>
            </a:r>
          </a:p>
          <a:p>
            <a:r>
              <a:rPr lang="en-US" sz="1600" dirty="0"/>
              <a:t>Lorem ipsum dolor sit amet, consectetuer adipiscing elit. Maecenas porttitor </a:t>
            </a:r>
            <a:r>
              <a:rPr lang="en-US" sz="1600" dirty="0" err="1"/>
              <a:t>congue</a:t>
            </a:r>
            <a:r>
              <a:rPr lang="en-US" sz="1600" dirty="0"/>
              <a:t> </a:t>
            </a:r>
            <a:r>
              <a:rPr lang="en-US" sz="1600" dirty="0" err="1"/>
              <a:t>massa</a:t>
            </a:r>
            <a:r>
              <a:rPr lang="en-US" sz="1600" dirty="0"/>
              <a:t>.</a:t>
            </a:r>
          </a:p>
        </p:txBody>
      </p:sp>
      <p:sp>
        <p:nvSpPr>
          <p:cNvPr id="159" name="ZoneTexte 166 - 1">
            <a:extLst>
              <a:ext uri="{FF2B5EF4-FFF2-40B4-BE49-F238E27FC236}">
                <a16:creationId xmlns:a16="http://schemas.microsoft.com/office/drawing/2014/main" id="{7E7F94DB-03DA-499C-B33B-8343043ACDAF}"/>
              </a:ext>
            </a:extLst>
          </p:cNvPr>
          <p:cNvSpPr txBox="1"/>
          <p:nvPr/>
        </p:nvSpPr>
        <p:spPr>
          <a:xfrm>
            <a:off x="838200" y="4756682"/>
            <a:ext cx="3327824" cy="1077218"/>
          </a:xfrm>
          <a:prstGeom prst="rect">
            <a:avLst/>
          </a:prstGeom>
          <a:noFill/>
        </p:spPr>
        <p:txBody>
          <a:bodyPr wrap="square" rtlCol="0" anchor="t">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0" name="ZoneTexte 166 - 1">
            <a:extLst>
              <a:ext uri="{FF2B5EF4-FFF2-40B4-BE49-F238E27FC236}">
                <a16:creationId xmlns:a16="http://schemas.microsoft.com/office/drawing/2014/main" id="{2DE49508-15A2-4EA1-B883-00A2A44416AA}"/>
              </a:ext>
            </a:extLst>
          </p:cNvPr>
          <p:cNvSpPr txBox="1"/>
          <p:nvPr/>
        </p:nvSpPr>
        <p:spPr>
          <a:xfrm>
            <a:off x="8025976" y="1863995"/>
            <a:ext cx="3327824" cy="1077218"/>
          </a:xfrm>
          <a:prstGeom prst="rect">
            <a:avLst/>
          </a:prstGeom>
          <a:noFill/>
        </p:spPr>
        <p:txBody>
          <a:bodyPr wrap="square" rtlCol="0" anchor="t">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5" name="ZoneTexte 166">
            <a:extLst>
              <a:ext uri="{FF2B5EF4-FFF2-40B4-BE49-F238E27FC236}">
                <a16:creationId xmlns:a16="http://schemas.microsoft.com/office/drawing/2014/main" id="{063A8E2B-0CC3-4D7C-9D54-64C453D8F970}"/>
              </a:ext>
            </a:extLst>
          </p:cNvPr>
          <p:cNvSpPr txBox="1"/>
          <p:nvPr/>
        </p:nvSpPr>
        <p:spPr>
          <a:xfrm>
            <a:off x="8025976" y="4757731"/>
            <a:ext cx="3327824" cy="1077218"/>
          </a:xfrm>
          <a:prstGeom prst="rect">
            <a:avLst/>
          </a:prstGeom>
          <a:noFill/>
        </p:spPr>
        <p:txBody>
          <a:bodyPr wrap="square" rtlCol="0" anchor="t">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Tree>
    <p:extLst>
      <p:ext uri="{BB962C8B-B14F-4D97-AF65-F5344CB8AC3E}">
        <p14:creationId xmlns:p14="http://schemas.microsoft.com/office/powerpoint/2010/main" val="246757330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06CD70-DF60-0AD7-1E3A-7B49D4493B15}"/>
              </a:ext>
            </a:extLst>
          </p:cNvPr>
          <p:cNvSpPr>
            <a:spLocks noGrp="1"/>
          </p:cNvSpPr>
          <p:nvPr>
            <p:ph type="title"/>
          </p:nvPr>
        </p:nvSpPr>
        <p:spPr>
          <a:xfrm>
            <a:off x="214184" y="13663"/>
            <a:ext cx="9728886" cy="678316"/>
          </a:xfrm>
        </p:spPr>
        <p:txBody>
          <a:bodyPr/>
          <a:lstStyle/>
          <a:p>
            <a:r>
              <a:rPr lang="en-US" dirty="0"/>
              <a:t>Light bulb 3</a:t>
            </a:r>
          </a:p>
        </p:txBody>
      </p:sp>
      <p:grpSp>
        <p:nvGrpSpPr>
          <p:cNvPr id="3" name="Groupe 27">
            <a:extLst>
              <a:ext uri="{FF2B5EF4-FFF2-40B4-BE49-F238E27FC236}">
                <a16:creationId xmlns:a16="http://schemas.microsoft.com/office/drawing/2014/main" id="{A0440F80-4EE4-49BC-F54E-06DEB4C8D87D}"/>
              </a:ext>
            </a:extLst>
          </p:cNvPr>
          <p:cNvGrpSpPr/>
          <p:nvPr/>
        </p:nvGrpSpPr>
        <p:grpSpPr>
          <a:xfrm>
            <a:off x="4691605" y="1642295"/>
            <a:ext cx="2808790" cy="4061090"/>
            <a:chOff x="4295413" y="1354199"/>
            <a:chExt cx="3417555" cy="4941276"/>
          </a:xfrm>
        </p:grpSpPr>
        <p:grpSp>
          <p:nvGrpSpPr>
            <p:cNvPr id="4" name="Groupe 26">
              <a:extLst>
                <a:ext uri="{FF2B5EF4-FFF2-40B4-BE49-F238E27FC236}">
                  <a16:creationId xmlns:a16="http://schemas.microsoft.com/office/drawing/2014/main" id="{3D6683DE-3528-0EBD-DA40-0F84892093ED}"/>
                </a:ext>
              </a:extLst>
            </p:cNvPr>
            <p:cNvGrpSpPr/>
            <p:nvPr/>
          </p:nvGrpSpPr>
          <p:grpSpPr>
            <a:xfrm>
              <a:off x="6004560" y="1354199"/>
              <a:ext cx="1708408" cy="4941276"/>
              <a:chOff x="0" y="1711251"/>
              <a:chExt cx="1461512" cy="4227172"/>
            </a:xfrm>
          </p:grpSpPr>
          <p:sp>
            <p:nvSpPr>
              <p:cNvPr id="18" name="Forme libre : forme 3">
                <a:extLst>
                  <a:ext uri="{FF2B5EF4-FFF2-40B4-BE49-F238E27FC236}">
                    <a16:creationId xmlns:a16="http://schemas.microsoft.com/office/drawing/2014/main" id="{55EEF9B9-D1BB-64FA-0936-DFB5AA86E9DC}"/>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19" name="Forme libre : forme 4">
                <a:extLst>
                  <a:ext uri="{FF2B5EF4-FFF2-40B4-BE49-F238E27FC236}">
                    <a16:creationId xmlns:a16="http://schemas.microsoft.com/office/drawing/2014/main" id="{AEB96060-8122-EA3E-3C0E-6423AF651979}"/>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20" name="Forme libre : forme 5">
                <a:extLst>
                  <a:ext uri="{FF2B5EF4-FFF2-40B4-BE49-F238E27FC236}">
                    <a16:creationId xmlns:a16="http://schemas.microsoft.com/office/drawing/2014/main" id="{CF856A30-8E68-4625-E611-E9B6ADED330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21" name="Forme libre : forme 6">
                <a:extLst>
                  <a:ext uri="{FF2B5EF4-FFF2-40B4-BE49-F238E27FC236}">
                    <a16:creationId xmlns:a16="http://schemas.microsoft.com/office/drawing/2014/main" id="{17F5551A-2F59-476A-1412-30DEC5E4CE4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22" name="Forme libre : forme 7">
                <a:extLst>
                  <a:ext uri="{FF2B5EF4-FFF2-40B4-BE49-F238E27FC236}">
                    <a16:creationId xmlns:a16="http://schemas.microsoft.com/office/drawing/2014/main" id="{85CF1FC6-6B40-A563-8332-F14114F1A7F6}"/>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23" name="Forme libre : forme 8">
                <a:extLst>
                  <a:ext uri="{FF2B5EF4-FFF2-40B4-BE49-F238E27FC236}">
                    <a16:creationId xmlns:a16="http://schemas.microsoft.com/office/drawing/2014/main" id="{CE55741F-C95C-E8F4-3347-9B228F1E820E}"/>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24" name="Forme libre : forme 9">
                <a:extLst>
                  <a:ext uri="{FF2B5EF4-FFF2-40B4-BE49-F238E27FC236}">
                    <a16:creationId xmlns:a16="http://schemas.microsoft.com/office/drawing/2014/main" id="{A720D12B-3462-857F-B670-75EB991F6B38}"/>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25" name="Forme libre : forme 10">
                <a:extLst>
                  <a:ext uri="{FF2B5EF4-FFF2-40B4-BE49-F238E27FC236}">
                    <a16:creationId xmlns:a16="http://schemas.microsoft.com/office/drawing/2014/main" id="{3E68C419-FDA9-F5A3-F495-3ADFD6087FE6}"/>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orme libre : forme 11">
                <a:extLst>
                  <a:ext uri="{FF2B5EF4-FFF2-40B4-BE49-F238E27FC236}">
                    <a16:creationId xmlns:a16="http://schemas.microsoft.com/office/drawing/2014/main" id="{39FA3EFA-B325-96F1-65E9-CDD7C0C816CF}"/>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27" name="Forme libre : forme 12">
                <a:extLst>
                  <a:ext uri="{FF2B5EF4-FFF2-40B4-BE49-F238E27FC236}">
                    <a16:creationId xmlns:a16="http://schemas.microsoft.com/office/drawing/2014/main" id="{CE1FAB43-9CF8-EEA9-4EEC-D685C31498F1}"/>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28" name="Forme libre : forme 13">
                <a:extLst>
                  <a:ext uri="{FF2B5EF4-FFF2-40B4-BE49-F238E27FC236}">
                    <a16:creationId xmlns:a16="http://schemas.microsoft.com/office/drawing/2014/main" id="{C0211032-A148-97D9-34B5-0296D61D7981}"/>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29" name="Forme libre : forme 17">
                <a:extLst>
                  <a:ext uri="{FF2B5EF4-FFF2-40B4-BE49-F238E27FC236}">
                    <a16:creationId xmlns:a16="http://schemas.microsoft.com/office/drawing/2014/main" id="{10FAC5A2-0333-F0C5-5D13-34F498F33648}"/>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 name="Groupe 1">
              <a:extLst>
                <a:ext uri="{FF2B5EF4-FFF2-40B4-BE49-F238E27FC236}">
                  <a16:creationId xmlns:a16="http://schemas.microsoft.com/office/drawing/2014/main" id="{F88C3EE9-6BA7-5556-D752-CF60B44260FD}"/>
                </a:ext>
              </a:extLst>
            </p:cNvPr>
            <p:cNvGrpSpPr/>
            <p:nvPr/>
          </p:nvGrpSpPr>
          <p:grpSpPr>
            <a:xfrm flipH="1">
              <a:off x="4295413" y="1354199"/>
              <a:ext cx="1708408" cy="4941276"/>
              <a:chOff x="0" y="1711251"/>
              <a:chExt cx="1461512" cy="4227172"/>
            </a:xfrm>
          </p:grpSpPr>
          <p:sp>
            <p:nvSpPr>
              <p:cNvPr id="6" name="Forme libre : forme 2">
                <a:extLst>
                  <a:ext uri="{FF2B5EF4-FFF2-40B4-BE49-F238E27FC236}">
                    <a16:creationId xmlns:a16="http://schemas.microsoft.com/office/drawing/2014/main" id="{294776EC-1163-CB38-9ADF-7ABA9B19B9C2}"/>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7" name="Forme libre : forme 14">
                <a:extLst>
                  <a:ext uri="{FF2B5EF4-FFF2-40B4-BE49-F238E27FC236}">
                    <a16:creationId xmlns:a16="http://schemas.microsoft.com/office/drawing/2014/main" id="{DE35C732-0780-349E-0757-3E77A937A79B}"/>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8" name="Forme libre : forme 15">
                <a:extLst>
                  <a:ext uri="{FF2B5EF4-FFF2-40B4-BE49-F238E27FC236}">
                    <a16:creationId xmlns:a16="http://schemas.microsoft.com/office/drawing/2014/main" id="{D4847203-DF60-2227-5E02-2FBFF92635C7}"/>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9" name="Forme libre : forme 16">
                <a:extLst>
                  <a:ext uri="{FF2B5EF4-FFF2-40B4-BE49-F238E27FC236}">
                    <a16:creationId xmlns:a16="http://schemas.microsoft.com/office/drawing/2014/main" id="{548EAEB5-DF9A-55A3-5C46-5190AEA7228A}"/>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10" name="Forme libre : forme 18">
                <a:extLst>
                  <a:ext uri="{FF2B5EF4-FFF2-40B4-BE49-F238E27FC236}">
                    <a16:creationId xmlns:a16="http://schemas.microsoft.com/office/drawing/2014/main" id="{6FE9DBDF-4C01-73B2-06EB-12321F40544F}"/>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11" name="Forme libre : forme 19">
                <a:extLst>
                  <a:ext uri="{FF2B5EF4-FFF2-40B4-BE49-F238E27FC236}">
                    <a16:creationId xmlns:a16="http://schemas.microsoft.com/office/drawing/2014/main" id="{23215EA5-E1C0-B875-5308-8F062746D0B7}"/>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2" name="Forme libre : forme 20">
                <a:extLst>
                  <a:ext uri="{FF2B5EF4-FFF2-40B4-BE49-F238E27FC236}">
                    <a16:creationId xmlns:a16="http://schemas.microsoft.com/office/drawing/2014/main" id="{D006E1B8-DA10-F414-5A27-1DB37BBFB02C}"/>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3" name="Forme libre : forme 21">
                <a:extLst>
                  <a:ext uri="{FF2B5EF4-FFF2-40B4-BE49-F238E27FC236}">
                    <a16:creationId xmlns:a16="http://schemas.microsoft.com/office/drawing/2014/main" id="{E63825DA-42CB-652B-EA69-A18A88DE05E4}"/>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Forme libre : forme 22">
                <a:extLst>
                  <a:ext uri="{FF2B5EF4-FFF2-40B4-BE49-F238E27FC236}">
                    <a16:creationId xmlns:a16="http://schemas.microsoft.com/office/drawing/2014/main" id="{BA2F718D-A3FB-E830-2D50-A3548C645FB3}"/>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5" name="Forme libre : forme 23">
                <a:extLst>
                  <a:ext uri="{FF2B5EF4-FFF2-40B4-BE49-F238E27FC236}">
                    <a16:creationId xmlns:a16="http://schemas.microsoft.com/office/drawing/2014/main" id="{C4DF73D3-EBFC-43DA-8921-6CDB3CB44DF5}"/>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6" name="Forme libre : forme 24">
                <a:extLst>
                  <a:ext uri="{FF2B5EF4-FFF2-40B4-BE49-F238E27FC236}">
                    <a16:creationId xmlns:a16="http://schemas.microsoft.com/office/drawing/2014/main" id="{CD4EC977-4246-4AE1-172B-3FC1BBBB164A}"/>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7" name="Forme libre : forme 25">
                <a:extLst>
                  <a:ext uri="{FF2B5EF4-FFF2-40B4-BE49-F238E27FC236}">
                    <a16:creationId xmlns:a16="http://schemas.microsoft.com/office/drawing/2014/main" id="{15D9D3BF-C968-1AF9-A1D8-D696DBE8C25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sp>
        <p:nvSpPr>
          <p:cNvPr id="30" name="Forme libre : forme 28">
            <a:extLst>
              <a:ext uri="{FF2B5EF4-FFF2-40B4-BE49-F238E27FC236}">
                <a16:creationId xmlns:a16="http://schemas.microsoft.com/office/drawing/2014/main" id="{D24E4A05-2593-1E33-D462-1E46724E590E}"/>
              </a:ext>
            </a:extLst>
          </p:cNvPr>
          <p:cNvSpPr/>
          <p:nvPr/>
        </p:nvSpPr>
        <p:spPr>
          <a:xfrm flipV="1">
            <a:off x="6990571" y="1615216"/>
            <a:ext cx="1667292" cy="944165"/>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grpSp>
        <p:nvGrpSpPr>
          <p:cNvPr id="31" name="Groupe 29">
            <a:extLst>
              <a:ext uri="{FF2B5EF4-FFF2-40B4-BE49-F238E27FC236}">
                <a16:creationId xmlns:a16="http://schemas.microsoft.com/office/drawing/2014/main" id="{AF800AB5-D42A-120C-E0F4-7B738CF02A57}"/>
              </a:ext>
            </a:extLst>
          </p:cNvPr>
          <p:cNvGrpSpPr/>
          <p:nvPr/>
        </p:nvGrpSpPr>
        <p:grpSpPr>
          <a:xfrm>
            <a:off x="8774532" y="1325584"/>
            <a:ext cx="2805610" cy="1033966"/>
            <a:chOff x="4151346" y="1224566"/>
            <a:chExt cx="2805610" cy="1033966"/>
          </a:xfrm>
        </p:grpSpPr>
        <p:sp>
          <p:nvSpPr>
            <p:cNvPr id="32" name="TextBox 82">
              <a:extLst>
                <a:ext uri="{FF2B5EF4-FFF2-40B4-BE49-F238E27FC236}">
                  <a16:creationId xmlns:a16="http://schemas.microsoft.com/office/drawing/2014/main" id="{3364AA11-AAFF-6865-C550-FFD96DC0A5E6}"/>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33" name="TextBox 82">
              <a:extLst>
                <a:ext uri="{FF2B5EF4-FFF2-40B4-BE49-F238E27FC236}">
                  <a16:creationId xmlns:a16="http://schemas.microsoft.com/office/drawing/2014/main" id="{C100E06A-98BD-7776-2AB8-4BFA6BEA53BA}"/>
                </a:ext>
              </a:extLst>
            </p:cNvPr>
            <p:cNvSpPr txBox="1"/>
            <p:nvPr/>
          </p:nvSpPr>
          <p:spPr>
            <a:xfrm>
              <a:off x="4151346" y="1304425"/>
              <a:ext cx="2603382"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34" name="Forme libre : forme 37">
            <a:extLst>
              <a:ext uri="{FF2B5EF4-FFF2-40B4-BE49-F238E27FC236}">
                <a16:creationId xmlns:a16="http://schemas.microsoft.com/office/drawing/2014/main" id="{424472EE-5CFE-4477-66C3-471D59D7FC67}"/>
              </a:ext>
            </a:extLst>
          </p:cNvPr>
          <p:cNvSpPr/>
          <p:nvPr/>
        </p:nvSpPr>
        <p:spPr>
          <a:xfrm flipV="1">
            <a:off x="6913944" y="3320960"/>
            <a:ext cx="1743919" cy="455141"/>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35" name="Groupe 53">
            <a:extLst>
              <a:ext uri="{FF2B5EF4-FFF2-40B4-BE49-F238E27FC236}">
                <a16:creationId xmlns:a16="http://schemas.microsoft.com/office/drawing/2014/main" id="{EEA84F1D-CAD9-660B-919A-24F6F26E061D}"/>
              </a:ext>
            </a:extLst>
          </p:cNvPr>
          <p:cNvGrpSpPr/>
          <p:nvPr/>
        </p:nvGrpSpPr>
        <p:grpSpPr>
          <a:xfrm>
            <a:off x="8774532" y="3029849"/>
            <a:ext cx="2805610" cy="1033966"/>
            <a:chOff x="4151346" y="1224566"/>
            <a:chExt cx="2805610" cy="1033966"/>
          </a:xfrm>
        </p:grpSpPr>
        <p:sp>
          <p:nvSpPr>
            <p:cNvPr id="36" name="TextBox 82">
              <a:extLst>
                <a:ext uri="{FF2B5EF4-FFF2-40B4-BE49-F238E27FC236}">
                  <a16:creationId xmlns:a16="http://schemas.microsoft.com/office/drawing/2014/main" id="{2280996F-9EAA-B720-512A-8B3D8F47F474}"/>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37" name="TextBox 82">
              <a:extLst>
                <a:ext uri="{FF2B5EF4-FFF2-40B4-BE49-F238E27FC236}">
                  <a16:creationId xmlns:a16="http://schemas.microsoft.com/office/drawing/2014/main" id="{95F12BA6-7208-A3EA-6C51-1F31E9721862}"/>
                </a:ext>
              </a:extLst>
            </p:cNvPr>
            <p:cNvSpPr txBox="1"/>
            <p:nvPr/>
          </p:nvSpPr>
          <p:spPr>
            <a:xfrm>
              <a:off x="4151346" y="1304425"/>
              <a:ext cx="2603382"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38" name="Forme libre : forme 56">
            <a:extLst>
              <a:ext uri="{FF2B5EF4-FFF2-40B4-BE49-F238E27FC236}">
                <a16:creationId xmlns:a16="http://schemas.microsoft.com/office/drawing/2014/main" id="{99DF59A6-161E-2B57-5812-4372A3C40824}"/>
              </a:ext>
            </a:extLst>
          </p:cNvPr>
          <p:cNvSpPr/>
          <p:nvPr/>
        </p:nvSpPr>
        <p:spPr>
          <a:xfrm flipH="1" flipV="1">
            <a:off x="2916820" y="2843974"/>
            <a:ext cx="1901002" cy="326432"/>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grpSp>
        <p:nvGrpSpPr>
          <p:cNvPr id="39" name="Groupe 60">
            <a:extLst>
              <a:ext uri="{FF2B5EF4-FFF2-40B4-BE49-F238E27FC236}">
                <a16:creationId xmlns:a16="http://schemas.microsoft.com/office/drawing/2014/main" id="{B9BA4643-A57F-165D-2298-E284691C4094}"/>
              </a:ext>
            </a:extLst>
          </p:cNvPr>
          <p:cNvGrpSpPr/>
          <p:nvPr/>
        </p:nvGrpSpPr>
        <p:grpSpPr>
          <a:xfrm>
            <a:off x="-35202" y="2638767"/>
            <a:ext cx="2805610" cy="1033966"/>
            <a:chOff x="4151346" y="1224566"/>
            <a:chExt cx="2805610" cy="1033966"/>
          </a:xfrm>
        </p:grpSpPr>
        <p:sp>
          <p:nvSpPr>
            <p:cNvPr id="40" name="TextBox 82">
              <a:extLst>
                <a:ext uri="{FF2B5EF4-FFF2-40B4-BE49-F238E27FC236}">
                  <a16:creationId xmlns:a16="http://schemas.microsoft.com/office/drawing/2014/main" id="{94B64DD7-232F-DD11-BB09-1C2A06519B6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41" name="TextBox 82">
              <a:extLst>
                <a:ext uri="{FF2B5EF4-FFF2-40B4-BE49-F238E27FC236}">
                  <a16:creationId xmlns:a16="http://schemas.microsoft.com/office/drawing/2014/main" id="{0AF916AF-DAF7-A9DE-725D-3DCB2EAA0B55}"/>
                </a:ext>
              </a:extLst>
            </p:cNvPr>
            <p:cNvSpPr txBox="1"/>
            <p:nvPr/>
          </p:nvSpPr>
          <p:spPr>
            <a:xfrm>
              <a:off x="4353574" y="1304425"/>
              <a:ext cx="2603382" cy="95410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42" name="Forme libre : forme 63">
            <a:extLst>
              <a:ext uri="{FF2B5EF4-FFF2-40B4-BE49-F238E27FC236}">
                <a16:creationId xmlns:a16="http://schemas.microsoft.com/office/drawing/2014/main" id="{B7F2A5DD-21DD-E671-6F28-5A27AA734258}"/>
              </a:ext>
            </a:extLst>
          </p:cNvPr>
          <p:cNvSpPr/>
          <p:nvPr/>
        </p:nvSpPr>
        <p:spPr>
          <a:xfrm flipH="1" flipV="1">
            <a:off x="3354148" y="4282407"/>
            <a:ext cx="2029863" cy="413856"/>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grpSp>
        <p:nvGrpSpPr>
          <p:cNvPr id="43" name="Groupe 67">
            <a:extLst>
              <a:ext uri="{FF2B5EF4-FFF2-40B4-BE49-F238E27FC236}">
                <a16:creationId xmlns:a16="http://schemas.microsoft.com/office/drawing/2014/main" id="{6B4BCD36-D7C4-4991-DF5F-144EC284BF43}"/>
              </a:ext>
            </a:extLst>
          </p:cNvPr>
          <p:cNvGrpSpPr/>
          <p:nvPr/>
        </p:nvGrpSpPr>
        <p:grpSpPr>
          <a:xfrm>
            <a:off x="402126" y="4088987"/>
            <a:ext cx="2805610" cy="1033966"/>
            <a:chOff x="4151346" y="1224566"/>
            <a:chExt cx="2805610" cy="1033966"/>
          </a:xfrm>
        </p:grpSpPr>
        <p:sp>
          <p:nvSpPr>
            <p:cNvPr id="44" name="TextBox 82">
              <a:extLst>
                <a:ext uri="{FF2B5EF4-FFF2-40B4-BE49-F238E27FC236}">
                  <a16:creationId xmlns:a16="http://schemas.microsoft.com/office/drawing/2014/main" id="{D5677D4C-A1DB-F783-9A31-E1D7B06B5B23}"/>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45" name="TextBox 82">
              <a:extLst>
                <a:ext uri="{FF2B5EF4-FFF2-40B4-BE49-F238E27FC236}">
                  <a16:creationId xmlns:a16="http://schemas.microsoft.com/office/drawing/2014/main" id="{1F47B4CC-1F30-3607-90AC-1D7B13799130}"/>
                </a:ext>
              </a:extLst>
            </p:cNvPr>
            <p:cNvSpPr txBox="1"/>
            <p:nvPr/>
          </p:nvSpPr>
          <p:spPr>
            <a:xfrm>
              <a:off x="4353574" y="1304425"/>
              <a:ext cx="2603382" cy="95410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352889112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825B-4DA1-7EE2-BBCF-B9DFDFD0763B}"/>
              </a:ext>
            </a:extLst>
          </p:cNvPr>
          <p:cNvSpPr>
            <a:spLocks noGrp="1"/>
          </p:cNvSpPr>
          <p:nvPr>
            <p:ph type="title"/>
          </p:nvPr>
        </p:nvSpPr>
        <p:spPr>
          <a:xfrm>
            <a:off x="214184" y="13663"/>
            <a:ext cx="9728886" cy="678316"/>
          </a:xfrm>
        </p:spPr>
        <p:txBody>
          <a:bodyPr/>
          <a:lstStyle/>
          <a:p>
            <a:r>
              <a:rPr lang="en-US" dirty="0"/>
              <a:t>Line 1</a:t>
            </a:r>
          </a:p>
        </p:txBody>
      </p:sp>
      <p:sp>
        <p:nvSpPr>
          <p:cNvPr id="3" name="Ellipse 3">
            <a:extLst>
              <a:ext uri="{FF2B5EF4-FFF2-40B4-BE49-F238E27FC236}">
                <a16:creationId xmlns:a16="http://schemas.microsoft.com/office/drawing/2014/main" id="{5385F768-8359-157F-AD2A-AC83AA9956C2}"/>
              </a:ext>
            </a:extLst>
          </p:cNvPr>
          <p:cNvSpPr/>
          <p:nvPr/>
        </p:nvSpPr>
        <p:spPr>
          <a:xfrm rot="16200000">
            <a:off x="3708525" y="5078701"/>
            <a:ext cx="943112" cy="943112"/>
          </a:xfrm>
          <a:prstGeom prst="ellipse">
            <a:avLst/>
          </a:prstGeom>
          <a:noFill/>
          <a:ln w="476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Ellipse 4">
            <a:extLst>
              <a:ext uri="{FF2B5EF4-FFF2-40B4-BE49-F238E27FC236}">
                <a16:creationId xmlns:a16="http://schemas.microsoft.com/office/drawing/2014/main" id="{17F72BDF-174C-8FCB-C985-120D4D4C1266}"/>
              </a:ext>
            </a:extLst>
          </p:cNvPr>
          <p:cNvSpPr/>
          <p:nvPr/>
        </p:nvSpPr>
        <p:spPr>
          <a:xfrm>
            <a:off x="3764164" y="5134340"/>
            <a:ext cx="831834" cy="831834"/>
          </a:xfrm>
          <a:prstGeom prst="ellipse">
            <a:avLst/>
          </a:prstGeom>
          <a:solidFill>
            <a:schemeClr val="accent1"/>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1</a:t>
            </a:r>
          </a:p>
        </p:txBody>
      </p:sp>
      <p:sp>
        <p:nvSpPr>
          <p:cNvPr id="5" name="Forme libre : forme 10">
            <a:extLst>
              <a:ext uri="{FF2B5EF4-FFF2-40B4-BE49-F238E27FC236}">
                <a16:creationId xmlns:a16="http://schemas.microsoft.com/office/drawing/2014/main" id="{07D5F1B7-8D0E-6489-5E5C-E546ADAC5AF3}"/>
              </a:ext>
            </a:extLst>
          </p:cNvPr>
          <p:cNvSpPr/>
          <p:nvPr/>
        </p:nvSpPr>
        <p:spPr>
          <a:xfrm flipV="1">
            <a:off x="3551083" y="4860474"/>
            <a:ext cx="2004756" cy="1318606"/>
          </a:xfrm>
          <a:custGeom>
            <a:avLst/>
            <a:gdLst>
              <a:gd name="connsiteX0" fmla="*/ 1970570 w 2004756"/>
              <a:gd name="connsiteY0" fmla="*/ 666066 h 1318606"/>
              <a:gd name="connsiteX1" fmla="*/ 1200241 w 2004756"/>
              <a:gd name="connsiteY1" fmla="*/ 666066 h 1318606"/>
              <a:gd name="connsiteX2" fmla="*/ 1200241 w 2004756"/>
              <a:gd name="connsiteY2" fmla="*/ 633071 h 1318606"/>
              <a:gd name="connsiteX3" fmla="*/ 632514 w 2004756"/>
              <a:gd name="connsiteY3" fmla="*/ 65343 h 1318606"/>
              <a:gd name="connsiteX4" fmla="*/ 64799 w 2004756"/>
              <a:gd name="connsiteY4" fmla="*/ 633071 h 1318606"/>
              <a:gd name="connsiteX5" fmla="*/ 632514 w 2004756"/>
              <a:gd name="connsiteY5" fmla="*/ 1200798 h 1318606"/>
              <a:gd name="connsiteX6" fmla="*/ 1033948 w 2004756"/>
              <a:gd name="connsiteY6" fmla="*/ 1034530 h 1318606"/>
              <a:gd name="connsiteX7" fmla="*/ 1039129 w 2004756"/>
              <a:gd name="connsiteY7" fmla="*/ 1030288 h 1318606"/>
              <a:gd name="connsiteX8" fmla="*/ 1057303 w 2004756"/>
              <a:gd name="connsiteY8" fmla="*/ 1024840 h 1318606"/>
              <a:gd name="connsiteX9" fmla="*/ 1080620 w 2004756"/>
              <a:gd name="connsiteY9" fmla="*/ 1034517 h 1318606"/>
              <a:gd name="connsiteX10" fmla="*/ 1307746 w 2004756"/>
              <a:gd name="connsiteY10" fmla="*/ 1261631 h 1318606"/>
              <a:gd name="connsiteX11" fmla="*/ 1307746 w 2004756"/>
              <a:gd name="connsiteY11" fmla="*/ 1308291 h 1318606"/>
              <a:gd name="connsiteX12" fmla="*/ 1261087 w 2004756"/>
              <a:gd name="connsiteY12" fmla="*/ 1308291 h 1318606"/>
              <a:gd name="connsiteX13" fmla="*/ 1056681 w 2004756"/>
              <a:gd name="connsiteY13" fmla="*/ 1103884 h 1318606"/>
              <a:gd name="connsiteX14" fmla="*/ 632514 w 2004756"/>
              <a:gd name="connsiteY14" fmla="*/ 1266787 h 1318606"/>
              <a:gd name="connsiteX15" fmla="*/ -1191 w 2004756"/>
              <a:gd name="connsiteY15" fmla="*/ 633071 h 1318606"/>
              <a:gd name="connsiteX16" fmla="*/ 632514 w 2004756"/>
              <a:gd name="connsiteY16" fmla="*/ -657 h 1318606"/>
              <a:gd name="connsiteX17" fmla="*/ 1265392 w 2004756"/>
              <a:gd name="connsiteY17" fmla="*/ 600077 h 1318606"/>
              <a:gd name="connsiteX18" fmla="*/ 1970570 w 2004756"/>
              <a:gd name="connsiteY18" fmla="*/ 600077 h 1318606"/>
              <a:gd name="connsiteX19" fmla="*/ 2003565 w 2004756"/>
              <a:gd name="connsiteY19" fmla="*/ 633071 h 1318606"/>
              <a:gd name="connsiteX20" fmla="*/ 1970570 w 2004756"/>
              <a:gd name="connsiteY20" fmla="*/ 666066 h 1318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04756" h="1318606">
                <a:moveTo>
                  <a:pt x="1970570" y="666066"/>
                </a:moveTo>
                <a:lnTo>
                  <a:pt x="1200241" y="666066"/>
                </a:lnTo>
                <a:lnTo>
                  <a:pt x="1200241" y="633071"/>
                </a:lnTo>
                <a:cubicBezTo>
                  <a:pt x="1200241" y="320017"/>
                  <a:pt x="945569" y="65343"/>
                  <a:pt x="632514" y="65343"/>
                </a:cubicBezTo>
                <a:cubicBezTo>
                  <a:pt x="319478" y="65343"/>
                  <a:pt x="64799" y="320017"/>
                  <a:pt x="64799" y="633071"/>
                </a:cubicBezTo>
                <a:cubicBezTo>
                  <a:pt x="64799" y="946113"/>
                  <a:pt x="319478" y="1200798"/>
                  <a:pt x="632514" y="1200798"/>
                </a:cubicBezTo>
                <a:cubicBezTo>
                  <a:pt x="784152" y="1200798"/>
                  <a:pt x="926722" y="1141756"/>
                  <a:pt x="1033948" y="1034530"/>
                </a:cubicBezTo>
                <a:cubicBezTo>
                  <a:pt x="1035560" y="1032917"/>
                  <a:pt x="1037300" y="1031507"/>
                  <a:pt x="1039129" y="1030288"/>
                </a:cubicBezTo>
                <a:cubicBezTo>
                  <a:pt x="1044628" y="1026669"/>
                  <a:pt x="1050966" y="1024840"/>
                  <a:pt x="1057303" y="1024840"/>
                </a:cubicBezTo>
                <a:cubicBezTo>
                  <a:pt x="1065736" y="1024840"/>
                  <a:pt x="1074194" y="1028066"/>
                  <a:pt x="1080620" y="1034517"/>
                </a:cubicBezTo>
                <a:lnTo>
                  <a:pt x="1307746" y="1261631"/>
                </a:lnTo>
                <a:cubicBezTo>
                  <a:pt x="1320637" y="1274521"/>
                  <a:pt x="1320637" y="1295400"/>
                  <a:pt x="1307746" y="1308291"/>
                </a:cubicBezTo>
                <a:cubicBezTo>
                  <a:pt x="1294869" y="1321168"/>
                  <a:pt x="1273964" y="1321168"/>
                  <a:pt x="1261087" y="1308291"/>
                </a:cubicBezTo>
                <a:lnTo>
                  <a:pt x="1056681" y="1103884"/>
                </a:lnTo>
                <a:cubicBezTo>
                  <a:pt x="940107" y="1209155"/>
                  <a:pt x="790743" y="1266787"/>
                  <a:pt x="632514" y="1266787"/>
                </a:cubicBezTo>
                <a:cubicBezTo>
                  <a:pt x="283090" y="1266787"/>
                  <a:pt x="-1191" y="982498"/>
                  <a:pt x="-1191" y="633071"/>
                </a:cubicBezTo>
                <a:cubicBezTo>
                  <a:pt x="-1191" y="283634"/>
                  <a:pt x="283090" y="-657"/>
                  <a:pt x="632514" y="-657"/>
                </a:cubicBezTo>
                <a:cubicBezTo>
                  <a:pt x="970880" y="-657"/>
                  <a:pt x="1248158" y="265914"/>
                  <a:pt x="1265392" y="600077"/>
                </a:cubicBezTo>
                <a:lnTo>
                  <a:pt x="1970570" y="600077"/>
                </a:lnTo>
                <a:cubicBezTo>
                  <a:pt x="1988795" y="600077"/>
                  <a:pt x="2003565" y="614834"/>
                  <a:pt x="2003565" y="633071"/>
                </a:cubicBezTo>
                <a:cubicBezTo>
                  <a:pt x="2003565" y="651283"/>
                  <a:pt x="1988795" y="666066"/>
                  <a:pt x="1970570" y="666066"/>
                </a:cubicBezTo>
              </a:path>
            </a:pathLst>
          </a:custGeom>
          <a:solidFill>
            <a:schemeClr val="accent1"/>
          </a:solidFill>
          <a:ln w="1270" cap="flat">
            <a:noFill/>
            <a:prstDash val="solid"/>
            <a:miter/>
          </a:ln>
        </p:spPr>
        <p:txBody>
          <a:bodyPr rtlCol="0" anchor="ctr"/>
          <a:lstStyle/>
          <a:p>
            <a:endParaRPr lang="en-US" dirty="0"/>
          </a:p>
        </p:txBody>
      </p:sp>
      <p:sp>
        <p:nvSpPr>
          <p:cNvPr id="6" name="Rectangle : coins arrondis 17">
            <a:extLst>
              <a:ext uri="{FF2B5EF4-FFF2-40B4-BE49-F238E27FC236}">
                <a16:creationId xmlns:a16="http://schemas.microsoft.com/office/drawing/2014/main" id="{60E9D57D-2E71-C166-CB13-C6FF41D5FA7F}"/>
              </a:ext>
            </a:extLst>
          </p:cNvPr>
          <p:cNvSpPr/>
          <p:nvPr/>
        </p:nvSpPr>
        <p:spPr>
          <a:xfrm>
            <a:off x="5544591" y="5073816"/>
            <a:ext cx="3684382" cy="891922"/>
          </a:xfrm>
          <a:prstGeom prst="roundRect">
            <a:avLst>
              <a:gd name="adj" fmla="val 50000"/>
            </a:avLst>
          </a:prstGeom>
          <a:noFill/>
          <a:ln w="508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9" name="Ellipse 13">
            <a:extLst>
              <a:ext uri="{FF2B5EF4-FFF2-40B4-BE49-F238E27FC236}">
                <a16:creationId xmlns:a16="http://schemas.microsoft.com/office/drawing/2014/main" id="{4C52E365-44CA-2023-9F38-42699F470C95}"/>
              </a:ext>
            </a:extLst>
          </p:cNvPr>
          <p:cNvSpPr/>
          <p:nvPr/>
        </p:nvSpPr>
        <p:spPr>
          <a:xfrm rot="16200000">
            <a:off x="4986379" y="3755210"/>
            <a:ext cx="943112" cy="943112"/>
          </a:xfrm>
          <a:prstGeom prst="ellipse">
            <a:avLst/>
          </a:prstGeom>
          <a:noFill/>
          <a:ln w="47625">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14">
            <a:extLst>
              <a:ext uri="{FF2B5EF4-FFF2-40B4-BE49-F238E27FC236}">
                <a16:creationId xmlns:a16="http://schemas.microsoft.com/office/drawing/2014/main" id="{452FBC53-FAF1-E7F4-2295-6022A2F00A39}"/>
              </a:ext>
            </a:extLst>
          </p:cNvPr>
          <p:cNvSpPr/>
          <p:nvPr/>
        </p:nvSpPr>
        <p:spPr>
          <a:xfrm>
            <a:off x="5042018" y="3810849"/>
            <a:ext cx="831834" cy="831834"/>
          </a:xfrm>
          <a:prstGeom prst="ellipse">
            <a:avLst/>
          </a:prstGeom>
          <a:solidFill>
            <a:schemeClr val="accent2"/>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2</a:t>
            </a:r>
          </a:p>
        </p:txBody>
      </p:sp>
      <p:sp>
        <p:nvSpPr>
          <p:cNvPr id="11" name="Forme libre : forme 15">
            <a:extLst>
              <a:ext uri="{FF2B5EF4-FFF2-40B4-BE49-F238E27FC236}">
                <a16:creationId xmlns:a16="http://schemas.microsoft.com/office/drawing/2014/main" id="{5F6E22BB-0498-8F75-A67C-C1EFF747D2E7}"/>
              </a:ext>
            </a:extLst>
          </p:cNvPr>
          <p:cNvSpPr/>
          <p:nvPr/>
        </p:nvSpPr>
        <p:spPr>
          <a:xfrm flipV="1">
            <a:off x="4822215" y="3593056"/>
            <a:ext cx="1608819" cy="1267418"/>
          </a:xfrm>
          <a:custGeom>
            <a:avLst/>
            <a:gdLst>
              <a:gd name="connsiteX0" fmla="*/ 631842 w 1608819"/>
              <a:gd name="connsiteY0" fmla="*/ -1700 h 1267418"/>
              <a:gd name="connsiteX1" fmla="*/ -1874 w 1608819"/>
              <a:gd name="connsiteY1" fmla="*/ 632016 h 1267418"/>
              <a:gd name="connsiteX2" fmla="*/ 631842 w 1608819"/>
              <a:gd name="connsiteY2" fmla="*/ 1265719 h 1267418"/>
              <a:gd name="connsiteX3" fmla="*/ 1059958 w 1608819"/>
              <a:gd name="connsiteY3" fmla="*/ 1099260 h 1267418"/>
              <a:gd name="connsiteX4" fmla="*/ 1061977 w 1608819"/>
              <a:gd name="connsiteY4" fmla="*/ 1052639 h 1267418"/>
              <a:gd name="connsiteX5" fmla="*/ 1015355 w 1608819"/>
              <a:gd name="connsiteY5" fmla="*/ 1050619 h 1267418"/>
              <a:gd name="connsiteX6" fmla="*/ 631842 w 1608819"/>
              <a:gd name="connsiteY6" fmla="*/ 1199730 h 1267418"/>
              <a:gd name="connsiteX7" fmla="*/ 64115 w 1608819"/>
              <a:gd name="connsiteY7" fmla="*/ 632016 h 1267418"/>
              <a:gd name="connsiteX8" fmla="*/ 631842 w 1608819"/>
              <a:gd name="connsiteY8" fmla="*/ 64289 h 1267418"/>
              <a:gd name="connsiteX9" fmla="*/ 1199568 w 1608819"/>
              <a:gd name="connsiteY9" fmla="*/ 632016 h 1267418"/>
              <a:gd name="connsiteX10" fmla="*/ 1232563 w 1608819"/>
              <a:gd name="connsiteY10" fmla="*/ 665010 h 1267418"/>
              <a:gd name="connsiteX11" fmla="*/ 1573951 w 1608819"/>
              <a:gd name="connsiteY11" fmla="*/ 665010 h 1267418"/>
              <a:gd name="connsiteX12" fmla="*/ 1606945 w 1608819"/>
              <a:gd name="connsiteY12" fmla="*/ 632016 h 1267418"/>
              <a:gd name="connsiteX13" fmla="*/ 1573951 w 1608819"/>
              <a:gd name="connsiteY13" fmla="*/ 599009 h 1267418"/>
              <a:gd name="connsiteX14" fmla="*/ 1264719 w 1608819"/>
              <a:gd name="connsiteY14" fmla="*/ 599009 h 1267418"/>
              <a:gd name="connsiteX15" fmla="*/ 631842 w 1608819"/>
              <a:gd name="connsiteY15" fmla="*/ -1700 h 126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8819" h="1267418">
                <a:moveTo>
                  <a:pt x="631842" y="-1700"/>
                </a:moveTo>
                <a:cubicBezTo>
                  <a:pt x="282415" y="-1700"/>
                  <a:pt x="-1874" y="282576"/>
                  <a:pt x="-1874" y="632016"/>
                </a:cubicBezTo>
                <a:cubicBezTo>
                  <a:pt x="-1874" y="981443"/>
                  <a:pt x="282415" y="1265719"/>
                  <a:pt x="631842" y="1265719"/>
                </a:cubicBezTo>
                <a:cubicBezTo>
                  <a:pt x="790820" y="1265719"/>
                  <a:pt x="942851" y="1206600"/>
                  <a:pt x="1059958" y="1099260"/>
                </a:cubicBezTo>
                <a:cubicBezTo>
                  <a:pt x="1073381" y="1086941"/>
                  <a:pt x="1074283" y="1066075"/>
                  <a:pt x="1061977" y="1052639"/>
                </a:cubicBezTo>
                <a:cubicBezTo>
                  <a:pt x="1049658" y="1039215"/>
                  <a:pt x="1028779" y="1038275"/>
                  <a:pt x="1015355" y="1050619"/>
                </a:cubicBezTo>
                <a:cubicBezTo>
                  <a:pt x="910466" y="1146771"/>
                  <a:pt x="774259" y="1199730"/>
                  <a:pt x="631842" y="1199730"/>
                </a:cubicBezTo>
                <a:cubicBezTo>
                  <a:pt x="318800" y="1199730"/>
                  <a:pt x="64115" y="945045"/>
                  <a:pt x="64115" y="632016"/>
                </a:cubicBezTo>
                <a:cubicBezTo>
                  <a:pt x="64115" y="318974"/>
                  <a:pt x="318800" y="64289"/>
                  <a:pt x="631842" y="64289"/>
                </a:cubicBezTo>
                <a:cubicBezTo>
                  <a:pt x="944883" y="64289"/>
                  <a:pt x="1199568" y="318974"/>
                  <a:pt x="1199568" y="632016"/>
                </a:cubicBezTo>
                <a:cubicBezTo>
                  <a:pt x="1199568" y="650240"/>
                  <a:pt x="1214338" y="665010"/>
                  <a:pt x="1232563" y="665010"/>
                </a:cubicBezTo>
                <a:lnTo>
                  <a:pt x="1573951" y="665010"/>
                </a:lnTo>
                <a:cubicBezTo>
                  <a:pt x="1592175" y="665010"/>
                  <a:pt x="1606945" y="650240"/>
                  <a:pt x="1606945" y="632016"/>
                </a:cubicBezTo>
                <a:cubicBezTo>
                  <a:pt x="1606945" y="613791"/>
                  <a:pt x="1592175" y="599009"/>
                  <a:pt x="1573951" y="599009"/>
                </a:cubicBezTo>
                <a:lnTo>
                  <a:pt x="1264719" y="599009"/>
                </a:lnTo>
                <a:cubicBezTo>
                  <a:pt x="1247485" y="264860"/>
                  <a:pt x="970207" y="-1700"/>
                  <a:pt x="631842" y="-1700"/>
                </a:cubicBezTo>
              </a:path>
            </a:pathLst>
          </a:custGeom>
          <a:solidFill>
            <a:schemeClr val="accent2"/>
          </a:solidFill>
          <a:ln w="1270" cap="flat">
            <a:noFill/>
            <a:prstDash val="solid"/>
            <a:miter/>
          </a:ln>
        </p:spPr>
        <p:txBody>
          <a:bodyPr rtlCol="0" anchor="ctr"/>
          <a:lstStyle/>
          <a:p>
            <a:endParaRPr lang="en-US" dirty="0"/>
          </a:p>
        </p:txBody>
      </p:sp>
      <p:sp>
        <p:nvSpPr>
          <p:cNvPr id="12" name="Rectangle : coins arrondis 23">
            <a:extLst>
              <a:ext uri="{FF2B5EF4-FFF2-40B4-BE49-F238E27FC236}">
                <a16:creationId xmlns:a16="http://schemas.microsoft.com/office/drawing/2014/main" id="{28E21EAA-1DF1-E840-F424-E6CB77368226}"/>
              </a:ext>
            </a:extLst>
          </p:cNvPr>
          <p:cNvSpPr/>
          <p:nvPr/>
        </p:nvSpPr>
        <p:spPr>
          <a:xfrm>
            <a:off x="6431034" y="3769625"/>
            <a:ext cx="3684382" cy="891922"/>
          </a:xfrm>
          <a:prstGeom prst="roundRect">
            <a:avLst>
              <a:gd name="adj" fmla="val 50000"/>
            </a:avLst>
          </a:prstGeom>
          <a:noFill/>
          <a:ln w="508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18" name="Rectangle : coins arrondis 35">
            <a:extLst>
              <a:ext uri="{FF2B5EF4-FFF2-40B4-BE49-F238E27FC236}">
                <a16:creationId xmlns:a16="http://schemas.microsoft.com/office/drawing/2014/main" id="{376F600D-6FB7-EC2C-C2F7-177822698B27}"/>
              </a:ext>
            </a:extLst>
          </p:cNvPr>
          <p:cNvSpPr/>
          <p:nvPr/>
        </p:nvSpPr>
        <p:spPr>
          <a:xfrm>
            <a:off x="2076584" y="2516050"/>
            <a:ext cx="3684382" cy="891922"/>
          </a:xfrm>
          <a:prstGeom prst="roundRect">
            <a:avLst>
              <a:gd name="adj" fmla="val 50000"/>
            </a:avLst>
          </a:prstGeom>
          <a:noFill/>
          <a:ln w="508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22" name="Ellipse 32">
            <a:extLst>
              <a:ext uri="{FF2B5EF4-FFF2-40B4-BE49-F238E27FC236}">
                <a16:creationId xmlns:a16="http://schemas.microsoft.com/office/drawing/2014/main" id="{3FBC71BB-FE38-9DB3-0D92-F01EA6F34C0C}"/>
              </a:ext>
            </a:extLst>
          </p:cNvPr>
          <p:cNvSpPr/>
          <p:nvPr/>
        </p:nvSpPr>
        <p:spPr>
          <a:xfrm rot="16200000">
            <a:off x="6256524" y="2533178"/>
            <a:ext cx="943112" cy="943112"/>
          </a:xfrm>
          <a:prstGeom prst="ellipse">
            <a:avLst/>
          </a:prstGeom>
          <a:noFill/>
          <a:ln w="4762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33">
            <a:extLst>
              <a:ext uri="{FF2B5EF4-FFF2-40B4-BE49-F238E27FC236}">
                <a16:creationId xmlns:a16="http://schemas.microsoft.com/office/drawing/2014/main" id="{68FE67F5-5065-F617-73EC-AEED2DCDD10A}"/>
              </a:ext>
            </a:extLst>
          </p:cNvPr>
          <p:cNvSpPr/>
          <p:nvPr/>
        </p:nvSpPr>
        <p:spPr>
          <a:xfrm>
            <a:off x="6312163" y="2588817"/>
            <a:ext cx="831834" cy="831834"/>
          </a:xfrm>
          <a:prstGeom prst="ellipse">
            <a:avLst/>
          </a:prstGeom>
          <a:solidFill>
            <a:schemeClr val="accent3"/>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3</a:t>
            </a:r>
          </a:p>
        </p:txBody>
      </p:sp>
      <p:sp>
        <p:nvSpPr>
          <p:cNvPr id="25" name="Forme libre : forme 40">
            <a:extLst>
              <a:ext uri="{FF2B5EF4-FFF2-40B4-BE49-F238E27FC236}">
                <a16:creationId xmlns:a16="http://schemas.microsoft.com/office/drawing/2014/main" id="{39EDA5E7-8AE8-A37B-789C-1FF44A4A6208}"/>
              </a:ext>
            </a:extLst>
          </p:cNvPr>
          <p:cNvSpPr/>
          <p:nvPr/>
        </p:nvSpPr>
        <p:spPr>
          <a:xfrm flipV="1">
            <a:off x="5758491" y="2366027"/>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3"/>
          </a:solidFill>
          <a:ln w="1270" cap="flat">
            <a:noFill/>
            <a:prstDash val="solid"/>
            <a:miter/>
          </a:ln>
        </p:spPr>
        <p:txBody>
          <a:bodyPr rtlCol="0" anchor="ctr"/>
          <a:lstStyle/>
          <a:p>
            <a:endParaRPr lang="en-US" dirty="0"/>
          </a:p>
        </p:txBody>
      </p:sp>
      <p:sp>
        <p:nvSpPr>
          <p:cNvPr id="33" name="Rectangle : coins arrondis 46">
            <a:extLst>
              <a:ext uri="{FF2B5EF4-FFF2-40B4-BE49-F238E27FC236}">
                <a16:creationId xmlns:a16="http://schemas.microsoft.com/office/drawing/2014/main" id="{F174A57E-B807-7298-85EE-89DF399077C3}"/>
              </a:ext>
            </a:extLst>
          </p:cNvPr>
          <p:cNvSpPr/>
          <p:nvPr/>
        </p:nvSpPr>
        <p:spPr>
          <a:xfrm>
            <a:off x="3313316" y="1354362"/>
            <a:ext cx="3684382" cy="891922"/>
          </a:xfrm>
          <a:prstGeom prst="roundRect">
            <a:avLst>
              <a:gd name="adj" fmla="val 50000"/>
            </a:avLst>
          </a:prstGeom>
          <a:noFill/>
          <a:ln w="508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29" name="Ellipse 50">
            <a:extLst>
              <a:ext uri="{FF2B5EF4-FFF2-40B4-BE49-F238E27FC236}">
                <a16:creationId xmlns:a16="http://schemas.microsoft.com/office/drawing/2014/main" id="{F334FD85-0955-2BA9-219C-DE93D35D5F56}"/>
              </a:ext>
            </a:extLst>
          </p:cNvPr>
          <p:cNvSpPr/>
          <p:nvPr/>
        </p:nvSpPr>
        <p:spPr>
          <a:xfrm rot="16200000">
            <a:off x="7493256" y="1371490"/>
            <a:ext cx="943112" cy="943112"/>
          </a:xfrm>
          <a:prstGeom prst="ellipse">
            <a:avLst/>
          </a:prstGeom>
          <a:noFill/>
          <a:ln w="4762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51">
            <a:extLst>
              <a:ext uri="{FF2B5EF4-FFF2-40B4-BE49-F238E27FC236}">
                <a16:creationId xmlns:a16="http://schemas.microsoft.com/office/drawing/2014/main" id="{8806B51D-1A05-9C13-2C56-2EF48C7D543F}"/>
              </a:ext>
            </a:extLst>
          </p:cNvPr>
          <p:cNvSpPr/>
          <p:nvPr/>
        </p:nvSpPr>
        <p:spPr>
          <a:xfrm>
            <a:off x="7548895" y="1427129"/>
            <a:ext cx="831834" cy="831834"/>
          </a:xfrm>
          <a:prstGeom prst="ellipse">
            <a:avLst/>
          </a:prstGeom>
          <a:solidFill>
            <a:schemeClr val="accent4"/>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4</a:t>
            </a:r>
          </a:p>
        </p:txBody>
      </p:sp>
      <p:sp>
        <p:nvSpPr>
          <p:cNvPr id="32" name="Forme libre : forme 53">
            <a:extLst>
              <a:ext uri="{FF2B5EF4-FFF2-40B4-BE49-F238E27FC236}">
                <a16:creationId xmlns:a16="http://schemas.microsoft.com/office/drawing/2014/main" id="{9D55334F-30C4-DB84-2238-F83572A4AC6D}"/>
              </a:ext>
            </a:extLst>
          </p:cNvPr>
          <p:cNvSpPr/>
          <p:nvPr/>
        </p:nvSpPr>
        <p:spPr>
          <a:xfrm flipV="1">
            <a:off x="6995223" y="1204339"/>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4"/>
          </a:solidFill>
          <a:ln w="1270" cap="flat">
            <a:noFill/>
            <a:prstDash val="solid"/>
            <a:miter/>
          </a:ln>
        </p:spPr>
        <p:txBody>
          <a:bodyPr rtlCol="0" anchor="ctr"/>
          <a:lstStyle/>
          <a:p>
            <a:endParaRPr lang="en-US" dirty="0"/>
          </a:p>
        </p:txBody>
      </p:sp>
    </p:spTree>
    <p:extLst>
      <p:ext uri="{BB962C8B-B14F-4D97-AF65-F5344CB8AC3E}">
        <p14:creationId xmlns:p14="http://schemas.microsoft.com/office/powerpoint/2010/main" val="290600781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F0A67B-362E-5A11-19D0-EC93199ABF25}"/>
              </a:ext>
            </a:extLst>
          </p:cNvPr>
          <p:cNvSpPr>
            <a:spLocks noGrp="1"/>
          </p:cNvSpPr>
          <p:nvPr>
            <p:ph type="title"/>
          </p:nvPr>
        </p:nvSpPr>
        <p:spPr>
          <a:xfrm>
            <a:off x="214184" y="13663"/>
            <a:ext cx="9728886" cy="678316"/>
          </a:xfrm>
        </p:spPr>
        <p:txBody>
          <a:bodyPr>
            <a:normAutofit/>
          </a:bodyPr>
          <a:lstStyle/>
          <a:p>
            <a:r>
              <a:rPr lang="en-US" dirty="0"/>
              <a:t>Flags 4</a:t>
            </a:r>
          </a:p>
        </p:txBody>
      </p:sp>
      <p:grpSp>
        <p:nvGrpSpPr>
          <p:cNvPr id="4" name="Google Shape;1260;p41">
            <a:extLst>
              <a:ext uri="{FF2B5EF4-FFF2-40B4-BE49-F238E27FC236}">
                <a16:creationId xmlns:a16="http://schemas.microsoft.com/office/drawing/2014/main" id="{59044D00-C3FE-88E2-0AA5-A43943777769}"/>
              </a:ext>
            </a:extLst>
          </p:cNvPr>
          <p:cNvGrpSpPr/>
          <p:nvPr/>
        </p:nvGrpSpPr>
        <p:grpSpPr>
          <a:xfrm>
            <a:off x="6547843" y="1881099"/>
            <a:ext cx="1651427" cy="2337898"/>
            <a:chOff x="5208975" y="1810163"/>
            <a:chExt cx="1333825" cy="1888275"/>
          </a:xfrm>
        </p:grpSpPr>
        <p:sp>
          <p:nvSpPr>
            <p:cNvPr id="40" name="Google Shape;1261;p41">
              <a:extLst>
                <a:ext uri="{FF2B5EF4-FFF2-40B4-BE49-F238E27FC236}">
                  <a16:creationId xmlns:a16="http://schemas.microsoft.com/office/drawing/2014/main" id="{28F359EE-DB58-94A9-45C0-AB0EE4A1706F}"/>
                </a:ext>
              </a:extLst>
            </p:cNvPr>
            <p:cNvSpPr/>
            <p:nvPr/>
          </p:nvSpPr>
          <p:spPr>
            <a:xfrm>
              <a:off x="5263450" y="2750238"/>
              <a:ext cx="1113250" cy="948200"/>
            </a:xfrm>
            <a:custGeom>
              <a:avLst/>
              <a:gdLst/>
              <a:ahLst/>
              <a:cxnLst/>
              <a:rect l="l" t="t" r="r" b="b"/>
              <a:pathLst>
                <a:path w="44530" h="37928" extrusionOk="0">
                  <a:moveTo>
                    <a:pt x="22247" y="1"/>
                  </a:moveTo>
                  <a:cubicBezTo>
                    <a:pt x="16553"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3" y="37928"/>
                    <a:pt x="22247" y="37928"/>
                  </a:cubicBezTo>
                  <a:cubicBezTo>
                    <a:pt x="27941" y="37928"/>
                    <a:pt x="33635" y="36675"/>
                    <a:pt x="37981" y="34168"/>
                  </a:cubicBezTo>
                  <a:cubicBezTo>
                    <a:pt x="42327" y="31656"/>
                    <a:pt x="44506" y="28370"/>
                    <a:pt x="44506" y="25072"/>
                  </a:cubicBezTo>
                  <a:lnTo>
                    <a:pt x="44530" y="25072"/>
                  </a:lnTo>
                  <a:lnTo>
                    <a:pt x="44530" y="12213"/>
                  </a:lnTo>
                  <a:lnTo>
                    <a:pt x="44482" y="12213"/>
                  </a:lnTo>
                  <a:cubicBezTo>
                    <a:pt x="44220" y="9142"/>
                    <a:pt x="42053" y="6106"/>
                    <a:pt x="37981" y="3760"/>
                  </a:cubicBezTo>
                  <a:cubicBezTo>
                    <a:pt x="33635" y="1254"/>
                    <a:pt x="27941" y="1"/>
                    <a:pt x="22247"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1" name="Google Shape;1262;p41">
              <a:extLst>
                <a:ext uri="{FF2B5EF4-FFF2-40B4-BE49-F238E27FC236}">
                  <a16:creationId xmlns:a16="http://schemas.microsoft.com/office/drawing/2014/main" id="{9133E01F-BAAA-BDCC-7A39-537D47A3A3ED}"/>
                </a:ext>
              </a:extLst>
            </p:cNvPr>
            <p:cNvSpPr/>
            <p:nvPr/>
          </p:nvSpPr>
          <p:spPr>
            <a:xfrm>
              <a:off x="5263150" y="3205888"/>
              <a:ext cx="1113550" cy="492550"/>
            </a:xfrm>
            <a:custGeom>
              <a:avLst/>
              <a:gdLst/>
              <a:ahLst/>
              <a:cxnLst/>
              <a:rect l="l" t="t" r="r" b="b"/>
              <a:pathLst>
                <a:path w="44542" h="19702" extrusionOk="0">
                  <a:moveTo>
                    <a:pt x="0" y="0"/>
                  </a:moveTo>
                  <a:lnTo>
                    <a:pt x="0" y="6846"/>
                  </a:lnTo>
                  <a:cubicBezTo>
                    <a:pt x="0" y="10144"/>
                    <a:pt x="2179" y="13430"/>
                    <a:pt x="6525" y="15942"/>
                  </a:cubicBezTo>
                  <a:cubicBezTo>
                    <a:pt x="10871" y="18449"/>
                    <a:pt x="16565" y="19702"/>
                    <a:pt x="22259" y="19702"/>
                  </a:cubicBezTo>
                  <a:cubicBezTo>
                    <a:pt x="27953" y="19702"/>
                    <a:pt x="33647" y="18449"/>
                    <a:pt x="37993" y="15942"/>
                  </a:cubicBezTo>
                  <a:cubicBezTo>
                    <a:pt x="42339" y="13430"/>
                    <a:pt x="44518" y="10144"/>
                    <a:pt x="44518" y="6846"/>
                  </a:cubicBezTo>
                  <a:lnTo>
                    <a:pt x="44542" y="6846"/>
                  </a:lnTo>
                  <a:lnTo>
                    <a:pt x="44542" y="0"/>
                  </a:lnTo>
                  <a:lnTo>
                    <a:pt x="44518" y="0"/>
                  </a:lnTo>
                  <a:cubicBezTo>
                    <a:pt x="44518" y="3286"/>
                    <a:pt x="42339" y="6584"/>
                    <a:pt x="37993" y="9084"/>
                  </a:cubicBezTo>
                  <a:cubicBezTo>
                    <a:pt x="33647" y="11597"/>
                    <a:pt x="27953" y="12853"/>
                    <a:pt x="22259" y="12853"/>
                  </a:cubicBezTo>
                  <a:cubicBezTo>
                    <a:pt x="16565" y="12853"/>
                    <a:pt x="10871" y="11597"/>
                    <a:pt x="6525" y="9084"/>
                  </a:cubicBezTo>
                  <a:cubicBezTo>
                    <a:pt x="2179" y="6584"/>
                    <a:pt x="0" y="3286"/>
                    <a:pt x="0" y="0"/>
                  </a:cubicBezTo>
                  <a:close/>
                </a:path>
              </a:pathLst>
            </a:custGeom>
            <a:solidFill>
              <a:schemeClr val="accent3">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2" name="Google Shape;1263;p41">
              <a:extLst>
                <a:ext uri="{FF2B5EF4-FFF2-40B4-BE49-F238E27FC236}">
                  <a16:creationId xmlns:a16="http://schemas.microsoft.com/office/drawing/2014/main" id="{B67B7DB7-F3E5-0A3F-FD5A-E0B846E67887}"/>
                </a:ext>
              </a:extLst>
            </p:cNvPr>
            <p:cNvSpPr/>
            <p:nvPr/>
          </p:nvSpPr>
          <p:spPr>
            <a:xfrm>
              <a:off x="5208975" y="2750238"/>
              <a:ext cx="1221300" cy="642450"/>
            </a:xfrm>
            <a:custGeom>
              <a:avLst/>
              <a:gdLst/>
              <a:ahLst/>
              <a:cxnLst/>
              <a:rect l="l" t="t" r="r" b="b"/>
              <a:pathLst>
                <a:path w="48852" h="25698" extrusionOk="0">
                  <a:moveTo>
                    <a:pt x="24426" y="1"/>
                  </a:moveTo>
                  <a:cubicBezTo>
                    <a:pt x="18732" y="1"/>
                    <a:pt x="13038" y="1254"/>
                    <a:pt x="8692" y="3760"/>
                  </a:cubicBezTo>
                  <a:cubicBezTo>
                    <a:pt x="0" y="8784"/>
                    <a:pt x="0" y="16916"/>
                    <a:pt x="8692" y="21929"/>
                  </a:cubicBezTo>
                  <a:cubicBezTo>
                    <a:pt x="13038" y="24441"/>
                    <a:pt x="18732" y="25697"/>
                    <a:pt x="24426" y="25697"/>
                  </a:cubicBezTo>
                  <a:cubicBezTo>
                    <a:pt x="30120" y="25697"/>
                    <a:pt x="35814" y="24441"/>
                    <a:pt x="40160" y="21929"/>
                  </a:cubicBezTo>
                  <a:cubicBezTo>
                    <a:pt x="48852" y="16916"/>
                    <a:pt x="48852" y="8784"/>
                    <a:pt x="40160" y="3760"/>
                  </a:cubicBezTo>
                  <a:cubicBezTo>
                    <a:pt x="35814" y="1254"/>
                    <a:pt x="30120" y="1"/>
                    <a:pt x="24426"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3" name="Google Shape;1264;p41">
              <a:extLst>
                <a:ext uri="{FF2B5EF4-FFF2-40B4-BE49-F238E27FC236}">
                  <a16:creationId xmlns:a16="http://schemas.microsoft.com/office/drawing/2014/main" id="{2B5F5BA7-DDA0-8C5C-063E-6D2B317E6499}"/>
                </a:ext>
              </a:extLst>
            </p:cNvPr>
            <p:cNvSpPr/>
            <p:nvPr/>
          </p:nvSpPr>
          <p:spPr>
            <a:xfrm>
              <a:off x="5350650" y="2824588"/>
              <a:ext cx="938850" cy="493825"/>
            </a:xfrm>
            <a:custGeom>
              <a:avLst/>
              <a:gdLst/>
              <a:ahLst/>
              <a:cxnLst/>
              <a:rect l="l" t="t" r="r" b="b"/>
              <a:pathLst>
                <a:path w="37554" h="19753" extrusionOk="0">
                  <a:moveTo>
                    <a:pt x="18777" y="0"/>
                  </a:moveTo>
                  <a:cubicBezTo>
                    <a:pt x="14398" y="0"/>
                    <a:pt x="10020" y="965"/>
                    <a:pt x="6680" y="2893"/>
                  </a:cubicBezTo>
                  <a:cubicBezTo>
                    <a:pt x="1" y="6751"/>
                    <a:pt x="1" y="13002"/>
                    <a:pt x="6680" y="16859"/>
                  </a:cubicBezTo>
                  <a:cubicBezTo>
                    <a:pt x="10020" y="18788"/>
                    <a:pt x="14398" y="19753"/>
                    <a:pt x="18777" y="19753"/>
                  </a:cubicBezTo>
                  <a:cubicBezTo>
                    <a:pt x="23155" y="19753"/>
                    <a:pt x="27534" y="18788"/>
                    <a:pt x="30874" y="16859"/>
                  </a:cubicBezTo>
                  <a:cubicBezTo>
                    <a:pt x="37553" y="13002"/>
                    <a:pt x="37553" y="6751"/>
                    <a:pt x="30874" y="2893"/>
                  </a:cubicBezTo>
                  <a:cubicBezTo>
                    <a:pt x="27534" y="965"/>
                    <a:pt x="23155" y="0"/>
                    <a:pt x="187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4" name="Google Shape;1266;p41">
              <a:extLst>
                <a:ext uri="{FF2B5EF4-FFF2-40B4-BE49-F238E27FC236}">
                  <a16:creationId xmlns:a16="http://schemas.microsoft.com/office/drawing/2014/main" id="{34F15EC7-F6AC-390A-4DF8-CF60F45888FE}"/>
                </a:ext>
              </a:extLst>
            </p:cNvPr>
            <p:cNvSpPr/>
            <p:nvPr/>
          </p:nvSpPr>
          <p:spPr>
            <a:xfrm>
              <a:off x="5384875" y="2824588"/>
              <a:ext cx="870375" cy="264925"/>
            </a:xfrm>
            <a:custGeom>
              <a:avLst/>
              <a:gdLst/>
              <a:ahLst/>
              <a:cxnLst/>
              <a:rect l="l" t="t" r="r" b="b"/>
              <a:pathLst>
                <a:path w="34815" h="10597" extrusionOk="0">
                  <a:moveTo>
                    <a:pt x="17408" y="0"/>
                  </a:moveTo>
                  <a:cubicBezTo>
                    <a:pt x="13029" y="0"/>
                    <a:pt x="8651" y="965"/>
                    <a:pt x="5311" y="2893"/>
                  </a:cubicBezTo>
                  <a:cubicBezTo>
                    <a:pt x="1656" y="5001"/>
                    <a:pt x="1" y="7834"/>
                    <a:pt x="346" y="10597"/>
                  </a:cubicBezTo>
                  <a:cubicBezTo>
                    <a:pt x="644" y="8323"/>
                    <a:pt x="2287" y="6084"/>
                    <a:pt x="5311" y="4346"/>
                  </a:cubicBezTo>
                  <a:cubicBezTo>
                    <a:pt x="8651" y="2417"/>
                    <a:pt x="13029" y="1453"/>
                    <a:pt x="17408" y="1453"/>
                  </a:cubicBezTo>
                  <a:cubicBezTo>
                    <a:pt x="21786" y="1453"/>
                    <a:pt x="26165" y="2417"/>
                    <a:pt x="29505" y="4346"/>
                  </a:cubicBezTo>
                  <a:cubicBezTo>
                    <a:pt x="32517" y="6084"/>
                    <a:pt x="34172" y="8323"/>
                    <a:pt x="34458" y="10597"/>
                  </a:cubicBezTo>
                  <a:cubicBezTo>
                    <a:pt x="34815" y="7834"/>
                    <a:pt x="33160" y="5001"/>
                    <a:pt x="29505" y="2893"/>
                  </a:cubicBezTo>
                  <a:cubicBezTo>
                    <a:pt x="26165" y="965"/>
                    <a:pt x="21786" y="0"/>
                    <a:pt x="17408" y="0"/>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45" name="Google Shape;1267;p41">
              <a:extLst>
                <a:ext uri="{FF2B5EF4-FFF2-40B4-BE49-F238E27FC236}">
                  <a16:creationId xmlns:a16="http://schemas.microsoft.com/office/drawing/2014/main" id="{9E93A221-AECE-6977-B2C9-FC6F95CD8D2C}"/>
                </a:ext>
              </a:extLst>
            </p:cNvPr>
            <p:cNvGrpSpPr/>
            <p:nvPr/>
          </p:nvGrpSpPr>
          <p:grpSpPr>
            <a:xfrm>
              <a:off x="5323575" y="1810163"/>
              <a:ext cx="1219225" cy="796250"/>
              <a:chOff x="5323575" y="1810163"/>
              <a:chExt cx="1219225" cy="796250"/>
            </a:xfrm>
          </p:grpSpPr>
          <p:sp>
            <p:nvSpPr>
              <p:cNvPr id="46" name="Google Shape;1268;p41">
                <a:extLst>
                  <a:ext uri="{FF2B5EF4-FFF2-40B4-BE49-F238E27FC236}">
                    <a16:creationId xmlns:a16="http://schemas.microsoft.com/office/drawing/2014/main" id="{0E69AAC9-EC29-9CFF-61E0-4E798DF1E904}"/>
                  </a:ext>
                </a:extLst>
              </p:cNvPr>
              <p:cNvSpPr/>
              <p:nvPr/>
            </p:nvSpPr>
            <p:spPr>
              <a:xfrm>
                <a:off x="5333100" y="1810163"/>
                <a:ext cx="1209700" cy="473900"/>
              </a:xfrm>
              <a:custGeom>
                <a:avLst/>
                <a:gdLst/>
                <a:ahLst/>
                <a:cxnLst/>
                <a:rect l="l" t="t" r="r" b="b"/>
                <a:pathLst>
                  <a:path w="48388" h="18956" extrusionOk="0">
                    <a:moveTo>
                      <a:pt x="0" y="1"/>
                    </a:moveTo>
                    <a:lnTo>
                      <a:pt x="0" y="18955"/>
                    </a:lnTo>
                    <a:lnTo>
                      <a:pt x="45399" y="18955"/>
                    </a:lnTo>
                    <a:cubicBezTo>
                      <a:pt x="47042" y="18955"/>
                      <a:pt x="48387" y="17610"/>
                      <a:pt x="48387" y="15967"/>
                    </a:cubicBezTo>
                    <a:lnTo>
                      <a:pt x="48387" y="2989"/>
                    </a:lnTo>
                    <a:cubicBezTo>
                      <a:pt x="48387" y="1346"/>
                      <a:pt x="47042" y="1"/>
                      <a:pt x="45399" y="1"/>
                    </a:cubicBezTo>
                    <a:close/>
                  </a:path>
                </a:pathLst>
              </a:custGeom>
              <a:solidFill>
                <a:schemeClr val="accent3"/>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47" name="Google Shape;1269;p41">
                <a:extLst>
                  <a:ext uri="{FF2B5EF4-FFF2-40B4-BE49-F238E27FC236}">
                    <a16:creationId xmlns:a16="http://schemas.microsoft.com/office/drawing/2014/main" id="{E427FEDD-D918-CE31-32FB-D3187034744C}"/>
                  </a:ext>
                </a:extLst>
              </p:cNvPr>
              <p:cNvSpPr/>
              <p:nvPr/>
            </p:nvSpPr>
            <p:spPr>
              <a:xfrm>
                <a:off x="5323575" y="1810163"/>
                <a:ext cx="19075" cy="796250"/>
              </a:xfrm>
              <a:custGeom>
                <a:avLst/>
                <a:gdLst/>
                <a:ahLst/>
                <a:cxnLst/>
                <a:rect l="l" t="t" r="r" b="b"/>
                <a:pathLst>
                  <a:path w="763" h="31850" extrusionOk="0">
                    <a:moveTo>
                      <a:pt x="381" y="1"/>
                    </a:moveTo>
                    <a:cubicBezTo>
                      <a:pt x="179" y="1"/>
                      <a:pt x="0" y="179"/>
                      <a:pt x="0" y="382"/>
                    </a:cubicBezTo>
                    <a:lnTo>
                      <a:pt x="0" y="31469"/>
                    </a:lnTo>
                    <a:cubicBezTo>
                      <a:pt x="0" y="31683"/>
                      <a:pt x="179" y="31850"/>
                      <a:pt x="381" y="31850"/>
                    </a:cubicBezTo>
                    <a:cubicBezTo>
                      <a:pt x="596" y="31850"/>
                      <a:pt x="762" y="31683"/>
                      <a:pt x="762" y="31469"/>
                    </a:cubicBezTo>
                    <a:lnTo>
                      <a:pt x="762" y="382"/>
                    </a:lnTo>
                    <a:cubicBezTo>
                      <a:pt x="762" y="179"/>
                      <a:pt x="596" y="1"/>
                      <a:pt x="381" y="1"/>
                    </a:cubicBezTo>
                    <a:close/>
                  </a:path>
                </a:pathLst>
              </a:custGeom>
              <a:solidFill>
                <a:schemeClr val="accent3"/>
              </a:solidFill>
              <a:ln>
                <a:solidFill>
                  <a:schemeClr val="accent3"/>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5" name="Google Shape;1274;p41">
            <a:extLst>
              <a:ext uri="{FF2B5EF4-FFF2-40B4-BE49-F238E27FC236}">
                <a16:creationId xmlns:a16="http://schemas.microsoft.com/office/drawing/2014/main" id="{1B5D9E47-9E8D-3EFC-F1A5-28EEFAC09D13}"/>
              </a:ext>
            </a:extLst>
          </p:cNvPr>
          <p:cNvGrpSpPr/>
          <p:nvPr/>
        </p:nvGrpSpPr>
        <p:grpSpPr>
          <a:xfrm>
            <a:off x="8970460" y="1881099"/>
            <a:ext cx="1651427" cy="2337898"/>
            <a:chOff x="6766000" y="1810163"/>
            <a:chExt cx="1333825" cy="1888275"/>
          </a:xfrm>
        </p:grpSpPr>
        <p:sp>
          <p:nvSpPr>
            <p:cNvPr id="32" name="Google Shape;1275;p41">
              <a:extLst>
                <a:ext uri="{FF2B5EF4-FFF2-40B4-BE49-F238E27FC236}">
                  <a16:creationId xmlns:a16="http://schemas.microsoft.com/office/drawing/2014/main" id="{66027188-530D-479E-EFE1-8B2764195D0C}"/>
                </a:ext>
              </a:extLst>
            </p:cNvPr>
            <p:cNvSpPr/>
            <p:nvPr/>
          </p:nvSpPr>
          <p:spPr>
            <a:xfrm>
              <a:off x="6820175" y="2750238"/>
              <a:ext cx="1113575" cy="948200"/>
            </a:xfrm>
            <a:custGeom>
              <a:avLst/>
              <a:gdLst/>
              <a:ahLst/>
              <a:cxnLst/>
              <a:rect l="l" t="t" r="r" b="b"/>
              <a:pathLst>
                <a:path w="44543" h="37928" extrusionOk="0">
                  <a:moveTo>
                    <a:pt x="22260" y="1"/>
                  </a:moveTo>
                  <a:cubicBezTo>
                    <a:pt x="16565" y="1"/>
                    <a:pt x="10871" y="1254"/>
                    <a:pt x="6526" y="3760"/>
                  </a:cubicBezTo>
                  <a:cubicBezTo>
                    <a:pt x="2466" y="6106"/>
                    <a:pt x="299" y="9142"/>
                    <a:pt x="37" y="12213"/>
                  </a:cubicBezTo>
                  <a:lnTo>
                    <a:pt x="1" y="12213"/>
                  </a:lnTo>
                  <a:lnTo>
                    <a:pt x="1" y="25072"/>
                  </a:lnTo>
                  <a:cubicBezTo>
                    <a:pt x="1" y="28370"/>
                    <a:pt x="2180" y="31656"/>
                    <a:pt x="6526" y="34168"/>
                  </a:cubicBezTo>
                  <a:cubicBezTo>
                    <a:pt x="10871" y="36675"/>
                    <a:pt x="16565" y="37928"/>
                    <a:pt x="22260" y="37928"/>
                  </a:cubicBezTo>
                  <a:cubicBezTo>
                    <a:pt x="27954" y="37928"/>
                    <a:pt x="33648" y="36675"/>
                    <a:pt x="37994" y="34168"/>
                  </a:cubicBezTo>
                  <a:cubicBezTo>
                    <a:pt x="42340" y="31656"/>
                    <a:pt x="44518" y="28370"/>
                    <a:pt x="44518" y="25072"/>
                  </a:cubicBezTo>
                  <a:lnTo>
                    <a:pt x="44542" y="25072"/>
                  </a:lnTo>
                  <a:lnTo>
                    <a:pt x="44542" y="12213"/>
                  </a:lnTo>
                  <a:lnTo>
                    <a:pt x="44495" y="12213"/>
                  </a:lnTo>
                  <a:cubicBezTo>
                    <a:pt x="44221" y="9142"/>
                    <a:pt x="42066" y="6106"/>
                    <a:pt x="37994" y="3760"/>
                  </a:cubicBezTo>
                  <a:cubicBezTo>
                    <a:pt x="33648" y="1254"/>
                    <a:pt x="27954" y="1"/>
                    <a:pt x="22260"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3" name="Google Shape;1276;p41">
              <a:extLst>
                <a:ext uri="{FF2B5EF4-FFF2-40B4-BE49-F238E27FC236}">
                  <a16:creationId xmlns:a16="http://schemas.microsoft.com/office/drawing/2014/main" id="{6A6C972E-536E-F112-C680-A07EDEAC8369}"/>
                </a:ext>
              </a:extLst>
            </p:cNvPr>
            <p:cNvSpPr/>
            <p:nvPr/>
          </p:nvSpPr>
          <p:spPr>
            <a:xfrm>
              <a:off x="68201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5"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5" y="12853"/>
                    <a:pt x="10871" y="11597"/>
                    <a:pt x="6526" y="9084"/>
                  </a:cubicBezTo>
                  <a:cubicBezTo>
                    <a:pt x="2180" y="6584"/>
                    <a:pt x="1" y="3286"/>
                    <a:pt x="1" y="0"/>
                  </a:cubicBezTo>
                  <a:close/>
                </a:path>
              </a:pathLst>
            </a:custGeom>
            <a:solidFill>
              <a:schemeClr val="accent4">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4" name="Google Shape;1277;p41">
              <a:extLst>
                <a:ext uri="{FF2B5EF4-FFF2-40B4-BE49-F238E27FC236}">
                  <a16:creationId xmlns:a16="http://schemas.microsoft.com/office/drawing/2014/main" id="{B06837DE-9C17-1B5A-A22B-B7C6B0A38F84}"/>
                </a:ext>
              </a:extLst>
            </p:cNvPr>
            <p:cNvSpPr/>
            <p:nvPr/>
          </p:nvSpPr>
          <p:spPr>
            <a:xfrm>
              <a:off x="6766000" y="2750238"/>
              <a:ext cx="1221325" cy="642450"/>
            </a:xfrm>
            <a:custGeom>
              <a:avLst/>
              <a:gdLst/>
              <a:ahLst/>
              <a:cxnLst/>
              <a:rect l="l" t="t" r="r" b="b"/>
              <a:pathLst>
                <a:path w="48853" h="25698" extrusionOk="0">
                  <a:moveTo>
                    <a:pt x="24427" y="1"/>
                  </a:moveTo>
                  <a:cubicBezTo>
                    <a:pt x="18732" y="1"/>
                    <a:pt x="13038" y="1254"/>
                    <a:pt x="8693" y="3760"/>
                  </a:cubicBezTo>
                  <a:cubicBezTo>
                    <a:pt x="1" y="8784"/>
                    <a:pt x="1" y="16916"/>
                    <a:pt x="8693" y="21929"/>
                  </a:cubicBezTo>
                  <a:cubicBezTo>
                    <a:pt x="13038" y="24441"/>
                    <a:pt x="18732" y="25697"/>
                    <a:pt x="24427" y="25697"/>
                  </a:cubicBezTo>
                  <a:cubicBezTo>
                    <a:pt x="30121" y="25697"/>
                    <a:pt x="35815" y="24441"/>
                    <a:pt x="40161" y="21929"/>
                  </a:cubicBezTo>
                  <a:cubicBezTo>
                    <a:pt x="48852" y="16916"/>
                    <a:pt x="48852" y="8784"/>
                    <a:pt x="40161" y="3760"/>
                  </a:cubicBezTo>
                  <a:cubicBezTo>
                    <a:pt x="35815" y="1254"/>
                    <a:pt x="30121" y="1"/>
                    <a:pt x="24427"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5" name="Google Shape;1278;p41">
              <a:extLst>
                <a:ext uri="{FF2B5EF4-FFF2-40B4-BE49-F238E27FC236}">
                  <a16:creationId xmlns:a16="http://schemas.microsoft.com/office/drawing/2014/main" id="{5D63DC34-923A-BECE-B1DA-47F342E31402}"/>
                </a:ext>
              </a:extLst>
            </p:cNvPr>
            <p:cNvSpPr/>
            <p:nvPr/>
          </p:nvSpPr>
          <p:spPr>
            <a:xfrm>
              <a:off x="69077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6" name="Google Shape;1280;p41">
              <a:extLst>
                <a:ext uri="{FF2B5EF4-FFF2-40B4-BE49-F238E27FC236}">
                  <a16:creationId xmlns:a16="http://schemas.microsoft.com/office/drawing/2014/main" id="{B9034D72-CC44-3D19-79F7-B48F20BA5229}"/>
                </a:ext>
              </a:extLst>
            </p:cNvPr>
            <p:cNvSpPr/>
            <p:nvPr/>
          </p:nvSpPr>
          <p:spPr>
            <a:xfrm>
              <a:off x="69419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59" y="5001"/>
                    <a:pt x="29504" y="2893"/>
                  </a:cubicBezTo>
                  <a:cubicBezTo>
                    <a:pt x="26165" y="965"/>
                    <a:pt x="21786" y="0"/>
                    <a:pt x="17408" y="0"/>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37" name="Google Shape;1281;p41">
              <a:extLst>
                <a:ext uri="{FF2B5EF4-FFF2-40B4-BE49-F238E27FC236}">
                  <a16:creationId xmlns:a16="http://schemas.microsoft.com/office/drawing/2014/main" id="{DDE3D793-D26C-15D4-B3A1-B7F1C90BA5FC}"/>
                </a:ext>
              </a:extLst>
            </p:cNvPr>
            <p:cNvGrpSpPr/>
            <p:nvPr/>
          </p:nvGrpSpPr>
          <p:grpSpPr>
            <a:xfrm>
              <a:off x="6880600" y="1810163"/>
              <a:ext cx="1219225" cy="796250"/>
              <a:chOff x="6880600" y="1810163"/>
              <a:chExt cx="1219225" cy="796250"/>
            </a:xfrm>
          </p:grpSpPr>
          <p:sp>
            <p:nvSpPr>
              <p:cNvPr id="38" name="Google Shape;1282;p41">
                <a:extLst>
                  <a:ext uri="{FF2B5EF4-FFF2-40B4-BE49-F238E27FC236}">
                    <a16:creationId xmlns:a16="http://schemas.microsoft.com/office/drawing/2014/main" id="{EB1268B1-F2FC-156B-86A1-0FE0D24425C4}"/>
                  </a:ext>
                </a:extLst>
              </p:cNvPr>
              <p:cNvSpPr/>
              <p:nvPr/>
            </p:nvSpPr>
            <p:spPr>
              <a:xfrm>
                <a:off x="6890125" y="1810163"/>
                <a:ext cx="1209700" cy="473900"/>
              </a:xfrm>
              <a:custGeom>
                <a:avLst/>
                <a:gdLst/>
                <a:ahLst/>
                <a:cxnLst/>
                <a:rect l="l" t="t" r="r" b="b"/>
                <a:pathLst>
                  <a:path w="48388" h="18956" extrusionOk="0">
                    <a:moveTo>
                      <a:pt x="1" y="1"/>
                    </a:moveTo>
                    <a:lnTo>
                      <a:pt x="1" y="18955"/>
                    </a:lnTo>
                    <a:lnTo>
                      <a:pt x="45399" y="18955"/>
                    </a:lnTo>
                    <a:cubicBezTo>
                      <a:pt x="47042" y="18955"/>
                      <a:pt x="48388" y="17610"/>
                      <a:pt x="48388" y="15967"/>
                    </a:cubicBezTo>
                    <a:lnTo>
                      <a:pt x="48388" y="2989"/>
                    </a:lnTo>
                    <a:cubicBezTo>
                      <a:pt x="48388" y="1346"/>
                      <a:pt x="47042" y="1"/>
                      <a:pt x="45399" y="1"/>
                    </a:cubicBezTo>
                    <a:close/>
                  </a:path>
                </a:pathLst>
              </a:custGeom>
              <a:solidFill>
                <a:schemeClr val="accent4"/>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39" name="Google Shape;1283;p41">
                <a:extLst>
                  <a:ext uri="{FF2B5EF4-FFF2-40B4-BE49-F238E27FC236}">
                    <a16:creationId xmlns:a16="http://schemas.microsoft.com/office/drawing/2014/main" id="{2204F3B4-28E9-8642-26D4-5CD5A35EFF85}"/>
                  </a:ext>
                </a:extLst>
              </p:cNvPr>
              <p:cNvSpPr/>
              <p:nvPr/>
            </p:nvSpPr>
            <p:spPr>
              <a:xfrm>
                <a:off x="6880600" y="1810163"/>
                <a:ext cx="19075" cy="796250"/>
              </a:xfrm>
              <a:custGeom>
                <a:avLst/>
                <a:gdLst/>
                <a:ahLst/>
                <a:cxnLst/>
                <a:rect l="l" t="t" r="r" b="b"/>
                <a:pathLst>
                  <a:path w="763" h="31850" extrusionOk="0">
                    <a:moveTo>
                      <a:pt x="382" y="1"/>
                    </a:moveTo>
                    <a:cubicBezTo>
                      <a:pt x="179" y="1"/>
                      <a:pt x="1" y="179"/>
                      <a:pt x="1" y="382"/>
                    </a:cubicBezTo>
                    <a:lnTo>
                      <a:pt x="1" y="31469"/>
                    </a:lnTo>
                    <a:cubicBezTo>
                      <a:pt x="1" y="31683"/>
                      <a:pt x="179" y="31850"/>
                      <a:pt x="382" y="31850"/>
                    </a:cubicBezTo>
                    <a:cubicBezTo>
                      <a:pt x="596" y="31850"/>
                      <a:pt x="763" y="31683"/>
                      <a:pt x="763" y="31469"/>
                    </a:cubicBezTo>
                    <a:lnTo>
                      <a:pt x="763" y="382"/>
                    </a:lnTo>
                    <a:cubicBezTo>
                      <a:pt x="763" y="179"/>
                      <a:pt x="596" y="1"/>
                      <a:pt x="382" y="1"/>
                    </a:cubicBezTo>
                    <a:close/>
                  </a:path>
                </a:pathLst>
              </a:custGeom>
              <a:solidFill>
                <a:schemeClr val="accent4"/>
              </a:solidFill>
              <a:ln>
                <a:solidFill>
                  <a:schemeClr val="accent4"/>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6" name="Google Shape;1288;p41">
            <a:extLst>
              <a:ext uri="{FF2B5EF4-FFF2-40B4-BE49-F238E27FC236}">
                <a16:creationId xmlns:a16="http://schemas.microsoft.com/office/drawing/2014/main" id="{5ED56835-DA2D-38E5-A100-3FF274D794D0}"/>
              </a:ext>
            </a:extLst>
          </p:cNvPr>
          <p:cNvGrpSpPr/>
          <p:nvPr/>
        </p:nvGrpSpPr>
        <p:grpSpPr>
          <a:xfrm>
            <a:off x="1702626" y="1881099"/>
            <a:ext cx="1651396" cy="2337898"/>
            <a:chOff x="2143125" y="1810163"/>
            <a:chExt cx="1333800" cy="1888275"/>
          </a:xfrm>
        </p:grpSpPr>
        <p:sp>
          <p:nvSpPr>
            <p:cNvPr id="24" name="Google Shape;1289;p41">
              <a:extLst>
                <a:ext uri="{FF2B5EF4-FFF2-40B4-BE49-F238E27FC236}">
                  <a16:creationId xmlns:a16="http://schemas.microsoft.com/office/drawing/2014/main" id="{0233A57D-0AEC-7948-79C6-CF8EEBBDD53D}"/>
                </a:ext>
              </a:extLst>
            </p:cNvPr>
            <p:cNvSpPr/>
            <p:nvPr/>
          </p:nvSpPr>
          <p:spPr>
            <a:xfrm>
              <a:off x="2197575" y="2750238"/>
              <a:ext cx="1113275" cy="948200"/>
            </a:xfrm>
            <a:custGeom>
              <a:avLst/>
              <a:gdLst/>
              <a:ahLst/>
              <a:cxnLst/>
              <a:rect l="l" t="t" r="r" b="b"/>
              <a:pathLst>
                <a:path w="44531" h="37928" extrusionOk="0">
                  <a:moveTo>
                    <a:pt x="22248" y="1"/>
                  </a:moveTo>
                  <a:cubicBezTo>
                    <a:pt x="16554" y="1"/>
                    <a:pt x="10859" y="1254"/>
                    <a:pt x="6514" y="3760"/>
                  </a:cubicBezTo>
                  <a:cubicBezTo>
                    <a:pt x="2454" y="6106"/>
                    <a:pt x="287" y="9142"/>
                    <a:pt x="25" y="12213"/>
                  </a:cubicBezTo>
                  <a:lnTo>
                    <a:pt x="1" y="12213"/>
                  </a:lnTo>
                  <a:lnTo>
                    <a:pt x="1" y="25072"/>
                  </a:lnTo>
                  <a:cubicBezTo>
                    <a:pt x="1" y="28370"/>
                    <a:pt x="2168" y="31656"/>
                    <a:pt x="6514" y="34168"/>
                  </a:cubicBezTo>
                  <a:cubicBezTo>
                    <a:pt x="10859" y="36675"/>
                    <a:pt x="16554" y="37928"/>
                    <a:pt x="22248" y="37928"/>
                  </a:cubicBezTo>
                  <a:cubicBezTo>
                    <a:pt x="27942" y="37928"/>
                    <a:pt x="33636" y="36675"/>
                    <a:pt x="37982" y="34168"/>
                  </a:cubicBezTo>
                  <a:cubicBezTo>
                    <a:pt x="42328" y="31656"/>
                    <a:pt x="44506" y="28370"/>
                    <a:pt x="44506" y="25072"/>
                  </a:cubicBezTo>
                  <a:lnTo>
                    <a:pt x="44530" y="25072"/>
                  </a:lnTo>
                  <a:lnTo>
                    <a:pt x="44530" y="12213"/>
                  </a:lnTo>
                  <a:lnTo>
                    <a:pt x="44483" y="12213"/>
                  </a:lnTo>
                  <a:cubicBezTo>
                    <a:pt x="44221" y="9142"/>
                    <a:pt x="42054" y="6106"/>
                    <a:pt x="37982" y="3760"/>
                  </a:cubicBezTo>
                  <a:cubicBezTo>
                    <a:pt x="33636" y="1254"/>
                    <a:pt x="27942" y="1"/>
                    <a:pt x="22248"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5" name="Google Shape;1290;p41">
              <a:extLst>
                <a:ext uri="{FF2B5EF4-FFF2-40B4-BE49-F238E27FC236}">
                  <a16:creationId xmlns:a16="http://schemas.microsoft.com/office/drawing/2014/main" id="{99648AC5-8CC6-982B-4E69-677630CAA7B6}"/>
                </a:ext>
              </a:extLst>
            </p:cNvPr>
            <p:cNvSpPr/>
            <p:nvPr/>
          </p:nvSpPr>
          <p:spPr>
            <a:xfrm>
              <a:off x="21972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6"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6" y="12853"/>
                    <a:pt x="10871" y="11597"/>
                    <a:pt x="6526" y="9084"/>
                  </a:cubicBezTo>
                  <a:cubicBezTo>
                    <a:pt x="2180" y="6584"/>
                    <a:pt x="1" y="3286"/>
                    <a:pt x="1" y="0"/>
                  </a:cubicBezTo>
                  <a:close/>
                </a:path>
              </a:pathLst>
            </a:custGeom>
            <a:solidFill>
              <a:schemeClr val="accent1">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6" name="Google Shape;1291;p41">
              <a:extLst>
                <a:ext uri="{FF2B5EF4-FFF2-40B4-BE49-F238E27FC236}">
                  <a16:creationId xmlns:a16="http://schemas.microsoft.com/office/drawing/2014/main" id="{8920843E-3F1A-EE60-49CE-C28603127DB7}"/>
                </a:ext>
              </a:extLst>
            </p:cNvPr>
            <p:cNvSpPr/>
            <p:nvPr/>
          </p:nvSpPr>
          <p:spPr>
            <a:xfrm>
              <a:off x="2143125" y="2750238"/>
              <a:ext cx="1221300" cy="642450"/>
            </a:xfrm>
            <a:custGeom>
              <a:avLst/>
              <a:gdLst/>
              <a:ahLst/>
              <a:cxnLst/>
              <a:rect l="l" t="t" r="r" b="b"/>
              <a:pathLst>
                <a:path w="48852" h="25698" extrusionOk="0">
                  <a:moveTo>
                    <a:pt x="24426" y="1"/>
                  </a:moveTo>
                  <a:cubicBezTo>
                    <a:pt x="18732" y="1"/>
                    <a:pt x="13037" y="1254"/>
                    <a:pt x="8692" y="3760"/>
                  </a:cubicBezTo>
                  <a:cubicBezTo>
                    <a:pt x="0" y="8784"/>
                    <a:pt x="0" y="16916"/>
                    <a:pt x="8692" y="21929"/>
                  </a:cubicBezTo>
                  <a:cubicBezTo>
                    <a:pt x="13037" y="24441"/>
                    <a:pt x="18732" y="25697"/>
                    <a:pt x="24426" y="25697"/>
                  </a:cubicBezTo>
                  <a:cubicBezTo>
                    <a:pt x="30120" y="25697"/>
                    <a:pt x="35814" y="24441"/>
                    <a:pt x="40160" y="21929"/>
                  </a:cubicBezTo>
                  <a:cubicBezTo>
                    <a:pt x="48851" y="16916"/>
                    <a:pt x="48851" y="8784"/>
                    <a:pt x="40160" y="3760"/>
                  </a:cubicBezTo>
                  <a:cubicBezTo>
                    <a:pt x="35814" y="1254"/>
                    <a:pt x="30120" y="1"/>
                    <a:pt x="24426" y="1"/>
                  </a:cubicBezTo>
                  <a:close/>
                </a:path>
              </a:pathLst>
            </a:custGeom>
            <a:solidFill>
              <a:schemeClr val="accent1">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7" name="Google Shape;1292;p41">
              <a:extLst>
                <a:ext uri="{FF2B5EF4-FFF2-40B4-BE49-F238E27FC236}">
                  <a16:creationId xmlns:a16="http://schemas.microsoft.com/office/drawing/2014/main" id="{A91422CC-0F3E-1E60-0068-934E8D6B8D85}"/>
                </a:ext>
              </a:extLst>
            </p:cNvPr>
            <p:cNvSpPr/>
            <p:nvPr/>
          </p:nvSpPr>
          <p:spPr>
            <a:xfrm>
              <a:off x="22848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8" name="Google Shape;1294;p41">
              <a:extLst>
                <a:ext uri="{FF2B5EF4-FFF2-40B4-BE49-F238E27FC236}">
                  <a16:creationId xmlns:a16="http://schemas.microsoft.com/office/drawing/2014/main" id="{2BE47F59-E6F6-ADE7-00FC-5B80B4A4B65E}"/>
                </a:ext>
              </a:extLst>
            </p:cNvPr>
            <p:cNvSpPr/>
            <p:nvPr/>
          </p:nvSpPr>
          <p:spPr>
            <a:xfrm>
              <a:off x="23190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60" y="5001"/>
                    <a:pt x="29504" y="2893"/>
                  </a:cubicBezTo>
                  <a:cubicBezTo>
                    <a:pt x="26165" y="965"/>
                    <a:pt x="21786" y="0"/>
                    <a:pt x="17408" y="0"/>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9" name="Google Shape;1295;p41">
              <a:extLst>
                <a:ext uri="{FF2B5EF4-FFF2-40B4-BE49-F238E27FC236}">
                  <a16:creationId xmlns:a16="http://schemas.microsoft.com/office/drawing/2014/main" id="{30047891-9A60-4900-2BC7-2800C20F9524}"/>
                </a:ext>
              </a:extLst>
            </p:cNvPr>
            <p:cNvGrpSpPr/>
            <p:nvPr/>
          </p:nvGrpSpPr>
          <p:grpSpPr>
            <a:xfrm>
              <a:off x="2257700" y="1810163"/>
              <a:ext cx="1219225" cy="796250"/>
              <a:chOff x="2257700" y="1810163"/>
              <a:chExt cx="1219225" cy="796250"/>
            </a:xfrm>
          </p:grpSpPr>
          <p:sp>
            <p:nvSpPr>
              <p:cNvPr id="30" name="Google Shape;1296;p41">
                <a:extLst>
                  <a:ext uri="{FF2B5EF4-FFF2-40B4-BE49-F238E27FC236}">
                    <a16:creationId xmlns:a16="http://schemas.microsoft.com/office/drawing/2014/main" id="{0ED65E76-DB8A-08A0-DB99-32E0F9AA9E6A}"/>
                  </a:ext>
                </a:extLst>
              </p:cNvPr>
              <p:cNvSpPr/>
              <p:nvPr/>
            </p:nvSpPr>
            <p:spPr>
              <a:xfrm>
                <a:off x="2267225" y="1810163"/>
                <a:ext cx="1209700" cy="473900"/>
              </a:xfrm>
              <a:custGeom>
                <a:avLst/>
                <a:gdLst/>
                <a:ahLst/>
                <a:cxnLst/>
                <a:rect l="l" t="t" r="r" b="b"/>
                <a:pathLst>
                  <a:path w="48388" h="18956" extrusionOk="0">
                    <a:moveTo>
                      <a:pt x="1" y="1"/>
                    </a:moveTo>
                    <a:lnTo>
                      <a:pt x="1" y="18955"/>
                    </a:lnTo>
                    <a:lnTo>
                      <a:pt x="45399" y="18955"/>
                    </a:lnTo>
                    <a:cubicBezTo>
                      <a:pt x="47043" y="18955"/>
                      <a:pt x="48388" y="17610"/>
                      <a:pt x="48388" y="15967"/>
                    </a:cubicBezTo>
                    <a:lnTo>
                      <a:pt x="48388" y="2989"/>
                    </a:lnTo>
                    <a:cubicBezTo>
                      <a:pt x="48388" y="1346"/>
                      <a:pt x="47043" y="1"/>
                      <a:pt x="45399" y="1"/>
                    </a:cubicBezTo>
                    <a:close/>
                  </a:path>
                </a:pathLst>
              </a:custGeom>
              <a:solidFill>
                <a:schemeClr val="accent1"/>
              </a:solidFill>
              <a:ln>
                <a:noFill/>
              </a:ln>
            </p:spPr>
            <p:txBody>
              <a:bodyPr spcFirstLastPara="1" wrap="square" lIns="91425" tIns="91425" rIns="91425" bIns="91425" anchor="ctr" anchorCtr="0">
                <a:noAutofit/>
              </a:bodyPr>
              <a:lstStyle/>
              <a:p>
                <a:pPr algn="ctr">
                  <a:buClr>
                    <a:schemeClr val="dk1"/>
                  </a:buClr>
                  <a:buSzPts val="1100"/>
                </a:pPr>
                <a:r>
                  <a:rPr lang="en-US" sz="1800" b="1" dirty="0">
                    <a:solidFill>
                      <a:schemeClr val="lt1"/>
                    </a:solidFill>
                    <a:latin typeface="+mj-lt"/>
                  </a:rPr>
                  <a:t>Lorem ipsum</a:t>
                </a:r>
              </a:p>
            </p:txBody>
          </p:sp>
          <p:sp>
            <p:nvSpPr>
              <p:cNvPr id="31" name="Google Shape;1297;p41">
                <a:extLst>
                  <a:ext uri="{FF2B5EF4-FFF2-40B4-BE49-F238E27FC236}">
                    <a16:creationId xmlns:a16="http://schemas.microsoft.com/office/drawing/2014/main" id="{36FB425E-D613-E7D4-3E52-1237000903C7}"/>
                  </a:ext>
                </a:extLst>
              </p:cNvPr>
              <p:cNvSpPr/>
              <p:nvPr/>
            </p:nvSpPr>
            <p:spPr>
              <a:xfrm>
                <a:off x="2257700" y="1810163"/>
                <a:ext cx="19075" cy="796250"/>
              </a:xfrm>
              <a:custGeom>
                <a:avLst/>
                <a:gdLst/>
                <a:ahLst/>
                <a:cxnLst/>
                <a:rect l="l" t="t" r="r" b="b"/>
                <a:pathLst>
                  <a:path w="763" h="31850" extrusionOk="0">
                    <a:moveTo>
                      <a:pt x="382" y="1"/>
                    </a:moveTo>
                    <a:cubicBezTo>
                      <a:pt x="180" y="1"/>
                      <a:pt x="1" y="179"/>
                      <a:pt x="1" y="382"/>
                    </a:cubicBezTo>
                    <a:lnTo>
                      <a:pt x="1" y="31469"/>
                    </a:lnTo>
                    <a:cubicBezTo>
                      <a:pt x="1" y="31683"/>
                      <a:pt x="180" y="31850"/>
                      <a:pt x="382" y="31850"/>
                    </a:cubicBezTo>
                    <a:cubicBezTo>
                      <a:pt x="596" y="31850"/>
                      <a:pt x="763" y="31683"/>
                      <a:pt x="763" y="31469"/>
                    </a:cubicBezTo>
                    <a:lnTo>
                      <a:pt x="763" y="382"/>
                    </a:lnTo>
                    <a:cubicBezTo>
                      <a:pt x="763" y="179"/>
                      <a:pt x="596" y="1"/>
                      <a:pt x="382" y="1"/>
                    </a:cubicBezTo>
                    <a:close/>
                  </a:path>
                </a:pathLst>
              </a:custGeom>
              <a:solidFill>
                <a:schemeClr val="accent1"/>
              </a:solidFill>
              <a:ln>
                <a:solidFill>
                  <a:schemeClr val="accent1"/>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7" name="Google Shape;1302;p41">
            <a:extLst>
              <a:ext uri="{FF2B5EF4-FFF2-40B4-BE49-F238E27FC236}">
                <a16:creationId xmlns:a16="http://schemas.microsoft.com/office/drawing/2014/main" id="{E358E6E5-8FE3-2CE8-9D56-5673C882B044}"/>
              </a:ext>
            </a:extLst>
          </p:cNvPr>
          <p:cNvGrpSpPr/>
          <p:nvPr/>
        </p:nvGrpSpPr>
        <p:grpSpPr>
          <a:xfrm>
            <a:off x="4125228" y="1881099"/>
            <a:ext cx="1651427" cy="2337898"/>
            <a:chOff x="3754025" y="1810163"/>
            <a:chExt cx="1333825" cy="1888275"/>
          </a:xfrm>
        </p:grpSpPr>
        <p:sp>
          <p:nvSpPr>
            <p:cNvPr id="16" name="Google Shape;1303;p41">
              <a:extLst>
                <a:ext uri="{FF2B5EF4-FFF2-40B4-BE49-F238E27FC236}">
                  <a16:creationId xmlns:a16="http://schemas.microsoft.com/office/drawing/2014/main" id="{631E1E32-8531-B7E4-6135-33F9A364B800}"/>
                </a:ext>
              </a:extLst>
            </p:cNvPr>
            <p:cNvSpPr/>
            <p:nvPr/>
          </p:nvSpPr>
          <p:spPr>
            <a:xfrm>
              <a:off x="3808500" y="2750238"/>
              <a:ext cx="1113550" cy="948200"/>
            </a:xfrm>
            <a:custGeom>
              <a:avLst/>
              <a:gdLst/>
              <a:ahLst/>
              <a:cxnLst/>
              <a:rect l="l" t="t" r="r" b="b"/>
              <a:pathLst>
                <a:path w="44542" h="37928" extrusionOk="0">
                  <a:moveTo>
                    <a:pt x="22253" y="1"/>
                  </a:moveTo>
                  <a:cubicBezTo>
                    <a:pt x="16556"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6" y="37928"/>
                    <a:pt x="22253" y="37928"/>
                  </a:cubicBezTo>
                  <a:cubicBezTo>
                    <a:pt x="27950" y="37928"/>
                    <a:pt x="33648" y="36675"/>
                    <a:pt x="37993" y="34168"/>
                  </a:cubicBezTo>
                  <a:cubicBezTo>
                    <a:pt x="42339" y="31656"/>
                    <a:pt x="44506" y="28370"/>
                    <a:pt x="44506" y="25072"/>
                  </a:cubicBezTo>
                  <a:lnTo>
                    <a:pt x="44542" y="25072"/>
                  </a:lnTo>
                  <a:lnTo>
                    <a:pt x="44542" y="12213"/>
                  </a:lnTo>
                  <a:lnTo>
                    <a:pt x="44482" y="12213"/>
                  </a:lnTo>
                  <a:cubicBezTo>
                    <a:pt x="44220" y="9142"/>
                    <a:pt x="42053" y="6106"/>
                    <a:pt x="37993" y="3760"/>
                  </a:cubicBezTo>
                  <a:cubicBezTo>
                    <a:pt x="33648" y="1254"/>
                    <a:pt x="27950" y="1"/>
                    <a:pt x="22253" y="1"/>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7" name="Google Shape;1304;p41">
              <a:extLst>
                <a:ext uri="{FF2B5EF4-FFF2-40B4-BE49-F238E27FC236}">
                  <a16:creationId xmlns:a16="http://schemas.microsoft.com/office/drawing/2014/main" id="{645F38E7-C571-B2EE-1D13-80F1236832CC}"/>
                </a:ext>
              </a:extLst>
            </p:cNvPr>
            <p:cNvSpPr/>
            <p:nvPr/>
          </p:nvSpPr>
          <p:spPr>
            <a:xfrm>
              <a:off x="3808500" y="3205888"/>
              <a:ext cx="1113550" cy="492550"/>
            </a:xfrm>
            <a:custGeom>
              <a:avLst/>
              <a:gdLst/>
              <a:ahLst/>
              <a:cxnLst/>
              <a:rect l="l" t="t" r="r" b="b"/>
              <a:pathLst>
                <a:path w="44542" h="19702" extrusionOk="0">
                  <a:moveTo>
                    <a:pt x="0" y="0"/>
                  </a:moveTo>
                  <a:lnTo>
                    <a:pt x="0" y="6846"/>
                  </a:lnTo>
                  <a:cubicBezTo>
                    <a:pt x="0" y="10144"/>
                    <a:pt x="2167" y="13430"/>
                    <a:pt x="6513" y="15942"/>
                  </a:cubicBezTo>
                  <a:cubicBezTo>
                    <a:pt x="10859" y="18449"/>
                    <a:pt x="16556" y="19702"/>
                    <a:pt x="22253" y="19702"/>
                  </a:cubicBezTo>
                  <a:cubicBezTo>
                    <a:pt x="27950" y="19702"/>
                    <a:pt x="33648" y="18449"/>
                    <a:pt x="37993" y="15942"/>
                  </a:cubicBezTo>
                  <a:cubicBezTo>
                    <a:pt x="42339" y="13430"/>
                    <a:pt x="44506" y="10144"/>
                    <a:pt x="44506" y="6846"/>
                  </a:cubicBezTo>
                  <a:lnTo>
                    <a:pt x="44542" y="6846"/>
                  </a:lnTo>
                  <a:lnTo>
                    <a:pt x="44542" y="0"/>
                  </a:lnTo>
                  <a:lnTo>
                    <a:pt x="44506" y="0"/>
                  </a:lnTo>
                  <a:cubicBezTo>
                    <a:pt x="44506" y="3286"/>
                    <a:pt x="42339" y="6584"/>
                    <a:pt x="37993" y="9084"/>
                  </a:cubicBezTo>
                  <a:cubicBezTo>
                    <a:pt x="33648" y="11597"/>
                    <a:pt x="27950" y="12853"/>
                    <a:pt x="22253" y="12853"/>
                  </a:cubicBezTo>
                  <a:cubicBezTo>
                    <a:pt x="16556" y="12853"/>
                    <a:pt x="10859" y="11597"/>
                    <a:pt x="6513" y="9084"/>
                  </a:cubicBezTo>
                  <a:cubicBezTo>
                    <a:pt x="2167" y="6584"/>
                    <a:pt x="0" y="3286"/>
                    <a:pt x="0" y="0"/>
                  </a:cubicBezTo>
                  <a:close/>
                </a:path>
              </a:pathLst>
            </a:custGeom>
            <a:solidFill>
              <a:schemeClr val="accent2">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8" name="Google Shape;1305;p41">
              <a:extLst>
                <a:ext uri="{FF2B5EF4-FFF2-40B4-BE49-F238E27FC236}">
                  <a16:creationId xmlns:a16="http://schemas.microsoft.com/office/drawing/2014/main" id="{31F93106-F2D7-12C2-1500-382EBFA5FAE4}"/>
                </a:ext>
              </a:extLst>
            </p:cNvPr>
            <p:cNvSpPr/>
            <p:nvPr/>
          </p:nvSpPr>
          <p:spPr>
            <a:xfrm>
              <a:off x="3754025" y="2750238"/>
              <a:ext cx="1221600" cy="642450"/>
            </a:xfrm>
            <a:custGeom>
              <a:avLst/>
              <a:gdLst/>
              <a:ahLst/>
              <a:cxnLst/>
              <a:rect l="l" t="t" r="r" b="b"/>
              <a:pathLst>
                <a:path w="48864" h="25698" extrusionOk="0">
                  <a:moveTo>
                    <a:pt x="24432" y="1"/>
                  </a:moveTo>
                  <a:cubicBezTo>
                    <a:pt x="18735" y="1"/>
                    <a:pt x="13038" y="1254"/>
                    <a:pt x="8692" y="3760"/>
                  </a:cubicBezTo>
                  <a:cubicBezTo>
                    <a:pt x="1" y="8784"/>
                    <a:pt x="1" y="16916"/>
                    <a:pt x="8692" y="21929"/>
                  </a:cubicBezTo>
                  <a:cubicBezTo>
                    <a:pt x="13038" y="24441"/>
                    <a:pt x="18735" y="25697"/>
                    <a:pt x="24432" y="25697"/>
                  </a:cubicBezTo>
                  <a:cubicBezTo>
                    <a:pt x="30129" y="25697"/>
                    <a:pt x="35827" y="24441"/>
                    <a:pt x="40172" y="21929"/>
                  </a:cubicBezTo>
                  <a:cubicBezTo>
                    <a:pt x="48864" y="16916"/>
                    <a:pt x="48864" y="8784"/>
                    <a:pt x="40172" y="3760"/>
                  </a:cubicBezTo>
                  <a:cubicBezTo>
                    <a:pt x="35827" y="1254"/>
                    <a:pt x="30129" y="1"/>
                    <a:pt x="24432" y="1"/>
                  </a:cubicBezTo>
                  <a:close/>
                </a:path>
              </a:pathLst>
            </a:custGeom>
            <a:solidFill>
              <a:schemeClr val="accent2">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9" name="Google Shape;1306;p41">
              <a:extLst>
                <a:ext uri="{FF2B5EF4-FFF2-40B4-BE49-F238E27FC236}">
                  <a16:creationId xmlns:a16="http://schemas.microsoft.com/office/drawing/2014/main" id="{54B6D9F3-BFD0-110D-307E-05FDC2A419B7}"/>
                </a:ext>
              </a:extLst>
            </p:cNvPr>
            <p:cNvSpPr/>
            <p:nvPr/>
          </p:nvSpPr>
          <p:spPr>
            <a:xfrm>
              <a:off x="3895725" y="2824588"/>
              <a:ext cx="938825" cy="493825"/>
            </a:xfrm>
            <a:custGeom>
              <a:avLst/>
              <a:gdLst/>
              <a:ahLst/>
              <a:cxnLst/>
              <a:rect l="l" t="t" r="r" b="b"/>
              <a:pathLst>
                <a:path w="37553" h="19753" extrusionOk="0">
                  <a:moveTo>
                    <a:pt x="18781" y="0"/>
                  </a:moveTo>
                  <a:cubicBezTo>
                    <a:pt x="14404" y="0"/>
                    <a:pt x="10025" y="965"/>
                    <a:pt x="6679" y="2893"/>
                  </a:cubicBezTo>
                  <a:cubicBezTo>
                    <a:pt x="0" y="6751"/>
                    <a:pt x="0" y="13002"/>
                    <a:pt x="6679" y="16859"/>
                  </a:cubicBezTo>
                  <a:cubicBezTo>
                    <a:pt x="10025" y="18788"/>
                    <a:pt x="14404" y="19753"/>
                    <a:pt x="18781" y="19753"/>
                  </a:cubicBezTo>
                  <a:cubicBezTo>
                    <a:pt x="23158" y="19753"/>
                    <a:pt x="27533" y="18788"/>
                    <a:pt x="30873" y="16859"/>
                  </a:cubicBezTo>
                  <a:cubicBezTo>
                    <a:pt x="37552" y="13002"/>
                    <a:pt x="37552" y="6751"/>
                    <a:pt x="30873" y="2893"/>
                  </a:cubicBezTo>
                  <a:cubicBezTo>
                    <a:pt x="27533" y="965"/>
                    <a:pt x="23158" y="0"/>
                    <a:pt x="187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0" name="Google Shape;1308;p41">
              <a:extLst>
                <a:ext uri="{FF2B5EF4-FFF2-40B4-BE49-F238E27FC236}">
                  <a16:creationId xmlns:a16="http://schemas.microsoft.com/office/drawing/2014/main" id="{D86566AE-C4DB-B8D4-0EDB-8071ABA40641}"/>
                </a:ext>
              </a:extLst>
            </p:cNvPr>
            <p:cNvSpPr/>
            <p:nvPr/>
          </p:nvSpPr>
          <p:spPr>
            <a:xfrm>
              <a:off x="3929950" y="2824588"/>
              <a:ext cx="870375" cy="264925"/>
            </a:xfrm>
            <a:custGeom>
              <a:avLst/>
              <a:gdLst/>
              <a:ahLst/>
              <a:cxnLst/>
              <a:rect l="l" t="t" r="r" b="b"/>
              <a:pathLst>
                <a:path w="34815" h="10597" extrusionOk="0">
                  <a:moveTo>
                    <a:pt x="17412" y="0"/>
                  </a:moveTo>
                  <a:cubicBezTo>
                    <a:pt x="13035" y="0"/>
                    <a:pt x="8656" y="965"/>
                    <a:pt x="5310" y="2893"/>
                  </a:cubicBezTo>
                  <a:cubicBezTo>
                    <a:pt x="1655" y="5001"/>
                    <a:pt x="0" y="7834"/>
                    <a:pt x="357" y="10597"/>
                  </a:cubicBezTo>
                  <a:cubicBezTo>
                    <a:pt x="643" y="8323"/>
                    <a:pt x="2298" y="6084"/>
                    <a:pt x="5310" y="4346"/>
                  </a:cubicBezTo>
                  <a:cubicBezTo>
                    <a:pt x="8656" y="2417"/>
                    <a:pt x="13035" y="1453"/>
                    <a:pt x="17412" y="1453"/>
                  </a:cubicBezTo>
                  <a:cubicBezTo>
                    <a:pt x="21789" y="1453"/>
                    <a:pt x="26164" y="2417"/>
                    <a:pt x="29504" y="4346"/>
                  </a:cubicBezTo>
                  <a:cubicBezTo>
                    <a:pt x="32528" y="6084"/>
                    <a:pt x="34183" y="8323"/>
                    <a:pt x="34469" y="10597"/>
                  </a:cubicBezTo>
                  <a:cubicBezTo>
                    <a:pt x="34814" y="7834"/>
                    <a:pt x="33171" y="5001"/>
                    <a:pt x="29504" y="2893"/>
                  </a:cubicBezTo>
                  <a:cubicBezTo>
                    <a:pt x="26164" y="965"/>
                    <a:pt x="21789" y="0"/>
                    <a:pt x="17412"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1" name="Google Shape;1309;p41">
              <a:extLst>
                <a:ext uri="{FF2B5EF4-FFF2-40B4-BE49-F238E27FC236}">
                  <a16:creationId xmlns:a16="http://schemas.microsoft.com/office/drawing/2014/main" id="{EF8B7A9C-AB4E-6C42-EA0A-D8CE472D78C3}"/>
                </a:ext>
              </a:extLst>
            </p:cNvPr>
            <p:cNvGrpSpPr/>
            <p:nvPr/>
          </p:nvGrpSpPr>
          <p:grpSpPr>
            <a:xfrm>
              <a:off x="3868925" y="1810163"/>
              <a:ext cx="1218925" cy="796250"/>
              <a:chOff x="3868925" y="1810163"/>
              <a:chExt cx="1218925" cy="796250"/>
            </a:xfrm>
          </p:grpSpPr>
          <p:sp>
            <p:nvSpPr>
              <p:cNvPr id="22" name="Google Shape;1310;p41">
                <a:extLst>
                  <a:ext uri="{FF2B5EF4-FFF2-40B4-BE49-F238E27FC236}">
                    <a16:creationId xmlns:a16="http://schemas.microsoft.com/office/drawing/2014/main" id="{360BAC0C-640A-BA09-6977-EA1DB7519E3A}"/>
                  </a:ext>
                </a:extLst>
              </p:cNvPr>
              <p:cNvSpPr/>
              <p:nvPr/>
            </p:nvSpPr>
            <p:spPr>
              <a:xfrm>
                <a:off x="3878450" y="1810163"/>
                <a:ext cx="1209400" cy="473900"/>
              </a:xfrm>
              <a:custGeom>
                <a:avLst/>
                <a:gdLst/>
                <a:ahLst/>
                <a:cxnLst/>
                <a:rect l="l" t="t" r="r" b="b"/>
                <a:pathLst>
                  <a:path w="48376" h="18956" extrusionOk="0">
                    <a:moveTo>
                      <a:pt x="0" y="1"/>
                    </a:moveTo>
                    <a:lnTo>
                      <a:pt x="0" y="18955"/>
                    </a:lnTo>
                    <a:lnTo>
                      <a:pt x="45387" y="18955"/>
                    </a:lnTo>
                    <a:cubicBezTo>
                      <a:pt x="47042" y="18955"/>
                      <a:pt x="48376" y="17610"/>
                      <a:pt x="48376" y="15967"/>
                    </a:cubicBezTo>
                    <a:lnTo>
                      <a:pt x="48376" y="2989"/>
                    </a:lnTo>
                    <a:cubicBezTo>
                      <a:pt x="48376" y="1346"/>
                      <a:pt x="47042" y="1"/>
                      <a:pt x="45387" y="1"/>
                    </a:cubicBezTo>
                    <a:close/>
                  </a:path>
                </a:pathLst>
              </a:custGeom>
              <a:solidFill>
                <a:schemeClr val="accent2"/>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23" name="Google Shape;1311;p41">
                <a:extLst>
                  <a:ext uri="{FF2B5EF4-FFF2-40B4-BE49-F238E27FC236}">
                    <a16:creationId xmlns:a16="http://schemas.microsoft.com/office/drawing/2014/main" id="{6C13ED24-032C-9E68-3A82-D67338BC8F5B}"/>
                  </a:ext>
                </a:extLst>
              </p:cNvPr>
              <p:cNvSpPr/>
              <p:nvPr/>
            </p:nvSpPr>
            <p:spPr>
              <a:xfrm>
                <a:off x="3868925" y="1810163"/>
                <a:ext cx="19075" cy="796250"/>
              </a:xfrm>
              <a:custGeom>
                <a:avLst/>
                <a:gdLst/>
                <a:ahLst/>
                <a:cxnLst/>
                <a:rect l="l" t="t" r="r" b="b"/>
                <a:pathLst>
                  <a:path w="763" h="31850" extrusionOk="0">
                    <a:moveTo>
                      <a:pt x="381" y="1"/>
                    </a:moveTo>
                    <a:cubicBezTo>
                      <a:pt x="167" y="1"/>
                      <a:pt x="0" y="179"/>
                      <a:pt x="0" y="382"/>
                    </a:cubicBezTo>
                    <a:lnTo>
                      <a:pt x="0" y="31469"/>
                    </a:lnTo>
                    <a:cubicBezTo>
                      <a:pt x="0" y="31683"/>
                      <a:pt x="167" y="31850"/>
                      <a:pt x="381" y="31850"/>
                    </a:cubicBezTo>
                    <a:cubicBezTo>
                      <a:pt x="584" y="31850"/>
                      <a:pt x="762" y="31683"/>
                      <a:pt x="762" y="31469"/>
                    </a:cubicBezTo>
                    <a:lnTo>
                      <a:pt x="762" y="382"/>
                    </a:lnTo>
                    <a:cubicBezTo>
                      <a:pt x="762" y="179"/>
                      <a:pt x="584" y="1"/>
                      <a:pt x="381" y="1"/>
                    </a:cubicBezTo>
                    <a:close/>
                  </a:path>
                </a:pathLst>
              </a:custGeom>
              <a:solidFill>
                <a:schemeClr val="accent2"/>
              </a:solidFill>
              <a:ln>
                <a:solidFill>
                  <a:schemeClr val="accent2"/>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sp>
        <p:nvSpPr>
          <p:cNvPr id="8" name="ZoneTexte 62">
            <a:extLst>
              <a:ext uri="{FF2B5EF4-FFF2-40B4-BE49-F238E27FC236}">
                <a16:creationId xmlns:a16="http://schemas.microsoft.com/office/drawing/2014/main" id="{811D9F15-719E-0484-EA3F-5E79BC4AC493}"/>
              </a:ext>
            </a:extLst>
          </p:cNvPr>
          <p:cNvSpPr txBox="1"/>
          <p:nvPr/>
        </p:nvSpPr>
        <p:spPr>
          <a:xfrm flipH="1">
            <a:off x="215234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1</a:t>
            </a:r>
          </a:p>
        </p:txBody>
      </p:sp>
      <p:sp>
        <p:nvSpPr>
          <p:cNvPr id="9" name="ZoneTexte 64">
            <a:extLst>
              <a:ext uri="{FF2B5EF4-FFF2-40B4-BE49-F238E27FC236}">
                <a16:creationId xmlns:a16="http://schemas.microsoft.com/office/drawing/2014/main" id="{493361E8-3AD7-B3A1-8FFA-C2FFFB9A9808}"/>
              </a:ext>
            </a:extLst>
          </p:cNvPr>
          <p:cNvSpPr txBox="1"/>
          <p:nvPr/>
        </p:nvSpPr>
        <p:spPr>
          <a:xfrm flipH="1">
            <a:off x="7001958"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3</a:t>
            </a:r>
          </a:p>
        </p:txBody>
      </p:sp>
      <p:sp>
        <p:nvSpPr>
          <p:cNvPr id="10" name="ZoneTexte 65">
            <a:extLst>
              <a:ext uri="{FF2B5EF4-FFF2-40B4-BE49-F238E27FC236}">
                <a16:creationId xmlns:a16="http://schemas.microsoft.com/office/drawing/2014/main" id="{D8A289BA-2F3F-0B8B-6707-C44FFF093DB8}"/>
              </a:ext>
            </a:extLst>
          </p:cNvPr>
          <p:cNvSpPr txBox="1"/>
          <p:nvPr/>
        </p:nvSpPr>
        <p:spPr>
          <a:xfrm flipH="1">
            <a:off x="942019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4</a:t>
            </a:r>
          </a:p>
        </p:txBody>
      </p:sp>
      <p:sp>
        <p:nvSpPr>
          <p:cNvPr id="11" name="ZoneTexte 66">
            <a:extLst>
              <a:ext uri="{FF2B5EF4-FFF2-40B4-BE49-F238E27FC236}">
                <a16:creationId xmlns:a16="http://schemas.microsoft.com/office/drawing/2014/main" id="{57B219E1-E948-AC5E-6BDC-0406EC119422}"/>
              </a:ext>
            </a:extLst>
          </p:cNvPr>
          <p:cNvSpPr txBox="1"/>
          <p:nvPr/>
        </p:nvSpPr>
        <p:spPr>
          <a:xfrm flipH="1">
            <a:off x="4575134"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2</a:t>
            </a:r>
          </a:p>
        </p:txBody>
      </p:sp>
      <p:sp>
        <p:nvSpPr>
          <p:cNvPr id="12" name="TextBox 37">
            <a:extLst>
              <a:ext uri="{FF2B5EF4-FFF2-40B4-BE49-F238E27FC236}">
                <a16:creationId xmlns:a16="http://schemas.microsoft.com/office/drawing/2014/main" id="{2CE4A624-07BD-7D25-59C6-8F67181C68CB}"/>
              </a:ext>
            </a:extLst>
          </p:cNvPr>
          <p:cNvSpPr txBox="1"/>
          <p:nvPr/>
        </p:nvSpPr>
        <p:spPr>
          <a:xfrm>
            <a:off x="1320833"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37">
            <a:extLst>
              <a:ext uri="{FF2B5EF4-FFF2-40B4-BE49-F238E27FC236}">
                <a16:creationId xmlns:a16="http://schemas.microsoft.com/office/drawing/2014/main" id="{05A14111-7F23-C4CA-F244-D1A18BD61341}"/>
              </a:ext>
            </a:extLst>
          </p:cNvPr>
          <p:cNvSpPr txBox="1"/>
          <p:nvPr/>
        </p:nvSpPr>
        <p:spPr>
          <a:xfrm>
            <a:off x="3743621"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37">
            <a:extLst>
              <a:ext uri="{FF2B5EF4-FFF2-40B4-BE49-F238E27FC236}">
                <a16:creationId xmlns:a16="http://schemas.microsoft.com/office/drawing/2014/main" id="{28DA4A85-89B5-028F-EB8B-8869B3AF04EE}"/>
              </a:ext>
            </a:extLst>
          </p:cNvPr>
          <p:cNvSpPr txBox="1"/>
          <p:nvPr/>
        </p:nvSpPr>
        <p:spPr>
          <a:xfrm>
            <a:off x="6166050"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37">
            <a:extLst>
              <a:ext uri="{FF2B5EF4-FFF2-40B4-BE49-F238E27FC236}">
                <a16:creationId xmlns:a16="http://schemas.microsoft.com/office/drawing/2014/main" id="{9D7D2FD4-6C30-9BDA-C75C-DA393A91E951}"/>
              </a:ext>
            </a:extLst>
          </p:cNvPr>
          <p:cNvSpPr txBox="1"/>
          <p:nvPr/>
        </p:nvSpPr>
        <p:spPr>
          <a:xfrm>
            <a:off x="8595473"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98088942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Folders 2</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2000815"/>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675674"/>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6127117" y="2000815"/>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675674"/>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6" name="Rectangle 45"/>
          <p:cNvSpPr/>
          <p:nvPr/>
        </p:nvSpPr>
        <p:spPr>
          <a:xfrm>
            <a:off x="2644646"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1"/>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
        <p:nvSpPr>
          <p:cNvPr id="50" name="Rectangle 49"/>
          <p:cNvSpPr/>
          <p:nvPr/>
        </p:nvSpPr>
        <p:spPr>
          <a:xfrm>
            <a:off x="8237908"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2"/>
                </a:solidFill>
                <a:cs typeface="Arial" pitchFamily="34" charset="0"/>
              </a:rPr>
              <a:t>LOREM IPSUM</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
        <p:nvSpPr>
          <p:cNvPr id="48" name="Rectangle 47"/>
          <p:cNvSpPr/>
          <p:nvPr/>
        </p:nvSpPr>
        <p:spPr>
          <a:xfrm>
            <a:off x="2644646"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3"/>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a:t>
            </a:r>
          </a:p>
        </p:txBody>
      </p:sp>
      <p:sp>
        <p:nvSpPr>
          <p:cNvPr id="47" name="Rectangle 46"/>
          <p:cNvSpPr/>
          <p:nvPr/>
        </p:nvSpPr>
        <p:spPr>
          <a:xfrm>
            <a:off x="8237908"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4"/>
                </a:solidFill>
                <a:cs typeface="Arial" pitchFamily="34" charset="0"/>
              </a:rPr>
              <a:t>LOREM IPSUM</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Tree>
    <p:extLst>
      <p:ext uri="{BB962C8B-B14F-4D97-AF65-F5344CB8AC3E}">
        <p14:creationId xmlns:p14="http://schemas.microsoft.com/office/powerpoint/2010/main" val="59036869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1"/>
          <p:cNvSpPr>
            <a:spLocks noGrp="1"/>
          </p:cNvSpPr>
          <p:nvPr>
            <p:ph type="title"/>
          </p:nvPr>
        </p:nvSpPr>
        <p:spPr>
          <a:xfrm>
            <a:off x="214184" y="13663"/>
            <a:ext cx="9728886" cy="678316"/>
          </a:xfrm>
        </p:spPr>
        <p:txBody>
          <a:bodyPr>
            <a:normAutofit/>
          </a:bodyPr>
          <a:lstStyle/>
          <a:p>
            <a:r>
              <a:rPr lang="en-US" dirty="0"/>
              <a:t>Frames (rows) 2</a:t>
            </a:r>
          </a:p>
        </p:txBody>
      </p:sp>
      <p:grpSp>
        <p:nvGrpSpPr>
          <p:cNvPr id="2" name="Group 1">
            <a:extLst>
              <a:ext uri="{FF2B5EF4-FFF2-40B4-BE49-F238E27FC236}">
                <a16:creationId xmlns:a16="http://schemas.microsoft.com/office/drawing/2014/main" id="{1246963F-1C13-4AAD-9BC2-4D6B51F02FCA}"/>
              </a:ext>
            </a:extLst>
          </p:cNvPr>
          <p:cNvGrpSpPr/>
          <p:nvPr/>
        </p:nvGrpSpPr>
        <p:grpSpPr>
          <a:xfrm>
            <a:off x="838200" y="3806844"/>
            <a:ext cx="10515600" cy="1087599"/>
            <a:chOff x="623392" y="4881014"/>
            <a:chExt cx="11045694" cy="1447594"/>
          </a:xfrm>
        </p:grpSpPr>
        <p:sp>
          <p:nvSpPr>
            <p:cNvPr id="20" name="Rectangle 19">
              <a:extLst>
                <a:ext uri="{FF2B5EF4-FFF2-40B4-BE49-F238E27FC236}">
                  <a16:creationId xmlns:a16="http://schemas.microsoft.com/office/drawing/2014/main" id="{C08DFA9C-770C-4D55-976C-6FC7823C8836}"/>
                </a:ext>
              </a:extLst>
            </p:cNvPr>
            <p:cNvSpPr/>
            <p:nvPr/>
          </p:nvSpPr>
          <p:spPr>
            <a:xfrm>
              <a:off x="623392" y="5019804"/>
              <a:ext cx="11045694" cy="130880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21" name="Rectangle 20">
              <a:extLst>
                <a:ext uri="{FF2B5EF4-FFF2-40B4-BE49-F238E27FC236}">
                  <a16:creationId xmlns:a16="http://schemas.microsoft.com/office/drawing/2014/main" id="{549C4313-BC41-4133-B76F-919DAAC3B9F6}"/>
                </a:ext>
              </a:extLst>
            </p:cNvPr>
            <p:cNvSpPr/>
            <p:nvPr/>
          </p:nvSpPr>
          <p:spPr>
            <a:xfrm>
              <a:off x="986499" y="4881014"/>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Lorem ipsum</a:t>
              </a:r>
            </a:p>
          </p:txBody>
        </p:sp>
      </p:grpSp>
      <p:grpSp>
        <p:nvGrpSpPr>
          <p:cNvPr id="16" name="Group 15">
            <a:extLst>
              <a:ext uri="{FF2B5EF4-FFF2-40B4-BE49-F238E27FC236}">
                <a16:creationId xmlns:a16="http://schemas.microsoft.com/office/drawing/2014/main" id="{FB643402-D103-469D-B8E1-A9A084A3FCA4}"/>
              </a:ext>
            </a:extLst>
          </p:cNvPr>
          <p:cNvGrpSpPr/>
          <p:nvPr/>
        </p:nvGrpSpPr>
        <p:grpSpPr>
          <a:xfrm>
            <a:off x="838200" y="5020052"/>
            <a:ext cx="10515600" cy="1087599"/>
            <a:chOff x="623392" y="1472067"/>
            <a:chExt cx="11045694" cy="1447594"/>
          </a:xfrm>
        </p:grpSpPr>
        <p:sp>
          <p:nvSpPr>
            <p:cNvPr id="17" name="Rectangle 16">
              <a:extLst>
                <a:ext uri="{FF2B5EF4-FFF2-40B4-BE49-F238E27FC236}">
                  <a16:creationId xmlns:a16="http://schemas.microsoft.com/office/drawing/2014/main" id="{358ADD86-E745-4CE4-8C3A-DEA416EDB35D}"/>
                </a:ext>
              </a:extLst>
            </p:cNvPr>
            <p:cNvSpPr/>
            <p:nvPr/>
          </p:nvSpPr>
          <p:spPr>
            <a:xfrm>
              <a:off x="623392" y="1610857"/>
              <a:ext cx="11045694" cy="130880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23" name="Rectangle 22">
              <a:extLst>
                <a:ext uri="{FF2B5EF4-FFF2-40B4-BE49-F238E27FC236}">
                  <a16:creationId xmlns:a16="http://schemas.microsoft.com/office/drawing/2014/main" id="{8BB09F67-C97A-48BF-A7E6-A43E63D5C783}"/>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4"/>
                  </a:solidFill>
                  <a:effectLst/>
                  <a:uLnTx/>
                  <a:uFillTx/>
                </a:rPr>
                <a:t>Lorem ipsum</a:t>
              </a:r>
            </a:p>
          </p:txBody>
        </p:sp>
      </p:grpSp>
      <p:grpSp>
        <p:nvGrpSpPr>
          <p:cNvPr id="3" name="Group 2">
            <a:extLst>
              <a:ext uri="{FF2B5EF4-FFF2-40B4-BE49-F238E27FC236}">
                <a16:creationId xmlns:a16="http://schemas.microsoft.com/office/drawing/2014/main" id="{40AC700A-3662-4876-B929-E4F12C17C616}"/>
              </a:ext>
            </a:extLst>
          </p:cNvPr>
          <p:cNvGrpSpPr/>
          <p:nvPr/>
        </p:nvGrpSpPr>
        <p:grpSpPr>
          <a:xfrm>
            <a:off x="838200" y="2593636"/>
            <a:ext cx="10515600" cy="1087599"/>
            <a:chOff x="623392" y="3164508"/>
            <a:chExt cx="11045694" cy="1447594"/>
          </a:xfrm>
        </p:grpSpPr>
        <p:sp>
          <p:nvSpPr>
            <p:cNvPr id="18" name="Rectangle 17">
              <a:extLst>
                <a:ext uri="{FF2B5EF4-FFF2-40B4-BE49-F238E27FC236}">
                  <a16:creationId xmlns:a16="http://schemas.microsoft.com/office/drawing/2014/main" id="{182F2047-C041-446A-B0D9-994DEE1AC81B}"/>
                </a:ext>
              </a:extLst>
            </p:cNvPr>
            <p:cNvSpPr/>
            <p:nvPr/>
          </p:nvSpPr>
          <p:spPr>
            <a:xfrm>
              <a:off x="623392" y="3303298"/>
              <a:ext cx="11045694" cy="130880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19" name="Rectangle 18">
              <a:extLst>
                <a:ext uri="{FF2B5EF4-FFF2-40B4-BE49-F238E27FC236}">
                  <a16:creationId xmlns:a16="http://schemas.microsoft.com/office/drawing/2014/main" id="{F3878E71-2402-45E8-B4DF-80D46A4ECDD8}"/>
                </a:ext>
              </a:extLst>
            </p:cNvPr>
            <p:cNvSpPr/>
            <p:nvPr/>
          </p:nvSpPr>
          <p:spPr>
            <a:xfrm>
              <a:off x="986499" y="3164508"/>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Lorem ipsum</a:t>
              </a:r>
            </a:p>
          </p:txBody>
        </p:sp>
      </p:grpSp>
      <p:grpSp>
        <p:nvGrpSpPr>
          <p:cNvPr id="12" name="Group 11">
            <a:extLst>
              <a:ext uri="{FF2B5EF4-FFF2-40B4-BE49-F238E27FC236}">
                <a16:creationId xmlns:a16="http://schemas.microsoft.com/office/drawing/2014/main" id="{EEC3B250-8ECD-492A-93EF-E49B78D5F61E}"/>
              </a:ext>
            </a:extLst>
          </p:cNvPr>
          <p:cNvGrpSpPr/>
          <p:nvPr/>
        </p:nvGrpSpPr>
        <p:grpSpPr>
          <a:xfrm>
            <a:off x="838200" y="1380428"/>
            <a:ext cx="10515600" cy="1087599"/>
            <a:chOff x="623392" y="1472067"/>
            <a:chExt cx="11045694" cy="1447594"/>
          </a:xfrm>
        </p:grpSpPr>
        <p:sp>
          <p:nvSpPr>
            <p:cNvPr id="13" name="Rectangle 12">
              <a:extLst>
                <a:ext uri="{FF2B5EF4-FFF2-40B4-BE49-F238E27FC236}">
                  <a16:creationId xmlns:a16="http://schemas.microsoft.com/office/drawing/2014/main" id="{073919DB-A390-4031-B687-EA6C0138437E}"/>
                </a:ext>
              </a:extLst>
            </p:cNvPr>
            <p:cNvSpPr/>
            <p:nvPr/>
          </p:nvSpPr>
          <p:spPr>
            <a:xfrm>
              <a:off x="623392" y="1610857"/>
              <a:ext cx="11045694" cy="130880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14" name="Rectangle 13">
              <a:extLst>
                <a:ext uri="{FF2B5EF4-FFF2-40B4-BE49-F238E27FC236}">
                  <a16:creationId xmlns:a16="http://schemas.microsoft.com/office/drawing/2014/main" id="{4CC20C99-46AA-4DE8-B1E8-06E818A56267}"/>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Lorem ipsum</a:t>
              </a:r>
            </a:p>
          </p:txBody>
        </p:sp>
      </p:grpSp>
    </p:spTree>
    <p:custDataLst>
      <p:tags r:id="rId1"/>
    </p:custDataLst>
    <p:extLst>
      <p:ext uri="{BB962C8B-B14F-4D97-AF65-F5344CB8AC3E}">
        <p14:creationId xmlns:p14="http://schemas.microsoft.com/office/powerpoint/2010/main" val="260637408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4" name="Straight Connector 203">
            <a:extLst>
              <a:ext uri="{FF2B5EF4-FFF2-40B4-BE49-F238E27FC236}">
                <a16:creationId xmlns:a16="http://schemas.microsoft.com/office/drawing/2014/main" id="{CCB9370D-09AF-4F9F-8513-133C734BEF89}"/>
              </a:ext>
            </a:extLst>
          </p:cNvPr>
          <p:cNvCxnSpPr>
            <a:cxnSpLocks/>
          </p:cNvCxnSpPr>
          <p:nvPr>
            <p:custDataLst>
              <p:tags r:id="rId2"/>
            </p:custDataLst>
          </p:nvPr>
        </p:nvCxnSpPr>
        <p:spPr>
          <a:xfrm flipH="1">
            <a:off x="6827830" y="2473968"/>
            <a:ext cx="768395" cy="749346"/>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3"/>
            </p:custDataLst>
          </p:nvPr>
        </p:nvCxnSpPr>
        <p:spPr>
          <a:xfrm>
            <a:off x="4632972" y="2436778"/>
            <a:ext cx="736409" cy="75513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4"/>
            </p:custDataLst>
          </p:nvPr>
        </p:nvCxnSpPr>
        <p:spPr>
          <a:xfrm flipV="1">
            <a:off x="4595781" y="4583863"/>
            <a:ext cx="836913" cy="816165"/>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5"/>
            </p:custDataLst>
          </p:nvPr>
        </p:nvCxnSpPr>
        <p:spPr>
          <a:xfrm flipH="1" flipV="1">
            <a:off x="6769018" y="4627123"/>
            <a:ext cx="790016" cy="810098"/>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lstStyle/>
          <a:p>
            <a:r>
              <a:rPr lang="en-US" dirty="0"/>
              <a:t>Doughnut with icons 2</a:t>
            </a:r>
          </a:p>
        </p:txBody>
      </p:sp>
      <p:grpSp>
        <p:nvGrpSpPr>
          <p:cNvPr id="139" name="Group 138">
            <a:extLst>
              <a:ext uri="{FF2B5EF4-FFF2-40B4-BE49-F238E27FC236}">
                <a16:creationId xmlns:a16="http://schemas.microsoft.com/office/drawing/2014/main" id="{9B3E8336-45F2-4E6C-8E89-3CEBB9AFE729}"/>
              </a:ext>
            </a:extLst>
          </p:cNvPr>
          <p:cNvGrpSpPr>
            <a:grpSpLocks noChangeAspect="1"/>
          </p:cNvGrpSpPr>
          <p:nvPr>
            <p:custDataLst>
              <p:tags r:id="rId6"/>
            </p:custDataLst>
          </p:nvPr>
        </p:nvGrpSpPr>
        <p:grpSpPr>
          <a:xfrm>
            <a:off x="4913145" y="2754145"/>
            <a:ext cx="2365710" cy="2365710"/>
            <a:chOff x="4191000" y="1524000"/>
            <a:chExt cx="3810000" cy="3810000"/>
          </a:xfrm>
        </p:grpSpPr>
        <p:sp>
          <p:nvSpPr>
            <p:cNvPr id="140" name="Block Arc 139">
              <a:extLst>
                <a:ext uri="{FF2B5EF4-FFF2-40B4-BE49-F238E27FC236}">
                  <a16:creationId xmlns:a16="http://schemas.microsoft.com/office/drawing/2014/main" id="{4B6394E9-1A01-4299-883A-531709E60943}"/>
                </a:ext>
              </a:extLst>
            </p:cNvPr>
            <p:cNvSpPr/>
            <p:nvPr>
              <p:custDataLst>
                <p:tags r:id="rId12"/>
              </p:custDataLst>
            </p:nvPr>
          </p:nvSpPr>
          <p:spPr>
            <a:xfrm>
              <a:off x="4191000" y="1524000"/>
              <a:ext cx="3810000" cy="3810000"/>
            </a:xfrm>
            <a:prstGeom prst="blockArc">
              <a:avLst>
                <a:gd name="adj1" fmla="val 0"/>
                <a:gd name="adj2" fmla="val 54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a:extLst>
                <a:ext uri="{FF2B5EF4-FFF2-40B4-BE49-F238E27FC236}">
                  <a16:creationId xmlns:a16="http://schemas.microsoft.com/office/drawing/2014/main" id="{2FC7AACE-8D51-4380-B209-64A2A4F5DA83}"/>
                </a:ext>
              </a:extLst>
            </p:cNvPr>
            <p:cNvSpPr/>
            <p:nvPr>
              <p:custDataLst>
                <p:tags r:id="rId13"/>
              </p:custDataLst>
            </p:nvPr>
          </p:nvSpPr>
          <p:spPr>
            <a:xfrm>
              <a:off x="4191000" y="1524000"/>
              <a:ext cx="3810000" cy="3810000"/>
            </a:xfrm>
            <a:prstGeom prst="blockArc">
              <a:avLst>
                <a:gd name="adj1" fmla="val 5400000"/>
                <a:gd name="adj2" fmla="val 10800000"/>
                <a:gd name="adj3" fmla="val 16500"/>
              </a:avLst>
            </a:prstGeom>
            <a:solidFill>
              <a:schemeClr val="accent4"/>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a:extLst>
                <a:ext uri="{FF2B5EF4-FFF2-40B4-BE49-F238E27FC236}">
                  <a16:creationId xmlns:a16="http://schemas.microsoft.com/office/drawing/2014/main" id="{4916D73B-CF91-480D-98C3-E429F459CA0E}"/>
                </a:ext>
              </a:extLst>
            </p:cNvPr>
            <p:cNvSpPr/>
            <p:nvPr>
              <p:custDataLst>
                <p:tags r:id="rId14"/>
              </p:custDataLst>
            </p:nvPr>
          </p:nvSpPr>
          <p:spPr>
            <a:xfrm>
              <a:off x="4191000" y="1524000"/>
              <a:ext cx="3810000" cy="3810000"/>
            </a:xfrm>
            <a:prstGeom prst="blockArc">
              <a:avLst>
                <a:gd name="adj1" fmla="val 10800000"/>
                <a:gd name="adj2" fmla="val 162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3" name="Block Arc 142">
              <a:extLst>
                <a:ext uri="{FF2B5EF4-FFF2-40B4-BE49-F238E27FC236}">
                  <a16:creationId xmlns:a16="http://schemas.microsoft.com/office/drawing/2014/main" id="{2C52667C-6A90-4DD3-933A-0DF424A354B3}"/>
                </a:ext>
              </a:extLst>
            </p:cNvPr>
            <p:cNvSpPr/>
            <p:nvPr>
              <p:custDataLst>
                <p:tags r:id="rId15"/>
              </p:custDataLst>
            </p:nvPr>
          </p:nvSpPr>
          <p:spPr>
            <a:xfrm>
              <a:off x="4191000" y="1524000"/>
              <a:ext cx="3810000" cy="3810000"/>
            </a:xfrm>
            <a:prstGeom prst="blockArc">
              <a:avLst>
                <a:gd name="adj1" fmla="val 162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hidden="1">
              <a:extLst>
                <a:ext uri="{FF2B5EF4-FFF2-40B4-BE49-F238E27FC236}">
                  <a16:creationId xmlns:a16="http://schemas.microsoft.com/office/drawing/2014/main" id="{8323C2EE-4C32-4C12-B0C3-7EE1BEACEA4E}"/>
                </a:ext>
              </a:extLst>
            </p:cNvPr>
            <p:cNvSpPr/>
            <p:nvPr>
              <p:custDataLst>
                <p:tags r:id="rId1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9" name="Block Arc 238" hidden="1">
              <a:extLst>
                <a:ext uri="{FF2B5EF4-FFF2-40B4-BE49-F238E27FC236}">
                  <a16:creationId xmlns:a16="http://schemas.microsoft.com/office/drawing/2014/main" id="{6E50CB9F-3AB4-4237-B7DE-FBA084F2A638}"/>
                </a:ext>
              </a:extLst>
            </p:cNvPr>
            <p:cNvSpPr/>
            <p:nvPr>
              <p:custDataLst>
                <p:tags r:id="rId1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0" name="Block Arc 239" hidden="1">
              <a:extLst>
                <a:ext uri="{FF2B5EF4-FFF2-40B4-BE49-F238E27FC236}">
                  <a16:creationId xmlns:a16="http://schemas.microsoft.com/office/drawing/2014/main" id="{5E544483-E7EA-40CF-8C42-82E5D1C2D61A}"/>
                </a:ext>
              </a:extLst>
            </p:cNvPr>
            <p:cNvSpPr/>
            <p:nvPr>
              <p:custDataLst>
                <p:tags r:id="rId1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1" name="Block Arc 240" hidden="1">
              <a:extLst>
                <a:ext uri="{FF2B5EF4-FFF2-40B4-BE49-F238E27FC236}">
                  <a16:creationId xmlns:a16="http://schemas.microsoft.com/office/drawing/2014/main" id="{5AD73D5E-6A12-4F32-8FBB-99312BC68E92}"/>
                </a:ext>
              </a:extLst>
            </p:cNvPr>
            <p:cNvSpPr/>
            <p:nvPr>
              <p:custDataLst>
                <p:tags r:id="rId1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FFBA3A07-2244-4E20-9230-F64F3B3DCC97}"/>
                </a:ext>
              </a:extLst>
            </p:cNvPr>
            <p:cNvSpPr/>
            <p:nvPr>
              <p:custDataLst>
                <p:tags r:id="rId2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CCEFC185-7E4A-462E-A37D-C5BAC38D8983}"/>
                </a:ext>
              </a:extLst>
            </p:cNvPr>
            <p:cNvSpPr/>
            <p:nvPr>
              <p:custDataLst>
                <p:tags r:id="rId2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FAD4DF1E-BA0F-440B-9F3A-570CA3C60E27}"/>
                </a:ext>
              </a:extLst>
            </p:cNvPr>
            <p:cNvSpPr/>
            <p:nvPr>
              <p:custDataLst>
                <p:tags r:id="rId2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4294ACC3-9854-448E-AA91-4974788D484B}"/>
                </a:ext>
              </a:extLst>
            </p:cNvPr>
            <p:cNvSpPr/>
            <p:nvPr>
              <p:custDataLst>
                <p:tags r:id="rId2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97E2F513-BA8E-408F-A868-F3EE283CEF96}"/>
                </a:ext>
              </a:extLst>
            </p:cNvPr>
            <p:cNvSpPr/>
            <p:nvPr>
              <p:custDataLst>
                <p:tags r:id="rId2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BE305419-2929-4B7C-B3CD-1900E2FEB37C}"/>
                </a:ext>
              </a:extLst>
            </p:cNvPr>
            <p:cNvSpPr/>
            <p:nvPr>
              <p:custDataLst>
                <p:tags r:id="rId2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EEC716DA-0DCD-4007-B483-7079B67A15CF}"/>
                </a:ext>
              </a:extLst>
            </p:cNvPr>
            <p:cNvSpPr/>
            <p:nvPr>
              <p:custDataLst>
                <p:tags r:id="rId2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EEAE15A3-E17C-4EA9-85C2-0CEF5E3FA519}"/>
                </a:ext>
              </a:extLst>
            </p:cNvPr>
            <p:cNvSpPr/>
            <p:nvPr>
              <p:custDataLst>
                <p:tags r:id="rId2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66745E28-8F4D-47BA-9F7C-0B866DC74C4C}"/>
                </a:ext>
              </a:extLst>
            </p:cNvPr>
            <p:cNvSpPr/>
            <p:nvPr>
              <p:custDataLst>
                <p:tags r:id="rId2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97E67E17-7243-4C8C-837B-F9D515A5E6C7}"/>
                </a:ext>
              </a:extLst>
            </p:cNvPr>
            <p:cNvSpPr/>
            <p:nvPr>
              <p:custDataLst>
                <p:tags r:id="rId2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82AC8731-4941-4335-83CD-5D5D8E79297E}"/>
                </a:ext>
              </a:extLst>
            </p:cNvPr>
            <p:cNvSpPr/>
            <p:nvPr>
              <p:custDataLst>
                <p:tags r:id="rId3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17016936-413C-4EC0-AF7E-FFFBE88020F2}"/>
                </a:ext>
              </a:extLst>
            </p:cNvPr>
            <p:cNvSpPr/>
            <p:nvPr>
              <p:custDataLst>
                <p:tags r:id="rId3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A65943AE-D69B-4545-8F6E-683ED3369B26}"/>
                </a:ext>
              </a:extLst>
            </p:cNvPr>
            <p:cNvSpPr/>
            <p:nvPr>
              <p:custDataLst>
                <p:tags r:id="rId3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066D613-EA49-4698-8D37-A6C5B82DAA5E}"/>
                </a:ext>
              </a:extLst>
            </p:cNvPr>
            <p:cNvSpPr/>
            <p:nvPr>
              <p:custDataLst>
                <p:tags r:id="rId3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6C386987-FC17-4E72-806D-FD2408F57D7E}"/>
                </a:ext>
              </a:extLst>
            </p:cNvPr>
            <p:cNvSpPr/>
            <p:nvPr>
              <p:custDataLst>
                <p:tags r:id="rId3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A209499-686A-46A9-94F2-F2280CD93640}"/>
                </a:ext>
              </a:extLst>
            </p:cNvPr>
            <p:cNvSpPr/>
            <p:nvPr>
              <p:custDataLst>
                <p:tags r:id="rId3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01805C2A-D13E-4EB1-B365-4A5DBCF435B4}"/>
                </a:ext>
              </a:extLst>
            </p:cNvPr>
            <p:cNvSpPr/>
            <p:nvPr>
              <p:custDataLst>
                <p:tags r:id="rId3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516B50B2-D373-44FC-A72D-FCCAD6B5F6AB}"/>
                </a:ext>
              </a:extLst>
            </p:cNvPr>
            <p:cNvSpPr/>
            <p:nvPr>
              <p:custDataLst>
                <p:tags r:id="rId3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5E36A717-6E85-4C6A-9B86-D07DA61D9669}"/>
                </a:ext>
              </a:extLst>
            </p:cNvPr>
            <p:cNvSpPr/>
            <p:nvPr>
              <p:custDataLst>
                <p:tags r:id="rId3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FCD25BB5-83A0-4FD4-B859-638514032F7D}"/>
                </a:ext>
              </a:extLst>
            </p:cNvPr>
            <p:cNvSpPr/>
            <p:nvPr>
              <p:custDataLst>
                <p:tags r:id="rId3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953235D5-665B-4675-B89C-E2E7709EDF91}"/>
                </a:ext>
              </a:extLst>
            </p:cNvPr>
            <p:cNvSpPr/>
            <p:nvPr>
              <p:custDataLst>
                <p:tags r:id="rId4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E4BB1747-D62B-42D7-AE11-157D5A29D567}"/>
                </a:ext>
              </a:extLst>
            </p:cNvPr>
            <p:cNvSpPr/>
            <p:nvPr>
              <p:custDataLst>
                <p:tags r:id="rId4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B3D31C0A-2C06-4948-A0F8-DFA516DEF84B}"/>
                </a:ext>
              </a:extLst>
            </p:cNvPr>
            <p:cNvSpPr/>
            <p:nvPr>
              <p:custDataLst>
                <p:tags r:id="rId4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76002684-D7DE-4281-A86A-46C1AEE54790}"/>
                </a:ext>
              </a:extLst>
            </p:cNvPr>
            <p:cNvSpPr/>
            <p:nvPr>
              <p:custDataLst>
                <p:tags r:id="rId4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B4619732-A194-41DF-909F-A3D88C8D3551}"/>
                </a:ext>
              </a:extLst>
            </p:cNvPr>
            <p:cNvSpPr/>
            <p:nvPr>
              <p:custDataLst>
                <p:tags r:id="rId4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44270CE4-DE0F-4247-A89A-9A7E14D5C064}"/>
                </a:ext>
              </a:extLst>
            </p:cNvPr>
            <p:cNvSpPr/>
            <p:nvPr>
              <p:custDataLst>
                <p:tags r:id="rId4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B3E5317D-F94A-4CBC-BB4E-3DE5A67B1EEC}"/>
                </a:ext>
              </a:extLst>
            </p:cNvPr>
            <p:cNvSpPr/>
            <p:nvPr>
              <p:custDataLst>
                <p:tags r:id="rId4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E03778F7-9ECB-427C-B19B-9D3E4D92C9CB}"/>
                </a:ext>
              </a:extLst>
            </p:cNvPr>
            <p:cNvSpPr/>
            <p:nvPr>
              <p:custDataLst>
                <p:tags r:id="rId4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A37EFD61-D128-41E6-8BE8-9178259B9A30}"/>
                </a:ext>
              </a:extLst>
            </p:cNvPr>
            <p:cNvSpPr/>
            <p:nvPr>
              <p:custDataLst>
                <p:tags r:id="rId4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23F16DF-8B3C-4E31-A69C-5DF81C06EC3C}"/>
                </a:ext>
              </a:extLst>
            </p:cNvPr>
            <p:cNvSpPr/>
            <p:nvPr>
              <p:custDataLst>
                <p:tags r:id="rId4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FEE13D01-893B-4256-96AA-D15034F56C58}"/>
                </a:ext>
              </a:extLst>
            </p:cNvPr>
            <p:cNvSpPr/>
            <p:nvPr>
              <p:custDataLst>
                <p:tags r:id="rId5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ADCC6F5C-DF4C-4F99-A03D-B12A35C6C905}"/>
                </a:ext>
              </a:extLst>
            </p:cNvPr>
            <p:cNvSpPr/>
            <p:nvPr>
              <p:custDataLst>
                <p:tags r:id="rId5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67444728-1D88-4C81-B17E-95C9841C7B40}"/>
                </a:ext>
              </a:extLst>
            </p:cNvPr>
            <p:cNvSpPr/>
            <p:nvPr>
              <p:custDataLst>
                <p:tags r:id="rId5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7B460765-A7A2-476C-835E-59C8CEFB404F}"/>
                </a:ext>
              </a:extLst>
            </p:cNvPr>
            <p:cNvSpPr/>
            <p:nvPr>
              <p:custDataLst>
                <p:tags r:id="rId5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988F8870-001D-4177-89C7-9F17DD20FE4B}"/>
                </a:ext>
              </a:extLst>
            </p:cNvPr>
            <p:cNvSpPr/>
            <p:nvPr>
              <p:custDataLst>
                <p:tags r:id="rId5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036CA742-CBC3-4D27-8D98-2F57CB93F027}"/>
                </a:ext>
              </a:extLst>
            </p:cNvPr>
            <p:cNvSpPr/>
            <p:nvPr>
              <p:custDataLst>
                <p:tags r:id="rId5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324D4306-CF35-4DD7-B853-E65D1C96A462}"/>
                </a:ext>
              </a:extLst>
            </p:cNvPr>
            <p:cNvSpPr/>
            <p:nvPr>
              <p:custDataLst>
                <p:tags r:id="rId5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C018A535-E930-4A21-B957-CCE9CBE47B73}"/>
                </a:ext>
              </a:extLst>
            </p:cNvPr>
            <p:cNvSpPr/>
            <p:nvPr>
              <p:custDataLst>
                <p:tags r:id="rId5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BBAC17F9-0D92-4CF1-AD39-2DFD2F75058A}"/>
                </a:ext>
              </a:extLst>
            </p:cNvPr>
            <p:cNvSpPr/>
            <p:nvPr>
              <p:custDataLst>
                <p:tags r:id="rId5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0D83D269-07BC-4BEC-A2A1-51EC82CEA7B1}"/>
                </a:ext>
              </a:extLst>
            </p:cNvPr>
            <p:cNvSpPr/>
            <p:nvPr>
              <p:custDataLst>
                <p:tags r:id="rId5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29B273D-6F71-4C94-8030-0162D1200444}"/>
                </a:ext>
              </a:extLst>
            </p:cNvPr>
            <p:cNvSpPr/>
            <p:nvPr>
              <p:custDataLst>
                <p:tags r:id="rId6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96A32519-C59E-43A5-9468-2099E3370CA7}"/>
                </a:ext>
              </a:extLst>
            </p:cNvPr>
            <p:cNvSpPr/>
            <p:nvPr>
              <p:custDataLst>
                <p:tags r:id="rId6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7"/>
            </p:custDataLst>
          </p:nvPr>
        </p:nvSpPr>
        <p:spPr>
          <a:xfrm rot="2743144">
            <a:off x="7139199" y="5017388"/>
            <a:ext cx="839669"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8"/>
            </p:custDataLst>
          </p:nvPr>
        </p:nvSpPr>
        <p:spPr>
          <a:xfrm rot="2743144">
            <a:off x="4175947" y="4980195"/>
            <a:ext cx="839669" cy="839669"/>
          </a:xfrm>
          <a:prstGeom prst="ellipse">
            <a:avLst/>
          </a:prstGeom>
          <a:solidFill>
            <a:schemeClr val="accent4"/>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9"/>
            </p:custDataLst>
          </p:nvPr>
        </p:nvSpPr>
        <p:spPr>
          <a:xfrm rot="2743144">
            <a:off x="4213138" y="2016944"/>
            <a:ext cx="839669"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7" name="Oval 6">
            <a:extLst>
              <a:ext uri="{FF2B5EF4-FFF2-40B4-BE49-F238E27FC236}">
                <a16:creationId xmlns:a16="http://schemas.microsoft.com/office/drawing/2014/main" id="{073DBAFF-6D58-4496-B5AA-BE3C35AF5E50}"/>
              </a:ext>
            </a:extLst>
          </p:cNvPr>
          <p:cNvSpPr>
            <a:spLocks noChangeAspect="1"/>
          </p:cNvSpPr>
          <p:nvPr>
            <p:custDataLst>
              <p:tags r:id="rId10"/>
            </p:custDataLst>
          </p:nvPr>
        </p:nvSpPr>
        <p:spPr>
          <a:xfrm rot="2743144">
            <a:off x="7176389" y="2054135"/>
            <a:ext cx="839669"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28" name="TextBox 127">
            <a:extLst>
              <a:ext uri="{FF2B5EF4-FFF2-40B4-BE49-F238E27FC236}">
                <a16:creationId xmlns:a16="http://schemas.microsoft.com/office/drawing/2014/main" id="{5C6CBA67-EB8C-4576-88EE-2DEF0E878504}"/>
              </a:ext>
            </a:extLst>
          </p:cNvPr>
          <p:cNvSpPr txBox="1"/>
          <p:nvPr/>
        </p:nvSpPr>
        <p:spPr>
          <a:xfrm>
            <a:off x="66816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129" name="TextBox 128">
            <a:extLst>
              <a:ext uri="{FF2B5EF4-FFF2-40B4-BE49-F238E27FC236}">
                <a16:creationId xmlns:a16="http://schemas.microsoft.com/office/drawing/2014/main" id="{46792E9C-E1D5-4EA2-B5C0-BFA8894D51C9}"/>
              </a:ext>
            </a:extLst>
          </p:cNvPr>
          <p:cNvSpPr txBox="1"/>
          <p:nvPr/>
        </p:nvSpPr>
        <p:spPr>
          <a:xfrm>
            <a:off x="6693592"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130" name="TextBox 129">
            <a:extLst>
              <a:ext uri="{FF2B5EF4-FFF2-40B4-BE49-F238E27FC236}">
                <a16:creationId xmlns:a16="http://schemas.microsoft.com/office/drawing/2014/main" id="{64F69654-CF00-4C4C-BA4E-7D827B5BDDAE}"/>
              </a:ext>
            </a:extLst>
          </p:cNvPr>
          <p:cNvSpPr txBox="1"/>
          <p:nvPr/>
        </p:nvSpPr>
        <p:spPr>
          <a:xfrm>
            <a:off x="53100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1</a:t>
            </a:r>
          </a:p>
        </p:txBody>
      </p:sp>
      <p:sp>
        <p:nvSpPr>
          <p:cNvPr id="131" name="TextBox 130">
            <a:extLst>
              <a:ext uri="{FF2B5EF4-FFF2-40B4-BE49-F238E27FC236}">
                <a16:creationId xmlns:a16="http://schemas.microsoft.com/office/drawing/2014/main" id="{A197B466-2476-44AD-8948-8912207F4ACB}"/>
              </a:ext>
            </a:extLst>
          </p:cNvPr>
          <p:cNvSpPr txBox="1"/>
          <p:nvPr/>
        </p:nvSpPr>
        <p:spPr>
          <a:xfrm>
            <a:off x="5298031"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4</a:t>
            </a:r>
          </a:p>
        </p:txBody>
      </p:sp>
      <p:grpSp>
        <p:nvGrpSpPr>
          <p:cNvPr id="153" name="Ebook3" descr="{&quot;Key&quot;:&quot;POWER_USER_SHAPE_ICON&quot;,&quot;Value&quot;:&quot;POWER_USER_SHAPE_ICON_STYLE_1&quot;}">
            <a:extLst>
              <a:ext uri="{FF2B5EF4-FFF2-40B4-BE49-F238E27FC236}">
                <a16:creationId xmlns:a16="http://schemas.microsoft.com/office/drawing/2014/main" id="{6E489E2F-5517-4634-A075-AB1C398B64BD}"/>
              </a:ext>
            </a:extLst>
          </p:cNvPr>
          <p:cNvGrpSpPr>
            <a:grpSpLocks noChangeAspect="1"/>
          </p:cNvGrpSpPr>
          <p:nvPr/>
        </p:nvGrpSpPr>
        <p:grpSpPr>
          <a:xfrm>
            <a:off x="4358698" y="5142566"/>
            <a:ext cx="453714" cy="493568"/>
            <a:chOff x="5135038" y="1176733"/>
            <a:chExt cx="416228" cy="452790"/>
          </a:xfrm>
          <a:solidFill>
            <a:schemeClr val="lt1"/>
          </a:solidFill>
        </p:grpSpPr>
        <p:sp>
          <p:nvSpPr>
            <p:cNvPr id="154" name="Freeform 1354">
              <a:extLst>
                <a:ext uri="{FF2B5EF4-FFF2-40B4-BE49-F238E27FC236}">
                  <a16:creationId xmlns:a16="http://schemas.microsoft.com/office/drawing/2014/main" id="{A24F0DB8-56CE-4B2C-9511-A61527F1E933}"/>
                </a:ext>
              </a:extLst>
            </p:cNvPr>
            <p:cNvSpPr>
              <a:spLocks noEditPoints="1"/>
            </p:cNvSpPr>
            <p:nvPr/>
          </p:nvSpPr>
          <p:spPr bwMode="auto">
            <a:xfrm>
              <a:off x="5135038" y="1176733"/>
              <a:ext cx="416228" cy="452790"/>
            </a:xfrm>
            <a:custGeom>
              <a:avLst/>
              <a:gdLst>
                <a:gd name="T0" fmla="*/ 2822 w 6463"/>
                <a:gd name="T1" fmla="*/ 200 h 6997"/>
                <a:gd name="T2" fmla="*/ 2607 w 6463"/>
                <a:gd name="T3" fmla="*/ 329 h 6997"/>
                <a:gd name="T4" fmla="*/ 244 w 6463"/>
                <a:gd name="T5" fmla="*/ 4730 h 6997"/>
                <a:gd name="T6" fmla="*/ 226 w 6463"/>
                <a:gd name="T7" fmla="*/ 4916 h 6997"/>
                <a:gd name="T8" fmla="*/ 344 w 6463"/>
                <a:gd name="T9" fmla="*/ 5061 h 6997"/>
                <a:gd name="T10" fmla="*/ 3526 w 6463"/>
                <a:gd name="T11" fmla="*/ 6768 h 6997"/>
                <a:gd name="T12" fmla="*/ 3641 w 6463"/>
                <a:gd name="T13" fmla="*/ 6797 h 6997"/>
                <a:gd name="T14" fmla="*/ 3856 w 6463"/>
                <a:gd name="T15" fmla="*/ 6669 h 6997"/>
                <a:gd name="T16" fmla="*/ 6218 w 6463"/>
                <a:gd name="T17" fmla="*/ 2267 h 6997"/>
                <a:gd name="T18" fmla="*/ 6237 w 6463"/>
                <a:gd name="T19" fmla="*/ 2081 h 6997"/>
                <a:gd name="T20" fmla="*/ 6118 w 6463"/>
                <a:gd name="T21" fmla="*/ 1937 h 6997"/>
                <a:gd name="T22" fmla="*/ 2937 w 6463"/>
                <a:gd name="T23" fmla="*/ 229 h 6997"/>
                <a:gd name="T24" fmla="*/ 2822 w 6463"/>
                <a:gd name="T25" fmla="*/ 200 h 6997"/>
                <a:gd name="T26" fmla="*/ 3641 w 6463"/>
                <a:gd name="T27" fmla="*/ 6997 h 6997"/>
                <a:gd name="T28" fmla="*/ 3431 w 6463"/>
                <a:gd name="T29" fmla="*/ 6945 h 6997"/>
                <a:gd name="T30" fmla="*/ 250 w 6463"/>
                <a:gd name="T31" fmla="*/ 5237 h 6997"/>
                <a:gd name="T32" fmla="*/ 34 w 6463"/>
                <a:gd name="T33" fmla="*/ 4974 h 6997"/>
                <a:gd name="T34" fmla="*/ 68 w 6463"/>
                <a:gd name="T35" fmla="*/ 4636 h 6997"/>
                <a:gd name="T36" fmla="*/ 2430 w 6463"/>
                <a:gd name="T37" fmla="*/ 234 h 6997"/>
                <a:gd name="T38" fmla="*/ 2822 w 6463"/>
                <a:gd name="T39" fmla="*/ 0 h 6997"/>
                <a:gd name="T40" fmla="*/ 3032 w 6463"/>
                <a:gd name="T41" fmla="*/ 53 h 6997"/>
                <a:gd name="T42" fmla="*/ 6213 w 6463"/>
                <a:gd name="T43" fmla="*/ 1761 h 6997"/>
                <a:gd name="T44" fmla="*/ 6428 w 6463"/>
                <a:gd name="T45" fmla="*/ 2023 h 6997"/>
                <a:gd name="T46" fmla="*/ 6394 w 6463"/>
                <a:gd name="T47" fmla="*/ 2362 h 6997"/>
                <a:gd name="T48" fmla="*/ 4033 w 6463"/>
                <a:gd name="T49" fmla="*/ 6763 h 6997"/>
                <a:gd name="T50" fmla="*/ 3641 w 6463"/>
                <a:gd name="T51" fmla="*/ 6997 h 6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63" h="6997">
                  <a:moveTo>
                    <a:pt x="2822" y="200"/>
                  </a:moveTo>
                  <a:cubicBezTo>
                    <a:pt x="2732" y="200"/>
                    <a:pt x="2649" y="249"/>
                    <a:pt x="2607" y="329"/>
                  </a:cubicBezTo>
                  <a:lnTo>
                    <a:pt x="244" y="4730"/>
                  </a:lnTo>
                  <a:cubicBezTo>
                    <a:pt x="214" y="4787"/>
                    <a:pt x="207" y="4854"/>
                    <a:pt x="226" y="4916"/>
                  </a:cubicBezTo>
                  <a:cubicBezTo>
                    <a:pt x="245" y="4979"/>
                    <a:pt x="287" y="5030"/>
                    <a:pt x="344" y="5061"/>
                  </a:cubicBezTo>
                  <a:lnTo>
                    <a:pt x="3526" y="6768"/>
                  </a:lnTo>
                  <a:cubicBezTo>
                    <a:pt x="3561" y="6788"/>
                    <a:pt x="3600" y="6797"/>
                    <a:pt x="3641" y="6797"/>
                  </a:cubicBezTo>
                  <a:cubicBezTo>
                    <a:pt x="3731" y="6797"/>
                    <a:pt x="3814" y="6748"/>
                    <a:pt x="3856" y="6669"/>
                  </a:cubicBezTo>
                  <a:lnTo>
                    <a:pt x="6218" y="2267"/>
                  </a:lnTo>
                  <a:cubicBezTo>
                    <a:pt x="6249" y="2210"/>
                    <a:pt x="6256" y="2144"/>
                    <a:pt x="6237" y="2081"/>
                  </a:cubicBezTo>
                  <a:cubicBezTo>
                    <a:pt x="6218" y="2019"/>
                    <a:pt x="6176" y="1967"/>
                    <a:pt x="6118" y="1937"/>
                  </a:cubicBezTo>
                  <a:lnTo>
                    <a:pt x="2937" y="229"/>
                  </a:lnTo>
                  <a:cubicBezTo>
                    <a:pt x="2901" y="210"/>
                    <a:pt x="2863" y="200"/>
                    <a:pt x="2822" y="200"/>
                  </a:cubicBezTo>
                  <a:close/>
                  <a:moveTo>
                    <a:pt x="3641" y="6997"/>
                  </a:moveTo>
                  <a:cubicBezTo>
                    <a:pt x="3568" y="6997"/>
                    <a:pt x="3495" y="6979"/>
                    <a:pt x="3431" y="6945"/>
                  </a:cubicBezTo>
                  <a:lnTo>
                    <a:pt x="250" y="5237"/>
                  </a:lnTo>
                  <a:cubicBezTo>
                    <a:pt x="145" y="5181"/>
                    <a:pt x="69" y="5087"/>
                    <a:pt x="34" y="4974"/>
                  </a:cubicBezTo>
                  <a:cubicBezTo>
                    <a:pt x="0" y="4860"/>
                    <a:pt x="12" y="4740"/>
                    <a:pt x="68" y="4636"/>
                  </a:cubicBezTo>
                  <a:lnTo>
                    <a:pt x="2430" y="234"/>
                  </a:lnTo>
                  <a:cubicBezTo>
                    <a:pt x="2508" y="90"/>
                    <a:pt x="2658" y="0"/>
                    <a:pt x="2822" y="0"/>
                  </a:cubicBezTo>
                  <a:cubicBezTo>
                    <a:pt x="2895" y="0"/>
                    <a:pt x="2967" y="18"/>
                    <a:pt x="3032" y="53"/>
                  </a:cubicBezTo>
                  <a:lnTo>
                    <a:pt x="6213" y="1761"/>
                  </a:lnTo>
                  <a:cubicBezTo>
                    <a:pt x="6318" y="1817"/>
                    <a:pt x="6394" y="1910"/>
                    <a:pt x="6428" y="2023"/>
                  </a:cubicBezTo>
                  <a:cubicBezTo>
                    <a:pt x="6463" y="2137"/>
                    <a:pt x="6450" y="2258"/>
                    <a:pt x="6394" y="2362"/>
                  </a:cubicBezTo>
                  <a:lnTo>
                    <a:pt x="4033" y="6763"/>
                  </a:lnTo>
                  <a:cubicBezTo>
                    <a:pt x="3955" y="6908"/>
                    <a:pt x="3805" y="6997"/>
                    <a:pt x="3641" y="69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355">
              <a:extLst>
                <a:ext uri="{FF2B5EF4-FFF2-40B4-BE49-F238E27FC236}">
                  <a16:creationId xmlns:a16="http://schemas.microsoft.com/office/drawing/2014/main" id="{A3B51358-96EC-42A5-9F97-45523DD021BE}"/>
                </a:ext>
              </a:extLst>
            </p:cNvPr>
            <p:cNvSpPr>
              <a:spLocks/>
            </p:cNvSpPr>
            <p:nvPr/>
          </p:nvSpPr>
          <p:spPr bwMode="auto">
            <a:xfrm>
              <a:off x="5185660" y="1218919"/>
              <a:ext cx="323422" cy="345920"/>
            </a:xfrm>
            <a:custGeom>
              <a:avLst/>
              <a:gdLst>
                <a:gd name="T0" fmla="*/ 2964 w 5044"/>
                <a:gd name="T1" fmla="*/ 5376 h 5376"/>
                <a:gd name="T2" fmla="*/ 2885 w 5044"/>
                <a:gd name="T3" fmla="*/ 5356 h 5376"/>
                <a:gd name="T4" fmla="*/ 95 w 5044"/>
                <a:gd name="T5" fmla="*/ 3859 h 5376"/>
                <a:gd name="T6" fmla="*/ 13 w 5044"/>
                <a:gd name="T7" fmla="*/ 3759 h 5376"/>
                <a:gd name="T8" fmla="*/ 26 w 5044"/>
                <a:gd name="T9" fmla="*/ 3630 h 5376"/>
                <a:gd name="T10" fmla="*/ 1268 w 5044"/>
                <a:gd name="T11" fmla="*/ 1316 h 5376"/>
                <a:gd name="T12" fmla="*/ 1403 w 5044"/>
                <a:gd name="T13" fmla="*/ 1275 h 5376"/>
                <a:gd name="T14" fmla="*/ 1444 w 5044"/>
                <a:gd name="T15" fmla="*/ 1410 h 5376"/>
                <a:gd name="T16" fmla="*/ 217 w 5044"/>
                <a:gd name="T17" fmla="*/ 3697 h 5376"/>
                <a:gd name="T18" fmla="*/ 2951 w 5044"/>
                <a:gd name="T19" fmla="*/ 5164 h 5376"/>
                <a:gd name="T20" fmla="*/ 4810 w 5044"/>
                <a:gd name="T21" fmla="*/ 1703 h 5376"/>
                <a:gd name="T22" fmla="*/ 2075 w 5044"/>
                <a:gd name="T23" fmla="*/ 235 h 5376"/>
                <a:gd name="T24" fmla="*/ 1806 w 5044"/>
                <a:gd name="T25" fmla="*/ 736 h 5376"/>
                <a:gd name="T26" fmla="*/ 1671 w 5044"/>
                <a:gd name="T27" fmla="*/ 777 h 5376"/>
                <a:gd name="T28" fmla="*/ 1630 w 5044"/>
                <a:gd name="T29" fmla="*/ 641 h 5376"/>
                <a:gd name="T30" fmla="*/ 1914 w 5044"/>
                <a:gd name="T31" fmla="*/ 113 h 5376"/>
                <a:gd name="T32" fmla="*/ 2142 w 5044"/>
                <a:gd name="T33" fmla="*/ 44 h 5376"/>
                <a:gd name="T34" fmla="*/ 4931 w 5044"/>
                <a:gd name="T35" fmla="*/ 1541 h 5376"/>
                <a:gd name="T36" fmla="*/ 5000 w 5044"/>
                <a:gd name="T37" fmla="*/ 1770 h 5376"/>
                <a:gd name="T38" fmla="*/ 3113 w 5044"/>
                <a:gd name="T39" fmla="*/ 5287 h 5376"/>
                <a:gd name="T40" fmla="*/ 3013 w 5044"/>
                <a:gd name="T41" fmla="*/ 5369 h 5376"/>
                <a:gd name="T42" fmla="*/ 2964 w 5044"/>
                <a:gd name="T43" fmla="*/ 5376 h 5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44" h="5376">
                  <a:moveTo>
                    <a:pt x="2964" y="5376"/>
                  </a:moveTo>
                  <a:cubicBezTo>
                    <a:pt x="2936" y="5376"/>
                    <a:pt x="2909" y="5369"/>
                    <a:pt x="2885" y="5356"/>
                  </a:cubicBezTo>
                  <a:lnTo>
                    <a:pt x="95" y="3859"/>
                  </a:lnTo>
                  <a:cubicBezTo>
                    <a:pt x="56" y="3838"/>
                    <a:pt x="26" y="3802"/>
                    <a:pt x="13" y="3759"/>
                  </a:cubicBezTo>
                  <a:cubicBezTo>
                    <a:pt x="0" y="3715"/>
                    <a:pt x="5" y="3670"/>
                    <a:pt x="26" y="3630"/>
                  </a:cubicBezTo>
                  <a:lnTo>
                    <a:pt x="1268" y="1316"/>
                  </a:lnTo>
                  <a:cubicBezTo>
                    <a:pt x="1294" y="1267"/>
                    <a:pt x="1355" y="1249"/>
                    <a:pt x="1403" y="1275"/>
                  </a:cubicBezTo>
                  <a:cubicBezTo>
                    <a:pt x="1452" y="1301"/>
                    <a:pt x="1471" y="1361"/>
                    <a:pt x="1444" y="1410"/>
                  </a:cubicBezTo>
                  <a:lnTo>
                    <a:pt x="217" y="3697"/>
                  </a:lnTo>
                  <a:lnTo>
                    <a:pt x="2951" y="5164"/>
                  </a:lnTo>
                  <a:lnTo>
                    <a:pt x="4810" y="1703"/>
                  </a:lnTo>
                  <a:lnTo>
                    <a:pt x="2075" y="235"/>
                  </a:lnTo>
                  <a:lnTo>
                    <a:pt x="1806" y="736"/>
                  </a:lnTo>
                  <a:cubicBezTo>
                    <a:pt x="1780" y="785"/>
                    <a:pt x="1719" y="803"/>
                    <a:pt x="1671" y="777"/>
                  </a:cubicBezTo>
                  <a:cubicBezTo>
                    <a:pt x="1622" y="751"/>
                    <a:pt x="1604" y="690"/>
                    <a:pt x="1630" y="641"/>
                  </a:cubicBezTo>
                  <a:lnTo>
                    <a:pt x="1914" y="113"/>
                  </a:lnTo>
                  <a:cubicBezTo>
                    <a:pt x="1958" y="31"/>
                    <a:pt x="2060" y="0"/>
                    <a:pt x="2142" y="44"/>
                  </a:cubicBezTo>
                  <a:lnTo>
                    <a:pt x="4931" y="1541"/>
                  </a:lnTo>
                  <a:cubicBezTo>
                    <a:pt x="5013" y="1586"/>
                    <a:pt x="5044" y="1688"/>
                    <a:pt x="5000" y="1770"/>
                  </a:cubicBezTo>
                  <a:lnTo>
                    <a:pt x="3113" y="5287"/>
                  </a:lnTo>
                  <a:cubicBezTo>
                    <a:pt x="3092" y="5327"/>
                    <a:pt x="3056" y="5356"/>
                    <a:pt x="3013" y="5369"/>
                  </a:cubicBezTo>
                  <a:cubicBezTo>
                    <a:pt x="2997" y="5373"/>
                    <a:pt x="2980" y="5376"/>
                    <a:pt x="2964" y="5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1356">
              <a:extLst>
                <a:ext uri="{FF2B5EF4-FFF2-40B4-BE49-F238E27FC236}">
                  <a16:creationId xmlns:a16="http://schemas.microsoft.com/office/drawing/2014/main" id="{ACBA82B1-A3BC-40F4-9A22-4D3009A3EF26}"/>
                </a:ext>
              </a:extLst>
            </p:cNvPr>
            <p:cNvSpPr>
              <a:spLocks/>
            </p:cNvSpPr>
            <p:nvPr/>
          </p:nvSpPr>
          <p:spPr bwMode="auto">
            <a:xfrm>
              <a:off x="5278467" y="1277977"/>
              <a:ext cx="14063" cy="14063"/>
            </a:xfrm>
            <a:custGeom>
              <a:avLst/>
              <a:gdLst>
                <a:gd name="T0" fmla="*/ 110 w 239"/>
                <a:gd name="T1" fmla="*/ 238 h 238"/>
                <a:gd name="T2" fmla="*/ 61 w 239"/>
                <a:gd name="T3" fmla="*/ 227 h 238"/>
                <a:gd name="T4" fmla="*/ 11 w 239"/>
                <a:gd name="T5" fmla="*/ 126 h 238"/>
                <a:gd name="T6" fmla="*/ 21 w 239"/>
                <a:gd name="T7" fmla="*/ 91 h 238"/>
                <a:gd name="T8" fmla="*/ 21 w 239"/>
                <a:gd name="T9" fmla="*/ 91 h 238"/>
                <a:gd name="T10" fmla="*/ 22 w 239"/>
                <a:gd name="T11" fmla="*/ 89 h 238"/>
                <a:gd name="T12" fmla="*/ 22 w 239"/>
                <a:gd name="T13" fmla="*/ 88 h 238"/>
                <a:gd name="T14" fmla="*/ 23 w 239"/>
                <a:gd name="T15" fmla="*/ 87 h 238"/>
                <a:gd name="T16" fmla="*/ 27 w 239"/>
                <a:gd name="T17" fmla="*/ 80 h 238"/>
                <a:gd name="T18" fmla="*/ 28 w 239"/>
                <a:gd name="T19" fmla="*/ 77 h 238"/>
                <a:gd name="T20" fmla="*/ 29 w 239"/>
                <a:gd name="T21" fmla="*/ 76 h 238"/>
                <a:gd name="T22" fmla="*/ 30 w 239"/>
                <a:gd name="T23" fmla="*/ 73 h 238"/>
                <a:gd name="T24" fmla="*/ 30 w 239"/>
                <a:gd name="T25" fmla="*/ 73 h 238"/>
                <a:gd name="T26" fmla="*/ 49 w 239"/>
                <a:gd name="T27" fmla="*/ 51 h 238"/>
                <a:gd name="T28" fmla="*/ 166 w 239"/>
                <a:gd name="T29" fmla="*/ 32 h 238"/>
                <a:gd name="T30" fmla="*/ 208 w 239"/>
                <a:gd name="T31" fmla="*/ 163 h 238"/>
                <a:gd name="T32" fmla="*/ 206 w 239"/>
                <a:gd name="T33" fmla="*/ 168 h 238"/>
                <a:gd name="T34" fmla="*/ 206 w 239"/>
                <a:gd name="T35" fmla="*/ 168 h 238"/>
                <a:gd name="T36" fmla="*/ 204 w 239"/>
                <a:gd name="T37" fmla="*/ 173 h 238"/>
                <a:gd name="T38" fmla="*/ 203 w 239"/>
                <a:gd name="T39" fmla="*/ 174 h 238"/>
                <a:gd name="T40" fmla="*/ 202 w 239"/>
                <a:gd name="T41" fmla="*/ 176 h 238"/>
                <a:gd name="T42" fmla="*/ 197 w 239"/>
                <a:gd name="T43" fmla="*/ 186 h 238"/>
                <a:gd name="T44" fmla="*/ 197 w 239"/>
                <a:gd name="T45" fmla="*/ 186 h 238"/>
                <a:gd name="T46" fmla="*/ 178 w 239"/>
                <a:gd name="T47" fmla="*/ 209 h 238"/>
                <a:gd name="T48" fmla="*/ 110 w 239"/>
                <a:gd name="T4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9" h="238">
                  <a:moveTo>
                    <a:pt x="110" y="238"/>
                  </a:moveTo>
                  <a:cubicBezTo>
                    <a:pt x="84" y="238"/>
                    <a:pt x="63" y="228"/>
                    <a:pt x="61" y="227"/>
                  </a:cubicBezTo>
                  <a:cubicBezTo>
                    <a:pt x="54" y="223"/>
                    <a:pt x="0" y="192"/>
                    <a:pt x="11" y="126"/>
                  </a:cubicBezTo>
                  <a:cubicBezTo>
                    <a:pt x="12" y="114"/>
                    <a:pt x="15" y="102"/>
                    <a:pt x="21" y="91"/>
                  </a:cubicBezTo>
                  <a:lnTo>
                    <a:pt x="21" y="91"/>
                  </a:lnTo>
                  <a:lnTo>
                    <a:pt x="22" y="89"/>
                  </a:lnTo>
                  <a:cubicBezTo>
                    <a:pt x="22" y="89"/>
                    <a:pt x="22" y="89"/>
                    <a:pt x="22" y="88"/>
                  </a:cubicBezTo>
                  <a:cubicBezTo>
                    <a:pt x="23" y="88"/>
                    <a:pt x="23" y="87"/>
                    <a:pt x="23" y="87"/>
                  </a:cubicBezTo>
                  <a:lnTo>
                    <a:pt x="27" y="80"/>
                  </a:lnTo>
                  <a:cubicBezTo>
                    <a:pt x="27" y="79"/>
                    <a:pt x="27" y="78"/>
                    <a:pt x="28" y="77"/>
                  </a:cubicBezTo>
                  <a:cubicBezTo>
                    <a:pt x="28" y="77"/>
                    <a:pt x="28" y="76"/>
                    <a:pt x="29" y="76"/>
                  </a:cubicBezTo>
                  <a:lnTo>
                    <a:pt x="30" y="73"/>
                  </a:lnTo>
                  <a:lnTo>
                    <a:pt x="30" y="73"/>
                  </a:lnTo>
                  <a:cubicBezTo>
                    <a:pt x="35" y="65"/>
                    <a:pt x="42" y="57"/>
                    <a:pt x="49" y="51"/>
                  </a:cubicBezTo>
                  <a:cubicBezTo>
                    <a:pt x="97" y="0"/>
                    <a:pt x="153" y="25"/>
                    <a:pt x="166" y="32"/>
                  </a:cubicBezTo>
                  <a:cubicBezTo>
                    <a:pt x="189" y="44"/>
                    <a:pt x="239" y="91"/>
                    <a:pt x="208" y="163"/>
                  </a:cubicBezTo>
                  <a:cubicBezTo>
                    <a:pt x="208" y="164"/>
                    <a:pt x="207" y="166"/>
                    <a:pt x="206" y="168"/>
                  </a:cubicBezTo>
                  <a:lnTo>
                    <a:pt x="206" y="168"/>
                  </a:lnTo>
                  <a:lnTo>
                    <a:pt x="204" y="173"/>
                  </a:lnTo>
                  <a:cubicBezTo>
                    <a:pt x="203" y="173"/>
                    <a:pt x="203" y="174"/>
                    <a:pt x="203" y="174"/>
                  </a:cubicBezTo>
                  <a:cubicBezTo>
                    <a:pt x="203" y="175"/>
                    <a:pt x="202" y="175"/>
                    <a:pt x="202" y="176"/>
                  </a:cubicBezTo>
                  <a:lnTo>
                    <a:pt x="197" y="186"/>
                  </a:lnTo>
                  <a:lnTo>
                    <a:pt x="197" y="186"/>
                  </a:lnTo>
                  <a:cubicBezTo>
                    <a:pt x="192" y="195"/>
                    <a:pt x="185" y="202"/>
                    <a:pt x="178" y="209"/>
                  </a:cubicBezTo>
                  <a:cubicBezTo>
                    <a:pt x="155" y="232"/>
                    <a:pt x="131" y="238"/>
                    <a:pt x="110"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357">
              <a:extLst>
                <a:ext uri="{FF2B5EF4-FFF2-40B4-BE49-F238E27FC236}">
                  <a16:creationId xmlns:a16="http://schemas.microsoft.com/office/drawing/2014/main" id="{486E521C-FC3B-4CD5-8AD0-628A4DDB2023}"/>
                </a:ext>
              </a:extLst>
            </p:cNvPr>
            <p:cNvSpPr>
              <a:spLocks noEditPoints="1"/>
            </p:cNvSpPr>
            <p:nvPr/>
          </p:nvSpPr>
          <p:spPr bwMode="auto">
            <a:xfrm>
              <a:off x="5236283" y="1514215"/>
              <a:ext cx="64685" cy="50622"/>
            </a:xfrm>
            <a:custGeom>
              <a:avLst/>
              <a:gdLst>
                <a:gd name="T0" fmla="*/ 235 w 1001"/>
                <a:gd name="T1" fmla="*/ 292 h 764"/>
                <a:gd name="T2" fmla="*/ 722 w 1001"/>
                <a:gd name="T3" fmla="*/ 554 h 764"/>
                <a:gd name="T4" fmla="*/ 766 w 1001"/>
                <a:gd name="T5" fmla="*/ 473 h 764"/>
                <a:gd name="T6" fmla="*/ 278 w 1001"/>
                <a:gd name="T7" fmla="*/ 211 h 764"/>
                <a:gd name="T8" fmla="*/ 235 w 1001"/>
                <a:gd name="T9" fmla="*/ 292 h 764"/>
                <a:gd name="T10" fmla="*/ 735 w 1001"/>
                <a:gd name="T11" fmla="*/ 764 h 764"/>
                <a:gd name="T12" fmla="*/ 655 w 1001"/>
                <a:gd name="T13" fmla="*/ 745 h 764"/>
                <a:gd name="T14" fmla="*/ 113 w 1001"/>
                <a:gd name="T15" fmla="*/ 454 h 764"/>
                <a:gd name="T16" fmla="*/ 44 w 1001"/>
                <a:gd name="T17" fmla="*/ 225 h 764"/>
                <a:gd name="T18" fmla="*/ 117 w 1001"/>
                <a:gd name="T19" fmla="*/ 89 h 764"/>
                <a:gd name="T20" fmla="*/ 266 w 1001"/>
                <a:gd name="T21" fmla="*/ 0 h 764"/>
                <a:gd name="T22" fmla="*/ 346 w 1001"/>
                <a:gd name="T23" fmla="*/ 20 h 764"/>
                <a:gd name="T24" fmla="*/ 887 w 1001"/>
                <a:gd name="T25" fmla="*/ 311 h 764"/>
                <a:gd name="T26" fmla="*/ 957 w 1001"/>
                <a:gd name="T27" fmla="*/ 540 h 764"/>
                <a:gd name="T28" fmla="*/ 884 w 1001"/>
                <a:gd name="T29" fmla="*/ 675 h 764"/>
                <a:gd name="T30" fmla="*/ 735 w 1001"/>
                <a:gd name="T31" fmla="*/ 764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1" h="764">
                  <a:moveTo>
                    <a:pt x="235" y="292"/>
                  </a:moveTo>
                  <a:lnTo>
                    <a:pt x="722" y="554"/>
                  </a:lnTo>
                  <a:lnTo>
                    <a:pt x="766" y="473"/>
                  </a:lnTo>
                  <a:lnTo>
                    <a:pt x="278" y="211"/>
                  </a:lnTo>
                  <a:lnTo>
                    <a:pt x="235" y="292"/>
                  </a:lnTo>
                  <a:close/>
                  <a:moveTo>
                    <a:pt x="735" y="764"/>
                  </a:moveTo>
                  <a:cubicBezTo>
                    <a:pt x="707" y="764"/>
                    <a:pt x="680" y="758"/>
                    <a:pt x="655" y="745"/>
                  </a:cubicBezTo>
                  <a:lnTo>
                    <a:pt x="113" y="454"/>
                  </a:lnTo>
                  <a:cubicBezTo>
                    <a:pt x="31" y="409"/>
                    <a:pt x="0" y="307"/>
                    <a:pt x="44" y="225"/>
                  </a:cubicBezTo>
                  <a:lnTo>
                    <a:pt x="117" y="89"/>
                  </a:lnTo>
                  <a:cubicBezTo>
                    <a:pt x="146" y="34"/>
                    <a:pt x="203" y="0"/>
                    <a:pt x="266" y="0"/>
                  </a:cubicBezTo>
                  <a:cubicBezTo>
                    <a:pt x="294" y="0"/>
                    <a:pt x="321" y="7"/>
                    <a:pt x="346" y="20"/>
                  </a:cubicBezTo>
                  <a:lnTo>
                    <a:pt x="887" y="311"/>
                  </a:lnTo>
                  <a:cubicBezTo>
                    <a:pt x="970" y="356"/>
                    <a:pt x="1001" y="458"/>
                    <a:pt x="957" y="540"/>
                  </a:cubicBezTo>
                  <a:lnTo>
                    <a:pt x="884" y="675"/>
                  </a:lnTo>
                  <a:cubicBezTo>
                    <a:pt x="855" y="730"/>
                    <a:pt x="797" y="764"/>
                    <a:pt x="735" y="7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8">
              <a:extLst>
                <a:ext uri="{FF2B5EF4-FFF2-40B4-BE49-F238E27FC236}">
                  <a16:creationId xmlns:a16="http://schemas.microsoft.com/office/drawing/2014/main" id="{51469B06-DF39-456F-B07D-0C01934172DD}"/>
                </a:ext>
              </a:extLst>
            </p:cNvPr>
            <p:cNvSpPr>
              <a:spLocks/>
            </p:cNvSpPr>
            <p:nvPr/>
          </p:nvSpPr>
          <p:spPr bwMode="auto">
            <a:xfrm>
              <a:off x="5264406" y="1337038"/>
              <a:ext cx="39373" cy="44998"/>
            </a:xfrm>
            <a:custGeom>
              <a:avLst/>
              <a:gdLst>
                <a:gd name="T0" fmla="*/ 374 w 625"/>
                <a:gd name="T1" fmla="*/ 441 h 674"/>
                <a:gd name="T2" fmla="*/ 422 w 625"/>
                <a:gd name="T3" fmla="*/ 454 h 674"/>
                <a:gd name="T4" fmla="*/ 480 w 625"/>
                <a:gd name="T5" fmla="*/ 418 h 674"/>
                <a:gd name="T6" fmla="*/ 485 w 625"/>
                <a:gd name="T7" fmla="*/ 360 h 674"/>
                <a:gd name="T8" fmla="*/ 441 w 625"/>
                <a:gd name="T9" fmla="*/ 317 h 674"/>
                <a:gd name="T10" fmla="*/ 282 w 625"/>
                <a:gd name="T11" fmla="*/ 232 h 674"/>
                <a:gd name="T12" fmla="*/ 316 w 625"/>
                <a:gd name="T13" fmla="*/ 169 h 674"/>
                <a:gd name="T14" fmla="*/ 496 w 625"/>
                <a:gd name="T15" fmla="*/ 266 h 674"/>
                <a:gd name="T16" fmla="*/ 542 w 625"/>
                <a:gd name="T17" fmla="*/ 279 h 674"/>
                <a:gd name="T18" fmla="*/ 598 w 625"/>
                <a:gd name="T19" fmla="*/ 242 h 674"/>
                <a:gd name="T20" fmla="*/ 558 w 625"/>
                <a:gd name="T21" fmla="*/ 144 h 674"/>
                <a:gd name="T22" fmla="*/ 336 w 625"/>
                <a:gd name="T23" fmla="*/ 25 h 674"/>
                <a:gd name="T24" fmla="*/ 324 w 625"/>
                <a:gd name="T25" fmla="*/ 18 h 674"/>
                <a:gd name="T26" fmla="*/ 317 w 625"/>
                <a:gd name="T27" fmla="*/ 14 h 674"/>
                <a:gd name="T28" fmla="*/ 261 w 625"/>
                <a:gd name="T29" fmla="*/ 8 h 674"/>
                <a:gd name="T30" fmla="*/ 218 w 625"/>
                <a:gd name="T31" fmla="*/ 51 h 674"/>
                <a:gd name="T32" fmla="*/ 212 w 625"/>
                <a:gd name="T33" fmla="*/ 63 h 674"/>
                <a:gd name="T34" fmla="*/ 29 w 625"/>
                <a:gd name="T35" fmla="*/ 406 h 674"/>
                <a:gd name="T36" fmla="*/ 20 w 625"/>
                <a:gd name="T37" fmla="*/ 420 h 674"/>
                <a:gd name="T38" fmla="*/ 9 w 625"/>
                <a:gd name="T39" fmla="*/ 483 h 674"/>
                <a:gd name="T40" fmla="*/ 62 w 625"/>
                <a:gd name="T41" fmla="*/ 535 h 674"/>
                <a:gd name="T42" fmla="*/ 285 w 625"/>
                <a:gd name="T43" fmla="*/ 655 h 674"/>
                <a:gd name="T44" fmla="*/ 293 w 625"/>
                <a:gd name="T45" fmla="*/ 660 h 674"/>
                <a:gd name="T46" fmla="*/ 336 w 625"/>
                <a:gd name="T47" fmla="*/ 673 h 674"/>
                <a:gd name="T48" fmla="*/ 339 w 625"/>
                <a:gd name="T49" fmla="*/ 674 h 674"/>
                <a:gd name="T50" fmla="*/ 397 w 625"/>
                <a:gd name="T51" fmla="*/ 638 h 674"/>
                <a:gd name="T52" fmla="*/ 405 w 625"/>
                <a:gd name="T53" fmla="*/ 590 h 674"/>
                <a:gd name="T54" fmla="*/ 359 w 625"/>
                <a:gd name="T55" fmla="*/ 540 h 674"/>
                <a:gd name="T56" fmla="*/ 171 w 625"/>
                <a:gd name="T57" fmla="*/ 439 h 674"/>
                <a:gd name="T58" fmla="*/ 215 w 625"/>
                <a:gd name="T59" fmla="*/ 356 h 674"/>
                <a:gd name="T60" fmla="*/ 374 w 625"/>
                <a:gd name="T61" fmla="*/ 441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25" h="674">
                  <a:moveTo>
                    <a:pt x="374" y="441"/>
                  </a:moveTo>
                  <a:cubicBezTo>
                    <a:pt x="391" y="450"/>
                    <a:pt x="407" y="454"/>
                    <a:pt x="422" y="454"/>
                  </a:cubicBezTo>
                  <a:cubicBezTo>
                    <a:pt x="439" y="454"/>
                    <a:pt x="463" y="448"/>
                    <a:pt x="480" y="418"/>
                  </a:cubicBezTo>
                  <a:cubicBezTo>
                    <a:pt x="491" y="398"/>
                    <a:pt x="492" y="378"/>
                    <a:pt x="485" y="360"/>
                  </a:cubicBezTo>
                  <a:cubicBezTo>
                    <a:pt x="478" y="343"/>
                    <a:pt x="463" y="329"/>
                    <a:pt x="441" y="317"/>
                  </a:cubicBezTo>
                  <a:lnTo>
                    <a:pt x="282" y="232"/>
                  </a:lnTo>
                  <a:lnTo>
                    <a:pt x="316" y="169"/>
                  </a:lnTo>
                  <a:lnTo>
                    <a:pt x="496" y="266"/>
                  </a:lnTo>
                  <a:cubicBezTo>
                    <a:pt x="512" y="275"/>
                    <a:pt x="528" y="279"/>
                    <a:pt x="542" y="279"/>
                  </a:cubicBezTo>
                  <a:cubicBezTo>
                    <a:pt x="558" y="279"/>
                    <a:pt x="582" y="273"/>
                    <a:pt x="598" y="242"/>
                  </a:cubicBezTo>
                  <a:cubicBezTo>
                    <a:pt x="605" y="229"/>
                    <a:pt x="625" y="180"/>
                    <a:pt x="558" y="144"/>
                  </a:cubicBezTo>
                  <a:lnTo>
                    <a:pt x="336" y="25"/>
                  </a:lnTo>
                  <a:cubicBezTo>
                    <a:pt x="331" y="23"/>
                    <a:pt x="327" y="21"/>
                    <a:pt x="324" y="18"/>
                  </a:cubicBezTo>
                  <a:lnTo>
                    <a:pt x="317" y="14"/>
                  </a:lnTo>
                  <a:cubicBezTo>
                    <a:pt x="303" y="7"/>
                    <a:pt x="283" y="0"/>
                    <a:pt x="261" y="8"/>
                  </a:cubicBezTo>
                  <a:cubicBezTo>
                    <a:pt x="233" y="17"/>
                    <a:pt x="224" y="38"/>
                    <a:pt x="218" y="51"/>
                  </a:cubicBezTo>
                  <a:cubicBezTo>
                    <a:pt x="217" y="54"/>
                    <a:pt x="215" y="58"/>
                    <a:pt x="212" y="63"/>
                  </a:cubicBezTo>
                  <a:lnTo>
                    <a:pt x="29" y="406"/>
                  </a:lnTo>
                  <a:cubicBezTo>
                    <a:pt x="26" y="412"/>
                    <a:pt x="23" y="416"/>
                    <a:pt x="20" y="420"/>
                  </a:cubicBezTo>
                  <a:cubicBezTo>
                    <a:pt x="12" y="435"/>
                    <a:pt x="0" y="455"/>
                    <a:pt x="9" y="483"/>
                  </a:cubicBezTo>
                  <a:cubicBezTo>
                    <a:pt x="19" y="513"/>
                    <a:pt x="32" y="520"/>
                    <a:pt x="62" y="535"/>
                  </a:cubicBezTo>
                  <a:lnTo>
                    <a:pt x="285" y="655"/>
                  </a:lnTo>
                  <a:lnTo>
                    <a:pt x="293" y="660"/>
                  </a:lnTo>
                  <a:cubicBezTo>
                    <a:pt x="305" y="666"/>
                    <a:pt x="319" y="673"/>
                    <a:pt x="336" y="673"/>
                  </a:cubicBezTo>
                  <a:lnTo>
                    <a:pt x="339" y="674"/>
                  </a:lnTo>
                  <a:cubicBezTo>
                    <a:pt x="354" y="674"/>
                    <a:pt x="380" y="669"/>
                    <a:pt x="397" y="638"/>
                  </a:cubicBezTo>
                  <a:cubicBezTo>
                    <a:pt x="406" y="621"/>
                    <a:pt x="409" y="605"/>
                    <a:pt x="405" y="590"/>
                  </a:cubicBezTo>
                  <a:cubicBezTo>
                    <a:pt x="400" y="570"/>
                    <a:pt x="385" y="553"/>
                    <a:pt x="359" y="540"/>
                  </a:cubicBezTo>
                  <a:lnTo>
                    <a:pt x="171" y="439"/>
                  </a:lnTo>
                  <a:lnTo>
                    <a:pt x="215" y="356"/>
                  </a:lnTo>
                  <a:lnTo>
                    <a:pt x="374" y="44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359">
              <a:extLst>
                <a:ext uri="{FF2B5EF4-FFF2-40B4-BE49-F238E27FC236}">
                  <a16:creationId xmlns:a16="http://schemas.microsoft.com/office/drawing/2014/main" id="{77ED1548-BF3B-460A-A99C-FFAE5AFE255F}"/>
                </a:ext>
              </a:extLst>
            </p:cNvPr>
            <p:cNvSpPr>
              <a:spLocks noEditPoints="1"/>
            </p:cNvSpPr>
            <p:nvPr/>
          </p:nvSpPr>
          <p:spPr bwMode="auto">
            <a:xfrm>
              <a:off x="5292530" y="1353912"/>
              <a:ext cx="39373" cy="42186"/>
            </a:xfrm>
            <a:custGeom>
              <a:avLst/>
              <a:gdLst>
                <a:gd name="T0" fmla="*/ 292 w 598"/>
                <a:gd name="T1" fmla="*/ 235 h 645"/>
                <a:gd name="T2" fmla="*/ 326 w 598"/>
                <a:gd name="T3" fmla="*/ 173 h 645"/>
                <a:gd name="T4" fmla="*/ 399 w 598"/>
                <a:gd name="T5" fmla="*/ 212 h 645"/>
                <a:gd name="T6" fmla="*/ 439 w 598"/>
                <a:gd name="T7" fmla="*/ 243 h 645"/>
                <a:gd name="T8" fmla="*/ 435 w 598"/>
                <a:gd name="T9" fmla="*/ 271 h 645"/>
                <a:gd name="T10" fmla="*/ 408 w 598"/>
                <a:gd name="T11" fmla="*/ 287 h 645"/>
                <a:gd name="T12" fmla="*/ 366 w 598"/>
                <a:gd name="T13" fmla="*/ 274 h 645"/>
                <a:gd name="T14" fmla="*/ 292 w 598"/>
                <a:gd name="T15" fmla="*/ 235 h 645"/>
                <a:gd name="T16" fmla="*/ 346 w 598"/>
                <a:gd name="T17" fmla="*/ 476 h 645"/>
                <a:gd name="T18" fmla="*/ 319 w 598"/>
                <a:gd name="T19" fmla="*/ 499 h 645"/>
                <a:gd name="T20" fmla="*/ 313 w 598"/>
                <a:gd name="T21" fmla="*/ 500 h 645"/>
                <a:gd name="T22" fmla="*/ 267 w 598"/>
                <a:gd name="T23" fmla="*/ 484 h 645"/>
                <a:gd name="T24" fmla="*/ 184 w 598"/>
                <a:gd name="T25" fmla="*/ 438 h 645"/>
                <a:gd name="T26" fmla="*/ 226 w 598"/>
                <a:gd name="T27" fmla="*/ 360 h 645"/>
                <a:gd name="T28" fmla="*/ 310 w 598"/>
                <a:gd name="T29" fmla="*/ 404 h 645"/>
                <a:gd name="T30" fmla="*/ 343 w 598"/>
                <a:gd name="T31" fmla="*/ 429 h 645"/>
                <a:gd name="T32" fmla="*/ 346 w 598"/>
                <a:gd name="T33" fmla="*/ 476 h 645"/>
                <a:gd name="T34" fmla="*/ 571 w 598"/>
                <a:gd name="T35" fmla="*/ 334 h 645"/>
                <a:gd name="T36" fmla="*/ 567 w 598"/>
                <a:gd name="T37" fmla="*/ 170 h 645"/>
                <a:gd name="T38" fmla="*/ 471 w 598"/>
                <a:gd name="T39" fmla="*/ 89 h 645"/>
                <a:gd name="T40" fmla="*/ 341 w 598"/>
                <a:gd name="T41" fmla="*/ 20 h 645"/>
                <a:gd name="T42" fmla="*/ 281 w 598"/>
                <a:gd name="T43" fmla="*/ 0 h 645"/>
                <a:gd name="T44" fmla="*/ 207 w 598"/>
                <a:gd name="T45" fmla="*/ 59 h 645"/>
                <a:gd name="T46" fmla="*/ 24 w 598"/>
                <a:gd name="T47" fmla="*/ 401 h 645"/>
                <a:gd name="T48" fmla="*/ 9 w 598"/>
                <a:gd name="T49" fmla="*/ 484 h 645"/>
                <a:gd name="T50" fmla="*/ 67 w 598"/>
                <a:gd name="T51" fmla="*/ 536 h 645"/>
                <a:gd name="T52" fmla="*/ 204 w 598"/>
                <a:gd name="T53" fmla="*/ 610 h 645"/>
                <a:gd name="T54" fmla="*/ 329 w 598"/>
                <a:gd name="T55" fmla="*/ 645 h 645"/>
                <a:gd name="T56" fmla="*/ 329 w 598"/>
                <a:gd name="T57" fmla="*/ 645 h 645"/>
                <a:gd name="T58" fmla="*/ 481 w 598"/>
                <a:gd name="T59" fmla="*/ 550 h 645"/>
                <a:gd name="T60" fmla="*/ 489 w 598"/>
                <a:gd name="T61" fmla="*/ 407 h 645"/>
                <a:gd name="T62" fmla="*/ 571 w 598"/>
                <a:gd name="T63" fmla="*/ 334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8" h="645">
                  <a:moveTo>
                    <a:pt x="292" y="235"/>
                  </a:moveTo>
                  <a:lnTo>
                    <a:pt x="326" y="173"/>
                  </a:lnTo>
                  <a:lnTo>
                    <a:pt x="399" y="212"/>
                  </a:lnTo>
                  <a:cubicBezTo>
                    <a:pt x="421" y="224"/>
                    <a:pt x="434" y="234"/>
                    <a:pt x="439" y="243"/>
                  </a:cubicBezTo>
                  <a:cubicBezTo>
                    <a:pt x="442" y="249"/>
                    <a:pt x="443" y="256"/>
                    <a:pt x="435" y="271"/>
                  </a:cubicBezTo>
                  <a:cubicBezTo>
                    <a:pt x="429" y="282"/>
                    <a:pt x="420" y="287"/>
                    <a:pt x="408" y="287"/>
                  </a:cubicBezTo>
                  <a:cubicBezTo>
                    <a:pt x="395" y="287"/>
                    <a:pt x="380" y="283"/>
                    <a:pt x="366" y="274"/>
                  </a:cubicBezTo>
                  <a:lnTo>
                    <a:pt x="292" y="235"/>
                  </a:lnTo>
                  <a:close/>
                  <a:moveTo>
                    <a:pt x="346" y="476"/>
                  </a:moveTo>
                  <a:cubicBezTo>
                    <a:pt x="338" y="490"/>
                    <a:pt x="327" y="497"/>
                    <a:pt x="319" y="499"/>
                  </a:cubicBezTo>
                  <a:cubicBezTo>
                    <a:pt x="316" y="500"/>
                    <a:pt x="315" y="500"/>
                    <a:pt x="313" y="500"/>
                  </a:cubicBezTo>
                  <a:cubicBezTo>
                    <a:pt x="302" y="500"/>
                    <a:pt x="288" y="495"/>
                    <a:pt x="267" y="484"/>
                  </a:cubicBezTo>
                  <a:lnTo>
                    <a:pt x="184" y="438"/>
                  </a:lnTo>
                  <a:lnTo>
                    <a:pt x="226" y="360"/>
                  </a:lnTo>
                  <a:lnTo>
                    <a:pt x="310" y="404"/>
                  </a:lnTo>
                  <a:cubicBezTo>
                    <a:pt x="315" y="407"/>
                    <a:pt x="331" y="416"/>
                    <a:pt x="343" y="429"/>
                  </a:cubicBezTo>
                  <a:cubicBezTo>
                    <a:pt x="354" y="444"/>
                    <a:pt x="355" y="459"/>
                    <a:pt x="346" y="476"/>
                  </a:cubicBezTo>
                  <a:close/>
                  <a:moveTo>
                    <a:pt x="571" y="334"/>
                  </a:moveTo>
                  <a:cubicBezTo>
                    <a:pt x="598" y="282"/>
                    <a:pt x="597" y="220"/>
                    <a:pt x="567" y="170"/>
                  </a:cubicBezTo>
                  <a:cubicBezTo>
                    <a:pt x="551" y="144"/>
                    <a:pt x="528" y="120"/>
                    <a:pt x="471" y="89"/>
                  </a:cubicBezTo>
                  <a:lnTo>
                    <a:pt x="341" y="20"/>
                  </a:lnTo>
                  <a:cubicBezTo>
                    <a:pt x="322" y="9"/>
                    <a:pt x="302" y="0"/>
                    <a:pt x="281" y="0"/>
                  </a:cubicBezTo>
                  <a:cubicBezTo>
                    <a:pt x="243" y="0"/>
                    <a:pt x="221" y="34"/>
                    <a:pt x="207" y="59"/>
                  </a:cubicBezTo>
                  <a:lnTo>
                    <a:pt x="24" y="401"/>
                  </a:lnTo>
                  <a:cubicBezTo>
                    <a:pt x="5" y="436"/>
                    <a:pt x="0" y="462"/>
                    <a:pt x="9" y="484"/>
                  </a:cubicBezTo>
                  <a:cubicBezTo>
                    <a:pt x="19" y="508"/>
                    <a:pt x="43" y="523"/>
                    <a:pt x="67" y="536"/>
                  </a:cubicBezTo>
                  <a:lnTo>
                    <a:pt x="204" y="610"/>
                  </a:lnTo>
                  <a:cubicBezTo>
                    <a:pt x="248" y="633"/>
                    <a:pt x="290" y="645"/>
                    <a:pt x="329" y="645"/>
                  </a:cubicBezTo>
                  <a:lnTo>
                    <a:pt x="329" y="645"/>
                  </a:lnTo>
                  <a:cubicBezTo>
                    <a:pt x="394" y="645"/>
                    <a:pt x="448" y="612"/>
                    <a:pt x="481" y="550"/>
                  </a:cubicBezTo>
                  <a:cubicBezTo>
                    <a:pt x="507" y="502"/>
                    <a:pt x="510" y="453"/>
                    <a:pt x="489" y="407"/>
                  </a:cubicBezTo>
                  <a:cubicBezTo>
                    <a:pt x="524" y="393"/>
                    <a:pt x="552" y="368"/>
                    <a:pt x="571"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360">
              <a:extLst>
                <a:ext uri="{FF2B5EF4-FFF2-40B4-BE49-F238E27FC236}">
                  <a16:creationId xmlns:a16="http://schemas.microsoft.com/office/drawing/2014/main" id="{CF02DC48-F1B9-478D-906B-F339689D4F4E}"/>
                </a:ext>
              </a:extLst>
            </p:cNvPr>
            <p:cNvSpPr>
              <a:spLocks noEditPoints="1"/>
            </p:cNvSpPr>
            <p:nvPr/>
          </p:nvSpPr>
          <p:spPr bwMode="auto">
            <a:xfrm>
              <a:off x="5326278" y="1373597"/>
              <a:ext cx="39373" cy="39373"/>
            </a:xfrm>
            <a:custGeom>
              <a:avLst/>
              <a:gdLst>
                <a:gd name="T0" fmla="*/ 410 w 624"/>
                <a:gd name="T1" fmla="*/ 362 h 606"/>
                <a:gd name="T2" fmla="*/ 280 w 624"/>
                <a:gd name="T3" fmla="*/ 459 h 606"/>
                <a:gd name="T4" fmla="*/ 222 w 624"/>
                <a:gd name="T5" fmla="*/ 445 h 606"/>
                <a:gd name="T6" fmla="*/ 163 w 624"/>
                <a:gd name="T7" fmla="*/ 366 h 606"/>
                <a:gd name="T8" fmla="*/ 184 w 624"/>
                <a:gd name="T9" fmla="*/ 251 h 606"/>
                <a:gd name="T10" fmla="*/ 281 w 624"/>
                <a:gd name="T11" fmla="*/ 153 h 606"/>
                <a:gd name="T12" fmla="*/ 321 w 624"/>
                <a:gd name="T13" fmla="*/ 146 h 606"/>
                <a:gd name="T14" fmla="*/ 375 w 624"/>
                <a:gd name="T15" fmla="*/ 160 h 606"/>
                <a:gd name="T16" fmla="*/ 410 w 624"/>
                <a:gd name="T17" fmla="*/ 362 h 606"/>
                <a:gd name="T18" fmla="*/ 442 w 624"/>
                <a:gd name="T19" fmla="*/ 38 h 606"/>
                <a:gd name="T20" fmla="*/ 304 w 624"/>
                <a:gd name="T21" fmla="*/ 0 h 606"/>
                <a:gd name="T22" fmla="*/ 52 w 624"/>
                <a:gd name="T23" fmla="*/ 171 h 606"/>
                <a:gd name="T24" fmla="*/ 11 w 624"/>
                <a:gd name="T25" fmla="*/ 380 h 606"/>
                <a:gd name="T26" fmla="*/ 159 w 624"/>
                <a:gd name="T27" fmla="*/ 569 h 606"/>
                <a:gd name="T28" fmla="*/ 294 w 624"/>
                <a:gd name="T29" fmla="*/ 606 h 606"/>
                <a:gd name="T30" fmla="*/ 545 w 624"/>
                <a:gd name="T31" fmla="*/ 435 h 606"/>
                <a:gd name="T32" fmla="*/ 442 w 624"/>
                <a:gd name="T33" fmla="*/ 38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4" h="606">
                  <a:moveTo>
                    <a:pt x="410" y="362"/>
                  </a:moveTo>
                  <a:cubicBezTo>
                    <a:pt x="375" y="427"/>
                    <a:pt x="331" y="459"/>
                    <a:pt x="280" y="459"/>
                  </a:cubicBezTo>
                  <a:cubicBezTo>
                    <a:pt x="249" y="459"/>
                    <a:pt x="226" y="448"/>
                    <a:pt x="222" y="445"/>
                  </a:cubicBezTo>
                  <a:cubicBezTo>
                    <a:pt x="190" y="428"/>
                    <a:pt x="170" y="401"/>
                    <a:pt x="163" y="366"/>
                  </a:cubicBezTo>
                  <a:cubicBezTo>
                    <a:pt x="155" y="331"/>
                    <a:pt x="163" y="290"/>
                    <a:pt x="184" y="251"/>
                  </a:cubicBezTo>
                  <a:cubicBezTo>
                    <a:pt x="205" y="212"/>
                    <a:pt x="242" y="163"/>
                    <a:pt x="281" y="153"/>
                  </a:cubicBezTo>
                  <a:cubicBezTo>
                    <a:pt x="294" y="148"/>
                    <a:pt x="308" y="146"/>
                    <a:pt x="321" y="146"/>
                  </a:cubicBezTo>
                  <a:cubicBezTo>
                    <a:pt x="340" y="146"/>
                    <a:pt x="358" y="151"/>
                    <a:pt x="375" y="160"/>
                  </a:cubicBezTo>
                  <a:cubicBezTo>
                    <a:pt x="394" y="170"/>
                    <a:pt x="483" y="227"/>
                    <a:pt x="410" y="362"/>
                  </a:cubicBezTo>
                  <a:close/>
                  <a:moveTo>
                    <a:pt x="442" y="38"/>
                  </a:moveTo>
                  <a:cubicBezTo>
                    <a:pt x="396" y="13"/>
                    <a:pt x="349" y="0"/>
                    <a:pt x="304" y="0"/>
                  </a:cubicBezTo>
                  <a:cubicBezTo>
                    <a:pt x="204" y="0"/>
                    <a:pt x="109" y="64"/>
                    <a:pt x="52" y="171"/>
                  </a:cubicBezTo>
                  <a:cubicBezTo>
                    <a:pt x="14" y="241"/>
                    <a:pt x="0" y="315"/>
                    <a:pt x="11" y="380"/>
                  </a:cubicBezTo>
                  <a:cubicBezTo>
                    <a:pt x="25" y="459"/>
                    <a:pt x="75" y="525"/>
                    <a:pt x="159" y="569"/>
                  </a:cubicBezTo>
                  <a:cubicBezTo>
                    <a:pt x="204" y="594"/>
                    <a:pt x="250" y="606"/>
                    <a:pt x="294" y="606"/>
                  </a:cubicBezTo>
                  <a:cubicBezTo>
                    <a:pt x="394" y="606"/>
                    <a:pt x="488" y="542"/>
                    <a:pt x="545" y="435"/>
                  </a:cubicBezTo>
                  <a:cubicBezTo>
                    <a:pt x="611" y="313"/>
                    <a:pt x="624" y="135"/>
                    <a:pt x="44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361">
              <a:extLst>
                <a:ext uri="{FF2B5EF4-FFF2-40B4-BE49-F238E27FC236}">
                  <a16:creationId xmlns:a16="http://schemas.microsoft.com/office/drawing/2014/main" id="{1B8B30FB-318E-4AC9-892A-64208309B15F}"/>
                </a:ext>
              </a:extLst>
            </p:cNvPr>
            <p:cNvSpPr>
              <a:spLocks noEditPoints="1"/>
            </p:cNvSpPr>
            <p:nvPr/>
          </p:nvSpPr>
          <p:spPr bwMode="auto">
            <a:xfrm>
              <a:off x="5357213" y="1390472"/>
              <a:ext cx="42186" cy="39373"/>
            </a:xfrm>
            <a:custGeom>
              <a:avLst/>
              <a:gdLst>
                <a:gd name="T0" fmla="*/ 435 w 649"/>
                <a:gd name="T1" fmla="*/ 362 h 603"/>
                <a:gd name="T2" fmla="*/ 305 w 649"/>
                <a:gd name="T3" fmla="*/ 459 h 603"/>
                <a:gd name="T4" fmla="*/ 247 w 649"/>
                <a:gd name="T5" fmla="*/ 445 h 603"/>
                <a:gd name="T6" fmla="*/ 209 w 649"/>
                <a:gd name="T7" fmla="*/ 251 h 603"/>
                <a:gd name="T8" fmla="*/ 306 w 649"/>
                <a:gd name="T9" fmla="*/ 153 h 603"/>
                <a:gd name="T10" fmla="*/ 346 w 649"/>
                <a:gd name="T11" fmla="*/ 146 h 603"/>
                <a:gd name="T12" fmla="*/ 400 w 649"/>
                <a:gd name="T13" fmla="*/ 160 h 603"/>
                <a:gd name="T14" fmla="*/ 435 w 649"/>
                <a:gd name="T15" fmla="*/ 362 h 603"/>
                <a:gd name="T16" fmla="*/ 570 w 649"/>
                <a:gd name="T17" fmla="*/ 433 h 603"/>
                <a:gd name="T18" fmla="*/ 467 w 649"/>
                <a:gd name="T19" fmla="*/ 37 h 603"/>
                <a:gd name="T20" fmla="*/ 329 w 649"/>
                <a:gd name="T21" fmla="*/ 0 h 603"/>
                <a:gd name="T22" fmla="*/ 77 w 649"/>
                <a:gd name="T23" fmla="*/ 170 h 603"/>
                <a:gd name="T24" fmla="*/ 184 w 649"/>
                <a:gd name="T25" fmla="*/ 568 h 603"/>
                <a:gd name="T26" fmla="*/ 319 w 649"/>
                <a:gd name="T27" fmla="*/ 603 h 603"/>
                <a:gd name="T28" fmla="*/ 319 w 649"/>
                <a:gd name="T29" fmla="*/ 603 h 603"/>
                <a:gd name="T30" fmla="*/ 570 w 649"/>
                <a:gd name="T31" fmla="*/ 43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9" h="603">
                  <a:moveTo>
                    <a:pt x="435" y="362"/>
                  </a:moveTo>
                  <a:cubicBezTo>
                    <a:pt x="400" y="427"/>
                    <a:pt x="356" y="459"/>
                    <a:pt x="305" y="459"/>
                  </a:cubicBezTo>
                  <a:cubicBezTo>
                    <a:pt x="274" y="459"/>
                    <a:pt x="251" y="448"/>
                    <a:pt x="247" y="445"/>
                  </a:cubicBezTo>
                  <a:cubicBezTo>
                    <a:pt x="182" y="410"/>
                    <a:pt x="166" y="330"/>
                    <a:pt x="209" y="251"/>
                  </a:cubicBezTo>
                  <a:cubicBezTo>
                    <a:pt x="229" y="212"/>
                    <a:pt x="267" y="163"/>
                    <a:pt x="306" y="153"/>
                  </a:cubicBezTo>
                  <a:cubicBezTo>
                    <a:pt x="319" y="148"/>
                    <a:pt x="333" y="146"/>
                    <a:pt x="346" y="146"/>
                  </a:cubicBezTo>
                  <a:cubicBezTo>
                    <a:pt x="365" y="146"/>
                    <a:pt x="383" y="151"/>
                    <a:pt x="400" y="160"/>
                  </a:cubicBezTo>
                  <a:cubicBezTo>
                    <a:pt x="419" y="170"/>
                    <a:pt x="508" y="227"/>
                    <a:pt x="435" y="362"/>
                  </a:cubicBezTo>
                  <a:close/>
                  <a:moveTo>
                    <a:pt x="570" y="433"/>
                  </a:moveTo>
                  <a:cubicBezTo>
                    <a:pt x="636" y="311"/>
                    <a:pt x="649" y="135"/>
                    <a:pt x="467" y="37"/>
                  </a:cubicBezTo>
                  <a:cubicBezTo>
                    <a:pt x="421" y="12"/>
                    <a:pt x="374" y="0"/>
                    <a:pt x="329" y="0"/>
                  </a:cubicBezTo>
                  <a:cubicBezTo>
                    <a:pt x="228" y="0"/>
                    <a:pt x="134" y="64"/>
                    <a:pt x="77" y="170"/>
                  </a:cubicBezTo>
                  <a:cubicBezTo>
                    <a:pt x="8" y="299"/>
                    <a:pt x="0" y="469"/>
                    <a:pt x="184" y="568"/>
                  </a:cubicBezTo>
                  <a:cubicBezTo>
                    <a:pt x="229" y="592"/>
                    <a:pt x="275" y="603"/>
                    <a:pt x="319" y="603"/>
                  </a:cubicBezTo>
                  <a:lnTo>
                    <a:pt x="319" y="603"/>
                  </a:lnTo>
                  <a:cubicBezTo>
                    <a:pt x="419" y="603"/>
                    <a:pt x="513" y="541"/>
                    <a:pt x="570" y="4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362">
              <a:extLst>
                <a:ext uri="{FF2B5EF4-FFF2-40B4-BE49-F238E27FC236}">
                  <a16:creationId xmlns:a16="http://schemas.microsoft.com/office/drawing/2014/main" id="{59AEF014-80F2-49B1-B2FE-F19B94BC0A2E}"/>
                </a:ext>
              </a:extLst>
            </p:cNvPr>
            <p:cNvSpPr>
              <a:spLocks/>
            </p:cNvSpPr>
            <p:nvPr/>
          </p:nvSpPr>
          <p:spPr bwMode="auto">
            <a:xfrm>
              <a:off x="5388150" y="1404534"/>
              <a:ext cx="42186" cy="44998"/>
            </a:xfrm>
            <a:custGeom>
              <a:avLst/>
              <a:gdLst>
                <a:gd name="T0" fmla="*/ 608 w 655"/>
                <a:gd name="T1" fmla="*/ 155 h 704"/>
                <a:gd name="T2" fmla="*/ 557 w 655"/>
                <a:gd name="T3" fmla="*/ 152 h 704"/>
                <a:gd name="T4" fmla="*/ 314 w 655"/>
                <a:gd name="T5" fmla="*/ 224 h 704"/>
                <a:gd name="T6" fmla="*/ 362 w 655"/>
                <a:gd name="T7" fmla="*/ 134 h 704"/>
                <a:gd name="T8" fmla="*/ 338 w 655"/>
                <a:gd name="T9" fmla="*/ 10 h 704"/>
                <a:gd name="T10" fmla="*/ 300 w 655"/>
                <a:gd name="T11" fmla="*/ 0 h 704"/>
                <a:gd name="T12" fmla="*/ 222 w 655"/>
                <a:gd name="T13" fmla="*/ 59 h 704"/>
                <a:gd name="T14" fmla="*/ 30 w 655"/>
                <a:gd name="T15" fmla="*/ 417 h 704"/>
                <a:gd name="T16" fmla="*/ 54 w 655"/>
                <a:gd name="T17" fmla="*/ 542 h 704"/>
                <a:gd name="T18" fmla="*/ 92 w 655"/>
                <a:gd name="T19" fmla="*/ 551 h 704"/>
                <a:gd name="T20" fmla="*/ 163 w 655"/>
                <a:gd name="T21" fmla="*/ 505 h 704"/>
                <a:gd name="T22" fmla="*/ 222 w 655"/>
                <a:gd name="T23" fmla="*/ 396 h 704"/>
                <a:gd name="T24" fmla="*/ 266 w 655"/>
                <a:gd name="T25" fmla="*/ 382 h 704"/>
                <a:gd name="T26" fmla="*/ 295 w 655"/>
                <a:gd name="T27" fmla="*/ 611 h 704"/>
                <a:gd name="T28" fmla="*/ 296 w 655"/>
                <a:gd name="T29" fmla="*/ 614 h 704"/>
                <a:gd name="T30" fmla="*/ 339 w 655"/>
                <a:gd name="T31" fmla="*/ 695 h 704"/>
                <a:gd name="T32" fmla="*/ 376 w 655"/>
                <a:gd name="T33" fmla="*/ 704 h 704"/>
                <a:gd name="T34" fmla="*/ 376 w 655"/>
                <a:gd name="T35" fmla="*/ 704 h 704"/>
                <a:gd name="T36" fmla="*/ 441 w 655"/>
                <a:gd name="T37" fmla="*/ 666 h 704"/>
                <a:gd name="T38" fmla="*/ 446 w 655"/>
                <a:gd name="T39" fmla="*/ 591 h 704"/>
                <a:gd name="T40" fmla="*/ 405 w 655"/>
                <a:gd name="T41" fmla="*/ 339 h 704"/>
                <a:gd name="T42" fmla="*/ 579 w 655"/>
                <a:gd name="T43" fmla="*/ 294 h 704"/>
                <a:gd name="T44" fmla="*/ 638 w 655"/>
                <a:gd name="T45" fmla="*/ 256 h 704"/>
                <a:gd name="T46" fmla="*/ 639 w 655"/>
                <a:gd name="T47" fmla="*/ 253 h 704"/>
                <a:gd name="T48" fmla="*/ 608 w 655"/>
                <a:gd name="T49" fmla="*/ 155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5" h="704">
                  <a:moveTo>
                    <a:pt x="608" y="155"/>
                  </a:moveTo>
                  <a:cubicBezTo>
                    <a:pt x="588" y="144"/>
                    <a:pt x="571" y="147"/>
                    <a:pt x="557" y="152"/>
                  </a:cubicBezTo>
                  <a:lnTo>
                    <a:pt x="314" y="224"/>
                  </a:lnTo>
                  <a:lnTo>
                    <a:pt x="362" y="134"/>
                  </a:lnTo>
                  <a:cubicBezTo>
                    <a:pt x="404" y="56"/>
                    <a:pt x="359" y="22"/>
                    <a:pt x="338" y="10"/>
                  </a:cubicBezTo>
                  <a:cubicBezTo>
                    <a:pt x="325" y="4"/>
                    <a:pt x="313" y="0"/>
                    <a:pt x="300" y="0"/>
                  </a:cubicBezTo>
                  <a:cubicBezTo>
                    <a:pt x="269" y="0"/>
                    <a:pt x="243" y="20"/>
                    <a:pt x="222" y="59"/>
                  </a:cubicBezTo>
                  <a:lnTo>
                    <a:pt x="30" y="417"/>
                  </a:lnTo>
                  <a:cubicBezTo>
                    <a:pt x="0" y="472"/>
                    <a:pt x="9" y="518"/>
                    <a:pt x="54" y="542"/>
                  </a:cubicBezTo>
                  <a:cubicBezTo>
                    <a:pt x="66" y="548"/>
                    <a:pt x="79" y="551"/>
                    <a:pt x="92" y="551"/>
                  </a:cubicBezTo>
                  <a:cubicBezTo>
                    <a:pt x="121" y="551"/>
                    <a:pt x="147" y="535"/>
                    <a:pt x="163" y="505"/>
                  </a:cubicBezTo>
                  <a:lnTo>
                    <a:pt x="222" y="396"/>
                  </a:lnTo>
                  <a:lnTo>
                    <a:pt x="266" y="382"/>
                  </a:lnTo>
                  <a:lnTo>
                    <a:pt x="295" y="611"/>
                  </a:lnTo>
                  <a:lnTo>
                    <a:pt x="296" y="614"/>
                  </a:lnTo>
                  <a:cubicBezTo>
                    <a:pt x="300" y="647"/>
                    <a:pt x="304" y="676"/>
                    <a:pt x="339" y="695"/>
                  </a:cubicBezTo>
                  <a:cubicBezTo>
                    <a:pt x="350" y="701"/>
                    <a:pt x="363" y="704"/>
                    <a:pt x="376" y="704"/>
                  </a:cubicBezTo>
                  <a:lnTo>
                    <a:pt x="376" y="704"/>
                  </a:lnTo>
                  <a:cubicBezTo>
                    <a:pt x="403" y="704"/>
                    <a:pt x="428" y="690"/>
                    <a:pt x="441" y="666"/>
                  </a:cubicBezTo>
                  <a:cubicBezTo>
                    <a:pt x="453" y="642"/>
                    <a:pt x="450" y="615"/>
                    <a:pt x="446" y="591"/>
                  </a:cubicBezTo>
                  <a:lnTo>
                    <a:pt x="405" y="339"/>
                  </a:lnTo>
                  <a:lnTo>
                    <a:pt x="579" y="294"/>
                  </a:lnTo>
                  <a:cubicBezTo>
                    <a:pt x="616" y="285"/>
                    <a:pt x="628" y="270"/>
                    <a:pt x="638" y="256"/>
                  </a:cubicBezTo>
                  <a:lnTo>
                    <a:pt x="639" y="253"/>
                  </a:lnTo>
                  <a:cubicBezTo>
                    <a:pt x="655" y="222"/>
                    <a:pt x="647" y="176"/>
                    <a:pt x="608" y="1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Dosage3" descr="{&quot;Key&quot;:&quot;POWER_USER_SHAPE_ICON&quot;,&quot;Value&quot;:&quot;POWER_USER_SHAPE_ICON_STYLE_1&quot;}">
            <a:extLst>
              <a:ext uri="{FF2B5EF4-FFF2-40B4-BE49-F238E27FC236}">
                <a16:creationId xmlns:a16="http://schemas.microsoft.com/office/drawing/2014/main" id="{452D03A6-91E8-4621-9B93-FED9BFB70C8F}"/>
              </a:ext>
            </a:extLst>
          </p:cNvPr>
          <p:cNvGrpSpPr>
            <a:grpSpLocks noChangeAspect="1"/>
          </p:cNvGrpSpPr>
          <p:nvPr>
            <p:custDataLst>
              <p:tags r:id="rId11"/>
            </p:custDataLst>
          </p:nvPr>
        </p:nvGrpSpPr>
        <p:grpSpPr>
          <a:xfrm>
            <a:off x="7334190" y="2235556"/>
            <a:ext cx="493568" cy="493568"/>
            <a:chOff x="4419601" y="4965701"/>
            <a:chExt cx="287338" cy="287338"/>
          </a:xfrm>
          <a:solidFill>
            <a:schemeClr val="lt1"/>
          </a:solidFill>
        </p:grpSpPr>
        <p:sp>
          <p:nvSpPr>
            <p:cNvPr id="133" name="Freeform 244">
              <a:extLst>
                <a:ext uri="{FF2B5EF4-FFF2-40B4-BE49-F238E27FC236}">
                  <a16:creationId xmlns:a16="http://schemas.microsoft.com/office/drawing/2014/main" id="{1D92D419-5218-4F02-8A86-01A990E6C8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48">
              <a:extLst>
                <a:ext uri="{FF2B5EF4-FFF2-40B4-BE49-F238E27FC236}">
                  <a16:creationId xmlns:a16="http://schemas.microsoft.com/office/drawing/2014/main" id="{12B3BDB1-7BDF-4053-8B39-2D1D9D9C72C1}"/>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5" name="Doves" descr="{&quot;Key&quot;:&quot;POWER_USER_SHAPE_ICON&quot;,&quot;Value&quot;:&quot;POWER_USER_SHAPE_ICON_STYLE_1&quot;}">
            <a:extLst>
              <a:ext uri="{FF2B5EF4-FFF2-40B4-BE49-F238E27FC236}">
                <a16:creationId xmlns:a16="http://schemas.microsoft.com/office/drawing/2014/main" id="{A9E7878A-242C-4410-BA69-70442A11192A}"/>
              </a:ext>
            </a:extLst>
          </p:cNvPr>
          <p:cNvGrpSpPr>
            <a:grpSpLocks noChangeAspect="1"/>
          </p:cNvGrpSpPr>
          <p:nvPr/>
        </p:nvGrpSpPr>
        <p:grpSpPr>
          <a:xfrm>
            <a:off x="7355884" y="5191488"/>
            <a:ext cx="471770" cy="493568"/>
            <a:chOff x="5470526" y="3173413"/>
            <a:chExt cx="481013" cy="503238"/>
          </a:xfrm>
          <a:solidFill>
            <a:schemeClr val="lt1"/>
          </a:solidFill>
        </p:grpSpPr>
        <p:sp>
          <p:nvSpPr>
            <p:cNvPr id="136" name="Freeform 49">
              <a:extLst>
                <a:ext uri="{FF2B5EF4-FFF2-40B4-BE49-F238E27FC236}">
                  <a16:creationId xmlns:a16="http://schemas.microsoft.com/office/drawing/2014/main" id="{1675BD94-5D1B-4F6A-BD1E-DEBE0462A9B0}"/>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0">
              <a:extLst>
                <a:ext uri="{FF2B5EF4-FFF2-40B4-BE49-F238E27FC236}">
                  <a16:creationId xmlns:a16="http://schemas.microsoft.com/office/drawing/2014/main" id="{F062CA58-8F7D-47E7-88F5-A51E3877FB2E}"/>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1">
              <a:extLst>
                <a:ext uri="{FF2B5EF4-FFF2-40B4-BE49-F238E27FC236}">
                  <a16:creationId xmlns:a16="http://schemas.microsoft.com/office/drawing/2014/main" id="{7002981A-D8FF-48B2-86B0-6FF8E3376DAA}"/>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F57B112C-3E30-4AAF-A903-9E7477974F19}"/>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D64630AB-8BE1-4E7A-80E0-B818F8D5330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D75C4DB1-9251-467A-B65B-808A564288E5}"/>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18619052-94BA-4E52-B2A5-E1176CC35410}"/>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2072671F-C83B-47CA-AD59-9BE1EC216EEF}"/>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57">
              <a:extLst>
                <a:ext uri="{FF2B5EF4-FFF2-40B4-BE49-F238E27FC236}">
                  <a16:creationId xmlns:a16="http://schemas.microsoft.com/office/drawing/2014/main" id="{BA1CE67E-7954-42B2-A53F-AEF04EB4A732}"/>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58">
              <a:extLst>
                <a:ext uri="{FF2B5EF4-FFF2-40B4-BE49-F238E27FC236}">
                  <a16:creationId xmlns:a16="http://schemas.microsoft.com/office/drawing/2014/main" id="{5518FF77-DDCC-46E7-A061-0AC05701500F}"/>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59">
              <a:extLst>
                <a:ext uri="{FF2B5EF4-FFF2-40B4-BE49-F238E27FC236}">
                  <a16:creationId xmlns:a16="http://schemas.microsoft.com/office/drawing/2014/main" id="{23D8E167-9448-4779-8473-14B1153D6150}"/>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60">
              <a:extLst>
                <a:ext uri="{FF2B5EF4-FFF2-40B4-BE49-F238E27FC236}">
                  <a16:creationId xmlns:a16="http://schemas.microsoft.com/office/drawing/2014/main" id="{A56C68D9-8984-4D69-BFCD-71A90714910D}"/>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Factory8" descr="{&quot;Key&quot;:&quot;POWER_USER_SHAPE_ICON&quot;,&quot;Value&quot;:&quot;POWER_USER_SHAPE_ICON_STYLE_1&quot;}">
            <a:extLst>
              <a:ext uri="{FF2B5EF4-FFF2-40B4-BE49-F238E27FC236}">
                <a16:creationId xmlns:a16="http://schemas.microsoft.com/office/drawing/2014/main" id="{EE918844-F186-49A7-9DBB-563C39579EB9}"/>
              </a:ext>
            </a:extLst>
          </p:cNvPr>
          <p:cNvGrpSpPr>
            <a:grpSpLocks noChangeAspect="1"/>
          </p:cNvGrpSpPr>
          <p:nvPr/>
        </p:nvGrpSpPr>
        <p:grpSpPr>
          <a:xfrm>
            <a:off x="4413119" y="2180891"/>
            <a:ext cx="424743" cy="448698"/>
            <a:chOff x="4368800" y="4398963"/>
            <a:chExt cx="731838" cy="773113"/>
          </a:xfrm>
        </p:grpSpPr>
        <p:sp>
          <p:nvSpPr>
            <p:cNvPr id="164" name="Freeform 81">
              <a:extLst>
                <a:ext uri="{FF2B5EF4-FFF2-40B4-BE49-F238E27FC236}">
                  <a16:creationId xmlns:a16="http://schemas.microsoft.com/office/drawing/2014/main" id="{0D8BDE1F-24CF-4CC0-9ADE-069DC95D22AE}"/>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82">
              <a:extLst>
                <a:ext uri="{FF2B5EF4-FFF2-40B4-BE49-F238E27FC236}">
                  <a16:creationId xmlns:a16="http://schemas.microsoft.com/office/drawing/2014/main" id="{AA130C32-BFE6-43B8-BF05-D577169A1C08}"/>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83">
              <a:extLst>
                <a:ext uri="{FF2B5EF4-FFF2-40B4-BE49-F238E27FC236}">
                  <a16:creationId xmlns:a16="http://schemas.microsoft.com/office/drawing/2014/main" id="{24C71CF7-46B3-49F3-BD6A-0D1D02AEE280}"/>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84">
              <a:extLst>
                <a:ext uri="{FF2B5EF4-FFF2-40B4-BE49-F238E27FC236}">
                  <a16:creationId xmlns:a16="http://schemas.microsoft.com/office/drawing/2014/main" id="{BE3F90B9-9458-4779-9E22-0CD190A65ECB}"/>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85">
              <a:extLst>
                <a:ext uri="{FF2B5EF4-FFF2-40B4-BE49-F238E27FC236}">
                  <a16:creationId xmlns:a16="http://schemas.microsoft.com/office/drawing/2014/main" id="{C44F1BDE-4E05-4CC4-9D6F-44E9DBEF90BD}"/>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86">
              <a:extLst>
                <a:ext uri="{FF2B5EF4-FFF2-40B4-BE49-F238E27FC236}">
                  <a16:creationId xmlns:a16="http://schemas.microsoft.com/office/drawing/2014/main" id="{7F159F29-D71D-40FB-86D5-70A28073E8B0}"/>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87">
              <a:extLst>
                <a:ext uri="{FF2B5EF4-FFF2-40B4-BE49-F238E27FC236}">
                  <a16:creationId xmlns:a16="http://schemas.microsoft.com/office/drawing/2014/main" id="{1787A8B3-23B7-4B44-9E22-6CBC88D53D43}"/>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88">
              <a:extLst>
                <a:ext uri="{FF2B5EF4-FFF2-40B4-BE49-F238E27FC236}">
                  <a16:creationId xmlns:a16="http://schemas.microsoft.com/office/drawing/2014/main" id="{5B5C4DC0-1F78-4185-9FBA-24C19F096F5A}"/>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Line 89">
              <a:extLst>
                <a:ext uri="{FF2B5EF4-FFF2-40B4-BE49-F238E27FC236}">
                  <a16:creationId xmlns:a16="http://schemas.microsoft.com/office/drawing/2014/main" id="{0F8979BB-9DD6-4396-9D25-E431296AA813}"/>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Line 90">
              <a:extLst>
                <a:ext uri="{FF2B5EF4-FFF2-40B4-BE49-F238E27FC236}">
                  <a16:creationId xmlns:a16="http://schemas.microsoft.com/office/drawing/2014/main" id="{0A4E81E9-CF6B-4FDF-B37B-7129A4B871F9}"/>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91">
              <a:extLst>
                <a:ext uri="{FF2B5EF4-FFF2-40B4-BE49-F238E27FC236}">
                  <a16:creationId xmlns:a16="http://schemas.microsoft.com/office/drawing/2014/main" id="{8C43591C-CAF1-4EC1-94A1-7004E80CCACD}"/>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92">
              <a:extLst>
                <a:ext uri="{FF2B5EF4-FFF2-40B4-BE49-F238E27FC236}">
                  <a16:creationId xmlns:a16="http://schemas.microsoft.com/office/drawing/2014/main" id="{32FFB4AE-F0E3-4F95-A796-A78E26B22B61}"/>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93">
              <a:extLst>
                <a:ext uri="{FF2B5EF4-FFF2-40B4-BE49-F238E27FC236}">
                  <a16:creationId xmlns:a16="http://schemas.microsoft.com/office/drawing/2014/main" id="{6D5F623F-6AC0-42A5-A1D4-05C3BFA72FA5}"/>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7" name="TextBox 176">
            <a:extLst>
              <a:ext uri="{FF2B5EF4-FFF2-40B4-BE49-F238E27FC236}">
                <a16:creationId xmlns:a16="http://schemas.microsoft.com/office/drawing/2014/main" id="{5C258448-F779-4D96-9EDD-09EAEA4C18AC}"/>
              </a:ext>
            </a:extLst>
          </p:cNvPr>
          <p:cNvSpPr txBox="1"/>
          <p:nvPr/>
        </p:nvSpPr>
        <p:spPr>
          <a:xfrm>
            <a:off x="838200" y="2275140"/>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1.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a:t>
            </a:r>
            <a:r>
              <a:rPr lang="en-US" sz="1600" kern="0" dirty="0" err="1"/>
              <a:t>massa</a:t>
            </a:r>
            <a:r>
              <a:rPr lang="en-US" sz="1600" kern="0" dirty="0"/>
              <a:t>.</a:t>
            </a:r>
          </a:p>
        </p:txBody>
      </p:sp>
      <p:sp>
        <p:nvSpPr>
          <p:cNvPr id="178" name="TextBox 177">
            <a:extLst>
              <a:ext uri="{FF2B5EF4-FFF2-40B4-BE49-F238E27FC236}">
                <a16:creationId xmlns:a16="http://schemas.microsoft.com/office/drawing/2014/main" id="{414C4F74-84B0-4689-BE14-31727964C767}"/>
              </a:ext>
            </a:extLst>
          </p:cNvPr>
          <p:cNvSpPr txBox="1"/>
          <p:nvPr/>
        </p:nvSpPr>
        <p:spPr>
          <a:xfrm>
            <a:off x="8215918" y="2275140"/>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2.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79" name="TextBox 178">
            <a:extLst>
              <a:ext uri="{FF2B5EF4-FFF2-40B4-BE49-F238E27FC236}">
                <a16:creationId xmlns:a16="http://schemas.microsoft.com/office/drawing/2014/main" id="{1A5A8734-9268-492C-A4E6-9C91F08D104A}"/>
              </a:ext>
            </a:extLst>
          </p:cNvPr>
          <p:cNvSpPr txBox="1"/>
          <p:nvPr/>
        </p:nvSpPr>
        <p:spPr>
          <a:xfrm>
            <a:off x="8215918" y="4256295"/>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3.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80" name="TextBox 179">
            <a:extLst>
              <a:ext uri="{FF2B5EF4-FFF2-40B4-BE49-F238E27FC236}">
                <a16:creationId xmlns:a16="http://schemas.microsoft.com/office/drawing/2014/main" id="{A8A12C20-07E3-4727-A36F-10EBA50C807B}"/>
              </a:ext>
            </a:extLst>
          </p:cNvPr>
          <p:cNvSpPr txBox="1"/>
          <p:nvPr/>
        </p:nvSpPr>
        <p:spPr>
          <a:xfrm>
            <a:off x="838200" y="4256295"/>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4"/>
                </a:solidFill>
              </a:rPr>
              <a:t>4.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custDataLst>
      <p:tags r:id="rId1"/>
    </p:custDataLst>
    <p:extLst>
      <p:ext uri="{BB962C8B-B14F-4D97-AF65-F5344CB8AC3E}">
        <p14:creationId xmlns:p14="http://schemas.microsoft.com/office/powerpoint/2010/main" val="201168178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01</a:t>
            </a:r>
          </a:p>
        </p:txBody>
      </p:sp>
      <p:grpSp>
        <p:nvGrpSpPr>
          <p:cNvPr id="4" name="Group 3">
            <a:extLst>
              <a:ext uri="{FF2B5EF4-FFF2-40B4-BE49-F238E27FC236}">
                <a16:creationId xmlns:a16="http://schemas.microsoft.com/office/drawing/2014/main" id="{6F73D906-7169-43F5-961C-A729166461CF}"/>
              </a:ext>
            </a:extLst>
          </p:cNvPr>
          <p:cNvGrpSpPr/>
          <p:nvPr/>
        </p:nvGrpSpPr>
        <p:grpSpPr>
          <a:xfrm>
            <a:off x="1668953" y="2540606"/>
            <a:ext cx="2716739" cy="2716739"/>
            <a:chOff x="3536735" y="2687470"/>
            <a:chExt cx="2041126" cy="2041126"/>
          </a:xfrm>
        </p:grpSpPr>
        <p:sp>
          <p:nvSpPr>
            <p:cNvPr id="323" name="Circle: Hollow 322"/>
            <p:cNvSpPr>
              <a:spLocks noChangeAspect="1"/>
            </p:cNvSpPr>
            <p:nvPr/>
          </p:nvSpPr>
          <p:spPr>
            <a:xfrm>
              <a:off x="369894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446977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446977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446977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446977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446977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446977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85088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 name="Group 4">
            <a:extLst>
              <a:ext uri="{FF2B5EF4-FFF2-40B4-BE49-F238E27FC236}">
                <a16:creationId xmlns:a16="http://schemas.microsoft.com/office/drawing/2014/main" id="{9EB98542-67A7-416D-B616-790924D83A03}"/>
              </a:ext>
            </a:extLst>
          </p:cNvPr>
          <p:cNvGrpSpPr/>
          <p:nvPr/>
        </p:nvGrpSpPr>
        <p:grpSpPr>
          <a:xfrm>
            <a:off x="3716967" y="2540606"/>
            <a:ext cx="2716739" cy="2716739"/>
            <a:chOff x="5075437" y="2687470"/>
            <a:chExt cx="2041126" cy="2041126"/>
          </a:xfrm>
        </p:grpSpPr>
        <p:sp>
          <p:nvSpPr>
            <p:cNvPr id="343" name="Circle: Hollow 342"/>
            <p:cNvSpPr>
              <a:spLocks noChangeAspect="1"/>
            </p:cNvSpPr>
            <p:nvPr/>
          </p:nvSpPr>
          <p:spPr>
            <a:xfrm>
              <a:off x="523764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600848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600848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600848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600848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600848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600848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538958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4B037893-13C0-480A-BA15-C4652365A194}"/>
              </a:ext>
            </a:extLst>
          </p:cNvPr>
          <p:cNvGrpSpPr/>
          <p:nvPr/>
        </p:nvGrpSpPr>
        <p:grpSpPr>
          <a:xfrm>
            <a:off x="5764979" y="2540606"/>
            <a:ext cx="2716739" cy="2716739"/>
            <a:chOff x="7812990" y="2540606"/>
            <a:chExt cx="2716739" cy="2716739"/>
          </a:xfrm>
        </p:grpSpPr>
        <p:sp>
          <p:nvSpPr>
            <p:cNvPr id="363" name="Circle: Hollow 362"/>
            <p:cNvSpPr>
              <a:spLocks noChangeAspect="1"/>
            </p:cNvSpPr>
            <p:nvPr/>
          </p:nvSpPr>
          <p:spPr>
            <a:xfrm>
              <a:off x="8028890" y="2756505"/>
              <a:ext cx="2284941" cy="2284941"/>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9054871" y="2540606"/>
              <a:ext cx="232978" cy="2716739"/>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9054871" y="2540606"/>
              <a:ext cx="232978" cy="2716739"/>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9054871" y="2540606"/>
              <a:ext cx="232978" cy="2716739"/>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9054871" y="2540606"/>
              <a:ext cx="232978" cy="2716739"/>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9054871" y="2540606"/>
              <a:ext cx="232978" cy="2716739"/>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9054871" y="2540606"/>
              <a:ext cx="232978" cy="2716739"/>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8234212" y="2961827"/>
              <a:ext cx="1874296" cy="187429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a:extLst>
              <a:ext uri="{FF2B5EF4-FFF2-40B4-BE49-F238E27FC236}">
                <a16:creationId xmlns:a16="http://schemas.microsoft.com/office/drawing/2014/main" id="{D6F61A3D-892C-43B2-8CFF-68C439E98160}"/>
              </a:ext>
            </a:extLst>
          </p:cNvPr>
          <p:cNvGrpSpPr/>
          <p:nvPr/>
        </p:nvGrpSpPr>
        <p:grpSpPr>
          <a:xfrm>
            <a:off x="7812990" y="2540606"/>
            <a:ext cx="2716739" cy="2716739"/>
            <a:chOff x="1668953" y="2540606"/>
            <a:chExt cx="2716739" cy="2716739"/>
          </a:xfrm>
        </p:grpSpPr>
        <p:grpSp>
          <p:nvGrpSpPr>
            <p:cNvPr id="153" name="Group 152"/>
            <p:cNvGrpSpPr/>
            <p:nvPr/>
          </p:nvGrpSpPr>
          <p:grpSpPr>
            <a:xfrm>
              <a:off x="2910834" y="2540606"/>
              <a:ext cx="232978" cy="2716739"/>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2" name="Circle: Hollow 151"/>
            <p:cNvSpPr>
              <a:spLocks noChangeAspect="1"/>
            </p:cNvSpPr>
            <p:nvPr/>
          </p:nvSpPr>
          <p:spPr>
            <a:xfrm>
              <a:off x="1884853" y="2756505"/>
              <a:ext cx="2284941" cy="2284941"/>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4" name="Group 153"/>
            <p:cNvGrpSpPr/>
            <p:nvPr/>
          </p:nvGrpSpPr>
          <p:grpSpPr>
            <a:xfrm rot="5400000">
              <a:off x="2910834" y="2540606"/>
              <a:ext cx="232978" cy="2716739"/>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910834" y="2540606"/>
              <a:ext cx="232978" cy="2716739"/>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910834" y="2540606"/>
              <a:ext cx="232978" cy="2716739"/>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910834" y="2540606"/>
              <a:ext cx="232978" cy="2716739"/>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910834" y="2540606"/>
              <a:ext cx="232978" cy="2716739"/>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2087086" y="2966437"/>
              <a:ext cx="1874296" cy="187429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2047275"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6140489"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8137837"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 name="Arc 405"/>
          <p:cNvSpPr/>
          <p:nvPr/>
        </p:nvSpPr>
        <p:spPr>
          <a:xfrm rot="10800000">
            <a:off x="4044622"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1500318" y="1372446"/>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1"/>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09" name="TextBox 408"/>
          <p:cNvSpPr txBox="1"/>
          <p:nvPr/>
        </p:nvSpPr>
        <p:spPr>
          <a:xfrm>
            <a:off x="5593717" y="1343068"/>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3"/>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15" name="TextBox 414"/>
          <p:cNvSpPr txBox="1"/>
          <p:nvPr/>
        </p:nvSpPr>
        <p:spPr>
          <a:xfrm>
            <a:off x="3541729" y="5514580"/>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2"/>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18" name="TextBox 417"/>
          <p:cNvSpPr txBox="1"/>
          <p:nvPr/>
        </p:nvSpPr>
        <p:spPr>
          <a:xfrm>
            <a:off x="7635130" y="5497885"/>
            <a:ext cx="3056555" cy="954107"/>
          </a:xfrm>
          <a:prstGeom prst="rect">
            <a:avLst/>
          </a:prstGeom>
          <a:noFill/>
        </p:spPr>
        <p:txBody>
          <a:bodyPr wrap="square" rtlCol="0">
            <a:spAutoFit/>
          </a:bodyPr>
          <a:lstStyle/>
          <a:p>
            <a:pPr lvl="0" algn="ctr">
              <a:defRPr/>
            </a:pPr>
            <a:r>
              <a:rPr lang="en-US" sz="1400" b="1" kern="0" dirty="0">
                <a:solidFill>
                  <a:schemeClr val="accent4"/>
                </a:solidFill>
              </a:rPr>
              <a:t>Lorem ipsum</a:t>
            </a:r>
            <a:endParaRPr lang="en-US" sz="1400" kern="0" dirty="0"/>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Tree>
    <p:custDataLst>
      <p:tags r:id="rId1"/>
    </p:custDataLst>
    <p:extLst>
      <p:ext uri="{BB962C8B-B14F-4D97-AF65-F5344CB8AC3E}">
        <p14:creationId xmlns:p14="http://schemas.microsoft.com/office/powerpoint/2010/main" val="92441921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9E521F-3C21-CB1D-E898-0D12A46439AB}"/>
              </a:ext>
            </a:extLst>
          </p:cNvPr>
          <p:cNvSpPr>
            <a:spLocks noGrp="1"/>
          </p:cNvSpPr>
          <p:nvPr>
            <p:ph type="title"/>
          </p:nvPr>
        </p:nvSpPr>
        <p:spPr>
          <a:xfrm>
            <a:off x="214184" y="13663"/>
            <a:ext cx="9728886" cy="678316"/>
          </a:xfrm>
        </p:spPr>
        <p:txBody>
          <a:bodyPr>
            <a:normAutofit/>
          </a:bodyPr>
          <a:lstStyle/>
          <a:p>
            <a:r>
              <a:rPr lang="en-US" dirty="0"/>
              <a:t>Funnel 2</a:t>
            </a:r>
          </a:p>
        </p:txBody>
      </p:sp>
      <p:grpSp>
        <p:nvGrpSpPr>
          <p:cNvPr id="3" name="Group 82">
            <a:extLst>
              <a:ext uri="{FF2B5EF4-FFF2-40B4-BE49-F238E27FC236}">
                <a16:creationId xmlns:a16="http://schemas.microsoft.com/office/drawing/2014/main" id="{BE6A8DB4-88FD-657F-BDB2-24AB366D0C35}"/>
              </a:ext>
            </a:extLst>
          </p:cNvPr>
          <p:cNvGrpSpPr/>
          <p:nvPr/>
        </p:nvGrpSpPr>
        <p:grpSpPr>
          <a:xfrm rot="10800000">
            <a:off x="7199887" y="2065616"/>
            <a:ext cx="1342983" cy="99597"/>
            <a:chOff x="3363295" y="2057938"/>
            <a:chExt cx="1587505" cy="117731"/>
          </a:xfrm>
        </p:grpSpPr>
        <p:sp>
          <p:nvSpPr>
            <p:cNvPr id="4" name="Oval 83">
              <a:extLst>
                <a:ext uri="{FF2B5EF4-FFF2-40B4-BE49-F238E27FC236}">
                  <a16:creationId xmlns:a16="http://schemas.microsoft.com/office/drawing/2014/main" id="{A5FBC91A-3DB3-2C0A-465A-C70470E6C24B}"/>
                </a:ext>
              </a:extLst>
            </p:cNvPr>
            <p:cNvSpPr/>
            <p:nvPr/>
          </p:nvSpPr>
          <p:spPr>
            <a:xfrm>
              <a:off x="3363295" y="2057938"/>
              <a:ext cx="117731" cy="117731"/>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Straight Arrow Connector 84">
              <a:extLst>
                <a:ext uri="{FF2B5EF4-FFF2-40B4-BE49-F238E27FC236}">
                  <a16:creationId xmlns:a16="http://schemas.microsoft.com/office/drawing/2014/main" id="{845360A1-E3F0-E31C-3F90-183AA67525B3}"/>
                </a:ext>
              </a:extLst>
            </p:cNvPr>
            <p:cNvCxnSpPr>
              <a:cxnSpLocks/>
              <a:stCxn id="4" idx="6"/>
            </p:cNvCxnSpPr>
            <p:nvPr/>
          </p:nvCxnSpPr>
          <p:spPr>
            <a:xfrm>
              <a:off x="3481026" y="2116804"/>
              <a:ext cx="1469774" cy="0"/>
            </a:xfrm>
            <a:prstGeom prst="straightConnector1">
              <a:avLst/>
            </a:prstGeom>
            <a:ln w="12700">
              <a:solidFill>
                <a:schemeClr val="accent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 name="Group 96">
            <a:extLst>
              <a:ext uri="{FF2B5EF4-FFF2-40B4-BE49-F238E27FC236}">
                <a16:creationId xmlns:a16="http://schemas.microsoft.com/office/drawing/2014/main" id="{65AE5C14-35F5-011B-14C4-E6FA638020A0}"/>
              </a:ext>
            </a:extLst>
          </p:cNvPr>
          <p:cNvGrpSpPr/>
          <p:nvPr/>
        </p:nvGrpSpPr>
        <p:grpSpPr>
          <a:xfrm rot="10800000">
            <a:off x="6527643" y="4590940"/>
            <a:ext cx="1557991" cy="81170"/>
            <a:chOff x="3363295" y="2057938"/>
            <a:chExt cx="2259749" cy="117731"/>
          </a:xfrm>
        </p:grpSpPr>
        <p:sp>
          <p:nvSpPr>
            <p:cNvPr id="7" name="Oval 97">
              <a:extLst>
                <a:ext uri="{FF2B5EF4-FFF2-40B4-BE49-F238E27FC236}">
                  <a16:creationId xmlns:a16="http://schemas.microsoft.com/office/drawing/2014/main" id="{ED355A90-0005-DABE-CEAB-A73430DA7B98}"/>
                </a:ext>
              </a:extLst>
            </p:cNvPr>
            <p:cNvSpPr/>
            <p:nvPr/>
          </p:nvSpPr>
          <p:spPr>
            <a:xfrm>
              <a:off x="3363295" y="2057938"/>
              <a:ext cx="117731" cy="117731"/>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 name="Straight Arrow Connector 98">
              <a:extLst>
                <a:ext uri="{FF2B5EF4-FFF2-40B4-BE49-F238E27FC236}">
                  <a16:creationId xmlns:a16="http://schemas.microsoft.com/office/drawing/2014/main" id="{6253F5EC-96AE-B99B-25CF-CDD8B8765176}"/>
                </a:ext>
              </a:extLst>
            </p:cNvPr>
            <p:cNvCxnSpPr>
              <a:cxnSpLocks/>
              <a:stCxn id="7" idx="6"/>
            </p:cNvCxnSpPr>
            <p:nvPr/>
          </p:nvCxnSpPr>
          <p:spPr>
            <a:xfrm>
              <a:off x="3481026" y="2116804"/>
              <a:ext cx="2142018" cy="0"/>
            </a:xfrm>
            <a:prstGeom prst="straightConnector1">
              <a:avLst/>
            </a:prstGeom>
            <a:ln w="127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 name="Group 153">
            <a:extLst>
              <a:ext uri="{FF2B5EF4-FFF2-40B4-BE49-F238E27FC236}">
                <a16:creationId xmlns:a16="http://schemas.microsoft.com/office/drawing/2014/main" id="{93291E56-2A5C-E486-5916-13ABFB457D1B}"/>
              </a:ext>
            </a:extLst>
          </p:cNvPr>
          <p:cNvGrpSpPr/>
          <p:nvPr/>
        </p:nvGrpSpPr>
        <p:grpSpPr>
          <a:xfrm>
            <a:off x="4509649" y="5595249"/>
            <a:ext cx="1484845" cy="70375"/>
            <a:chOff x="3363295" y="2057938"/>
            <a:chExt cx="2609055" cy="117731"/>
          </a:xfrm>
        </p:grpSpPr>
        <p:sp>
          <p:nvSpPr>
            <p:cNvPr id="10" name="Oval 154">
              <a:extLst>
                <a:ext uri="{FF2B5EF4-FFF2-40B4-BE49-F238E27FC236}">
                  <a16:creationId xmlns:a16="http://schemas.microsoft.com/office/drawing/2014/main" id="{F393DB49-EA64-24FD-2990-1A3BB59B89F7}"/>
                </a:ext>
              </a:extLst>
            </p:cNvPr>
            <p:cNvSpPr/>
            <p:nvPr/>
          </p:nvSpPr>
          <p:spPr>
            <a:xfrm>
              <a:off x="3363295" y="2057938"/>
              <a:ext cx="117731" cy="117731"/>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 name="Straight Arrow Connector 155">
              <a:extLst>
                <a:ext uri="{FF2B5EF4-FFF2-40B4-BE49-F238E27FC236}">
                  <a16:creationId xmlns:a16="http://schemas.microsoft.com/office/drawing/2014/main" id="{BD564BE6-61D6-BD68-95A7-3321D5B47158}"/>
                </a:ext>
              </a:extLst>
            </p:cNvPr>
            <p:cNvCxnSpPr>
              <a:cxnSpLocks/>
              <a:stCxn id="10" idx="6"/>
            </p:cNvCxnSpPr>
            <p:nvPr/>
          </p:nvCxnSpPr>
          <p:spPr>
            <a:xfrm>
              <a:off x="3481026" y="2116804"/>
              <a:ext cx="2491324" cy="0"/>
            </a:xfrm>
            <a:prstGeom prst="straightConnector1">
              <a:avLst/>
            </a:prstGeom>
            <a:ln w="12700">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2" name="Triangle isocèle 46">
            <a:extLst>
              <a:ext uri="{FF2B5EF4-FFF2-40B4-BE49-F238E27FC236}">
                <a16:creationId xmlns:a16="http://schemas.microsoft.com/office/drawing/2014/main" id="{63136CA4-90E8-2624-1034-D379A8CB8131}"/>
              </a:ext>
            </a:extLst>
          </p:cNvPr>
          <p:cNvSpPr/>
          <p:nvPr/>
        </p:nvSpPr>
        <p:spPr>
          <a:xfrm flipH="1" flipV="1">
            <a:off x="4234647" y="1411450"/>
            <a:ext cx="3710866" cy="4795313"/>
          </a:xfrm>
          <a:prstGeom prst="triangl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reeform: Shape 67">
            <a:extLst>
              <a:ext uri="{FF2B5EF4-FFF2-40B4-BE49-F238E27FC236}">
                <a16:creationId xmlns:a16="http://schemas.microsoft.com/office/drawing/2014/main" id="{CE43CF86-F950-8BBE-8730-C2C1F8FD730A}"/>
              </a:ext>
            </a:extLst>
          </p:cNvPr>
          <p:cNvSpPr/>
          <p:nvPr/>
        </p:nvSpPr>
        <p:spPr>
          <a:xfrm>
            <a:off x="5630078" y="4899782"/>
            <a:ext cx="920008" cy="435005"/>
          </a:xfrm>
          <a:custGeom>
            <a:avLst/>
            <a:gdLst>
              <a:gd name="connsiteX0" fmla="*/ 460003 w 920008"/>
              <a:gd name="connsiteY0" fmla="*/ 0 h 435005"/>
              <a:gd name="connsiteX1" fmla="*/ 717332 w 920008"/>
              <a:gd name="connsiteY1" fmla="*/ 37146 h 435005"/>
              <a:gd name="connsiteX2" fmla="*/ 738965 w 920008"/>
              <a:gd name="connsiteY2" fmla="*/ 45582 h 435005"/>
              <a:gd name="connsiteX3" fmla="*/ 738967 w 920008"/>
              <a:gd name="connsiteY3" fmla="*/ 45581 h 435005"/>
              <a:gd name="connsiteX4" fmla="*/ 785447 w 920008"/>
              <a:gd name="connsiteY4" fmla="*/ 63704 h 435005"/>
              <a:gd name="connsiteX5" fmla="*/ 910899 w 920008"/>
              <a:gd name="connsiteY5" fmla="*/ 173667 h 435005"/>
              <a:gd name="connsiteX6" fmla="*/ 920008 w 920008"/>
              <a:gd name="connsiteY6" fmla="*/ 216365 h 435005"/>
              <a:gd name="connsiteX7" fmla="*/ 892517 w 920008"/>
              <a:gd name="connsiteY7" fmla="*/ 289322 h 435005"/>
              <a:gd name="connsiteX8" fmla="*/ 884081 w 920008"/>
              <a:gd name="connsiteY8" fmla="*/ 302164 h 435005"/>
              <a:gd name="connsiteX9" fmla="*/ 460003 w 920008"/>
              <a:gd name="connsiteY9" fmla="*/ 435005 h 435005"/>
              <a:gd name="connsiteX10" fmla="*/ 35925 w 920008"/>
              <a:gd name="connsiteY10" fmla="*/ 302164 h 435005"/>
              <a:gd name="connsiteX11" fmla="*/ 27494 w 920008"/>
              <a:gd name="connsiteY11" fmla="*/ 289329 h 435005"/>
              <a:gd name="connsiteX12" fmla="*/ 0 w 920008"/>
              <a:gd name="connsiteY12" fmla="*/ 216362 h 435005"/>
              <a:gd name="connsiteX13" fmla="*/ 9107 w 920008"/>
              <a:gd name="connsiteY13" fmla="*/ 173667 h 435005"/>
              <a:gd name="connsiteX14" fmla="*/ 134559 w 920008"/>
              <a:gd name="connsiteY14" fmla="*/ 63704 h 435005"/>
              <a:gd name="connsiteX15" fmla="*/ 181040 w 920008"/>
              <a:gd name="connsiteY15" fmla="*/ 45581 h 435005"/>
              <a:gd name="connsiteX16" fmla="*/ 181042 w 920008"/>
              <a:gd name="connsiteY16" fmla="*/ 45582 h 435005"/>
              <a:gd name="connsiteX17" fmla="*/ 202675 w 920008"/>
              <a:gd name="connsiteY17" fmla="*/ 37146 h 435005"/>
              <a:gd name="connsiteX18" fmla="*/ 460003 w 920008"/>
              <a:gd name="connsiteY18" fmla="*/ 0 h 4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0008" h="435005">
                <a:moveTo>
                  <a:pt x="460003" y="0"/>
                </a:moveTo>
                <a:cubicBezTo>
                  <a:pt x="555323" y="0"/>
                  <a:pt x="643876" y="13694"/>
                  <a:pt x="717332" y="37146"/>
                </a:cubicBezTo>
                <a:lnTo>
                  <a:pt x="738965" y="45582"/>
                </a:lnTo>
                <a:lnTo>
                  <a:pt x="738967" y="45581"/>
                </a:lnTo>
                <a:lnTo>
                  <a:pt x="785447" y="63704"/>
                </a:lnTo>
                <a:cubicBezTo>
                  <a:pt x="847913" y="93224"/>
                  <a:pt x="892507" y="131191"/>
                  <a:pt x="910899" y="173667"/>
                </a:cubicBezTo>
                <a:lnTo>
                  <a:pt x="920008" y="216365"/>
                </a:lnTo>
                <a:lnTo>
                  <a:pt x="892517" y="289322"/>
                </a:lnTo>
                <a:lnTo>
                  <a:pt x="884081" y="302164"/>
                </a:lnTo>
                <a:cubicBezTo>
                  <a:pt x="814212" y="380230"/>
                  <a:pt x="650643" y="435005"/>
                  <a:pt x="460003" y="435005"/>
                </a:cubicBezTo>
                <a:cubicBezTo>
                  <a:pt x="269363" y="435005"/>
                  <a:pt x="105794" y="380230"/>
                  <a:pt x="35925" y="302164"/>
                </a:cubicBezTo>
                <a:lnTo>
                  <a:pt x="27494" y="289329"/>
                </a:lnTo>
                <a:lnTo>
                  <a:pt x="0" y="216362"/>
                </a:lnTo>
                <a:lnTo>
                  <a:pt x="9107" y="173667"/>
                </a:lnTo>
                <a:cubicBezTo>
                  <a:pt x="27500" y="131191"/>
                  <a:pt x="72093" y="93224"/>
                  <a:pt x="134559" y="63704"/>
                </a:cubicBezTo>
                <a:lnTo>
                  <a:pt x="181040" y="45581"/>
                </a:lnTo>
                <a:lnTo>
                  <a:pt x="181042" y="45582"/>
                </a:lnTo>
                <a:lnTo>
                  <a:pt x="202675" y="37146"/>
                </a:lnTo>
                <a:cubicBezTo>
                  <a:pt x="276131" y="13694"/>
                  <a:pt x="364683" y="0"/>
                  <a:pt x="460003" y="0"/>
                </a:cubicBezTo>
                <a:close/>
              </a:path>
            </a:pathLst>
          </a:custGeom>
          <a:gradFill flip="none" rotWithShape="1">
            <a:gsLst>
              <a:gs pos="0">
                <a:schemeClr val="accent1"/>
              </a:gs>
              <a:gs pos="78000">
                <a:schemeClr val="accent1">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Freeform: Shape 110">
            <a:extLst>
              <a:ext uri="{FF2B5EF4-FFF2-40B4-BE49-F238E27FC236}">
                <a16:creationId xmlns:a16="http://schemas.microsoft.com/office/drawing/2014/main" id="{BAC5CC6A-806D-C23B-852C-4F586158A6DC}"/>
              </a:ext>
            </a:extLst>
          </p:cNvPr>
          <p:cNvSpPr/>
          <p:nvPr/>
        </p:nvSpPr>
        <p:spPr>
          <a:xfrm>
            <a:off x="5657573" y="5189104"/>
            <a:ext cx="865023" cy="1017665"/>
          </a:xfrm>
          <a:custGeom>
            <a:avLst/>
            <a:gdLst>
              <a:gd name="connsiteX0" fmla="*/ 865023 w 865023"/>
              <a:gd name="connsiteY0" fmla="*/ 0 h 1017665"/>
              <a:gd name="connsiteX1" fmla="*/ 560821 w 865023"/>
              <a:gd name="connsiteY1" fmla="*/ 807308 h 1017665"/>
              <a:gd name="connsiteX2" fmla="*/ 499097 w 865023"/>
              <a:gd name="connsiteY2" fmla="*/ 971115 h 1017665"/>
              <a:gd name="connsiteX3" fmla="*/ 499096 w 865023"/>
              <a:gd name="connsiteY3" fmla="*/ 971115 h 1017665"/>
              <a:gd name="connsiteX4" fmla="*/ 497429 w 865023"/>
              <a:gd name="connsiteY4" fmla="*/ 975539 h 1017665"/>
              <a:gd name="connsiteX5" fmla="*/ 483176 w 865023"/>
              <a:gd name="connsiteY5" fmla="*/ 996677 h 1017665"/>
              <a:gd name="connsiteX6" fmla="*/ 432507 w 865023"/>
              <a:gd name="connsiteY6" fmla="*/ 1017665 h 1017665"/>
              <a:gd name="connsiteX7" fmla="*/ 381838 w 865023"/>
              <a:gd name="connsiteY7" fmla="*/ 996677 h 1017665"/>
              <a:gd name="connsiteX8" fmla="*/ 367595 w 865023"/>
              <a:gd name="connsiteY8" fmla="*/ 975552 h 1017665"/>
              <a:gd name="connsiteX9" fmla="*/ 365914 w 865023"/>
              <a:gd name="connsiteY9" fmla="*/ 971091 h 1017665"/>
              <a:gd name="connsiteX10" fmla="*/ 0 w 865023"/>
              <a:gd name="connsiteY10" fmla="*/ 7 h 1017665"/>
              <a:gd name="connsiteX11" fmla="*/ 3 w 865023"/>
              <a:gd name="connsiteY11" fmla="*/ 11 h 1017665"/>
              <a:gd name="connsiteX12" fmla="*/ 8431 w 865023"/>
              <a:gd name="connsiteY12" fmla="*/ 12842 h 1017665"/>
              <a:gd name="connsiteX13" fmla="*/ 432509 w 865023"/>
              <a:gd name="connsiteY13" fmla="*/ 145683 h 1017665"/>
              <a:gd name="connsiteX14" fmla="*/ 856587 w 865023"/>
              <a:gd name="connsiteY14" fmla="*/ 12842 h 1017665"/>
              <a:gd name="connsiteX15" fmla="*/ 865022 w 865023"/>
              <a:gd name="connsiteY15" fmla="*/ 2 h 101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5023" h="1017665">
                <a:moveTo>
                  <a:pt x="865023" y="0"/>
                </a:moveTo>
                <a:lnTo>
                  <a:pt x="560821" y="807308"/>
                </a:lnTo>
                <a:lnTo>
                  <a:pt x="499097" y="971115"/>
                </a:lnTo>
                <a:lnTo>
                  <a:pt x="499096" y="971115"/>
                </a:lnTo>
                <a:lnTo>
                  <a:pt x="497429" y="975539"/>
                </a:lnTo>
                <a:lnTo>
                  <a:pt x="483176" y="996677"/>
                </a:lnTo>
                <a:cubicBezTo>
                  <a:pt x="470209" y="1009645"/>
                  <a:pt x="452295" y="1017665"/>
                  <a:pt x="432507" y="1017665"/>
                </a:cubicBezTo>
                <a:cubicBezTo>
                  <a:pt x="412720" y="1017665"/>
                  <a:pt x="394805" y="1009645"/>
                  <a:pt x="381838" y="996677"/>
                </a:cubicBezTo>
                <a:lnTo>
                  <a:pt x="367595" y="975552"/>
                </a:lnTo>
                <a:lnTo>
                  <a:pt x="365914" y="971091"/>
                </a:lnTo>
                <a:lnTo>
                  <a:pt x="0" y="7"/>
                </a:lnTo>
                <a:lnTo>
                  <a:pt x="3" y="11"/>
                </a:lnTo>
                <a:lnTo>
                  <a:pt x="8431" y="12842"/>
                </a:lnTo>
                <a:cubicBezTo>
                  <a:pt x="78300" y="90908"/>
                  <a:pt x="241869" y="145683"/>
                  <a:pt x="432509" y="145683"/>
                </a:cubicBezTo>
                <a:cubicBezTo>
                  <a:pt x="623149" y="145683"/>
                  <a:pt x="786718" y="90908"/>
                  <a:pt x="856587" y="12842"/>
                </a:cubicBezTo>
                <a:lnTo>
                  <a:pt x="865022" y="2"/>
                </a:lnTo>
                <a:close/>
              </a:path>
            </a:pathLst>
          </a:custGeom>
          <a:gradFill flip="none" rotWithShape="1">
            <a:gsLst>
              <a:gs pos="46000">
                <a:schemeClr val="accent1">
                  <a:lumMod val="75000"/>
                </a:schemeClr>
              </a:gs>
              <a:gs pos="78000">
                <a:schemeClr val="accent1">
                  <a:lumMod val="50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Freeform: Shape 93">
            <a:extLst>
              <a:ext uri="{FF2B5EF4-FFF2-40B4-BE49-F238E27FC236}">
                <a16:creationId xmlns:a16="http://schemas.microsoft.com/office/drawing/2014/main" id="{6D2B12C3-FA92-C86D-EB16-BF1C9AE0453F}"/>
              </a:ext>
            </a:extLst>
          </p:cNvPr>
          <p:cNvSpPr/>
          <p:nvPr/>
        </p:nvSpPr>
        <p:spPr>
          <a:xfrm>
            <a:off x="5154762" y="3661373"/>
            <a:ext cx="1870640" cy="435006"/>
          </a:xfrm>
          <a:custGeom>
            <a:avLst/>
            <a:gdLst>
              <a:gd name="connsiteX0" fmla="*/ 935320 w 1870640"/>
              <a:gd name="connsiteY0" fmla="*/ 0 h 435006"/>
              <a:gd name="connsiteX1" fmla="*/ 1461691 w 1870640"/>
              <a:gd name="connsiteY1" fmla="*/ 37146 h 435006"/>
              <a:gd name="connsiteX2" fmla="*/ 1486139 w 1870640"/>
              <a:gd name="connsiteY2" fmla="*/ 41806 h 435006"/>
              <a:gd name="connsiteX3" fmla="*/ 1601022 w 1870640"/>
              <a:gd name="connsiteY3" fmla="*/ 63705 h 435006"/>
              <a:gd name="connsiteX4" fmla="*/ 1857638 w 1870640"/>
              <a:gd name="connsiteY4" fmla="*/ 173668 h 435006"/>
              <a:gd name="connsiteX5" fmla="*/ 1870640 w 1870640"/>
              <a:gd name="connsiteY5" fmla="*/ 193351 h 435006"/>
              <a:gd name="connsiteX6" fmla="*/ 1838564 w 1870640"/>
              <a:gd name="connsiteY6" fmla="*/ 278476 h 435006"/>
              <a:gd name="connsiteX7" fmla="*/ 1834440 w 1870640"/>
              <a:gd name="connsiteY7" fmla="*/ 282182 h 435006"/>
              <a:gd name="connsiteX8" fmla="*/ 935320 w 1870640"/>
              <a:gd name="connsiteY8" fmla="*/ 435006 h 435006"/>
              <a:gd name="connsiteX9" fmla="*/ 36200 w 1870640"/>
              <a:gd name="connsiteY9" fmla="*/ 282182 h 435006"/>
              <a:gd name="connsiteX10" fmla="*/ 32076 w 1870640"/>
              <a:gd name="connsiteY10" fmla="*/ 278476 h 435006"/>
              <a:gd name="connsiteX11" fmla="*/ 0 w 1870640"/>
              <a:gd name="connsiteY11" fmla="*/ 193351 h 435006"/>
              <a:gd name="connsiteX12" fmla="*/ 13002 w 1870640"/>
              <a:gd name="connsiteY12" fmla="*/ 173668 h 435006"/>
              <a:gd name="connsiteX13" fmla="*/ 269618 w 1870640"/>
              <a:gd name="connsiteY13" fmla="*/ 63705 h 435006"/>
              <a:gd name="connsiteX14" fmla="*/ 384501 w 1870640"/>
              <a:gd name="connsiteY14" fmla="*/ 41806 h 435006"/>
              <a:gd name="connsiteX15" fmla="*/ 408949 w 1870640"/>
              <a:gd name="connsiteY15" fmla="*/ 37146 h 435006"/>
              <a:gd name="connsiteX16" fmla="*/ 935320 w 1870640"/>
              <a:gd name="connsiteY16"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70640" h="435006">
                <a:moveTo>
                  <a:pt x="935320" y="0"/>
                </a:moveTo>
                <a:cubicBezTo>
                  <a:pt x="1130300" y="0"/>
                  <a:pt x="1311436" y="13694"/>
                  <a:pt x="1461691" y="37146"/>
                </a:cubicBezTo>
                <a:lnTo>
                  <a:pt x="1486139" y="41806"/>
                </a:lnTo>
                <a:lnTo>
                  <a:pt x="1601022" y="63705"/>
                </a:lnTo>
                <a:cubicBezTo>
                  <a:pt x="1728798" y="93225"/>
                  <a:pt x="1820016" y="131191"/>
                  <a:pt x="1857638" y="173668"/>
                </a:cubicBezTo>
                <a:lnTo>
                  <a:pt x="1870640" y="193351"/>
                </a:lnTo>
                <a:lnTo>
                  <a:pt x="1838564" y="278476"/>
                </a:lnTo>
                <a:lnTo>
                  <a:pt x="1834440" y="282182"/>
                </a:lnTo>
                <a:cubicBezTo>
                  <a:pt x="1715242" y="370721"/>
                  <a:pt x="1357776" y="435006"/>
                  <a:pt x="935320" y="435006"/>
                </a:cubicBezTo>
                <a:cubicBezTo>
                  <a:pt x="512864" y="435006"/>
                  <a:pt x="155398" y="370721"/>
                  <a:pt x="36200" y="282182"/>
                </a:cubicBezTo>
                <a:lnTo>
                  <a:pt x="32076" y="278476"/>
                </a:lnTo>
                <a:lnTo>
                  <a:pt x="0" y="193351"/>
                </a:lnTo>
                <a:lnTo>
                  <a:pt x="13002" y="173668"/>
                </a:lnTo>
                <a:cubicBezTo>
                  <a:pt x="50624" y="131191"/>
                  <a:pt x="141842" y="93225"/>
                  <a:pt x="269618" y="63705"/>
                </a:cubicBezTo>
                <a:lnTo>
                  <a:pt x="384501" y="41806"/>
                </a:lnTo>
                <a:lnTo>
                  <a:pt x="408949" y="37146"/>
                </a:lnTo>
                <a:cubicBezTo>
                  <a:pt x="559205" y="13694"/>
                  <a:pt x="740340" y="0"/>
                  <a:pt x="935320" y="0"/>
                </a:cubicBezTo>
                <a:close/>
              </a:path>
            </a:pathLst>
          </a:custGeom>
          <a:gradFill flip="none" rotWithShape="1">
            <a:gsLst>
              <a:gs pos="0">
                <a:schemeClr val="accent2"/>
              </a:gs>
              <a:gs pos="78000">
                <a:schemeClr val="accent2">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Freeform: Shape 105">
            <a:extLst>
              <a:ext uri="{FF2B5EF4-FFF2-40B4-BE49-F238E27FC236}">
                <a16:creationId xmlns:a16="http://schemas.microsoft.com/office/drawing/2014/main" id="{7631A67E-4F09-0783-5840-E6DD0763A223}"/>
              </a:ext>
            </a:extLst>
          </p:cNvPr>
          <p:cNvSpPr/>
          <p:nvPr/>
        </p:nvSpPr>
        <p:spPr>
          <a:xfrm>
            <a:off x="5186837" y="3939848"/>
            <a:ext cx="1806488" cy="1031410"/>
          </a:xfrm>
          <a:custGeom>
            <a:avLst/>
            <a:gdLst>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903243 w 1806488"/>
              <a:gd name="connsiteY15" fmla="*/ 959933 h 1031410"/>
              <a:gd name="connsiteX16" fmla="*/ 645915 w 1806488"/>
              <a:gd name="connsiteY16" fmla="*/ 997079 h 1031410"/>
              <a:gd name="connsiteX17" fmla="*/ 624280 w 1806488"/>
              <a:gd name="connsiteY17" fmla="*/ 1005515 h 1031410"/>
              <a:gd name="connsiteX18" fmla="*/ 566961 w 1806488"/>
              <a:gd name="connsiteY18" fmla="*/ 994264 h 1031410"/>
              <a:gd name="connsiteX19" fmla="*/ 349050 w 1806488"/>
              <a:gd name="connsiteY19" fmla="*/ 898569 h 1031410"/>
              <a:gd name="connsiteX20" fmla="*/ 330404 w 1806488"/>
              <a:gd name="connsiteY20" fmla="*/ 876848 h 1031410"/>
              <a:gd name="connsiteX21" fmla="*/ 303869 w 1806488"/>
              <a:gd name="connsiteY21" fmla="*/ 806427 h 1031410"/>
              <a:gd name="connsiteX22" fmla="*/ 314003 w 1806488"/>
              <a:gd name="connsiteY22" fmla="*/ 770072 h 1031410"/>
              <a:gd name="connsiteX23" fmla="*/ 903243 w 1806488"/>
              <a:gd name="connsiteY23" fmla="*/ 596404 h 1031410"/>
              <a:gd name="connsiteX24" fmla="*/ 0 w 1806488"/>
              <a:gd name="connsiteY24" fmla="*/ 0 h 1031410"/>
              <a:gd name="connsiteX25" fmla="*/ 4124 w 1806488"/>
              <a:gd name="connsiteY25" fmla="*/ 3706 h 1031410"/>
              <a:gd name="connsiteX26" fmla="*/ 903244 w 1806488"/>
              <a:gd name="connsiteY26" fmla="*/ 156530 h 1031410"/>
              <a:gd name="connsiteX27" fmla="*/ 1802364 w 1806488"/>
              <a:gd name="connsiteY27" fmla="*/ 3706 h 1031410"/>
              <a:gd name="connsiteX28" fmla="*/ 1806488 w 1806488"/>
              <a:gd name="connsiteY28" fmla="*/ 0 h 1031410"/>
              <a:gd name="connsiteX29" fmla="*/ 1502618 w 1806488"/>
              <a:gd name="connsiteY29" fmla="*/ 806429 h 1031410"/>
              <a:gd name="connsiteX30" fmla="*/ 1492483 w 1806488"/>
              <a:gd name="connsiteY30" fmla="*/ 770071 h 1031410"/>
              <a:gd name="connsiteX31" fmla="*/ 903243 w 1806488"/>
              <a:gd name="connsiteY31" fmla="*/ 596403 h 1031410"/>
              <a:gd name="connsiteX32" fmla="*/ 314003 w 1806488"/>
              <a:gd name="connsiteY32" fmla="*/ 770071 h 1031410"/>
              <a:gd name="connsiteX33" fmla="*/ 303869 w 1806488"/>
              <a:gd name="connsiteY33" fmla="*/ 806426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645915 w 1806488"/>
              <a:gd name="connsiteY15" fmla="*/ 997079 h 1031410"/>
              <a:gd name="connsiteX16" fmla="*/ 624280 w 1806488"/>
              <a:gd name="connsiteY16" fmla="*/ 1005515 h 1031410"/>
              <a:gd name="connsiteX17" fmla="*/ 566961 w 1806488"/>
              <a:gd name="connsiteY17" fmla="*/ 994264 h 1031410"/>
              <a:gd name="connsiteX18" fmla="*/ 349050 w 1806488"/>
              <a:gd name="connsiteY18" fmla="*/ 898569 h 1031410"/>
              <a:gd name="connsiteX19" fmla="*/ 330404 w 1806488"/>
              <a:gd name="connsiteY19" fmla="*/ 876848 h 1031410"/>
              <a:gd name="connsiteX20" fmla="*/ 303869 w 1806488"/>
              <a:gd name="connsiteY20" fmla="*/ 806427 h 1031410"/>
              <a:gd name="connsiteX21" fmla="*/ 314003 w 1806488"/>
              <a:gd name="connsiteY21" fmla="*/ 770072 h 1031410"/>
              <a:gd name="connsiteX22" fmla="*/ 903243 w 1806488"/>
              <a:gd name="connsiteY22" fmla="*/ 596404 h 1031410"/>
              <a:gd name="connsiteX23" fmla="*/ 0 w 1806488"/>
              <a:gd name="connsiteY23" fmla="*/ 0 h 1031410"/>
              <a:gd name="connsiteX24" fmla="*/ 4124 w 1806488"/>
              <a:gd name="connsiteY24" fmla="*/ 3706 h 1031410"/>
              <a:gd name="connsiteX25" fmla="*/ 903244 w 1806488"/>
              <a:gd name="connsiteY25" fmla="*/ 156530 h 1031410"/>
              <a:gd name="connsiteX26" fmla="*/ 1802364 w 1806488"/>
              <a:gd name="connsiteY26" fmla="*/ 3706 h 1031410"/>
              <a:gd name="connsiteX27" fmla="*/ 1806488 w 1806488"/>
              <a:gd name="connsiteY27" fmla="*/ 0 h 1031410"/>
              <a:gd name="connsiteX28" fmla="*/ 1502618 w 1806488"/>
              <a:gd name="connsiteY28" fmla="*/ 806429 h 1031410"/>
              <a:gd name="connsiteX29" fmla="*/ 1492483 w 1806488"/>
              <a:gd name="connsiteY29" fmla="*/ 770071 h 1031410"/>
              <a:gd name="connsiteX30" fmla="*/ 903243 w 1806488"/>
              <a:gd name="connsiteY30" fmla="*/ 596403 h 1031410"/>
              <a:gd name="connsiteX31" fmla="*/ 314003 w 1806488"/>
              <a:gd name="connsiteY31" fmla="*/ 770071 h 1031410"/>
              <a:gd name="connsiteX32" fmla="*/ 303869 w 1806488"/>
              <a:gd name="connsiteY32" fmla="*/ 806426 h 1031410"/>
              <a:gd name="connsiteX33" fmla="*/ 0 w 1806488"/>
              <a:gd name="connsiteY33"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645915 w 1806488"/>
              <a:gd name="connsiteY14" fmla="*/ 997079 h 1031410"/>
              <a:gd name="connsiteX15" fmla="*/ 624280 w 1806488"/>
              <a:gd name="connsiteY15" fmla="*/ 1005515 h 1031410"/>
              <a:gd name="connsiteX16" fmla="*/ 566961 w 1806488"/>
              <a:gd name="connsiteY16" fmla="*/ 994264 h 1031410"/>
              <a:gd name="connsiteX17" fmla="*/ 349050 w 1806488"/>
              <a:gd name="connsiteY17" fmla="*/ 898569 h 1031410"/>
              <a:gd name="connsiteX18" fmla="*/ 330404 w 1806488"/>
              <a:gd name="connsiteY18" fmla="*/ 876848 h 1031410"/>
              <a:gd name="connsiteX19" fmla="*/ 303869 w 1806488"/>
              <a:gd name="connsiteY19" fmla="*/ 806427 h 1031410"/>
              <a:gd name="connsiteX20" fmla="*/ 314003 w 1806488"/>
              <a:gd name="connsiteY20" fmla="*/ 770072 h 1031410"/>
              <a:gd name="connsiteX21" fmla="*/ 903243 w 1806488"/>
              <a:gd name="connsiteY21" fmla="*/ 596404 h 1031410"/>
              <a:gd name="connsiteX22" fmla="*/ 0 w 1806488"/>
              <a:gd name="connsiteY22" fmla="*/ 0 h 1031410"/>
              <a:gd name="connsiteX23" fmla="*/ 4124 w 1806488"/>
              <a:gd name="connsiteY23" fmla="*/ 3706 h 1031410"/>
              <a:gd name="connsiteX24" fmla="*/ 903244 w 1806488"/>
              <a:gd name="connsiteY24" fmla="*/ 156530 h 1031410"/>
              <a:gd name="connsiteX25" fmla="*/ 1802364 w 1806488"/>
              <a:gd name="connsiteY25" fmla="*/ 3706 h 1031410"/>
              <a:gd name="connsiteX26" fmla="*/ 1806488 w 1806488"/>
              <a:gd name="connsiteY26" fmla="*/ 0 h 1031410"/>
              <a:gd name="connsiteX27" fmla="*/ 1502618 w 1806488"/>
              <a:gd name="connsiteY27" fmla="*/ 806429 h 1031410"/>
              <a:gd name="connsiteX28" fmla="*/ 1492483 w 1806488"/>
              <a:gd name="connsiteY28" fmla="*/ 770071 h 1031410"/>
              <a:gd name="connsiteX29" fmla="*/ 903243 w 1806488"/>
              <a:gd name="connsiteY29" fmla="*/ 596403 h 1031410"/>
              <a:gd name="connsiteX30" fmla="*/ 314003 w 1806488"/>
              <a:gd name="connsiteY30" fmla="*/ 770071 h 1031410"/>
              <a:gd name="connsiteX31" fmla="*/ 303869 w 1806488"/>
              <a:gd name="connsiteY31" fmla="*/ 806426 h 1031410"/>
              <a:gd name="connsiteX32" fmla="*/ 0 w 1806488"/>
              <a:gd name="connsiteY32"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645915 w 1806488"/>
              <a:gd name="connsiteY13" fmla="*/ 997079 h 1031410"/>
              <a:gd name="connsiteX14" fmla="*/ 624280 w 1806488"/>
              <a:gd name="connsiteY14" fmla="*/ 1005515 h 1031410"/>
              <a:gd name="connsiteX15" fmla="*/ 566961 w 1806488"/>
              <a:gd name="connsiteY15" fmla="*/ 994264 h 1031410"/>
              <a:gd name="connsiteX16" fmla="*/ 349050 w 1806488"/>
              <a:gd name="connsiteY16" fmla="*/ 898569 h 1031410"/>
              <a:gd name="connsiteX17" fmla="*/ 330404 w 1806488"/>
              <a:gd name="connsiteY17" fmla="*/ 876848 h 1031410"/>
              <a:gd name="connsiteX18" fmla="*/ 303869 w 1806488"/>
              <a:gd name="connsiteY18" fmla="*/ 806427 h 1031410"/>
              <a:gd name="connsiteX19" fmla="*/ 314003 w 1806488"/>
              <a:gd name="connsiteY19" fmla="*/ 770072 h 1031410"/>
              <a:gd name="connsiteX20" fmla="*/ 903243 w 1806488"/>
              <a:gd name="connsiteY20" fmla="*/ 596404 h 1031410"/>
              <a:gd name="connsiteX21" fmla="*/ 0 w 1806488"/>
              <a:gd name="connsiteY21" fmla="*/ 0 h 1031410"/>
              <a:gd name="connsiteX22" fmla="*/ 4124 w 1806488"/>
              <a:gd name="connsiteY22" fmla="*/ 3706 h 1031410"/>
              <a:gd name="connsiteX23" fmla="*/ 903244 w 1806488"/>
              <a:gd name="connsiteY23" fmla="*/ 156530 h 1031410"/>
              <a:gd name="connsiteX24" fmla="*/ 1802364 w 1806488"/>
              <a:gd name="connsiteY24" fmla="*/ 3706 h 1031410"/>
              <a:gd name="connsiteX25" fmla="*/ 1806488 w 1806488"/>
              <a:gd name="connsiteY25" fmla="*/ 0 h 1031410"/>
              <a:gd name="connsiteX26" fmla="*/ 1502618 w 1806488"/>
              <a:gd name="connsiteY26" fmla="*/ 806429 h 1031410"/>
              <a:gd name="connsiteX27" fmla="*/ 1492483 w 1806488"/>
              <a:gd name="connsiteY27" fmla="*/ 770071 h 1031410"/>
              <a:gd name="connsiteX28" fmla="*/ 903243 w 1806488"/>
              <a:gd name="connsiteY28" fmla="*/ 596403 h 1031410"/>
              <a:gd name="connsiteX29" fmla="*/ 314003 w 1806488"/>
              <a:gd name="connsiteY29" fmla="*/ 770071 h 1031410"/>
              <a:gd name="connsiteX30" fmla="*/ 303869 w 1806488"/>
              <a:gd name="connsiteY30" fmla="*/ 806426 h 1031410"/>
              <a:gd name="connsiteX31" fmla="*/ 0 w 1806488"/>
              <a:gd name="connsiteY31" fmla="*/ 0 h 103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6488" h="1031410">
                <a:moveTo>
                  <a:pt x="903243" y="596404"/>
                </a:moveTo>
                <a:cubicBezTo>
                  <a:pt x="1193898" y="596404"/>
                  <a:pt x="1436399" y="670960"/>
                  <a:pt x="1492483" y="770072"/>
                </a:cubicBezTo>
                <a:lnTo>
                  <a:pt x="1502618" y="806430"/>
                </a:lnTo>
                <a:lnTo>
                  <a:pt x="1476085" y="876844"/>
                </a:lnTo>
                <a:lnTo>
                  <a:pt x="1457436" y="898569"/>
                </a:lnTo>
                <a:cubicBezTo>
                  <a:pt x="1411783" y="937601"/>
                  <a:pt x="1335518" y="970812"/>
                  <a:pt x="1239525" y="994264"/>
                </a:cubicBezTo>
                <a:lnTo>
                  <a:pt x="1182208" y="1005515"/>
                </a:lnTo>
                <a:lnTo>
                  <a:pt x="1182208" y="1005515"/>
                </a:lnTo>
                <a:lnTo>
                  <a:pt x="1137359" y="1014318"/>
                </a:lnTo>
                <a:cubicBezTo>
                  <a:pt x="1065402" y="1025324"/>
                  <a:pt x="986288" y="1031410"/>
                  <a:pt x="903244" y="1031410"/>
                </a:cubicBezTo>
                <a:cubicBezTo>
                  <a:pt x="820200" y="1031410"/>
                  <a:pt x="741087" y="1025324"/>
                  <a:pt x="669129" y="1014318"/>
                </a:cubicBezTo>
                <a:lnTo>
                  <a:pt x="624281" y="1005515"/>
                </a:lnTo>
                <a:lnTo>
                  <a:pt x="645916" y="997079"/>
                </a:lnTo>
                <a:cubicBezTo>
                  <a:pt x="649522" y="995673"/>
                  <a:pt x="649521" y="995673"/>
                  <a:pt x="645915" y="997079"/>
                </a:cubicBezTo>
                <a:lnTo>
                  <a:pt x="624280" y="1005515"/>
                </a:lnTo>
                <a:lnTo>
                  <a:pt x="566961" y="994264"/>
                </a:lnTo>
                <a:cubicBezTo>
                  <a:pt x="470968" y="970812"/>
                  <a:pt x="394703" y="937601"/>
                  <a:pt x="349050" y="898569"/>
                </a:cubicBezTo>
                <a:lnTo>
                  <a:pt x="330404" y="876848"/>
                </a:lnTo>
                <a:lnTo>
                  <a:pt x="303869" y="806427"/>
                </a:lnTo>
                <a:lnTo>
                  <a:pt x="314003" y="770072"/>
                </a:lnTo>
                <a:cubicBezTo>
                  <a:pt x="370087" y="670960"/>
                  <a:pt x="612588" y="596404"/>
                  <a:pt x="903243" y="596404"/>
                </a:cubicBezTo>
                <a:close/>
                <a:moveTo>
                  <a:pt x="0" y="0"/>
                </a:moveTo>
                <a:lnTo>
                  <a:pt x="4124" y="3706"/>
                </a:lnTo>
                <a:cubicBezTo>
                  <a:pt x="123322" y="92245"/>
                  <a:pt x="480788" y="156530"/>
                  <a:pt x="903244" y="156530"/>
                </a:cubicBezTo>
                <a:cubicBezTo>
                  <a:pt x="1325700" y="156530"/>
                  <a:pt x="1683166" y="92245"/>
                  <a:pt x="1802364" y="3706"/>
                </a:cubicBezTo>
                <a:lnTo>
                  <a:pt x="1806488" y="0"/>
                </a:lnTo>
                <a:lnTo>
                  <a:pt x="1502618" y="806429"/>
                </a:lnTo>
                <a:lnTo>
                  <a:pt x="1492483" y="770071"/>
                </a:lnTo>
                <a:cubicBezTo>
                  <a:pt x="1436399" y="670959"/>
                  <a:pt x="1193898" y="596403"/>
                  <a:pt x="903243" y="596403"/>
                </a:cubicBezTo>
                <a:cubicBezTo>
                  <a:pt x="612588" y="596403"/>
                  <a:pt x="370087" y="670959"/>
                  <a:pt x="314003" y="770071"/>
                </a:cubicBezTo>
                <a:lnTo>
                  <a:pt x="303869" y="806426"/>
                </a:lnTo>
                <a:lnTo>
                  <a:pt x="0" y="0"/>
                </a:lnTo>
                <a:close/>
              </a:path>
            </a:pathLst>
          </a:custGeom>
          <a:gradFill flip="none" rotWithShape="1">
            <a:gsLst>
              <a:gs pos="41000">
                <a:schemeClr val="accent2"/>
              </a:gs>
              <a:gs pos="78000">
                <a:schemeClr val="accent2">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Freeform: Shape 106">
            <a:extLst>
              <a:ext uri="{FF2B5EF4-FFF2-40B4-BE49-F238E27FC236}">
                <a16:creationId xmlns:a16="http://schemas.microsoft.com/office/drawing/2014/main" id="{69B02717-4B32-E96E-CA0D-3A81FF6AC1A4}"/>
              </a:ext>
            </a:extLst>
          </p:cNvPr>
          <p:cNvSpPr/>
          <p:nvPr/>
        </p:nvSpPr>
        <p:spPr>
          <a:xfrm>
            <a:off x="4692634" y="2426847"/>
            <a:ext cx="2794895" cy="435007"/>
          </a:xfrm>
          <a:custGeom>
            <a:avLst/>
            <a:gdLst>
              <a:gd name="connsiteX0" fmla="*/ 674350 w 2794895"/>
              <a:gd name="connsiteY0" fmla="*/ 31386 h 435007"/>
              <a:gd name="connsiteX1" fmla="*/ 765075 w 2794895"/>
              <a:gd name="connsiteY1" fmla="*/ 42444 h 435007"/>
              <a:gd name="connsiteX2" fmla="*/ 1397448 w 2794895"/>
              <a:gd name="connsiteY2" fmla="*/ 74747 h 435007"/>
              <a:gd name="connsiteX3" fmla="*/ 2029821 w 2794895"/>
              <a:gd name="connsiteY3" fmla="*/ 42444 h 435007"/>
              <a:gd name="connsiteX4" fmla="*/ 2120546 w 2794895"/>
              <a:gd name="connsiteY4" fmla="*/ 31386 h 435007"/>
              <a:gd name="connsiteX5" fmla="*/ 2181694 w 2794895"/>
              <a:gd name="connsiteY5" fmla="*/ 37147 h 435007"/>
              <a:gd name="connsiteX6" fmla="*/ 2792877 w 2794895"/>
              <a:gd name="connsiteY6" fmla="*/ 195266 h 435007"/>
              <a:gd name="connsiteX7" fmla="*/ 2794895 w 2794895"/>
              <a:gd name="connsiteY7" fmla="*/ 201461 h 435007"/>
              <a:gd name="connsiteX8" fmla="*/ 2772772 w 2794895"/>
              <a:gd name="connsiteY8" fmla="*/ 260171 h 435007"/>
              <a:gd name="connsiteX9" fmla="*/ 2771622 w 2794895"/>
              <a:gd name="connsiteY9" fmla="*/ 261339 h 435007"/>
              <a:gd name="connsiteX10" fmla="*/ 1397447 w 2794895"/>
              <a:gd name="connsiteY10" fmla="*/ 435007 h 435007"/>
              <a:gd name="connsiteX11" fmla="*/ 23272 w 2794895"/>
              <a:gd name="connsiteY11" fmla="*/ 261339 h 435007"/>
              <a:gd name="connsiteX12" fmla="*/ 22125 w 2794895"/>
              <a:gd name="connsiteY12" fmla="*/ 260174 h 435007"/>
              <a:gd name="connsiteX13" fmla="*/ 0 w 2794895"/>
              <a:gd name="connsiteY13" fmla="*/ 201458 h 435007"/>
              <a:gd name="connsiteX14" fmla="*/ 2017 w 2794895"/>
              <a:gd name="connsiteY14" fmla="*/ 195266 h 435007"/>
              <a:gd name="connsiteX15" fmla="*/ 613200 w 2794895"/>
              <a:gd name="connsiteY15" fmla="*/ 37147 h 435007"/>
              <a:gd name="connsiteX16" fmla="*/ 1397447 w 2794895"/>
              <a:gd name="connsiteY16" fmla="*/ 0 h 435007"/>
              <a:gd name="connsiteX17" fmla="*/ 2066044 w 2794895"/>
              <a:gd name="connsiteY17" fmla="*/ 26251 h 435007"/>
              <a:gd name="connsiteX18" fmla="*/ 2120546 w 2794895"/>
              <a:gd name="connsiteY18" fmla="*/ 31385 h 435007"/>
              <a:gd name="connsiteX19" fmla="*/ 2029821 w 2794895"/>
              <a:gd name="connsiteY19" fmla="*/ 42443 h 435007"/>
              <a:gd name="connsiteX20" fmla="*/ 1397448 w 2794895"/>
              <a:gd name="connsiteY20" fmla="*/ 74746 h 435007"/>
              <a:gd name="connsiteX21" fmla="*/ 765075 w 2794895"/>
              <a:gd name="connsiteY21" fmla="*/ 42443 h 435007"/>
              <a:gd name="connsiteX22" fmla="*/ 674350 w 2794895"/>
              <a:gd name="connsiteY22" fmla="*/ 31385 h 435007"/>
              <a:gd name="connsiteX23" fmla="*/ 728850 w 2794895"/>
              <a:gd name="connsiteY23" fmla="*/ 26251 h 435007"/>
              <a:gd name="connsiteX24" fmla="*/ 1397447 w 2794895"/>
              <a:gd name="connsiteY24" fmla="*/ 0 h 43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94895" h="435007">
                <a:moveTo>
                  <a:pt x="674350" y="31386"/>
                </a:moveTo>
                <a:lnTo>
                  <a:pt x="765075" y="42444"/>
                </a:lnTo>
                <a:cubicBezTo>
                  <a:pt x="959441" y="63245"/>
                  <a:pt x="1173136" y="74747"/>
                  <a:pt x="1397448" y="74747"/>
                </a:cubicBezTo>
                <a:cubicBezTo>
                  <a:pt x="1621761" y="74747"/>
                  <a:pt x="1835455" y="63245"/>
                  <a:pt x="2029821" y="42444"/>
                </a:cubicBezTo>
                <a:lnTo>
                  <a:pt x="2120546" y="31386"/>
                </a:lnTo>
                <a:lnTo>
                  <a:pt x="2181694" y="37147"/>
                </a:lnTo>
                <a:cubicBezTo>
                  <a:pt x="2517496" y="72325"/>
                  <a:pt x="2749779" y="129459"/>
                  <a:pt x="2792877" y="195266"/>
                </a:cubicBezTo>
                <a:lnTo>
                  <a:pt x="2794895" y="201461"/>
                </a:lnTo>
                <a:lnTo>
                  <a:pt x="2772772" y="260171"/>
                </a:lnTo>
                <a:lnTo>
                  <a:pt x="2771622" y="261339"/>
                </a:lnTo>
                <a:cubicBezTo>
                  <a:pt x="2640828" y="360451"/>
                  <a:pt x="2075287" y="435007"/>
                  <a:pt x="1397447" y="435007"/>
                </a:cubicBezTo>
                <a:cubicBezTo>
                  <a:pt x="719607" y="435007"/>
                  <a:pt x="154066" y="360451"/>
                  <a:pt x="23272" y="261339"/>
                </a:cubicBezTo>
                <a:lnTo>
                  <a:pt x="22125" y="260174"/>
                </a:lnTo>
                <a:lnTo>
                  <a:pt x="0" y="201458"/>
                </a:lnTo>
                <a:lnTo>
                  <a:pt x="2017" y="195266"/>
                </a:lnTo>
                <a:cubicBezTo>
                  <a:pt x="45115" y="129459"/>
                  <a:pt x="277398" y="72325"/>
                  <a:pt x="613200" y="37147"/>
                </a:cubicBezTo>
                <a:close/>
                <a:moveTo>
                  <a:pt x="1397447" y="0"/>
                </a:moveTo>
                <a:cubicBezTo>
                  <a:pt x="1639533" y="0"/>
                  <a:pt x="1867295" y="9510"/>
                  <a:pt x="2066044" y="26251"/>
                </a:cubicBezTo>
                <a:lnTo>
                  <a:pt x="2120546" y="31385"/>
                </a:lnTo>
                <a:lnTo>
                  <a:pt x="2029821" y="42443"/>
                </a:lnTo>
                <a:cubicBezTo>
                  <a:pt x="1835455" y="63244"/>
                  <a:pt x="1621761" y="74746"/>
                  <a:pt x="1397448" y="74746"/>
                </a:cubicBezTo>
                <a:cubicBezTo>
                  <a:pt x="1173136" y="74746"/>
                  <a:pt x="959441" y="63244"/>
                  <a:pt x="765075" y="42443"/>
                </a:cubicBezTo>
                <a:lnTo>
                  <a:pt x="674350" y="31385"/>
                </a:lnTo>
                <a:lnTo>
                  <a:pt x="728850" y="26251"/>
                </a:lnTo>
                <a:cubicBezTo>
                  <a:pt x="927599" y="9510"/>
                  <a:pt x="1155362" y="0"/>
                  <a:pt x="1397447" y="0"/>
                </a:cubicBezTo>
                <a:close/>
              </a:path>
            </a:pathLst>
          </a:custGeom>
          <a:gradFill flip="none" rotWithShape="1">
            <a:gsLst>
              <a:gs pos="0">
                <a:schemeClr val="accent3"/>
              </a:gs>
              <a:gs pos="78000">
                <a:schemeClr val="accent3">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Freeform: Shape 109">
            <a:extLst>
              <a:ext uri="{FF2B5EF4-FFF2-40B4-BE49-F238E27FC236}">
                <a16:creationId xmlns:a16="http://schemas.microsoft.com/office/drawing/2014/main" id="{EE628AA7-EA3B-3234-2F76-917280B59898}"/>
              </a:ext>
            </a:extLst>
          </p:cNvPr>
          <p:cNvSpPr/>
          <p:nvPr/>
        </p:nvSpPr>
        <p:spPr>
          <a:xfrm>
            <a:off x="4714759" y="2687016"/>
            <a:ext cx="2750647" cy="1048343"/>
          </a:xfrm>
          <a:custGeom>
            <a:avLst/>
            <a:gdLst>
              <a:gd name="connsiteX0" fmla="*/ 1375323 w 2750647"/>
              <a:gd name="connsiteY0" fmla="*/ 974357 h 1048343"/>
              <a:gd name="connsiteX1" fmla="*/ 1901694 w 2750647"/>
              <a:gd name="connsiteY1" fmla="*/ 1011503 h 1048343"/>
              <a:gd name="connsiteX2" fmla="*/ 1926142 w 2750647"/>
              <a:gd name="connsiteY2" fmla="*/ 1016163 h 1048343"/>
              <a:gd name="connsiteX3" fmla="*/ 1789994 w 2750647"/>
              <a:gd name="connsiteY3" fmla="*/ 1031251 h 1048343"/>
              <a:gd name="connsiteX4" fmla="*/ 1375323 w 2750647"/>
              <a:gd name="connsiteY4" fmla="*/ 1048343 h 1048343"/>
              <a:gd name="connsiteX5" fmla="*/ 960652 w 2750647"/>
              <a:gd name="connsiteY5" fmla="*/ 1031251 h 1048343"/>
              <a:gd name="connsiteX6" fmla="*/ 824505 w 2750647"/>
              <a:gd name="connsiteY6" fmla="*/ 1016163 h 1048343"/>
              <a:gd name="connsiteX7" fmla="*/ 848952 w 2750647"/>
              <a:gd name="connsiteY7" fmla="*/ 1011503 h 1048343"/>
              <a:gd name="connsiteX8" fmla="*/ 1375323 w 2750647"/>
              <a:gd name="connsiteY8" fmla="*/ 974357 h 1048343"/>
              <a:gd name="connsiteX9" fmla="*/ 2750647 w 2750647"/>
              <a:gd name="connsiteY9" fmla="*/ 0 h 1048343"/>
              <a:gd name="connsiteX10" fmla="*/ 2439429 w 2750647"/>
              <a:gd name="connsiteY10" fmla="*/ 825927 h 1048343"/>
              <a:gd name="connsiteX11" fmla="*/ 2423156 w 2750647"/>
              <a:gd name="connsiteY11" fmla="*/ 869114 h 1048343"/>
              <a:gd name="connsiteX12" fmla="*/ 2419000 w 2750647"/>
              <a:gd name="connsiteY12" fmla="*/ 874674 h 1048343"/>
              <a:gd name="connsiteX13" fmla="*/ 1970954 w 2750647"/>
              <a:gd name="connsiteY13" fmla="*/ 1011196 h 1048343"/>
              <a:gd name="connsiteX14" fmla="*/ 1926142 w 2750647"/>
              <a:gd name="connsiteY14" fmla="*/ 1016162 h 1048343"/>
              <a:gd name="connsiteX15" fmla="*/ 1901694 w 2750647"/>
              <a:gd name="connsiteY15" fmla="*/ 1011502 h 1048343"/>
              <a:gd name="connsiteX16" fmla="*/ 1375323 w 2750647"/>
              <a:gd name="connsiteY16" fmla="*/ 974356 h 1048343"/>
              <a:gd name="connsiteX17" fmla="*/ 848952 w 2750647"/>
              <a:gd name="connsiteY17" fmla="*/ 1011502 h 1048343"/>
              <a:gd name="connsiteX18" fmla="*/ 824504 w 2750647"/>
              <a:gd name="connsiteY18" fmla="*/ 1016162 h 1048343"/>
              <a:gd name="connsiteX19" fmla="*/ 779692 w 2750647"/>
              <a:gd name="connsiteY19" fmla="*/ 1011196 h 1048343"/>
              <a:gd name="connsiteX20" fmla="*/ 331646 w 2750647"/>
              <a:gd name="connsiteY20" fmla="*/ 874674 h 1048343"/>
              <a:gd name="connsiteX21" fmla="*/ 327490 w 2750647"/>
              <a:gd name="connsiteY21" fmla="*/ 869114 h 1048343"/>
              <a:gd name="connsiteX22" fmla="*/ 311217 w 2750647"/>
              <a:gd name="connsiteY22" fmla="*/ 825927 h 1048343"/>
              <a:gd name="connsiteX23" fmla="*/ 0 w 2750647"/>
              <a:gd name="connsiteY23" fmla="*/ 3 h 1048343"/>
              <a:gd name="connsiteX24" fmla="*/ 1147 w 2750647"/>
              <a:gd name="connsiteY24" fmla="*/ 1168 h 1048343"/>
              <a:gd name="connsiteX25" fmla="*/ 1375322 w 2750647"/>
              <a:gd name="connsiteY25" fmla="*/ 174836 h 1048343"/>
              <a:gd name="connsiteX26" fmla="*/ 2749497 w 2750647"/>
              <a:gd name="connsiteY26" fmla="*/ 1168 h 104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50647" h="1048343">
                <a:moveTo>
                  <a:pt x="1375323" y="974357"/>
                </a:moveTo>
                <a:cubicBezTo>
                  <a:pt x="1570303" y="974357"/>
                  <a:pt x="1751439" y="988051"/>
                  <a:pt x="1901694" y="1011503"/>
                </a:cubicBezTo>
                <a:lnTo>
                  <a:pt x="1926142" y="1016163"/>
                </a:lnTo>
                <a:lnTo>
                  <a:pt x="1789994" y="1031251"/>
                </a:lnTo>
                <a:cubicBezTo>
                  <a:pt x="1662541" y="1042257"/>
                  <a:pt x="1522414" y="1048343"/>
                  <a:pt x="1375323" y="1048343"/>
                </a:cubicBezTo>
                <a:cubicBezTo>
                  <a:pt x="1228233" y="1048343"/>
                  <a:pt x="1088105" y="1042257"/>
                  <a:pt x="960652" y="1031251"/>
                </a:cubicBezTo>
                <a:lnTo>
                  <a:pt x="824505" y="1016163"/>
                </a:lnTo>
                <a:lnTo>
                  <a:pt x="848952" y="1011503"/>
                </a:lnTo>
                <a:cubicBezTo>
                  <a:pt x="999208" y="988051"/>
                  <a:pt x="1180344" y="974357"/>
                  <a:pt x="1375323" y="974357"/>
                </a:cubicBezTo>
                <a:close/>
                <a:moveTo>
                  <a:pt x="2750647" y="0"/>
                </a:moveTo>
                <a:lnTo>
                  <a:pt x="2439429" y="825927"/>
                </a:lnTo>
                <a:lnTo>
                  <a:pt x="2423156" y="869114"/>
                </a:lnTo>
                <a:lnTo>
                  <a:pt x="2419000" y="874674"/>
                </a:lnTo>
                <a:cubicBezTo>
                  <a:pt x="2362237" y="931309"/>
                  <a:pt x="2197656" y="979926"/>
                  <a:pt x="1970954" y="1011196"/>
                </a:cubicBezTo>
                <a:lnTo>
                  <a:pt x="1926142" y="1016162"/>
                </a:lnTo>
                <a:lnTo>
                  <a:pt x="1901694" y="1011502"/>
                </a:lnTo>
                <a:cubicBezTo>
                  <a:pt x="1751439" y="988050"/>
                  <a:pt x="1570303" y="974356"/>
                  <a:pt x="1375323" y="974356"/>
                </a:cubicBezTo>
                <a:cubicBezTo>
                  <a:pt x="1180343" y="974356"/>
                  <a:pt x="999208" y="988050"/>
                  <a:pt x="848952" y="1011502"/>
                </a:cubicBezTo>
                <a:lnTo>
                  <a:pt x="824504" y="1016162"/>
                </a:lnTo>
                <a:lnTo>
                  <a:pt x="779692" y="1011196"/>
                </a:lnTo>
                <a:cubicBezTo>
                  <a:pt x="552990" y="979926"/>
                  <a:pt x="388409" y="931309"/>
                  <a:pt x="331646" y="874674"/>
                </a:cubicBezTo>
                <a:lnTo>
                  <a:pt x="327490" y="869114"/>
                </a:lnTo>
                <a:lnTo>
                  <a:pt x="311217" y="825927"/>
                </a:lnTo>
                <a:lnTo>
                  <a:pt x="0" y="3"/>
                </a:lnTo>
                <a:lnTo>
                  <a:pt x="1147" y="1168"/>
                </a:lnTo>
                <a:cubicBezTo>
                  <a:pt x="131941" y="100280"/>
                  <a:pt x="697482" y="174836"/>
                  <a:pt x="1375322" y="174836"/>
                </a:cubicBezTo>
                <a:cubicBezTo>
                  <a:pt x="2053162" y="174836"/>
                  <a:pt x="2618703" y="100280"/>
                  <a:pt x="2749497" y="1168"/>
                </a:cubicBezTo>
                <a:close/>
              </a:path>
            </a:pathLst>
          </a:custGeom>
          <a:gradFill flip="none" rotWithShape="1">
            <a:gsLst>
              <a:gs pos="46000">
                <a:schemeClr val="accent3"/>
              </a:gs>
              <a:gs pos="78000">
                <a:schemeClr val="accent3">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Shape 107">
            <a:extLst>
              <a:ext uri="{FF2B5EF4-FFF2-40B4-BE49-F238E27FC236}">
                <a16:creationId xmlns:a16="http://schemas.microsoft.com/office/drawing/2014/main" id="{E83B8AA8-C31F-EB8E-D4B8-FA6E3F48EBB7}"/>
              </a:ext>
            </a:extLst>
          </p:cNvPr>
          <p:cNvSpPr/>
          <p:nvPr/>
        </p:nvSpPr>
        <p:spPr>
          <a:xfrm>
            <a:off x="4234648" y="1192321"/>
            <a:ext cx="3710866" cy="435006"/>
          </a:xfrm>
          <a:custGeom>
            <a:avLst/>
            <a:gdLst>
              <a:gd name="connsiteX0" fmla="*/ 1855433 w 3710866"/>
              <a:gd name="connsiteY0" fmla="*/ 0 h 435006"/>
              <a:gd name="connsiteX1" fmla="*/ 3710866 w 3710866"/>
              <a:gd name="connsiteY1" fmla="*/ 217503 h 435006"/>
              <a:gd name="connsiteX2" fmla="*/ 3709552 w 3710866"/>
              <a:gd name="connsiteY2" fmla="*/ 220554 h 435006"/>
              <a:gd name="connsiteX3" fmla="*/ 3701287 w 3710866"/>
              <a:gd name="connsiteY3" fmla="*/ 239741 h 435006"/>
              <a:gd name="connsiteX4" fmla="*/ 1855433 w 3710866"/>
              <a:gd name="connsiteY4" fmla="*/ 435006 h 435006"/>
              <a:gd name="connsiteX5" fmla="*/ 9579 w 3710866"/>
              <a:gd name="connsiteY5" fmla="*/ 239741 h 435006"/>
              <a:gd name="connsiteX6" fmla="*/ 1314 w 3710866"/>
              <a:gd name="connsiteY6" fmla="*/ 220554 h 435006"/>
              <a:gd name="connsiteX7" fmla="*/ 0 w 3710866"/>
              <a:gd name="connsiteY7" fmla="*/ 217503 h 435006"/>
              <a:gd name="connsiteX8" fmla="*/ 1855433 w 3710866"/>
              <a:gd name="connsiteY8"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10866" h="435006">
                <a:moveTo>
                  <a:pt x="1855433" y="0"/>
                </a:moveTo>
                <a:cubicBezTo>
                  <a:pt x="2880160" y="0"/>
                  <a:pt x="3710866" y="97379"/>
                  <a:pt x="3710866" y="217503"/>
                </a:cubicBezTo>
                <a:lnTo>
                  <a:pt x="3709552" y="220554"/>
                </a:lnTo>
                <a:lnTo>
                  <a:pt x="3701287" y="239741"/>
                </a:lnTo>
                <a:cubicBezTo>
                  <a:pt x="3606270" y="349419"/>
                  <a:pt x="2816115" y="435006"/>
                  <a:pt x="1855433" y="435006"/>
                </a:cubicBezTo>
                <a:cubicBezTo>
                  <a:pt x="894751" y="435006"/>
                  <a:pt x="104596" y="349419"/>
                  <a:pt x="9579" y="239741"/>
                </a:cubicBezTo>
                <a:lnTo>
                  <a:pt x="1314" y="220554"/>
                </a:lnTo>
                <a:lnTo>
                  <a:pt x="0" y="217503"/>
                </a:lnTo>
                <a:cubicBezTo>
                  <a:pt x="0" y="97379"/>
                  <a:pt x="830706" y="0"/>
                  <a:pt x="1855433" y="0"/>
                </a:cubicBezTo>
                <a:close/>
              </a:path>
            </a:pathLst>
          </a:custGeom>
          <a:gradFill flip="none" rotWithShape="1">
            <a:gsLst>
              <a:gs pos="0">
                <a:schemeClr val="accent4"/>
              </a:gs>
              <a:gs pos="78000">
                <a:schemeClr val="accent4">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Freeform: Shape 108">
            <a:extLst>
              <a:ext uri="{FF2B5EF4-FFF2-40B4-BE49-F238E27FC236}">
                <a16:creationId xmlns:a16="http://schemas.microsoft.com/office/drawing/2014/main" id="{9740CBC2-2CC7-90F0-5D5C-62BCEB22033B}"/>
              </a:ext>
            </a:extLst>
          </p:cNvPr>
          <p:cNvSpPr/>
          <p:nvPr/>
        </p:nvSpPr>
        <p:spPr>
          <a:xfrm>
            <a:off x="4234649" y="1412875"/>
            <a:ext cx="3710866" cy="1088718"/>
          </a:xfrm>
          <a:custGeom>
            <a:avLst/>
            <a:gdLst>
              <a:gd name="connsiteX0" fmla="*/ 2176687 w 3710866"/>
              <a:gd name="connsiteY0" fmla="*/ 1020247 h 1088718"/>
              <a:gd name="connsiteX1" fmla="*/ 2271081 w 3710866"/>
              <a:gd name="connsiteY1" fmla="*/ 1024791 h 1088718"/>
              <a:gd name="connsiteX2" fmla="*/ 2205982 w 3710866"/>
              <a:gd name="connsiteY2" fmla="*/ 1020820 h 1088718"/>
              <a:gd name="connsiteX3" fmla="*/ 1534179 w 3710866"/>
              <a:gd name="connsiteY3" fmla="*/ 1020247 h 1088718"/>
              <a:gd name="connsiteX4" fmla="*/ 1504883 w 3710866"/>
              <a:gd name="connsiteY4" fmla="*/ 1020820 h 1088718"/>
              <a:gd name="connsiteX5" fmla="*/ 1439783 w 3710866"/>
              <a:gd name="connsiteY5" fmla="*/ 1024791 h 1088718"/>
              <a:gd name="connsiteX6" fmla="*/ 0 w 3710866"/>
              <a:gd name="connsiteY6" fmla="*/ 0 h 1088718"/>
              <a:gd name="connsiteX7" fmla="*/ 1313 w 3710866"/>
              <a:gd name="connsiteY7" fmla="*/ 0 h 1088718"/>
              <a:gd name="connsiteX8" fmla="*/ 9578 w 3710866"/>
              <a:gd name="connsiteY8" fmla="*/ 19187 h 1088718"/>
              <a:gd name="connsiteX9" fmla="*/ 1855432 w 3710866"/>
              <a:gd name="connsiteY9" fmla="*/ 214452 h 1088718"/>
              <a:gd name="connsiteX10" fmla="*/ 3701286 w 3710866"/>
              <a:gd name="connsiteY10" fmla="*/ 19187 h 1088718"/>
              <a:gd name="connsiteX11" fmla="*/ 3709551 w 3710866"/>
              <a:gd name="connsiteY11" fmla="*/ 0 h 1088718"/>
              <a:gd name="connsiteX12" fmla="*/ 3710866 w 3710866"/>
              <a:gd name="connsiteY12" fmla="*/ 0 h 1088718"/>
              <a:gd name="connsiteX13" fmla="*/ 3471470 w 3710866"/>
              <a:gd name="connsiteY13" fmla="*/ 635323 h 1088718"/>
              <a:gd name="connsiteX14" fmla="*/ 3410899 w 3710866"/>
              <a:gd name="connsiteY14" fmla="*/ 796070 h 1088718"/>
              <a:gd name="connsiteX15" fmla="*/ 3407008 w 3710866"/>
              <a:gd name="connsiteY15" fmla="*/ 799899 h 1088718"/>
              <a:gd name="connsiteX16" fmla="*/ 2629821 w 3710866"/>
              <a:gd name="connsiteY16" fmla="*/ 1039106 h 1088718"/>
              <a:gd name="connsiteX17" fmla="*/ 2578531 w 3710866"/>
              <a:gd name="connsiteY17" fmla="*/ 1045357 h 1088718"/>
              <a:gd name="connsiteX18" fmla="*/ 2524029 w 3710866"/>
              <a:gd name="connsiteY18" fmla="*/ 1040223 h 1088718"/>
              <a:gd name="connsiteX19" fmla="*/ 2473862 w 3710866"/>
              <a:gd name="connsiteY19" fmla="*/ 1037163 h 1088718"/>
              <a:gd name="connsiteX20" fmla="*/ 2569432 w 3710866"/>
              <a:gd name="connsiteY20" fmla="*/ 1045206 h 1088718"/>
              <a:gd name="connsiteX21" fmla="*/ 2487807 w 3710866"/>
              <a:gd name="connsiteY21" fmla="*/ 1056415 h 1088718"/>
              <a:gd name="connsiteX22" fmla="*/ 1855433 w 3710866"/>
              <a:gd name="connsiteY22" fmla="*/ 1088718 h 1088718"/>
              <a:gd name="connsiteX23" fmla="*/ 1223060 w 3710866"/>
              <a:gd name="connsiteY23" fmla="*/ 1056415 h 1088718"/>
              <a:gd name="connsiteX24" fmla="*/ 1141434 w 3710866"/>
              <a:gd name="connsiteY24" fmla="*/ 1045206 h 1088718"/>
              <a:gd name="connsiteX25" fmla="*/ 1237006 w 3710866"/>
              <a:gd name="connsiteY25" fmla="*/ 1037162 h 1088718"/>
              <a:gd name="connsiteX26" fmla="*/ 1186835 w 3710866"/>
              <a:gd name="connsiteY26" fmla="*/ 1040223 h 1088718"/>
              <a:gd name="connsiteX27" fmla="*/ 1132335 w 3710866"/>
              <a:gd name="connsiteY27" fmla="*/ 1045357 h 1088718"/>
              <a:gd name="connsiteX28" fmla="*/ 1081045 w 3710866"/>
              <a:gd name="connsiteY28" fmla="*/ 1039106 h 1088718"/>
              <a:gd name="connsiteX29" fmla="*/ 303858 w 3710866"/>
              <a:gd name="connsiteY29" fmla="*/ 799899 h 1088718"/>
              <a:gd name="connsiteX30" fmla="*/ 299967 w 3710866"/>
              <a:gd name="connsiteY30" fmla="*/ 796070 h 1088718"/>
              <a:gd name="connsiteX31" fmla="*/ 239396 w 3710866"/>
              <a:gd name="connsiteY31" fmla="*/ 635323 h 108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10866" h="1088718">
                <a:moveTo>
                  <a:pt x="2176687" y="1020247"/>
                </a:moveTo>
                <a:lnTo>
                  <a:pt x="2271081" y="1024791"/>
                </a:lnTo>
                <a:lnTo>
                  <a:pt x="2205982" y="1020820"/>
                </a:lnTo>
                <a:close/>
                <a:moveTo>
                  <a:pt x="1534179" y="1020247"/>
                </a:moveTo>
                <a:lnTo>
                  <a:pt x="1504883" y="1020820"/>
                </a:lnTo>
                <a:lnTo>
                  <a:pt x="1439783" y="1024791"/>
                </a:lnTo>
                <a:close/>
                <a:moveTo>
                  <a:pt x="0" y="0"/>
                </a:moveTo>
                <a:lnTo>
                  <a:pt x="1313" y="0"/>
                </a:lnTo>
                <a:lnTo>
                  <a:pt x="9578" y="19187"/>
                </a:lnTo>
                <a:cubicBezTo>
                  <a:pt x="104595" y="128865"/>
                  <a:pt x="894750" y="214452"/>
                  <a:pt x="1855432" y="214452"/>
                </a:cubicBezTo>
                <a:cubicBezTo>
                  <a:pt x="2816114" y="214452"/>
                  <a:pt x="3606269" y="128865"/>
                  <a:pt x="3701286" y="19187"/>
                </a:cubicBezTo>
                <a:lnTo>
                  <a:pt x="3709551" y="0"/>
                </a:lnTo>
                <a:lnTo>
                  <a:pt x="3710866" y="0"/>
                </a:lnTo>
                <a:lnTo>
                  <a:pt x="3471470" y="635323"/>
                </a:lnTo>
                <a:lnTo>
                  <a:pt x="3410899" y="796070"/>
                </a:lnTo>
                <a:lnTo>
                  <a:pt x="3407008" y="799899"/>
                </a:lnTo>
                <a:cubicBezTo>
                  <a:pt x="3280427" y="902869"/>
                  <a:pt x="2998136" y="988482"/>
                  <a:pt x="2629821" y="1039106"/>
                </a:cubicBezTo>
                <a:lnTo>
                  <a:pt x="2578531" y="1045357"/>
                </a:lnTo>
                <a:lnTo>
                  <a:pt x="2524029" y="1040223"/>
                </a:lnTo>
                <a:lnTo>
                  <a:pt x="2473862" y="1037163"/>
                </a:lnTo>
                <a:lnTo>
                  <a:pt x="2569432" y="1045206"/>
                </a:lnTo>
                <a:lnTo>
                  <a:pt x="2487807" y="1056415"/>
                </a:lnTo>
                <a:cubicBezTo>
                  <a:pt x="2293440" y="1077216"/>
                  <a:pt x="2079746" y="1088718"/>
                  <a:pt x="1855433" y="1088718"/>
                </a:cubicBezTo>
                <a:cubicBezTo>
                  <a:pt x="1631121" y="1088718"/>
                  <a:pt x="1417426" y="1077216"/>
                  <a:pt x="1223060" y="1056415"/>
                </a:cubicBezTo>
                <a:lnTo>
                  <a:pt x="1141434" y="1045206"/>
                </a:lnTo>
                <a:lnTo>
                  <a:pt x="1237006" y="1037162"/>
                </a:lnTo>
                <a:lnTo>
                  <a:pt x="1186835" y="1040223"/>
                </a:lnTo>
                <a:lnTo>
                  <a:pt x="1132335" y="1045357"/>
                </a:lnTo>
                <a:lnTo>
                  <a:pt x="1081045" y="1039106"/>
                </a:lnTo>
                <a:cubicBezTo>
                  <a:pt x="712730" y="988482"/>
                  <a:pt x="430439" y="902869"/>
                  <a:pt x="303858" y="799899"/>
                </a:cubicBezTo>
                <a:lnTo>
                  <a:pt x="299967" y="796070"/>
                </a:lnTo>
                <a:lnTo>
                  <a:pt x="239396" y="635323"/>
                </a:lnTo>
                <a:close/>
              </a:path>
            </a:pathLst>
          </a:custGeom>
          <a:gradFill flip="none" rotWithShape="1">
            <a:gsLst>
              <a:gs pos="46000">
                <a:schemeClr val="accent4"/>
              </a:gs>
              <a:gs pos="78000">
                <a:schemeClr val="accent4">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149">
            <a:extLst>
              <a:ext uri="{FF2B5EF4-FFF2-40B4-BE49-F238E27FC236}">
                <a16:creationId xmlns:a16="http://schemas.microsoft.com/office/drawing/2014/main" id="{6500CA1B-4CF9-CD29-9BB9-8068506B49F1}"/>
              </a:ext>
            </a:extLst>
          </p:cNvPr>
          <p:cNvGrpSpPr/>
          <p:nvPr/>
        </p:nvGrpSpPr>
        <p:grpSpPr>
          <a:xfrm>
            <a:off x="3851601" y="3329716"/>
            <a:ext cx="1463516" cy="88277"/>
            <a:chOff x="3363295" y="2057938"/>
            <a:chExt cx="1951822" cy="117731"/>
          </a:xfrm>
        </p:grpSpPr>
        <p:sp>
          <p:nvSpPr>
            <p:cNvPr id="22" name="Oval 150">
              <a:extLst>
                <a:ext uri="{FF2B5EF4-FFF2-40B4-BE49-F238E27FC236}">
                  <a16:creationId xmlns:a16="http://schemas.microsoft.com/office/drawing/2014/main" id="{EBE3A773-1DF6-81EC-3E1B-526CC04A780B}"/>
                </a:ext>
              </a:extLst>
            </p:cNvPr>
            <p:cNvSpPr/>
            <p:nvPr/>
          </p:nvSpPr>
          <p:spPr>
            <a:xfrm>
              <a:off x="3363295" y="2057938"/>
              <a:ext cx="117731" cy="117731"/>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3" name="Straight Arrow Connector 151">
              <a:extLst>
                <a:ext uri="{FF2B5EF4-FFF2-40B4-BE49-F238E27FC236}">
                  <a16:creationId xmlns:a16="http://schemas.microsoft.com/office/drawing/2014/main" id="{CDDD98AD-DFC8-7C7C-BE7B-B177CB84CDE7}"/>
                </a:ext>
              </a:extLst>
            </p:cNvPr>
            <p:cNvCxnSpPr>
              <a:cxnSpLocks/>
              <a:stCxn id="22" idx="6"/>
            </p:cNvCxnSpPr>
            <p:nvPr/>
          </p:nvCxnSpPr>
          <p:spPr>
            <a:xfrm>
              <a:off x="3481026" y="2116804"/>
              <a:ext cx="1834091" cy="19158"/>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BFFBDE0B-010C-BBA3-E17F-22CC122BA1D0}"/>
              </a:ext>
            </a:extLst>
          </p:cNvPr>
          <p:cNvSpPr/>
          <p:nvPr/>
        </p:nvSpPr>
        <p:spPr>
          <a:xfrm flipH="1">
            <a:off x="5832488" y="5393943"/>
            <a:ext cx="515184" cy="553998"/>
          </a:xfrm>
          <a:prstGeom prst="rect">
            <a:avLst/>
          </a:prstGeom>
        </p:spPr>
        <p:txBody>
          <a:bodyPr wrap="square" lIns="0" tIns="0" rIns="0" bIns="0" anchor="ctr">
            <a:spAutoFit/>
          </a:bodyPr>
          <a:lstStyle/>
          <a:p>
            <a:pPr algn="ctr"/>
            <a:r>
              <a:rPr lang="en-US" sz="3600" b="1" dirty="0">
                <a:solidFill>
                  <a:schemeClr val="lt1"/>
                </a:solidFill>
              </a:rPr>
              <a:t>1</a:t>
            </a:r>
            <a:endParaRPr lang="en-US" sz="1200" b="1" dirty="0">
              <a:solidFill>
                <a:schemeClr val="lt1"/>
              </a:solidFill>
              <a:cs typeface="Arial" panose="020B0604020202020204" pitchFamily="34" charset="0"/>
            </a:endParaRPr>
          </a:p>
        </p:txBody>
      </p:sp>
      <p:sp>
        <p:nvSpPr>
          <p:cNvPr id="25" name="TextBox 37">
            <a:extLst>
              <a:ext uri="{FF2B5EF4-FFF2-40B4-BE49-F238E27FC236}">
                <a16:creationId xmlns:a16="http://schemas.microsoft.com/office/drawing/2014/main" id="{8C7FADCE-994F-ACFE-74A7-FEBFCFF72BCC}"/>
              </a:ext>
            </a:extLst>
          </p:cNvPr>
          <p:cNvSpPr txBox="1"/>
          <p:nvPr/>
        </p:nvSpPr>
        <p:spPr>
          <a:xfrm>
            <a:off x="756464" y="5073658"/>
            <a:ext cx="3804149"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Rectangle 25">
            <a:extLst>
              <a:ext uri="{FF2B5EF4-FFF2-40B4-BE49-F238E27FC236}">
                <a16:creationId xmlns:a16="http://schemas.microsoft.com/office/drawing/2014/main" id="{6994F6C2-C4FF-8781-0054-1909BE6D75A3}"/>
              </a:ext>
            </a:extLst>
          </p:cNvPr>
          <p:cNvSpPr/>
          <p:nvPr/>
        </p:nvSpPr>
        <p:spPr>
          <a:xfrm flipH="1">
            <a:off x="5832488" y="4243540"/>
            <a:ext cx="515184" cy="553998"/>
          </a:xfrm>
          <a:prstGeom prst="rect">
            <a:avLst/>
          </a:prstGeom>
        </p:spPr>
        <p:txBody>
          <a:bodyPr wrap="square" lIns="0" tIns="0" rIns="0" bIns="0" anchor="ctr">
            <a:spAutoFit/>
          </a:bodyPr>
          <a:lstStyle/>
          <a:p>
            <a:pPr algn="ctr"/>
            <a:r>
              <a:rPr lang="en-US" sz="3600" b="1" dirty="0">
                <a:solidFill>
                  <a:schemeClr val="lt1"/>
                </a:solidFill>
              </a:rPr>
              <a:t>2</a:t>
            </a:r>
            <a:endParaRPr lang="en-US" sz="1200" b="1" dirty="0">
              <a:solidFill>
                <a:schemeClr val="lt1"/>
              </a:solidFill>
              <a:cs typeface="Arial" panose="020B0604020202020204" pitchFamily="34" charset="0"/>
            </a:endParaRPr>
          </a:p>
        </p:txBody>
      </p:sp>
      <p:sp>
        <p:nvSpPr>
          <p:cNvPr id="27" name="Rectangle 26">
            <a:extLst>
              <a:ext uri="{FF2B5EF4-FFF2-40B4-BE49-F238E27FC236}">
                <a16:creationId xmlns:a16="http://schemas.microsoft.com/office/drawing/2014/main" id="{B93E997C-5579-C5F6-13F0-615CB4FDB0EC}"/>
              </a:ext>
            </a:extLst>
          </p:cNvPr>
          <p:cNvSpPr/>
          <p:nvPr/>
        </p:nvSpPr>
        <p:spPr>
          <a:xfrm flipH="1">
            <a:off x="5832488" y="2999287"/>
            <a:ext cx="515184" cy="553998"/>
          </a:xfrm>
          <a:prstGeom prst="rect">
            <a:avLst/>
          </a:prstGeom>
        </p:spPr>
        <p:txBody>
          <a:bodyPr wrap="square" lIns="0" tIns="0" rIns="0" bIns="0" anchor="ctr">
            <a:spAutoFit/>
          </a:bodyPr>
          <a:lstStyle/>
          <a:p>
            <a:pPr algn="ctr"/>
            <a:r>
              <a:rPr lang="en-US" sz="3600" b="1" dirty="0">
                <a:solidFill>
                  <a:schemeClr val="lt1"/>
                </a:solidFill>
              </a:rPr>
              <a:t>3</a:t>
            </a:r>
            <a:endParaRPr lang="en-US" sz="1200" b="1" dirty="0">
              <a:solidFill>
                <a:schemeClr val="lt1"/>
              </a:solidFill>
              <a:cs typeface="Arial" panose="020B0604020202020204" pitchFamily="34" charset="0"/>
            </a:endParaRPr>
          </a:p>
        </p:txBody>
      </p:sp>
      <p:sp>
        <p:nvSpPr>
          <p:cNvPr id="28" name="Rectangle 27">
            <a:extLst>
              <a:ext uri="{FF2B5EF4-FFF2-40B4-BE49-F238E27FC236}">
                <a16:creationId xmlns:a16="http://schemas.microsoft.com/office/drawing/2014/main" id="{F91D8C3F-D379-F937-B556-C012753931A1}"/>
              </a:ext>
            </a:extLst>
          </p:cNvPr>
          <p:cNvSpPr/>
          <p:nvPr/>
        </p:nvSpPr>
        <p:spPr>
          <a:xfrm flipH="1">
            <a:off x="5832488" y="1736733"/>
            <a:ext cx="515184" cy="553998"/>
          </a:xfrm>
          <a:prstGeom prst="rect">
            <a:avLst/>
          </a:prstGeom>
        </p:spPr>
        <p:txBody>
          <a:bodyPr wrap="square" lIns="0" tIns="0" rIns="0" bIns="0" anchor="ctr">
            <a:spAutoFit/>
          </a:bodyPr>
          <a:lstStyle/>
          <a:p>
            <a:pPr algn="ctr"/>
            <a:r>
              <a:rPr lang="en-US" sz="3600" b="1" dirty="0">
                <a:solidFill>
                  <a:schemeClr val="lt1"/>
                </a:solidFill>
              </a:rPr>
              <a:t>4</a:t>
            </a:r>
            <a:endParaRPr lang="en-US" sz="1200" b="1" dirty="0">
              <a:solidFill>
                <a:schemeClr val="lt1"/>
              </a:solidFill>
              <a:cs typeface="Arial" panose="020B0604020202020204" pitchFamily="34" charset="0"/>
            </a:endParaRPr>
          </a:p>
        </p:txBody>
      </p:sp>
      <p:sp>
        <p:nvSpPr>
          <p:cNvPr id="29" name="TextBox 37">
            <a:extLst>
              <a:ext uri="{FF2B5EF4-FFF2-40B4-BE49-F238E27FC236}">
                <a16:creationId xmlns:a16="http://schemas.microsoft.com/office/drawing/2014/main" id="{855F9E2A-150D-88DD-B0F2-C3CC9E45DC15}"/>
              </a:ext>
            </a:extLst>
          </p:cNvPr>
          <p:cNvSpPr txBox="1"/>
          <p:nvPr/>
        </p:nvSpPr>
        <p:spPr>
          <a:xfrm>
            <a:off x="14096" y="2835245"/>
            <a:ext cx="3804149"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0" name="TextBox 37">
            <a:extLst>
              <a:ext uri="{FF2B5EF4-FFF2-40B4-BE49-F238E27FC236}">
                <a16:creationId xmlns:a16="http://schemas.microsoft.com/office/drawing/2014/main" id="{3018EF68-9793-D174-F341-6FA33BC3BF56}"/>
              </a:ext>
            </a:extLst>
          </p:cNvPr>
          <p:cNvSpPr txBox="1"/>
          <p:nvPr/>
        </p:nvSpPr>
        <p:spPr>
          <a:xfrm>
            <a:off x="8579657" y="1576805"/>
            <a:ext cx="3804149"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1" name="TextBox 37">
            <a:extLst>
              <a:ext uri="{FF2B5EF4-FFF2-40B4-BE49-F238E27FC236}">
                <a16:creationId xmlns:a16="http://schemas.microsoft.com/office/drawing/2014/main" id="{54754E3F-E985-9007-A025-47737236F2E7}"/>
              </a:ext>
            </a:extLst>
          </p:cNvPr>
          <p:cNvSpPr txBox="1"/>
          <p:nvPr/>
        </p:nvSpPr>
        <p:spPr>
          <a:xfrm>
            <a:off x="8156177" y="4052331"/>
            <a:ext cx="3804149"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9014972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527707-FAAA-DCA4-E9C7-230587C9F0C1}"/>
              </a:ext>
            </a:extLst>
          </p:cNvPr>
          <p:cNvSpPr>
            <a:spLocks noGrp="1"/>
          </p:cNvSpPr>
          <p:nvPr>
            <p:ph type="title"/>
          </p:nvPr>
        </p:nvSpPr>
        <p:spPr>
          <a:xfrm>
            <a:off x="214184" y="13663"/>
            <a:ext cx="9728886" cy="678316"/>
          </a:xfrm>
        </p:spPr>
        <p:txBody>
          <a:bodyPr>
            <a:normAutofit/>
          </a:bodyPr>
          <a:lstStyle/>
          <a:p>
            <a:r>
              <a:rPr lang="en-US" dirty="0"/>
              <a:t>Key points 12</a:t>
            </a:r>
          </a:p>
        </p:txBody>
      </p:sp>
      <p:grpSp>
        <p:nvGrpSpPr>
          <p:cNvPr id="3" name="Group 2">
            <a:extLst>
              <a:ext uri="{FF2B5EF4-FFF2-40B4-BE49-F238E27FC236}">
                <a16:creationId xmlns:a16="http://schemas.microsoft.com/office/drawing/2014/main" id="{5591A6DB-0001-3A8E-EBEE-92511BDD1309}"/>
              </a:ext>
            </a:extLst>
          </p:cNvPr>
          <p:cNvGrpSpPr/>
          <p:nvPr/>
        </p:nvGrpSpPr>
        <p:grpSpPr>
          <a:xfrm>
            <a:off x="4241800" y="1870051"/>
            <a:ext cx="3515340" cy="3486423"/>
            <a:chOff x="3398982" y="1104466"/>
            <a:chExt cx="5227779" cy="5184776"/>
          </a:xfrm>
        </p:grpSpPr>
        <p:sp>
          <p:nvSpPr>
            <p:cNvPr id="4" name="Callout: Quad Arrow 3">
              <a:extLst>
                <a:ext uri="{FF2B5EF4-FFF2-40B4-BE49-F238E27FC236}">
                  <a16:creationId xmlns:a16="http://schemas.microsoft.com/office/drawing/2014/main" id="{DCA50181-FB27-92CB-A037-ABB947B65C45}"/>
                </a:ext>
              </a:extLst>
            </p:cNvPr>
            <p:cNvSpPr/>
            <p:nvPr/>
          </p:nvSpPr>
          <p:spPr>
            <a:xfrm>
              <a:off x="3398982" y="2459181"/>
              <a:ext cx="2503055" cy="2475345"/>
            </a:xfrm>
            <a:prstGeom prst="quadArrowCallout">
              <a:avLst>
                <a:gd name="adj1" fmla="val 37030"/>
                <a:gd name="adj2" fmla="val 18515"/>
                <a:gd name="adj3" fmla="val 18515"/>
                <a:gd name="adj4" fmla="val 4812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Callout: Quad Arrow 4">
              <a:extLst>
                <a:ext uri="{FF2B5EF4-FFF2-40B4-BE49-F238E27FC236}">
                  <a16:creationId xmlns:a16="http://schemas.microsoft.com/office/drawing/2014/main" id="{673ADEAA-295C-1221-7D1A-42B02455E1DB}"/>
                </a:ext>
              </a:extLst>
            </p:cNvPr>
            <p:cNvSpPr/>
            <p:nvPr/>
          </p:nvSpPr>
          <p:spPr>
            <a:xfrm>
              <a:off x="4761344" y="3813897"/>
              <a:ext cx="2503055" cy="2475345"/>
            </a:xfrm>
            <a:prstGeom prst="quadArrowCallout">
              <a:avLst>
                <a:gd name="adj1" fmla="val 37030"/>
                <a:gd name="adj2" fmla="val 18515"/>
                <a:gd name="adj3" fmla="val 18515"/>
                <a:gd name="adj4" fmla="val 4812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Callout: Quad Arrow 5">
              <a:extLst>
                <a:ext uri="{FF2B5EF4-FFF2-40B4-BE49-F238E27FC236}">
                  <a16:creationId xmlns:a16="http://schemas.microsoft.com/office/drawing/2014/main" id="{489EE984-6452-31FE-8FBA-1F0781D0BEDE}"/>
                </a:ext>
              </a:extLst>
            </p:cNvPr>
            <p:cNvSpPr/>
            <p:nvPr/>
          </p:nvSpPr>
          <p:spPr>
            <a:xfrm>
              <a:off x="6123706" y="2459181"/>
              <a:ext cx="2503055" cy="2475345"/>
            </a:xfrm>
            <a:prstGeom prst="quadArrowCallout">
              <a:avLst>
                <a:gd name="adj1" fmla="val 37030"/>
                <a:gd name="adj2" fmla="val 18515"/>
                <a:gd name="adj3" fmla="val 18515"/>
                <a:gd name="adj4" fmla="val 48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Callout: Quad Arrow 6">
              <a:extLst>
                <a:ext uri="{FF2B5EF4-FFF2-40B4-BE49-F238E27FC236}">
                  <a16:creationId xmlns:a16="http://schemas.microsoft.com/office/drawing/2014/main" id="{D7269EF0-0ABC-E726-73D5-3FE76CDCB22E}"/>
                </a:ext>
              </a:extLst>
            </p:cNvPr>
            <p:cNvSpPr/>
            <p:nvPr/>
          </p:nvSpPr>
          <p:spPr>
            <a:xfrm>
              <a:off x="4761343" y="1104466"/>
              <a:ext cx="2503055" cy="2475345"/>
            </a:xfrm>
            <a:prstGeom prst="quadArrowCallout">
              <a:avLst>
                <a:gd name="adj1" fmla="val 37030"/>
                <a:gd name="adj2" fmla="val 18515"/>
                <a:gd name="adj3" fmla="val 18515"/>
                <a:gd name="adj4" fmla="val 4812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TextBox 7">
            <a:extLst>
              <a:ext uri="{FF2B5EF4-FFF2-40B4-BE49-F238E27FC236}">
                <a16:creationId xmlns:a16="http://schemas.microsoft.com/office/drawing/2014/main" id="{4E4C0E8B-A5EC-AF93-A937-C49E70BCF2FB}"/>
              </a:ext>
            </a:extLst>
          </p:cNvPr>
          <p:cNvSpPr txBox="1"/>
          <p:nvPr/>
        </p:nvSpPr>
        <p:spPr>
          <a:xfrm>
            <a:off x="3933347" y="1177484"/>
            <a:ext cx="4149436" cy="923330"/>
          </a:xfrm>
          <a:prstGeom prst="rect">
            <a:avLst/>
          </a:prstGeom>
          <a:noFill/>
        </p:spPr>
        <p:txBody>
          <a:bodyPr wrap="square">
            <a:spAutoFit/>
          </a:bodyPr>
          <a:lstStyle/>
          <a:p>
            <a:pPr marL="179388" algn="ctr"/>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9" name="TextBox 8">
            <a:extLst>
              <a:ext uri="{FF2B5EF4-FFF2-40B4-BE49-F238E27FC236}">
                <a16:creationId xmlns:a16="http://schemas.microsoft.com/office/drawing/2014/main" id="{EE81B565-05CE-788C-6E61-CE5BC82EA132}"/>
              </a:ext>
            </a:extLst>
          </p:cNvPr>
          <p:cNvSpPr txBox="1"/>
          <p:nvPr/>
        </p:nvSpPr>
        <p:spPr>
          <a:xfrm>
            <a:off x="3933346" y="5393529"/>
            <a:ext cx="4149437" cy="923330"/>
          </a:xfrm>
          <a:prstGeom prst="rect">
            <a:avLst/>
          </a:prstGeom>
          <a:noFill/>
        </p:spPr>
        <p:txBody>
          <a:bodyPr wrap="square">
            <a:spAutoFit/>
          </a:bodyPr>
          <a:lstStyle/>
          <a:p>
            <a:pPr marL="179388" algn="ctr"/>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10" name="TextBox 9">
            <a:extLst>
              <a:ext uri="{FF2B5EF4-FFF2-40B4-BE49-F238E27FC236}">
                <a16:creationId xmlns:a16="http://schemas.microsoft.com/office/drawing/2014/main" id="{8CFD1379-DCE4-C080-A0A6-C0BDCC50FB76}"/>
              </a:ext>
            </a:extLst>
          </p:cNvPr>
          <p:cNvSpPr txBox="1"/>
          <p:nvPr/>
        </p:nvSpPr>
        <p:spPr>
          <a:xfrm>
            <a:off x="85436" y="3343707"/>
            <a:ext cx="4996873" cy="646331"/>
          </a:xfrm>
          <a:prstGeom prst="rect">
            <a:avLst/>
          </a:prstGeom>
          <a:noFill/>
        </p:spPr>
        <p:txBody>
          <a:bodyPr wrap="square">
            <a:spAutoFit/>
          </a:bodyPr>
          <a:lstStyle/>
          <a:p>
            <a:pPr marL="179388"/>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11" name="TextBox 10">
            <a:extLst>
              <a:ext uri="{FF2B5EF4-FFF2-40B4-BE49-F238E27FC236}">
                <a16:creationId xmlns:a16="http://schemas.microsoft.com/office/drawing/2014/main" id="{C652F3D3-B5CE-13EB-60D0-5932F558BE28}"/>
              </a:ext>
            </a:extLst>
          </p:cNvPr>
          <p:cNvSpPr txBox="1"/>
          <p:nvPr/>
        </p:nvSpPr>
        <p:spPr>
          <a:xfrm>
            <a:off x="7589983" y="3343706"/>
            <a:ext cx="4149436" cy="923330"/>
          </a:xfrm>
          <a:prstGeom prst="rect">
            <a:avLst/>
          </a:prstGeom>
          <a:noFill/>
        </p:spPr>
        <p:txBody>
          <a:bodyPr wrap="square">
            <a:spAutoFit/>
          </a:bodyPr>
          <a:lstStyle/>
          <a:p>
            <a:pPr marL="179388"/>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grpSp>
        <p:nvGrpSpPr>
          <p:cNvPr id="12" name="Accounting3" descr="{&quot;Key&quot;:&quot;POWER_USER_SHAPE_ICON&quot;,&quot;Value&quot;:&quot;POWER_USER_SHAPE_ICON_STYLE_1&quot;}">
            <a:extLst>
              <a:ext uri="{FF2B5EF4-FFF2-40B4-BE49-F238E27FC236}">
                <a16:creationId xmlns:a16="http://schemas.microsoft.com/office/drawing/2014/main" id="{698748AF-0DDC-29DD-02D4-19CA4AC43B2F}"/>
              </a:ext>
            </a:extLst>
          </p:cNvPr>
          <p:cNvGrpSpPr>
            <a:grpSpLocks noChangeAspect="1"/>
          </p:cNvGrpSpPr>
          <p:nvPr/>
        </p:nvGrpSpPr>
        <p:grpSpPr>
          <a:xfrm>
            <a:off x="4807725" y="3359573"/>
            <a:ext cx="700348" cy="529306"/>
            <a:chOff x="7310438" y="6146800"/>
            <a:chExt cx="481013" cy="363538"/>
          </a:xfrm>
          <a:solidFill>
            <a:schemeClr val="bg1"/>
          </a:solidFill>
        </p:grpSpPr>
        <p:sp>
          <p:nvSpPr>
            <p:cNvPr id="13" name="Freeform 88">
              <a:extLst>
                <a:ext uri="{FF2B5EF4-FFF2-40B4-BE49-F238E27FC236}">
                  <a16:creationId xmlns:a16="http://schemas.microsoft.com/office/drawing/2014/main" id="{8CE6D391-EDD7-BEA0-3127-92329FA9C9B8}"/>
                </a:ext>
              </a:extLst>
            </p:cNvPr>
            <p:cNvSpPr>
              <a:spLocks noEditPoints="1"/>
            </p:cNvSpPr>
            <p:nvPr/>
          </p:nvSpPr>
          <p:spPr bwMode="auto">
            <a:xfrm>
              <a:off x="7334251"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Freeform 89">
              <a:extLst>
                <a:ext uri="{FF2B5EF4-FFF2-40B4-BE49-F238E27FC236}">
                  <a16:creationId xmlns:a16="http://schemas.microsoft.com/office/drawing/2014/main" id="{2292C82A-14A5-5D89-A5D3-D86A08BBCF39}"/>
                </a:ext>
              </a:extLst>
            </p:cNvPr>
            <p:cNvSpPr>
              <a:spLocks noEditPoints="1"/>
            </p:cNvSpPr>
            <p:nvPr/>
          </p:nvSpPr>
          <p:spPr bwMode="auto">
            <a:xfrm>
              <a:off x="7415213" y="6251575"/>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Freeform 90">
              <a:extLst>
                <a:ext uri="{FF2B5EF4-FFF2-40B4-BE49-F238E27FC236}">
                  <a16:creationId xmlns:a16="http://schemas.microsoft.com/office/drawing/2014/main" id="{E840D17E-825B-D171-AF84-8634AB000A9D}"/>
                </a:ext>
              </a:extLst>
            </p:cNvPr>
            <p:cNvSpPr>
              <a:spLocks noEditPoints="1"/>
            </p:cNvSpPr>
            <p:nvPr/>
          </p:nvSpPr>
          <p:spPr bwMode="auto">
            <a:xfrm>
              <a:off x="7496176"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Freeform 91">
              <a:extLst>
                <a:ext uri="{FF2B5EF4-FFF2-40B4-BE49-F238E27FC236}">
                  <a16:creationId xmlns:a16="http://schemas.microsoft.com/office/drawing/2014/main" id="{263AB6A2-3D2C-FC9C-D8A2-7099AA3AE682}"/>
                </a:ext>
              </a:extLst>
            </p:cNvPr>
            <p:cNvSpPr>
              <a:spLocks noEditPoints="1"/>
            </p:cNvSpPr>
            <p:nvPr/>
          </p:nvSpPr>
          <p:spPr bwMode="auto">
            <a:xfrm>
              <a:off x="7334251" y="6332538"/>
              <a:ext cx="69850" cy="69850"/>
            </a:xfrm>
            <a:custGeom>
              <a:avLst/>
              <a:gdLst>
                <a:gd name="T0" fmla="*/ 14 w 77"/>
                <a:gd name="T1" fmla="*/ 63 h 77"/>
                <a:gd name="T2" fmla="*/ 62 w 77"/>
                <a:gd name="T3" fmla="*/ 63 h 77"/>
                <a:gd name="T4" fmla="*/ 62 w 77"/>
                <a:gd name="T5" fmla="*/ 15 h 77"/>
                <a:gd name="T6" fmla="*/ 14 w 77"/>
                <a:gd name="T7" fmla="*/ 15 h 77"/>
                <a:gd name="T8" fmla="*/ 14 w 77"/>
                <a:gd name="T9" fmla="*/ 63 h 77"/>
                <a:gd name="T10" fmla="*/ 69 w 77"/>
                <a:gd name="T11" fmla="*/ 77 h 77"/>
                <a:gd name="T12" fmla="*/ 7 w 77"/>
                <a:gd name="T13" fmla="*/ 77 h 77"/>
                <a:gd name="T14" fmla="*/ 0 w 77"/>
                <a:gd name="T15" fmla="*/ 70 h 77"/>
                <a:gd name="T16" fmla="*/ 0 w 77"/>
                <a:gd name="T17" fmla="*/ 8 h 77"/>
                <a:gd name="T18" fmla="*/ 7 w 77"/>
                <a:gd name="T19" fmla="*/ 0 h 77"/>
                <a:gd name="T20" fmla="*/ 69 w 77"/>
                <a:gd name="T21" fmla="*/ 0 h 77"/>
                <a:gd name="T22" fmla="*/ 77 w 77"/>
                <a:gd name="T23" fmla="*/ 8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3"/>
                  </a:moveTo>
                  <a:lnTo>
                    <a:pt x="62" y="63"/>
                  </a:lnTo>
                  <a:lnTo>
                    <a:pt x="62" y="15"/>
                  </a:lnTo>
                  <a:lnTo>
                    <a:pt x="14" y="15"/>
                  </a:lnTo>
                  <a:lnTo>
                    <a:pt x="14" y="63"/>
                  </a:lnTo>
                  <a:close/>
                  <a:moveTo>
                    <a:pt x="69" y="77"/>
                  </a:moveTo>
                  <a:lnTo>
                    <a:pt x="7" y="77"/>
                  </a:lnTo>
                  <a:cubicBezTo>
                    <a:pt x="3" y="77"/>
                    <a:pt x="0" y="74"/>
                    <a:pt x="0" y="70"/>
                  </a:cubicBezTo>
                  <a:lnTo>
                    <a:pt x="0" y="8"/>
                  </a:lnTo>
                  <a:cubicBezTo>
                    <a:pt x="0" y="4"/>
                    <a:pt x="3" y="0"/>
                    <a:pt x="7" y="0"/>
                  </a:cubicBezTo>
                  <a:lnTo>
                    <a:pt x="69" y="0"/>
                  </a:lnTo>
                  <a:cubicBezTo>
                    <a:pt x="74" y="0"/>
                    <a:pt x="77" y="4"/>
                    <a:pt x="77" y="8"/>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92">
              <a:extLst>
                <a:ext uri="{FF2B5EF4-FFF2-40B4-BE49-F238E27FC236}">
                  <a16:creationId xmlns:a16="http://schemas.microsoft.com/office/drawing/2014/main" id="{F6B7AFBC-875D-6BAE-9A97-9DD8CC7A8D1C}"/>
                </a:ext>
              </a:extLst>
            </p:cNvPr>
            <p:cNvSpPr>
              <a:spLocks noEditPoints="1"/>
            </p:cNvSpPr>
            <p:nvPr/>
          </p:nvSpPr>
          <p:spPr bwMode="auto">
            <a:xfrm>
              <a:off x="7334251" y="6413500"/>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93">
              <a:extLst>
                <a:ext uri="{FF2B5EF4-FFF2-40B4-BE49-F238E27FC236}">
                  <a16:creationId xmlns:a16="http://schemas.microsoft.com/office/drawing/2014/main" id="{B3BB5C87-C4DC-7BDA-D0D4-BEE9EC68220E}"/>
                </a:ext>
              </a:extLst>
            </p:cNvPr>
            <p:cNvSpPr>
              <a:spLocks noEditPoints="1"/>
            </p:cNvSpPr>
            <p:nvPr/>
          </p:nvSpPr>
          <p:spPr bwMode="auto">
            <a:xfrm>
              <a:off x="7415213" y="6332538"/>
              <a:ext cx="69850" cy="69850"/>
            </a:xfrm>
            <a:custGeom>
              <a:avLst/>
              <a:gdLst>
                <a:gd name="T0" fmla="*/ 15 w 77"/>
                <a:gd name="T1" fmla="*/ 63 h 77"/>
                <a:gd name="T2" fmla="*/ 63 w 77"/>
                <a:gd name="T3" fmla="*/ 63 h 77"/>
                <a:gd name="T4" fmla="*/ 63 w 77"/>
                <a:gd name="T5" fmla="*/ 15 h 77"/>
                <a:gd name="T6" fmla="*/ 15 w 77"/>
                <a:gd name="T7" fmla="*/ 15 h 77"/>
                <a:gd name="T8" fmla="*/ 15 w 77"/>
                <a:gd name="T9" fmla="*/ 63 h 77"/>
                <a:gd name="T10" fmla="*/ 70 w 77"/>
                <a:gd name="T11" fmla="*/ 77 h 77"/>
                <a:gd name="T12" fmla="*/ 7 w 77"/>
                <a:gd name="T13" fmla="*/ 77 h 77"/>
                <a:gd name="T14" fmla="*/ 0 w 77"/>
                <a:gd name="T15" fmla="*/ 70 h 77"/>
                <a:gd name="T16" fmla="*/ 0 w 77"/>
                <a:gd name="T17" fmla="*/ 8 h 77"/>
                <a:gd name="T18" fmla="*/ 7 w 77"/>
                <a:gd name="T19" fmla="*/ 0 h 77"/>
                <a:gd name="T20" fmla="*/ 70 w 77"/>
                <a:gd name="T21" fmla="*/ 0 h 77"/>
                <a:gd name="T22" fmla="*/ 77 w 77"/>
                <a:gd name="T23" fmla="*/ 8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3"/>
                  </a:moveTo>
                  <a:lnTo>
                    <a:pt x="63" y="63"/>
                  </a:lnTo>
                  <a:lnTo>
                    <a:pt x="63" y="15"/>
                  </a:lnTo>
                  <a:lnTo>
                    <a:pt x="15" y="15"/>
                  </a:lnTo>
                  <a:lnTo>
                    <a:pt x="15" y="63"/>
                  </a:lnTo>
                  <a:close/>
                  <a:moveTo>
                    <a:pt x="70" y="77"/>
                  </a:moveTo>
                  <a:lnTo>
                    <a:pt x="7" y="77"/>
                  </a:lnTo>
                  <a:cubicBezTo>
                    <a:pt x="3" y="77"/>
                    <a:pt x="0" y="74"/>
                    <a:pt x="0" y="70"/>
                  </a:cubicBezTo>
                  <a:lnTo>
                    <a:pt x="0" y="8"/>
                  </a:lnTo>
                  <a:cubicBezTo>
                    <a:pt x="0" y="4"/>
                    <a:pt x="3" y="0"/>
                    <a:pt x="7" y="0"/>
                  </a:cubicBezTo>
                  <a:lnTo>
                    <a:pt x="70" y="0"/>
                  </a:lnTo>
                  <a:cubicBezTo>
                    <a:pt x="74" y="0"/>
                    <a:pt x="77" y="4"/>
                    <a:pt x="77" y="8"/>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Freeform 94">
              <a:extLst>
                <a:ext uri="{FF2B5EF4-FFF2-40B4-BE49-F238E27FC236}">
                  <a16:creationId xmlns:a16="http://schemas.microsoft.com/office/drawing/2014/main" id="{2A62DA0F-BCCE-C823-19D6-E6F2898F7524}"/>
                </a:ext>
              </a:extLst>
            </p:cNvPr>
            <p:cNvSpPr>
              <a:spLocks noEditPoints="1"/>
            </p:cNvSpPr>
            <p:nvPr/>
          </p:nvSpPr>
          <p:spPr bwMode="auto">
            <a:xfrm>
              <a:off x="7415213" y="6413500"/>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95">
              <a:extLst>
                <a:ext uri="{FF2B5EF4-FFF2-40B4-BE49-F238E27FC236}">
                  <a16:creationId xmlns:a16="http://schemas.microsoft.com/office/drawing/2014/main" id="{0258F0B7-6906-4784-4A5B-9F2E4653686C}"/>
                </a:ext>
              </a:extLst>
            </p:cNvPr>
            <p:cNvSpPr>
              <a:spLocks noEditPoints="1"/>
            </p:cNvSpPr>
            <p:nvPr/>
          </p:nvSpPr>
          <p:spPr bwMode="auto">
            <a:xfrm>
              <a:off x="7496176" y="6332538"/>
              <a:ext cx="69850" cy="150813"/>
            </a:xfrm>
            <a:custGeom>
              <a:avLst/>
              <a:gdLst>
                <a:gd name="T0" fmla="*/ 14 w 77"/>
                <a:gd name="T1" fmla="*/ 151 h 166"/>
                <a:gd name="T2" fmla="*/ 62 w 77"/>
                <a:gd name="T3" fmla="*/ 151 h 166"/>
                <a:gd name="T4" fmla="*/ 62 w 77"/>
                <a:gd name="T5" fmla="*/ 15 h 166"/>
                <a:gd name="T6" fmla="*/ 14 w 77"/>
                <a:gd name="T7" fmla="*/ 15 h 166"/>
                <a:gd name="T8" fmla="*/ 14 w 77"/>
                <a:gd name="T9" fmla="*/ 151 h 166"/>
                <a:gd name="T10" fmla="*/ 69 w 77"/>
                <a:gd name="T11" fmla="*/ 166 h 166"/>
                <a:gd name="T12" fmla="*/ 7 w 77"/>
                <a:gd name="T13" fmla="*/ 166 h 166"/>
                <a:gd name="T14" fmla="*/ 0 w 77"/>
                <a:gd name="T15" fmla="*/ 159 h 166"/>
                <a:gd name="T16" fmla="*/ 0 w 77"/>
                <a:gd name="T17" fmla="*/ 8 h 166"/>
                <a:gd name="T18" fmla="*/ 7 w 77"/>
                <a:gd name="T19" fmla="*/ 0 h 166"/>
                <a:gd name="T20" fmla="*/ 69 w 77"/>
                <a:gd name="T21" fmla="*/ 0 h 166"/>
                <a:gd name="T22" fmla="*/ 77 w 77"/>
                <a:gd name="T23" fmla="*/ 8 h 166"/>
                <a:gd name="T24" fmla="*/ 77 w 77"/>
                <a:gd name="T25" fmla="*/ 159 h 166"/>
                <a:gd name="T26" fmla="*/ 69 w 77"/>
                <a:gd name="T2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66">
                  <a:moveTo>
                    <a:pt x="14" y="151"/>
                  </a:moveTo>
                  <a:lnTo>
                    <a:pt x="62" y="151"/>
                  </a:lnTo>
                  <a:lnTo>
                    <a:pt x="62" y="15"/>
                  </a:lnTo>
                  <a:lnTo>
                    <a:pt x="14" y="15"/>
                  </a:lnTo>
                  <a:lnTo>
                    <a:pt x="14" y="151"/>
                  </a:lnTo>
                  <a:close/>
                  <a:moveTo>
                    <a:pt x="69" y="166"/>
                  </a:moveTo>
                  <a:lnTo>
                    <a:pt x="7" y="166"/>
                  </a:lnTo>
                  <a:cubicBezTo>
                    <a:pt x="3" y="166"/>
                    <a:pt x="0" y="163"/>
                    <a:pt x="0" y="159"/>
                  </a:cubicBezTo>
                  <a:lnTo>
                    <a:pt x="0" y="8"/>
                  </a:lnTo>
                  <a:cubicBezTo>
                    <a:pt x="0" y="4"/>
                    <a:pt x="3" y="0"/>
                    <a:pt x="7" y="0"/>
                  </a:cubicBezTo>
                  <a:lnTo>
                    <a:pt x="69" y="0"/>
                  </a:lnTo>
                  <a:cubicBezTo>
                    <a:pt x="74" y="0"/>
                    <a:pt x="77" y="4"/>
                    <a:pt x="77" y="8"/>
                  </a:cubicBezTo>
                  <a:lnTo>
                    <a:pt x="77" y="159"/>
                  </a:lnTo>
                  <a:cubicBezTo>
                    <a:pt x="77" y="163"/>
                    <a:pt x="74" y="166"/>
                    <a:pt x="69"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Freeform 96">
              <a:extLst>
                <a:ext uri="{FF2B5EF4-FFF2-40B4-BE49-F238E27FC236}">
                  <a16:creationId xmlns:a16="http://schemas.microsoft.com/office/drawing/2014/main" id="{AB619624-DB25-B29B-7968-4AE836A9378E}"/>
                </a:ext>
              </a:extLst>
            </p:cNvPr>
            <p:cNvSpPr>
              <a:spLocks noEditPoints="1"/>
            </p:cNvSpPr>
            <p:nvPr/>
          </p:nvSpPr>
          <p:spPr bwMode="auto">
            <a:xfrm>
              <a:off x="7310438" y="6146800"/>
              <a:ext cx="279400" cy="363538"/>
            </a:xfrm>
            <a:custGeom>
              <a:avLst/>
              <a:gdLst>
                <a:gd name="T0" fmla="*/ 15 w 306"/>
                <a:gd name="T1" fmla="*/ 383 h 397"/>
                <a:gd name="T2" fmla="*/ 291 w 306"/>
                <a:gd name="T3" fmla="*/ 383 h 397"/>
                <a:gd name="T4" fmla="*/ 291 w 306"/>
                <a:gd name="T5" fmla="*/ 14 h 397"/>
                <a:gd name="T6" fmla="*/ 15 w 306"/>
                <a:gd name="T7" fmla="*/ 14 h 397"/>
                <a:gd name="T8" fmla="*/ 15 w 306"/>
                <a:gd name="T9" fmla="*/ 383 h 397"/>
                <a:gd name="T10" fmla="*/ 299 w 306"/>
                <a:gd name="T11" fmla="*/ 397 h 397"/>
                <a:gd name="T12" fmla="*/ 8 w 306"/>
                <a:gd name="T13" fmla="*/ 397 h 397"/>
                <a:gd name="T14" fmla="*/ 0 w 306"/>
                <a:gd name="T15" fmla="*/ 390 h 397"/>
                <a:gd name="T16" fmla="*/ 0 w 306"/>
                <a:gd name="T17" fmla="*/ 7 h 397"/>
                <a:gd name="T18" fmla="*/ 8 w 306"/>
                <a:gd name="T19" fmla="*/ 0 h 397"/>
                <a:gd name="T20" fmla="*/ 299 w 306"/>
                <a:gd name="T21" fmla="*/ 0 h 397"/>
                <a:gd name="T22" fmla="*/ 306 w 306"/>
                <a:gd name="T23" fmla="*/ 7 h 397"/>
                <a:gd name="T24" fmla="*/ 306 w 306"/>
                <a:gd name="T25" fmla="*/ 390 h 397"/>
                <a:gd name="T26" fmla="*/ 299 w 306"/>
                <a:gd name="T27"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6" h="397">
                  <a:moveTo>
                    <a:pt x="15" y="383"/>
                  </a:moveTo>
                  <a:lnTo>
                    <a:pt x="291" y="383"/>
                  </a:lnTo>
                  <a:lnTo>
                    <a:pt x="291" y="14"/>
                  </a:lnTo>
                  <a:lnTo>
                    <a:pt x="15" y="14"/>
                  </a:lnTo>
                  <a:lnTo>
                    <a:pt x="15" y="383"/>
                  </a:lnTo>
                  <a:close/>
                  <a:moveTo>
                    <a:pt x="299" y="397"/>
                  </a:moveTo>
                  <a:lnTo>
                    <a:pt x="8" y="397"/>
                  </a:lnTo>
                  <a:cubicBezTo>
                    <a:pt x="4" y="397"/>
                    <a:pt x="0" y="394"/>
                    <a:pt x="0" y="390"/>
                  </a:cubicBezTo>
                  <a:lnTo>
                    <a:pt x="0" y="7"/>
                  </a:lnTo>
                  <a:cubicBezTo>
                    <a:pt x="0" y="3"/>
                    <a:pt x="4" y="0"/>
                    <a:pt x="8" y="0"/>
                  </a:cubicBezTo>
                  <a:lnTo>
                    <a:pt x="299" y="0"/>
                  </a:lnTo>
                  <a:cubicBezTo>
                    <a:pt x="303" y="0"/>
                    <a:pt x="306" y="3"/>
                    <a:pt x="306" y="7"/>
                  </a:cubicBezTo>
                  <a:lnTo>
                    <a:pt x="306" y="390"/>
                  </a:lnTo>
                  <a:cubicBezTo>
                    <a:pt x="306" y="394"/>
                    <a:pt x="303" y="397"/>
                    <a:pt x="299" y="3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97">
              <a:extLst>
                <a:ext uri="{FF2B5EF4-FFF2-40B4-BE49-F238E27FC236}">
                  <a16:creationId xmlns:a16="http://schemas.microsoft.com/office/drawing/2014/main" id="{18DEAA7C-8C52-3C4F-372F-7277F1DE4DC0}"/>
                </a:ext>
              </a:extLst>
            </p:cNvPr>
            <p:cNvSpPr>
              <a:spLocks noEditPoints="1"/>
            </p:cNvSpPr>
            <p:nvPr/>
          </p:nvSpPr>
          <p:spPr bwMode="auto">
            <a:xfrm>
              <a:off x="7334251" y="6169025"/>
              <a:ext cx="231775" cy="73025"/>
            </a:xfrm>
            <a:custGeom>
              <a:avLst/>
              <a:gdLst>
                <a:gd name="T0" fmla="*/ 14 w 254"/>
                <a:gd name="T1" fmla="*/ 65 h 80"/>
                <a:gd name="T2" fmla="*/ 239 w 254"/>
                <a:gd name="T3" fmla="*/ 65 h 80"/>
                <a:gd name="T4" fmla="*/ 239 w 254"/>
                <a:gd name="T5" fmla="*/ 15 h 80"/>
                <a:gd name="T6" fmla="*/ 14 w 254"/>
                <a:gd name="T7" fmla="*/ 15 h 80"/>
                <a:gd name="T8" fmla="*/ 14 w 254"/>
                <a:gd name="T9" fmla="*/ 65 h 80"/>
                <a:gd name="T10" fmla="*/ 246 w 254"/>
                <a:gd name="T11" fmla="*/ 80 h 80"/>
                <a:gd name="T12" fmla="*/ 7 w 254"/>
                <a:gd name="T13" fmla="*/ 80 h 80"/>
                <a:gd name="T14" fmla="*/ 0 w 254"/>
                <a:gd name="T15" fmla="*/ 72 h 80"/>
                <a:gd name="T16" fmla="*/ 0 w 254"/>
                <a:gd name="T17" fmla="*/ 7 h 80"/>
                <a:gd name="T18" fmla="*/ 7 w 254"/>
                <a:gd name="T19" fmla="*/ 0 h 80"/>
                <a:gd name="T20" fmla="*/ 246 w 254"/>
                <a:gd name="T21" fmla="*/ 0 h 80"/>
                <a:gd name="T22" fmla="*/ 254 w 254"/>
                <a:gd name="T23" fmla="*/ 7 h 80"/>
                <a:gd name="T24" fmla="*/ 254 w 254"/>
                <a:gd name="T25" fmla="*/ 72 h 80"/>
                <a:gd name="T26" fmla="*/ 246 w 254"/>
                <a:gd name="T2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4" h="80">
                  <a:moveTo>
                    <a:pt x="14" y="65"/>
                  </a:moveTo>
                  <a:lnTo>
                    <a:pt x="239" y="65"/>
                  </a:lnTo>
                  <a:lnTo>
                    <a:pt x="239" y="15"/>
                  </a:lnTo>
                  <a:lnTo>
                    <a:pt x="14" y="15"/>
                  </a:lnTo>
                  <a:lnTo>
                    <a:pt x="14" y="65"/>
                  </a:lnTo>
                  <a:close/>
                  <a:moveTo>
                    <a:pt x="246" y="80"/>
                  </a:moveTo>
                  <a:lnTo>
                    <a:pt x="7" y="80"/>
                  </a:lnTo>
                  <a:cubicBezTo>
                    <a:pt x="3" y="80"/>
                    <a:pt x="0" y="77"/>
                    <a:pt x="0" y="72"/>
                  </a:cubicBezTo>
                  <a:lnTo>
                    <a:pt x="0" y="7"/>
                  </a:lnTo>
                  <a:cubicBezTo>
                    <a:pt x="0" y="3"/>
                    <a:pt x="3" y="0"/>
                    <a:pt x="7" y="0"/>
                  </a:cubicBezTo>
                  <a:lnTo>
                    <a:pt x="246" y="0"/>
                  </a:lnTo>
                  <a:cubicBezTo>
                    <a:pt x="251" y="0"/>
                    <a:pt x="254" y="3"/>
                    <a:pt x="254" y="7"/>
                  </a:cubicBezTo>
                  <a:lnTo>
                    <a:pt x="254" y="72"/>
                  </a:lnTo>
                  <a:cubicBezTo>
                    <a:pt x="254" y="77"/>
                    <a:pt x="251" y="80"/>
                    <a:pt x="246"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98">
              <a:extLst>
                <a:ext uri="{FF2B5EF4-FFF2-40B4-BE49-F238E27FC236}">
                  <a16:creationId xmlns:a16="http://schemas.microsoft.com/office/drawing/2014/main" id="{2F5DAA2D-48A6-E0C4-74F0-94C81B0BD888}"/>
                </a:ext>
              </a:extLst>
            </p:cNvPr>
            <p:cNvSpPr>
              <a:spLocks noEditPoints="1"/>
            </p:cNvSpPr>
            <p:nvPr/>
          </p:nvSpPr>
          <p:spPr bwMode="auto">
            <a:xfrm>
              <a:off x="7662863" y="6184900"/>
              <a:ext cx="68263" cy="84138"/>
            </a:xfrm>
            <a:custGeom>
              <a:avLst/>
              <a:gdLst>
                <a:gd name="T0" fmla="*/ 17 w 75"/>
                <a:gd name="T1" fmla="*/ 72 h 93"/>
                <a:gd name="T2" fmla="*/ 24 w 75"/>
                <a:gd name="T3" fmla="*/ 76 h 93"/>
                <a:gd name="T4" fmla="*/ 57 w 75"/>
                <a:gd name="T5" fmla="*/ 30 h 93"/>
                <a:gd name="T6" fmla="*/ 34 w 75"/>
                <a:gd name="T7" fmla="*/ 18 h 93"/>
                <a:gd name="T8" fmla="*/ 17 w 75"/>
                <a:gd name="T9" fmla="*/ 72 h 93"/>
                <a:gd name="T10" fmla="*/ 25 w 75"/>
                <a:gd name="T11" fmla="*/ 93 h 93"/>
                <a:gd name="T12" fmla="*/ 21 w 75"/>
                <a:gd name="T13" fmla="*/ 92 h 93"/>
                <a:gd name="T14" fmla="*/ 5 w 75"/>
                <a:gd name="T15" fmla="*/ 83 h 93"/>
                <a:gd name="T16" fmla="*/ 1 w 75"/>
                <a:gd name="T17" fmla="*/ 74 h 93"/>
                <a:gd name="T18" fmla="*/ 22 w 75"/>
                <a:gd name="T19" fmla="*/ 6 h 93"/>
                <a:gd name="T20" fmla="*/ 26 w 75"/>
                <a:gd name="T21" fmla="*/ 1 h 93"/>
                <a:gd name="T22" fmla="*/ 32 w 75"/>
                <a:gd name="T23" fmla="*/ 1 h 93"/>
                <a:gd name="T24" fmla="*/ 72 w 75"/>
                <a:gd name="T25" fmla="*/ 22 h 93"/>
                <a:gd name="T26" fmla="*/ 75 w 75"/>
                <a:gd name="T27" fmla="*/ 27 h 93"/>
                <a:gd name="T28" fmla="*/ 73 w 75"/>
                <a:gd name="T29" fmla="*/ 33 h 93"/>
                <a:gd name="T30" fmla="*/ 31 w 75"/>
                <a:gd name="T31" fmla="*/ 90 h 93"/>
                <a:gd name="T32" fmla="*/ 25 w 75"/>
                <a:gd name="T33"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93">
                  <a:moveTo>
                    <a:pt x="17" y="72"/>
                  </a:moveTo>
                  <a:cubicBezTo>
                    <a:pt x="19" y="73"/>
                    <a:pt x="21" y="74"/>
                    <a:pt x="24" y="76"/>
                  </a:cubicBezTo>
                  <a:lnTo>
                    <a:pt x="57" y="30"/>
                  </a:lnTo>
                  <a:cubicBezTo>
                    <a:pt x="50" y="25"/>
                    <a:pt x="42" y="21"/>
                    <a:pt x="34" y="18"/>
                  </a:cubicBezTo>
                  <a:lnTo>
                    <a:pt x="17" y="72"/>
                  </a:lnTo>
                  <a:close/>
                  <a:moveTo>
                    <a:pt x="25" y="93"/>
                  </a:moveTo>
                  <a:cubicBezTo>
                    <a:pt x="24" y="93"/>
                    <a:pt x="22" y="92"/>
                    <a:pt x="21" y="92"/>
                  </a:cubicBezTo>
                  <a:cubicBezTo>
                    <a:pt x="16" y="88"/>
                    <a:pt x="11" y="85"/>
                    <a:pt x="5" y="83"/>
                  </a:cubicBezTo>
                  <a:cubicBezTo>
                    <a:pt x="2" y="81"/>
                    <a:pt x="0" y="77"/>
                    <a:pt x="1" y="74"/>
                  </a:cubicBezTo>
                  <a:lnTo>
                    <a:pt x="22" y="6"/>
                  </a:lnTo>
                  <a:cubicBezTo>
                    <a:pt x="23" y="4"/>
                    <a:pt x="24" y="2"/>
                    <a:pt x="26" y="1"/>
                  </a:cubicBezTo>
                  <a:cubicBezTo>
                    <a:pt x="28" y="1"/>
                    <a:pt x="30" y="0"/>
                    <a:pt x="32" y="1"/>
                  </a:cubicBezTo>
                  <a:cubicBezTo>
                    <a:pt x="46" y="6"/>
                    <a:pt x="59" y="14"/>
                    <a:pt x="72" y="22"/>
                  </a:cubicBezTo>
                  <a:cubicBezTo>
                    <a:pt x="73" y="24"/>
                    <a:pt x="74" y="25"/>
                    <a:pt x="75" y="27"/>
                  </a:cubicBezTo>
                  <a:cubicBezTo>
                    <a:pt x="75" y="29"/>
                    <a:pt x="74" y="31"/>
                    <a:pt x="73" y="33"/>
                  </a:cubicBezTo>
                  <a:lnTo>
                    <a:pt x="31" y="90"/>
                  </a:lnTo>
                  <a:cubicBezTo>
                    <a:pt x="30" y="92"/>
                    <a:pt x="28" y="93"/>
                    <a:pt x="25"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99">
              <a:extLst>
                <a:ext uri="{FF2B5EF4-FFF2-40B4-BE49-F238E27FC236}">
                  <a16:creationId xmlns:a16="http://schemas.microsoft.com/office/drawing/2014/main" id="{490E6525-EBCE-1502-C57E-1B34193D6231}"/>
                </a:ext>
              </a:extLst>
            </p:cNvPr>
            <p:cNvSpPr>
              <a:spLocks/>
            </p:cNvSpPr>
            <p:nvPr/>
          </p:nvSpPr>
          <p:spPr bwMode="auto">
            <a:xfrm>
              <a:off x="7599363" y="6175375"/>
              <a:ext cx="68263" cy="85725"/>
            </a:xfrm>
            <a:custGeom>
              <a:avLst/>
              <a:gdLst>
                <a:gd name="T0" fmla="*/ 11 w 76"/>
                <a:gd name="T1" fmla="*/ 93 h 93"/>
                <a:gd name="T2" fmla="*/ 5 w 76"/>
                <a:gd name="T3" fmla="*/ 88 h 93"/>
                <a:gd name="T4" fmla="*/ 9 w 76"/>
                <a:gd name="T5" fmla="*/ 79 h 93"/>
                <a:gd name="T6" fmla="*/ 40 w 76"/>
                <a:gd name="T7" fmla="*/ 72 h 93"/>
                <a:gd name="T8" fmla="*/ 59 w 76"/>
                <a:gd name="T9" fmla="*/ 16 h 93"/>
                <a:gd name="T10" fmla="*/ 10 w 76"/>
                <a:gd name="T11" fmla="*/ 19 h 93"/>
                <a:gd name="T12" fmla="*/ 1 w 76"/>
                <a:gd name="T13" fmla="*/ 14 h 93"/>
                <a:gd name="T14" fmla="*/ 7 w 76"/>
                <a:gd name="T15" fmla="*/ 5 h 93"/>
                <a:gd name="T16" fmla="*/ 70 w 76"/>
                <a:gd name="T17" fmla="*/ 3 h 93"/>
                <a:gd name="T18" fmla="*/ 75 w 76"/>
                <a:gd name="T19" fmla="*/ 6 h 93"/>
                <a:gd name="T20" fmla="*/ 75 w 76"/>
                <a:gd name="T21" fmla="*/ 12 h 93"/>
                <a:gd name="T22" fmla="*/ 52 w 76"/>
                <a:gd name="T23" fmla="*/ 82 h 93"/>
                <a:gd name="T24" fmla="*/ 45 w 76"/>
                <a:gd name="T25" fmla="*/ 86 h 93"/>
                <a:gd name="T26" fmla="*/ 14 w 76"/>
                <a:gd name="T27" fmla="*/ 92 h 93"/>
                <a:gd name="T28" fmla="*/ 11 w 76"/>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93">
                  <a:moveTo>
                    <a:pt x="11" y="93"/>
                  </a:moveTo>
                  <a:cubicBezTo>
                    <a:pt x="9" y="93"/>
                    <a:pt x="6" y="91"/>
                    <a:pt x="5" y="88"/>
                  </a:cubicBezTo>
                  <a:cubicBezTo>
                    <a:pt x="3" y="85"/>
                    <a:pt x="5" y="80"/>
                    <a:pt x="9" y="79"/>
                  </a:cubicBezTo>
                  <a:cubicBezTo>
                    <a:pt x="19" y="75"/>
                    <a:pt x="29" y="73"/>
                    <a:pt x="40" y="72"/>
                  </a:cubicBezTo>
                  <a:lnTo>
                    <a:pt x="59" y="16"/>
                  </a:lnTo>
                  <a:cubicBezTo>
                    <a:pt x="42" y="15"/>
                    <a:pt x="26" y="16"/>
                    <a:pt x="10" y="19"/>
                  </a:cubicBezTo>
                  <a:cubicBezTo>
                    <a:pt x="6" y="20"/>
                    <a:pt x="2" y="18"/>
                    <a:pt x="1" y="14"/>
                  </a:cubicBezTo>
                  <a:cubicBezTo>
                    <a:pt x="0" y="10"/>
                    <a:pt x="3" y="6"/>
                    <a:pt x="7" y="5"/>
                  </a:cubicBezTo>
                  <a:cubicBezTo>
                    <a:pt x="27" y="0"/>
                    <a:pt x="49" y="0"/>
                    <a:pt x="70" y="3"/>
                  </a:cubicBezTo>
                  <a:cubicBezTo>
                    <a:pt x="72" y="3"/>
                    <a:pt x="74" y="4"/>
                    <a:pt x="75" y="6"/>
                  </a:cubicBezTo>
                  <a:cubicBezTo>
                    <a:pt x="76" y="8"/>
                    <a:pt x="76" y="10"/>
                    <a:pt x="75" y="12"/>
                  </a:cubicBezTo>
                  <a:lnTo>
                    <a:pt x="52" y="82"/>
                  </a:lnTo>
                  <a:cubicBezTo>
                    <a:pt x="51" y="84"/>
                    <a:pt x="48" y="86"/>
                    <a:pt x="45" y="86"/>
                  </a:cubicBezTo>
                  <a:cubicBezTo>
                    <a:pt x="34" y="86"/>
                    <a:pt x="24" y="88"/>
                    <a:pt x="14" y="92"/>
                  </a:cubicBezTo>
                  <a:cubicBezTo>
                    <a:pt x="13" y="93"/>
                    <a:pt x="12" y="93"/>
                    <a:pt x="11"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00">
              <a:extLst>
                <a:ext uri="{FF2B5EF4-FFF2-40B4-BE49-F238E27FC236}">
                  <a16:creationId xmlns:a16="http://schemas.microsoft.com/office/drawing/2014/main" id="{AC3B29CF-18D1-4DDD-3A56-1F3AF884A812}"/>
                </a:ext>
              </a:extLst>
            </p:cNvPr>
            <p:cNvSpPr>
              <a:spLocks/>
            </p:cNvSpPr>
            <p:nvPr/>
          </p:nvSpPr>
          <p:spPr bwMode="auto">
            <a:xfrm>
              <a:off x="7594601" y="6396038"/>
              <a:ext cx="33338" cy="84138"/>
            </a:xfrm>
            <a:custGeom>
              <a:avLst/>
              <a:gdLst>
                <a:gd name="T0" fmla="*/ 29 w 37"/>
                <a:gd name="T1" fmla="*/ 93 h 93"/>
                <a:gd name="T2" fmla="*/ 28 w 37"/>
                <a:gd name="T3" fmla="*/ 93 h 93"/>
                <a:gd name="T4" fmla="*/ 6 w 37"/>
                <a:gd name="T5" fmla="*/ 88 h 93"/>
                <a:gd name="T6" fmla="*/ 1 w 37"/>
                <a:gd name="T7" fmla="*/ 79 h 93"/>
                <a:gd name="T8" fmla="*/ 10 w 37"/>
                <a:gd name="T9" fmla="*/ 74 h 93"/>
                <a:gd name="T10" fmla="*/ 22 w 37"/>
                <a:gd name="T11" fmla="*/ 77 h 93"/>
                <a:gd name="T12" fmla="*/ 22 w 37"/>
                <a:gd name="T13" fmla="*/ 19 h 93"/>
                <a:gd name="T14" fmla="*/ 10 w 37"/>
                <a:gd name="T15" fmla="*/ 15 h 93"/>
                <a:gd name="T16" fmla="*/ 7 w 37"/>
                <a:gd name="T17" fmla="*/ 5 h 93"/>
                <a:gd name="T18" fmla="*/ 16 w 37"/>
                <a:gd name="T19" fmla="*/ 1 h 93"/>
                <a:gd name="T20" fmla="*/ 31 w 37"/>
                <a:gd name="T21" fmla="*/ 6 h 93"/>
                <a:gd name="T22" fmla="*/ 37 w 37"/>
                <a:gd name="T23" fmla="*/ 13 h 93"/>
                <a:gd name="T24" fmla="*/ 36 w 37"/>
                <a:gd name="T25" fmla="*/ 86 h 93"/>
                <a:gd name="T26" fmla="*/ 34 w 37"/>
                <a:gd name="T27" fmla="*/ 91 h 93"/>
                <a:gd name="T28" fmla="*/ 29 w 37"/>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93">
                  <a:moveTo>
                    <a:pt x="29" y="93"/>
                  </a:moveTo>
                  <a:cubicBezTo>
                    <a:pt x="29" y="93"/>
                    <a:pt x="28" y="93"/>
                    <a:pt x="28" y="93"/>
                  </a:cubicBezTo>
                  <a:cubicBezTo>
                    <a:pt x="21" y="92"/>
                    <a:pt x="13" y="90"/>
                    <a:pt x="6" y="88"/>
                  </a:cubicBezTo>
                  <a:cubicBezTo>
                    <a:pt x="2" y="87"/>
                    <a:pt x="0" y="83"/>
                    <a:pt x="1" y="79"/>
                  </a:cubicBezTo>
                  <a:cubicBezTo>
                    <a:pt x="2" y="75"/>
                    <a:pt x="6" y="73"/>
                    <a:pt x="10" y="74"/>
                  </a:cubicBezTo>
                  <a:cubicBezTo>
                    <a:pt x="14" y="75"/>
                    <a:pt x="18" y="76"/>
                    <a:pt x="22" y="77"/>
                  </a:cubicBezTo>
                  <a:lnTo>
                    <a:pt x="22" y="19"/>
                  </a:lnTo>
                  <a:cubicBezTo>
                    <a:pt x="18" y="18"/>
                    <a:pt x="14" y="16"/>
                    <a:pt x="10" y="15"/>
                  </a:cubicBezTo>
                  <a:cubicBezTo>
                    <a:pt x="7" y="13"/>
                    <a:pt x="5" y="9"/>
                    <a:pt x="7" y="5"/>
                  </a:cubicBezTo>
                  <a:cubicBezTo>
                    <a:pt x="8" y="1"/>
                    <a:pt x="13" y="0"/>
                    <a:pt x="16" y="1"/>
                  </a:cubicBezTo>
                  <a:cubicBezTo>
                    <a:pt x="21" y="3"/>
                    <a:pt x="26" y="5"/>
                    <a:pt x="31" y="6"/>
                  </a:cubicBezTo>
                  <a:cubicBezTo>
                    <a:pt x="34" y="7"/>
                    <a:pt x="37" y="10"/>
                    <a:pt x="37" y="13"/>
                  </a:cubicBezTo>
                  <a:lnTo>
                    <a:pt x="36" y="86"/>
                  </a:lnTo>
                  <a:cubicBezTo>
                    <a:pt x="36" y="88"/>
                    <a:pt x="35" y="90"/>
                    <a:pt x="34" y="91"/>
                  </a:cubicBezTo>
                  <a:cubicBezTo>
                    <a:pt x="33" y="92"/>
                    <a:pt x="31" y="93"/>
                    <a:pt x="29"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Freeform 101">
              <a:extLst>
                <a:ext uri="{FF2B5EF4-FFF2-40B4-BE49-F238E27FC236}">
                  <a16:creationId xmlns:a16="http://schemas.microsoft.com/office/drawing/2014/main" id="{2DF6CA8F-0D3B-90E0-8510-9928BB9A49E3}"/>
                </a:ext>
              </a:extLst>
            </p:cNvPr>
            <p:cNvSpPr>
              <a:spLocks noEditPoints="1"/>
            </p:cNvSpPr>
            <p:nvPr/>
          </p:nvSpPr>
          <p:spPr bwMode="auto">
            <a:xfrm>
              <a:off x="7648576" y="6229350"/>
              <a:ext cx="142875" cy="250825"/>
            </a:xfrm>
            <a:custGeom>
              <a:avLst/>
              <a:gdLst>
                <a:gd name="T0" fmla="*/ 15 w 158"/>
                <a:gd name="T1" fmla="*/ 202 h 275"/>
                <a:gd name="T2" fmla="*/ 19 w 158"/>
                <a:gd name="T3" fmla="*/ 259 h 275"/>
                <a:gd name="T4" fmla="*/ 143 w 158"/>
                <a:gd name="T5" fmla="*/ 109 h 275"/>
                <a:gd name="T6" fmla="*/ 114 w 158"/>
                <a:gd name="T7" fmla="*/ 18 h 275"/>
                <a:gd name="T8" fmla="*/ 75 w 158"/>
                <a:gd name="T9" fmla="*/ 62 h 275"/>
                <a:gd name="T10" fmla="*/ 87 w 158"/>
                <a:gd name="T11" fmla="*/ 109 h 275"/>
                <a:gd name="T12" fmla="*/ 15 w 158"/>
                <a:gd name="T13" fmla="*/ 202 h 275"/>
                <a:gd name="T14" fmla="*/ 12 w 158"/>
                <a:gd name="T15" fmla="*/ 275 h 275"/>
                <a:gd name="T16" fmla="*/ 7 w 158"/>
                <a:gd name="T17" fmla="*/ 273 h 275"/>
                <a:gd name="T18" fmla="*/ 4 w 158"/>
                <a:gd name="T19" fmla="*/ 268 h 275"/>
                <a:gd name="T20" fmla="*/ 0 w 158"/>
                <a:gd name="T21" fmla="*/ 197 h 275"/>
                <a:gd name="T22" fmla="*/ 6 w 158"/>
                <a:gd name="T23" fmla="*/ 189 h 275"/>
                <a:gd name="T24" fmla="*/ 72 w 158"/>
                <a:gd name="T25" fmla="*/ 109 h 275"/>
                <a:gd name="T26" fmla="*/ 60 w 158"/>
                <a:gd name="T27" fmla="*/ 65 h 275"/>
                <a:gd name="T28" fmla="*/ 60 w 158"/>
                <a:gd name="T29" fmla="*/ 56 h 275"/>
                <a:gd name="T30" fmla="*/ 108 w 158"/>
                <a:gd name="T31" fmla="*/ 2 h 275"/>
                <a:gd name="T32" fmla="*/ 114 w 158"/>
                <a:gd name="T33" fmla="*/ 0 h 275"/>
                <a:gd name="T34" fmla="*/ 120 w 158"/>
                <a:gd name="T35" fmla="*/ 2 h 275"/>
                <a:gd name="T36" fmla="*/ 158 w 158"/>
                <a:gd name="T37" fmla="*/ 109 h 275"/>
                <a:gd name="T38" fmla="*/ 13 w 158"/>
                <a:gd name="T39" fmla="*/ 275 h 275"/>
                <a:gd name="T40" fmla="*/ 12 w 158"/>
                <a:gd name="T41"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75">
                  <a:moveTo>
                    <a:pt x="15" y="202"/>
                  </a:moveTo>
                  <a:lnTo>
                    <a:pt x="19" y="259"/>
                  </a:lnTo>
                  <a:cubicBezTo>
                    <a:pt x="90" y="246"/>
                    <a:pt x="143" y="183"/>
                    <a:pt x="143" y="109"/>
                  </a:cubicBezTo>
                  <a:cubicBezTo>
                    <a:pt x="143" y="76"/>
                    <a:pt x="133" y="44"/>
                    <a:pt x="114" y="18"/>
                  </a:cubicBezTo>
                  <a:lnTo>
                    <a:pt x="75" y="62"/>
                  </a:lnTo>
                  <a:cubicBezTo>
                    <a:pt x="83" y="76"/>
                    <a:pt x="87" y="92"/>
                    <a:pt x="87" y="109"/>
                  </a:cubicBezTo>
                  <a:cubicBezTo>
                    <a:pt x="87" y="153"/>
                    <a:pt x="57" y="191"/>
                    <a:pt x="15" y="202"/>
                  </a:cubicBezTo>
                  <a:close/>
                  <a:moveTo>
                    <a:pt x="12" y="275"/>
                  </a:moveTo>
                  <a:cubicBezTo>
                    <a:pt x="10" y="275"/>
                    <a:pt x="8" y="274"/>
                    <a:pt x="7" y="273"/>
                  </a:cubicBezTo>
                  <a:cubicBezTo>
                    <a:pt x="6" y="272"/>
                    <a:pt x="5" y="270"/>
                    <a:pt x="4" y="268"/>
                  </a:cubicBezTo>
                  <a:lnTo>
                    <a:pt x="0" y="197"/>
                  </a:lnTo>
                  <a:cubicBezTo>
                    <a:pt x="0" y="193"/>
                    <a:pt x="3" y="190"/>
                    <a:pt x="6" y="189"/>
                  </a:cubicBezTo>
                  <a:cubicBezTo>
                    <a:pt x="45" y="182"/>
                    <a:pt x="72" y="148"/>
                    <a:pt x="72" y="109"/>
                  </a:cubicBezTo>
                  <a:cubicBezTo>
                    <a:pt x="72" y="93"/>
                    <a:pt x="68" y="78"/>
                    <a:pt x="60" y="65"/>
                  </a:cubicBezTo>
                  <a:cubicBezTo>
                    <a:pt x="58" y="62"/>
                    <a:pt x="58" y="59"/>
                    <a:pt x="60" y="56"/>
                  </a:cubicBezTo>
                  <a:lnTo>
                    <a:pt x="108" y="2"/>
                  </a:lnTo>
                  <a:cubicBezTo>
                    <a:pt x="110" y="0"/>
                    <a:pt x="112" y="0"/>
                    <a:pt x="114" y="0"/>
                  </a:cubicBezTo>
                  <a:cubicBezTo>
                    <a:pt x="116" y="0"/>
                    <a:pt x="118" y="1"/>
                    <a:pt x="120" y="2"/>
                  </a:cubicBezTo>
                  <a:cubicBezTo>
                    <a:pt x="144" y="32"/>
                    <a:pt x="158" y="70"/>
                    <a:pt x="158" y="109"/>
                  </a:cubicBezTo>
                  <a:cubicBezTo>
                    <a:pt x="158" y="193"/>
                    <a:pt x="96" y="264"/>
                    <a:pt x="13" y="275"/>
                  </a:cubicBezTo>
                  <a:cubicBezTo>
                    <a:pt x="12" y="275"/>
                    <a:pt x="12" y="275"/>
                    <a:pt x="12" y="2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 name="Analytics16" descr="{&quot;Key&quot;:&quot;POWER_USER_SHAPE_ICON&quot;,&quot;Value&quot;:&quot;POWER_USER_SHAPE_ICON_STYLE_1&quot;}">
            <a:extLst>
              <a:ext uri="{FF2B5EF4-FFF2-40B4-BE49-F238E27FC236}">
                <a16:creationId xmlns:a16="http://schemas.microsoft.com/office/drawing/2014/main" id="{1AB0B5BF-3FAE-AC8C-DB0C-394D94C2AA5F}"/>
              </a:ext>
            </a:extLst>
          </p:cNvPr>
          <p:cNvGrpSpPr>
            <a:grpSpLocks noChangeAspect="1"/>
          </p:cNvGrpSpPr>
          <p:nvPr>
            <p:custDataLst>
              <p:tags r:id="rId1"/>
            </p:custDataLst>
          </p:nvPr>
        </p:nvGrpSpPr>
        <p:grpSpPr>
          <a:xfrm>
            <a:off x="5648241" y="2350387"/>
            <a:ext cx="681908" cy="611784"/>
            <a:chOff x="8543926" y="100012"/>
            <a:chExt cx="895350" cy="803276"/>
          </a:xfrm>
          <a:noFill/>
        </p:grpSpPr>
        <p:sp>
          <p:nvSpPr>
            <p:cNvPr id="28" name="Freeform 115">
              <a:extLst>
                <a:ext uri="{FF2B5EF4-FFF2-40B4-BE49-F238E27FC236}">
                  <a16:creationId xmlns:a16="http://schemas.microsoft.com/office/drawing/2014/main" id="{537984A4-1891-36C8-B23E-013DAE4D1904}"/>
                </a:ext>
              </a:extLst>
            </p:cNvPr>
            <p:cNvSpPr>
              <a:spLocks/>
            </p:cNvSpPr>
            <p:nvPr/>
          </p:nvSpPr>
          <p:spPr bwMode="auto">
            <a:xfrm>
              <a:off x="8801101" y="547687"/>
              <a:ext cx="180975" cy="180975"/>
            </a:xfrm>
            <a:custGeom>
              <a:avLst/>
              <a:gdLst>
                <a:gd name="T0" fmla="*/ 113 w 239"/>
                <a:gd name="T1" fmla="*/ 58 h 237"/>
                <a:gd name="T2" fmla="*/ 217 w 239"/>
                <a:gd name="T3" fmla="*/ 237 h 237"/>
                <a:gd name="T4" fmla="*/ 239 w 239"/>
                <a:gd name="T5" fmla="*/ 171 h 237"/>
                <a:gd name="T6" fmla="*/ 159 w 239"/>
                <a:gd name="T7" fmla="*/ 35 h 237"/>
                <a:gd name="T8" fmla="*/ 98 w 239"/>
                <a:gd name="T9" fmla="*/ 9 h 237"/>
                <a:gd name="T10" fmla="*/ 0 w 239"/>
                <a:gd name="T11" fmla="*/ 49 h 237"/>
                <a:gd name="T12" fmla="*/ 0 w 239"/>
                <a:gd name="T13" fmla="*/ 105 h 237"/>
                <a:gd name="T14" fmla="*/ 113 w 239"/>
                <a:gd name="T15" fmla="*/ 58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9" h="237">
                  <a:moveTo>
                    <a:pt x="113" y="58"/>
                  </a:moveTo>
                  <a:lnTo>
                    <a:pt x="217" y="237"/>
                  </a:lnTo>
                  <a:lnTo>
                    <a:pt x="239" y="171"/>
                  </a:lnTo>
                  <a:lnTo>
                    <a:pt x="159" y="35"/>
                  </a:lnTo>
                  <a:cubicBezTo>
                    <a:pt x="145" y="12"/>
                    <a:pt x="118" y="0"/>
                    <a:pt x="98" y="9"/>
                  </a:cubicBezTo>
                  <a:lnTo>
                    <a:pt x="0" y="49"/>
                  </a:lnTo>
                  <a:lnTo>
                    <a:pt x="0" y="105"/>
                  </a:lnTo>
                  <a:lnTo>
                    <a:pt x="113" y="58"/>
                  </a:ln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116">
              <a:extLst>
                <a:ext uri="{FF2B5EF4-FFF2-40B4-BE49-F238E27FC236}">
                  <a16:creationId xmlns:a16="http://schemas.microsoft.com/office/drawing/2014/main" id="{1200CD8C-9407-3F7B-1F7B-9A6B20EF51B6}"/>
                </a:ext>
              </a:extLst>
            </p:cNvPr>
            <p:cNvSpPr>
              <a:spLocks/>
            </p:cNvSpPr>
            <p:nvPr/>
          </p:nvSpPr>
          <p:spPr bwMode="auto">
            <a:xfrm>
              <a:off x="8645526" y="706437"/>
              <a:ext cx="87313" cy="114300"/>
            </a:xfrm>
            <a:custGeom>
              <a:avLst/>
              <a:gdLst>
                <a:gd name="T0" fmla="*/ 60 w 114"/>
                <a:gd name="T1" fmla="*/ 0 h 151"/>
                <a:gd name="T2" fmla="*/ 0 w 114"/>
                <a:gd name="T3" fmla="*/ 0 h 151"/>
                <a:gd name="T4" fmla="*/ 89 w 114"/>
                <a:gd name="T5" fmla="*/ 151 h 151"/>
                <a:gd name="T6" fmla="*/ 114 w 114"/>
                <a:gd name="T7" fmla="*/ 93 h 151"/>
                <a:gd name="T8" fmla="*/ 60 w 114"/>
                <a:gd name="T9" fmla="*/ 0 h 151"/>
              </a:gdLst>
              <a:ahLst/>
              <a:cxnLst>
                <a:cxn ang="0">
                  <a:pos x="T0" y="T1"/>
                </a:cxn>
                <a:cxn ang="0">
                  <a:pos x="T2" y="T3"/>
                </a:cxn>
                <a:cxn ang="0">
                  <a:pos x="T4" y="T5"/>
                </a:cxn>
                <a:cxn ang="0">
                  <a:pos x="T6" y="T7"/>
                </a:cxn>
                <a:cxn ang="0">
                  <a:pos x="T8" y="T9"/>
                </a:cxn>
              </a:cxnLst>
              <a:rect l="0" t="0" r="r" b="b"/>
              <a:pathLst>
                <a:path w="114" h="151">
                  <a:moveTo>
                    <a:pt x="60" y="0"/>
                  </a:moveTo>
                  <a:lnTo>
                    <a:pt x="0" y="0"/>
                  </a:lnTo>
                  <a:lnTo>
                    <a:pt x="89" y="151"/>
                  </a:lnTo>
                  <a:cubicBezTo>
                    <a:pt x="92" y="128"/>
                    <a:pt x="101" y="109"/>
                    <a:pt x="114" y="93"/>
                  </a:cubicBezTo>
                  <a:lnTo>
                    <a:pt x="60" y="0"/>
                  </a:lnTo>
                  <a:close/>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117">
              <a:extLst>
                <a:ext uri="{FF2B5EF4-FFF2-40B4-BE49-F238E27FC236}">
                  <a16:creationId xmlns:a16="http://schemas.microsoft.com/office/drawing/2014/main" id="{3389997E-B598-A929-F8FE-FFBA59AA27A9}"/>
                </a:ext>
              </a:extLst>
            </p:cNvPr>
            <p:cNvSpPr>
              <a:spLocks/>
            </p:cNvSpPr>
            <p:nvPr/>
          </p:nvSpPr>
          <p:spPr bwMode="auto">
            <a:xfrm>
              <a:off x="8743951" y="447675"/>
              <a:ext cx="695325" cy="455613"/>
            </a:xfrm>
            <a:custGeom>
              <a:avLst/>
              <a:gdLst>
                <a:gd name="T0" fmla="*/ 616 w 914"/>
                <a:gd name="T1" fmla="*/ 0 h 598"/>
                <a:gd name="T2" fmla="*/ 414 w 914"/>
                <a:gd name="T3" fmla="*/ 134 h 598"/>
                <a:gd name="T4" fmla="*/ 414 w 914"/>
                <a:gd name="T5" fmla="*/ 134 h 598"/>
                <a:gd name="T6" fmla="*/ 323 w 914"/>
                <a:gd name="T7" fmla="*/ 408 h 598"/>
                <a:gd name="T8" fmla="*/ 87 w 914"/>
                <a:gd name="T9" fmla="*/ 431 h 598"/>
                <a:gd name="T10" fmla="*/ 87 w 914"/>
                <a:gd name="T11" fmla="*/ 431 h 598"/>
                <a:gd name="T12" fmla="*/ 0 w 914"/>
                <a:gd name="T13" fmla="*/ 515 h 598"/>
                <a:gd name="T14" fmla="*/ 95 w 914"/>
                <a:gd name="T15" fmla="*/ 598 h 598"/>
                <a:gd name="T16" fmla="*/ 403 w 914"/>
                <a:gd name="T17" fmla="*/ 598 h 598"/>
                <a:gd name="T18" fmla="*/ 504 w 914"/>
                <a:gd name="T19" fmla="*/ 528 h 598"/>
                <a:gd name="T20" fmla="*/ 616 w 914"/>
                <a:gd name="T21" fmla="*/ 296 h 598"/>
                <a:gd name="T22" fmla="*/ 674 w 914"/>
                <a:gd name="T23" fmla="*/ 311 h 598"/>
                <a:gd name="T24" fmla="*/ 547 w 914"/>
                <a:gd name="T25" fmla="*/ 569 h 598"/>
                <a:gd name="T26" fmla="*/ 914 w 914"/>
                <a:gd name="T27" fmla="*/ 569 h 598"/>
                <a:gd name="T28" fmla="*/ 872 w 914"/>
                <a:gd name="T29" fmla="*/ 219 h 598"/>
                <a:gd name="T30" fmla="*/ 616 w 914"/>
                <a:gd name="T31" fmla="*/ 0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4" h="598">
                  <a:moveTo>
                    <a:pt x="616" y="0"/>
                  </a:moveTo>
                  <a:cubicBezTo>
                    <a:pt x="519" y="0"/>
                    <a:pt x="442" y="55"/>
                    <a:pt x="414" y="134"/>
                  </a:cubicBezTo>
                  <a:lnTo>
                    <a:pt x="414" y="134"/>
                  </a:lnTo>
                  <a:lnTo>
                    <a:pt x="323" y="408"/>
                  </a:lnTo>
                  <a:lnTo>
                    <a:pt x="87" y="431"/>
                  </a:lnTo>
                  <a:lnTo>
                    <a:pt x="87" y="431"/>
                  </a:lnTo>
                  <a:cubicBezTo>
                    <a:pt x="39" y="432"/>
                    <a:pt x="0" y="455"/>
                    <a:pt x="0" y="515"/>
                  </a:cubicBezTo>
                  <a:cubicBezTo>
                    <a:pt x="0" y="569"/>
                    <a:pt x="35" y="598"/>
                    <a:pt x="95" y="598"/>
                  </a:cubicBezTo>
                  <a:lnTo>
                    <a:pt x="403" y="598"/>
                  </a:lnTo>
                  <a:cubicBezTo>
                    <a:pt x="448" y="598"/>
                    <a:pt x="482" y="573"/>
                    <a:pt x="504" y="528"/>
                  </a:cubicBezTo>
                  <a:cubicBezTo>
                    <a:pt x="534" y="467"/>
                    <a:pt x="585" y="362"/>
                    <a:pt x="616" y="296"/>
                  </a:cubicBezTo>
                  <a:lnTo>
                    <a:pt x="674" y="311"/>
                  </a:lnTo>
                  <a:lnTo>
                    <a:pt x="547" y="569"/>
                  </a:lnTo>
                  <a:lnTo>
                    <a:pt x="914" y="569"/>
                  </a:lnTo>
                  <a:lnTo>
                    <a:pt x="872" y="219"/>
                  </a:lnTo>
                  <a:cubicBezTo>
                    <a:pt x="860" y="98"/>
                    <a:pt x="746" y="0"/>
                    <a:pt x="616" y="0"/>
                  </a:cubicBez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Rectangle 118">
              <a:extLst>
                <a:ext uri="{FF2B5EF4-FFF2-40B4-BE49-F238E27FC236}">
                  <a16:creationId xmlns:a16="http://schemas.microsoft.com/office/drawing/2014/main" id="{C5E5B2E3-4A45-3F12-349A-C09968ACFC86}"/>
                </a:ext>
              </a:extLst>
            </p:cNvPr>
            <p:cNvSpPr>
              <a:spLocks noChangeArrowheads="1"/>
            </p:cNvSpPr>
            <p:nvPr/>
          </p:nvSpPr>
          <p:spPr bwMode="auto">
            <a:xfrm>
              <a:off x="8543926" y="536575"/>
              <a:ext cx="49213" cy="138113"/>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Rectangle 119">
              <a:extLst>
                <a:ext uri="{FF2B5EF4-FFF2-40B4-BE49-F238E27FC236}">
                  <a16:creationId xmlns:a16="http://schemas.microsoft.com/office/drawing/2014/main" id="{676977BC-6213-1F62-E75C-7D5ECA35F1EB}"/>
                </a:ext>
              </a:extLst>
            </p:cNvPr>
            <p:cNvSpPr>
              <a:spLocks noChangeArrowheads="1"/>
            </p:cNvSpPr>
            <p:nvPr/>
          </p:nvSpPr>
          <p:spPr bwMode="auto">
            <a:xfrm>
              <a:off x="8631238" y="444500"/>
              <a:ext cx="49213" cy="230188"/>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Rectangle 120">
              <a:extLst>
                <a:ext uri="{FF2B5EF4-FFF2-40B4-BE49-F238E27FC236}">
                  <a16:creationId xmlns:a16="http://schemas.microsoft.com/office/drawing/2014/main" id="{6240A300-2D46-7DCB-D98F-6B15C42DACA9}"/>
                </a:ext>
              </a:extLst>
            </p:cNvPr>
            <p:cNvSpPr>
              <a:spLocks noChangeArrowheads="1"/>
            </p:cNvSpPr>
            <p:nvPr/>
          </p:nvSpPr>
          <p:spPr bwMode="auto">
            <a:xfrm>
              <a:off x="8718551" y="503237"/>
              <a:ext cx="49213" cy="171450"/>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Oval 121">
              <a:extLst>
                <a:ext uri="{FF2B5EF4-FFF2-40B4-BE49-F238E27FC236}">
                  <a16:creationId xmlns:a16="http://schemas.microsoft.com/office/drawing/2014/main" id="{987D2133-F76A-AC6C-B4C4-9BC1611FF1A0}"/>
                </a:ext>
              </a:extLst>
            </p:cNvPr>
            <p:cNvSpPr>
              <a:spLocks noChangeArrowheads="1"/>
            </p:cNvSpPr>
            <p:nvPr/>
          </p:nvSpPr>
          <p:spPr bwMode="auto">
            <a:xfrm>
              <a:off x="8956676" y="100012"/>
              <a:ext cx="327025" cy="327025"/>
            </a:xfrm>
            <a:prstGeom prst="ellipse">
              <a:avLst/>
            </a:pr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5" name="Click" descr="{&quot;Key&quot;:&quot;POWER_USER_SHAPE_ICON&quot;,&quot;Value&quot;:&quot;POWER_USER_SHAPE_ICON_STYLE_1&quot;}">
            <a:extLst>
              <a:ext uri="{FF2B5EF4-FFF2-40B4-BE49-F238E27FC236}">
                <a16:creationId xmlns:a16="http://schemas.microsoft.com/office/drawing/2014/main" id="{2223A4DC-F63D-1195-BC31-DF4F1362E250}"/>
              </a:ext>
            </a:extLst>
          </p:cNvPr>
          <p:cNvGrpSpPr>
            <a:grpSpLocks noChangeAspect="1"/>
          </p:cNvGrpSpPr>
          <p:nvPr/>
        </p:nvGrpSpPr>
        <p:grpSpPr>
          <a:xfrm>
            <a:off x="6610106" y="3216134"/>
            <a:ext cx="645986" cy="731487"/>
            <a:chOff x="7269163" y="803276"/>
            <a:chExt cx="215900" cy="244475"/>
          </a:xfrm>
          <a:solidFill>
            <a:schemeClr val="bg1"/>
          </a:solidFill>
        </p:grpSpPr>
        <p:sp>
          <p:nvSpPr>
            <p:cNvPr id="36" name="Freeform 2739">
              <a:extLst>
                <a:ext uri="{FF2B5EF4-FFF2-40B4-BE49-F238E27FC236}">
                  <a16:creationId xmlns:a16="http://schemas.microsoft.com/office/drawing/2014/main" id="{C0570062-7F3D-AA7E-18E9-0F5CE885F2B7}"/>
                </a:ext>
              </a:extLst>
            </p:cNvPr>
            <p:cNvSpPr>
              <a:spLocks/>
            </p:cNvSpPr>
            <p:nvPr/>
          </p:nvSpPr>
          <p:spPr bwMode="auto">
            <a:xfrm>
              <a:off x="7269163" y="803276"/>
              <a:ext cx="192088" cy="192088"/>
            </a:xfrm>
            <a:custGeom>
              <a:avLst/>
              <a:gdLst>
                <a:gd name="T0" fmla="*/ 2642 w 5284"/>
                <a:gd name="T1" fmla="*/ 5284 h 5284"/>
                <a:gd name="T2" fmla="*/ 0 w 5284"/>
                <a:gd name="T3" fmla="*/ 2642 h 5284"/>
                <a:gd name="T4" fmla="*/ 2642 w 5284"/>
                <a:gd name="T5" fmla="*/ 0 h 5284"/>
                <a:gd name="T6" fmla="*/ 5284 w 5284"/>
                <a:gd name="T7" fmla="*/ 2642 h 5284"/>
                <a:gd name="T8" fmla="*/ 5048 w 5284"/>
                <a:gd name="T9" fmla="*/ 3738 h 5284"/>
                <a:gd name="T10" fmla="*/ 5006 w 5284"/>
                <a:gd name="T11" fmla="*/ 3829 h 5284"/>
                <a:gd name="T12" fmla="*/ 4824 w 5284"/>
                <a:gd name="T13" fmla="*/ 3746 h 5284"/>
                <a:gd name="T14" fmla="*/ 4866 w 5284"/>
                <a:gd name="T15" fmla="*/ 3654 h 5284"/>
                <a:gd name="T16" fmla="*/ 5084 w 5284"/>
                <a:gd name="T17" fmla="*/ 2642 h 5284"/>
                <a:gd name="T18" fmla="*/ 2642 w 5284"/>
                <a:gd name="T19" fmla="*/ 200 h 5284"/>
                <a:gd name="T20" fmla="*/ 200 w 5284"/>
                <a:gd name="T21" fmla="*/ 2642 h 5284"/>
                <a:gd name="T22" fmla="*/ 2642 w 5284"/>
                <a:gd name="T23" fmla="*/ 5084 h 5284"/>
                <a:gd name="T24" fmla="*/ 3005 w 5284"/>
                <a:gd name="T25" fmla="*/ 5057 h 5284"/>
                <a:gd name="T26" fmla="*/ 3104 w 5284"/>
                <a:gd name="T27" fmla="*/ 5043 h 5284"/>
                <a:gd name="T28" fmla="*/ 3132 w 5284"/>
                <a:gd name="T29" fmla="*/ 5241 h 5284"/>
                <a:gd name="T30" fmla="*/ 3033 w 5284"/>
                <a:gd name="T31" fmla="*/ 5255 h 5284"/>
                <a:gd name="T32" fmla="*/ 2642 w 5284"/>
                <a:gd name="T33" fmla="*/ 5284 h 5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84" h="5284">
                  <a:moveTo>
                    <a:pt x="2642" y="5284"/>
                  </a:moveTo>
                  <a:cubicBezTo>
                    <a:pt x="1186" y="5284"/>
                    <a:pt x="0" y="4099"/>
                    <a:pt x="0" y="2642"/>
                  </a:cubicBezTo>
                  <a:cubicBezTo>
                    <a:pt x="0" y="1186"/>
                    <a:pt x="1186" y="0"/>
                    <a:pt x="2642" y="0"/>
                  </a:cubicBezTo>
                  <a:cubicBezTo>
                    <a:pt x="4100" y="0"/>
                    <a:pt x="5284" y="1186"/>
                    <a:pt x="5284" y="2642"/>
                  </a:cubicBezTo>
                  <a:cubicBezTo>
                    <a:pt x="5284" y="3025"/>
                    <a:pt x="5205" y="3393"/>
                    <a:pt x="5048" y="3738"/>
                  </a:cubicBezTo>
                  <a:lnTo>
                    <a:pt x="5006" y="3829"/>
                  </a:lnTo>
                  <a:lnTo>
                    <a:pt x="4824" y="3746"/>
                  </a:lnTo>
                  <a:lnTo>
                    <a:pt x="4866" y="3654"/>
                  </a:lnTo>
                  <a:cubicBezTo>
                    <a:pt x="5011" y="3336"/>
                    <a:pt x="5084" y="2995"/>
                    <a:pt x="5084" y="2642"/>
                  </a:cubicBezTo>
                  <a:cubicBezTo>
                    <a:pt x="5084" y="1296"/>
                    <a:pt x="3989" y="200"/>
                    <a:pt x="2642" y="200"/>
                  </a:cubicBezTo>
                  <a:cubicBezTo>
                    <a:pt x="1296" y="200"/>
                    <a:pt x="200" y="1296"/>
                    <a:pt x="200" y="2642"/>
                  </a:cubicBezTo>
                  <a:cubicBezTo>
                    <a:pt x="200" y="3989"/>
                    <a:pt x="1296" y="5084"/>
                    <a:pt x="2642" y="5084"/>
                  </a:cubicBezTo>
                  <a:cubicBezTo>
                    <a:pt x="2764" y="5084"/>
                    <a:pt x="2885" y="5076"/>
                    <a:pt x="3005" y="5057"/>
                  </a:cubicBezTo>
                  <a:lnTo>
                    <a:pt x="3104" y="5043"/>
                  </a:lnTo>
                  <a:lnTo>
                    <a:pt x="3132" y="5241"/>
                  </a:lnTo>
                  <a:lnTo>
                    <a:pt x="3033" y="5255"/>
                  </a:lnTo>
                  <a:cubicBezTo>
                    <a:pt x="2906" y="5275"/>
                    <a:pt x="2774" y="5284"/>
                    <a:pt x="2642" y="52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40">
              <a:extLst>
                <a:ext uri="{FF2B5EF4-FFF2-40B4-BE49-F238E27FC236}">
                  <a16:creationId xmlns:a16="http://schemas.microsoft.com/office/drawing/2014/main" id="{4E5A78DD-0B60-06A0-DFD9-E195D9B7620D}"/>
                </a:ext>
              </a:extLst>
            </p:cNvPr>
            <p:cNvSpPr>
              <a:spLocks/>
            </p:cNvSpPr>
            <p:nvPr/>
          </p:nvSpPr>
          <p:spPr bwMode="auto">
            <a:xfrm>
              <a:off x="7312025" y="844551"/>
              <a:ext cx="107950" cy="109538"/>
            </a:xfrm>
            <a:custGeom>
              <a:avLst/>
              <a:gdLst>
                <a:gd name="T0" fmla="*/ 1489 w 2977"/>
                <a:gd name="T1" fmla="*/ 2978 h 2978"/>
                <a:gd name="T2" fmla="*/ 0 w 2977"/>
                <a:gd name="T3" fmla="*/ 1489 h 2978"/>
                <a:gd name="T4" fmla="*/ 1489 w 2977"/>
                <a:gd name="T5" fmla="*/ 0 h 2978"/>
                <a:gd name="T6" fmla="*/ 2977 w 2977"/>
                <a:gd name="T7" fmla="*/ 1489 h 2978"/>
                <a:gd name="T8" fmla="*/ 2848 w 2977"/>
                <a:gd name="T9" fmla="*/ 2097 h 2978"/>
                <a:gd name="T10" fmla="*/ 2806 w 2977"/>
                <a:gd name="T11" fmla="*/ 2188 h 2978"/>
                <a:gd name="T12" fmla="*/ 2624 w 2977"/>
                <a:gd name="T13" fmla="*/ 2106 h 2978"/>
                <a:gd name="T14" fmla="*/ 2665 w 2977"/>
                <a:gd name="T15" fmla="*/ 2015 h 2978"/>
                <a:gd name="T16" fmla="*/ 2777 w 2977"/>
                <a:gd name="T17" fmla="*/ 1489 h 2978"/>
                <a:gd name="T18" fmla="*/ 1489 w 2977"/>
                <a:gd name="T19" fmla="*/ 200 h 2978"/>
                <a:gd name="T20" fmla="*/ 200 w 2977"/>
                <a:gd name="T21" fmla="*/ 1489 h 2978"/>
                <a:gd name="T22" fmla="*/ 1489 w 2977"/>
                <a:gd name="T23" fmla="*/ 2777 h 2978"/>
                <a:gd name="T24" fmla="*/ 1625 w 2977"/>
                <a:gd name="T25" fmla="*/ 2770 h 2978"/>
                <a:gd name="T26" fmla="*/ 1724 w 2977"/>
                <a:gd name="T27" fmla="*/ 2760 h 2978"/>
                <a:gd name="T28" fmla="*/ 1745 w 2977"/>
                <a:gd name="T29" fmla="*/ 2959 h 2978"/>
                <a:gd name="T30" fmla="*/ 1645 w 2977"/>
                <a:gd name="T31" fmla="*/ 2969 h 2978"/>
                <a:gd name="T32" fmla="*/ 1489 w 2977"/>
                <a:gd name="T33" fmla="*/ 2978 h 2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77" h="2978">
                  <a:moveTo>
                    <a:pt x="1489" y="2978"/>
                  </a:moveTo>
                  <a:cubicBezTo>
                    <a:pt x="668" y="2978"/>
                    <a:pt x="0" y="2310"/>
                    <a:pt x="0" y="1489"/>
                  </a:cubicBezTo>
                  <a:cubicBezTo>
                    <a:pt x="0" y="668"/>
                    <a:pt x="668" y="0"/>
                    <a:pt x="1489" y="0"/>
                  </a:cubicBezTo>
                  <a:cubicBezTo>
                    <a:pt x="2309" y="0"/>
                    <a:pt x="2977" y="668"/>
                    <a:pt x="2977" y="1489"/>
                  </a:cubicBezTo>
                  <a:cubicBezTo>
                    <a:pt x="2977" y="1701"/>
                    <a:pt x="2933" y="1905"/>
                    <a:pt x="2848" y="2097"/>
                  </a:cubicBezTo>
                  <a:lnTo>
                    <a:pt x="2806" y="2188"/>
                  </a:lnTo>
                  <a:lnTo>
                    <a:pt x="2624" y="2106"/>
                  </a:lnTo>
                  <a:lnTo>
                    <a:pt x="2665" y="2015"/>
                  </a:lnTo>
                  <a:cubicBezTo>
                    <a:pt x="2739" y="1849"/>
                    <a:pt x="2777" y="1673"/>
                    <a:pt x="2777" y="1489"/>
                  </a:cubicBezTo>
                  <a:cubicBezTo>
                    <a:pt x="2777" y="779"/>
                    <a:pt x="2199" y="200"/>
                    <a:pt x="1489" y="200"/>
                  </a:cubicBezTo>
                  <a:cubicBezTo>
                    <a:pt x="778" y="200"/>
                    <a:pt x="200" y="779"/>
                    <a:pt x="200" y="1489"/>
                  </a:cubicBezTo>
                  <a:cubicBezTo>
                    <a:pt x="200" y="2199"/>
                    <a:pt x="778" y="2777"/>
                    <a:pt x="1489" y="2777"/>
                  </a:cubicBezTo>
                  <a:cubicBezTo>
                    <a:pt x="1533" y="2777"/>
                    <a:pt x="1580" y="2775"/>
                    <a:pt x="1625" y="2770"/>
                  </a:cubicBezTo>
                  <a:lnTo>
                    <a:pt x="1724" y="2760"/>
                  </a:lnTo>
                  <a:lnTo>
                    <a:pt x="1745" y="2959"/>
                  </a:lnTo>
                  <a:lnTo>
                    <a:pt x="1645" y="2969"/>
                  </a:lnTo>
                  <a:cubicBezTo>
                    <a:pt x="1593" y="2975"/>
                    <a:pt x="1541" y="2978"/>
                    <a:pt x="1489" y="29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41">
              <a:extLst>
                <a:ext uri="{FF2B5EF4-FFF2-40B4-BE49-F238E27FC236}">
                  <a16:creationId xmlns:a16="http://schemas.microsoft.com/office/drawing/2014/main" id="{9B7DDC5B-305C-AC3F-04C8-67D3524A9372}"/>
                </a:ext>
              </a:extLst>
            </p:cNvPr>
            <p:cNvSpPr>
              <a:spLocks noEditPoints="1"/>
            </p:cNvSpPr>
            <p:nvPr/>
          </p:nvSpPr>
          <p:spPr bwMode="auto">
            <a:xfrm>
              <a:off x="7342188" y="876301"/>
              <a:ext cx="46038" cy="46038"/>
            </a:xfrm>
            <a:custGeom>
              <a:avLst/>
              <a:gdLst>
                <a:gd name="T0" fmla="*/ 633 w 1267"/>
                <a:gd name="T1" fmla="*/ 199 h 1267"/>
                <a:gd name="T2" fmla="*/ 200 w 1267"/>
                <a:gd name="T3" fmla="*/ 634 h 1267"/>
                <a:gd name="T4" fmla="*/ 633 w 1267"/>
                <a:gd name="T5" fmla="*/ 1067 h 1267"/>
                <a:gd name="T6" fmla="*/ 1068 w 1267"/>
                <a:gd name="T7" fmla="*/ 634 h 1267"/>
                <a:gd name="T8" fmla="*/ 633 w 1267"/>
                <a:gd name="T9" fmla="*/ 199 h 1267"/>
                <a:gd name="T10" fmla="*/ 633 w 1267"/>
                <a:gd name="T11" fmla="*/ 1267 h 1267"/>
                <a:gd name="T12" fmla="*/ 0 w 1267"/>
                <a:gd name="T13" fmla="*/ 634 h 1267"/>
                <a:gd name="T14" fmla="*/ 633 w 1267"/>
                <a:gd name="T15" fmla="*/ 0 h 1267"/>
                <a:gd name="T16" fmla="*/ 1267 w 1267"/>
                <a:gd name="T17" fmla="*/ 634 h 1267"/>
                <a:gd name="T18" fmla="*/ 633 w 1267"/>
                <a:gd name="T19" fmla="*/ 1267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7" h="1267">
                  <a:moveTo>
                    <a:pt x="633" y="199"/>
                  </a:moveTo>
                  <a:cubicBezTo>
                    <a:pt x="394" y="199"/>
                    <a:pt x="200" y="394"/>
                    <a:pt x="200" y="634"/>
                  </a:cubicBezTo>
                  <a:cubicBezTo>
                    <a:pt x="200" y="873"/>
                    <a:pt x="394" y="1067"/>
                    <a:pt x="633" y="1067"/>
                  </a:cubicBezTo>
                  <a:cubicBezTo>
                    <a:pt x="873" y="1067"/>
                    <a:pt x="1068" y="873"/>
                    <a:pt x="1068" y="634"/>
                  </a:cubicBezTo>
                  <a:cubicBezTo>
                    <a:pt x="1068" y="394"/>
                    <a:pt x="873" y="199"/>
                    <a:pt x="633" y="199"/>
                  </a:cubicBezTo>
                  <a:close/>
                  <a:moveTo>
                    <a:pt x="633" y="1267"/>
                  </a:moveTo>
                  <a:cubicBezTo>
                    <a:pt x="284" y="1267"/>
                    <a:pt x="0" y="983"/>
                    <a:pt x="0" y="634"/>
                  </a:cubicBezTo>
                  <a:cubicBezTo>
                    <a:pt x="0" y="284"/>
                    <a:pt x="284" y="0"/>
                    <a:pt x="633" y="0"/>
                  </a:cubicBezTo>
                  <a:cubicBezTo>
                    <a:pt x="983" y="0"/>
                    <a:pt x="1267" y="284"/>
                    <a:pt x="1267" y="634"/>
                  </a:cubicBezTo>
                  <a:cubicBezTo>
                    <a:pt x="1267" y="983"/>
                    <a:pt x="983" y="1267"/>
                    <a:pt x="633" y="12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42">
              <a:extLst>
                <a:ext uri="{FF2B5EF4-FFF2-40B4-BE49-F238E27FC236}">
                  <a16:creationId xmlns:a16="http://schemas.microsoft.com/office/drawing/2014/main" id="{8FA54920-A945-5BE5-DC55-BDB07945D0F7}"/>
                </a:ext>
              </a:extLst>
            </p:cNvPr>
            <p:cNvSpPr>
              <a:spLocks/>
            </p:cNvSpPr>
            <p:nvPr/>
          </p:nvSpPr>
          <p:spPr bwMode="auto">
            <a:xfrm>
              <a:off x="7385050" y="928688"/>
              <a:ext cx="100013" cy="106363"/>
            </a:xfrm>
            <a:custGeom>
              <a:avLst/>
              <a:gdLst>
                <a:gd name="T0" fmla="*/ 16 w 63"/>
                <a:gd name="T1" fmla="*/ 67 h 67"/>
                <a:gd name="T2" fmla="*/ 12 w 63"/>
                <a:gd name="T3" fmla="*/ 66 h 67"/>
                <a:gd name="T4" fmla="*/ 0 w 63"/>
                <a:gd name="T5" fmla="*/ 3 h 67"/>
                <a:gd name="T6" fmla="*/ 3 w 63"/>
                <a:gd name="T7" fmla="*/ 0 h 67"/>
                <a:gd name="T8" fmla="*/ 63 w 63"/>
                <a:gd name="T9" fmla="*/ 28 h 67"/>
                <a:gd name="T10" fmla="*/ 63 w 63"/>
                <a:gd name="T11" fmla="*/ 32 h 67"/>
                <a:gd name="T12" fmla="*/ 38 w 63"/>
                <a:gd name="T13" fmla="*/ 41 h 67"/>
                <a:gd name="T14" fmla="*/ 36 w 63"/>
                <a:gd name="T15" fmla="*/ 37 h 67"/>
                <a:gd name="T16" fmla="*/ 56 w 63"/>
                <a:gd name="T17" fmla="*/ 30 h 67"/>
                <a:gd name="T18" fmla="*/ 5 w 63"/>
                <a:gd name="T19" fmla="*/ 6 h 67"/>
                <a:gd name="T20" fmla="*/ 15 w 63"/>
                <a:gd name="T21" fmla="*/ 59 h 67"/>
                <a:gd name="T22" fmla="*/ 26 w 63"/>
                <a:gd name="T23" fmla="*/ 42 h 67"/>
                <a:gd name="T24" fmla="*/ 30 w 63"/>
                <a:gd name="T25" fmla="*/ 44 h 67"/>
                <a:gd name="T26" fmla="*/ 16 w 63"/>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67">
                  <a:moveTo>
                    <a:pt x="16" y="67"/>
                  </a:moveTo>
                  <a:lnTo>
                    <a:pt x="12" y="66"/>
                  </a:lnTo>
                  <a:lnTo>
                    <a:pt x="0" y="3"/>
                  </a:lnTo>
                  <a:lnTo>
                    <a:pt x="3" y="0"/>
                  </a:lnTo>
                  <a:lnTo>
                    <a:pt x="63" y="28"/>
                  </a:lnTo>
                  <a:lnTo>
                    <a:pt x="63" y="32"/>
                  </a:lnTo>
                  <a:lnTo>
                    <a:pt x="38" y="41"/>
                  </a:lnTo>
                  <a:lnTo>
                    <a:pt x="36" y="37"/>
                  </a:lnTo>
                  <a:lnTo>
                    <a:pt x="56" y="30"/>
                  </a:lnTo>
                  <a:lnTo>
                    <a:pt x="5" y="6"/>
                  </a:lnTo>
                  <a:lnTo>
                    <a:pt x="15" y="59"/>
                  </a:lnTo>
                  <a:lnTo>
                    <a:pt x="26" y="42"/>
                  </a:lnTo>
                  <a:lnTo>
                    <a:pt x="30" y="44"/>
                  </a:lnTo>
                  <a:lnTo>
                    <a:pt x="16"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43">
              <a:extLst>
                <a:ext uri="{FF2B5EF4-FFF2-40B4-BE49-F238E27FC236}">
                  <a16:creationId xmlns:a16="http://schemas.microsoft.com/office/drawing/2014/main" id="{9AC0B92A-27CD-B9ED-1E9A-A83892215CBC}"/>
                </a:ext>
              </a:extLst>
            </p:cNvPr>
            <p:cNvSpPr>
              <a:spLocks/>
            </p:cNvSpPr>
            <p:nvPr/>
          </p:nvSpPr>
          <p:spPr bwMode="auto">
            <a:xfrm>
              <a:off x="7429500" y="993776"/>
              <a:ext cx="52388" cy="53975"/>
            </a:xfrm>
            <a:custGeom>
              <a:avLst/>
              <a:gdLst>
                <a:gd name="T0" fmla="*/ 18 w 33"/>
                <a:gd name="T1" fmla="*/ 34 h 34"/>
                <a:gd name="T2" fmla="*/ 15 w 33"/>
                <a:gd name="T3" fmla="*/ 34 h 34"/>
                <a:gd name="T4" fmla="*/ 0 w 33"/>
                <a:gd name="T5" fmla="*/ 13 h 34"/>
                <a:gd name="T6" fmla="*/ 4 w 33"/>
                <a:gd name="T7" fmla="*/ 10 h 34"/>
                <a:gd name="T8" fmla="*/ 18 w 33"/>
                <a:gd name="T9" fmla="*/ 29 h 34"/>
                <a:gd name="T10" fmla="*/ 28 w 33"/>
                <a:gd name="T11" fmla="*/ 23 h 34"/>
                <a:gd name="T12" fmla="*/ 14 w 33"/>
                <a:gd name="T13" fmla="*/ 3 h 34"/>
                <a:gd name="T14" fmla="*/ 18 w 33"/>
                <a:gd name="T15" fmla="*/ 0 h 34"/>
                <a:gd name="T16" fmla="*/ 33 w 33"/>
                <a:gd name="T17" fmla="*/ 22 h 34"/>
                <a:gd name="T18" fmla="*/ 33 w 33"/>
                <a:gd name="T19" fmla="*/ 25 h 34"/>
                <a:gd name="T20" fmla="*/ 18 w 33"/>
                <a:gd name="T2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4">
                  <a:moveTo>
                    <a:pt x="18" y="34"/>
                  </a:moveTo>
                  <a:lnTo>
                    <a:pt x="15" y="34"/>
                  </a:lnTo>
                  <a:lnTo>
                    <a:pt x="0" y="13"/>
                  </a:lnTo>
                  <a:lnTo>
                    <a:pt x="4" y="10"/>
                  </a:lnTo>
                  <a:lnTo>
                    <a:pt x="18" y="29"/>
                  </a:lnTo>
                  <a:lnTo>
                    <a:pt x="28" y="23"/>
                  </a:lnTo>
                  <a:lnTo>
                    <a:pt x="14" y="3"/>
                  </a:lnTo>
                  <a:lnTo>
                    <a:pt x="18" y="0"/>
                  </a:lnTo>
                  <a:lnTo>
                    <a:pt x="33" y="22"/>
                  </a:lnTo>
                  <a:lnTo>
                    <a:pt x="33" y="25"/>
                  </a:lnTo>
                  <a:lnTo>
                    <a:pt x="18"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41" name="Coins4" descr="{&quot;Key&quot;:&quot;POWER_USER_SHAPE_ICON&quot;,&quot;Value&quot;:&quot;POWER_USER_SHAPE_ICON_STYLE_1&quot;}">
            <a:extLst>
              <a:ext uri="{FF2B5EF4-FFF2-40B4-BE49-F238E27FC236}">
                <a16:creationId xmlns:a16="http://schemas.microsoft.com/office/drawing/2014/main" id="{FE350EC4-365E-BF51-A203-BEE06CC74808}"/>
              </a:ext>
            </a:extLst>
          </p:cNvPr>
          <p:cNvGrpSpPr>
            <a:grpSpLocks noChangeAspect="1"/>
          </p:cNvGrpSpPr>
          <p:nvPr/>
        </p:nvGrpSpPr>
        <p:grpSpPr>
          <a:xfrm>
            <a:off x="5632347" y="4187918"/>
            <a:ext cx="674006" cy="669311"/>
            <a:chOff x="6602413" y="307975"/>
            <a:chExt cx="455613" cy="452438"/>
          </a:xfrm>
          <a:solidFill>
            <a:schemeClr val="bg1"/>
          </a:solidFill>
        </p:grpSpPr>
        <p:sp>
          <p:nvSpPr>
            <p:cNvPr id="42" name="Freeform 225">
              <a:extLst>
                <a:ext uri="{FF2B5EF4-FFF2-40B4-BE49-F238E27FC236}">
                  <a16:creationId xmlns:a16="http://schemas.microsoft.com/office/drawing/2014/main" id="{A9C5471E-0FCE-7BD5-5FC9-435CE1D38C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26">
              <a:extLst>
                <a:ext uri="{FF2B5EF4-FFF2-40B4-BE49-F238E27FC236}">
                  <a16:creationId xmlns:a16="http://schemas.microsoft.com/office/drawing/2014/main" id="{05B2DD61-F7C5-9629-5C62-0C4C04CD786B}"/>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27">
              <a:extLst>
                <a:ext uri="{FF2B5EF4-FFF2-40B4-BE49-F238E27FC236}">
                  <a16:creationId xmlns:a16="http://schemas.microsoft.com/office/drawing/2014/main" id="{1EDE756C-539C-4101-64EA-62F6A9883487}"/>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28">
              <a:extLst>
                <a:ext uri="{FF2B5EF4-FFF2-40B4-BE49-F238E27FC236}">
                  <a16:creationId xmlns:a16="http://schemas.microsoft.com/office/drawing/2014/main" id="{D016C534-26A1-9615-3749-9E272205A165}"/>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29">
              <a:extLst>
                <a:ext uri="{FF2B5EF4-FFF2-40B4-BE49-F238E27FC236}">
                  <a16:creationId xmlns:a16="http://schemas.microsoft.com/office/drawing/2014/main" id="{058EFF60-F1BB-CB29-9AF4-79E9C768CF5F}"/>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30">
              <a:extLst>
                <a:ext uri="{FF2B5EF4-FFF2-40B4-BE49-F238E27FC236}">
                  <a16:creationId xmlns:a16="http://schemas.microsoft.com/office/drawing/2014/main" id="{A0ECF41C-99CD-2830-6762-9A061D282253}"/>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31">
              <a:extLst>
                <a:ext uri="{FF2B5EF4-FFF2-40B4-BE49-F238E27FC236}">
                  <a16:creationId xmlns:a16="http://schemas.microsoft.com/office/drawing/2014/main" id="{F8193C54-9C9B-1C02-A1B0-719DEFB55088}"/>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32">
              <a:extLst>
                <a:ext uri="{FF2B5EF4-FFF2-40B4-BE49-F238E27FC236}">
                  <a16:creationId xmlns:a16="http://schemas.microsoft.com/office/drawing/2014/main" id="{D1A9AE9D-FF41-7881-73FB-53F567F54A03}"/>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33">
              <a:extLst>
                <a:ext uri="{FF2B5EF4-FFF2-40B4-BE49-F238E27FC236}">
                  <a16:creationId xmlns:a16="http://schemas.microsoft.com/office/drawing/2014/main" id="{D88FE31A-AD75-8796-1D0E-4599340E3D62}"/>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3540597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31C7E9-627D-31CB-FE00-A766B408E9A0}"/>
              </a:ext>
            </a:extLst>
          </p:cNvPr>
          <p:cNvSpPr>
            <a:spLocks noGrp="1"/>
          </p:cNvSpPr>
          <p:nvPr>
            <p:ph type="title"/>
          </p:nvPr>
        </p:nvSpPr>
        <p:spPr>
          <a:xfrm>
            <a:off x="214184" y="13663"/>
            <a:ext cx="9728886" cy="678316"/>
          </a:xfrm>
        </p:spPr>
        <p:txBody>
          <a:bodyPr/>
          <a:lstStyle/>
          <a:p>
            <a:r>
              <a:rPr lang="en-US" dirty="0"/>
              <a:t>Executive Summary 2</a:t>
            </a:r>
          </a:p>
        </p:txBody>
      </p:sp>
      <p:sp>
        <p:nvSpPr>
          <p:cNvPr id="3" name="Rectangle 2">
            <a:extLst>
              <a:ext uri="{FF2B5EF4-FFF2-40B4-BE49-F238E27FC236}">
                <a16:creationId xmlns:a16="http://schemas.microsoft.com/office/drawing/2014/main" id="{B9016C3F-B36A-99F7-02A5-99E49159825A}"/>
              </a:ext>
            </a:extLst>
          </p:cNvPr>
          <p:cNvSpPr/>
          <p:nvPr/>
        </p:nvSpPr>
        <p:spPr>
          <a:xfrm>
            <a:off x="734683" y="1552755"/>
            <a:ext cx="1043796" cy="1116000"/>
          </a:xfrm>
          <a:prstGeom prst="rect">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3">
            <a:extLst>
              <a:ext uri="{FF2B5EF4-FFF2-40B4-BE49-F238E27FC236}">
                <a16:creationId xmlns:a16="http://schemas.microsoft.com/office/drawing/2014/main" id="{63DE92F6-888C-DAA1-3039-9C031934007A}"/>
              </a:ext>
            </a:extLst>
          </p:cNvPr>
          <p:cNvSpPr/>
          <p:nvPr/>
        </p:nvSpPr>
        <p:spPr>
          <a:xfrm>
            <a:off x="734683" y="2717059"/>
            <a:ext cx="1043796" cy="1116000"/>
          </a:xfrm>
          <a:prstGeom prst="rect">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3F045799-5387-6A58-1CA9-25790BFAC075}"/>
              </a:ext>
            </a:extLst>
          </p:cNvPr>
          <p:cNvSpPr/>
          <p:nvPr/>
        </p:nvSpPr>
        <p:spPr>
          <a:xfrm>
            <a:off x="734683" y="3881363"/>
            <a:ext cx="1043796" cy="1116000"/>
          </a:xfrm>
          <a:prstGeom prst="rect">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32816F63-CFFE-BA80-E8E2-93358A919A86}"/>
              </a:ext>
            </a:extLst>
          </p:cNvPr>
          <p:cNvSpPr/>
          <p:nvPr/>
        </p:nvSpPr>
        <p:spPr>
          <a:xfrm>
            <a:off x="1778479" y="1552755"/>
            <a:ext cx="1949570" cy="1116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7" name="Rectangle 6">
            <a:extLst>
              <a:ext uri="{FF2B5EF4-FFF2-40B4-BE49-F238E27FC236}">
                <a16:creationId xmlns:a16="http://schemas.microsoft.com/office/drawing/2014/main" id="{9E5FCF2E-79A4-FF9D-4172-41A7A7EDDFD1}"/>
              </a:ext>
            </a:extLst>
          </p:cNvPr>
          <p:cNvSpPr/>
          <p:nvPr/>
        </p:nvSpPr>
        <p:spPr>
          <a:xfrm>
            <a:off x="1778479" y="2717059"/>
            <a:ext cx="1949570" cy="1116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8" name="Rectangle 7">
            <a:extLst>
              <a:ext uri="{FF2B5EF4-FFF2-40B4-BE49-F238E27FC236}">
                <a16:creationId xmlns:a16="http://schemas.microsoft.com/office/drawing/2014/main" id="{6B756521-5F81-5EA9-7BE5-3BEBE936D9D5}"/>
              </a:ext>
            </a:extLst>
          </p:cNvPr>
          <p:cNvSpPr/>
          <p:nvPr/>
        </p:nvSpPr>
        <p:spPr>
          <a:xfrm>
            <a:off x="1778479" y="3881363"/>
            <a:ext cx="1949570" cy="111600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9" name="Isosceles Triangle 8">
            <a:extLst>
              <a:ext uri="{FF2B5EF4-FFF2-40B4-BE49-F238E27FC236}">
                <a16:creationId xmlns:a16="http://schemas.microsoft.com/office/drawing/2014/main" id="{3EA26E69-A6DF-BB22-1015-C61B08A3666B}"/>
              </a:ext>
            </a:extLst>
          </p:cNvPr>
          <p:cNvSpPr/>
          <p:nvPr/>
        </p:nvSpPr>
        <p:spPr>
          <a:xfrm rot="5400000">
            <a:off x="1686221" y="2106511"/>
            <a:ext cx="244905" cy="181154"/>
          </a:xfrm>
          <a:prstGeom prst="triangle">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Isosceles Triangle 9">
            <a:extLst>
              <a:ext uri="{FF2B5EF4-FFF2-40B4-BE49-F238E27FC236}">
                <a16:creationId xmlns:a16="http://schemas.microsoft.com/office/drawing/2014/main" id="{9D29AEBC-11E4-3DB7-4770-E0E1CD40F78E}"/>
              </a:ext>
            </a:extLst>
          </p:cNvPr>
          <p:cNvSpPr/>
          <p:nvPr/>
        </p:nvSpPr>
        <p:spPr>
          <a:xfrm rot="5400000">
            <a:off x="1686221" y="3184482"/>
            <a:ext cx="244905" cy="181154"/>
          </a:xfrm>
          <a:prstGeom prst="triangle">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Isosceles Triangle 10">
            <a:extLst>
              <a:ext uri="{FF2B5EF4-FFF2-40B4-BE49-F238E27FC236}">
                <a16:creationId xmlns:a16="http://schemas.microsoft.com/office/drawing/2014/main" id="{17A3270C-0E47-50EE-0B5C-7E0DAC90C870}"/>
              </a:ext>
            </a:extLst>
          </p:cNvPr>
          <p:cNvSpPr/>
          <p:nvPr/>
        </p:nvSpPr>
        <p:spPr>
          <a:xfrm rot="5400000">
            <a:off x="1686221" y="4348786"/>
            <a:ext cx="244905" cy="181154"/>
          </a:xfrm>
          <a:prstGeom prst="triangl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5A26946C-F66E-0240-1966-99D153C9A85E}"/>
              </a:ext>
            </a:extLst>
          </p:cNvPr>
          <p:cNvSpPr/>
          <p:nvPr/>
        </p:nvSpPr>
        <p:spPr>
          <a:xfrm>
            <a:off x="3788433" y="1552755"/>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3" name="Rectangle 12">
            <a:extLst>
              <a:ext uri="{FF2B5EF4-FFF2-40B4-BE49-F238E27FC236}">
                <a16:creationId xmlns:a16="http://schemas.microsoft.com/office/drawing/2014/main" id="{58352BE6-8804-47C8-4157-72780C151597}"/>
              </a:ext>
            </a:extLst>
          </p:cNvPr>
          <p:cNvSpPr/>
          <p:nvPr/>
        </p:nvSpPr>
        <p:spPr>
          <a:xfrm>
            <a:off x="3788433" y="2717059"/>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4" name="Rectangle 13">
            <a:extLst>
              <a:ext uri="{FF2B5EF4-FFF2-40B4-BE49-F238E27FC236}">
                <a16:creationId xmlns:a16="http://schemas.microsoft.com/office/drawing/2014/main" id="{69ADA819-AA80-81B1-2CF1-0BA6180C1E74}"/>
              </a:ext>
            </a:extLst>
          </p:cNvPr>
          <p:cNvSpPr/>
          <p:nvPr/>
        </p:nvSpPr>
        <p:spPr>
          <a:xfrm>
            <a:off x="3788433" y="3881363"/>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5" name="Oval 14">
            <a:extLst>
              <a:ext uri="{FF2B5EF4-FFF2-40B4-BE49-F238E27FC236}">
                <a16:creationId xmlns:a16="http://schemas.microsoft.com/office/drawing/2014/main" id="{C0B1C999-1B42-E0FE-F34E-60444B1202E1}"/>
              </a:ext>
            </a:extLst>
          </p:cNvPr>
          <p:cNvSpPr>
            <a:spLocks noChangeAspect="1"/>
          </p:cNvSpPr>
          <p:nvPr/>
        </p:nvSpPr>
        <p:spPr>
          <a:xfrm>
            <a:off x="998504" y="1852678"/>
            <a:ext cx="516155" cy="516155"/>
          </a:xfrm>
          <a:prstGeom prst="ellipse">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1"/>
                </a:solidFill>
              </a:rPr>
              <a:t>1</a:t>
            </a:r>
          </a:p>
        </p:txBody>
      </p:sp>
      <p:sp>
        <p:nvSpPr>
          <p:cNvPr id="16" name="Oval 15">
            <a:extLst>
              <a:ext uri="{FF2B5EF4-FFF2-40B4-BE49-F238E27FC236}">
                <a16:creationId xmlns:a16="http://schemas.microsoft.com/office/drawing/2014/main" id="{90BF04F3-891D-4B26-B418-3FC14F416477}"/>
              </a:ext>
            </a:extLst>
          </p:cNvPr>
          <p:cNvSpPr>
            <a:spLocks noChangeAspect="1"/>
          </p:cNvSpPr>
          <p:nvPr/>
        </p:nvSpPr>
        <p:spPr>
          <a:xfrm>
            <a:off x="998504" y="3016982"/>
            <a:ext cx="516155" cy="516155"/>
          </a:xfrm>
          <a:prstGeom prst="ellipse">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2"/>
                </a:solidFill>
              </a:rPr>
              <a:t>2</a:t>
            </a:r>
          </a:p>
        </p:txBody>
      </p:sp>
      <p:sp>
        <p:nvSpPr>
          <p:cNvPr id="17" name="Oval 16">
            <a:extLst>
              <a:ext uri="{FF2B5EF4-FFF2-40B4-BE49-F238E27FC236}">
                <a16:creationId xmlns:a16="http://schemas.microsoft.com/office/drawing/2014/main" id="{09427E2B-8C27-7E1D-7C73-FEEF16C9E859}"/>
              </a:ext>
            </a:extLst>
          </p:cNvPr>
          <p:cNvSpPr>
            <a:spLocks noChangeAspect="1"/>
          </p:cNvSpPr>
          <p:nvPr/>
        </p:nvSpPr>
        <p:spPr>
          <a:xfrm>
            <a:off x="998504" y="4181286"/>
            <a:ext cx="516155" cy="516155"/>
          </a:xfrm>
          <a:prstGeom prst="ellipse">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3"/>
                </a:solidFill>
              </a:rPr>
              <a:t>3</a:t>
            </a:r>
          </a:p>
        </p:txBody>
      </p:sp>
      <p:sp>
        <p:nvSpPr>
          <p:cNvPr id="18" name="Rectangle 17">
            <a:extLst>
              <a:ext uri="{FF2B5EF4-FFF2-40B4-BE49-F238E27FC236}">
                <a16:creationId xmlns:a16="http://schemas.microsoft.com/office/drawing/2014/main" id="{228CDCF5-14A2-020B-221C-76EB5EF77D33}"/>
              </a:ext>
            </a:extLst>
          </p:cNvPr>
          <p:cNvSpPr/>
          <p:nvPr/>
        </p:nvSpPr>
        <p:spPr>
          <a:xfrm>
            <a:off x="734683" y="5045666"/>
            <a:ext cx="1043796" cy="1116000"/>
          </a:xfrm>
          <a:prstGeom prst="rect">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CB073FA-3B81-93EF-A296-EEDB0E7023B9}"/>
              </a:ext>
            </a:extLst>
          </p:cNvPr>
          <p:cNvSpPr/>
          <p:nvPr/>
        </p:nvSpPr>
        <p:spPr>
          <a:xfrm>
            <a:off x="1778479" y="5045666"/>
            <a:ext cx="1949570" cy="111600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20" name="Isosceles Triangle 19">
            <a:extLst>
              <a:ext uri="{FF2B5EF4-FFF2-40B4-BE49-F238E27FC236}">
                <a16:creationId xmlns:a16="http://schemas.microsoft.com/office/drawing/2014/main" id="{607A310B-66F2-9D4D-85DB-269C5F4A41CA}"/>
              </a:ext>
            </a:extLst>
          </p:cNvPr>
          <p:cNvSpPr/>
          <p:nvPr/>
        </p:nvSpPr>
        <p:spPr>
          <a:xfrm rot="5400000">
            <a:off x="1686221" y="5513089"/>
            <a:ext cx="244905" cy="181154"/>
          </a:xfrm>
          <a:prstGeom prst="triangle">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187B9C0C-B5BB-8F36-48B7-AD38818332DA}"/>
              </a:ext>
            </a:extLst>
          </p:cNvPr>
          <p:cNvSpPr/>
          <p:nvPr/>
        </p:nvSpPr>
        <p:spPr>
          <a:xfrm>
            <a:off x="3788433" y="5045666"/>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22" name="Oval 21">
            <a:extLst>
              <a:ext uri="{FF2B5EF4-FFF2-40B4-BE49-F238E27FC236}">
                <a16:creationId xmlns:a16="http://schemas.microsoft.com/office/drawing/2014/main" id="{D622BBAE-3462-155D-BA31-D862C53F71E3}"/>
              </a:ext>
            </a:extLst>
          </p:cNvPr>
          <p:cNvSpPr>
            <a:spLocks noChangeAspect="1"/>
          </p:cNvSpPr>
          <p:nvPr/>
        </p:nvSpPr>
        <p:spPr>
          <a:xfrm>
            <a:off x="998504" y="5345589"/>
            <a:ext cx="516155" cy="516155"/>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4"/>
                </a:solidFill>
              </a:rPr>
              <a:t>3</a:t>
            </a:r>
          </a:p>
        </p:txBody>
      </p:sp>
    </p:spTree>
    <p:extLst>
      <p:ext uri="{BB962C8B-B14F-4D97-AF65-F5344CB8AC3E}">
        <p14:creationId xmlns:p14="http://schemas.microsoft.com/office/powerpoint/2010/main" val="82792885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Panels (columns) 02</a:t>
            </a:r>
          </a:p>
        </p:txBody>
      </p:sp>
      <p:sp>
        <p:nvSpPr>
          <p:cNvPr id="5" name="Rectangle 4"/>
          <p:cNvSpPr/>
          <p:nvPr/>
        </p:nvSpPr>
        <p:spPr>
          <a:xfrm>
            <a:off x="621517" y="1879182"/>
            <a:ext cx="2628000" cy="3598753"/>
          </a:xfrm>
          <a:prstGeom prst="rect">
            <a:avLst/>
          </a:prstGeom>
          <a:solidFill>
            <a:schemeClr val="accent1">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p:cNvSpPr/>
          <p:nvPr/>
        </p:nvSpPr>
        <p:spPr>
          <a:xfrm>
            <a:off x="1038577" y="3053258"/>
            <a:ext cx="1793879" cy="416460"/>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1"/>
                </a:solidFill>
              </a:rPr>
              <a:t>Lorem ipsum</a:t>
            </a:r>
          </a:p>
        </p:txBody>
      </p:sp>
      <p:sp>
        <p:nvSpPr>
          <p:cNvPr id="12" name="TextBox 11"/>
          <p:cNvSpPr txBox="1"/>
          <p:nvPr/>
        </p:nvSpPr>
        <p:spPr>
          <a:xfrm>
            <a:off x="621517" y="3551911"/>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amet, consectetuer adipiscing elit. Maecenas porttitor congue massa. Fusce posuere, magna sed pulvinar ultricies, purus lectus malesuada libero, sit amet commodo magna eros quis urna.</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viverra imperdiet enim. Fusce est. Vivamus a </a:t>
            </a:r>
            <a:r>
              <a:rPr lang="en-US" sz="1200" kern="0" dirty="0" err="1"/>
              <a:t>tellus</a:t>
            </a:r>
            <a:r>
              <a:rPr lang="en-US" sz="1200" kern="0" dirty="0"/>
              <a:t>.</a:t>
            </a:r>
          </a:p>
        </p:txBody>
      </p:sp>
      <p:sp>
        <p:nvSpPr>
          <p:cNvPr id="6" name="Rectangle 5"/>
          <p:cNvSpPr/>
          <p:nvPr/>
        </p:nvSpPr>
        <p:spPr>
          <a:xfrm>
            <a:off x="6168827" y="1879182"/>
            <a:ext cx="2628000" cy="3598753"/>
          </a:xfrm>
          <a:prstGeom prst="rect">
            <a:avLst/>
          </a:prstGeom>
          <a:solidFill>
            <a:schemeClr val="accent3">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a:off x="6585887" y="3053258"/>
            <a:ext cx="1793879" cy="416460"/>
          </a:xfrm>
          <a:prstGeom prst="rect">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3"/>
                </a:solidFill>
              </a:rPr>
              <a:t>Lorem ipsum</a:t>
            </a:r>
          </a:p>
        </p:txBody>
      </p:sp>
      <p:sp>
        <p:nvSpPr>
          <p:cNvPr id="153" name="TextBox 152">
            <a:extLst>
              <a:ext uri="{FF2B5EF4-FFF2-40B4-BE49-F238E27FC236}">
                <a16:creationId xmlns:a16="http://schemas.microsoft.com/office/drawing/2014/main" id="{8A099995-941D-4707-B342-48F57BB12FDC}"/>
              </a:ext>
            </a:extLst>
          </p:cNvPr>
          <p:cNvSpPr txBox="1"/>
          <p:nvPr/>
        </p:nvSpPr>
        <p:spPr>
          <a:xfrm>
            <a:off x="6168827"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sp>
        <p:nvSpPr>
          <p:cNvPr id="4" name="Rectangle 3"/>
          <p:cNvSpPr/>
          <p:nvPr/>
        </p:nvSpPr>
        <p:spPr>
          <a:xfrm>
            <a:off x="8942483" y="1879182"/>
            <a:ext cx="2628000" cy="3598753"/>
          </a:xfrm>
          <a:prstGeom prst="rect">
            <a:avLst/>
          </a:prstGeom>
          <a:solidFill>
            <a:schemeClr val="accent4">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p:nvPr/>
        </p:nvSpPr>
        <p:spPr>
          <a:xfrm>
            <a:off x="9359543" y="3053258"/>
            <a:ext cx="1793879" cy="416460"/>
          </a:xfrm>
          <a:prstGeom prst="rect">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4"/>
                </a:solidFill>
              </a:rPr>
              <a:t>Lorem ipsum</a:t>
            </a:r>
          </a:p>
        </p:txBody>
      </p:sp>
      <p:sp>
        <p:nvSpPr>
          <p:cNvPr id="14" name="TextBox 13"/>
          <p:cNvSpPr txBox="1"/>
          <p:nvPr/>
        </p:nvSpPr>
        <p:spPr>
          <a:xfrm>
            <a:off x="8942483"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sp>
        <p:nvSpPr>
          <p:cNvPr id="151" name="Rectangle 150">
            <a:extLst>
              <a:ext uri="{FF2B5EF4-FFF2-40B4-BE49-F238E27FC236}">
                <a16:creationId xmlns:a16="http://schemas.microsoft.com/office/drawing/2014/main" id="{E5847D86-E06D-45E6-9576-54412A477CA9}"/>
              </a:ext>
            </a:extLst>
          </p:cNvPr>
          <p:cNvSpPr/>
          <p:nvPr/>
        </p:nvSpPr>
        <p:spPr>
          <a:xfrm>
            <a:off x="3395172" y="1879182"/>
            <a:ext cx="2628000" cy="3598753"/>
          </a:xfrm>
          <a:prstGeom prst="rect">
            <a:avLst/>
          </a:prstGeom>
          <a:solidFill>
            <a:schemeClr val="accent2">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Rectangle 151">
            <a:extLst>
              <a:ext uri="{FF2B5EF4-FFF2-40B4-BE49-F238E27FC236}">
                <a16:creationId xmlns:a16="http://schemas.microsoft.com/office/drawing/2014/main" id="{6BF1CF35-25C0-40EA-9B4A-47ADEC82A57E}"/>
              </a:ext>
            </a:extLst>
          </p:cNvPr>
          <p:cNvSpPr/>
          <p:nvPr/>
        </p:nvSpPr>
        <p:spPr>
          <a:xfrm>
            <a:off x="3812232" y="3053258"/>
            <a:ext cx="1793879" cy="416460"/>
          </a:xfrm>
          <a:prstGeom prst="rect">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2"/>
                </a:solidFill>
              </a:rPr>
              <a:t>Lorem ipsum</a:t>
            </a:r>
          </a:p>
        </p:txBody>
      </p:sp>
      <p:sp>
        <p:nvSpPr>
          <p:cNvPr id="13" name="TextBox 12"/>
          <p:cNvSpPr txBox="1"/>
          <p:nvPr/>
        </p:nvSpPr>
        <p:spPr>
          <a:xfrm>
            <a:off x="3395172"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grpSp>
        <p:nvGrpSpPr>
          <p:cNvPr id="172" name="Air_hostess" descr="{&quot;Key&quot;:&quot;POWER_USER_SHAPE_ICON&quot;,&quot;Value&quot;:&quot;POWER_USER_SHAPE_ICON_STYLE_1&quot;}">
            <a:extLst>
              <a:ext uri="{FF2B5EF4-FFF2-40B4-BE49-F238E27FC236}">
                <a16:creationId xmlns:a16="http://schemas.microsoft.com/office/drawing/2014/main" id="{B628F82A-3A4D-4227-A4E2-8936E56DD082}"/>
              </a:ext>
            </a:extLst>
          </p:cNvPr>
          <p:cNvGrpSpPr>
            <a:grpSpLocks noChangeAspect="1"/>
          </p:cNvGrpSpPr>
          <p:nvPr/>
        </p:nvGrpSpPr>
        <p:grpSpPr>
          <a:xfrm>
            <a:off x="1606886" y="2024670"/>
            <a:ext cx="657263" cy="794897"/>
            <a:chOff x="7264401" y="4197351"/>
            <a:chExt cx="371475" cy="449263"/>
          </a:xfrm>
          <a:solidFill>
            <a:schemeClr val="accent1"/>
          </a:solidFill>
        </p:grpSpPr>
        <p:sp>
          <p:nvSpPr>
            <p:cNvPr id="173" name="Freeform 618">
              <a:extLst>
                <a:ext uri="{FF2B5EF4-FFF2-40B4-BE49-F238E27FC236}">
                  <a16:creationId xmlns:a16="http://schemas.microsoft.com/office/drawing/2014/main" id="{5A98C214-6764-4305-9D65-659740BBAE0B}"/>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619">
              <a:extLst>
                <a:ext uri="{FF2B5EF4-FFF2-40B4-BE49-F238E27FC236}">
                  <a16:creationId xmlns:a16="http://schemas.microsoft.com/office/drawing/2014/main" id="{B11A2F2C-4C2F-4429-B6D6-0435929BE7D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620">
              <a:extLst>
                <a:ext uri="{FF2B5EF4-FFF2-40B4-BE49-F238E27FC236}">
                  <a16:creationId xmlns:a16="http://schemas.microsoft.com/office/drawing/2014/main" id="{2E6F7463-8F7A-4519-A53F-6B08242A3B7A}"/>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21">
              <a:extLst>
                <a:ext uri="{FF2B5EF4-FFF2-40B4-BE49-F238E27FC236}">
                  <a16:creationId xmlns:a16="http://schemas.microsoft.com/office/drawing/2014/main" id="{6234D9C1-6670-479D-BB6E-2AEA55A8682E}"/>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22">
              <a:extLst>
                <a:ext uri="{FF2B5EF4-FFF2-40B4-BE49-F238E27FC236}">
                  <a16:creationId xmlns:a16="http://schemas.microsoft.com/office/drawing/2014/main" id="{8C54790F-9729-4D72-8A6E-1851CBF1838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623">
              <a:extLst>
                <a:ext uri="{FF2B5EF4-FFF2-40B4-BE49-F238E27FC236}">
                  <a16:creationId xmlns:a16="http://schemas.microsoft.com/office/drawing/2014/main" id="{9E6472E5-E669-4B63-A7F2-CE529FA0E071}"/>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624">
              <a:extLst>
                <a:ext uri="{FF2B5EF4-FFF2-40B4-BE49-F238E27FC236}">
                  <a16:creationId xmlns:a16="http://schemas.microsoft.com/office/drawing/2014/main" id="{98D84A99-8B82-4219-BF2A-72A86E77A852}"/>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625">
              <a:extLst>
                <a:ext uri="{FF2B5EF4-FFF2-40B4-BE49-F238E27FC236}">
                  <a16:creationId xmlns:a16="http://schemas.microsoft.com/office/drawing/2014/main" id="{535320AC-25D5-4D3C-81E0-71DA69C95CC9}"/>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26">
              <a:extLst>
                <a:ext uri="{FF2B5EF4-FFF2-40B4-BE49-F238E27FC236}">
                  <a16:creationId xmlns:a16="http://schemas.microsoft.com/office/drawing/2014/main" id="{85025403-07C7-41BC-AE9C-E2F124BC635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627">
              <a:extLst>
                <a:ext uri="{FF2B5EF4-FFF2-40B4-BE49-F238E27FC236}">
                  <a16:creationId xmlns:a16="http://schemas.microsoft.com/office/drawing/2014/main" id="{65D02D0D-BE06-4FA0-8FE7-AE95052666DA}"/>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28">
              <a:extLst>
                <a:ext uri="{FF2B5EF4-FFF2-40B4-BE49-F238E27FC236}">
                  <a16:creationId xmlns:a16="http://schemas.microsoft.com/office/drawing/2014/main" id="{CC79DE79-3FDA-48E6-B1C8-7AC043E07B51}"/>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629">
              <a:extLst>
                <a:ext uri="{FF2B5EF4-FFF2-40B4-BE49-F238E27FC236}">
                  <a16:creationId xmlns:a16="http://schemas.microsoft.com/office/drawing/2014/main" id="{CAFE745C-D45E-4D8F-8FE0-6E96C9B2C4F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5" name="AI3" descr="{&quot;Key&quot;:&quot;POWER_USER_SHAPE_ICON&quot;,&quot;Value&quot;:&quot;POWER_USER_SHAPE_ICON_STYLE_1&quot;}">
            <a:extLst>
              <a:ext uri="{FF2B5EF4-FFF2-40B4-BE49-F238E27FC236}">
                <a16:creationId xmlns:a16="http://schemas.microsoft.com/office/drawing/2014/main" id="{DCF0E344-7DE0-4FEB-8A89-4D6AE39D0D93}"/>
              </a:ext>
            </a:extLst>
          </p:cNvPr>
          <p:cNvGrpSpPr>
            <a:grpSpLocks noChangeAspect="1"/>
          </p:cNvGrpSpPr>
          <p:nvPr/>
        </p:nvGrpSpPr>
        <p:grpSpPr>
          <a:xfrm>
            <a:off x="4279830" y="2024670"/>
            <a:ext cx="858685" cy="794897"/>
            <a:chOff x="5936234" y="2219065"/>
            <a:chExt cx="3630213" cy="3360535"/>
          </a:xfrm>
          <a:solidFill>
            <a:schemeClr val="accent2"/>
          </a:solidFill>
        </p:grpSpPr>
        <p:sp>
          <p:nvSpPr>
            <p:cNvPr id="186" name="Freeform: Shape 185">
              <a:extLst>
                <a:ext uri="{FF2B5EF4-FFF2-40B4-BE49-F238E27FC236}">
                  <a16:creationId xmlns:a16="http://schemas.microsoft.com/office/drawing/2014/main" id="{E49FEE58-A7BA-45C3-A77C-7046E18AF728}"/>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4">
              <a:extLst>
                <a:ext uri="{FF2B5EF4-FFF2-40B4-BE49-F238E27FC236}">
                  <a16:creationId xmlns:a16="http://schemas.microsoft.com/office/drawing/2014/main" id="{BEAFE912-177B-4C10-A596-82F0F8BFB84B}"/>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5">
              <a:extLst>
                <a:ext uri="{FF2B5EF4-FFF2-40B4-BE49-F238E27FC236}">
                  <a16:creationId xmlns:a16="http://schemas.microsoft.com/office/drawing/2014/main" id="{EBB7AF93-2790-4DD6-9421-22ABC27B1170}"/>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16">
              <a:extLst>
                <a:ext uri="{FF2B5EF4-FFF2-40B4-BE49-F238E27FC236}">
                  <a16:creationId xmlns:a16="http://schemas.microsoft.com/office/drawing/2014/main" id="{EE9E7E95-DAF8-438F-8AB3-7C04BBC3C660}"/>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7">
              <a:extLst>
                <a:ext uri="{FF2B5EF4-FFF2-40B4-BE49-F238E27FC236}">
                  <a16:creationId xmlns:a16="http://schemas.microsoft.com/office/drawing/2014/main" id="{88442976-680E-4CBF-B0C3-54A2F4D2CF20}"/>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Shape 190">
              <a:extLst>
                <a:ext uri="{FF2B5EF4-FFF2-40B4-BE49-F238E27FC236}">
                  <a16:creationId xmlns:a16="http://schemas.microsoft.com/office/drawing/2014/main" id="{CFCE5EAD-FDA5-4721-AA82-098E4D63981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19">
              <a:extLst>
                <a:ext uri="{FF2B5EF4-FFF2-40B4-BE49-F238E27FC236}">
                  <a16:creationId xmlns:a16="http://schemas.microsoft.com/office/drawing/2014/main" id="{15965239-A8B2-4D95-84CB-49E5A65F66F1}"/>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0">
              <a:extLst>
                <a:ext uri="{FF2B5EF4-FFF2-40B4-BE49-F238E27FC236}">
                  <a16:creationId xmlns:a16="http://schemas.microsoft.com/office/drawing/2014/main" id="{EAE7B52A-DAE4-4C1C-9DF4-47A16ECA892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1">
              <a:extLst>
                <a:ext uri="{FF2B5EF4-FFF2-40B4-BE49-F238E27FC236}">
                  <a16:creationId xmlns:a16="http://schemas.microsoft.com/office/drawing/2014/main" id="{DF4DA4CA-1DF8-457E-A301-E026482D31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2">
              <a:extLst>
                <a:ext uri="{FF2B5EF4-FFF2-40B4-BE49-F238E27FC236}">
                  <a16:creationId xmlns:a16="http://schemas.microsoft.com/office/drawing/2014/main" id="{1E93A50C-E599-4474-B766-075021324C2A}"/>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124">
              <a:extLst>
                <a:ext uri="{FF2B5EF4-FFF2-40B4-BE49-F238E27FC236}">
                  <a16:creationId xmlns:a16="http://schemas.microsoft.com/office/drawing/2014/main" id="{CC8E03F2-3650-407C-B92A-41BFB2E78645}"/>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126">
              <a:extLst>
                <a:ext uri="{FF2B5EF4-FFF2-40B4-BE49-F238E27FC236}">
                  <a16:creationId xmlns:a16="http://schemas.microsoft.com/office/drawing/2014/main" id="{589EFD26-5808-4371-A1A9-7F1A6353C345}"/>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127">
              <a:extLst>
                <a:ext uri="{FF2B5EF4-FFF2-40B4-BE49-F238E27FC236}">
                  <a16:creationId xmlns:a16="http://schemas.microsoft.com/office/drawing/2014/main" id="{E466EDA3-762A-4771-906F-BE9FF433C168}"/>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128">
              <a:extLst>
                <a:ext uri="{FF2B5EF4-FFF2-40B4-BE49-F238E27FC236}">
                  <a16:creationId xmlns:a16="http://schemas.microsoft.com/office/drawing/2014/main" id="{90162B3C-42EC-48FC-82E9-6192635C75E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129">
              <a:extLst>
                <a:ext uri="{FF2B5EF4-FFF2-40B4-BE49-F238E27FC236}">
                  <a16:creationId xmlns:a16="http://schemas.microsoft.com/office/drawing/2014/main" id="{3803203F-1021-41DB-AE80-F51FCB4676A9}"/>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130">
              <a:extLst>
                <a:ext uri="{FF2B5EF4-FFF2-40B4-BE49-F238E27FC236}">
                  <a16:creationId xmlns:a16="http://schemas.microsoft.com/office/drawing/2014/main" id="{7C266A62-7020-4ADB-B615-F346309F13E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131">
              <a:extLst>
                <a:ext uri="{FF2B5EF4-FFF2-40B4-BE49-F238E27FC236}">
                  <a16:creationId xmlns:a16="http://schemas.microsoft.com/office/drawing/2014/main" id="{46719784-D36D-4E2C-ABEB-5FAB6E017FA2}"/>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132">
              <a:extLst>
                <a:ext uri="{FF2B5EF4-FFF2-40B4-BE49-F238E27FC236}">
                  <a16:creationId xmlns:a16="http://schemas.microsoft.com/office/drawing/2014/main" id="{A56C8AE9-42C7-48A5-812E-B78FC03C0F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133">
              <a:extLst>
                <a:ext uri="{FF2B5EF4-FFF2-40B4-BE49-F238E27FC236}">
                  <a16:creationId xmlns:a16="http://schemas.microsoft.com/office/drawing/2014/main" id="{20FC8154-34C5-4F93-9DCF-9F189DFD6A6D}"/>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134">
              <a:extLst>
                <a:ext uri="{FF2B5EF4-FFF2-40B4-BE49-F238E27FC236}">
                  <a16:creationId xmlns:a16="http://schemas.microsoft.com/office/drawing/2014/main" id="{8B1BB71C-01E3-4682-87C4-7897CA2EAA7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135">
              <a:extLst>
                <a:ext uri="{FF2B5EF4-FFF2-40B4-BE49-F238E27FC236}">
                  <a16:creationId xmlns:a16="http://schemas.microsoft.com/office/drawing/2014/main" id="{FB58A687-97EC-46F3-BE76-07BC79636C53}"/>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136">
              <a:extLst>
                <a:ext uri="{FF2B5EF4-FFF2-40B4-BE49-F238E27FC236}">
                  <a16:creationId xmlns:a16="http://schemas.microsoft.com/office/drawing/2014/main" id="{BE98329A-18ED-4952-9A04-2390DFA38B1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37">
              <a:extLst>
                <a:ext uri="{FF2B5EF4-FFF2-40B4-BE49-F238E27FC236}">
                  <a16:creationId xmlns:a16="http://schemas.microsoft.com/office/drawing/2014/main" id="{175386A2-0D2C-4600-B06A-04A010BE4A1C}"/>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138">
              <a:extLst>
                <a:ext uri="{FF2B5EF4-FFF2-40B4-BE49-F238E27FC236}">
                  <a16:creationId xmlns:a16="http://schemas.microsoft.com/office/drawing/2014/main" id="{69D54C3F-A792-459E-A38D-02F79AC9CB89}"/>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139">
              <a:extLst>
                <a:ext uri="{FF2B5EF4-FFF2-40B4-BE49-F238E27FC236}">
                  <a16:creationId xmlns:a16="http://schemas.microsoft.com/office/drawing/2014/main" id="{5F50623A-1EB6-4661-B58C-C55C5BFEA27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40">
              <a:extLst>
                <a:ext uri="{FF2B5EF4-FFF2-40B4-BE49-F238E27FC236}">
                  <a16:creationId xmlns:a16="http://schemas.microsoft.com/office/drawing/2014/main" id="{5F5D3BC5-05EF-4F84-ADE9-3464C325390F}"/>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141">
              <a:extLst>
                <a:ext uri="{FF2B5EF4-FFF2-40B4-BE49-F238E27FC236}">
                  <a16:creationId xmlns:a16="http://schemas.microsoft.com/office/drawing/2014/main" id="{7416AE87-3FEA-4AF6-8DAD-954665AA4190}"/>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142">
              <a:extLst>
                <a:ext uri="{FF2B5EF4-FFF2-40B4-BE49-F238E27FC236}">
                  <a16:creationId xmlns:a16="http://schemas.microsoft.com/office/drawing/2014/main" id="{AD032898-1FBA-4DCC-A295-D42534882E8E}"/>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143">
              <a:extLst>
                <a:ext uri="{FF2B5EF4-FFF2-40B4-BE49-F238E27FC236}">
                  <a16:creationId xmlns:a16="http://schemas.microsoft.com/office/drawing/2014/main" id="{BCC6BFF9-EDA4-44B7-8D5E-1CB16EE5D7A9}"/>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4">
              <a:extLst>
                <a:ext uri="{FF2B5EF4-FFF2-40B4-BE49-F238E27FC236}">
                  <a16:creationId xmlns:a16="http://schemas.microsoft.com/office/drawing/2014/main" id="{FF86DEA4-492A-4DE0-8940-2910F5D1E363}"/>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45">
              <a:extLst>
                <a:ext uri="{FF2B5EF4-FFF2-40B4-BE49-F238E27FC236}">
                  <a16:creationId xmlns:a16="http://schemas.microsoft.com/office/drawing/2014/main" id="{26649D08-EE8A-4A5F-BA71-1DDE560C8C86}"/>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46">
              <a:extLst>
                <a:ext uri="{FF2B5EF4-FFF2-40B4-BE49-F238E27FC236}">
                  <a16:creationId xmlns:a16="http://schemas.microsoft.com/office/drawing/2014/main" id="{53DE6655-EC48-4170-9E0D-BA0DD16F5C29}"/>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47">
              <a:extLst>
                <a:ext uri="{FF2B5EF4-FFF2-40B4-BE49-F238E27FC236}">
                  <a16:creationId xmlns:a16="http://schemas.microsoft.com/office/drawing/2014/main" id="{CFA3E65F-D891-4C0B-ABBC-6D338C1D6577}"/>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48">
              <a:extLst>
                <a:ext uri="{FF2B5EF4-FFF2-40B4-BE49-F238E27FC236}">
                  <a16:creationId xmlns:a16="http://schemas.microsoft.com/office/drawing/2014/main" id="{D22D6BA8-8B70-4C4E-A875-0785112D7FCB}"/>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49">
              <a:extLst>
                <a:ext uri="{FF2B5EF4-FFF2-40B4-BE49-F238E27FC236}">
                  <a16:creationId xmlns:a16="http://schemas.microsoft.com/office/drawing/2014/main" id="{E6A72585-D5CE-4DA6-860A-7F87E402C85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50">
              <a:extLst>
                <a:ext uri="{FF2B5EF4-FFF2-40B4-BE49-F238E27FC236}">
                  <a16:creationId xmlns:a16="http://schemas.microsoft.com/office/drawing/2014/main" id="{805FC9B2-B1AD-40C8-A0A9-2B0F22076699}"/>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51">
              <a:extLst>
                <a:ext uri="{FF2B5EF4-FFF2-40B4-BE49-F238E27FC236}">
                  <a16:creationId xmlns:a16="http://schemas.microsoft.com/office/drawing/2014/main" id="{F103D89C-284D-463B-AC46-41FB0BB21BF6}"/>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52">
              <a:extLst>
                <a:ext uri="{FF2B5EF4-FFF2-40B4-BE49-F238E27FC236}">
                  <a16:creationId xmlns:a16="http://schemas.microsoft.com/office/drawing/2014/main" id="{6703F519-577E-44C3-88D2-9128BC2B12A5}"/>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53">
              <a:extLst>
                <a:ext uri="{FF2B5EF4-FFF2-40B4-BE49-F238E27FC236}">
                  <a16:creationId xmlns:a16="http://schemas.microsoft.com/office/drawing/2014/main" id="{14D5DDE6-7225-49D5-A323-4A835C2E91E9}"/>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54">
              <a:extLst>
                <a:ext uri="{FF2B5EF4-FFF2-40B4-BE49-F238E27FC236}">
                  <a16:creationId xmlns:a16="http://schemas.microsoft.com/office/drawing/2014/main" id="{C5FFDE00-758F-4619-9A3B-69F0CBD22940}"/>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Big_data2" descr="{&quot;Key&quot;:&quot;POWER_USER_SHAPE_ICON&quot;,&quot;Value&quot;:&quot;POWER_USER_SHAPE_ICON_STYLE_1&quot;}">
            <a:extLst>
              <a:ext uri="{FF2B5EF4-FFF2-40B4-BE49-F238E27FC236}">
                <a16:creationId xmlns:a16="http://schemas.microsoft.com/office/drawing/2014/main" id="{1035821E-2E67-459F-BF0F-0ECAB099F913}"/>
              </a:ext>
            </a:extLst>
          </p:cNvPr>
          <p:cNvGrpSpPr>
            <a:grpSpLocks noChangeAspect="1"/>
          </p:cNvGrpSpPr>
          <p:nvPr/>
        </p:nvGrpSpPr>
        <p:grpSpPr>
          <a:xfrm>
            <a:off x="7253065" y="2024670"/>
            <a:ext cx="459524" cy="794897"/>
            <a:chOff x="5191125" y="309563"/>
            <a:chExt cx="452438" cy="782638"/>
          </a:xfrm>
          <a:noFill/>
        </p:grpSpPr>
        <p:sp>
          <p:nvSpPr>
            <p:cNvPr id="227" name="Freeform 98">
              <a:extLst>
                <a:ext uri="{FF2B5EF4-FFF2-40B4-BE49-F238E27FC236}">
                  <a16:creationId xmlns:a16="http://schemas.microsoft.com/office/drawing/2014/main" id="{90E1CF5C-A1A8-4BD1-A226-17FC1D64DB5B}"/>
                </a:ext>
              </a:extLst>
            </p:cNvPr>
            <p:cNvSpPr>
              <a:spLocks/>
            </p:cNvSpPr>
            <p:nvPr/>
          </p:nvSpPr>
          <p:spPr bwMode="auto">
            <a:xfrm>
              <a:off x="5354638" y="1041400"/>
              <a:ext cx="125413" cy="46038"/>
            </a:xfrm>
            <a:custGeom>
              <a:avLst/>
              <a:gdLst>
                <a:gd name="T0" fmla="*/ 153 w 186"/>
                <a:gd name="T1" fmla="*/ 67 h 67"/>
                <a:gd name="T2" fmla="*/ 33 w 186"/>
                <a:gd name="T3" fmla="*/ 67 h 67"/>
                <a:gd name="T4" fmla="*/ 0 w 186"/>
                <a:gd name="T5" fmla="*/ 34 h 67"/>
                <a:gd name="T6" fmla="*/ 0 w 186"/>
                <a:gd name="T7" fmla="*/ 34 h 67"/>
                <a:gd name="T8" fmla="*/ 33 w 186"/>
                <a:gd name="T9" fmla="*/ 0 h 67"/>
                <a:gd name="T10" fmla="*/ 153 w 186"/>
                <a:gd name="T11" fmla="*/ 0 h 67"/>
                <a:gd name="T12" fmla="*/ 186 w 186"/>
                <a:gd name="T13" fmla="*/ 34 h 67"/>
                <a:gd name="T14" fmla="*/ 186 w 186"/>
                <a:gd name="T15" fmla="*/ 34 h 67"/>
                <a:gd name="T16" fmla="*/ 153 w 186"/>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67">
                  <a:moveTo>
                    <a:pt x="153" y="67"/>
                  </a:moveTo>
                  <a:lnTo>
                    <a:pt x="33" y="67"/>
                  </a:lnTo>
                  <a:cubicBezTo>
                    <a:pt x="15" y="67"/>
                    <a:pt x="0" y="52"/>
                    <a:pt x="0" y="34"/>
                  </a:cubicBezTo>
                  <a:lnTo>
                    <a:pt x="0" y="34"/>
                  </a:lnTo>
                  <a:cubicBezTo>
                    <a:pt x="0" y="15"/>
                    <a:pt x="15" y="0"/>
                    <a:pt x="33" y="0"/>
                  </a:cubicBezTo>
                  <a:lnTo>
                    <a:pt x="153" y="0"/>
                  </a:lnTo>
                  <a:cubicBezTo>
                    <a:pt x="171" y="0"/>
                    <a:pt x="186" y="15"/>
                    <a:pt x="186" y="34"/>
                  </a:cubicBezTo>
                  <a:lnTo>
                    <a:pt x="186" y="34"/>
                  </a:lnTo>
                  <a:cubicBezTo>
                    <a:pt x="186" y="52"/>
                    <a:pt x="171" y="67"/>
                    <a:pt x="153" y="67"/>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Oval 99">
              <a:extLst>
                <a:ext uri="{FF2B5EF4-FFF2-40B4-BE49-F238E27FC236}">
                  <a16:creationId xmlns:a16="http://schemas.microsoft.com/office/drawing/2014/main" id="{E1A48D94-7072-4F09-953C-F64CB0D5C1FF}"/>
                </a:ext>
              </a:extLst>
            </p:cNvPr>
            <p:cNvSpPr>
              <a:spLocks noChangeArrowheads="1"/>
            </p:cNvSpPr>
            <p:nvPr/>
          </p:nvSpPr>
          <p:spPr bwMode="auto">
            <a:xfrm>
              <a:off x="5200650" y="315913"/>
              <a:ext cx="433388" cy="166688"/>
            </a:xfrm>
            <a:prstGeom prst="ellipse">
              <a:avLst/>
            </a:pr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00">
              <a:extLst>
                <a:ext uri="{FF2B5EF4-FFF2-40B4-BE49-F238E27FC236}">
                  <a16:creationId xmlns:a16="http://schemas.microsoft.com/office/drawing/2014/main" id="{5199E737-7D95-4067-9BFE-084805E3AA8D}"/>
                </a:ext>
              </a:extLst>
            </p:cNvPr>
            <p:cNvSpPr>
              <a:spLocks/>
            </p:cNvSpPr>
            <p:nvPr/>
          </p:nvSpPr>
          <p:spPr bwMode="auto">
            <a:xfrm>
              <a:off x="5200650" y="415925"/>
              <a:ext cx="433388" cy="534988"/>
            </a:xfrm>
            <a:custGeom>
              <a:avLst/>
              <a:gdLst>
                <a:gd name="T0" fmla="*/ 642 w 643"/>
                <a:gd name="T1" fmla="*/ 668 h 792"/>
                <a:gd name="T2" fmla="*/ 642 w 643"/>
                <a:gd name="T3" fmla="*/ 676 h 792"/>
                <a:gd name="T4" fmla="*/ 321 w 643"/>
                <a:gd name="T5" fmla="*/ 791 h 792"/>
                <a:gd name="T6" fmla="*/ 0 w 643"/>
                <a:gd name="T7" fmla="*/ 677 h 792"/>
                <a:gd name="T8" fmla="*/ 0 w 643"/>
                <a:gd name="T9" fmla="*/ 668 h 792"/>
                <a:gd name="T10" fmla="*/ 0 w 643"/>
                <a:gd name="T11" fmla="*/ 0 h 792"/>
                <a:gd name="T12" fmla="*/ 65 w 643"/>
                <a:gd name="T13" fmla="*/ 46 h 792"/>
                <a:gd name="T14" fmla="*/ 303 w 643"/>
                <a:gd name="T15" fmla="*/ 96 h 792"/>
                <a:gd name="T16" fmla="*/ 558 w 643"/>
                <a:gd name="T17" fmla="*/ 54 h 792"/>
                <a:gd name="T18" fmla="*/ 642 w 643"/>
                <a:gd name="T19" fmla="*/ 6 h 792"/>
                <a:gd name="T20" fmla="*/ 642 w 643"/>
                <a:gd name="T21" fmla="*/ 668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3" h="792">
                  <a:moveTo>
                    <a:pt x="642" y="668"/>
                  </a:moveTo>
                  <a:cubicBezTo>
                    <a:pt x="642" y="670"/>
                    <a:pt x="643" y="673"/>
                    <a:pt x="642" y="676"/>
                  </a:cubicBezTo>
                  <a:cubicBezTo>
                    <a:pt x="636" y="743"/>
                    <a:pt x="458" y="790"/>
                    <a:pt x="321" y="791"/>
                  </a:cubicBezTo>
                  <a:cubicBezTo>
                    <a:pt x="193" y="792"/>
                    <a:pt x="14" y="753"/>
                    <a:pt x="0" y="677"/>
                  </a:cubicBezTo>
                  <a:cubicBezTo>
                    <a:pt x="0" y="674"/>
                    <a:pt x="0" y="670"/>
                    <a:pt x="0" y="668"/>
                  </a:cubicBezTo>
                  <a:lnTo>
                    <a:pt x="0" y="0"/>
                  </a:lnTo>
                  <a:cubicBezTo>
                    <a:pt x="14" y="13"/>
                    <a:pt x="36" y="30"/>
                    <a:pt x="65" y="46"/>
                  </a:cubicBezTo>
                  <a:cubicBezTo>
                    <a:pt x="148" y="92"/>
                    <a:pt x="225" y="95"/>
                    <a:pt x="303" y="96"/>
                  </a:cubicBezTo>
                  <a:cubicBezTo>
                    <a:pt x="371" y="98"/>
                    <a:pt x="459" y="99"/>
                    <a:pt x="558" y="54"/>
                  </a:cubicBezTo>
                  <a:cubicBezTo>
                    <a:pt x="594" y="38"/>
                    <a:pt x="623" y="20"/>
                    <a:pt x="642" y="6"/>
                  </a:cubicBezTo>
                  <a:lnTo>
                    <a:pt x="642" y="668"/>
                  </a:lnTo>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01">
              <a:extLst>
                <a:ext uri="{FF2B5EF4-FFF2-40B4-BE49-F238E27FC236}">
                  <a16:creationId xmlns:a16="http://schemas.microsoft.com/office/drawing/2014/main" id="{9FFF405B-F234-4764-B6DF-FEDAB53FF09E}"/>
                </a:ext>
              </a:extLst>
            </p:cNvPr>
            <p:cNvSpPr>
              <a:spLocks/>
            </p:cNvSpPr>
            <p:nvPr/>
          </p:nvSpPr>
          <p:spPr bwMode="auto">
            <a:xfrm>
              <a:off x="5200650" y="555625"/>
              <a:ext cx="433388" cy="239713"/>
            </a:xfrm>
            <a:custGeom>
              <a:avLst/>
              <a:gdLst>
                <a:gd name="T0" fmla="*/ 0 w 642"/>
                <a:gd name="T1" fmla="*/ 232 h 355"/>
                <a:gd name="T2" fmla="*/ 321 w 642"/>
                <a:gd name="T3" fmla="*/ 355 h 355"/>
                <a:gd name="T4" fmla="*/ 642 w 642"/>
                <a:gd name="T5" fmla="*/ 232 h 355"/>
                <a:gd name="T6" fmla="*/ 642 w 642"/>
                <a:gd name="T7" fmla="*/ 0 h 355"/>
                <a:gd name="T8" fmla="*/ 321 w 642"/>
                <a:gd name="T9" fmla="*/ 123 h 355"/>
                <a:gd name="T10" fmla="*/ 0 w 642"/>
                <a:gd name="T11" fmla="*/ 0 h 355"/>
                <a:gd name="T12" fmla="*/ 0 w 642"/>
                <a:gd name="T13" fmla="*/ 232 h 355"/>
              </a:gdLst>
              <a:ahLst/>
              <a:cxnLst>
                <a:cxn ang="0">
                  <a:pos x="T0" y="T1"/>
                </a:cxn>
                <a:cxn ang="0">
                  <a:pos x="T2" y="T3"/>
                </a:cxn>
                <a:cxn ang="0">
                  <a:pos x="T4" y="T5"/>
                </a:cxn>
                <a:cxn ang="0">
                  <a:pos x="T6" y="T7"/>
                </a:cxn>
                <a:cxn ang="0">
                  <a:pos x="T8" y="T9"/>
                </a:cxn>
                <a:cxn ang="0">
                  <a:pos x="T10" y="T11"/>
                </a:cxn>
                <a:cxn ang="0">
                  <a:pos x="T12" y="T13"/>
                </a:cxn>
              </a:cxnLst>
              <a:rect l="0" t="0" r="r" b="b"/>
              <a:pathLst>
                <a:path w="642" h="355">
                  <a:moveTo>
                    <a:pt x="0" y="232"/>
                  </a:moveTo>
                  <a:cubicBezTo>
                    <a:pt x="0" y="300"/>
                    <a:pt x="143" y="355"/>
                    <a:pt x="321" y="355"/>
                  </a:cubicBezTo>
                  <a:cubicBezTo>
                    <a:pt x="498" y="355"/>
                    <a:pt x="642" y="300"/>
                    <a:pt x="642" y="232"/>
                  </a:cubicBezTo>
                  <a:lnTo>
                    <a:pt x="642" y="0"/>
                  </a:lnTo>
                  <a:cubicBezTo>
                    <a:pt x="642" y="68"/>
                    <a:pt x="498" y="123"/>
                    <a:pt x="321" y="123"/>
                  </a:cubicBezTo>
                  <a:cubicBezTo>
                    <a:pt x="143" y="123"/>
                    <a:pt x="0" y="68"/>
                    <a:pt x="0" y="0"/>
                  </a:cubicBezTo>
                  <a:lnTo>
                    <a:pt x="0" y="232"/>
                  </a:ln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102">
              <a:extLst>
                <a:ext uri="{FF2B5EF4-FFF2-40B4-BE49-F238E27FC236}">
                  <a16:creationId xmlns:a16="http://schemas.microsoft.com/office/drawing/2014/main" id="{357C0FCF-2CC3-4E38-A66C-3120D166C18D}"/>
                </a:ext>
              </a:extLst>
            </p:cNvPr>
            <p:cNvSpPr>
              <a:spLocks noChangeArrowheads="1"/>
            </p:cNvSpPr>
            <p:nvPr/>
          </p:nvSpPr>
          <p:spPr bwMode="auto">
            <a:xfrm>
              <a:off x="5400675" y="393700"/>
              <a:ext cx="33338"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03">
              <a:extLst>
                <a:ext uri="{FF2B5EF4-FFF2-40B4-BE49-F238E27FC236}">
                  <a16:creationId xmlns:a16="http://schemas.microsoft.com/office/drawing/2014/main" id="{CB0D16C7-9BD9-4BC3-A04E-8D6AE8439F09}"/>
                </a:ext>
              </a:extLst>
            </p:cNvPr>
            <p:cNvSpPr>
              <a:spLocks noEditPoints="1"/>
            </p:cNvSpPr>
            <p:nvPr/>
          </p:nvSpPr>
          <p:spPr bwMode="auto">
            <a:xfrm>
              <a:off x="5195888" y="309563"/>
              <a:ext cx="444500" cy="177800"/>
            </a:xfrm>
            <a:custGeom>
              <a:avLst/>
              <a:gdLst>
                <a:gd name="T0" fmla="*/ 330 w 660"/>
                <a:gd name="T1" fmla="*/ 17 h 263"/>
                <a:gd name="T2" fmla="*/ 17 w 660"/>
                <a:gd name="T3" fmla="*/ 131 h 263"/>
                <a:gd name="T4" fmla="*/ 330 w 660"/>
                <a:gd name="T5" fmla="*/ 246 h 263"/>
                <a:gd name="T6" fmla="*/ 643 w 660"/>
                <a:gd name="T7" fmla="*/ 131 h 263"/>
                <a:gd name="T8" fmla="*/ 330 w 660"/>
                <a:gd name="T9" fmla="*/ 17 h 263"/>
                <a:gd name="T10" fmla="*/ 330 w 660"/>
                <a:gd name="T11" fmla="*/ 263 h 263"/>
                <a:gd name="T12" fmla="*/ 0 w 660"/>
                <a:gd name="T13" fmla="*/ 131 h 263"/>
                <a:gd name="T14" fmla="*/ 330 w 660"/>
                <a:gd name="T15" fmla="*/ 0 h 263"/>
                <a:gd name="T16" fmla="*/ 660 w 660"/>
                <a:gd name="T17" fmla="*/ 131 h 263"/>
                <a:gd name="T18" fmla="*/ 330 w 660"/>
                <a:gd name="T19"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0" h="263">
                  <a:moveTo>
                    <a:pt x="330" y="17"/>
                  </a:moveTo>
                  <a:cubicBezTo>
                    <a:pt x="160" y="17"/>
                    <a:pt x="17" y="69"/>
                    <a:pt x="17" y="131"/>
                  </a:cubicBezTo>
                  <a:cubicBezTo>
                    <a:pt x="17" y="194"/>
                    <a:pt x="160" y="246"/>
                    <a:pt x="330" y="246"/>
                  </a:cubicBezTo>
                  <a:cubicBezTo>
                    <a:pt x="500" y="246"/>
                    <a:pt x="643" y="194"/>
                    <a:pt x="643" y="131"/>
                  </a:cubicBezTo>
                  <a:cubicBezTo>
                    <a:pt x="643" y="69"/>
                    <a:pt x="500" y="17"/>
                    <a:pt x="330" y="17"/>
                  </a:cubicBezTo>
                  <a:close/>
                  <a:moveTo>
                    <a:pt x="330" y="263"/>
                  </a:moveTo>
                  <a:cubicBezTo>
                    <a:pt x="145" y="263"/>
                    <a:pt x="0" y="205"/>
                    <a:pt x="0" y="131"/>
                  </a:cubicBezTo>
                  <a:cubicBezTo>
                    <a:pt x="0" y="58"/>
                    <a:pt x="145" y="0"/>
                    <a:pt x="330" y="0"/>
                  </a:cubicBezTo>
                  <a:cubicBezTo>
                    <a:pt x="515" y="0"/>
                    <a:pt x="660" y="58"/>
                    <a:pt x="660" y="131"/>
                  </a:cubicBezTo>
                  <a:cubicBezTo>
                    <a:pt x="660" y="205"/>
                    <a:pt x="515" y="263"/>
                    <a:pt x="330" y="26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04">
              <a:extLst>
                <a:ext uri="{FF2B5EF4-FFF2-40B4-BE49-F238E27FC236}">
                  <a16:creationId xmlns:a16="http://schemas.microsoft.com/office/drawing/2014/main" id="{9190F4A4-A5BC-4826-A778-1514B928C185}"/>
                </a:ext>
              </a:extLst>
            </p:cNvPr>
            <p:cNvSpPr>
              <a:spLocks/>
            </p:cNvSpPr>
            <p:nvPr/>
          </p:nvSpPr>
          <p:spPr bwMode="auto">
            <a:xfrm>
              <a:off x="5195888" y="555625"/>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05">
              <a:extLst>
                <a:ext uri="{FF2B5EF4-FFF2-40B4-BE49-F238E27FC236}">
                  <a16:creationId xmlns:a16="http://schemas.microsoft.com/office/drawing/2014/main" id="{0284F09D-697D-4EA4-9E31-E760E5EADDA0}"/>
                </a:ext>
              </a:extLst>
            </p:cNvPr>
            <p:cNvSpPr>
              <a:spLocks/>
            </p:cNvSpPr>
            <p:nvPr/>
          </p:nvSpPr>
          <p:spPr bwMode="auto">
            <a:xfrm>
              <a:off x="5195888" y="711200"/>
              <a:ext cx="444500" cy="88900"/>
            </a:xfrm>
            <a:custGeom>
              <a:avLst/>
              <a:gdLst>
                <a:gd name="T0" fmla="*/ 330 w 660"/>
                <a:gd name="T1" fmla="*/ 131 h 131"/>
                <a:gd name="T2" fmla="*/ 0 w 660"/>
                <a:gd name="T3" fmla="*/ 0 h 131"/>
                <a:gd name="T4" fmla="*/ 17 w 660"/>
                <a:gd name="T5" fmla="*/ 0 h 131"/>
                <a:gd name="T6" fmla="*/ 330 w 660"/>
                <a:gd name="T7" fmla="*/ 114 h 131"/>
                <a:gd name="T8" fmla="*/ 643 w 660"/>
                <a:gd name="T9" fmla="*/ 0 h 131"/>
                <a:gd name="T10" fmla="*/ 660 w 660"/>
                <a:gd name="T11" fmla="*/ 0 h 131"/>
                <a:gd name="T12" fmla="*/ 330 w 660"/>
                <a:gd name="T13" fmla="*/ 131 h 131"/>
              </a:gdLst>
              <a:ahLst/>
              <a:cxnLst>
                <a:cxn ang="0">
                  <a:pos x="T0" y="T1"/>
                </a:cxn>
                <a:cxn ang="0">
                  <a:pos x="T2" y="T3"/>
                </a:cxn>
                <a:cxn ang="0">
                  <a:pos x="T4" y="T5"/>
                </a:cxn>
                <a:cxn ang="0">
                  <a:pos x="T6" y="T7"/>
                </a:cxn>
                <a:cxn ang="0">
                  <a:pos x="T8" y="T9"/>
                </a:cxn>
                <a:cxn ang="0">
                  <a:pos x="T10" y="T11"/>
                </a:cxn>
                <a:cxn ang="0">
                  <a:pos x="T12" y="T13"/>
                </a:cxn>
              </a:cxnLst>
              <a:rect l="0" t="0" r="r" b="b"/>
              <a:pathLst>
                <a:path w="660" h="131">
                  <a:moveTo>
                    <a:pt x="330" y="131"/>
                  </a:moveTo>
                  <a:cubicBezTo>
                    <a:pt x="145" y="131"/>
                    <a:pt x="0" y="73"/>
                    <a:pt x="0" y="0"/>
                  </a:cubicBezTo>
                  <a:lnTo>
                    <a:pt x="17" y="0"/>
                  </a:lnTo>
                  <a:cubicBezTo>
                    <a:pt x="17" y="62"/>
                    <a:pt x="160" y="114"/>
                    <a:pt x="330" y="114"/>
                  </a:cubicBezTo>
                  <a:cubicBezTo>
                    <a:pt x="500" y="114"/>
                    <a:pt x="643" y="62"/>
                    <a:pt x="643" y="0"/>
                  </a:cubicBezTo>
                  <a:lnTo>
                    <a:pt x="660" y="0"/>
                  </a:lnTo>
                  <a:cubicBezTo>
                    <a:pt x="660" y="73"/>
                    <a:pt x="515" y="131"/>
                    <a:pt x="330" y="131"/>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6">
              <a:extLst>
                <a:ext uri="{FF2B5EF4-FFF2-40B4-BE49-F238E27FC236}">
                  <a16:creationId xmlns:a16="http://schemas.microsoft.com/office/drawing/2014/main" id="{563657C9-F717-41EE-BAF9-32966A8F5DA4}"/>
                </a:ext>
              </a:extLst>
            </p:cNvPr>
            <p:cNvSpPr>
              <a:spLocks/>
            </p:cNvSpPr>
            <p:nvPr/>
          </p:nvSpPr>
          <p:spPr bwMode="auto">
            <a:xfrm>
              <a:off x="5195888" y="868363"/>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107">
              <a:extLst>
                <a:ext uri="{FF2B5EF4-FFF2-40B4-BE49-F238E27FC236}">
                  <a16:creationId xmlns:a16="http://schemas.microsoft.com/office/drawing/2014/main" id="{F4B77C90-CE93-456D-842E-AD77810CCCE0}"/>
                </a:ext>
              </a:extLst>
            </p:cNvPr>
            <p:cNvSpPr>
              <a:spLocks noChangeArrowheads="1"/>
            </p:cNvSpPr>
            <p:nvPr/>
          </p:nvSpPr>
          <p:spPr bwMode="auto">
            <a:xfrm>
              <a:off x="5195888"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108">
              <a:extLst>
                <a:ext uri="{FF2B5EF4-FFF2-40B4-BE49-F238E27FC236}">
                  <a16:creationId xmlns:a16="http://schemas.microsoft.com/office/drawing/2014/main" id="{6F98CCFA-24BA-4494-A7B3-C9640FB06B65}"/>
                </a:ext>
              </a:extLst>
            </p:cNvPr>
            <p:cNvSpPr>
              <a:spLocks noChangeArrowheads="1"/>
            </p:cNvSpPr>
            <p:nvPr/>
          </p:nvSpPr>
          <p:spPr bwMode="auto">
            <a:xfrm>
              <a:off x="5629275"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109">
              <a:extLst>
                <a:ext uri="{FF2B5EF4-FFF2-40B4-BE49-F238E27FC236}">
                  <a16:creationId xmlns:a16="http://schemas.microsoft.com/office/drawing/2014/main" id="{FC8D6ADB-4588-4036-A3DB-2228F985D1CE}"/>
                </a:ext>
              </a:extLst>
            </p:cNvPr>
            <p:cNvSpPr>
              <a:spLocks noChangeArrowheads="1"/>
            </p:cNvSpPr>
            <p:nvPr/>
          </p:nvSpPr>
          <p:spPr bwMode="auto">
            <a:xfrm>
              <a:off x="5195888"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110">
              <a:extLst>
                <a:ext uri="{FF2B5EF4-FFF2-40B4-BE49-F238E27FC236}">
                  <a16:creationId xmlns:a16="http://schemas.microsoft.com/office/drawing/2014/main" id="{E8FF58C1-CE1C-4300-937F-891F2EBAE019}"/>
                </a:ext>
              </a:extLst>
            </p:cNvPr>
            <p:cNvSpPr>
              <a:spLocks noChangeArrowheads="1"/>
            </p:cNvSpPr>
            <p:nvPr/>
          </p:nvSpPr>
          <p:spPr bwMode="auto">
            <a:xfrm>
              <a:off x="5629275"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Rectangle 111">
              <a:extLst>
                <a:ext uri="{FF2B5EF4-FFF2-40B4-BE49-F238E27FC236}">
                  <a16:creationId xmlns:a16="http://schemas.microsoft.com/office/drawing/2014/main" id="{8A8A4477-D0B2-4FE4-8856-E322975F68B6}"/>
                </a:ext>
              </a:extLst>
            </p:cNvPr>
            <p:cNvSpPr>
              <a:spLocks noChangeArrowheads="1"/>
            </p:cNvSpPr>
            <p:nvPr/>
          </p:nvSpPr>
          <p:spPr bwMode="auto">
            <a:xfrm>
              <a:off x="5411788" y="950913"/>
              <a:ext cx="11113" cy="90488"/>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12">
              <a:extLst>
                <a:ext uri="{FF2B5EF4-FFF2-40B4-BE49-F238E27FC236}">
                  <a16:creationId xmlns:a16="http://schemas.microsoft.com/office/drawing/2014/main" id="{881FBE45-40EE-458F-A70F-582CFF94DD3E}"/>
                </a:ext>
              </a:extLst>
            </p:cNvPr>
            <p:cNvSpPr>
              <a:spLocks noEditPoints="1"/>
            </p:cNvSpPr>
            <p:nvPr/>
          </p:nvSpPr>
          <p:spPr bwMode="auto">
            <a:xfrm>
              <a:off x="5348288" y="1036638"/>
              <a:ext cx="138113" cy="55563"/>
            </a:xfrm>
            <a:custGeom>
              <a:avLst/>
              <a:gdLst>
                <a:gd name="T0" fmla="*/ 42 w 203"/>
                <a:gd name="T1" fmla="*/ 17 h 83"/>
                <a:gd name="T2" fmla="*/ 17 w 203"/>
                <a:gd name="T3" fmla="*/ 42 h 83"/>
                <a:gd name="T4" fmla="*/ 42 w 203"/>
                <a:gd name="T5" fmla="*/ 67 h 83"/>
                <a:gd name="T6" fmla="*/ 162 w 203"/>
                <a:gd name="T7" fmla="*/ 67 h 83"/>
                <a:gd name="T8" fmla="*/ 187 w 203"/>
                <a:gd name="T9" fmla="*/ 42 h 83"/>
                <a:gd name="T10" fmla="*/ 162 w 203"/>
                <a:gd name="T11" fmla="*/ 17 h 83"/>
                <a:gd name="T12" fmla="*/ 42 w 203"/>
                <a:gd name="T13" fmla="*/ 17 h 83"/>
                <a:gd name="T14" fmla="*/ 162 w 203"/>
                <a:gd name="T15" fmla="*/ 83 h 83"/>
                <a:gd name="T16" fmla="*/ 42 w 203"/>
                <a:gd name="T17" fmla="*/ 83 h 83"/>
                <a:gd name="T18" fmla="*/ 0 w 203"/>
                <a:gd name="T19" fmla="*/ 42 h 83"/>
                <a:gd name="T20" fmla="*/ 42 w 203"/>
                <a:gd name="T21" fmla="*/ 0 h 83"/>
                <a:gd name="T22" fmla="*/ 162 w 203"/>
                <a:gd name="T23" fmla="*/ 0 h 83"/>
                <a:gd name="T24" fmla="*/ 203 w 203"/>
                <a:gd name="T25" fmla="*/ 42 h 83"/>
                <a:gd name="T26" fmla="*/ 162 w 203"/>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83">
                  <a:moveTo>
                    <a:pt x="42" y="17"/>
                  </a:moveTo>
                  <a:cubicBezTo>
                    <a:pt x="28" y="17"/>
                    <a:pt x="17" y="28"/>
                    <a:pt x="17" y="42"/>
                  </a:cubicBezTo>
                  <a:cubicBezTo>
                    <a:pt x="17" y="55"/>
                    <a:pt x="28" y="67"/>
                    <a:pt x="42" y="67"/>
                  </a:cubicBezTo>
                  <a:lnTo>
                    <a:pt x="162" y="67"/>
                  </a:lnTo>
                  <a:cubicBezTo>
                    <a:pt x="175" y="67"/>
                    <a:pt x="187" y="55"/>
                    <a:pt x="187" y="42"/>
                  </a:cubicBezTo>
                  <a:cubicBezTo>
                    <a:pt x="187" y="28"/>
                    <a:pt x="175" y="17"/>
                    <a:pt x="162" y="17"/>
                  </a:cubicBezTo>
                  <a:lnTo>
                    <a:pt x="42" y="17"/>
                  </a:lnTo>
                  <a:close/>
                  <a:moveTo>
                    <a:pt x="162" y="83"/>
                  </a:moveTo>
                  <a:lnTo>
                    <a:pt x="42" y="83"/>
                  </a:lnTo>
                  <a:cubicBezTo>
                    <a:pt x="19" y="83"/>
                    <a:pt x="0" y="64"/>
                    <a:pt x="0" y="42"/>
                  </a:cubicBezTo>
                  <a:cubicBezTo>
                    <a:pt x="0" y="19"/>
                    <a:pt x="19" y="0"/>
                    <a:pt x="42" y="0"/>
                  </a:cubicBezTo>
                  <a:lnTo>
                    <a:pt x="162" y="0"/>
                  </a:lnTo>
                  <a:cubicBezTo>
                    <a:pt x="185" y="0"/>
                    <a:pt x="203" y="19"/>
                    <a:pt x="203" y="42"/>
                  </a:cubicBezTo>
                  <a:cubicBezTo>
                    <a:pt x="203" y="64"/>
                    <a:pt x="185" y="83"/>
                    <a:pt x="162" y="8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113">
              <a:extLst>
                <a:ext uri="{FF2B5EF4-FFF2-40B4-BE49-F238E27FC236}">
                  <a16:creationId xmlns:a16="http://schemas.microsoft.com/office/drawing/2014/main" id="{C6F6719A-F79E-498D-A472-B5AF792772D3}"/>
                </a:ext>
              </a:extLst>
            </p:cNvPr>
            <p:cNvSpPr>
              <a:spLocks noChangeArrowheads="1"/>
            </p:cNvSpPr>
            <p:nvPr/>
          </p:nvSpPr>
          <p:spPr bwMode="auto">
            <a:xfrm>
              <a:off x="5480050"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114">
              <a:extLst>
                <a:ext uri="{FF2B5EF4-FFF2-40B4-BE49-F238E27FC236}">
                  <a16:creationId xmlns:a16="http://schemas.microsoft.com/office/drawing/2014/main" id="{8E01BC32-80A8-45A5-9773-F1E93163CE64}"/>
                </a:ext>
              </a:extLst>
            </p:cNvPr>
            <p:cNvSpPr>
              <a:spLocks noChangeArrowheads="1"/>
            </p:cNvSpPr>
            <p:nvPr/>
          </p:nvSpPr>
          <p:spPr bwMode="auto">
            <a:xfrm>
              <a:off x="5191125"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9521C2C5-3489-4155-96BC-D13A24FC556B}"/>
              </a:ext>
            </a:extLst>
          </p:cNvPr>
          <p:cNvGrpSpPr>
            <a:grpSpLocks noChangeAspect="1"/>
          </p:cNvGrpSpPr>
          <p:nvPr/>
        </p:nvGrpSpPr>
        <p:grpSpPr>
          <a:xfrm>
            <a:off x="9992319" y="2038206"/>
            <a:ext cx="528328" cy="794897"/>
            <a:chOff x="7976414" y="4946023"/>
            <a:chExt cx="1220753" cy="1836686"/>
          </a:xfrm>
          <a:solidFill>
            <a:schemeClr val="accent4"/>
          </a:solidFill>
        </p:grpSpPr>
        <p:sp>
          <p:nvSpPr>
            <p:cNvPr id="245" name="Freeform: Shape 1985">
              <a:extLst>
                <a:ext uri="{FF2B5EF4-FFF2-40B4-BE49-F238E27FC236}">
                  <a16:creationId xmlns:a16="http://schemas.microsoft.com/office/drawing/2014/main" id="{33138262-3380-4FC5-B1BF-60C546FB572D}"/>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F0DC3276-A5EA-4068-B66C-1E4A2B24C96A}"/>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7B5E526A-9624-486D-A5EC-9ED73DEB0FCC}"/>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74FAA01A-B337-43C1-92BA-B62DB79BEF80}"/>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C44AFBFA-15D7-4598-8AE8-5FF12AB13189}"/>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6C75A7CA-EDC4-4658-B94B-E0B6950D91C4}"/>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11027B0F-085D-4025-AF12-350DF506D9DB}"/>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8F246A1F-5967-43F0-8749-C3DDE5D08131}"/>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B5759A36-33C4-4AA4-8CC7-DDDC74072943}"/>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2FF7735E-83D9-47D7-9702-425434712EF2}"/>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71F8B2-1F87-4670-BD22-B01CB35406B3}"/>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5C0789E5-C354-4B7F-BEF0-C241CE255FAB}"/>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36FEB45D-0511-4ED3-974C-6419FBBD8F87}"/>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83026885-E503-4531-A722-BCCA3F80CE75}"/>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88B53866-E7DD-437C-9B32-48DB346BFE56}"/>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AA45EE8A-29C3-4E55-8C34-77BF55CDC84B}"/>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EA55F75A-591A-4897-8F52-7FD87CCA0B66}"/>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30DE14FD-0896-45B4-9E83-59EC4EC9087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4AB2C40-BDE2-4D2F-BEAD-72F5391A8417}"/>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44FF3A8B-6C10-454B-AEFB-09E0547D028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90AEBE4B-3686-4DB4-9C4F-25DF32789F12}"/>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FB5C8CEE-1B22-4F37-B5FE-03D34AEBF888}"/>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04D88E56-830D-4513-B1A0-C5F2AC6DD49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6E030A39-C8F7-466A-973E-D71F7EBD35AF}"/>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F08D607-1EA6-49A7-A1BC-1720FC2DD89E}"/>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79518553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3</a:t>
            </a:r>
          </a:p>
        </p:txBody>
      </p:sp>
      <p:sp>
        <p:nvSpPr>
          <p:cNvPr id="55" name="ZoneTexte 54 - 3"/>
          <p:cNvSpPr txBox="1"/>
          <p:nvPr/>
        </p:nvSpPr>
        <p:spPr>
          <a:xfrm>
            <a:off x="2213811" y="1485209"/>
            <a:ext cx="9448800" cy="1131799"/>
          </a:xfrm>
          <a:prstGeom prst="rect">
            <a:avLst/>
          </a:prstGeom>
          <a:noFill/>
        </p:spPr>
        <p:txBody>
          <a:bodyPr wrap="square" rtlCol="0" anchor="ctr">
            <a:no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a:t>
            </a: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2712554"/>
            <a:ext cx="9448800" cy="1131799"/>
          </a:xfrm>
          <a:prstGeom prst="rect">
            <a:avLst/>
          </a:prstGeom>
          <a:noFill/>
        </p:spPr>
        <p:txBody>
          <a:bodyPr wrap="square" rtlCol="0" anchor="ctr">
            <a:no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939899"/>
            <a:ext cx="9448800" cy="1131799"/>
          </a:xfrm>
          <a:prstGeom prst="rect">
            <a:avLst/>
          </a:prstGeom>
          <a:noFill/>
        </p:spPr>
        <p:txBody>
          <a:bodyPr wrap="square" rtlCol="0" anchor="ctr">
            <a:noAutofit/>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88" name="ZoneTexte 54">
            <a:extLst>
              <a:ext uri="{FF2B5EF4-FFF2-40B4-BE49-F238E27FC236}">
                <a16:creationId xmlns:a16="http://schemas.microsoft.com/office/drawing/2014/main" id="{D5862997-1C12-4E42-A276-A2608BC2BB53}"/>
              </a:ext>
            </a:extLst>
          </p:cNvPr>
          <p:cNvSpPr txBox="1"/>
          <p:nvPr/>
        </p:nvSpPr>
        <p:spPr>
          <a:xfrm>
            <a:off x="2213811" y="5167245"/>
            <a:ext cx="9448800" cy="1131799"/>
          </a:xfrm>
          <a:prstGeom prst="rect">
            <a:avLst/>
          </a:prstGeom>
          <a:noFill/>
        </p:spPr>
        <p:txBody>
          <a:bodyPr wrap="square" rtlCol="0" anchor="ctr">
            <a:noAutofit/>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66478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89212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11947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2800347"/>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696416" y="4119054"/>
            <a:ext cx="1018710" cy="874387"/>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725995" y="5254140"/>
            <a:ext cx="959552" cy="961826"/>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1577823"/>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0253745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8FC4DA-F1FF-8701-4626-C2781FE9C934}"/>
              </a:ext>
            </a:extLst>
          </p:cNvPr>
          <p:cNvSpPr>
            <a:spLocks noGrp="1"/>
          </p:cNvSpPr>
          <p:nvPr>
            <p:ph type="title"/>
          </p:nvPr>
        </p:nvSpPr>
        <p:spPr>
          <a:xfrm>
            <a:off x="214184" y="13663"/>
            <a:ext cx="9728886" cy="678316"/>
          </a:xfrm>
        </p:spPr>
        <p:txBody>
          <a:bodyPr>
            <a:normAutofit/>
          </a:bodyPr>
          <a:lstStyle/>
          <a:p>
            <a:r>
              <a:rPr lang="en-US" dirty="0"/>
              <a:t>Hemicycle 2</a:t>
            </a:r>
          </a:p>
        </p:txBody>
      </p:sp>
      <p:sp>
        <p:nvSpPr>
          <p:cNvPr id="5" name="Google Shape;521;p31">
            <a:extLst>
              <a:ext uri="{FF2B5EF4-FFF2-40B4-BE49-F238E27FC236}">
                <a16:creationId xmlns:a16="http://schemas.microsoft.com/office/drawing/2014/main" id="{154AFC21-3F75-B16E-9729-576F892A4017}"/>
              </a:ext>
            </a:extLst>
          </p:cNvPr>
          <p:cNvSpPr/>
          <p:nvPr/>
        </p:nvSpPr>
        <p:spPr>
          <a:xfrm>
            <a:off x="3464351" y="4961913"/>
            <a:ext cx="720134" cy="1295890"/>
          </a:xfrm>
          <a:custGeom>
            <a:avLst/>
            <a:gdLst/>
            <a:ahLst/>
            <a:cxnLst/>
            <a:rect l="l" t="t" r="r" b="b"/>
            <a:pathLst>
              <a:path w="3277" h="5897" extrusionOk="0">
                <a:moveTo>
                  <a:pt x="1546" y="1"/>
                </a:moveTo>
                <a:cubicBezTo>
                  <a:pt x="562" y="1742"/>
                  <a:pt x="1" y="3753"/>
                  <a:pt x="1" y="5897"/>
                </a:cubicBezTo>
                <a:lnTo>
                  <a:pt x="1985" y="5897"/>
                </a:lnTo>
                <a:cubicBezTo>
                  <a:pt x="1985" y="4108"/>
                  <a:pt x="2455" y="2428"/>
                  <a:pt x="3277" y="974"/>
                </a:cubicBezTo>
                <a:lnTo>
                  <a:pt x="15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22;p31">
            <a:extLst>
              <a:ext uri="{FF2B5EF4-FFF2-40B4-BE49-F238E27FC236}">
                <a16:creationId xmlns:a16="http://schemas.microsoft.com/office/drawing/2014/main" id="{2EF7751A-3A2B-1947-1148-2C7116F3EBCF}"/>
              </a:ext>
            </a:extLst>
          </p:cNvPr>
          <p:cNvSpPr/>
          <p:nvPr/>
        </p:nvSpPr>
        <p:spPr>
          <a:xfrm>
            <a:off x="5100409" y="3617919"/>
            <a:ext cx="1999543" cy="601248"/>
          </a:xfrm>
          <a:custGeom>
            <a:avLst/>
            <a:gdLst/>
            <a:ahLst/>
            <a:cxnLst/>
            <a:rect l="l" t="t" r="r" b="b"/>
            <a:pathLst>
              <a:path w="9099" h="2736" extrusionOk="0">
                <a:moveTo>
                  <a:pt x="4568" y="1"/>
                </a:moveTo>
                <a:cubicBezTo>
                  <a:pt x="2952" y="1"/>
                  <a:pt x="1410" y="322"/>
                  <a:pt x="0" y="900"/>
                </a:cubicBezTo>
                <a:lnTo>
                  <a:pt x="754" y="2736"/>
                </a:lnTo>
                <a:cubicBezTo>
                  <a:pt x="1931" y="2252"/>
                  <a:pt x="3216" y="1985"/>
                  <a:pt x="4568" y="1985"/>
                </a:cubicBezTo>
                <a:cubicBezTo>
                  <a:pt x="5903" y="1985"/>
                  <a:pt x="7178" y="2249"/>
                  <a:pt x="8344" y="2722"/>
                </a:cubicBezTo>
                <a:lnTo>
                  <a:pt x="9098" y="886"/>
                </a:lnTo>
                <a:cubicBezTo>
                  <a:pt x="7699" y="315"/>
                  <a:pt x="6170" y="1"/>
                  <a:pt x="45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23;p31">
            <a:extLst>
              <a:ext uri="{FF2B5EF4-FFF2-40B4-BE49-F238E27FC236}">
                <a16:creationId xmlns:a16="http://schemas.microsoft.com/office/drawing/2014/main" id="{D5C48212-0A9C-E713-1E38-4D9EFB20F09F}"/>
              </a:ext>
            </a:extLst>
          </p:cNvPr>
          <p:cNvSpPr/>
          <p:nvPr/>
        </p:nvSpPr>
        <p:spPr>
          <a:xfrm>
            <a:off x="8021579" y="4958177"/>
            <a:ext cx="721672" cy="1299626"/>
          </a:xfrm>
          <a:custGeom>
            <a:avLst/>
            <a:gdLst/>
            <a:ahLst/>
            <a:cxnLst/>
            <a:rect l="l" t="t" r="r" b="b"/>
            <a:pathLst>
              <a:path w="3284" h="5914" extrusionOk="0">
                <a:moveTo>
                  <a:pt x="1728" y="1"/>
                </a:moveTo>
                <a:lnTo>
                  <a:pt x="1" y="974"/>
                </a:lnTo>
                <a:cubicBezTo>
                  <a:pt x="826" y="2431"/>
                  <a:pt x="1299" y="4118"/>
                  <a:pt x="1299" y="5914"/>
                </a:cubicBezTo>
                <a:lnTo>
                  <a:pt x="3284" y="5914"/>
                </a:lnTo>
                <a:cubicBezTo>
                  <a:pt x="3284" y="3764"/>
                  <a:pt x="2719" y="1745"/>
                  <a:pt x="17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24;p31">
            <a:extLst>
              <a:ext uri="{FF2B5EF4-FFF2-40B4-BE49-F238E27FC236}">
                <a16:creationId xmlns:a16="http://schemas.microsoft.com/office/drawing/2014/main" id="{C40212F0-7855-4211-3F92-9FFB2901B592}"/>
              </a:ext>
            </a:extLst>
          </p:cNvPr>
          <p:cNvSpPr/>
          <p:nvPr/>
        </p:nvSpPr>
        <p:spPr>
          <a:xfrm>
            <a:off x="3803869" y="3815474"/>
            <a:ext cx="1462464" cy="1361376"/>
          </a:xfrm>
          <a:custGeom>
            <a:avLst/>
            <a:gdLst/>
            <a:ahLst/>
            <a:cxnLst/>
            <a:rect l="l" t="t" r="r" b="b"/>
            <a:pathLst>
              <a:path w="6655" h="6195" extrusionOk="0">
                <a:moveTo>
                  <a:pt x="5900" y="1"/>
                </a:moveTo>
                <a:cubicBezTo>
                  <a:pt x="3399" y="1032"/>
                  <a:pt x="1319" y="2881"/>
                  <a:pt x="1" y="5218"/>
                </a:cubicBezTo>
                <a:lnTo>
                  <a:pt x="1732" y="6195"/>
                </a:lnTo>
                <a:cubicBezTo>
                  <a:pt x="2831" y="4244"/>
                  <a:pt x="4565" y="2699"/>
                  <a:pt x="6654" y="1840"/>
                </a:cubicBezTo>
                <a:lnTo>
                  <a:pt x="5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25;p31">
            <a:extLst>
              <a:ext uri="{FF2B5EF4-FFF2-40B4-BE49-F238E27FC236}">
                <a16:creationId xmlns:a16="http://schemas.microsoft.com/office/drawing/2014/main" id="{1F2F4EE7-0742-BC2F-967C-50560675CDA5}"/>
              </a:ext>
            </a:extLst>
          </p:cNvPr>
          <p:cNvSpPr/>
          <p:nvPr/>
        </p:nvSpPr>
        <p:spPr>
          <a:xfrm>
            <a:off x="6934024" y="3812617"/>
            <a:ext cx="1467518" cy="1359839"/>
          </a:xfrm>
          <a:custGeom>
            <a:avLst/>
            <a:gdLst/>
            <a:ahLst/>
            <a:cxnLst/>
            <a:rect l="l" t="t" r="r" b="b"/>
            <a:pathLst>
              <a:path w="6678" h="6188" extrusionOk="0">
                <a:moveTo>
                  <a:pt x="754" y="0"/>
                </a:moveTo>
                <a:lnTo>
                  <a:pt x="0" y="1836"/>
                </a:lnTo>
                <a:cubicBezTo>
                  <a:pt x="2096" y="2692"/>
                  <a:pt x="3841" y="4237"/>
                  <a:pt x="4950" y="6187"/>
                </a:cubicBezTo>
                <a:lnTo>
                  <a:pt x="6677" y="5214"/>
                </a:lnTo>
                <a:cubicBezTo>
                  <a:pt x="5352" y="2874"/>
                  <a:pt x="3266" y="1025"/>
                  <a:pt x="7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26;p31">
            <a:extLst>
              <a:ext uri="{FF2B5EF4-FFF2-40B4-BE49-F238E27FC236}">
                <a16:creationId xmlns:a16="http://schemas.microsoft.com/office/drawing/2014/main" id="{2813B5E4-ECDA-7473-22DB-7EC9C4F639B1}"/>
              </a:ext>
            </a:extLst>
          </p:cNvPr>
          <p:cNvSpPr/>
          <p:nvPr/>
        </p:nvSpPr>
        <p:spPr>
          <a:xfrm>
            <a:off x="5476406" y="4609872"/>
            <a:ext cx="1245347" cy="1321162"/>
          </a:xfrm>
          <a:custGeom>
            <a:avLst/>
            <a:gdLst/>
            <a:ahLst/>
            <a:cxnLst/>
            <a:rect l="l" t="t" r="r" b="b"/>
            <a:pathLst>
              <a:path w="5667" h="6012" extrusionOk="0">
                <a:moveTo>
                  <a:pt x="2813" y="0"/>
                </a:moveTo>
                <a:cubicBezTo>
                  <a:pt x="1819" y="0"/>
                  <a:pt x="869" y="193"/>
                  <a:pt x="0" y="548"/>
                </a:cubicBezTo>
                <a:lnTo>
                  <a:pt x="2262" y="6011"/>
                </a:lnTo>
                <a:cubicBezTo>
                  <a:pt x="2444" y="5940"/>
                  <a:pt x="2641" y="5900"/>
                  <a:pt x="2850" y="5900"/>
                </a:cubicBezTo>
                <a:cubicBezTo>
                  <a:pt x="3053" y="5900"/>
                  <a:pt x="3249" y="5940"/>
                  <a:pt x="3428" y="6008"/>
                </a:cubicBezTo>
                <a:lnTo>
                  <a:pt x="5666" y="561"/>
                </a:lnTo>
                <a:cubicBezTo>
                  <a:pt x="4787" y="200"/>
                  <a:pt x="3824" y="0"/>
                  <a:pt x="28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27;p31">
            <a:extLst>
              <a:ext uri="{FF2B5EF4-FFF2-40B4-BE49-F238E27FC236}">
                <a16:creationId xmlns:a16="http://schemas.microsoft.com/office/drawing/2014/main" id="{90ADAAB9-F517-AD84-E80A-470A5552876C}"/>
              </a:ext>
            </a:extLst>
          </p:cNvPr>
          <p:cNvSpPr/>
          <p:nvPr/>
        </p:nvSpPr>
        <p:spPr>
          <a:xfrm>
            <a:off x="4662002" y="4730076"/>
            <a:ext cx="1311492" cy="1353246"/>
          </a:xfrm>
          <a:custGeom>
            <a:avLst/>
            <a:gdLst/>
            <a:ahLst/>
            <a:cxnLst/>
            <a:rect l="l" t="t" r="r" b="b"/>
            <a:pathLst>
              <a:path w="5968" h="6158" extrusionOk="0">
                <a:moveTo>
                  <a:pt x="3706" y="1"/>
                </a:moveTo>
                <a:cubicBezTo>
                  <a:pt x="2134" y="640"/>
                  <a:pt x="829" y="1793"/>
                  <a:pt x="1" y="3256"/>
                </a:cubicBezTo>
                <a:lnTo>
                  <a:pt x="5167" y="6157"/>
                </a:lnTo>
                <a:cubicBezTo>
                  <a:pt x="5346" y="5846"/>
                  <a:pt x="5626" y="5599"/>
                  <a:pt x="5968" y="5464"/>
                </a:cubicBezTo>
                <a:lnTo>
                  <a:pt x="370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28;p31">
            <a:extLst>
              <a:ext uri="{FF2B5EF4-FFF2-40B4-BE49-F238E27FC236}">
                <a16:creationId xmlns:a16="http://schemas.microsoft.com/office/drawing/2014/main" id="{D5413F6A-5B46-859E-9AA6-ECDED7AC073C}"/>
              </a:ext>
            </a:extLst>
          </p:cNvPr>
          <p:cNvSpPr/>
          <p:nvPr/>
        </p:nvSpPr>
        <p:spPr>
          <a:xfrm>
            <a:off x="4449501" y="5445584"/>
            <a:ext cx="1347972" cy="809355"/>
          </a:xfrm>
          <a:custGeom>
            <a:avLst/>
            <a:gdLst/>
            <a:ahLst/>
            <a:cxnLst/>
            <a:rect l="l" t="t" r="r" b="b"/>
            <a:pathLst>
              <a:path w="6134" h="3683" extrusionOk="0">
                <a:moveTo>
                  <a:pt x="968" y="0"/>
                </a:moveTo>
                <a:cubicBezTo>
                  <a:pt x="352" y="1086"/>
                  <a:pt x="1" y="2343"/>
                  <a:pt x="1" y="3682"/>
                </a:cubicBezTo>
                <a:lnTo>
                  <a:pt x="5921" y="3682"/>
                </a:lnTo>
                <a:cubicBezTo>
                  <a:pt x="5924" y="3398"/>
                  <a:pt x="6002" y="3134"/>
                  <a:pt x="6134" y="2901"/>
                </a:cubicBezTo>
                <a:lnTo>
                  <a:pt x="9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29;p31">
            <a:extLst>
              <a:ext uri="{FF2B5EF4-FFF2-40B4-BE49-F238E27FC236}">
                <a16:creationId xmlns:a16="http://schemas.microsoft.com/office/drawing/2014/main" id="{360350D1-68DC-62B7-CCED-D99DE1888657}"/>
              </a:ext>
            </a:extLst>
          </p:cNvPr>
          <p:cNvSpPr/>
          <p:nvPr/>
        </p:nvSpPr>
        <p:spPr>
          <a:xfrm>
            <a:off x="6229717" y="4733152"/>
            <a:ext cx="1300285" cy="1345555"/>
          </a:xfrm>
          <a:custGeom>
            <a:avLst/>
            <a:gdLst/>
            <a:ahLst/>
            <a:cxnLst/>
            <a:rect l="l" t="t" r="r" b="b"/>
            <a:pathLst>
              <a:path w="5917" h="6123" extrusionOk="0">
                <a:moveTo>
                  <a:pt x="2238" y="0"/>
                </a:moveTo>
                <a:lnTo>
                  <a:pt x="0" y="5447"/>
                </a:lnTo>
                <a:cubicBezTo>
                  <a:pt x="335" y="5579"/>
                  <a:pt x="616" y="5819"/>
                  <a:pt x="798" y="6123"/>
                </a:cubicBezTo>
                <a:lnTo>
                  <a:pt x="5917" y="3259"/>
                </a:lnTo>
                <a:cubicBezTo>
                  <a:pt x="5095" y="1799"/>
                  <a:pt x="3797" y="643"/>
                  <a:pt x="2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30;p31">
            <a:extLst>
              <a:ext uri="{FF2B5EF4-FFF2-40B4-BE49-F238E27FC236}">
                <a16:creationId xmlns:a16="http://schemas.microsoft.com/office/drawing/2014/main" id="{5FF30484-E99E-D431-E6F1-3E17AF56E012}"/>
              </a:ext>
            </a:extLst>
          </p:cNvPr>
          <p:cNvSpPr/>
          <p:nvPr/>
        </p:nvSpPr>
        <p:spPr>
          <a:xfrm>
            <a:off x="6405079" y="5449320"/>
            <a:ext cx="1335226" cy="805619"/>
          </a:xfrm>
          <a:custGeom>
            <a:avLst/>
            <a:gdLst/>
            <a:ahLst/>
            <a:cxnLst/>
            <a:rect l="l" t="t" r="r" b="b"/>
            <a:pathLst>
              <a:path w="6076" h="3666" extrusionOk="0">
                <a:moveTo>
                  <a:pt x="5119" y="0"/>
                </a:moveTo>
                <a:lnTo>
                  <a:pt x="0" y="2864"/>
                </a:lnTo>
                <a:cubicBezTo>
                  <a:pt x="142" y="3101"/>
                  <a:pt x="223" y="3374"/>
                  <a:pt x="227" y="3665"/>
                </a:cubicBezTo>
                <a:lnTo>
                  <a:pt x="6075" y="3665"/>
                </a:lnTo>
                <a:cubicBezTo>
                  <a:pt x="6075" y="2333"/>
                  <a:pt x="5727" y="1086"/>
                  <a:pt x="5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31;p31">
            <a:extLst>
              <a:ext uri="{FF2B5EF4-FFF2-40B4-BE49-F238E27FC236}">
                <a16:creationId xmlns:a16="http://schemas.microsoft.com/office/drawing/2014/main" id="{D92AD37C-AB5B-EFC8-09B9-292E4AFAE55F}"/>
              </a:ext>
            </a:extLst>
          </p:cNvPr>
          <p:cNvSpPr/>
          <p:nvPr/>
        </p:nvSpPr>
        <p:spPr>
          <a:xfrm>
            <a:off x="3295142" y="4672282"/>
            <a:ext cx="2501681" cy="1445103"/>
          </a:xfrm>
          <a:custGeom>
            <a:avLst/>
            <a:gdLst/>
            <a:ahLst/>
            <a:cxnLst/>
            <a:rect l="l" t="t" r="r" b="b"/>
            <a:pathLst>
              <a:path w="11384" h="6576" extrusionOk="0">
                <a:moveTo>
                  <a:pt x="85" y="0"/>
                </a:moveTo>
                <a:lnTo>
                  <a:pt x="0" y="149"/>
                </a:lnTo>
                <a:lnTo>
                  <a:pt x="11309" y="6576"/>
                </a:lnTo>
                <a:cubicBezTo>
                  <a:pt x="11329" y="6522"/>
                  <a:pt x="11356" y="6471"/>
                  <a:pt x="11383" y="6424"/>
                </a:cubicBezTo>
                <a:lnTo>
                  <a:pt x="8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32;p31">
            <a:extLst>
              <a:ext uri="{FF2B5EF4-FFF2-40B4-BE49-F238E27FC236}">
                <a16:creationId xmlns:a16="http://schemas.microsoft.com/office/drawing/2014/main" id="{153AA53A-0B6C-59A2-988B-674F30471F11}"/>
              </a:ext>
            </a:extLst>
          </p:cNvPr>
          <p:cNvSpPr/>
          <p:nvPr/>
        </p:nvSpPr>
        <p:spPr>
          <a:xfrm>
            <a:off x="2939143" y="4339799"/>
            <a:ext cx="740132" cy="687171"/>
          </a:xfrm>
          <a:custGeom>
            <a:avLst/>
            <a:gdLst/>
            <a:ahLst/>
            <a:cxnLst/>
            <a:rect l="l" t="t" r="r" b="b"/>
            <a:pathLst>
              <a:path w="3368" h="3127" extrusionOk="0">
                <a:moveTo>
                  <a:pt x="1687" y="1"/>
                </a:moveTo>
                <a:cubicBezTo>
                  <a:pt x="1601" y="1"/>
                  <a:pt x="1514" y="8"/>
                  <a:pt x="1427" y="22"/>
                </a:cubicBezTo>
                <a:cubicBezTo>
                  <a:pt x="575" y="164"/>
                  <a:pt x="1" y="969"/>
                  <a:pt x="143" y="1821"/>
                </a:cubicBezTo>
                <a:cubicBezTo>
                  <a:pt x="270" y="2586"/>
                  <a:pt x="932" y="3127"/>
                  <a:pt x="1682" y="3127"/>
                </a:cubicBezTo>
                <a:cubicBezTo>
                  <a:pt x="1767" y="3127"/>
                  <a:pt x="1854" y="3120"/>
                  <a:pt x="1941" y="3105"/>
                </a:cubicBezTo>
                <a:cubicBezTo>
                  <a:pt x="2793" y="2963"/>
                  <a:pt x="3368" y="2159"/>
                  <a:pt x="3226" y="1307"/>
                </a:cubicBezTo>
                <a:cubicBezTo>
                  <a:pt x="3098" y="542"/>
                  <a:pt x="2437" y="1"/>
                  <a:pt x="16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33;p31">
            <a:extLst>
              <a:ext uri="{FF2B5EF4-FFF2-40B4-BE49-F238E27FC236}">
                <a16:creationId xmlns:a16="http://schemas.microsoft.com/office/drawing/2014/main" id="{A3A009A0-45C7-8CE2-F2DE-120729890BD6}"/>
              </a:ext>
            </a:extLst>
          </p:cNvPr>
          <p:cNvSpPr/>
          <p:nvPr/>
        </p:nvSpPr>
        <p:spPr>
          <a:xfrm>
            <a:off x="4864174" y="3292467"/>
            <a:ext cx="1110197" cy="2653311"/>
          </a:xfrm>
          <a:custGeom>
            <a:avLst/>
            <a:gdLst/>
            <a:ahLst/>
            <a:cxnLst/>
            <a:rect l="l" t="t" r="r" b="b"/>
            <a:pathLst>
              <a:path w="5052" h="12074" extrusionOk="0">
                <a:moveTo>
                  <a:pt x="156" y="1"/>
                </a:moveTo>
                <a:lnTo>
                  <a:pt x="0" y="65"/>
                </a:lnTo>
                <a:lnTo>
                  <a:pt x="4896" y="12074"/>
                </a:lnTo>
                <a:cubicBezTo>
                  <a:pt x="4923" y="12064"/>
                  <a:pt x="4946" y="11959"/>
                  <a:pt x="4974" y="11952"/>
                </a:cubicBezTo>
                <a:cubicBezTo>
                  <a:pt x="4976" y="11951"/>
                  <a:pt x="4978" y="11951"/>
                  <a:pt x="4980" y="11951"/>
                </a:cubicBezTo>
                <a:cubicBezTo>
                  <a:pt x="5002" y="11951"/>
                  <a:pt x="5023" y="12008"/>
                  <a:pt x="5045" y="12008"/>
                </a:cubicBezTo>
                <a:cubicBezTo>
                  <a:pt x="5047" y="12008"/>
                  <a:pt x="5049" y="12007"/>
                  <a:pt x="5051" y="12006"/>
                </a:cubicBezTo>
                <a:lnTo>
                  <a:pt x="1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34;p31">
            <a:extLst>
              <a:ext uri="{FF2B5EF4-FFF2-40B4-BE49-F238E27FC236}">
                <a16:creationId xmlns:a16="http://schemas.microsoft.com/office/drawing/2014/main" id="{ABE2EF4F-936B-27B9-02E1-C9786CCF73CD}"/>
              </a:ext>
            </a:extLst>
          </p:cNvPr>
          <p:cNvSpPr/>
          <p:nvPr/>
        </p:nvSpPr>
        <p:spPr>
          <a:xfrm>
            <a:off x="4497188" y="2950975"/>
            <a:ext cx="776611" cy="687831"/>
          </a:xfrm>
          <a:custGeom>
            <a:avLst/>
            <a:gdLst/>
            <a:ahLst/>
            <a:cxnLst/>
            <a:rect l="l" t="t" r="r" b="b"/>
            <a:pathLst>
              <a:path w="3534" h="3130" extrusionOk="0">
                <a:moveTo>
                  <a:pt x="1766" y="0"/>
                </a:moveTo>
                <a:cubicBezTo>
                  <a:pt x="1134" y="0"/>
                  <a:pt x="541" y="387"/>
                  <a:pt x="305" y="1014"/>
                </a:cubicBezTo>
                <a:cubicBezTo>
                  <a:pt x="0" y="1825"/>
                  <a:pt x="409" y="2725"/>
                  <a:pt x="1217" y="3029"/>
                </a:cubicBezTo>
                <a:cubicBezTo>
                  <a:pt x="1399" y="3097"/>
                  <a:pt x="1585" y="3130"/>
                  <a:pt x="1768" y="3130"/>
                </a:cubicBezTo>
                <a:cubicBezTo>
                  <a:pt x="2400" y="3130"/>
                  <a:pt x="2996" y="2743"/>
                  <a:pt x="3229" y="2116"/>
                </a:cubicBezTo>
                <a:cubicBezTo>
                  <a:pt x="3533" y="1308"/>
                  <a:pt x="3124" y="405"/>
                  <a:pt x="2316" y="101"/>
                </a:cubicBezTo>
                <a:cubicBezTo>
                  <a:pt x="2135" y="33"/>
                  <a:pt x="1949" y="0"/>
                  <a:pt x="17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35;p31">
            <a:extLst>
              <a:ext uri="{FF2B5EF4-FFF2-40B4-BE49-F238E27FC236}">
                <a16:creationId xmlns:a16="http://schemas.microsoft.com/office/drawing/2014/main" id="{825E46F0-B7EA-28D7-E659-E112EB70C6C9}"/>
              </a:ext>
            </a:extLst>
          </p:cNvPr>
          <p:cNvSpPr/>
          <p:nvPr/>
        </p:nvSpPr>
        <p:spPr>
          <a:xfrm>
            <a:off x="6211038" y="3296204"/>
            <a:ext cx="1112395" cy="2639247"/>
          </a:xfrm>
          <a:custGeom>
            <a:avLst/>
            <a:gdLst/>
            <a:ahLst/>
            <a:cxnLst/>
            <a:rect l="l" t="t" r="r" b="b"/>
            <a:pathLst>
              <a:path w="5062" h="12010" extrusionOk="0">
                <a:moveTo>
                  <a:pt x="4906" y="1"/>
                </a:moveTo>
                <a:lnTo>
                  <a:pt x="1" y="11952"/>
                </a:lnTo>
                <a:cubicBezTo>
                  <a:pt x="55" y="11969"/>
                  <a:pt x="92" y="11986"/>
                  <a:pt x="143" y="12009"/>
                </a:cubicBezTo>
                <a:lnTo>
                  <a:pt x="5062" y="65"/>
                </a:lnTo>
                <a:lnTo>
                  <a:pt x="490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6;p31">
            <a:extLst>
              <a:ext uri="{FF2B5EF4-FFF2-40B4-BE49-F238E27FC236}">
                <a16:creationId xmlns:a16="http://schemas.microsoft.com/office/drawing/2014/main" id="{FD7C886D-FAC9-B23C-48DB-DA3B8BB71481}"/>
              </a:ext>
            </a:extLst>
          </p:cNvPr>
          <p:cNvSpPr/>
          <p:nvPr/>
        </p:nvSpPr>
        <p:spPr>
          <a:xfrm>
            <a:off x="6933145" y="2952514"/>
            <a:ext cx="755075" cy="687171"/>
          </a:xfrm>
          <a:custGeom>
            <a:avLst/>
            <a:gdLst/>
            <a:ahLst/>
            <a:cxnLst/>
            <a:rect l="l" t="t" r="r" b="b"/>
            <a:pathLst>
              <a:path w="3436" h="3127" extrusionOk="0">
                <a:moveTo>
                  <a:pt x="1720" y="0"/>
                </a:moveTo>
                <a:cubicBezTo>
                  <a:pt x="1319" y="0"/>
                  <a:pt x="919" y="153"/>
                  <a:pt x="613" y="459"/>
                </a:cubicBezTo>
                <a:cubicBezTo>
                  <a:pt x="1" y="1068"/>
                  <a:pt x="1" y="2058"/>
                  <a:pt x="613" y="2670"/>
                </a:cubicBezTo>
                <a:cubicBezTo>
                  <a:pt x="919" y="2975"/>
                  <a:pt x="1319" y="3127"/>
                  <a:pt x="1720" y="3127"/>
                </a:cubicBezTo>
                <a:cubicBezTo>
                  <a:pt x="2120" y="3127"/>
                  <a:pt x="2520" y="2975"/>
                  <a:pt x="2824" y="2670"/>
                </a:cubicBezTo>
                <a:cubicBezTo>
                  <a:pt x="3436" y="2058"/>
                  <a:pt x="3436" y="1068"/>
                  <a:pt x="2824" y="459"/>
                </a:cubicBezTo>
                <a:cubicBezTo>
                  <a:pt x="2520" y="153"/>
                  <a:pt x="2120" y="0"/>
                  <a:pt x="17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37;p31">
            <a:extLst>
              <a:ext uri="{FF2B5EF4-FFF2-40B4-BE49-F238E27FC236}">
                <a16:creationId xmlns:a16="http://schemas.microsoft.com/office/drawing/2014/main" id="{0976F211-505E-B680-4E07-774DE2C571E2}"/>
              </a:ext>
            </a:extLst>
          </p:cNvPr>
          <p:cNvSpPr/>
          <p:nvPr/>
        </p:nvSpPr>
        <p:spPr>
          <a:xfrm>
            <a:off x="6400464" y="4662612"/>
            <a:ext cx="2486297" cy="1444444"/>
          </a:xfrm>
          <a:custGeom>
            <a:avLst/>
            <a:gdLst/>
            <a:ahLst/>
            <a:cxnLst/>
            <a:rect l="l" t="t" r="r" b="b"/>
            <a:pathLst>
              <a:path w="11314" h="6573" extrusionOk="0">
                <a:moveTo>
                  <a:pt x="11232" y="0"/>
                </a:moveTo>
                <a:lnTo>
                  <a:pt x="1" y="6414"/>
                </a:lnTo>
                <a:cubicBezTo>
                  <a:pt x="31" y="6461"/>
                  <a:pt x="68" y="6522"/>
                  <a:pt x="92" y="6572"/>
                </a:cubicBezTo>
                <a:lnTo>
                  <a:pt x="11313" y="149"/>
                </a:lnTo>
                <a:lnTo>
                  <a:pt x="1123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38;p31">
            <a:extLst>
              <a:ext uri="{FF2B5EF4-FFF2-40B4-BE49-F238E27FC236}">
                <a16:creationId xmlns:a16="http://schemas.microsoft.com/office/drawing/2014/main" id="{B7BA2895-1F35-8931-5FE7-8977B9D75626}"/>
              </a:ext>
            </a:extLst>
          </p:cNvPr>
          <p:cNvSpPr/>
          <p:nvPr/>
        </p:nvSpPr>
        <p:spPr>
          <a:xfrm>
            <a:off x="8513385" y="4340019"/>
            <a:ext cx="739472" cy="687611"/>
          </a:xfrm>
          <a:custGeom>
            <a:avLst/>
            <a:gdLst/>
            <a:ahLst/>
            <a:cxnLst/>
            <a:rect l="l" t="t" r="r" b="b"/>
            <a:pathLst>
              <a:path w="3365" h="3129" extrusionOk="0">
                <a:moveTo>
                  <a:pt x="1684" y="1"/>
                </a:moveTo>
                <a:cubicBezTo>
                  <a:pt x="1601" y="1"/>
                  <a:pt x="1516" y="7"/>
                  <a:pt x="1431" y="21"/>
                </a:cubicBezTo>
                <a:cubicBezTo>
                  <a:pt x="579" y="160"/>
                  <a:pt x="1" y="964"/>
                  <a:pt x="140" y="1816"/>
                </a:cubicBezTo>
                <a:cubicBezTo>
                  <a:pt x="264" y="2583"/>
                  <a:pt x="929" y="3128"/>
                  <a:pt x="1682" y="3128"/>
                </a:cubicBezTo>
                <a:cubicBezTo>
                  <a:pt x="1765" y="3128"/>
                  <a:pt x="1850" y="3122"/>
                  <a:pt x="1935" y="3108"/>
                </a:cubicBezTo>
                <a:cubicBezTo>
                  <a:pt x="2787" y="2969"/>
                  <a:pt x="3365" y="2165"/>
                  <a:pt x="3226" y="1313"/>
                </a:cubicBezTo>
                <a:cubicBezTo>
                  <a:pt x="3101" y="546"/>
                  <a:pt x="2437" y="1"/>
                  <a:pt x="16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Rectangle 22">
            <a:extLst>
              <a:ext uri="{FF2B5EF4-FFF2-40B4-BE49-F238E27FC236}">
                <a16:creationId xmlns:a16="http://schemas.microsoft.com/office/drawing/2014/main" id="{14D8D3F7-3DE9-7AE3-FAC0-68C3EBB00705}"/>
              </a:ext>
            </a:extLst>
          </p:cNvPr>
          <p:cNvSpPr/>
          <p:nvPr/>
        </p:nvSpPr>
        <p:spPr>
          <a:xfrm flipH="1">
            <a:off x="3149148"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F7296D68-3463-4214-9B3B-D220A9B83A27}"/>
              </a:ext>
            </a:extLst>
          </p:cNvPr>
          <p:cNvSpPr/>
          <p:nvPr/>
        </p:nvSpPr>
        <p:spPr>
          <a:xfrm flipH="1">
            <a:off x="4738173"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29E01406-F4DA-D95D-D2E2-86F036EED9DD}"/>
              </a:ext>
            </a:extLst>
          </p:cNvPr>
          <p:cNvSpPr/>
          <p:nvPr/>
        </p:nvSpPr>
        <p:spPr>
          <a:xfrm flipH="1">
            <a:off x="7163362"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chemeClr val="lt1"/>
                </a:solidFill>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8D6BB819-624D-B543-4D67-0A3555ABDBBA}"/>
              </a:ext>
            </a:extLst>
          </p:cNvPr>
          <p:cNvSpPr/>
          <p:nvPr/>
        </p:nvSpPr>
        <p:spPr>
          <a:xfrm flipH="1">
            <a:off x="8743251"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8" name="TextBox 82">
            <a:extLst>
              <a:ext uri="{FF2B5EF4-FFF2-40B4-BE49-F238E27FC236}">
                <a16:creationId xmlns:a16="http://schemas.microsoft.com/office/drawing/2014/main" id="{B4C1DA17-4B41-3B9F-B421-036C6510F957}"/>
              </a:ext>
            </a:extLst>
          </p:cNvPr>
          <p:cNvSpPr txBox="1"/>
          <p:nvPr/>
        </p:nvSpPr>
        <p:spPr>
          <a:xfrm>
            <a:off x="156964" y="3231376"/>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CCF0A1A2-8626-0941-53F6-DB491088F0F4}"/>
              </a:ext>
            </a:extLst>
          </p:cNvPr>
          <p:cNvSpPr txBox="1"/>
          <p:nvPr/>
        </p:nvSpPr>
        <p:spPr>
          <a:xfrm>
            <a:off x="8606232" y="3231376"/>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DF4E843C-65ED-C3D1-43F9-F562E2C49544}"/>
              </a:ext>
            </a:extLst>
          </p:cNvPr>
          <p:cNvSpPr txBox="1"/>
          <p:nvPr/>
        </p:nvSpPr>
        <p:spPr>
          <a:xfrm>
            <a:off x="1525030" y="1790780"/>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1" name="TextBox 82">
            <a:extLst>
              <a:ext uri="{FF2B5EF4-FFF2-40B4-BE49-F238E27FC236}">
                <a16:creationId xmlns:a16="http://schemas.microsoft.com/office/drawing/2014/main" id="{2219CAF5-7782-E2B8-E43B-89E163D8D97E}"/>
              </a:ext>
            </a:extLst>
          </p:cNvPr>
          <p:cNvSpPr txBox="1"/>
          <p:nvPr/>
        </p:nvSpPr>
        <p:spPr>
          <a:xfrm>
            <a:off x="7217878" y="1790780"/>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52544693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3</a:t>
            </a:r>
          </a:p>
        </p:txBody>
      </p:sp>
      <p:sp>
        <p:nvSpPr>
          <p:cNvPr id="30" name="Rectangle 29"/>
          <p:cNvSpPr/>
          <p:nvPr/>
        </p:nvSpPr>
        <p:spPr bwMode="auto">
          <a:xfrm>
            <a:off x="935096"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1" name="Rectangle 50"/>
          <p:cNvSpPr/>
          <p:nvPr/>
        </p:nvSpPr>
        <p:spPr bwMode="auto">
          <a:xfrm>
            <a:off x="3535699"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2" name="Rectangle 51"/>
          <p:cNvSpPr/>
          <p:nvPr/>
        </p:nvSpPr>
        <p:spPr bwMode="auto">
          <a:xfrm>
            <a:off x="6136302"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3" name="Rectangle 52"/>
          <p:cNvSpPr/>
          <p:nvPr/>
        </p:nvSpPr>
        <p:spPr bwMode="auto">
          <a:xfrm>
            <a:off x="8736904"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grpSp>
        <p:nvGrpSpPr>
          <p:cNvPr id="6" name="Group 5">
            <a:extLst>
              <a:ext uri="{FF2B5EF4-FFF2-40B4-BE49-F238E27FC236}">
                <a16:creationId xmlns:a16="http://schemas.microsoft.com/office/drawing/2014/main" id="{1DE3CDEB-2D05-49DE-BF19-231177540231}"/>
              </a:ext>
            </a:extLst>
          </p:cNvPr>
          <p:cNvGrpSpPr/>
          <p:nvPr/>
        </p:nvGrpSpPr>
        <p:grpSpPr>
          <a:xfrm>
            <a:off x="1458771" y="2161169"/>
            <a:ext cx="1472650" cy="1472650"/>
            <a:chOff x="1229188" y="2297649"/>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 name="Group 4">
            <a:extLst>
              <a:ext uri="{FF2B5EF4-FFF2-40B4-BE49-F238E27FC236}">
                <a16:creationId xmlns:a16="http://schemas.microsoft.com/office/drawing/2014/main" id="{3EB016BE-E6D3-4938-BC74-1F2976CBB50E}"/>
              </a:ext>
            </a:extLst>
          </p:cNvPr>
          <p:cNvGrpSpPr/>
          <p:nvPr/>
        </p:nvGrpSpPr>
        <p:grpSpPr>
          <a:xfrm>
            <a:off x="4059374" y="2161169"/>
            <a:ext cx="1472650" cy="1472650"/>
            <a:chOff x="3294432" y="2297649"/>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39EAC369-A6CC-4928-809A-CF42716AE2D5}"/>
              </a:ext>
            </a:extLst>
          </p:cNvPr>
          <p:cNvGrpSpPr/>
          <p:nvPr/>
        </p:nvGrpSpPr>
        <p:grpSpPr>
          <a:xfrm>
            <a:off x="6659977" y="2161169"/>
            <a:ext cx="1472650" cy="1472650"/>
            <a:chOff x="5359676" y="2297649"/>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F82AC796-CCD2-4B87-8746-3EBFA3C9D8E7}"/>
              </a:ext>
            </a:extLst>
          </p:cNvPr>
          <p:cNvGrpSpPr/>
          <p:nvPr/>
        </p:nvGrpSpPr>
        <p:grpSpPr>
          <a:xfrm>
            <a:off x="9260579" y="2161169"/>
            <a:ext cx="1472650" cy="1472650"/>
            <a:chOff x="7424919" y="2297649"/>
            <a:chExt cx="1472650" cy="1472650"/>
          </a:xfrm>
        </p:grpSpPr>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24919"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Tree>
    <p:custDataLst>
      <p:tags r:id="rId1"/>
    </p:custDataLst>
    <p:extLst>
      <p:ext uri="{BB962C8B-B14F-4D97-AF65-F5344CB8AC3E}">
        <p14:creationId xmlns:p14="http://schemas.microsoft.com/office/powerpoint/2010/main" val="53716882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a:normAutofit/>
          </a:bodyPr>
          <a:lstStyle/>
          <a:p>
            <a:r>
              <a:rPr lang="en-US" dirty="0"/>
              <a:t>Stack 2</a:t>
            </a:r>
          </a:p>
        </p:txBody>
      </p:sp>
      <p:grpSp>
        <p:nvGrpSpPr>
          <p:cNvPr id="5" name="Group 4">
            <a:extLst>
              <a:ext uri="{FF2B5EF4-FFF2-40B4-BE49-F238E27FC236}">
                <a16:creationId xmlns:a16="http://schemas.microsoft.com/office/drawing/2014/main" id="{195666A9-B1CB-4CD5-92E1-412FC75DE184}"/>
              </a:ext>
            </a:extLst>
          </p:cNvPr>
          <p:cNvGrpSpPr>
            <a:grpSpLocks noChangeAspect="1"/>
          </p:cNvGrpSpPr>
          <p:nvPr/>
        </p:nvGrpSpPr>
        <p:grpSpPr>
          <a:xfrm>
            <a:off x="4459636" y="1448510"/>
            <a:ext cx="3272727" cy="4585181"/>
            <a:chOff x="4535151" y="1219251"/>
            <a:chExt cx="3600000" cy="5043699"/>
          </a:xfrm>
        </p:grpSpPr>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535151" y="2662950"/>
              <a:ext cx="3600000" cy="3600000"/>
            </a:xfrm>
            <a:prstGeom prst="roundRect">
              <a:avLst/>
            </a:prstGeom>
            <a:solidFill>
              <a:schemeClr val="lt1">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535151" y="2181717"/>
              <a:ext cx="3600000" cy="3600000"/>
            </a:xfrm>
            <a:prstGeom prst="roundRect">
              <a:avLst/>
            </a:prstGeom>
            <a:solidFill>
              <a:schemeClr val="lt1">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535151" y="1700484"/>
              <a:ext cx="3600000" cy="3600000"/>
            </a:xfrm>
            <a:prstGeom prst="roundRect">
              <a:avLst/>
            </a:prstGeom>
            <a:solidFill>
              <a:schemeClr val="lt1">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535151" y="1219251"/>
              <a:ext cx="3600000" cy="3600000"/>
            </a:xfrm>
            <a:prstGeom prst="roundRect">
              <a:avLst/>
            </a:prstGeom>
            <a:solidFill>
              <a:schemeClr val="l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6BFED5C6-1507-C84E-83C6-D17ADBC9B733}"/>
              </a:ext>
            </a:extLst>
          </p:cNvPr>
          <p:cNvSpPr txBox="1"/>
          <p:nvPr/>
        </p:nvSpPr>
        <p:spPr>
          <a:xfrm>
            <a:off x="1096860" y="1800620"/>
            <a:ext cx="3223558" cy="1600438"/>
          </a:xfrm>
          <a:prstGeom prst="rect">
            <a:avLst/>
          </a:prstGeom>
          <a:noFill/>
        </p:spPr>
        <p:txBody>
          <a:bodyPr wrap="square" rtlCol="0">
            <a:spAutoFit/>
          </a:bodyPr>
          <a:lstStyle/>
          <a:p>
            <a:r>
              <a:rPr lang="en-US" sz="2000" b="1" dirty="0">
                <a:solidFill>
                  <a:schemeClr val="accent1"/>
                </a:solidFill>
              </a:rPr>
              <a:t>	Lorem ipsum</a:t>
            </a:r>
            <a:endParaRPr lang="en-US" b="1" dirty="0">
              <a:solidFill>
                <a:schemeClr val="accent1"/>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0" name="TextBox 99">
            <a:extLst>
              <a:ext uri="{FF2B5EF4-FFF2-40B4-BE49-F238E27FC236}">
                <a16:creationId xmlns:a16="http://schemas.microsoft.com/office/drawing/2014/main" id="{F4F2B73E-E0AF-759E-8CFA-6EAC77478EAD}"/>
              </a:ext>
            </a:extLst>
          </p:cNvPr>
          <p:cNvSpPr txBox="1"/>
          <p:nvPr/>
        </p:nvSpPr>
        <p:spPr>
          <a:xfrm>
            <a:off x="1167882" y="4338108"/>
            <a:ext cx="3223558" cy="1600438"/>
          </a:xfrm>
          <a:prstGeom prst="rect">
            <a:avLst/>
          </a:prstGeom>
          <a:noFill/>
        </p:spPr>
        <p:txBody>
          <a:bodyPr wrap="square" rtlCol="0">
            <a:spAutoFit/>
          </a:bodyPr>
          <a:lstStyle/>
          <a:p>
            <a:r>
              <a:rPr lang="en-US" sz="2000" b="1" dirty="0">
                <a:solidFill>
                  <a:schemeClr val="accent4"/>
                </a:solidFill>
              </a:rPr>
              <a:t>	Lorem ipsum</a:t>
            </a:r>
            <a:endParaRPr lang="en-US" sz="2000" dirty="0">
              <a:solidFill>
                <a:schemeClr val="accent4"/>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spAutoFit/>
          </a:bodyPr>
          <a:lstStyle/>
          <a:p>
            <a:r>
              <a:rPr lang="en-US" sz="2000" b="1" dirty="0">
                <a:solidFill>
                  <a:schemeClr val="accent2"/>
                </a:solidFill>
              </a:rPr>
              <a:t>	Lorem ipsum</a:t>
            </a:r>
            <a:endParaRPr lang="en-US" b="1" dirty="0">
              <a:solidFill>
                <a:schemeClr val="accent2"/>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2" name="TextBox 101">
            <a:extLst>
              <a:ext uri="{FF2B5EF4-FFF2-40B4-BE49-F238E27FC236}">
                <a16:creationId xmlns:a16="http://schemas.microsoft.com/office/drawing/2014/main" id="{52A4BA0E-F0D5-6CBC-B3BA-46499FC5F9F5}"/>
              </a:ext>
            </a:extLst>
          </p:cNvPr>
          <p:cNvSpPr txBox="1"/>
          <p:nvPr/>
        </p:nvSpPr>
        <p:spPr>
          <a:xfrm>
            <a:off x="7769152" y="4419392"/>
            <a:ext cx="3285776" cy="1600438"/>
          </a:xfrm>
          <a:prstGeom prst="rect">
            <a:avLst/>
          </a:prstGeom>
          <a:noFill/>
        </p:spPr>
        <p:txBody>
          <a:bodyPr wrap="square" rtlCol="0">
            <a:spAutoFit/>
          </a:bodyPr>
          <a:lstStyle/>
          <a:p>
            <a:r>
              <a:rPr lang="en-US" sz="2000" b="1" dirty="0">
                <a:solidFill>
                  <a:schemeClr val="accent3"/>
                </a:solidFill>
              </a:rPr>
              <a:t>	Lorem ipsum</a:t>
            </a:r>
            <a:endParaRPr lang="en-US" b="1" dirty="0">
              <a:solidFill>
                <a:schemeClr val="accent3"/>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103" name="Group 102">
            <a:extLst>
              <a:ext uri="{FF2B5EF4-FFF2-40B4-BE49-F238E27FC236}">
                <a16:creationId xmlns:a16="http://schemas.microsoft.com/office/drawing/2014/main" id="{C4629041-FF40-DF88-475A-42A9A9C68EFE}"/>
              </a:ext>
            </a:extLst>
          </p:cNvPr>
          <p:cNvGrpSpPr>
            <a:grpSpLocks noChangeAspect="1"/>
          </p:cNvGrpSpPr>
          <p:nvPr/>
        </p:nvGrpSpPr>
        <p:grpSpPr>
          <a:xfrm>
            <a:off x="4043778" y="2358852"/>
            <a:ext cx="932657" cy="92835"/>
            <a:chOff x="392595" y="3710574"/>
            <a:chExt cx="932657" cy="92835"/>
          </a:xfrm>
        </p:grpSpPr>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392595" y="3756991"/>
              <a:ext cx="826604" cy="0"/>
            </a:xfrm>
            <a:prstGeom prst="line">
              <a:avLst/>
            </a:prstGeom>
          </p:spPr>
          <p:style>
            <a:lnRef idx="1">
              <a:schemeClr val="accent1"/>
            </a:lnRef>
            <a:fillRef idx="0">
              <a:schemeClr val="accent1"/>
            </a:fillRef>
            <a:effectRef idx="0">
              <a:schemeClr val="accent1"/>
            </a:effectRef>
            <a:fontRef idx="minor">
              <a:schemeClr val="tx1"/>
            </a:fontRef>
          </p:style>
        </p:cxnSp>
        <p:sp>
          <p:nvSpPr>
            <p:cNvPr id="105" name="Oval 104">
              <a:extLst>
                <a:ext uri="{FF2B5EF4-FFF2-40B4-BE49-F238E27FC236}">
                  <a16:creationId xmlns:a16="http://schemas.microsoft.com/office/drawing/2014/main" id="{A9B2A271-25E0-625C-3EE8-DC004CA9F916}"/>
                </a:ext>
              </a:extLst>
            </p:cNvPr>
            <p:cNvSpPr>
              <a:spLocks noChangeAspect="1"/>
            </p:cNvSpPr>
            <p:nvPr/>
          </p:nvSpPr>
          <p:spPr>
            <a:xfrm>
              <a:off x="1232417" y="3710574"/>
              <a:ext cx="92835" cy="928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6" name="Group 105">
            <a:extLst>
              <a:ext uri="{FF2B5EF4-FFF2-40B4-BE49-F238E27FC236}">
                <a16:creationId xmlns:a16="http://schemas.microsoft.com/office/drawing/2014/main" id="{9975B201-B865-F731-8CFF-E46DAC47CEAD}"/>
              </a:ext>
            </a:extLst>
          </p:cNvPr>
          <p:cNvGrpSpPr>
            <a:grpSpLocks noChangeAspect="1"/>
          </p:cNvGrpSpPr>
          <p:nvPr/>
        </p:nvGrpSpPr>
        <p:grpSpPr>
          <a:xfrm rot="10800000">
            <a:off x="8111435" y="3397492"/>
            <a:ext cx="622887" cy="92835"/>
            <a:chOff x="702365" y="3710574"/>
            <a:chExt cx="622887" cy="92835"/>
          </a:xfrm>
          <a:solidFill>
            <a:schemeClr val="accent2"/>
          </a:solidFill>
        </p:grpSpPr>
        <p:cxnSp>
          <p:nvCxnSpPr>
            <p:cNvPr id="107" name="Straight Connector 106">
              <a:extLst>
                <a:ext uri="{FF2B5EF4-FFF2-40B4-BE49-F238E27FC236}">
                  <a16:creationId xmlns:a16="http://schemas.microsoft.com/office/drawing/2014/main" id="{3A96B6A3-C817-CC2E-AF48-8EAE988056AA}"/>
                </a:ext>
              </a:extLst>
            </p:cNvPr>
            <p:cNvCxnSpPr/>
            <p:nvPr/>
          </p:nvCxnSpPr>
          <p:spPr>
            <a:xfrm>
              <a:off x="702365" y="3756991"/>
              <a:ext cx="516834" cy="0"/>
            </a:xfrm>
            <a:prstGeom prst="line">
              <a:avLst/>
            </a:prstGeom>
            <a:grp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a:extLst>
                <a:ext uri="{FF2B5EF4-FFF2-40B4-BE49-F238E27FC236}">
                  <a16:creationId xmlns:a16="http://schemas.microsoft.com/office/drawing/2014/main" id="{3D425E40-58EF-0D87-547A-0345431B1866}"/>
                </a:ext>
              </a:extLst>
            </p:cNvPr>
            <p:cNvSpPr>
              <a:spLocks noChangeAspect="1"/>
            </p:cNvSpPr>
            <p:nvPr/>
          </p:nvSpPr>
          <p:spPr>
            <a:xfrm>
              <a:off x="1232417" y="3710574"/>
              <a:ext cx="92835" cy="92835"/>
            </a:xfrm>
            <a:prstGeom prst="ellipse">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9" name="Group 108">
            <a:extLst>
              <a:ext uri="{FF2B5EF4-FFF2-40B4-BE49-F238E27FC236}">
                <a16:creationId xmlns:a16="http://schemas.microsoft.com/office/drawing/2014/main" id="{F8D546B0-2C24-FE3B-B989-BF0253DC35CA}"/>
              </a:ext>
            </a:extLst>
          </p:cNvPr>
          <p:cNvGrpSpPr>
            <a:grpSpLocks noChangeAspect="1"/>
          </p:cNvGrpSpPr>
          <p:nvPr/>
        </p:nvGrpSpPr>
        <p:grpSpPr>
          <a:xfrm>
            <a:off x="3721603" y="4809787"/>
            <a:ext cx="894557" cy="92835"/>
            <a:chOff x="430695" y="3710574"/>
            <a:chExt cx="894557" cy="92835"/>
          </a:xfrm>
          <a:solidFill>
            <a:schemeClr val="accent4"/>
          </a:solidFill>
        </p:grpSpPr>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430695" y="3756991"/>
              <a:ext cx="788504" cy="0"/>
            </a:xfrm>
            <a:prstGeom prst="line">
              <a:avLst/>
            </a:prstGeom>
            <a:grpFill/>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11" name="Oval 110">
              <a:extLst>
                <a:ext uri="{FF2B5EF4-FFF2-40B4-BE49-F238E27FC236}">
                  <a16:creationId xmlns:a16="http://schemas.microsoft.com/office/drawing/2014/main" id="{AFD8BC24-EB51-0054-7FCF-4DB7A362B5D1}"/>
                </a:ext>
              </a:extLst>
            </p:cNvPr>
            <p:cNvSpPr>
              <a:spLocks noChangeAspect="1"/>
            </p:cNvSpPr>
            <p:nvPr/>
          </p:nvSpPr>
          <p:spPr>
            <a:xfrm>
              <a:off x="1232417" y="3710574"/>
              <a:ext cx="92835" cy="92835"/>
            </a:xfrm>
            <a:prstGeom prst="ellipse">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2" name="Group 111">
            <a:extLst>
              <a:ext uri="{FF2B5EF4-FFF2-40B4-BE49-F238E27FC236}">
                <a16:creationId xmlns:a16="http://schemas.microsoft.com/office/drawing/2014/main" id="{801E7E60-93D7-1808-2DA8-057335E32072}"/>
              </a:ext>
            </a:extLst>
          </p:cNvPr>
          <p:cNvGrpSpPr>
            <a:grpSpLocks noChangeAspect="1"/>
          </p:cNvGrpSpPr>
          <p:nvPr/>
        </p:nvGrpSpPr>
        <p:grpSpPr>
          <a:xfrm rot="10800000">
            <a:off x="7190087" y="4580744"/>
            <a:ext cx="968575" cy="92835"/>
            <a:chOff x="356677" y="3710574"/>
            <a:chExt cx="968575" cy="92835"/>
          </a:xfrm>
          <a:solidFill>
            <a:schemeClr val="accent3"/>
          </a:solidFill>
        </p:grpSpPr>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rot="10800000" flipH="1">
              <a:off x="356677" y="3756991"/>
              <a:ext cx="862522" cy="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14" name="Oval 113">
              <a:extLst>
                <a:ext uri="{FF2B5EF4-FFF2-40B4-BE49-F238E27FC236}">
                  <a16:creationId xmlns:a16="http://schemas.microsoft.com/office/drawing/2014/main" id="{7617A784-D6E3-7E2C-5128-85D513DD3BD2}"/>
                </a:ext>
              </a:extLst>
            </p:cNvPr>
            <p:cNvSpPr>
              <a:spLocks noChangeAspect="1"/>
            </p:cNvSpPr>
            <p:nvPr/>
          </p:nvSpPr>
          <p:spPr>
            <a:xfrm>
              <a:off x="1232417" y="3710574"/>
              <a:ext cx="92835" cy="92835"/>
            </a:xfrm>
            <a:prstGeom prst="ellipse">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341707" y="4223861"/>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34102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221479" y="4424187"/>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7827660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4</a:t>
            </a:r>
          </a:p>
        </p:txBody>
      </p:sp>
      <p:grpSp>
        <p:nvGrpSpPr>
          <p:cNvPr id="137" name="Group 136">
            <a:extLst>
              <a:ext uri="{FF2B5EF4-FFF2-40B4-BE49-F238E27FC236}">
                <a16:creationId xmlns:a16="http://schemas.microsoft.com/office/drawing/2014/main" id="{2726A110-CD1F-4D14-849B-6C5AC15E4148}"/>
              </a:ext>
            </a:extLst>
          </p:cNvPr>
          <p:cNvGrpSpPr>
            <a:grpSpLocks noChangeAspect="1"/>
          </p:cNvGrpSpPr>
          <p:nvPr/>
        </p:nvGrpSpPr>
        <p:grpSpPr>
          <a:xfrm>
            <a:off x="4731689" y="2305293"/>
            <a:ext cx="2728621" cy="2870235"/>
            <a:chOff x="6855725" y="2321521"/>
            <a:chExt cx="914400" cy="961857"/>
          </a:xfrm>
        </p:grpSpPr>
        <p:sp>
          <p:nvSpPr>
            <p:cNvPr id="138" name="Arc 137">
              <a:extLst>
                <a:ext uri="{FF2B5EF4-FFF2-40B4-BE49-F238E27FC236}">
                  <a16:creationId xmlns:a16="http://schemas.microsoft.com/office/drawing/2014/main" id="{E7BBEFC3-4F28-4EAA-9BD7-9746CE6322DF}"/>
                </a:ext>
              </a:extLst>
            </p:cNvPr>
            <p:cNvSpPr/>
            <p:nvPr/>
          </p:nvSpPr>
          <p:spPr>
            <a:xfrm rot="10860000">
              <a:off x="6855725" y="2368978"/>
              <a:ext cx="914400" cy="914400"/>
            </a:xfrm>
            <a:prstGeom prst="arc">
              <a:avLst>
                <a:gd name="adj1" fmla="val 13793950"/>
                <a:gd name="adj2" fmla="val 17925109"/>
              </a:avLst>
            </a:prstGeom>
            <a:ln>
              <a:solidFill>
                <a:schemeClr val="accent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39" name="Arc 138">
              <a:extLst>
                <a:ext uri="{FF2B5EF4-FFF2-40B4-BE49-F238E27FC236}">
                  <a16:creationId xmlns:a16="http://schemas.microsoft.com/office/drawing/2014/main" id="{F4BD5798-B54E-4DA6-A627-8A4540B48D82}"/>
                </a:ext>
              </a:extLst>
            </p:cNvPr>
            <p:cNvSpPr/>
            <p:nvPr/>
          </p:nvSpPr>
          <p:spPr>
            <a:xfrm rot="16260000">
              <a:off x="6855725" y="2353159"/>
              <a:ext cx="914400" cy="914400"/>
            </a:xfrm>
            <a:prstGeom prst="arc">
              <a:avLst>
                <a:gd name="adj1" fmla="val 13793950"/>
                <a:gd name="adj2" fmla="val 17925109"/>
              </a:avLst>
            </a:prstGeom>
            <a:ln>
              <a:solidFill>
                <a:schemeClr val="accent4"/>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40" name="Arc 139">
              <a:extLst>
                <a:ext uri="{FF2B5EF4-FFF2-40B4-BE49-F238E27FC236}">
                  <a16:creationId xmlns:a16="http://schemas.microsoft.com/office/drawing/2014/main" id="{7EE90D37-07C4-489C-86A1-60FB8E500379}"/>
                </a:ext>
              </a:extLst>
            </p:cNvPr>
            <p:cNvSpPr/>
            <p:nvPr/>
          </p:nvSpPr>
          <p:spPr>
            <a:xfrm rot="60000">
              <a:off x="6855725" y="2337340"/>
              <a:ext cx="914400" cy="914400"/>
            </a:xfrm>
            <a:prstGeom prst="arc">
              <a:avLst>
                <a:gd name="adj1" fmla="val 13793950"/>
                <a:gd name="adj2" fmla="val 17925109"/>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52" name="Arc 151">
              <a:extLst>
                <a:ext uri="{FF2B5EF4-FFF2-40B4-BE49-F238E27FC236}">
                  <a16:creationId xmlns:a16="http://schemas.microsoft.com/office/drawing/2014/main" id="{74AFDCF2-CEA5-44BC-B822-6441C8637E8F}"/>
                </a:ext>
              </a:extLst>
            </p:cNvPr>
            <p:cNvSpPr/>
            <p:nvPr/>
          </p:nvSpPr>
          <p:spPr>
            <a:xfrm rot="5460000">
              <a:off x="6855725" y="2321521"/>
              <a:ext cx="914400" cy="914400"/>
            </a:xfrm>
            <a:prstGeom prst="arc">
              <a:avLst>
                <a:gd name="adj1" fmla="val 13793950"/>
                <a:gd name="adj2" fmla="val 17925109"/>
              </a:avLst>
            </a:prstGeom>
            <a:ln>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5315421" y="2043381"/>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sp>
        <p:nvSpPr>
          <p:cNvPr id="136" name="TextBox 135">
            <a:extLst>
              <a:ext uri="{FF2B5EF4-FFF2-40B4-BE49-F238E27FC236}">
                <a16:creationId xmlns:a16="http://schemas.microsoft.com/office/drawing/2014/main" id="{BD9AB27E-BC7D-42F0-8794-3C8128B21D3E}"/>
              </a:ext>
            </a:extLst>
          </p:cNvPr>
          <p:cNvSpPr txBox="1"/>
          <p:nvPr/>
        </p:nvSpPr>
        <p:spPr>
          <a:xfrm>
            <a:off x="5315421" y="5243782"/>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3"/>
                </a:solidFill>
              </a:rPr>
              <a:t>LOREM IPSUM</a:t>
            </a:r>
          </a:p>
        </p:txBody>
      </p:sp>
      <p:sp>
        <p:nvSpPr>
          <p:cNvPr id="39" name="TextBox 38">
            <a:extLst>
              <a:ext uri="{FF2B5EF4-FFF2-40B4-BE49-F238E27FC236}">
                <a16:creationId xmlns:a16="http://schemas.microsoft.com/office/drawing/2014/main" id="{6EE4BAAE-4DA6-40A6-AD6E-C8A5ED36DD2F}"/>
              </a:ext>
            </a:extLst>
          </p:cNvPr>
          <p:cNvSpPr txBox="1"/>
          <p:nvPr/>
        </p:nvSpPr>
        <p:spPr>
          <a:xfrm>
            <a:off x="6610821" y="3388477"/>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1691870"/>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2229421"/>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143" name="Rectangle 142">
            <a:extLst>
              <a:ext uri="{FF2B5EF4-FFF2-40B4-BE49-F238E27FC236}">
                <a16:creationId xmlns:a16="http://schemas.microsoft.com/office/drawing/2014/main" id="{02737DF4-864C-48AC-AFE0-5F5D36431444}"/>
              </a:ext>
            </a:extLst>
          </p:cNvPr>
          <p:cNvSpPr/>
          <p:nvPr/>
        </p:nvSpPr>
        <p:spPr>
          <a:xfrm>
            <a:off x="8814162" y="1749894"/>
            <a:ext cx="2539638" cy="369332"/>
          </a:xfrm>
          <a:prstGeom prst="rect">
            <a:avLst/>
          </a:prstGeom>
        </p:spPr>
        <p:txBody>
          <a:bodyPr wrap="square">
            <a:spAutoFit/>
          </a:bodyPr>
          <a:lstStyle/>
          <a:p>
            <a:r>
              <a:rPr lang="en-US"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174324"/>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42" name="TextBox 141">
            <a:extLst>
              <a:ext uri="{FF2B5EF4-FFF2-40B4-BE49-F238E27FC236}">
                <a16:creationId xmlns:a16="http://schemas.microsoft.com/office/drawing/2014/main" id="{935124B4-D163-4061-95FC-01E97F05ED7B}"/>
              </a:ext>
            </a:extLst>
          </p:cNvPr>
          <p:cNvSpPr txBox="1"/>
          <p:nvPr/>
        </p:nvSpPr>
        <p:spPr>
          <a:xfrm>
            <a:off x="8226286" y="4487113"/>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4007586"/>
            <a:ext cx="2526386" cy="369332"/>
          </a:xfrm>
          <a:prstGeom prst="rect">
            <a:avLst/>
          </a:prstGeom>
        </p:spPr>
        <p:txBody>
          <a:bodyPr wrap="square">
            <a:spAutoFit/>
          </a:bodyPr>
          <a:lstStyle/>
          <a:p>
            <a:r>
              <a:rPr lang="en-US" b="1" dirty="0">
                <a:solidFill>
                  <a:schemeClr val="accent3"/>
                </a:solidFill>
              </a:rPr>
              <a:t>LOREM IPSUM</a:t>
            </a:r>
          </a:p>
        </p:txBody>
      </p:sp>
      <p:cxnSp>
        <p:nvCxnSpPr>
          <p:cNvPr id="144" name="Straight Connector 143">
            <a:extLst>
              <a:ext uri="{FF2B5EF4-FFF2-40B4-BE49-F238E27FC236}">
                <a16:creationId xmlns:a16="http://schemas.microsoft.com/office/drawing/2014/main" id="{0A132108-19A6-4AB1-8CD7-69AD22B7EDC8}"/>
              </a:ext>
            </a:extLst>
          </p:cNvPr>
          <p:cNvCxnSpPr/>
          <p:nvPr/>
        </p:nvCxnSpPr>
        <p:spPr>
          <a:xfrm>
            <a:off x="8226286" y="4432016"/>
            <a:ext cx="3127514"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145" name="Career" descr="{&quot;Key&quot;:&quot;POWER_USER_SHAPE_ICON&quot;,&quot;Value&quot;:&quot;POWER_USER_SHAPE_ICON_STYLE_1&quot;}">
            <a:extLst>
              <a:ext uri="{FF2B5EF4-FFF2-40B4-BE49-F238E27FC236}">
                <a16:creationId xmlns:a16="http://schemas.microsoft.com/office/drawing/2014/main" id="{BEA83286-F975-4543-9A3A-D65003852F6F}"/>
              </a:ext>
            </a:extLst>
          </p:cNvPr>
          <p:cNvGrpSpPr>
            <a:grpSpLocks noChangeAspect="1"/>
          </p:cNvGrpSpPr>
          <p:nvPr/>
        </p:nvGrpSpPr>
        <p:grpSpPr>
          <a:xfrm>
            <a:off x="8395658" y="4065712"/>
            <a:ext cx="329115" cy="319338"/>
            <a:chOff x="7407276" y="2493963"/>
            <a:chExt cx="641350" cy="622300"/>
          </a:xfrm>
          <a:noFill/>
        </p:grpSpPr>
        <p:sp>
          <p:nvSpPr>
            <p:cNvPr id="146" name="Freeform 2247">
              <a:extLst>
                <a:ext uri="{FF2B5EF4-FFF2-40B4-BE49-F238E27FC236}">
                  <a16:creationId xmlns:a16="http://schemas.microsoft.com/office/drawing/2014/main" id="{7A1F98C9-310A-4A1F-B5D7-0BDC5AF1C1F3}"/>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Oval 2248">
              <a:extLst>
                <a:ext uri="{FF2B5EF4-FFF2-40B4-BE49-F238E27FC236}">
                  <a16:creationId xmlns:a16="http://schemas.microsoft.com/office/drawing/2014/main" id="{AA92C3A0-10E8-4891-B969-7C4A7DB29B6F}"/>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2249">
              <a:extLst>
                <a:ext uri="{FF2B5EF4-FFF2-40B4-BE49-F238E27FC236}">
                  <a16:creationId xmlns:a16="http://schemas.microsoft.com/office/drawing/2014/main" id="{6EFD1BFA-B033-4919-92DA-DA29899FE27A}"/>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Oval 2250">
              <a:extLst>
                <a:ext uri="{FF2B5EF4-FFF2-40B4-BE49-F238E27FC236}">
                  <a16:creationId xmlns:a16="http://schemas.microsoft.com/office/drawing/2014/main" id="{1DCEA7BD-3A4A-443E-B734-39DC8299D2A0}"/>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251">
              <a:extLst>
                <a:ext uri="{FF2B5EF4-FFF2-40B4-BE49-F238E27FC236}">
                  <a16:creationId xmlns:a16="http://schemas.microsoft.com/office/drawing/2014/main" id="{E40D3561-143C-40DB-AF63-9864FA1F2198}"/>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252">
              <a:extLst>
                <a:ext uri="{FF2B5EF4-FFF2-40B4-BE49-F238E27FC236}">
                  <a16:creationId xmlns:a16="http://schemas.microsoft.com/office/drawing/2014/main" id="{55D41251-8FAF-47A0-BF9B-1AA677C20679}"/>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TextBox 152">
            <a:extLst>
              <a:ext uri="{FF2B5EF4-FFF2-40B4-BE49-F238E27FC236}">
                <a16:creationId xmlns:a16="http://schemas.microsoft.com/office/drawing/2014/main" id="{CCCBEF07-78A4-45A7-8FC4-6D31CDCF8B90}"/>
              </a:ext>
            </a:extLst>
          </p:cNvPr>
          <p:cNvSpPr txBox="1"/>
          <p:nvPr/>
        </p:nvSpPr>
        <p:spPr>
          <a:xfrm>
            <a:off x="3943821" y="3640269"/>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4"/>
                </a:solidFill>
              </a:rPr>
              <a:t>LOREM IPSUM</a:t>
            </a:r>
          </a:p>
        </p:txBody>
      </p:sp>
      <p:sp>
        <p:nvSpPr>
          <p:cNvPr id="216" name="TextBox 215">
            <a:extLst>
              <a:ext uri="{FF2B5EF4-FFF2-40B4-BE49-F238E27FC236}">
                <a16:creationId xmlns:a16="http://schemas.microsoft.com/office/drawing/2014/main" id="{9545C0E5-BAA6-43CC-B0FE-78F52E4DFC72}"/>
              </a:ext>
            </a:extLst>
          </p:cNvPr>
          <p:cNvSpPr txBox="1"/>
          <p:nvPr/>
        </p:nvSpPr>
        <p:spPr>
          <a:xfrm>
            <a:off x="838200" y="2287445"/>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217" name="Rectangle 216">
            <a:extLst>
              <a:ext uri="{FF2B5EF4-FFF2-40B4-BE49-F238E27FC236}">
                <a16:creationId xmlns:a16="http://schemas.microsoft.com/office/drawing/2014/main" id="{058C21A4-2882-47CD-9B46-31446113B823}"/>
              </a:ext>
            </a:extLst>
          </p:cNvPr>
          <p:cNvSpPr/>
          <p:nvPr/>
        </p:nvSpPr>
        <p:spPr>
          <a:xfrm>
            <a:off x="1426076" y="1807918"/>
            <a:ext cx="2526386" cy="369332"/>
          </a:xfrm>
          <a:prstGeom prst="rect">
            <a:avLst/>
          </a:prstGeom>
        </p:spPr>
        <p:txBody>
          <a:bodyPr wrap="square">
            <a:spAutoFit/>
          </a:bodyPr>
          <a:lstStyle/>
          <a:p>
            <a:r>
              <a:rPr lang="en-US" b="1" dirty="0">
                <a:solidFill>
                  <a:schemeClr val="accent1"/>
                </a:solidFill>
              </a:rPr>
              <a:t>LOREM IPSUM</a:t>
            </a:r>
          </a:p>
        </p:txBody>
      </p:sp>
      <p:cxnSp>
        <p:nvCxnSpPr>
          <p:cNvPr id="218" name="Straight Connector 217">
            <a:extLst>
              <a:ext uri="{FF2B5EF4-FFF2-40B4-BE49-F238E27FC236}">
                <a16:creationId xmlns:a16="http://schemas.microsoft.com/office/drawing/2014/main" id="{97781D36-F565-4A94-89EE-B0EB1C1A1AB7}"/>
              </a:ext>
            </a:extLst>
          </p:cNvPr>
          <p:cNvCxnSpPr/>
          <p:nvPr/>
        </p:nvCxnSpPr>
        <p:spPr>
          <a:xfrm>
            <a:off x="838200" y="2232348"/>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220" name="TextBox 219">
            <a:extLst>
              <a:ext uri="{FF2B5EF4-FFF2-40B4-BE49-F238E27FC236}">
                <a16:creationId xmlns:a16="http://schemas.microsoft.com/office/drawing/2014/main" id="{4912F53B-2498-4797-92C9-471E97F24A2E}"/>
              </a:ext>
            </a:extLst>
          </p:cNvPr>
          <p:cNvSpPr txBox="1"/>
          <p:nvPr/>
        </p:nvSpPr>
        <p:spPr>
          <a:xfrm>
            <a:off x="838200" y="4545137"/>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221" name="Rectangle 220">
            <a:extLst>
              <a:ext uri="{FF2B5EF4-FFF2-40B4-BE49-F238E27FC236}">
                <a16:creationId xmlns:a16="http://schemas.microsoft.com/office/drawing/2014/main" id="{5BABAB4A-F8A6-42EF-989B-78DA5EE3C18A}"/>
              </a:ext>
            </a:extLst>
          </p:cNvPr>
          <p:cNvSpPr/>
          <p:nvPr/>
        </p:nvSpPr>
        <p:spPr>
          <a:xfrm>
            <a:off x="1426076" y="4065610"/>
            <a:ext cx="2539638" cy="369332"/>
          </a:xfrm>
          <a:prstGeom prst="rect">
            <a:avLst/>
          </a:prstGeom>
        </p:spPr>
        <p:txBody>
          <a:bodyPr wrap="square">
            <a:spAutoFit/>
          </a:bodyPr>
          <a:lstStyle/>
          <a:p>
            <a:r>
              <a:rPr lang="en-US" b="1" dirty="0">
                <a:solidFill>
                  <a:schemeClr val="accent4"/>
                </a:solidFill>
              </a:rPr>
              <a:t>LOREM IPSUM</a:t>
            </a:r>
          </a:p>
        </p:txBody>
      </p:sp>
      <p:cxnSp>
        <p:nvCxnSpPr>
          <p:cNvPr id="222" name="Straight Connector 221">
            <a:extLst>
              <a:ext uri="{FF2B5EF4-FFF2-40B4-BE49-F238E27FC236}">
                <a16:creationId xmlns:a16="http://schemas.microsoft.com/office/drawing/2014/main" id="{D08D88A0-6993-4B17-819A-232AC300B529}"/>
              </a:ext>
            </a:extLst>
          </p:cNvPr>
          <p:cNvCxnSpPr/>
          <p:nvPr/>
        </p:nvCxnSpPr>
        <p:spPr>
          <a:xfrm>
            <a:off x="838200" y="4490040"/>
            <a:ext cx="3127514"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230" name="Car_wheel2" descr="{&quot;Key&quot;:&quot;POWER_USER_SHAPE_ICON&quot;,&quot;Value&quot;:&quot;POWER_USER_SHAPE_ICON_STYLE_1&quot;}">
            <a:extLst>
              <a:ext uri="{FF2B5EF4-FFF2-40B4-BE49-F238E27FC236}">
                <a16:creationId xmlns:a16="http://schemas.microsoft.com/office/drawing/2014/main" id="{8E76DDC8-7C4F-4C5C-9A65-8086C8F6A295}"/>
              </a:ext>
            </a:extLst>
          </p:cNvPr>
          <p:cNvGrpSpPr>
            <a:grpSpLocks noChangeAspect="1"/>
          </p:cNvGrpSpPr>
          <p:nvPr/>
        </p:nvGrpSpPr>
        <p:grpSpPr>
          <a:xfrm>
            <a:off x="912336" y="1757109"/>
            <a:ext cx="407907" cy="407907"/>
            <a:chOff x="4289425" y="384175"/>
            <a:chExt cx="215900" cy="215900"/>
          </a:xfrm>
          <a:solidFill>
            <a:schemeClr val="accent1"/>
          </a:solidFill>
        </p:grpSpPr>
        <p:sp>
          <p:nvSpPr>
            <p:cNvPr id="231" name="Freeform 6">
              <a:extLst>
                <a:ext uri="{FF2B5EF4-FFF2-40B4-BE49-F238E27FC236}">
                  <a16:creationId xmlns:a16="http://schemas.microsoft.com/office/drawing/2014/main" id="{18DDB428-7099-4BD1-ADFE-21DC12528C6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0AC55B6E-E82D-4729-A68F-99CD20506CF1}"/>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D2371805-AA4C-4FA3-8803-12005FFDB4CA}"/>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9117029D-CE60-49B9-953E-82E468AAA3A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ABEFDF41-6F8B-43CF-B52F-9E0C6A54BD1F}"/>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56C8E5EA-AA2A-4803-9404-3B3541DB438E}"/>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E028EA35-9F01-4FDA-A2A3-8BAA32F90873}"/>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7B224BD9-4340-496D-9777-BBF834D7F02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D19A709-07E6-44A4-A1DD-ACEEA742602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2BBBA060-C340-45EB-BBF2-3B2783B6EEF7}"/>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E488C7DA-79D7-44C3-B4A3-C858E14BCEE7}"/>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19568E51-B103-4F9D-B369-197FA9285CF4}"/>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6011FE8E-10A5-402D-BB66-DB83CB419232}"/>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68EA9032-1A72-44B8-827D-D6C1F683AE52}"/>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D86BEFD9-98C5-4E26-B511-A4D68EF9036C}"/>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1">
              <a:extLst>
                <a:ext uri="{FF2B5EF4-FFF2-40B4-BE49-F238E27FC236}">
                  <a16:creationId xmlns:a16="http://schemas.microsoft.com/office/drawing/2014/main" id="{236BA65A-3B54-4FE4-A548-B9596ED6FDEA}"/>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22">
              <a:extLst>
                <a:ext uri="{FF2B5EF4-FFF2-40B4-BE49-F238E27FC236}">
                  <a16:creationId xmlns:a16="http://schemas.microsoft.com/office/drawing/2014/main" id="{8DDE5B3E-2D54-4A2A-807F-3788A66FF199}"/>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3">
              <a:extLst>
                <a:ext uri="{FF2B5EF4-FFF2-40B4-BE49-F238E27FC236}">
                  <a16:creationId xmlns:a16="http://schemas.microsoft.com/office/drawing/2014/main" id="{2179D8C8-201A-450D-B030-375D46B0ECF6}"/>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24">
              <a:extLst>
                <a:ext uri="{FF2B5EF4-FFF2-40B4-BE49-F238E27FC236}">
                  <a16:creationId xmlns:a16="http://schemas.microsoft.com/office/drawing/2014/main" id="{3EDCF86B-9BF5-4D09-BF59-344B0B808EB1}"/>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25">
              <a:extLst>
                <a:ext uri="{FF2B5EF4-FFF2-40B4-BE49-F238E27FC236}">
                  <a16:creationId xmlns:a16="http://schemas.microsoft.com/office/drawing/2014/main" id="{BE93B54A-7A76-4C5E-AFC8-5AFF23D710F2}"/>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26">
              <a:extLst>
                <a:ext uri="{FF2B5EF4-FFF2-40B4-BE49-F238E27FC236}">
                  <a16:creationId xmlns:a16="http://schemas.microsoft.com/office/drawing/2014/main" id="{B4C10D42-C399-4D1D-AA1C-969305213A00}"/>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7">
              <a:extLst>
                <a:ext uri="{FF2B5EF4-FFF2-40B4-BE49-F238E27FC236}">
                  <a16:creationId xmlns:a16="http://schemas.microsoft.com/office/drawing/2014/main" id="{AA055326-F033-4E38-A0AF-F8ED77A06966}"/>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28">
              <a:extLst>
                <a:ext uri="{FF2B5EF4-FFF2-40B4-BE49-F238E27FC236}">
                  <a16:creationId xmlns:a16="http://schemas.microsoft.com/office/drawing/2014/main" id="{827A106B-230E-403D-82C9-D78634153162}"/>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29">
              <a:extLst>
                <a:ext uri="{FF2B5EF4-FFF2-40B4-BE49-F238E27FC236}">
                  <a16:creationId xmlns:a16="http://schemas.microsoft.com/office/drawing/2014/main" id="{A3EABE35-00D0-4378-A31D-95F31539F815}"/>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30">
              <a:extLst>
                <a:ext uri="{FF2B5EF4-FFF2-40B4-BE49-F238E27FC236}">
                  <a16:creationId xmlns:a16="http://schemas.microsoft.com/office/drawing/2014/main" id="{291B2A57-44A9-4EF8-8006-0DAA8FD6CAB4}"/>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6" name="Challenge3" descr="{&quot;Key&quot;:&quot;POWER_USER_SHAPE_ICON&quot;,&quot;Value&quot;:&quot;POWER_USER_SHAPE_ICON_STYLE_1&quot;}">
            <a:extLst>
              <a:ext uri="{FF2B5EF4-FFF2-40B4-BE49-F238E27FC236}">
                <a16:creationId xmlns:a16="http://schemas.microsoft.com/office/drawing/2014/main" id="{F803544D-BF31-4AEE-B0A6-01D8C0496C97}"/>
              </a:ext>
            </a:extLst>
          </p:cNvPr>
          <p:cNvGrpSpPr>
            <a:grpSpLocks noChangeAspect="1"/>
          </p:cNvGrpSpPr>
          <p:nvPr/>
        </p:nvGrpSpPr>
        <p:grpSpPr>
          <a:xfrm>
            <a:off x="965498" y="4053225"/>
            <a:ext cx="348690" cy="370825"/>
            <a:chOff x="4360926" y="5747642"/>
            <a:chExt cx="725365" cy="771412"/>
          </a:xfrm>
        </p:grpSpPr>
        <p:sp>
          <p:nvSpPr>
            <p:cNvPr id="257" name="Freeform: Shape 256">
              <a:extLst>
                <a:ext uri="{FF2B5EF4-FFF2-40B4-BE49-F238E27FC236}">
                  <a16:creationId xmlns:a16="http://schemas.microsoft.com/office/drawing/2014/main" id="{5088357D-732B-4BF2-910D-1FB3D6068618}"/>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Shape 257">
              <a:extLst>
                <a:ext uri="{FF2B5EF4-FFF2-40B4-BE49-F238E27FC236}">
                  <a16:creationId xmlns:a16="http://schemas.microsoft.com/office/drawing/2014/main" id="{10F4FBFC-8503-466E-A0AA-87060879486B}"/>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Shape 258">
              <a:extLst>
                <a:ext uri="{FF2B5EF4-FFF2-40B4-BE49-F238E27FC236}">
                  <a16:creationId xmlns:a16="http://schemas.microsoft.com/office/drawing/2014/main" id="{D7FD694B-7245-471D-B6AB-21A27DE95EC1}"/>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Shape 259">
              <a:extLst>
                <a:ext uri="{FF2B5EF4-FFF2-40B4-BE49-F238E27FC236}">
                  <a16:creationId xmlns:a16="http://schemas.microsoft.com/office/drawing/2014/main" id="{41242DF2-75E2-4ABF-8DAC-27E65ABCF29D}"/>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Shape 260">
              <a:extLst>
                <a:ext uri="{FF2B5EF4-FFF2-40B4-BE49-F238E27FC236}">
                  <a16:creationId xmlns:a16="http://schemas.microsoft.com/office/drawing/2014/main" id="{BE3BE7F6-4058-4254-959F-AE68897E3483}"/>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Shape 261">
              <a:extLst>
                <a:ext uri="{FF2B5EF4-FFF2-40B4-BE49-F238E27FC236}">
                  <a16:creationId xmlns:a16="http://schemas.microsoft.com/office/drawing/2014/main" id="{C122A815-B4BF-4880-9A17-6CFD787983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00350279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E9543B-ABB0-E226-222D-9D422C7537FF}"/>
              </a:ext>
            </a:extLst>
          </p:cNvPr>
          <p:cNvSpPr>
            <a:spLocks noGrp="1"/>
          </p:cNvSpPr>
          <p:nvPr>
            <p:ph type="title"/>
          </p:nvPr>
        </p:nvSpPr>
        <p:spPr>
          <a:xfrm>
            <a:off x="214184" y="13663"/>
            <a:ext cx="9728886" cy="678316"/>
          </a:xfrm>
        </p:spPr>
        <p:txBody>
          <a:bodyPr>
            <a:normAutofit/>
          </a:bodyPr>
          <a:lstStyle/>
          <a:p>
            <a:r>
              <a:rPr lang="en-US" dirty="0"/>
              <a:t>Boiling flask</a:t>
            </a:r>
          </a:p>
        </p:txBody>
      </p:sp>
      <p:grpSp>
        <p:nvGrpSpPr>
          <p:cNvPr id="3" name="Groupe 44">
            <a:extLst>
              <a:ext uri="{FF2B5EF4-FFF2-40B4-BE49-F238E27FC236}">
                <a16:creationId xmlns:a16="http://schemas.microsoft.com/office/drawing/2014/main" id="{D853BD59-DD97-E8AE-261F-F3684D0635C3}"/>
              </a:ext>
            </a:extLst>
          </p:cNvPr>
          <p:cNvGrpSpPr/>
          <p:nvPr/>
        </p:nvGrpSpPr>
        <p:grpSpPr>
          <a:xfrm>
            <a:off x="529423" y="1371427"/>
            <a:ext cx="2534656" cy="3030280"/>
            <a:chOff x="5061098" y="762734"/>
            <a:chExt cx="4364436" cy="5217851"/>
          </a:xfrm>
        </p:grpSpPr>
        <p:sp>
          <p:nvSpPr>
            <p:cNvPr id="4" name="Rectangle 3">
              <a:extLst>
                <a:ext uri="{FF2B5EF4-FFF2-40B4-BE49-F238E27FC236}">
                  <a16:creationId xmlns:a16="http://schemas.microsoft.com/office/drawing/2014/main" id="{05DEA676-8A46-E129-91B4-F9C773FBBAFE}"/>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Ellipse 9">
              <a:extLst>
                <a:ext uri="{FF2B5EF4-FFF2-40B4-BE49-F238E27FC236}">
                  <a16:creationId xmlns:a16="http://schemas.microsoft.com/office/drawing/2014/main" id="{0C0DCD6A-4249-60DE-694F-EBF77ED2AE1C}"/>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 coins arrondis 37">
              <a:extLst>
                <a:ext uri="{FF2B5EF4-FFF2-40B4-BE49-F238E27FC236}">
                  <a16:creationId xmlns:a16="http://schemas.microsoft.com/office/drawing/2014/main" id="{F1440744-FCA3-50AD-D0C1-36F7B577B33E}"/>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9">
              <a:extLst>
                <a:ext uri="{FF2B5EF4-FFF2-40B4-BE49-F238E27FC236}">
                  <a16:creationId xmlns:a16="http://schemas.microsoft.com/office/drawing/2014/main" id="{C6EC59DA-4D82-DAC6-1A7D-BB7727229382}"/>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e 43">
              <a:extLst>
                <a:ext uri="{FF2B5EF4-FFF2-40B4-BE49-F238E27FC236}">
                  <a16:creationId xmlns:a16="http://schemas.microsoft.com/office/drawing/2014/main" id="{E76A3968-8A9A-E184-4519-E9F822ED874F}"/>
                </a:ext>
              </a:extLst>
            </p:cNvPr>
            <p:cNvGrpSpPr/>
            <p:nvPr/>
          </p:nvGrpSpPr>
          <p:grpSpPr>
            <a:xfrm>
              <a:off x="5202932" y="2243028"/>
              <a:ext cx="4080768" cy="3632372"/>
              <a:chOff x="5494885" y="2502901"/>
              <a:chExt cx="3496862" cy="3112626"/>
            </a:xfrm>
          </p:grpSpPr>
          <p:sp>
            <p:nvSpPr>
              <p:cNvPr id="9" name="Ellipse 29">
                <a:extLst>
                  <a:ext uri="{FF2B5EF4-FFF2-40B4-BE49-F238E27FC236}">
                    <a16:creationId xmlns:a16="http://schemas.microsoft.com/office/drawing/2014/main" id="{093B1B5C-D311-F4C6-3D7F-3618A9374EAB}"/>
                  </a:ext>
                </a:extLst>
              </p:cNvPr>
              <p:cNvSpPr/>
              <p:nvPr/>
            </p:nvSpPr>
            <p:spPr>
              <a:xfrm>
                <a:off x="7391626" y="3595816"/>
                <a:ext cx="1099936" cy="1099929"/>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3">
                <a:extLst>
                  <a:ext uri="{FF2B5EF4-FFF2-40B4-BE49-F238E27FC236}">
                    <a16:creationId xmlns:a16="http://schemas.microsoft.com/office/drawing/2014/main" id="{1458D7DF-D68F-D1EB-24A1-49C4DF07417A}"/>
                  </a:ext>
                </a:extLst>
              </p:cNvPr>
              <p:cNvSpPr/>
              <p:nvPr/>
            </p:nvSpPr>
            <p:spPr>
              <a:xfrm>
                <a:off x="8011169" y="3533856"/>
                <a:ext cx="871229" cy="871223"/>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Ellipse 30">
                <a:extLst>
                  <a:ext uri="{FF2B5EF4-FFF2-40B4-BE49-F238E27FC236}">
                    <a16:creationId xmlns:a16="http://schemas.microsoft.com/office/drawing/2014/main" id="{142A9DF5-4AB5-F2F9-E6A4-2C667CD10E87}"/>
                  </a:ext>
                </a:extLst>
              </p:cNvPr>
              <p:cNvSpPr/>
              <p:nvPr/>
            </p:nvSpPr>
            <p:spPr>
              <a:xfrm>
                <a:off x="5886460" y="35648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12">
                <a:extLst>
                  <a:ext uri="{FF2B5EF4-FFF2-40B4-BE49-F238E27FC236}">
                    <a16:creationId xmlns:a16="http://schemas.microsoft.com/office/drawing/2014/main" id="{66980FA2-68D2-47B0-781E-8FDAFB630110}"/>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orme libre : forme 15">
                <a:extLst>
                  <a:ext uri="{FF2B5EF4-FFF2-40B4-BE49-F238E27FC236}">
                    <a16:creationId xmlns:a16="http://schemas.microsoft.com/office/drawing/2014/main" id="{F0C029F5-E599-0E87-D5BC-81430EA7659C}"/>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16">
                <a:extLst>
                  <a:ext uri="{FF2B5EF4-FFF2-40B4-BE49-F238E27FC236}">
                    <a16:creationId xmlns:a16="http://schemas.microsoft.com/office/drawing/2014/main" id="{571CCF84-4E3D-9981-156C-6BB3A798AAF8}"/>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27">
                <a:extLst>
                  <a:ext uri="{FF2B5EF4-FFF2-40B4-BE49-F238E27FC236}">
                    <a16:creationId xmlns:a16="http://schemas.microsoft.com/office/drawing/2014/main" id="{E3C7AD4F-E80D-ED67-604D-12AAC341B67A}"/>
                  </a:ext>
                </a:extLst>
              </p:cNvPr>
              <p:cNvSpPr/>
              <p:nvPr/>
            </p:nvSpPr>
            <p:spPr>
              <a:xfrm>
                <a:off x="6590866" y="3575872"/>
                <a:ext cx="537391" cy="53739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28">
                <a:extLst>
                  <a:ext uri="{FF2B5EF4-FFF2-40B4-BE49-F238E27FC236}">
                    <a16:creationId xmlns:a16="http://schemas.microsoft.com/office/drawing/2014/main" id="{5CB4D16E-8BBD-4EDD-C0DE-AA7404EC748D}"/>
                  </a:ext>
                </a:extLst>
              </p:cNvPr>
              <p:cNvSpPr/>
              <p:nvPr/>
            </p:nvSpPr>
            <p:spPr>
              <a:xfrm>
                <a:off x="6886761" y="34399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17">
                <a:extLst>
                  <a:ext uri="{FF2B5EF4-FFF2-40B4-BE49-F238E27FC236}">
                    <a16:creationId xmlns:a16="http://schemas.microsoft.com/office/drawing/2014/main" id="{B364C97D-2E02-D23C-A69C-5FACE4E3BDB4}"/>
                  </a:ext>
                </a:extLst>
              </p:cNvPr>
              <p:cNvSpPr/>
              <p:nvPr/>
            </p:nvSpPr>
            <p:spPr>
              <a:xfrm>
                <a:off x="6420100" y="4044516"/>
                <a:ext cx="836064" cy="8360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Ellipse 18">
                <a:extLst>
                  <a:ext uri="{FF2B5EF4-FFF2-40B4-BE49-F238E27FC236}">
                    <a16:creationId xmlns:a16="http://schemas.microsoft.com/office/drawing/2014/main" id="{FCBA235D-0DC9-BAB4-D2CD-712B860B0517}"/>
                  </a:ext>
                </a:extLst>
              </p:cNvPr>
              <p:cNvSpPr/>
              <p:nvPr/>
            </p:nvSpPr>
            <p:spPr>
              <a:xfrm>
                <a:off x="6687582" y="3852269"/>
                <a:ext cx="358122" cy="3581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9">
                <a:extLst>
                  <a:ext uri="{FF2B5EF4-FFF2-40B4-BE49-F238E27FC236}">
                    <a16:creationId xmlns:a16="http://schemas.microsoft.com/office/drawing/2014/main" id="{31FA72AD-089B-68D4-50B1-4E8195402EB8}"/>
                  </a:ext>
                </a:extLst>
              </p:cNvPr>
              <p:cNvSpPr/>
              <p:nvPr/>
            </p:nvSpPr>
            <p:spPr>
              <a:xfrm>
                <a:off x="6151038" y="3668751"/>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Ellipse 20">
                <a:extLst>
                  <a:ext uri="{FF2B5EF4-FFF2-40B4-BE49-F238E27FC236}">
                    <a16:creationId xmlns:a16="http://schemas.microsoft.com/office/drawing/2014/main" id="{5CDC1B40-E6B5-E607-861E-0C01CBF3FC57}"/>
                  </a:ext>
                </a:extLst>
              </p:cNvPr>
              <p:cNvSpPr/>
              <p:nvPr/>
            </p:nvSpPr>
            <p:spPr>
              <a:xfrm>
                <a:off x="5641573" y="377582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21">
                <a:extLst>
                  <a:ext uri="{FF2B5EF4-FFF2-40B4-BE49-F238E27FC236}">
                    <a16:creationId xmlns:a16="http://schemas.microsoft.com/office/drawing/2014/main" id="{B1189C9C-442A-4564-F85E-A71A48481CFC}"/>
                  </a:ext>
                </a:extLst>
              </p:cNvPr>
              <p:cNvSpPr/>
              <p:nvPr/>
            </p:nvSpPr>
            <p:spPr>
              <a:xfrm>
                <a:off x="724630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Ellipse 22">
                <a:extLst>
                  <a:ext uri="{FF2B5EF4-FFF2-40B4-BE49-F238E27FC236}">
                    <a16:creationId xmlns:a16="http://schemas.microsoft.com/office/drawing/2014/main" id="{6979E0C6-2417-2639-4125-F6A57D97C724}"/>
                  </a:ext>
                </a:extLst>
              </p:cNvPr>
              <p:cNvSpPr/>
              <p:nvPr/>
            </p:nvSpPr>
            <p:spPr>
              <a:xfrm>
                <a:off x="694655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3">
                <a:extLst>
                  <a:ext uri="{FF2B5EF4-FFF2-40B4-BE49-F238E27FC236}">
                    <a16:creationId xmlns:a16="http://schemas.microsoft.com/office/drawing/2014/main" id="{341339FF-9CCA-BE24-9E04-39AC7FB1C2FB}"/>
                  </a:ext>
                </a:extLst>
              </p:cNvPr>
              <p:cNvSpPr/>
              <p:nvPr/>
            </p:nvSpPr>
            <p:spPr>
              <a:xfrm>
                <a:off x="7568087" y="3717640"/>
                <a:ext cx="977008" cy="97700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24">
                <a:extLst>
                  <a:ext uri="{FF2B5EF4-FFF2-40B4-BE49-F238E27FC236}">
                    <a16:creationId xmlns:a16="http://schemas.microsoft.com/office/drawing/2014/main" id="{5E259559-9C35-C62C-BA08-B6E426C94D3C}"/>
                  </a:ext>
                </a:extLst>
              </p:cNvPr>
              <p:cNvSpPr/>
              <p:nvPr/>
            </p:nvSpPr>
            <p:spPr>
              <a:xfrm>
                <a:off x="8430859" y="3896679"/>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25">
                <a:extLst>
                  <a:ext uri="{FF2B5EF4-FFF2-40B4-BE49-F238E27FC236}">
                    <a16:creationId xmlns:a16="http://schemas.microsoft.com/office/drawing/2014/main" id="{504ED3CF-31ED-7D8D-5260-86C75E7DF916}"/>
                  </a:ext>
                </a:extLst>
              </p:cNvPr>
              <p:cNvSpPr/>
              <p:nvPr/>
            </p:nvSpPr>
            <p:spPr>
              <a:xfrm>
                <a:off x="7014394" y="3886162"/>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Ellipse 26">
                <a:extLst>
                  <a:ext uri="{FF2B5EF4-FFF2-40B4-BE49-F238E27FC236}">
                    <a16:creationId xmlns:a16="http://schemas.microsoft.com/office/drawing/2014/main" id="{0442A8DC-C831-B34D-653C-2B2243E560C9}"/>
                  </a:ext>
                </a:extLst>
              </p:cNvPr>
              <p:cNvSpPr/>
              <p:nvPr/>
            </p:nvSpPr>
            <p:spPr>
              <a:xfrm>
                <a:off x="7355728" y="3957721"/>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Ellipse 31">
                <a:extLst>
                  <a:ext uri="{FF2B5EF4-FFF2-40B4-BE49-F238E27FC236}">
                    <a16:creationId xmlns:a16="http://schemas.microsoft.com/office/drawing/2014/main" id="{A90F0690-D2C0-BD29-CC9C-FEF454F6DE71}"/>
                  </a:ext>
                </a:extLst>
              </p:cNvPr>
              <p:cNvSpPr/>
              <p:nvPr/>
            </p:nvSpPr>
            <p:spPr>
              <a:xfrm>
                <a:off x="7429930" y="2860427"/>
                <a:ext cx="210400" cy="210398"/>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Ellipse 32">
                <a:extLst>
                  <a:ext uri="{FF2B5EF4-FFF2-40B4-BE49-F238E27FC236}">
                    <a16:creationId xmlns:a16="http://schemas.microsoft.com/office/drawing/2014/main" id="{8BD15DCF-E0E8-6E14-61CD-8C1EEF27E8EF}"/>
                  </a:ext>
                </a:extLst>
              </p:cNvPr>
              <p:cNvSpPr/>
              <p:nvPr/>
            </p:nvSpPr>
            <p:spPr>
              <a:xfrm>
                <a:off x="7104203" y="3095609"/>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Ellipse 33">
                <a:extLst>
                  <a:ext uri="{FF2B5EF4-FFF2-40B4-BE49-F238E27FC236}">
                    <a16:creationId xmlns:a16="http://schemas.microsoft.com/office/drawing/2014/main" id="{DA65367B-E505-FE3A-3199-9F20BD8A0FF8}"/>
                  </a:ext>
                </a:extLst>
              </p:cNvPr>
              <p:cNvSpPr/>
              <p:nvPr/>
            </p:nvSpPr>
            <p:spPr>
              <a:xfrm>
                <a:off x="7749903" y="2539844"/>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34">
                <a:extLst>
                  <a:ext uri="{FF2B5EF4-FFF2-40B4-BE49-F238E27FC236}">
                    <a16:creationId xmlns:a16="http://schemas.microsoft.com/office/drawing/2014/main" id="{07A5D152-BD04-C935-A892-CC3F16A40F01}"/>
                  </a:ext>
                </a:extLst>
              </p:cNvPr>
              <p:cNvSpPr/>
              <p:nvPr/>
            </p:nvSpPr>
            <p:spPr>
              <a:xfrm>
                <a:off x="6791917" y="2647406"/>
                <a:ext cx="312286" cy="312284"/>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Ellipse 35">
                <a:extLst>
                  <a:ext uri="{FF2B5EF4-FFF2-40B4-BE49-F238E27FC236}">
                    <a16:creationId xmlns:a16="http://schemas.microsoft.com/office/drawing/2014/main" id="{54F7FDB1-322A-B48A-9144-9C5C932C1EFC}"/>
                  </a:ext>
                </a:extLst>
              </p:cNvPr>
              <p:cNvSpPr/>
              <p:nvPr/>
            </p:nvSpPr>
            <p:spPr>
              <a:xfrm>
                <a:off x="7272023" y="2502901"/>
                <a:ext cx="167410" cy="1674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40">
                <a:extLst>
                  <a:ext uri="{FF2B5EF4-FFF2-40B4-BE49-F238E27FC236}">
                    <a16:creationId xmlns:a16="http://schemas.microsoft.com/office/drawing/2014/main" id="{D18DC827-8F93-D030-4C0B-9619709CA1A2}"/>
                  </a:ext>
                </a:extLst>
              </p:cNvPr>
              <p:cNvSpPr/>
              <p:nvPr/>
            </p:nvSpPr>
            <p:spPr>
              <a:xfrm>
                <a:off x="5925057" y="4495943"/>
                <a:ext cx="312286" cy="312284"/>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41">
                <a:extLst>
                  <a:ext uri="{FF2B5EF4-FFF2-40B4-BE49-F238E27FC236}">
                    <a16:creationId xmlns:a16="http://schemas.microsoft.com/office/drawing/2014/main" id="{7ECDC0DE-6628-A31A-3249-7E7EEB67EEE5}"/>
                  </a:ext>
                </a:extLst>
              </p:cNvPr>
              <p:cNvSpPr/>
              <p:nvPr/>
            </p:nvSpPr>
            <p:spPr>
              <a:xfrm>
                <a:off x="7540418" y="5112499"/>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Ellipse 42">
                <a:extLst>
                  <a:ext uri="{FF2B5EF4-FFF2-40B4-BE49-F238E27FC236}">
                    <a16:creationId xmlns:a16="http://schemas.microsoft.com/office/drawing/2014/main" id="{7C71E253-8FD7-7010-9342-F62BCF4853F0}"/>
                  </a:ext>
                </a:extLst>
              </p:cNvPr>
              <p:cNvSpPr/>
              <p:nvPr/>
            </p:nvSpPr>
            <p:spPr>
              <a:xfrm>
                <a:off x="8316658" y="4283253"/>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024B45C6-B6A1-A27E-346D-D32C5BB60EBF}"/>
              </a:ext>
            </a:extLst>
          </p:cNvPr>
          <p:cNvSpPr txBox="1"/>
          <p:nvPr/>
        </p:nvSpPr>
        <p:spPr>
          <a:xfrm>
            <a:off x="861644" y="4343440"/>
            <a:ext cx="1870214" cy="1815882"/>
          </a:xfrm>
          <a:prstGeom prst="rect">
            <a:avLst/>
          </a:prstGeom>
          <a:noFill/>
        </p:spPr>
        <p:txBody>
          <a:bodyPr wrap="square" lIns="0" rIns="0" rtlCol="0" anchor="ctr">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36" name="Groupe 4">
            <a:extLst>
              <a:ext uri="{FF2B5EF4-FFF2-40B4-BE49-F238E27FC236}">
                <a16:creationId xmlns:a16="http://schemas.microsoft.com/office/drawing/2014/main" id="{4A88F9B5-FF9F-E166-FED2-47C971A4A903}"/>
              </a:ext>
            </a:extLst>
          </p:cNvPr>
          <p:cNvGrpSpPr/>
          <p:nvPr/>
        </p:nvGrpSpPr>
        <p:grpSpPr>
          <a:xfrm>
            <a:off x="3395589" y="1371427"/>
            <a:ext cx="2534656" cy="3030280"/>
            <a:chOff x="5061098" y="762734"/>
            <a:chExt cx="4364436" cy="5217851"/>
          </a:xfrm>
        </p:grpSpPr>
        <p:sp>
          <p:nvSpPr>
            <p:cNvPr id="37" name="Rectangle 36">
              <a:extLst>
                <a:ext uri="{FF2B5EF4-FFF2-40B4-BE49-F238E27FC236}">
                  <a16:creationId xmlns:a16="http://schemas.microsoft.com/office/drawing/2014/main" id="{7DEC80DA-88B2-E22A-EBA9-F41AEE5FE848}"/>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Ellipse 6">
              <a:extLst>
                <a:ext uri="{FF2B5EF4-FFF2-40B4-BE49-F238E27FC236}">
                  <a16:creationId xmlns:a16="http://schemas.microsoft.com/office/drawing/2014/main" id="{E9F5A1DB-F28D-2E11-69C1-D5E4329485B6}"/>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 coins arrondis 7">
              <a:extLst>
                <a:ext uri="{FF2B5EF4-FFF2-40B4-BE49-F238E27FC236}">
                  <a16:creationId xmlns:a16="http://schemas.microsoft.com/office/drawing/2014/main" id="{E4DEFA13-7D58-6400-B1C5-C2BEE116A4FD}"/>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 coins arrondis 8">
              <a:extLst>
                <a:ext uri="{FF2B5EF4-FFF2-40B4-BE49-F238E27FC236}">
                  <a16:creationId xmlns:a16="http://schemas.microsoft.com/office/drawing/2014/main" id="{9CCF8782-9560-2DD7-830A-AEF2E991022A}"/>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e 10">
              <a:extLst>
                <a:ext uri="{FF2B5EF4-FFF2-40B4-BE49-F238E27FC236}">
                  <a16:creationId xmlns:a16="http://schemas.microsoft.com/office/drawing/2014/main" id="{D24ED148-7953-4BF2-5217-19F7DFD25620}"/>
                </a:ext>
              </a:extLst>
            </p:cNvPr>
            <p:cNvGrpSpPr/>
            <p:nvPr/>
          </p:nvGrpSpPr>
          <p:grpSpPr>
            <a:xfrm>
              <a:off x="5202932" y="2243028"/>
              <a:ext cx="4080768" cy="3632372"/>
              <a:chOff x="5494885" y="2502901"/>
              <a:chExt cx="3496862" cy="3112626"/>
            </a:xfrm>
          </p:grpSpPr>
          <p:sp>
            <p:nvSpPr>
              <p:cNvPr id="42" name="Ellipse 11">
                <a:extLst>
                  <a:ext uri="{FF2B5EF4-FFF2-40B4-BE49-F238E27FC236}">
                    <a16:creationId xmlns:a16="http://schemas.microsoft.com/office/drawing/2014/main" id="{E9EC317E-431E-E3B8-A026-D0D6FE00D035}"/>
                  </a:ext>
                </a:extLst>
              </p:cNvPr>
              <p:cNvSpPr/>
              <p:nvPr/>
            </p:nvSpPr>
            <p:spPr>
              <a:xfrm>
                <a:off x="7391626" y="3595816"/>
                <a:ext cx="1099936" cy="109992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Ellipse 13">
                <a:extLst>
                  <a:ext uri="{FF2B5EF4-FFF2-40B4-BE49-F238E27FC236}">
                    <a16:creationId xmlns:a16="http://schemas.microsoft.com/office/drawing/2014/main" id="{625FEB47-442B-2835-3DDD-0DD7C8CBF5C1}"/>
                  </a:ext>
                </a:extLst>
              </p:cNvPr>
              <p:cNvSpPr/>
              <p:nvPr/>
            </p:nvSpPr>
            <p:spPr>
              <a:xfrm>
                <a:off x="8011169" y="3533856"/>
                <a:ext cx="871229" cy="871223"/>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Ellipse 14">
                <a:extLst>
                  <a:ext uri="{FF2B5EF4-FFF2-40B4-BE49-F238E27FC236}">
                    <a16:creationId xmlns:a16="http://schemas.microsoft.com/office/drawing/2014/main" id="{D534D017-BB34-76E1-3AE8-78D619D75758}"/>
                  </a:ext>
                </a:extLst>
              </p:cNvPr>
              <p:cNvSpPr/>
              <p:nvPr/>
            </p:nvSpPr>
            <p:spPr>
              <a:xfrm>
                <a:off x="5886460" y="35648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Forme libre : forme 38">
                <a:extLst>
                  <a:ext uri="{FF2B5EF4-FFF2-40B4-BE49-F238E27FC236}">
                    <a16:creationId xmlns:a16="http://schemas.microsoft.com/office/drawing/2014/main" id="{7CE370B4-1DE1-1F22-3846-0AEB9AA5C50D}"/>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6" name="Forme libre : forme 45">
                <a:extLst>
                  <a:ext uri="{FF2B5EF4-FFF2-40B4-BE49-F238E27FC236}">
                    <a16:creationId xmlns:a16="http://schemas.microsoft.com/office/drawing/2014/main" id="{F241D986-2054-11BD-54F5-02B92B6C0AB0}"/>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7" name="Forme libre : forme 46">
                <a:extLst>
                  <a:ext uri="{FF2B5EF4-FFF2-40B4-BE49-F238E27FC236}">
                    <a16:creationId xmlns:a16="http://schemas.microsoft.com/office/drawing/2014/main" id="{BBCCA2A1-F5CB-6963-2A76-681B65180CC5}"/>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8" name="Ellipse 47">
                <a:extLst>
                  <a:ext uri="{FF2B5EF4-FFF2-40B4-BE49-F238E27FC236}">
                    <a16:creationId xmlns:a16="http://schemas.microsoft.com/office/drawing/2014/main" id="{0A153DEA-9EE4-74E6-F9CD-D996153191F2}"/>
                  </a:ext>
                </a:extLst>
              </p:cNvPr>
              <p:cNvSpPr/>
              <p:nvPr/>
            </p:nvSpPr>
            <p:spPr>
              <a:xfrm>
                <a:off x="6590866" y="3575872"/>
                <a:ext cx="537391" cy="53739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Ellipse 48">
                <a:extLst>
                  <a:ext uri="{FF2B5EF4-FFF2-40B4-BE49-F238E27FC236}">
                    <a16:creationId xmlns:a16="http://schemas.microsoft.com/office/drawing/2014/main" id="{8D588054-1AB4-E569-A1FC-B097D1A7CD10}"/>
                  </a:ext>
                </a:extLst>
              </p:cNvPr>
              <p:cNvSpPr/>
              <p:nvPr/>
            </p:nvSpPr>
            <p:spPr>
              <a:xfrm>
                <a:off x="6886761" y="34399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Ellipse 49">
                <a:extLst>
                  <a:ext uri="{FF2B5EF4-FFF2-40B4-BE49-F238E27FC236}">
                    <a16:creationId xmlns:a16="http://schemas.microsoft.com/office/drawing/2014/main" id="{02F59DAD-84A9-830E-6291-C6B4CD9B7F1E}"/>
                  </a:ext>
                </a:extLst>
              </p:cNvPr>
              <p:cNvSpPr/>
              <p:nvPr/>
            </p:nvSpPr>
            <p:spPr>
              <a:xfrm>
                <a:off x="6420100" y="4044516"/>
                <a:ext cx="836064" cy="8360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Ellipse 50">
                <a:extLst>
                  <a:ext uri="{FF2B5EF4-FFF2-40B4-BE49-F238E27FC236}">
                    <a16:creationId xmlns:a16="http://schemas.microsoft.com/office/drawing/2014/main" id="{5E478C57-9273-C550-F385-4F5E4DF97455}"/>
                  </a:ext>
                </a:extLst>
              </p:cNvPr>
              <p:cNvSpPr/>
              <p:nvPr/>
            </p:nvSpPr>
            <p:spPr>
              <a:xfrm>
                <a:off x="6687582" y="3852269"/>
                <a:ext cx="358122" cy="3581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Ellipse 51">
                <a:extLst>
                  <a:ext uri="{FF2B5EF4-FFF2-40B4-BE49-F238E27FC236}">
                    <a16:creationId xmlns:a16="http://schemas.microsoft.com/office/drawing/2014/main" id="{BDBEC6C8-72F7-17AA-1C4D-D02429F80762}"/>
                  </a:ext>
                </a:extLst>
              </p:cNvPr>
              <p:cNvSpPr/>
              <p:nvPr/>
            </p:nvSpPr>
            <p:spPr>
              <a:xfrm>
                <a:off x="6151038" y="3668751"/>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Ellipse 52">
                <a:extLst>
                  <a:ext uri="{FF2B5EF4-FFF2-40B4-BE49-F238E27FC236}">
                    <a16:creationId xmlns:a16="http://schemas.microsoft.com/office/drawing/2014/main" id="{341A0921-00AF-73A4-9015-94D67281BEA1}"/>
                  </a:ext>
                </a:extLst>
              </p:cNvPr>
              <p:cNvSpPr/>
              <p:nvPr/>
            </p:nvSpPr>
            <p:spPr>
              <a:xfrm>
                <a:off x="5641573" y="377582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Ellipse 53">
                <a:extLst>
                  <a:ext uri="{FF2B5EF4-FFF2-40B4-BE49-F238E27FC236}">
                    <a16:creationId xmlns:a16="http://schemas.microsoft.com/office/drawing/2014/main" id="{0FB432F2-0F34-DBC2-17CC-AE674E51B59E}"/>
                  </a:ext>
                </a:extLst>
              </p:cNvPr>
              <p:cNvSpPr/>
              <p:nvPr/>
            </p:nvSpPr>
            <p:spPr>
              <a:xfrm>
                <a:off x="724630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Ellipse 54">
                <a:extLst>
                  <a:ext uri="{FF2B5EF4-FFF2-40B4-BE49-F238E27FC236}">
                    <a16:creationId xmlns:a16="http://schemas.microsoft.com/office/drawing/2014/main" id="{CF73F0D6-62FC-5ECE-2E48-3CBD8384EAFE}"/>
                  </a:ext>
                </a:extLst>
              </p:cNvPr>
              <p:cNvSpPr/>
              <p:nvPr/>
            </p:nvSpPr>
            <p:spPr>
              <a:xfrm>
                <a:off x="694655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Ellipse 55">
                <a:extLst>
                  <a:ext uri="{FF2B5EF4-FFF2-40B4-BE49-F238E27FC236}">
                    <a16:creationId xmlns:a16="http://schemas.microsoft.com/office/drawing/2014/main" id="{34382CA2-E7AA-1BB3-3FFA-CA4773420FD2}"/>
                  </a:ext>
                </a:extLst>
              </p:cNvPr>
              <p:cNvSpPr/>
              <p:nvPr/>
            </p:nvSpPr>
            <p:spPr>
              <a:xfrm>
                <a:off x="7568087" y="3717640"/>
                <a:ext cx="977008" cy="97700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Ellipse 56">
                <a:extLst>
                  <a:ext uri="{FF2B5EF4-FFF2-40B4-BE49-F238E27FC236}">
                    <a16:creationId xmlns:a16="http://schemas.microsoft.com/office/drawing/2014/main" id="{45A6E274-71D7-B028-D887-14D9B06E0150}"/>
                  </a:ext>
                </a:extLst>
              </p:cNvPr>
              <p:cNvSpPr/>
              <p:nvPr/>
            </p:nvSpPr>
            <p:spPr>
              <a:xfrm>
                <a:off x="8430859" y="3896679"/>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Ellipse 57">
                <a:extLst>
                  <a:ext uri="{FF2B5EF4-FFF2-40B4-BE49-F238E27FC236}">
                    <a16:creationId xmlns:a16="http://schemas.microsoft.com/office/drawing/2014/main" id="{79200C19-D586-FFB6-1EE5-AA89D2534B2B}"/>
                  </a:ext>
                </a:extLst>
              </p:cNvPr>
              <p:cNvSpPr/>
              <p:nvPr/>
            </p:nvSpPr>
            <p:spPr>
              <a:xfrm>
                <a:off x="7014394" y="3886162"/>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Ellipse 58">
                <a:extLst>
                  <a:ext uri="{FF2B5EF4-FFF2-40B4-BE49-F238E27FC236}">
                    <a16:creationId xmlns:a16="http://schemas.microsoft.com/office/drawing/2014/main" id="{3D7C57BF-8CDA-E3D1-2B74-36012EE6587B}"/>
                  </a:ext>
                </a:extLst>
              </p:cNvPr>
              <p:cNvSpPr/>
              <p:nvPr/>
            </p:nvSpPr>
            <p:spPr>
              <a:xfrm>
                <a:off x="7355728" y="3957721"/>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Ellipse 59">
                <a:extLst>
                  <a:ext uri="{FF2B5EF4-FFF2-40B4-BE49-F238E27FC236}">
                    <a16:creationId xmlns:a16="http://schemas.microsoft.com/office/drawing/2014/main" id="{9D359FE3-6E3D-5862-287F-D893213336CF}"/>
                  </a:ext>
                </a:extLst>
              </p:cNvPr>
              <p:cNvSpPr/>
              <p:nvPr/>
            </p:nvSpPr>
            <p:spPr>
              <a:xfrm>
                <a:off x="7429930" y="2860427"/>
                <a:ext cx="210400" cy="210398"/>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Ellipse 60">
                <a:extLst>
                  <a:ext uri="{FF2B5EF4-FFF2-40B4-BE49-F238E27FC236}">
                    <a16:creationId xmlns:a16="http://schemas.microsoft.com/office/drawing/2014/main" id="{6F9B78FC-214F-4BCC-FA0E-3E0B8DD5E95E}"/>
                  </a:ext>
                </a:extLst>
              </p:cNvPr>
              <p:cNvSpPr/>
              <p:nvPr/>
            </p:nvSpPr>
            <p:spPr>
              <a:xfrm>
                <a:off x="7104203" y="3095609"/>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Ellipse 61">
                <a:extLst>
                  <a:ext uri="{FF2B5EF4-FFF2-40B4-BE49-F238E27FC236}">
                    <a16:creationId xmlns:a16="http://schemas.microsoft.com/office/drawing/2014/main" id="{F1650F0F-E17C-2A67-6C3D-D6FD1DDBB645}"/>
                  </a:ext>
                </a:extLst>
              </p:cNvPr>
              <p:cNvSpPr/>
              <p:nvPr/>
            </p:nvSpPr>
            <p:spPr>
              <a:xfrm>
                <a:off x="7749903" y="2539844"/>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Ellipse 62">
                <a:extLst>
                  <a:ext uri="{FF2B5EF4-FFF2-40B4-BE49-F238E27FC236}">
                    <a16:creationId xmlns:a16="http://schemas.microsoft.com/office/drawing/2014/main" id="{48ACAA54-C2A0-E143-ACFC-BF846D9DFDC6}"/>
                  </a:ext>
                </a:extLst>
              </p:cNvPr>
              <p:cNvSpPr/>
              <p:nvPr/>
            </p:nvSpPr>
            <p:spPr>
              <a:xfrm>
                <a:off x="6791917" y="2647406"/>
                <a:ext cx="312286" cy="312284"/>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Ellipse 63">
                <a:extLst>
                  <a:ext uri="{FF2B5EF4-FFF2-40B4-BE49-F238E27FC236}">
                    <a16:creationId xmlns:a16="http://schemas.microsoft.com/office/drawing/2014/main" id="{10E3B976-6C03-202D-0425-432EE90C248B}"/>
                  </a:ext>
                </a:extLst>
              </p:cNvPr>
              <p:cNvSpPr/>
              <p:nvPr/>
            </p:nvSpPr>
            <p:spPr>
              <a:xfrm>
                <a:off x="7272023" y="2502901"/>
                <a:ext cx="167410" cy="16740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Ellipse 64">
                <a:extLst>
                  <a:ext uri="{FF2B5EF4-FFF2-40B4-BE49-F238E27FC236}">
                    <a16:creationId xmlns:a16="http://schemas.microsoft.com/office/drawing/2014/main" id="{76767667-3BEE-A4F4-11E2-A8A9B0F16298}"/>
                  </a:ext>
                </a:extLst>
              </p:cNvPr>
              <p:cNvSpPr/>
              <p:nvPr/>
            </p:nvSpPr>
            <p:spPr>
              <a:xfrm>
                <a:off x="5925057" y="4495943"/>
                <a:ext cx="312286" cy="312284"/>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Ellipse 65">
                <a:extLst>
                  <a:ext uri="{FF2B5EF4-FFF2-40B4-BE49-F238E27FC236}">
                    <a16:creationId xmlns:a16="http://schemas.microsoft.com/office/drawing/2014/main" id="{23D78A0C-B9B6-298D-F885-F004C48910AE}"/>
                  </a:ext>
                </a:extLst>
              </p:cNvPr>
              <p:cNvSpPr/>
              <p:nvPr/>
            </p:nvSpPr>
            <p:spPr>
              <a:xfrm>
                <a:off x="7540418" y="5112499"/>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Ellipse 66">
                <a:extLst>
                  <a:ext uri="{FF2B5EF4-FFF2-40B4-BE49-F238E27FC236}">
                    <a16:creationId xmlns:a16="http://schemas.microsoft.com/office/drawing/2014/main" id="{CA5AA8B4-2F4E-C949-B941-F479E0E99673}"/>
                  </a:ext>
                </a:extLst>
              </p:cNvPr>
              <p:cNvSpPr/>
              <p:nvPr/>
            </p:nvSpPr>
            <p:spPr>
              <a:xfrm>
                <a:off x="8316658" y="4283253"/>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68" name="TextBox 82">
            <a:extLst>
              <a:ext uri="{FF2B5EF4-FFF2-40B4-BE49-F238E27FC236}">
                <a16:creationId xmlns:a16="http://schemas.microsoft.com/office/drawing/2014/main" id="{CA486F73-47C7-C1E5-A628-789A3C46B5EA}"/>
              </a:ext>
            </a:extLst>
          </p:cNvPr>
          <p:cNvSpPr txBox="1"/>
          <p:nvPr/>
        </p:nvSpPr>
        <p:spPr>
          <a:xfrm>
            <a:off x="3727810" y="4343440"/>
            <a:ext cx="1870214" cy="1815882"/>
          </a:xfrm>
          <a:prstGeom prst="rect">
            <a:avLst/>
          </a:prstGeom>
          <a:noFill/>
        </p:spPr>
        <p:txBody>
          <a:bodyPr wrap="square" lIns="0" rIns="0" rtlCol="0" anchor="ctr">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69" name="Groupe 67">
            <a:extLst>
              <a:ext uri="{FF2B5EF4-FFF2-40B4-BE49-F238E27FC236}">
                <a16:creationId xmlns:a16="http://schemas.microsoft.com/office/drawing/2014/main" id="{EC988B37-B288-009D-49E6-A6BCA0A3650C}"/>
              </a:ext>
            </a:extLst>
          </p:cNvPr>
          <p:cNvGrpSpPr/>
          <p:nvPr/>
        </p:nvGrpSpPr>
        <p:grpSpPr>
          <a:xfrm>
            <a:off x="6261755" y="1371427"/>
            <a:ext cx="2534656" cy="3030280"/>
            <a:chOff x="5061098" y="762734"/>
            <a:chExt cx="4364436" cy="5217851"/>
          </a:xfrm>
        </p:grpSpPr>
        <p:sp>
          <p:nvSpPr>
            <p:cNvPr id="70" name="Rectangle 69">
              <a:extLst>
                <a:ext uri="{FF2B5EF4-FFF2-40B4-BE49-F238E27FC236}">
                  <a16:creationId xmlns:a16="http://schemas.microsoft.com/office/drawing/2014/main" id="{E410A549-365F-50C4-836C-7B1C28B77362}"/>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Ellipse 69">
              <a:extLst>
                <a:ext uri="{FF2B5EF4-FFF2-40B4-BE49-F238E27FC236}">
                  <a16:creationId xmlns:a16="http://schemas.microsoft.com/office/drawing/2014/main" id="{38BD026C-7B5F-36AE-43DC-886D0E7F8624}"/>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Rectangle : coins arrondis 70">
              <a:extLst>
                <a:ext uri="{FF2B5EF4-FFF2-40B4-BE49-F238E27FC236}">
                  <a16:creationId xmlns:a16="http://schemas.microsoft.com/office/drawing/2014/main" id="{67C3B5EB-0A98-752F-FA40-5F02FFAA9A54}"/>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Rectangle : coins arrondis 71">
              <a:extLst>
                <a:ext uri="{FF2B5EF4-FFF2-40B4-BE49-F238E27FC236}">
                  <a16:creationId xmlns:a16="http://schemas.microsoft.com/office/drawing/2014/main" id="{7C2443A2-0B24-89B1-2C32-96A653B67031}"/>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e 72">
              <a:extLst>
                <a:ext uri="{FF2B5EF4-FFF2-40B4-BE49-F238E27FC236}">
                  <a16:creationId xmlns:a16="http://schemas.microsoft.com/office/drawing/2014/main" id="{0BE46D85-7312-3318-8B9C-AB2DCE8F2239}"/>
                </a:ext>
              </a:extLst>
            </p:cNvPr>
            <p:cNvGrpSpPr/>
            <p:nvPr/>
          </p:nvGrpSpPr>
          <p:grpSpPr>
            <a:xfrm>
              <a:off x="5202932" y="2243028"/>
              <a:ext cx="4080768" cy="3632372"/>
              <a:chOff x="5494885" y="2502901"/>
              <a:chExt cx="3496862" cy="3112626"/>
            </a:xfrm>
          </p:grpSpPr>
          <p:sp>
            <p:nvSpPr>
              <p:cNvPr id="75" name="Ellipse 73">
                <a:extLst>
                  <a:ext uri="{FF2B5EF4-FFF2-40B4-BE49-F238E27FC236}">
                    <a16:creationId xmlns:a16="http://schemas.microsoft.com/office/drawing/2014/main" id="{2DEB683E-128E-4437-903B-67394F14FE90}"/>
                  </a:ext>
                </a:extLst>
              </p:cNvPr>
              <p:cNvSpPr/>
              <p:nvPr/>
            </p:nvSpPr>
            <p:spPr>
              <a:xfrm>
                <a:off x="7391626" y="3595816"/>
                <a:ext cx="1099936" cy="1099929"/>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Ellipse 74">
                <a:extLst>
                  <a:ext uri="{FF2B5EF4-FFF2-40B4-BE49-F238E27FC236}">
                    <a16:creationId xmlns:a16="http://schemas.microsoft.com/office/drawing/2014/main" id="{0AABEF19-9991-B54E-6FCA-5DD98B9732BB}"/>
                  </a:ext>
                </a:extLst>
              </p:cNvPr>
              <p:cNvSpPr/>
              <p:nvPr/>
            </p:nvSpPr>
            <p:spPr>
              <a:xfrm>
                <a:off x="8011169" y="3533856"/>
                <a:ext cx="871229" cy="871223"/>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Ellipse 75">
                <a:extLst>
                  <a:ext uri="{FF2B5EF4-FFF2-40B4-BE49-F238E27FC236}">
                    <a16:creationId xmlns:a16="http://schemas.microsoft.com/office/drawing/2014/main" id="{0224290F-579B-2B24-E339-5F518BF6782F}"/>
                  </a:ext>
                </a:extLst>
              </p:cNvPr>
              <p:cNvSpPr/>
              <p:nvPr/>
            </p:nvSpPr>
            <p:spPr>
              <a:xfrm>
                <a:off x="5886460" y="35648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Forme libre : forme 76">
                <a:extLst>
                  <a:ext uri="{FF2B5EF4-FFF2-40B4-BE49-F238E27FC236}">
                    <a16:creationId xmlns:a16="http://schemas.microsoft.com/office/drawing/2014/main" id="{5F0B00EE-35A9-1805-B112-BF844E905BB5}"/>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9" name="Forme libre : forme 77">
                <a:extLst>
                  <a:ext uri="{FF2B5EF4-FFF2-40B4-BE49-F238E27FC236}">
                    <a16:creationId xmlns:a16="http://schemas.microsoft.com/office/drawing/2014/main" id="{68233432-00F9-279E-D5DE-2D46B386CEAD}"/>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0" name="Forme libre : forme 78">
                <a:extLst>
                  <a:ext uri="{FF2B5EF4-FFF2-40B4-BE49-F238E27FC236}">
                    <a16:creationId xmlns:a16="http://schemas.microsoft.com/office/drawing/2014/main" id="{D4E618B8-8FFD-BA82-140C-0E75D0EB455F}"/>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1" name="Ellipse 79">
                <a:extLst>
                  <a:ext uri="{FF2B5EF4-FFF2-40B4-BE49-F238E27FC236}">
                    <a16:creationId xmlns:a16="http://schemas.microsoft.com/office/drawing/2014/main" id="{549AB422-A4EE-CCA4-B792-2F240965B545}"/>
                  </a:ext>
                </a:extLst>
              </p:cNvPr>
              <p:cNvSpPr/>
              <p:nvPr/>
            </p:nvSpPr>
            <p:spPr>
              <a:xfrm>
                <a:off x="6590866" y="3575872"/>
                <a:ext cx="537391" cy="53739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Ellipse 80">
                <a:extLst>
                  <a:ext uri="{FF2B5EF4-FFF2-40B4-BE49-F238E27FC236}">
                    <a16:creationId xmlns:a16="http://schemas.microsoft.com/office/drawing/2014/main" id="{B02CBBC8-BDC0-6E39-5787-4B5EF181F5FA}"/>
                  </a:ext>
                </a:extLst>
              </p:cNvPr>
              <p:cNvSpPr/>
              <p:nvPr/>
            </p:nvSpPr>
            <p:spPr>
              <a:xfrm>
                <a:off x="6886761" y="34399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Ellipse 81">
                <a:extLst>
                  <a:ext uri="{FF2B5EF4-FFF2-40B4-BE49-F238E27FC236}">
                    <a16:creationId xmlns:a16="http://schemas.microsoft.com/office/drawing/2014/main" id="{0FD7BA6F-51C8-F8ED-D65D-338F67AB944F}"/>
                  </a:ext>
                </a:extLst>
              </p:cNvPr>
              <p:cNvSpPr/>
              <p:nvPr/>
            </p:nvSpPr>
            <p:spPr>
              <a:xfrm>
                <a:off x="6420100" y="4044516"/>
                <a:ext cx="836064" cy="8360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Ellipse 82">
                <a:extLst>
                  <a:ext uri="{FF2B5EF4-FFF2-40B4-BE49-F238E27FC236}">
                    <a16:creationId xmlns:a16="http://schemas.microsoft.com/office/drawing/2014/main" id="{1A3911A2-4BEE-769A-A08E-E353139609C7}"/>
                  </a:ext>
                </a:extLst>
              </p:cNvPr>
              <p:cNvSpPr/>
              <p:nvPr/>
            </p:nvSpPr>
            <p:spPr>
              <a:xfrm>
                <a:off x="6687582" y="3852269"/>
                <a:ext cx="358122" cy="3581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Ellipse 83">
                <a:extLst>
                  <a:ext uri="{FF2B5EF4-FFF2-40B4-BE49-F238E27FC236}">
                    <a16:creationId xmlns:a16="http://schemas.microsoft.com/office/drawing/2014/main" id="{3204E93A-E428-75AB-E674-2D57DE29239B}"/>
                  </a:ext>
                </a:extLst>
              </p:cNvPr>
              <p:cNvSpPr/>
              <p:nvPr/>
            </p:nvSpPr>
            <p:spPr>
              <a:xfrm>
                <a:off x="6151038" y="3668751"/>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 name="Ellipse 84">
                <a:extLst>
                  <a:ext uri="{FF2B5EF4-FFF2-40B4-BE49-F238E27FC236}">
                    <a16:creationId xmlns:a16="http://schemas.microsoft.com/office/drawing/2014/main" id="{EAEF45C5-8669-7EDC-B3AB-0B55515800C9}"/>
                  </a:ext>
                </a:extLst>
              </p:cNvPr>
              <p:cNvSpPr/>
              <p:nvPr/>
            </p:nvSpPr>
            <p:spPr>
              <a:xfrm>
                <a:off x="5641573" y="377582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Ellipse 85">
                <a:extLst>
                  <a:ext uri="{FF2B5EF4-FFF2-40B4-BE49-F238E27FC236}">
                    <a16:creationId xmlns:a16="http://schemas.microsoft.com/office/drawing/2014/main" id="{E7EE03B0-46DC-69C1-BCE9-EE8E45DAE716}"/>
                  </a:ext>
                </a:extLst>
              </p:cNvPr>
              <p:cNvSpPr/>
              <p:nvPr/>
            </p:nvSpPr>
            <p:spPr>
              <a:xfrm>
                <a:off x="724630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8" name="Ellipse 86">
                <a:extLst>
                  <a:ext uri="{FF2B5EF4-FFF2-40B4-BE49-F238E27FC236}">
                    <a16:creationId xmlns:a16="http://schemas.microsoft.com/office/drawing/2014/main" id="{7A0FD501-D128-8A7D-8961-F31E21D43C07}"/>
                  </a:ext>
                </a:extLst>
              </p:cNvPr>
              <p:cNvSpPr/>
              <p:nvPr/>
            </p:nvSpPr>
            <p:spPr>
              <a:xfrm>
                <a:off x="694655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Ellipse 87">
                <a:extLst>
                  <a:ext uri="{FF2B5EF4-FFF2-40B4-BE49-F238E27FC236}">
                    <a16:creationId xmlns:a16="http://schemas.microsoft.com/office/drawing/2014/main" id="{9E124284-0B09-5E1C-6F1F-CAA38F7FDBF9}"/>
                  </a:ext>
                </a:extLst>
              </p:cNvPr>
              <p:cNvSpPr/>
              <p:nvPr/>
            </p:nvSpPr>
            <p:spPr>
              <a:xfrm>
                <a:off x="7568087" y="3717640"/>
                <a:ext cx="977008" cy="97700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Ellipse 88">
                <a:extLst>
                  <a:ext uri="{FF2B5EF4-FFF2-40B4-BE49-F238E27FC236}">
                    <a16:creationId xmlns:a16="http://schemas.microsoft.com/office/drawing/2014/main" id="{17E80F30-3054-7FEB-728C-8305D170EA80}"/>
                  </a:ext>
                </a:extLst>
              </p:cNvPr>
              <p:cNvSpPr/>
              <p:nvPr/>
            </p:nvSpPr>
            <p:spPr>
              <a:xfrm>
                <a:off x="8430859" y="3896679"/>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Ellipse 89">
                <a:extLst>
                  <a:ext uri="{FF2B5EF4-FFF2-40B4-BE49-F238E27FC236}">
                    <a16:creationId xmlns:a16="http://schemas.microsoft.com/office/drawing/2014/main" id="{5975B863-79FA-0D1F-5E97-4A35559575C0}"/>
                  </a:ext>
                </a:extLst>
              </p:cNvPr>
              <p:cNvSpPr/>
              <p:nvPr/>
            </p:nvSpPr>
            <p:spPr>
              <a:xfrm>
                <a:off x="7014394" y="3886162"/>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Ellipse 90">
                <a:extLst>
                  <a:ext uri="{FF2B5EF4-FFF2-40B4-BE49-F238E27FC236}">
                    <a16:creationId xmlns:a16="http://schemas.microsoft.com/office/drawing/2014/main" id="{204D8F77-628D-35D7-0976-AFAA877C78C5}"/>
                  </a:ext>
                </a:extLst>
              </p:cNvPr>
              <p:cNvSpPr/>
              <p:nvPr/>
            </p:nvSpPr>
            <p:spPr>
              <a:xfrm>
                <a:off x="7355728" y="3957721"/>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Ellipse 91">
                <a:extLst>
                  <a:ext uri="{FF2B5EF4-FFF2-40B4-BE49-F238E27FC236}">
                    <a16:creationId xmlns:a16="http://schemas.microsoft.com/office/drawing/2014/main" id="{6C93378E-510E-0F08-0B10-D6EF23AC9EAD}"/>
                  </a:ext>
                </a:extLst>
              </p:cNvPr>
              <p:cNvSpPr/>
              <p:nvPr/>
            </p:nvSpPr>
            <p:spPr>
              <a:xfrm>
                <a:off x="7429930" y="2860427"/>
                <a:ext cx="210400" cy="210398"/>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Ellipse 92">
                <a:extLst>
                  <a:ext uri="{FF2B5EF4-FFF2-40B4-BE49-F238E27FC236}">
                    <a16:creationId xmlns:a16="http://schemas.microsoft.com/office/drawing/2014/main" id="{EE7C99BD-E773-B5CA-274E-5D412161D86E}"/>
                  </a:ext>
                </a:extLst>
              </p:cNvPr>
              <p:cNvSpPr/>
              <p:nvPr/>
            </p:nvSpPr>
            <p:spPr>
              <a:xfrm>
                <a:off x="7104203" y="3095609"/>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 name="Ellipse 93">
                <a:extLst>
                  <a:ext uri="{FF2B5EF4-FFF2-40B4-BE49-F238E27FC236}">
                    <a16:creationId xmlns:a16="http://schemas.microsoft.com/office/drawing/2014/main" id="{C87BE49E-9C9B-79E2-EA0C-D181C72F24BF}"/>
                  </a:ext>
                </a:extLst>
              </p:cNvPr>
              <p:cNvSpPr/>
              <p:nvPr/>
            </p:nvSpPr>
            <p:spPr>
              <a:xfrm>
                <a:off x="7749903" y="2539844"/>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Ellipse 94">
                <a:extLst>
                  <a:ext uri="{FF2B5EF4-FFF2-40B4-BE49-F238E27FC236}">
                    <a16:creationId xmlns:a16="http://schemas.microsoft.com/office/drawing/2014/main" id="{A106123C-D694-8C8C-6849-FD6DB66D53F6}"/>
                  </a:ext>
                </a:extLst>
              </p:cNvPr>
              <p:cNvSpPr/>
              <p:nvPr/>
            </p:nvSpPr>
            <p:spPr>
              <a:xfrm>
                <a:off x="6791917" y="2647406"/>
                <a:ext cx="312286" cy="312284"/>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Ellipse 95">
                <a:extLst>
                  <a:ext uri="{FF2B5EF4-FFF2-40B4-BE49-F238E27FC236}">
                    <a16:creationId xmlns:a16="http://schemas.microsoft.com/office/drawing/2014/main" id="{FC79621D-B0DC-2EF3-E79B-2C2DD258637B}"/>
                  </a:ext>
                </a:extLst>
              </p:cNvPr>
              <p:cNvSpPr/>
              <p:nvPr/>
            </p:nvSpPr>
            <p:spPr>
              <a:xfrm>
                <a:off x="7272023" y="2502901"/>
                <a:ext cx="167410" cy="16740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Ellipse 96">
                <a:extLst>
                  <a:ext uri="{FF2B5EF4-FFF2-40B4-BE49-F238E27FC236}">
                    <a16:creationId xmlns:a16="http://schemas.microsoft.com/office/drawing/2014/main" id="{834B1A6D-609C-EFDC-4350-912AB366FD82}"/>
                  </a:ext>
                </a:extLst>
              </p:cNvPr>
              <p:cNvSpPr/>
              <p:nvPr/>
            </p:nvSpPr>
            <p:spPr>
              <a:xfrm>
                <a:off x="5925057" y="4495943"/>
                <a:ext cx="312286" cy="312284"/>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Ellipse 97">
                <a:extLst>
                  <a:ext uri="{FF2B5EF4-FFF2-40B4-BE49-F238E27FC236}">
                    <a16:creationId xmlns:a16="http://schemas.microsoft.com/office/drawing/2014/main" id="{1B8A032D-7419-B796-DB47-9A13F5950AC0}"/>
                  </a:ext>
                </a:extLst>
              </p:cNvPr>
              <p:cNvSpPr/>
              <p:nvPr/>
            </p:nvSpPr>
            <p:spPr>
              <a:xfrm>
                <a:off x="7540418" y="5112499"/>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Ellipse 98">
                <a:extLst>
                  <a:ext uri="{FF2B5EF4-FFF2-40B4-BE49-F238E27FC236}">
                    <a16:creationId xmlns:a16="http://schemas.microsoft.com/office/drawing/2014/main" id="{31985940-ADB7-F2DB-3B69-044F333926CC}"/>
                  </a:ext>
                </a:extLst>
              </p:cNvPr>
              <p:cNvSpPr/>
              <p:nvPr/>
            </p:nvSpPr>
            <p:spPr>
              <a:xfrm>
                <a:off x="8316658" y="4283253"/>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1" name="TextBox 82">
            <a:extLst>
              <a:ext uri="{FF2B5EF4-FFF2-40B4-BE49-F238E27FC236}">
                <a16:creationId xmlns:a16="http://schemas.microsoft.com/office/drawing/2014/main" id="{FCE0F25D-FE8C-8F75-622F-875B72F4FA91}"/>
              </a:ext>
            </a:extLst>
          </p:cNvPr>
          <p:cNvSpPr txBox="1"/>
          <p:nvPr/>
        </p:nvSpPr>
        <p:spPr>
          <a:xfrm>
            <a:off x="6593976" y="4343440"/>
            <a:ext cx="1870214" cy="1815882"/>
          </a:xfrm>
          <a:prstGeom prst="rect">
            <a:avLst/>
          </a:prstGeom>
          <a:noFill/>
        </p:spPr>
        <p:txBody>
          <a:bodyPr wrap="square" lIns="0" rIns="0" rtlCol="0" anchor="ctr">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102" name="Groupe 99">
            <a:extLst>
              <a:ext uri="{FF2B5EF4-FFF2-40B4-BE49-F238E27FC236}">
                <a16:creationId xmlns:a16="http://schemas.microsoft.com/office/drawing/2014/main" id="{9830B4DE-032D-EC78-21B7-B0220EAFF512}"/>
              </a:ext>
            </a:extLst>
          </p:cNvPr>
          <p:cNvGrpSpPr/>
          <p:nvPr/>
        </p:nvGrpSpPr>
        <p:grpSpPr>
          <a:xfrm>
            <a:off x="9127921" y="1371427"/>
            <a:ext cx="2534656" cy="3030280"/>
            <a:chOff x="5061098" y="762734"/>
            <a:chExt cx="4364436" cy="5217851"/>
          </a:xfrm>
        </p:grpSpPr>
        <p:sp>
          <p:nvSpPr>
            <p:cNvPr id="103" name="Rectangle 102">
              <a:extLst>
                <a:ext uri="{FF2B5EF4-FFF2-40B4-BE49-F238E27FC236}">
                  <a16:creationId xmlns:a16="http://schemas.microsoft.com/office/drawing/2014/main" id="{FB4822F7-4228-9438-35CC-420C23B19016}"/>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Ellipse 101">
              <a:extLst>
                <a:ext uri="{FF2B5EF4-FFF2-40B4-BE49-F238E27FC236}">
                  <a16:creationId xmlns:a16="http://schemas.microsoft.com/office/drawing/2014/main" id="{EA534436-50F1-E765-33F5-AB71E86A64B9}"/>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Rectangle : coins arrondis 102">
              <a:extLst>
                <a:ext uri="{FF2B5EF4-FFF2-40B4-BE49-F238E27FC236}">
                  <a16:creationId xmlns:a16="http://schemas.microsoft.com/office/drawing/2014/main" id="{679976C3-CBAB-2A4B-3398-DE5F9904C639}"/>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Rectangle : coins arrondis 103">
              <a:extLst>
                <a:ext uri="{FF2B5EF4-FFF2-40B4-BE49-F238E27FC236}">
                  <a16:creationId xmlns:a16="http://schemas.microsoft.com/office/drawing/2014/main" id="{233021A2-9393-EF7E-A33B-0553A7CD24E9}"/>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7" name="Groupe 104">
              <a:extLst>
                <a:ext uri="{FF2B5EF4-FFF2-40B4-BE49-F238E27FC236}">
                  <a16:creationId xmlns:a16="http://schemas.microsoft.com/office/drawing/2014/main" id="{F75D90B3-94AC-EF11-A7A3-F9D6CC2164BE}"/>
                </a:ext>
              </a:extLst>
            </p:cNvPr>
            <p:cNvGrpSpPr/>
            <p:nvPr/>
          </p:nvGrpSpPr>
          <p:grpSpPr>
            <a:xfrm>
              <a:off x="5202932" y="2243028"/>
              <a:ext cx="4080768" cy="3632372"/>
              <a:chOff x="5494885" y="2502901"/>
              <a:chExt cx="3496862" cy="3112626"/>
            </a:xfrm>
          </p:grpSpPr>
          <p:sp>
            <p:nvSpPr>
              <p:cNvPr id="108" name="Ellipse 105">
                <a:extLst>
                  <a:ext uri="{FF2B5EF4-FFF2-40B4-BE49-F238E27FC236}">
                    <a16:creationId xmlns:a16="http://schemas.microsoft.com/office/drawing/2014/main" id="{7743CFB6-57D4-171F-0512-B58B686ECBDA}"/>
                  </a:ext>
                </a:extLst>
              </p:cNvPr>
              <p:cNvSpPr/>
              <p:nvPr/>
            </p:nvSpPr>
            <p:spPr>
              <a:xfrm>
                <a:off x="7391626" y="3595816"/>
                <a:ext cx="1099936" cy="1099929"/>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Ellipse 106">
                <a:extLst>
                  <a:ext uri="{FF2B5EF4-FFF2-40B4-BE49-F238E27FC236}">
                    <a16:creationId xmlns:a16="http://schemas.microsoft.com/office/drawing/2014/main" id="{095F7D2C-0184-F315-E17A-3419BC78A7EB}"/>
                  </a:ext>
                </a:extLst>
              </p:cNvPr>
              <p:cNvSpPr/>
              <p:nvPr/>
            </p:nvSpPr>
            <p:spPr>
              <a:xfrm>
                <a:off x="8011169" y="3533856"/>
                <a:ext cx="871229" cy="87122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Ellipse 107">
                <a:extLst>
                  <a:ext uri="{FF2B5EF4-FFF2-40B4-BE49-F238E27FC236}">
                    <a16:creationId xmlns:a16="http://schemas.microsoft.com/office/drawing/2014/main" id="{3D161410-DF28-8575-C16A-BA1D5B31C0AE}"/>
                  </a:ext>
                </a:extLst>
              </p:cNvPr>
              <p:cNvSpPr/>
              <p:nvPr/>
            </p:nvSpPr>
            <p:spPr>
              <a:xfrm>
                <a:off x="5886460" y="35648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1" name="Forme libre : forme 108">
                <a:extLst>
                  <a:ext uri="{FF2B5EF4-FFF2-40B4-BE49-F238E27FC236}">
                    <a16:creationId xmlns:a16="http://schemas.microsoft.com/office/drawing/2014/main" id="{EAA343CE-CCF6-5B95-14CB-560561788EA6}"/>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2" name="Forme libre : forme 109">
                <a:extLst>
                  <a:ext uri="{FF2B5EF4-FFF2-40B4-BE49-F238E27FC236}">
                    <a16:creationId xmlns:a16="http://schemas.microsoft.com/office/drawing/2014/main" id="{4761922D-12A6-B740-EADE-BA8494015E42}"/>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3" name="Forme libre : forme 110">
                <a:extLst>
                  <a:ext uri="{FF2B5EF4-FFF2-40B4-BE49-F238E27FC236}">
                    <a16:creationId xmlns:a16="http://schemas.microsoft.com/office/drawing/2014/main" id="{F0D43CFA-AF59-5933-093E-9F971E9A75C0}"/>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4" name="Ellipse 111">
                <a:extLst>
                  <a:ext uri="{FF2B5EF4-FFF2-40B4-BE49-F238E27FC236}">
                    <a16:creationId xmlns:a16="http://schemas.microsoft.com/office/drawing/2014/main" id="{5CCDF3D3-C952-5756-1D50-C7702E6A02E7}"/>
                  </a:ext>
                </a:extLst>
              </p:cNvPr>
              <p:cNvSpPr/>
              <p:nvPr/>
            </p:nvSpPr>
            <p:spPr>
              <a:xfrm>
                <a:off x="6590866" y="3575872"/>
                <a:ext cx="537391" cy="53739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Ellipse 112">
                <a:extLst>
                  <a:ext uri="{FF2B5EF4-FFF2-40B4-BE49-F238E27FC236}">
                    <a16:creationId xmlns:a16="http://schemas.microsoft.com/office/drawing/2014/main" id="{3688DBAE-5FBB-2BD9-819F-0A4B41E277F5}"/>
                  </a:ext>
                </a:extLst>
              </p:cNvPr>
              <p:cNvSpPr/>
              <p:nvPr/>
            </p:nvSpPr>
            <p:spPr>
              <a:xfrm>
                <a:off x="6886761" y="34399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Ellipse 113">
                <a:extLst>
                  <a:ext uri="{FF2B5EF4-FFF2-40B4-BE49-F238E27FC236}">
                    <a16:creationId xmlns:a16="http://schemas.microsoft.com/office/drawing/2014/main" id="{87A14129-A1CC-0413-E8CD-4D179E5A86F9}"/>
                  </a:ext>
                </a:extLst>
              </p:cNvPr>
              <p:cNvSpPr/>
              <p:nvPr/>
            </p:nvSpPr>
            <p:spPr>
              <a:xfrm>
                <a:off x="6420100" y="4044516"/>
                <a:ext cx="836064" cy="8360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Ellipse 114">
                <a:extLst>
                  <a:ext uri="{FF2B5EF4-FFF2-40B4-BE49-F238E27FC236}">
                    <a16:creationId xmlns:a16="http://schemas.microsoft.com/office/drawing/2014/main" id="{3305E1DA-7963-47D8-12CC-89A6101CF637}"/>
                  </a:ext>
                </a:extLst>
              </p:cNvPr>
              <p:cNvSpPr/>
              <p:nvPr/>
            </p:nvSpPr>
            <p:spPr>
              <a:xfrm>
                <a:off x="6687582" y="3852269"/>
                <a:ext cx="358122" cy="3581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Ellipse 115">
                <a:extLst>
                  <a:ext uri="{FF2B5EF4-FFF2-40B4-BE49-F238E27FC236}">
                    <a16:creationId xmlns:a16="http://schemas.microsoft.com/office/drawing/2014/main" id="{0970FC5E-7571-0C77-C012-38FF62934B70}"/>
                  </a:ext>
                </a:extLst>
              </p:cNvPr>
              <p:cNvSpPr/>
              <p:nvPr/>
            </p:nvSpPr>
            <p:spPr>
              <a:xfrm>
                <a:off x="6151038" y="3668751"/>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Ellipse 116">
                <a:extLst>
                  <a:ext uri="{FF2B5EF4-FFF2-40B4-BE49-F238E27FC236}">
                    <a16:creationId xmlns:a16="http://schemas.microsoft.com/office/drawing/2014/main" id="{3E5E8565-3D10-581E-1E63-138D116FD3E9}"/>
                  </a:ext>
                </a:extLst>
              </p:cNvPr>
              <p:cNvSpPr/>
              <p:nvPr/>
            </p:nvSpPr>
            <p:spPr>
              <a:xfrm>
                <a:off x="5641573" y="377582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Ellipse 117">
                <a:extLst>
                  <a:ext uri="{FF2B5EF4-FFF2-40B4-BE49-F238E27FC236}">
                    <a16:creationId xmlns:a16="http://schemas.microsoft.com/office/drawing/2014/main" id="{EC759A39-4AA5-69BA-0D36-2B6E7A96FB60}"/>
                  </a:ext>
                </a:extLst>
              </p:cNvPr>
              <p:cNvSpPr/>
              <p:nvPr/>
            </p:nvSpPr>
            <p:spPr>
              <a:xfrm>
                <a:off x="724630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Ellipse 118">
                <a:extLst>
                  <a:ext uri="{FF2B5EF4-FFF2-40B4-BE49-F238E27FC236}">
                    <a16:creationId xmlns:a16="http://schemas.microsoft.com/office/drawing/2014/main" id="{8C94F2BD-E143-AC61-EF36-A625F7D61555}"/>
                  </a:ext>
                </a:extLst>
              </p:cNvPr>
              <p:cNvSpPr/>
              <p:nvPr/>
            </p:nvSpPr>
            <p:spPr>
              <a:xfrm>
                <a:off x="694655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Ellipse 119">
                <a:extLst>
                  <a:ext uri="{FF2B5EF4-FFF2-40B4-BE49-F238E27FC236}">
                    <a16:creationId xmlns:a16="http://schemas.microsoft.com/office/drawing/2014/main" id="{94B5120A-CF05-A5B3-23CD-8199D2C30934}"/>
                  </a:ext>
                </a:extLst>
              </p:cNvPr>
              <p:cNvSpPr/>
              <p:nvPr/>
            </p:nvSpPr>
            <p:spPr>
              <a:xfrm>
                <a:off x="7568087" y="3717640"/>
                <a:ext cx="977008" cy="97700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Ellipse 120">
                <a:extLst>
                  <a:ext uri="{FF2B5EF4-FFF2-40B4-BE49-F238E27FC236}">
                    <a16:creationId xmlns:a16="http://schemas.microsoft.com/office/drawing/2014/main" id="{DDEBD1E5-F57C-B711-ECA0-71E8DF2B082D}"/>
                  </a:ext>
                </a:extLst>
              </p:cNvPr>
              <p:cNvSpPr/>
              <p:nvPr/>
            </p:nvSpPr>
            <p:spPr>
              <a:xfrm>
                <a:off x="8430860" y="3896679"/>
                <a:ext cx="415537" cy="41553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Ellipse 121">
                <a:extLst>
                  <a:ext uri="{FF2B5EF4-FFF2-40B4-BE49-F238E27FC236}">
                    <a16:creationId xmlns:a16="http://schemas.microsoft.com/office/drawing/2014/main" id="{18EFEFEF-103D-BA87-8AF6-3E3854D47448}"/>
                  </a:ext>
                </a:extLst>
              </p:cNvPr>
              <p:cNvSpPr/>
              <p:nvPr/>
            </p:nvSpPr>
            <p:spPr>
              <a:xfrm>
                <a:off x="7014394" y="3886162"/>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Ellipse 122">
                <a:extLst>
                  <a:ext uri="{FF2B5EF4-FFF2-40B4-BE49-F238E27FC236}">
                    <a16:creationId xmlns:a16="http://schemas.microsoft.com/office/drawing/2014/main" id="{13BA3E43-1895-76CA-0EC3-DC4EDE57E286}"/>
                  </a:ext>
                </a:extLst>
              </p:cNvPr>
              <p:cNvSpPr/>
              <p:nvPr/>
            </p:nvSpPr>
            <p:spPr>
              <a:xfrm>
                <a:off x="7355728" y="3957721"/>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Ellipse 123">
                <a:extLst>
                  <a:ext uri="{FF2B5EF4-FFF2-40B4-BE49-F238E27FC236}">
                    <a16:creationId xmlns:a16="http://schemas.microsoft.com/office/drawing/2014/main" id="{C00234BF-1694-6D11-15CB-A189302A844C}"/>
                  </a:ext>
                </a:extLst>
              </p:cNvPr>
              <p:cNvSpPr/>
              <p:nvPr/>
            </p:nvSpPr>
            <p:spPr>
              <a:xfrm>
                <a:off x="7429930" y="2860427"/>
                <a:ext cx="210400" cy="210398"/>
              </a:xfrm>
              <a:prstGeom prst="ellips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Ellipse 124">
                <a:extLst>
                  <a:ext uri="{FF2B5EF4-FFF2-40B4-BE49-F238E27FC236}">
                    <a16:creationId xmlns:a16="http://schemas.microsoft.com/office/drawing/2014/main" id="{F31DF557-5E7B-4D6C-9C51-8B3568C7D3B2}"/>
                  </a:ext>
                </a:extLst>
              </p:cNvPr>
              <p:cNvSpPr/>
              <p:nvPr/>
            </p:nvSpPr>
            <p:spPr>
              <a:xfrm>
                <a:off x="7104203" y="3095609"/>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Ellipse 125">
                <a:extLst>
                  <a:ext uri="{FF2B5EF4-FFF2-40B4-BE49-F238E27FC236}">
                    <a16:creationId xmlns:a16="http://schemas.microsoft.com/office/drawing/2014/main" id="{C57DA57D-5496-8ED8-4ABF-DDD297BCE398}"/>
                  </a:ext>
                </a:extLst>
              </p:cNvPr>
              <p:cNvSpPr/>
              <p:nvPr/>
            </p:nvSpPr>
            <p:spPr>
              <a:xfrm>
                <a:off x="7749903" y="2539844"/>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Ellipse 126">
                <a:extLst>
                  <a:ext uri="{FF2B5EF4-FFF2-40B4-BE49-F238E27FC236}">
                    <a16:creationId xmlns:a16="http://schemas.microsoft.com/office/drawing/2014/main" id="{52E2A9E8-2622-F101-AA2A-75B3A8BF874E}"/>
                  </a:ext>
                </a:extLst>
              </p:cNvPr>
              <p:cNvSpPr/>
              <p:nvPr/>
            </p:nvSpPr>
            <p:spPr>
              <a:xfrm>
                <a:off x="6791917" y="2647406"/>
                <a:ext cx="312286" cy="312284"/>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Ellipse 127">
                <a:extLst>
                  <a:ext uri="{FF2B5EF4-FFF2-40B4-BE49-F238E27FC236}">
                    <a16:creationId xmlns:a16="http://schemas.microsoft.com/office/drawing/2014/main" id="{8C623CAF-825A-E980-8D57-64AC8264338E}"/>
                  </a:ext>
                </a:extLst>
              </p:cNvPr>
              <p:cNvSpPr/>
              <p:nvPr/>
            </p:nvSpPr>
            <p:spPr>
              <a:xfrm>
                <a:off x="7272023" y="2502901"/>
                <a:ext cx="167410" cy="1674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Ellipse 128">
                <a:extLst>
                  <a:ext uri="{FF2B5EF4-FFF2-40B4-BE49-F238E27FC236}">
                    <a16:creationId xmlns:a16="http://schemas.microsoft.com/office/drawing/2014/main" id="{3FAB7B2D-E02B-B6C1-0FD5-CFFCF47DD7E1}"/>
                  </a:ext>
                </a:extLst>
              </p:cNvPr>
              <p:cNvSpPr/>
              <p:nvPr/>
            </p:nvSpPr>
            <p:spPr>
              <a:xfrm>
                <a:off x="5925057" y="4495943"/>
                <a:ext cx="312286" cy="312284"/>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Ellipse 129">
                <a:extLst>
                  <a:ext uri="{FF2B5EF4-FFF2-40B4-BE49-F238E27FC236}">
                    <a16:creationId xmlns:a16="http://schemas.microsoft.com/office/drawing/2014/main" id="{A6534058-6236-1AEB-9885-D71165EA89B8}"/>
                  </a:ext>
                </a:extLst>
              </p:cNvPr>
              <p:cNvSpPr/>
              <p:nvPr/>
            </p:nvSpPr>
            <p:spPr>
              <a:xfrm>
                <a:off x="7540418" y="5112499"/>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Ellipse 130">
                <a:extLst>
                  <a:ext uri="{FF2B5EF4-FFF2-40B4-BE49-F238E27FC236}">
                    <a16:creationId xmlns:a16="http://schemas.microsoft.com/office/drawing/2014/main" id="{E0E5CBB8-0C0E-BBEC-D9E0-2C8E81AF4981}"/>
                  </a:ext>
                </a:extLst>
              </p:cNvPr>
              <p:cNvSpPr/>
              <p:nvPr/>
            </p:nvSpPr>
            <p:spPr>
              <a:xfrm>
                <a:off x="8316658" y="4283253"/>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34" name="TextBox 82">
            <a:extLst>
              <a:ext uri="{FF2B5EF4-FFF2-40B4-BE49-F238E27FC236}">
                <a16:creationId xmlns:a16="http://schemas.microsoft.com/office/drawing/2014/main" id="{8DD90AE2-9EA8-2622-CDD7-3533222FA87A}"/>
              </a:ext>
            </a:extLst>
          </p:cNvPr>
          <p:cNvSpPr txBox="1"/>
          <p:nvPr/>
        </p:nvSpPr>
        <p:spPr>
          <a:xfrm>
            <a:off x="9460142" y="4343440"/>
            <a:ext cx="1870214" cy="1815882"/>
          </a:xfrm>
          <a:prstGeom prst="rect">
            <a:avLst/>
          </a:prstGeom>
          <a:noFill/>
        </p:spPr>
        <p:txBody>
          <a:bodyPr wrap="square" lIns="0" rIns="0" rtlCol="0" anchor="ctr">
            <a:spAutoFit/>
          </a:bodyPr>
          <a:lstStyle/>
          <a:p>
            <a:pPr algn="ctr"/>
            <a:r>
              <a:rPr lang="en-US" sz="1600" b="1" dirty="0">
                <a:solidFill>
                  <a:schemeClr val="accent4"/>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5" name="Rectangle 134">
            <a:extLst>
              <a:ext uri="{FF2B5EF4-FFF2-40B4-BE49-F238E27FC236}">
                <a16:creationId xmlns:a16="http://schemas.microsoft.com/office/drawing/2014/main" id="{F807DB66-D68D-53D6-52B2-36B029651DB1}"/>
              </a:ext>
            </a:extLst>
          </p:cNvPr>
          <p:cNvSpPr/>
          <p:nvPr/>
        </p:nvSpPr>
        <p:spPr>
          <a:xfrm flipH="1">
            <a:off x="1539159" y="3341004"/>
            <a:ext cx="515184"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36" name="Rectangle 135">
            <a:extLst>
              <a:ext uri="{FF2B5EF4-FFF2-40B4-BE49-F238E27FC236}">
                <a16:creationId xmlns:a16="http://schemas.microsoft.com/office/drawing/2014/main" id="{F6BFD0DB-6B4A-F90A-1176-777C8EDD53AF}"/>
              </a:ext>
            </a:extLst>
          </p:cNvPr>
          <p:cNvSpPr/>
          <p:nvPr/>
        </p:nvSpPr>
        <p:spPr>
          <a:xfrm flipH="1">
            <a:off x="4405325" y="3341004"/>
            <a:ext cx="515184"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7" name="Rectangle 136">
            <a:extLst>
              <a:ext uri="{FF2B5EF4-FFF2-40B4-BE49-F238E27FC236}">
                <a16:creationId xmlns:a16="http://schemas.microsoft.com/office/drawing/2014/main" id="{7ADF283F-A60B-83A8-D78F-94ECF060C265}"/>
              </a:ext>
            </a:extLst>
          </p:cNvPr>
          <p:cNvSpPr/>
          <p:nvPr/>
        </p:nvSpPr>
        <p:spPr>
          <a:xfrm flipH="1">
            <a:off x="7271491" y="3341004"/>
            <a:ext cx="515184"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38" name="Rectangle 137">
            <a:extLst>
              <a:ext uri="{FF2B5EF4-FFF2-40B4-BE49-F238E27FC236}">
                <a16:creationId xmlns:a16="http://schemas.microsoft.com/office/drawing/2014/main" id="{20964CB7-9682-E8F6-5E05-39D0B8F4E93F}"/>
              </a:ext>
            </a:extLst>
          </p:cNvPr>
          <p:cNvSpPr/>
          <p:nvPr/>
        </p:nvSpPr>
        <p:spPr>
          <a:xfrm flipH="1">
            <a:off x="10137657" y="3341004"/>
            <a:ext cx="515184"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4</a:t>
            </a:r>
            <a:endParaRPr lang="en-US" b="1" dirty="0">
              <a:solidFill>
                <a:schemeClr val="lt1"/>
              </a:solidFill>
              <a:cs typeface="Arial" panose="020B0604020202020204" pitchFamily="34" charset="0"/>
            </a:endParaRPr>
          </a:p>
        </p:txBody>
      </p:sp>
    </p:spTree>
    <p:extLst>
      <p:ext uri="{BB962C8B-B14F-4D97-AF65-F5344CB8AC3E}">
        <p14:creationId xmlns:p14="http://schemas.microsoft.com/office/powerpoint/2010/main" val="337193367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214184" y="13663"/>
            <a:ext cx="9728886" cy="678316"/>
          </a:xfrm>
        </p:spPr>
        <p:txBody>
          <a:bodyPr>
            <a:noAutofit/>
          </a:bodyPr>
          <a:lstStyle/>
          <a:p>
            <a:r>
              <a:rPr lang="en-US" dirty="0"/>
              <a:t>Circles 12</a:t>
            </a:r>
          </a:p>
        </p:txBody>
      </p:sp>
      <p:sp>
        <p:nvSpPr>
          <p:cNvPr id="4" name="Circle: Hollow 3">
            <a:extLst>
              <a:ext uri="{FF2B5EF4-FFF2-40B4-BE49-F238E27FC236}">
                <a16:creationId xmlns:a16="http://schemas.microsoft.com/office/drawing/2014/main" id="{33735CFF-F400-0FB3-491E-4D06784F30BC}"/>
              </a:ext>
            </a:extLst>
          </p:cNvPr>
          <p:cNvSpPr>
            <a:spLocks noChangeAspect="1"/>
          </p:cNvSpPr>
          <p:nvPr/>
        </p:nvSpPr>
        <p:spPr>
          <a:xfrm>
            <a:off x="1920240" y="2103120"/>
            <a:ext cx="2255520" cy="2255520"/>
          </a:xfrm>
          <a:prstGeom prst="donut">
            <a:avLst>
              <a:gd name="adj" fmla="val 962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3" name="Circle: Hollow 62">
            <a:extLst>
              <a:ext uri="{FF2B5EF4-FFF2-40B4-BE49-F238E27FC236}">
                <a16:creationId xmlns:a16="http://schemas.microsoft.com/office/drawing/2014/main" id="{947A648E-5CF3-C346-B80A-E3A71F36A563}"/>
              </a:ext>
            </a:extLst>
          </p:cNvPr>
          <p:cNvSpPr>
            <a:spLocks noChangeAspect="1"/>
          </p:cNvSpPr>
          <p:nvPr/>
        </p:nvSpPr>
        <p:spPr>
          <a:xfrm>
            <a:off x="3952240" y="2103120"/>
            <a:ext cx="2255520" cy="2255520"/>
          </a:xfrm>
          <a:prstGeom prst="donut">
            <a:avLst>
              <a:gd name="adj" fmla="val 96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4" name="Circle: Hollow 63">
            <a:extLst>
              <a:ext uri="{FF2B5EF4-FFF2-40B4-BE49-F238E27FC236}">
                <a16:creationId xmlns:a16="http://schemas.microsoft.com/office/drawing/2014/main" id="{E59EA44C-4714-B3CF-C3ED-F3C83B17AA8F}"/>
              </a:ext>
            </a:extLst>
          </p:cNvPr>
          <p:cNvSpPr>
            <a:spLocks noChangeAspect="1"/>
          </p:cNvSpPr>
          <p:nvPr/>
        </p:nvSpPr>
        <p:spPr>
          <a:xfrm>
            <a:off x="5984240" y="2103120"/>
            <a:ext cx="2255520" cy="2255520"/>
          </a:xfrm>
          <a:prstGeom prst="donut">
            <a:avLst>
              <a:gd name="adj" fmla="val 962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5" name="Circle: Hollow 64">
            <a:extLst>
              <a:ext uri="{FF2B5EF4-FFF2-40B4-BE49-F238E27FC236}">
                <a16:creationId xmlns:a16="http://schemas.microsoft.com/office/drawing/2014/main" id="{3849331B-868E-F798-6850-5CB506D06A39}"/>
              </a:ext>
            </a:extLst>
          </p:cNvPr>
          <p:cNvSpPr>
            <a:spLocks noChangeAspect="1"/>
          </p:cNvSpPr>
          <p:nvPr/>
        </p:nvSpPr>
        <p:spPr>
          <a:xfrm>
            <a:off x="8016240" y="2103120"/>
            <a:ext cx="2255520" cy="2255520"/>
          </a:xfrm>
          <a:prstGeom prst="donut">
            <a:avLst>
              <a:gd name="adj" fmla="val 962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TextBox 65">
            <a:extLst>
              <a:ext uri="{FF2B5EF4-FFF2-40B4-BE49-F238E27FC236}">
                <a16:creationId xmlns:a16="http://schemas.microsoft.com/office/drawing/2014/main" id="{3E7D590D-1C35-4CB9-DBE9-D7FBB23FE7EE}"/>
              </a:ext>
            </a:extLst>
          </p:cNvPr>
          <p:cNvSpPr txBox="1"/>
          <p:nvPr/>
        </p:nvSpPr>
        <p:spPr>
          <a:xfrm>
            <a:off x="2022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7" name="TextBox 66">
            <a:extLst>
              <a:ext uri="{FF2B5EF4-FFF2-40B4-BE49-F238E27FC236}">
                <a16:creationId xmlns:a16="http://schemas.microsoft.com/office/drawing/2014/main" id="{8A0A6195-6D52-82F3-B740-6805D68D7AF3}"/>
              </a:ext>
            </a:extLst>
          </p:cNvPr>
          <p:cNvSpPr txBox="1"/>
          <p:nvPr/>
        </p:nvSpPr>
        <p:spPr>
          <a:xfrm>
            <a:off x="4054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8" name="TextBox 67">
            <a:extLst>
              <a:ext uri="{FF2B5EF4-FFF2-40B4-BE49-F238E27FC236}">
                <a16:creationId xmlns:a16="http://schemas.microsoft.com/office/drawing/2014/main" id="{FE36E2D7-EA92-6D67-483B-A7039FD1ED8E}"/>
              </a:ext>
            </a:extLst>
          </p:cNvPr>
          <p:cNvSpPr txBox="1"/>
          <p:nvPr/>
        </p:nvSpPr>
        <p:spPr>
          <a:xfrm>
            <a:off x="6086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9" name="TextBox 68">
            <a:extLst>
              <a:ext uri="{FF2B5EF4-FFF2-40B4-BE49-F238E27FC236}">
                <a16:creationId xmlns:a16="http://schemas.microsoft.com/office/drawing/2014/main" id="{B4957385-5DCC-FEB4-CF82-9E3B57369778}"/>
              </a:ext>
            </a:extLst>
          </p:cNvPr>
          <p:cNvSpPr txBox="1"/>
          <p:nvPr/>
        </p:nvSpPr>
        <p:spPr>
          <a:xfrm>
            <a:off x="8118763"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0" name="TextBox 69">
            <a:extLst>
              <a:ext uri="{FF2B5EF4-FFF2-40B4-BE49-F238E27FC236}">
                <a16:creationId xmlns:a16="http://schemas.microsoft.com/office/drawing/2014/main" id="{35DD5E1B-A9E8-E15C-DEDD-3E2E1012D9F1}"/>
              </a:ext>
            </a:extLst>
          </p:cNvPr>
          <p:cNvSpPr txBox="1"/>
          <p:nvPr/>
        </p:nvSpPr>
        <p:spPr>
          <a:xfrm>
            <a:off x="2004753" y="3061603"/>
            <a:ext cx="2050473" cy="338554"/>
          </a:xfrm>
          <a:prstGeom prst="rect">
            <a:avLst/>
          </a:prstGeom>
          <a:noFill/>
        </p:spPr>
        <p:txBody>
          <a:bodyPr wrap="square" rtlCol="0">
            <a:spAutoFit/>
          </a:bodyPr>
          <a:lstStyle/>
          <a:p>
            <a:pPr algn="ctr"/>
            <a:r>
              <a:rPr lang="en-US" sz="1600" b="1" dirty="0">
                <a:solidFill>
                  <a:schemeClr val="accent1"/>
                </a:solidFill>
              </a:rPr>
              <a:t>LOREM IPSUM</a:t>
            </a:r>
          </a:p>
        </p:txBody>
      </p:sp>
      <p:sp>
        <p:nvSpPr>
          <p:cNvPr id="71" name="TextBox 70">
            <a:extLst>
              <a:ext uri="{FF2B5EF4-FFF2-40B4-BE49-F238E27FC236}">
                <a16:creationId xmlns:a16="http://schemas.microsoft.com/office/drawing/2014/main" id="{62462B9C-0093-AEFA-4524-4FA109E3C153}"/>
              </a:ext>
            </a:extLst>
          </p:cNvPr>
          <p:cNvSpPr txBox="1"/>
          <p:nvPr/>
        </p:nvSpPr>
        <p:spPr>
          <a:xfrm>
            <a:off x="4048760" y="3061603"/>
            <a:ext cx="2050473" cy="338554"/>
          </a:xfrm>
          <a:prstGeom prst="rect">
            <a:avLst/>
          </a:prstGeom>
          <a:noFill/>
        </p:spPr>
        <p:txBody>
          <a:bodyPr wrap="square" rtlCol="0">
            <a:spAutoFit/>
          </a:bodyPr>
          <a:lstStyle/>
          <a:p>
            <a:pPr algn="ctr"/>
            <a:r>
              <a:rPr lang="en-US" sz="1600" b="1" dirty="0">
                <a:solidFill>
                  <a:schemeClr val="accent2"/>
                </a:solidFill>
              </a:rPr>
              <a:t>LOREM IPSUM</a:t>
            </a:r>
          </a:p>
        </p:txBody>
      </p:sp>
      <p:sp>
        <p:nvSpPr>
          <p:cNvPr id="72" name="TextBox 71">
            <a:extLst>
              <a:ext uri="{FF2B5EF4-FFF2-40B4-BE49-F238E27FC236}">
                <a16:creationId xmlns:a16="http://schemas.microsoft.com/office/drawing/2014/main" id="{7EE73BA0-DEF6-EC93-040A-C229FE475734}"/>
              </a:ext>
            </a:extLst>
          </p:cNvPr>
          <p:cNvSpPr txBox="1"/>
          <p:nvPr/>
        </p:nvSpPr>
        <p:spPr>
          <a:xfrm>
            <a:off x="6092767" y="3061603"/>
            <a:ext cx="2050473" cy="338554"/>
          </a:xfrm>
          <a:prstGeom prst="rect">
            <a:avLst/>
          </a:prstGeom>
          <a:noFill/>
        </p:spPr>
        <p:txBody>
          <a:bodyPr wrap="square" rtlCol="0">
            <a:spAutoFit/>
          </a:bodyPr>
          <a:lstStyle/>
          <a:p>
            <a:pPr algn="ctr"/>
            <a:r>
              <a:rPr lang="en-US" sz="1600" b="1" dirty="0">
                <a:solidFill>
                  <a:schemeClr val="accent3"/>
                </a:solidFill>
              </a:rPr>
              <a:t>LOREM IPSUM</a:t>
            </a:r>
          </a:p>
        </p:txBody>
      </p:sp>
      <p:sp>
        <p:nvSpPr>
          <p:cNvPr id="73" name="TextBox 72">
            <a:extLst>
              <a:ext uri="{FF2B5EF4-FFF2-40B4-BE49-F238E27FC236}">
                <a16:creationId xmlns:a16="http://schemas.microsoft.com/office/drawing/2014/main" id="{6CE48AFC-C7B1-E40C-C2A4-1107895956BD}"/>
              </a:ext>
            </a:extLst>
          </p:cNvPr>
          <p:cNvSpPr txBox="1"/>
          <p:nvPr/>
        </p:nvSpPr>
        <p:spPr>
          <a:xfrm>
            <a:off x="8136775" y="3061603"/>
            <a:ext cx="2050473" cy="338554"/>
          </a:xfrm>
          <a:prstGeom prst="rect">
            <a:avLst/>
          </a:prstGeom>
          <a:noFill/>
        </p:spPr>
        <p:txBody>
          <a:bodyPr wrap="square" rtlCol="0">
            <a:spAutoFit/>
          </a:bodyPr>
          <a:lstStyle/>
          <a:p>
            <a:pPr algn="ctr"/>
            <a:r>
              <a:rPr lang="en-US" sz="1600" b="1" dirty="0">
                <a:solidFill>
                  <a:schemeClr val="accent4"/>
                </a:solidFill>
              </a:rPr>
              <a:t>LOREM IPSUM</a:t>
            </a:r>
          </a:p>
        </p:txBody>
      </p:sp>
    </p:spTree>
    <p:extLst>
      <p:ext uri="{BB962C8B-B14F-4D97-AF65-F5344CB8AC3E}">
        <p14:creationId xmlns:p14="http://schemas.microsoft.com/office/powerpoint/2010/main" val="33430884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41333-CAD6-3DB0-D66C-51DCC8AE42A8}"/>
              </a:ext>
            </a:extLst>
          </p:cNvPr>
          <p:cNvSpPr>
            <a:spLocks noGrp="1"/>
          </p:cNvSpPr>
          <p:nvPr>
            <p:ph type="title"/>
          </p:nvPr>
        </p:nvSpPr>
        <p:spPr>
          <a:xfrm>
            <a:off x="214184" y="13663"/>
            <a:ext cx="9728886" cy="678316"/>
          </a:xfrm>
        </p:spPr>
        <p:txBody>
          <a:bodyPr>
            <a:normAutofit/>
          </a:bodyPr>
          <a:lstStyle/>
          <a:p>
            <a:r>
              <a:rPr lang="en-US" dirty="0"/>
              <a:t>Timeline 23</a:t>
            </a:r>
          </a:p>
        </p:txBody>
      </p:sp>
      <p:sp>
        <p:nvSpPr>
          <p:cNvPr id="94" name="Google Shape;952;p35">
            <a:extLst>
              <a:ext uri="{FF2B5EF4-FFF2-40B4-BE49-F238E27FC236}">
                <a16:creationId xmlns:a16="http://schemas.microsoft.com/office/drawing/2014/main" id="{124FE85F-1E74-591B-033D-994C1DAD8B26}"/>
              </a:ext>
            </a:extLst>
          </p:cNvPr>
          <p:cNvSpPr/>
          <p:nvPr/>
        </p:nvSpPr>
        <p:spPr>
          <a:xfrm>
            <a:off x="2278016" y="2703454"/>
            <a:ext cx="738076" cy="738076"/>
          </a:xfrm>
          <a:custGeom>
            <a:avLst/>
            <a:gdLst/>
            <a:ahLst/>
            <a:cxnLst/>
            <a:rect l="l" t="t" r="r" b="b"/>
            <a:pathLst>
              <a:path w="20730" h="20730" extrusionOk="0">
                <a:moveTo>
                  <a:pt x="10371" y="1"/>
                </a:moveTo>
                <a:cubicBezTo>
                  <a:pt x="4644" y="1"/>
                  <a:pt x="1" y="4644"/>
                  <a:pt x="1" y="10371"/>
                </a:cubicBezTo>
                <a:cubicBezTo>
                  <a:pt x="1" y="16086"/>
                  <a:pt x="4644" y="20730"/>
                  <a:pt x="10371" y="20730"/>
                </a:cubicBezTo>
                <a:cubicBezTo>
                  <a:pt x="16086" y="20730"/>
                  <a:pt x="20729" y="16086"/>
                  <a:pt x="20729" y="10371"/>
                </a:cubicBezTo>
                <a:cubicBezTo>
                  <a:pt x="20729" y="4644"/>
                  <a:pt x="16086" y="1"/>
                  <a:pt x="10371" y="1"/>
                </a:cubicBezTo>
                <a:close/>
              </a:path>
            </a:pathLst>
          </a:custGeom>
          <a:solidFill>
            <a:schemeClr val="accent1"/>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1</a:t>
            </a:r>
          </a:p>
        </p:txBody>
      </p:sp>
      <p:sp>
        <p:nvSpPr>
          <p:cNvPr id="95" name="Google Shape;953;p35">
            <a:extLst>
              <a:ext uri="{FF2B5EF4-FFF2-40B4-BE49-F238E27FC236}">
                <a16:creationId xmlns:a16="http://schemas.microsoft.com/office/drawing/2014/main" id="{3319E5EF-4C76-5EF6-FB89-BAC0492EA9A6}"/>
              </a:ext>
            </a:extLst>
          </p:cNvPr>
          <p:cNvSpPr/>
          <p:nvPr/>
        </p:nvSpPr>
        <p:spPr>
          <a:xfrm>
            <a:off x="2647232" y="2786554"/>
            <a:ext cx="511277" cy="797428"/>
          </a:xfrm>
          <a:custGeom>
            <a:avLst/>
            <a:gdLst/>
            <a:ahLst/>
            <a:cxnLst/>
            <a:rect l="l" t="t" r="r" b="b"/>
            <a:pathLst>
              <a:path w="14360" h="22397" fill="none" extrusionOk="0">
                <a:moveTo>
                  <a:pt x="11907" y="1"/>
                </a:moveTo>
                <a:cubicBezTo>
                  <a:pt x="13455" y="2298"/>
                  <a:pt x="14360" y="5061"/>
                  <a:pt x="14360" y="8037"/>
                </a:cubicBezTo>
                <a:cubicBezTo>
                  <a:pt x="14360" y="15967"/>
                  <a:pt x="7930" y="22396"/>
                  <a:pt x="1" y="22396"/>
                </a:cubicBezTo>
              </a:path>
            </a:pathLst>
          </a:custGeom>
          <a:solidFill>
            <a:schemeClr val="accent1">
              <a:lumMod val="75000"/>
            </a:schemeClr>
          </a:solidFill>
          <a:ln w="815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96" name="Google Shape;954;p35">
            <a:extLst>
              <a:ext uri="{FF2B5EF4-FFF2-40B4-BE49-F238E27FC236}">
                <a16:creationId xmlns:a16="http://schemas.microsoft.com/office/drawing/2014/main" id="{8C498575-C2C5-E3B5-FA21-CE41F28EE90F}"/>
              </a:ext>
            </a:extLst>
          </p:cNvPr>
          <p:cNvGrpSpPr/>
          <p:nvPr/>
        </p:nvGrpSpPr>
        <p:grpSpPr>
          <a:xfrm>
            <a:off x="1511030" y="2894043"/>
            <a:ext cx="2553713" cy="1580400"/>
            <a:chOff x="1597088" y="2023550"/>
            <a:chExt cx="1793125" cy="1395125"/>
          </a:xfrm>
        </p:grpSpPr>
        <p:sp>
          <p:nvSpPr>
            <p:cNvPr id="102" name="Google Shape;955;p35">
              <a:extLst>
                <a:ext uri="{FF2B5EF4-FFF2-40B4-BE49-F238E27FC236}">
                  <a16:creationId xmlns:a16="http://schemas.microsoft.com/office/drawing/2014/main" id="{4D0597A9-5C6B-0883-D349-233B4DF84D48}"/>
                </a:ext>
              </a:extLst>
            </p:cNvPr>
            <p:cNvSpPr/>
            <p:nvPr/>
          </p:nvSpPr>
          <p:spPr>
            <a:xfrm>
              <a:off x="2968088" y="2088450"/>
              <a:ext cx="367050" cy="126225"/>
            </a:xfrm>
            <a:custGeom>
              <a:avLst/>
              <a:gdLst/>
              <a:ahLst/>
              <a:cxnLst/>
              <a:rect l="l" t="t" r="r" b="b"/>
              <a:pathLst>
                <a:path w="14682" h="5049" fill="none" extrusionOk="0">
                  <a:moveTo>
                    <a:pt x="14681" y="0"/>
                  </a:moveTo>
                  <a:lnTo>
                    <a:pt x="5037" y="0"/>
                  </a:lnTo>
                  <a:cubicBezTo>
                    <a:pt x="2251" y="0"/>
                    <a:pt x="1" y="2262"/>
                    <a:pt x="1" y="5048"/>
                  </a:cubicBez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3" name="Google Shape;956;p35">
              <a:extLst>
                <a:ext uri="{FF2B5EF4-FFF2-40B4-BE49-F238E27FC236}">
                  <a16:creationId xmlns:a16="http://schemas.microsoft.com/office/drawing/2014/main" id="{CE77164C-8915-FE8B-B509-F99E39FE1313}"/>
                </a:ext>
              </a:extLst>
            </p:cNvPr>
            <p:cNvSpPr/>
            <p:nvPr/>
          </p:nvSpPr>
          <p:spPr>
            <a:xfrm>
              <a:off x="1597088" y="2214650"/>
              <a:ext cx="1371025" cy="1204025"/>
            </a:xfrm>
            <a:custGeom>
              <a:avLst/>
              <a:gdLst/>
              <a:ahLst/>
              <a:cxnLst/>
              <a:rect l="l" t="t" r="r" b="b"/>
              <a:pathLst>
                <a:path w="54841" h="48161" fill="none" extrusionOk="0">
                  <a:moveTo>
                    <a:pt x="13872" y="1905"/>
                  </a:moveTo>
                  <a:lnTo>
                    <a:pt x="5037" y="1905"/>
                  </a:lnTo>
                  <a:cubicBezTo>
                    <a:pt x="2251" y="1905"/>
                    <a:pt x="1" y="4167"/>
                    <a:pt x="1" y="6954"/>
                  </a:cubicBezTo>
                  <a:lnTo>
                    <a:pt x="1" y="34671"/>
                  </a:lnTo>
                  <a:cubicBezTo>
                    <a:pt x="1" y="37457"/>
                    <a:pt x="2251" y="39719"/>
                    <a:pt x="5037" y="39719"/>
                  </a:cubicBezTo>
                  <a:lnTo>
                    <a:pt x="20372" y="39719"/>
                  </a:lnTo>
                  <a:cubicBezTo>
                    <a:pt x="21015" y="39719"/>
                    <a:pt x="21634" y="40029"/>
                    <a:pt x="22015" y="40553"/>
                  </a:cubicBezTo>
                  <a:lnTo>
                    <a:pt x="25766" y="47054"/>
                  </a:lnTo>
                  <a:cubicBezTo>
                    <a:pt x="26587" y="48161"/>
                    <a:pt x="28254" y="48161"/>
                    <a:pt x="29064" y="47054"/>
                  </a:cubicBezTo>
                  <a:lnTo>
                    <a:pt x="32814" y="40553"/>
                  </a:lnTo>
                  <a:cubicBezTo>
                    <a:pt x="33207" y="40029"/>
                    <a:pt x="33815" y="39719"/>
                    <a:pt x="34469" y="39719"/>
                  </a:cubicBezTo>
                  <a:lnTo>
                    <a:pt x="49793" y="39719"/>
                  </a:lnTo>
                  <a:cubicBezTo>
                    <a:pt x="52579" y="39719"/>
                    <a:pt x="54841" y="37457"/>
                    <a:pt x="54841" y="34671"/>
                  </a:cubicBezTo>
                  <a:lnTo>
                    <a:pt x="54841" y="0"/>
                  </a:ln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4" name="Google Shape;957;p35">
              <a:extLst>
                <a:ext uri="{FF2B5EF4-FFF2-40B4-BE49-F238E27FC236}">
                  <a16:creationId xmlns:a16="http://schemas.microsoft.com/office/drawing/2014/main" id="{6C2AB183-DB4A-C688-BCFD-95D92C4A3503}"/>
                </a:ext>
              </a:extLst>
            </p:cNvPr>
            <p:cNvSpPr/>
            <p:nvPr/>
          </p:nvSpPr>
          <p:spPr>
            <a:xfrm>
              <a:off x="3280038" y="2023550"/>
              <a:ext cx="110175" cy="129800"/>
            </a:xfrm>
            <a:custGeom>
              <a:avLst/>
              <a:gdLst/>
              <a:ahLst/>
              <a:cxnLst/>
              <a:rect l="l" t="t" r="r" b="b"/>
              <a:pathLst>
                <a:path w="4407" h="5192" extrusionOk="0">
                  <a:moveTo>
                    <a:pt x="25" y="0"/>
                  </a:moveTo>
                  <a:lnTo>
                    <a:pt x="2263" y="2572"/>
                  </a:lnTo>
                  <a:lnTo>
                    <a:pt x="1" y="5180"/>
                  </a:lnTo>
                  <a:lnTo>
                    <a:pt x="13" y="5192"/>
                  </a:lnTo>
                  <a:lnTo>
                    <a:pt x="2120" y="5192"/>
                  </a:lnTo>
                  <a:lnTo>
                    <a:pt x="3334" y="3799"/>
                  </a:lnTo>
                  <a:lnTo>
                    <a:pt x="4406" y="2572"/>
                  </a:lnTo>
                  <a:lnTo>
                    <a:pt x="216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97" name="Google Shape;958;p35">
            <a:extLst>
              <a:ext uri="{FF2B5EF4-FFF2-40B4-BE49-F238E27FC236}">
                <a16:creationId xmlns:a16="http://schemas.microsoft.com/office/drawing/2014/main" id="{9CBD4489-CBE7-7CBD-DF02-65C5057AF43B}"/>
              </a:ext>
            </a:extLst>
          </p:cNvPr>
          <p:cNvGrpSpPr/>
          <p:nvPr/>
        </p:nvGrpSpPr>
        <p:grpSpPr>
          <a:xfrm>
            <a:off x="2455698" y="4563511"/>
            <a:ext cx="63197" cy="375197"/>
            <a:chOff x="2260263" y="3508250"/>
            <a:chExt cx="44375" cy="263450"/>
          </a:xfrm>
        </p:grpSpPr>
        <p:sp>
          <p:nvSpPr>
            <p:cNvPr id="98" name="Google Shape;959;p35">
              <a:extLst>
                <a:ext uri="{FF2B5EF4-FFF2-40B4-BE49-F238E27FC236}">
                  <a16:creationId xmlns:a16="http://schemas.microsoft.com/office/drawing/2014/main" id="{DDC99C86-A4B1-893E-29F9-C46BB0392DA6}"/>
                </a:ext>
              </a:extLst>
            </p:cNvPr>
            <p:cNvSpPr/>
            <p:nvPr/>
          </p:nvSpPr>
          <p:spPr>
            <a:xfrm>
              <a:off x="2260263" y="3508250"/>
              <a:ext cx="44375" cy="44375"/>
            </a:xfrm>
            <a:custGeom>
              <a:avLst/>
              <a:gdLst/>
              <a:ahLst/>
              <a:cxnLst/>
              <a:rect l="l" t="t" r="r" b="b"/>
              <a:pathLst>
                <a:path w="1775" h="1775" extrusionOk="0">
                  <a:moveTo>
                    <a:pt x="894" y="1"/>
                  </a:moveTo>
                  <a:cubicBezTo>
                    <a:pt x="406" y="1"/>
                    <a:pt x="1" y="394"/>
                    <a:pt x="1" y="894"/>
                  </a:cubicBezTo>
                  <a:cubicBezTo>
                    <a:pt x="1" y="1382"/>
                    <a:pt x="406" y="1775"/>
                    <a:pt x="894" y="1775"/>
                  </a:cubicBezTo>
                  <a:cubicBezTo>
                    <a:pt x="1382" y="1775"/>
                    <a:pt x="1775" y="1382"/>
                    <a:pt x="1775" y="894"/>
                  </a:cubicBezTo>
                  <a:cubicBezTo>
                    <a:pt x="1775" y="394"/>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9" name="Google Shape;960;p35">
              <a:extLst>
                <a:ext uri="{FF2B5EF4-FFF2-40B4-BE49-F238E27FC236}">
                  <a16:creationId xmlns:a16="http://schemas.microsoft.com/office/drawing/2014/main" id="{A3CF2F2B-A6E2-1812-8D41-218F514433A8}"/>
                </a:ext>
              </a:extLst>
            </p:cNvPr>
            <p:cNvSpPr/>
            <p:nvPr/>
          </p:nvSpPr>
          <p:spPr>
            <a:xfrm>
              <a:off x="2260263" y="35844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0" name="Google Shape;961;p35">
              <a:extLst>
                <a:ext uri="{FF2B5EF4-FFF2-40B4-BE49-F238E27FC236}">
                  <a16:creationId xmlns:a16="http://schemas.microsoft.com/office/drawing/2014/main" id="{8FE19A42-4CD0-F05C-4B33-D0511470D87E}"/>
                </a:ext>
              </a:extLst>
            </p:cNvPr>
            <p:cNvSpPr/>
            <p:nvPr/>
          </p:nvSpPr>
          <p:spPr>
            <a:xfrm>
              <a:off x="2260263" y="36606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1" name="Google Shape;962;p35">
              <a:extLst>
                <a:ext uri="{FF2B5EF4-FFF2-40B4-BE49-F238E27FC236}">
                  <a16:creationId xmlns:a16="http://schemas.microsoft.com/office/drawing/2014/main" id="{7D45A10B-4E79-A52F-CD48-1BA8715C2B11}"/>
                </a:ext>
              </a:extLst>
            </p:cNvPr>
            <p:cNvSpPr/>
            <p:nvPr/>
          </p:nvSpPr>
          <p:spPr>
            <a:xfrm>
              <a:off x="2260263" y="3727025"/>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83" name="Google Shape;966;p35">
            <a:extLst>
              <a:ext uri="{FF2B5EF4-FFF2-40B4-BE49-F238E27FC236}">
                <a16:creationId xmlns:a16="http://schemas.microsoft.com/office/drawing/2014/main" id="{51957B50-156D-7A00-5749-DD34F7150A9B}"/>
              </a:ext>
            </a:extLst>
          </p:cNvPr>
          <p:cNvSpPr/>
          <p:nvPr/>
        </p:nvSpPr>
        <p:spPr>
          <a:xfrm>
            <a:off x="4682085" y="3840545"/>
            <a:ext cx="738076" cy="737649"/>
          </a:xfrm>
          <a:custGeom>
            <a:avLst/>
            <a:gdLst/>
            <a:ahLst/>
            <a:cxnLst/>
            <a:rect l="l" t="t" r="r" b="b"/>
            <a:pathLst>
              <a:path w="20730" h="20718" extrusionOk="0">
                <a:moveTo>
                  <a:pt x="10359" y="1"/>
                </a:moveTo>
                <a:cubicBezTo>
                  <a:pt x="4644" y="1"/>
                  <a:pt x="1" y="4633"/>
                  <a:pt x="1" y="10359"/>
                </a:cubicBezTo>
                <a:cubicBezTo>
                  <a:pt x="1" y="16074"/>
                  <a:pt x="4644" y="20718"/>
                  <a:pt x="10359" y="20718"/>
                </a:cubicBezTo>
                <a:cubicBezTo>
                  <a:pt x="16086" y="20718"/>
                  <a:pt x="20729" y="16074"/>
                  <a:pt x="20729" y="10359"/>
                </a:cubicBezTo>
                <a:cubicBezTo>
                  <a:pt x="20729" y="4633"/>
                  <a:pt x="16086" y="1"/>
                  <a:pt x="10359" y="1"/>
                </a:cubicBezTo>
                <a:close/>
              </a:path>
            </a:pathLst>
          </a:custGeom>
          <a:solidFill>
            <a:schemeClr val="accent2"/>
          </a:solidFill>
          <a:ln>
            <a:noFill/>
          </a:ln>
        </p:spPr>
        <p:txBody>
          <a:bodyPr spcFirstLastPara="1" wrap="square" lIns="91425" tIns="91425" rIns="91425" bIns="91425" anchor="ctr" anchorCtr="0">
            <a:noAutofit/>
          </a:bodyPr>
          <a:lstStyle/>
          <a:p>
            <a:pPr algn="ctr">
              <a:buClr>
                <a:schemeClr val="dk1"/>
              </a:buClr>
              <a:buSzPts val="1100"/>
            </a:pPr>
            <a:r>
              <a:rPr lang="en-US" sz="3600" b="1" dirty="0">
                <a:solidFill>
                  <a:schemeClr val="lt1"/>
                </a:solidFill>
              </a:rPr>
              <a:t>2</a:t>
            </a:r>
          </a:p>
        </p:txBody>
      </p:sp>
      <p:sp>
        <p:nvSpPr>
          <p:cNvPr id="84" name="Google Shape;967;p35">
            <a:extLst>
              <a:ext uri="{FF2B5EF4-FFF2-40B4-BE49-F238E27FC236}">
                <a16:creationId xmlns:a16="http://schemas.microsoft.com/office/drawing/2014/main" id="{858F3D67-1260-5D4F-59C3-163051334EDC}"/>
              </a:ext>
            </a:extLst>
          </p:cNvPr>
          <p:cNvSpPr/>
          <p:nvPr/>
        </p:nvSpPr>
        <p:spPr>
          <a:xfrm>
            <a:off x="4425200" y="3860484"/>
            <a:ext cx="463781" cy="863972"/>
          </a:xfrm>
          <a:custGeom>
            <a:avLst/>
            <a:gdLst/>
            <a:ahLst/>
            <a:cxnLst/>
            <a:rect l="l" t="t" r="r" b="b"/>
            <a:pathLst>
              <a:path w="13026" h="24266" fill="none" extrusionOk="0">
                <a:moveTo>
                  <a:pt x="13026" y="24265"/>
                </a:moveTo>
                <a:cubicBezTo>
                  <a:pt x="10311" y="23742"/>
                  <a:pt x="7716" y="22420"/>
                  <a:pt x="5608" y="20313"/>
                </a:cubicBezTo>
                <a:cubicBezTo>
                  <a:pt x="0" y="14705"/>
                  <a:pt x="0" y="5608"/>
                  <a:pt x="5608" y="1"/>
                </a:cubicBezTo>
              </a:path>
            </a:pathLst>
          </a:custGeom>
          <a:noFill/>
          <a:ln w="81550"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85" name="Google Shape;968;p35">
            <a:extLst>
              <a:ext uri="{FF2B5EF4-FFF2-40B4-BE49-F238E27FC236}">
                <a16:creationId xmlns:a16="http://schemas.microsoft.com/office/drawing/2014/main" id="{52487526-B73A-8912-997C-AD03CB0C2941}"/>
              </a:ext>
            </a:extLst>
          </p:cNvPr>
          <p:cNvGrpSpPr/>
          <p:nvPr/>
        </p:nvGrpSpPr>
        <p:grpSpPr>
          <a:xfrm flipH="1">
            <a:off x="3716474" y="2944437"/>
            <a:ext cx="2553678" cy="1581221"/>
            <a:chOff x="2679963" y="2089625"/>
            <a:chExt cx="1793100" cy="1395450"/>
          </a:xfrm>
        </p:grpSpPr>
        <p:sp>
          <p:nvSpPr>
            <p:cNvPr id="91" name="Google Shape;969;p35">
              <a:extLst>
                <a:ext uri="{FF2B5EF4-FFF2-40B4-BE49-F238E27FC236}">
                  <a16:creationId xmlns:a16="http://schemas.microsoft.com/office/drawing/2014/main" id="{DB6E94A9-D738-FEA2-223A-4FE4F80DA406}"/>
                </a:ext>
              </a:extLst>
            </p:cNvPr>
            <p:cNvSpPr/>
            <p:nvPr/>
          </p:nvSpPr>
          <p:spPr>
            <a:xfrm>
              <a:off x="2735038" y="3293950"/>
              <a:ext cx="367025" cy="126225"/>
            </a:xfrm>
            <a:custGeom>
              <a:avLst/>
              <a:gdLst/>
              <a:ahLst/>
              <a:cxnLst/>
              <a:rect l="l" t="t" r="r" b="b"/>
              <a:pathLst>
                <a:path w="14681" h="5049" fill="none" extrusionOk="0">
                  <a:moveTo>
                    <a:pt x="0" y="5048"/>
                  </a:moveTo>
                  <a:lnTo>
                    <a:pt x="9633" y="5048"/>
                  </a:lnTo>
                  <a:cubicBezTo>
                    <a:pt x="12419" y="5048"/>
                    <a:pt x="14681" y="2786"/>
                    <a:pt x="14681" y="0"/>
                  </a:cubicBezTo>
                </a:path>
              </a:pathLst>
            </a:custGeom>
            <a:no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2" name="Google Shape;970;p35">
              <a:extLst>
                <a:ext uri="{FF2B5EF4-FFF2-40B4-BE49-F238E27FC236}">
                  <a16:creationId xmlns:a16="http://schemas.microsoft.com/office/drawing/2014/main" id="{06B17822-1DBE-DC9B-8011-9A7F800646C1}"/>
                </a:ext>
              </a:extLst>
            </p:cNvPr>
            <p:cNvSpPr/>
            <p:nvPr/>
          </p:nvSpPr>
          <p:spPr>
            <a:xfrm>
              <a:off x="3102038" y="2089625"/>
              <a:ext cx="1371025" cy="1204349"/>
            </a:xfrm>
            <a:custGeom>
              <a:avLst/>
              <a:gdLst/>
              <a:ahLst/>
              <a:cxnLst/>
              <a:rect l="l" t="t" r="r" b="b"/>
              <a:pathLst>
                <a:path w="54841" h="48174" fill="none" extrusionOk="0">
                  <a:moveTo>
                    <a:pt x="40958" y="46268"/>
                  </a:moveTo>
                  <a:lnTo>
                    <a:pt x="49793" y="46268"/>
                  </a:lnTo>
                  <a:cubicBezTo>
                    <a:pt x="52579" y="46268"/>
                    <a:pt x="54841" y="44006"/>
                    <a:pt x="54841" y="41220"/>
                  </a:cubicBezTo>
                  <a:lnTo>
                    <a:pt x="54841" y="13490"/>
                  </a:lnTo>
                  <a:cubicBezTo>
                    <a:pt x="54841" y="10704"/>
                    <a:pt x="52579" y="8454"/>
                    <a:pt x="49793" y="8454"/>
                  </a:cubicBezTo>
                  <a:lnTo>
                    <a:pt x="34469" y="8454"/>
                  </a:lnTo>
                  <a:cubicBezTo>
                    <a:pt x="33815" y="8454"/>
                    <a:pt x="33207" y="8145"/>
                    <a:pt x="32814" y="7621"/>
                  </a:cubicBezTo>
                  <a:lnTo>
                    <a:pt x="29064" y="1120"/>
                  </a:lnTo>
                  <a:cubicBezTo>
                    <a:pt x="28254" y="1"/>
                    <a:pt x="26587" y="1"/>
                    <a:pt x="25766" y="1120"/>
                  </a:cubicBezTo>
                  <a:lnTo>
                    <a:pt x="22015" y="7621"/>
                  </a:lnTo>
                  <a:cubicBezTo>
                    <a:pt x="21634" y="8145"/>
                    <a:pt x="21027" y="8454"/>
                    <a:pt x="20372" y="8454"/>
                  </a:cubicBezTo>
                  <a:lnTo>
                    <a:pt x="5037" y="8454"/>
                  </a:lnTo>
                  <a:cubicBezTo>
                    <a:pt x="2251" y="8454"/>
                    <a:pt x="1" y="10704"/>
                    <a:pt x="1" y="13490"/>
                  </a:cubicBezTo>
                  <a:lnTo>
                    <a:pt x="1" y="48173"/>
                  </a:lnTo>
                </a:path>
              </a:pathLst>
            </a:custGeom>
            <a:solidFill>
              <a:schemeClr val="accent1"/>
            </a:solid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3" name="Google Shape;971;p35">
              <a:extLst>
                <a:ext uri="{FF2B5EF4-FFF2-40B4-BE49-F238E27FC236}">
                  <a16:creationId xmlns:a16="http://schemas.microsoft.com/office/drawing/2014/main" id="{A0A153D6-B334-C6F9-98D8-89CF761DEA46}"/>
                </a:ext>
              </a:extLst>
            </p:cNvPr>
            <p:cNvSpPr/>
            <p:nvPr/>
          </p:nvSpPr>
          <p:spPr>
            <a:xfrm>
              <a:off x="2679963" y="3354975"/>
              <a:ext cx="110175" cy="130100"/>
            </a:xfrm>
            <a:custGeom>
              <a:avLst/>
              <a:gdLst/>
              <a:ahLst/>
              <a:cxnLst/>
              <a:rect l="l" t="t" r="r" b="b"/>
              <a:pathLst>
                <a:path w="4407" h="5204" extrusionOk="0">
                  <a:moveTo>
                    <a:pt x="2287" y="0"/>
                  </a:moveTo>
                  <a:lnTo>
                    <a:pt x="1060" y="1405"/>
                  </a:lnTo>
                  <a:lnTo>
                    <a:pt x="1" y="2631"/>
                  </a:lnTo>
                  <a:lnTo>
                    <a:pt x="2239" y="5203"/>
                  </a:lnTo>
                  <a:lnTo>
                    <a:pt x="4370" y="5203"/>
                  </a:lnTo>
                  <a:lnTo>
                    <a:pt x="2132" y="2631"/>
                  </a:lnTo>
                  <a:lnTo>
                    <a:pt x="4406" y="12"/>
                  </a:lnTo>
                  <a:lnTo>
                    <a:pt x="43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6" name="Google Shape;972;p35">
            <a:extLst>
              <a:ext uri="{FF2B5EF4-FFF2-40B4-BE49-F238E27FC236}">
                <a16:creationId xmlns:a16="http://schemas.microsoft.com/office/drawing/2014/main" id="{E277E3BA-9970-8F51-B75F-C59E64894984}"/>
              </a:ext>
            </a:extLst>
          </p:cNvPr>
          <p:cNvGrpSpPr/>
          <p:nvPr/>
        </p:nvGrpSpPr>
        <p:grpSpPr>
          <a:xfrm>
            <a:off x="4637509" y="2500235"/>
            <a:ext cx="63625" cy="375197"/>
            <a:chOff x="3765213" y="1736900"/>
            <a:chExt cx="44675" cy="263450"/>
          </a:xfrm>
        </p:grpSpPr>
        <p:sp>
          <p:nvSpPr>
            <p:cNvPr id="87" name="Google Shape;973;p35">
              <a:extLst>
                <a:ext uri="{FF2B5EF4-FFF2-40B4-BE49-F238E27FC236}">
                  <a16:creationId xmlns:a16="http://schemas.microsoft.com/office/drawing/2014/main" id="{FE1744D3-7A4C-7E55-6238-526811FF8060}"/>
                </a:ext>
              </a:extLst>
            </p:cNvPr>
            <p:cNvSpPr/>
            <p:nvPr/>
          </p:nvSpPr>
          <p:spPr>
            <a:xfrm>
              <a:off x="37652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974;p35">
              <a:extLst>
                <a:ext uri="{FF2B5EF4-FFF2-40B4-BE49-F238E27FC236}">
                  <a16:creationId xmlns:a16="http://schemas.microsoft.com/office/drawing/2014/main" id="{CA8A71E2-49F4-44E1-282E-78B6789A0309}"/>
                </a:ext>
              </a:extLst>
            </p:cNvPr>
            <p:cNvSpPr/>
            <p:nvPr/>
          </p:nvSpPr>
          <p:spPr>
            <a:xfrm>
              <a:off x="37652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975;p35">
              <a:extLst>
                <a:ext uri="{FF2B5EF4-FFF2-40B4-BE49-F238E27FC236}">
                  <a16:creationId xmlns:a16="http://schemas.microsoft.com/office/drawing/2014/main" id="{F2213E0C-896F-669F-424B-FB8FC964F36F}"/>
                </a:ext>
              </a:extLst>
            </p:cNvPr>
            <p:cNvSpPr/>
            <p:nvPr/>
          </p:nvSpPr>
          <p:spPr>
            <a:xfrm>
              <a:off x="37652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976;p35">
              <a:extLst>
                <a:ext uri="{FF2B5EF4-FFF2-40B4-BE49-F238E27FC236}">
                  <a16:creationId xmlns:a16="http://schemas.microsoft.com/office/drawing/2014/main" id="{A3EBB464-73C0-647B-CFE1-291C5283CBEA}"/>
                </a:ext>
              </a:extLst>
            </p:cNvPr>
            <p:cNvSpPr/>
            <p:nvPr/>
          </p:nvSpPr>
          <p:spPr>
            <a:xfrm>
              <a:off x="37652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72" name="Google Shape;980;p35">
            <a:extLst>
              <a:ext uri="{FF2B5EF4-FFF2-40B4-BE49-F238E27FC236}">
                <a16:creationId xmlns:a16="http://schemas.microsoft.com/office/drawing/2014/main" id="{64F6C44B-869E-7E70-E962-B31288CF095B}"/>
              </a:ext>
            </a:extLst>
          </p:cNvPr>
          <p:cNvSpPr/>
          <p:nvPr/>
        </p:nvSpPr>
        <p:spPr>
          <a:xfrm>
            <a:off x="6689452" y="2703454"/>
            <a:ext cx="737648" cy="738076"/>
          </a:xfrm>
          <a:custGeom>
            <a:avLst/>
            <a:gdLst/>
            <a:ahLst/>
            <a:cxnLst/>
            <a:rect l="l" t="t" r="r" b="b"/>
            <a:pathLst>
              <a:path w="20718" h="20730" extrusionOk="0">
                <a:moveTo>
                  <a:pt x="10359" y="1"/>
                </a:moveTo>
                <a:cubicBezTo>
                  <a:pt x="4632" y="1"/>
                  <a:pt x="1" y="4644"/>
                  <a:pt x="1" y="10371"/>
                </a:cubicBezTo>
                <a:cubicBezTo>
                  <a:pt x="1" y="16086"/>
                  <a:pt x="4632" y="20730"/>
                  <a:pt x="10359" y="20730"/>
                </a:cubicBezTo>
                <a:cubicBezTo>
                  <a:pt x="16086" y="20730"/>
                  <a:pt x="20718" y="16086"/>
                  <a:pt x="20718" y="10371"/>
                </a:cubicBezTo>
                <a:cubicBezTo>
                  <a:pt x="20718" y="4644"/>
                  <a:pt x="16086" y="1"/>
                  <a:pt x="10359" y="1"/>
                </a:cubicBezTo>
                <a:close/>
              </a:path>
            </a:pathLst>
          </a:custGeom>
          <a:solidFill>
            <a:schemeClr val="accent3"/>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3</a:t>
            </a:r>
          </a:p>
        </p:txBody>
      </p:sp>
      <p:sp>
        <p:nvSpPr>
          <p:cNvPr id="73" name="Google Shape;981;p35">
            <a:extLst>
              <a:ext uri="{FF2B5EF4-FFF2-40B4-BE49-F238E27FC236}">
                <a16:creationId xmlns:a16="http://schemas.microsoft.com/office/drawing/2014/main" id="{D5029519-22C0-A831-85CC-735C94A5E5B0}"/>
              </a:ext>
            </a:extLst>
          </p:cNvPr>
          <p:cNvSpPr/>
          <p:nvPr/>
        </p:nvSpPr>
        <p:spPr>
          <a:xfrm>
            <a:off x="7058276" y="2786554"/>
            <a:ext cx="511668" cy="797428"/>
          </a:xfrm>
          <a:custGeom>
            <a:avLst/>
            <a:gdLst/>
            <a:ahLst/>
            <a:cxnLst/>
            <a:rect l="l" t="t" r="r" b="b"/>
            <a:pathLst>
              <a:path w="14371" h="22397" fill="none" extrusionOk="0">
                <a:moveTo>
                  <a:pt x="11918" y="1"/>
                </a:moveTo>
                <a:cubicBezTo>
                  <a:pt x="13466" y="2298"/>
                  <a:pt x="14371" y="5061"/>
                  <a:pt x="14371" y="8037"/>
                </a:cubicBezTo>
                <a:cubicBezTo>
                  <a:pt x="14371" y="15967"/>
                  <a:pt x="7930" y="22396"/>
                  <a:pt x="0" y="22396"/>
                </a:cubicBezTo>
              </a:path>
            </a:pathLst>
          </a:custGeom>
          <a:noFill/>
          <a:ln w="81550"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74" name="Google Shape;982;p35">
            <a:extLst>
              <a:ext uri="{FF2B5EF4-FFF2-40B4-BE49-F238E27FC236}">
                <a16:creationId xmlns:a16="http://schemas.microsoft.com/office/drawing/2014/main" id="{57C6A6C3-1AE6-2A36-3A3F-C9748AAC4766}"/>
              </a:ext>
            </a:extLst>
          </p:cNvPr>
          <p:cNvGrpSpPr/>
          <p:nvPr/>
        </p:nvGrpSpPr>
        <p:grpSpPr>
          <a:xfrm>
            <a:off x="5921883" y="2894043"/>
            <a:ext cx="2553678" cy="1580400"/>
            <a:chOff x="4618913" y="2023550"/>
            <a:chExt cx="1793100" cy="1395125"/>
          </a:xfrm>
        </p:grpSpPr>
        <p:sp>
          <p:nvSpPr>
            <p:cNvPr id="80" name="Google Shape;983;p35">
              <a:extLst>
                <a:ext uri="{FF2B5EF4-FFF2-40B4-BE49-F238E27FC236}">
                  <a16:creationId xmlns:a16="http://schemas.microsoft.com/office/drawing/2014/main" id="{42837649-99E9-E541-C4C5-58CCB3D648E9}"/>
                </a:ext>
              </a:extLst>
            </p:cNvPr>
            <p:cNvSpPr/>
            <p:nvPr/>
          </p:nvSpPr>
          <p:spPr>
            <a:xfrm>
              <a:off x="5989913" y="2088450"/>
              <a:ext cx="367025" cy="126225"/>
            </a:xfrm>
            <a:custGeom>
              <a:avLst/>
              <a:gdLst/>
              <a:ahLst/>
              <a:cxnLst/>
              <a:rect l="l" t="t" r="r" b="b"/>
              <a:pathLst>
                <a:path w="14681" h="5049" fill="none" extrusionOk="0">
                  <a:moveTo>
                    <a:pt x="14681" y="0"/>
                  </a:moveTo>
                  <a:lnTo>
                    <a:pt x="5037" y="0"/>
                  </a:lnTo>
                  <a:cubicBezTo>
                    <a:pt x="2262" y="0"/>
                    <a:pt x="0" y="2262"/>
                    <a:pt x="0" y="5048"/>
                  </a:cubicBez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1" name="Google Shape;984;p35">
              <a:extLst>
                <a:ext uri="{FF2B5EF4-FFF2-40B4-BE49-F238E27FC236}">
                  <a16:creationId xmlns:a16="http://schemas.microsoft.com/office/drawing/2014/main" id="{079B82E7-27F2-225D-65CC-964899D067BF}"/>
                </a:ext>
              </a:extLst>
            </p:cNvPr>
            <p:cNvSpPr/>
            <p:nvPr/>
          </p:nvSpPr>
          <p:spPr>
            <a:xfrm>
              <a:off x="4618913" y="2214650"/>
              <a:ext cx="1371025" cy="1204025"/>
            </a:xfrm>
            <a:custGeom>
              <a:avLst/>
              <a:gdLst/>
              <a:ahLst/>
              <a:cxnLst/>
              <a:rect l="l" t="t" r="r" b="b"/>
              <a:pathLst>
                <a:path w="54841" h="48161" fill="none" extrusionOk="0">
                  <a:moveTo>
                    <a:pt x="13883" y="1905"/>
                  </a:moveTo>
                  <a:lnTo>
                    <a:pt x="5036" y="1905"/>
                  </a:lnTo>
                  <a:cubicBezTo>
                    <a:pt x="2250" y="1905"/>
                    <a:pt x="0" y="4167"/>
                    <a:pt x="0" y="6954"/>
                  </a:cubicBezTo>
                  <a:lnTo>
                    <a:pt x="0" y="34671"/>
                  </a:lnTo>
                  <a:cubicBezTo>
                    <a:pt x="0" y="37457"/>
                    <a:pt x="2250" y="39719"/>
                    <a:pt x="5036" y="39719"/>
                  </a:cubicBezTo>
                  <a:lnTo>
                    <a:pt x="20372" y="39719"/>
                  </a:lnTo>
                  <a:cubicBezTo>
                    <a:pt x="21027" y="39719"/>
                    <a:pt x="21634" y="40029"/>
                    <a:pt x="22015" y="40553"/>
                  </a:cubicBezTo>
                  <a:lnTo>
                    <a:pt x="25765" y="47054"/>
                  </a:lnTo>
                  <a:cubicBezTo>
                    <a:pt x="26587" y="48161"/>
                    <a:pt x="28254" y="48161"/>
                    <a:pt x="29063" y="47054"/>
                  </a:cubicBezTo>
                  <a:lnTo>
                    <a:pt x="32814" y="40553"/>
                  </a:lnTo>
                  <a:cubicBezTo>
                    <a:pt x="33207" y="40029"/>
                    <a:pt x="33814" y="39719"/>
                    <a:pt x="34469" y="39719"/>
                  </a:cubicBezTo>
                  <a:lnTo>
                    <a:pt x="49792" y="39719"/>
                  </a:lnTo>
                  <a:cubicBezTo>
                    <a:pt x="52578" y="39719"/>
                    <a:pt x="54840" y="37457"/>
                    <a:pt x="54840" y="34671"/>
                  </a:cubicBezTo>
                  <a:lnTo>
                    <a:pt x="54840" y="0"/>
                  </a:ln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2" name="Google Shape;985;p35">
              <a:extLst>
                <a:ext uri="{FF2B5EF4-FFF2-40B4-BE49-F238E27FC236}">
                  <a16:creationId xmlns:a16="http://schemas.microsoft.com/office/drawing/2014/main" id="{1CBFE531-90E3-473B-6EA6-8B52F48E98DB}"/>
                </a:ext>
              </a:extLst>
            </p:cNvPr>
            <p:cNvSpPr/>
            <p:nvPr/>
          </p:nvSpPr>
          <p:spPr>
            <a:xfrm>
              <a:off x="6301863" y="2023550"/>
              <a:ext cx="110150" cy="129800"/>
            </a:xfrm>
            <a:custGeom>
              <a:avLst/>
              <a:gdLst/>
              <a:ahLst/>
              <a:cxnLst/>
              <a:rect l="l" t="t" r="r" b="b"/>
              <a:pathLst>
                <a:path w="4406" h="5192" extrusionOk="0">
                  <a:moveTo>
                    <a:pt x="24" y="0"/>
                  </a:moveTo>
                  <a:lnTo>
                    <a:pt x="2274" y="2572"/>
                  </a:lnTo>
                  <a:lnTo>
                    <a:pt x="0" y="5180"/>
                  </a:lnTo>
                  <a:lnTo>
                    <a:pt x="12" y="5192"/>
                  </a:lnTo>
                  <a:lnTo>
                    <a:pt x="2119" y="5192"/>
                  </a:lnTo>
                  <a:lnTo>
                    <a:pt x="3334" y="3799"/>
                  </a:lnTo>
                  <a:lnTo>
                    <a:pt x="4405" y="2572"/>
                  </a:lnTo>
                  <a:lnTo>
                    <a:pt x="216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75" name="Google Shape;986;p35">
            <a:extLst>
              <a:ext uri="{FF2B5EF4-FFF2-40B4-BE49-F238E27FC236}">
                <a16:creationId xmlns:a16="http://schemas.microsoft.com/office/drawing/2014/main" id="{033266D1-C4CF-F7C3-85EC-5DFE63E89757}"/>
              </a:ext>
            </a:extLst>
          </p:cNvPr>
          <p:cNvGrpSpPr/>
          <p:nvPr/>
        </p:nvGrpSpPr>
        <p:grpSpPr>
          <a:xfrm>
            <a:off x="6866554" y="4563511"/>
            <a:ext cx="63198" cy="375197"/>
            <a:chOff x="5282088" y="3508250"/>
            <a:chExt cx="44375" cy="263450"/>
          </a:xfrm>
        </p:grpSpPr>
        <p:sp>
          <p:nvSpPr>
            <p:cNvPr id="76" name="Google Shape;987;p35">
              <a:extLst>
                <a:ext uri="{FF2B5EF4-FFF2-40B4-BE49-F238E27FC236}">
                  <a16:creationId xmlns:a16="http://schemas.microsoft.com/office/drawing/2014/main" id="{DD2AA644-EC35-65C2-8320-77C407393B87}"/>
                </a:ext>
              </a:extLst>
            </p:cNvPr>
            <p:cNvSpPr/>
            <p:nvPr/>
          </p:nvSpPr>
          <p:spPr>
            <a:xfrm>
              <a:off x="5282088" y="3508250"/>
              <a:ext cx="44375" cy="44375"/>
            </a:xfrm>
            <a:custGeom>
              <a:avLst/>
              <a:gdLst/>
              <a:ahLst/>
              <a:cxnLst/>
              <a:rect l="l" t="t" r="r" b="b"/>
              <a:pathLst>
                <a:path w="1775" h="1775" extrusionOk="0">
                  <a:moveTo>
                    <a:pt x="893" y="1"/>
                  </a:moveTo>
                  <a:cubicBezTo>
                    <a:pt x="405" y="1"/>
                    <a:pt x="0" y="394"/>
                    <a:pt x="0" y="894"/>
                  </a:cubicBezTo>
                  <a:cubicBezTo>
                    <a:pt x="0" y="1382"/>
                    <a:pt x="405" y="1775"/>
                    <a:pt x="893" y="1775"/>
                  </a:cubicBezTo>
                  <a:cubicBezTo>
                    <a:pt x="1381" y="1775"/>
                    <a:pt x="1774" y="1382"/>
                    <a:pt x="1774" y="894"/>
                  </a:cubicBezTo>
                  <a:cubicBezTo>
                    <a:pt x="1774" y="394"/>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988;p35">
              <a:extLst>
                <a:ext uri="{FF2B5EF4-FFF2-40B4-BE49-F238E27FC236}">
                  <a16:creationId xmlns:a16="http://schemas.microsoft.com/office/drawing/2014/main" id="{F98D01D1-A1B3-EAB2-EB03-21D823F51E0B}"/>
                </a:ext>
              </a:extLst>
            </p:cNvPr>
            <p:cNvSpPr/>
            <p:nvPr/>
          </p:nvSpPr>
          <p:spPr>
            <a:xfrm>
              <a:off x="5282088" y="35844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989;p35">
              <a:extLst>
                <a:ext uri="{FF2B5EF4-FFF2-40B4-BE49-F238E27FC236}">
                  <a16:creationId xmlns:a16="http://schemas.microsoft.com/office/drawing/2014/main" id="{3206C206-9843-5788-EFA9-52C27CBD7C8E}"/>
                </a:ext>
              </a:extLst>
            </p:cNvPr>
            <p:cNvSpPr/>
            <p:nvPr/>
          </p:nvSpPr>
          <p:spPr>
            <a:xfrm>
              <a:off x="5282088" y="36606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9" name="Google Shape;990;p35">
              <a:extLst>
                <a:ext uri="{FF2B5EF4-FFF2-40B4-BE49-F238E27FC236}">
                  <a16:creationId xmlns:a16="http://schemas.microsoft.com/office/drawing/2014/main" id="{1DA04247-6797-CF1F-2296-C726AC66E122}"/>
                </a:ext>
              </a:extLst>
            </p:cNvPr>
            <p:cNvSpPr/>
            <p:nvPr/>
          </p:nvSpPr>
          <p:spPr>
            <a:xfrm>
              <a:off x="5282088" y="3727025"/>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61" name="Google Shape;994;p35">
            <a:extLst>
              <a:ext uri="{FF2B5EF4-FFF2-40B4-BE49-F238E27FC236}">
                <a16:creationId xmlns:a16="http://schemas.microsoft.com/office/drawing/2014/main" id="{B83FFFA5-0AA5-F817-E41F-25693565B0E1}"/>
              </a:ext>
            </a:extLst>
          </p:cNvPr>
          <p:cNvSpPr/>
          <p:nvPr/>
        </p:nvSpPr>
        <p:spPr>
          <a:xfrm>
            <a:off x="9096083" y="3840545"/>
            <a:ext cx="738076" cy="737649"/>
          </a:xfrm>
          <a:custGeom>
            <a:avLst/>
            <a:gdLst/>
            <a:ahLst/>
            <a:cxnLst/>
            <a:rect l="l" t="t" r="r" b="b"/>
            <a:pathLst>
              <a:path w="20730" h="20718" extrusionOk="0">
                <a:moveTo>
                  <a:pt x="10371" y="1"/>
                </a:moveTo>
                <a:cubicBezTo>
                  <a:pt x="4644" y="1"/>
                  <a:pt x="0" y="4633"/>
                  <a:pt x="0" y="10359"/>
                </a:cubicBezTo>
                <a:cubicBezTo>
                  <a:pt x="0" y="16074"/>
                  <a:pt x="4644" y="20718"/>
                  <a:pt x="10371" y="20718"/>
                </a:cubicBezTo>
                <a:cubicBezTo>
                  <a:pt x="16086" y="20718"/>
                  <a:pt x="20729" y="16074"/>
                  <a:pt x="20729" y="10359"/>
                </a:cubicBezTo>
                <a:cubicBezTo>
                  <a:pt x="20729" y="4633"/>
                  <a:pt x="16086" y="1"/>
                  <a:pt x="10371" y="1"/>
                </a:cubicBezTo>
                <a:close/>
              </a:path>
            </a:pathLst>
          </a:custGeom>
          <a:solidFill>
            <a:schemeClr val="accent4"/>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4</a:t>
            </a:r>
          </a:p>
        </p:txBody>
      </p:sp>
      <p:sp>
        <p:nvSpPr>
          <p:cNvPr id="62" name="Google Shape;995;p35">
            <a:extLst>
              <a:ext uri="{FF2B5EF4-FFF2-40B4-BE49-F238E27FC236}">
                <a16:creationId xmlns:a16="http://schemas.microsoft.com/office/drawing/2014/main" id="{BEC69927-725B-5DAC-C6BA-2080CA5CF742}"/>
              </a:ext>
            </a:extLst>
          </p:cNvPr>
          <p:cNvSpPr/>
          <p:nvPr/>
        </p:nvSpPr>
        <p:spPr>
          <a:xfrm>
            <a:off x="8839199" y="3860484"/>
            <a:ext cx="464208" cy="863972"/>
          </a:xfrm>
          <a:custGeom>
            <a:avLst/>
            <a:gdLst/>
            <a:ahLst/>
            <a:cxnLst/>
            <a:rect l="l" t="t" r="r" b="b"/>
            <a:pathLst>
              <a:path w="13038" h="24266" fill="none" extrusionOk="0">
                <a:moveTo>
                  <a:pt x="13038" y="24265"/>
                </a:moveTo>
                <a:cubicBezTo>
                  <a:pt x="10311" y="23742"/>
                  <a:pt x="7716" y="22420"/>
                  <a:pt x="5620" y="20313"/>
                </a:cubicBezTo>
                <a:cubicBezTo>
                  <a:pt x="0" y="14705"/>
                  <a:pt x="0" y="5608"/>
                  <a:pt x="5620" y="1"/>
                </a:cubicBezTo>
              </a:path>
            </a:pathLst>
          </a:custGeom>
          <a:solidFill>
            <a:schemeClr val="accent4">
              <a:lumMod val="75000"/>
            </a:schemeClr>
          </a:solidFill>
          <a:ln w="815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63" name="Google Shape;996;p35">
            <a:extLst>
              <a:ext uri="{FF2B5EF4-FFF2-40B4-BE49-F238E27FC236}">
                <a16:creationId xmlns:a16="http://schemas.microsoft.com/office/drawing/2014/main" id="{2DCA2F4C-915C-A8EF-845B-AED3ADFC1ABE}"/>
              </a:ext>
            </a:extLst>
          </p:cNvPr>
          <p:cNvGrpSpPr/>
          <p:nvPr/>
        </p:nvGrpSpPr>
        <p:grpSpPr>
          <a:xfrm flipH="1">
            <a:off x="8127292" y="2944437"/>
            <a:ext cx="2553678" cy="1581221"/>
            <a:chOff x="5753863" y="2089625"/>
            <a:chExt cx="1793100" cy="1395450"/>
          </a:xfrm>
        </p:grpSpPr>
        <p:sp>
          <p:nvSpPr>
            <p:cNvPr id="69" name="Google Shape;997;p35">
              <a:extLst>
                <a:ext uri="{FF2B5EF4-FFF2-40B4-BE49-F238E27FC236}">
                  <a16:creationId xmlns:a16="http://schemas.microsoft.com/office/drawing/2014/main" id="{D7C0FA07-1CCB-6B02-5F3A-C969ED631BE0}"/>
                </a:ext>
              </a:extLst>
            </p:cNvPr>
            <p:cNvSpPr/>
            <p:nvPr/>
          </p:nvSpPr>
          <p:spPr>
            <a:xfrm>
              <a:off x="5808938" y="3293950"/>
              <a:ext cx="367025" cy="126225"/>
            </a:xfrm>
            <a:custGeom>
              <a:avLst/>
              <a:gdLst/>
              <a:ahLst/>
              <a:cxnLst/>
              <a:rect l="l" t="t" r="r" b="b"/>
              <a:pathLst>
                <a:path w="14681" h="5049" fill="none" extrusionOk="0">
                  <a:moveTo>
                    <a:pt x="0" y="5048"/>
                  </a:moveTo>
                  <a:lnTo>
                    <a:pt x="9632" y="5048"/>
                  </a:lnTo>
                  <a:cubicBezTo>
                    <a:pt x="12418" y="5048"/>
                    <a:pt x="14681" y="2786"/>
                    <a:pt x="14681" y="0"/>
                  </a:cubicBez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0" name="Google Shape;998;p35">
              <a:extLst>
                <a:ext uri="{FF2B5EF4-FFF2-40B4-BE49-F238E27FC236}">
                  <a16:creationId xmlns:a16="http://schemas.microsoft.com/office/drawing/2014/main" id="{0BAD5966-C489-0372-341C-07AEC5CBE72A}"/>
                </a:ext>
              </a:extLst>
            </p:cNvPr>
            <p:cNvSpPr/>
            <p:nvPr/>
          </p:nvSpPr>
          <p:spPr>
            <a:xfrm>
              <a:off x="6175938" y="2089625"/>
              <a:ext cx="1371025" cy="1204350"/>
            </a:xfrm>
            <a:custGeom>
              <a:avLst/>
              <a:gdLst/>
              <a:ahLst/>
              <a:cxnLst/>
              <a:rect l="l" t="t" r="r" b="b"/>
              <a:pathLst>
                <a:path w="54841" h="48174" fill="none" extrusionOk="0">
                  <a:moveTo>
                    <a:pt x="40958" y="46268"/>
                  </a:moveTo>
                  <a:lnTo>
                    <a:pt x="49805" y="46268"/>
                  </a:lnTo>
                  <a:cubicBezTo>
                    <a:pt x="52591" y="46268"/>
                    <a:pt x="54841" y="44006"/>
                    <a:pt x="54841" y="41220"/>
                  </a:cubicBezTo>
                  <a:lnTo>
                    <a:pt x="54841" y="13490"/>
                  </a:lnTo>
                  <a:cubicBezTo>
                    <a:pt x="54841" y="10704"/>
                    <a:pt x="52591" y="8454"/>
                    <a:pt x="49805" y="8454"/>
                  </a:cubicBezTo>
                  <a:lnTo>
                    <a:pt x="34469" y="8454"/>
                  </a:lnTo>
                  <a:cubicBezTo>
                    <a:pt x="33814" y="8454"/>
                    <a:pt x="33207" y="8145"/>
                    <a:pt x="32826" y="7621"/>
                  </a:cubicBezTo>
                  <a:lnTo>
                    <a:pt x="29076" y="1120"/>
                  </a:lnTo>
                  <a:cubicBezTo>
                    <a:pt x="28254" y="1"/>
                    <a:pt x="26587" y="1"/>
                    <a:pt x="25778" y="1120"/>
                  </a:cubicBezTo>
                  <a:lnTo>
                    <a:pt x="22027" y="7621"/>
                  </a:lnTo>
                  <a:cubicBezTo>
                    <a:pt x="21634" y="8145"/>
                    <a:pt x="21027" y="8454"/>
                    <a:pt x="20372" y="8454"/>
                  </a:cubicBezTo>
                  <a:lnTo>
                    <a:pt x="5049" y="8454"/>
                  </a:lnTo>
                  <a:cubicBezTo>
                    <a:pt x="2263" y="8454"/>
                    <a:pt x="1" y="10704"/>
                    <a:pt x="1" y="13490"/>
                  </a:cubicBezTo>
                  <a:lnTo>
                    <a:pt x="1" y="48173"/>
                  </a:ln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1" name="Google Shape;999;p35">
              <a:extLst>
                <a:ext uri="{FF2B5EF4-FFF2-40B4-BE49-F238E27FC236}">
                  <a16:creationId xmlns:a16="http://schemas.microsoft.com/office/drawing/2014/main" id="{4F813FE5-D483-ED70-9D22-5E800F7B4539}"/>
                </a:ext>
              </a:extLst>
            </p:cNvPr>
            <p:cNvSpPr/>
            <p:nvPr/>
          </p:nvSpPr>
          <p:spPr>
            <a:xfrm>
              <a:off x="5753863" y="3354975"/>
              <a:ext cx="110150" cy="130100"/>
            </a:xfrm>
            <a:custGeom>
              <a:avLst/>
              <a:gdLst/>
              <a:ahLst/>
              <a:cxnLst/>
              <a:rect l="l" t="t" r="r" b="b"/>
              <a:pathLst>
                <a:path w="4406" h="5204" extrusionOk="0">
                  <a:moveTo>
                    <a:pt x="2287" y="0"/>
                  </a:moveTo>
                  <a:lnTo>
                    <a:pt x="1072" y="1405"/>
                  </a:lnTo>
                  <a:lnTo>
                    <a:pt x="1" y="2631"/>
                  </a:lnTo>
                  <a:lnTo>
                    <a:pt x="2239" y="5203"/>
                  </a:lnTo>
                  <a:lnTo>
                    <a:pt x="4382" y="5203"/>
                  </a:lnTo>
                  <a:lnTo>
                    <a:pt x="2132" y="2631"/>
                  </a:lnTo>
                  <a:lnTo>
                    <a:pt x="4406" y="12"/>
                  </a:lnTo>
                  <a:lnTo>
                    <a:pt x="439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4" name="Google Shape;1000;p35">
            <a:extLst>
              <a:ext uri="{FF2B5EF4-FFF2-40B4-BE49-F238E27FC236}">
                <a16:creationId xmlns:a16="http://schemas.microsoft.com/office/drawing/2014/main" id="{68D785CD-AB3C-70A9-7924-CCCFDAF79A4F}"/>
              </a:ext>
            </a:extLst>
          </p:cNvPr>
          <p:cNvGrpSpPr/>
          <p:nvPr/>
        </p:nvGrpSpPr>
        <p:grpSpPr>
          <a:xfrm>
            <a:off x="9071773" y="2500235"/>
            <a:ext cx="63625" cy="375197"/>
            <a:chOff x="6839113" y="1736900"/>
            <a:chExt cx="44675" cy="263450"/>
          </a:xfrm>
        </p:grpSpPr>
        <p:sp>
          <p:nvSpPr>
            <p:cNvPr id="65" name="Google Shape;1001;p35">
              <a:extLst>
                <a:ext uri="{FF2B5EF4-FFF2-40B4-BE49-F238E27FC236}">
                  <a16:creationId xmlns:a16="http://schemas.microsoft.com/office/drawing/2014/main" id="{F3FFFED1-905E-BD9D-577D-B1647147211A}"/>
                </a:ext>
              </a:extLst>
            </p:cNvPr>
            <p:cNvSpPr/>
            <p:nvPr/>
          </p:nvSpPr>
          <p:spPr>
            <a:xfrm>
              <a:off x="68391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6" name="Google Shape;1002;p35">
              <a:extLst>
                <a:ext uri="{FF2B5EF4-FFF2-40B4-BE49-F238E27FC236}">
                  <a16:creationId xmlns:a16="http://schemas.microsoft.com/office/drawing/2014/main" id="{03D7A8A0-E0F5-E1D6-0F63-C067CFA9EC71}"/>
                </a:ext>
              </a:extLst>
            </p:cNvPr>
            <p:cNvSpPr/>
            <p:nvPr/>
          </p:nvSpPr>
          <p:spPr>
            <a:xfrm>
              <a:off x="68391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7" name="Google Shape;1003;p35">
              <a:extLst>
                <a:ext uri="{FF2B5EF4-FFF2-40B4-BE49-F238E27FC236}">
                  <a16:creationId xmlns:a16="http://schemas.microsoft.com/office/drawing/2014/main" id="{BA6D0438-4778-260D-659D-D2A54FCCF0D2}"/>
                </a:ext>
              </a:extLst>
            </p:cNvPr>
            <p:cNvSpPr/>
            <p:nvPr/>
          </p:nvSpPr>
          <p:spPr>
            <a:xfrm>
              <a:off x="68391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8" name="Google Shape;1004;p35">
              <a:extLst>
                <a:ext uri="{FF2B5EF4-FFF2-40B4-BE49-F238E27FC236}">
                  <a16:creationId xmlns:a16="http://schemas.microsoft.com/office/drawing/2014/main" id="{708F81D2-F43D-D8D2-2CCE-BD54A169EE51}"/>
                </a:ext>
              </a:extLst>
            </p:cNvPr>
            <p:cNvSpPr/>
            <p:nvPr/>
          </p:nvSpPr>
          <p:spPr>
            <a:xfrm>
              <a:off x="68391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105" name="TextBox 37">
            <a:extLst>
              <a:ext uri="{FF2B5EF4-FFF2-40B4-BE49-F238E27FC236}">
                <a16:creationId xmlns:a16="http://schemas.microsoft.com/office/drawing/2014/main" id="{C6E57B8C-D264-AEF9-5358-41F495EA99E1}"/>
              </a:ext>
            </a:extLst>
          </p:cNvPr>
          <p:cNvSpPr txBox="1"/>
          <p:nvPr/>
        </p:nvSpPr>
        <p:spPr>
          <a:xfrm>
            <a:off x="848663" y="4994806"/>
            <a:ext cx="3200400" cy="830997"/>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a:t>
            </a:r>
            <a:r>
              <a:rPr lang="en-US" sz="1600" dirty="0" err="1"/>
              <a:t>elit</a:t>
            </a:r>
            <a:r>
              <a:rPr lang="en-US" sz="1600" dirty="0"/>
              <a:t>.</a:t>
            </a:r>
          </a:p>
        </p:txBody>
      </p:sp>
      <p:sp>
        <p:nvSpPr>
          <p:cNvPr id="106" name="TextBox 37">
            <a:extLst>
              <a:ext uri="{FF2B5EF4-FFF2-40B4-BE49-F238E27FC236}">
                <a16:creationId xmlns:a16="http://schemas.microsoft.com/office/drawing/2014/main" id="{01539839-60C0-C5AA-0B21-9E76950DE97F}"/>
              </a:ext>
            </a:extLst>
          </p:cNvPr>
          <p:cNvSpPr txBox="1"/>
          <p:nvPr/>
        </p:nvSpPr>
        <p:spPr>
          <a:xfrm>
            <a:off x="3070505" y="1636375"/>
            <a:ext cx="3198706" cy="830997"/>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amet, consectetuer adipiscing </a:t>
            </a:r>
            <a:r>
              <a:rPr lang="en-US" sz="1600" dirty="0" err="1"/>
              <a:t>elit</a:t>
            </a:r>
            <a:r>
              <a:rPr lang="en-US" sz="1600" dirty="0"/>
              <a:t>.</a:t>
            </a:r>
          </a:p>
        </p:txBody>
      </p:sp>
      <p:sp>
        <p:nvSpPr>
          <p:cNvPr id="107" name="TextBox 37">
            <a:extLst>
              <a:ext uri="{FF2B5EF4-FFF2-40B4-BE49-F238E27FC236}">
                <a16:creationId xmlns:a16="http://schemas.microsoft.com/office/drawing/2014/main" id="{82CDF13F-8FF2-C523-0B54-E5A188BF5FFC}"/>
              </a:ext>
            </a:extLst>
          </p:cNvPr>
          <p:cNvSpPr txBox="1"/>
          <p:nvPr/>
        </p:nvSpPr>
        <p:spPr>
          <a:xfrm>
            <a:off x="5275161" y="4994806"/>
            <a:ext cx="3200400" cy="830997"/>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t>
            </a:r>
            <a:r>
              <a:rPr lang="en-US" sz="1600" dirty="0" err="1"/>
              <a:t>adipiscing</a:t>
            </a:r>
            <a:r>
              <a:rPr lang="en-US" sz="1600" dirty="0"/>
              <a:t> </a:t>
            </a:r>
            <a:r>
              <a:rPr lang="en-US" sz="1600" dirty="0" err="1"/>
              <a:t>elit</a:t>
            </a:r>
            <a:r>
              <a:rPr lang="en-US" sz="1600" dirty="0"/>
              <a:t>.</a:t>
            </a:r>
          </a:p>
        </p:txBody>
      </p:sp>
      <p:sp>
        <p:nvSpPr>
          <p:cNvPr id="108" name="TextBox 37">
            <a:extLst>
              <a:ext uri="{FF2B5EF4-FFF2-40B4-BE49-F238E27FC236}">
                <a16:creationId xmlns:a16="http://schemas.microsoft.com/office/drawing/2014/main" id="{C60EBF5E-1ACE-9377-8910-402761C08A1B}"/>
              </a:ext>
            </a:extLst>
          </p:cNvPr>
          <p:cNvSpPr txBox="1"/>
          <p:nvPr/>
        </p:nvSpPr>
        <p:spPr>
          <a:xfrm>
            <a:off x="7517776" y="1636375"/>
            <a:ext cx="3198706" cy="830997"/>
          </a:xfrm>
          <a:prstGeom prst="rect">
            <a:avLst/>
          </a:prstGeom>
          <a:noFill/>
        </p:spPr>
        <p:txBody>
          <a:bodyPr wrap="square" rtlCol="0" anchor="b">
            <a:spAutoFit/>
          </a:bodyPr>
          <a:lstStyle/>
          <a:p>
            <a:pPr algn="ctr"/>
            <a:r>
              <a:rPr lang="en-US" sz="1600" b="1" dirty="0">
                <a:solidFill>
                  <a:schemeClr val="accent4"/>
                </a:solidFill>
              </a:rPr>
              <a:t>LOREM IPSUM</a:t>
            </a:r>
          </a:p>
          <a:p>
            <a:pPr algn="ctr"/>
            <a:r>
              <a:rPr lang="en-US" sz="1600" dirty="0"/>
              <a:t>Lorem ipsum dolor sit amet, consectetuer </a:t>
            </a:r>
            <a:r>
              <a:rPr lang="en-US" sz="1600" dirty="0" err="1"/>
              <a:t>adipiscing</a:t>
            </a:r>
            <a:r>
              <a:rPr lang="en-US" sz="1600" dirty="0"/>
              <a:t> </a:t>
            </a:r>
            <a:r>
              <a:rPr lang="en-US" sz="1600" dirty="0" err="1"/>
              <a:t>elit</a:t>
            </a:r>
            <a:endParaRPr lang="en-US" sz="1600" dirty="0"/>
          </a:p>
        </p:txBody>
      </p:sp>
    </p:spTree>
    <p:extLst>
      <p:ext uri="{BB962C8B-B14F-4D97-AF65-F5344CB8AC3E}">
        <p14:creationId xmlns:p14="http://schemas.microsoft.com/office/powerpoint/2010/main" val="33196015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7229A5-9A2E-F347-F891-96D652E18989}"/>
              </a:ext>
            </a:extLst>
          </p:cNvPr>
          <p:cNvSpPr>
            <a:spLocks noGrp="1"/>
          </p:cNvSpPr>
          <p:nvPr>
            <p:ph type="title"/>
          </p:nvPr>
        </p:nvSpPr>
        <p:spPr>
          <a:xfrm>
            <a:off x="214184" y="13663"/>
            <a:ext cx="9728886" cy="678316"/>
          </a:xfrm>
        </p:spPr>
        <p:txBody>
          <a:bodyPr>
            <a:normAutofit/>
          </a:bodyPr>
          <a:lstStyle/>
          <a:p>
            <a:r>
              <a:rPr lang="en-US" dirty="0"/>
              <a:t>Squares 9</a:t>
            </a:r>
          </a:p>
        </p:txBody>
      </p:sp>
      <p:sp>
        <p:nvSpPr>
          <p:cNvPr id="4" name="TextBox 3">
            <a:extLst>
              <a:ext uri="{FF2B5EF4-FFF2-40B4-BE49-F238E27FC236}">
                <a16:creationId xmlns:a16="http://schemas.microsoft.com/office/drawing/2014/main" id="{59A90E40-E573-E0B1-46C2-366AA51C7119}"/>
              </a:ext>
            </a:extLst>
          </p:cNvPr>
          <p:cNvSpPr txBox="1"/>
          <p:nvPr/>
        </p:nvSpPr>
        <p:spPr>
          <a:xfrm>
            <a:off x="4843746" y="2657857"/>
            <a:ext cx="2504508" cy="461665"/>
          </a:xfrm>
          <a:prstGeom prst="rect">
            <a:avLst/>
          </a:prstGeom>
          <a:noFill/>
        </p:spPr>
        <p:txBody>
          <a:bodyPr wrap="square" rtlCol="0">
            <a:spAutoFit/>
          </a:bodyPr>
          <a:lstStyle/>
          <a:p>
            <a:pPr algn="ctr"/>
            <a:r>
              <a:rPr lang="en-US" sz="2400" b="1" dirty="0"/>
              <a:t>Lorem Ipsum</a:t>
            </a:r>
          </a:p>
        </p:txBody>
      </p:sp>
      <p:pic>
        <p:nvPicPr>
          <p:cNvPr id="5" name="Graphic 4" descr="Bank outline">
            <a:extLst>
              <a:ext uri="{FF2B5EF4-FFF2-40B4-BE49-F238E27FC236}">
                <a16:creationId xmlns:a16="http://schemas.microsoft.com/office/drawing/2014/main" id="{0A175150-8DBE-3EC0-1FEC-7BE06B349C1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121166" y="3005665"/>
            <a:ext cx="1949669" cy="1949669"/>
          </a:xfrm>
          <a:prstGeom prst="rect">
            <a:avLst/>
          </a:prstGeom>
        </p:spPr>
      </p:pic>
      <p:grpSp>
        <p:nvGrpSpPr>
          <p:cNvPr id="23" name="Group 22">
            <a:extLst>
              <a:ext uri="{FF2B5EF4-FFF2-40B4-BE49-F238E27FC236}">
                <a16:creationId xmlns:a16="http://schemas.microsoft.com/office/drawing/2014/main" id="{29C94770-811C-551E-1CD6-9F9721864A40}"/>
              </a:ext>
            </a:extLst>
          </p:cNvPr>
          <p:cNvGrpSpPr/>
          <p:nvPr/>
        </p:nvGrpSpPr>
        <p:grpSpPr>
          <a:xfrm flipH="1">
            <a:off x="1358432" y="1559840"/>
            <a:ext cx="2521099" cy="2108939"/>
            <a:chOff x="8333039" y="3936071"/>
            <a:chExt cx="2932724" cy="2358197"/>
          </a:xfrm>
        </p:grpSpPr>
        <p:sp>
          <p:nvSpPr>
            <p:cNvPr id="25" name="Rectangle: Rounded Corners 24">
              <a:extLst>
                <a:ext uri="{FF2B5EF4-FFF2-40B4-BE49-F238E27FC236}">
                  <a16:creationId xmlns:a16="http://schemas.microsoft.com/office/drawing/2014/main" id="{22473941-8BB5-CD87-833A-08C8219A5791}"/>
                </a:ext>
              </a:extLst>
            </p:cNvPr>
            <p:cNvSpPr/>
            <p:nvPr/>
          </p:nvSpPr>
          <p:spPr>
            <a:xfrm>
              <a:off x="8428626"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L-Shape 25">
              <a:extLst>
                <a:ext uri="{FF2B5EF4-FFF2-40B4-BE49-F238E27FC236}">
                  <a16:creationId xmlns:a16="http://schemas.microsoft.com/office/drawing/2014/main" id="{A215FE68-1002-14BA-B03F-7DB825F588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Rounded Corners 23">
            <a:extLst>
              <a:ext uri="{FF2B5EF4-FFF2-40B4-BE49-F238E27FC236}">
                <a16:creationId xmlns:a16="http://schemas.microsoft.com/office/drawing/2014/main" id="{157B2583-5551-F4A2-0402-77D2FF09A3EC}"/>
              </a:ext>
            </a:extLst>
          </p:cNvPr>
          <p:cNvSpPr/>
          <p:nvPr/>
        </p:nvSpPr>
        <p:spPr>
          <a:xfrm flipH="1">
            <a:off x="1614095" y="1776307"/>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9" name="Group 18">
            <a:extLst>
              <a:ext uri="{FF2B5EF4-FFF2-40B4-BE49-F238E27FC236}">
                <a16:creationId xmlns:a16="http://schemas.microsoft.com/office/drawing/2014/main" id="{1E22EDFB-28C0-6A7B-F953-3071523F1468}"/>
              </a:ext>
            </a:extLst>
          </p:cNvPr>
          <p:cNvGrpSpPr/>
          <p:nvPr/>
        </p:nvGrpSpPr>
        <p:grpSpPr>
          <a:xfrm>
            <a:off x="8312471" y="1554113"/>
            <a:ext cx="2521098" cy="2107108"/>
            <a:chOff x="8333039" y="3936071"/>
            <a:chExt cx="2932724" cy="2358197"/>
          </a:xfrm>
        </p:grpSpPr>
        <p:sp>
          <p:nvSpPr>
            <p:cNvPr id="21" name="Rectangle: Rounded Corners 20">
              <a:extLst>
                <a:ext uri="{FF2B5EF4-FFF2-40B4-BE49-F238E27FC236}">
                  <a16:creationId xmlns:a16="http://schemas.microsoft.com/office/drawing/2014/main" id="{A0C400D2-7974-F1C7-DAFD-A921A6FF67A3}"/>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L-Shape 21">
              <a:extLst>
                <a:ext uri="{FF2B5EF4-FFF2-40B4-BE49-F238E27FC236}">
                  <a16:creationId xmlns:a16="http://schemas.microsoft.com/office/drawing/2014/main" id="{2D488E0B-C5F6-B174-DAFF-F6480276CC9A}"/>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Rounded Corners 19">
            <a:extLst>
              <a:ext uri="{FF2B5EF4-FFF2-40B4-BE49-F238E27FC236}">
                <a16:creationId xmlns:a16="http://schemas.microsoft.com/office/drawing/2014/main" id="{D09AEE65-A03C-CA14-F892-0A65D6CEB1CB}"/>
              </a:ext>
            </a:extLst>
          </p:cNvPr>
          <p:cNvSpPr/>
          <p:nvPr/>
        </p:nvSpPr>
        <p:spPr>
          <a:xfrm flipH="1">
            <a:off x="8156508" y="1770579"/>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5" name="Group 14">
            <a:extLst>
              <a:ext uri="{FF2B5EF4-FFF2-40B4-BE49-F238E27FC236}">
                <a16:creationId xmlns:a16="http://schemas.microsoft.com/office/drawing/2014/main" id="{29D58EB2-E351-8345-16ED-2D56258132F8}"/>
              </a:ext>
            </a:extLst>
          </p:cNvPr>
          <p:cNvGrpSpPr/>
          <p:nvPr/>
        </p:nvGrpSpPr>
        <p:grpSpPr>
          <a:xfrm flipH="1" flipV="1">
            <a:off x="1358432" y="3879514"/>
            <a:ext cx="2612150" cy="2093698"/>
            <a:chOff x="8333039" y="3936071"/>
            <a:chExt cx="2932724" cy="2358197"/>
          </a:xfrm>
        </p:grpSpPr>
        <p:sp>
          <p:nvSpPr>
            <p:cNvPr id="17" name="Rectangle: Rounded Corners 16">
              <a:extLst>
                <a:ext uri="{FF2B5EF4-FFF2-40B4-BE49-F238E27FC236}">
                  <a16:creationId xmlns:a16="http://schemas.microsoft.com/office/drawing/2014/main" id="{83F5A7F0-3879-AB3C-C65E-43371BCB61D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L-Shape 17">
              <a:extLst>
                <a:ext uri="{FF2B5EF4-FFF2-40B4-BE49-F238E27FC236}">
                  <a16:creationId xmlns:a16="http://schemas.microsoft.com/office/drawing/2014/main" id="{C061D212-E067-5A10-66E7-FC71F1627DE3}"/>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Rounded Corners 15">
            <a:extLst>
              <a:ext uri="{FF2B5EF4-FFF2-40B4-BE49-F238E27FC236}">
                <a16:creationId xmlns:a16="http://schemas.microsoft.com/office/drawing/2014/main" id="{6AAE97DF-2114-4504-A486-DD64A530FE49}"/>
              </a:ext>
            </a:extLst>
          </p:cNvPr>
          <p:cNvSpPr/>
          <p:nvPr/>
        </p:nvSpPr>
        <p:spPr>
          <a:xfrm flipH="1">
            <a:off x="1622510" y="3879873"/>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1" name="Group 10">
            <a:extLst>
              <a:ext uri="{FF2B5EF4-FFF2-40B4-BE49-F238E27FC236}">
                <a16:creationId xmlns:a16="http://schemas.microsoft.com/office/drawing/2014/main" id="{47BCD097-2CEB-4052-AA81-C98BCBAB268F}"/>
              </a:ext>
            </a:extLst>
          </p:cNvPr>
          <p:cNvGrpSpPr/>
          <p:nvPr/>
        </p:nvGrpSpPr>
        <p:grpSpPr>
          <a:xfrm flipV="1">
            <a:off x="8227532" y="3877687"/>
            <a:ext cx="2606037" cy="2095525"/>
            <a:chOff x="8333039" y="3936071"/>
            <a:chExt cx="2932724" cy="2358197"/>
          </a:xfrm>
        </p:grpSpPr>
        <p:sp>
          <p:nvSpPr>
            <p:cNvPr id="13" name="Rectangle: Rounded Corners 12">
              <a:extLst>
                <a:ext uri="{FF2B5EF4-FFF2-40B4-BE49-F238E27FC236}">
                  <a16:creationId xmlns:a16="http://schemas.microsoft.com/office/drawing/2014/main" id="{5F4AA2E1-378C-DDE0-FBBE-103D61CDB2A0}"/>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L-Shape 13">
              <a:extLst>
                <a:ext uri="{FF2B5EF4-FFF2-40B4-BE49-F238E27FC236}">
                  <a16:creationId xmlns:a16="http://schemas.microsoft.com/office/drawing/2014/main" id="{986E0D66-E7A9-97FA-AE59-D01B5CC673BD}"/>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Rectangle: Rounded Corners 11">
            <a:extLst>
              <a:ext uri="{FF2B5EF4-FFF2-40B4-BE49-F238E27FC236}">
                <a16:creationId xmlns:a16="http://schemas.microsoft.com/office/drawing/2014/main" id="{64E5AF0F-72FF-CDB7-3F95-1B99A90B74A8}"/>
              </a:ext>
            </a:extLst>
          </p:cNvPr>
          <p:cNvSpPr/>
          <p:nvPr/>
        </p:nvSpPr>
        <p:spPr>
          <a:xfrm flipH="1">
            <a:off x="8164924" y="3879876"/>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spTree>
    <p:extLst>
      <p:ext uri="{BB962C8B-B14F-4D97-AF65-F5344CB8AC3E}">
        <p14:creationId xmlns:p14="http://schemas.microsoft.com/office/powerpoint/2010/main" val="12807581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Diagramme 9">
            <a:extLst>
              <a:ext uri="{FF2B5EF4-FFF2-40B4-BE49-F238E27FC236}">
                <a16:creationId xmlns:a16="http://schemas.microsoft.com/office/drawing/2014/main" id="{9CBB2850-2EC0-4C6B-9A6D-D42FD060248B}"/>
              </a:ext>
            </a:extLst>
          </p:cNvPr>
          <p:cNvGraphicFramePr/>
          <p:nvPr/>
        </p:nvGraphicFramePr>
        <p:xfrm>
          <a:off x="530245" y="699568"/>
          <a:ext cx="11117766" cy="6100344"/>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62" name="Gear9" descr="{&quot;Key&quot;:&quot;POWER_USER_SHAPE_ICON&quot;,&quot;Value&quot;:&quot;POWER_USER_SHAPE_ICON_STYLE_1&quot;}">
            <a:extLst>
              <a:ext uri="{FF2B5EF4-FFF2-40B4-BE49-F238E27FC236}">
                <a16:creationId xmlns:a16="http://schemas.microsoft.com/office/drawing/2014/main" id="{FBF0E2AA-4CFC-4B84-9851-7DBA6EC211DD}"/>
              </a:ext>
            </a:extLst>
          </p:cNvPr>
          <p:cNvSpPr>
            <a:spLocks noChangeAspect="1" noEditPoints="1"/>
          </p:cNvSpPr>
          <p:nvPr>
            <p:custDataLst>
              <p:tags r:id="rId1"/>
            </p:custDataLst>
          </p:nvPr>
        </p:nvSpPr>
        <p:spPr bwMode="auto">
          <a:xfrm>
            <a:off x="9698015" y="2529565"/>
            <a:ext cx="546862" cy="542926"/>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8" name="Conference9" descr="{&quot;Key&quot;:&quot;POWER_USER_SHAPE_ICON&quot;,&quot;Value&quot;:&quot;POWER_USER_SHAPE_ICON_STYLE_1&quot;}">
            <a:extLst>
              <a:ext uri="{FF2B5EF4-FFF2-40B4-BE49-F238E27FC236}">
                <a16:creationId xmlns:a16="http://schemas.microsoft.com/office/drawing/2014/main" id="{47B59B39-6790-4533-8D8C-823BB40CB1C2}"/>
              </a:ext>
            </a:extLst>
          </p:cNvPr>
          <p:cNvGrpSpPr>
            <a:grpSpLocks noChangeAspect="1"/>
          </p:cNvGrpSpPr>
          <p:nvPr>
            <p:custDataLst>
              <p:tags r:id="rId2"/>
            </p:custDataLst>
          </p:nvPr>
        </p:nvGrpSpPr>
        <p:grpSpPr>
          <a:xfrm>
            <a:off x="1817930" y="2529565"/>
            <a:ext cx="618657" cy="542926"/>
            <a:chOff x="8396288" y="4418013"/>
            <a:chExt cx="842962" cy="739775"/>
          </a:xfrm>
        </p:grpSpPr>
        <p:sp>
          <p:nvSpPr>
            <p:cNvPr id="9" name="Freeform 173">
              <a:extLst>
                <a:ext uri="{FF2B5EF4-FFF2-40B4-BE49-F238E27FC236}">
                  <a16:creationId xmlns:a16="http://schemas.microsoft.com/office/drawing/2014/main" id="{F607569E-934D-44A5-96BC-0F8DD5528A2D}"/>
                </a:ext>
              </a:extLst>
            </p:cNvPr>
            <p:cNvSpPr>
              <a:spLocks/>
            </p:cNvSpPr>
            <p:nvPr/>
          </p:nvSpPr>
          <p:spPr bwMode="auto">
            <a:xfrm>
              <a:off x="8715375" y="4624388"/>
              <a:ext cx="204788" cy="73025"/>
            </a:xfrm>
            <a:custGeom>
              <a:avLst/>
              <a:gdLst>
                <a:gd name="T0" fmla="*/ 272 w 272"/>
                <a:gd name="T1" fmla="*/ 95 h 95"/>
                <a:gd name="T2" fmla="*/ 181 w 272"/>
                <a:gd name="T3" fmla="*/ 0 h 95"/>
                <a:gd name="T4" fmla="*/ 136 w 272"/>
                <a:gd name="T5" fmla="*/ 45 h 95"/>
                <a:gd name="T6" fmla="*/ 91 w 272"/>
                <a:gd name="T7" fmla="*/ 0 h 95"/>
                <a:gd name="T8" fmla="*/ 0 w 272"/>
                <a:gd name="T9" fmla="*/ 95 h 95"/>
              </a:gdLst>
              <a:ahLst/>
              <a:cxnLst>
                <a:cxn ang="0">
                  <a:pos x="T0" y="T1"/>
                </a:cxn>
                <a:cxn ang="0">
                  <a:pos x="T2" y="T3"/>
                </a:cxn>
                <a:cxn ang="0">
                  <a:pos x="T4" y="T5"/>
                </a:cxn>
                <a:cxn ang="0">
                  <a:pos x="T6" y="T7"/>
                </a:cxn>
                <a:cxn ang="0">
                  <a:pos x="T8" y="T9"/>
                </a:cxn>
              </a:cxnLst>
              <a:rect l="0" t="0" r="r" b="b"/>
              <a:pathLst>
                <a:path w="272" h="95">
                  <a:moveTo>
                    <a:pt x="272" y="95"/>
                  </a:moveTo>
                  <a:cubicBezTo>
                    <a:pt x="272" y="45"/>
                    <a:pt x="234" y="12"/>
                    <a:pt x="181" y="0"/>
                  </a:cubicBezTo>
                  <a:lnTo>
                    <a:pt x="136" y="45"/>
                  </a:lnTo>
                  <a:lnTo>
                    <a:pt x="91" y="0"/>
                  </a:lnTo>
                  <a:cubicBezTo>
                    <a:pt x="38" y="12"/>
                    <a:pt x="0" y="45"/>
                    <a:pt x="0" y="95"/>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Oval 174">
              <a:extLst>
                <a:ext uri="{FF2B5EF4-FFF2-40B4-BE49-F238E27FC236}">
                  <a16:creationId xmlns:a16="http://schemas.microsoft.com/office/drawing/2014/main" id="{C19FECDD-E721-4789-9F63-BFC9679CBD78}"/>
                </a:ext>
              </a:extLst>
            </p:cNvPr>
            <p:cNvSpPr>
              <a:spLocks noChangeArrowheads="1"/>
            </p:cNvSpPr>
            <p:nvPr/>
          </p:nvSpPr>
          <p:spPr bwMode="auto">
            <a:xfrm>
              <a:off x="8755063" y="4464050"/>
              <a:ext cx="125413" cy="125413"/>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Oval 175">
              <a:extLst>
                <a:ext uri="{FF2B5EF4-FFF2-40B4-BE49-F238E27FC236}">
                  <a16:creationId xmlns:a16="http://schemas.microsoft.com/office/drawing/2014/main" id="{15E24CA9-1A7B-4FE6-89CB-4D02C332F050}"/>
                </a:ext>
              </a:extLst>
            </p:cNvPr>
            <p:cNvSpPr>
              <a:spLocks noChangeArrowheads="1"/>
            </p:cNvSpPr>
            <p:nvPr/>
          </p:nvSpPr>
          <p:spPr bwMode="auto">
            <a:xfrm>
              <a:off x="8597900" y="4722813"/>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Oval 176">
              <a:extLst>
                <a:ext uri="{FF2B5EF4-FFF2-40B4-BE49-F238E27FC236}">
                  <a16:creationId xmlns:a16="http://schemas.microsoft.com/office/drawing/2014/main" id="{EF2D5923-BB6A-42C7-B47D-C465AC926B7D}"/>
                </a:ext>
              </a:extLst>
            </p:cNvPr>
            <p:cNvSpPr>
              <a:spLocks noChangeArrowheads="1"/>
            </p:cNvSpPr>
            <p:nvPr/>
          </p:nvSpPr>
          <p:spPr bwMode="auto">
            <a:xfrm>
              <a:off x="8888413" y="4722813"/>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177">
              <a:extLst>
                <a:ext uri="{FF2B5EF4-FFF2-40B4-BE49-F238E27FC236}">
                  <a16:creationId xmlns:a16="http://schemas.microsoft.com/office/drawing/2014/main" id="{B354ED94-D1A0-4E9A-9BC1-20187BED0A30}"/>
                </a:ext>
              </a:extLst>
            </p:cNvPr>
            <p:cNvSpPr>
              <a:spLocks/>
            </p:cNvSpPr>
            <p:nvPr/>
          </p:nvSpPr>
          <p:spPr bwMode="auto">
            <a:xfrm>
              <a:off x="8688388" y="5035550"/>
              <a:ext cx="258763"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Oval 178">
              <a:extLst>
                <a:ext uri="{FF2B5EF4-FFF2-40B4-BE49-F238E27FC236}">
                  <a16:creationId xmlns:a16="http://schemas.microsoft.com/office/drawing/2014/main" id="{30A35515-416C-4244-B48B-AC545F67F36E}"/>
                </a:ext>
              </a:extLst>
            </p:cNvPr>
            <p:cNvSpPr>
              <a:spLocks noChangeArrowheads="1"/>
            </p:cNvSpPr>
            <p:nvPr/>
          </p:nvSpPr>
          <p:spPr bwMode="auto">
            <a:xfrm>
              <a:off x="8742363" y="4840288"/>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179">
              <a:extLst>
                <a:ext uri="{FF2B5EF4-FFF2-40B4-BE49-F238E27FC236}">
                  <a16:creationId xmlns:a16="http://schemas.microsoft.com/office/drawing/2014/main" id="{70D82AD5-1F27-4D7A-8790-6E54E1B48718}"/>
                </a:ext>
              </a:extLst>
            </p:cNvPr>
            <p:cNvSpPr>
              <a:spLocks/>
            </p:cNvSpPr>
            <p:nvPr/>
          </p:nvSpPr>
          <p:spPr bwMode="auto">
            <a:xfrm>
              <a:off x="8978900" y="5035550"/>
              <a:ext cx="260350" cy="122238"/>
            </a:xfrm>
            <a:custGeom>
              <a:avLst/>
              <a:gdLst>
                <a:gd name="T0" fmla="*/ 0 w 346"/>
                <a:gd name="T1" fmla="*/ 130 h 162"/>
                <a:gd name="T2" fmla="*/ 0 w 346"/>
                <a:gd name="T3" fmla="*/ 162 h 162"/>
                <a:gd name="T4" fmla="*/ 346 w 346"/>
                <a:gd name="T5" fmla="*/ 162 h 162"/>
                <a:gd name="T6" fmla="*/ 346 w 346"/>
                <a:gd name="T7" fmla="*/ 130 h 162"/>
                <a:gd name="T8" fmla="*/ 173 w 346"/>
                <a:gd name="T9" fmla="*/ 0 h 162"/>
                <a:gd name="T10" fmla="*/ 0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0" y="130"/>
                  </a:moveTo>
                  <a:lnTo>
                    <a:pt x="0" y="162"/>
                  </a:lnTo>
                  <a:lnTo>
                    <a:pt x="346" y="162"/>
                  </a:lnTo>
                  <a:lnTo>
                    <a:pt x="346" y="130"/>
                  </a:lnTo>
                  <a:cubicBezTo>
                    <a:pt x="346" y="34"/>
                    <a:pt x="268" y="0"/>
                    <a:pt x="173" y="0"/>
                  </a:cubicBezTo>
                  <a:cubicBezTo>
                    <a:pt x="77" y="0"/>
                    <a:pt x="0" y="34"/>
                    <a:pt x="0" y="13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Oval 180">
              <a:extLst>
                <a:ext uri="{FF2B5EF4-FFF2-40B4-BE49-F238E27FC236}">
                  <a16:creationId xmlns:a16="http://schemas.microsoft.com/office/drawing/2014/main" id="{3BDB3D44-508D-4AA5-9DB4-C5C709F1EE25}"/>
                </a:ext>
              </a:extLst>
            </p:cNvPr>
            <p:cNvSpPr>
              <a:spLocks noChangeArrowheads="1"/>
            </p:cNvSpPr>
            <p:nvPr/>
          </p:nvSpPr>
          <p:spPr bwMode="auto">
            <a:xfrm>
              <a:off x="9032875"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181">
              <a:extLst>
                <a:ext uri="{FF2B5EF4-FFF2-40B4-BE49-F238E27FC236}">
                  <a16:creationId xmlns:a16="http://schemas.microsoft.com/office/drawing/2014/main" id="{B3727AC0-0094-4DDB-A69D-0F7CC1614AFB}"/>
                </a:ext>
              </a:extLst>
            </p:cNvPr>
            <p:cNvSpPr>
              <a:spLocks/>
            </p:cNvSpPr>
            <p:nvPr/>
          </p:nvSpPr>
          <p:spPr bwMode="auto">
            <a:xfrm>
              <a:off x="8396288" y="5035550"/>
              <a:ext cx="260350"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Oval 182">
              <a:extLst>
                <a:ext uri="{FF2B5EF4-FFF2-40B4-BE49-F238E27FC236}">
                  <a16:creationId xmlns:a16="http://schemas.microsoft.com/office/drawing/2014/main" id="{0BAF8A8C-44BD-4AC0-B193-7F185AD5A5A1}"/>
                </a:ext>
              </a:extLst>
            </p:cNvPr>
            <p:cNvSpPr>
              <a:spLocks noChangeArrowheads="1"/>
            </p:cNvSpPr>
            <p:nvPr/>
          </p:nvSpPr>
          <p:spPr bwMode="auto">
            <a:xfrm>
              <a:off x="8450263"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183">
              <a:extLst>
                <a:ext uri="{FF2B5EF4-FFF2-40B4-BE49-F238E27FC236}">
                  <a16:creationId xmlns:a16="http://schemas.microsoft.com/office/drawing/2014/main" id="{E1B67687-B651-440B-B5C0-030ACDCD4E70}"/>
                </a:ext>
              </a:extLst>
            </p:cNvPr>
            <p:cNvSpPr>
              <a:spLocks/>
            </p:cNvSpPr>
            <p:nvPr/>
          </p:nvSpPr>
          <p:spPr bwMode="auto">
            <a:xfrm>
              <a:off x="8601075" y="4919663"/>
              <a:ext cx="142875" cy="12700"/>
            </a:xfrm>
            <a:custGeom>
              <a:avLst/>
              <a:gdLst>
                <a:gd name="T0" fmla="*/ 190 w 190"/>
                <a:gd name="T1" fmla="*/ 14 h 17"/>
                <a:gd name="T2" fmla="*/ 98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8"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84">
              <a:extLst>
                <a:ext uri="{FF2B5EF4-FFF2-40B4-BE49-F238E27FC236}">
                  <a16:creationId xmlns:a16="http://schemas.microsoft.com/office/drawing/2014/main" id="{63D9640E-EDC2-4B7D-96C1-4FAC8B59F548}"/>
                </a:ext>
              </a:extLst>
            </p:cNvPr>
            <p:cNvSpPr>
              <a:spLocks/>
            </p:cNvSpPr>
            <p:nvPr/>
          </p:nvSpPr>
          <p:spPr bwMode="auto">
            <a:xfrm>
              <a:off x="8893175" y="4919663"/>
              <a:ext cx="142875" cy="12700"/>
            </a:xfrm>
            <a:custGeom>
              <a:avLst/>
              <a:gdLst>
                <a:gd name="T0" fmla="*/ 190 w 190"/>
                <a:gd name="T1" fmla="*/ 14 h 17"/>
                <a:gd name="T2" fmla="*/ 99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9"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Line 185">
              <a:extLst>
                <a:ext uri="{FF2B5EF4-FFF2-40B4-BE49-F238E27FC236}">
                  <a16:creationId xmlns:a16="http://schemas.microsoft.com/office/drawing/2014/main" id="{0BE0CBB2-B5B2-48BE-82CB-6837451DE9AF}"/>
                </a:ext>
              </a:extLst>
            </p:cNvPr>
            <p:cNvSpPr>
              <a:spLocks noChangeShapeType="1"/>
            </p:cNvSpPr>
            <p:nvPr/>
          </p:nvSpPr>
          <p:spPr bwMode="auto">
            <a:xfrm flipH="1">
              <a:off x="8740775" y="4760913"/>
              <a:ext cx="157163" cy="0"/>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Freeform 186">
              <a:extLst>
                <a:ext uri="{FF2B5EF4-FFF2-40B4-BE49-F238E27FC236}">
                  <a16:creationId xmlns:a16="http://schemas.microsoft.com/office/drawing/2014/main" id="{1DABD15B-AC28-434F-9EC0-2B1AC315BF4A}"/>
                </a:ext>
              </a:extLst>
            </p:cNvPr>
            <p:cNvSpPr>
              <a:spLocks/>
            </p:cNvSpPr>
            <p:nvPr/>
          </p:nvSpPr>
          <p:spPr bwMode="auto">
            <a:xfrm>
              <a:off x="8562975" y="4418013"/>
              <a:ext cx="509588" cy="342900"/>
            </a:xfrm>
            <a:custGeom>
              <a:avLst/>
              <a:gdLst>
                <a:gd name="T0" fmla="*/ 60 w 678"/>
                <a:gd name="T1" fmla="*/ 456 h 456"/>
                <a:gd name="T2" fmla="*/ 15 w 678"/>
                <a:gd name="T3" fmla="*/ 456 h 456"/>
                <a:gd name="T4" fmla="*/ 0 w 678"/>
                <a:gd name="T5" fmla="*/ 441 h 456"/>
                <a:gd name="T6" fmla="*/ 0 w 678"/>
                <a:gd name="T7" fmla="*/ 15 h 456"/>
                <a:gd name="T8" fmla="*/ 15 w 678"/>
                <a:gd name="T9" fmla="*/ 0 h 456"/>
                <a:gd name="T10" fmla="*/ 662 w 678"/>
                <a:gd name="T11" fmla="*/ 0 h 456"/>
                <a:gd name="T12" fmla="*/ 678 w 678"/>
                <a:gd name="T13" fmla="*/ 15 h 456"/>
                <a:gd name="T14" fmla="*/ 678 w 678"/>
                <a:gd name="T15" fmla="*/ 441 h 456"/>
                <a:gd name="T16" fmla="*/ 662 w 678"/>
                <a:gd name="T17" fmla="*/ 456 h 456"/>
                <a:gd name="T18" fmla="*/ 622 w 678"/>
                <a:gd name="T19" fmla="*/ 45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8" h="456">
                  <a:moveTo>
                    <a:pt x="60" y="456"/>
                  </a:moveTo>
                  <a:lnTo>
                    <a:pt x="15" y="456"/>
                  </a:lnTo>
                  <a:cubicBezTo>
                    <a:pt x="7" y="456"/>
                    <a:pt x="0" y="450"/>
                    <a:pt x="0" y="441"/>
                  </a:cubicBezTo>
                  <a:lnTo>
                    <a:pt x="0" y="15"/>
                  </a:lnTo>
                  <a:cubicBezTo>
                    <a:pt x="0" y="7"/>
                    <a:pt x="7" y="0"/>
                    <a:pt x="15" y="0"/>
                  </a:cubicBezTo>
                  <a:lnTo>
                    <a:pt x="662" y="0"/>
                  </a:lnTo>
                  <a:cubicBezTo>
                    <a:pt x="671" y="0"/>
                    <a:pt x="678" y="7"/>
                    <a:pt x="678" y="15"/>
                  </a:cubicBezTo>
                  <a:lnTo>
                    <a:pt x="678" y="441"/>
                  </a:lnTo>
                  <a:cubicBezTo>
                    <a:pt x="678" y="450"/>
                    <a:pt x="671" y="456"/>
                    <a:pt x="662" y="456"/>
                  </a:cubicBezTo>
                  <a:lnTo>
                    <a:pt x="622" y="456"/>
                  </a:ln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re 1"/>
          <p:cNvSpPr>
            <a:spLocks noGrp="1"/>
          </p:cNvSpPr>
          <p:nvPr>
            <p:ph type="title"/>
          </p:nvPr>
        </p:nvSpPr>
        <p:spPr>
          <a:xfrm>
            <a:off x="214184" y="13663"/>
            <a:ext cx="9728886" cy="678316"/>
          </a:xfrm>
        </p:spPr>
        <p:txBody>
          <a:bodyPr>
            <a:noAutofit/>
          </a:bodyPr>
          <a:lstStyle/>
          <a:p>
            <a:r>
              <a:rPr lang="en-US" dirty="0"/>
              <a:t>Circles 11</a:t>
            </a:r>
          </a:p>
        </p:txBody>
      </p:sp>
      <p:grpSp>
        <p:nvGrpSpPr>
          <p:cNvPr id="44" name="Communication9" descr="{&quot;Key&quot;:&quot;POWER_USER_SHAPE_ICON&quot;,&quot;Value&quot;:&quot;POWER_USER_SHAPE_ICON_STYLE_1&quot;}">
            <a:extLst>
              <a:ext uri="{FF2B5EF4-FFF2-40B4-BE49-F238E27FC236}">
                <a16:creationId xmlns:a16="http://schemas.microsoft.com/office/drawing/2014/main" id="{7057451C-38D2-4CE4-B689-56B8D7813BD7}"/>
              </a:ext>
            </a:extLst>
          </p:cNvPr>
          <p:cNvGrpSpPr>
            <a:grpSpLocks noChangeAspect="1"/>
          </p:cNvGrpSpPr>
          <p:nvPr/>
        </p:nvGrpSpPr>
        <p:grpSpPr>
          <a:xfrm>
            <a:off x="7100560" y="2529565"/>
            <a:ext cx="606382" cy="542926"/>
            <a:chOff x="8078788" y="1208088"/>
            <a:chExt cx="273050" cy="244475"/>
          </a:xfrm>
          <a:solidFill>
            <a:schemeClr val="accent3"/>
          </a:solidFill>
        </p:grpSpPr>
        <p:sp>
          <p:nvSpPr>
            <p:cNvPr id="45" name="Freeform 1983">
              <a:extLst>
                <a:ext uri="{FF2B5EF4-FFF2-40B4-BE49-F238E27FC236}">
                  <a16:creationId xmlns:a16="http://schemas.microsoft.com/office/drawing/2014/main" id="{96347B3A-E3AB-471C-BAB7-46C090246067}"/>
                </a:ext>
              </a:extLst>
            </p:cNvPr>
            <p:cNvSpPr>
              <a:spLocks noEditPoints="1"/>
            </p:cNvSpPr>
            <p:nvPr/>
          </p:nvSpPr>
          <p:spPr bwMode="auto">
            <a:xfrm>
              <a:off x="8196263" y="1265238"/>
              <a:ext cx="55563" cy="125413"/>
            </a:xfrm>
            <a:custGeom>
              <a:avLst/>
              <a:gdLst>
                <a:gd name="T0" fmla="*/ 236 w 1535"/>
                <a:gd name="T1" fmla="*/ 283 h 3419"/>
                <a:gd name="T2" fmla="*/ 1121 w 1535"/>
                <a:gd name="T3" fmla="*/ 3194 h 3419"/>
                <a:gd name="T4" fmla="*/ 1299 w 1535"/>
                <a:gd name="T5" fmla="*/ 3140 h 3419"/>
                <a:gd name="T6" fmla="*/ 414 w 1535"/>
                <a:gd name="T7" fmla="*/ 229 h 3419"/>
                <a:gd name="T8" fmla="*/ 236 w 1535"/>
                <a:gd name="T9" fmla="*/ 283 h 3419"/>
                <a:gd name="T10" fmla="*/ 1054 w 1535"/>
                <a:gd name="T11" fmla="*/ 3419 h 3419"/>
                <a:gd name="T12" fmla="*/ 1008 w 1535"/>
                <a:gd name="T13" fmla="*/ 3408 h 3419"/>
                <a:gd name="T14" fmla="*/ 959 w 1535"/>
                <a:gd name="T15" fmla="*/ 3348 h 3419"/>
                <a:gd name="T16" fmla="*/ 16 w 1535"/>
                <a:gd name="T17" fmla="*/ 245 h 3419"/>
                <a:gd name="T18" fmla="*/ 82 w 1535"/>
                <a:gd name="T19" fmla="*/ 120 h 3419"/>
                <a:gd name="T20" fmla="*/ 451 w 1535"/>
                <a:gd name="T21" fmla="*/ 9 h 3419"/>
                <a:gd name="T22" fmla="*/ 527 w 1535"/>
                <a:gd name="T23" fmla="*/ 17 h 3419"/>
                <a:gd name="T24" fmla="*/ 576 w 1535"/>
                <a:gd name="T25" fmla="*/ 75 h 3419"/>
                <a:gd name="T26" fmla="*/ 1519 w 1535"/>
                <a:gd name="T27" fmla="*/ 3178 h 3419"/>
                <a:gd name="T28" fmla="*/ 1453 w 1535"/>
                <a:gd name="T29" fmla="*/ 3303 h 3419"/>
                <a:gd name="T30" fmla="*/ 1083 w 1535"/>
                <a:gd name="T31" fmla="*/ 3415 h 3419"/>
                <a:gd name="T32" fmla="*/ 1054 w 1535"/>
                <a:gd name="T33" fmla="*/ 3419 h 3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35" h="3419">
                  <a:moveTo>
                    <a:pt x="236" y="283"/>
                  </a:moveTo>
                  <a:lnTo>
                    <a:pt x="1121" y="3194"/>
                  </a:lnTo>
                  <a:lnTo>
                    <a:pt x="1299" y="3140"/>
                  </a:lnTo>
                  <a:lnTo>
                    <a:pt x="414" y="229"/>
                  </a:lnTo>
                  <a:lnTo>
                    <a:pt x="236" y="283"/>
                  </a:lnTo>
                  <a:close/>
                  <a:moveTo>
                    <a:pt x="1054" y="3419"/>
                  </a:moveTo>
                  <a:cubicBezTo>
                    <a:pt x="1038" y="3419"/>
                    <a:pt x="1022" y="3415"/>
                    <a:pt x="1008" y="3408"/>
                  </a:cubicBezTo>
                  <a:cubicBezTo>
                    <a:pt x="984" y="3394"/>
                    <a:pt x="966" y="3374"/>
                    <a:pt x="959" y="3348"/>
                  </a:cubicBezTo>
                  <a:lnTo>
                    <a:pt x="16" y="245"/>
                  </a:lnTo>
                  <a:cubicBezTo>
                    <a:pt x="0" y="192"/>
                    <a:pt x="29" y="137"/>
                    <a:pt x="82" y="120"/>
                  </a:cubicBezTo>
                  <a:lnTo>
                    <a:pt x="451" y="9"/>
                  </a:lnTo>
                  <a:cubicBezTo>
                    <a:pt x="477" y="0"/>
                    <a:pt x="503" y="3"/>
                    <a:pt x="527" y="17"/>
                  </a:cubicBezTo>
                  <a:cubicBezTo>
                    <a:pt x="551" y="29"/>
                    <a:pt x="568" y="50"/>
                    <a:pt x="576" y="75"/>
                  </a:cubicBezTo>
                  <a:lnTo>
                    <a:pt x="1519" y="3178"/>
                  </a:lnTo>
                  <a:cubicBezTo>
                    <a:pt x="1535" y="3231"/>
                    <a:pt x="1506" y="3287"/>
                    <a:pt x="1453" y="3303"/>
                  </a:cubicBezTo>
                  <a:lnTo>
                    <a:pt x="1083" y="3415"/>
                  </a:lnTo>
                  <a:cubicBezTo>
                    <a:pt x="1074" y="3418"/>
                    <a:pt x="1065" y="3419"/>
                    <a:pt x="1054" y="34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1984">
              <a:extLst>
                <a:ext uri="{FF2B5EF4-FFF2-40B4-BE49-F238E27FC236}">
                  <a16:creationId xmlns:a16="http://schemas.microsoft.com/office/drawing/2014/main" id="{8BB83C87-865F-401B-9F9D-3FC922E00190}"/>
                </a:ext>
              </a:extLst>
            </p:cNvPr>
            <p:cNvSpPr>
              <a:spLocks/>
            </p:cNvSpPr>
            <p:nvPr/>
          </p:nvSpPr>
          <p:spPr bwMode="auto">
            <a:xfrm>
              <a:off x="8078788" y="1270000"/>
              <a:ext cx="158750" cy="125413"/>
            </a:xfrm>
            <a:custGeom>
              <a:avLst/>
              <a:gdLst>
                <a:gd name="T0" fmla="*/ 1018 w 4384"/>
                <a:gd name="T1" fmla="*/ 3444 h 3444"/>
                <a:gd name="T2" fmla="*/ 650 w 4384"/>
                <a:gd name="T3" fmla="*/ 3370 h 3444"/>
                <a:gd name="T4" fmla="*/ 56 w 4384"/>
                <a:gd name="T5" fmla="*/ 2240 h 3444"/>
                <a:gd name="T6" fmla="*/ 446 w 4384"/>
                <a:gd name="T7" fmla="*/ 1645 h 3444"/>
                <a:gd name="T8" fmla="*/ 1456 w 4384"/>
                <a:gd name="T9" fmla="*/ 1288 h 3444"/>
                <a:gd name="T10" fmla="*/ 1488 w 4384"/>
                <a:gd name="T11" fmla="*/ 1281 h 3444"/>
                <a:gd name="T12" fmla="*/ 2780 w 4384"/>
                <a:gd name="T13" fmla="*/ 585 h 3444"/>
                <a:gd name="T14" fmla="*/ 3174 w 4384"/>
                <a:gd name="T15" fmla="*/ 69 h 3444"/>
                <a:gd name="T16" fmla="*/ 3308 w 4384"/>
                <a:gd name="T17" fmla="*/ 25 h 3444"/>
                <a:gd name="T18" fmla="*/ 3353 w 4384"/>
                <a:gd name="T19" fmla="*/ 159 h 3444"/>
                <a:gd name="T20" fmla="*/ 2927 w 4384"/>
                <a:gd name="T21" fmla="*/ 720 h 3444"/>
                <a:gd name="T22" fmla="*/ 1529 w 4384"/>
                <a:gd name="T23" fmla="*/ 1477 h 3444"/>
                <a:gd name="T24" fmla="*/ 1497 w 4384"/>
                <a:gd name="T25" fmla="*/ 1483 h 3444"/>
                <a:gd name="T26" fmla="*/ 561 w 4384"/>
                <a:gd name="T27" fmla="*/ 1809 h 3444"/>
                <a:gd name="T28" fmla="*/ 254 w 4384"/>
                <a:gd name="T29" fmla="*/ 2265 h 3444"/>
                <a:gd name="T30" fmla="*/ 736 w 4384"/>
                <a:gd name="T31" fmla="*/ 3189 h 3444"/>
                <a:gd name="T32" fmla="*/ 1767 w 4384"/>
                <a:gd name="T33" fmla="*/ 3084 h 3444"/>
                <a:gd name="T34" fmla="*/ 1978 w 4384"/>
                <a:gd name="T35" fmla="*/ 3020 h 3444"/>
                <a:gd name="T36" fmla="*/ 4311 w 4384"/>
                <a:gd name="T37" fmla="*/ 3106 h 3444"/>
                <a:gd name="T38" fmla="*/ 4361 w 4384"/>
                <a:gd name="T39" fmla="*/ 3238 h 3444"/>
                <a:gd name="T40" fmla="*/ 4229 w 4384"/>
                <a:gd name="T41" fmla="*/ 3288 h 3444"/>
                <a:gd name="T42" fmla="*/ 2032 w 4384"/>
                <a:gd name="T43" fmla="*/ 3213 h 3444"/>
                <a:gd name="T44" fmla="*/ 1828 w 4384"/>
                <a:gd name="T45" fmla="*/ 3275 h 3444"/>
                <a:gd name="T46" fmla="*/ 1018 w 4384"/>
                <a:gd name="T47" fmla="*/ 3444 h 3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84" h="3444">
                  <a:moveTo>
                    <a:pt x="1018" y="3444"/>
                  </a:moveTo>
                  <a:cubicBezTo>
                    <a:pt x="889" y="3444"/>
                    <a:pt x="764" y="3423"/>
                    <a:pt x="650" y="3370"/>
                  </a:cubicBezTo>
                  <a:cubicBezTo>
                    <a:pt x="261" y="3187"/>
                    <a:pt x="0" y="2691"/>
                    <a:pt x="56" y="2240"/>
                  </a:cubicBezTo>
                  <a:cubicBezTo>
                    <a:pt x="86" y="2005"/>
                    <a:pt x="217" y="1806"/>
                    <a:pt x="446" y="1645"/>
                  </a:cubicBezTo>
                  <a:cubicBezTo>
                    <a:pt x="751" y="1432"/>
                    <a:pt x="1109" y="1359"/>
                    <a:pt x="1456" y="1288"/>
                  </a:cubicBezTo>
                  <a:lnTo>
                    <a:pt x="1488" y="1281"/>
                  </a:lnTo>
                  <a:cubicBezTo>
                    <a:pt x="2109" y="1153"/>
                    <a:pt x="2533" y="832"/>
                    <a:pt x="2780" y="585"/>
                  </a:cubicBezTo>
                  <a:cubicBezTo>
                    <a:pt x="3049" y="315"/>
                    <a:pt x="3173" y="72"/>
                    <a:pt x="3174" y="69"/>
                  </a:cubicBezTo>
                  <a:cubicBezTo>
                    <a:pt x="3198" y="20"/>
                    <a:pt x="3259" y="0"/>
                    <a:pt x="3308" y="25"/>
                  </a:cubicBezTo>
                  <a:cubicBezTo>
                    <a:pt x="3357" y="49"/>
                    <a:pt x="3377" y="109"/>
                    <a:pt x="3353" y="159"/>
                  </a:cubicBezTo>
                  <a:cubicBezTo>
                    <a:pt x="3347" y="169"/>
                    <a:pt x="3217" y="428"/>
                    <a:pt x="2927" y="720"/>
                  </a:cubicBezTo>
                  <a:cubicBezTo>
                    <a:pt x="2660" y="988"/>
                    <a:pt x="2201" y="1338"/>
                    <a:pt x="1529" y="1477"/>
                  </a:cubicBezTo>
                  <a:lnTo>
                    <a:pt x="1497" y="1483"/>
                  </a:lnTo>
                  <a:cubicBezTo>
                    <a:pt x="1170" y="1551"/>
                    <a:pt x="832" y="1620"/>
                    <a:pt x="561" y="1809"/>
                  </a:cubicBezTo>
                  <a:cubicBezTo>
                    <a:pt x="377" y="1938"/>
                    <a:pt x="277" y="2086"/>
                    <a:pt x="254" y="2265"/>
                  </a:cubicBezTo>
                  <a:cubicBezTo>
                    <a:pt x="209" y="2628"/>
                    <a:pt x="425" y="3043"/>
                    <a:pt x="736" y="3189"/>
                  </a:cubicBezTo>
                  <a:cubicBezTo>
                    <a:pt x="1015" y="3320"/>
                    <a:pt x="1433" y="3189"/>
                    <a:pt x="1767" y="3084"/>
                  </a:cubicBezTo>
                  <a:cubicBezTo>
                    <a:pt x="1842" y="3060"/>
                    <a:pt x="1913" y="3039"/>
                    <a:pt x="1978" y="3020"/>
                  </a:cubicBezTo>
                  <a:cubicBezTo>
                    <a:pt x="3285" y="2656"/>
                    <a:pt x="4270" y="3088"/>
                    <a:pt x="4311" y="3106"/>
                  </a:cubicBezTo>
                  <a:cubicBezTo>
                    <a:pt x="4361" y="3129"/>
                    <a:pt x="4384" y="3188"/>
                    <a:pt x="4361" y="3238"/>
                  </a:cubicBezTo>
                  <a:cubicBezTo>
                    <a:pt x="4339" y="3288"/>
                    <a:pt x="4279" y="3311"/>
                    <a:pt x="4229" y="3288"/>
                  </a:cubicBezTo>
                  <a:cubicBezTo>
                    <a:pt x="4220" y="3285"/>
                    <a:pt x="3265" y="2869"/>
                    <a:pt x="2032" y="3213"/>
                  </a:cubicBezTo>
                  <a:cubicBezTo>
                    <a:pt x="1970" y="3230"/>
                    <a:pt x="1900" y="3252"/>
                    <a:pt x="1828" y="3275"/>
                  </a:cubicBezTo>
                  <a:cubicBezTo>
                    <a:pt x="1579" y="3353"/>
                    <a:pt x="1288" y="3444"/>
                    <a:pt x="1018" y="34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1985">
              <a:extLst>
                <a:ext uri="{FF2B5EF4-FFF2-40B4-BE49-F238E27FC236}">
                  <a16:creationId xmlns:a16="http://schemas.microsoft.com/office/drawing/2014/main" id="{CD7228DE-9D7B-45F6-A8E7-001DFE0C47BD}"/>
                </a:ext>
              </a:extLst>
            </p:cNvPr>
            <p:cNvSpPr>
              <a:spLocks/>
            </p:cNvSpPr>
            <p:nvPr/>
          </p:nvSpPr>
          <p:spPr bwMode="auto">
            <a:xfrm>
              <a:off x="8110538" y="1395413"/>
              <a:ext cx="50800" cy="57150"/>
            </a:xfrm>
            <a:custGeom>
              <a:avLst/>
              <a:gdLst>
                <a:gd name="T0" fmla="*/ 817 w 1374"/>
                <a:gd name="T1" fmla="*/ 1596 h 1596"/>
                <a:gd name="T2" fmla="*/ 306 w 1374"/>
                <a:gd name="T3" fmla="*/ 1198 h 1596"/>
                <a:gd name="T4" fmla="*/ 15 w 1374"/>
                <a:gd name="T5" fmla="*/ 243 h 1596"/>
                <a:gd name="T6" fmla="*/ 81 w 1374"/>
                <a:gd name="T7" fmla="*/ 117 h 1596"/>
                <a:gd name="T8" fmla="*/ 207 w 1374"/>
                <a:gd name="T9" fmla="*/ 184 h 1596"/>
                <a:gd name="T10" fmla="*/ 497 w 1374"/>
                <a:gd name="T11" fmla="*/ 1140 h 1596"/>
                <a:gd name="T12" fmla="*/ 898 w 1374"/>
                <a:gd name="T13" fmla="*/ 1384 h 1596"/>
                <a:gd name="T14" fmla="*/ 1095 w 1374"/>
                <a:gd name="T15" fmla="*/ 958 h 1596"/>
                <a:gd name="T16" fmla="*/ 1094 w 1374"/>
                <a:gd name="T17" fmla="*/ 957 h 1596"/>
                <a:gd name="T18" fmla="*/ 857 w 1374"/>
                <a:gd name="T19" fmla="*/ 141 h 1596"/>
                <a:gd name="T20" fmla="*/ 924 w 1374"/>
                <a:gd name="T21" fmla="*/ 17 h 1596"/>
                <a:gd name="T22" fmla="*/ 1048 w 1374"/>
                <a:gd name="T23" fmla="*/ 83 h 1596"/>
                <a:gd name="T24" fmla="*/ 1286 w 1374"/>
                <a:gd name="T25" fmla="*/ 901 h 1596"/>
                <a:gd name="T26" fmla="*/ 956 w 1374"/>
                <a:gd name="T27" fmla="*/ 1575 h 1596"/>
                <a:gd name="T28" fmla="*/ 817 w 1374"/>
                <a:gd name="T29"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4" h="1596">
                  <a:moveTo>
                    <a:pt x="817" y="1596"/>
                  </a:moveTo>
                  <a:cubicBezTo>
                    <a:pt x="592" y="1596"/>
                    <a:pt x="379" y="1438"/>
                    <a:pt x="306" y="1198"/>
                  </a:cubicBezTo>
                  <a:lnTo>
                    <a:pt x="15" y="243"/>
                  </a:lnTo>
                  <a:cubicBezTo>
                    <a:pt x="0" y="190"/>
                    <a:pt x="29" y="134"/>
                    <a:pt x="81" y="117"/>
                  </a:cubicBezTo>
                  <a:cubicBezTo>
                    <a:pt x="134" y="101"/>
                    <a:pt x="190" y="131"/>
                    <a:pt x="207" y="184"/>
                  </a:cubicBezTo>
                  <a:lnTo>
                    <a:pt x="497" y="1140"/>
                  </a:lnTo>
                  <a:cubicBezTo>
                    <a:pt x="554" y="1325"/>
                    <a:pt x="733" y="1433"/>
                    <a:pt x="898" y="1384"/>
                  </a:cubicBezTo>
                  <a:cubicBezTo>
                    <a:pt x="1062" y="1334"/>
                    <a:pt x="1150" y="1142"/>
                    <a:pt x="1095" y="958"/>
                  </a:cubicBezTo>
                  <a:cubicBezTo>
                    <a:pt x="1095" y="957"/>
                    <a:pt x="1094" y="957"/>
                    <a:pt x="1094" y="957"/>
                  </a:cubicBezTo>
                  <a:cubicBezTo>
                    <a:pt x="1093" y="951"/>
                    <a:pt x="949" y="443"/>
                    <a:pt x="857" y="141"/>
                  </a:cubicBezTo>
                  <a:cubicBezTo>
                    <a:pt x="841" y="88"/>
                    <a:pt x="871" y="33"/>
                    <a:pt x="924" y="17"/>
                  </a:cubicBezTo>
                  <a:cubicBezTo>
                    <a:pt x="976" y="0"/>
                    <a:pt x="1031" y="30"/>
                    <a:pt x="1048" y="83"/>
                  </a:cubicBezTo>
                  <a:cubicBezTo>
                    <a:pt x="1138" y="381"/>
                    <a:pt x="1280" y="877"/>
                    <a:pt x="1286" y="901"/>
                  </a:cubicBezTo>
                  <a:cubicBezTo>
                    <a:pt x="1374" y="1191"/>
                    <a:pt x="1226" y="1493"/>
                    <a:pt x="956" y="1575"/>
                  </a:cubicBezTo>
                  <a:cubicBezTo>
                    <a:pt x="910" y="1589"/>
                    <a:pt x="862" y="1596"/>
                    <a:pt x="817" y="15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1986">
              <a:extLst>
                <a:ext uri="{FF2B5EF4-FFF2-40B4-BE49-F238E27FC236}">
                  <a16:creationId xmlns:a16="http://schemas.microsoft.com/office/drawing/2014/main" id="{1FC7C70F-F8B8-43A3-8D8B-052A4FB00DF5}"/>
                </a:ext>
              </a:extLst>
            </p:cNvPr>
            <p:cNvSpPr>
              <a:spLocks/>
            </p:cNvSpPr>
            <p:nvPr/>
          </p:nvSpPr>
          <p:spPr bwMode="auto">
            <a:xfrm>
              <a:off x="8221663" y="1301750"/>
              <a:ext cx="31750" cy="47625"/>
            </a:xfrm>
            <a:custGeom>
              <a:avLst/>
              <a:gdLst>
                <a:gd name="T0" fmla="*/ 462 w 873"/>
                <a:gd name="T1" fmla="*/ 1297 h 1297"/>
                <a:gd name="T2" fmla="*/ 381 w 873"/>
                <a:gd name="T3" fmla="*/ 1255 h 1297"/>
                <a:gd name="T4" fmla="*/ 405 w 873"/>
                <a:gd name="T5" fmla="*/ 1116 h 1297"/>
                <a:gd name="T6" fmla="*/ 594 w 873"/>
                <a:gd name="T7" fmla="*/ 563 h 1297"/>
                <a:gd name="T8" fmla="*/ 104 w 873"/>
                <a:gd name="T9" fmla="*/ 208 h 1297"/>
                <a:gd name="T10" fmla="*/ 2 w 873"/>
                <a:gd name="T11" fmla="*/ 110 h 1297"/>
                <a:gd name="T12" fmla="*/ 100 w 873"/>
                <a:gd name="T13" fmla="*/ 8 h 1297"/>
                <a:gd name="T14" fmla="*/ 785 w 873"/>
                <a:gd name="T15" fmla="*/ 504 h 1297"/>
                <a:gd name="T16" fmla="*/ 521 w 873"/>
                <a:gd name="T17" fmla="*/ 1278 h 1297"/>
                <a:gd name="T18" fmla="*/ 462 w 873"/>
                <a:gd name="T19" fmla="*/ 1297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3" h="1297">
                  <a:moveTo>
                    <a:pt x="462" y="1297"/>
                  </a:moveTo>
                  <a:cubicBezTo>
                    <a:pt x="431" y="1297"/>
                    <a:pt x="401" y="1282"/>
                    <a:pt x="381" y="1255"/>
                  </a:cubicBezTo>
                  <a:cubicBezTo>
                    <a:pt x="349" y="1209"/>
                    <a:pt x="360" y="1147"/>
                    <a:pt x="405" y="1116"/>
                  </a:cubicBezTo>
                  <a:cubicBezTo>
                    <a:pt x="581" y="991"/>
                    <a:pt x="656" y="769"/>
                    <a:pt x="594" y="563"/>
                  </a:cubicBezTo>
                  <a:cubicBezTo>
                    <a:pt x="529" y="348"/>
                    <a:pt x="327" y="203"/>
                    <a:pt x="104" y="208"/>
                  </a:cubicBezTo>
                  <a:cubicBezTo>
                    <a:pt x="49" y="208"/>
                    <a:pt x="3" y="166"/>
                    <a:pt x="2" y="110"/>
                  </a:cubicBezTo>
                  <a:cubicBezTo>
                    <a:pt x="0" y="55"/>
                    <a:pt x="44" y="10"/>
                    <a:pt x="100" y="8"/>
                  </a:cubicBezTo>
                  <a:cubicBezTo>
                    <a:pt x="412" y="0"/>
                    <a:pt x="694" y="205"/>
                    <a:pt x="785" y="504"/>
                  </a:cubicBezTo>
                  <a:cubicBezTo>
                    <a:pt x="873" y="792"/>
                    <a:pt x="767" y="1103"/>
                    <a:pt x="521" y="1278"/>
                  </a:cubicBezTo>
                  <a:cubicBezTo>
                    <a:pt x="503" y="1291"/>
                    <a:pt x="483" y="1297"/>
                    <a:pt x="462" y="12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1987">
              <a:extLst>
                <a:ext uri="{FF2B5EF4-FFF2-40B4-BE49-F238E27FC236}">
                  <a16:creationId xmlns:a16="http://schemas.microsoft.com/office/drawing/2014/main" id="{123346F5-9670-4420-9042-57388DF1C6BD}"/>
                </a:ext>
              </a:extLst>
            </p:cNvPr>
            <p:cNvSpPr>
              <a:spLocks/>
            </p:cNvSpPr>
            <p:nvPr/>
          </p:nvSpPr>
          <p:spPr bwMode="auto">
            <a:xfrm>
              <a:off x="8116888" y="1323975"/>
              <a:ext cx="26988" cy="66675"/>
            </a:xfrm>
            <a:custGeom>
              <a:avLst/>
              <a:gdLst>
                <a:gd name="T0" fmla="*/ 602 w 714"/>
                <a:gd name="T1" fmla="*/ 1827 h 1827"/>
                <a:gd name="T2" fmla="*/ 507 w 714"/>
                <a:gd name="T3" fmla="*/ 1755 h 1827"/>
                <a:gd name="T4" fmla="*/ 16 w 714"/>
                <a:gd name="T5" fmla="*/ 141 h 1827"/>
                <a:gd name="T6" fmla="*/ 83 w 714"/>
                <a:gd name="T7" fmla="*/ 16 h 1827"/>
                <a:gd name="T8" fmla="*/ 208 w 714"/>
                <a:gd name="T9" fmla="*/ 83 h 1827"/>
                <a:gd name="T10" fmla="*/ 698 w 714"/>
                <a:gd name="T11" fmla="*/ 1697 h 1827"/>
                <a:gd name="T12" fmla="*/ 632 w 714"/>
                <a:gd name="T13" fmla="*/ 1822 h 1827"/>
                <a:gd name="T14" fmla="*/ 602 w 714"/>
                <a:gd name="T15" fmla="*/ 1827 h 18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7">
                  <a:moveTo>
                    <a:pt x="602" y="1827"/>
                  </a:moveTo>
                  <a:cubicBezTo>
                    <a:pt x="560" y="1827"/>
                    <a:pt x="520" y="1799"/>
                    <a:pt x="507" y="1755"/>
                  </a:cubicBezTo>
                  <a:lnTo>
                    <a:pt x="16" y="141"/>
                  </a:lnTo>
                  <a:cubicBezTo>
                    <a:pt x="0" y="88"/>
                    <a:pt x="30" y="32"/>
                    <a:pt x="83" y="16"/>
                  </a:cubicBezTo>
                  <a:cubicBezTo>
                    <a:pt x="136" y="0"/>
                    <a:pt x="192" y="30"/>
                    <a:pt x="208" y="83"/>
                  </a:cubicBezTo>
                  <a:lnTo>
                    <a:pt x="698" y="1697"/>
                  </a:lnTo>
                  <a:cubicBezTo>
                    <a:pt x="714" y="1750"/>
                    <a:pt x="684" y="1806"/>
                    <a:pt x="632" y="1822"/>
                  </a:cubicBezTo>
                  <a:cubicBezTo>
                    <a:pt x="622" y="1825"/>
                    <a:pt x="612" y="1827"/>
                    <a:pt x="602" y="18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1988">
              <a:extLst>
                <a:ext uri="{FF2B5EF4-FFF2-40B4-BE49-F238E27FC236}">
                  <a16:creationId xmlns:a16="http://schemas.microsoft.com/office/drawing/2014/main" id="{7A0296C2-EEA4-44C3-A483-9660FFBABEA6}"/>
                </a:ext>
              </a:extLst>
            </p:cNvPr>
            <p:cNvSpPr>
              <a:spLocks/>
            </p:cNvSpPr>
            <p:nvPr/>
          </p:nvSpPr>
          <p:spPr bwMode="auto">
            <a:xfrm>
              <a:off x="8135938" y="1317625"/>
              <a:ext cx="26988" cy="66675"/>
            </a:xfrm>
            <a:custGeom>
              <a:avLst/>
              <a:gdLst>
                <a:gd name="T0" fmla="*/ 602 w 714"/>
                <a:gd name="T1" fmla="*/ 1826 h 1826"/>
                <a:gd name="T2" fmla="*/ 507 w 714"/>
                <a:gd name="T3" fmla="*/ 1755 h 1826"/>
                <a:gd name="T4" fmla="*/ 16 w 714"/>
                <a:gd name="T5" fmla="*/ 141 h 1826"/>
                <a:gd name="T6" fmla="*/ 82 w 714"/>
                <a:gd name="T7" fmla="*/ 16 h 1826"/>
                <a:gd name="T8" fmla="*/ 207 w 714"/>
                <a:gd name="T9" fmla="*/ 83 h 1826"/>
                <a:gd name="T10" fmla="*/ 698 w 714"/>
                <a:gd name="T11" fmla="*/ 1697 h 1826"/>
                <a:gd name="T12" fmla="*/ 631 w 714"/>
                <a:gd name="T13" fmla="*/ 1822 h 1826"/>
                <a:gd name="T14" fmla="*/ 602 w 714"/>
                <a:gd name="T15" fmla="*/ 1826 h 1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6">
                  <a:moveTo>
                    <a:pt x="602" y="1826"/>
                  </a:moveTo>
                  <a:cubicBezTo>
                    <a:pt x="559" y="1826"/>
                    <a:pt x="520" y="1799"/>
                    <a:pt x="507" y="1755"/>
                  </a:cubicBezTo>
                  <a:lnTo>
                    <a:pt x="16" y="141"/>
                  </a:lnTo>
                  <a:cubicBezTo>
                    <a:pt x="0" y="88"/>
                    <a:pt x="30" y="32"/>
                    <a:pt x="82" y="16"/>
                  </a:cubicBezTo>
                  <a:cubicBezTo>
                    <a:pt x="135" y="0"/>
                    <a:pt x="191" y="30"/>
                    <a:pt x="207" y="83"/>
                  </a:cubicBezTo>
                  <a:lnTo>
                    <a:pt x="698" y="1697"/>
                  </a:lnTo>
                  <a:cubicBezTo>
                    <a:pt x="714" y="1750"/>
                    <a:pt x="684" y="1806"/>
                    <a:pt x="631" y="1822"/>
                  </a:cubicBezTo>
                  <a:cubicBezTo>
                    <a:pt x="622" y="1825"/>
                    <a:pt x="612" y="1826"/>
                    <a:pt x="602"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1989">
              <a:extLst>
                <a:ext uri="{FF2B5EF4-FFF2-40B4-BE49-F238E27FC236}">
                  <a16:creationId xmlns:a16="http://schemas.microsoft.com/office/drawing/2014/main" id="{E54EEF94-CFCF-458D-87D4-295FC4BAD709}"/>
                </a:ext>
              </a:extLst>
            </p:cNvPr>
            <p:cNvSpPr>
              <a:spLocks/>
            </p:cNvSpPr>
            <p:nvPr/>
          </p:nvSpPr>
          <p:spPr bwMode="auto">
            <a:xfrm>
              <a:off x="8154988" y="1208088"/>
              <a:ext cx="185738" cy="223838"/>
            </a:xfrm>
            <a:custGeom>
              <a:avLst/>
              <a:gdLst>
                <a:gd name="T0" fmla="*/ 3429 w 5112"/>
                <a:gd name="T1" fmla="*/ 6129 h 6162"/>
                <a:gd name="T2" fmla="*/ 2651 w 5112"/>
                <a:gd name="T3" fmla="*/ 5408 h 6162"/>
                <a:gd name="T4" fmla="*/ 1935 w 5112"/>
                <a:gd name="T5" fmla="*/ 5817 h 6162"/>
                <a:gd name="T6" fmla="*/ 1837 w 5112"/>
                <a:gd name="T7" fmla="*/ 5904 h 6162"/>
                <a:gd name="T8" fmla="*/ 1530 w 5112"/>
                <a:gd name="T9" fmla="*/ 5405 h 6162"/>
                <a:gd name="T10" fmla="*/ 1185 w 5112"/>
                <a:gd name="T11" fmla="*/ 5335 h 6162"/>
                <a:gd name="T12" fmla="*/ 1631 w 5112"/>
                <a:gd name="T13" fmla="*/ 5232 h 6162"/>
                <a:gd name="T14" fmla="*/ 2095 w 5112"/>
                <a:gd name="T15" fmla="*/ 5260 h 6162"/>
                <a:gd name="T16" fmla="*/ 3234 w 5112"/>
                <a:gd name="T17" fmla="*/ 5603 h 6162"/>
                <a:gd name="T18" fmla="*/ 3857 w 5112"/>
                <a:gd name="T19" fmla="*/ 4191 h 6162"/>
                <a:gd name="T20" fmla="*/ 3979 w 5112"/>
                <a:gd name="T21" fmla="*/ 3801 h 6162"/>
                <a:gd name="T22" fmla="*/ 4357 w 5112"/>
                <a:gd name="T23" fmla="*/ 2407 h 6162"/>
                <a:gd name="T24" fmla="*/ 3221 w 5112"/>
                <a:gd name="T25" fmla="*/ 1564 h 6162"/>
                <a:gd name="T26" fmla="*/ 2139 w 5112"/>
                <a:gd name="T27" fmla="*/ 1292 h 6162"/>
                <a:gd name="T28" fmla="*/ 1542 w 5112"/>
                <a:gd name="T29" fmla="*/ 775 h 6162"/>
                <a:gd name="T30" fmla="*/ 355 w 5112"/>
                <a:gd name="T31" fmla="*/ 1585 h 6162"/>
                <a:gd name="T32" fmla="*/ 249 w 5112"/>
                <a:gd name="T33" fmla="*/ 2165 h 6162"/>
                <a:gd name="T34" fmla="*/ 36 w 5112"/>
                <a:gd name="T35" fmla="*/ 1352 h 6162"/>
                <a:gd name="T36" fmla="*/ 185 w 5112"/>
                <a:gd name="T37" fmla="*/ 1220 h 6162"/>
                <a:gd name="T38" fmla="*/ 1344 w 5112"/>
                <a:gd name="T39" fmla="*/ 740 h 6162"/>
                <a:gd name="T40" fmla="*/ 1361 w 5112"/>
                <a:gd name="T41" fmla="*/ 122 h 6162"/>
                <a:gd name="T42" fmla="*/ 1559 w 5112"/>
                <a:gd name="T43" fmla="*/ 93 h 6162"/>
                <a:gd name="T44" fmla="*/ 2208 w 5112"/>
                <a:gd name="T45" fmla="*/ 1104 h 6162"/>
                <a:gd name="T46" fmla="*/ 3483 w 5112"/>
                <a:gd name="T47" fmla="*/ 652 h 6162"/>
                <a:gd name="T48" fmla="*/ 3410 w 5112"/>
                <a:gd name="T49" fmla="*/ 1499 h 6162"/>
                <a:gd name="T50" fmla="*/ 4931 w 5112"/>
                <a:gd name="T51" fmla="*/ 2078 h 6162"/>
                <a:gd name="T52" fmla="*/ 5092 w 5112"/>
                <a:gd name="T53" fmla="*/ 2125 h 6162"/>
                <a:gd name="T54" fmla="*/ 5001 w 5112"/>
                <a:gd name="T55" fmla="*/ 2265 h 6162"/>
                <a:gd name="T56" fmla="*/ 4154 w 5112"/>
                <a:gd name="T57" fmla="*/ 3703 h 6162"/>
                <a:gd name="T58" fmla="*/ 4571 w 5112"/>
                <a:gd name="T59" fmla="*/ 4167 h 6162"/>
                <a:gd name="T60" fmla="*/ 4523 w 5112"/>
                <a:gd name="T61" fmla="*/ 4360 h 6162"/>
                <a:gd name="T62" fmla="*/ 3463 w 5112"/>
                <a:gd name="T63" fmla="*/ 4744 h 6162"/>
                <a:gd name="T64" fmla="*/ 3596 w 5112"/>
                <a:gd name="T65" fmla="*/ 6024 h 6162"/>
                <a:gd name="T66" fmla="*/ 3504 w 5112"/>
                <a:gd name="T67" fmla="*/ 6162 h 6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12" h="6162">
                  <a:moveTo>
                    <a:pt x="3504" y="6162"/>
                  </a:moveTo>
                  <a:cubicBezTo>
                    <a:pt x="3476" y="6162"/>
                    <a:pt x="3448" y="6151"/>
                    <a:pt x="3429" y="6129"/>
                  </a:cubicBezTo>
                  <a:cubicBezTo>
                    <a:pt x="3368" y="6061"/>
                    <a:pt x="3314" y="5998"/>
                    <a:pt x="3262" y="5937"/>
                  </a:cubicBezTo>
                  <a:cubicBezTo>
                    <a:pt x="3067" y="5708"/>
                    <a:pt x="2927" y="5544"/>
                    <a:pt x="2651" y="5408"/>
                  </a:cubicBezTo>
                  <a:cubicBezTo>
                    <a:pt x="2546" y="5356"/>
                    <a:pt x="2353" y="5348"/>
                    <a:pt x="2190" y="5437"/>
                  </a:cubicBezTo>
                  <a:cubicBezTo>
                    <a:pt x="2089" y="5490"/>
                    <a:pt x="1963" y="5600"/>
                    <a:pt x="1935" y="5817"/>
                  </a:cubicBezTo>
                  <a:cubicBezTo>
                    <a:pt x="1929" y="5866"/>
                    <a:pt x="1887" y="5903"/>
                    <a:pt x="1837" y="5904"/>
                  </a:cubicBezTo>
                  <a:lnTo>
                    <a:pt x="1837" y="5904"/>
                  </a:lnTo>
                  <a:cubicBezTo>
                    <a:pt x="1787" y="5904"/>
                    <a:pt x="1745" y="5868"/>
                    <a:pt x="1738" y="5820"/>
                  </a:cubicBezTo>
                  <a:cubicBezTo>
                    <a:pt x="1704" y="5611"/>
                    <a:pt x="1631" y="5465"/>
                    <a:pt x="1530" y="5405"/>
                  </a:cubicBezTo>
                  <a:cubicBezTo>
                    <a:pt x="1467" y="5369"/>
                    <a:pt x="1394" y="5365"/>
                    <a:pt x="1313" y="5394"/>
                  </a:cubicBezTo>
                  <a:cubicBezTo>
                    <a:pt x="1262" y="5414"/>
                    <a:pt x="1204" y="5387"/>
                    <a:pt x="1185" y="5335"/>
                  </a:cubicBezTo>
                  <a:cubicBezTo>
                    <a:pt x="1166" y="5283"/>
                    <a:pt x="1192" y="5226"/>
                    <a:pt x="1244" y="5207"/>
                  </a:cubicBezTo>
                  <a:cubicBezTo>
                    <a:pt x="1382" y="5156"/>
                    <a:pt x="1516" y="5165"/>
                    <a:pt x="1631" y="5232"/>
                  </a:cubicBezTo>
                  <a:cubicBezTo>
                    <a:pt x="1700" y="5274"/>
                    <a:pt x="1783" y="5347"/>
                    <a:pt x="1847" y="5486"/>
                  </a:cubicBezTo>
                  <a:cubicBezTo>
                    <a:pt x="1909" y="5393"/>
                    <a:pt x="1992" y="5316"/>
                    <a:pt x="2095" y="5260"/>
                  </a:cubicBezTo>
                  <a:cubicBezTo>
                    <a:pt x="2298" y="5152"/>
                    <a:pt x="2558" y="5138"/>
                    <a:pt x="2740" y="5228"/>
                  </a:cubicBezTo>
                  <a:cubicBezTo>
                    <a:pt x="2957" y="5336"/>
                    <a:pt x="3100" y="5459"/>
                    <a:pt x="3234" y="5603"/>
                  </a:cubicBezTo>
                  <a:cubicBezTo>
                    <a:pt x="3153" y="5297"/>
                    <a:pt x="3117" y="4936"/>
                    <a:pt x="3291" y="4642"/>
                  </a:cubicBezTo>
                  <a:cubicBezTo>
                    <a:pt x="3412" y="4437"/>
                    <a:pt x="3612" y="4277"/>
                    <a:pt x="3857" y="4191"/>
                  </a:cubicBezTo>
                  <a:cubicBezTo>
                    <a:pt x="3967" y="4151"/>
                    <a:pt x="4083" y="4129"/>
                    <a:pt x="4197" y="4124"/>
                  </a:cubicBezTo>
                  <a:cubicBezTo>
                    <a:pt x="4107" y="4015"/>
                    <a:pt x="4031" y="3892"/>
                    <a:pt x="3979" y="3801"/>
                  </a:cubicBezTo>
                  <a:cubicBezTo>
                    <a:pt x="3725" y="3347"/>
                    <a:pt x="3848" y="2787"/>
                    <a:pt x="4272" y="2470"/>
                  </a:cubicBezTo>
                  <a:cubicBezTo>
                    <a:pt x="4291" y="2455"/>
                    <a:pt x="4320" y="2433"/>
                    <a:pt x="4357" y="2407"/>
                  </a:cubicBezTo>
                  <a:cubicBezTo>
                    <a:pt x="4117" y="2413"/>
                    <a:pt x="3869" y="2355"/>
                    <a:pt x="3632" y="2177"/>
                  </a:cubicBezTo>
                  <a:cubicBezTo>
                    <a:pt x="3465" y="2051"/>
                    <a:pt x="3280" y="1735"/>
                    <a:pt x="3221" y="1564"/>
                  </a:cubicBezTo>
                  <a:cubicBezTo>
                    <a:pt x="3166" y="1406"/>
                    <a:pt x="3157" y="1215"/>
                    <a:pt x="3189" y="1037"/>
                  </a:cubicBezTo>
                  <a:cubicBezTo>
                    <a:pt x="2788" y="1324"/>
                    <a:pt x="2449" y="1404"/>
                    <a:pt x="2139" y="1292"/>
                  </a:cubicBezTo>
                  <a:cubicBezTo>
                    <a:pt x="1927" y="1214"/>
                    <a:pt x="1709" y="941"/>
                    <a:pt x="1556" y="656"/>
                  </a:cubicBezTo>
                  <a:cubicBezTo>
                    <a:pt x="1552" y="703"/>
                    <a:pt x="1547" y="745"/>
                    <a:pt x="1542" y="775"/>
                  </a:cubicBezTo>
                  <a:cubicBezTo>
                    <a:pt x="1487" y="1072"/>
                    <a:pt x="1395" y="1405"/>
                    <a:pt x="998" y="1598"/>
                  </a:cubicBezTo>
                  <a:cubicBezTo>
                    <a:pt x="783" y="1702"/>
                    <a:pt x="552" y="1675"/>
                    <a:pt x="355" y="1585"/>
                  </a:cubicBezTo>
                  <a:cubicBezTo>
                    <a:pt x="394" y="1757"/>
                    <a:pt x="393" y="1942"/>
                    <a:pt x="366" y="2086"/>
                  </a:cubicBezTo>
                  <a:cubicBezTo>
                    <a:pt x="355" y="2140"/>
                    <a:pt x="304" y="2176"/>
                    <a:pt x="249" y="2165"/>
                  </a:cubicBezTo>
                  <a:cubicBezTo>
                    <a:pt x="195" y="2156"/>
                    <a:pt x="159" y="2103"/>
                    <a:pt x="169" y="2049"/>
                  </a:cubicBezTo>
                  <a:cubicBezTo>
                    <a:pt x="210" y="1830"/>
                    <a:pt x="178" y="1521"/>
                    <a:pt x="36" y="1352"/>
                  </a:cubicBezTo>
                  <a:cubicBezTo>
                    <a:pt x="0" y="1311"/>
                    <a:pt x="5" y="1250"/>
                    <a:pt x="45" y="1213"/>
                  </a:cubicBezTo>
                  <a:cubicBezTo>
                    <a:pt x="87" y="1178"/>
                    <a:pt x="148" y="1180"/>
                    <a:pt x="185" y="1220"/>
                  </a:cubicBezTo>
                  <a:cubicBezTo>
                    <a:pt x="354" y="1402"/>
                    <a:pt x="653" y="1542"/>
                    <a:pt x="910" y="1418"/>
                  </a:cubicBezTo>
                  <a:cubicBezTo>
                    <a:pt x="1194" y="1279"/>
                    <a:pt x="1285" y="1064"/>
                    <a:pt x="1344" y="740"/>
                  </a:cubicBezTo>
                  <a:cubicBezTo>
                    <a:pt x="1368" y="609"/>
                    <a:pt x="1382" y="261"/>
                    <a:pt x="1361" y="122"/>
                  </a:cubicBezTo>
                  <a:lnTo>
                    <a:pt x="1361" y="122"/>
                  </a:lnTo>
                  <a:cubicBezTo>
                    <a:pt x="1353" y="67"/>
                    <a:pt x="1391" y="16"/>
                    <a:pt x="1446" y="8"/>
                  </a:cubicBezTo>
                  <a:cubicBezTo>
                    <a:pt x="1501" y="0"/>
                    <a:pt x="1551" y="38"/>
                    <a:pt x="1559" y="93"/>
                  </a:cubicBezTo>
                  <a:lnTo>
                    <a:pt x="1559" y="93"/>
                  </a:lnTo>
                  <a:cubicBezTo>
                    <a:pt x="1602" y="393"/>
                    <a:pt x="1939" y="1006"/>
                    <a:pt x="2208" y="1104"/>
                  </a:cubicBezTo>
                  <a:cubicBezTo>
                    <a:pt x="2513" y="1215"/>
                    <a:pt x="2876" y="1072"/>
                    <a:pt x="3349" y="652"/>
                  </a:cubicBezTo>
                  <a:cubicBezTo>
                    <a:pt x="3388" y="618"/>
                    <a:pt x="3445" y="618"/>
                    <a:pt x="3483" y="652"/>
                  </a:cubicBezTo>
                  <a:cubicBezTo>
                    <a:pt x="3521" y="686"/>
                    <a:pt x="3527" y="743"/>
                    <a:pt x="3497" y="784"/>
                  </a:cubicBezTo>
                  <a:cubicBezTo>
                    <a:pt x="3387" y="941"/>
                    <a:pt x="3323" y="1251"/>
                    <a:pt x="3410" y="1499"/>
                  </a:cubicBezTo>
                  <a:cubicBezTo>
                    <a:pt x="3459" y="1638"/>
                    <a:pt x="3620" y="1917"/>
                    <a:pt x="3752" y="2018"/>
                  </a:cubicBezTo>
                  <a:cubicBezTo>
                    <a:pt x="4061" y="2250"/>
                    <a:pt x="4414" y="2269"/>
                    <a:pt x="4931" y="2078"/>
                  </a:cubicBezTo>
                  <a:cubicBezTo>
                    <a:pt x="4943" y="2073"/>
                    <a:pt x="4954" y="2069"/>
                    <a:pt x="4966" y="2066"/>
                  </a:cubicBezTo>
                  <a:cubicBezTo>
                    <a:pt x="5017" y="2047"/>
                    <a:pt x="5073" y="2073"/>
                    <a:pt x="5092" y="2125"/>
                  </a:cubicBezTo>
                  <a:cubicBezTo>
                    <a:pt x="5112" y="2177"/>
                    <a:pt x="5086" y="2234"/>
                    <a:pt x="5034" y="2253"/>
                  </a:cubicBezTo>
                  <a:cubicBezTo>
                    <a:pt x="5023" y="2257"/>
                    <a:pt x="5012" y="2261"/>
                    <a:pt x="5001" y="2265"/>
                  </a:cubicBezTo>
                  <a:cubicBezTo>
                    <a:pt x="4753" y="2363"/>
                    <a:pt x="4451" y="2585"/>
                    <a:pt x="4392" y="2629"/>
                  </a:cubicBezTo>
                  <a:cubicBezTo>
                    <a:pt x="4049" y="2886"/>
                    <a:pt x="3949" y="3338"/>
                    <a:pt x="4154" y="3703"/>
                  </a:cubicBezTo>
                  <a:cubicBezTo>
                    <a:pt x="4288" y="3942"/>
                    <a:pt x="4441" y="4120"/>
                    <a:pt x="4543" y="4158"/>
                  </a:cubicBezTo>
                  <a:cubicBezTo>
                    <a:pt x="4553" y="4161"/>
                    <a:pt x="4563" y="4164"/>
                    <a:pt x="4571" y="4167"/>
                  </a:cubicBezTo>
                  <a:cubicBezTo>
                    <a:pt x="4623" y="4182"/>
                    <a:pt x="4653" y="4235"/>
                    <a:pt x="4640" y="4287"/>
                  </a:cubicBezTo>
                  <a:cubicBezTo>
                    <a:pt x="4627" y="4339"/>
                    <a:pt x="4575" y="4371"/>
                    <a:pt x="4523" y="4360"/>
                  </a:cubicBezTo>
                  <a:cubicBezTo>
                    <a:pt x="4511" y="4358"/>
                    <a:pt x="4498" y="4354"/>
                    <a:pt x="4486" y="4350"/>
                  </a:cubicBezTo>
                  <a:cubicBezTo>
                    <a:pt x="4099" y="4249"/>
                    <a:pt x="3655" y="4419"/>
                    <a:pt x="3463" y="4744"/>
                  </a:cubicBezTo>
                  <a:cubicBezTo>
                    <a:pt x="3233" y="5132"/>
                    <a:pt x="3463" y="5696"/>
                    <a:pt x="3585" y="5998"/>
                  </a:cubicBezTo>
                  <a:lnTo>
                    <a:pt x="3596" y="6024"/>
                  </a:lnTo>
                  <a:cubicBezTo>
                    <a:pt x="3614" y="6069"/>
                    <a:pt x="3598" y="6121"/>
                    <a:pt x="3557" y="6147"/>
                  </a:cubicBezTo>
                  <a:cubicBezTo>
                    <a:pt x="3540" y="6158"/>
                    <a:pt x="3522" y="6162"/>
                    <a:pt x="3504" y="61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Freeform 1990">
              <a:extLst>
                <a:ext uri="{FF2B5EF4-FFF2-40B4-BE49-F238E27FC236}">
                  <a16:creationId xmlns:a16="http://schemas.microsoft.com/office/drawing/2014/main" id="{50FF3A09-B7B6-47A5-99D3-C41DBAA4851D}"/>
                </a:ext>
              </a:extLst>
            </p:cNvPr>
            <p:cNvSpPr>
              <a:spLocks/>
            </p:cNvSpPr>
            <p:nvPr/>
          </p:nvSpPr>
          <p:spPr bwMode="auto">
            <a:xfrm>
              <a:off x="8294688" y="1250950"/>
              <a:ext cx="20638" cy="19050"/>
            </a:xfrm>
            <a:custGeom>
              <a:avLst/>
              <a:gdLst>
                <a:gd name="T0" fmla="*/ 110 w 539"/>
                <a:gd name="T1" fmla="*/ 539 h 539"/>
                <a:gd name="T2" fmla="*/ 40 w 539"/>
                <a:gd name="T3" fmla="*/ 511 h 539"/>
                <a:gd name="T4" fmla="*/ 38 w 539"/>
                <a:gd name="T5" fmla="*/ 370 h 539"/>
                <a:gd name="T6" fmla="*/ 357 w 539"/>
                <a:gd name="T7" fmla="*/ 41 h 539"/>
                <a:gd name="T8" fmla="*/ 498 w 539"/>
                <a:gd name="T9" fmla="*/ 38 h 539"/>
                <a:gd name="T10" fmla="*/ 501 w 539"/>
                <a:gd name="T11" fmla="*/ 180 h 539"/>
                <a:gd name="T12" fmla="*/ 182 w 539"/>
                <a:gd name="T13" fmla="*/ 509 h 539"/>
                <a:gd name="T14" fmla="*/ 110 w 539"/>
                <a:gd name="T15" fmla="*/ 539 h 5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539">
                  <a:moveTo>
                    <a:pt x="110" y="539"/>
                  </a:moveTo>
                  <a:cubicBezTo>
                    <a:pt x="85" y="539"/>
                    <a:pt x="60" y="530"/>
                    <a:pt x="40" y="511"/>
                  </a:cubicBezTo>
                  <a:cubicBezTo>
                    <a:pt x="1" y="473"/>
                    <a:pt x="0" y="410"/>
                    <a:pt x="38" y="370"/>
                  </a:cubicBezTo>
                  <a:lnTo>
                    <a:pt x="357" y="41"/>
                  </a:lnTo>
                  <a:cubicBezTo>
                    <a:pt x="396" y="1"/>
                    <a:pt x="459" y="0"/>
                    <a:pt x="498" y="38"/>
                  </a:cubicBezTo>
                  <a:cubicBezTo>
                    <a:pt x="538" y="77"/>
                    <a:pt x="539" y="140"/>
                    <a:pt x="501" y="180"/>
                  </a:cubicBezTo>
                  <a:lnTo>
                    <a:pt x="182" y="509"/>
                  </a:lnTo>
                  <a:cubicBezTo>
                    <a:pt x="163" y="529"/>
                    <a:pt x="137" y="539"/>
                    <a:pt x="110" y="5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Freeform 1991">
              <a:extLst>
                <a:ext uri="{FF2B5EF4-FFF2-40B4-BE49-F238E27FC236}">
                  <a16:creationId xmlns:a16="http://schemas.microsoft.com/office/drawing/2014/main" id="{0065E5D5-617F-4211-AC79-4BF7222E7CAE}"/>
                </a:ext>
              </a:extLst>
            </p:cNvPr>
            <p:cNvSpPr>
              <a:spLocks/>
            </p:cNvSpPr>
            <p:nvPr/>
          </p:nvSpPr>
          <p:spPr bwMode="auto">
            <a:xfrm>
              <a:off x="8239125" y="1212850"/>
              <a:ext cx="14288" cy="22225"/>
            </a:xfrm>
            <a:custGeom>
              <a:avLst/>
              <a:gdLst>
                <a:gd name="T0" fmla="*/ 113 w 394"/>
                <a:gd name="T1" fmla="*/ 639 h 639"/>
                <a:gd name="T2" fmla="*/ 77 w 394"/>
                <a:gd name="T3" fmla="*/ 633 h 639"/>
                <a:gd name="T4" fmla="*/ 20 w 394"/>
                <a:gd name="T5" fmla="*/ 503 h 639"/>
                <a:gd name="T6" fmla="*/ 187 w 394"/>
                <a:gd name="T7" fmla="*/ 77 h 639"/>
                <a:gd name="T8" fmla="*/ 318 w 394"/>
                <a:gd name="T9" fmla="*/ 20 h 639"/>
                <a:gd name="T10" fmla="*/ 374 w 394"/>
                <a:gd name="T11" fmla="*/ 149 h 639"/>
                <a:gd name="T12" fmla="*/ 206 w 394"/>
                <a:gd name="T13" fmla="*/ 577 h 639"/>
                <a:gd name="T14" fmla="*/ 113 w 394"/>
                <a:gd name="T15" fmla="*/ 639 h 6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4" h="639">
                  <a:moveTo>
                    <a:pt x="113" y="639"/>
                  </a:moveTo>
                  <a:cubicBezTo>
                    <a:pt x="101" y="639"/>
                    <a:pt x="88" y="637"/>
                    <a:pt x="77" y="633"/>
                  </a:cubicBezTo>
                  <a:cubicBezTo>
                    <a:pt x="26" y="613"/>
                    <a:pt x="0" y="555"/>
                    <a:pt x="20" y="503"/>
                  </a:cubicBezTo>
                  <a:lnTo>
                    <a:pt x="187" y="77"/>
                  </a:lnTo>
                  <a:cubicBezTo>
                    <a:pt x="208" y="26"/>
                    <a:pt x="266" y="0"/>
                    <a:pt x="318" y="20"/>
                  </a:cubicBezTo>
                  <a:cubicBezTo>
                    <a:pt x="369" y="40"/>
                    <a:pt x="394" y="99"/>
                    <a:pt x="374" y="149"/>
                  </a:cubicBezTo>
                  <a:lnTo>
                    <a:pt x="206" y="577"/>
                  </a:lnTo>
                  <a:cubicBezTo>
                    <a:pt x="191" y="616"/>
                    <a:pt x="153" y="639"/>
                    <a:pt x="113" y="6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Freeform 1992">
              <a:extLst>
                <a:ext uri="{FF2B5EF4-FFF2-40B4-BE49-F238E27FC236}">
                  <a16:creationId xmlns:a16="http://schemas.microsoft.com/office/drawing/2014/main" id="{C8D8B53A-3E4C-4676-99D9-E968791EF96A}"/>
                </a:ext>
              </a:extLst>
            </p:cNvPr>
            <p:cNvSpPr>
              <a:spLocks/>
            </p:cNvSpPr>
            <p:nvPr/>
          </p:nvSpPr>
          <p:spPr bwMode="auto">
            <a:xfrm>
              <a:off x="8174038" y="1228725"/>
              <a:ext cx="11113" cy="15875"/>
            </a:xfrm>
            <a:custGeom>
              <a:avLst/>
              <a:gdLst>
                <a:gd name="T0" fmla="*/ 190 w 303"/>
                <a:gd name="T1" fmla="*/ 441 h 441"/>
                <a:gd name="T2" fmla="*/ 96 w 303"/>
                <a:gd name="T3" fmla="*/ 374 h 441"/>
                <a:gd name="T4" fmla="*/ 18 w 303"/>
                <a:gd name="T5" fmla="*/ 145 h 441"/>
                <a:gd name="T6" fmla="*/ 79 w 303"/>
                <a:gd name="T7" fmla="*/ 18 h 441"/>
                <a:gd name="T8" fmla="*/ 207 w 303"/>
                <a:gd name="T9" fmla="*/ 80 h 441"/>
                <a:gd name="T10" fmla="*/ 285 w 303"/>
                <a:gd name="T11" fmla="*/ 308 h 441"/>
                <a:gd name="T12" fmla="*/ 224 w 303"/>
                <a:gd name="T13" fmla="*/ 435 h 441"/>
                <a:gd name="T14" fmla="*/ 190 w 303"/>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441">
                  <a:moveTo>
                    <a:pt x="190" y="441"/>
                  </a:moveTo>
                  <a:cubicBezTo>
                    <a:pt x="150" y="441"/>
                    <a:pt x="111" y="415"/>
                    <a:pt x="96" y="374"/>
                  </a:cubicBezTo>
                  <a:lnTo>
                    <a:pt x="18" y="145"/>
                  </a:lnTo>
                  <a:cubicBezTo>
                    <a:pt x="0" y="93"/>
                    <a:pt x="27" y="36"/>
                    <a:pt x="79" y="18"/>
                  </a:cubicBezTo>
                  <a:cubicBezTo>
                    <a:pt x="132" y="0"/>
                    <a:pt x="189" y="27"/>
                    <a:pt x="207" y="80"/>
                  </a:cubicBezTo>
                  <a:lnTo>
                    <a:pt x="285" y="308"/>
                  </a:lnTo>
                  <a:cubicBezTo>
                    <a:pt x="303" y="360"/>
                    <a:pt x="276" y="417"/>
                    <a:pt x="224" y="435"/>
                  </a:cubicBezTo>
                  <a:cubicBezTo>
                    <a:pt x="212" y="439"/>
                    <a:pt x="202" y="441"/>
                    <a:pt x="190" y="4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Freeform 1993">
              <a:extLst>
                <a:ext uri="{FF2B5EF4-FFF2-40B4-BE49-F238E27FC236}">
                  <a16:creationId xmlns:a16="http://schemas.microsoft.com/office/drawing/2014/main" id="{35494D71-D3B1-4C2E-83E9-E7A62407A214}"/>
                </a:ext>
              </a:extLst>
            </p:cNvPr>
            <p:cNvSpPr>
              <a:spLocks/>
            </p:cNvSpPr>
            <p:nvPr/>
          </p:nvSpPr>
          <p:spPr bwMode="auto">
            <a:xfrm>
              <a:off x="8240713" y="1417638"/>
              <a:ext cx="12700" cy="20638"/>
            </a:xfrm>
            <a:custGeom>
              <a:avLst/>
              <a:gdLst>
                <a:gd name="T0" fmla="*/ 230 w 343"/>
                <a:gd name="T1" fmla="*/ 556 h 556"/>
                <a:gd name="T2" fmla="*/ 136 w 343"/>
                <a:gd name="T3" fmla="*/ 487 h 556"/>
                <a:gd name="T4" fmla="*/ 18 w 343"/>
                <a:gd name="T5" fmla="*/ 145 h 556"/>
                <a:gd name="T6" fmla="*/ 79 w 343"/>
                <a:gd name="T7" fmla="*/ 18 h 556"/>
                <a:gd name="T8" fmla="*/ 207 w 343"/>
                <a:gd name="T9" fmla="*/ 80 h 556"/>
                <a:gd name="T10" fmla="*/ 325 w 343"/>
                <a:gd name="T11" fmla="*/ 422 h 556"/>
                <a:gd name="T12" fmla="*/ 262 w 343"/>
                <a:gd name="T13" fmla="*/ 550 h 556"/>
                <a:gd name="T14" fmla="*/ 230 w 343"/>
                <a:gd name="T15" fmla="*/ 556 h 5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556">
                  <a:moveTo>
                    <a:pt x="230" y="556"/>
                  </a:moveTo>
                  <a:cubicBezTo>
                    <a:pt x="189" y="556"/>
                    <a:pt x="150" y="529"/>
                    <a:pt x="136" y="487"/>
                  </a:cubicBezTo>
                  <a:lnTo>
                    <a:pt x="18" y="145"/>
                  </a:lnTo>
                  <a:cubicBezTo>
                    <a:pt x="0" y="93"/>
                    <a:pt x="27" y="36"/>
                    <a:pt x="79" y="18"/>
                  </a:cubicBezTo>
                  <a:cubicBezTo>
                    <a:pt x="131" y="0"/>
                    <a:pt x="189" y="27"/>
                    <a:pt x="207" y="80"/>
                  </a:cubicBezTo>
                  <a:lnTo>
                    <a:pt x="325" y="422"/>
                  </a:lnTo>
                  <a:cubicBezTo>
                    <a:pt x="343" y="475"/>
                    <a:pt x="315" y="532"/>
                    <a:pt x="262" y="550"/>
                  </a:cubicBezTo>
                  <a:cubicBezTo>
                    <a:pt x="252" y="554"/>
                    <a:pt x="241" y="556"/>
                    <a:pt x="230" y="5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Freeform 1994">
              <a:extLst>
                <a:ext uri="{FF2B5EF4-FFF2-40B4-BE49-F238E27FC236}">
                  <a16:creationId xmlns:a16="http://schemas.microsoft.com/office/drawing/2014/main" id="{9F1C58EC-9C2F-4DA3-8F03-B1C5DB42D384}"/>
                </a:ext>
              </a:extLst>
            </p:cNvPr>
            <p:cNvSpPr>
              <a:spLocks/>
            </p:cNvSpPr>
            <p:nvPr/>
          </p:nvSpPr>
          <p:spPr bwMode="auto">
            <a:xfrm>
              <a:off x="8291513" y="1384300"/>
              <a:ext cx="20638" cy="17463"/>
            </a:xfrm>
            <a:custGeom>
              <a:avLst/>
              <a:gdLst>
                <a:gd name="T0" fmla="*/ 438 w 552"/>
                <a:gd name="T1" fmla="*/ 444 h 444"/>
                <a:gd name="T2" fmla="*/ 381 w 552"/>
                <a:gd name="T3" fmla="*/ 426 h 444"/>
                <a:gd name="T4" fmla="*/ 55 w 552"/>
                <a:gd name="T5" fmla="*/ 195 h 444"/>
                <a:gd name="T6" fmla="*/ 32 w 552"/>
                <a:gd name="T7" fmla="*/ 56 h 444"/>
                <a:gd name="T8" fmla="*/ 171 w 552"/>
                <a:gd name="T9" fmla="*/ 32 h 444"/>
                <a:gd name="T10" fmla="*/ 497 w 552"/>
                <a:gd name="T11" fmla="*/ 262 h 444"/>
                <a:gd name="T12" fmla="*/ 521 w 552"/>
                <a:gd name="T13" fmla="*/ 402 h 444"/>
                <a:gd name="T14" fmla="*/ 438 w 552"/>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444">
                  <a:moveTo>
                    <a:pt x="438" y="444"/>
                  </a:moveTo>
                  <a:cubicBezTo>
                    <a:pt x="418" y="444"/>
                    <a:pt x="398" y="438"/>
                    <a:pt x="381" y="426"/>
                  </a:cubicBezTo>
                  <a:lnTo>
                    <a:pt x="55" y="195"/>
                  </a:lnTo>
                  <a:cubicBezTo>
                    <a:pt x="11" y="163"/>
                    <a:pt x="0" y="101"/>
                    <a:pt x="32" y="56"/>
                  </a:cubicBezTo>
                  <a:cubicBezTo>
                    <a:pt x="64" y="11"/>
                    <a:pt x="126" y="0"/>
                    <a:pt x="171" y="32"/>
                  </a:cubicBezTo>
                  <a:lnTo>
                    <a:pt x="497" y="262"/>
                  </a:lnTo>
                  <a:cubicBezTo>
                    <a:pt x="542" y="294"/>
                    <a:pt x="552" y="356"/>
                    <a:pt x="521" y="402"/>
                  </a:cubicBezTo>
                  <a:cubicBezTo>
                    <a:pt x="501" y="428"/>
                    <a:pt x="470" y="444"/>
                    <a:pt x="438" y="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Freeform 1995">
              <a:extLst>
                <a:ext uri="{FF2B5EF4-FFF2-40B4-BE49-F238E27FC236}">
                  <a16:creationId xmlns:a16="http://schemas.microsoft.com/office/drawing/2014/main" id="{13B6E71D-41CF-4A03-A269-DD192571EF04}"/>
                </a:ext>
              </a:extLst>
            </p:cNvPr>
            <p:cNvSpPr>
              <a:spLocks/>
            </p:cNvSpPr>
            <p:nvPr/>
          </p:nvSpPr>
          <p:spPr bwMode="auto">
            <a:xfrm>
              <a:off x="8313738" y="1323975"/>
              <a:ext cx="26988" cy="11113"/>
            </a:xfrm>
            <a:custGeom>
              <a:avLst/>
              <a:gdLst>
                <a:gd name="T0" fmla="*/ 626 w 733"/>
                <a:gd name="T1" fmla="*/ 274 h 274"/>
                <a:gd name="T2" fmla="*/ 614 w 733"/>
                <a:gd name="T3" fmla="*/ 274 h 274"/>
                <a:gd name="T4" fmla="*/ 93 w 733"/>
                <a:gd name="T5" fmla="*/ 205 h 274"/>
                <a:gd name="T6" fmla="*/ 7 w 733"/>
                <a:gd name="T7" fmla="*/ 93 h 274"/>
                <a:gd name="T8" fmla="*/ 120 w 733"/>
                <a:gd name="T9" fmla="*/ 7 h 274"/>
                <a:gd name="T10" fmla="*/ 640 w 733"/>
                <a:gd name="T11" fmla="*/ 76 h 274"/>
                <a:gd name="T12" fmla="*/ 726 w 733"/>
                <a:gd name="T13" fmla="*/ 188 h 274"/>
                <a:gd name="T14" fmla="*/ 626 w 733"/>
                <a:gd name="T15" fmla="*/ 274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3" h="274">
                  <a:moveTo>
                    <a:pt x="626" y="274"/>
                  </a:moveTo>
                  <a:lnTo>
                    <a:pt x="614" y="274"/>
                  </a:lnTo>
                  <a:lnTo>
                    <a:pt x="93" y="205"/>
                  </a:lnTo>
                  <a:cubicBezTo>
                    <a:pt x="38" y="199"/>
                    <a:pt x="0" y="148"/>
                    <a:pt x="7" y="93"/>
                  </a:cubicBezTo>
                  <a:cubicBezTo>
                    <a:pt x="14" y="38"/>
                    <a:pt x="65" y="0"/>
                    <a:pt x="120" y="7"/>
                  </a:cubicBezTo>
                  <a:lnTo>
                    <a:pt x="640" y="76"/>
                  </a:lnTo>
                  <a:cubicBezTo>
                    <a:pt x="695" y="82"/>
                    <a:pt x="733" y="133"/>
                    <a:pt x="726" y="188"/>
                  </a:cubicBezTo>
                  <a:cubicBezTo>
                    <a:pt x="719" y="238"/>
                    <a:pt x="676" y="274"/>
                    <a:pt x="626"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1996">
              <a:extLst>
                <a:ext uri="{FF2B5EF4-FFF2-40B4-BE49-F238E27FC236}">
                  <a16:creationId xmlns:a16="http://schemas.microsoft.com/office/drawing/2014/main" id="{304204EF-2AA1-42C4-8A93-A32277C51CE2}"/>
                </a:ext>
              </a:extLst>
            </p:cNvPr>
            <p:cNvSpPr>
              <a:spLocks/>
            </p:cNvSpPr>
            <p:nvPr/>
          </p:nvSpPr>
          <p:spPr bwMode="auto">
            <a:xfrm>
              <a:off x="8285163" y="1217613"/>
              <a:ext cx="9525" cy="7938"/>
            </a:xfrm>
            <a:custGeom>
              <a:avLst/>
              <a:gdLst>
                <a:gd name="T0" fmla="*/ 109 w 233"/>
                <a:gd name="T1" fmla="*/ 245 h 245"/>
                <a:gd name="T2" fmla="*/ 46 w 233"/>
                <a:gd name="T3" fmla="*/ 222 h 245"/>
                <a:gd name="T4" fmla="*/ 11 w 233"/>
                <a:gd name="T5" fmla="*/ 128 h 245"/>
                <a:gd name="T6" fmla="*/ 89 w 233"/>
                <a:gd name="T7" fmla="*/ 10 h 245"/>
                <a:gd name="T8" fmla="*/ 203 w 233"/>
                <a:gd name="T9" fmla="*/ 76 h 245"/>
                <a:gd name="T10" fmla="*/ 187 w 233"/>
                <a:gd name="T11" fmla="*/ 208 h 245"/>
                <a:gd name="T12" fmla="*/ 109 w 233"/>
                <a:gd name="T13" fmla="*/ 245 h 245"/>
              </a:gdLst>
              <a:ahLst/>
              <a:cxnLst>
                <a:cxn ang="0">
                  <a:pos x="T0" y="T1"/>
                </a:cxn>
                <a:cxn ang="0">
                  <a:pos x="T2" y="T3"/>
                </a:cxn>
                <a:cxn ang="0">
                  <a:pos x="T4" y="T5"/>
                </a:cxn>
                <a:cxn ang="0">
                  <a:pos x="T6" y="T7"/>
                </a:cxn>
                <a:cxn ang="0">
                  <a:pos x="T8" y="T9"/>
                </a:cxn>
                <a:cxn ang="0">
                  <a:pos x="T10" y="T11"/>
                </a:cxn>
                <a:cxn ang="0">
                  <a:pos x="T12" y="T13"/>
                </a:cxn>
              </a:cxnLst>
              <a:rect l="0" t="0" r="r" b="b"/>
              <a:pathLst>
                <a:path w="233" h="245">
                  <a:moveTo>
                    <a:pt x="109" y="245"/>
                  </a:moveTo>
                  <a:cubicBezTo>
                    <a:pt x="87" y="245"/>
                    <a:pt x="64" y="237"/>
                    <a:pt x="46" y="222"/>
                  </a:cubicBezTo>
                  <a:cubicBezTo>
                    <a:pt x="16" y="198"/>
                    <a:pt x="4" y="162"/>
                    <a:pt x="11" y="128"/>
                  </a:cubicBezTo>
                  <a:cubicBezTo>
                    <a:pt x="0" y="74"/>
                    <a:pt x="35" y="21"/>
                    <a:pt x="89" y="10"/>
                  </a:cubicBezTo>
                  <a:cubicBezTo>
                    <a:pt x="139" y="0"/>
                    <a:pt x="188" y="29"/>
                    <a:pt x="203" y="76"/>
                  </a:cubicBezTo>
                  <a:cubicBezTo>
                    <a:pt x="219" y="103"/>
                    <a:pt x="233" y="150"/>
                    <a:pt x="187" y="208"/>
                  </a:cubicBezTo>
                  <a:cubicBezTo>
                    <a:pt x="167" y="232"/>
                    <a:pt x="138" y="245"/>
                    <a:pt x="109" y="2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1997">
              <a:extLst>
                <a:ext uri="{FF2B5EF4-FFF2-40B4-BE49-F238E27FC236}">
                  <a16:creationId xmlns:a16="http://schemas.microsoft.com/office/drawing/2014/main" id="{A5A0B6E6-20DA-4346-94E8-34A496717C41}"/>
                </a:ext>
              </a:extLst>
            </p:cNvPr>
            <p:cNvSpPr>
              <a:spLocks/>
            </p:cNvSpPr>
            <p:nvPr/>
          </p:nvSpPr>
          <p:spPr bwMode="auto">
            <a:xfrm>
              <a:off x="8331200" y="1365250"/>
              <a:ext cx="7938" cy="7938"/>
            </a:xfrm>
            <a:custGeom>
              <a:avLst/>
              <a:gdLst>
                <a:gd name="T0" fmla="*/ 134 w 246"/>
                <a:gd name="T1" fmla="*/ 209 h 209"/>
                <a:gd name="T2" fmla="*/ 104 w 246"/>
                <a:gd name="T3" fmla="*/ 204 h 209"/>
                <a:gd name="T4" fmla="*/ 86 w 246"/>
                <a:gd name="T5" fmla="*/ 198 h 209"/>
                <a:gd name="T6" fmla="*/ 86 w 246"/>
                <a:gd name="T7" fmla="*/ 198 h 209"/>
                <a:gd name="T8" fmla="*/ 79 w 246"/>
                <a:gd name="T9" fmla="*/ 196 h 209"/>
                <a:gd name="T10" fmla="*/ 79 w 246"/>
                <a:gd name="T11" fmla="*/ 195 h 209"/>
                <a:gd name="T12" fmla="*/ 11 w 246"/>
                <a:gd name="T13" fmla="*/ 85 h 209"/>
                <a:gd name="T14" fmla="*/ 110 w 246"/>
                <a:gd name="T15" fmla="*/ 0 h 209"/>
                <a:gd name="T16" fmla="*/ 140 w 246"/>
                <a:gd name="T17" fmla="*/ 5 h 209"/>
                <a:gd name="T18" fmla="*/ 140 w 246"/>
                <a:gd name="T19" fmla="*/ 5 h 209"/>
                <a:gd name="T20" fmla="*/ 160 w 246"/>
                <a:gd name="T21" fmla="*/ 12 h 209"/>
                <a:gd name="T22" fmla="*/ 164 w 246"/>
                <a:gd name="T23" fmla="*/ 13 h 209"/>
                <a:gd name="T24" fmla="*/ 164 w 246"/>
                <a:gd name="T25" fmla="*/ 13 h 209"/>
                <a:gd name="T26" fmla="*/ 164 w 246"/>
                <a:gd name="T27" fmla="*/ 13 h 209"/>
                <a:gd name="T28" fmla="*/ 229 w 246"/>
                <a:gd name="T29" fmla="*/ 139 h 209"/>
                <a:gd name="T30" fmla="*/ 134 w 246"/>
                <a:gd name="T31"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09">
                  <a:moveTo>
                    <a:pt x="134" y="209"/>
                  </a:moveTo>
                  <a:cubicBezTo>
                    <a:pt x="124" y="209"/>
                    <a:pt x="114" y="207"/>
                    <a:pt x="104" y="204"/>
                  </a:cubicBezTo>
                  <a:lnTo>
                    <a:pt x="86" y="198"/>
                  </a:lnTo>
                  <a:lnTo>
                    <a:pt x="86" y="198"/>
                  </a:lnTo>
                  <a:lnTo>
                    <a:pt x="79" y="196"/>
                  </a:lnTo>
                  <a:lnTo>
                    <a:pt x="79" y="195"/>
                  </a:lnTo>
                  <a:cubicBezTo>
                    <a:pt x="0" y="167"/>
                    <a:pt x="10" y="94"/>
                    <a:pt x="11" y="85"/>
                  </a:cubicBezTo>
                  <a:cubicBezTo>
                    <a:pt x="19" y="37"/>
                    <a:pt x="61" y="0"/>
                    <a:pt x="110" y="0"/>
                  </a:cubicBezTo>
                  <a:cubicBezTo>
                    <a:pt x="120" y="0"/>
                    <a:pt x="125" y="1"/>
                    <a:pt x="140" y="5"/>
                  </a:cubicBezTo>
                  <a:lnTo>
                    <a:pt x="140" y="5"/>
                  </a:lnTo>
                  <a:lnTo>
                    <a:pt x="160" y="12"/>
                  </a:lnTo>
                  <a:cubicBezTo>
                    <a:pt x="162" y="12"/>
                    <a:pt x="162" y="13"/>
                    <a:pt x="164" y="13"/>
                  </a:cubicBezTo>
                  <a:lnTo>
                    <a:pt x="164" y="13"/>
                  </a:lnTo>
                  <a:lnTo>
                    <a:pt x="164" y="13"/>
                  </a:lnTo>
                  <a:cubicBezTo>
                    <a:pt x="217" y="30"/>
                    <a:pt x="246" y="87"/>
                    <a:pt x="229" y="139"/>
                  </a:cubicBezTo>
                  <a:cubicBezTo>
                    <a:pt x="215" y="181"/>
                    <a:pt x="176" y="209"/>
                    <a:pt x="134"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1998">
              <a:extLst>
                <a:ext uri="{FF2B5EF4-FFF2-40B4-BE49-F238E27FC236}">
                  <a16:creationId xmlns:a16="http://schemas.microsoft.com/office/drawing/2014/main" id="{ED1A7E1F-50E0-4FB9-A672-6ADBB5F11B18}"/>
                </a:ext>
              </a:extLst>
            </p:cNvPr>
            <p:cNvSpPr>
              <a:spLocks/>
            </p:cNvSpPr>
            <p:nvPr/>
          </p:nvSpPr>
          <p:spPr bwMode="auto">
            <a:xfrm>
              <a:off x="8343900" y="1277938"/>
              <a:ext cx="7938" cy="7938"/>
            </a:xfrm>
            <a:custGeom>
              <a:avLst/>
              <a:gdLst>
                <a:gd name="T0" fmla="*/ 100 w 200"/>
                <a:gd name="T1" fmla="*/ 200 h 200"/>
                <a:gd name="T2" fmla="*/ 30 w 200"/>
                <a:gd name="T3" fmla="*/ 172 h 200"/>
                <a:gd name="T4" fmla="*/ 0 w 200"/>
                <a:gd name="T5" fmla="*/ 100 h 200"/>
                <a:gd name="T6" fmla="*/ 30 w 200"/>
                <a:gd name="T7" fmla="*/ 30 h 200"/>
                <a:gd name="T8" fmla="*/ 100 w 200"/>
                <a:gd name="T9" fmla="*/ 0 h 200"/>
                <a:gd name="T10" fmla="*/ 171 w 200"/>
                <a:gd name="T11" fmla="*/ 30 h 200"/>
                <a:gd name="T12" fmla="*/ 200 w 200"/>
                <a:gd name="T13" fmla="*/ 100 h 200"/>
                <a:gd name="T14" fmla="*/ 171 w 200"/>
                <a:gd name="T15" fmla="*/ 172 h 200"/>
                <a:gd name="T16" fmla="*/ 100 w 200"/>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00">
                  <a:moveTo>
                    <a:pt x="100" y="200"/>
                  </a:moveTo>
                  <a:cubicBezTo>
                    <a:pt x="74" y="200"/>
                    <a:pt x="48" y="190"/>
                    <a:pt x="30" y="172"/>
                  </a:cubicBezTo>
                  <a:cubicBezTo>
                    <a:pt x="10" y="152"/>
                    <a:pt x="0" y="126"/>
                    <a:pt x="0" y="100"/>
                  </a:cubicBezTo>
                  <a:cubicBezTo>
                    <a:pt x="0" y="74"/>
                    <a:pt x="10" y="48"/>
                    <a:pt x="30" y="30"/>
                  </a:cubicBezTo>
                  <a:cubicBezTo>
                    <a:pt x="48" y="11"/>
                    <a:pt x="74" y="0"/>
                    <a:pt x="100" y="0"/>
                  </a:cubicBezTo>
                  <a:cubicBezTo>
                    <a:pt x="126" y="0"/>
                    <a:pt x="152" y="11"/>
                    <a:pt x="171" y="30"/>
                  </a:cubicBezTo>
                  <a:cubicBezTo>
                    <a:pt x="189" y="48"/>
                    <a:pt x="200" y="74"/>
                    <a:pt x="200" y="100"/>
                  </a:cubicBezTo>
                  <a:cubicBezTo>
                    <a:pt x="200" y="126"/>
                    <a:pt x="189" y="152"/>
                    <a:pt x="171" y="172"/>
                  </a:cubicBezTo>
                  <a:cubicBezTo>
                    <a:pt x="152" y="190"/>
                    <a:pt x="126" y="200"/>
                    <a:pt x="10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Freeform 1999">
              <a:extLst>
                <a:ext uri="{FF2B5EF4-FFF2-40B4-BE49-F238E27FC236}">
                  <a16:creationId xmlns:a16="http://schemas.microsoft.com/office/drawing/2014/main" id="{E5A64FA1-7DA5-4D0D-80B2-4DD4BF1FDE66}"/>
                </a:ext>
              </a:extLst>
            </p:cNvPr>
            <p:cNvSpPr>
              <a:spLocks/>
            </p:cNvSpPr>
            <p:nvPr/>
          </p:nvSpPr>
          <p:spPr bwMode="auto">
            <a:xfrm>
              <a:off x="8285163" y="1436688"/>
              <a:ext cx="7938" cy="7938"/>
            </a:xfrm>
            <a:custGeom>
              <a:avLst/>
              <a:gdLst>
                <a:gd name="T0" fmla="*/ 108 w 209"/>
                <a:gd name="T1" fmla="*/ 216 h 216"/>
                <a:gd name="T2" fmla="*/ 13 w 209"/>
                <a:gd name="T3" fmla="*/ 150 h 216"/>
                <a:gd name="T4" fmla="*/ 0 w 209"/>
                <a:gd name="T5" fmla="*/ 100 h 216"/>
                <a:gd name="T6" fmla="*/ 100 w 209"/>
                <a:gd name="T7" fmla="*/ 0 h 216"/>
                <a:gd name="T8" fmla="*/ 174 w 209"/>
                <a:gd name="T9" fmla="*/ 32 h 216"/>
                <a:gd name="T10" fmla="*/ 209 w 209"/>
                <a:gd name="T11" fmla="*/ 114 h 216"/>
                <a:gd name="T12" fmla="*/ 209 w 209"/>
                <a:gd name="T13" fmla="*/ 114 h 216"/>
                <a:gd name="T14" fmla="*/ 209 w 209"/>
                <a:gd name="T15" fmla="*/ 114 h 216"/>
                <a:gd name="T16" fmla="*/ 209 w 209"/>
                <a:gd name="T17" fmla="*/ 114 h 216"/>
                <a:gd name="T18" fmla="*/ 209 w 209"/>
                <a:gd name="T19" fmla="*/ 114 h 216"/>
                <a:gd name="T20" fmla="*/ 209 w 209"/>
                <a:gd name="T21" fmla="*/ 114 h 216"/>
                <a:gd name="T22" fmla="*/ 108 w 209"/>
                <a:gd name="T23"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9" h="216">
                  <a:moveTo>
                    <a:pt x="108" y="216"/>
                  </a:moveTo>
                  <a:cubicBezTo>
                    <a:pt x="64" y="216"/>
                    <a:pt x="27" y="189"/>
                    <a:pt x="13" y="150"/>
                  </a:cubicBezTo>
                  <a:cubicBezTo>
                    <a:pt x="5" y="136"/>
                    <a:pt x="0" y="118"/>
                    <a:pt x="0" y="100"/>
                  </a:cubicBezTo>
                  <a:cubicBezTo>
                    <a:pt x="0" y="44"/>
                    <a:pt x="45" y="0"/>
                    <a:pt x="100" y="0"/>
                  </a:cubicBezTo>
                  <a:cubicBezTo>
                    <a:pt x="128" y="0"/>
                    <a:pt x="154" y="11"/>
                    <a:pt x="174" y="32"/>
                  </a:cubicBezTo>
                  <a:cubicBezTo>
                    <a:pt x="183" y="39"/>
                    <a:pt x="209" y="70"/>
                    <a:pt x="209" y="114"/>
                  </a:cubicBezTo>
                  <a:lnTo>
                    <a:pt x="209" y="114"/>
                  </a:lnTo>
                  <a:lnTo>
                    <a:pt x="209" y="114"/>
                  </a:lnTo>
                  <a:lnTo>
                    <a:pt x="209" y="114"/>
                  </a:lnTo>
                  <a:lnTo>
                    <a:pt x="209" y="114"/>
                  </a:lnTo>
                  <a:lnTo>
                    <a:pt x="209" y="114"/>
                  </a:lnTo>
                  <a:cubicBezTo>
                    <a:pt x="209" y="171"/>
                    <a:pt x="164" y="216"/>
                    <a:pt x="108"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8" name="Contract" descr="{&quot;Key&quot;:&quot;POWER_USER_SHAPE_ICON&quot;,&quot;Value&quot;:&quot;POWER_USER_SHAPE_ICON_STYLE_1&quot;}">
            <a:extLst>
              <a:ext uri="{FF2B5EF4-FFF2-40B4-BE49-F238E27FC236}">
                <a16:creationId xmlns:a16="http://schemas.microsoft.com/office/drawing/2014/main" id="{C9313CA4-F444-4730-B139-5FC47C376B27}"/>
              </a:ext>
            </a:extLst>
          </p:cNvPr>
          <p:cNvGrpSpPr>
            <a:grpSpLocks noChangeAspect="1"/>
          </p:cNvGrpSpPr>
          <p:nvPr/>
        </p:nvGrpSpPr>
        <p:grpSpPr>
          <a:xfrm>
            <a:off x="4629846" y="2558934"/>
            <a:ext cx="563564" cy="484189"/>
            <a:chOff x="6470649" y="5883275"/>
            <a:chExt cx="563564" cy="484189"/>
          </a:xfrm>
          <a:noFill/>
        </p:grpSpPr>
        <p:sp>
          <p:nvSpPr>
            <p:cNvPr id="29" name="Line 1734">
              <a:extLst>
                <a:ext uri="{FF2B5EF4-FFF2-40B4-BE49-F238E27FC236}">
                  <a16:creationId xmlns:a16="http://schemas.microsoft.com/office/drawing/2014/main" id="{A964674E-4879-409F-BE12-CEA485B7226C}"/>
                </a:ext>
              </a:extLst>
            </p:cNvPr>
            <p:cNvSpPr>
              <a:spLocks noChangeShapeType="1"/>
            </p:cNvSpPr>
            <p:nvPr/>
          </p:nvSpPr>
          <p:spPr bwMode="auto">
            <a:xfrm>
              <a:off x="6557963" y="588327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Line 1735">
              <a:extLst>
                <a:ext uri="{FF2B5EF4-FFF2-40B4-BE49-F238E27FC236}">
                  <a16:creationId xmlns:a16="http://schemas.microsoft.com/office/drawing/2014/main" id="{3680A75C-DDD3-4682-BAB0-7E25A0E28395}"/>
                </a:ext>
              </a:extLst>
            </p:cNvPr>
            <p:cNvSpPr>
              <a:spLocks noChangeShapeType="1"/>
            </p:cNvSpPr>
            <p:nvPr/>
          </p:nvSpPr>
          <p:spPr bwMode="auto">
            <a:xfrm>
              <a:off x="6557963" y="597852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Line 1736">
              <a:extLst>
                <a:ext uri="{FF2B5EF4-FFF2-40B4-BE49-F238E27FC236}">
                  <a16:creationId xmlns:a16="http://schemas.microsoft.com/office/drawing/2014/main" id="{8CECD97F-FCC7-4996-927C-E7464B07DDBD}"/>
                </a:ext>
              </a:extLst>
            </p:cNvPr>
            <p:cNvSpPr>
              <a:spLocks noChangeShapeType="1"/>
            </p:cNvSpPr>
            <p:nvPr/>
          </p:nvSpPr>
          <p:spPr bwMode="auto">
            <a:xfrm>
              <a:off x="6557963" y="60753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Line 1737">
              <a:extLst>
                <a:ext uri="{FF2B5EF4-FFF2-40B4-BE49-F238E27FC236}">
                  <a16:creationId xmlns:a16="http://schemas.microsoft.com/office/drawing/2014/main" id="{9FC4E62B-D967-44D7-81E7-92EA0A0E2CAE}"/>
                </a:ext>
              </a:extLst>
            </p:cNvPr>
            <p:cNvSpPr>
              <a:spLocks noChangeShapeType="1"/>
            </p:cNvSpPr>
            <p:nvPr/>
          </p:nvSpPr>
          <p:spPr bwMode="auto">
            <a:xfrm>
              <a:off x="6557964" y="6173788"/>
              <a:ext cx="119062"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Line 1738">
              <a:extLst>
                <a:ext uri="{FF2B5EF4-FFF2-40B4-BE49-F238E27FC236}">
                  <a16:creationId xmlns:a16="http://schemas.microsoft.com/office/drawing/2014/main" id="{D3420310-67ED-4C7F-8849-65B5BE5FDA94}"/>
                </a:ext>
              </a:extLst>
            </p:cNvPr>
            <p:cNvSpPr>
              <a:spLocks noChangeShapeType="1"/>
            </p:cNvSpPr>
            <p:nvPr/>
          </p:nvSpPr>
          <p:spPr bwMode="auto">
            <a:xfrm>
              <a:off x="6557963" y="6270625"/>
              <a:ext cx="90487"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Line 1739">
              <a:extLst>
                <a:ext uri="{FF2B5EF4-FFF2-40B4-BE49-F238E27FC236}">
                  <a16:creationId xmlns:a16="http://schemas.microsoft.com/office/drawing/2014/main" id="{3CFB987E-2574-4A7D-BA5F-5140C344011D}"/>
                </a:ext>
              </a:extLst>
            </p:cNvPr>
            <p:cNvSpPr>
              <a:spLocks noChangeShapeType="1"/>
            </p:cNvSpPr>
            <p:nvPr/>
          </p:nvSpPr>
          <p:spPr bwMode="auto">
            <a:xfrm flipH="1">
              <a:off x="6557963" y="63674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1745">
              <a:extLst>
                <a:ext uri="{FF2B5EF4-FFF2-40B4-BE49-F238E27FC236}">
                  <a16:creationId xmlns:a16="http://schemas.microsoft.com/office/drawing/2014/main" id="{896D93ED-EF31-44EA-9AA1-C8744CCF28A1}"/>
                </a:ext>
              </a:extLst>
            </p:cNvPr>
            <p:cNvSpPr>
              <a:spLocks/>
            </p:cNvSpPr>
            <p:nvPr/>
          </p:nvSpPr>
          <p:spPr bwMode="auto">
            <a:xfrm>
              <a:off x="6724650" y="5918200"/>
              <a:ext cx="309563" cy="311150"/>
            </a:xfrm>
            <a:custGeom>
              <a:avLst/>
              <a:gdLst>
                <a:gd name="T0" fmla="*/ 49 w 278"/>
                <a:gd name="T1" fmla="*/ 278 h 278"/>
                <a:gd name="T2" fmla="*/ 0 w 278"/>
                <a:gd name="T3" fmla="*/ 229 h 278"/>
                <a:gd name="T4" fmla="*/ 229 w 278"/>
                <a:gd name="T5" fmla="*/ 0 h 278"/>
                <a:gd name="T6" fmla="*/ 278 w 278"/>
                <a:gd name="T7" fmla="*/ 49 h 278"/>
                <a:gd name="T8" fmla="*/ 49 w 278"/>
                <a:gd name="T9" fmla="*/ 278 h 278"/>
              </a:gdLst>
              <a:ahLst/>
              <a:cxnLst>
                <a:cxn ang="0">
                  <a:pos x="T0" y="T1"/>
                </a:cxn>
                <a:cxn ang="0">
                  <a:pos x="T2" y="T3"/>
                </a:cxn>
                <a:cxn ang="0">
                  <a:pos x="T4" y="T5"/>
                </a:cxn>
                <a:cxn ang="0">
                  <a:pos x="T6" y="T7"/>
                </a:cxn>
                <a:cxn ang="0">
                  <a:pos x="T8" y="T9"/>
                </a:cxn>
              </a:cxnLst>
              <a:rect l="0" t="0" r="r" b="b"/>
              <a:pathLst>
                <a:path w="278" h="278">
                  <a:moveTo>
                    <a:pt x="49" y="278"/>
                  </a:moveTo>
                  <a:lnTo>
                    <a:pt x="0" y="229"/>
                  </a:lnTo>
                  <a:lnTo>
                    <a:pt x="229" y="0"/>
                  </a:lnTo>
                  <a:lnTo>
                    <a:pt x="278" y="49"/>
                  </a:lnTo>
                  <a:lnTo>
                    <a:pt x="49" y="278"/>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Line 1746">
              <a:extLst>
                <a:ext uri="{FF2B5EF4-FFF2-40B4-BE49-F238E27FC236}">
                  <a16:creationId xmlns:a16="http://schemas.microsoft.com/office/drawing/2014/main" id="{3368CA61-AD84-4AD2-B229-EE2DD3D72308}"/>
                </a:ext>
              </a:extLst>
            </p:cNvPr>
            <p:cNvSpPr>
              <a:spLocks noChangeShapeType="1"/>
            </p:cNvSpPr>
            <p:nvPr/>
          </p:nvSpPr>
          <p:spPr bwMode="auto">
            <a:xfrm>
              <a:off x="6938963" y="5959475"/>
              <a:ext cx="53975" cy="55563"/>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1747">
              <a:extLst>
                <a:ext uri="{FF2B5EF4-FFF2-40B4-BE49-F238E27FC236}">
                  <a16:creationId xmlns:a16="http://schemas.microsoft.com/office/drawing/2014/main" id="{FAFF6FCC-38EA-4DB4-84F0-3E9DE2827841}"/>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952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1748">
              <a:extLst>
                <a:ext uri="{FF2B5EF4-FFF2-40B4-BE49-F238E27FC236}">
                  <a16:creationId xmlns:a16="http://schemas.microsoft.com/office/drawing/2014/main" id="{7A1885E6-4A0A-402E-8948-439F69A534E5}"/>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Line 1735">
              <a:extLst>
                <a:ext uri="{FF2B5EF4-FFF2-40B4-BE49-F238E27FC236}">
                  <a16:creationId xmlns:a16="http://schemas.microsoft.com/office/drawing/2014/main" id="{42B353EA-8295-4404-9EEB-A6AAC3BB0C66}"/>
                </a:ext>
              </a:extLst>
            </p:cNvPr>
            <p:cNvSpPr>
              <a:spLocks noChangeShapeType="1"/>
            </p:cNvSpPr>
            <p:nvPr/>
          </p:nvSpPr>
          <p:spPr bwMode="auto">
            <a:xfrm rot="5400000">
              <a:off x="6800849" y="5938839"/>
              <a:ext cx="107951"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Line 1735">
              <a:extLst>
                <a:ext uri="{FF2B5EF4-FFF2-40B4-BE49-F238E27FC236}">
                  <a16:creationId xmlns:a16="http://schemas.microsoft.com/office/drawing/2014/main" id="{CA6DBDC7-3DFF-44A0-BC5B-11E6EFCE19DB}"/>
                </a:ext>
              </a:extLst>
            </p:cNvPr>
            <p:cNvSpPr>
              <a:spLocks noChangeShapeType="1"/>
            </p:cNvSpPr>
            <p:nvPr/>
          </p:nvSpPr>
          <p:spPr bwMode="auto">
            <a:xfrm rot="5400000">
              <a:off x="6772275" y="6284913"/>
              <a:ext cx="1651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Line 1735">
              <a:extLst>
                <a:ext uri="{FF2B5EF4-FFF2-40B4-BE49-F238E27FC236}">
                  <a16:creationId xmlns:a16="http://schemas.microsoft.com/office/drawing/2014/main" id="{478DCF53-897C-4356-A74E-E95EE8F36F17}"/>
                </a:ext>
              </a:extLst>
            </p:cNvPr>
            <p:cNvSpPr>
              <a:spLocks noChangeShapeType="1"/>
            </p:cNvSpPr>
            <p:nvPr/>
          </p:nvSpPr>
          <p:spPr bwMode="auto">
            <a:xfrm rot="10800000">
              <a:off x="6472487" y="6367464"/>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Line 1735">
              <a:extLst>
                <a:ext uri="{FF2B5EF4-FFF2-40B4-BE49-F238E27FC236}">
                  <a16:creationId xmlns:a16="http://schemas.microsoft.com/office/drawing/2014/main" id="{0C849DF5-8414-4B29-9AB3-3E312A2BE4D3}"/>
                </a:ext>
              </a:extLst>
            </p:cNvPr>
            <p:cNvSpPr>
              <a:spLocks noChangeShapeType="1"/>
            </p:cNvSpPr>
            <p:nvPr/>
          </p:nvSpPr>
          <p:spPr bwMode="auto">
            <a:xfrm rot="10800000">
              <a:off x="6472487" y="5883275"/>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Line 1735">
              <a:extLst>
                <a:ext uri="{FF2B5EF4-FFF2-40B4-BE49-F238E27FC236}">
                  <a16:creationId xmlns:a16="http://schemas.microsoft.com/office/drawing/2014/main" id="{318499CE-EB94-4A11-BE5D-49B4902DAEF2}"/>
                </a:ext>
              </a:extLst>
            </p:cNvPr>
            <p:cNvSpPr>
              <a:spLocks noChangeShapeType="1"/>
            </p:cNvSpPr>
            <p:nvPr/>
          </p:nvSpPr>
          <p:spPr bwMode="auto">
            <a:xfrm rot="16200000">
              <a:off x="6229449" y="6125470"/>
              <a:ext cx="482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71553513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AF83C6-B33E-0D98-A2C0-F05A5AD11270}"/>
              </a:ext>
            </a:extLst>
          </p:cNvPr>
          <p:cNvSpPr>
            <a:spLocks noGrp="1"/>
          </p:cNvSpPr>
          <p:nvPr>
            <p:ph type="title"/>
          </p:nvPr>
        </p:nvSpPr>
        <p:spPr>
          <a:xfrm>
            <a:off x="214184" y="13663"/>
            <a:ext cx="9728886" cy="678316"/>
          </a:xfrm>
        </p:spPr>
        <p:txBody>
          <a:bodyPr>
            <a:normAutofit/>
          </a:bodyPr>
          <a:lstStyle/>
          <a:p>
            <a:r>
              <a:rPr lang="en-US" dirty="0"/>
              <a:t>Chevrons (columns) 8</a:t>
            </a:r>
          </a:p>
        </p:txBody>
      </p:sp>
      <p:sp>
        <p:nvSpPr>
          <p:cNvPr id="3" name="Rectangle 2">
            <a:extLst>
              <a:ext uri="{FF2B5EF4-FFF2-40B4-BE49-F238E27FC236}">
                <a16:creationId xmlns:a16="http://schemas.microsoft.com/office/drawing/2014/main" id="{86AD9C37-43A3-8EA5-64CC-B2AD22786388}"/>
              </a:ext>
            </a:extLst>
          </p:cNvPr>
          <p:cNvSpPr/>
          <p:nvPr/>
        </p:nvSpPr>
        <p:spPr>
          <a:xfrm>
            <a:off x="774457"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4" name="Flowchart: Off-page Connector 3">
            <a:extLst>
              <a:ext uri="{FF2B5EF4-FFF2-40B4-BE49-F238E27FC236}">
                <a16:creationId xmlns:a16="http://schemas.microsoft.com/office/drawing/2014/main" id="{210D1348-1720-4546-1ED7-87207455EE64}"/>
              </a:ext>
            </a:extLst>
          </p:cNvPr>
          <p:cNvSpPr/>
          <p:nvPr/>
        </p:nvSpPr>
        <p:spPr>
          <a:xfrm>
            <a:off x="774457" y="1901790"/>
            <a:ext cx="2046256" cy="1069431"/>
          </a:xfrm>
          <a:prstGeom prst="flowChartOffpageConnector">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1"/>
                </a:solidFill>
              </a:rPr>
              <a:t>1</a:t>
            </a:r>
          </a:p>
        </p:txBody>
      </p:sp>
      <p:sp>
        <p:nvSpPr>
          <p:cNvPr id="5" name="Rectangle : coins arrondis 12">
            <a:extLst>
              <a:ext uri="{FF2B5EF4-FFF2-40B4-BE49-F238E27FC236}">
                <a16:creationId xmlns:a16="http://schemas.microsoft.com/office/drawing/2014/main" id="{5EB7A3B4-380D-5EC9-AE7B-266F13AF94AF}"/>
              </a:ext>
            </a:extLst>
          </p:cNvPr>
          <p:cNvSpPr/>
          <p:nvPr/>
        </p:nvSpPr>
        <p:spPr>
          <a:xfrm>
            <a:off x="679926" y="3264174"/>
            <a:ext cx="2628000" cy="7814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132A94FC-EC74-E0DC-673B-C75CC62348F0}"/>
              </a:ext>
            </a:extLst>
          </p:cNvPr>
          <p:cNvSpPr/>
          <p:nvPr/>
        </p:nvSpPr>
        <p:spPr>
          <a:xfrm>
            <a:off x="3585723"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8" name="Rectangle 7">
            <a:extLst>
              <a:ext uri="{FF2B5EF4-FFF2-40B4-BE49-F238E27FC236}">
                <a16:creationId xmlns:a16="http://schemas.microsoft.com/office/drawing/2014/main" id="{EDDD8A54-D0B1-0C0D-E4CB-8E1DC8D97591}"/>
              </a:ext>
            </a:extLst>
          </p:cNvPr>
          <p:cNvSpPr/>
          <p:nvPr/>
        </p:nvSpPr>
        <p:spPr>
          <a:xfrm>
            <a:off x="6396989"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9" name="Rectangle 8">
            <a:extLst>
              <a:ext uri="{FF2B5EF4-FFF2-40B4-BE49-F238E27FC236}">
                <a16:creationId xmlns:a16="http://schemas.microsoft.com/office/drawing/2014/main" id="{34C556BD-F61A-DE19-BBEB-2F63015DB340}"/>
              </a:ext>
            </a:extLst>
          </p:cNvPr>
          <p:cNvSpPr/>
          <p:nvPr/>
        </p:nvSpPr>
        <p:spPr>
          <a:xfrm>
            <a:off x="5998117" y="3264174"/>
            <a:ext cx="2844000" cy="7814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A0CA1BB7-76E4-F73B-876B-BC0861905E54}"/>
              </a:ext>
            </a:extLst>
          </p:cNvPr>
          <p:cNvSpPr/>
          <p:nvPr/>
        </p:nvSpPr>
        <p:spPr>
          <a:xfrm>
            <a:off x="9208256"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2" name="Rectangle 11">
            <a:extLst>
              <a:ext uri="{FF2B5EF4-FFF2-40B4-BE49-F238E27FC236}">
                <a16:creationId xmlns:a16="http://schemas.microsoft.com/office/drawing/2014/main" id="{EC35965E-7E91-D527-5283-7F1F3B08D976}"/>
              </a:ext>
            </a:extLst>
          </p:cNvPr>
          <p:cNvSpPr>
            <a:spLocks/>
          </p:cNvSpPr>
          <p:nvPr/>
        </p:nvSpPr>
        <p:spPr>
          <a:xfrm>
            <a:off x="8809384" y="3264174"/>
            <a:ext cx="2844000" cy="7814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Off-page Connector 13">
            <a:extLst>
              <a:ext uri="{FF2B5EF4-FFF2-40B4-BE49-F238E27FC236}">
                <a16:creationId xmlns:a16="http://schemas.microsoft.com/office/drawing/2014/main" id="{3060FF6C-2E62-2D37-ECBB-67E22D78C40C}"/>
              </a:ext>
            </a:extLst>
          </p:cNvPr>
          <p:cNvSpPr/>
          <p:nvPr/>
        </p:nvSpPr>
        <p:spPr>
          <a:xfrm>
            <a:off x="3571089" y="1901790"/>
            <a:ext cx="2046256" cy="1069431"/>
          </a:xfrm>
          <a:prstGeom prst="flowChartOffpageConnector">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2"/>
                </a:solidFill>
              </a:rPr>
              <a:t>2</a:t>
            </a:r>
          </a:p>
        </p:txBody>
      </p:sp>
      <p:sp>
        <p:nvSpPr>
          <p:cNvPr id="15" name="Flowchart: Off-page Connector 14">
            <a:extLst>
              <a:ext uri="{FF2B5EF4-FFF2-40B4-BE49-F238E27FC236}">
                <a16:creationId xmlns:a16="http://schemas.microsoft.com/office/drawing/2014/main" id="{F42AF323-3A0C-F589-2E3A-57D9C3136B77}"/>
              </a:ext>
            </a:extLst>
          </p:cNvPr>
          <p:cNvSpPr/>
          <p:nvPr/>
        </p:nvSpPr>
        <p:spPr>
          <a:xfrm>
            <a:off x="6396990" y="1901790"/>
            <a:ext cx="2046256" cy="1069431"/>
          </a:xfrm>
          <a:prstGeom prst="flowChartOffpageConnector">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3"/>
                </a:solidFill>
              </a:rPr>
              <a:t>3</a:t>
            </a:r>
          </a:p>
        </p:txBody>
      </p:sp>
      <p:sp>
        <p:nvSpPr>
          <p:cNvPr id="16" name="Flowchart: Off-page Connector 15">
            <a:extLst>
              <a:ext uri="{FF2B5EF4-FFF2-40B4-BE49-F238E27FC236}">
                <a16:creationId xmlns:a16="http://schemas.microsoft.com/office/drawing/2014/main" id="{1CA126D0-4944-FFC4-DC7E-48CA698D6206}"/>
              </a:ext>
            </a:extLst>
          </p:cNvPr>
          <p:cNvSpPr/>
          <p:nvPr/>
        </p:nvSpPr>
        <p:spPr>
          <a:xfrm>
            <a:off x="9222892" y="1901790"/>
            <a:ext cx="2046256" cy="1069431"/>
          </a:xfrm>
          <a:prstGeom prst="flowChartOffpageConnector">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4"/>
                </a:solidFill>
              </a:rPr>
              <a:t>4</a:t>
            </a:r>
          </a:p>
        </p:txBody>
      </p:sp>
      <p:sp>
        <p:nvSpPr>
          <p:cNvPr id="6" name="Rectangle 5">
            <a:extLst>
              <a:ext uri="{FF2B5EF4-FFF2-40B4-BE49-F238E27FC236}">
                <a16:creationId xmlns:a16="http://schemas.microsoft.com/office/drawing/2014/main" id="{3601A78D-93B3-5C16-1E95-DB0BB6621992}"/>
              </a:ext>
            </a:extLst>
          </p:cNvPr>
          <p:cNvSpPr>
            <a:spLocks/>
          </p:cNvSpPr>
          <p:nvPr/>
        </p:nvSpPr>
        <p:spPr>
          <a:xfrm>
            <a:off x="3208945" y="3264174"/>
            <a:ext cx="2844000" cy="781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8952554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32065EC6-1ABD-4383-B5AF-0E9E9DD75783}"/>
              </a:ext>
            </a:extLst>
          </p:cNvPr>
          <p:cNvGrpSpPr/>
          <p:nvPr/>
        </p:nvGrpSpPr>
        <p:grpSpPr>
          <a:xfrm>
            <a:off x="8320036" y="3097849"/>
            <a:ext cx="2916000" cy="1482436"/>
            <a:chOff x="955964" y="3329249"/>
            <a:chExt cx="3796144" cy="1482436"/>
          </a:xfrm>
          <a:solidFill>
            <a:schemeClr val="accent4"/>
          </a:solidFill>
        </p:grpSpPr>
        <p:sp>
          <p:nvSpPr>
            <p:cNvPr id="4" name="Diagonal Stripe 3"/>
            <p:cNvSpPr/>
            <p:nvPr/>
          </p:nvSpPr>
          <p:spPr>
            <a:xfrm rot="16200000">
              <a:off x="3061854"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iagonal Stripe 4"/>
            <p:cNvSpPr/>
            <p:nvPr/>
          </p:nvSpPr>
          <p:spPr>
            <a:xfrm rot="5400000" flipH="1">
              <a:off x="1163782"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2" name="Group 41">
            <a:extLst>
              <a:ext uri="{FF2B5EF4-FFF2-40B4-BE49-F238E27FC236}">
                <a16:creationId xmlns:a16="http://schemas.microsoft.com/office/drawing/2014/main" id="{C23F492A-6BA3-4534-952F-E8B5B9889CCD}"/>
              </a:ext>
            </a:extLst>
          </p:cNvPr>
          <p:cNvGrpSpPr/>
          <p:nvPr/>
        </p:nvGrpSpPr>
        <p:grpSpPr>
          <a:xfrm>
            <a:off x="5865346" y="3097849"/>
            <a:ext cx="2916000" cy="1482437"/>
            <a:chOff x="7412182" y="3329249"/>
            <a:chExt cx="3796144" cy="1482437"/>
          </a:xfrm>
        </p:grpSpPr>
        <p:sp>
          <p:nvSpPr>
            <p:cNvPr id="43" name="Diagonal Stripe 42">
              <a:extLst>
                <a:ext uri="{FF2B5EF4-FFF2-40B4-BE49-F238E27FC236}">
                  <a16:creationId xmlns:a16="http://schemas.microsoft.com/office/drawing/2014/main" id="{BA457FDD-DB06-4507-822A-E1E2BC2A0038}"/>
                </a:ext>
              </a:extLst>
            </p:cNvPr>
            <p:cNvSpPr/>
            <p:nvPr/>
          </p:nvSpPr>
          <p:spPr>
            <a:xfrm rot="16200000">
              <a:off x="9518072" y="3121432"/>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4" name="Diagonal Stripe 43">
              <a:extLst>
                <a:ext uri="{FF2B5EF4-FFF2-40B4-BE49-F238E27FC236}">
                  <a16:creationId xmlns:a16="http://schemas.microsoft.com/office/drawing/2014/main" id="{2C61F6F5-E08E-4515-AE2A-C7CFBFC44F06}"/>
                </a:ext>
              </a:extLst>
            </p:cNvPr>
            <p:cNvSpPr/>
            <p:nvPr/>
          </p:nvSpPr>
          <p:spPr>
            <a:xfrm rot="5400000" flipH="1">
              <a:off x="7620000" y="3121431"/>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1" name="Group 40">
            <a:extLst>
              <a:ext uri="{FF2B5EF4-FFF2-40B4-BE49-F238E27FC236}">
                <a16:creationId xmlns:a16="http://schemas.microsoft.com/office/drawing/2014/main" id="{1678EA77-E732-462F-A5C9-96EF8DA6D019}"/>
              </a:ext>
            </a:extLst>
          </p:cNvPr>
          <p:cNvGrpSpPr/>
          <p:nvPr/>
        </p:nvGrpSpPr>
        <p:grpSpPr>
          <a:xfrm>
            <a:off x="3410655" y="3097849"/>
            <a:ext cx="2916000" cy="1482437"/>
            <a:chOff x="7412182" y="3329249"/>
            <a:chExt cx="3796144" cy="1482437"/>
          </a:xfrm>
        </p:grpSpPr>
        <p:sp>
          <p:nvSpPr>
            <p:cNvPr id="8" name="Diagonal Stripe 7"/>
            <p:cNvSpPr/>
            <p:nvPr/>
          </p:nvSpPr>
          <p:spPr>
            <a:xfrm rot="16200000">
              <a:off x="9518072" y="3121432"/>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Diagonal Stripe 8"/>
            <p:cNvSpPr/>
            <p:nvPr/>
          </p:nvSpPr>
          <p:spPr>
            <a:xfrm rot="5400000" flipH="1">
              <a:off x="7620000" y="3121431"/>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10" name="Group 9">
            <a:extLst>
              <a:ext uri="{FF2B5EF4-FFF2-40B4-BE49-F238E27FC236}">
                <a16:creationId xmlns:a16="http://schemas.microsoft.com/office/drawing/2014/main" id="{D64C5670-E165-447B-8F5E-8D2A72606151}"/>
              </a:ext>
            </a:extLst>
          </p:cNvPr>
          <p:cNvGrpSpPr/>
          <p:nvPr/>
        </p:nvGrpSpPr>
        <p:grpSpPr>
          <a:xfrm>
            <a:off x="955964" y="3097849"/>
            <a:ext cx="2916000" cy="1482437"/>
            <a:chOff x="4184073" y="3329249"/>
            <a:chExt cx="3796144" cy="1482437"/>
          </a:xfrm>
        </p:grpSpPr>
        <p:sp>
          <p:nvSpPr>
            <p:cNvPr id="6" name="Diagonal Stripe 5"/>
            <p:cNvSpPr/>
            <p:nvPr/>
          </p:nvSpPr>
          <p:spPr>
            <a:xfrm rot="16200000">
              <a:off x="6289963" y="3121432"/>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iagonal Stripe 6"/>
            <p:cNvSpPr/>
            <p:nvPr/>
          </p:nvSpPr>
          <p:spPr>
            <a:xfrm rot="5400000" flipH="1">
              <a:off x="4391891" y="3121431"/>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(columns) 3</a:t>
            </a:r>
          </a:p>
        </p:txBody>
      </p:sp>
      <p:sp>
        <p:nvSpPr>
          <p:cNvPr id="35" name="Rectangle 34"/>
          <p:cNvSpPr/>
          <p:nvPr/>
        </p:nvSpPr>
        <p:spPr bwMode="auto">
          <a:xfrm>
            <a:off x="10134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6" name="Rectangle 35"/>
          <p:cNvSpPr/>
          <p:nvPr/>
        </p:nvSpPr>
        <p:spPr bwMode="auto">
          <a:xfrm>
            <a:off x="60639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7" name="Rectangle 36"/>
          <p:cNvSpPr/>
          <p:nvPr/>
        </p:nvSpPr>
        <p:spPr bwMode="auto">
          <a:xfrm>
            <a:off x="8589186"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9" name="Rectangle 38"/>
          <p:cNvSpPr/>
          <p:nvPr/>
        </p:nvSpPr>
        <p:spPr bwMode="auto">
          <a:xfrm>
            <a:off x="1134548"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p:txBody>
      </p:sp>
      <p:sp>
        <p:nvSpPr>
          <p:cNvPr id="40" name="Rectangle 39"/>
          <p:cNvSpPr/>
          <p:nvPr/>
        </p:nvSpPr>
        <p:spPr bwMode="auto">
          <a:xfrm>
            <a:off x="3577910"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p:txBody>
      </p:sp>
      <p:sp>
        <p:nvSpPr>
          <p:cNvPr id="45" name="Rectangle 44">
            <a:extLst>
              <a:ext uri="{FF2B5EF4-FFF2-40B4-BE49-F238E27FC236}">
                <a16:creationId xmlns:a16="http://schemas.microsoft.com/office/drawing/2014/main" id="{394F1244-6791-4BD4-B139-01D6FD0D5ABB}"/>
              </a:ext>
            </a:extLst>
          </p:cNvPr>
          <p:cNvSpPr/>
          <p:nvPr/>
        </p:nvSpPr>
        <p:spPr bwMode="auto">
          <a:xfrm>
            <a:off x="6021272"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p:txBody>
      </p:sp>
      <p:sp>
        <p:nvSpPr>
          <p:cNvPr id="38" name="Rectangle 37"/>
          <p:cNvSpPr/>
          <p:nvPr/>
        </p:nvSpPr>
        <p:spPr bwMode="auto">
          <a:xfrm>
            <a:off x="8464635"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p:txBody>
      </p:sp>
      <p:sp>
        <p:nvSpPr>
          <p:cNvPr id="94" name="Statue_of_liberty5" descr="{&quot;Key&quot;:&quot;POWER_USER_SHAPE_ICON&quot;,&quot;Value&quot;:&quot;POWER_USER_SHAPE_ICON_STYLE_1&quot;}">
            <a:extLst>
              <a:ext uri="{FF2B5EF4-FFF2-40B4-BE49-F238E27FC236}">
                <a16:creationId xmlns:a16="http://schemas.microsoft.com/office/drawing/2014/main" id="{3EA729E2-ECBF-43D2-B793-29EB97FAF290}"/>
              </a:ext>
            </a:extLst>
          </p:cNvPr>
          <p:cNvSpPr>
            <a:spLocks noChangeAspect="1" noEditPoints="1"/>
          </p:cNvSpPr>
          <p:nvPr>
            <p:custDataLst>
              <p:tags r:id="rId2"/>
            </p:custDataLst>
          </p:nvPr>
        </p:nvSpPr>
        <p:spPr bwMode="auto">
          <a:xfrm>
            <a:off x="4710230" y="2009120"/>
            <a:ext cx="292597" cy="874387"/>
          </a:xfrm>
          <a:custGeom>
            <a:avLst/>
            <a:gdLst>
              <a:gd name="T0" fmla="*/ 1231 w 2039"/>
              <a:gd name="T1" fmla="*/ 1487 h 6071"/>
              <a:gd name="T2" fmla="*/ 922 w 2039"/>
              <a:gd name="T3" fmla="*/ 1389 h 6071"/>
              <a:gd name="T4" fmla="*/ 1169 w 2039"/>
              <a:gd name="T5" fmla="*/ 1521 h 6071"/>
              <a:gd name="T6" fmla="*/ 1090 w 2039"/>
              <a:gd name="T7" fmla="*/ 1681 h 6071"/>
              <a:gd name="T8" fmla="*/ 135 w 2039"/>
              <a:gd name="T9" fmla="*/ 1135 h 6071"/>
              <a:gd name="T10" fmla="*/ 176 w 2039"/>
              <a:gd name="T11" fmla="*/ 81 h 6071"/>
              <a:gd name="T12" fmla="*/ 67 w 2039"/>
              <a:gd name="T13" fmla="*/ 410 h 6071"/>
              <a:gd name="T14" fmla="*/ 1816 w 2039"/>
              <a:gd name="T15" fmla="*/ 6005 h 6071"/>
              <a:gd name="T16" fmla="*/ 1498 w 2039"/>
              <a:gd name="T17" fmla="*/ 5684 h 6071"/>
              <a:gd name="T18" fmla="*/ 426 w 2039"/>
              <a:gd name="T19" fmla="*/ 5684 h 6071"/>
              <a:gd name="T20" fmla="*/ 427 w 2039"/>
              <a:gd name="T21" fmla="*/ 5683 h 6071"/>
              <a:gd name="T22" fmla="*/ 428 w 2039"/>
              <a:gd name="T23" fmla="*/ 5683 h 6071"/>
              <a:gd name="T24" fmla="*/ 429 w 2039"/>
              <a:gd name="T25" fmla="*/ 5683 h 6071"/>
              <a:gd name="T26" fmla="*/ 429 w 2039"/>
              <a:gd name="T27" fmla="*/ 5683 h 6071"/>
              <a:gd name="T28" fmla="*/ 430 w 2039"/>
              <a:gd name="T29" fmla="*/ 5683 h 6071"/>
              <a:gd name="T30" fmla="*/ 430 w 2039"/>
              <a:gd name="T31" fmla="*/ 5683 h 6071"/>
              <a:gd name="T32" fmla="*/ 431 w 2039"/>
              <a:gd name="T33" fmla="*/ 5683 h 6071"/>
              <a:gd name="T34" fmla="*/ 432 w 2039"/>
              <a:gd name="T35" fmla="*/ 5683 h 6071"/>
              <a:gd name="T36" fmla="*/ 432 w 2039"/>
              <a:gd name="T37" fmla="*/ 5683 h 6071"/>
              <a:gd name="T38" fmla="*/ 433 w 2039"/>
              <a:gd name="T39" fmla="*/ 5683 h 6071"/>
              <a:gd name="T40" fmla="*/ 1492 w 2039"/>
              <a:gd name="T41" fmla="*/ 5683 h 6071"/>
              <a:gd name="T42" fmla="*/ 1492 w 2039"/>
              <a:gd name="T43" fmla="*/ 5683 h 6071"/>
              <a:gd name="T44" fmla="*/ 1493 w 2039"/>
              <a:gd name="T45" fmla="*/ 5683 h 6071"/>
              <a:gd name="T46" fmla="*/ 1493 w 2039"/>
              <a:gd name="T47" fmla="*/ 5683 h 6071"/>
              <a:gd name="T48" fmla="*/ 1494 w 2039"/>
              <a:gd name="T49" fmla="*/ 5683 h 6071"/>
              <a:gd name="T50" fmla="*/ 1494 w 2039"/>
              <a:gd name="T51" fmla="*/ 5683 h 6071"/>
              <a:gd name="T52" fmla="*/ 1495 w 2039"/>
              <a:gd name="T53" fmla="*/ 5683 h 6071"/>
              <a:gd name="T54" fmla="*/ 1496 w 2039"/>
              <a:gd name="T55" fmla="*/ 5683 h 6071"/>
              <a:gd name="T56" fmla="*/ 1496 w 2039"/>
              <a:gd name="T57" fmla="*/ 5683 h 6071"/>
              <a:gd name="T58" fmla="*/ 1497 w 2039"/>
              <a:gd name="T59" fmla="*/ 5683 h 6071"/>
              <a:gd name="T60" fmla="*/ 1497 w 2039"/>
              <a:gd name="T61" fmla="*/ 5684 h 6071"/>
              <a:gd name="T62" fmla="*/ 624 w 2039"/>
              <a:gd name="T63" fmla="*/ 5496 h 6071"/>
              <a:gd name="T64" fmla="*/ 948 w 2039"/>
              <a:gd name="T65" fmla="*/ 4278 h 6071"/>
              <a:gd name="T66" fmla="*/ 1443 w 2039"/>
              <a:gd name="T67" fmla="*/ 4161 h 6071"/>
              <a:gd name="T68" fmla="*/ 1087 w 2039"/>
              <a:gd name="T69" fmla="*/ 3779 h 6071"/>
              <a:gd name="T70" fmla="*/ 1275 w 2039"/>
              <a:gd name="T71" fmla="*/ 2331 h 6071"/>
              <a:gd name="T72" fmla="*/ 1155 w 2039"/>
              <a:gd name="T73" fmla="*/ 2331 h 6071"/>
              <a:gd name="T74" fmla="*/ 787 w 2039"/>
              <a:gd name="T75" fmla="*/ 2041 h 6071"/>
              <a:gd name="T76" fmla="*/ 715 w 2039"/>
              <a:gd name="T77" fmla="*/ 1878 h 6071"/>
              <a:gd name="T78" fmla="*/ 1144 w 2039"/>
              <a:gd name="T79" fmla="*/ 2067 h 6071"/>
              <a:gd name="T80" fmla="*/ 1539 w 2039"/>
              <a:gd name="T81" fmla="*/ 2916 h 6071"/>
              <a:gd name="T82" fmla="*/ 1617 w 2039"/>
              <a:gd name="T83" fmla="*/ 2847 h 6071"/>
              <a:gd name="T84" fmla="*/ 1799 w 2039"/>
              <a:gd name="T85" fmla="*/ 3462 h 6071"/>
              <a:gd name="T86" fmla="*/ 1716 w 2039"/>
              <a:gd name="T87" fmla="*/ 3343 h 6071"/>
              <a:gd name="T88" fmla="*/ 1956 w 2039"/>
              <a:gd name="T89" fmla="*/ 3106 h 6071"/>
              <a:gd name="T90" fmla="*/ 1801 w 2039"/>
              <a:gd name="T91" fmla="*/ 3533 h 6071"/>
              <a:gd name="T92" fmla="*/ 1508 w 2039"/>
              <a:gd name="T93" fmla="*/ 4138 h 6071"/>
              <a:gd name="T94" fmla="*/ 1849 w 2039"/>
              <a:gd name="T95" fmla="*/ 5771 h 6071"/>
              <a:gd name="T96" fmla="*/ 109 w 2039"/>
              <a:gd name="T97" fmla="*/ 5774 h 6071"/>
              <a:gd name="T98" fmla="*/ 326 w 2039"/>
              <a:gd name="T99" fmla="*/ 5221 h 6071"/>
              <a:gd name="T100" fmla="*/ 185 w 2039"/>
              <a:gd name="T101" fmla="*/ 2032 h 6071"/>
              <a:gd name="T102" fmla="*/ 185 w 2039"/>
              <a:gd name="T103" fmla="*/ 2030 h 6071"/>
              <a:gd name="T104" fmla="*/ 184 w 2039"/>
              <a:gd name="T105" fmla="*/ 2028 h 6071"/>
              <a:gd name="T106" fmla="*/ 184 w 2039"/>
              <a:gd name="T107" fmla="*/ 2025 h 6071"/>
              <a:gd name="T108" fmla="*/ 184 w 2039"/>
              <a:gd name="T109" fmla="*/ 2024 h 6071"/>
              <a:gd name="T110" fmla="*/ 64 w 2039"/>
              <a:gd name="T111" fmla="*/ 1102 h 6071"/>
              <a:gd name="T112" fmla="*/ 176 w 2039"/>
              <a:gd name="T113" fmla="*/ 37 h 6071"/>
              <a:gd name="T114" fmla="*/ 289 w 2039"/>
              <a:gd name="T115" fmla="*/ 1098 h 6071"/>
              <a:gd name="T116" fmla="*/ 852 w 2039"/>
              <a:gd name="T117" fmla="*/ 1402 h 6071"/>
              <a:gd name="T118" fmla="*/ 1122 w 2039"/>
              <a:gd name="T119" fmla="*/ 1414 h 6071"/>
              <a:gd name="T120" fmla="*/ 1668 w 2039"/>
              <a:gd name="T121" fmla="*/ 1602 h 6071"/>
              <a:gd name="T122" fmla="*/ 1554 w 2039"/>
              <a:gd name="T123" fmla="*/ 2322 h 6071"/>
              <a:gd name="T124" fmla="*/ 2030 w 2039"/>
              <a:gd name="T125" fmla="*/ 3108 h 6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9" h="6071">
                <a:moveTo>
                  <a:pt x="1314" y="1734"/>
                </a:moveTo>
                <a:lnTo>
                  <a:pt x="1486" y="1669"/>
                </a:lnTo>
                <a:lnTo>
                  <a:pt x="1334" y="1669"/>
                </a:lnTo>
                <a:lnTo>
                  <a:pt x="1314" y="1734"/>
                </a:lnTo>
                <a:close/>
                <a:moveTo>
                  <a:pt x="684" y="1496"/>
                </a:moveTo>
                <a:cubicBezTo>
                  <a:pt x="694" y="1486"/>
                  <a:pt x="704" y="1477"/>
                  <a:pt x="715" y="1469"/>
                </a:cubicBezTo>
                <a:cubicBezTo>
                  <a:pt x="726" y="1460"/>
                  <a:pt x="738" y="1451"/>
                  <a:pt x="751" y="1444"/>
                </a:cubicBezTo>
                <a:lnTo>
                  <a:pt x="563" y="1334"/>
                </a:lnTo>
                <a:lnTo>
                  <a:pt x="684" y="1496"/>
                </a:lnTo>
                <a:close/>
                <a:moveTo>
                  <a:pt x="1231" y="1487"/>
                </a:moveTo>
                <a:cubicBezTo>
                  <a:pt x="1240" y="1495"/>
                  <a:pt x="1248" y="1504"/>
                  <a:pt x="1256" y="1513"/>
                </a:cubicBezTo>
                <a:lnTo>
                  <a:pt x="1390" y="1334"/>
                </a:lnTo>
                <a:lnTo>
                  <a:pt x="1196" y="1447"/>
                </a:lnTo>
                <a:lnTo>
                  <a:pt x="1231" y="1487"/>
                </a:lnTo>
                <a:close/>
                <a:moveTo>
                  <a:pt x="962" y="1388"/>
                </a:moveTo>
                <a:cubicBezTo>
                  <a:pt x="978" y="1388"/>
                  <a:pt x="993" y="1388"/>
                  <a:pt x="1007" y="1390"/>
                </a:cubicBezTo>
                <a:lnTo>
                  <a:pt x="975" y="1230"/>
                </a:lnTo>
                <a:lnTo>
                  <a:pt x="965" y="1180"/>
                </a:lnTo>
                <a:lnTo>
                  <a:pt x="955" y="1230"/>
                </a:lnTo>
                <a:lnTo>
                  <a:pt x="922" y="1389"/>
                </a:lnTo>
                <a:cubicBezTo>
                  <a:pt x="935" y="1388"/>
                  <a:pt x="949" y="1388"/>
                  <a:pt x="962" y="1388"/>
                </a:cubicBezTo>
                <a:close/>
                <a:moveTo>
                  <a:pt x="735" y="1807"/>
                </a:moveTo>
                <a:lnTo>
                  <a:pt x="735" y="1801"/>
                </a:lnTo>
                <a:cubicBezTo>
                  <a:pt x="735" y="1736"/>
                  <a:pt x="762" y="1677"/>
                  <a:pt x="804" y="1634"/>
                </a:cubicBezTo>
                <a:cubicBezTo>
                  <a:pt x="847" y="1591"/>
                  <a:pt x="906" y="1565"/>
                  <a:pt x="971" y="1565"/>
                </a:cubicBezTo>
                <a:lnTo>
                  <a:pt x="971" y="1565"/>
                </a:lnTo>
                <a:cubicBezTo>
                  <a:pt x="1036" y="1565"/>
                  <a:pt x="1094" y="1591"/>
                  <a:pt x="1137" y="1634"/>
                </a:cubicBezTo>
                <a:cubicBezTo>
                  <a:pt x="1177" y="1674"/>
                  <a:pt x="1203" y="1729"/>
                  <a:pt x="1206" y="1790"/>
                </a:cubicBezTo>
                <a:cubicBezTo>
                  <a:pt x="1234" y="1756"/>
                  <a:pt x="1250" y="1716"/>
                  <a:pt x="1250" y="1673"/>
                </a:cubicBezTo>
                <a:cubicBezTo>
                  <a:pt x="1250" y="1614"/>
                  <a:pt x="1219" y="1561"/>
                  <a:pt x="1169" y="1521"/>
                </a:cubicBezTo>
                <a:cubicBezTo>
                  <a:pt x="1116" y="1480"/>
                  <a:pt x="1043" y="1454"/>
                  <a:pt x="962" y="1454"/>
                </a:cubicBezTo>
                <a:cubicBezTo>
                  <a:pt x="881" y="1454"/>
                  <a:pt x="808" y="1480"/>
                  <a:pt x="756" y="1521"/>
                </a:cubicBezTo>
                <a:cubicBezTo>
                  <a:pt x="706" y="1561"/>
                  <a:pt x="675" y="1614"/>
                  <a:pt x="675" y="1673"/>
                </a:cubicBezTo>
                <a:cubicBezTo>
                  <a:pt x="675" y="1724"/>
                  <a:pt x="697" y="1770"/>
                  <a:pt x="735" y="1807"/>
                </a:cubicBezTo>
                <a:close/>
                <a:moveTo>
                  <a:pt x="971" y="2063"/>
                </a:moveTo>
                <a:lnTo>
                  <a:pt x="993" y="2063"/>
                </a:lnTo>
                <a:cubicBezTo>
                  <a:pt x="1033" y="2063"/>
                  <a:pt x="1070" y="2047"/>
                  <a:pt x="1096" y="2020"/>
                </a:cubicBezTo>
                <a:cubicBezTo>
                  <a:pt x="1123" y="1993"/>
                  <a:pt x="1140" y="1957"/>
                  <a:pt x="1140" y="1916"/>
                </a:cubicBezTo>
                <a:lnTo>
                  <a:pt x="1140" y="1801"/>
                </a:lnTo>
                <a:cubicBezTo>
                  <a:pt x="1140" y="1754"/>
                  <a:pt x="1121" y="1712"/>
                  <a:pt x="1090" y="1681"/>
                </a:cubicBezTo>
                <a:cubicBezTo>
                  <a:pt x="1059" y="1651"/>
                  <a:pt x="1017" y="1632"/>
                  <a:pt x="971" y="1632"/>
                </a:cubicBezTo>
                <a:lnTo>
                  <a:pt x="971" y="1632"/>
                </a:lnTo>
                <a:cubicBezTo>
                  <a:pt x="924" y="1632"/>
                  <a:pt x="882" y="1651"/>
                  <a:pt x="851" y="1681"/>
                </a:cubicBezTo>
                <a:cubicBezTo>
                  <a:pt x="821" y="1712"/>
                  <a:pt x="802" y="1754"/>
                  <a:pt x="802" y="1801"/>
                </a:cubicBezTo>
                <a:lnTo>
                  <a:pt x="802" y="1894"/>
                </a:lnTo>
                <a:cubicBezTo>
                  <a:pt x="802" y="1941"/>
                  <a:pt x="821" y="1983"/>
                  <a:pt x="851" y="2013"/>
                </a:cubicBezTo>
                <a:cubicBezTo>
                  <a:pt x="882" y="2044"/>
                  <a:pt x="924" y="2063"/>
                  <a:pt x="971" y="2063"/>
                </a:cubicBezTo>
                <a:close/>
                <a:moveTo>
                  <a:pt x="426" y="1889"/>
                </a:moveTo>
                <a:lnTo>
                  <a:pt x="230" y="1135"/>
                </a:lnTo>
                <a:lnTo>
                  <a:pt x="135" y="1135"/>
                </a:lnTo>
                <a:lnTo>
                  <a:pt x="244" y="1973"/>
                </a:lnTo>
                <a:lnTo>
                  <a:pt x="426" y="1889"/>
                </a:lnTo>
                <a:close/>
                <a:moveTo>
                  <a:pt x="222" y="599"/>
                </a:moveTo>
                <a:lnTo>
                  <a:pt x="131" y="599"/>
                </a:lnTo>
                <a:lnTo>
                  <a:pt x="131" y="1068"/>
                </a:lnTo>
                <a:lnTo>
                  <a:pt x="222" y="1068"/>
                </a:lnTo>
                <a:lnTo>
                  <a:pt x="222" y="599"/>
                </a:lnTo>
                <a:close/>
                <a:moveTo>
                  <a:pt x="250" y="343"/>
                </a:moveTo>
                <a:cubicBezTo>
                  <a:pt x="260" y="300"/>
                  <a:pt x="259" y="249"/>
                  <a:pt x="244" y="200"/>
                </a:cubicBezTo>
                <a:cubicBezTo>
                  <a:pt x="232" y="157"/>
                  <a:pt x="209" y="115"/>
                  <a:pt x="176" y="81"/>
                </a:cubicBezTo>
                <a:cubicBezTo>
                  <a:pt x="143" y="115"/>
                  <a:pt x="121" y="157"/>
                  <a:pt x="108" y="200"/>
                </a:cubicBezTo>
                <a:cubicBezTo>
                  <a:pt x="94" y="249"/>
                  <a:pt x="92" y="300"/>
                  <a:pt x="102" y="343"/>
                </a:cubicBezTo>
                <a:lnTo>
                  <a:pt x="250" y="343"/>
                </a:lnTo>
                <a:close/>
                <a:moveTo>
                  <a:pt x="176" y="410"/>
                </a:moveTo>
                <a:lnTo>
                  <a:pt x="176" y="410"/>
                </a:lnTo>
                <a:lnTo>
                  <a:pt x="176" y="410"/>
                </a:lnTo>
                <a:close/>
                <a:moveTo>
                  <a:pt x="176" y="410"/>
                </a:moveTo>
                <a:lnTo>
                  <a:pt x="77" y="410"/>
                </a:lnTo>
                <a:lnTo>
                  <a:pt x="77" y="410"/>
                </a:lnTo>
                <a:lnTo>
                  <a:pt x="67" y="410"/>
                </a:lnTo>
                <a:lnTo>
                  <a:pt x="67" y="532"/>
                </a:lnTo>
                <a:lnTo>
                  <a:pt x="286" y="532"/>
                </a:lnTo>
                <a:lnTo>
                  <a:pt x="286" y="410"/>
                </a:lnTo>
                <a:lnTo>
                  <a:pt x="276" y="410"/>
                </a:lnTo>
                <a:lnTo>
                  <a:pt x="275" y="410"/>
                </a:lnTo>
                <a:lnTo>
                  <a:pt x="176" y="410"/>
                </a:lnTo>
                <a:close/>
                <a:moveTo>
                  <a:pt x="200" y="5792"/>
                </a:moveTo>
                <a:lnTo>
                  <a:pt x="138" y="5802"/>
                </a:lnTo>
                <a:lnTo>
                  <a:pt x="109" y="6005"/>
                </a:lnTo>
                <a:lnTo>
                  <a:pt x="1816" y="6005"/>
                </a:lnTo>
                <a:lnTo>
                  <a:pt x="1787" y="5802"/>
                </a:lnTo>
                <a:lnTo>
                  <a:pt x="1725" y="5792"/>
                </a:lnTo>
                <a:cubicBezTo>
                  <a:pt x="1724" y="5791"/>
                  <a:pt x="1723" y="5791"/>
                  <a:pt x="1722" y="5791"/>
                </a:cubicBezTo>
                <a:lnTo>
                  <a:pt x="1489" y="5750"/>
                </a:lnTo>
                <a:lnTo>
                  <a:pt x="962" y="5750"/>
                </a:lnTo>
                <a:lnTo>
                  <a:pt x="436" y="5750"/>
                </a:lnTo>
                <a:lnTo>
                  <a:pt x="201" y="5791"/>
                </a:lnTo>
                <a:lnTo>
                  <a:pt x="201" y="5791"/>
                </a:lnTo>
                <a:lnTo>
                  <a:pt x="200" y="5792"/>
                </a:lnTo>
                <a:close/>
                <a:moveTo>
                  <a:pt x="1498" y="5684"/>
                </a:moveTo>
                <a:cubicBezTo>
                  <a:pt x="1498" y="5684"/>
                  <a:pt x="1499" y="5684"/>
                  <a:pt x="1499" y="5684"/>
                </a:cubicBezTo>
                <a:lnTo>
                  <a:pt x="1499" y="5684"/>
                </a:lnTo>
                <a:lnTo>
                  <a:pt x="1690" y="5718"/>
                </a:lnTo>
                <a:lnTo>
                  <a:pt x="1674" y="5608"/>
                </a:lnTo>
                <a:lnTo>
                  <a:pt x="1419" y="5563"/>
                </a:lnTo>
                <a:lnTo>
                  <a:pt x="962" y="5563"/>
                </a:lnTo>
                <a:lnTo>
                  <a:pt x="506" y="5563"/>
                </a:lnTo>
                <a:lnTo>
                  <a:pt x="251" y="5608"/>
                </a:lnTo>
                <a:lnTo>
                  <a:pt x="235" y="5718"/>
                </a:lnTo>
                <a:lnTo>
                  <a:pt x="426" y="5684"/>
                </a:lnTo>
                <a:lnTo>
                  <a:pt x="426" y="5684"/>
                </a:lnTo>
                <a:lnTo>
                  <a:pt x="427" y="5684"/>
                </a:lnTo>
                <a:lnTo>
                  <a:pt x="427" y="5684"/>
                </a:lnTo>
                <a:lnTo>
                  <a:pt x="427" y="5684"/>
                </a:lnTo>
                <a:lnTo>
                  <a:pt x="427" y="5684"/>
                </a:lnTo>
                <a:lnTo>
                  <a:pt x="427" y="5684"/>
                </a:lnTo>
                <a:lnTo>
                  <a:pt x="427" y="5684"/>
                </a:lnTo>
                <a:lnTo>
                  <a:pt x="427" y="5684"/>
                </a:lnTo>
                <a:lnTo>
                  <a:pt x="427" y="5683"/>
                </a:lnTo>
                <a:lnTo>
                  <a:pt x="427"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3" y="5683"/>
                </a:lnTo>
                <a:lnTo>
                  <a:pt x="433" y="5683"/>
                </a:lnTo>
                <a:lnTo>
                  <a:pt x="433" y="5683"/>
                </a:lnTo>
                <a:lnTo>
                  <a:pt x="433" y="5683"/>
                </a:lnTo>
                <a:lnTo>
                  <a:pt x="433" y="5683"/>
                </a:lnTo>
                <a:lnTo>
                  <a:pt x="433" y="5683"/>
                </a:lnTo>
                <a:lnTo>
                  <a:pt x="433" y="5683"/>
                </a:lnTo>
                <a:lnTo>
                  <a:pt x="433" y="5683"/>
                </a:lnTo>
                <a:lnTo>
                  <a:pt x="96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4"/>
                </a:lnTo>
                <a:lnTo>
                  <a:pt x="1497" y="5684"/>
                </a:lnTo>
                <a:lnTo>
                  <a:pt x="1497" y="5684"/>
                </a:lnTo>
                <a:lnTo>
                  <a:pt x="1497" y="5684"/>
                </a:lnTo>
                <a:lnTo>
                  <a:pt x="1498" y="5684"/>
                </a:lnTo>
                <a:lnTo>
                  <a:pt x="1498" y="5684"/>
                </a:lnTo>
                <a:close/>
                <a:moveTo>
                  <a:pt x="640" y="4992"/>
                </a:moveTo>
                <a:lnTo>
                  <a:pt x="406" y="5163"/>
                </a:lnTo>
                <a:lnTo>
                  <a:pt x="379" y="5518"/>
                </a:lnTo>
                <a:lnTo>
                  <a:pt x="497" y="5497"/>
                </a:lnTo>
                <a:lnTo>
                  <a:pt x="497" y="5497"/>
                </a:lnTo>
                <a:cubicBezTo>
                  <a:pt x="499" y="5496"/>
                  <a:pt x="501" y="5496"/>
                  <a:pt x="503" y="5496"/>
                </a:cubicBezTo>
                <a:lnTo>
                  <a:pt x="503" y="5496"/>
                </a:lnTo>
                <a:lnTo>
                  <a:pt x="624" y="5496"/>
                </a:lnTo>
                <a:lnTo>
                  <a:pt x="640" y="4992"/>
                </a:lnTo>
                <a:close/>
                <a:moveTo>
                  <a:pt x="1234" y="4561"/>
                </a:moveTo>
                <a:lnTo>
                  <a:pt x="708" y="4943"/>
                </a:lnTo>
                <a:lnTo>
                  <a:pt x="691" y="5496"/>
                </a:lnTo>
                <a:lnTo>
                  <a:pt x="962" y="5496"/>
                </a:lnTo>
                <a:lnTo>
                  <a:pt x="1266" y="5496"/>
                </a:lnTo>
                <a:lnTo>
                  <a:pt x="1234" y="4561"/>
                </a:lnTo>
                <a:close/>
                <a:moveTo>
                  <a:pt x="963" y="4313"/>
                </a:moveTo>
                <a:cubicBezTo>
                  <a:pt x="957" y="4309"/>
                  <a:pt x="952" y="4303"/>
                  <a:pt x="949" y="4295"/>
                </a:cubicBezTo>
                <a:cubicBezTo>
                  <a:pt x="947" y="4290"/>
                  <a:pt x="947" y="4284"/>
                  <a:pt x="948" y="4278"/>
                </a:cubicBezTo>
                <a:lnTo>
                  <a:pt x="985" y="4019"/>
                </a:lnTo>
                <a:lnTo>
                  <a:pt x="403" y="4484"/>
                </a:lnTo>
                <a:lnTo>
                  <a:pt x="345" y="5125"/>
                </a:lnTo>
                <a:lnTo>
                  <a:pt x="1209" y="4496"/>
                </a:lnTo>
                <a:lnTo>
                  <a:pt x="963" y="4313"/>
                </a:lnTo>
                <a:close/>
                <a:moveTo>
                  <a:pt x="1217" y="4239"/>
                </a:moveTo>
                <a:lnTo>
                  <a:pt x="1051" y="4296"/>
                </a:lnTo>
                <a:lnTo>
                  <a:pt x="1228" y="4427"/>
                </a:lnTo>
                <a:lnTo>
                  <a:pt x="1217" y="4239"/>
                </a:lnTo>
                <a:close/>
                <a:moveTo>
                  <a:pt x="1443" y="4161"/>
                </a:moveTo>
                <a:lnTo>
                  <a:pt x="1282" y="4216"/>
                </a:lnTo>
                <a:lnTo>
                  <a:pt x="1298" y="4493"/>
                </a:lnTo>
                <a:cubicBezTo>
                  <a:pt x="1298" y="4495"/>
                  <a:pt x="1298" y="4498"/>
                  <a:pt x="1298" y="4501"/>
                </a:cubicBezTo>
                <a:lnTo>
                  <a:pt x="1332" y="5496"/>
                </a:lnTo>
                <a:lnTo>
                  <a:pt x="1422" y="5496"/>
                </a:lnTo>
                <a:cubicBezTo>
                  <a:pt x="1424" y="5496"/>
                  <a:pt x="1427" y="5497"/>
                  <a:pt x="1429" y="5497"/>
                </a:cubicBezTo>
                <a:lnTo>
                  <a:pt x="1546" y="5518"/>
                </a:lnTo>
                <a:lnTo>
                  <a:pt x="1443" y="4161"/>
                </a:lnTo>
                <a:close/>
                <a:moveTo>
                  <a:pt x="1545" y="4055"/>
                </a:moveTo>
                <a:lnTo>
                  <a:pt x="1087" y="3779"/>
                </a:lnTo>
                <a:lnTo>
                  <a:pt x="1022" y="4235"/>
                </a:lnTo>
                <a:lnTo>
                  <a:pt x="1545" y="4055"/>
                </a:lnTo>
                <a:close/>
                <a:moveTo>
                  <a:pt x="1150" y="2862"/>
                </a:moveTo>
                <a:cubicBezTo>
                  <a:pt x="1041" y="2969"/>
                  <a:pt x="923" y="3077"/>
                  <a:pt x="812" y="3180"/>
                </a:cubicBezTo>
                <a:cubicBezTo>
                  <a:pt x="694" y="3289"/>
                  <a:pt x="584" y="3392"/>
                  <a:pt x="494" y="3481"/>
                </a:cubicBezTo>
                <a:lnTo>
                  <a:pt x="411" y="4392"/>
                </a:lnTo>
                <a:lnTo>
                  <a:pt x="999" y="3923"/>
                </a:lnTo>
                <a:lnTo>
                  <a:pt x="1150" y="2862"/>
                </a:lnTo>
                <a:close/>
                <a:moveTo>
                  <a:pt x="1497" y="2379"/>
                </a:moveTo>
                <a:cubicBezTo>
                  <a:pt x="1434" y="2364"/>
                  <a:pt x="1323" y="2340"/>
                  <a:pt x="1275" y="2331"/>
                </a:cubicBezTo>
                <a:lnTo>
                  <a:pt x="444" y="2884"/>
                </a:lnTo>
                <a:lnTo>
                  <a:pt x="444" y="2884"/>
                </a:lnTo>
                <a:lnTo>
                  <a:pt x="489" y="3392"/>
                </a:lnTo>
                <a:cubicBezTo>
                  <a:pt x="570" y="3314"/>
                  <a:pt x="666" y="3225"/>
                  <a:pt x="767" y="3132"/>
                </a:cubicBezTo>
                <a:cubicBezTo>
                  <a:pt x="1044" y="2875"/>
                  <a:pt x="1359" y="2583"/>
                  <a:pt x="1497" y="2379"/>
                </a:cubicBezTo>
                <a:close/>
                <a:moveTo>
                  <a:pt x="1155" y="2331"/>
                </a:moveTo>
                <a:cubicBezTo>
                  <a:pt x="1027" y="2343"/>
                  <a:pt x="873" y="2345"/>
                  <a:pt x="468" y="1965"/>
                </a:cubicBezTo>
                <a:lnTo>
                  <a:pt x="256" y="2043"/>
                </a:lnTo>
                <a:lnTo>
                  <a:pt x="431" y="2813"/>
                </a:lnTo>
                <a:lnTo>
                  <a:pt x="1155" y="2331"/>
                </a:lnTo>
                <a:close/>
                <a:moveTo>
                  <a:pt x="853" y="2188"/>
                </a:moveTo>
                <a:cubicBezTo>
                  <a:pt x="948" y="2245"/>
                  <a:pt x="1016" y="2263"/>
                  <a:pt x="1072" y="2267"/>
                </a:cubicBezTo>
                <a:lnTo>
                  <a:pt x="1072" y="2115"/>
                </a:lnTo>
                <a:cubicBezTo>
                  <a:pt x="1047" y="2124"/>
                  <a:pt x="1021" y="2130"/>
                  <a:pt x="993" y="2130"/>
                </a:cubicBezTo>
                <a:lnTo>
                  <a:pt x="971" y="2130"/>
                </a:lnTo>
                <a:cubicBezTo>
                  <a:pt x="928" y="2130"/>
                  <a:pt x="888" y="2118"/>
                  <a:pt x="853" y="2098"/>
                </a:cubicBezTo>
                <a:lnTo>
                  <a:pt x="853" y="2188"/>
                </a:lnTo>
                <a:close/>
                <a:moveTo>
                  <a:pt x="723" y="2097"/>
                </a:moveTo>
                <a:cubicBezTo>
                  <a:pt x="745" y="2114"/>
                  <a:pt x="766" y="2130"/>
                  <a:pt x="787" y="2144"/>
                </a:cubicBezTo>
                <a:lnTo>
                  <a:pt x="787" y="2041"/>
                </a:lnTo>
                <a:cubicBezTo>
                  <a:pt x="774" y="2025"/>
                  <a:pt x="763" y="2007"/>
                  <a:pt x="755" y="1988"/>
                </a:cubicBezTo>
                <a:lnTo>
                  <a:pt x="723" y="2097"/>
                </a:lnTo>
                <a:close/>
                <a:moveTo>
                  <a:pt x="498" y="1902"/>
                </a:moveTo>
                <a:lnTo>
                  <a:pt x="498" y="1902"/>
                </a:lnTo>
                <a:lnTo>
                  <a:pt x="498" y="1902"/>
                </a:lnTo>
                <a:lnTo>
                  <a:pt x="498" y="1902"/>
                </a:lnTo>
                <a:lnTo>
                  <a:pt x="498" y="1902"/>
                </a:lnTo>
                <a:cubicBezTo>
                  <a:pt x="560" y="1961"/>
                  <a:pt x="616" y="2011"/>
                  <a:pt x="667" y="2052"/>
                </a:cubicBezTo>
                <a:lnTo>
                  <a:pt x="717" y="1880"/>
                </a:lnTo>
                <a:lnTo>
                  <a:pt x="715" y="1878"/>
                </a:lnTo>
                <a:cubicBezTo>
                  <a:pt x="689" y="1858"/>
                  <a:pt x="667" y="1835"/>
                  <a:pt x="650" y="1809"/>
                </a:cubicBezTo>
                <a:lnTo>
                  <a:pt x="455" y="1735"/>
                </a:lnTo>
                <a:lnTo>
                  <a:pt x="497" y="1899"/>
                </a:lnTo>
                <a:lnTo>
                  <a:pt x="498" y="1899"/>
                </a:lnTo>
                <a:cubicBezTo>
                  <a:pt x="498" y="1900"/>
                  <a:pt x="498" y="1901"/>
                  <a:pt x="498" y="1902"/>
                </a:cubicBezTo>
                <a:close/>
                <a:moveTo>
                  <a:pt x="1160" y="2263"/>
                </a:moveTo>
                <a:cubicBezTo>
                  <a:pt x="1193" y="2260"/>
                  <a:pt x="1225" y="2257"/>
                  <a:pt x="1260" y="2261"/>
                </a:cubicBezTo>
                <a:lnTo>
                  <a:pt x="1261" y="2261"/>
                </a:lnTo>
                <a:lnTo>
                  <a:pt x="1186" y="2006"/>
                </a:lnTo>
                <a:cubicBezTo>
                  <a:pt x="1176" y="2029"/>
                  <a:pt x="1161" y="2049"/>
                  <a:pt x="1144" y="2067"/>
                </a:cubicBezTo>
                <a:cubicBezTo>
                  <a:pt x="1142" y="2069"/>
                  <a:pt x="1140" y="2070"/>
                  <a:pt x="1138" y="2072"/>
                </a:cubicBezTo>
                <a:lnTo>
                  <a:pt x="1138" y="2265"/>
                </a:lnTo>
                <a:cubicBezTo>
                  <a:pt x="1146" y="2265"/>
                  <a:pt x="1153" y="2264"/>
                  <a:pt x="1160" y="2263"/>
                </a:cubicBezTo>
                <a:close/>
                <a:moveTo>
                  <a:pt x="1573" y="3663"/>
                </a:moveTo>
                <a:lnTo>
                  <a:pt x="1264" y="3496"/>
                </a:lnTo>
                <a:lnTo>
                  <a:pt x="1279" y="3467"/>
                </a:lnTo>
                <a:lnTo>
                  <a:pt x="1264" y="3496"/>
                </a:lnTo>
                <a:cubicBezTo>
                  <a:pt x="1247" y="3488"/>
                  <a:pt x="1241" y="3467"/>
                  <a:pt x="1250" y="3451"/>
                </a:cubicBezTo>
                <a:cubicBezTo>
                  <a:pt x="1250" y="3451"/>
                  <a:pt x="1251" y="3450"/>
                  <a:pt x="1251" y="3449"/>
                </a:cubicBezTo>
                <a:lnTo>
                  <a:pt x="1539" y="2916"/>
                </a:lnTo>
                <a:lnTo>
                  <a:pt x="1519" y="2462"/>
                </a:lnTo>
                <a:cubicBezTo>
                  <a:pt x="1446" y="2559"/>
                  <a:pt x="1344" y="2669"/>
                  <a:pt x="1229" y="2785"/>
                </a:cubicBezTo>
                <a:lnTo>
                  <a:pt x="1097" y="3708"/>
                </a:lnTo>
                <a:lnTo>
                  <a:pt x="1588" y="4003"/>
                </a:lnTo>
                <a:lnTo>
                  <a:pt x="1573" y="3663"/>
                </a:lnTo>
                <a:close/>
                <a:moveTo>
                  <a:pt x="1741" y="2914"/>
                </a:moveTo>
                <a:lnTo>
                  <a:pt x="1589" y="2544"/>
                </a:lnTo>
                <a:lnTo>
                  <a:pt x="1602" y="2842"/>
                </a:lnTo>
                <a:cubicBezTo>
                  <a:pt x="1607" y="2842"/>
                  <a:pt x="1611" y="2844"/>
                  <a:pt x="1615" y="2846"/>
                </a:cubicBezTo>
                <a:cubicBezTo>
                  <a:pt x="1616" y="2846"/>
                  <a:pt x="1616" y="2846"/>
                  <a:pt x="1617" y="2847"/>
                </a:cubicBezTo>
                <a:lnTo>
                  <a:pt x="1741" y="2914"/>
                </a:lnTo>
                <a:close/>
                <a:moveTo>
                  <a:pt x="1939" y="3305"/>
                </a:moveTo>
                <a:cubicBezTo>
                  <a:pt x="1934" y="3289"/>
                  <a:pt x="1924" y="3275"/>
                  <a:pt x="1909" y="3267"/>
                </a:cubicBezTo>
                <a:cubicBezTo>
                  <a:pt x="1908" y="3266"/>
                  <a:pt x="1907" y="3266"/>
                  <a:pt x="1906" y="3265"/>
                </a:cubicBezTo>
                <a:cubicBezTo>
                  <a:pt x="1890" y="3257"/>
                  <a:pt x="1873" y="3256"/>
                  <a:pt x="1858" y="3261"/>
                </a:cubicBezTo>
                <a:cubicBezTo>
                  <a:pt x="1842" y="3266"/>
                  <a:pt x="1828" y="3276"/>
                  <a:pt x="1820" y="3291"/>
                </a:cubicBezTo>
                <a:cubicBezTo>
                  <a:pt x="1819" y="3292"/>
                  <a:pt x="1818" y="3293"/>
                  <a:pt x="1818" y="3294"/>
                </a:cubicBezTo>
                <a:lnTo>
                  <a:pt x="1774" y="3374"/>
                </a:lnTo>
                <a:cubicBezTo>
                  <a:pt x="1766" y="3390"/>
                  <a:pt x="1765" y="3408"/>
                  <a:pt x="1769" y="3424"/>
                </a:cubicBezTo>
                <a:cubicBezTo>
                  <a:pt x="1774" y="3440"/>
                  <a:pt x="1784" y="3453"/>
                  <a:pt x="1799" y="3462"/>
                </a:cubicBezTo>
                <a:lnTo>
                  <a:pt x="1800" y="3462"/>
                </a:lnTo>
                <a:lnTo>
                  <a:pt x="1801" y="3463"/>
                </a:lnTo>
                <a:lnTo>
                  <a:pt x="1801" y="3463"/>
                </a:lnTo>
                <a:cubicBezTo>
                  <a:pt x="1817" y="3471"/>
                  <a:pt x="1834" y="3473"/>
                  <a:pt x="1851" y="3468"/>
                </a:cubicBezTo>
                <a:cubicBezTo>
                  <a:pt x="1867" y="3463"/>
                  <a:pt x="1881" y="3452"/>
                  <a:pt x="1889" y="3436"/>
                </a:cubicBezTo>
                <a:lnTo>
                  <a:pt x="1934" y="3354"/>
                </a:lnTo>
                <a:cubicBezTo>
                  <a:pt x="1942" y="3339"/>
                  <a:pt x="1943" y="3321"/>
                  <a:pt x="1939" y="3305"/>
                </a:cubicBezTo>
                <a:close/>
                <a:moveTo>
                  <a:pt x="1742" y="3502"/>
                </a:moveTo>
                <a:cubicBezTo>
                  <a:pt x="1725" y="3486"/>
                  <a:pt x="1712" y="3465"/>
                  <a:pt x="1706" y="3443"/>
                </a:cubicBezTo>
                <a:cubicBezTo>
                  <a:pt x="1696" y="3411"/>
                  <a:pt x="1699" y="3375"/>
                  <a:pt x="1716" y="3343"/>
                </a:cubicBezTo>
                <a:lnTo>
                  <a:pt x="1760" y="3261"/>
                </a:lnTo>
                <a:lnTo>
                  <a:pt x="1789" y="3277"/>
                </a:lnTo>
                <a:lnTo>
                  <a:pt x="1787" y="3275"/>
                </a:lnTo>
                <a:lnTo>
                  <a:pt x="1760" y="3261"/>
                </a:lnTo>
                <a:lnTo>
                  <a:pt x="1760" y="3261"/>
                </a:lnTo>
                <a:lnTo>
                  <a:pt x="1760" y="3261"/>
                </a:lnTo>
                <a:cubicBezTo>
                  <a:pt x="1761" y="3260"/>
                  <a:pt x="1761" y="3259"/>
                  <a:pt x="1762" y="3258"/>
                </a:cubicBezTo>
                <a:cubicBezTo>
                  <a:pt x="1779" y="3228"/>
                  <a:pt x="1807" y="3206"/>
                  <a:pt x="1839" y="3197"/>
                </a:cubicBezTo>
                <a:cubicBezTo>
                  <a:pt x="1861" y="3191"/>
                  <a:pt x="1885" y="3190"/>
                  <a:pt x="1908" y="3195"/>
                </a:cubicBezTo>
                <a:lnTo>
                  <a:pt x="1956" y="3106"/>
                </a:lnTo>
                <a:lnTo>
                  <a:pt x="1613" y="2920"/>
                </a:lnTo>
                <a:lnTo>
                  <a:pt x="1324" y="3454"/>
                </a:lnTo>
                <a:lnTo>
                  <a:pt x="1668" y="3639"/>
                </a:lnTo>
                <a:lnTo>
                  <a:pt x="1742" y="3502"/>
                </a:lnTo>
                <a:close/>
                <a:moveTo>
                  <a:pt x="1966" y="3227"/>
                </a:moveTo>
                <a:cubicBezTo>
                  <a:pt x="1984" y="3243"/>
                  <a:pt x="1996" y="3264"/>
                  <a:pt x="2002" y="3286"/>
                </a:cubicBezTo>
                <a:cubicBezTo>
                  <a:pt x="2012" y="3318"/>
                  <a:pt x="2009" y="3354"/>
                  <a:pt x="1992" y="3386"/>
                </a:cubicBezTo>
                <a:lnTo>
                  <a:pt x="1948" y="3468"/>
                </a:lnTo>
                <a:cubicBezTo>
                  <a:pt x="1931" y="3500"/>
                  <a:pt x="1902" y="3522"/>
                  <a:pt x="1870" y="3532"/>
                </a:cubicBezTo>
                <a:cubicBezTo>
                  <a:pt x="1847" y="3538"/>
                  <a:pt x="1824" y="3539"/>
                  <a:pt x="1801" y="3533"/>
                </a:cubicBezTo>
                <a:lnTo>
                  <a:pt x="1711" y="3700"/>
                </a:lnTo>
                <a:lnTo>
                  <a:pt x="1681" y="3684"/>
                </a:lnTo>
                <a:lnTo>
                  <a:pt x="1711" y="3700"/>
                </a:lnTo>
                <a:cubicBezTo>
                  <a:pt x="1702" y="3716"/>
                  <a:pt x="1682" y="3722"/>
                  <a:pt x="1665" y="3713"/>
                </a:cubicBezTo>
                <a:cubicBezTo>
                  <a:pt x="1665" y="3713"/>
                  <a:pt x="1664" y="3713"/>
                  <a:pt x="1664" y="3712"/>
                </a:cubicBezTo>
                <a:lnTo>
                  <a:pt x="1641" y="3700"/>
                </a:lnTo>
                <a:lnTo>
                  <a:pt x="1657" y="4062"/>
                </a:lnTo>
                <a:lnTo>
                  <a:pt x="1657" y="4062"/>
                </a:lnTo>
                <a:cubicBezTo>
                  <a:pt x="1658" y="4078"/>
                  <a:pt x="1648" y="4091"/>
                  <a:pt x="1633" y="4096"/>
                </a:cubicBezTo>
                <a:lnTo>
                  <a:pt x="1508" y="4138"/>
                </a:lnTo>
                <a:lnTo>
                  <a:pt x="1613" y="5530"/>
                </a:lnTo>
                <a:lnTo>
                  <a:pt x="1709" y="5547"/>
                </a:lnTo>
                <a:lnTo>
                  <a:pt x="1704" y="5579"/>
                </a:lnTo>
                <a:lnTo>
                  <a:pt x="1709" y="5547"/>
                </a:lnTo>
                <a:cubicBezTo>
                  <a:pt x="1725" y="5549"/>
                  <a:pt x="1736" y="5562"/>
                  <a:pt x="1737" y="5577"/>
                </a:cubicBezTo>
                <a:lnTo>
                  <a:pt x="1759" y="5730"/>
                </a:lnTo>
                <a:lnTo>
                  <a:pt x="1822" y="5741"/>
                </a:lnTo>
                <a:lnTo>
                  <a:pt x="1816" y="5774"/>
                </a:lnTo>
                <a:lnTo>
                  <a:pt x="1822" y="5741"/>
                </a:lnTo>
                <a:cubicBezTo>
                  <a:pt x="1837" y="5744"/>
                  <a:pt x="1848" y="5756"/>
                  <a:pt x="1849" y="5771"/>
                </a:cubicBezTo>
                <a:lnTo>
                  <a:pt x="1887" y="6033"/>
                </a:lnTo>
                <a:lnTo>
                  <a:pt x="1887" y="6033"/>
                </a:lnTo>
                <a:cubicBezTo>
                  <a:pt x="1890" y="6052"/>
                  <a:pt x="1877" y="6069"/>
                  <a:pt x="1859" y="6071"/>
                </a:cubicBezTo>
                <a:cubicBezTo>
                  <a:pt x="1857" y="6071"/>
                  <a:pt x="1856" y="6071"/>
                  <a:pt x="1854" y="6071"/>
                </a:cubicBezTo>
                <a:lnTo>
                  <a:pt x="1854" y="6071"/>
                </a:lnTo>
                <a:lnTo>
                  <a:pt x="70" y="6071"/>
                </a:lnTo>
                <a:cubicBezTo>
                  <a:pt x="52" y="6071"/>
                  <a:pt x="37" y="6056"/>
                  <a:pt x="37" y="6038"/>
                </a:cubicBezTo>
                <a:cubicBezTo>
                  <a:pt x="37" y="6036"/>
                  <a:pt x="37" y="6034"/>
                  <a:pt x="38" y="6031"/>
                </a:cubicBezTo>
                <a:lnTo>
                  <a:pt x="76" y="5769"/>
                </a:lnTo>
                <a:lnTo>
                  <a:pt x="109" y="5774"/>
                </a:lnTo>
                <a:lnTo>
                  <a:pt x="76" y="5769"/>
                </a:lnTo>
                <a:cubicBezTo>
                  <a:pt x="78" y="5754"/>
                  <a:pt x="90" y="5743"/>
                  <a:pt x="104" y="5741"/>
                </a:cubicBezTo>
                <a:lnTo>
                  <a:pt x="166" y="5730"/>
                </a:lnTo>
                <a:lnTo>
                  <a:pt x="188" y="5575"/>
                </a:lnTo>
                <a:lnTo>
                  <a:pt x="221" y="5579"/>
                </a:lnTo>
                <a:lnTo>
                  <a:pt x="188" y="5575"/>
                </a:lnTo>
                <a:cubicBezTo>
                  <a:pt x="190" y="5559"/>
                  <a:pt x="202" y="5548"/>
                  <a:pt x="217" y="5546"/>
                </a:cubicBezTo>
                <a:lnTo>
                  <a:pt x="311" y="5530"/>
                </a:lnTo>
                <a:lnTo>
                  <a:pt x="335" y="5214"/>
                </a:lnTo>
                <a:lnTo>
                  <a:pt x="326" y="5221"/>
                </a:lnTo>
                <a:cubicBezTo>
                  <a:pt x="319" y="5226"/>
                  <a:pt x="311" y="5229"/>
                  <a:pt x="302" y="5228"/>
                </a:cubicBezTo>
                <a:cubicBezTo>
                  <a:pt x="284" y="5226"/>
                  <a:pt x="270" y="5210"/>
                  <a:pt x="272" y="5192"/>
                </a:cubicBezTo>
                <a:lnTo>
                  <a:pt x="272" y="5192"/>
                </a:lnTo>
                <a:lnTo>
                  <a:pt x="338" y="4467"/>
                </a:lnTo>
                <a:cubicBezTo>
                  <a:pt x="338" y="4466"/>
                  <a:pt x="338" y="4465"/>
                  <a:pt x="338" y="4464"/>
                </a:cubicBezTo>
                <a:lnTo>
                  <a:pt x="338" y="4464"/>
                </a:lnTo>
                <a:lnTo>
                  <a:pt x="429" y="3465"/>
                </a:lnTo>
                <a:lnTo>
                  <a:pt x="377" y="2873"/>
                </a:lnTo>
                <a:lnTo>
                  <a:pt x="376" y="2872"/>
                </a:lnTo>
                <a:lnTo>
                  <a:pt x="185" y="2032"/>
                </a:lnTo>
                <a:lnTo>
                  <a:pt x="185" y="2032"/>
                </a:lnTo>
                <a:lnTo>
                  <a:pt x="185" y="2032"/>
                </a:lnTo>
                <a:lnTo>
                  <a:pt x="185" y="2031"/>
                </a:lnTo>
                <a:lnTo>
                  <a:pt x="185" y="2031"/>
                </a:lnTo>
                <a:lnTo>
                  <a:pt x="185" y="2031"/>
                </a:lnTo>
                <a:lnTo>
                  <a:pt x="185" y="2031"/>
                </a:lnTo>
                <a:lnTo>
                  <a:pt x="185" y="2030"/>
                </a:lnTo>
                <a:lnTo>
                  <a:pt x="185" y="2030"/>
                </a:lnTo>
                <a:lnTo>
                  <a:pt x="185" y="2030"/>
                </a:lnTo>
                <a:lnTo>
                  <a:pt x="185" y="2030"/>
                </a:lnTo>
                <a:lnTo>
                  <a:pt x="185" y="2030"/>
                </a:lnTo>
                <a:lnTo>
                  <a:pt x="185" y="2029"/>
                </a:lnTo>
                <a:lnTo>
                  <a:pt x="185" y="2029"/>
                </a:lnTo>
                <a:lnTo>
                  <a:pt x="185" y="2029"/>
                </a:lnTo>
                <a:lnTo>
                  <a:pt x="185" y="2029"/>
                </a:lnTo>
                <a:lnTo>
                  <a:pt x="185" y="2029"/>
                </a:lnTo>
                <a:lnTo>
                  <a:pt x="184" y="2029"/>
                </a:lnTo>
                <a:lnTo>
                  <a:pt x="184" y="2028"/>
                </a:lnTo>
                <a:lnTo>
                  <a:pt x="184" y="2028"/>
                </a:lnTo>
                <a:lnTo>
                  <a:pt x="184" y="2028"/>
                </a:lnTo>
                <a:lnTo>
                  <a:pt x="184" y="2027"/>
                </a:lnTo>
                <a:lnTo>
                  <a:pt x="184" y="2027"/>
                </a:lnTo>
                <a:lnTo>
                  <a:pt x="184" y="2027"/>
                </a:lnTo>
                <a:lnTo>
                  <a:pt x="184" y="2027"/>
                </a:lnTo>
                <a:lnTo>
                  <a:pt x="184" y="2027"/>
                </a:lnTo>
                <a:lnTo>
                  <a:pt x="184" y="2027"/>
                </a:lnTo>
                <a:lnTo>
                  <a:pt x="184" y="2026"/>
                </a:lnTo>
                <a:lnTo>
                  <a:pt x="184" y="2026"/>
                </a:lnTo>
                <a:lnTo>
                  <a:pt x="184" y="2026"/>
                </a:lnTo>
                <a:lnTo>
                  <a:pt x="184" y="2025"/>
                </a:lnTo>
                <a:lnTo>
                  <a:pt x="184" y="2025"/>
                </a:lnTo>
                <a:lnTo>
                  <a:pt x="184" y="2025"/>
                </a:lnTo>
                <a:lnTo>
                  <a:pt x="184" y="2025"/>
                </a:lnTo>
                <a:lnTo>
                  <a:pt x="184" y="2025"/>
                </a:lnTo>
                <a:lnTo>
                  <a:pt x="184" y="2025"/>
                </a:lnTo>
                <a:lnTo>
                  <a:pt x="184" y="2025"/>
                </a:lnTo>
                <a:lnTo>
                  <a:pt x="184" y="2024"/>
                </a:lnTo>
                <a:lnTo>
                  <a:pt x="184" y="2024"/>
                </a:lnTo>
                <a:lnTo>
                  <a:pt x="184" y="2024"/>
                </a:lnTo>
                <a:lnTo>
                  <a:pt x="184" y="2024"/>
                </a:lnTo>
                <a:lnTo>
                  <a:pt x="184" y="2024"/>
                </a:lnTo>
                <a:lnTo>
                  <a:pt x="184" y="2024"/>
                </a:lnTo>
                <a:lnTo>
                  <a:pt x="65" y="1109"/>
                </a:lnTo>
                <a:cubicBezTo>
                  <a:pt x="64" y="1107"/>
                  <a:pt x="64" y="1106"/>
                  <a:pt x="64" y="1104"/>
                </a:cubicBezTo>
                <a:lnTo>
                  <a:pt x="64" y="1104"/>
                </a:lnTo>
                <a:lnTo>
                  <a:pt x="64" y="1103"/>
                </a:lnTo>
                <a:lnTo>
                  <a:pt x="64" y="1103"/>
                </a:lnTo>
                <a:lnTo>
                  <a:pt x="64" y="1102"/>
                </a:lnTo>
                <a:lnTo>
                  <a:pt x="64" y="1102"/>
                </a:lnTo>
                <a:lnTo>
                  <a:pt x="64" y="1102"/>
                </a:lnTo>
                <a:lnTo>
                  <a:pt x="64" y="1102"/>
                </a:lnTo>
                <a:lnTo>
                  <a:pt x="64" y="599"/>
                </a:lnTo>
                <a:lnTo>
                  <a:pt x="33" y="599"/>
                </a:lnTo>
                <a:cubicBezTo>
                  <a:pt x="15" y="599"/>
                  <a:pt x="0" y="584"/>
                  <a:pt x="0" y="566"/>
                </a:cubicBezTo>
                <a:lnTo>
                  <a:pt x="0" y="377"/>
                </a:lnTo>
                <a:cubicBezTo>
                  <a:pt x="0" y="358"/>
                  <a:pt x="15" y="343"/>
                  <a:pt x="33" y="343"/>
                </a:cubicBezTo>
                <a:lnTo>
                  <a:pt x="34" y="343"/>
                </a:lnTo>
                <a:cubicBezTo>
                  <a:pt x="25" y="293"/>
                  <a:pt x="28" y="236"/>
                  <a:pt x="44" y="182"/>
                </a:cubicBezTo>
                <a:cubicBezTo>
                  <a:pt x="63" y="118"/>
                  <a:pt x="99" y="57"/>
                  <a:pt x="155" y="11"/>
                </a:cubicBezTo>
                <a:lnTo>
                  <a:pt x="176" y="37"/>
                </a:lnTo>
                <a:lnTo>
                  <a:pt x="155" y="11"/>
                </a:lnTo>
                <a:cubicBezTo>
                  <a:pt x="168" y="0"/>
                  <a:pt x="188" y="1"/>
                  <a:pt x="200" y="13"/>
                </a:cubicBezTo>
                <a:cubicBezTo>
                  <a:pt x="254" y="58"/>
                  <a:pt x="290" y="119"/>
                  <a:pt x="308" y="182"/>
                </a:cubicBezTo>
                <a:cubicBezTo>
                  <a:pt x="324" y="236"/>
                  <a:pt x="327" y="293"/>
                  <a:pt x="318" y="343"/>
                </a:cubicBezTo>
                <a:lnTo>
                  <a:pt x="319" y="343"/>
                </a:lnTo>
                <a:cubicBezTo>
                  <a:pt x="337" y="343"/>
                  <a:pt x="352" y="358"/>
                  <a:pt x="352" y="377"/>
                </a:cubicBezTo>
                <a:lnTo>
                  <a:pt x="352" y="566"/>
                </a:lnTo>
                <a:cubicBezTo>
                  <a:pt x="352" y="584"/>
                  <a:pt x="337" y="599"/>
                  <a:pt x="319" y="599"/>
                </a:cubicBezTo>
                <a:lnTo>
                  <a:pt x="289" y="599"/>
                </a:lnTo>
                <a:lnTo>
                  <a:pt x="289" y="1098"/>
                </a:lnTo>
                <a:lnTo>
                  <a:pt x="420" y="1602"/>
                </a:lnTo>
                <a:lnTo>
                  <a:pt x="619" y="1602"/>
                </a:lnTo>
                <a:cubicBezTo>
                  <a:pt x="625" y="1584"/>
                  <a:pt x="632" y="1567"/>
                  <a:pt x="642" y="1550"/>
                </a:cubicBezTo>
                <a:lnTo>
                  <a:pt x="414" y="1246"/>
                </a:lnTo>
                <a:cubicBezTo>
                  <a:pt x="404" y="1235"/>
                  <a:pt x="402" y="1220"/>
                  <a:pt x="410" y="1207"/>
                </a:cubicBezTo>
                <a:cubicBezTo>
                  <a:pt x="419" y="1191"/>
                  <a:pt x="439" y="1185"/>
                  <a:pt x="455" y="1195"/>
                </a:cubicBezTo>
                <a:lnTo>
                  <a:pt x="455" y="1195"/>
                </a:lnTo>
                <a:lnTo>
                  <a:pt x="824" y="1409"/>
                </a:lnTo>
                <a:lnTo>
                  <a:pt x="825" y="1410"/>
                </a:lnTo>
                <a:cubicBezTo>
                  <a:pt x="834" y="1407"/>
                  <a:pt x="843" y="1404"/>
                  <a:pt x="852" y="1402"/>
                </a:cubicBezTo>
                <a:lnTo>
                  <a:pt x="890" y="1217"/>
                </a:lnTo>
                <a:lnTo>
                  <a:pt x="932" y="1007"/>
                </a:lnTo>
                <a:lnTo>
                  <a:pt x="965" y="1013"/>
                </a:lnTo>
                <a:lnTo>
                  <a:pt x="932" y="1006"/>
                </a:lnTo>
                <a:cubicBezTo>
                  <a:pt x="936" y="988"/>
                  <a:pt x="953" y="977"/>
                  <a:pt x="971" y="980"/>
                </a:cubicBezTo>
                <a:cubicBezTo>
                  <a:pt x="986" y="983"/>
                  <a:pt x="996" y="996"/>
                  <a:pt x="998" y="1009"/>
                </a:cubicBezTo>
                <a:lnTo>
                  <a:pt x="1040" y="1217"/>
                </a:lnTo>
                <a:lnTo>
                  <a:pt x="1078" y="1403"/>
                </a:lnTo>
                <a:cubicBezTo>
                  <a:pt x="1092" y="1407"/>
                  <a:pt x="1106" y="1412"/>
                  <a:pt x="1119" y="1417"/>
                </a:cubicBezTo>
                <a:cubicBezTo>
                  <a:pt x="1120" y="1416"/>
                  <a:pt x="1121" y="1415"/>
                  <a:pt x="1122" y="1414"/>
                </a:cubicBezTo>
                <a:cubicBezTo>
                  <a:pt x="1124" y="1412"/>
                  <a:pt x="1127" y="1411"/>
                  <a:pt x="1129" y="1409"/>
                </a:cubicBezTo>
                <a:lnTo>
                  <a:pt x="1498" y="1195"/>
                </a:lnTo>
                <a:lnTo>
                  <a:pt x="1498" y="1195"/>
                </a:lnTo>
                <a:cubicBezTo>
                  <a:pt x="1514" y="1185"/>
                  <a:pt x="1534" y="1191"/>
                  <a:pt x="1544" y="1207"/>
                </a:cubicBezTo>
                <a:cubicBezTo>
                  <a:pt x="1551" y="1220"/>
                  <a:pt x="1549" y="1235"/>
                  <a:pt x="1540" y="1246"/>
                </a:cubicBezTo>
                <a:lnTo>
                  <a:pt x="1294" y="1573"/>
                </a:lnTo>
                <a:cubicBezTo>
                  <a:pt x="1299" y="1582"/>
                  <a:pt x="1303" y="1592"/>
                  <a:pt x="1306" y="1602"/>
                </a:cubicBezTo>
                <a:cubicBezTo>
                  <a:pt x="1308" y="1602"/>
                  <a:pt x="1310" y="1602"/>
                  <a:pt x="1312" y="1602"/>
                </a:cubicBezTo>
                <a:lnTo>
                  <a:pt x="1668" y="1602"/>
                </a:lnTo>
                <a:lnTo>
                  <a:pt x="1668" y="1602"/>
                </a:lnTo>
                <a:cubicBezTo>
                  <a:pt x="1686" y="1602"/>
                  <a:pt x="1701" y="1617"/>
                  <a:pt x="1701" y="1635"/>
                </a:cubicBezTo>
                <a:cubicBezTo>
                  <a:pt x="1701" y="1651"/>
                  <a:pt x="1691" y="1663"/>
                  <a:pt x="1677" y="1667"/>
                </a:cubicBezTo>
                <a:lnTo>
                  <a:pt x="1275" y="1820"/>
                </a:lnTo>
                <a:lnTo>
                  <a:pt x="1275" y="1820"/>
                </a:lnTo>
                <a:cubicBezTo>
                  <a:pt x="1271" y="1821"/>
                  <a:pt x="1268" y="1822"/>
                  <a:pt x="1265" y="1822"/>
                </a:cubicBezTo>
                <a:cubicBezTo>
                  <a:pt x="1251" y="1840"/>
                  <a:pt x="1235" y="1857"/>
                  <a:pt x="1216" y="1873"/>
                </a:cubicBezTo>
                <a:lnTo>
                  <a:pt x="1335" y="2275"/>
                </a:lnTo>
                <a:cubicBezTo>
                  <a:pt x="1366" y="2282"/>
                  <a:pt x="1403" y="2290"/>
                  <a:pt x="1438" y="2297"/>
                </a:cubicBezTo>
                <a:lnTo>
                  <a:pt x="1554" y="2322"/>
                </a:lnTo>
                <a:lnTo>
                  <a:pt x="1554" y="2322"/>
                </a:lnTo>
                <a:lnTo>
                  <a:pt x="1554" y="2322"/>
                </a:lnTo>
                <a:lnTo>
                  <a:pt x="1554" y="2322"/>
                </a:lnTo>
                <a:cubicBezTo>
                  <a:pt x="1558" y="2323"/>
                  <a:pt x="1562" y="2325"/>
                  <a:pt x="1565" y="2327"/>
                </a:cubicBezTo>
                <a:cubicBezTo>
                  <a:pt x="1566" y="2327"/>
                  <a:pt x="1566" y="2327"/>
                  <a:pt x="1567" y="2328"/>
                </a:cubicBezTo>
                <a:cubicBezTo>
                  <a:pt x="1577" y="2334"/>
                  <a:pt x="1583" y="2344"/>
                  <a:pt x="1583" y="2355"/>
                </a:cubicBezTo>
                <a:lnTo>
                  <a:pt x="1834" y="2964"/>
                </a:lnTo>
                <a:lnTo>
                  <a:pt x="2017" y="3063"/>
                </a:lnTo>
                <a:lnTo>
                  <a:pt x="2001" y="3092"/>
                </a:lnTo>
                <a:lnTo>
                  <a:pt x="2017" y="3063"/>
                </a:lnTo>
                <a:cubicBezTo>
                  <a:pt x="2033" y="3072"/>
                  <a:pt x="2039" y="3092"/>
                  <a:pt x="2030" y="3108"/>
                </a:cubicBezTo>
                <a:cubicBezTo>
                  <a:pt x="2030" y="3109"/>
                  <a:pt x="2030" y="3109"/>
                  <a:pt x="2029" y="3110"/>
                </a:cubicBezTo>
                <a:lnTo>
                  <a:pt x="1966" y="3227"/>
                </a:lnTo>
                <a:close/>
                <a:moveTo>
                  <a:pt x="468" y="1669"/>
                </a:moveTo>
                <a:lnTo>
                  <a:pt x="613" y="1724"/>
                </a:lnTo>
                <a:cubicBezTo>
                  <a:pt x="610" y="1708"/>
                  <a:pt x="608" y="1691"/>
                  <a:pt x="608" y="1673"/>
                </a:cubicBezTo>
                <a:lnTo>
                  <a:pt x="608" y="1669"/>
                </a:lnTo>
                <a:lnTo>
                  <a:pt x="468" y="1669"/>
                </a:lnTo>
                <a:lnTo>
                  <a:pt x="468" y="166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Eiffel_Tower4" descr="{&quot;Key&quot;:&quot;POWER_USER_SHAPE_ICON&quot;,&quot;Value&quot;:&quot;POWER_USER_SHAPE_ICON_STYLE_1&quot;}">
            <a:extLst>
              <a:ext uri="{FF2B5EF4-FFF2-40B4-BE49-F238E27FC236}">
                <a16:creationId xmlns:a16="http://schemas.microsoft.com/office/drawing/2014/main" id="{E3E02CE5-54F9-4EE7-AC38-926D5DD56310}"/>
              </a:ext>
            </a:extLst>
          </p:cNvPr>
          <p:cNvSpPr>
            <a:spLocks noChangeAspect="1" noEditPoints="1"/>
          </p:cNvSpPr>
          <p:nvPr>
            <p:custDataLst>
              <p:tags r:id="rId3"/>
            </p:custDataLst>
          </p:nvPr>
        </p:nvSpPr>
        <p:spPr bwMode="auto">
          <a:xfrm>
            <a:off x="2176173" y="2009120"/>
            <a:ext cx="464518" cy="874387"/>
          </a:xfrm>
          <a:custGeom>
            <a:avLst/>
            <a:gdLst>
              <a:gd name="T0" fmla="*/ 2517 w 3218"/>
              <a:gd name="T1" fmla="*/ 5823 h 6047"/>
              <a:gd name="T2" fmla="*/ 3151 w 3218"/>
              <a:gd name="T3" fmla="*/ 5980 h 6047"/>
              <a:gd name="T4" fmla="*/ 701 w 3218"/>
              <a:gd name="T5" fmla="*/ 5823 h 6047"/>
              <a:gd name="T6" fmla="*/ 67 w 3218"/>
              <a:gd name="T7" fmla="*/ 5980 h 6047"/>
              <a:gd name="T8" fmla="*/ 2504 w 3218"/>
              <a:gd name="T9" fmla="*/ 4554 h 6047"/>
              <a:gd name="T10" fmla="*/ 2504 w 3218"/>
              <a:gd name="T11" fmla="*/ 4711 h 6047"/>
              <a:gd name="T12" fmla="*/ 1923 w 3218"/>
              <a:gd name="T13" fmla="*/ 4487 h 6047"/>
              <a:gd name="T14" fmla="*/ 1463 w 3218"/>
              <a:gd name="T15" fmla="*/ 3907 h 6047"/>
              <a:gd name="T16" fmla="*/ 205 w 3218"/>
              <a:gd name="T17" fmla="*/ 5756 h 6047"/>
              <a:gd name="T18" fmla="*/ 1609 w 3218"/>
              <a:gd name="T19" fmla="*/ 5004 h 6047"/>
              <a:gd name="T20" fmla="*/ 3013 w 3218"/>
              <a:gd name="T21" fmla="*/ 5756 h 6047"/>
              <a:gd name="T22" fmla="*/ 2102 w 3218"/>
              <a:gd name="T23" fmla="*/ 3435 h 6047"/>
              <a:gd name="T24" fmla="*/ 2102 w 3218"/>
              <a:gd name="T25" fmla="*/ 3593 h 6047"/>
              <a:gd name="T26" fmla="*/ 1953 w 3218"/>
              <a:gd name="T27" fmla="*/ 3369 h 6047"/>
              <a:gd name="T28" fmla="*/ 1511 w 3218"/>
              <a:gd name="T29" fmla="*/ 796 h 6047"/>
              <a:gd name="T30" fmla="*/ 1144 w 3218"/>
              <a:gd name="T31" fmla="*/ 3867 h 6047"/>
              <a:gd name="T32" fmla="*/ 1404 w 3218"/>
              <a:gd name="T33" fmla="*/ 3867 h 6047"/>
              <a:gd name="T34" fmla="*/ 1436 w 3218"/>
              <a:gd name="T35" fmla="*/ 3841 h 6047"/>
              <a:gd name="T36" fmla="*/ 1782 w 3218"/>
              <a:gd name="T37" fmla="*/ 3841 h 6047"/>
              <a:gd name="T38" fmla="*/ 2284 w 3218"/>
              <a:gd name="T39" fmla="*/ 4487 h 6047"/>
              <a:gd name="T40" fmla="*/ 1199 w 3218"/>
              <a:gd name="T41" fmla="*/ 3659 h 6047"/>
              <a:gd name="T42" fmla="*/ 1643 w 3218"/>
              <a:gd name="T43" fmla="*/ 3171 h 6047"/>
              <a:gd name="T44" fmla="*/ 1576 w 3218"/>
              <a:gd name="T45" fmla="*/ 1886 h 6047"/>
              <a:gd name="T46" fmla="*/ 1609 w 3218"/>
              <a:gd name="T47" fmla="*/ 572 h 6047"/>
              <a:gd name="T48" fmla="*/ 1796 w 3218"/>
              <a:gd name="T49" fmla="*/ 729 h 6047"/>
              <a:gd name="T50" fmla="*/ 1179 w 3218"/>
              <a:gd name="T51" fmla="*/ 4935 h 6047"/>
              <a:gd name="T52" fmla="*/ 915 w 3218"/>
              <a:gd name="T53" fmla="*/ 4935 h 6047"/>
              <a:gd name="T54" fmla="*/ 2271 w 3218"/>
              <a:gd name="T55" fmla="*/ 4968 h 6047"/>
              <a:gd name="T56" fmla="*/ 2073 w 3218"/>
              <a:gd name="T57" fmla="*/ 4902 h 6047"/>
              <a:gd name="T58" fmla="*/ 2271 w 3218"/>
              <a:gd name="T59" fmla="*/ 4968 h 6047"/>
              <a:gd name="T60" fmla="*/ 2230 w 3218"/>
              <a:gd name="T61" fmla="*/ 5284 h 6047"/>
              <a:gd name="T62" fmla="*/ 735 w 3218"/>
              <a:gd name="T63" fmla="*/ 5756 h 6047"/>
              <a:gd name="T64" fmla="*/ 856 w 3218"/>
              <a:gd name="T65" fmla="*/ 6013 h 6047"/>
              <a:gd name="T66" fmla="*/ 0 w 3218"/>
              <a:gd name="T67" fmla="*/ 6013 h 6047"/>
              <a:gd name="T68" fmla="*/ 121 w 3218"/>
              <a:gd name="T69" fmla="*/ 5756 h 6047"/>
              <a:gd name="T70" fmla="*/ 648 w 3218"/>
              <a:gd name="T71" fmla="*/ 4745 h 6047"/>
              <a:gd name="T72" fmla="*/ 862 w 3218"/>
              <a:gd name="T73" fmla="*/ 4487 h 6047"/>
              <a:gd name="T74" fmla="*/ 1083 w 3218"/>
              <a:gd name="T75" fmla="*/ 3659 h 6047"/>
              <a:gd name="T76" fmla="*/ 1083 w 3218"/>
              <a:gd name="T77" fmla="*/ 3369 h 6047"/>
              <a:gd name="T78" fmla="*/ 1389 w 3218"/>
              <a:gd name="T79" fmla="*/ 796 h 6047"/>
              <a:gd name="T80" fmla="*/ 1389 w 3218"/>
              <a:gd name="T81" fmla="*/ 505 h 6047"/>
              <a:gd name="T82" fmla="*/ 1609 w 3218"/>
              <a:gd name="T83" fmla="*/ 0 h 6047"/>
              <a:gd name="T84" fmla="*/ 1829 w 3218"/>
              <a:gd name="T85" fmla="*/ 505 h 6047"/>
              <a:gd name="T86" fmla="*/ 1829 w 3218"/>
              <a:gd name="T87" fmla="*/ 796 h 6047"/>
              <a:gd name="T88" fmla="*/ 2135 w 3218"/>
              <a:gd name="T89" fmla="*/ 3369 h 6047"/>
              <a:gd name="T90" fmla="*/ 2135 w 3218"/>
              <a:gd name="T91" fmla="*/ 3659 h 6047"/>
              <a:gd name="T92" fmla="*/ 2356 w 3218"/>
              <a:gd name="T93" fmla="*/ 4487 h 6047"/>
              <a:gd name="T94" fmla="*/ 2571 w 3218"/>
              <a:gd name="T95" fmla="*/ 4745 h 6047"/>
              <a:gd name="T96" fmla="*/ 3097 w 3218"/>
              <a:gd name="T97" fmla="*/ 5756 h 6047"/>
              <a:gd name="T98" fmla="*/ 3218 w 3218"/>
              <a:gd name="T99" fmla="*/ 6013 h 6047"/>
              <a:gd name="T100" fmla="*/ 2362 w 3218"/>
              <a:gd name="T101" fmla="*/ 6013 h 6047"/>
              <a:gd name="T102" fmla="*/ 2396 w 3218"/>
              <a:gd name="T103" fmla="*/ 5756 h 6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18" h="6047">
                <a:moveTo>
                  <a:pt x="3151" y="5823"/>
                </a:moveTo>
                <a:lnTo>
                  <a:pt x="3081" y="5823"/>
                </a:lnTo>
                <a:lnTo>
                  <a:pt x="2517" y="5823"/>
                </a:lnTo>
                <a:lnTo>
                  <a:pt x="2429" y="5823"/>
                </a:lnTo>
                <a:lnTo>
                  <a:pt x="2429" y="5980"/>
                </a:lnTo>
                <a:lnTo>
                  <a:pt x="3151" y="5980"/>
                </a:lnTo>
                <a:lnTo>
                  <a:pt x="3151" y="5823"/>
                </a:lnTo>
                <a:close/>
                <a:moveTo>
                  <a:pt x="789" y="5823"/>
                </a:moveTo>
                <a:lnTo>
                  <a:pt x="701" y="5823"/>
                </a:lnTo>
                <a:lnTo>
                  <a:pt x="138" y="5823"/>
                </a:lnTo>
                <a:lnTo>
                  <a:pt x="67" y="5823"/>
                </a:lnTo>
                <a:lnTo>
                  <a:pt x="67" y="5980"/>
                </a:lnTo>
                <a:lnTo>
                  <a:pt x="789" y="5980"/>
                </a:lnTo>
                <a:lnTo>
                  <a:pt x="789" y="5823"/>
                </a:lnTo>
                <a:close/>
                <a:moveTo>
                  <a:pt x="2504" y="4554"/>
                </a:moveTo>
                <a:lnTo>
                  <a:pt x="714" y="4554"/>
                </a:lnTo>
                <a:lnTo>
                  <a:pt x="714" y="4711"/>
                </a:lnTo>
                <a:lnTo>
                  <a:pt x="2504" y="4711"/>
                </a:lnTo>
                <a:lnTo>
                  <a:pt x="2504" y="4554"/>
                </a:lnTo>
                <a:close/>
                <a:moveTo>
                  <a:pt x="1296" y="4487"/>
                </a:moveTo>
                <a:lnTo>
                  <a:pt x="1923" y="4487"/>
                </a:lnTo>
                <a:cubicBezTo>
                  <a:pt x="1863" y="4308"/>
                  <a:pt x="1801" y="4114"/>
                  <a:pt x="1755" y="3907"/>
                </a:cubicBezTo>
                <a:lnTo>
                  <a:pt x="1609" y="3907"/>
                </a:lnTo>
                <a:lnTo>
                  <a:pt x="1463" y="3907"/>
                </a:lnTo>
                <a:cubicBezTo>
                  <a:pt x="1417" y="4114"/>
                  <a:pt x="1355" y="4308"/>
                  <a:pt x="1296" y="4487"/>
                </a:cubicBezTo>
                <a:close/>
                <a:moveTo>
                  <a:pt x="807" y="4778"/>
                </a:moveTo>
                <a:cubicBezTo>
                  <a:pt x="638" y="5133"/>
                  <a:pt x="438" y="5450"/>
                  <a:pt x="205" y="5756"/>
                </a:cubicBezTo>
                <a:lnTo>
                  <a:pt x="669" y="5756"/>
                </a:lnTo>
                <a:cubicBezTo>
                  <a:pt x="679" y="5551"/>
                  <a:pt x="783" y="5367"/>
                  <a:pt x="946" y="5232"/>
                </a:cubicBezTo>
                <a:cubicBezTo>
                  <a:pt x="1116" y="5091"/>
                  <a:pt x="1350" y="5004"/>
                  <a:pt x="1609" y="5004"/>
                </a:cubicBezTo>
                <a:cubicBezTo>
                  <a:pt x="1868" y="5004"/>
                  <a:pt x="2102" y="5091"/>
                  <a:pt x="2273" y="5232"/>
                </a:cubicBezTo>
                <a:cubicBezTo>
                  <a:pt x="2436" y="5367"/>
                  <a:pt x="2540" y="5551"/>
                  <a:pt x="2550" y="5756"/>
                </a:cubicBezTo>
                <a:lnTo>
                  <a:pt x="3013" y="5756"/>
                </a:lnTo>
                <a:cubicBezTo>
                  <a:pt x="2780" y="5450"/>
                  <a:pt x="2580" y="5133"/>
                  <a:pt x="2412" y="4778"/>
                </a:cubicBezTo>
                <a:lnTo>
                  <a:pt x="807" y="4778"/>
                </a:lnTo>
                <a:close/>
                <a:moveTo>
                  <a:pt x="2102" y="3435"/>
                </a:moveTo>
                <a:lnTo>
                  <a:pt x="1117" y="3435"/>
                </a:lnTo>
                <a:lnTo>
                  <a:pt x="1117" y="3593"/>
                </a:lnTo>
                <a:lnTo>
                  <a:pt x="2102" y="3593"/>
                </a:lnTo>
                <a:lnTo>
                  <a:pt x="2102" y="3435"/>
                </a:lnTo>
                <a:close/>
                <a:moveTo>
                  <a:pt x="1265" y="3369"/>
                </a:moveTo>
                <a:lnTo>
                  <a:pt x="1953" y="3369"/>
                </a:lnTo>
                <a:cubicBezTo>
                  <a:pt x="1810" y="2679"/>
                  <a:pt x="1730" y="1848"/>
                  <a:pt x="1707" y="796"/>
                </a:cubicBezTo>
                <a:lnTo>
                  <a:pt x="1609" y="796"/>
                </a:lnTo>
                <a:lnTo>
                  <a:pt x="1511" y="796"/>
                </a:lnTo>
                <a:cubicBezTo>
                  <a:pt x="1488" y="1848"/>
                  <a:pt x="1408" y="2679"/>
                  <a:pt x="1265" y="3369"/>
                </a:cubicBezTo>
                <a:close/>
                <a:moveTo>
                  <a:pt x="1199" y="3659"/>
                </a:moveTo>
                <a:cubicBezTo>
                  <a:pt x="1182" y="3730"/>
                  <a:pt x="1163" y="3799"/>
                  <a:pt x="1144" y="3867"/>
                </a:cubicBezTo>
                <a:cubicBezTo>
                  <a:pt x="1082" y="4088"/>
                  <a:pt x="1012" y="4293"/>
                  <a:pt x="934" y="4487"/>
                </a:cubicBezTo>
                <a:lnTo>
                  <a:pt x="1225" y="4487"/>
                </a:lnTo>
                <a:cubicBezTo>
                  <a:pt x="1289" y="4295"/>
                  <a:pt x="1357" y="4088"/>
                  <a:pt x="1404" y="3867"/>
                </a:cubicBezTo>
                <a:lnTo>
                  <a:pt x="1436" y="3874"/>
                </a:lnTo>
                <a:lnTo>
                  <a:pt x="1404" y="3867"/>
                </a:lnTo>
                <a:cubicBezTo>
                  <a:pt x="1407" y="3851"/>
                  <a:pt x="1421" y="3841"/>
                  <a:pt x="1436" y="3841"/>
                </a:cubicBezTo>
                <a:lnTo>
                  <a:pt x="1437" y="3841"/>
                </a:lnTo>
                <a:lnTo>
                  <a:pt x="1609" y="3841"/>
                </a:lnTo>
                <a:lnTo>
                  <a:pt x="1782" y="3841"/>
                </a:lnTo>
                <a:cubicBezTo>
                  <a:pt x="1799" y="3841"/>
                  <a:pt x="1813" y="3853"/>
                  <a:pt x="1815" y="3869"/>
                </a:cubicBezTo>
                <a:cubicBezTo>
                  <a:pt x="1862" y="4089"/>
                  <a:pt x="1930" y="4296"/>
                  <a:pt x="1993" y="4487"/>
                </a:cubicBezTo>
                <a:lnTo>
                  <a:pt x="2284" y="4487"/>
                </a:lnTo>
                <a:cubicBezTo>
                  <a:pt x="2206" y="4293"/>
                  <a:pt x="2136" y="4088"/>
                  <a:pt x="2074" y="3867"/>
                </a:cubicBezTo>
                <a:cubicBezTo>
                  <a:pt x="2055" y="3799"/>
                  <a:pt x="2037" y="3730"/>
                  <a:pt x="2019" y="3659"/>
                </a:cubicBezTo>
                <a:lnTo>
                  <a:pt x="1199" y="3659"/>
                </a:lnTo>
                <a:close/>
                <a:moveTo>
                  <a:pt x="1576" y="3171"/>
                </a:moveTo>
                <a:cubicBezTo>
                  <a:pt x="1576" y="3189"/>
                  <a:pt x="1591" y="3204"/>
                  <a:pt x="1609" y="3204"/>
                </a:cubicBezTo>
                <a:cubicBezTo>
                  <a:pt x="1628" y="3204"/>
                  <a:pt x="1643" y="3189"/>
                  <a:pt x="1643" y="3171"/>
                </a:cubicBezTo>
                <a:lnTo>
                  <a:pt x="1643" y="1886"/>
                </a:lnTo>
                <a:cubicBezTo>
                  <a:pt x="1643" y="1868"/>
                  <a:pt x="1628" y="1853"/>
                  <a:pt x="1609" y="1853"/>
                </a:cubicBezTo>
                <a:cubicBezTo>
                  <a:pt x="1591" y="1853"/>
                  <a:pt x="1576" y="1868"/>
                  <a:pt x="1576" y="1886"/>
                </a:cubicBezTo>
                <a:lnTo>
                  <a:pt x="1576" y="3171"/>
                </a:lnTo>
                <a:close/>
                <a:moveTo>
                  <a:pt x="1796" y="572"/>
                </a:moveTo>
                <a:lnTo>
                  <a:pt x="1609" y="572"/>
                </a:lnTo>
                <a:lnTo>
                  <a:pt x="1422" y="572"/>
                </a:lnTo>
                <a:lnTo>
                  <a:pt x="1422" y="729"/>
                </a:lnTo>
                <a:lnTo>
                  <a:pt x="1796" y="729"/>
                </a:lnTo>
                <a:lnTo>
                  <a:pt x="1796" y="572"/>
                </a:lnTo>
                <a:close/>
                <a:moveTo>
                  <a:pt x="1145" y="4968"/>
                </a:moveTo>
                <a:cubicBezTo>
                  <a:pt x="1164" y="4968"/>
                  <a:pt x="1179" y="4953"/>
                  <a:pt x="1179" y="4935"/>
                </a:cubicBezTo>
                <a:cubicBezTo>
                  <a:pt x="1179" y="4917"/>
                  <a:pt x="1164" y="4902"/>
                  <a:pt x="1145" y="4902"/>
                </a:cubicBezTo>
                <a:lnTo>
                  <a:pt x="948" y="4902"/>
                </a:lnTo>
                <a:cubicBezTo>
                  <a:pt x="929" y="4902"/>
                  <a:pt x="915" y="4917"/>
                  <a:pt x="915" y="4935"/>
                </a:cubicBezTo>
                <a:cubicBezTo>
                  <a:pt x="915" y="4953"/>
                  <a:pt x="929" y="4968"/>
                  <a:pt x="948" y="4968"/>
                </a:cubicBezTo>
                <a:lnTo>
                  <a:pt x="1145" y="4968"/>
                </a:lnTo>
                <a:close/>
                <a:moveTo>
                  <a:pt x="2271" y="4968"/>
                </a:moveTo>
                <a:cubicBezTo>
                  <a:pt x="2289" y="4968"/>
                  <a:pt x="2304" y="4953"/>
                  <a:pt x="2304" y="4935"/>
                </a:cubicBezTo>
                <a:cubicBezTo>
                  <a:pt x="2304" y="4917"/>
                  <a:pt x="2289" y="4902"/>
                  <a:pt x="2271" y="4902"/>
                </a:cubicBezTo>
                <a:lnTo>
                  <a:pt x="2073" y="4902"/>
                </a:lnTo>
                <a:cubicBezTo>
                  <a:pt x="2055" y="4902"/>
                  <a:pt x="2040" y="4917"/>
                  <a:pt x="2040" y="4935"/>
                </a:cubicBezTo>
                <a:cubicBezTo>
                  <a:pt x="2040" y="4953"/>
                  <a:pt x="2055" y="4968"/>
                  <a:pt x="2073" y="4968"/>
                </a:cubicBezTo>
                <a:lnTo>
                  <a:pt x="2271" y="4968"/>
                </a:lnTo>
                <a:close/>
                <a:moveTo>
                  <a:pt x="2396" y="5756"/>
                </a:moveTo>
                <a:lnTo>
                  <a:pt x="2483" y="5756"/>
                </a:lnTo>
                <a:cubicBezTo>
                  <a:pt x="2473" y="5572"/>
                  <a:pt x="2378" y="5406"/>
                  <a:pt x="2230" y="5284"/>
                </a:cubicBezTo>
                <a:cubicBezTo>
                  <a:pt x="2072" y="5152"/>
                  <a:pt x="1852" y="5071"/>
                  <a:pt x="1609" y="5071"/>
                </a:cubicBezTo>
                <a:cubicBezTo>
                  <a:pt x="1366" y="5071"/>
                  <a:pt x="1147" y="5152"/>
                  <a:pt x="988" y="5284"/>
                </a:cubicBezTo>
                <a:cubicBezTo>
                  <a:pt x="840" y="5406"/>
                  <a:pt x="746" y="5572"/>
                  <a:pt x="735" y="5756"/>
                </a:cubicBezTo>
                <a:lnTo>
                  <a:pt x="823" y="5756"/>
                </a:lnTo>
                <a:cubicBezTo>
                  <a:pt x="841" y="5756"/>
                  <a:pt x="856" y="5771"/>
                  <a:pt x="856" y="5790"/>
                </a:cubicBezTo>
                <a:lnTo>
                  <a:pt x="856" y="6013"/>
                </a:lnTo>
                <a:cubicBezTo>
                  <a:pt x="856" y="6032"/>
                  <a:pt x="841" y="6047"/>
                  <a:pt x="823" y="6047"/>
                </a:cubicBezTo>
                <a:lnTo>
                  <a:pt x="34" y="6047"/>
                </a:lnTo>
                <a:cubicBezTo>
                  <a:pt x="15" y="6047"/>
                  <a:pt x="0" y="6032"/>
                  <a:pt x="0" y="6013"/>
                </a:cubicBezTo>
                <a:lnTo>
                  <a:pt x="0" y="5790"/>
                </a:lnTo>
                <a:cubicBezTo>
                  <a:pt x="0" y="5771"/>
                  <a:pt x="15" y="5756"/>
                  <a:pt x="34" y="5756"/>
                </a:cubicBezTo>
                <a:lnTo>
                  <a:pt x="121" y="5756"/>
                </a:lnTo>
                <a:cubicBezTo>
                  <a:pt x="358" y="5450"/>
                  <a:pt x="562" y="5133"/>
                  <a:pt x="733" y="4778"/>
                </a:cubicBezTo>
                <a:lnTo>
                  <a:pt x="681" y="4778"/>
                </a:lnTo>
                <a:cubicBezTo>
                  <a:pt x="663" y="4778"/>
                  <a:pt x="648" y="4763"/>
                  <a:pt x="648" y="4745"/>
                </a:cubicBezTo>
                <a:lnTo>
                  <a:pt x="648" y="4521"/>
                </a:lnTo>
                <a:cubicBezTo>
                  <a:pt x="648" y="4502"/>
                  <a:pt x="663" y="4487"/>
                  <a:pt x="681" y="4487"/>
                </a:cubicBezTo>
                <a:lnTo>
                  <a:pt x="862" y="4487"/>
                </a:lnTo>
                <a:cubicBezTo>
                  <a:pt x="944" y="4288"/>
                  <a:pt x="1016" y="4077"/>
                  <a:pt x="1080" y="3849"/>
                </a:cubicBezTo>
                <a:cubicBezTo>
                  <a:pt x="1098" y="3787"/>
                  <a:pt x="1115" y="3724"/>
                  <a:pt x="1131" y="3659"/>
                </a:cubicBezTo>
                <a:lnTo>
                  <a:pt x="1083" y="3659"/>
                </a:lnTo>
                <a:cubicBezTo>
                  <a:pt x="1065" y="3659"/>
                  <a:pt x="1050" y="3644"/>
                  <a:pt x="1050" y="3626"/>
                </a:cubicBezTo>
                <a:lnTo>
                  <a:pt x="1050" y="3402"/>
                </a:lnTo>
                <a:cubicBezTo>
                  <a:pt x="1050" y="3384"/>
                  <a:pt x="1065" y="3369"/>
                  <a:pt x="1083" y="3369"/>
                </a:cubicBezTo>
                <a:lnTo>
                  <a:pt x="1197" y="3369"/>
                </a:lnTo>
                <a:cubicBezTo>
                  <a:pt x="1341" y="2681"/>
                  <a:pt x="1422" y="1850"/>
                  <a:pt x="1445" y="796"/>
                </a:cubicBezTo>
                <a:lnTo>
                  <a:pt x="1389" y="796"/>
                </a:lnTo>
                <a:cubicBezTo>
                  <a:pt x="1371" y="796"/>
                  <a:pt x="1356" y="781"/>
                  <a:pt x="1356" y="763"/>
                </a:cubicBezTo>
                <a:lnTo>
                  <a:pt x="1356" y="539"/>
                </a:lnTo>
                <a:cubicBezTo>
                  <a:pt x="1356" y="520"/>
                  <a:pt x="1371" y="505"/>
                  <a:pt x="1389" y="505"/>
                </a:cubicBezTo>
                <a:lnTo>
                  <a:pt x="1576" y="505"/>
                </a:lnTo>
                <a:lnTo>
                  <a:pt x="1576" y="33"/>
                </a:lnTo>
                <a:cubicBezTo>
                  <a:pt x="1576" y="15"/>
                  <a:pt x="1591" y="0"/>
                  <a:pt x="1609" y="0"/>
                </a:cubicBezTo>
                <a:cubicBezTo>
                  <a:pt x="1628" y="0"/>
                  <a:pt x="1643" y="15"/>
                  <a:pt x="1643" y="33"/>
                </a:cubicBezTo>
                <a:lnTo>
                  <a:pt x="1643" y="505"/>
                </a:lnTo>
                <a:lnTo>
                  <a:pt x="1829" y="505"/>
                </a:lnTo>
                <a:cubicBezTo>
                  <a:pt x="1848" y="505"/>
                  <a:pt x="1863" y="520"/>
                  <a:pt x="1863" y="539"/>
                </a:cubicBezTo>
                <a:lnTo>
                  <a:pt x="1863" y="763"/>
                </a:lnTo>
                <a:cubicBezTo>
                  <a:pt x="1863" y="781"/>
                  <a:pt x="1848" y="796"/>
                  <a:pt x="1829" y="796"/>
                </a:cubicBezTo>
                <a:lnTo>
                  <a:pt x="1774" y="796"/>
                </a:lnTo>
                <a:cubicBezTo>
                  <a:pt x="1797" y="1850"/>
                  <a:pt x="1877" y="2681"/>
                  <a:pt x="2021" y="3369"/>
                </a:cubicBezTo>
                <a:lnTo>
                  <a:pt x="2135" y="3369"/>
                </a:lnTo>
                <a:cubicBezTo>
                  <a:pt x="2154" y="3369"/>
                  <a:pt x="2168" y="3384"/>
                  <a:pt x="2168" y="3402"/>
                </a:cubicBezTo>
                <a:lnTo>
                  <a:pt x="2168" y="3626"/>
                </a:lnTo>
                <a:cubicBezTo>
                  <a:pt x="2168" y="3644"/>
                  <a:pt x="2154" y="3659"/>
                  <a:pt x="2135" y="3659"/>
                </a:cubicBezTo>
                <a:lnTo>
                  <a:pt x="2088" y="3659"/>
                </a:lnTo>
                <a:cubicBezTo>
                  <a:pt x="2104" y="3724"/>
                  <a:pt x="2121" y="3787"/>
                  <a:pt x="2138" y="3849"/>
                </a:cubicBezTo>
                <a:cubicBezTo>
                  <a:pt x="2202" y="4077"/>
                  <a:pt x="2275" y="4288"/>
                  <a:pt x="2356" y="4487"/>
                </a:cubicBezTo>
                <a:lnTo>
                  <a:pt x="2537" y="4487"/>
                </a:lnTo>
                <a:cubicBezTo>
                  <a:pt x="2556" y="4487"/>
                  <a:pt x="2571" y="4502"/>
                  <a:pt x="2571" y="4521"/>
                </a:cubicBezTo>
                <a:lnTo>
                  <a:pt x="2571" y="4745"/>
                </a:lnTo>
                <a:cubicBezTo>
                  <a:pt x="2571" y="4763"/>
                  <a:pt x="2556" y="4778"/>
                  <a:pt x="2537" y="4778"/>
                </a:cubicBezTo>
                <a:lnTo>
                  <a:pt x="2486" y="4778"/>
                </a:lnTo>
                <a:cubicBezTo>
                  <a:pt x="2657" y="5133"/>
                  <a:pt x="2860" y="5450"/>
                  <a:pt x="3097" y="5756"/>
                </a:cubicBezTo>
                <a:lnTo>
                  <a:pt x="3185" y="5756"/>
                </a:lnTo>
                <a:cubicBezTo>
                  <a:pt x="3203" y="5756"/>
                  <a:pt x="3218" y="5771"/>
                  <a:pt x="3218" y="5790"/>
                </a:cubicBezTo>
                <a:lnTo>
                  <a:pt x="3218" y="6013"/>
                </a:lnTo>
                <a:cubicBezTo>
                  <a:pt x="3218" y="6032"/>
                  <a:pt x="3203" y="6047"/>
                  <a:pt x="3185" y="6047"/>
                </a:cubicBezTo>
                <a:lnTo>
                  <a:pt x="2396" y="6047"/>
                </a:lnTo>
                <a:cubicBezTo>
                  <a:pt x="2377" y="6047"/>
                  <a:pt x="2362" y="6032"/>
                  <a:pt x="2362" y="6013"/>
                </a:cubicBezTo>
                <a:lnTo>
                  <a:pt x="2362" y="5790"/>
                </a:lnTo>
                <a:cubicBezTo>
                  <a:pt x="2362" y="5771"/>
                  <a:pt x="2377" y="5756"/>
                  <a:pt x="2396" y="5756"/>
                </a:cubicBezTo>
                <a:lnTo>
                  <a:pt x="2396" y="575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Big_Ben5" descr="{&quot;Key&quot;:&quot;POWER_USER_SHAPE_ICON&quot;,&quot;Value&quot;:&quot;POWER_USER_SHAPE_ICON_STYLE_1&quot;}">
            <a:extLst>
              <a:ext uri="{FF2B5EF4-FFF2-40B4-BE49-F238E27FC236}">
                <a16:creationId xmlns:a16="http://schemas.microsoft.com/office/drawing/2014/main" id="{65BB915E-362F-4126-8D07-A82E1C34CAE1}"/>
              </a:ext>
            </a:extLst>
          </p:cNvPr>
          <p:cNvSpPr>
            <a:spLocks noChangeAspect="1" noEditPoints="1"/>
          </p:cNvSpPr>
          <p:nvPr>
            <p:custDataLst>
              <p:tags r:id="rId4"/>
            </p:custDataLst>
          </p:nvPr>
        </p:nvSpPr>
        <p:spPr bwMode="auto">
          <a:xfrm>
            <a:off x="7217506" y="2009120"/>
            <a:ext cx="191693" cy="874387"/>
          </a:xfrm>
          <a:custGeom>
            <a:avLst/>
            <a:gdLst>
              <a:gd name="T0" fmla="*/ 192 w 1342"/>
              <a:gd name="T1" fmla="*/ 5268 h 6142"/>
              <a:gd name="T2" fmla="*/ 522 w 1342"/>
              <a:gd name="T3" fmla="*/ 5335 h 6142"/>
              <a:gd name="T4" fmla="*/ 1150 w 1342"/>
              <a:gd name="T5" fmla="*/ 5335 h 6142"/>
              <a:gd name="T6" fmla="*/ 192 w 1342"/>
              <a:gd name="T7" fmla="*/ 4239 h 6142"/>
              <a:gd name="T8" fmla="*/ 192 w 1342"/>
              <a:gd name="T9" fmla="*/ 4306 h 6142"/>
              <a:gd name="T10" fmla="*/ 522 w 1342"/>
              <a:gd name="T11" fmla="*/ 5046 h 6142"/>
              <a:gd name="T12" fmla="*/ 1150 w 1342"/>
              <a:gd name="T13" fmla="*/ 5046 h 6142"/>
              <a:gd name="T14" fmla="*/ 66 w 1342"/>
              <a:gd name="T15" fmla="*/ 3066 h 6142"/>
              <a:gd name="T16" fmla="*/ 456 w 1342"/>
              <a:gd name="T17" fmla="*/ 4017 h 6142"/>
              <a:gd name="T18" fmla="*/ 819 w 1342"/>
              <a:gd name="T19" fmla="*/ 3297 h 6142"/>
              <a:gd name="T20" fmla="*/ 245 w 1342"/>
              <a:gd name="T21" fmla="*/ 2003 h 6142"/>
              <a:gd name="T22" fmla="*/ 212 w 1342"/>
              <a:gd name="T23" fmla="*/ 2887 h 6142"/>
              <a:gd name="T24" fmla="*/ 340 w 1342"/>
              <a:gd name="T25" fmla="*/ 2461 h 6142"/>
              <a:gd name="T26" fmla="*/ 279 w 1342"/>
              <a:gd name="T27" fmla="*/ 2396 h 6142"/>
              <a:gd name="T28" fmla="*/ 390 w 1342"/>
              <a:gd name="T29" fmla="*/ 2743 h 6142"/>
              <a:gd name="T30" fmla="*/ 737 w 1342"/>
              <a:gd name="T31" fmla="*/ 2853 h 6142"/>
              <a:gd name="T32" fmla="*/ 1063 w 1342"/>
              <a:gd name="T33" fmla="*/ 2070 h 6142"/>
              <a:gd name="T34" fmla="*/ 472 w 1342"/>
              <a:gd name="T35" fmla="*/ 2428 h 6142"/>
              <a:gd name="T36" fmla="*/ 886 w 1342"/>
              <a:gd name="T37" fmla="*/ 1609 h 6142"/>
              <a:gd name="T38" fmla="*/ 456 w 1342"/>
              <a:gd name="T39" fmla="*/ 1791 h 6142"/>
              <a:gd name="T40" fmla="*/ 819 w 1342"/>
              <a:gd name="T41" fmla="*/ 1609 h 6142"/>
              <a:gd name="T42" fmla="*/ 962 w 1342"/>
              <a:gd name="T43" fmla="*/ 873 h 6142"/>
              <a:gd name="T44" fmla="*/ 298 w 1342"/>
              <a:gd name="T45" fmla="*/ 903 h 6142"/>
              <a:gd name="T46" fmla="*/ 298 w 1342"/>
              <a:gd name="T47" fmla="*/ 901 h 6142"/>
              <a:gd name="T48" fmla="*/ 298 w 1342"/>
              <a:gd name="T49" fmla="*/ 899 h 6142"/>
              <a:gd name="T50" fmla="*/ 299 w 1342"/>
              <a:gd name="T51" fmla="*/ 897 h 6142"/>
              <a:gd name="T52" fmla="*/ 299 w 1342"/>
              <a:gd name="T53" fmla="*/ 896 h 6142"/>
              <a:gd name="T54" fmla="*/ 300 w 1342"/>
              <a:gd name="T55" fmla="*/ 895 h 6142"/>
              <a:gd name="T56" fmla="*/ 300 w 1342"/>
              <a:gd name="T57" fmla="*/ 894 h 6142"/>
              <a:gd name="T58" fmla="*/ 300 w 1342"/>
              <a:gd name="T59" fmla="*/ 893 h 6142"/>
              <a:gd name="T60" fmla="*/ 301 w 1342"/>
              <a:gd name="T61" fmla="*/ 892 h 6142"/>
              <a:gd name="T62" fmla="*/ 1040 w 1342"/>
              <a:gd name="T63" fmla="*/ 892 h 6142"/>
              <a:gd name="T64" fmla="*/ 1043 w 1342"/>
              <a:gd name="T65" fmla="*/ 903 h 6142"/>
              <a:gd name="T66" fmla="*/ 1044 w 1342"/>
              <a:gd name="T67" fmla="*/ 905 h 6142"/>
              <a:gd name="T68" fmla="*/ 1210 w 1342"/>
              <a:gd name="T69" fmla="*/ 1403 h 6142"/>
              <a:gd name="T70" fmla="*/ 1211 w 1342"/>
              <a:gd name="T71" fmla="*/ 1404 h 6142"/>
              <a:gd name="T72" fmla="*/ 1212 w 1342"/>
              <a:gd name="T73" fmla="*/ 1406 h 6142"/>
              <a:gd name="T74" fmla="*/ 1212 w 1342"/>
              <a:gd name="T75" fmla="*/ 1407 h 6142"/>
              <a:gd name="T76" fmla="*/ 1213 w 1342"/>
              <a:gd name="T77" fmla="*/ 1409 h 6142"/>
              <a:gd name="T78" fmla="*/ 1214 w 1342"/>
              <a:gd name="T79" fmla="*/ 1410 h 6142"/>
              <a:gd name="T80" fmla="*/ 1214 w 1342"/>
              <a:gd name="T81" fmla="*/ 1412 h 6142"/>
              <a:gd name="T82" fmla="*/ 1215 w 1342"/>
              <a:gd name="T83" fmla="*/ 1413 h 6142"/>
              <a:gd name="T84" fmla="*/ 1215 w 1342"/>
              <a:gd name="T85" fmla="*/ 1414 h 6142"/>
              <a:gd name="T86" fmla="*/ 1216 w 1342"/>
              <a:gd name="T87" fmla="*/ 1416 h 6142"/>
              <a:gd name="T88" fmla="*/ 1216 w 1342"/>
              <a:gd name="T89" fmla="*/ 1417 h 6142"/>
              <a:gd name="T90" fmla="*/ 1216 w 1342"/>
              <a:gd name="T91" fmla="*/ 1419 h 6142"/>
              <a:gd name="T92" fmla="*/ 1216 w 1342"/>
              <a:gd name="T93" fmla="*/ 1420 h 6142"/>
              <a:gd name="T94" fmla="*/ 1216 w 1342"/>
              <a:gd name="T95" fmla="*/ 1422 h 6142"/>
              <a:gd name="T96" fmla="*/ 1216 w 1342"/>
              <a:gd name="T97" fmla="*/ 1791 h 6142"/>
              <a:gd name="T98" fmla="*/ 1216 w 1342"/>
              <a:gd name="T99" fmla="*/ 4051 h 6142"/>
              <a:gd name="T100" fmla="*/ 852 w 1342"/>
              <a:gd name="T101" fmla="*/ 6142 h 6142"/>
              <a:gd name="T102" fmla="*/ 125 w 1342"/>
              <a:gd name="T103" fmla="*/ 5080 h 6142"/>
              <a:gd name="T104" fmla="*/ 125 w 1342"/>
              <a:gd name="T105" fmla="*/ 3133 h 6142"/>
              <a:gd name="T106" fmla="*/ 125 w 1342"/>
              <a:gd name="T107" fmla="*/ 1424 h 6142"/>
              <a:gd name="T108" fmla="*/ 126 w 1342"/>
              <a:gd name="T109" fmla="*/ 1416 h 6142"/>
              <a:gd name="T110" fmla="*/ 128 w 1342"/>
              <a:gd name="T111" fmla="*/ 1410 h 6142"/>
              <a:gd name="T112" fmla="*/ 129 w 1342"/>
              <a:gd name="T113" fmla="*/ 1408 h 6142"/>
              <a:gd name="T114" fmla="*/ 130 w 1342"/>
              <a:gd name="T115" fmla="*/ 1405 h 6142"/>
              <a:gd name="T116" fmla="*/ 671 w 1342"/>
              <a:gd name="T117" fmla="*/ 939 h 6142"/>
              <a:gd name="T118" fmla="*/ 671 w 1342"/>
              <a:gd name="T119" fmla="*/ 939 h 6142"/>
              <a:gd name="T120" fmla="*/ 349 w 1342"/>
              <a:gd name="T121" fmla="*/ 1191 h 6142"/>
              <a:gd name="T122" fmla="*/ 192 w 1342"/>
              <a:gd name="T123" fmla="*/ 6076 h 6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42" h="6142">
                <a:moveTo>
                  <a:pt x="1150" y="5268"/>
                </a:moveTo>
                <a:lnTo>
                  <a:pt x="1150" y="5113"/>
                </a:lnTo>
                <a:lnTo>
                  <a:pt x="852" y="5113"/>
                </a:lnTo>
                <a:lnTo>
                  <a:pt x="489" y="5113"/>
                </a:lnTo>
                <a:lnTo>
                  <a:pt x="192" y="5113"/>
                </a:lnTo>
                <a:lnTo>
                  <a:pt x="192" y="5268"/>
                </a:lnTo>
                <a:lnTo>
                  <a:pt x="489" y="5268"/>
                </a:lnTo>
                <a:lnTo>
                  <a:pt x="852" y="5268"/>
                </a:lnTo>
                <a:lnTo>
                  <a:pt x="1150" y="5268"/>
                </a:lnTo>
                <a:close/>
                <a:moveTo>
                  <a:pt x="819" y="6076"/>
                </a:moveTo>
                <a:lnTo>
                  <a:pt x="819" y="5335"/>
                </a:lnTo>
                <a:lnTo>
                  <a:pt x="522" y="5335"/>
                </a:lnTo>
                <a:lnTo>
                  <a:pt x="522" y="6076"/>
                </a:lnTo>
                <a:lnTo>
                  <a:pt x="819" y="6076"/>
                </a:lnTo>
                <a:close/>
                <a:moveTo>
                  <a:pt x="886" y="5335"/>
                </a:moveTo>
                <a:lnTo>
                  <a:pt x="886" y="6076"/>
                </a:lnTo>
                <a:lnTo>
                  <a:pt x="1150" y="6076"/>
                </a:lnTo>
                <a:lnTo>
                  <a:pt x="1150" y="5335"/>
                </a:lnTo>
                <a:lnTo>
                  <a:pt x="886" y="5335"/>
                </a:lnTo>
                <a:close/>
                <a:moveTo>
                  <a:pt x="1150" y="4084"/>
                </a:moveTo>
                <a:lnTo>
                  <a:pt x="852" y="4084"/>
                </a:lnTo>
                <a:lnTo>
                  <a:pt x="489" y="4084"/>
                </a:lnTo>
                <a:lnTo>
                  <a:pt x="192" y="4084"/>
                </a:lnTo>
                <a:lnTo>
                  <a:pt x="192" y="4239"/>
                </a:lnTo>
                <a:lnTo>
                  <a:pt x="489" y="4239"/>
                </a:lnTo>
                <a:lnTo>
                  <a:pt x="852" y="4239"/>
                </a:lnTo>
                <a:lnTo>
                  <a:pt x="1150" y="4239"/>
                </a:lnTo>
                <a:lnTo>
                  <a:pt x="1150" y="4084"/>
                </a:lnTo>
                <a:close/>
                <a:moveTo>
                  <a:pt x="456" y="4306"/>
                </a:moveTo>
                <a:lnTo>
                  <a:pt x="192" y="4306"/>
                </a:lnTo>
                <a:lnTo>
                  <a:pt x="192" y="5046"/>
                </a:lnTo>
                <a:lnTo>
                  <a:pt x="456" y="5046"/>
                </a:lnTo>
                <a:lnTo>
                  <a:pt x="456" y="4306"/>
                </a:lnTo>
                <a:close/>
                <a:moveTo>
                  <a:pt x="819" y="4306"/>
                </a:moveTo>
                <a:lnTo>
                  <a:pt x="522" y="4306"/>
                </a:lnTo>
                <a:lnTo>
                  <a:pt x="522" y="5046"/>
                </a:lnTo>
                <a:lnTo>
                  <a:pt x="819" y="5046"/>
                </a:lnTo>
                <a:lnTo>
                  <a:pt x="819" y="4306"/>
                </a:lnTo>
                <a:close/>
                <a:moveTo>
                  <a:pt x="1150" y="4306"/>
                </a:moveTo>
                <a:lnTo>
                  <a:pt x="886" y="4306"/>
                </a:lnTo>
                <a:lnTo>
                  <a:pt x="886" y="5046"/>
                </a:lnTo>
                <a:lnTo>
                  <a:pt x="1150" y="5046"/>
                </a:lnTo>
                <a:lnTo>
                  <a:pt x="1150" y="4306"/>
                </a:lnTo>
                <a:close/>
                <a:moveTo>
                  <a:pt x="1275" y="1857"/>
                </a:moveTo>
                <a:lnTo>
                  <a:pt x="1183" y="1857"/>
                </a:lnTo>
                <a:lnTo>
                  <a:pt x="158" y="1857"/>
                </a:lnTo>
                <a:lnTo>
                  <a:pt x="66" y="1857"/>
                </a:lnTo>
                <a:lnTo>
                  <a:pt x="66" y="3066"/>
                </a:lnTo>
                <a:lnTo>
                  <a:pt x="1275" y="3066"/>
                </a:lnTo>
                <a:lnTo>
                  <a:pt x="1275" y="1857"/>
                </a:lnTo>
                <a:close/>
                <a:moveTo>
                  <a:pt x="1150" y="3133"/>
                </a:moveTo>
                <a:lnTo>
                  <a:pt x="192" y="3133"/>
                </a:lnTo>
                <a:lnTo>
                  <a:pt x="192" y="4017"/>
                </a:lnTo>
                <a:lnTo>
                  <a:pt x="456" y="4017"/>
                </a:lnTo>
                <a:lnTo>
                  <a:pt x="456" y="3297"/>
                </a:lnTo>
                <a:cubicBezTo>
                  <a:pt x="456" y="3279"/>
                  <a:pt x="471" y="3264"/>
                  <a:pt x="489" y="3264"/>
                </a:cubicBezTo>
                <a:cubicBezTo>
                  <a:pt x="508" y="3264"/>
                  <a:pt x="522" y="3279"/>
                  <a:pt x="522" y="3297"/>
                </a:cubicBezTo>
                <a:lnTo>
                  <a:pt x="522" y="4017"/>
                </a:lnTo>
                <a:lnTo>
                  <a:pt x="819" y="4017"/>
                </a:lnTo>
                <a:lnTo>
                  <a:pt x="819" y="3297"/>
                </a:lnTo>
                <a:cubicBezTo>
                  <a:pt x="819" y="3279"/>
                  <a:pt x="834" y="3264"/>
                  <a:pt x="852" y="3264"/>
                </a:cubicBezTo>
                <a:cubicBezTo>
                  <a:pt x="871" y="3264"/>
                  <a:pt x="886" y="3279"/>
                  <a:pt x="886" y="3297"/>
                </a:cubicBezTo>
                <a:lnTo>
                  <a:pt x="886" y="4017"/>
                </a:lnTo>
                <a:lnTo>
                  <a:pt x="1150" y="4017"/>
                </a:lnTo>
                <a:lnTo>
                  <a:pt x="1150" y="3133"/>
                </a:lnTo>
                <a:close/>
                <a:moveTo>
                  <a:pt x="245" y="2003"/>
                </a:moveTo>
                <a:lnTo>
                  <a:pt x="1096" y="2003"/>
                </a:lnTo>
                <a:cubicBezTo>
                  <a:pt x="1114" y="2003"/>
                  <a:pt x="1129" y="2018"/>
                  <a:pt x="1129" y="2036"/>
                </a:cubicBezTo>
                <a:lnTo>
                  <a:pt x="1129" y="2887"/>
                </a:lnTo>
                <a:cubicBezTo>
                  <a:pt x="1129" y="2905"/>
                  <a:pt x="1114" y="2920"/>
                  <a:pt x="1096" y="2920"/>
                </a:cubicBezTo>
                <a:lnTo>
                  <a:pt x="245" y="2920"/>
                </a:lnTo>
                <a:cubicBezTo>
                  <a:pt x="227" y="2920"/>
                  <a:pt x="212" y="2905"/>
                  <a:pt x="212" y="2887"/>
                </a:cubicBezTo>
                <a:lnTo>
                  <a:pt x="212" y="2036"/>
                </a:lnTo>
                <a:cubicBezTo>
                  <a:pt x="212" y="2018"/>
                  <a:pt x="227" y="2003"/>
                  <a:pt x="245" y="2003"/>
                </a:cubicBezTo>
                <a:close/>
                <a:moveTo>
                  <a:pt x="904" y="2228"/>
                </a:moveTo>
                <a:cubicBezTo>
                  <a:pt x="845" y="2168"/>
                  <a:pt x="762" y="2131"/>
                  <a:pt x="671" y="2131"/>
                </a:cubicBezTo>
                <a:cubicBezTo>
                  <a:pt x="579" y="2131"/>
                  <a:pt x="497" y="2168"/>
                  <a:pt x="437" y="2228"/>
                </a:cubicBezTo>
                <a:cubicBezTo>
                  <a:pt x="377" y="2288"/>
                  <a:pt x="340" y="2370"/>
                  <a:pt x="340" y="2461"/>
                </a:cubicBezTo>
                <a:cubicBezTo>
                  <a:pt x="340" y="2553"/>
                  <a:pt x="377" y="2636"/>
                  <a:pt x="437" y="2695"/>
                </a:cubicBezTo>
                <a:cubicBezTo>
                  <a:pt x="497" y="2755"/>
                  <a:pt x="579" y="2792"/>
                  <a:pt x="671" y="2792"/>
                </a:cubicBezTo>
                <a:cubicBezTo>
                  <a:pt x="762" y="2792"/>
                  <a:pt x="845" y="2755"/>
                  <a:pt x="904" y="2695"/>
                </a:cubicBezTo>
                <a:cubicBezTo>
                  <a:pt x="964" y="2636"/>
                  <a:pt x="1001" y="2553"/>
                  <a:pt x="1001" y="2461"/>
                </a:cubicBezTo>
                <a:cubicBezTo>
                  <a:pt x="1001" y="2370"/>
                  <a:pt x="964" y="2288"/>
                  <a:pt x="904" y="2228"/>
                </a:cubicBezTo>
                <a:close/>
                <a:moveTo>
                  <a:pt x="279" y="2396"/>
                </a:moveTo>
                <a:cubicBezTo>
                  <a:pt x="293" y="2313"/>
                  <a:pt x="333" y="2238"/>
                  <a:pt x="390" y="2181"/>
                </a:cubicBezTo>
                <a:cubicBezTo>
                  <a:pt x="447" y="2123"/>
                  <a:pt x="522" y="2084"/>
                  <a:pt x="605" y="2070"/>
                </a:cubicBezTo>
                <a:lnTo>
                  <a:pt x="279" y="2070"/>
                </a:lnTo>
                <a:lnTo>
                  <a:pt x="279" y="2396"/>
                </a:lnTo>
                <a:close/>
                <a:moveTo>
                  <a:pt x="605" y="2853"/>
                </a:moveTo>
                <a:cubicBezTo>
                  <a:pt x="522" y="2839"/>
                  <a:pt x="447" y="2800"/>
                  <a:pt x="390" y="2743"/>
                </a:cubicBezTo>
                <a:cubicBezTo>
                  <a:pt x="333" y="2685"/>
                  <a:pt x="293" y="2611"/>
                  <a:pt x="279" y="2527"/>
                </a:cubicBezTo>
                <a:lnTo>
                  <a:pt x="279" y="2853"/>
                </a:lnTo>
                <a:lnTo>
                  <a:pt x="605" y="2853"/>
                </a:lnTo>
                <a:close/>
                <a:moveTo>
                  <a:pt x="1063" y="2527"/>
                </a:moveTo>
                <a:cubicBezTo>
                  <a:pt x="1049" y="2611"/>
                  <a:pt x="1009" y="2685"/>
                  <a:pt x="952" y="2743"/>
                </a:cubicBezTo>
                <a:cubicBezTo>
                  <a:pt x="894" y="2800"/>
                  <a:pt x="820" y="2839"/>
                  <a:pt x="737" y="2853"/>
                </a:cubicBezTo>
                <a:lnTo>
                  <a:pt x="1063" y="2853"/>
                </a:lnTo>
                <a:lnTo>
                  <a:pt x="1063" y="2527"/>
                </a:lnTo>
                <a:close/>
                <a:moveTo>
                  <a:pt x="736" y="2070"/>
                </a:moveTo>
                <a:cubicBezTo>
                  <a:pt x="820" y="2084"/>
                  <a:pt x="894" y="2123"/>
                  <a:pt x="952" y="2181"/>
                </a:cubicBezTo>
                <a:cubicBezTo>
                  <a:pt x="1009" y="2238"/>
                  <a:pt x="1049" y="2313"/>
                  <a:pt x="1063" y="2396"/>
                </a:cubicBezTo>
                <a:lnTo>
                  <a:pt x="1063" y="2070"/>
                </a:lnTo>
                <a:lnTo>
                  <a:pt x="736" y="2070"/>
                </a:lnTo>
                <a:close/>
                <a:moveTo>
                  <a:pt x="702" y="2242"/>
                </a:moveTo>
                <a:cubicBezTo>
                  <a:pt x="702" y="2223"/>
                  <a:pt x="687" y="2209"/>
                  <a:pt x="669" y="2209"/>
                </a:cubicBezTo>
                <a:cubicBezTo>
                  <a:pt x="650" y="2209"/>
                  <a:pt x="635" y="2223"/>
                  <a:pt x="635" y="2242"/>
                </a:cubicBezTo>
                <a:lnTo>
                  <a:pt x="635" y="2428"/>
                </a:lnTo>
                <a:lnTo>
                  <a:pt x="472" y="2428"/>
                </a:lnTo>
                <a:cubicBezTo>
                  <a:pt x="454" y="2428"/>
                  <a:pt x="439" y="2443"/>
                  <a:pt x="439" y="2461"/>
                </a:cubicBezTo>
                <a:cubicBezTo>
                  <a:pt x="439" y="2480"/>
                  <a:pt x="454" y="2495"/>
                  <a:pt x="472" y="2495"/>
                </a:cubicBezTo>
                <a:lnTo>
                  <a:pt x="669" y="2495"/>
                </a:lnTo>
                <a:cubicBezTo>
                  <a:pt x="687" y="2495"/>
                  <a:pt x="702" y="2480"/>
                  <a:pt x="702" y="2461"/>
                </a:cubicBezTo>
                <a:lnTo>
                  <a:pt x="702" y="2242"/>
                </a:lnTo>
                <a:close/>
                <a:moveTo>
                  <a:pt x="886" y="1609"/>
                </a:moveTo>
                <a:lnTo>
                  <a:pt x="886" y="1791"/>
                </a:lnTo>
                <a:lnTo>
                  <a:pt x="1150" y="1791"/>
                </a:lnTo>
                <a:lnTo>
                  <a:pt x="1150" y="1456"/>
                </a:lnTo>
                <a:lnTo>
                  <a:pt x="192" y="1456"/>
                </a:lnTo>
                <a:lnTo>
                  <a:pt x="192" y="1791"/>
                </a:lnTo>
                <a:lnTo>
                  <a:pt x="456" y="1791"/>
                </a:lnTo>
                <a:lnTo>
                  <a:pt x="456" y="1609"/>
                </a:lnTo>
                <a:cubicBezTo>
                  <a:pt x="456" y="1590"/>
                  <a:pt x="471" y="1575"/>
                  <a:pt x="489" y="1575"/>
                </a:cubicBezTo>
                <a:cubicBezTo>
                  <a:pt x="508" y="1575"/>
                  <a:pt x="522" y="1590"/>
                  <a:pt x="522" y="1609"/>
                </a:cubicBezTo>
                <a:lnTo>
                  <a:pt x="522" y="1791"/>
                </a:lnTo>
                <a:lnTo>
                  <a:pt x="819" y="1791"/>
                </a:lnTo>
                <a:lnTo>
                  <a:pt x="819" y="1609"/>
                </a:lnTo>
                <a:cubicBezTo>
                  <a:pt x="819" y="1590"/>
                  <a:pt x="834" y="1575"/>
                  <a:pt x="852" y="1575"/>
                </a:cubicBezTo>
                <a:cubicBezTo>
                  <a:pt x="871" y="1575"/>
                  <a:pt x="886" y="1590"/>
                  <a:pt x="886" y="1609"/>
                </a:cubicBezTo>
                <a:close/>
                <a:moveTo>
                  <a:pt x="962" y="873"/>
                </a:moveTo>
                <a:lnTo>
                  <a:pt x="671" y="129"/>
                </a:lnTo>
                <a:lnTo>
                  <a:pt x="380" y="873"/>
                </a:lnTo>
                <a:lnTo>
                  <a:pt x="962" y="873"/>
                </a:lnTo>
                <a:close/>
                <a:moveTo>
                  <a:pt x="298" y="906"/>
                </a:moveTo>
                <a:lnTo>
                  <a:pt x="298" y="906"/>
                </a:lnTo>
                <a:lnTo>
                  <a:pt x="298" y="905"/>
                </a:lnTo>
                <a:lnTo>
                  <a:pt x="298" y="905"/>
                </a:lnTo>
                <a:lnTo>
                  <a:pt x="298" y="905"/>
                </a:lnTo>
                <a:cubicBezTo>
                  <a:pt x="298" y="904"/>
                  <a:pt x="298" y="904"/>
                  <a:pt x="298" y="903"/>
                </a:cubicBezTo>
                <a:lnTo>
                  <a:pt x="298" y="903"/>
                </a:lnTo>
                <a:lnTo>
                  <a:pt x="298" y="902"/>
                </a:lnTo>
                <a:lnTo>
                  <a:pt x="298" y="901"/>
                </a:lnTo>
                <a:lnTo>
                  <a:pt x="298" y="901"/>
                </a:lnTo>
                <a:lnTo>
                  <a:pt x="298" y="901"/>
                </a:lnTo>
                <a:lnTo>
                  <a:pt x="298" y="901"/>
                </a:lnTo>
                <a:lnTo>
                  <a:pt x="298" y="900"/>
                </a:lnTo>
                <a:lnTo>
                  <a:pt x="298" y="900"/>
                </a:lnTo>
                <a:lnTo>
                  <a:pt x="298" y="900"/>
                </a:lnTo>
                <a:lnTo>
                  <a:pt x="298" y="900"/>
                </a:lnTo>
                <a:lnTo>
                  <a:pt x="298" y="899"/>
                </a:lnTo>
                <a:lnTo>
                  <a:pt x="298" y="899"/>
                </a:lnTo>
                <a:lnTo>
                  <a:pt x="298" y="899"/>
                </a:lnTo>
                <a:lnTo>
                  <a:pt x="299" y="898"/>
                </a:lnTo>
                <a:lnTo>
                  <a:pt x="299" y="898"/>
                </a:lnTo>
                <a:lnTo>
                  <a:pt x="299" y="898"/>
                </a:lnTo>
                <a:lnTo>
                  <a:pt x="299" y="897"/>
                </a:lnTo>
                <a:lnTo>
                  <a:pt x="299" y="897"/>
                </a:lnTo>
                <a:lnTo>
                  <a:pt x="299" y="897"/>
                </a:lnTo>
                <a:lnTo>
                  <a:pt x="299" y="897"/>
                </a:lnTo>
                <a:lnTo>
                  <a:pt x="299" y="896"/>
                </a:lnTo>
                <a:lnTo>
                  <a:pt x="299" y="896"/>
                </a:lnTo>
                <a:lnTo>
                  <a:pt x="299" y="896"/>
                </a:lnTo>
                <a:lnTo>
                  <a:pt x="299" y="896"/>
                </a:lnTo>
                <a:lnTo>
                  <a:pt x="299" y="896"/>
                </a:lnTo>
                <a:lnTo>
                  <a:pt x="299" y="895"/>
                </a:lnTo>
                <a:lnTo>
                  <a:pt x="299" y="895"/>
                </a:lnTo>
                <a:lnTo>
                  <a:pt x="300" y="895"/>
                </a:lnTo>
                <a:lnTo>
                  <a:pt x="300" y="895"/>
                </a:lnTo>
                <a:lnTo>
                  <a:pt x="300" y="895"/>
                </a:lnTo>
                <a:lnTo>
                  <a:pt x="300" y="894"/>
                </a:lnTo>
                <a:lnTo>
                  <a:pt x="300" y="894"/>
                </a:lnTo>
                <a:lnTo>
                  <a:pt x="300" y="894"/>
                </a:lnTo>
                <a:lnTo>
                  <a:pt x="300" y="894"/>
                </a:lnTo>
                <a:lnTo>
                  <a:pt x="300" y="894"/>
                </a:lnTo>
                <a:lnTo>
                  <a:pt x="300" y="894"/>
                </a:lnTo>
                <a:lnTo>
                  <a:pt x="300" y="894"/>
                </a:lnTo>
                <a:lnTo>
                  <a:pt x="300" y="893"/>
                </a:lnTo>
                <a:lnTo>
                  <a:pt x="300" y="893"/>
                </a:lnTo>
                <a:lnTo>
                  <a:pt x="300" y="893"/>
                </a:lnTo>
                <a:lnTo>
                  <a:pt x="300" y="893"/>
                </a:lnTo>
                <a:lnTo>
                  <a:pt x="300" y="893"/>
                </a:lnTo>
                <a:lnTo>
                  <a:pt x="300" y="893"/>
                </a:lnTo>
                <a:lnTo>
                  <a:pt x="301" y="893"/>
                </a:lnTo>
                <a:lnTo>
                  <a:pt x="301" y="892"/>
                </a:lnTo>
                <a:lnTo>
                  <a:pt x="301" y="892"/>
                </a:lnTo>
                <a:lnTo>
                  <a:pt x="301" y="892"/>
                </a:lnTo>
                <a:lnTo>
                  <a:pt x="301" y="892"/>
                </a:lnTo>
                <a:lnTo>
                  <a:pt x="640" y="25"/>
                </a:lnTo>
                <a:lnTo>
                  <a:pt x="671" y="37"/>
                </a:lnTo>
                <a:lnTo>
                  <a:pt x="640" y="25"/>
                </a:lnTo>
                <a:cubicBezTo>
                  <a:pt x="647" y="8"/>
                  <a:pt x="666" y="0"/>
                  <a:pt x="683" y="6"/>
                </a:cubicBezTo>
                <a:cubicBezTo>
                  <a:pt x="693" y="10"/>
                  <a:pt x="699" y="18"/>
                  <a:pt x="702" y="27"/>
                </a:cubicBezTo>
                <a:lnTo>
                  <a:pt x="1040" y="892"/>
                </a:lnTo>
                <a:cubicBezTo>
                  <a:pt x="1042" y="895"/>
                  <a:pt x="1043" y="898"/>
                  <a:pt x="1043" y="901"/>
                </a:cubicBezTo>
                <a:lnTo>
                  <a:pt x="1043" y="901"/>
                </a:lnTo>
                <a:lnTo>
                  <a:pt x="1043" y="902"/>
                </a:lnTo>
                <a:lnTo>
                  <a:pt x="1043" y="902"/>
                </a:lnTo>
                <a:lnTo>
                  <a:pt x="1043" y="903"/>
                </a:lnTo>
                <a:lnTo>
                  <a:pt x="1043" y="903"/>
                </a:lnTo>
                <a:lnTo>
                  <a:pt x="1044" y="903"/>
                </a:lnTo>
                <a:lnTo>
                  <a:pt x="1044" y="904"/>
                </a:lnTo>
                <a:lnTo>
                  <a:pt x="1044" y="904"/>
                </a:lnTo>
                <a:lnTo>
                  <a:pt x="1044" y="905"/>
                </a:lnTo>
                <a:lnTo>
                  <a:pt x="1044" y="905"/>
                </a:lnTo>
                <a:lnTo>
                  <a:pt x="1044" y="905"/>
                </a:lnTo>
                <a:lnTo>
                  <a:pt x="1044" y="906"/>
                </a:lnTo>
                <a:lnTo>
                  <a:pt x="1044" y="906"/>
                </a:lnTo>
                <a:lnTo>
                  <a:pt x="1044" y="1148"/>
                </a:lnTo>
                <a:lnTo>
                  <a:pt x="1209" y="1403"/>
                </a:lnTo>
                <a:lnTo>
                  <a:pt x="1210" y="1403"/>
                </a:lnTo>
                <a:lnTo>
                  <a:pt x="1210" y="1403"/>
                </a:lnTo>
                <a:lnTo>
                  <a:pt x="1210" y="1403"/>
                </a:lnTo>
                <a:lnTo>
                  <a:pt x="1210" y="1404"/>
                </a:lnTo>
                <a:lnTo>
                  <a:pt x="1210" y="1404"/>
                </a:lnTo>
                <a:lnTo>
                  <a:pt x="1210" y="1404"/>
                </a:lnTo>
                <a:lnTo>
                  <a:pt x="1210" y="1404"/>
                </a:lnTo>
                <a:lnTo>
                  <a:pt x="1211" y="1404"/>
                </a:lnTo>
                <a:lnTo>
                  <a:pt x="1211" y="1404"/>
                </a:lnTo>
                <a:lnTo>
                  <a:pt x="1211" y="1404"/>
                </a:lnTo>
                <a:lnTo>
                  <a:pt x="1211" y="1405"/>
                </a:lnTo>
                <a:lnTo>
                  <a:pt x="1211" y="1405"/>
                </a:lnTo>
                <a:lnTo>
                  <a:pt x="1211" y="1405"/>
                </a:lnTo>
                <a:lnTo>
                  <a:pt x="1212" y="1406"/>
                </a:lnTo>
                <a:lnTo>
                  <a:pt x="1212" y="1406"/>
                </a:lnTo>
                <a:lnTo>
                  <a:pt x="1212" y="1406"/>
                </a:lnTo>
                <a:lnTo>
                  <a:pt x="1212" y="1406"/>
                </a:lnTo>
                <a:lnTo>
                  <a:pt x="1212" y="1407"/>
                </a:lnTo>
                <a:lnTo>
                  <a:pt x="1212" y="1407"/>
                </a:lnTo>
                <a:lnTo>
                  <a:pt x="1212" y="1407"/>
                </a:lnTo>
                <a:lnTo>
                  <a:pt x="1213" y="1408"/>
                </a:lnTo>
                <a:lnTo>
                  <a:pt x="1213" y="1408"/>
                </a:lnTo>
                <a:lnTo>
                  <a:pt x="1213" y="1408"/>
                </a:lnTo>
                <a:lnTo>
                  <a:pt x="1213" y="1408"/>
                </a:lnTo>
                <a:lnTo>
                  <a:pt x="1213" y="1408"/>
                </a:lnTo>
                <a:lnTo>
                  <a:pt x="1213" y="1409"/>
                </a:lnTo>
                <a:lnTo>
                  <a:pt x="1213" y="1409"/>
                </a:lnTo>
                <a:lnTo>
                  <a:pt x="1213" y="1409"/>
                </a:lnTo>
                <a:lnTo>
                  <a:pt x="1213" y="1409"/>
                </a:lnTo>
                <a:lnTo>
                  <a:pt x="1214" y="1410"/>
                </a:lnTo>
                <a:lnTo>
                  <a:pt x="1214" y="1410"/>
                </a:lnTo>
                <a:lnTo>
                  <a:pt x="1214" y="1410"/>
                </a:lnTo>
                <a:lnTo>
                  <a:pt x="1214" y="1410"/>
                </a:lnTo>
                <a:lnTo>
                  <a:pt x="1214" y="1411"/>
                </a:lnTo>
                <a:lnTo>
                  <a:pt x="1214" y="1411"/>
                </a:lnTo>
                <a:lnTo>
                  <a:pt x="1214" y="1411"/>
                </a:lnTo>
                <a:lnTo>
                  <a:pt x="1214" y="1411"/>
                </a:lnTo>
                <a:lnTo>
                  <a:pt x="1214" y="1412"/>
                </a:lnTo>
                <a:lnTo>
                  <a:pt x="1214" y="1412"/>
                </a:lnTo>
                <a:lnTo>
                  <a:pt x="1214" y="1412"/>
                </a:lnTo>
                <a:lnTo>
                  <a:pt x="1215" y="1412"/>
                </a:lnTo>
                <a:lnTo>
                  <a:pt x="1215" y="1412"/>
                </a:lnTo>
                <a:lnTo>
                  <a:pt x="1215" y="1412"/>
                </a:lnTo>
                <a:lnTo>
                  <a:pt x="1215" y="1413"/>
                </a:lnTo>
                <a:lnTo>
                  <a:pt x="1215" y="1413"/>
                </a:lnTo>
                <a:lnTo>
                  <a:pt x="1215" y="1413"/>
                </a:lnTo>
                <a:lnTo>
                  <a:pt x="1215" y="1413"/>
                </a:lnTo>
                <a:lnTo>
                  <a:pt x="1215" y="1414"/>
                </a:lnTo>
                <a:lnTo>
                  <a:pt x="1215" y="1414"/>
                </a:lnTo>
                <a:lnTo>
                  <a:pt x="1215" y="1414"/>
                </a:lnTo>
                <a:lnTo>
                  <a:pt x="1215" y="1414"/>
                </a:lnTo>
                <a:lnTo>
                  <a:pt x="1215" y="1415"/>
                </a:lnTo>
                <a:lnTo>
                  <a:pt x="1215" y="1415"/>
                </a:lnTo>
                <a:lnTo>
                  <a:pt x="1215" y="1415"/>
                </a:lnTo>
                <a:lnTo>
                  <a:pt x="1216" y="1415"/>
                </a:lnTo>
                <a:lnTo>
                  <a:pt x="1216" y="1416"/>
                </a:lnTo>
                <a:lnTo>
                  <a:pt x="1216" y="1416"/>
                </a:lnTo>
                <a:lnTo>
                  <a:pt x="1216" y="1416"/>
                </a:lnTo>
                <a:lnTo>
                  <a:pt x="1216" y="1416"/>
                </a:lnTo>
                <a:lnTo>
                  <a:pt x="1216" y="1417"/>
                </a:lnTo>
                <a:lnTo>
                  <a:pt x="1216" y="1417"/>
                </a:lnTo>
                <a:lnTo>
                  <a:pt x="1216" y="1417"/>
                </a:lnTo>
                <a:lnTo>
                  <a:pt x="1216" y="1417"/>
                </a:lnTo>
                <a:lnTo>
                  <a:pt x="1216" y="1418"/>
                </a:lnTo>
                <a:lnTo>
                  <a:pt x="1216" y="1418"/>
                </a:lnTo>
                <a:lnTo>
                  <a:pt x="1216" y="1418"/>
                </a:lnTo>
                <a:lnTo>
                  <a:pt x="1216" y="1418"/>
                </a:lnTo>
                <a:lnTo>
                  <a:pt x="1216" y="1419"/>
                </a:lnTo>
                <a:lnTo>
                  <a:pt x="1216" y="1419"/>
                </a:lnTo>
                <a:lnTo>
                  <a:pt x="1216" y="1420"/>
                </a:lnTo>
                <a:lnTo>
                  <a:pt x="1216" y="1420"/>
                </a:lnTo>
                <a:lnTo>
                  <a:pt x="1216" y="1420"/>
                </a:lnTo>
                <a:lnTo>
                  <a:pt x="1216" y="1420"/>
                </a:lnTo>
                <a:lnTo>
                  <a:pt x="1216" y="1420"/>
                </a:lnTo>
                <a:lnTo>
                  <a:pt x="1216" y="1420"/>
                </a:lnTo>
                <a:lnTo>
                  <a:pt x="1216" y="1421"/>
                </a:lnTo>
                <a:lnTo>
                  <a:pt x="1216" y="1421"/>
                </a:lnTo>
                <a:lnTo>
                  <a:pt x="1216" y="1421"/>
                </a:lnTo>
                <a:lnTo>
                  <a:pt x="1216" y="1422"/>
                </a:lnTo>
                <a:lnTo>
                  <a:pt x="1216" y="1422"/>
                </a:lnTo>
                <a:lnTo>
                  <a:pt x="1216" y="1422"/>
                </a:lnTo>
                <a:lnTo>
                  <a:pt x="1216" y="1422"/>
                </a:lnTo>
                <a:lnTo>
                  <a:pt x="1216" y="1423"/>
                </a:lnTo>
                <a:lnTo>
                  <a:pt x="1216" y="1423"/>
                </a:lnTo>
                <a:lnTo>
                  <a:pt x="1216" y="1423"/>
                </a:lnTo>
                <a:lnTo>
                  <a:pt x="1216" y="1791"/>
                </a:lnTo>
                <a:lnTo>
                  <a:pt x="1308" y="1791"/>
                </a:lnTo>
                <a:cubicBezTo>
                  <a:pt x="1327" y="1791"/>
                  <a:pt x="1342" y="1805"/>
                  <a:pt x="1342" y="1824"/>
                </a:cubicBezTo>
                <a:lnTo>
                  <a:pt x="1342" y="3099"/>
                </a:lnTo>
                <a:cubicBezTo>
                  <a:pt x="1342" y="3118"/>
                  <a:pt x="1327" y="3133"/>
                  <a:pt x="1308" y="3133"/>
                </a:cubicBezTo>
                <a:lnTo>
                  <a:pt x="1216" y="3133"/>
                </a:lnTo>
                <a:lnTo>
                  <a:pt x="1216" y="4051"/>
                </a:lnTo>
                <a:lnTo>
                  <a:pt x="1216" y="4272"/>
                </a:lnTo>
                <a:lnTo>
                  <a:pt x="1216" y="5080"/>
                </a:lnTo>
                <a:lnTo>
                  <a:pt x="1216" y="5302"/>
                </a:lnTo>
                <a:lnTo>
                  <a:pt x="1216" y="6109"/>
                </a:lnTo>
                <a:cubicBezTo>
                  <a:pt x="1216" y="6127"/>
                  <a:pt x="1202" y="6142"/>
                  <a:pt x="1183" y="6142"/>
                </a:cubicBezTo>
                <a:lnTo>
                  <a:pt x="852" y="6142"/>
                </a:lnTo>
                <a:lnTo>
                  <a:pt x="489" y="6142"/>
                </a:lnTo>
                <a:lnTo>
                  <a:pt x="158" y="6142"/>
                </a:lnTo>
                <a:cubicBezTo>
                  <a:pt x="140" y="6142"/>
                  <a:pt x="125" y="6127"/>
                  <a:pt x="125" y="6109"/>
                </a:cubicBezTo>
                <a:lnTo>
                  <a:pt x="125" y="5302"/>
                </a:lnTo>
                <a:lnTo>
                  <a:pt x="125" y="5302"/>
                </a:lnTo>
                <a:lnTo>
                  <a:pt x="125" y="5080"/>
                </a:lnTo>
                <a:lnTo>
                  <a:pt x="125" y="5079"/>
                </a:lnTo>
                <a:lnTo>
                  <a:pt x="125" y="4273"/>
                </a:lnTo>
                <a:lnTo>
                  <a:pt x="125" y="4272"/>
                </a:lnTo>
                <a:lnTo>
                  <a:pt x="125" y="4051"/>
                </a:lnTo>
                <a:lnTo>
                  <a:pt x="125" y="4050"/>
                </a:lnTo>
                <a:lnTo>
                  <a:pt x="125" y="3133"/>
                </a:lnTo>
                <a:lnTo>
                  <a:pt x="33" y="3133"/>
                </a:lnTo>
                <a:cubicBezTo>
                  <a:pt x="14" y="3133"/>
                  <a:pt x="0" y="3118"/>
                  <a:pt x="0" y="3099"/>
                </a:cubicBezTo>
                <a:lnTo>
                  <a:pt x="0" y="1824"/>
                </a:lnTo>
                <a:cubicBezTo>
                  <a:pt x="0" y="1805"/>
                  <a:pt x="14" y="1791"/>
                  <a:pt x="33" y="1791"/>
                </a:cubicBezTo>
                <a:lnTo>
                  <a:pt x="125" y="1791"/>
                </a:lnTo>
                <a:lnTo>
                  <a:pt x="125" y="1424"/>
                </a:lnTo>
                <a:cubicBezTo>
                  <a:pt x="125" y="1422"/>
                  <a:pt x="125" y="1420"/>
                  <a:pt x="125" y="1418"/>
                </a:cubicBezTo>
                <a:lnTo>
                  <a:pt x="125" y="1418"/>
                </a:lnTo>
                <a:lnTo>
                  <a:pt x="125" y="1417"/>
                </a:lnTo>
                <a:lnTo>
                  <a:pt x="125" y="1417"/>
                </a:lnTo>
                <a:lnTo>
                  <a:pt x="126" y="1416"/>
                </a:lnTo>
                <a:lnTo>
                  <a:pt x="126" y="1416"/>
                </a:lnTo>
                <a:cubicBezTo>
                  <a:pt x="126" y="1416"/>
                  <a:pt x="126" y="1415"/>
                  <a:pt x="126" y="1414"/>
                </a:cubicBezTo>
                <a:lnTo>
                  <a:pt x="126" y="1413"/>
                </a:lnTo>
                <a:lnTo>
                  <a:pt x="126" y="1413"/>
                </a:lnTo>
                <a:lnTo>
                  <a:pt x="127" y="1412"/>
                </a:lnTo>
                <a:lnTo>
                  <a:pt x="127" y="1412"/>
                </a:lnTo>
                <a:cubicBezTo>
                  <a:pt x="127" y="1412"/>
                  <a:pt x="127" y="1411"/>
                  <a:pt x="128" y="1410"/>
                </a:cubicBezTo>
                <a:lnTo>
                  <a:pt x="128" y="1409"/>
                </a:lnTo>
                <a:lnTo>
                  <a:pt x="128" y="1409"/>
                </a:lnTo>
                <a:lnTo>
                  <a:pt x="128" y="1408"/>
                </a:lnTo>
                <a:lnTo>
                  <a:pt x="128" y="1408"/>
                </a:lnTo>
                <a:lnTo>
                  <a:pt x="129" y="1408"/>
                </a:lnTo>
                <a:lnTo>
                  <a:pt x="129" y="1408"/>
                </a:lnTo>
                <a:lnTo>
                  <a:pt x="129" y="1407"/>
                </a:lnTo>
                <a:lnTo>
                  <a:pt x="129" y="1406"/>
                </a:lnTo>
                <a:lnTo>
                  <a:pt x="129" y="1406"/>
                </a:lnTo>
                <a:lnTo>
                  <a:pt x="130" y="1406"/>
                </a:lnTo>
                <a:lnTo>
                  <a:pt x="130" y="1406"/>
                </a:lnTo>
                <a:lnTo>
                  <a:pt x="130" y="1405"/>
                </a:lnTo>
                <a:lnTo>
                  <a:pt x="130" y="1405"/>
                </a:lnTo>
                <a:lnTo>
                  <a:pt x="130" y="1405"/>
                </a:lnTo>
                <a:cubicBezTo>
                  <a:pt x="131" y="1404"/>
                  <a:pt x="131" y="1404"/>
                  <a:pt x="132" y="1403"/>
                </a:cubicBezTo>
                <a:lnTo>
                  <a:pt x="298" y="1148"/>
                </a:lnTo>
                <a:lnTo>
                  <a:pt x="298" y="906"/>
                </a:lnTo>
                <a:close/>
                <a:moveTo>
                  <a:pt x="671" y="939"/>
                </a:moveTo>
                <a:lnTo>
                  <a:pt x="364" y="939"/>
                </a:lnTo>
                <a:lnTo>
                  <a:pt x="364" y="1124"/>
                </a:lnTo>
                <a:lnTo>
                  <a:pt x="671" y="1124"/>
                </a:lnTo>
                <a:lnTo>
                  <a:pt x="977" y="1124"/>
                </a:lnTo>
                <a:lnTo>
                  <a:pt x="977" y="939"/>
                </a:lnTo>
                <a:lnTo>
                  <a:pt x="671" y="939"/>
                </a:lnTo>
                <a:close/>
                <a:moveTo>
                  <a:pt x="220" y="1390"/>
                </a:moveTo>
                <a:lnTo>
                  <a:pt x="671" y="1390"/>
                </a:lnTo>
                <a:lnTo>
                  <a:pt x="1122" y="1390"/>
                </a:lnTo>
                <a:lnTo>
                  <a:pt x="992" y="1191"/>
                </a:lnTo>
                <a:lnTo>
                  <a:pt x="671" y="1191"/>
                </a:lnTo>
                <a:lnTo>
                  <a:pt x="349" y="1191"/>
                </a:lnTo>
                <a:lnTo>
                  <a:pt x="220" y="1390"/>
                </a:lnTo>
                <a:close/>
                <a:moveTo>
                  <a:pt x="192" y="6076"/>
                </a:moveTo>
                <a:lnTo>
                  <a:pt x="456" y="6076"/>
                </a:lnTo>
                <a:lnTo>
                  <a:pt x="456" y="5335"/>
                </a:lnTo>
                <a:lnTo>
                  <a:pt x="192" y="5335"/>
                </a:lnTo>
                <a:lnTo>
                  <a:pt x="192" y="6076"/>
                </a:lnTo>
                <a:lnTo>
                  <a:pt x="192" y="607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Oriental_Pearl_Tower2" descr="{&quot;Key&quot;:&quot;POWER_USER_SHAPE_ICON&quot;,&quot;Value&quot;:&quot;POWER_USER_SHAPE_ICON_STYLE_1&quot;}">
            <a:extLst>
              <a:ext uri="{FF2B5EF4-FFF2-40B4-BE49-F238E27FC236}">
                <a16:creationId xmlns:a16="http://schemas.microsoft.com/office/drawing/2014/main" id="{80891646-3C1B-4EF2-BD7C-95C65CC9D6D8}"/>
              </a:ext>
            </a:extLst>
          </p:cNvPr>
          <p:cNvSpPr>
            <a:spLocks noChangeAspect="1" noEditPoints="1"/>
          </p:cNvSpPr>
          <p:nvPr>
            <p:custDataLst>
              <p:tags r:id="rId5"/>
            </p:custDataLst>
          </p:nvPr>
        </p:nvSpPr>
        <p:spPr bwMode="auto">
          <a:xfrm>
            <a:off x="9621672" y="2009120"/>
            <a:ext cx="259817" cy="874387"/>
          </a:xfrm>
          <a:custGeom>
            <a:avLst/>
            <a:gdLst>
              <a:gd name="T0" fmla="*/ 805 w 1854"/>
              <a:gd name="T1" fmla="*/ 3304 h 6208"/>
              <a:gd name="T2" fmla="*/ 805 w 1854"/>
              <a:gd name="T3" fmla="*/ 3371 h 6208"/>
              <a:gd name="T4" fmla="*/ 1049 w 1854"/>
              <a:gd name="T5" fmla="*/ 3706 h 6208"/>
              <a:gd name="T6" fmla="*/ 1049 w 1854"/>
              <a:gd name="T7" fmla="*/ 4309 h 6208"/>
              <a:gd name="T8" fmla="*/ 1049 w 1854"/>
              <a:gd name="T9" fmla="*/ 4635 h 6208"/>
              <a:gd name="T10" fmla="*/ 1201 w 1854"/>
              <a:gd name="T11" fmla="*/ 5285 h 6208"/>
              <a:gd name="T12" fmla="*/ 1049 w 1854"/>
              <a:gd name="T13" fmla="*/ 5378 h 6208"/>
              <a:gd name="T14" fmla="*/ 650 w 1854"/>
              <a:gd name="T15" fmla="*/ 4838 h 6208"/>
              <a:gd name="T16" fmla="*/ 619 w 1854"/>
              <a:gd name="T17" fmla="*/ 5107 h 6208"/>
              <a:gd name="T18" fmla="*/ 603 w 1854"/>
              <a:gd name="T19" fmla="*/ 5006 h 6208"/>
              <a:gd name="T20" fmla="*/ 619 w 1854"/>
              <a:gd name="T21" fmla="*/ 4905 h 6208"/>
              <a:gd name="T22" fmla="*/ 1251 w 1854"/>
              <a:gd name="T23" fmla="*/ 5002 h 6208"/>
              <a:gd name="T24" fmla="*/ 1251 w 1854"/>
              <a:gd name="T25" fmla="*/ 5015 h 6208"/>
              <a:gd name="T26" fmla="*/ 1049 w 1854"/>
              <a:gd name="T27" fmla="*/ 2969 h 6208"/>
              <a:gd name="T28" fmla="*/ 603 w 1854"/>
              <a:gd name="T29" fmla="*/ 2370 h 6208"/>
              <a:gd name="T30" fmla="*/ 603 w 1854"/>
              <a:gd name="T31" fmla="*/ 2358 h 6208"/>
              <a:gd name="T32" fmla="*/ 1251 w 1854"/>
              <a:gd name="T33" fmla="*/ 2353 h 6208"/>
              <a:gd name="T34" fmla="*/ 1251 w 1854"/>
              <a:gd name="T35" fmla="*/ 2366 h 6208"/>
              <a:gd name="T36" fmla="*/ 650 w 1854"/>
              <a:gd name="T37" fmla="*/ 2529 h 6208"/>
              <a:gd name="T38" fmla="*/ 1204 w 1854"/>
              <a:gd name="T39" fmla="*/ 2194 h 6208"/>
              <a:gd name="T40" fmla="*/ 996 w 1854"/>
              <a:gd name="T41" fmla="*/ 1240 h 6208"/>
              <a:gd name="T42" fmla="*/ 859 w 1854"/>
              <a:gd name="T43" fmla="*/ 1240 h 6208"/>
              <a:gd name="T44" fmla="*/ 967 w 1854"/>
              <a:gd name="T45" fmla="*/ 1973 h 6208"/>
              <a:gd name="T46" fmla="*/ 764 w 1854"/>
              <a:gd name="T47" fmla="*/ 1309 h 6208"/>
              <a:gd name="T48" fmla="*/ 537 w 1854"/>
              <a:gd name="T49" fmla="*/ 2343 h 6208"/>
              <a:gd name="T50" fmla="*/ 537 w 1854"/>
              <a:gd name="T51" fmla="*/ 2349 h 6208"/>
              <a:gd name="T52" fmla="*/ 536 w 1854"/>
              <a:gd name="T53" fmla="*/ 2357 h 6208"/>
              <a:gd name="T54" fmla="*/ 536 w 1854"/>
              <a:gd name="T55" fmla="*/ 2371 h 6208"/>
              <a:gd name="T56" fmla="*/ 537 w 1854"/>
              <a:gd name="T57" fmla="*/ 2376 h 6208"/>
              <a:gd name="T58" fmla="*/ 739 w 1854"/>
              <a:gd name="T59" fmla="*/ 2704 h 6208"/>
              <a:gd name="T60" fmla="*/ 739 w 1854"/>
              <a:gd name="T61" fmla="*/ 4649 h 6208"/>
              <a:gd name="T62" fmla="*/ 537 w 1854"/>
              <a:gd name="T63" fmla="*/ 4991 h 6208"/>
              <a:gd name="T64" fmla="*/ 536 w 1854"/>
              <a:gd name="T65" fmla="*/ 4997 h 6208"/>
              <a:gd name="T66" fmla="*/ 536 w 1854"/>
              <a:gd name="T67" fmla="*/ 5008 h 6208"/>
              <a:gd name="T68" fmla="*/ 536 w 1854"/>
              <a:gd name="T69" fmla="*/ 5014 h 6208"/>
              <a:gd name="T70" fmla="*/ 537 w 1854"/>
              <a:gd name="T71" fmla="*/ 5020 h 6208"/>
              <a:gd name="T72" fmla="*/ 7 w 1854"/>
              <a:gd name="T73" fmla="*/ 6155 h 6208"/>
              <a:gd name="T74" fmla="*/ 739 w 1854"/>
              <a:gd name="T75" fmla="*/ 5649 h 6208"/>
              <a:gd name="T76" fmla="*/ 1116 w 1854"/>
              <a:gd name="T77" fmla="*/ 5439 h 6208"/>
              <a:gd name="T78" fmla="*/ 1248 w 1854"/>
              <a:gd name="T79" fmla="*/ 5235 h 6208"/>
              <a:gd name="T80" fmla="*/ 1318 w 1854"/>
              <a:gd name="T81" fmla="*/ 5019 h 6208"/>
              <a:gd name="T82" fmla="*/ 1318 w 1854"/>
              <a:gd name="T83" fmla="*/ 5013 h 6208"/>
              <a:gd name="T84" fmla="*/ 1318 w 1854"/>
              <a:gd name="T85" fmla="*/ 5006 h 6208"/>
              <a:gd name="T86" fmla="*/ 1318 w 1854"/>
              <a:gd name="T87" fmla="*/ 4996 h 6208"/>
              <a:gd name="T88" fmla="*/ 1318 w 1854"/>
              <a:gd name="T89" fmla="*/ 4989 h 6208"/>
              <a:gd name="T90" fmla="*/ 1116 w 1854"/>
              <a:gd name="T91" fmla="*/ 4343 h 6208"/>
              <a:gd name="T92" fmla="*/ 1204 w 1854"/>
              <a:gd name="T93" fmla="*/ 2638 h 6208"/>
              <a:gd name="T94" fmla="*/ 1318 w 1854"/>
              <a:gd name="T95" fmla="*/ 2376 h 6208"/>
              <a:gd name="T96" fmla="*/ 1318 w 1854"/>
              <a:gd name="T97" fmla="*/ 2368 h 6208"/>
              <a:gd name="T98" fmla="*/ 1318 w 1854"/>
              <a:gd name="T99" fmla="*/ 2356 h 6208"/>
              <a:gd name="T100" fmla="*/ 1318 w 1854"/>
              <a:gd name="T101" fmla="*/ 2347 h 6208"/>
              <a:gd name="T102" fmla="*/ 1204 w 1854"/>
              <a:gd name="T103" fmla="*/ 2085 h 6208"/>
              <a:gd name="T104" fmla="*/ 1043 w 1854"/>
              <a:gd name="T105" fmla="*/ 1193 h 6208"/>
              <a:gd name="T106" fmla="*/ 1075 w 1854"/>
              <a:gd name="T107" fmla="*/ 5295 h 6208"/>
              <a:gd name="T108" fmla="*/ 650 w 1854"/>
              <a:gd name="T109" fmla="*/ 5174 h 6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54" h="6208">
                <a:moveTo>
                  <a:pt x="805" y="5682"/>
                </a:moveTo>
                <a:lnTo>
                  <a:pt x="1049" y="5682"/>
                </a:lnTo>
                <a:lnTo>
                  <a:pt x="1049" y="6142"/>
                </a:lnTo>
                <a:lnTo>
                  <a:pt x="805" y="6142"/>
                </a:lnTo>
                <a:lnTo>
                  <a:pt x="805" y="5682"/>
                </a:lnTo>
                <a:close/>
                <a:moveTo>
                  <a:pt x="805" y="3304"/>
                </a:moveTo>
                <a:lnTo>
                  <a:pt x="805" y="3036"/>
                </a:lnTo>
                <a:lnTo>
                  <a:pt x="1049" y="3036"/>
                </a:lnTo>
                <a:lnTo>
                  <a:pt x="1049" y="3304"/>
                </a:lnTo>
                <a:lnTo>
                  <a:pt x="805" y="3304"/>
                </a:lnTo>
                <a:close/>
                <a:moveTo>
                  <a:pt x="805" y="3639"/>
                </a:moveTo>
                <a:lnTo>
                  <a:pt x="805" y="3371"/>
                </a:lnTo>
                <a:lnTo>
                  <a:pt x="1049" y="3371"/>
                </a:lnTo>
                <a:lnTo>
                  <a:pt x="1049" y="3639"/>
                </a:lnTo>
                <a:lnTo>
                  <a:pt x="805" y="3639"/>
                </a:lnTo>
                <a:close/>
                <a:moveTo>
                  <a:pt x="805" y="3974"/>
                </a:moveTo>
                <a:lnTo>
                  <a:pt x="805" y="3706"/>
                </a:lnTo>
                <a:lnTo>
                  <a:pt x="1049" y="3706"/>
                </a:lnTo>
                <a:lnTo>
                  <a:pt x="1049" y="3974"/>
                </a:lnTo>
                <a:lnTo>
                  <a:pt x="805" y="3974"/>
                </a:lnTo>
                <a:close/>
                <a:moveTo>
                  <a:pt x="805" y="4309"/>
                </a:moveTo>
                <a:lnTo>
                  <a:pt x="805" y="4041"/>
                </a:lnTo>
                <a:lnTo>
                  <a:pt x="1049" y="4041"/>
                </a:lnTo>
                <a:lnTo>
                  <a:pt x="1049" y="4309"/>
                </a:lnTo>
                <a:lnTo>
                  <a:pt x="805" y="4309"/>
                </a:lnTo>
                <a:close/>
                <a:moveTo>
                  <a:pt x="927" y="4615"/>
                </a:moveTo>
                <a:cubicBezTo>
                  <a:pt x="885" y="4615"/>
                  <a:pt x="844" y="4622"/>
                  <a:pt x="805" y="4635"/>
                </a:cubicBezTo>
                <a:lnTo>
                  <a:pt x="805" y="4376"/>
                </a:lnTo>
                <a:lnTo>
                  <a:pt x="1049" y="4376"/>
                </a:lnTo>
                <a:lnTo>
                  <a:pt x="1049" y="4635"/>
                </a:lnTo>
                <a:cubicBezTo>
                  <a:pt x="1011" y="4622"/>
                  <a:pt x="970" y="4615"/>
                  <a:pt x="927" y="4615"/>
                </a:cubicBezTo>
                <a:close/>
                <a:moveTo>
                  <a:pt x="1201" y="5285"/>
                </a:moveTo>
                <a:lnTo>
                  <a:pt x="1760" y="6142"/>
                </a:lnTo>
                <a:lnTo>
                  <a:pt x="1653" y="6142"/>
                </a:lnTo>
                <a:lnTo>
                  <a:pt x="1130" y="5340"/>
                </a:lnTo>
                <a:cubicBezTo>
                  <a:pt x="1156" y="5324"/>
                  <a:pt x="1180" y="5306"/>
                  <a:pt x="1201" y="5285"/>
                </a:cubicBezTo>
                <a:close/>
                <a:moveTo>
                  <a:pt x="724" y="5340"/>
                </a:moveTo>
                <a:lnTo>
                  <a:pt x="202" y="6142"/>
                </a:lnTo>
                <a:lnTo>
                  <a:pt x="95" y="6142"/>
                </a:lnTo>
                <a:lnTo>
                  <a:pt x="653" y="5285"/>
                </a:lnTo>
                <a:cubicBezTo>
                  <a:pt x="675" y="5306"/>
                  <a:pt x="698" y="5324"/>
                  <a:pt x="724" y="5340"/>
                </a:cubicBezTo>
                <a:close/>
                <a:moveTo>
                  <a:pt x="1049" y="5378"/>
                </a:moveTo>
                <a:lnTo>
                  <a:pt x="1049" y="5616"/>
                </a:lnTo>
                <a:lnTo>
                  <a:pt x="805" y="5616"/>
                </a:lnTo>
                <a:lnTo>
                  <a:pt x="805" y="5378"/>
                </a:lnTo>
                <a:cubicBezTo>
                  <a:pt x="844" y="5390"/>
                  <a:pt x="885" y="5397"/>
                  <a:pt x="927" y="5397"/>
                </a:cubicBezTo>
                <a:cubicBezTo>
                  <a:pt x="970" y="5397"/>
                  <a:pt x="1011" y="5390"/>
                  <a:pt x="1049" y="5378"/>
                </a:cubicBezTo>
                <a:close/>
                <a:moveTo>
                  <a:pt x="650" y="4838"/>
                </a:moveTo>
                <a:cubicBezTo>
                  <a:pt x="663" y="4816"/>
                  <a:pt x="680" y="4795"/>
                  <a:pt x="698" y="4777"/>
                </a:cubicBezTo>
                <a:cubicBezTo>
                  <a:pt x="757" y="4718"/>
                  <a:pt x="838" y="4682"/>
                  <a:pt x="927" y="4682"/>
                </a:cubicBezTo>
                <a:cubicBezTo>
                  <a:pt x="1017" y="4682"/>
                  <a:pt x="1098" y="4718"/>
                  <a:pt x="1156" y="4777"/>
                </a:cubicBezTo>
                <a:cubicBezTo>
                  <a:pt x="1175" y="4795"/>
                  <a:pt x="1191" y="4816"/>
                  <a:pt x="1204" y="4838"/>
                </a:cubicBezTo>
                <a:lnTo>
                  <a:pt x="650" y="4838"/>
                </a:lnTo>
                <a:close/>
                <a:moveTo>
                  <a:pt x="619" y="5107"/>
                </a:moveTo>
                <a:cubicBezTo>
                  <a:pt x="610" y="5078"/>
                  <a:pt x="604" y="5047"/>
                  <a:pt x="603" y="5015"/>
                </a:cubicBezTo>
                <a:lnTo>
                  <a:pt x="603" y="5014"/>
                </a:lnTo>
                <a:lnTo>
                  <a:pt x="603" y="5014"/>
                </a:lnTo>
                <a:lnTo>
                  <a:pt x="603" y="5010"/>
                </a:lnTo>
                <a:lnTo>
                  <a:pt x="603" y="5010"/>
                </a:lnTo>
                <a:lnTo>
                  <a:pt x="603" y="5006"/>
                </a:lnTo>
                <a:lnTo>
                  <a:pt x="603" y="5002"/>
                </a:lnTo>
                <a:lnTo>
                  <a:pt x="603" y="5002"/>
                </a:lnTo>
                <a:lnTo>
                  <a:pt x="603" y="4998"/>
                </a:lnTo>
                <a:lnTo>
                  <a:pt x="603" y="4998"/>
                </a:lnTo>
                <a:lnTo>
                  <a:pt x="603" y="4997"/>
                </a:lnTo>
                <a:cubicBezTo>
                  <a:pt x="604" y="4965"/>
                  <a:pt x="610" y="4934"/>
                  <a:pt x="619" y="4905"/>
                </a:cubicBezTo>
                <a:lnTo>
                  <a:pt x="1235" y="4905"/>
                </a:lnTo>
                <a:cubicBezTo>
                  <a:pt x="1245" y="4934"/>
                  <a:pt x="1251" y="4965"/>
                  <a:pt x="1251" y="4997"/>
                </a:cubicBezTo>
                <a:lnTo>
                  <a:pt x="1251" y="4998"/>
                </a:lnTo>
                <a:lnTo>
                  <a:pt x="1251" y="4998"/>
                </a:lnTo>
                <a:lnTo>
                  <a:pt x="1251" y="5002"/>
                </a:lnTo>
                <a:lnTo>
                  <a:pt x="1251" y="5002"/>
                </a:lnTo>
                <a:lnTo>
                  <a:pt x="1251" y="5006"/>
                </a:lnTo>
                <a:lnTo>
                  <a:pt x="1251" y="5010"/>
                </a:lnTo>
                <a:lnTo>
                  <a:pt x="1251" y="5010"/>
                </a:lnTo>
                <a:lnTo>
                  <a:pt x="1251" y="5014"/>
                </a:lnTo>
                <a:lnTo>
                  <a:pt x="1251" y="5014"/>
                </a:lnTo>
                <a:lnTo>
                  <a:pt x="1251" y="5015"/>
                </a:lnTo>
                <a:cubicBezTo>
                  <a:pt x="1251" y="5047"/>
                  <a:pt x="1245" y="5078"/>
                  <a:pt x="1235" y="5107"/>
                </a:cubicBezTo>
                <a:lnTo>
                  <a:pt x="619" y="5107"/>
                </a:lnTo>
                <a:close/>
                <a:moveTo>
                  <a:pt x="805" y="2733"/>
                </a:moveTo>
                <a:cubicBezTo>
                  <a:pt x="844" y="2746"/>
                  <a:pt x="885" y="2753"/>
                  <a:pt x="927" y="2753"/>
                </a:cubicBezTo>
                <a:cubicBezTo>
                  <a:pt x="970" y="2753"/>
                  <a:pt x="1011" y="2746"/>
                  <a:pt x="1049" y="2733"/>
                </a:cubicBezTo>
                <a:lnTo>
                  <a:pt x="1049" y="2969"/>
                </a:lnTo>
                <a:lnTo>
                  <a:pt x="805" y="2969"/>
                </a:lnTo>
                <a:lnTo>
                  <a:pt x="805" y="2733"/>
                </a:lnTo>
                <a:close/>
                <a:moveTo>
                  <a:pt x="1235" y="2463"/>
                </a:moveTo>
                <a:lnTo>
                  <a:pt x="619" y="2463"/>
                </a:lnTo>
                <a:cubicBezTo>
                  <a:pt x="610" y="2434"/>
                  <a:pt x="604" y="2403"/>
                  <a:pt x="603" y="2371"/>
                </a:cubicBezTo>
                <a:lnTo>
                  <a:pt x="603" y="2370"/>
                </a:lnTo>
                <a:lnTo>
                  <a:pt x="603" y="2370"/>
                </a:lnTo>
                <a:lnTo>
                  <a:pt x="603" y="2366"/>
                </a:lnTo>
                <a:lnTo>
                  <a:pt x="603" y="2366"/>
                </a:lnTo>
                <a:lnTo>
                  <a:pt x="603" y="2362"/>
                </a:lnTo>
                <a:lnTo>
                  <a:pt x="603" y="2358"/>
                </a:lnTo>
                <a:lnTo>
                  <a:pt x="603" y="2358"/>
                </a:lnTo>
                <a:lnTo>
                  <a:pt x="603" y="2354"/>
                </a:lnTo>
                <a:lnTo>
                  <a:pt x="603" y="2353"/>
                </a:lnTo>
                <a:lnTo>
                  <a:pt x="603" y="2353"/>
                </a:lnTo>
                <a:cubicBezTo>
                  <a:pt x="604" y="2321"/>
                  <a:pt x="610" y="2290"/>
                  <a:pt x="619" y="2261"/>
                </a:cubicBezTo>
                <a:lnTo>
                  <a:pt x="1235" y="2261"/>
                </a:lnTo>
                <a:cubicBezTo>
                  <a:pt x="1245" y="2290"/>
                  <a:pt x="1251" y="2321"/>
                  <a:pt x="1251" y="2353"/>
                </a:cubicBezTo>
                <a:lnTo>
                  <a:pt x="1251" y="2353"/>
                </a:lnTo>
                <a:lnTo>
                  <a:pt x="1251" y="2354"/>
                </a:lnTo>
                <a:lnTo>
                  <a:pt x="1251" y="2358"/>
                </a:lnTo>
                <a:lnTo>
                  <a:pt x="1251" y="2358"/>
                </a:lnTo>
                <a:lnTo>
                  <a:pt x="1251" y="2362"/>
                </a:lnTo>
                <a:lnTo>
                  <a:pt x="1251" y="2366"/>
                </a:lnTo>
                <a:lnTo>
                  <a:pt x="1251" y="2366"/>
                </a:lnTo>
                <a:lnTo>
                  <a:pt x="1251" y="2370"/>
                </a:lnTo>
                <a:lnTo>
                  <a:pt x="1251" y="2370"/>
                </a:lnTo>
                <a:lnTo>
                  <a:pt x="1251" y="2371"/>
                </a:lnTo>
                <a:cubicBezTo>
                  <a:pt x="1251" y="2403"/>
                  <a:pt x="1245" y="2434"/>
                  <a:pt x="1235" y="2463"/>
                </a:cubicBezTo>
                <a:close/>
                <a:moveTo>
                  <a:pt x="650" y="2529"/>
                </a:moveTo>
                <a:lnTo>
                  <a:pt x="1204" y="2529"/>
                </a:lnTo>
                <a:cubicBezTo>
                  <a:pt x="1191" y="2552"/>
                  <a:pt x="1175" y="2573"/>
                  <a:pt x="1156" y="2591"/>
                </a:cubicBezTo>
                <a:cubicBezTo>
                  <a:pt x="1098" y="2650"/>
                  <a:pt x="1017" y="2686"/>
                  <a:pt x="927" y="2686"/>
                </a:cubicBezTo>
                <a:cubicBezTo>
                  <a:pt x="838" y="2686"/>
                  <a:pt x="757" y="2650"/>
                  <a:pt x="698" y="2591"/>
                </a:cubicBezTo>
                <a:cubicBezTo>
                  <a:pt x="680" y="2573"/>
                  <a:pt x="663" y="2552"/>
                  <a:pt x="650" y="2529"/>
                </a:cubicBezTo>
                <a:close/>
                <a:moveTo>
                  <a:pt x="1204" y="2194"/>
                </a:moveTo>
                <a:lnTo>
                  <a:pt x="650" y="2194"/>
                </a:lnTo>
                <a:cubicBezTo>
                  <a:pt x="663" y="2172"/>
                  <a:pt x="680" y="2151"/>
                  <a:pt x="698" y="2132"/>
                </a:cubicBezTo>
                <a:cubicBezTo>
                  <a:pt x="757" y="2074"/>
                  <a:pt x="838" y="2038"/>
                  <a:pt x="927" y="2038"/>
                </a:cubicBezTo>
                <a:cubicBezTo>
                  <a:pt x="1017" y="2038"/>
                  <a:pt x="1098" y="2074"/>
                  <a:pt x="1156" y="2132"/>
                </a:cubicBezTo>
                <a:cubicBezTo>
                  <a:pt x="1175" y="2151"/>
                  <a:pt x="1191" y="2172"/>
                  <a:pt x="1204" y="2194"/>
                </a:cubicBezTo>
                <a:close/>
                <a:moveTo>
                  <a:pt x="996" y="1240"/>
                </a:moveTo>
                <a:cubicBezTo>
                  <a:pt x="1013" y="1258"/>
                  <a:pt x="1024" y="1282"/>
                  <a:pt x="1024" y="1309"/>
                </a:cubicBezTo>
                <a:cubicBezTo>
                  <a:pt x="1024" y="1335"/>
                  <a:pt x="1013" y="1360"/>
                  <a:pt x="996" y="1377"/>
                </a:cubicBezTo>
                <a:cubicBezTo>
                  <a:pt x="978" y="1395"/>
                  <a:pt x="954" y="1405"/>
                  <a:pt x="927" y="1405"/>
                </a:cubicBezTo>
                <a:cubicBezTo>
                  <a:pt x="900" y="1405"/>
                  <a:pt x="876" y="1395"/>
                  <a:pt x="859" y="1377"/>
                </a:cubicBezTo>
                <a:cubicBezTo>
                  <a:pt x="841" y="1360"/>
                  <a:pt x="831" y="1335"/>
                  <a:pt x="831" y="1309"/>
                </a:cubicBezTo>
                <a:cubicBezTo>
                  <a:pt x="831" y="1282"/>
                  <a:pt x="841" y="1258"/>
                  <a:pt x="859" y="1240"/>
                </a:cubicBezTo>
                <a:cubicBezTo>
                  <a:pt x="876" y="1223"/>
                  <a:pt x="900" y="1212"/>
                  <a:pt x="927" y="1212"/>
                </a:cubicBezTo>
                <a:cubicBezTo>
                  <a:pt x="954" y="1212"/>
                  <a:pt x="978" y="1223"/>
                  <a:pt x="996" y="1240"/>
                </a:cubicBezTo>
                <a:close/>
                <a:moveTo>
                  <a:pt x="887" y="1467"/>
                </a:moveTo>
                <a:cubicBezTo>
                  <a:pt x="900" y="1470"/>
                  <a:pt x="913" y="1472"/>
                  <a:pt x="927" y="1472"/>
                </a:cubicBezTo>
                <a:cubicBezTo>
                  <a:pt x="941" y="1472"/>
                  <a:pt x="954" y="1470"/>
                  <a:pt x="967" y="1467"/>
                </a:cubicBezTo>
                <a:lnTo>
                  <a:pt x="967" y="1973"/>
                </a:lnTo>
                <a:cubicBezTo>
                  <a:pt x="954" y="1972"/>
                  <a:pt x="941" y="1971"/>
                  <a:pt x="927" y="1971"/>
                </a:cubicBezTo>
                <a:cubicBezTo>
                  <a:pt x="914" y="1971"/>
                  <a:pt x="900" y="1972"/>
                  <a:pt x="887" y="1973"/>
                </a:cubicBezTo>
                <a:lnTo>
                  <a:pt x="887" y="1467"/>
                </a:lnTo>
                <a:close/>
                <a:moveTo>
                  <a:pt x="894" y="1149"/>
                </a:moveTo>
                <a:cubicBezTo>
                  <a:pt x="862" y="1155"/>
                  <a:pt x="834" y="1171"/>
                  <a:pt x="812" y="1193"/>
                </a:cubicBezTo>
                <a:cubicBezTo>
                  <a:pt x="782" y="1223"/>
                  <a:pt x="764" y="1264"/>
                  <a:pt x="764" y="1309"/>
                </a:cubicBezTo>
                <a:cubicBezTo>
                  <a:pt x="764" y="1354"/>
                  <a:pt x="782" y="1395"/>
                  <a:pt x="812" y="1424"/>
                </a:cubicBezTo>
                <a:cubicBezTo>
                  <a:pt x="815" y="1427"/>
                  <a:pt x="818" y="1430"/>
                  <a:pt x="821" y="1433"/>
                </a:cubicBezTo>
                <a:cubicBezTo>
                  <a:pt x="821" y="1435"/>
                  <a:pt x="821" y="1437"/>
                  <a:pt x="821" y="1439"/>
                </a:cubicBezTo>
                <a:lnTo>
                  <a:pt x="821" y="1986"/>
                </a:lnTo>
                <a:cubicBezTo>
                  <a:pt x="756" y="2004"/>
                  <a:pt x="698" y="2039"/>
                  <a:pt x="651" y="2085"/>
                </a:cubicBezTo>
                <a:cubicBezTo>
                  <a:pt x="584" y="2152"/>
                  <a:pt x="542" y="2242"/>
                  <a:pt x="537" y="2343"/>
                </a:cubicBezTo>
                <a:lnTo>
                  <a:pt x="537" y="2344"/>
                </a:lnTo>
                <a:lnTo>
                  <a:pt x="537" y="2345"/>
                </a:lnTo>
                <a:lnTo>
                  <a:pt x="537" y="2346"/>
                </a:lnTo>
                <a:lnTo>
                  <a:pt x="537" y="2347"/>
                </a:lnTo>
                <a:lnTo>
                  <a:pt x="537" y="2347"/>
                </a:lnTo>
                <a:lnTo>
                  <a:pt x="537" y="2349"/>
                </a:lnTo>
                <a:lnTo>
                  <a:pt x="536" y="2351"/>
                </a:lnTo>
                <a:lnTo>
                  <a:pt x="536" y="2352"/>
                </a:lnTo>
                <a:lnTo>
                  <a:pt x="536" y="2352"/>
                </a:lnTo>
                <a:lnTo>
                  <a:pt x="536" y="2352"/>
                </a:lnTo>
                <a:lnTo>
                  <a:pt x="536" y="2356"/>
                </a:lnTo>
                <a:lnTo>
                  <a:pt x="536" y="2357"/>
                </a:lnTo>
                <a:lnTo>
                  <a:pt x="536" y="2357"/>
                </a:lnTo>
                <a:lnTo>
                  <a:pt x="536" y="2362"/>
                </a:lnTo>
                <a:lnTo>
                  <a:pt x="536" y="2366"/>
                </a:lnTo>
                <a:lnTo>
                  <a:pt x="536" y="2367"/>
                </a:lnTo>
                <a:lnTo>
                  <a:pt x="536" y="2368"/>
                </a:lnTo>
                <a:lnTo>
                  <a:pt x="536" y="2371"/>
                </a:lnTo>
                <a:lnTo>
                  <a:pt x="536" y="2371"/>
                </a:lnTo>
                <a:lnTo>
                  <a:pt x="536" y="2372"/>
                </a:lnTo>
                <a:lnTo>
                  <a:pt x="536" y="2372"/>
                </a:lnTo>
                <a:lnTo>
                  <a:pt x="537" y="2375"/>
                </a:lnTo>
                <a:lnTo>
                  <a:pt x="537" y="2376"/>
                </a:lnTo>
                <a:lnTo>
                  <a:pt x="537" y="2376"/>
                </a:lnTo>
                <a:lnTo>
                  <a:pt x="537" y="2377"/>
                </a:lnTo>
                <a:lnTo>
                  <a:pt x="537" y="2378"/>
                </a:lnTo>
                <a:lnTo>
                  <a:pt x="537" y="2380"/>
                </a:lnTo>
                <a:lnTo>
                  <a:pt x="537" y="2381"/>
                </a:lnTo>
                <a:cubicBezTo>
                  <a:pt x="542" y="2481"/>
                  <a:pt x="584" y="2572"/>
                  <a:pt x="651" y="2638"/>
                </a:cubicBezTo>
                <a:cubicBezTo>
                  <a:pt x="677" y="2664"/>
                  <a:pt x="706" y="2686"/>
                  <a:pt x="739" y="2704"/>
                </a:cubicBezTo>
                <a:lnTo>
                  <a:pt x="739" y="3002"/>
                </a:lnTo>
                <a:lnTo>
                  <a:pt x="739" y="3338"/>
                </a:lnTo>
                <a:lnTo>
                  <a:pt x="739" y="3673"/>
                </a:lnTo>
                <a:lnTo>
                  <a:pt x="739" y="4008"/>
                </a:lnTo>
                <a:lnTo>
                  <a:pt x="739" y="4343"/>
                </a:lnTo>
                <a:lnTo>
                  <a:pt x="739" y="4649"/>
                </a:lnTo>
                <a:cubicBezTo>
                  <a:pt x="739" y="4653"/>
                  <a:pt x="740" y="4658"/>
                  <a:pt x="742" y="4662"/>
                </a:cubicBezTo>
                <a:cubicBezTo>
                  <a:pt x="708" y="4680"/>
                  <a:pt x="678" y="4703"/>
                  <a:pt x="651" y="4730"/>
                </a:cubicBezTo>
                <a:cubicBezTo>
                  <a:pt x="584" y="4796"/>
                  <a:pt x="542" y="4887"/>
                  <a:pt x="537" y="4987"/>
                </a:cubicBezTo>
                <a:lnTo>
                  <a:pt x="537" y="4988"/>
                </a:lnTo>
                <a:lnTo>
                  <a:pt x="537" y="4989"/>
                </a:lnTo>
                <a:lnTo>
                  <a:pt x="537" y="4991"/>
                </a:lnTo>
                <a:lnTo>
                  <a:pt x="537" y="4992"/>
                </a:lnTo>
                <a:lnTo>
                  <a:pt x="537" y="4992"/>
                </a:lnTo>
                <a:lnTo>
                  <a:pt x="537" y="4993"/>
                </a:lnTo>
                <a:lnTo>
                  <a:pt x="536" y="4995"/>
                </a:lnTo>
                <a:lnTo>
                  <a:pt x="536" y="4996"/>
                </a:lnTo>
                <a:lnTo>
                  <a:pt x="536" y="4997"/>
                </a:lnTo>
                <a:lnTo>
                  <a:pt x="536" y="4997"/>
                </a:lnTo>
                <a:lnTo>
                  <a:pt x="536" y="5000"/>
                </a:lnTo>
                <a:lnTo>
                  <a:pt x="536" y="5001"/>
                </a:lnTo>
                <a:lnTo>
                  <a:pt x="536" y="5001"/>
                </a:lnTo>
                <a:lnTo>
                  <a:pt x="536" y="5006"/>
                </a:lnTo>
                <a:lnTo>
                  <a:pt x="536" y="5008"/>
                </a:lnTo>
                <a:lnTo>
                  <a:pt x="536" y="5010"/>
                </a:lnTo>
                <a:lnTo>
                  <a:pt x="536" y="5010"/>
                </a:lnTo>
                <a:lnTo>
                  <a:pt x="536" y="5011"/>
                </a:lnTo>
                <a:lnTo>
                  <a:pt x="536" y="5012"/>
                </a:lnTo>
                <a:lnTo>
                  <a:pt x="536" y="5013"/>
                </a:lnTo>
                <a:lnTo>
                  <a:pt x="536" y="5014"/>
                </a:lnTo>
                <a:lnTo>
                  <a:pt x="536" y="5016"/>
                </a:lnTo>
                <a:lnTo>
                  <a:pt x="536" y="5017"/>
                </a:lnTo>
                <a:lnTo>
                  <a:pt x="537" y="5018"/>
                </a:lnTo>
                <a:lnTo>
                  <a:pt x="537" y="5018"/>
                </a:lnTo>
                <a:lnTo>
                  <a:pt x="537" y="5019"/>
                </a:lnTo>
                <a:lnTo>
                  <a:pt x="537" y="5020"/>
                </a:lnTo>
                <a:lnTo>
                  <a:pt x="537" y="5020"/>
                </a:lnTo>
                <a:lnTo>
                  <a:pt x="537" y="5023"/>
                </a:lnTo>
                <a:lnTo>
                  <a:pt x="537" y="5024"/>
                </a:lnTo>
                <a:cubicBezTo>
                  <a:pt x="540" y="5101"/>
                  <a:pt x="566" y="5173"/>
                  <a:pt x="609" y="5232"/>
                </a:cubicBezTo>
                <a:cubicBezTo>
                  <a:pt x="608" y="5233"/>
                  <a:pt x="607" y="5234"/>
                  <a:pt x="607" y="5235"/>
                </a:cubicBezTo>
                <a:lnTo>
                  <a:pt x="7" y="6155"/>
                </a:lnTo>
                <a:cubicBezTo>
                  <a:pt x="3" y="6160"/>
                  <a:pt x="0" y="6167"/>
                  <a:pt x="0" y="6175"/>
                </a:cubicBezTo>
                <a:cubicBezTo>
                  <a:pt x="0" y="6193"/>
                  <a:pt x="15" y="6208"/>
                  <a:pt x="33" y="6208"/>
                </a:cubicBezTo>
                <a:lnTo>
                  <a:pt x="219" y="6208"/>
                </a:lnTo>
                <a:cubicBezTo>
                  <a:pt x="232" y="6208"/>
                  <a:pt x="243" y="6201"/>
                  <a:pt x="249" y="6191"/>
                </a:cubicBezTo>
                <a:lnTo>
                  <a:pt x="739" y="5439"/>
                </a:lnTo>
                <a:lnTo>
                  <a:pt x="739" y="5649"/>
                </a:lnTo>
                <a:lnTo>
                  <a:pt x="739" y="6175"/>
                </a:lnTo>
                <a:cubicBezTo>
                  <a:pt x="739" y="6193"/>
                  <a:pt x="754" y="6208"/>
                  <a:pt x="772" y="6208"/>
                </a:cubicBezTo>
                <a:lnTo>
                  <a:pt x="1082" y="6208"/>
                </a:lnTo>
                <a:cubicBezTo>
                  <a:pt x="1101" y="6208"/>
                  <a:pt x="1116" y="6193"/>
                  <a:pt x="1116" y="6175"/>
                </a:cubicBezTo>
                <a:lnTo>
                  <a:pt x="1116" y="5649"/>
                </a:lnTo>
                <a:lnTo>
                  <a:pt x="1116" y="5439"/>
                </a:lnTo>
                <a:lnTo>
                  <a:pt x="1606" y="6191"/>
                </a:lnTo>
                <a:cubicBezTo>
                  <a:pt x="1611" y="6201"/>
                  <a:pt x="1622" y="6208"/>
                  <a:pt x="1635" y="6208"/>
                </a:cubicBezTo>
                <a:lnTo>
                  <a:pt x="1821" y="6208"/>
                </a:lnTo>
                <a:cubicBezTo>
                  <a:pt x="1839" y="6208"/>
                  <a:pt x="1854" y="6193"/>
                  <a:pt x="1854" y="6175"/>
                </a:cubicBezTo>
                <a:cubicBezTo>
                  <a:pt x="1854" y="6167"/>
                  <a:pt x="1852" y="6160"/>
                  <a:pt x="1847" y="6155"/>
                </a:cubicBezTo>
                <a:lnTo>
                  <a:pt x="1248" y="5235"/>
                </a:lnTo>
                <a:cubicBezTo>
                  <a:pt x="1247" y="5234"/>
                  <a:pt x="1247" y="5233"/>
                  <a:pt x="1246" y="5232"/>
                </a:cubicBezTo>
                <a:cubicBezTo>
                  <a:pt x="1288" y="5173"/>
                  <a:pt x="1314" y="5101"/>
                  <a:pt x="1318" y="5024"/>
                </a:cubicBezTo>
                <a:lnTo>
                  <a:pt x="1318" y="5023"/>
                </a:lnTo>
                <a:lnTo>
                  <a:pt x="1318" y="5020"/>
                </a:lnTo>
                <a:lnTo>
                  <a:pt x="1318" y="5020"/>
                </a:lnTo>
                <a:lnTo>
                  <a:pt x="1318" y="5019"/>
                </a:lnTo>
                <a:lnTo>
                  <a:pt x="1318" y="5018"/>
                </a:lnTo>
                <a:lnTo>
                  <a:pt x="1318" y="5018"/>
                </a:lnTo>
                <a:lnTo>
                  <a:pt x="1318" y="5017"/>
                </a:lnTo>
                <a:lnTo>
                  <a:pt x="1318" y="5016"/>
                </a:lnTo>
                <a:lnTo>
                  <a:pt x="1318" y="5014"/>
                </a:lnTo>
                <a:lnTo>
                  <a:pt x="1318" y="5013"/>
                </a:lnTo>
                <a:lnTo>
                  <a:pt x="1318" y="5012"/>
                </a:lnTo>
                <a:lnTo>
                  <a:pt x="1318" y="5011"/>
                </a:lnTo>
                <a:lnTo>
                  <a:pt x="1318" y="5010"/>
                </a:lnTo>
                <a:lnTo>
                  <a:pt x="1318" y="5010"/>
                </a:lnTo>
                <a:lnTo>
                  <a:pt x="1318" y="5008"/>
                </a:lnTo>
                <a:lnTo>
                  <a:pt x="1318" y="5006"/>
                </a:lnTo>
                <a:lnTo>
                  <a:pt x="1318" y="5001"/>
                </a:lnTo>
                <a:lnTo>
                  <a:pt x="1318" y="5001"/>
                </a:lnTo>
                <a:lnTo>
                  <a:pt x="1318" y="5000"/>
                </a:lnTo>
                <a:lnTo>
                  <a:pt x="1318" y="4997"/>
                </a:lnTo>
                <a:lnTo>
                  <a:pt x="1318" y="4997"/>
                </a:lnTo>
                <a:lnTo>
                  <a:pt x="1318" y="4996"/>
                </a:lnTo>
                <a:lnTo>
                  <a:pt x="1318" y="4995"/>
                </a:lnTo>
                <a:lnTo>
                  <a:pt x="1318" y="4993"/>
                </a:lnTo>
                <a:lnTo>
                  <a:pt x="1318" y="4992"/>
                </a:lnTo>
                <a:lnTo>
                  <a:pt x="1318" y="4992"/>
                </a:lnTo>
                <a:lnTo>
                  <a:pt x="1318" y="4991"/>
                </a:lnTo>
                <a:lnTo>
                  <a:pt x="1318" y="4989"/>
                </a:lnTo>
                <a:lnTo>
                  <a:pt x="1318" y="4988"/>
                </a:lnTo>
                <a:lnTo>
                  <a:pt x="1318" y="4987"/>
                </a:lnTo>
                <a:cubicBezTo>
                  <a:pt x="1313" y="4887"/>
                  <a:pt x="1270" y="4796"/>
                  <a:pt x="1204" y="4730"/>
                </a:cubicBezTo>
                <a:cubicBezTo>
                  <a:pt x="1177" y="4703"/>
                  <a:pt x="1146" y="4680"/>
                  <a:pt x="1113" y="4662"/>
                </a:cubicBezTo>
                <a:cubicBezTo>
                  <a:pt x="1115" y="4658"/>
                  <a:pt x="1116" y="4653"/>
                  <a:pt x="1116" y="4649"/>
                </a:cubicBezTo>
                <a:lnTo>
                  <a:pt x="1116" y="4343"/>
                </a:lnTo>
                <a:lnTo>
                  <a:pt x="1116" y="4008"/>
                </a:lnTo>
                <a:lnTo>
                  <a:pt x="1116" y="3673"/>
                </a:lnTo>
                <a:lnTo>
                  <a:pt x="1116" y="3338"/>
                </a:lnTo>
                <a:lnTo>
                  <a:pt x="1116" y="3002"/>
                </a:lnTo>
                <a:lnTo>
                  <a:pt x="1116" y="2704"/>
                </a:lnTo>
                <a:cubicBezTo>
                  <a:pt x="1148" y="2686"/>
                  <a:pt x="1178" y="2664"/>
                  <a:pt x="1204" y="2638"/>
                </a:cubicBezTo>
                <a:cubicBezTo>
                  <a:pt x="1270" y="2572"/>
                  <a:pt x="1313" y="2481"/>
                  <a:pt x="1318" y="2381"/>
                </a:cubicBezTo>
                <a:lnTo>
                  <a:pt x="1318" y="2380"/>
                </a:lnTo>
                <a:lnTo>
                  <a:pt x="1318" y="2378"/>
                </a:lnTo>
                <a:lnTo>
                  <a:pt x="1318" y="2377"/>
                </a:lnTo>
                <a:lnTo>
                  <a:pt x="1318" y="2376"/>
                </a:lnTo>
                <a:lnTo>
                  <a:pt x="1318" y="2376"/>
                </a:lnTo>
                <a:lnTo>
                  <a:pt x="1318" y="2375"/>
                </a:lnTo>
                <a:lnTo>
                  <a:pt x="1318" y="2372"/>
                </a:lnTo>
                <a:lnTo>
                  <a:pt x="1318" y="2372"/>
                </a:lnTo>
                <a:lnTo>
                  <a:pt x="1318" y="2371"/>
                </a:lnTo>
                <a:lnTo>
                  <a:pt x="1318" y="2371"/>
                </a:lnTo>
                <a:lnTo>
                  <a:pt x="1318" y="2368"/>
                </a:lnTo>
                <a:lnTo>
                  <a:pt x="1318" y="2367"/>
                </a:lnTo>
                <a:lnTo>
                  <a:pt x="1318" y="2366"/>
                </a:lnTo>
                <a:lnTo>
                  <a:pt x="1318" y="2362"/>
                </a:lnTo>
                <a:lnTo>
                  <a:pt x="1318" y="2357"/>
                </a:lnTo>
                <a:lnTo>
                  <a:pt x="1318" y="2357"/>
                </a:lnTo>
                <a:lnTo>
                  <a:pt x="1318" y="2356"/>
                </a:lnTo>
                <a:lnTo>
                  <a:pt x="1318" y="2352"/>
                </a:lnTo>
                <a:lnTo>
                  <a:pt x="1318" y="2352"/>
                </a:lnTo>
                <a:lnTo>
                  <a:pt x="1318" y="2352"/>
                </a:lnTo>
                <a:lnTo>
                  <a:pt x="1318" y="2351"/>
                </a:lnTo>
                <a:lnTo>
                  <a:pt x="1318" y="2349"/>
                </a:lnTo>
                <a:lnTo>
                  <a:pt x="1318" y="2347"/>
                </a:lnTo>
                <a:lnTo>
                  <a:pt x="1318" y="2347"/>
                </a:lnTo>
                <a:lnTo>
                  <a:pt x="1318" y="2346"/>
                </a:lnTo>
                <a:lnTo>
                  <a:pt x="1318" y="2345"/>
                </a:lnTo>
                <a:lnTo>
                  <a:pt x="1318" y="2344"/>
                </a:lnTo>
                <a:lnTo>
                  <a:pt x="1318" y="2343"/>
                </a:lnTo>
                <a:cubicBezTo>
                  <a:pt x="1313" y="2242"/>
                  <a:pt x="1270" y="2152"/>
                  <a:pt x="1204" y="2085"/>
                </a:cubicBezTo>
                <a:cubicBezTo>
                  <a:pt x="1157" y="2039"/>
                  <a:pt x="1099" y="2004"/>
                  <a:pt x="1034" y="1986"/>
                </a:cubicBezTo>
                <a:lnTo>
                  <a:pt x="1034" y="1439"/>
                </a:lnTo>
                <a:cubicBezTo>
                  <a:pt x="1034" y="1437"/>
                  <a:pt x="1033" y="1435"/>
                  <a:pt x="1033" y="1433"/>
                </a:cubicBezTo>
                <a:cubicBezTo>
                  <a:pt x="1036" y="1430"/>
                  <a:pt x="1040" y="1427"/>
                  <a:pt x="1043" y="1424"/>
                </a:cubicBezTo>
                <a:cubicBezTo>
                  <a:pt x="1072" y="1395"/>
                  <a:pt x="1091" y="1354"/>
                  <a:pt x="1091" y="1309"/>
                </a:cubicBezTo>
                <a:cubicBezTo>
                  <a:pt x="1091" y="1264"/>
                  <a:pt x="1072" y="1223"/>
                  <a:pt x="1043" y="1193"/>
                </a:cubicBezTo>
                <a:cubicBezTo>
                  <a:pt x="1021" y="1171"/>
                  <a:pt x="992" y="1155"/>
                  <a:pt x="961" y="1149"/>
                </a:cubicBezTo>
                <a:lnTo>
                  <a:pt x="961" y="33"/>
                </a:lnTo>
                <a:cubicBezTo>
                  <a:pt x="961" y="15"/>
                  <a:pt x="946" y="0"/>
                  <a:pt x="927" y="0"/>
                </a:cubicBezTo>
                <a:cubicBezTo>
                  <a:pt x="909" y="0"/>
                  <a:pt x="894" y="15"/>
                  <a:pt x="894" y="33"/>
                </a:cubicBezTo>
                <a:lnTo>
                  <a:pt x="894" y="1149"/>
                </a:lnTo>
                <a:close/>
                <a:moveTo>
                  <a:pt x="1075" y="5295"/>
                </a:moveTo>
                <a:cubicBezTo>
                  <a:pt x="1070" y="5296"/>
                  <a:pt x="1065" y="5298"/>
                  <a:pt x="1062" y="5301"/>
                </a:cubicBezTo>
                <a:cubicBezTo>
                  <a:pt x="1021" y="5320"/>
                  <a:pt x="975" y="5330"/>
                  <a:pt x="927" y="5330"/>
                </a:cubicBezTo>
                <a:cubicBezTo>
                  <a:pt x="879" y="5330"/>
                  <a:pt x="834" y="5320"/>
                  <a:pt x="793" y="5301"/>
                </a:cubicBezTo>
                <a:cubicBezTo>
                  <a:pt x="789" y="5298"/>
                  <a:pt x="785" y="5296"/>
                  <a:pt x="780" y="5295"/>
                </a:cubicBezTo>
                <a:cubicBezTo>
                  <a:pt x="749" y="5279"/>
                  <a:pt x="722" y="5259"/>
                  <a:pt x="698" y="5235"/>
                </a:cubicBezTo>
                <a:cubicBezTo>
                  <a:pt x="680" y="5217"/>
                  <a:pt x="663" y="5196"/>
                  <a:pt x="650" y="5174"/>
                </a:cubicBezTo>
                <a:lnTo>
                  <a:pt x="1204" y="5174"/>
                </a:lnTo>
                <a:cubicBezTo>
                  <a:pt x="1191" y="5196"/>
                  <a:pt x="1175" y="5217"/>
                  <a:pt x="1156" y="5235"/>
                </a:cubicBezTo>
                <a:cubicBezTo>
                  <a:pt x="1133" y="5259"/>
                  <a:pt x="1105" y="5279"/>
                  <a:pt x="1075" y="5295"/>
                </a:cubicBezTo>
                <a:lnTo>
                  <a:pt x="1075" y="529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Rectangle 98">
            <a:extLst>
              <a:ext uri="{FF2B5EF4-FFF2-40B4-BE49-F238E27FC236}">
                <a16:creationId xmlns:a16="http://schemas.microsoft.com/office/drawing/2014/main" id="{542EF6A5-D3D1-4B47-9AA7-91A812DF127B}"/>
              </a:ext>
            </a:extLst>
          </p:cNvPr>
          <p:cNvSpPr/>
          <p:nvPr/>
        </p:nvSpPr>
        <p:spPr bwMode="auto">
          <a:xfrm>
            <a:off x="353868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Tree>
    <p:custDataLst>
      <p:tags r:id="rId1"/>
    </p:custDataLst>
    <p:extLst>
      <p:ext uri="{BB962C8B-B14F-4D97-AF65-F5344CB8AC3E}">
        <p14:creationId xmlns:p14="http://schemas.microsoft.com/office/powerpoint/2010/main" val="239262972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063446-2BEE-CABE-4139-7E89C666513A}"/>
              </a:ext>
            </a:extLst>
          </p:cNvPr>
          <p:cNvSpPr>
            <a:spLocks noGrp="1"/>
          </p:cNvSpPr>
          <p:nvPr>
            <p:ph type="title"/>
          </p:nvPr>
        </p:nvSpPr>
        <p:spPr>
          <a:xfrm>
            <a:off x="214184" y="13663"/>
            <a:ext cx="9728886" cy="678316"/>
          </a:xfrm>
        </p:spPr>
        <p:txBody>
          <a:bodyPr/>
          <a:lstStyle/>
          <a:p>
            <a:r>
              <a:rPr lang="en-US"/>
              <a:t>Steps 16</a:t>
            </a:r>
            <a:endParaRPr lang="en-US" dirty="0"/>
          </a:p>
        </p:txBody>
      </p:sp>
      <p:grpSp>
        <p:nvGrpSpPr>
          <p:cNvPr id="3" name="Groupe 14">
            <a:extLst>
              <a:ext uri="{FF2B5EF4-FFF2-40B4-BE49-F238E27FC236}">
                <a16:creationId xmlns:a16="http://schemas.microsoft.com/office/drawing/2014/main" id="{0FB53EDB-28E7-C08A-3A1A-B2C83819AE9B}"/>
              </a:ext>
            </a:extLst>
          </p:cNvPr>
          <p:cNvGrpSpPr/>
          <p:nvPr/>
        </p:nvGrpSpPr>
        <p:grpSpPr>
          <a:xfrm>
            <a:off x="3824648" y="1018048"/>
            <a:ext cx="4542704" cy="5005588"/>
            <a:chOff x="3947969" y="1546600"/>
            <a:chExt cx="4542704" cy="5005588"/>
          </a:xfrm>
        </p:grpSpPr>
        <p:sp>
          <p:nvSpPr>
            <p:cNvPr id="4" name="Donut 12">
              <a:extLst>
                <a:ext uri="{FF2B5EF4-FFF2-40B4-BE49-F238E27FC236}">
                  <a16:creationId xmlns:a16="http://schemas.microsoft.com/office/drawing/2014/main" id="{DDECF2AE-C4A9-7761-66CB-4017583E0669}"/>
                </a:ext>
              </a:extLst>
            </p:cNvPr>
            <p:cNvSpPr/>
            <p:nvPr/>
          </p:nvSpPr>
          <p:spPr>
            <a:xfrm>
              <a:off x="3947969" y="4299426"/>
              <a:ext cx="2252762" cy="2252762"/>
            </a:xfrm>
            <a:prstGeom prst="donut">
              <a:avLst>
                <a:gd name="adj" fmla="val 14681"/>
              </a:avLst>
            </a:prstGeom>
            <a:solidFill>
              <a:schemeClr val="accent4"/>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8FA2581-9EB9-10B6-26B5-C9AC1421E1A9}"/>
                </a:ext>
              </a:extLst>
            </p:cNvPr>
            <p:cNvSpPr/>
            <p:nvPr/>
          </p:nvSpPr>
          <p:spPr>
            <a:xfrm>
              <a:off x="6480633" y="1546600"/>
              <a:ext cx="1011975" cy="1011975"/>
            </a:xfrm>
            <a:prstGeom prst="donut">
              <a:avLst>
                <a:gd name="adj" fmla="val 14681"/>
              </a:avLst>
            </a:prstGeom>
            <a:solidFill>
              <a:schemeClr val="accent1"/>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Donut 12">
              <a:extLst>
                <a:ext uri="{FF2B5EF4-FFF2-40B4-BE49-F238E27FC236}">
                  <a16:creationId xmlns:a16="http://schemas.microsoft.com/office/drawing/2014/main" id="{17C616F2-CE86-B8F6-A8F0-F68DC13A7432}"/>
                </a:ext>
              </a:extLst>
            </p:cNvPr>
            <p:cNvSpPr/>
            <p:nvPr/>
          </p:nvSpPr>
          <p:spPr>
            <a:xfrm>
              <a:off x="4288477" y="1933426"/>
              <a:ext cx="1606259" cy="1606259"/>
            </a:xfrm>
            <a:prstGeom prst="donut">
              <a:avLst>
                <a:gd name="adj" fmla="val 14681"/>
              </a:avLst>
            </a:prstGeom>
            <a:solidFill>
              <a:schemeClr val="accent2"/>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onut 12">
              <a:extLst>
                <a:ext uri="{FF2B5EF4-FFF2-40B4-BE49-F238E27FC236}">
                  <a16:creationId xmlns:a16="http://schemas.microsoft.com/office/drawing/2014/main" id="{F6B4EF1A-501C-A606-9F46-C6D84581E3F6}"/>
                </a:ext>
              </a:extLst>
            </p:cNvPr>
            <p:cNvSpPr/>
            <p:nvPr/>
          </p:nvSpPr>
          <p:spPr>
            <a:xfrm>
              <a:off x="6480633" y="2914536"/>
              <a:ext cx="2010040" cy="2010040"/>
            </a:xfrm>
            <a:prstGeom prst="donut">
              <a:avLst>
                <a:gd name="adj" fmla="val 14681"/>
              </a:avLst>
            </a:prstGeom>
            <a:solidFill>
              <a:schemeClr val="accent3"/>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Arc 7">
              <a:extLst>
                <a:ext uri="{FF2B5EF4-FFF2-40B4-BE49-F238E27FC236}">
                  <a16:creationId xmlns:a16="http://schemas.microsoft.com/office/drawing/2014/main" id="{6FA07D5F-11AF-0278-AB3F-5A383B376D44}"/>
                </a:ext>
              </a:extLst>
            </p:cNvPr>
            <p:cNvSpPr/>
            <p:nvPr/>
          </p:nvSpPr>
          <p:spPr>
            <a:xfrm flipH="1">
              <a:off x="5596576" y="4232128"/>
              <a:ext cx="1606259" cy="1606259"/>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64060E96-4532-8BD2-CFC0-DCD6DE76C9E3}"/>
                </a:ext>
              </a:extLst>
            </p:cNvPr>
            <p:cNvSpPr/>
            <p:nvPr/>
          </p:nvSpPr>
          <p:spPr>
            <a:xfrm>
              <a:off x="5283217" y="2803853"/>
              <a:ext cx="1495576" cy="1495576"/>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D4215F0A-F3B8-8A93-2154-B02A669E4905}"/>
                </a:ext>
              </a:extLst>
            </p:cNvPr>
            <p:cNvSpPr/>
            <p:nvPr/>
          </p:nvSpPr>
          <p:spPr>
            <a:xfrm flipH="1">
              <a:off x="5794820" y="1949710"/>
              <a:ext cx="1174940" cy="1174940"/>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 name="Groupe 19">
            <a:extLst>
              <a:ext uri="{FF2B5EF4-FFF2-40B4-BE49-F238E27FC236}">
                <a16:creationId xmlns:a16="http://schemas.microsoft.com/office/drawing/2014/main" id="{01A61CD4-6043-9848-45D5-90B6F62CBCC1}"/>
              </a:ext>
            </a:extLst>
          </p:cNvPr>
          <p:cNvGrpSpPr/>
          <p:nvPr/>
        </p:nvGrpSpPr>
        <p:grpSpPr>
          <a:xfrm>
            <a:off x="2758440" y="2664228"/>
            <a:ext cx="2209845" cy="381000"/>
            <a:chOff x="2758440" y="3131820"/>
            <a:chExt cx="2209845" cy="381000"/>
          </a:xfrm>
        </p:grpSpPr>
        <p:cxnSp>
          <p:nvCxnSpPr>
            <p:cNvPr id="12" name="Connecteur droit 16">
              <a:extLst>
                <a:ext uri="{FF2B5EF4-FFF2-40B4-BE49-F238E27FC236}">
                  <a16:creationId xmlns:a16="http://schemas.microsoft.com/office/drawing/2014/main" id="{2DC6E735-14C4-E7FE-1F5B-6087CC512AC2}"/>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3" name="Connecteur droit 18">
              <a:extLst>
                <a:ext uri="{FF2B5EF4-FFF2-40B4-BE49-F238E27FC236}">
                  <a16:creationId xmlns:a16="http://schemas.microsoft.com/office/drawing/2014/main" id="{C0D89A34-0CBA-4C07-E49A-5423FD08B50A}"/>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4" name="TextBox 82">
            <a:extLst>
              <a:ext uri="{FF2B5EF4-FFF2-40B4-BE49-F238E27FC236}">
                <a16:creationId xmlns:a16="http://schemas.microsoft.com/office/drawing/2014/main" id="{1141233C-AA63-5DC9-75A4-A448CC34E3F9}"/>
              </a:ext>
            </a:extLst>
          </p:cNvPr>
          <p:cNvSpPr txBox="1"/>
          <p:nvPr/>
        </p:nvSpPr>
        <p:spPr>
          <a:xfrm>
            <a:off x="650052" y="1943189"/>
            <a:ext cx="3375153"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15" name="Groupe 23">
            <a:extLst>
              <a:ext uri="{FF2B5EF4-FFF2-40B4-BE49-F238E27FC236}">
                <a16:creationId xmlns:a16="http://schemas.microsoft.com/office/drawing/2014/main" id="{C937D263-7CB5-7E9D-447C-45732630940B}"/>
              </a:ext>
            </a:extLst>
          </p:cNvPr>
          <p:cNvGrpSpPr/>
          <p:nvPr/>
        </p:nvGrpSpPr>
        <p:grpSpPr>
          <a:xfrm>
            <a:off x="2758440" y="5497306"/>
            <a:ext cx="2209845" cy="381000"/>
            <a:chOff x="2758440" y="3131820"/>
            <a:chExt cx="2209845" cy="381000"/>
          </a:xfrm>
        </p:grpSpPr>
        <p:cxnSp>
          <p:nvCxnSpPr>
            <p:cNvPr id="16" name="Connecteur droit 24">
              <a:extLst>
                <a:ext uri="{FF2B5EF4-FFF2-40B4-BE49-F238E27FC236}">
                  <a16:creationId xmlns:a16="http://schemas.microsoft.com/office/drawing/2014/main" id="{F522E57F-8D78-7A2A-E4C3-2A7A59C2996D}"/>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7" name="Connecteur droit 25">
              <a:extLst>
                <a:ext uri="{FF2B5EF4-FFF2-40B4-BE49-F238E27FC236}">
                  <a16:creationId xmlns:a16="http://schemas.microsoft.com/office/drawing/2014/main" id="{489A0D5D-21A2-8287-1CE0-204120B2AC2C}"/>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8" name="TextBox 82">
            <a:extLst>
              <a:ext uri="{FF2B5EF4-FFF2-40B4-BE49-F238E27FC236}">
                <a16:creationId xmlns:a16="http://schemas.microsoft.com/office/drawing/2014/main" id="{1EE80EF1-BB34-AB25-8928-F442ACAAF676}"/>
              </a:ext>
            </a:extLst>
          </p:cNvPr>
          <p:cNvSpPr txBox="1"/>
          <p:nvPr/>
        </p:nvSpPr>
        <p:spPr>
          <a:xfrm>
            <a:off x="460120" y="4798014"/>
            <a:ext cx="328320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19" name="Groupe 27">
            <a:extLst>
              <a:ext uri="{FF2B5EF4-FFF2-40B4-BE49-F238E27FC236}">
                <a16:creationId xmlns:a16="http://schemas.microsoft.com/office/drawing/2014/main" id="{1B548C37-1920-910B-6D88-14C463836AE8}"/>
              </a:ext>
            </a:extLst>
          </p:cNvPr>
          <p:cNvGrpSpPr/>
          <p:nvPr/>
        </p:nvGrpSpPr>
        <p:grpSpPr>
          <a:xfrm flipH="1">
            <a:off x="6863299" y="1939252"/>
            <a:ext cx="2209845" cy="381000"/>
            <a:chOff x="2758440" y="3131820"/>
            <a:chExt cx="2209845" cy="381000"/>
          </a:xfrm>
        </p:grpSpPr>
        <p:cxnSp>
          <p:nvCxnSpPr>
            <p:cNvPr id="20" name="Connecteur droit 28">
              <a:extLst>
                <a:ext uri="{FF2B5EF4-FFF2-40B4-BE49-F238E27FC236}">
                  <a16:creationId xmlns:a16="http://schemas.microsoft.com/office/drawing/2014/main" id="{DF47919F-2BCD-F8A0-8406-D38A033E8F76}"/>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1" name="Connecteur droit 29">
              <a:extLst>
                <a:ext uri="{FF2B5EF4-FFF2-40B4-BE49-F238E27FC236}">
                  <a16:creationId xmlns:a16="http://schemas.microsoft.com/office/drawing/2014/main" id="{D2561FD7-73FF-02B4-D06D-047BCAB98B29}"/>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grpSp>
        <p:nvGrpSpPr>
          <p:cNvPr id="22" name="Groupe 30">
            <a:extLst>
              <a:ext uri="{FF2B5EF4-FFF2-40B4-BE49-F238E27FC236}">
                <a16:creationId xmlns:a16="http://schemas.microsoft.com/office/drawing/2014/main" id="{A59CCC11-D45A-BC25-C22A-B3BD9A040F2F}"/>
              </a:ext>
            </a:extLst>
          </p:cNvPr>
          <p:cNvGrpSpPr/>
          <p:nvPr/>
        </p:nvGrpSpPr>
        <p:grpSpPr>
          <a:xfrm flipH="1">
            <a:off x="7346665" y="4000708"/>
            <a:ext cx="2209845" cy="381000"/>
            <a:chOff x="2758440" y="3131820"/>
            <a:chExt cx="2209845" cy="381000"/>
          </a:xfrm>
        </p:grpSpPr>
        <p:cxnSp>
          <p:nvCxnSpPr>
            <p:cNvPr id="23" name="Connecteur droit 31">
              <a:extLst>
                <a:ext uri="{FF2B5EF4-FFF2-40B4-BE49-F238E27FC236}">
                  <a16:creationId xmlns:a16="http://schemas.microsoft.com/office/drawing/2014/main" id="{FA3691BF-69CD-6531-16FF-5A9A5BE5EF67}"/>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 name="Connecteur droit 32">
              <a:extLst>
                <a:ext uri="{FF2B5EF4-FFF2-40B4-BE49-F238E27FC236}">
                  <a16:creationId xmlns:a16="http://schemas.microsoft.com/office/drawing/2014/main" id="{07121118-6B76-9C9F-7B86-63B868F276C6}"/>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25" name="TextBox 82">
            <a:extLst>
              <a:ext uri="{FF2B5EF4-FFF2-40B4-BE49-F238E27FC236}">
                <a16:creationId xmlns:a16="http://schemas.microsoft.com/office/drawing/2014/main" id="{D285F87F-3756-D13D-889B-D938295204CC}"/>
              </a:ext>
            </a:extLst>
          </p:cNvPr>
          <p:cNvSpPr txBox="1"/>
          <p:nvPr/>
        </p:nvSpPr>
        <p:spPr>
          <a:xfrm>
            <a:off x="7432336" y="1217487"/>
            <a:ext cx="3375153"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TextBox 82">
            <a:extLst>
              <a:ext uri="{FF2B5EF4-FFF2-40B4-BE49-F238E27FC236}">
                <a16:creationId xmlns:a16="http://schemas.microsoft.com/office/drawing/2014/main" id="{5C83F024-36F3-3054-9E4C-F847C5A8D960}"/>
              </a:ext>
            </a:extLst>
          </p:cNvPr>
          <p:cNvSpPr txBox="1"/>
          <p:nvPr/>
        </p:nvSpPr>
        <p:spPr>
          <a:xfrm>
            <a:off x="8467724" y="3184307"/>
            <a:ext cx="3098301"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52400046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BF3B9B-08D8-7CC2-27DF-5E3DA594CEE4}"/>
              </a:ext>
            </a:extLst>
          </p:cNvPr>
          <p:cNvSpPr>
            <a:spLocks noGrp="1"/>
          </p:cNvSpPr>
          <p:nvPr>
            <p:ph type="title"/>
          </p:nvPr>
        </p:nvSpPr>
        <p:spPr>
          <a:xfrm>
            <a:off x="214184" y="13663"/>
            <a:ext cx="9728886" cy="678316"/>
          </a:xfrm>
        </p:spPr>
        <p:txBody>
          <a:bodyPr/>
          <a:lstStyle/>
          <a:p>
            <a:r>
              <a:rPr lang="en-US" dirty="0"/>
              <a:t>Chain 9</a:t>
            </a:r>
          </a:p>
        </p:txBody>
      </p:sp>
      <p:grpSp>
        <p:nvGrpSpPr>
          <p:cNvPr id="3" name="Groupe 105">
            <a:extLst>
              <a:ext uri="{FF2B5EF4-FFF2-40B4-BE49-F238E27FC236}">
                <a16:creationId xmlns:a16="http://schemas.microsoft.com/office/drawing/2014/main" id="{6F82A578-0075-9DC9-B7BA-94A852F21F52}"/>
              </a:ext>
            </a:extLst>
          </p:cNvPr>
          <p:cNvGrpSpPr/>
          <p:nvPr/>
        </p:nvGrpSpPr>
        <p:grpSpPr>
          <a:xfrm>
            <a:off x="4745837" y="1211372"/>
            <a:ext cx="2700328" cy="4580218"/>
            <a:chOff x="4673651" y="1203232"/>
            <a:chExt cx="2844699" cy="4825099"/>
          </a:xfrm>
        </p:grpSpPr>
        <p:sp>
          <p:nvSpPr>
            <p:cNvPr id="4" name="Forme libre : forme 38">
              <a:extLst>
                <a:ext uri="{FF2B5EF4-FFF2-40B4-BE49-F238E27FC236}">
                  <a16:creationId xmlns:a16="http://schemas.microsoft.com/office/drawing/2014/main" id="{8D02BE12-28A4-5BE2-40E6-B1F313F63A10}"/>
                </a:ext>
              </a:extLst>
            </p:cNvPr>
            <p:cNvSpPr/>
            <p:nvPr/>
          </p:nvSpPr>
          <p:spPr>
            <a:xfrm rot="2545089">
              <a:off x="5554900" y="4772533"/>
              <a:ext cx="575604" cy="822291"/>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orme libre : forme 37">
              <a:extLst>
                <a:ext uri="{FF2B5EF4-FFF2-40B4-BE49-F238E27FC236}">
                  <a16:creationId xmlns:a16="http://schemas.microsoft.com/office/drawing/2014/main" id="{5364CF79-8FD2-85E6-945C-4C562C3D99D6}"/>
                </a:ext>
              </a:extLst>
            </p:cNvPr>
            <p:cNvSpPr/>
            <p:nvPr/>
          </p:nvSpPr>
          <p:spPr>
            <a:xfrm rot="18905126" flipH="1">
              <a:off x="5400958" y="3594167"/>
              <a:ext cx="751841" cy="1074065"/>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3">
              <a:extLst>
                <a:ext uri="{FF2B5EF4-FFF2-40B4-BE49-F238E27FC236}">
                  <a16:creationId xmlns:a16="http://schemas.microsoft.com/office/drawing/2014/main" id="{3526A781-89EC-0828-0E48-568CCA125D1B}"/>
                </a:ext>
              </a:extLst>
            </p:cNvPr>
            <p:cNvSpPr/>
            <p:nvPr/>
          </p:nvSpPr>
          <p:spPr>
            <a:xfrm rot="2694874">
              <a:off x="5435559" y="2196272"/>
              <a:ext cx="925134" cy="1321623"/>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7" name="Groupe 3">
              <a:extLst>
                <a:ext uri="{FF2B5EF4-FFF2-40B4-BE49-F238E27FC236}">
                  <a16:creationId xmlns:a16="http://schemas.microsoft.com/office/drawing/2014/main" id="{6CCBD874-620C-C4D5-1A35-D02CEF911A46}"/>
                </a:ext>
              </a:extLst>
            </p:cNvPr>
            <p:cNvGrpSpPr/>
            <p:nvPr/>
          </p:nvGrpSpPr>
          <p:grpSpPr>
            <a:xfrm>
              <a:off x="5885220" y="1203232"/>
              <a:ext cx="1633130" cy="1633130"/>
              <a:chOff x="3979125" y="1485010"/>
              <a:chExt cx="2078774" cy="2078774"/>
            </a:xfrm>
          </p:grpSpPr>
          <p:sp>
            <p:nvSpPr>
              <p:cNvPr id="22" name="Ellipse 1">
                <a:extLst>
                  <a:ext uri="{FF2B5EF4-FFF2-40B4-BE49-F238E27FC236}">
                    <a16:creationId xmlns:a16="http://schemas.microsoft.com/office/drawing/2014/main" id="{B5B11672-381C-05F1-10D9-B2DA7245EE4E}"/>
                  </a:ext>
                </a:extLst>
              </p:cNvPr>
              <p:cNvSpPr/>
              <p:nvPr/>
            </p:nvSpPr>
            <p:spPr>
              <a:xfrm>
                <a:off x="4113909" y="1619794"/>
                <a:ext cx="1809206" cy="1809206"/>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
                <a:extLst>
                  <a:ext uri="{FF2B5EF4-FFF2-40B4-BE49-F238E27FC236}">
                    <a16:creationId xmlns:a16="http://schemas.microsoft.com/office/drawing/2014/main" id="{6EBBA480-7AFC-A157-0E1D-7ACB620478DC}"/>
                  </a:ext>
                </a:extLst>
              </p:cNvPr>
              <p:cNvSpPr/>
              <p:nvPr/>
            </p:nvSpPr>
            <p:spPr>
              <a:xfrm>
                <a:off x="3979125" y="1485010"/>
                <a:ext cx="2078774" cy="2078774"/>
              </a:xfrm>
              <a:prstGeom prst="ellipse">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6">
              <a:extLst>
                <a:ext uri="{FF2B5EF4-FFF2-40B4-BE49-F238E27FC236}">
                  <a16:creationId xmlns:a16="http://schemas.microsoft.com/office/drawing/2014/main" id="{EE445BED-030F-779A-E04A-4CDB0E807CF9}"/>
                </a:ext>
              </a:extLst>
            </p:cNvPr>
            <p:cNvGrpSpPr/>
            <p:nvPr/>
          </p:nvGrpSpPr>
          <p:grpSpPr>
            <a:xfrm>
              <a:off x="4673651" y="2903897"/>
              <a:ext cx="1211569" cy="1211569"/>
              <a:chOff x="3979125" y="1485010"/>
              <a:chExt cx="2078774" cy="2078774"/>
            </a:xfrm>
          </p:grpSpPr>
          <p:sp>
            <p:nvSpPr>
              <p:cNvPr id="20" name="Ellipse 8">
                <a:extLst>
                  <a:ext uri="{FF2B5EF4-FFF2-40B4-BE49-F238E27FC236}">
                    <a16:creationId xmlns:a16="http://schemas.microsoft.com/office/drawing/2014/main" id="{41C1D555-0026-9437-C0BC-8403A24BEF4B}"/>
                  </a:ext>
                </a:extLst>
              </p:cNvPr>
              <p:cNvSpPr/>
              <p:nvPr/>
            </p:nvSpPr>
            <p:spPr>
              <a:xfrm>
                <a:off x="4113909" y="1619794"/>
                <a:ext cx="1809206" cy="1809206"/>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9">
                <a:extLst>
                  <a:ext uri="{FF2B5EF4-FFF2-40B4-BE49-F238E27FC236}">
                    <a16:creationId xmlns:a16="http://schemas.microsoft.com/office/drawing/2014/main" id="{048AA3C6-D833-C688-AF84-0591B0AE5A8F}"/>
                  </a:ext>
                </a:extLst>
              </p:cNvPr>
              <p:cNvSpPr/>
              <p:nvPr/>
            </p:nvSpPr>
            <p:spPr>
              <a:xfrm>
                <a:off x="3979125" y="1485010"/>
                <a:ext cx="2078774" cy="2078774"/>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14">
              <a:extLst>
                <a:ext uri="{FF2B5EF4-FFF2-40B4-BE49-F238E27FC236}">
                  <a16:creationId xmlns:a16="http://schemas.microsoft.com/office/drawing/2014/main" id="{CF4440EB-6A26-FFAF-5869-3AB562C5442C}"/>
                </a:ext>
              </a:extLst>
            </p:cNvPr>
            <p:cNvGrpSpPr/>
            <p:nvPr/>
          </p:nvGrpSpPr>
          <p:grpSpPr>
            <a:xfrm>
              <a:off x="5776880" y="4183001"/>
              <a:ext cx="978850" cy="978850"/>
              <a:chOff x="3979125" y="1485010"/>
              <a:chExt cx="2078774" cy="2078774"/>
            </a:xfrm>
          </p:grpSpPr>
          <p:sp>
            <p:nvSpPr>
              <p:cNvPr id="18" name="Ellipse 16">
                <a:extLst>
                  <a:ext uri="{FF2B5EF4-FFF2-40B4-BE49-F238E27FC236}">
                    <a16:creationId xmlns:a16="http://schemas.microsoft.com/office/drawing/2014/main" id="{CAD498C9-C2C5-D75F-0749-42A84F3ACC47}"/>
                  </a:ext>
                </a:extLst>
              </p:cNvPr>
              <p:cNvSpPr/>
              <p:nvPr/>
            </p:nvSpPr>
            <p:spPr>
              <a:xfrm>
                <a:off x="4113909" y="1619794"/>
                <a:ext cx="1809206" cy="1809206"/>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7">
                <a:extLst>
                  <a:ext uri="{FF2B5EF4-FFF2-40B4-BE49-F238E27FC236}">
                    <a16:creationId xmlns:a16="http://schemas.microsoft.com/office/drawing/2014/main" id="{F2608B99-94C3-6C84-9C37-1705067E28E8}"/>
                  </a:ext>
                </a:extLst>
              </p:cNvPr>
              <p:cNvSpPr/>
              <p:nvPr/>
            </p:nvSpPr>
            <p:spPr>
              <a:xfrm>
                <a:off x="3979125" y="1485010"/>
                <a:ext cx="2078774" cy="2078774"/>
              </a:xfrm>
              <a:prstGeom prst="ellipse">
                <a:avLst/>
              </a:prstGeom>
              <a:no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29">
              <a:extLst>
                <a:ext uri="{FF2B5EF4-FFF2-40B4-BE49-F238E27FC236}">
                  <a16:creationId xmlns:a16="http://schemas.microsoft.com/office/drawing/2014/main" id="{AAE18842-2144-85A4-D5F7-EEB9AF5DCD31}"/>
                </a:ext>
              </a:extLst>
            </p:cNvPr>
            <p:cNvGrpSpPr/>
            <p:nvPr/>
          </p:nvGrpSpPr>
          <p:grpSpPr>
            <a:xfrm>
              <a:off x="5060662" y="5229384"/>
              <a:ext cx="798947" cy="798947"/>
              <a:chOff x="3979125" y="1485010"/>
              <a:chExt cx="2078774" cy="2078774"/>
            </a:xfrm>
          </p:grpSpPr>
          <p:sp>
            <p:nvSpPr>
              <p:cNvPr id="16" name="Ellipse 34">
                <a:extLst>
                  <a:ext uri="{FF2B5EF4-FFF2-40B4-BE49-F238E27FC236}">
                    <a16:creationId xmlns:a16="http://schemas.microsoft.com/office/drawing/2014/main" id="{2A5F74E7-4187-1DC1-9A7A-55074B4133D8}"/>
                  </a:ext>
                </a:extLst>
              </p:cNvPr>
              <p:cNvSpPr/>
              <p:nvPr/>
            </p:nvSpPr>
            <p:spPr>
              <a:xfrm>
                <a:off x="4113909" y="1619794"/>
                <a:ext cx="1809206" cy="1809206"/>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2017144A-6CE0-061C-6CBE-08267EA5D0B3}"/>
                  </a:ext>
                </a:extLst>
              </p:cNvPr>
              <p:cNvSpPr/>
              <p:nvPr/>
            </p:nvSpPr>
            <p:spPr>
              <a:xfrm>
                <a:off x="3979125" y="1485010"/>
                <a:ext cx="2078774" cy="2078774"/>
              </a:xfrm>
              <a:prstGeom prst="ellipse">
                <a:avLst/>
              </a:prstGeom>
              <a:no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10">
              <a:extLst>
                <a:ext uri="{FF2B5EF4-FFF2-40B4-BE49-F238E27FC236}">
                  <a16:creationId xmlns:a16="http://schemas.microsoft.com/office/drawing/2014/main" id="{AFD2681E-3FA8-1CE3-DA7C-E3B6B1530D3F}"/>
                </a:ext>
              </a:extLst>
            </p:cNvPr>
            <p:cNvSpPr/>
            <p:nvPr/>
          </p:nvSpPr>
          <p:spPr>
            <a:xfrm flipH="1">
              <a:off x="6490034" y="1663142"/>
              <a:ext cx="423502" cy="713310"/>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chemeClr val="bg1"/>
                  </a:solidFill>
                  <a:effectLst/>
                  <a:uLnTx/>
                  <a:uFillTx/>
                  <a:ea typeface="+mn-ea"/>
                  <a:cs typeface="+mn-cs"/>
                </a:rPr>
                <a:t>1</a:t>
              </a:r>
              <a:endParaRPr kumimoji="0" lang="en-US" sz="16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C4E3C473-6DD9-FBC4-FAE1-8D911AFA3CC7}"/>
                </a:ext>
              </a:extLst>
            </p:cNvPr>
            <p:cNvSpPr/>
            <p:nvPr/>
          </p:nvSpPr>
          <p:spPr>
            <a:xfrm flipH="1">
              <a:off x="5067119" y="3193667"/>
              <a:ext cx="423502" cy="583617"/>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bg1"/>
                  </a:solidFill>
                  <a:effectLst/>
                  <a:uLnTx/>
                  <a:uFillTx/>
                  <a:ea typeface="+mn-ea"/>
                  <a:cs typeface="+mn-cs"/>
                </a:rPr>
                <a:t>2</a:t>
              </a:r>
              <a:endParaRPr kumimoji="0" lang="en-US" sz="12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3" name="Rectangle 12">
              <a:extLst>
                <a:ext uri="{FF2B5EF4-FFF2-40B4-BE49-F238E27FC236}">
                  <a16:creationId xmlns:a16="http://schemas.microsoft.com/office/drawing/2014/main" id="{C7D46763-E249-C5A2-E873-D6A54FD2CF6D}"/>
                </a:ext>
              </a:extLst>
            </p:cNvPr>
            <p:cNvSpPr/>
            <p:nvPr/>
          </p:nvSpPr>
          <p:spPr>
            <a:xfrm flipH="1">
              <a:off x="6054554" y="4445463"/>
              <a:ext cx="423502" cy="45392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bg1"/>
                  </a:solidFill>
                  <a:effectLst/>
                  <a:uLnTx/>
                  <a:uFillTx/>
                  <a:ea typeface="+mn-ea"/>
                  <a:cs typeface="+mn-cs"/>
                </a:rPr>
                <a:t>3</a:t>
              </a:r>
              <a:endParaRPr kumimoji="0" lang="en-US" sz="105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4E48AAD1-4DEB-383E-030C-5E276963872C}"/>
                </a:ext>
              </a:extLst>
            </p:cNvPr>
            <p:cNvSpPr/>
            <p:nvPr/>
          </p:nvSpPr>
          <p:spPr>
            <a:xfrm flipH="1">
              <a:off x="5233303" y="5418949"/>
              <a:ext cx="423502" cy="38907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bg1"/>
                  </a:solidFill>
                  <a:effectLst/>
                  <a:uLnTx/>
                  <a:uFillTx/>
                  <a:ea typeface="+mn-ea"/>
                  <a:cs typeface="+mn-cs"/>
                </a:rPr>
                <a:t>4</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5" name="Ellipse 75">
              <a:extLst>
                <a:ext uri="{FF2B5EF4-FFF2-40B4-BE49-F238E27FC236}">
                  <a16:creationId xmlns:a16="http://schemas.microsoft.com/office/drawing/2014/main" id="{D67E7099-DA34-3AEE-6F56-A4CAB317FB88}"/>
                </a:ext>
              </a:extLst>
            </p:cNvPr>
            <p:cNvSpPr/>
            <p:nvPr/>
          </p:nvSpPr>
          <p:spPr>
            <a:xfrm>
              <a:off x="6979215" y="4616733"/>
              <a:ext cx="114300" cy="1143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Ellipse 48">
            <a:extLst>
              <a:ext uri="{FF2B5EF4-FFF2-40B4-BE49-F238E27FC236}">
                <a16:creationId xmlns:a16="http://schemas.microsoft.com/office/drawing/2014/main" id="{C33C146C-4DAC-E413-2D0A-B70A4E8C8730}"/>
              </a:ext>
            </a:extLst>
          </p:cNvPr>
          <p:cNvSpPr/>
          <p:nvPr/>
        </p:nvSpPr>
        <p:spPr>
          <a:xfrm>
            <a:off x="7745131" y="1915887"/>
            <a:ext cx="114300"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5" name="Connecteur droit 50">
            <a:extLst>
              <a:ext uri="{FF2B5EF4-FFF2-40B4-BE49-F238E27FC236}">
                <a16:creationId xmlns:a16="http://schemas.microsoft.com/office/drawing/2014/main" id="{7E9ECA48-B4A9-A401-3E77-F8091C27A5C1}"/>
              </a:ext>
            </a:extLst>
          </p:cNvPr>
          <p:cNvCxnSpPr>
            <a:cxnSpLocks/>
          </p:cNvCxnSpPr>
          <p:nvPr/>
        </p:nvCxnSpPr>
        <p:spPr>
          <a:xfrm>
            <a:off x="7859431" y="1973037"/>
            <a:ext cx="3309118"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Ellipse 67">
            <a:extLst>
              <a:ext uri="{FF2B5EF4-FFF2-40B4-BE49-F238E27FC236}">
                <a16:creationId xmlns:a16="http://schemas.microsoft.com/office/drawing/2014/main" id="{BF09C14B-1E35-B257-4147-3EB7A1DC91EF}"/>
              </a:ext>
            </a:extLst>
          </p:cNvPr>
          <p:cNvSpPr/>
          <p:nvPr/>
        </p:nvSpPr>
        <p:spPr>
          <a:xfrm flipH="1">
            <a:off x="4304441" y="3368706"/>
            <a:ext cx="114300" cy="1143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Connecteur droit 73">
            <a:extLst>
              <a:ext uri="{FF2B5EF4-FFF2-40B4-BE49-F238E27FC236}">
                <a16:creationId xmlns:a16="http://schemas.microsoft.com/office/drawing/2014/main" id="{35BE24A6-D438-2921-822B-F0D61B5A8D60}"/>
              </a:ext>
            </a:extLst>
          </p:cNvPr>
          <p:cNvCxnSpPr>
            <a:cxnSpLocks/>
          </p:cNvCxnSpPr>
          <p:nvPr/>
        </p:nvCxnSpPr>
        <p:spPr>
          <a:xfrm flipH="1">
            <a:off x="904240" y="3425856"/>
            <a:ext cx="340020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Connecteur droit 76">
            <a:extLst>
              <a:ext uri="{FF2B5EF4-FFF2-40B4-BE49-F238E27FC236}">
                <a16:creationId xmlns:a16="http://schemas.microsoft.com/office/drawing/2014/main" id="{10FCB4FE-29DC-D730-24D3-32685D333B50}"/>
              </a:ext>
            </a:extLst>
          </p:cNvPr>
          <p:cNvCxnSpPr>
            <a:cxnSpLocks/>
          </p:cNvCxnSpPr>
          <p:nvPr/>
        </p:nvCxnSpPr>
        <p:spPr>
          <a:xfrm>
            <a:off x="7027836" y="4497236"/>
            <a:ext cx="4144989" cy="12137"/>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29" name="Ellipse 86">
            <a:extLst>
              <a:ext uri="{FF2B5EF4-FFF2-40B4-BE49-F238E27FC236}">
                <a16:creationId xmlns:a16="http://schemas.microsoft.com/office/drawing/2014/main" id="{E926413B-36F8-5B10-13F0-CD9D04B80995}"/>
              </a:ext>
            </a:extLst>
          </p:cNvPr>
          <p:cNvSpPr/>
          <p:nvPr/>
        </p:nvSpPr>
        <p:spPr>
          <a:xfrm flipH="1">
            <a:off x="4795361" y="5324030"/>
            <a:ext cx="114300" cy="1143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0" name="Connecteur droit 87">
            <a:extLst>
              <a:ext uri="{FF2B5EF4-FFF2-40B4-BE49-F238E27FC236}">
                <a16:creationId xmlns:a16="http://schemas.microsoft.com/office/drawing/2014/main" id="{364F29F4-5CBB-076C-BB64-6787F4A6EAB9}"/>
              </a:ext>
            </a:extLst>
          </p:cNvPr>
          <p:cNvCxnSpPr>
            <a:cxnSpLocks/>
          </p:cNvCxnSpPr>
          <p:nvPr/>
        </p:nvCxnSpPr>
        <p:spPr>
          <a:xfrm flipH="1">
            <a:off x="931293" y="5381180"/>
            <a:ext cx="386406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31" name="TextBox 82">
            <a:extLst>
              <a:ext uri="{FF2B5EF4-FFF2-40B4-BE49-F238E27FC236}">
                <a16:creationId xmlns:a16="http://schemas.microsoft.com/office/drawing/2014/main" id="{5A351EB2-045E-09F2-B686-D78DA0FA3E9E}"/>
              </a:ext>
            </a:extLst>
          </p:cNvPr>
          <p:cNvSpPr txBox="1"/>
          <p:nvPr/>
        </p:nvSpPr>
        <p:spPr>
          <a:xfrm>
            <a:off x="8091009" y="1628743"/>
            <a:ext cx="3077540" cy="338554"/>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2" name="TextBox 82">
            <a:extLst>
              <a:ext uri="{FF2B5EF4-FFF2-40B4-BE49-F238E27FC236}">
                <a16:creationId xmlns:a16="http://schemas.microsoft.com/office/drawing/2014/main" id="{D2DD82C2-1594-B39F-C325-CDA15A7EA3E9}"/>
              </a:ext>
            </a:extLst>
          </p:cNvPr>
          <p:cNvSpPr txBox="1"/>
          <p:nvPr/>
        </p:nvSpPr>
        <p:spPr>
          <a:xfrm>
            <a:off x="8091009" y="1861408"/>
            <a:ext cx="307754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3" name="TextBox 82">
            <a:extLst>
              <a:ext uri="{FF2B5EF4-FFF2-40B4-BE49-F238E27FC236}">
                <a16:creationId xmlns:a16="http://schemas.microsoft.com/office/drawing/2014/main" id="{25B0871D-77D3-6228-37E1-A7130F6C2D42}"/>
              </a:ext>
            </a:extLst>
          </p:cNvPr>
          <p:cNvSpPr txBox="1"/>
          <p:nvPr/>
        </p:nvSpPr>
        <p:spPr>
          <a:xfrm>
            <a:off x="931293" y="3087018"/>
            <a:ext cx="3077540" cy="33855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r>
              <a:rPr kumimoji="0" lang="en-US" sz="1600" b="0" i="0" u="none" strike="noStrike" kern="1200" cap="none" spc="0" normalizeH="0" baseline="0" noProof="0" dirty="0">
                <a:ln>
                  <a:noFill/>
                </a:ln>
                <a:solidFill>
                  <a:schemeClr val="accent2"/>
                </a:solidFill>
                <a:effectLst/>
                <a:uLnTx/>
                <a:uFillTx/>
                <a:ea typeface="+mn-ea"/>
                <a:cs typeface="+mn-cs"/>
              </a:rPr>
              <a:t> </a:t>
            </a:r>
          </a:p>
        </p:txBody>
      </p:sp>
      <p:sp>
        <p:nvSpPr>
          <p:cNvPr id="34" name="TextBox 82">
            <a:extLst>
              <a:ext uri="{FF2B5EF4-FFF2-40B4-BE49-F238E27FC236}">
                <a16:creationId xmlns:a16="http://schemas.microsoft.com/office/drawing/2014/main" id="{BB52573B-44E8-9E8F-BCFA-17377EC50770}"/>
              </a:ext>
            </a:extLst>
          </p:cNvPr>
          <p:cNvSpPr txBox="1"/>
          <p:nvPr/>
        </p:nvSpPr>
        <p:spPr>
          <a:xfrm>
            <a:off x="931293" y="3320347"/>
            <a:ext cx="3077540"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5" name="TextBox 82">
            <a:extLst>
              <a:ext uri="{FF2B5EF4-FFF2-40B4-BE49-F238E27FC236}">
                <a16:creationId xmlns:a16="http://schemas.microsoft.com/office/drawing/2014/main" id="{E2CE5C38-63DE-62E9-279C-3A4335D3C050}"/>
              </a:ext>
            </a:extLst>
          </p:cNvPr>
          <p:cNvSpPr txBox="1"/>
          <p:nvPr/>
        </p:nvSpPr>
        <p:spPr>
          <a:xfrm>
            <a:off x="8077160" y="4174498"/>
            <a:ext cx="3077540" cy="338554"/>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r>
              <a:rPr kumimoji="0" lang="en-US" sz="1600" b="0" i="0" u="none" strike="noStrike" kern="1200" cap="none" spc="0" normalizeH="0" baseline="0" noProof="0" dirty="0">
                <a:ln>
                  <a:noFill/>
                </a:ln>
                <a:solidFill>
                  <a:schemeClr val="accent3"/>
                </a:solidFill>
                <a:effectLst/>
                <a:uLnTx/>
                <a:uFillTx/>
                <a:ea typeface="+mn-ea"/>
                <a:cs typeface="+mn-cs"/>
              </a:rPr>
              <a:t> </a:t>
            </a:r>
          </a:p>
        </p:txBody>
      </p:sp>
      <p:sp>
        <p:nvSpPr>
          <p:cNvPr id="36" name="TextBox 82">
            <a:extLst>
              <a:ext uri="{FF2B5EF4-FFF2-40B4-BE49-F238E27FC236}">
                <a16:creationId xmlns:a16="http://schemas.microsoft.com/office/drawing/2014/main" id="{D9276138-FD78-5BA0-1DA7-A0FAE4D12CF8}"/>
              </a:ext>
            </a:extLst>
          </p:cNvPr>
          <p:cNvSpPr txBox="1"/>
          <p:nvPr/>
        </p:nvSpPr>
        <p:spPr>
          <a:xfrm>
            <a:off x="8077160" y="4373689"/>
            <a:ext cx="307754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7" name="TextBox 82">
            <a:extLst>
              <a:ext uri="{FF2B5EF4-FFF2-40B4-BE49-F238E27FC236}">
                <a16:creationId xmlns:a16="http://schemas.microsoft.com/office/drawing/2014/main" id="{BE0593D8-CF1B-DFF1-C170-F1DBE4713ED8}"/>
              </a:ext>
            </a:extLst>
          </p:cNvPr>
          <p:cNvSpPr txBox="1"/>
          <p:nvPr/>
        </p:nvSpPr>
        <p:spPr>
          <a:xfrm>
            <a:off x="931293" y="5046102"/>
            <a:ext cx="3077540" cy="33855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r>
              <a:rPr kumimoji="0" lang="en-US" sz="1600" b="0" i="0" u="none" strike="noStrike" kern="1200" cap="none" spc="0" normalizeH="0" baseline="0" noProof="0" dirty="0">
                <a:ln>
                  <a:noFill/>
                </a:ln>
                <a:solidFill>
                  <a:schemeClr val="accent4"/>
                </a:solidFill>
                <a:effectLst/>
                <a:uLnTx/>
                <a:uFillTx/>
                <a:ea typeface="+mn-ea"/>
                <a:cs typeface="+mn-cs"/>
              </a:rPr>
              <a:t> </a:t>
            </a:r>
          </a:p>
        </p:txBody>
      </p:sp>
      <p:sp>
        <p:nvSpPr>
          <p:cNvPr id="38" name="TextBox 82">
            <a:extLst>
              <a:ext uri="{FF2B5EF4-FFF2-40B4-BE49-F238E27FC236}">
                <a16:creationId xmlns:a16="http://schemas.microsoft.com/office/drawing/2014/main" id="{DE61B7D1-78BB-E466-E325-143018E728EA}"/>
              </a:ext>
            </a:extLst>
          </p:cNvPr>
          <p:cNvSpPr txBox="1"/>
          <p:nvPr/>
        </p:nvSpPr>
        <p:spPr>
          <a:xfrm>
            <a:off x="931293" y="5275956"/>
            <a:ext cx="3077540"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75656328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AC85447E-7076-D9DB-0827-2042EACDA32F}"/>
              </a:ext>
            </a:extLst>
          </p:cNvPr>
          <p:cNvGrpSpPr/>
          <p:nvPr/>
        </p:nvGrpSpPr>
        <p:grpSpPr>
          <a:xfrm>
            <a:off x="638716" y="5013987"/>
            <a:ext cx="10971393" cy="1103053"/>
            <a:chOff x="638716" y="5204487"/>
            <a:chExt cx="10971393" cy="110305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52044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EA707F78-0FF9-1816-AED1-B59A85F40AA1}"/>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(rows) 06</a:t>
            </a:r>
          </a:p>
        </p:txBody>
      </p:sp>
      <p:grpSp>
        <p:nvGrpSpPr>
          <p:cNvPr id="5" name="Group 4">
            <a:extLst>
              <a:ext uri="{FF2B5EF4-FFF2-40B4-BE49-F238E27FC236}">
                <a16:creationId xmlns:a16="http://schemas.microsoft.com/office/drawing/2014/main" id="{0C2E07AF-AE6C-C93B-3098-EAB62F0FA32C}"/>
              </a:ext>
            </a:extLst>
          </p:cNvPr>
          <p:cNvGrpSpPr/>
          <p:nvPr/>
        </p:nvGrpSpPr>
        <p:grpSpPr>
          <a:xfrm>
            <a:off x="638716" y="382522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74861A43-AE3B-AAC4-A1FB-312C5F756797}"/>
              </a:ext>
            </a:extLst>
          </p:cNvPr>
          <p:cNvGrpSpPr/>
          <p:nvPr/>
        </p:nvGrpSpPr>
        <p:grpSpPr>
          <a:xfrm>
            <a:off x="638714" y="263441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cxnSp>
        <p:nvCxnSpPr>
          <p:cNvPr id="15" name="Straight Connector 14">
            <a:extLst>
              <a:ext uri="{FF2B5EF4-FFF2-40B4-BE49-F238E27FC236}">
                <a16:creationId xmlns:a16="http://schemas.microsoft.com/office/drawing/2014/main" id="{09D8442E-7634-4868-A2E5-A2C35A3DB1EC}"/>
              </a:ext>
            </a:extLst>
          </p:cNvPr>
          <p:cNvCxnSpPr>
            <a:cxnSpLocks/>
          </p:cNvCxnSpPr>
          <p:nvPr/>
        </p:nvCxnSpPr>
        <p:spPr>
          <a:xfrm flipV="1">
            <a:off x="638714" y="2589584"/>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BE28158-E611-4264-8854-E062209A4236}"/>
              </a:ext>
            </a:extLst>
          </p:cNvPr>
          <p:cNvCxnSpPr>
            <a:cxnSpLocks/>
          </p:cNvCxnSpPr>
          <p:nvPr/>
        </p:nvCxnSpPr>
        <p:spPr>
          <a:xfrm flipV="1">
            <a:off x="638714" y="3780387"/>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EBE6272-720C-417B-BD06-FF797C22F48C}"/>
              </a:ext>
            </a:extLst>
          </p:cNvPr>
          <p:cNvCxnSpPr>
            <a:cxnSpLocks/>
          </p:cNvCxnSpPr>
          <p:nvPr/>
        </p:nvCxnSpPr>
        <p:spPr>
          <a:xfrm flipV="1">
            <a:off x="638714" y="4969151"/>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92" name="Arrow34" descr="{&quot;Key&quot;:&quot;POWER_USER_SHAPE_ICON&quot;,&quot;Value&quot;:&quot;POWER_USER_SHAPE_ICON_STYLE_1&quot;}">
            <a:extLst>
              <a:ext uri="{FF2B5EF4-FFF2-40B4-BE49-F238E27FC236}">
                <a16:creationId xmlns:a16="http://schemas.microsoft.com/office/drawing/2014/main" id="{C79DDAA8-B42F-441D-B9B2-A9B794134D9B}"/>
              </a:ext>
            </a:extLst>
          </p:cNvPr>
          <p:cNvGrpSpPr>
            <a:grpSpLocks noChangeAspect="1"/>
          </p:cNvGrpSpPr>
          <p:nvPr/>
        </p:nvGrpSpPr>
        <p:grpSpPr>
          <a:xfrm>
            <a:off x="818866" y="5294051"/>
            <a:ext cx="547953" cy="542925"/>
            <a:chOff x="6004176" y="1690066"/>
            <a:chExt cx="1039285" cy="1029748"/>
          </a:xfrm>
          <a:solidFill>
            <a:schemeClr val="lt1"/>
          </a:solidFill>
        </p:grpSpPr>
        <p:sp>
          <p:nvSpPr>
            <p:cNvPr id="93" name="Freeform 195">
              <a:extLst>
                <a:ext uri="{FF2B5EF4-FFF2-40B4-BE49-F238E27FC236}">
                  <a16:creationId xmlns:a16="http://schemas.microsoft.com/office/drawing/2014/main" id="{FBA0986E-E702-4787-B707-DC624F83A0D1}"/>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96">
              <a:extLst>
                <a:ext uri="{FF2B5EF4-FFF2-40B4-BE49-F238E27FC236}">
                  <a16:creationId xmlns:a16="http://schemas.microsoft.com/office/drawing/2014/main" id="{2F3BCE43-90C9-478C-B274-D991012788E9}"/>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97">
              <a:extLst>
                <a:ext uri="{FF2B5EF4-FFF2-40B4-BE49-F238E27FC236}">
                  <a16:creationId xmlns:a16="http://schemas.microsoft.com/office/drawing/2014/main" id="{A27DF8FD-B37E-4743-AF96-DFF263B4022D}"/>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98">
              <a:extLst>
                <a:ext uri="{FF2B5EF4-FFF2-40B4-BE49-F238E27FC236}">
                  <a16:creationId xmlns:a16="http://schemas.microsoft.com/office/drawing/2014/main" id="{6F4054B2-ED39-4357-B6C5-F383C0891498}"/>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nalytics22" descr="{&quot;Key&quot;:&quot;POWER_USER_SHAPE_ICON&quot;,&quot;Value&quot;:&quot;POWER_USER_SHAPE_ICON_STYLE_1&quot;}">
            <a:extLst>
              <a:ext uri="{FF2B5EF4-FFF2-40B4-BE49-F238E27FC236}">
                <a16:creationId xmlns:a16="http://schemas.microsoft.com/office/drawing/2014/main" id="{37DF05D1-7074-4F84-82FE-C6C5114ADD3F}"/>
              </a:ext>
            </a:extLst>
          </p:cNvPr>
          <p:cNvGrpSpPr>
            <a:grpSpLocks noChangeAspect="1"/>
          </p:cNvGrpSpPr>
          <p:nvPr/>
        </p:nvGrpSpPr>
        <p:grpSpPr>
          <a:xfrm>
            <a:off x="777923" y="4105285"/>
            <a:ext cx="665407" cy="542925"/>
            <a:chOff x="4287838" y="1695450"/>
            <a:chExt cx="896938" cy="731838"/>
          </a:xfrm>
        </p:grpSpPr>
        <p:sp>
          <p:nvSpPr>
            <p:cNvPr id="98" name="Oval 291">
              <a:extLst>
                <a:ext uri="{FF2B5EF4-FFF2-40B4-BE49-F238E27FC236}">
                  <a16:creationId xmlns:a16="http://schemas.microsoft.com/office/drawing/2014/main" id="{94AD59BC-2A32-4A39-BBFA-09C85E7BC8B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92">
              <a:extLst>
                <a:ext uri="{FF2B5EF4-FFF2-40B4-BE49-F238E27FC236}">
                  <a16:creationId xmlns:a16="http://schemas.microsoft.com/office/drawing/2014/main" id="{208D53DD-7A74-4C25-A61C-0CF6FB72929E}"/>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93">
              <a:extLst>
                <a:ext uri="{FF2B5EF4-FFF2-40B4-BE49-F238E27FC236}">
                  <a16:creationId xmlns:a16="http://schemas.microsoft.com/office/drawing/2014/main" id="{9A0E6E86-D2B8-430D-A846-633D40351364}"/>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94">
              <a:extLst>
                <a:ext uri="{FF2B5EF4-FFF2-40B4-BE49-F238E27FC236}">
                  <a16:creationId xmlns:a16="http://schemas.microsoft.com/office/drawing/2014/main" id="{0BB6F334-72D8-483B-9D11-955D81280742}"/>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95">
              <a:extLst>
                <a:ext uri="{FF2B5EF4-FFF2-40B4-BE49-F238E27FC236}">
                  <a16:creationId xmlns:a16="http://schemas.microsoft.com/office/drawing/2014/main" id="{BA950287-AA96-473A-B5DA-1E382EECD8E2}"/>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296">
              <a:extLst>
                <a:ext uri="{FF2B5EF4-FFF2-40B4-BE49-F238E27FC236}">
                  <a16:creationId xmlns:a16="http://schemas.microsoft.com/office/drawing/2014/main" id="{0FA94C2B-58DA-4FE5-8E8A-C57D89B6BD4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297">
              <a:extLst>
                <a:ext uri="{FF2B5EF4-FFF2-40B4-BE49-F238E27FC236}">
                  <a16:creationId xmlns:a16="http://schemas.microsoft.com/office/drawing/2014/main" id="{233F0999-15AF-4EF7-BC39-784DDBD62D70}"/>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298">
              <a:extLst>
                <a:ext uri="{FF2B5EF4-FFF2-40B4-BE49-F238E27FC236}">
                  <a16:creationId xmlns:a16="http://schemas.microsoft.com/office/drawing/2014/main" id="{6886CE15-6F1F-466F-8A04-BCD3C31B93DE}"/>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299">
              <a:extLst>
                <a:ext uri="{FF2B5EF4-FFF2-40B4-BE49-F238E27FC236}">
                  <a16:creationId xmlns:a16="http://schemas.microsoft.com/office/drawing/2014/main" id="{267CED29-1628-4D32-A7C5-2AD3A0337D2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300">
              <a:extLst>
                <a:ext uri="{FF2B5EF4-FFF2-40B4-BE49-F238E27FC236}">
                  <a16:creationId xmlns:a16="http://schemas.microsoft.com/office/drawing/2014/main" id="{67D9A1A5-234A-421C-95A6-1C5BD8C5FFE8}"/>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Oval 301">
              <a:extLst>
                <a:ext uri="{FF2B5EF4-FFF2-40B4-BE49-F238E27FC236}">
                  <a16:creationId xmlns:a16="http://schemas.microsoft.com/office/drawing/2014/main" id="{50C0BF81-4694-4083-931E-50C3788B1D0F}"/>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302">
              <a:extLst>
                <a:ext uri="{FF2B5EF4-FFF2-40B4-BE49-F238E27FC236}">
                  <a16:creationId xmlns:a16="http://schemas.microsoft.com/office/drawing/2014/main" id="{66EB6697-D8C1-4F88-93D4-E349757E11BA}"/>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Oval 303">
              <a:extLst>
                <a:ext uri="{FF2B5EF4-FFF2-40B4-BE49-F238E27FC236}">
                  <a16:creationId xmlns:a16="http://schemas.microsoft.com/office/drawing/2014/main" id="{410387E3-AA50-4216-80E8-8B15C7AFCABE}"/>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304">
              <a:extLst>
                <a:ext uri="{FF2B5EF4-FFF2-40B4-BE49-F238E27FC236}">
                  <a16:creationId xmlns:a16="http://schemas.microsoft.com/office/drawing/2014/main" id="{F74AA440-B6C0-497D-9053-1D1AEFEA25E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305">
              <a:extLst>
                <a:ext uri="{FF2B5EF4-FFF2-40B4-BE49-F238E27FC236}">
                  <a16:creationId xmlns:a16="http://schemas.microsoft.com/office/drawing/2014/main" id="{67B6257F-07A7-4E08-999A-2B76C79FBF0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306">
              <a:extLst>
                <a:ext uri="{FF2B5EF4-FFF2-40B4-BE49-F238E27FC236}">
                  <a16:creationId xmlns:a16="http://schemas.microsoft.com/office/drawing/2014/main" id="{A27C2896-463A-4BF9-94F2-FA9205B6AB7C}"/>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07">
              <a:extLst>
                <a:ext uri="{FF2B5EF4-FFF2-40B4-BE49-F238E27FC236}">
                  <a16:creationId xmlns:a16="http://schemas.microsoft.com/office/drawing/2014/main" id="{65A2879F-003E-4E2E-B99A-DD8794B5DDBF}"/>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308">
              <a:extLst>
                <a:ext uri="{FF2B5EF4-FFF2-40B4-BE49-F238E27FC236}">
                  <a16:creationId xmlns:a16="http://schemas.microsoft.com/office/drawing/2014/main" id="{97E08D8A-18CB-44CA-BD26-66F434E10B3E}"/>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309">
              <a:extLst>
                <a:ext uri="{FF2B5EF4-FFF2-40B4-BE49-F238E27FC236}">
                  <a16:creationId xmlns:a16="http://schemas.microsoft.com/office/drawing/2014/main" id="{50DF9874-E60B-46A8-9D76-38BFBE55599C}"/>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310">
              <a:extLst>
                <a:ext uri="{FF2B5EF4-FFF2-40B4-BE49-F238E27FC236}">
                  <a16:creationId xmlns:a16="http://schemas.microsoft.com/office/drawing/2014/main" id="{22F810B0-6B47-424D-9F0B-3255D9DE342A}"/>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8" name="Astronomy" descr="{&quot;Key&quot;:&quot;POWER_USER_SHAPE_ICON&quot;,&quot;Value&quot;:&quot;POWER_USER_SHAPE_ICON_STYLE_1&quot;}">
            <a:extLst>
              <a:ext uri="{FF2B5EF4-FFF2-40B4-BE49-F238E27FC236}">
                <a16:creationId xmlns:a16="http://schemas.microsoft.com/office/drawing/2014/main" id="{E5B5160A-606C-4382-8F85-7349FEAF6800}"/>
              </a:ext>
            </a:extLst>
          </p:cNvPr>
          <p:cNvGrpSpPr>
            <a:grpSpLocks noChangeAspect="1"/>
          </p:cNvGrpSpPr>
          <p:nvPr/>
        </p:nvGrpSpPr>
        <p:grpSpPr>
          <a:xfrm>
            <a:off x="791570" y="2915502"/>
            <a:ext cx="702531" cy="542925"/>
            <a:chOff x="7031038" y="1733550"/>
            <a:chExt cx="852487" cy="658813"/>
          </a:xfrm>
        </p:grpSpPr>
        <p:sp>
          <p:nvSpPr>
            <p:cNvPr id="119" name="Freeform 178">
              <a:extLst>
                <a:ext uri="{FF2B5EF4-FFF2-40B4-BE49-F238E27FC236}">
                  <a16:creationId xmlns:a16="http://schemas.microsoft.com/office/drawing/2014/main" id="{5863EA8A-D985-4D6D-893D-6DD23411C364}"/>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79">
              <a:extLst>
                <a:ext uri="{FF2B5EF4-FFF2-40B4-BE49-F238E27FC236}">
                  <a16:creationId xmlns:a16="http://schemas.microsoft.com/office/drawing/2014/main" id="{F1702506-1B05-478D-A68D-3DBE98AA7957}"/>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0">
              <a:extLst>
                <a:ext uri="{FF2B5EF4-FFF2-40B4-BE49-F238E27FC236}">
                  <a16:creationId xmlns:a16="http://schemas.microsoft.com/office/drawing/2014/main" id="{F223C3D4-43D9-44D8-A730-8E3F294F2D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Oval 181">
              <a:extLst>
                <a:ext uri="{FF2B5EF4-FFF2-40B4-BE49-F238E27FC236}">
                  <a16:creationId xmlns:a16="http://schemas.microsoft.com/office/drawing/2014/main" id="{337B56FC-5E12-4824-8E7E-D3ADBB3FDAC8}"/>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82">
              <a:extLst>
                <a:ext uri="{FF2B5EF4-FFF2-40B4-BE49-F238E27FC236}">
                  <a16:creationId xmlns:a16="http://schemas.microsoft.com/office/drawing/2014/main" id="{7691B84A-42D1-4F43-853F-55F5E6685D5E}"/>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83">
              <a:extLst>
                <a:ext uri="{FF2B5EF4-FFF2-40B4-BE49-F238E27FC236}">
                  <a16:creationId xmlns:a16="http://schemas.microsoft.com/office/drawing/2014/main" id="{C7B8D386-DDE3-4A84-A8A2-2F83E75F1FE5}"/>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84">
              <a:extLst>
                <a:ext uri="{FF2B5EF4-FFF2-40B4-BE49-F238E27FC236}">
                  <a16:creationId xmlns:a16="http://schemas.microsoft.com/office/drawing/2014/main" id="{60C62F99-6C89-408F-A689-B52C25AF1E00}"/>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185">
              <a:extLst>
                <a:ext uri="{FF2B5EF4-FFF2-40B4-BE49-F238E27FC236}">
                  <a16:creationId xmlns:a16="http://schemas.microsoft.com/office/drawing/2014/main" id="{5352482A-0502-4902-BD33-82ED9C2750C7}"/>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86">
              <a:extLst>
                <a:ext uri="{FF2B5EF4-FFF2-40B4-BE49-F238E27FC236}">
                  <a16:creationId xmlns:a16="http://schemas.microsoft.com/office/drawing/2014/main" id="{A564FEEA-9AF7-4FCD-A083-BCA673821600}"/>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87">
              <a:extLst>
                <a:ext uri="{FF2B5EF4-FFF2-40B4-BE49-F238E27FC236}">
                  <a16:creationId xmlns:a16="http://schemas.microsoft.com/office/drawing/2014/main" id="{92D90903-2909-416C-923F-25A8C170CD2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88">
              <a:extLst>
                <a:ext uri="{FF2B5EF4-FFF2-40B4-BE49-F238E27FC236}">
                  <a16:creationId xmlns:a16="http://schemas.microsoft.com/office/drawing/2014/main" id="{0DEB43FF-23FC-46C1-9456-709DD5BD2485}"/>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89">
              <a:extLst>
                <a:ext uri="{FF2B5EF4-FFF2-40B4-BE49-F238E27FC236}">
                  <a16:creationId xmlns:a16="http://schemas.microsoft.com/office/drawing/2014/main" id="{C57D6A05-EC7B-46BB-A9C3-9F21BA9244E8}"/>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190">
              <a:extLst>
                <a:ext uri="{FF2B5EF4-FFF2-40B4-BE49-F238E27FC236}">
                  <a16:creationId xmlns:a16="http://schemas.microsoft.com/office/drawing/2014/main" id="{5935B1AB-EA1F-4067-849A-B53A65A15FFE}"/>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Automation3" descr="{&quot;Key&quot;:&quot;POWER_USER_SHAPE_ICON&quot;,&quot;Value&quot;:&quot;POWER_USER_SHAPE_ICON_STYLE_1&quot;}">
            <a:extLst>
              <a:ext uri="{FF2B5EF4-FFF2-40B4-BE49-F238E27FC236}">
                <a16:creationId xmlns:a16="http://schemas.microsoft.com/office/drawing/2014/main" id="{8808990F-42B2-4EF6-90BD-8A8A753C75B5}"/>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133" name="Freeform 107">
              <a:extLst>
                <a:ext uri="{FF2B5EF4-FFF2-40B4-BE49-F238E27FC236}">
                  <a16:creationId xmlns:a16="http://schemas.microsoft.com/office/drawing/2014/main" id="{BB237E61-AC3E-44D4-B4EA-07A9090D6AD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8">
              <a:extLst>
                <a:ext uri="{FF2B5EF4-FFF2-40B4-BE49-F238E27FC236}">
                  <a16:creationId xmlns:a16="http://schemas.microsoft.com/office/drawing/2014/main" id="{38BBB9F1-344B-4AB3-AF76-F6D3C0DE7D70}"/>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9">
              <a:extLst>
                <a:ext uri="{FF2B5EF4-FFF2-40B4-BE49-F238E27FC236}">
                  <a16:creationId xmlns:a16="http://schemas.microsoft.com/office/drawing/2014/main" id="{D5EFD8C9-55B6-4AB4-B998-11A7DC9C9EA2}"/>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10">
              <a:extLst>
                <a:ext uri="{FF2B5EF4-FFF2-40B4-BE49-F238E27FC236}">
                  <a16:creationId xmlns:a16="http://schemas.microsoft.com/office/drawing/2014/main" id="{6F208D40-A5D5-4CE4-A0B0-94B5C9CD06F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11">
              <a:extLst>
                <a:ext uri="{FF2B5EF4-FFF2-40B4-BE49-F238E27FC236}">
                  <a16:creationId xmlns:a16="http://schemas.microsoft.com/office/drawing/2014/main" id="{58E6D4E8-D2F9-424C-A7BA-F85F66554815}"/>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12">
              <a:extLst>
                <a:ext uri="{FF2B5EF4-FFF2-40B4-BE49-F238E27FC236}">
                  <a16:creationId xmlns:a16="http://schemas.microsoft.com/office/drawing/2014/main" id="{38241790-32FC-4733-B771-A4F4AEC6540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13">
              <a:extLst>
                <a:ext uri="{FF2B5EF4-FFF2-40B4-BE49-F238E27FC236}">
                  <a16:creationId xmlns:a16="http://schemas.microsoft.com/office/drawing/2014/main" id="{68FA0E18-F0FF-4DB2-953C-A7F61B3674F9}"/>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14">
              <a:extLst>
                <a:ext uri="{FF2B5EF4-FFF2-40B4-BE49-F238E27FC236}">
                  <a16:creationId xmlns:a16="http://schemas.microsoft.com/office/drawing/2014/main" id="{2579D9CA-19C8-4797-B827-4708E1A43F98}"/>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5">
              <a:extLst>
                <a:ext uri="{FF2B5EF4-FFF2-40B4-BE49-F238E27FC236}">
                  <a16:creationId xmlns:a16="http://schemas.microsoft.com/office/drawing/2014/main" id="{DF9D581D-6BFF-4B6C-818E-0FE4EF123315}"/>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6">
              <a:extLst>
                <a:ext uri="{FF2B5EF4-FFF2-40B4-BE49-F238E27FC236}">
                  <a16:creationId xmlns:a16="http://schemas.microsoft.com/office/drawing/2014/main" id="{3B08FC91-6935-4580-95B7-A5151AE6C67C}"/>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7">
              <a:extLst>
                <a:ext uri="{FF2B5EF4-FFF2-40B4-BE49-F238E27FC236}">
                  <a16:creationId xmlns:a16="http://schemas.microsoft.com/office/drawing/2014/main" id="{B6DFE18F-EEFB-41A8-8C56-041F8DBFF6B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8">
              <a:extLst>
                <a:ext uri="{FF2B5EF4-FFF2-40B4-BE49-F238E27FC236}">
                  <a16:creationId xmlns:a16="http://schemas.microsoft.com/office/drawing/2014/main" id="{023814CB-0EB4-4C88-BF31-CD1A1FF25421}"/>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19">
              <a:extLst>
                <a:ext uri="{FF2B5EF4-FFF2-40B4-BE49-F238E27FC236}">
                  <a16:creationId xmlns:a16="http://schemas.microsoft.com/office/drawing/2014/main" id="{0BC010AD-4282-4C73-8FD2-D8F4D24F190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41602835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Group 76">
            <a:extLst>
              <a:ext uri="{FF2B5EF4-FFF2-40B4-BE49-F238E27FC236}">
                <a16:creationId xmlns:a16="http://schemas.microsoft.com/office/drawing/2014/main" id="{E72CA49A-7603-6619-2053-5358130259E8}"/>
              </a:ext>
            </a:extLst>
          </p:cNvPr>
          <p:cNvGrpSpPr/>
          <p:nvPr/>
        </p:nvGrpSpPr>
        <p:grpSpPr>
          <a:xfrm>
            <a:off x="638716" y="5015574"/>
            <a:ext cx="10971393" cy="1103053"/>
            <a:chOff x="638716" y="5204487"/>
            <a:chExt cx="10971393" cy="1103053"/>
          </a:xfrm>
        </p:grpSpPr>
        <p:sp>
          <p:nvSpPr>
            <p:cNvPr id="78" name="Rectangle 77">
              <a:extLst>
                <a:ext uri="{FF2B5EF4-FFF2-40B4-BE49-F238E27FC236}">
                  <a16:creationId xmlns:a16="http://schemas.microsoft.com/office/drawing/2014/main" id="{77A073D6-8C28-89CF-16F5-0ED7167B71B4}"/>
                </a:ext>
              </a:extLst>
            </p:cNvPr>
            <p:cNvSpPr>
              <a:spLocks/>
            </p:cNvSpPr>
            <p:nvPr/>
          </p:nvSpPr>
          <p:spPr bwMode="auto">
            <a:xfrm>
              <a:off x="1378424" y="52044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1" name="Pentagon 33">
              <a:extLst>
                <a:ext uri="{FF2B5EF4-FFF2-40B4-BE49-F238E27FC236}">
                  <a16:creationId xmlns:a16="http://schemas.microsoft.com/office/drawing/2014/main" id="{3D0EC6FA-A5DB-09C6-6C1D-EFA9A9E0DCBD}"/>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(rows) 05</a:t>
            </a:r>
          </a:p>
        </p:txBody>
      </p:sp>
      <p:grpSp>
        <p:nvGrpSpPr>
          <p:cNvPr id="5" name="Group 4">
            <a:extLst>
              <a:ext uri="{FF2B5EF4-FFF2-40B4-BE49-F238E27FC236}">
                <a16:creationId xmlns:a16="http://schemas.microsoft.com/office/drawing/2014/main" id="{FC328007-F3A3-2790-3E3D-0AF39EA9E13A}"/>
              </a:ext>
            </a:extLst>
          </p:cNvPr>
          <p:cNvGrpSpPr/>
          <p:nvPr/>
        </p:nvGrpSpPr>
        <p:grpSpPr>
          <a:xfrm>
            <a:off x="638716" y="382628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103EAC45-91AF-DE50-F4F1-B67812915A1C}"/>
              </a:ext>
            </a:extLst>
          </p:cNvPr>
          <p:cNvGrpSpPr/>
          <p:nvPr/>
        </p:nvGrpSpPr>
        <p:grpSpPr>
          <a:xfrm>
            <a:off x="638714" y="263494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3891C629-04EA-C584-88A2-77C781CF8E0E}"/>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16" name="Arrow34" descr="{&quot;Key&quot;:&quot;POWER_USER_SHAPE_ICON&quot;,&quot;Value&quot;:&quot;POWER_USER_SHAPE_ICON_STYLE_1&quot;}">
            <a:extLst>
              <a:ext uri="{FF2B5EF4-FFF2-40B4-BE49-F238E27FC236}">
                <a16:creationId xmlns:a16="http://schemas.microsoft.com/office/drawing/2014/main" id="{508AEB6A-A0E9-4205-81D2-DC33164FE8C8}"/>
              </a:ext>
            </a:extLst>
          </p:cNvPr>
          <p:cNvGrpSpPr>
            <a:grpSpLocks noChangeAspect="1"/>
          </p:cNvGrpSpPr>
          <p:nvPr/>
        </p:nvGrpSpPr>
        <p:grpSpPr>
          <a:xfrm>
            <a:off x="818866" y="5295638"/>
            <a:ext cx="547953" cy="542925"/>
            <a:chOff x="6004176" y="1690066"/>
            <a:chExt cx="1039285" cy="1029748"/>
          </a:xfrm>
          <a:solidFill>
            <a:schemeClr val="lt1"/>
          </a:solidFill>
        </p:grpSpPr>
        <p:sp>
          <p:nvSpPr>
            <p:cNvPr id="17" name="Freeform 195">
              <a:extLst>
                <a:ext uri="{FF2B5EF4-FFF2-40B4-BE49-F238E27FC236}">
                  <a16:creationId xmlns:a16="http://schemas.microsoft.com/office/drawing/2014/main" id="{2F883A14-8C93-4B23-8C60-1F1862D5BE19}"/>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96">
              <a:extLst>
                <a:ext uri="{FF2B5EF4-FFF2-40B4-BE49-F238E27FC236}">
                  <a16:creationId xmlns:a16="http://schemas.microsoft.com/office/drawing/2014/main" id="{C135FC0E-3858-44E9-AB61-BE871C4E6908}"/>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97">
              <a:extLst>
                <a:ext uri="{FF2B5EF4-FFF2-40B4-BE49-F238E27FC236}">
                  <a16:creationId xmlns:a16="http://schemas.microsoft.com/office/drawing/2014/main" id="{496D0FAF-7CD1-44D4-BCD3-D2C01798186A}"/>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98">
              <a:extLst>
                <a:ext uri="{FF2B5EF4-FFF2-40B4-BE49-F238E27FC236}">
                  <a16:creationId xmlns:a16="http://schemas.microsoft.com/office/drawing/2014/main" id="{8F49D0A1-FD14-4BCB-81B1-1DFA5CC71A77}"/>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 name="Analytics22" descr="{&quot;Key&quot;:&quot;POWER_USER_SHAPE_ICON&quot;,&quot;Value&quot;:&quot;POWER_USER_SHAPE_ICON_STYLE_1&quot;}">
            <a:extLst>
              <a:ext uri="{FF2B5EF4-FFF2-40B4-BE49-F238E27FC236}">
                <a16:creationId xmlns:a16="http://schemas.microsoft.com/office/drawing/2014/main" id="{B5785806-B020-49F9-AEB7-235061A69040}"/>
              </a:ext>
            </a:extLst>
          </p:cNvPr>
          <p:cNvGrpSpPr>
            <a:grpSpLocks noChangeAspect="1"/>
          </p:cNvGrpSpPr>
          <p:nvPr/>
        </p:nvGrpSpPr>
        <p:grpSpPr>
          <a:xfrm>
            <a:off x="777923" y="4106345"/>
            <a:ext cx="665407" cy="542925"/>
            <a:chOff x="4287838" y="1695450"/>
            <a:chExt cx="896938" cy="731838"/>
          </a:xfrm>
        </p:grpSpPr>
        <p:sp>
          <p:nvSpPr>
            <p:cNvPr id="22" name="Oval 291">
              <a:extLst>
                <a:ext uri="{FF2B5EF4-FFF2-40B4-BE49-F238E27FC236}">
                  <a16:creationId xmlns:a16="http://schemas.microsoft.com/office/drawing/2014/main" id="{34F96511-FEEC-485F-B236-2E4AB7369FE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292">
              <a:extLst>
                <a:ext uri="{FF2B5EF4-FFF2-40B4-BE49-F238E27FC236}">
                  <a16:creationId xmlns:a16="http://schemas.microsoft.com/office/drawing/2014/main" id="{AD4CD52B-4967-4A3C-B367-A717918B303F}"/>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293">
              <a:extLst>
                <a:ext uri="{FF2B5EF4-FFF2-40B4-BE49-F238E27FC236}">
                  <a16:creationId xmlns:a16="http://schemas.microsoft.com/office/drawing/2014/main" id="{D5520A60-80FC-46FB-A1C1-509475078843}"/>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94">
              <a:extLst>
                <a:ext uri="{FF2B5EF4-FFF2-40B4-BE49-F238E27FC236}">
                  <a16:creationId xmlns:a16="http://schemas.microsoft.com/office/drawing/2014/main" id="{45CA3D63-E679-492E-91D5-7FB00765DA05}"/>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95">
              <a:extLst>
                <a:ext uri="{FF2B5EF4-FFF2-40B4-BE49-F238E27FC236}">
                  <a16:creationId xmlns:a16="http://schemas.microsoft.com/office/drawing/2014/main" id="{0D0994C8-7B5D-488A-954A-E9A798646589}"/>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96">
              <a:extLst>
                <a:ext uri="{FF2B5EF4-FFF2-40B4-BE49-F238E27FC236}">
                  <a16:creationId xmlns:a16="http://schemas.microsoft.com/office/drawing/2014/main" id="{EF9D0A8B-70F0-4DC2-A0A2-62088240E21F}"/>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97">
              <a:extLst>
                <a:ext uri="{FF2B5EF4-FFF2-40B4-BE49-F238E27FC236}">
                  <a16:creationId xmlns:a16="http://schemas.microsoft.com/office/drawing/2014/main" id="{EF472C65-1AD0-4EBE-895F-378ED46460E7}"/>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8">
              <a:extLst>
                <a:ext uri="{FF2B5EF4-FFF2-40B4-BE49-F238E27FC236}">
                  <a16:creationId xmlns:a16="http://schemas.microsoft.com/office/drawing/2014/main" id="{9AA9064A-FDC2-4D16-9F4B-FD6ABF7CF993}"/>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299">
              <a:extLst>
                <a:ext uri="{FF2B5EF4-FFF2-40B4-BE49-F238E27FC236}">
                  <a16:creationId xmlns:a16="http://schemas.microsoft.com/office/drawing/2014/main" id="{20BE79D6-B3A2-4511-B068-9EC7305EB5E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300">
              <a:extLst>
                <a:ext uri="{FF2B5EF4-FFF2-40B4-BE49-F238E27FC236}">
                  <a16:creationId xmlns:a16="http://schemas.microsoft.com/office/drawing/2014/main" id="{4AB013C4-DAF2-4BC0-8B13-733564790D8B}"/>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Oval 301">
              <a:extLst>
                <a:ext uri="{FF2B5EF4-FFF2-40B4-BE49-F238E27FC236}">
                  <a16:creationId xmlns:a16="http://schemas.microsoft.com/office/drawing/2014/main" id="{95E36DBE-92EC-442D-B15E-93859908BB7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Oval 302">
              <a:extLst>
                <a:ext uri="{FF2B5EF4-FFF2-40B4-BE49-F238E27FC236}">
                  <a16:creationId xmlns:a16="http://schemas.microsoft.com/office/drawing/2014/main" id="{BB8165C4-6949-4B44-A685-15FB633AE654}"/>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Oval 303">
              <a:extLst>
                <a:ext uri="{FF2B5EF4-FFF2-40B4-BE49-F238E27FC236}">
                  <a16:creationId xmlns:a16="http://schemas.microsoft.com/office/drawing/2014/main" id="{67BDB70D-2B15-4550-AA37-680509B815D6}"/>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304">
              <a:extLst>
                <a:ext uri="{FF2B5EF4-FFF2-40B4-BE49-F238E27FC236}">
                  <a16:creationId xmlns:a16="http://schemas.microsoft.com/office/drawing/2014/main" id="{C31B7495-1FD3-460C-9FC9-F4EC1C670AB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305">
              <a:extLst>
                <a:ext uri="{FF2B5EF4-FFF2-40B4-BE49-F238E27FC236}">
                  <a16:creationId xmlns:a16="http://schemas.microsoft.com/office/drawing/2014/main" id="{0A429F12-963B-4B02-8E0D-F21625A414B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Line 306">
              <a:extLst>
                <a:ext uri="{FF2B5EF4-FFF2-40B4-BE49-F238E27FC236}">
                  <a16:creationId xmlns:a16="http://schemas.microsoft.com/office/drawing/2014/main" id="{ED4FC696-DD06-48B4-AA75-416778F391A7}"/>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07">
              <a:extLst>
                <a:ext uri="{FF2B5EF4-FFF2-40B4-BE49-F238E27FC236}">
                  <a16:creationId xmlns:a16="http://schemas.microsoft.com/office/drawing/2014/main" id="{C10E9981-6A45-4154-AED3-2E0E60E260C7}"/>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08">
              <a:extLst>
                <a:ext uri="{FF2B5EF4-FFF2-40B4-BE49-F238E27FC236}">
                  <a16:creationId xmlns:a16="http://schemas.microsoft.com/office/drawing/2014/main" id="{FAF22F86-652A-43CF-887C-F2CB271FD9D5}"/>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09">
              <a:extLst>
                <a:ext uri="{FF2B5EF4-FFF2-40B4-BE49-F238E27FC236}">
                  <a16:creationId xmlns:a16="http://schemas.microsoft.com/office/drawing/2014/main" id="{B75A7953-FCE8-49E4-97FF-73E3F1F92903}"/>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10">
              <a:extLst>
                <a:ext uri="{FF2B5EF4-FFF2-40B4-BE49-F238E27FC236}">
                  <a16:creationId xmlns:a16="http://schemas.microsoft.com/office/drawing/2014/main" id="{C435DE23-B0CF-4591-BBE3-DBEDFD523797}"/>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Astronomy" descr="{&quot;Key&quot;:&quot;POWER_USER_SHAPE_ICON&quot;,&quot;Value&quot;:&quot;POWER_USER_SHAPE_ICON_STYLE_1&quot;}">
            <a:extLst>
              <a:ext uri="{FF2B5EF4-FFF2-40B4-BE49-F238E27FC236}">
                <a16:creationId xmlns:a16="http://schemas.microsoft.com/office/drawing/2014/main" id="{1F4D8B60-BB03-4549-819F-0DA07F0BAA8A}"/>
              </a:ext>
            </a:extLst>
          </p:cNvPr>
          <p:cNvGrpSpPr>
            <a:grpSpLocks noChangeAspect="1"/>
          </p:cNvGrpSpPr>
          <p:nvPr/>
        </p:nvGrpSpPr>
        <p:grpSpPr>
          <a:xfrm>
            <a:off x="791570" y="2916032"/>
            <a:ext cx="702531" cy="542925"/>
            <a:chOff x="7031038" y="1733550"/>
            <a:chExt cx="852487" cy="658813"/>
          </a:xfrm>
        </p:grpSpPr>
        <p:sp>
          <p:nvSpPr>
            <p:cNvPr id="43" name="Freeform 178">
              <a:extLst>
                <a:ext uri="{FF2B5EF4-FFF2-40B4-BE49-F238E27FC236}">
                  <a16:creationId xmlns:a16="http://schemas.microsoft.com/office/drawing/2014/main" id="{BF8744E7-448A-46C1-B41F-EE73F92AC697}"/>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9">
              <a:extLst>
                <a:ext uri="{FF2B5EF4-FFF2-40B4-BE49-F238E27FC236}">
                  <a16:creationId xmlns:a16="http://schemas.microsoft.com/office/drawing/2014/main" id="{B0076479-044B-4BF1-AB65-A5C0CC50096A}"/>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80">
              <a:extLst>
                <a:ext uri="{FF2B5EF4-FFF2-40B4-BE49-F238E27FC236}">
                  <a16:creationId xmlns:a16="http://schemas.microsoft.com/office/drawing/2014/main" id="{3542FB15-DD6B-4463-9379-840DD14CEA6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181">
              <a:extLst>
                <a:ext uri="{FF2B5EF4-FFF2-40B4-BE49-F238E27FC236}">
                  <a16:creationId xmlns:a16="http://schemas.microsoft.com/office/drawing/2014/main" id="{BC2015C5-E042-4506-9EDE-462C2A72B41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82">
              <a:extLst>
                <a:ext uri="{FF2B5EF4-FFF2-40B4-BE49-F238E27FC236}">
                  <a16:creationId xmlns:a16="http://schemas.microsoft.com/office/drawing/2014/main" id="{2A12F8C5-50B3-4CCA-BB07-B0B07A50DEAB}"/>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83">
              <a:extLst>
                <a:ext uri="{FF2B5EF4-FFF2-40B4-BE49-F238E27FC236}">
                  <a16:creationId xmlns:a16="http://schemas.microsoft.com/office/drawing/2014/main" id="{0D1368AF-5D2F-4E73-9BE5-C6397A41F0F7}"/>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84">
              <a:extLst>
                <a:ext uri="{FF2B5EF4-FFF2-40B4-BE49-F238E27FC236}">
                  <a16:creationId xmlns:a16="http://schemas.microsoft.com/office/drawing/2014/main" id="{61A9FA83-5580-42E1-9A6D-CD8F7CE43413}"/>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Rectangle 185">
              <a:extLst>
                <a:ext uri="{FF2B5EF4-FFF2-40B4-BE49-F238E27FC236}">
                  <a16:creationId xmlns:a16="http://schemas.microsoft.com/office/drawing/2014/main" id="{85B1F4B2-0D59-4704-9120-959D46C5D7E6}"/>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186">
              <a:extLst>
                <a:ext uri="{FF2B5EF4-FFF2-40B4-BE49-F238E27FC236}">
                  <a16:creationId xmlns:a16="http://schemas.microsoft.com/office/drawing/2014/main" id="{9202CDC9-FCF5-4A8A-9601-7811439DBA78}"/>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187">
              <a:extLst>
                <a:ext uri="{FF2B5EF4-FFF2-40B4-BE49-F238E27FC236}">
                  <a16:creationId xmlns:a16="http://schemas.microsoft.com/office/drawing/2014/main" id="{E865D75B-2A89-41B9-9A96-802249AD88BA}"/>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188">
              <a:extLst>
                <a:ext uri="{FF2B5EF4-FFF2-40B4-BE49-F238E27FC236}">
                  <a16:creationId xmlns:a16="http://schemas.microsoft.com/office/drawing/2014/main" id="{1D1712D5-03F4-4C50-8A68-C779DC2DC0FF}"/>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189">
              <a:extLst>
                <a:ext uri="{FF2B5EF4-FFF2-40B4-BE49-F238E27FC236}">
                  <a16:creationId xmlns:a16="http://schemas.microsoft.com/office/drawing/2014/main" id="{BBF14C6F-F293-4720-90D7-B41941DC9780}"/>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190">
              <a:extLst>
                <a:ext uri="{FF2B5EF4-FFF2-40B4-BE49-F238E27FC236}">
                  <a16:creationId xmlns:a16="http://schemas.microsoft.com/office/drawing/2014/main" id="{74E5CA09-B3C0-404E-AC40-66340E71C5FF}"/>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utomation3" descr="{&quot;Key&quot;:&quot;POWER_USER_SHAPE_ICON&quot;,&quot;Value&quot;:&quot;POWER_USER_SHAPE_ICON_STYLE_1&quot;}">
            <a:extLst>
              <a:ext uri="{FF2B5EF4-FFF2-40B4-BE49-F238E27FC236}">
                <a16:creationId xmlns:a16="http://schemas.microsoft.com/office/drawing/2014/main" id="{2601AF25-364E-47AA-A1C1-D9D895EC6034}"/>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57" name="Freeform 107">
              <a:extLst>
                <a:ext uri="{FF2B5EF4-FFF2-40B4-BE49-F238E27FC236}">
                  <a16:creationId xmlns:a16="http://schemas.microsoft.com/office/drawing/2014/main" id="{1AC1B632-8152-48AE-84F9-C11E72512C04}"/>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8">
              <a:extLst>
                <a:ext uri="{FF2B5EF4-FFF2-40B4-BE49-F238E27FC236}">
                  <a16:creationId xmlns:a16="http://schemas.microsoft.com/office/drawing/2014/main" id="{47414B3B-6603-407C-8E2B-0550156941E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9">
              <a:extLst>
                <a:ext uri="{FF2B5EF4-FFF2-40B4-BE49-F238E27FC236}">
                  <a16:creationId xmlns:a16="http://schemas.microsoft.com/office/drawing/2014/main" id="{E3DA38E7-137C-4ADC-A90A-E3CE14C0E17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0">
              <a:extLst>
                <a:ext uri="{FF2B5EF4-FFF2-40B4-BE49-F238E27FC236}">
                  <a16:creationId xmlns:a16="http://schemas.microsoft.com/office/drawing/2014/main" id="{F696EBDE-C369-43E3-ACC9-030C11274C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11">
              <a:extLst>
                <a:ext uri="{FF2B5EF4-FFF2-40B4-BE49-F238E27FC236}">
                  <a16:creationId xmlns:a16="http://schemas.microsoft.com/office/drawing/2014/main" id="{242EEEBA-3FFF-4F65-BB1C-CF2444A4BF2E}"/>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12">
              <a:extLst>
                <a:ext uri="{FF2B5EF4-FFF2-40B4-BE49-F238E27FC236}">
                  <a16:creationId xmlns:a16="http://schemas.microsoft.com/office/drawing/2014/main" id="{FB7CCFCE-4E31-4FA6-A1E9-60773B509A72}"/>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13">
              <a:extLst>
                <a:ext uri="{FF2B5EF4-FFF2-40B4-BE49-F238E27FC236}">
                  <a16:creationId xmlns:a16="http://schemas.microsoft.com/office/drawing/2014/main" id="{562E89A9-6157-4596-8888-B3A79A5B9608}"/>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14">
              <a:extLst>
                <a:ext uri="{FF2B5EF4-FFF2-40B4-BE49-F238E27FC236}">
                  <a16:creationId xmlns:a16="http://schemas.microsoft.com/office/drawing/2014/main" id="{C02C617B-DEC1-4783-A88F-ACFEAF677D0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15">
              <a:extLst>
                <a:ext uri="{FF2B5EF4-FFF2-40B4-BE49-F238E27FC236}">
                  <a16:creationId xmlns:a16="http://schemas.microsoft.com/office/drawing/2014/main" id="{702B14C2-A51B-424C-9C1E-3636271F3DC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16">
              <a:extLst>
                <a:ext uri="{FF2B5EF4-FFF2-40B4-BE49-F238E27FC236}">
                  <a16:creationId xmlns:a16="http://schemas.microsoft.com/office/drawing/2014/main" id="{A56F52FD-418C-420C-B99F-4DBB882BC61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17">
              <a:extLst>
                <a:ext uri="{FF2B5EF4-FFF2-40B4-BE49-F238E27FC236}">
                  <a16:creationId xmlns:a16="http://schemas.microsoft.com/office/drawing/2014/main" id="{693E8D9F-DFD9-4751-9EEB-B089D172A5B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18">
              <a:extLst>
                <a:ext uri="{FF2B5EF4-FFF2-40B4-BE49-F238E27FC236}">
                  <a16:creationId xmlns:a16="http://schemas.microsoft.com/office/drawing/2014/main" id="{7A0F0804-1C5B-4EE9-A487-8847B4905350}"/>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119">
              <a:extLst>
                <a:ext uri="{FF2B5EF4-FFF2-40B4-BE49-F238E27FC236}">
                  <a16:creationId xmlns:a16="http://schemas.microsoft.com/office/drawing/2014/main" id="{7D9DD462-F2C9-455A-98E7-B3DD9B99759C}"/>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68878890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68A74-45DE-FE64-62B3-78219210288D}"/>
              </a:ext>
            </a:extLst>
          </p:cNvPr>
          <p:cNvSpPr>
            <a:spLocks noGrp="1"/>
          </p:cNvSpPr>
          <p:nvPr>
            <p:ph type="title"/>
          </p:nvPr>
        </p:nvSpPr>
        <p:spPr>
          <a:xfrm>
            <a:off x="214184" y="13663"/>
            <a:ext cx="9728886" cy="678316"/>
          </a:xfrm>
        </p:spPr>
        <p:txBody>
          <a:bodyPr>
            <a:normAutofit/>
          </a:bodyPr>
          <a:lstStyle/>
          <a:p>
            <a:r>
              <a:rPr lang="en-US" dirty="0"/>
              <a:t>Steps 13</a:t>
            </a:r>
          </a:p>
        </p:txBody>
      </p:sp>
      <p:sp>
        <p:nvSpPr>
          <p:cNvPr id="3" name="Oval 18">
            <a:extLst>
              <a:ext uri="{FF2B5EF4-FFF2-40B4-BE49-F238E27FC236}">
                <a16:creationId xmlns:a16="http://schemas.microsoft.com/office/drawing/2014/main" id="{89D2A77A-6851-F570-67E1-905E06C6D4CE}"/>
              </a:ext>
            </a:extLst>
          </p:cNvPr>
          <p:cNvSpPr/>
          <p:nvPr/>
        </p:nvSpPr>
        <p:spPr>
          <a:xfrm>
            <a:off x="2399403" y="2582750"/>
            <a:ext cx="966850" cy="96684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 name="Straight Connector 38">
            <a:extLst>
              <a:ext uri="{FF2B5EF4-FFF2-40B4-BE49-F238E27FC236}">
                <a16:creationId xmlns:a16="http://schemas.microsoft.com/office/drawing/2014/main" id="{A5DA5FE9-1F03-89B7-3925-3B6EEA5FD3A7}"/>
              </a:ext>
            </a:extLst>
          </p:cNvPr>
          <p:cNvCxnSpPr>
            <a:cxnSpLocks/>
          </p:cNvCxnSpPr>
          <p:nvPr/>
        </p:nvCxnSpPr>
        <p:spPr>
          <a:xfrm>
            <a:off x="3366254" y="30813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5" name="Group 1">
            <a:extLst>
              <a:ext uri="{FF2B5EF4-FFF2-40B4-BE49-F238E27FC236}">
                <a16:creationId xmlns:a16="http://schemas.microsoft.com/office/drawing/2014/main" id="{CD83FD9E-FBEE-940B-E3C6-40FD40406991}"/>
              </a:ext>
            </a:extLst>
          </p:cNvPr>
          <p:cNvGrpSpPr/>
          <p:nvPr/>
        </p:nvGrpSpPr>
        <p:grpSpPr>
          <a:xfrm>
            <a:off x="3520631" y="1465375"/>
            <a:ext cx="2582349" cy="966849"/>
            <a:chOff x="3866681" y="1331960"/>
            <a:chExt cx="2836174" cy="1061884"/>
          </a:xfrm>
        </p:grpSpPr>
        <p:cxnSp>
          <p:nvCxnSpPr>
            <p:cNvPr id="6" name="Straight Connector 43">
              <a:extLst>
                <a:ext uri="{FF2B5EF4-FFF2-40B4-BE49-F238E27FC236}">
                  <a16:creationId xmlns:a16="http://schemas.microsoft.com/office/drawing/2014/main" id="{150ECD56-6C8D-984B-E74F-7ED0FDE76E0F}"/>
                </a:ext>
              </a:extLst>
            </p:cNvPr>
            <p:cNvCxnSpPr>
              <a:cxnSpLocks/>
            </p:cNvCxnSpPr>
            <p:nvPr/>
          </p:nvCxnSpPr>
          <p:spPr>
            <a:xfrm>
              <a:off x="4263087" y="186075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7" name="Oval 16">
              <a:extLst>
                <a:ext uri="{FF2B5EF4-FFF2-40B4-BE49-F238E27FC236}">
                  <a16:creationId xmlns:a16="http://schemas.microsoft.com/office/drawing/2014/main" id="{CDDACD35-D634-F568-B34F-5B999F234E84}"/>
                </a:ext>
              </a:extLst>
            </p:cNvPr>
            <p:cNvSpPr/>
            <p:nvPr/>
          </p:nvSpPr>
          <p:spPr>
            <a:xfrm>
              <a:off x="3866681" y="1331960"/>
              <a:ext cx="1061884" cy="106188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3">
            <a:extLst>
              <a:ext uri="{FF2B5EF4-FFF2-40B4-BE49-F238E27FC236}">
                <a16:creationId xmlns:a16="http://schemas.microsoft.com/office/drawing/2014/main" id="{48023975-F5B5-E24F-673F-EF13C87DD6CF}"/>
              </a:ext>
            </a:extLst>
          </p:cNvPr>
          <p:cNvGrpSpPr/>
          <p:nvPr/>
        </p:nvGrpSpPr>
        <p:grpSpPr>
          <a:xfrm>
            <a:off x="3467897" y="3694326"/>
            <a:ext cx="3057018" cy="966849"/>
            <a:chOff x="3808764" y="3780004"/>
            <a:chExt cx="3357499" cy="1061884"/>
          </a:xfrm>
        </p:grpSpPr>
        <p:cxnSp>
          <p:nvCxnSpPr>
            <p:cNvPr id="9" name="Straight Connector 44">
              <a:extLst>
                <a:ext uri="{FF2B5EF4-FFF2-40B4-BE49-F238E27FC236}">
                  <a16:creationId xmlns:a16="http://schemas.microsoft.com/office/drawing/2014/main" id="{DE4C0631-8CAE-9DD6-44FB-355AA00BE237}"/>
                </a:ext>
              </a:extLst>
            </p:cNvPr>
            <p:cNvCxnSpPr>
              <a:cxnSpLocks/>
            </p:cNvCxnSpPr>
            <p:nvPr/>
          </p:nvCxnSpPr>
          <p:spPr>
            <a:xfrm>
              <a:off x="4726495" y="440692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0" name="Oval 19">
              <a:extLst>
                <a:ext uri="{FF2B5EF4-FFF2-40B4-BE49-F238E27FC236}">
                  <a16:creationId xmlns:a16="http://schemas.microsoft.com/office/drawing/2014/main" id="{4FF15074-55D8-1F97-59AD-1E68057F58D0}"/>
                </a:ext>
              </a:extLst>
            </p:cNvPr>
            <p:cNvSpPr/>
            <p:nvPr/>
          </p:nvSpPr>
          <p:spPr>
            <a:xfrm>
              <a:off x="3808764" y="3780004"/>
              <a:ext cx="1061884" cy="106188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11" name="Straight Connector 45">
            <a:extLst>
              <a:ext uri="{FF2B5EF4-FFF2-40B4-BE49-F238E27FC236}">
                <a16:creationId xmlns:a16="http://schemas.microsoft.com/office/drawing/2014/main" id="{BEEFABBB-D972-F9D3-4113-26DF87712824}"/>
              </a:ext>
            </a:extLst>
          </p:cNvPr>
          <p:cNvCxnSpPr>
            <a:cxnSpLocks/>
          </p:cNvCxnSpPr>
          <p:nvPr/>
        </p:nvCxnSpPr>
        <p:spPr>
          <a:xfrm>
            <a:off x="3006277" y="54226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2" name="Oval 20">
            <a:extLst>
              <a:ext uri="{FF2B5EF4-FFF2-40B4-BE49-F238E27FC236}">
                <a16:creationId xmlns:a16="http://schemas.microsoft.com/office/drawing/2014/main" id="{0D5EC616-E45D-F624-1E94-55697B3C0DEE}"/>
              </a:ext>
            </a:extLst>
          </p:cNvPr>
          <p:cNvSpPr/>
          <p:nvPr/>
        </p:nvSpPr>
        <p:spPr>
          <a:xfrm>
            <a:off x="2399403" y="4771722"/>
            <a:ext cx="966850" cy="96684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21">
            <a:extLst>
              <a:ext uri="{FF2B5EF4-FFF2-40B4-BE49-F238E27FC236}">
                <a16:creationId xmlns:a16="http://schemas.microsoft.com/office/drawing/2014/main" id="{11232060-FE87-480C-C193-21E3203C58B1}"/>
              </a:ext>
            </a:extLst>
          </p:cNvPr>
          <p:cNvGrpSpPr/>
          <p:nvPr/>
        </p:nvGrpSpPr>
        <p:grpSpPr>
          <a:xfrm>
            <a:off x="1" y="1044470"/>
            <a:ext cx="4927737" cy="5088915"/>
            <a:chOff x="1" y="869683"/>
            <a:chExt cx="5412095" cy="5589124"/>
          </a:xfrm>
          <a:solidFill>
            <a:srgbClr val="F2F2F2"/>
          </a:solidFill>
        </p:grpSpPr>
        <p:grpSp>
          <p:nvGrpSpPr>
            <p:cNvPr id="14" name="Group 15">
              <a:extLst>
                <a:ext uri="{FF2B5EF4-FFF2-40B4-BE49-F238E27FC236}">
                  <a16:creationId xmlns:a16="http://schemas.microsoft.com/office/drawing/2014/main" id="{78F06096-67D3-B604-AD83-F68C55323688}"/>
                </a:ext>
              </a:extLst>
            </p:cNvPr>
            <p:cNvGrpSpPr/>
            <p:nvPr/>
          </p:nvGrpSpPr>
          <p:grpSpPr>
            <a:xfrm>
              <a:off x="2167053" y="869683"/>
              <a:ext cx="3245043" cy="5589124"/>
              <a:chOff x="2167053" y="869683"/>
              <a:chExt cx="3245043" cy="5589124"/>
            </a:xfrm>
            <a:grpFill/>
          </p:grpSpPr>
          <p:sp>
            <p:nvSpPr>
              <p:cNvPr id="16" name="Block Arc 9">
                <a:extLst>
                  <a:ext uri="{FF2B5EF4-FFF2-40B4-BE49-F238E27FC236}">
                    <a16:creationId xmlns:a16="http://schemas.microsoft.com/office/drawing/2014/main" id="{9881ECD5-8125-18F4-F276-E4C2B5AD2737}"/>
                  </a:ext>
                </a:extLst>
              </p:cNvPr>
              <p:cNvSpPr/>
              <p:nvPr/>
            </p:nvSpPr>
            <p:spPr>
              <a:xfrm rot="13814570">
                <a:off x="2167053" y="4503399"/>
                <a:ext cx="1955408" cy="1955408"/>
              </a:xfrm>
              <a:prstGeom prst="blockArc">
                <a:avLst>
                  <a:gd name="adj1" fmla="val 5118103"/>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Block Arc 11">
                <a:extLst>
                  <a:ext uri="{FF2B5EF4-FFF2-40B4-BE49-F238E27FC236}">
                    <a16:creationId xmlns:a16="http://schemas.microsoft.com/office/drawing/2014/main" id="{C97F95FD-2AB2-BC3C-4D29-41C29FF11FF5}"/>
                  </a:ext>
                </a:extLst>
              </p:cNvPr>
              <p:cNvSpPr/>
              <p:nvPr/>
            </p:nvSpPr>
            <p:spPr>
              <a:xfrm rot="3274271">
                <a:off x="3349628" y="3327319"/>
                <a:ext cx="1955408" cy="1955408"/>
              </a:xfrm>
              <a:prstGeom prst="blockArc">
                <a:avLst>
                  <a:gd name="adj1" fmla="val 10259165"/>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Block Arc 13">
                <a:extLst>
                  <a:ext uri="{FF2B5EF4-FFF2-40B4-BE49-F238E27FC236}">
                    <a16:creationId xmlns:a16="http://schemas.microsoft.com/office/drawing/2014/main" id="{A0076078-EFF8-E5E5-8571-275190FD4F34}"/>
                  </a:ext>
                </a:extLst>
              </p:cNvPr>
              <p:cNvSpPr/>
              <p:nvPr/>
            </p:nvSpPr>
            <p:spPr>
              <a:xfrm rot="13500000">
                <a:off x="2220538" y="2099080"/>
                <a:ext cx="1955408" cy="1955408"/>
              </a:xfrm>
              <a:prstGeom prst="blockArc">
                <a:avLst>
                  <a:gd name="adj1" fmla="val 10800000"/>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Block Arc 14">
                <a:extLst>
                  <a:ext uri="{FF2B5EF4-FFF2-40B4-BE49-F238E27FC236}">
                    <a16:creationId xmlns:a16="http://schemas.microsoft.com/office/drawing/2014/main" id="{4C090845-6B23-E2C5-0EEF-7F0C668084B0}"/>
                  </a:ext>
                </a:extLst>
              </p:cNvPr>
              <p:cNvSpPr/>
              <p:nvPr/>
            </p:nvSpPr>
            <p:spPr>
              <a:xfrm rot="3507433">
                <a:off x="3383151" y="869683"/>
                <a:ext cx="2028945" cy="2028945"/>
              </a:xfrm>
              <a:prstGeom prst="blockArc">
                <a:avLst>
                  <a:gd name="adj1" fmla="val 10800000"/>
                  <a:gd name="adj2" fmla="val 5059950"/>
                  <a:gd name="adj3" fmla="val 1428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15" name="Rectangle 14">
              <a:extLst>
                <a:ext uri="{FF2B5EF4-FFF2-40B4-BE49-F238E27FC236}">
                  <a16:creationId xmlns:a16="http://schemas.microsoft.com/office/drawing/2014/main" id="{E5E7A6D7-03C3-1CAD-0B06-D0B886E95E58}"/>
                </a:ext>
              </a:extLst>
            </p:cNvPr>
            <p:cNvSpPr/>
            <p:nvPr/>
          </p:nvSpPr>
          <p:spPr>
            <a:xfrm>
              <a:off x="1" y="997313"/>
              <a:ext cx="4019550" cy="2695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19">
            <a:extLst>
              <a:ext uri="{FF2B5EF4-FFF2-40B4-BE49-F238E27FC236}">
                <a16:creationId xmlns:a16="http://schemas.microsoft.com/office/drawing/2014/main" id="{0CDF1B98-BE54-9E1B-2A89-0A7896D25D36}"/>
              </a:ext>
            </a:extLst>
          </p:cNvPr>
          <p:cNvSpPr/>
          <p:nvPr/>
        </p:nvSpPr>
        <p:spPr>
          <a:xfrm flipH="1">
            <a:off x="3825691" y="1610565"/>
            <a:ext cx="356729" cy="672556"/>
          </a:xfrm>
          <a:prstGeom prst="rect">
            <a:avLst/>
          </a:prstGeom>
        </p:spPr>
        <p:txBody>
          <a:bodyPr wrap="square" lIns="0" tIns="0" rIns="0" bIns="0" anchor="ctr">
            <a:spAutoFit/>
          </a:bodyPr>
          <a:lstStyle/>
          <a:p>
            <a:pPr algn="ctr"/>
            <a:r>
              <a:rPr lang="en-US" sz="4400" b="1" dirty="0">
                <a:solidFill>
                  <a:schemeClr val="lt1"/>
                </a:solidFill>
              </a:rPr>
              <a:t>1</a:t>
            </a:r>
            <a:endParaRPr lang="en-US" sz="1600" b="1" dirty="0">
              <a:solidFill>
                <a:schemeClr val="lt1"/>
              </a:solidFill>
              <a:cs typeface="Arial" panose="020B0604020202020204" pitchFamily="34" charset="0"/>
            </a:endParaRPr>
          </a:p>
        </p:txBody>
      </p:sp>
      <p:sp>
        <p:nvSpPr>
          <p:cNvPr id="21" name="Rectangle 20">
            <a:extLst>
              <a:ext uri="{FF2B5EF4-FFF2-40B4-BE49-F238E27FC236}">
                <a16:creationId xmlns:a16="http://schemas.microsoft.com/office/drawing/2014/main" id="{9BE4CD5C-9410-ACAE-C70D-AA3D0C977333}"/>
              </a:ext>
            </a:extLst>
          </p:cNvPr>
          <p:cNvSpPr/>
          <p:nvPr/>
        </p:nvSpPr>
        <p:spPr>
          <a:xfrm flipH="1">
            <a:off x="2684950" y="2729896"/>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2</a:t>
            </a:r>
            <a:endParaRPr lang="en-US" sz="1600" b="1" dirty="0">
              <a:solidFill>
                <a:schemeClr val="lt1"/>
              </a:solidFill>
              <a:cs typeface="Arial" panose="020B0604020202020204" pitchFamily="34" charset="0"/>
            </a:endParaRPr>
          </a:p>
        </p:txBody>
      </p:sp>
      <p:sp>
        <p:nvSpPr>
          <p:cNvPr id="22" name="Rectangle 21">
            <a:extLst>
              <a:ext uri="{FF2B5EF4-FFF2-40B4-BE49-F238E27FC236}">
                <a16:creationId xmlns:a16="http://schemas.microsoft.com/office/drawing/2014/main" id="{4D439A38-2C09-A0D1-5822-5BC94843A164}"/>
              </a:ext>
            </a:extLst>
          </p:cNvPr>
          <p:cNvSpPr/>
          <p:nvPr/>
        </p:nvSpPr>
        <p:spPr>
          <a:xfrm flipH="1">
            <a:off x="3773948" y="3814523"/>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3</a:t>
            </a:r>
            <a:endParaRPr lang="en-US" sz="1600" b="1" dirty="0">
              <a:solidFill>
                <a:schemeClr val="lt1"/>
              </a:solidFill>
              <a:cs typeface="Arial" panose="020B0604020202020204" pitchFamily="34" charset="0"/>
            </a:endParaRPr>
          </a:p>
        </p:txBody>
      </p:sp>
      <p:sp>
        <p:nvSpPr>
          <p:cNvPr id="23" name="Rectangle 22">
            <a:extLst>
              <a:ext uri="{FF2B5EF4-FFF2-40B4-BE49-F238E27FC236}">
                <a16:creationId xmlns:a16="http://schemas.microsoft.com/office/drawing/2014/main" id="{872A770E-3C82-0C99-5154-B286AF52EB54}"/>
              </a:ext>
            </a:extLst>
          </p:cNvPr>
          <p:cNvSpPr/>
          <p:nvPr/>
        </p:nvSpPr>
        <p:spPr>
          <a:xfrm flipH="1">
            <a:off x="2684950" y="4903615"/>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4</a:t>
            </a:r>
            <a:endParaRPr lang="en-US" sz="1600" b="1" dirty="0">
              <a:solidFill>
                <a:schemeClr val="lt1"/>
              </a:solidFill>
              <a:cs typeface="Arial" panose="020B0604020202020204" pitchFamily="34" charset="0"/>
            </a:endParaRPr>
          </a:p>
        </p:txBody>
      </p:sp>
      <p:sp>
        <p:nvSpPr>
          <p:cNvPr id="24" name="TextBox 82">
            <a:extLst>
              <a:ext uri="{FF2B5EF4-FFF2-40B4-BE49-F238E27FC236}">
                <a16:creationId xmlns:a16="http://schemas.microsoft.com/office/drawing/2014/main" id="{A86485CA-C3D9-EB35-3D30-AE3D11B5F803}"/>
              </a:ext>
            </a:extLst>
          </p:cNvPr>
          <p:cNvSpPr txBox="1"/>
          <p:nvPr/>
        </p:nvSpPr>
        <p:spPr>
          <a:xfrm>
            <a:off x="6254436" y="1531344"/>
            <a:ext cx="5099363" cy="830997"/>
          </a:xfrm>
          <a:prstGeom prst="rect">
            <a:avLst/>
          </a:prstGeom>
          <a:noFill/>
        </p:spPr>
        <p:txBody>
          <a:bodyPr wrap="square" lIns="0" rIns="0" rtlCol="0" anchor="ctr">
            <a:spAutoFit/>
          </a:bodyPr>
          <a:lstStyle/>
          <a:p>
            <a:r>
              <a:rPr lang="en-US" sz="1600"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5" name="TextBox 82">
            <a:extLst>
              <a:ext uri="{FF2B5EF4-FFF2-40B4-BE49-F238E27FC236}">
                <a16:creationId xmlns:a16="http://schemas.microsoft.com/office/drawing/2014/main" id="{3521ED13-1776-C909-8077-FF9D20DC7449}"/>
              </a:ext>
            </a:extLst>
          </p:cNvPr>
          <p:cNvSpPr txBox="1"/>
          <p:nvPr/>
        </p:nvSpPr>
        <p:spPr>
          <a:xfrm>
            <a:off x="6657457" y="3858499"/>
            <a:ext cx="4696342" cy="830997"/>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82">
            <a:extLst>
              <a:ext uri="{FF2B5EF4-FFF2-40B4-BE49-F238E27FC236}">
                <a16:creationId xmlns:a16="http://schemas.microsoft.com/office/drawing/2014/main" id="{725AC823-6AE8-EDC1-8026-A60D014A9630}"/>
              </a:ext>
            </a:extLst>
          </p:cNvPr>
          <p:cNvSpPr txBox="1"/>
          <p:nvPr/>
        </p:nvSpPr>
        <p:spPr>
          <a:xfrm>
            <a:off x="5775317" y="2669280"/>
            <a:ext cx="5578482" cy="830997"/>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82">
            <a:extLst>
              <a:ext uri="{FF2B5EF4-FFF2-40B4-BE49-F238E27FC236}">
                <a16:creationId xmlns:a16="http://schemas.microsoft.com/office/drawing/2014/main" id="{23EC5DB3-0763-F05E-DECB-FE8EF5AF5796}"/>
              </a:ext>
            </a:extLst>
          </p:cNvPr>
          <p:cNvSpPr txBox="1"/>
          <p:nvPr/>
        </p:nvSpPr>
        <p:spPr>
          <a:xfrm>
            <a:off x="5414205" y="5007184"/>
            <a:ext cx="5939594" cy="830997"/>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5313556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Textboxes 02</a:t>
            </a:r>
          </a:p>
        </p:txBody>
      </p:sp>
      <p:sp>
        <p:nvSpPr>
          <p:cNvPr id="5" name="Freeform 4"/>
          <p:cNvSpPr/>
          <p:nvPr/>
        </p:nvSpPr>
        <p:spPr>
          <a:xfrm rot="16200000">
            <a:off x="3911229" y="3330950"/>
            <a:ext cx="2395537" cy="1863876"/>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1">
                  <a:lumMod val="20000"/>
                  <a:lumOff val="80000"/>
                </a:schemeClr>
              </a:gs>
              <a:gs pos="100000">
                <a:schemeClr val="accent4">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6" name="Freeform 5"/>
          <p:cNvSpPr/>
          <p:nvPr/>
        </p:nvSpPr>
        <p:spPr>
          <a:xfrm rot="10800000">
            <a:off x="5327652" y="3875501"/>
            <a:ext cx="2395537" cy="1891197"/>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4">
                  <a:lumMod val="20000"/>
                  <a:lumOff val="80000"/>
                </a:schemeClr>
              </a:gs>
              <a:gs pos="100000">
                <a:schemeClr val="accent3">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8" name="Freeform 7"/>
          <p:cNvSpPr/>
          <p:nvPr/>
        </p:nvSpPr>
        <p:spPr>
          <a:xfrm rot="5400000">
            <a:off x="5901016" y="2500591"/>
            <a:ext cx="2395537" cy="189899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3">
                  <a:lumMod val="20000"/>
                  <a:lumOff val="80000"/>
                </a:schemeClr>
              </a:gs>
              <a:gs pos="100000">
                <a:schemeClr val="accent2">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9" name="Freeform 8"/>
          <p:cNvSpPr/>
          <p:nvPr/>
        </p:nvSpPr>
        <p:spPr>
          <a:xfrm>
            <a:off x="4538666" y="1927227"/>
            <a:ext cx="2370136" cy="1647151"/>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gradFill flip="none" rotWithShape="1">
            <a:gsLst>
              <a:gs pos="0">
                <a:schemeClr val="accent2">
                  <a:lumMod val="20000"/>
                  <a:lumOff val="80000"/>
                </a:schemeClr>
              </a:gs>
              <a:gs pos="100000">
                <a:schemeClr val="accent1">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11" name="Rectangle 10"/>
          <p:cNvSpPr/>
          <p:nvPr/>
        </p:nvSpPr>
        <p:spPr>
          <a:xfrm>
            <a:off x="7752131" y="4452889"/>
            <a:ext cx="2719451" cy="1721923"/>
          </a:xfrm>
          <a:prstGeom prst="rect">
            <a:avLst/>
          </a:prstGeom>
          <a:solidFill>
            <a:schemeClr val="accent3">
              <a:lumMod val="20000"/>
              <a:lumOff val="80000"/>
            </a:schemeClr>
          </a:solidFill>
          <a:ln w="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 insert text</a:t>
            </a:r>
          </a:p>
        </p:txBody>
      </p:sp>
      <p:sp>
        <p:nvSpPr>
          <p:cNvPr id="12" name="Rectangle 11"/>
          <p:cNvSpPr/>
          <p:nvPr/>
        </p:nvSpPr>
        <p:spPr>
          <a:xfrm>
            <a:off x="7841198" y="512384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3" name="Rectangle 12"/>
          <p:cNvSpPr/>
          <p:nvPr/>
        </p:nvSpPr>
        <p:spPr>
          <a:xfrm>
            <a:off x="7841198" y="565823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5" name="Rectangle 14"/>
          <p:cNvSpPr/>
          <p:nvPr/>
        </p:nvSpPr>
        <p:spPr>
          <a:xfrm>
            <a:off x="1790273" y="4461743"/>
            <a:ext cx="2719451" cy="1721923"/>
          </a:xfrm>
          <a:prstGeom prst="rect">
            <a:avLst/>
          </a:prstGeom>
          <a:solidFill>
            <a:schemeClr val="accent4">
              <a:lumMod val="20000"/>
              <a:lumOff val="80000"/>
            </a:schemeClr>
          </a:solidFill>
          <a:ln w="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16" name="Rectangle 15"/>
          <p:cNvSpPr/>
          <p:nvPr/>
        </p:nvSpPr>
        <p:spPr>
          <a:xfrm>
            <a:off x="1879340" y="513269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7" name="Rectangle 16"/>
          <p:cNvSpPr/>
          <p:nvPr/>
        </p:nvSpPr>
        <p:spPr>
          <a:xfrm>
            <a:off x="1879340" y="566708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9" name="Rectangle 18"/>
          <p:cNvSpPr/>
          <p:nvPr/>
        </p:nvSpPr>
        <p:spPr>
          <a:xfrm>
            <a:off x="7752131" y="1477081"/>
            <a:ext cx="2719451" cy="1721923"/>
          </a:xfrm>
          <a:prstGeom prst="rect">
            <a:avLst/>
          </a:prstGeom>
          <a:solidFill>
            <a:schemeClr val="accent2">
              <a:lumMod val="20000"/>
              <a:lumOff val="80000"/>
            </a:schemeClr>
          </a:solidFill>
          <a:ln w="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0" name="Rectangle 19"/>
          <p:cNvSpPr/>
          <p:nvPr/>
        </p:nvSpPr>
        <p:spPr>
          <a:xfrm>
            <a:off x="7841198"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1" name="Rectangle 20"/>
          <p:cNvSpPr/>
          <p:nvPr/>
        </p:nvSpPr>
        <p:spPr>
          <a:xfrm>
            <a:off x="7841198"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3" name="Rectangle 22"/>
          <p:cNvSpPr/>
          <p:nvPr/>
        </p:nvSpPr>
        <p:spPr>
          <a:xfrm>
            <a:off x="1790273" y="1477081"/>
            <a:ext cx="2719451" cy="1721923"/>
          </a:xfrm>
          <a:prstGeom prst="rect">
            <a:avLst/>
          </a:prstGeom>
          <a:solidFill>
            <a:schemeClr val="accent1">
              <a:lumMod val="20000"/>
              <a:lumOff val="80000"/>
            </a:schemeClr>
          </a:solidFill>
          <a:ln w="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4" name="Rectangle 23"/>
          <p:cNvSpPr/>
          <p:nvPr/>
        </p:nvSpPr>
        <p:spPr>
          <a:xfrm>
            <a:off x="1879340"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5" name="Rectangle 24"/>
          <p:cNvSpPr/>
          <p:nvPr/>
        </p:nvSpPr>
        <p:spPr>
          <a:xfrm>
            <a:off x="1879340"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Tree>
    <p:custDataLst>
      <p:tags r:id="rId1"/>
    </p:custDataLst>
    <p:extLst>
      <p:ext uri="{BB962C8B-B14F-4D97-AF65-F5344CB8AC3E}">
        <p14:creationId xmlns:p14="http://schemas.microsoft.com/office/powerpoint/2010/main" val="242787266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p:cNvSpPr>
            <a:spLocks noGrp="1"/>
          </p:cNvSpPr>
          <p:nvPr>
            <p:ph type="title"/>
          </p:nvPr>
        </p:nvSpPr>
        <p:spPr>
          <a:xfrm>
            <a:off x="214184" y="13663"/>
            <a:ext cx="9728886" cy="678316"/>
          </a:xfrm>
        </p:spPr>
        <p:txBody>
          <a:bodyPr>
            <a:normAutofit/>
          </a:bodyPr>
          <a:lstStyle/>
          <a:p>
            <a:r>
              <a:rPr lang="en-US" dirty="0"/>
              <a:t>Ribbons 1</a:t>
            </a:r>
          </a:p>
        </p:txBody>
      </p:sp>
      <p:sp>
        <p:nvSpPr>
          <p:cNvPr id="4" name="Rounded Rectangle 3"/>
          <p:cNvSpPr/>
          <p:nvPr/>
        </p:nvSpPr>
        <p:spPr>
          <a:xfrm>
            <a:off x="3667813" y="5402451"/>
            <a:ext cx="2428188" cy="252396"/>
          </a:xfrm>
          <a:prstGeom prst="roundRect">
            <a:avLst>
              <a:gd name="adj" fmla="val 50000"/>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04 l </a:t>
            </a:r>
            <a:r>
              <a:rPr lang="en-US" sz="1400" dirty="0"/>
              <a:t>Lorem ipsum</a:t>
            </a:r>
          </a:p>
        </p:txBody>
      </p:sp>
      <p:sp>
        <p:nvSpPr>
          <p:cNvPr id="5" name="Donut 4"/>
          <p:cNvSpPr>
            <a:spLocks noChangeAspect="1"/>
          </p:cNvSpPr>
          <p:nvPr/>
        </p:nvSpPr>
        <p:spPr>
          <a:xfrm>
            <a:off x="4337524" y="2143753"/>
            <a:ext cx="3516952" cy="3516952"/>
          </a:xfrm>
          <a:prstGeom prst="donut">
            <a:avLst>
              <a:gd name="adj" fmla="val 7478"/>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ounded Rectangle 5"/>
          <p:cNvSpPr/>
          <p:nvPr/>
        </p:nvSpPr>
        <p:spPr>
          <a:xfrm>
            <a:off x="6096001" y="5170223"/>
            <a:ext cx="2428188" cy="252396"/>
          </a:xfrm>
          <a:prstGeom prst="roundRect">
            <a:avLst>
              <a:gd name="adj" fmla="val 50000"/>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03</a:t>
            </a:r>
          </a:p>
        </p:txBody>
      </p:sp>
      <p:sp>
        <p:nvSpPr>
          <p:cNvPr id="7" name="Donut 6"/>
          <p:cNvSpPr>
            <a:spLocks noChangeAspect="1"/>
          </p:cNvSpPr>
          <p:nvPr/>
        </p:nvSpPr>
        <p:spPr>
          <a:xfrm>
            <a:off x="4595780" y="2402008"/>
            <a:ext cx="3000443" cy="3000443"/>
          </a:xfrm>
          <a:prstGeom prst="donut">
            <a:avLst>
              <a:gd name="adj" fmla="val 7681"/>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ounded Rectangle 7"/>
          <p:cNvSpPr/>
          <p:nvPr/>
        </p:nvSpPr>
        <p:spPr>
          <a:xfrm>
            <a:off x="6096001" y="2635592"/>
            <a:ext cx="2428188" cy="252396"/>
          </a:xfrm>
          <a:prstGeom prst="roundRect">
            <a:avLst>
              <a:gd name="adj" fmla="val 50000"/>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02</a:t>
            </a:r>
          </a:p>
        </p:txBody>
      </p:sp>
      <p:sp>
        <p:nvSpPr>
          <p:cNvPr id="9" name="Donut 8"/>
          <p:cNvSpPr>
            <a:spLocks noChangeAspect="1"/>
          </p:cNvSpPr>
          <p:nvPr/>
        </p:nvSpPr>
        <p:spPr>
          <a:xfrm>
            <a:off x="4828007" y="2634236"/>
            <a:ext cx="2535988" cy="2535988"/>
          </a:xfrm>
          <a:prstGeom prst="donut">
            <a:avLst>
              <a:gd name="adj" fmla="val 8991"/>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Rounded Rectangle 9"/>
          <p:cNvSpPr/>
          <p:nvPr/>
        </p:nvSpPr>
        <p:spPr>
          <a:xfrm>
            <a:off x="3667813" y="2863131"/>
            <a:ext cx="2428188" cy="252396"/>
          </a:xfrm>
          <a:prstGeom prst="roundRect">
            <a:avLst>
              <a:gd name="adj" fmla="val 50000"/>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01 l </a:t>
            </a:r>
            <a:r>
              <a:rPr lang="en-US" sz="1400" dirty="0"/>
              <a:t>Lorem ipsum</a:t>
            </a:r>
          </a:p>
        </p:txBody>
      </p:sp>
      <p:sp>
        <p:nvSpPr>
          <p:cNvPr id="11" name="Donut 10"/>
          <p:cNvSpPr>
            <a:spLocks noChangeAspect="1"/>
          </p:cNvSpPr>
          <p:nvPr/>
        </p:nvSpPr>
        <p:spPr>
          <a:xfrm>
            <a:off x="5056902" y="2863131"/>
            <a:ext cx="2078198" cy="2078198"/>
          </a:xfrm>
          <a:prstGeom prst="donut">
            <a:avLst>
              <a:gd name="adj" fmla="val 12277"/>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bwMode="auto">
          <a:xfrm>
            <a:off x="838200" y="1890602"/>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01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7" name="TextBox 16"/>
          <p:cNvSpPr txBox="1"/>
          <p:nvPr/>
        </p:nvSpPr>
        <p:spPr>
          <a:xfrm>
            <a:off x="5385166" y="3717564"/>
            <a:ext cx="1518364" cy="369332"/>
          </a:xfrm>
          <a:prstGeom prst="rect">
            <a:avLst/>
          </a:prstGeom>
          <a:noFill/>
        </p:spPr>
        <p:txBody>
          <a:bodyPr wrap="none" rtlCol="0">
            <a:spAutoFit/>
          </a:bodyPr>
          <a:lstStyle/>
          <a:p>
            <a:r>
              <a:rPr lang="en-US" dirty="0"/>
              <a:t>Lorem ipsum</a:t>
            </a:r>
          </a:p>
        </p:txBody>
      </p:sp>
      <p:sp>
        <p:nvSpPr>
          <p:cNvPr id="19" name="Rectangle 18">
            <a:extLst>
              <a:ext uri="{FF2B5EF4-FFF2-40B4-BE49-F238E27FC236}">
                <a16:creationId xmlns:a16="http://schemas.microsoft.com/office/drawing/2014/main" id="{9D1F2D56-70E8-38C2-BF40-0EE008DBABFD}"/>
              </a:ext>
            </a:extLst>
          </p:cNvPr>
          <p:cNvSpPr/>
          <p:nvPr/>
        </p:nvSpPr>
        <p:spPr bwMode="auto">
          <a:xfrm>
            <a:off x="838200" y="4410929"/>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04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0" name="Rectangle 19">
            <a:extLst>
              <a:ext uri="{FF2B5EF4-FFF2-40B4-BE49-F238E27FC236}">
                <a16:creationId xmlns:a16="http://schemas.microsoft.com/office/drawing/2014/main" id="{0C2E1392-408D-42D7-A2FF-87A1727FF864}"/>
              </a:ext>
            </a:extLst>
          </p:cNvPr>
          <p:cNvSpPr/>
          <p:nvPr/>
        </p:nvSpPr>
        <p:spPr bwMode="auto">
          <a:xfrm>
            <a:off x="7854476" y="1698518"/>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02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1" name="Rectangle 20">
            <a:extLst>
              <a:ext uri="{FF2B5EF4-FFF2-40B4-BE49-F238E27FC236}">
                <a16:creationId xmlns:a16="http://schemas.microsoft.com/office/drawing/2014/main" id="{96630217-1D92-6DBD-7274-423BC3F77EE3}"/>
              </a:ext>
            </a:extLst>
          </p:cNvPr>
          <p:cNvSpPr/>
          <p:nvPr/>
        </p:nvSpPr>
        <p:spPr bwMode="auto">
          <a:xfrm>
            <a:off x="7854476" y="4218845"/>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03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Tree>
    <p:extLst>
      <p:ext uri="{BB962C8B-B14F-4D97-AF65-F5344CB8AC3E}">
        <p14:creationId xmlns:p14="http://schemas.microsoft.com/office/powerpoint/2010/main" val="138250383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00F3D-DCF3-53B1-D955-8914898AB3EC}"/>
              </a:ext>
            </a:extLst>
          </p:cNvPr>
          <p:cNvSpPr>
            <a:spLocks noGrp="1"/>
          </p:cNvSpPr>
          <p:nvPr>
            <p:ph type="title"/>
          </p:nvPr>
        </p:nvSpPr>
        <p:spPr>
          <a:xfrm>
            <a:off x="214184" y="13663"/>
            <a:ext cx="9728886" cy="678316"/>
          </a:xfrm>
        </p:spPr>
        <p:txBody>
          <a:bodyPr/>
          <a:lstStyle/>
          <a:p>
            <a:r>
              <a:rPr lang="en-US" dirty="0"/>
              <a:t>Checkboxes</a:t>
            </a:r>
          </a:p>
        </p:txBody>
      </p:sp>
      <p:sp>
        <p:nvSpPr>
          <p:cNvPr id="3" name="Rectangle 2">
            <a:extLst>
              <a:ext uri="{FF2B5EF4-FFF2-40B4-BE49-F238E27FC236}">
                <a16:creationId xmlns:a16="http://schemas.microsoft.com/office/drawing/2014/main" id="{BA256F14-09F7-4B75-B723-E95043F7B159}"/>
              </a:ext>
            </a:extLst>
          </p:cNvPr>
          <p:cNvSpPr/>
          <p:nvPr/>
        </p:nvSpPr>
        <p:spPr>
          <a:xfrm>
            <a:off x="838199"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4" name="Rectangle 3">
            <a:extLst>
              <a:ext uri="{FF2B5EF4-FFF2-40B4-BE49-F238E27FC236}">
                <a16:creationId xmlns:a16="http://schemas.microsoft.com/office/drawing/2014/main" id="{0CE01ECE-FE99-C45D-94D6-0A55ECBE5100}"/>
              </a:ext>
            </a:extLst>
          </p:cNvPr>
          <p:cNvSpPr/>
          <p:nvPr/>
        </p:nvSpPr>
        <p:spPr>
          <a:xfrm>
            <a:off x="1610230"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5" name="Yes" descr="{&quot;Key&quot;:&quot;POWER_USER_SHAPE_ICON&quot;,&quot;Value&quot;:&quot;POWER_USER_SHAPE_ICON_STYLE_1&quot;}">
            <a:extLst>
              <a:ext uri="{FF2B5EF4-FFF2-40B4-BE49-F238E27FC236}">
                <a16:creationId xmlns:a16="http://schemas.microsoft.com/office/drawing/2014/main" id="{B08DB7E2-693B-C13A-983A-71E9F6D70E70}"/>
              </a:ext>
            </a:extLst>
          </p:cNvPr>
          <p:cNvGrpSpPr>
            <a:grpSpLocks noChangeAspect="1"/>
          </p:cNvGrpSpPr>
          <p:nvPr>
            <p:custDataLst>
              <p:tags r:id="rId1"/>
            </p:custDataLst>
          </p:nvPr>
        </p:nvGrpSpPr>
        <p:grpSpPr>
          <a:xfrm>
            <a:off x="838200" y="1530299"/>
            <a:ext cx="762000" cy="762000"/>
            <a:chOff x="2732088" y="666751"/>
            <a:chExt cx="120650" cy="120650"/>
          </a:xfrm>
          <a:solidFill>
            <a:schemeClr val="accent1"/>
          </a:solidFill>
        </p:grpSpPr>
        <p:sp>
          <p:nvSpPr>
            <p:cNvPr id="6" name="Freeform 1138">
              <a:extLst>
                <a:ext uri="{FF2B5EF4-FFF2-40B4-BE49-F238E27FC236}">
                  <a16:creationId xmlns:a16="http://schemas.microsoft.com/office/drawing/2014/main" id="{875677BE-5E27-2100-5E6C-0275246951C7}"/>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139">
              <a:extLst>
                <a:ext uri="{FF2B5EF4-FFF2-40B4-BE49-F238E27FC236}">
                  <a16:creationId xmlns:a16="http://schemas.microsoft.com/office/drawing/2014/main" id="{49B43AFF-5705-4D15-1986-E96F53304C3D}"/>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Rectangle 12">
            <a:extLst>
              <a:ext uri="{FF2B5EF4-FFF2-40B4-BE49-F238E27FC236}">
                <a16:creationId xmlns:a16="http://schemas.microsoft.com/office/drawing/2014/main" id="{20190BF7-2B30-D9EB-F72D-05652CFCF5E2}"/>
              </a:ext>
            </a:extLst>
          </p:cNvPr>
          <p:cNvSpPr/>
          <p:nvPr/>
        </p:nvSpPr>
        <p:spPr>
          <a:xfrm>
            <a:off x="6096000"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4" name="Rectangle 13">
            <a:extLst>
              <a:ext uri="{FF2B5EF4-FFF2-40B4-BE49-F238E27FC236}">
                <a16:creationId xmlns:a16="http://schemas.microsoft.com/office/drawing/2014/main" id="{C5E56440-F87A-4136-1D4E-96A326B0FF00}"/>
              </a:ext>
            </a:extLst>
          </p:cNvPr>
          <p:cNvSpPr/>
          <p:nvPr/>
        </p:nvSpPr>
        <p:spPr>
          <a:xfrm>
            <a:off x="6868031"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15" name="Yes" descr="{&quot;Key&quot;:&quot;POWER_USER_SHAPE_ICON&quot;,&quot;Value&quot;:&quot;POWER_USER_SHAPE_ICON_STYLE_1&quot;}">
            <a:extLst>
              <a:ext uri="{FF2B5EF4-FFF2-40B4-BE49-F238E27FC236}">
                <a16:creationId xmlns:a16="http://schemas.microsoft.com/office/drawing/2014/main" id="{9F093431-9573-DA90-5D3E-A78A2B417D08}"/>
              </a:ext>
            </a:extLst>
          </p:cNvPr>
          <p:cNvGrpSpPr>
            <a:grpSpLocks noChangeAspect="1"/>
          </p:cNvGrpSpPr>
          <p:nvPr>
            <p:custDataLst>
              <p:tags r:id="rId2"/>
            </p:custDataLst>
          </p:nvPr>
        </p:nvGrpSpPr>
        <p:grpSpPr>
          <a:xfrm>
            <a:off x="6096001" y="1530299"/>
            <a:ext cx="762000" cy="762000"/>
            <a:chOff x="2732088" y="666751"/>
            <a:chExt cx="120650" cy="120650"/>
          </a:xfrm>
          <a:solidFill>
            <a:schemeClr val="accent2"/>
          </a:solidFill>
        </p:grpSpPr>
        <p:sp>
          <p:nvSpPr>
            <p:cNvPr id="16" name="Freeform 1138">
              <a:extLst>
                <a:ext uri="{FF2B5EF4-FFF2-40B4-BE49-F238E27FC236}">
                  <a16:creationId xmlns:a16="http://schemas.microsoft.com/office/drawing/2014/main" id="{48F89EB3-7986-7901-3C88-9F6ED149600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1139">
              <a:extLst>
                <a:ext uri="{FF2B5EF4-FFF2-40B4-BE49-F238E27FC236}">
                  <a16:creationId xmlns:a16="http://schemas.microsoft.com/office/drawing/2014/main" id="{217827B9-E77E-3E5B-1A83-20C1124CD766}"/>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 name="Rectangle 18">
            <a:extLst>
              <a:ext uri="{FF2B5EF4-FFF2-40B4-BE49-F238E27FC236}">
                <a16:creationId xmlns:a16="http://schemas.microsoft.com/office/drawing/2014/main" id="{D6D5F3F3-2939-6495-B8AB-95047CEDB461}"/>
              </a:ext>
            </a:extLst>
          </p:cNvPr>
          <p:cNvSpPr/>
          <p:nvPr/>
        </p:nvSpPr>
        <p:spPr>
          <a:xfrm>
            <a:off x="6096000"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0" name="Rectangle 19">
            <a:extLst>
              <a:ext uri="{FF2B5EF4-FFF2-40B4-BE49-F238E27FC236}">
                <a16:creationId xmlns:a16="http://schemas.microsoft.com/office/drawing/2014/main" id="{5B28B946-3261-31E9-1AEB-DAFAADC44211}"/>
              </a:ext>
            </a:extLst>
          </p:cNvPr>
          <p:cNvSpPr/>
          <p:nvPr/>
        </p:nvSpPr>
        <p:spPr>
          <a:xfrm>
            <a:off x="6868031"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21" name="Yes" descr="{&quot;Key&quot;:&quot;POWER_USER_SHAPE_ICON&quot;,&quot;Value&quot;:&quot;POWER_USER_SHAPE_ICON_STYLE_1&quot;}">
            <a:extLst>
              <a:ext uri="{FF2B5EF4-FFF2-40B4-BE49-F238E27FC236}">
                <a16:creationId xmlns:a16="http://schemas.microsoft.com/office/drawing/2014/main" id="{70DD233A-D101-71C0-34BB-B9EB4F571A48}"/>
              </a:ext>
            </a:extLst>
          </p:cNvPr>
          <p:cNvGrpSpPr>
            <a:grpSpLocks noChangeAspect="1"/>
          </p:cNvGrpSpPr>
          <p:nvPr>
            <p:custDataLst>
              <p:tags r:id="rId3"/>
            </p:custDataLst>
          </p:nvPr>
        </p:nvGrpSpPr>
        <p:grpSpPr>
          <a:xfrm>
            <a:off x="6096001" y="4021708"/>
            <a:ext cx="762000" cy="762000"/>
            <a:chOff x="2732088" y="666751"/>
            <a:chExt cx="120650" cy="120650"/>
          </a:xfrm>
          <a:solidFill>
            <a:schemeClr val="accent4"/>
          </a:solidFill>
        </p:grpSpPr>
        <p:sp>
          <p:nvSpPr>
            <p:cNvPr id="22" name="Freeform 1138">
              <a:extLst>
                <a:ext uri="{FF2B5EF4-FFF2-40B4-BE49-F238E27FC236}">
                  <a16:creationId xmlns:a16="http://schemas.microsoft.com/office/drawing/2014/main" id="{1DA9120A-63A6-25B9-3493-93710FF15AD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39">
              <a:extLst>
                <a:ext uri="{FF2B5EF4-FFF2-40B4-BE49-F238E27FC236}">
                  <a16:creationId xmlns:a16="http://schemas.microsoft.com/office/drawing/2014/main" id="{979D6925-DE55-539B-FD0D-C4AB2D9FC44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 name="Rectangle 24">
            <a:extLst>
              <a:ext uri="{FF2B5EF4-FFF2-40B4-BE49-F238E27FC236}">
                <a16:creationId xmlns:a16="http://schemas.microsoft.com/office/drawing/2014/main" id="{F36BD1B0-9D37-39B0-54ED-41403CDE10C4}"/>
              </a:ext>
            </a:extLst>
          </p:cNvPr>
          <p:cNvSpPr/>
          <p:nvPr/>
        </p:nvSpPr>
        <p:spPr>
          <a:xfrm>
            <a:off x="838199"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6" name="Rectangle 25">
            <a:extLst>
              <a:ext uri="{FF2B5EF4-FFF2-40B4-BE49-F238E27FC236}">
                <a16:creationId xmlns:a16="http://schemas.microsoft.com/office/drawing/2014/main" id="{1B97D3EE-76EF-9473-B4E4-FAC208392202}"/>
              </a:ext>
            </a:extLst>
          </p:cNvPr>
          <p:cNvSpPr/>
          <p:nvPr/>
        </p:nvSpPr>
        <p:spPr>
          <a:xfrm>
            <a:off x="1610230"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27" name="Yes" descr="{&quot;Key&quot;:&quot;POWER_USER_SHAPE_ICON&quot;,&quot;Value&quot;:&quot;POWER_USER_SHAPE_ICON_STYLE_1&quot;}">
            <a:extLst>
              <a:ext uri="{FF2B5EF4-FFF2-40B4-BE49-F238E27FC236}">
                <a16:creationId xmlns:a16="http://schemas.microsoft.com/office/drawing/2014/main" id="{19FC1047-A6D6-C0C1-B3C1-24B07ABB1ED6}"/>
              </a:ext>
            </a:extLst>
          </p:cNvPr>
          <p:cNvGrpSpPr>
            <a:grpSpLocks noChangeAspect="1"/>
          </p:cNvGrpSpPr>
          <p:nvPr>
            <p:custDataLst>
              <p:tags r:id="rId4"/>
            </p:custDataLst>
          </p:nvPr>
        </p:nvGrpSpPr>
        <p:grpSpPr>
          <a:xfrm>
            <a:off x="838200" y="4021708"/>
            <a:ext cx="762000" cy="762000"/>
            <a:chOff x="2732088" y="666751"/>
            <a:chExt cx="120650" cy="120650"/>
          </a:xfrm>
          <a:solidFill>
            <a:schemeClr val="accent3"/>
          </a:solidFill>
        </p:grpSpPr>
        <p:sp>
          <p:nvSpPr>
            <p:cNvPr id="28" name="Freeform 1138">
              <a:extLst>
                <a:ext uri="{FF2B5EF4-FFF2-40B4-BE49-F238E27FC236}">
                  <a16:creationId xmlns:a16="http://schemas.microsoft.com/office/drawing/2014/main" id="{93EA2EFF-6A8B-201B-1F51-4D2C10CE1220}"/>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1139">
              <a:extLst>
                <a:ext uri="{FF2B5EF4-FFF2-40B4-BE49-F238E27FC236}">
                  <a16:creationId xmlns:a16="http://schemas.microsoft.com/office/drawing/2014/main" id="{38B0D5F4-88E8-A593-E663-881B66BA7B5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7047417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743F78-752F-F96D-C1E7-C88767D6600C}"/>
              </a:ext>
            </a:extLst>
          </p:cNvPr>
          <p:cNvSpPr>
            <a:spLocks noGrp="1"/>
          </p:cNvSpPr>
          <p:nvPr>
            <p:ph type="title"/>
          </p:nvPr>
        </p:nvSpPr>
        <p:spPr>
          <a:xfrm>
            <a:off x="214184" y="13663"/>
            <a:ext cx="9728886" cy="678316"/>
          </a:xfrm>
        </p:spPr>
        <p:txBody>
          <a:bodyPr>
            <a:normAutofit/>
          </a:bodyPr>
          <a:lstStyle/>
          <a:p>
            <a:r>
              <a:rPr lang="en-US" dirty="0"/>
              <a:t>Arrows 07</a:t>
            </a:r>
          </a:p>
        </p:txBody>
      </p:sp>
      <p:sp>
        <p:nvSpPr>
          <p:cNvPr id="3" name="Rectangle: Rounded Corners 18">
            <a:extLst>
              <a:ext uri="{FF2B5EF4-FFF2-40B4-BE49-F238E27FC236}">
                <a16:creationId xmlns:a16="http://schemas.microsoft.com/office/drawing/2014/main" id="{BFCBB098-4768-DB0C-21E2-066E235E6ED2}"/>
              </a:ext>
            </a:extLst>
          </p:cNvPr>
          <p:cNvSpPr/>
          <p:nvPr/>
        </p:nvSpPr>
        <p:spPr>
          <a:xfrm>
            <a:off x="711367" y="1656083"/>
            <a:ext cx="2349166" cy="753240"/>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1</a:t>
            </a:r>
          </a:p>
        </p:txBody>
      </p:sp>
      <p:sp>
        <p:nvSpPr>
          <p:cNvPr id="4" name="Rectangle: Rounded Corners 23">
            <a:extLst>
              <a:ext uri="{FF2B5EF4-FFF2-40B4-BE49-F238E27FC236}">
                <a16:creationId xmlns:a16="http://schemas.microsoft.com/office/drawing/2014/main" id="{D8C69FE8-25DA-A290-8151-96384A784C1A}"/>
              </a:ext>
            </a:extLst>
          </p:cNvPr>
          <p:cNvSpPr/>
          <p:nvPr/>
        </p:nvSpPr>
        <p:spPr>
          <a:xfrm>
            <a:off x="7113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5" name="Diagonal Stripe 24">
            <a:extLst>
              <a:ext uri="{FF2B5EF4-FFF2-40B4-BE49-F238E27FC236}">
                <a16:creationId xmlns:a16="http://schemas.microsoft.com/office/drawing/2014/main" id="{266DDCBB-B127-15C3-5C9A-68D306B7CEBD}"/>
              </a:ext>
            </a:extLst>
          </p:cNvPr>
          <p:cNvSpPr/>
          <p:nvPr/>
        </p:nvSpPr>
        <p:spPr>
          <a:xfrm>
            <a:off x="18210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Rounded Corners 23">
            <a:extLst>
              <a:ext uri="{FF2B5EF4-FFF2-40B4-BE49-F238E27FC236}">
                <a16:creationId xmlns:a16="http://schemas.microsoft.com/office/drawing/2014/main" id="{6D57186A-486D-7529-2186-B251C180B3C7}"/>
              </a:ext>
            </a:extLst>
          </p:cNvPr>
          <p:cNvSpPr/>
          <p:nvPr/>
        </p:nvSpPr>
        <p:spPr>
          <a:xfrm>
            <a:off x="35180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 name="Diagonal Stripe 24">
            <a:extLst>
              <a:ext uri="{FF2B5EF4-FFF2-40B4-BE49-F238E27FC236}">
                <a16:creationId xmlns:a16="http://schemas.microsoft.com/office/drawing/2014/main" id="{0D7C0A86-626A-8E17-AB24-672257ED0865}"/>
              </a:ext>
            </a:extLst>
          </p:cNvPr>
          <p:cNvSpPr/>
          <p:nvPr/>
        </p:nvSpPr>
        <p:spPr>
          <a:xfrm>
            <a:off x="46277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Rectangle: Rounded Corners 23">
            <a:extLst>
              <a:ext uri="{FF2B5EF4-FFF2-40B4-BE49-F238E27FC236}">
                <a16:creationId xmlns:a16="http://schemas.microsoft.com/office/drawing/2014/main" id="{4325141F-607C-1E90-7240-A7E4677086D4}"/>
              </a:ext>
            </a:extLst>
          </p:cNvPr>
          <p:cNvSpPr/>
          <p:nvPr/>
        </p:nvSpPr>
        <p:spPr>
          <a:xfrm>
            <a:off x="63247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9" name="Diagonal Stripe 24">
            <a:extLst>
              <a:ext uri="{FF2B5EF4-FFF2-40B4-BE49-F238E27FC236}">
                <a16:creationId xmlns:a16="http://schemas.microsoft.com/office/drawing/2014/main" id="{4D6A21F5-1D65-5168-D236-8684582FC999}"/>
              </a:ext>
            </a:extLst>
          </p:cNvPr>
          <p:cNvSpPr/>
          <p:nvPr/>
        </p:nvSpPr>
        <p:spPr>
          <a:xfrm>
            <a:off x="74344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0" name="Rectangle: Rounded Corners 23">
            <a:extLst>
              <a:ext uri="{FF2B5EF4-FFF2-40B4-BE49-F238E27FC236}">
                <a16:creationId xmlns:a16="http://schemas.microsoft.com/office/drawing/2014/main" id="{0950DC08-28DC-0EE3-EB18-910F80DAED8D}"/>
              </a:ext>
            </a:extLst>
          </p:cNvPr>
          <p:cNvSpPr/>
          <p:nvPr/>
        </p:nvSpPr>
        <p:spPr>
          <a:xfrm>
            <a:off x="91314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Diagonal Stripe 24">
            <a:extLst>
              <a:ext uri="{FF2B5EF4-FFF2-40B4-BE49-F238E27FC236}">
                <a16:creationId xmlns:a16="http://schemas.microsoft.com/office/drawing/2014/main" id="{90ED6EE7-BFE3-EE74-611D-CA54DC5532E3}"/>
              </a:ext>
            </a:extLst>
          </p:cNvPr>
          <p:cNvSpPr/>
          <p:nvPr/>
        </p:nvSpPr>
        <p:spPr>
          <a:xfrm>
            <a:off x="102411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Rectangle: Rounded Corners 18">
            <a:extLst>
              <a:ext uri="{FF2B5EF4-FFF2-40B4-BE49-F238E27FC236}">
                <a16:creationId xmlns:a16="http://schemas.microsoft.com/office/drawing/2014/main" id="{70B5A71B-566F-361E-7A42-725A15780D22}"/>
              </a:ext>
            </a:extLst>
          </p:cNvPr>
          <p:cNvSpPr/>
          <p:nvPr/>
        </p:nvSpPr>
        <p:spPr>
          <a:xfrm>
            <a:off x="3518067" y="1656082"/>
            <a:ext cx="2349166" cy="753240"/>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2</a:t>
            </a:r>
          </a:p>
        </p:txBody>
      </p:sp>
      <p:sp>
        <p:nvSpPr>
          <p:cNvPr id="13" name="Rectangle: Rounded Corners 18">
            <a:extLst>
              <a:ext uri="{FF2B5EF4-FFF2-40B4-BE49-F238E27FC236}">
                <a16:creationId xmlns:a16="http://schemas.microsoft.com/office/drawing/2014/main" id="{7B5BCE20-9617-92D2-5218-5F8C3AD683BC}"/>
              </a:ext>
            </a:extLst>
          </p:cNvPr>
          <p:cNvSpPr/>
          <p:nvPr/>
        </p:nvSpPr>
        <p:spPr>
          <a:xfrm>
            <a:off x="6324767" y="1656081"/>
            <a:ext cx="2349166" cy="75324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3</a:t>
            </a:r>
          </a:p>
        </p:txBody>
      </p:sp>
      <p:sp>
        <p:nvSpPr>
          <p:cNvPr id="14" name="Rectangle: Rounded Corners 18">
            <a:extLst>
              <a:ext uri="{FF2B5EF4-FFF2-40B4-BE49-F238E27FC236}">
                <a16:creationId xmlns:a16="http://schemas.microsoft.com/office/drawing/2014/main" id="{44BC9853-8851-82A1-CAE4-F78DA8F1FB07}"/>
              </a:ext>
            </a:extLst>
          </p:cNvPr>
          <p:cNvSpPr/>
          <p:nvPr/>
        </p:nvSpPr>
        <p:spPr>
          <a:xfrm>
            <a:off x="9131467" y="1656080"/>
            <a:ext cx="2349166" cy="75324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4</a:t>
            </a:r>
          </a:p>
        </p:txBody>
      </p:sp>
    </p:spTree>
    <p:extLst>
      <p:ext uri="{BB962C8B-B14F-4D97-AF65-F5344CB8AC3E}">
        <p14:creationId xmlns:p14="http://schemas.microsoft.com/office/powerpoint/2010/main" val="117391984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Wheel 2</a:t>
            </a:r>
          </a:p>
        </p:txBody>
      </p:sp>
      <p:sp>
        <p:nvSpPr>
          <p:cNvPr id="88" name="Secteurs 2">
            <a:extLst>
              <a:ext uri="{FF2B5EF4-FFF2-40B4-BE49-F238E27FC236}">
                <a16:creationId xmlns:a16="http://schemas.microsoft.com/office/drawing/2014/main" id="{491B5036-E71A-D6BE-F62D-5B4DAE245346}"/>
              </a:ext>
            </a:extLst>
          </p:cNvPr>
          <p:cNvSpPr>
            <a:spLocks noChangeAspect="1"/>
          </p:cNvSpPr>
          <p:nvPr/>
        </p:nvSpPr>
        <p:spPr>
          <a:xfrm>
            <a:off x="11219711" y="2659197"/>
            <a:ext cx="1960098" cy="196009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Autofit/>
          </a:bodyPr>
          <a:lstStyle/>
          <a:p>
            <a:r>
              <a:rPr lang="en-US" b="1" dirty="0"/>
              <a:t>Lorem ipsum</a:t>
            </a:r>
          </a:p>
        </p:txBody>
      </p:sp>
      <p:grpSp>
        <p:nvGrpSpPr>
          <p:cNvPr id="89" name="Groupe 3">
            <a:extLst>
              <a:ext uri="{FF2B5EF4-FFF2-40B4-BE49-F238E27FC236}">
                <a16:creationId xmlns:a16="http://schemas.microsoft.com/office/drawing/2014/main" id="{DC78A487-02EE-C14F-8316-852469ECB075}"/>
              </a:ext>
            </a:extLst>
          </p:cNvPr>
          <p:cNvGrpSpPr>
            <a:grpSpLocks noChangeAspect="1"/>
          </p:cNvGrpSpPr>
          <p:nvPr/>
        </p:nvGrpSpPr>
        <p:grpSpPr>
          <a:xfrm>
            <a:off x="9433700" y="873186"/>
            <a:ext cx="5532120" cy="5532120"/>
            <a:chOff x="4191000" y="1524000"/>
            <a:chExt cx="3810000" cy="3810000"/>
          </a:xfrm>
          <a:solidFill>
            <a:schemeClr val="accent2"/>
          </a:solidFill>
        </p:grpSpPr>
        <p:sp>
          <p:nvSpPr>
            <p:cNvPr id="164" name="Arc plein 4">
              <a:extLst>
                <a:ext uri="{FF2B5EF4-FFF2-40B4-BE49-F238E27FC236}">
                  <a16:creationId xmlns:a16="http://schemas.microsoft.com/office/drawing/2014/main" id="{B295C15C-3E7B-E180-FF6C-ED147A8E239C}"/>
                </a:ext>
              </a:extLst>
            </p:cNvPr>
            <p:cNvSpPr/>
            <p:nvPr>
              <p:custDataLst>
                <p:tags r:id="rId9"/>
              </p:custDataLst>
            </p:nvPr>
          </p:nvSpPr>
          <p:spPr>
            <a:xfrm>
              <a:off x="4191000" y="1524000"/>
              <a:ext cx="3810000" cy="3810000"/>
            </a:xfrm>
            <a:prstGeom prst="blockArc">
              <a:avLst>
                <a:gd name="adj1" fmla="val 5400000"/>
                <a:gd name="adj2" fmla="val 81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5" name="Arc plein 5">
              <a:extLst>
                <a:ext uri="{FF2B5EF4-FFF2-40B4-BE49-F238E27FC236}">
                  <a16:creationId xmlns:a16="http://schemas.microsoft.com/office/drawing/2014/main" id="{C5BEF256-7A26-0AC7-8832-534360325CC4}"/>
                </a:ext>
              </a:extLst>
            </p:cNvPr>
            <p:cNvSpPr/>
            <p:nvPr>
              <p:custDataLst>
                <p:tags r:id="rId10"/>
              </p:custDataLst>
            </p:nvPr>
          </p:nvSpPr>
          <p:spPr>
            <a:xfrm>
              <a:off x="4191000" y="1524000"/>
              <a:ext cx="3810000" cy="3810000"/>
            </a:xfrm>
            <a:prstGeom prst="blockArc">
              <a:avLst>
                <a:gd name="adj1" fmla="val 8100000"/>
                <a:gd name="adj2" fmla="val 108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6" name="Arc plein 6">
              <a:extLst>
                <a:ext uri="{FF2B5EF4-FFF2-40B4-BE49-F238E27FC236}">
                  <a16:creationId xmlns:a16="http://schemas.microsoft.com/office/drawing/2014/main" id="{B0BD5D99-8382-AEB8-0AE7-5DF3A4DA5549}"/>
                </a:ext>
              </a:extLst>
            </p:cNvPr>
            <p:cNvSpPr/>
            <p:nvPr>
              <p:custDataLst>
                <p:tags r:id="rId11"/>
              </p:custDataLst>
            </p:nvPr>
          </p:nvSpPr>
          <p:spPr>
            <a:xfrm>
              <a:off x="4191000" y="1524000"/>
              <a:ext cx="3810000" cy="3810000"/>
            </a:xfrm>
            <a:prstGeom prst="blockArc">
              <a:avLst>
                <a:gd name="adj1" fmla="val 10800000"/>
                <a:gd name="adj2" fmla="val 135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7" name="Arc plein 7">
              <a:extLst>
                <a:ext uri="{FF2B5EF4-FFF2-40B4-BE49-F238E27FC236}">
                  <a16:creationId xmlns:a16="http://schemas.microsoft.com/office/drawing/2014/main" id="{D2CB31E2-CB05-AAF6-D908-95C9E53F58C0}"/>
                </a:ext>
              </a:extLst>
            </p:cNvPr>
            <p:cNvSpPr/>
            <p:nvPr>
              <p:custDataLst>
                <p:tags r:id="rId12"/>
              </p:custDataLst>
            </p:nvPr>
          </p:nvSpPr>
          <p:spPr>
            <a:xfrm>
              <a:off x="4191000" y="1524000"/>
              <a:ext cx="3810000" cy="3810000"/>
            </a:xfrm>
            <a:prstGeom prst="blockArc">
              <a:avLst>
                <a:gd name="adj1" fmla="val 13500000"/>
                <a:gd name="adj2" fmla="val 162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grpSp>
      <p:grpSp>
        <p:nvGrpSpPr>
          <p:cNvPr id="90" name="Groupe 8">
            <a:extLst>
              <a:ext uri="{FF2B5EF4-FFF2-40B4-BE49-F238E27FC236}">
                <a16:creationId xmlns:a16="http://schemas.microsoft.com/office/drawing/2014/main" id="{5E6B624D-5533-8AAE-BB9A-3BFF6F00AABB}"/>
              </a:ext>
            </a:extLst>
          </p:cNvPr>
          <p:cNvGrpSpPr>
            <a:grpSpLocks noChangeAspect="1"/>
          </p:cNvGrpSpPr>
          <p:nvPr/>
        </p:nvGrpSpPr>
        <p:grpSpPr>
          <a:xfrm>
            <a:off x="10310503" y="1749990"/>
            <a:ext cx="3778513" cy="3778513"/>
            <a:chOff x="4191000" y="1524000"/>
            <a:chExt cx="3810000" cy="3810000"/>
          </a:xfrm>
          <a:solidFill>
            <a:schemeClr val="accent2"/>
          </a:solidFill>
        </p:grpSpPr>
        <p:sp>
          <p:nvSpPr>
            <p:cNvPr id="160" name="Arc plein 9">
              <a:extLst>
                <a:ext uri="{FF2B5EF4-FFF2-40B4-BE49-F238E27FC236}">
                  <a16:creationId xmlns:a16="http://schemas.microsoft.com/office/drawing/2014/main" id="{A6F50AAE-E4F1-86BA-92DC-98EDCB9504D6}"/>
                </a:ext>
              </a:extLst>
            </p:cNvPr>
            <p:cNvSpPr/>
            <p:nvPr>
              <p:custDataLst>
                <p:tags r:id="rId5"/>
              </p:custDataLst>
            </p:nvPr>
          </p:nvSpPr>
          <p:spPr>
            <a:xfrm>
              <a:off x="4191000" y="1524000"/>
              <a:ext cx="3810000" cy="3810000"/>
            </a:xfrm>
            <a:prstGeom prst="blockArc">
              <a:avLst>
                <a:gd name="adj1" fmla="val 5400000"/>
                <a:gd name="adj2" fmla="val 81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1" name="Arc plein 10">
              <a:extLst>
                <a:ext uri="{FF2B5EF4-FFF2-40B4-BE49-F238E27FC236}">
                  <a16:creationId xmlns:a16="http://schemas.microsoft.com/office/drawing/2014/main" id="{79338732-EA14-6968-E351-35EBD186162C}"/>
                </a:ext>
              </a:extLst>
            </p:cNvPr>
            <p:cNvSpPr/>
            <p:nvPr>
              <p:custDataLst>
                <p:tags r:id="rId6"/>
              </p:custDataLst>
            </p:nvPr>
          </p:nvSpPr>
          <p:spPr>
            <a:xfrm>
              <a:off x="4191000" y="1524000"/>
              <a:ext cx="3810000" cy="3810000"/>
            </a:xfrm>
            <a:prstGeom prst="blockArc">
              <a:avLst>
                <a:gd name="adj1" fmla="val 8100000"/>
                <a:gd name="adj2" fmla="val 108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2" name="Arc plein 11">
              <a:extLst>
                <a:ext uri="{FF2B5EF4-FFF2-40B4-BE49-F238E27FC236}">
                  <a16:creationId xmlns:a16="http://schemas.microsoft.com/office/drawing/2014/main" id="{0EC38A4E-8A51-65FE-94C6-A0762E0DBB52}"/>
                </a:ext>
              </a:extLst>
            </p:cNvPr>
            <p:cNvSpPr/>
            <p:nvPr>
              <p:custDataLst>
                <p:tags r:id="rId7"/>
              </p:custDataLst>
            </p:nvPr>
          </p:nvSpPr>
          <p:spPr>
            <a:xfrm>
              <a:off x="4191000" y="1524000"/>
              <a:ext cx="3810000" cy="3810000"/>
            </a:xfrm>
            <a:prstGeom prst="blockArc">
              <a:avLst>
                <a:gd name="adj1" fmla="val 10800000"/>
                <a:gd name="adj2" fmla="val 135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3" name="Arc plein 12">
              <a:extLst>
                <a:ext uri="{FF2B5EF4-FFF2-40B4-BE49-F238E27FC236}">
                  <a16:creationId xmlns:a16="http://schemas.microsoft.com/office/drawing/2014/main" id="{9D185F30-ED01-B9C5-11ED-03022181D8D0}"/>
                </a:ext>
              </a:extLst>
            </p:cNvPr>
            <p:cNvSpPr/>
            <p:nvPr>
              <p:custDataLst>
                <p:tags r:id="rId8"/>
              </p:custDataLst>
            </p:nvPr>
          </p:nvSpPr>
          <p:spPr>
            <a:xfrm>
              <a:off x="4191000" y="1524000"/>
              <a:ext cx="3810000" cy="3810000"/>
            </a:xfrm>
            <a:prstGeom prst="blockArc">
              <a:avLst>
                <a:gd name="adj1" fmla="val 13500000"/>
                <a:gd name="adj2" fmla="val 162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grpSp>
        <p:nvGrpSpPr>
          <p:cNvPr id="91" name="Fix" descr="{&quot;Key&quot;:&quot;POWER_USER_SHAPE_ICON&quot;,&quot;Value&quot;:&quot;POWER_USER_SHAPE_ICON_STYLE_1&quot;}">
            <a:extLst>
              <a:ext uri="{FF2B5EF4-FFF2-40B4-BE49-F238E27FC236}">
                <a16:creationId xmlns:a16="http://schemas.microsoft.com/office/drawing/2014/main" id="{A9DC85B3-1CD0-A90F-34F6-ED635CC6AE37}"/>
              </a:ext>
            </a:extLst>
          </p:cNvPr>
          <p:cNvGrpSpPr>
            <a:grpSpLocks noChangeAspect="1"/>
          </p:cNvGrpSpPr>
          <p:nvPr>
            <p:custDataLst>
              <p:tags r:id="rId1"/>
            </p:custDataLst>
          </p:nvPr>
        </p:nvGrpSpPr>
        <p:grpSpPr>
          <a:xfrm>
            <a:off x="10583571" y="3924244"/>
            <a:ext cx="663719" cy="570116"/>
            <a:chOff x="2921003" y="1704979"/>
            <a:chExt cx="866777" cy="744538"/>
          </a:xfrm>
          <a:solidFill>
            <a:srgbClr val="FFFFFF"/>
          </a:solidFill>
        </p:grpSpPr>
        <p:sp>
          <p:nvSpPr>
            <p:cNvPr id="155" name="Freeform 726">
              <a:extLst>
                <a:ext uri="{FF2B5EF4-FFF2-40B4-BE49-F238E27FC236}">
                  <a16:creationId xmlns:a16="http://schemas.microsoft.com/office/drawing/2014/main" id="{FCA72BCE-11CA-C5B6-9914-3219720516D0}"/>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6" name="Freeform 727">
              <a:extLst>
                <a:ext uri="{FF2B5EF4-FFF2-40B4-BE49-F238E27FC236}">
                  <a16:creationId xmlns:a16="http://schemas.microsoft.com/office/drawing/2014/main" id="{998C701A-630E-00B3-4008-CE1E18199488}"/>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7" name="Freeform 728">
              <a:extLst>
                <a:ext uri="{FF2B5EF4-FFF2-40B4-BE49-F238E27FC236}">
                  <a16:creationId xmlns:a16="http://schemas.microsoft.com/office/drawing/2014/main" id="{4C8832CE-867E-D217-BC14-C2C3E453121D}"/>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8" name="Freeform 729">
              <a:extLst>
                <a:ext uri="{FF2B5EF4-FFF2-40B4-BE49-F238E27FC236}">
                  <a16:creationId xmlns:a16="http://schemas.microsoft.com/office/drawing/2014/main" id="{BD2BDE14-30D2-26B4-1F43-3F228BF16AFE}"/>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9" name="Freeform 730">
              <a:extLst>
                <a:ext uri="{FF2B5EF4-FFF2-40B4-BE49-F238E27FC236}">
                  <a16:creationId xmlns:a16="http://schemas.microsoft.com/office/drawing/2014/main" id="{24D96DF4-0C30-13FB-97FA-891B4DCFAA60}"/>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2" name="Formula2" descr="{&quot;Key&quot;:&quot;POWER_USER_SHAPE_ICON&quot;,&quot;Value&quot;:&quot;POWER_USER_SHAPE_ICON_STYLE_1&quot;}">
            <a:extLst>
              <a:ext uri="{FF2B5EF4-FFF2-40B4-BE49-F238E27FC236}">
                <a16:creationId xmlns:a16="http://schemas.microsoft.com/office/drawing/2014/main" id="{D509B671-F289-3143-BBBD-4DD4BFE23804}"/>
              </a:ext>
            </a:extLst>
          </p:cNvPr>
          <p:cNvGrpSpPr>
            <a:grpSpLocks noChangeAspect="1"/>
          </p:cNvGrpSpPr>
          <p:nvPr>
            <p:custDataLst>
              <p:tags r:id="rId2"/>
            </p:custDataLst>
          </p:nvPr>
        </p:nvGrpSpPr>
        <p:grpSpPr>
          <a:xfrm>
            <a:off x="11537399" y="4764928"/>
            <a:ext cx="403082" cy="493568"/>
            <a:chOff x="7532688" y="3178176"/>
            <a:chExt cx="233363" cy="285750"/>
          </a:xfrm>
          <a:solidFill>
            <a:srgbClr val="FFFFFF"/>
          </a:solidFill>
        </p:grpSpPr>
        <p:sp>
          <p:nvSpPr>
            <p:cNvPr id="145" name="Freeform 655">
              <a:extLst>
                <a:ext uri="{FF2B5EF4-FFF2-40B4-BE49-F238E27FC236}">
                  <a16:creationId xmlns:a16="http://schemas.microsoft.com/office/drawing/2014/main" id="{7676C945-D1D6-9C2C-E6BA-8607F8EAF5C1}"/>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6" name="Freeform 656">
              <a:extLst>
                <a:ext uri="{FF2B5EF4-FFF2-40B4-BE49-F238E27FC236}">
                  <a16:creationId xmlns:a16="http://schemas.microsoft.com/office/drawing/2014/main" id="{78994D96-B6E6-8DB2-5C70-46D78E355031}"/>
                </a:ext>
              </a:extLst>
            </p:cNvPr>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7" name="Freeform 657">
              <a:extLst>
                <a:ext uri="{FF2B5EF4-FFF2-40B4-BE49-F238E27FC236}">
                  <a16:creationId xmlns:a16="http://schemas.microsoft.com/office/drawing/2014/main" id="{EB2C85E8-129B-9214-01FB-12A48E680566}"/>
                </a:ext>
              </a:extLst>
            </p:cNvPr>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8" name="Freeform 661">
              <a:extLst>
                <a:ext uri="{FF2B5EF4-FFF2-40B4-BE49-F238E27FC236}">
                  <a16:creationId xmlns:a16="http://schemas.microsoft.com/office/drawing/2014/main" id="{2C98A535-D6C0-A5CF-D361-5ED793A4BD68}"/>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9" name="Freeform 662">
              <a:extLst>
                <a:ext uri="{FF2B5EF4-FFF2-40B4-BE49-F238E27FC236}">
                  <a16:creationId xmlns:a16="http://schemas.microsoft.com/office/drawing/2014/main" id="{B98E763E-6478-C580-0A4B-B60B4A58453E}"/>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0" name="Freeform 663">
              <a:extLst>
                <a:ext uri="{FF2B5EF4-FFF2-40B4-BE49-F238E27FC236}">
                  <a16:creationId xmlns:a16="http://schemas.microsoft.com/office/drawing/2014/main" id="{F4DCA418-DD68-9CB2-884D-3D880C1D5332}"/>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1" name="Freeform 664">
              <a:extLst>
                <a:ext uri="{FF2B5EF4-FFF2-40B4-BE49-F238E27FC236}">
                  <a16:creationId xmlns:a16="http://schemas.microsoft.com/office/drawing/2014/main" id="{3A474503-0D73-FFB6-F0D3-F553F0F29828}"/>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2" name="Freeform 665">
              <a:extLst>
                <a:ext uri="{FF2B5EF4-FFF2-40B4-BE49-F238E27FC236}">
                  <a16:creationId xmlns:a16="http://schemas.microsoft.com/office/drawing/2014/main" id="{16EB4E82-C422-D331-C904-E650BD5A1F39}"/>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3" name="Freeform 666">
              <a:extLst>
                <a:ext uri="{FF2B5EF4-FFF2-40B4-BE49-F238E27FC236}">
                  <a16:creationId xmlns:a16="http://schemas.microsoft.com/office/drawing/2014/main" id="{DDC4E575-3494-F882-64C5-A1B926D6653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4" name="Freeform 667">
              <a:extLst>
                <a:ext uri="{FF2B5EF4-FFF2-40B4-BE49-F238E27FC236}">
                  <a16:creationId xmlns:a16="http://schemas.microsoft.com/office/drawing/2014/main" id="{A71D9B31-96F3-9F35-CD9A-08DC88BD7B36}"/>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93" name="Friends" descr="{&quot;Key&quot;:&quot;POWER_USER_SHAPE_ICON&quot;,&quot;Value&quot;:&quot;POWER_USER_SHAPE_ICON_STYLE_1&quot;}">
            <a:extLst>
              <a:ext uri="{FF2B5EF4-FFF2-40B4-BE49-F238E27FC236}">
                <a16:creationId xmlns:a16="http://schemas.microsoft.com/office/drawing/2014/main" id="{61688D65-0CBD-75A3-B856-340150494125}"/>
              </a:ext>
            </a:extLst>
          </p:cNvPr>
          <p:cNvGrpSpPr>
            <a:grpSpLocks noChangeAspect="1"/>
          </p:cNvGrpSpPr>
          <p:nvPr>
            <p:custDataLst>
              <p:tags r:id="rId3"/>
            </p:custDataLst>
          </p:nvPr>
        </p:nvGrpSpPr>
        <p:grpSpPr>
          <a:xfrm>
            <a:off x="11307358" y="2138611"/>
            <a:ext cx="762455" cy="407907"/>
            <a:chOff x="3733800" y="4573588"/>
            <a:chExt cx="1020763" cy="546100"/>
          </a:xfrm>
          <a:solidFill>
            <a:srgbClr val="FFFFFF"/>
          </a:solidFill>
        </p:grpSpPr>
        <p:sp>
          <p:nvSpPr>
            <p:cNvPr id="141" name="Oval 209">
              <a:extLst>
                <a:ext uri="{FF2B5EF4-FFF2-40B4-BE49-F238E27FC236}">
                  <a16:creationId xmlns:a16="http://schemas.microsoft.com/office/drawing/2014/main" id="{A980C837-106D-A50C-EA5E-A23C41C1BCEC}"/>
                </a:ext>
              </a:extLst>
            </p:cNvPr>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2" name="Freeform 210">
              <a:extLst>
                <a:ext uri="{FF2B5EF4-FFF2-40B4-BE49-F238E27FC236}">
                  <a16:creationId xmlns:a16="http://schemas.microsoft.com/office/drawing/2014/main" id="{60810A37-17AB-915B-8355-03B951FE5C39}"/>
                </a:ext>
              </a:extLst>
            </p:cNvPr>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3" name="Oval 211">
              <a:extLst>
                <a:ext uri="{FF2B5EF4-FFF2-40B4-BE49-F238E27FC236}">
                  <a16:creationId xmlns:a16="http://schemas.microsoft.com/office/drawing/2014/main" id="{CE9E8591-89B4-D738-0BFB-8AA2C32CF3F1}"/>
                </a:ext>
              </a:extLst>
            </p:cNvPr>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4" name="Freeform 212">
              <a:extLst>
                <a:ext uri="{FF2B5EF4-FFF2-40B4-BE49-F238E27FC236}">
                  <a16:creationId xmlns:a16="http://schemas.microsoft.com/office/drawing/2014/main" id="{C4299859-9808-AEB1-2B64-8B5A19C65773}"/>
                </a:ext>
              </a:extLst>
            </p:cNvPr>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4" name="Fund" descr="{&quot;Key&quot;:&quot;POWER_USER_SHAPE_ICON&quot;,&quot;Value&quot;:&quot;POWER_USER_SHAPE_ICON_STYLE_1&quot;}">
            <a:extLst>
              <a:ext uri="{FF2B5EF4-FFF2-40B4-BE49-F238E27FC236}">
                <a16:creationId xmlns:a16="http://schemas.microsoft.com/office/drawing/2014/main" id="{F35FB5E5-FB5D-3BAD-6468-171389D0619C}"/>
              </a:ext>
            </a:extLst>
          </p:cNvPr>
          <p:cNvGrpSpPr>
            <a:grpSpLocks noChangeAspect="1"/>
          </p:cNvGrpSpPr>
          <p:nvPr>
            <p:custDataLst>
              <p:tags r:id="rId4"/>
            </p:custDataLst>
          </p:nvPr>
        </p:nvGrpSpPr>
        <p:grpSpPr>
          <a:xfrm>
            <a:off x="10641123" y="2859928"/>
            <a:ext cx="453075" cy="493568"/>
            <a:chOff x="4052888" y="4767263"/>
            <a:chExt cx="657225" cy="715963"/>
          </a:xfrm>
          <a:solidFill>
            <a:srgbClr val="FFFFFF"/>
          </a:solidFill>
        </p:grpSpPr>
        <p:sp>
          <p:nvSpPr>
            <p:cNvPr id="123" name="Rectangle 249">
              <a:extLst>
                <a:ext uri="{FF2B5EF4-FFF2-40B4-BE49-F238E27FC236}">
                  <a16:creationId xmlns:a16="http://schemas.microsoft.com/office/drawing/2014/main" id="{FE872808-F39F-36EA-CBE4-A888C9520578}"/>
                </a:ext>
              </a:extLst>
            </p:cNvPr>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50">
              <a:extLst>
                <a:ext uri="{FF2B5EF4-FFF2-40B4-BE49-F238E27FC236}">
                  <a16:creationId xmlns:a16="http://schemas.microsoft.com/office/drawing/2014/main" id="{B3B59692-287A-13D9-E0D9-6F4599119D07}"/>
                </a:ext>
              </a:extLst>
            </p:cNvPr>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51">
              <a:extLst>
                <a:ext uri="{FF2B5EF4-FFF2-40B4-BE49-F238E27FC236}">
                  <a16:creationId xmlns:a16="http://schemas.microsoft.com/office/drawing/2014/main" id="{EA03847F-595B-B3E4-4953-B8FD75DC3E5E}"/>
                </a:ext>
              </a:extLst>
            </p:cNvPr>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52">
              <a:extLst>
                <a:ext uri="{FF2B5EF4-FFF2-40B4-BE49-F238E27FC236}">
                  <a16:creationId xmlns:a16="http://schemas.microsoft.com/office/drawing/2014/main" id="{C5871C08-A673-05F0-E578-2ECA7531B020}"/>
                </a:ext>
              </a:extLst>
            </p:cNvPr>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53">
              <a:extLst>
                <a:ext uri="{FF2B5EF4-FFF2-40B4-BE49-F238E27FC236}">
                  <a16:creationId xmlns:a16="http://schemas.microsoft.com/office/drawing/2014/main" id="{675CF2CB-3726-52B2-AB27-221A4E0443D9}"/>
                </a:ext>
              </a:extLst>
            </p:cNvPr>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Rectangle 254">
              <a:extLst>
                <a:ext uri="{FF2B5EF4-FFF2-40B4-BE49-F238E27FC236}">
                  <a16:creationId xmlns:a16="http://schemas.microsoft.com/office/drawing/2014/main" id="{6F890995-415C-8158-162F-46A6052DAEBF}"/>
                </a:ext>
              </a:extLst>
            </p:cNvPr>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9" name="Rectangle 255">
              <a:extLst>
                <a:ext uri="{FF2B5EF4-FFF2-40B4-BE49-F238E27FC236}">
                  <a16:creationId xmlns:a16="http://schemas.microsoft.com/office/drawing/2014/main" id="{E0A47BD7-A55F-FE57-AA6A-F79009538D4E}"/>
                </a:ext>
              </a:extLst>
            </p:cNvPr>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0" name="Rectangle 256">
              <a:extLst>
                <a:ext uri="{FF2B5EF4-FFF2-40B4-BE49-F238E27FC236}">
                  <a16:creationId xmlns:a16="http://schemas.microsoft.com/office/drawing/2014/main" id="{3C2841EE-6A6D-C792-53B9-6D07F5F5DB2E}"/>
                </a:ext>
              </a:extLst>
            </p:cNvPr>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1" name="Rectangle 257">
              <a:extLst>
                <a:ext uri="{FF2B5EF4-FFF2-40B4-BE49-F238E27FC236}">
                  <a16:creationId xmlns:a16="http://schemas.microsoft.com/office/drawing/2014/main" id="{F4F58D4C-E4CB-4E6B-5A93-F6114E0F76CE}"/>
                </a:ext>
              </a:extLst>
            </p:cNvPr>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2" name="Rectangle 258">
              <a:extLst>
                <a:ext uri="{FF2B5EF4-FFF2-40B4-BE49-F238E27FC236}">
                  <a16:creationId xmlns:a16="http://schemas.microsoft.com/office/drawing/2014/main" id="{C5BF291C-9605-6385-FD6F-C32D786A37B1}"/>
                </a:ext>
              </a:extLst>
            </p:cNvPr>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3" name="Rectangle 259">
              <a:extLst>
                <a:ext uri="{FF2B5EF4-FFF2-40B4-BE49-F238E27FC236}">
                  <a16:creationId xmlns:a16="http://schemas.microsoft.com/office/drawing/2014/main" id="{0D948148-44D1-BE9F-8E00-ED706DDBF8ED}"/>
                </a:ext>
              </a:extLst>
            </p:cNvPr>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4" name="Rectangle 260">
              <a:extLst>
                <a:ext uri="{FF2B5EF4-FFF2-40B4-BE49-F238E27FC236}">
                  <a16:creationId xmlns:a16="http://schemas.microsoft.com/office/drawing/2014/main" id="{FDB23CA0-B472-FA75-BE45-9AB178E78CC4}"/>
                </a:ext>
              </a:extLst>
            </p:cNvPr>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5" name="Rectangle 261">
              <a:extLst>
                <a:ext uri="{FF2B5EF4-FFF2-40B4-BE49-F238E27FC236}">
                  <a16:creationId xmlns:a16="http://schemas.microsoft.com/office/drawing/2014/main" id="{CDA52FA1-B1D9-DF8C-0EF6-6D1F3029CDA8}"/>
                </a:ext>
              </a:extLst>
            </p:cNvPr>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6" name="Rectangle 262">
              <a:extLst>
                <a:ext uri="{FF2B5EF4-FFF2-40B4-BE49-F238E27FC236}">
                  <a16:creationId xmlns:a16="http://schemas.microsoft.com/office/drawing/2014/main" id="{ED41B303-C83B-DDAA-71C2-6CA187080C7E}"/>
                </a:ext>
              </a:extLst>
            </p:cNvPr>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7" name="Rectangle 263">
              <a:extLst>
                <a:ext uri="{FF2B5EF4-FFF2-40B4-BE49-F238E27FC236}">
                  <a16:creationId xmlns:a16="http://schemas.microsoft.com/office/drawing/2014/main" id="{E026925F-34FC-BB4B-7C6F-9AE07CA90075}"/>
                </a:ext>
              </a:extLst>
            </p:cNvPr>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8" name="Rectangle 264">
              <a:extLst>
                <a:ext uri="{FF2B5EF4-FFF2-40B4-BE49-F238E27FC236}">
                  <a16:creationId xmlns:a16="http://schemas.microsoft.com/office/drawing/2014/main" id="{EA3B6725-0C92-11D1-3742-5ACB442352B3}"/>
                </a:ext>
              </a:extLst>
            </p:cNvPr>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9" name="Freeform 265">
              <a:extLst>
                <a:ext uri="{FF2B5EF4-FFF2-40B4-BE49-F238E27FC236}">
                  <a16:creationId xmlns:a16="http://schemas.microsoft.com/office/drawing/2014/main" id="{E05D5CAE-CA52-F0B2-5356-88F0721A54CA}"/>
                </a:ext>
              </a:extLst>
            </p:cNvPr>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0" name="Freeform 266">
              <a:extLst>
                <a:ext uri="{FF2B5EF4-FFF2-40B4-BE49-F238E27FC236}">
                  <a16:creationId xmlns:a16="http://schemas.microsoft.com/office/drawing/2014/main" id="{A4ADF9C2-17D2-2036-442C-A985E76DD226}"/>
                </a:ext>
              </a:extLst>
            </p:cNvPr>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5" name="Groupe 63">
            <a:extLst>
              <a:ext uri="{FF2B5EF4-FFF2-40B4-BE49-F238E27FC236}">
                <a16:creationId xmlns:a16="http://schemas.microsoft.com/office/drawing/2014/main" id="{65AB8046-9EB3-965B-8814-E04976B1295B}"/>
              </a:ext>
            </a:extLst>
          </p:cNvPr>
          <p:cNvGrpSpPr/>
          <p:nvPr/>
        </p:nvGrpSpPr>
        <p:grpSpPr>
          <a:xfrm>
            <a:off x="896856" y="1539538"/>
            <a:ext cx="8283692" cy="841091"/>
            <a:chOff x="-241194" y="1520456"/>
            <a:chExt cx="9112061" cy="925200"/>
          </a:xfrm>
        </p:grpSpPr>
        <p:sp>
          <p:nvSpPr>
            <p:cNvPr id="121" name="ZoneTexte 54">
              <a:extLst>
                <a:ext uri="{FF2B5EF4-FFF2-40B4-BE49-F238E27FC236}">
                  <a16:creationId xmlns:a16="http://schemas.microsoft.com/office/drawing/2014/main" id="{5DD6D513-2FEE-A4F2-54C3-D1EB0B3A22F8}"/>
                </a:ext>
              </a:extLst>
            </p:cNvPr>
            <p:cNvSpPr txBox="1"/>
            <p:nvPr/>
          </p:nvSpPr>
          <p:spPr>
            <a:xfrm>
              <a:off x="-241194" y="1520456"/>
              <a:ext cx="9047542"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2" name="Rectangle 121">
              <a:extLst>
                <a:ext uri="{FF2B5EF4-FFF2-40B4-BE49-F238E27FC236}">
                  <a16:creationId xmlns:a16="http://schemas.microsoft.com/office/drawing/2014/main" id="{86BD19F9-3C92-2F00-655D-0577A9C1C77D}"/>
                </a:ext>
              </a:extLst>
            </p:cNvPr>
            <p:cNvSpPr/>
            <p:nvPr/>
          </p:nvSpPr>
          <p:spPr>
            <a:xfrm>
              <a:off x="8806346" y="1520457"/>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6" name="Groupe 64">
            <a:extLst>
              <a:ext uri="{FF2B5EF4-FFF2-40B4-BE49-F238E27FC236}">
                <a16:creationId xmlns:a16="http://schemas.microsoft.com/office/drawing/2014/main" id="{61F52961-9F5A-3953-454B-CE188985C8BE}"/>
              </a:ext>
            </a:extLst>
          </p:cNvPr>
          <p:cNvGrpSpPr/>
          <p:nvPr/>
        </p:nvGrpSpPr>
        <p:grpSpPr>
          <a:xfrm>
            <a:off x="896853" y="2700191"/>
            <a:ext cx="8283695" cy="841091"/>
            <a:chOff x="-241197" y="2738147"/>
            <a:chExt cx="9112064" cy="925200"/>
          </a:xfrm>
        </p:grpSpPr>
        <p:sp>
          <p:nvSpPr>
            <p:cNvPr id="119" name="ZoneTexte 55">
              <a:extLst>
                <a:ext uri="{FF2B5EF4-FFF2-40B4-BE49-F238E27FC236}">
                  <a16:creationId xmlns:a16="http://schemas.microsoft.com/office/drawing/2014/main" id="{F6FA785B-B181-4523-3F6D-76C49E906A83}"/>
                </a:ext>
              </a:extLst>
            </p:cNvPr>
            <p:cNvSpPr txBox="1"/>
            <p:nvPr/>
          </p:nvSpPr>
          <p:spPr>
            <a:xfrm>
              <a:off x="-241197" y="2738147"/>
              <a:ext cx="9047543"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0" name="Rectangle 119">
              <a:extLst>
                <a:ext uri="{FF2B5EF4-FFF2-40B4-BE49-F238E27FC236}">
                  <a16:creationId xmlns:a16="http://schemas.microsoft.com/office/drawing/2014/main" id="{EEA122EC-F7F5-D836-F0FE-09A7DD53E066}"/>
                </a:ext>
              </a:extLst>
            </p:cNvPr>
            <p:cNvSpPr/>
            <p:nvPr/>
          </p:nvSpPr>
          <p:spPr>
            <a:xfrm>
              <a:off x="8806346" y="2738148"/>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7" name="Groupe 65">
            <a:extLst>
              <a:ext uri="{FF2B5EF4-FFF2-40B4-BE49-F238E27FC236}">
                <a16:creationId xmlns:a16="http://schemas.microsoft.com/office/drawing/2014/main" id="{48D1D213-E54C-4F42-39DD-CEEF216CCB90}"/>
              </a:ext>
            </a:extLst>
          </p:cNvPr>
          <p:cNvGrpSpPr/>
          <p:nvPr/>
        </p:nvGrpSpPr>
        <p:grpSpPr>
          <a:xfrm>
            <a:off x="896853" y="3999608"/>
            <a:ext cx="8283695" cy="841091"/>
            <a:chOff x="-241197" y="3955838"/>
            <a:chExt cx="9112064" cy="925200"/>
          </a:xfrm>
        </p:grpSpPr>
        <p:sp>
          <p:nvSpPr>
            <p:cNvPr id="117" name="ZoneTexte 56">
              <a:extLst>
                <a:ext uri="{FF2B5EF4-FFF2-40B4-BE49-F238E27FC236}">
                  <a16:creationId xmlns:a16="http://schemas.microsoft.com/office/drawing/2014/main" id="{98E9C29D-D306-85F1-1896-5C3F3F5612B3}"/>
                </a:ext>
              </a:extLst>
            </p:cNvPr>
            <p:cNvSpPr txBox="1"/>
            <p:nvPr/>
          </p:nvSpPr>
          <p:spPr>
            <a:xfrm>
              <a:off x="-241197" y="3955838"/>
              <a:ext cx="9047544"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8" name="Rectangle 117">
              <a:extLst>
                <a:ext uri="{FF2B5EF4-FFF2-40B4-BE49-F238E27FC236}">
                  <a16:creationId xmlns:a16="http://schemas.microsoft.com/office/drawing/2014/main" id="{B8419DDC-F8DE-184D-046D-EA156F736D17}"/>
                </a:ext>
              </a:extLst>
            </p:cNvPr>
            <p:cNvSpPr/>
            <p:nvPr/>
          </p:nvSpPr>
          <p:spPr>
            <a:xfrm>
              <a:off x="8806346" y="3955839"/>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8" name="Groupe 66">
            <a:extLst>
              <a:ext uri="{FF2B5EF4-FFF2-40B4-BE49-F238E27FC236}">
                <a16:creationId xmlns:a16="http://schemas.microsoft.com/office/drawing/2014/main" id="{BA1D4F5B-D33F-E476-6F9B-CBAB14BEAF5B}"/>
              </a:ext>
            </a:extLst>
          </p:cNvPr>
          <p:cNvGrpSpPr/>
          <p:nvPr/>
        </p:nvGrpSpPr>
        <p:grpSpPr>
          <a:xfrm>
            <a:off x="897378" y="5160023"/>
            <a:ext cx="8283170" cy="841091"/>
            <a:chOff x="-240620" y="5173529"/>
            <a:chExt cx="9111487" cy="925200"/>
          </a:xfrm>
        </p:grpSpPr>
        <p:sp>
          <p:nvSpPr>
            <p:cNvPr id="115" name="ZoneTexte 57">
              <a:extLst>
                <a:ext uri="{FF2B5EF4-FFF2-40B4-BE49-F238E27FC236}">
                  <a16:creationId xmlns:a16="http://schemas.microsoft.com/office/drawing/2014/main" id="{4F925DFE-D4AC-407C-CA4B-B8E6DE3B1DA7}"/>
                </a:ext>
              </a:extLst>
            </p:cNvPr>
            <p:cNvSpPr txBox="1"/>
            <p:nvPr/>
          </p:nvSpPr>
          <p:spPr>
            <a:xfrm>
              <a:off x="-240620" y="5173529"/>
              <a:ext cx="9041728"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6" name="Rectangle 115">
              <a:extLst>
                <a:ext uri="{FF2B5EF4-FFF2-40B4-BE49-F238E27FC236}">
                  <a16:creationId xmlns:a16="http://schemas.microsoft.com/office/drawing/2014/main" id="{528A7384-0227-768D-48C9-32228BECD5F4}"/>
                </a:ext>
              </a:extLst>
            </p:cNvPr>
            <p:cNvSpPr/>
            <p:nvPr/>
          </p:nvSpPr>
          <p:spPr>
            <a:xfrm>
              <a:off x="8806346" y="5173530"/>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9" name="Groupe 74">
            <a:extLst>
              <a:ext uri="{FF2B5EF4-FFF2-40B4-BE49-F238E27FC236}">
                <a16:creationId xmlns:a16="http://schemas.microsoft.com/office/drawing/2014/main" id="{B8890AAF-DE40-17FA-49C8-644FE4E2CE96}"/>
              </a:ext>
            </a:extLst>
          </p:cNvPr>
          <p:cNvGrpSpPr/>
          <p:nvPr/>
        </p:nvGrpSpPr>
        <p:grpSpPr>
          <a:xfrm>
            <a:off x="9121892" y="1924932"/>
            <a:ext cx="1664713" cy="76723"/>
            <a:chOff x="8806346" y="1600166"/>
            <a:chExt cx="1831184" cy="84395"/>
          </a:xfrm>
          <a:solidFill>
            <a:schemeClr val="tx1"/>
          </a:solidFill>
        </p:grpSpPr>
        <p:cxnSp>
          <p:nvCxnSpPr>
            <p:cNvPr id="113" name="Connecteur droit 68">
              <a:extLst>
                <a:ext uri="{FF2B5EF4-FFF2-40B4-BE49-F238E27FC236}">
                  <a16:creationId xmlns:a16="http://schemas.microsoft.com/office/drawing/2014/main" id="{917E3DE6-5AD1-8C23-1BF2-FE9028C8F3B1}"/>
                </a:ext>
              </a:extLst>
            </p:cNvPr>
            <p:cNvCxnSpPr>
              <a:cxnSpLocks/>
            </p:cNvCxnSpPr>
            <p:nvPr/>
          </p:nvCxnSpPr>
          <p:spPr>
            <a:xfrm>
              <a:off x="8806346" y="1637974"/>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4" name="Ellipse 69">
              <a:extLst>
                <a:ext uri="{FF2B5EF4-FFF2-40B4-BE49-F238E27FC236}">
                  <a16:creationId xmlns:a16="http://schemas.microsoft.com/office/drawing/2014/main" id="{E056CFF1-6748-EBC2-A7F9-CC014E670107}"/>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00" name="ZoneTexte 70">
            <a:extLst>
              <a:ext uri="{FF2B5EF4-FFF2-40B4-BE49-F238E27FC236}">
                <a16:creationId xmlns:a16="http://schemas.microsoft.com/office/drawing/2014/main" id="{46EA480E-940C-45C6-15E8-7BE6506B164E}"/>
              </a:ext>
            </a:extLst>
          </p:cNvPr>
          <p:cNvSpPr txBox="1"/>
          <p:nvPr/>
        </p:nvSpPr>
        <p:spPr>
          <a:xfrm>
            <a:off x="11021373" y="1228519"/>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101" name="ZoneTexte 71">
            <a:extLst>
              <a:ext uri="{FF2B5EF4-FFF2-40B4-BE49-F238E27FC236}">
                <a16:creationId xmlns:a16="http://schemas.microsoft.com/office/drawing/2014/main" id="{FCA433A2-F281-7310-C667-BE00DC415942}"/>
              </a:ext>
            </a:extLst>
          </p:cNvPr>
          <p:cNvSpPr txBox="1"/>
          <p:nvPr/>
        </p:nvSpPr>
        <p:spPr>
          <a:xfrm>
            <a:off x="11021373" y="5502926"/>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102" name="ZoneTexte 72">
            <a:extLst>
              <a:ext uri="{FF2B5EF4-FFF2-40B4-BE49-F238E27FC236}">
                <a16:creationId xmlns:a16="http://schemas.microsoft.com/office/drawing/2014/main" id="{2A853D8F-B2DB-14DD-0EF3-D4BAD9C2B242}"/>
              </a:ext>
            </a:extLst>
          </p:cNvPr>
          <p:cNvSpPr txBox="1"/>
          <p:nvPr/>
        </p:nvSpPr>
        <p:spPr>
          <a:xfrm>
            <a:off x="9735956" y="2592705"/>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103" name="ZoneTexte 73">
            <a:extLst>
              <a:ext uri="{FF2B5EF4-FFF2-40B4-BE49-F238E27FC236}">
                <a16:creationId xmlns:a16="http://schemas.microsoft.com/office/drawing/2014/main" id="{56012CCD-A7BE-1740-C76C-49FD6D2CA4FD}"/>
              </a:ext>
            </a:extLst>
          </p:cNvPr>
          <p:cNvSpPr txBox="1"/>
          <p:nvPr/>
        </p:nvSpPr>
        <p:spPr>
          <a:xfrm>
            <a:off x="9735956" y="421165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104" name="Groupe 75">
            <a:extLst>
              <a:ext uri="{FF2B5EF4-FFF2-40B4-BE49-F238E27FC236}">
                <a16:creationId xmlns:a16="http://schemas.microsoft.com/office/drawing/2014/main" id="{F5930116-47E9-DE7E-2C25-8F8EB81AB3DB}"/>
              </a:ext>
            </a:extLst>
          </p:cNvPr>
          <p:cNvGrpSpPr/>
          <p:nvPr/>
        </p:nvGrpSpPr>
        <p:grpSpPr>
          <a:xfrm>
            <a:off x="9185311" y="5541358"/>
            <a:ext cx="1664713" cy="76723"/>
            <a:chOff x="8806346" y="1600166"/>
            <a:chExt cx="1831184" cy="84395"/>
          </a:xfrm>
          <a:solidFill>
            <a:schemeClr val="tx1"/>
          </a:solidFill>
        </p:grpSpPr>
        <p:cxnSp>
          <p:nvCxnSpPr>
            <p:cNvPr id="111" name="Connecteur droit 76">
              <a:extLst>
                <a:ext uri="{FF2B5EF4-FFF2-40B4-BE49-F238E27FC236}">
                  <a16:creationId xmlns:a16="http://schemas.microsoft.com/office/drawing/2014/main" id="{31C4905B-65C9-E912-88DB-4064A340BF2F}"/>
                </a:ext>
              </a:extLst>
            </p:cNvPr>
            <p:cNvCxnSpPr/>
            <p:nvPr/>
          </p:nvCxnSpPr>
          <p:spPr>
            <a:xfrm>
              <a:off x="8806346" y="1637898"/>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Ellipse 77">
              <a:extLst>
                <a:ext uri="{FF2B5EF4-FFF2-40B4-BE49-F238E27FC236}">
                  <a16:creationId xmlns:a16="http://schemas.microsoft.com/office/drawing/2014/main" id="{C415EF08-2774-3A94-56C5-708A8E45F06F}"/>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5" name="Groupe 78">
            <a:extLst>
              <a:ext uri="{FF2B5EF4-FFF2-40B4-BE49-F238E27FC236}">
                <a16:creationId xmlns:a16="http://schemas.microsoft.com/office/drawing/2014/main" id="{895DC5E5-F767-72EA-175A-FA50E9CF33DA}"/>
              </a:ext>
            </a:extLst>
          </p:cNvPr>
          <p:cNvGrpSpPr/>
          <p:nvPr/>
        </p:nvGrpSpPr>
        <p:grpSpPr>
          <a:xfrm>
            <a:off x="9149277" y="4380942"/>
            <a:ext cx="567159" cy="76723"/>
            <a:chOff x="8806346" y="1600166"/>
            <a:chExt cx="623875" cy="84395"/>
          </a:xfrm>
          <a:solidFill>
            <a:schemeClr val="tx1"/>
          </a:solidFill>
        </p:grpSpPr>
        <p:cxnSp>
          <p:nvCxnSpPr>
            <p:cNvPr id="109" name="Connecteur droit 79">
              <a:extLst>
                <a:ext uri="{FF2B5EF4-FFF2-40B4-BE49-F238E27FC236}">
                  <a16:creationId xmlns:a16="http://schemas.microsoft.com/office/drawing/2014/main" id="{7EBB8E9E-DD43-F02C-634B-3393427E0C72}"/>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Ellipse 80">
              <a:extLst>
                <a:ext uri="{FF2B5EF4-FFF2-40B4-BE49-F238E27FC236}">
                  <a16:creationId xmlns:a16="http://schemas.microsoft.com/office/drawing/2014/main" id="{550AF481-D12B-46D3-1A4C-D618A7A0D020}"/>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6" name="Groupe 84">
            <a:extLst>
              <a:ext uri="{FF2B5EF4-FFF2-40B4-BE49-F238E27FC236}">
                <a16:creationId xmlns:a16="http://schemas.microsoft.com/office/drawing/2014/main" id="{37E2FE1C-8FEB-D4F5-BC4C-CD83D1C16881}"/>
              </a:ext>
            </a:extLst>
          </p:cNvPr>
          <p:cNvGrpSpPr/>
          <p:nvPr/>
        </p:nvGrpSpPr>
        <p:grpSpPr>
          <a:xfrm>
            <a:off x="9149277" y="3081527"/>
            <a:ext cx="567159" cy="76723"/>
            <a:chOff x="8806346" y="1600166"/>
            <a:chExt cx="623875" cy="84395"/>
          </a:xfrm>
          <a:solidFill>
            <a:schemeClr val="tx1"/>
          </a:solidFill>
        </p:grpSpPr>
        <p:cxnSp>
          <p:nvCxnSpPr>
            <p:cNvPr id="107" name="Connecteur droit 85">
              <a:extLst>
                <a:ext uri="{FF2B5EF4-FFF2-40B4-BE49-F238E27FC236}">
                  <a16:creationId xmlns:a16="http://schemas.microsoft.com/office/drawing/2014/main" id="{6DE0B843-EDBE-DC49-A540-27F29C55AA2C}"/>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lipse 86">
              <a:extLst>
                <a:ext uri="{FF2B5EF4-FFF2-40B4-BE49-F238E27FC236}">
                  <a16:creationId xmlns:a16="http://schemas.microsoft.com/office/drawing/2014/main" id="{120C5B1D-12BB-021B-60A0-0BBB254779B9}"/>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306086552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8418C85-D14C-D435-DEF1-0596BC8DD468}"/>
              </a:ext>
            </a:extLst>
          </p:cNvPr>
          <p:cNvSpPr>
            <a:spLocks noGrp="1"/>
          </p:cNvSpPr>
          <p:nvPr>
            <p:ph type="title"/>
          </p:nvPr>
        </p:nvSpPr>
        <p:spPr>
          <a:xfrm>
            <a:off x="214184" y="13663"/>
            <a:ext cx="9728886" cy="678316"/>
          </a:xfrm>
        </p:spPr>
        <p:txBody>
          <a:bodyPr>
            <a:normAutofit/>
          </a:bodyPr>
          <a:lstStyle/>
          <a:p>
            <a:r>
              <a:rPr lang="en-US" dirty="0"/>
              <a:t>Rising 5</a:t>
            </a:r>
          </a:p>
        </p:txBody>
      </p:sp>
      <p:sp>
        <p:nvSpPr>
          <p:cNvPr id="3" name="Freeform: Shape 2">
            <a:extLst>
              <a:ext uri="{FF2B5EF4-FFF2-40B4-BE49-F238E27FC236}">
                <a16:creationId xmlns:a16="http://schemas.microsoft.com/office/drawing/2014/main" id="{E7681616-5494-0B9D-2B34-7BCBAEED905B}"/>
              </a:ext>
            </a:extLst>
          </p:cNvPr>
          <p:cNvSpPr/>
          <p:nvPr/>
        </p:nvSpPr>
        <p:spPr>
          <a:xfrm rot="16200000" flipV="1">
            <a:off x="2476126" y="2416538"/>
            <a:ext cx="4965890" cy="2653738"/>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FDD5CC7C-6547-8275-1A12-AB30776D329A}"/>
              </a:ext>
            </a:extLst>
          </p:cNvPr>
          <p:cNvSpPr/>
          <p:nvPr/>
        </p:nvSpPr>
        <p:spPr>
          <a:xfrm rot="16200000">
            <a:off x="4688355" y="4359375"/>
            <a:ext cx="2818542" cy="376630"/>
          </a:xfrm>
          <a:custGeom>
            <a:avLst/>
            <a:gdLst>
              <a:gd name="connsiteX0" fmla="*/ 2923271 w 2923271"/>
              <a:gd name="connsiteY0" fmla="*/ 140887 h 390625"/>
              <a:gd name="connsiteX1" fmla="*/ 2728254 w 2923271"/>
              <a:gd name="connsiteY1" fmla="*/ 221917 h 390625"/>
              <a:gd name="connsiteX2" fmla="*/ 1890788 w 2923271"/>
              <a:gd name="connsiteY2" fmla="*/ 390624 h 390625"/>
              <a:gd name="connsiteX3" fmla="*/ 1768475 w 2923271"/>
              <a:gd name="connsiteY3" fmla="*/ 390169 h 390625"/>
              <a:gd name="connsiteX4" fmla="*/ 1768475 w 2923271"/>
              <a:gd name="connsiteY4" fmla="*/ 390625 h 390625"/>
              <a:gd name="connsiteX5" fmla="*/ 0 w 2923271"/>
              <a:gd name="connsiteY5" fmla="*/ 390366 h 390625"/>
              <a:gd name="connsiteX6" fmla="*/ 0 w 2923271"/>
              <a:gd name="connsiteY6" fmla="*/ 300 h 390625"/>
              <a:gd name="connsiteX7" fmla="*/ 2047875 w 2923271"/>
              <a:gd name="connsiteY7" fmla="*/ 0 h 390625"/>
              <a:gd name="connsiteX8" fmla="*/ 2047875 w 2923271"/>
              <a:gd name="connsiteY8" fmla="*/ 456 h 390625"/>
              <a:gd name="connsiteX9" fmla="*/ 2170188 w 2923271"/>
              <a:gd name="connsiteY9" fmla="*/ 1 h 390625"/>
              <a:gd name="connsiteX10" fmla="*/ 2805782 w 2923271"/>
              <a:gd name="connsiteY10" fmla="*/ 102439 h 3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3271" h="390625">
                <a:moveTo>
                  <a:pt x="2923271" y="140887"/>
                </a:moveTo>
                <a:lnTo>
                  <a:pt x="2728254" y="221917"/>
                </a:lnTo>
                <a:cubicBezTo>
                  <a:pt x="2463159" y="320285"/>
                  <a:pt x="2181055" y="378429"/>
                  <a:pt x="1890788" y="390624"/>
                </a:cubicBezTo>
                <a:lnTo>
                  <a:pt x="1768475" y="390169"/>
                </a:lnTo>
                <a:lnTo>
                  <a:pt x="1768475" y="390625"/>
                </a:lnTo>
                <a:lnTo>
                  <a:pt x="0" y="390366"/>
                </a:lnTo>
                <a:lnTo>
                  <a:pt x="0" y="300"/>
                </a:lnTo>
                <a:lnTo>
                  <a:pt x="2047875" y="0"/>
                </a:lnTo>
                <a:lnTo>
                  <a:pt x="2047875" y="456"/>
                </a:lnTo>
                <a:lnTo>
                  <a:pt x="2170188" y="1"/>
                </a:lnTo>
                <a:cubicBezTo>
                  <a:pt x="2387889" y="9137"/>
                  <a:pt x="2600997" y="44087"/>
                  <a:pt x="2805782" y="102439"/>
                </a:cubicBez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B063A4E3-B307-27A0-3767-500F53CCDF7B}"/>
              </a:ext>
            </a:extLst>
          </p:cNvPr>
          <p:cNvSpPr/>
          <p:nvPr/>
        </p:nvSpPr>
        <p:spPr>
          <a:xfrm rot="16200000">
            <a:off x="4751609" y="2418161"/>
            <a:ext cx="4965890" cy="2650491"/>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6" name="Freeform: Shape 5">
            <a:extLst>
              <a:ext uri="{FF2B5EF4-FFF2-40B4-BE49-F238E27FC236}">
                <a16:creationId xmlns:a16="http://schemas.microsoft.com/office/drawing/2014/main" id="{660E04F4-C9C9-BAFD-6D57-4E8B5B5FE218}"/>
              </a:ext>
            </a:extLst>
          </p:cNvPr>
          <p:cNvSpPr/>
          <p:nvPr/>
        </p:nvSpPr>
        <p:spPr>
          <a:xfrm rot="16200000">
            <a:off x="5152883" y="4415661"/>
            <a:ext cx="1888520" cy="1194081"/>
          </a:xfrm>
          <a:custGeom>
            <a:avLst/>
            <a:gdLst>
              <a:gd name="connsiteX0" fmla="*/ 1958692 w 1958692"/>
              <a:gd name="connsiteY0" fmla="*/ 0 h 1238450"/>
              <a:gd name="connsiteX1" fmla="*/ 1856880 w 1958692"/>
              <a:gd name="connsiteY1" fmla="*/ 100084 h 1238450"/>
              <a:gd name="connsiteX2" fmla="*/ 1523809 w 1958692"/>
              <a:gd name="connsiteY2" fmla="*/ 359541 h 1238450"/>
              <a:gd name="connsiteX3" fmla="*/ 1417220 w 1958692"/>
              <a:gd name="connsiteY3" fmla="*/ 424462 h 1238450"/>
              <a:gd name="connsiteX4" fmla="*/ 1417221 w 1958692"/>
              <a:gd name="connsiteY4" fmla="*/ 424462 h 1238450"/>
              <a:gd name="connsiteX5" fmla="*/ 1343560 w 1958692"/>
              <a:gd name="connsiteY5" fmla="*/ 469327 h 1238450"/>
              <a:gd name="connsiteX6" fmla="*/ 1343530 w 1958692"/>
              <a:gd name="connsiteY6" fmla="*/ 469342 h 1238450"/>
              <a:gd name="connsiteX7" fmla="*/ 1155274 w 1958692"/>
              <a:gd name="connsiteY7" fmla="*/ 565102 h 1238450"/>
              <a:gd name="connsiteX8" fmla="*/ 1127404 w 1958692"/>
              <a:gd name="connsiteY8" fmla="*/ 576682 h 1238450"/>
              <a:gd name="connsiteX9" fmla="*/ 1107044 w 1958692"/>
              <a:gd name="connsiteY9" fmla="*/ 586794 h 1238450"/>
              <a:gd name="connsiteX10" fmla="*/ 1057726 w 1958692"/>
              <a:gd name="connsiteY10" fmla="*/ 605634 h 1238450"/>
              <a:gd name="connsiteX11" fmla="*/ 1024100 w 1958692"/>
              <a:gd name="connsiteY11" fmla="*/ 619605 h 1238450"/>
              <a:gd name="connsiteX12" fmla="*/ 1155273 w 1958692"/>
              <a:gd name="connsiteY12" fmla="*/ 674042 h 1238450"/>
              <a:gd name="connsiteX13" fmla="*/ 1856879 w 1958692"/>
              <a:gd name="connsiteY13" fmla="*/ 1138490 h 1238450"/>
              <a:gd name="connsiteX14" fmla="*/ 1958689 w 1958692"/>
              <a:gd name="connsiteY14" fmla="*/ 1238450 h 1238450"/>
              <a:gd name="connsiteX15" fmla="*/ 1888452 w 1958692"/>
              <a:gd name="connsiteY15" fmla="*/ 1231845 h 1238450"/>
              <a:gd name="connsiteX16" fmla="*/ 7323 w 1958692"/>
              <a:gd name="connsiteY16" fmla="*/ 1230078 h 1238450"/>
              <a:gd name="connsiteX17" fmla="*/ 0 w 1958692"/>
              <a:gd name="connsiteY17" fmla="*/ 1229963 h 1238450"/>
              <a:gd name="connsiteX18" fmla="*/ 0 w 1958692"/>
              <a:gd name="connsiteY18" fmla="*/ 814582 h 1238450"/>
              <a:gd name="connsiteX19" fmla="*/ 0 w 1958692"/>
              <a:gd name="connsiteY19" fmla="*/ 424867 h 1238450"/>
              <a:gd name="connsiteX20" fmla="*/ 0 w 1958692"/>
              <a:gd name="connsiteY20" fmla="*/ 424669 h 1238450"/>
              <a:gd name="connsiteX21" fmla="*/ 1 w 1958692"/>
              <a:gd name="connsiteY21" fmla="*/ 424669 h 1238450"/>
              <a:gd name="connsiteX22" fmla="*/ 1 w 1958692"/>
              <a:gd name="connsiteY22" fmla="*/ 8498 h 1238450"/>
              <a:gd name="connsiteX23" fmla="*/ 7435 w 1958692"/>
              <a:gd name="connsiteY23" fmla="*/ 8382 h 1238450"/>
              <a:gd name="connsiteX24" fmla="*/ 1888454 w 1958692"/>
              <a:gd name="connsiteY24" fmla="*/ 6613 h 1238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58692" h="1238450">
                <a:moveTo>
                  <a:pt x="1958692" y="0"/>
                </a:moveTo>
                <a:lnTo>
                  <a:pt x="1856880" y="100084"/>
                </a:lnTo>
                <a:cubicBezTo>
                  <a:pt x="1752504" y="195075"/>
                  <a:pt x="1641112" y="281799"/>
                  <a:pt x="1523809" y="359541"/>
                </a:cubicBezTo>
                <a:lnTo>
                  <a:pt x="1417220" y="424462"/>
                </a:lnTo>
                <a:lnTo>
                  <a:pt x="1417221" y="424462"/>
                </a:lnTo>
                <a:lnTo>
                  <a:pt x="1343560" y="469327"/>
                </a:lnTo>
                <a:lnTo>
                  <a:pt x="1343530" y="469342"/>
                </a:lnTo>
                <a:lnTo>
                  <a:pt x="1155274" y="565102"/>
                </a:lnTo>
                <a:lnTo>
                  <a:pt x="1127404" y="576682"/>
                </a:lnTo>
                <a:lnTo>
                  <a:pt x="1107044" y="586794"/>
                </a:lnTo>
                <a:lnTo>
                  <a:pt x="1057726" y="605634"/>
                </a:lnTo>
                <a:lnTo>
                  <a:pt x="1024100" y="619605"/>
                </a:lnTo>
                <a:lnTo>
                  <a:pt x="1155273" y="674042"/>
                </a:lnTo>
                <a:cubicBezTo>
                  <a:pt x="1411311" y="792019"/>
                  <a:pt x="1648128" y="948741"/>
                  <a:pt x="1856879" y="1138490"/>
                </a:cubicBezTo>
                <a:lnTo>
                  <a:pt x="1958689" y="1238450"/>
                </a:lnTo>
                <a:lnTo>
                  <a:pt x="1888452" y="1231845"/>
                </a:lnTo>
                <a:lnTo>
                  <a:pt x="7323" y="1230078"/>
                </a:lnTo>
                <a:lnTo>
                  <a:pt x="0" y="1229963"/>
                </a:lnTo>
                <a:lnTo>
                  <a:pt x="0" y="814582"/>
                </a:lnTo>
                <a:lnTo>
                  <a:pt x="0" y="424867"/>
                </a:lnTo>
                <a:lnTo>
                  <a:pt x="0" y="424669"/>
                </a:lnTo>
                <a:lnTo>
                  <a:pt x="1" y="424669"/>
                </a:lnTo>
                <a:lnTo>
                  <a:pt x="1" y="8498"/>
                </a:lnTo>
                <a:lnTo>
                  <a:pt x="7435" y="8382"/>
                </a:lnTo>
                <a:lnTo>
                  <a:pt x="1888454" y="6613"/>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238A517-3B0C-89A6-FCF0-91262E75E04B}"/>
              </a:ext>
            </a:extLst>
          </p:cNvPr>
          <p:cNvSpPr/>
          <p:nvPr/>
        </p:nvSpPr>
        <p:spPr>
          <a:xfrm rot="16200000" flipV="1">
            <a:off x="3463382" y="3403791"/>
            <a:ext cx="2991382" cy="2653738"/>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D8763B74-75E3-8CA3-58BA-213A729479E5}"/>
              </a:ext>
            </a:extLst>
          </p:cNvPr>
          <p:cNvSpPr/>
          <p:nvPr/>
        </p:nvSpPr>
        <p:spPr>
          <a:xfrm rot="16200000">
            <a:off x="5738863" y="3405416"/>
            <a:ext cx="2991382" cy="2650489"/>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9" name="TextBox 82">
            <a:extLst>
              <a:ext uri="{FF2B5EF4-FFF2-40B4-BE49-F238E27FC236}">
                <a16:creationId xmlns:a16="http://schemas.microsoft.com/office/drawing/2014/main" id="{877FC62B-AE6C-79C2-9422-8E73C96D2D2A}"/>
              </a:ext>
            </a:extLst>
          </p:cNvPr>
          <p:cNvSpPr txBox="1"/>
          <p:nvPr/>
        </p:nvSpPr>
        <p:spPr>
          <a:xfrm>
            <a:off x="581909" y="1318452"/>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0" name="TextBox 82">
            <a:extLst>
              <a:ext uri="{FF2B5EF4-FFF2-40B4-BE49-F238E27FC236}">
                <a16:creationId xmlns:a16="http://schemas.microsoft.com/office/drawing/2014/main" id="{28D7A0B1-CF0E-B493-BB66-25037E482F54}"/>
              </a:ext>
            </a:extLst>
          </p:cNvPr>
          <p:cNvSpPr txBox="1"/>
          <p:nvPr/>
        </p:nvSpPr>
        <p:spPr>
          <a:xfrm>
            <a:off x="8666986" y="1318452"/>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TextBox 82">
            <a:extLst>
              <a:ext uri="{FF2B5EF4-FFF2-40B4-BE49-F238E27FC236}">
                <a16:creationId xmlns:a16="http://schemas.microsoft.com/office/drawing/2014/main" id="{B47A7490-EB45-54DE-7D89-01AEF4322325}"/>
              </a:ext>
            </a:extLst>
          </p:cNvPr>
          <p:cNvSpPr txBox="1"/>
          <p:nvPr/>
        </p:nvSpPr>
        <p:spPr>
          <a:xfrm>
            <a:off x="581909" y="3388485"/>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 name="TextBox 82">
            <a:extLst>
              <a:ext uri="{FF2B5EF4-FFF2-40B4-BE49-F238E27FC236}">
                <a16:creationId xmlns:a16="http://schemas.microsoft.com/office/drawing/2014/main" id="{019B7745-04F5-37EB-B7A3-29FE4DEE3C50}"/>
              </a:ext>
            </a:extLst>
          </p:cNvPr>
          <p:cNvSpPr txBox="1"/>
          <p:nvPr/>
        </p:nvSpPr>
        <p:spPr>
          <a:xfrm>
            <a:off x="8666987" y="3388485"/>
            <a:ext cx="287528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3" name="Rectangle 12">
            <a:extLst>
              <a:ext uri="{FF2B5EF4-FFF2-40B4-BE49-F238E27FC236}">
                <a16:creationId xmlns:a16="http://schemas.microsoft.com/office/drawing/2014/main" id="{655C9D43-A49B-0EB1-A070-1E0D6F45987C}"/>
              </a:ext>
            </a:extLst>
          </p:cNvPr>
          <p:cNvSpPr/>
          <p:nvPr/>
        </p:nvSpPr>
        <p:spPr>
          <a:xfrm flipH="1">
            <a:off x="3849577"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DEBDED31-D062-E00D-B32A-76F70080ECCC}"/>
              </a:ext>
            </a:extLst>
          </p:cNvPr>
          <p:cNvSpPr/>
          <p:nvPr/>
        </p:nvSpPr>
        <p:spPr>
          <a:xfrm flipH="1">
            <a:off x="3849577"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5" name="Rectangle 14">
            <a:extLst>
              <a:ext uri="{FF2B5EF4-FFF2-40B4-BE49-F238E27FC236}">
                <a16:creationId xmlns:a16="http://schemas.microsoft.com/office/drawing/2014/main" id="{A2C60FF7-89D4-E579-708F-0E038EF75F60}"/>
              </a:ext>
            </a:extLst>
          </p:cNvPr>
          <p:cNvSpPr/>
          <p:nvPr/>
        </p:nvSpPr>
        <p:spPr>
          <a:xfrm flipH="1">
            <a:off x="7764451"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6" name="Rectangle 15">
            <a:extLst>
              <a:ext uri="{FF2B5EF4-FFF2-40B4-BE49-F238E27FC236}">
                <a16:creationId xmlns:a16="http://schemas.microsoft.com/office/drawing/2014/main" id="{B879A3D2-3DCE-E395-62B5-4AA591556FE7}"/>
              </a:ext>
            </a:extLst>
          </p:cNvPr>
          <p:cNvSpPr/>
          <p:nvPr/>
        </p:nvSpPr>
        <p:spPr>
          <a:xfrm flipH="1">
            <a:off x="7764451"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33042937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flipH="1">
            <a:off x="0" y="0"/>
            <a:ext cx="4391891"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0" tIns="45720" rIns="72000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ight Triangle 13"/>
          <p:cNvSpPr/>
          <p:nvPr/>
        </p:nvSpPr>
        <p:spPr>
          <a:xfrm>
            <a:off x="4391892" y="0"/>
            <a:ext cx="3699162" cy="685800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Oval 7"/>
          <p:cNvSpPr>
            <a:spLocks noChangeAspect="1"/>
          </p:cNvSpPr>
          <p:nvPr/>
        </p:nvSpPr>
        <p:spPr>
          <a:xfrm flipH="1">
            <a:off x="4756563" y="1137640"/>
            <a:ext cx="965292" cy="965292"/>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 name="Oval 3"/>
          <p:cNvSpPr>
            <a:spLocks noChangeAspect="1"/>
          </p:cNvSpPr>
          <p:nvPr/>
        </p:nvSpPr>
        <p:spPr>
          <a:xfrm flipH="1">
            <a:off x="5537682" y="2612427"/>
            <a:ext cx="965292" cy="965292"/>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 name="Oval 4" descr="{&quot;Key&quot;:&quot;POWER_USER_SHAPE_ICON&quot;,&quot;Value&quot;:&quot;POWER_USER_SHAPE_ICON_STYLE_1&quot;}"/>
          <p:cNvSpPr>
            <a:spLocks noChangeAspect="1"/>
          </p:cNvSpPr>
          <p:nvPr/>
        </p:nvSpPr>
        <p:spPr>
          <a:xfrm flipH="1">
            <a:off x="6318801" y="4087214"/>
            <a:ext cx="965292" cy="965292"/>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Oval 5"/>
          <p:cNvSpPr>
            <a:spLocks noChangeAspect="1"/>
          </p:cNvSpPr>
          <p:nvPr/>
        </p:nvSpPr>
        <p:spPr>
          <a:xfrm flipH="1">
            <a:off x="7099920" y="5562002"/>
            <a:ext cx="965292" cy="965292"/>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TextBox 18"/>
          <p:cNvSpPr txBox="1"/>
          <p:nvPr/>
        </p:nvSpPr>
        <p:spPr>
          <a:xfrm flipH="1">
            <a:off x="5821096" y="1376299"/>
            <a:ext cx="5576692"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 </a:t>
            </a:r>
          </a:p>
        </p:txBody>
      </p:sp>
      <p:sp>
        <p:nvSpPr>
          <p:cNvPr id="20" name="TextBox 19"/>
          <p:cNvSpPr txBox="1"/>
          <p:nvPr/>
        </p:nvSpPr>
        <p:spPr>
          <a:xfrm flipH="1">
            <a:off x="6502975" y="2820869"/>
            <a:ext cx="4894814"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a:t>
            </a:r>
          </a:p>
        </p:txBody>
      </p:sp>
      <p:sp>
        <p:nvSpPr>
          <p:cNvPr id="21" name="TextBox 20"/>
          <p:cNvSpPr txBox="1"/>
          <p:nvPr/>
        </p:nvSpPr>
        <p:spPr>
          <a:xfrm flipH="1">
            <a:off x="7359380" y="4265438"/>
            <a:ext cx="4038410"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 </a:t>
            </a:r>
          </a:p>
        </p:txBody>
      </p:sp>
      <p:sp>
        <p:nvSpPr>
          <p:cNvPr id="22" name="TextBox 21"/>
          <p:cNvSpPr txBox="1"/>
          <p:nvPr/>
        </p:nvSpPr>
        <p:spPr>
          <a:xfrm flipH="1">
            <a:off x="8207006" y="5710008"/>
            <a:ext cx="3190785"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a:t>
            </a:r>
          </a:p>
        </p:txBody>
      </p:sp>
      <p:sp>
        <p:nvSpPr>
          <p:cNvPr id="23" name="TextBox 22"/>
          <p:cNvSpPr txBox="1"/>
          <p:nvPr/>
        </p:nvSpPr>
        <p:spPr>
          <a:xfrm flipH="1">
            <a:off x="512617" y="1020122"/>
            <a:ext cx="3879275" cy="120032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4" name="TextBox 23"/>
          <p:cNvSpPr txBox="1"/>
          <p:nvPr/>
        </p:nvSpPr>
        <p:spPr>
          <a:xfrm flipH="1">
            <a:off x="512617" y="2633408"/>
            <a:ext cx="4752109"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5" name="TextBox 24"/>
          <p:cNvSpPr txBox="1"/>
          <p:nvPr/>
        </p:nvSpPr>
        <p:spPr>
          <a:xfrm flipH="1">
            <a:off x="512617" y="4087214"/>
            <a:ext cx="5507711"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6" name="TextBox 25"/>
          <p:cNvSpPr txBox="1"/>
          <p:nvPr/>
        </p:nvSpPr>
        <p:spPr>
          <a:xfrm flipH="1">
            <a:off x="512617" y="5721481"/>
            <a:ext cx="6288830"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grpSp>
        <p:nvGrpSpPr>
          <p:cNvPr id="27" name="POWER_USER_ID_ICONS_Government" descr="{&quot;Key&quot;:&quot;POWER_USER_SHAPE_ICON&quot;,&quot;Value&quot;:&quot;POWER_USER_SHAPE_ICON_STYLE_1&quot;}"/>
          <p:cNvGrpSpPr>
            <a:grpSpLocks noChangeAspect="1"/>
          </p:cNvGrpSpPr>
          <p:nvPr>
            <p:custDataLst>
              <p:tags r:id="rId2"/>
            </p:custDataLst>
          </p:nvPr>
        </p:nvGrpSpPr>
        <p:grpSpPr bwMode="auto">
          <a:xfrm flipH="1">
            <a:off x="4946315" y="1311409"/>
            <a:ext cx="585788" cy="584200"/>
            <a:chOff x="35" y="39"/>
            <a:chExt cx="369" cy="368"/>
          </a:xfrm>
          <a:solidFill>
            <a:schemeClr val="lt1"/>
          </a:solidFill>
        </p:grpSpPr>
        <p:sp>
          <p:nvSpPr>
            <p:cNvPr id="28" name="POWER_USER_ID_ICONS_Government"/>
            <p:cNvSpPr>
              <a:spLocks noEditPoints="1"/>
            </p:cNvSpPr>
            <p:nvPr>
              <p:custDataLst>
                <p:tags r:id="rId19"/>
              </p:custDataLst>
            </p:nvPr>
          </p:nvSpPr>
          <p:spPr bwMode="auto">
            <a:xfrm>
              <a:off x="35" y="134"/>
              <a:ext cx="369" cy="273"/>
            </a:xfrm>
            <a:custGeom>
              <a:avLst/>
              <a:gdLst>
                <a:gd name="T0" fmla="*/ 207 w 218"/>
                <a:gd name="T1" fmla="*/ 117 h 161"/>
                <a:gd name="T2" fmla="*/ 189 w 218"/>
                <a:gd name="T3" fmla="*/ 117 h 161"/>
                <a:gd name="T4" fmla="*/ 189 w 218"/>
                <a:gd name="T5" fmla="*/ 22 h 161"/>
                <a:gd name="T6" fmla="*/ 207 w 218"/>
                <a:gd name="T7" fmla="*/ 22 h 161"/>
                <a:gd name="T8" fmla="*/ 207 w 218"/>
                <a:gd name="T9" fmla="*/ 0 h 161"/>
                <a:gd name="T10" fmla="*/ 13 w 218"/>
                <a:gd name="T11" fmla="*/ 0 h 161"/>
                <a:gd name="T12" fmla="*/ 13 w 218"/>
                <a:gd name="T13" fmla="*/ 22 h 161"/>
                <a:gd name="T14" fmla="*/ 27 w 218"/>
                <a:gd name="T15" fmla="*/ 22 h 161"/>
                <a:gd name="T16" fmla="*/ 27 w 218"/>
                <a:gd name="T17" fmla="*/ 117 h 161"/>
                <a:gd name="T18" fmla="*/ 13 w 218"/>
                <a:gd name="T19" fmla="*/ 117 h 161"/>
                <a:gd name="T20" fmla="*/ 13 w 218"/>
                <a:gd name="T21" fmla="*/ 139 h 161"/>
                <a:gd name="T22" fmla="*/ 0 w 218"/>
                <a:gd name="T23" fmla="*/ 139 h 161"/>
                <a:gd name="T24" fmla="*/ 0 w 218"/>
                <a:gd name="T25" fmla="*/ 161 h 161"/>
                <a:gd name="T26" fmla="*/ 218 w 218"/>
                <a:gd name="T27" fmla="*/ 161 h 161"/>
                <a:gd name="T28" fmla="*/ 218 w 218"/>
                <a:gd name="T29" fmla="*/ 139 h 161"/>
                <a:gd name="T30" fmla="*/ 207 w 218"/>
                <a:gd name="T31" fmla="*/ 139 h 161"/>
                <a:gd name="T32" fmla="*/ 207 w 218"/>
                <a:gd name="T33" fmla="*/ 117 h 161"/>
                <a:gd name="T34" fmla="*/ 97 w 218"/>
                <a:gd name="T35" fmla="*/ 117 h 161"/>
                <a:gd name="T36" fmla="*/ 97 w 218"/>
                <a:gd name="T37" fmla="*/ 22 h 161"/>
                <a:gd name="T38" fmla="*/ 120 w 218"/>
                <a:gd name="T39" fmla="*/ 22 h 161"/>
                <a:gd name="T40" fmla="*/ 120 w 218"/>
                <a:gd name="T41" fmla="*/ 117 h 161"/>
                <a:gd name="T42" fmla="*/ 97 w 218"/>
                <a:gd name="T43" fmla="*/ 117 h 161"/>
                <a:gd name="T44" fmla="*/ 167 w 218"/>
                <a:gd name="T45" fmla="*/ 117 h 161"/>
                <a:gd name="T46" fmla="*/ 143 w 218"/>
                <a:gd name="T47" fmla="*/ 117 h 161"/>
                <a:gd name="T48" fmla="*/ 143 w 218"/>
                <a:gd name="T49" fmla="*/ 22 h 161"/>
                <a:gd name="T50" fmla="*/ 167 w 218"/>
                <a:gd name="T51" fmla="*/ 22 h 161"/>
                <a:gd name="T52" fmla="*/ 167 w 218"/>
                <a:gd name="T53" fmla="*/ 117 h 161"/>
                <a:gd name="T54" fmla="*/ 49 w 218"/>
                <a:gd name="T55" fmla="*/ 22 h 161"/>
                <a:gd name="T56" fmla="*/ 73 w 218"/>
                <a:gd name="T57" fmla="*/ 22 h 161"/>
                <a:gd name="T58" fmla="*/ 73 w 218"/>
                <a:gd name="T59" fmla="*/ 117 h 161"/>
                <a:gd name="T60" fmla="*/ 49 w 218"/>
                <a:gd name="T61" fmla="*/ 117 h 161"/>
                <a:gd name="T62" fmla="*/ 49 w 218"/>
                <a:gd name="T63" fmla="*/ 2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8" h="161">
                  <a:moveTo>
                    <a:pt x="207" y="117"/>
                  </a:moveTo>
                  <a:lnTo>
                    <a:pt x="189" y="117"/>
                  </a:lnTo>
                  <a:lnTo>
                    <a:pt x="189" y="22"/>
                  </a:lnTo>
                  <a:lnTo>
                    <a:pt x="207" y="22"/>
                  </a:lnTo>
                  <a:lnTo>
                    <a:pt x="207" y="0"/>
                  </a:lnTo>
                  <a:lnTo>
                    <a:pt x="13" y="0"/>
                  </a:lnTo>
                  <a:lnTo>
                    <a:pt x="13" y="22"/>
                  </a:lnTo>
                  <a:lnTo>
                    <a:pt x="27" y="22"/>
                  </a:lnTo>
                  <a:lnTo>
                    <a:pt x="27" y="117"/>
                  </a:lnTo>
                  <a:lnTo>
                    <a:pt x="13" y="117"/>
                  </a:lnTo>
                  <a:lnTo>
                    <a:pt x="13" y="139"/>
                  </a:lnTo>
                  <a:lnTo>
                    <a:pt x="0" y="139"/>
                  </a:lnTo>
                  <a:lnTo>
                    <a:pt x="0" y="161"/>
                  </a:lnTo>
                  <a:lnTo>
                    <a:pt x="218" y="161"/>
                  </a:lnTo>
                  <a:lnTo>
                    <a:pt x="218" y="139"/>
                  </a:lnTo>
                  <a:lnTo>
                    <a:pt x="207" y="139"/>
                  </a:lnTo>
                  <a:lnTo>
                    <a:pt x="207" y="117"/>
                  </a:lnTo>
                  <a:close/>
                  <a:moveTo>
                    <a:pt x="97" y="117"/>
                  </a:moveTo>
                  <a:lnTo>
                    <a:pt x="97" y="22"/>
                  </a:lnTo>
                  <a:lnTo>
                    <a:pt x="120" y="22"/>
                  </a:lnTo>
                  <a:lnTo>
                    <a:pt x="120" y="117"/>
                  </a:lnTo>
                  <a:lnTo>
                    <a:pt x="97" y="117"/>
                  </a:lnTo>
                  <a:close/>
                  <a:moveTo>
                    <a:pt x="167" y="117"/>
                  </a:moveTo>
                  <a:lnTo>
                    <a:pt x="143" y="117"/>
                  </a:lnTo>
                  <a:lnTo>
                    <a:pt x="143" y="22"/>
                  </a:lnTo>
                  <a:lnTo>
                    <a:pt x="167" y="22"/>
                  </a:lnTo>
                  <a:lnTo>
                    <a:pt x="167" y="117"/>
                  </a:lnTo>
                  <a:close/>
                  <a:moveTo>
                    <a:pt x="49" y="22"/>
                  </a:moveTo>
                  <a:lnTo>
                    <a:pt x="73" y="22"/>
                  </a:lnTo>
                  <a:lnTo>
                    <a:pt x="73" y="117"/>
                  </a:lnTo>
                  <a:lnTo>
                    <a:pt x="49" y="117"/>
                  </a:lnTo>
                  <a:lnTo>
                    <a:pt x="49" y="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Government"/>
            <p:cNvSpPr>
              <a:spLocks/>
            </p:cNvSpPr>
            <p:nvPr>
              <p:custDataLst>
                <p:tags r:id="rId20"/>
              </p:custDataLst>
            </p:nvPr>
          </p:nvSpPr>
          <p:spPr bwMode="auto">
            <a:xfrm>
              <a:off x="35" y="39"/>
              <a:ext cx="369" cy="84"/>
            </a:xfrm>
            <a:custGeom>
              <a:avLst/>
              <a:gdLst>
                <a:gd name="T0" fmla="*/ 218 w 218"/>
                <a:gd name="T1" fmla="*/ 27 h 50"/>
                <a:gd name="T2" fmla="*/ 218 w 218"/>
                <a:gd name="T3" fmla="*/ 27 h 50"/>
                <a:gd name="T4" fmla="*/ 218 w 218"/>
                <a:gd name="T5" fmla="*/ 27 h 50"/>
                <a:gd name="T6" fmla="*/ 218 w 218"/>
                <a:gd name="T7" fmla="*/ 27 h 50"/>
                <a:gd name="T8" fmla="*/ 109 w 218"/>
                <a:gd name="T9" fmla="*/ 0 h 50"/>
                <a:gd name="T10" fmla="*/ 0 w 218"/>
                <a:gd name="T11" fmla="*/ 27 h 50"/>
                <a:gd name="T12" fmla="*/ 0 w 218"/>
                <a:gd name="T13" fmla="*/ 27 h 50"/>
                <a:gd name="T14" fmla="*/ 0 w 218"/>
                <a:gd name="T15" fmla="*/ 27 h 50"/>
                <a:gd name="T16" fmla="*/ 0 w 218"/>
                <a:gd name="T17" fmla="*/ 27 h 50"/>
                <a:gd name="T18" fmla="*/ 0 w 218"/>
                <a:gd name="T19" fmla="*/ 27 h 50"/>
                <a:gd name="T20" fmla="*/ 0 w 218"/>
                <a:gd name="T21" fmla="*/ 50 h 50"/>
                <a:gd name="T22" fmla="*/ 218 w 218"/>
                <a:gd name="T23" fmla="*/ 50 h 50"/>
                <a:gd name="T24" fmla="*/ 218 w 218"/>
                <a:gd name="T25"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50">
                  <a:moveTo>
                    <a:pt x="218" y="27"/>
                  </a:moveTo>
                  <a:lnTo>
                    <a:pt x="218" y="27"/>
                  </a:lnTo>
                  <a:lnTo>
                    <a:pt x="218" y="27"/>
                  </a:lnTo>
                  <a:lnTo>
                    <a:pt x="218" y="27"/>
                  </a:lnTo>
                  <a:lnTo>
                    <a:pt x="109" y="0"/>
                  </a:lnTo>
                  <a:lnTo>
                    <a:pt x="0" y="27"/>
                  </a:lnTo>
                  <a:lnTo>
                    <a:pt x="0" y="27"/>
                  </a:lnTo>
                  <a:lnTo>
                    <a:pt x="0" y="27"/>
                  </a:lnTo>
                  <a:lnTo>
                    <a:pt x="0" y="27"/>
                  </a:lnTo>
                  <a:lnTo>
                    <a:pt x="0" y="27"/>
                  </a:lnTo>
                  <a:lnTo>
                    <a:pt x="0" y="50"/>
                  </a:lnTo>
                  <a:lnTo>
                    <a:pt x="218" y="50"/>
                  </a:lnTo>
                  <a:lnTo>
                    <a:pt x="218" y="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0" name="POWER_USER_ID_ICONS_Main_Office" descr="{&quot;Key&quot;:&quot;POWER_USER_SHAPE_ICON&quot;,&quot;Value&quot;:&quot;POWER_USER_SHAPE_ICON_STYLE_1&quot;}"/>
          <p:cNvGrpSpPr>
            <a:grpSpLocks noChangeAspect="1"/>
          </p:cNvGrpSpPr>
          <p:nvPr>
            <p:custDataLst>
              <p:tags r:id="rId3"/>
            </p:custDataLst>
          </p:nvPr>
        </p:nvGrpSpPr>
        <p:grpSpPr bwMode="auto">
          <a:xfrm flipH="1">
            <a:off x="5626834" y="2725738"/>
            <a:ext cx="724215" cy="624505"/>
            <a:chOff x="8" y="8"/>
            <a:chExt cx="552" cy="476"/>
          </a:xfrm>
          <a:solidFill>
            <a:schemeClr val="lt1"/>
          </a:solidFill>
        </p:grpSpPr>
        <p:sp>
          <p:nvSpPr>
            <p:cNvPr id="31" name="POWER_USER_ID_ICONS_Main_Office"/>
            <p:cNvSpPr>
              <a:spLocks noEditPoints="1"/>
            </p:cNvSpPr>
            <p:nvPr>
              <p:custDataLst>
                <p:tags r:id="rId1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Main_Office"/>
            <p:cNvSpPr>
              <a:spLocks noChangeArrowheads="1"/>
            </p:cNvSpPr>
            <p:nvPr>
              <p:custDataLst>
                <p:tags r:id="rId1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 name="POWER_USER_ID_ICONS_Main_Office"/>
            <p:cNvSpPr>
              <a:spLocks/>
            </p:cNvSpPr>
            <p:nvPr>
              <p:custDataLst>
                <p:tags r:id="rId1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 name="POWER_USER_ID_ICONS_Poll"/>
          <p:cNvGrpSpPr>
            <a:grpSpLocks noChangeAspect="1"/>
          </p:cNvGrpSpPr>
          <p:nvPr>
            <p:custDataLst>
              <p:tags r:id="rId4"/>
            </p:custDataLst>
          </p:nvPr>
        </p:nvGrpSpPr>
        <p:grpSpPr bwMode="auto">
          <a:xfrm>
            <a:off x="6481977" y="4236419"/>
            <a:ext cx="590233" cy="728187"/>
            <a:chOff x="74" y="35"/>
            <a:chExt cx="338" cy="417"/>
          </a:xfrm>
          <a:solidFill>
            <a:schemeClr val="lt1"/>
          </a:solidFill>
        </p:grpSpPr>
        <p:sp>
          <p:nvSpPr>
            <p:cNvPr id="35" name="POWER_USER_ID_ICONS_Poll"/>
            <p:cNvSpPr>
              <a:spLocks/>
            </p:cNvSpPr>
            <p:nvPr>
              <p:custDataLst>
                <p:tags r:id="rId6"/>
              </p:custDataLst>
            </p:nvPr>
          </p:nvSpPr>
          <p:spPr bwMode="auto">
            <a:xfrm>
              <a:off x="74" y="35"/>
              <a:ext cx="338" cy="339"/>
            </a:xfrm>
            <a:custGeom>
              <a:avLst/>
              <a:gdLst>
                <a:gd name="T0" fmla="*/ 900 w 900"/>
                <a:gd name="T1" fmla="*/ 900 h 900"/>
                <a:gd name="T2" fmla="*/ 0 w 900"/>
                <a:gd name="T3" fmla="*/ 900 h 900"/>
                <a:gd name="T4" fmla="*/ 0 w 900"/>
                <a:gd name="T5" fmla="*/ 0 h 900"/>
                <a:gd name="T6" fmla="*/ 15 w 900"/>
                <a:gd name="T7" fmla="*/ 0 h 900"/>
                <a:gd name="T8" fmla="*/ 15 w 900"/>
                <a:gd name="T9" fmla="*/ 885 h 900"/>
                <a:gd name="T10" fmla="*/ 900 w 900"/>
                <a:gd name="T11" fmla="*/ 885 h 900"/>
                <a:gd name="T12" fmla="*/ 900 w 900"/>
                <a:gd name="T13" fmla="*/ 900 h 900"/>
              </a:gdLst>
              <a:ahLst/>
              <a:cxnLst>
                <a:cxn ang="0">
                  <a:pos x="T0" y="T1"/>
                </a:cxn>
                <a:cxn ang="0">
                  <a:pos x="T2" y="T3"/>
                </a:cxn>
                <a:cxn ang="0">
                  <a:pos x="T4" y="T5"/>
                </a:cxn>
                <a:cxn ang="0">
                  <a:pos x="T6" y="T7"/>
                </a:cxn>
                <a:cxn ang="0">
                  <a:pos x="T8" y="T9"/>
                </a:cxn>
                <a:cxn ang="0">
                  <a:pos x="T10" y="T11"/>
                </a:cxn>
                <a:cxn ang="0">
                  <a:pos x="T12" y="T13"/>
                </a:cxn>
              </a:cxnLst>
              <a:rect l="0" t="0" r="r" b="b"/>
              <a:pathLst>
                <a:path w="900" h="900">
                  <a:moveTo>
                    <a:pt x="900" y="900"/>
                  </a:moveTo>
                  <a:lnTo>
                    <a:pt x="0" y="900"/>
                  </a:lnTo>
                  <a:lnTo>
                    <a:pt x="0" y="0"/>
                  </a:lnTo>
                  <a:lnTo>
                    <a:pt x="15" y="0"/>
                  </a:lnTo>
                  <a:lnTo>
                    <a:pt x="15" y="885"/>
                  </a:lnTo>
                  <a:lnTo>
                    <a:pt x="900" y="885"/>
                  </a:lnTo>
                  <a:lnTo>
                    <a:pt x="900"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Poll"/>
            <p:cNvSpPr>
              <a:spLocks noEditPoints="1"/>
            </p:cNvSpPr>
            <p:nvPr>
              <p:custDataLst>
                <p:tags r:id="rId7"/>
              </p:custDataLst>
            </p:nvPr>
          </p:nvSpPr>
          <p:spPr bwMode="auto">
            <a:xfrm>
              <a:off x="113" y="84"/>
              <a:ext cx="64" cy="255"/>
            </a:xfrm>
            <a:custGeom>
              <a:avLst/>
              <a:gdLst>
                <a:gd name="T0" fmla="*/ 172 w 172"/>
                <a:gd name="T1" fmla="*/ 676 h 676"/>
                <a:gd name="T2" fmla="*/ 0 w 172"/>
                <a:gd name="T3" fmla="*/ 676 h 676"/>
                <a:gd name="T4" fmla="*/ 0 w 172"/>
                <a:gd name="T5" fmla="*/ 0 h 676"/>
                <a:gd name="T6" fmla="*/ 172 w 172"/>
                <a:gd name="T7" fmla="*/ 0 h 676"/>
                <a:gd name="T8" fmla="*/ 172 w 172"/>
                <a:gd name="T9" fmla="*/ 676 h 676"/>
                <a:gd name="T10" fmla="*/ 15 w 172"/>
                <a:gd name="T11" fmla="*/ 661 h 676"/>
                <a:gd name="T12" fmla="*/ 157 w 172"/>
                <a:gd name="T13" fmla="*/ 661 h 676"/>
                <a:gd name="T14" fmla="*/ 157 w 172"/>
                <a:gd name="T15" fmla="*/ 15 h 676"/>
                <a:gd name="T16" fmla="*/ 15 w 172"/>
                <a:gd name="T17" fmla="*/ 15 h 676"/>
                <a:gd name="T18" fmla="*/ 15 w 172"/>
                <a:gd name="T19" fmla="*/ 661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676">
                  <a:moveTo>
                    <a:pt x="172" y="676"/>
                  </a:moveTo>
                  <a:lnTo>
                    <a:pt x="0" y="676"/>
                  </a:lnTo>
                  <a:lnTo>
                    <a:pt x="0" y="0"/>
                  </a:lnTo>
                  <a:lnTo>
                    <a:pt x="172" y="0"/>
                  </a:lnTo>
                  <a:lnTo>
                    <a:pt x="172" y="676"/>
                  </a:lnTo>
                  <a:close/>
                  <a:moveTo>
                    <a:pt x="15" y="661"/>
                  </a:moveTo>
                  <a:lnTo>
                    <a:pt x="157" y="661"/>
                  </a:lnTo>
                  <a:lnTo>
                    <a:pt x="157" y="15"/>
                  </a:lnTo>
                  <a:lnTo>
                    <a:pt x="15" y="15"/>
                  </a:lnTo>
                  <a:lnTo>
                    <a:pt x="15" y="6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Poll"/>
            <p:cNvSpPr>
              <a:spLocks noEditPoints="1"/>
            </p:cNvSpPr>
            <p:nvPr>
              <p:custDataLst>
                <p:tags r:id="rId8"/>
              </p:custDataLst>
            </p:nvPr>
          </p:nvSpPr>
          <p:spPr bwMode="auto">
            <a:xfrm>
              <a:off x="200" y="172"/>
              <a:ext cx="65" cy="167"/>
            </a:xfrm>
            <a:custGeom>
              <a:avLst/>
              <a:gdLst>
                <a:gd name="T0" fmla="*/ 172 w 172"/>
                <a:gd name="T1" fmla="*/ 444 h 444"/>
                <a:gd name="T2" fmla="*/ 0 w 172"/>
                <a:gd name="T3" fmla="*/ 444 h 444"/>
                <a:gd name="T4" fmla="*/ 0 w 172"/>
                <a:gd name="T5" fmla="*/ 0 h 444"/>
                <a:gd name="T6" fmla="*/ 172 w 172"/>
                <a:gd name="T7" fmla="*/ 0 h 444"/>
                <a:gd name="T8" fmla="*/ 172 w 172"/>
                <a:gd name="T9" fmla="*/ 444 h 444"/>
                <a:gd name="T10" fmla="*/ 15 w 172"/>
                <a:gd name="T11" fmla="*/ 429 h 444"/>
                <a:gd name="T12" fmla="*/ 157 w 172"/>
                <a:gd name="T13" fmla="*/ 429 h 444"/>
                <a:gd name="T14" fmla="*/ 157 w 172"/>
                <a:gd name="T15" fmla="*/ 15 h 444"/>
                <a:gd name="T16" fmla="*/ 15 w 172"/>
                <a:gd name="T17" fmla="*/ 15 h 444"/>
                <a:gd name="T18" fmla="*/ 15 w 172"/>
                <a:gd name="T19" fmla="*/ 429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444">
                  <a:moveTo>
                    <a:pt x="172" y="444"/>
                  </a:moveTo>
                  <a:lnTo>
                    <a:pt x="0" y="444"/>
                  </a:lnTo>
                  <a:lnTo>
                    <a:pt x="0" y="0"/>
                  </a:lnTo>
                  <a:lnTo>
                    <a:pt x="172" y="0"/>
                  </a:lnTo>
                  <a:lnTo>
                    <a:pt x="172" y="444"/>
                  </a:lnTo>
                  <a:close/>
                  <a:moveTo>
                    <a:pt x="15" y="429"/>
                  </a:moveTo>
                  <a:lnTo>
                    <a:pt x="157" y="429"/>
                  </a:lnTo>
                  <a:lnTo>
                    <a:pt x="157" y="15"/>
                  </a:lnTo>
                  <a:lnTo>
                    <a:pt x="15" y="15"/>
                  </a:lnTo>
                  <a:lnTo>
                    <a:pt x="15" y="4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Poll"/>
            <p:cNvSpPr>
              <a:spLocks noEditPoints="1"/>
            </p:cNvSpPr>
            <p:nvPr>
              <p:custDataLst>
                <p:tags r:id="rId9"/>
              </p:custDataLst>
            </p:nvPr>
          </p:nvSpPr>
          <p:spPr bwMode="auto">
            <a:xfrm>
              <a:off x="287" y="136"/>
              <a:ext cx="65" cy="203"/>
            </a:xfrm>
            <a:custGeom>
              <a:avLst/>
              <a:gdLst>
                <a:gd name="T0" fmla="*/ 172 w 172"/>
                <a:gd name="T1" fmla="*/ 539 h 539"/>
                <a:gd name="T2" fmla="*/ 0 w 172"/>
                <a:gd name="T3" fmla="*/ 539 h 539"/>
                <a:gd name="T4" fmla="*/ 0 w 172"/>
                <a:gd name="T5" fmla="*/ 0 h 539"/>
                <a:gd name="T6" fmla="*/ 172 w 172"/>
                <a:gd name="T7" fmla="*/ 0 h 539"/>
                <a:gd name="T8" fmla="*/ 172 w 172"/>
                <a:gd name="T9" fmla="*/ 539 h 539"/>
                <a:gd name="T10" fmla="*/ 15 w 172"/>
                <a:gd name="T11" fmla="*/ 524 h 539"/>
                <a:gd name="T12" fmla="*/ 157 w 172"/>
                <a:gd name="T13" fmla="*/ 524 h 539"/>
                <a:gd name="T14" fmla="*/ 157 w 172"/>
                <a:gd name="T15" fmla="*/ 15 h 539"/>
                <a:gd name="T16" fmla="*/ 15 w 172"/>
                <a:gd name="T17" fmla="*/ 15 h 539"/>
                <a:gd name="T18" fmla="*/ 15 w 172"/>
                <a:gd name="T19" fmla="*/ 52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539">
                  <a:moveTo>
                    <a:pt x="172" y="539"/>
                  </a:moveTo>
                  <a:lnTo>
                    <a:pt x="0" y="539"/>
                  </a:lnTo>
                  <a:lnTo>
                    <a:pt x="0" y="0"/>
                  </a:lnTo>
                  <a:lnTo>
                    <a:pt x="172" y="0"/>
                  </a:lnTo>
                  <a:lnTo>
                    <a:pt x="172" y="539"/>
                  </a:lnTo>
                  <a:close/>
                  <a:moveTo>
                    <a:pt x="15" y="524"/>
                  </a:moveTo>
                  <a:lnTo>
                    <a:pt x="157" y="524"/>
                  </a:lnTo>
                  <a:lnTo>
                    <a:pt x="157" y="15"/>
                  </a:lnTo>
                  <a:lnTo>
                    <a:pt x="15" y="15"/>
                  </a:lnTo>
                  <a:lnTo>
                    <a:pt x="15" y="5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Poll"/>
            <p:cNvSpPr>
              <a:spLocks noChangeArrowheads="1"/>
            </p:cNvSpPr>
            <p:nvPr>
              <p:custDataLst>
                <p:tags r:id="rId10"/>
              </p:custDataLst>
            </p:nvPr>
          </p:nvSpPr>
          <p:spPr bwMode="auto">
            <a:xfrm>
              <a:off x="129"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Poll"/>
            <p:cNvSpPr>
              <a:spLocks/>
            </p:cNvSpPr>
            <p:nvPr>
              <p:custDataLst>
                <p:tags r:id="rId11"/>
              </p:custDataLst>
            </p:nvPr>
          </p:nvSpPr>
          <p:spPr bwMode="auto">
            <a:xfrm>
              <a:off x="115"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4" y="4"/>
                    <a:pt x="125" y="0"/>
                  </a:cubicBezTo>
                  <a:cubicBezTo>
                    <a:pt x="115" y="14"/>
                    <a:pt x="99" y="23"/>
                    <a:pt x="81" y="23"/>
                  </a:cubicBezTo>
                  <a:cubicBezTo>
                    <a:pt x="63" y="23"/>
                    <a:pt x="47" y="14"/>
                    <a:pt x="37" y="0"/>
                  </a:cubicBezTo>
                  <a:cubicBezTo>
                    <a:pt x="29" y="4"/>
                    <a:pt x="21" y="9"/>
                    <a:pt x="17" y="16"/>
                  </a:cubicBezTo>
                  <a:cubicBezTo>
                    <a:pt x="3" y="38"/>
                    <a:pt x="0" y="72"/>
                    <a:pt x="0" y="98"/>
                  </a:cubicBezTo>
                  <a:cubicBezTo>
                    <a:pt x="0" y="98"/>
                    <a:pt x="36" y="108"/>
                    <a:pt x="81" y="108"/>
                  </a:cubicBezTo>
                  <a:cubicBezTo>
                    <a:pt x="127"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Poll"/>
            <p:cNvSpPr>
              <a:spLocks noChangeArrowheads="1"/>
            </p:cNvSpPr>
            <p:nvPr>
              <p:custDataLst>
                <p:tags r:id="rId12"/>
              </p:custDataLst>
            </p:nvPr>
          </p:nvSpPr>
          <p:spPr bwMode="auto">
            <a:xfrm>
              <a:off x="216"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Poll"/>
            <p:cNvSpPr>
              <a:spLocks/>
            </p:cNvSpPr>
            <p:nvPr>
              <p:custDataLst>
                <p:tags r:id="rId13"/>
              </p:custDataLst>
            </p:nvPr>
          </p:nvSpPr>
          <p:spPr bwMode="auto">
            <a:xfrm>
              <a:off x="202"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7" y="14"/>
                    <a:pt x="37" y="0"/>
                  </a:cubicBezTo>
                  <a:cubicBezTo>
                    <a:pt x="28" y="4"/>
                    <a:pt x="21" y="9"/>
                    <a:pt x="17" y="16"/>
                  </a:cubicBezTo>
                  <a:cubicBezTo>
                    <a:pt x="3" y="38"/>
                    <a:pt x="0" y="72"/>
                    <a:pt x="0" y="98"/>
                  </a:cubicBezTo>
                  <a:cubicBezTo>
                    <a:pt x="0" y="98"/>
                    <a:pt x="36" y="108"/>
                    <a:pt x="81" y="108"/>
                  </a:cubicBezTo>
                  <a:cubicBezTo>
                    <a:pt x="126"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Poll"/>
            <p:cNvSpPr>
              <a:spLocks noChangeArrowheads="1"/>
            </p:cNvSpPr>
            <p:nvPr>
              <p:custDataLst>
                <p:tags r:id="rId14"/>
              </p:custDataLst>
            </p:nvPr>
          </p:nvSpPr>
          <p:spPr bwMode="auto">
            <a:xfrm>
              <a:off x="304" y="384"/>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Poll"/>
            <p:cNvSpPr>
              <a:spLocks/>
            </p:cNvSpPr>
            <p:nvPr>
              <p:custDataLst>
                <p:tags r:id="rId15"/>
              </p:custDataLst>
            </p:nvPr>
          </p:nvSpPr>
          <p:spPr bwMode="auto">
            <a:xfrm>
              <a:off x="289"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6" y="14"/>
                    <a:pt x="37" y="0"/>
                  </a:cubicBezTo>
                  <a:cubicBezTo>
                    <a:pt x="28" y="4"/>
                    <a:pt x="21" y="9"/>
                    <a:pt x="17" y="16"/>
                  </a:cubicBezTo>
                  <a:cubicBezTo>
                    <a:pt x="3" y="38"/>
                    <a:pt x="0" y="72"/>
                    <a:pt x="0" y="98"/>
                  </a:cubicBezTo>
                  <a:cubicBezTo>
                    <a:pt x="0" y="98"/>
                    <a:pt x="35" y="108"/>
                    <a:pt x="81" y="108"/>
                  </a:cubicBezTo>
                  <a:cubicBezTo>
                    <a:pt x="126" y="108"/>
                    <a:pt x="162" y="98"/>
                    <a:pt x="162" y="98"/>
                  </a:cubicBezTo>
                  <a:cubicBezTo>
                    <a:pt x="162" y="72"/>
                    <a:pt x="158"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5" name="POWER_USER_ID_ICONS_Target2" descr="{&quot;Key&quot;:&quot;POWER_USER_SHAPE_ICON&quot;,&quot;Value&quot;:&quot;POWER_USER_SHAPE_ICON_STYLE_1&quot;}"/>
          <p:cNvSpPr>
            <a:spLocks noChangeAspect="1" noEditPoints="1"/>
          </p:cNvSpPr>
          <p:nvPr>
            <p:custDataLst>
              <p:tags r:id="rId5"/>
            </p:custDataLst>
          </p:nvPr>
        </p:nvSpPr>
        <p:spPr bwMode="auto">
          <a:xfrm>
            <a:off x="7135578" y="5771384"/>
            <a:ext cx="868236" cy="631969"/>
          </a:xfrm>
          <a:custGeom>
            <a:avLst/>
            <a:gdLst>
              <a:gd name="T0" fmla="*/ 297 w 980"/>
              <a:gd name="T1" fmla="*/ 214 h 713"/>
              <a:gd name="T2" fmla="*/ 620 w 980"/>
              <a:gd name="T3" fmla="*/ 51 h 713"/>
              <a:gd name="T4" fmla="*/ 620 w 980"/>
              <a:gd name="T5" fmla="*/ 663 h 713"/>
              <a:gd name="T6" fmla="*/ 329 w 980"/>
              <a:gd name="T7" fmla="*/ 260 h 713"/>
              <a:gd name="T8" fmla="*/ 267 w 980"/>
              <a:gd name="T9" fmla="*/ 356 h 713"/>
              <a:gd name="T10" fmla="*/ 980 w 980"/>
              <a:gd name="T11" fmla="*/ 356 h 713"/>
              <a:gd name="T12" fmla="*/ 22 w 980"/>
              <a:gd name="T13" fmla="*/ 76 h 713"/>
              <a:gd name="T14" fmla="*/ 0 w 980"/>
              <a:gd name="T15" fmla="*/ 142 h 713"/>
              <a:gd name="T16" fmla="*/ 94 w 980"/>
              <a:gd name="T17" fmla="*/ 164 h 713"/>
              <a:gd name="T18" fmla="*/ 593 w 980"/>
              <a:gd name="T19" fmla="*/ 357 h 713"/>
              <a:gd name="T20" fmla="*/ 587 w 980"/>
              <a:gd name="T21" fmla="*/ 394 h 713"/>
              <a:gd name="T22" fmla="*/ 617 w 980"/>
              <a:gd name="T23" fmla="*/ 291 h 713"/>
              <a:gd name="T24" fmla="*/ 603 w 980"/>
              <a:gd name="T25" fmla="*/ 334 h 713"/>
              <a:gd name="T26" fmla="*/ 107 w 980"/>
              <a:gd name="T27" fmla="*/ 142 h 713"/>
              <a:gd name="T28" fmla="*/ 22 w 980"/>
              <a:gd name="T29" fmla="*/ 76 h 713"/>
              <a:gd name="T30" fmla="*/ 379 w 980"/>
              <a:gd name="T31" fmla="*/ 246 h 713"/>
              <a:gd name="T32" fmla="*/ 620 w 980"/>
              <a:gd name="T33" fmla="*/ 144 h 713"/>
              <a:gd name="T34" fmla="*/ 620 w 980"/>
              <a:gd name="T35" fmla="*/ 569 h 713"/>
              <a:gd name="T36" fmla="*/ 417 w 980"/>
              <a:gd name="T37" fmla="*/ 291 h 713"/>
              <a:gd name="T38" fmla="*/ 355 w 980"/>
              <a:gd name="T39" fmla="*/ 356 h 713"/>
              <a:gd name="T40" fmla="*/ 885 w 980"/>
              <a:gd name="T41" fmla="*/ 356 h 713"/>
              <a:gd name="T42" fmla="*/ 620 w 980"/>
              <a:gd name="T43" fmla="*/ 181 h 713"/>
              <a:gd name="T44" fmla="*/ 512 w 980"/>
              <a:gd name="T45" fmla="*/ 298 h 713"/>
              <a:gd name="T46" fmla="*/ 743 w 980"/>
              <a:gd name="T47" fmla="*/ 356 h 713"/>
              <a:gd name="T48" fmla="*/ 497 w 980"/>
              <a:gd name="T49" fmla="*/ 356 h 713"/>
              <a:gd name="T50" fmla="*/ 452 w 980"/>
              <a:gd name="T51" fmla="*/ 305 h 713"/>
              <a:gd name="T52" fmla="*/ 620 w 980"/>
              <a:gd name="T53" fmla="*/ 532 h 713"/>
              <a:gd name="T54" fmla="*/ 620 w 980"/>
              <a:gd name="T55" fmla="*/ 181 h 713"/>
              <a:gd name="T56" fmla="*/ 548 w 980"/>
              <a:gd name="T57" fmla="*/ 310 h 713"/>
              <a:gd name="T58" fmla="*/ 615 w 980"/>
              <a:gd name="T59" fmla="*/ 287 h 713"/>
              <a:gd name="T60" fmla="*/ 618 w 980"/>
              <a:gd name="T61" fmla="*/ 286 h 713"/>
              <a:gd name="T62" fmla="*/ 663 w 980"/>
              <a:gd name="T63" fmla="*/ 357 h 713"/>
              <a:gd name="T64" fmla="*/ 585 w 980"/>
              <a:gd name="T65" fmla="*/ 399 h 713"/>
              <a:gd name="T66" fmla="*/ 583 w 980"/>
              <a:gd name="T67" fmla="*/ 397 h 713"/>
              <a:gd name="T68" fmla="*/ 537 w 980"/>
              <a:gd name="T69" fmla="*/ 338 h 713"/>
              <a:gd name="T70" fmla="*/ 620 w 980"/>
              <a:gd name="T71" fmla="*/ 442 h 713"/>
              <a:gd name="T72" fmla="*/ 620 w 980"/>
              <a:gd name="T73" fmla="*/ 271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80" h="713">
                <a:moveTo>
                  <a:pt x="624" y="0"/>
                </a:moveTo>
                <a:cubicBezTo>
                  <a:pt x="478" y="0"/>
                  <a:pt x="352" y="88"/>
                  <a:pt x="297" y="214"/>
                </a:cubicBezTo>
                <a:lnTo>
                  <a:pt x="341" y="231"/>
                </a:lnTo>
                <a:cubicBezTo>
                  <a:pt x="389" y="125"/>
                  <a:pt x="496" y="51"/>
                  <a:pt x="620" y="51"/>
                </a:cubicBezTo>
                <a:cubicBezTo>
                  <a:pt x="788" y="51"/>
                  <a:pt x="926" y="188"/>
                  <a:pt x="926" y="356"/>
                </a:cubicBezTo>
                <a:cubicBezTo>
                  <a:pt x="926" y="525"/>
                  <a:pt x="788" y="663"/>
                  <a:pt x="620" y="663"/>
                </a:cubicBezTo>
                <a:cubicBezTo>
                  <a:pt x="451" y="663"/>
                  <a:pt x="314" y="525"/>
                  <a:pt x="314" y="356"/>
                </a:cubicBezTo>
                <a:cubicBezTo>
                  <a:pt x="314" y="322"/>
                  <a:pt x="318" y="291"/>
                  <a:pt x="329" y="260"/>
                </a:cubicBezTo>
                <a:lnTo>
                  <a:pt x="286" y="243"/>
                </a:lnTo>
                <a:cubicBezTo>
                  <a:pt x="273" y="279"/>
                  <a:pt x="267" y="316"/>
                  <a:pt x="267" y="356"/>
                </a:cubicBezTo>
                <a:cubicBezTo>
                  <a:pt x="267" y="553"/>
                  <a:pt x="427" y="713"/>
                  <a:pt x="624" y="713"/>
                </a:cubicBezTo>
                <a:cubicBezTo>
                  <a:pt x="821" y="713"/>
                  <a:pt x="980" y="553"/>
                  <a:pt x="980" y="356"/>
                </a:cubicBezTo>
                <a:cubicBezTo>
                  <a:pt x="980" y="160"/>
                  <a:pt x="821" y="0"/>
                  <a:pt x="624" y="0"/>
                </a:cubicBezTo>
                <a:close/>
                <a:moveTo>
                  <a:pt x="22" y="76"/>
                </a:moveTo>
                <a:cubicBezTo>
                  <a:pt x="56" y="114"/>
                  <a:pt x="60" y="134"/>
                  <a:pt x="60" y="134"/>
                </a:cubicBezTo>
                <a:cubicBezTo>
                  <a:pt x="60" y="134"/>
                  <a:pt x="48" y="140"/>
                  <a:pt x="0" y="142"/>
                </a:cubicBezTo>
                <a:cubicBezTo>
                  <a:pt x="0" y="142"/>
                  <a:pt x="50" y="172"/>
                  <a:pt x="77" y="172"/>
                </a:cubicBezTo>
                <a:cubicBezTo>
                  <a:pt x="83" y="172"/>
                  <a:pt x="94" y="164"/>
                  <a:pt x="94" y="164"/>
                </a:cubicBezTo>
                <a:lnTo>
                  <a:pt x="591" y="356"/>
                </a:lnTo>
                <a:lnTo>
                  <a:pt x="593" y="357"/>
                </a:lnTo>
                <a:lnTo>
                  <a:pt x="598" y="359"/>
                </a:lnTo>
                <a:lnTo>
                  <a:pt x="587" y="394"/>
                </a:lnTo>
                <a:lnTo>
                  <a:pt x="658" y="356"/>
                </a:lnTo>
                <a:lnTo>
                  <a:pt x="617" y="291"/>
                </a:lnTo>
                <a:lnTo>
                  <a:pt x="603" y="333"/>
                </a:lnTo>
                <a:lnTo>
                  <a:pt x="603" y="334"/>
                </a:lnTo>
                <a:cubicBezTo>
                  <a:pt x="601" y="334"/>
                  <a:pt x="602" y="334"/>
                  <a:pt x="602" y="334"/>
                </a:cubicBezTo>
                <a:lnTo>
                  <a:pt x="107" y="142"/>
                </a:lnTo>
                <a:cubicBezTo>
                  <a:pt x="107" y="142"/>
                  <a:pt x="101" y="121"/>
                  <a:pt x="93" y="113"/>
                </a:cubicBezTo>
                <a:cubicBezTo>
                  <a:pt x="75" y="94"/>
                  <a:pt x="22" y="76"/>
                  <a:pt x="22" y="76"/>
                </a:cubicBezTo>
                <a:close/>
                <a:moveTo>
                  <a:pt x="620" y="92"/>
                </a:moveTo>
                <a:cubicBezTo>
                  <a:pt x="513" y="92"/>
                  <a:pt x="421" y="155"/>
                  <a:pt x="379" y="246"/>
                </a:cubicBezTo>
                <a:lnTo>
                  <a:pt x="428" y="265"/>
                </a:lnTo>
                <a:cubicBezTo>
                  <a:pt x="462" y="194"/>
                  <a:pt x="535" y="144"/>
                  <a:pt x="620" y="144"/>
                </a:cubicBezTo>
                <a:cubicBezTo>
                  <a:pt x="737" y="144"/>
                  <a:pt x="832" y="239"/>
                  <a:pt x="832" y="356"/>
                </a:cubicBezTo>
                <a:cubicBezTo>
                  <a:pt x="832" y="474"/>
                  <a:pt x="737" y="569"/>
                  <a:pt x="620" y="569"/>
                </a:cubicBezTo>
                <a:cubicBezTo>
                  <a:pt x="503" y="569"/>
                  <a:pt x="407" y="474"/>
                  <a:pt x="407" y="356"/>
                </a:cubicBezTo>
                <a:cubicBezTo>
                  <a:pt x="407" y="333"/>
                  <a:pt x="410" y="312"/>
                  <a:pt x="417" y="291"/>
                </a:cubicBezTo>
                <a:lnTo>
                  <a:pt x="369" y="273"/>
                </a:lnTo>
                <a:cubicBezTo>
                  <a:pt x="360" y="300"/>
                  <a:pt x="355" y="327"/>
                  <a:pt x="355" y="356"/>
                </a:cubicBezTo>
                <a:cubicBezTo>
                  <a:pt x="355" y="503"/>
                  <a:pt x="474" y="621"/>
                  <a:pt x="620" y="621"/>
                </a:cubicBezTo>
                <a:cubicBezTo>
                  <a:pt x="766" y="621"/>
                  <a:pt x="885" y="503"/>
                  <a:pt x="885" y="356"/>
                </a:cubicBezTo>
                <a:cubicBezTo>
                  <a:pt x="885" y="210"/>
                  <a:pt x="766" y="92"/>
                  <a:pt x="620" y="92"/>
                </a:cubicBezTo>
                <a:close/>
                <a:moveTo>
                  <a:pt x="620" y="181"/>
                </a:moveTo>
                <a:cubicBezTo>
                  <a:pt x="551" y="181"/>
                  <a:pt x="492" y="221"/>
                  <a:pt x="463" y="278"/>
                </a:cubicBezTo>
                <a:lnTo>
                  <a:pt x="512" y="298"/>
                </a:lnTo>
                <a:cubicBezTo>
                  <a:pt x="533" y="260"/>
                  <a:pt x="573" y="234"/>
                  <a:pt x="620" y="234"/>
                </a:cubicBezTo>
                <a:cubicBezTo>
                  <a:pt x="687" y="234"/>
                  <a:pt x="743" y="289"/>
                  <a:pt x="743" y="356"/>
                </a:cubicBezTo>
                <a:cubicBezTo>
                  <a:pt x="743" y="424"/>
                  <a:pt x="687" y="479"/>
                  <a:pt x="620" y="479"/>
                </a:cubicBezTo>
                <a:cubicBezTo>
                  <a:pt x="552" y="479"/>
                  <a:pt x="497" y="424"/>
                  <a:pt x="497" y="356"/>
                </a:cubicBezTo>
                <a:cubicBezTo>
                  <a:pt x="497" y="345"/>
                  <a:pt x="498" y="335"/>
                  <a:pt x="501" y="324"/>
                </a:cubicBezTo>
                <a:lnTo>
                  <a:pt x="452" y="305"/>
                </a:lnTo>
                <a:cubicBezTo>
                  <a:pt x="447" y="322"/>
                  <a:pt x="444" y="338"/>
                  <a:pt x="444" y="356"/>
                </a:cubicBezTo>
                <a:cubicBezTo>
                  <a:pt x="444" y="453"/>
                  <a:pt x="523" y="532"/>
                  <a:pt x="620" y="532"/>
                </a:cubicBezTo>
                <a:cubicBezTo>
                  <a:pt x="716" y="532"/>
                  <a:pt x="795" y="453"/>
                  <a:pt x="795" y="356"/>
                </a:cubicBezTo>
                <a:cubicBezTo>
                  <a:pt x="795" y="260"/>
                  <a:pt x="716" y="181"/>
                  <a:pt x="620" y="181"/>
                </a:cubicBezTo>
                <a:close/>
                <a:moveTo>
                  <a:pt x="620" y="271"/>
                </a:moveTo>
                <a:cubicBezTo>
                  <a:pt x="590" y="271"/>
                  <a:pt x="564" y="287"/>
                  <a:pt x="548" y="310"/>
                </a:cubicBezTo>
                <a:lnTo>
                  <a:pt x="600" y="330"/>
                </a:lnTo>
                <a:lnTo>
                  <a:pt x="615" y="287"/>
                </a:lnTo>
                <a:lnTo>
                  <a:pt x="616" y="283"/>
                </a:lnTo>
                <a:lnTo>
                  <a:pt x="618" y="286"/>
                </a:lnTo>
                <a:lnTo>
                  <a:pt x="662" y="356"/>
                </a:lnTo>
                <a:lnTo>
                  <a:pt x="663" y="357"/>
                </a:lnTo>
                <a:lnTo>
                  <a:pt x="662" y="358"/>
                </a:lnTo>
                <a:lnTo>
                  <a:pt x="585" y="399"/>
                </a:lnTo>
                <a:lnTo>
                  <a:pt x="581" y="401"/>
                </a:lnTo>
                <a:lnTo>
                  <a:pt x="583" y="397"/>
                </a:lnTo>
                <a:lnTo>
                  <a:pt x="594" y="360"/>
                </a:lnTo>
                <a:lnTo>
                  <a:pt x="537" y="338"/>
                </a:lnTo>
                <a:cubicBezTo>
                  <a:pt x="535" y="344"/>
                  <a:pt x="535" y="350"/>
                  <a:pt x="535" y="356"/>
                </a:cubicBezTo>
                <a:cubicBezTo>
                  <a:pt x="535" y="403"/>
                  <a:pt x="573" y="442"/>
                  <a:pt x="620" y="442"/>
                </a:cubicBezTo>
                <a:cubicBezTo>
                  <a:pt x="667" y="442"/>
                  <a:pt x="705" y="403"/>
                  <a:pt x="705" y="356"/>
                </a:cubicBezTo>
                <a:cubicBezTo>
                  <a:pt x="705" y="309"/>
                  <a:pt x="667" y="271"/>
                  <a:pt x="620" y="271"/>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Title 9">
            <a:extLst>
              <a:ext uri="{FF2B5EF4-FFF2-40B4-BE49-F238E27FC236}">
                <a16:creationId xmlns:a16="http://schemas.microsoft.com/office/drawing/2014/main" id="{D24B70CC-03EC-B4F0-4484-728A5AF340F4}"/>
              </a:ext>
            </a:extLst>
          </p:cNvPr>
          <p:cNvSpPr>
            <a:spLocks noGrp="1"/>
          </p:cNvSpPr>
          <p:nvPr>
            <p:ph type="title"/>
          </p:nvPr>
        </p:nvSpPr>
        <p:spPr>
          <a:xfrm>
            <a:off x="214184" y="13663"/>
            <a:ext cx="9728886" cy="678316"/>
          </a:xfrm>
          <a:noFill/>
          <a:ln>
            <a:noFill/>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a:solidFill>
                  <a:prstClr val="black"/>
                </a:solidFill>
              </a14:hiddenLine>
            </a:ext>
          </a:extLst>
        </p:spPr>
        <p:txBody>
          <a:bodyPr/>
          <a:lstStyle/>
          <a:p>
            <a:r>
              <a:rPr lang="en-US" dirty="0"/>
              <a:t>Split slide 04</a:t>
            </a:r>
          </a:p>
        </p:txBody>
      </p:sp>
    </p:spTree>
    <p:custDataLst>
      <p:tags r:id="rId1"/>
    </p:custDataLst>
    <p:extLst>
      <p:ext uri="{BB962C8B-B14F-4D97-AF65-F5344CB8AC3E}">
        <p14:creationId xmlns:p14="http://schemas.microsoft.com/office/powerpoint/2010/main" val="415596397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F64E93-EBBF-EE0A-A472-CA980C85F52C}"/>
              </a:ext>
            </a:extLst>
          </p:cNvPr>
          <p:cNvSpPr>
            <a:spLocks noGrp="1"/>
          </p:cNvSpPr>
          <p:nvPr>
            <p:ph type="title"/>
          </p:nvPr>
        </p:nvSpPr>
        <p:spPr>
          <a:xfrm>
            <a:off x="214184" y="13663"/>
            <a:ext cx="9728886" cy="678316"/>
          </a:xfrm>
        </p:spPr>
        <p:txBody>
          <a:bodyPr>
            <a:normAutofit/>
          </a:bodyPr>
          <a:lstStyle/>
          <a:p>
            <a:r>
              <a:rPr lang="en-US" dirty="0"/>
              <a:t>Pyramid 07</a:t>
            </a:r>
          </a:p>
        </p:txBody>
      </p:sp>
      <p:sp>
        <p:nvSpPr>
          <p:cNvPr id="3" name="Freeform: Shape 2">
            <a:extLst>
              <a:ext uri="{FF2B5EF4-FFF2-40B4-BE49-F238E27FC236}">
                <a16:creationId xmlns:a16="http://schemas.microsoft.com/office/drawing/2014/main" id="{8F864782-E075-E227-66A9-59AF3332C49C}"/>
              </a:ext>
            </a:extLst>
          </p:cNvPr>
          <p:cNvSpPr/>
          <p:nvPr/>
        </p:nvSpPr>
        <p:spPr>
          <a:xfrm>
            <a:off x="2912046" y="2398422"/>
            <a:ext cx="1307097" cy="628650"/>
          </a:xfrm>
          <a:custGeom>
            <a:avLst/>
            <a:gdLst>
              <a:gd name="connsiteX0" fmla="*/ 230505 w 1289685"/>
              <a:gd name="connsiteY0" fmla="*/ 622935 h 628650"/>
              <a:gd name="connsiteX1" fmla="*/ 0 w 1289685"/>
              <a:gd name="connsiteY1" fmla="*/ 622935 h 628650"/>
              <a:gd name="connsiteX2" fmla="*/ 1108710 w 1289685"/>
              <a:gd name="connsiteY2" fmla="*/ 0 h 628650"/>
              <a:gd name="connsiteX3" fmla="*/ 1289685 w 1289685"/>
              <a:gd name="connsiteY3" fmla="*/ 304800 h 628650"/>
              <a:gd name="connsiteX4" fmla="*/ 561975 w 1289685"/>
              <a:gd name="connsiteY4" fmla="*/ 628650 h 628650"/>
              <a:gd name="connsiteX5" fmla="*/ 230505 w 1289685"/>
              <a:gd name="connsiteY5" fmla="*/ 622935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685" h="628650">
                <a:moveTo>
                  <a:pt x="230505" y="622935"/>
                </a:moveTo>
                <a:lnTo>
                  <a:pt x="0" y="622935"/>
                </a:lnTo>
                <a:lnTo>
                  <a:pt x="1108710" y="0"/>
                </a:lnTo>
                <a:lnTo>
                  <a:pt x="1289685" y="304800"/>
                </a:lnTo>
                <a:lnTo>
                  <a:pt x="561975" y="628650"/>
                </a:lnTo>
                <a:lnTo>
                  <a:pt x="230505" y="62293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1EEBA7A0-61F6-EBA3-C681-392D83679521}"/>
              </a:ext>
            </a:extLst>
          </p:cNvPr>
          <p:cNvSpPr/>
          <p:nvPr/>
        </p:nvSpPr>
        <p:spPr>
          <a:xfrm>
            <a:off x="1809051" y="3015642"/>
            <a:ext cx="2964180" cy="1828800"/>
          </a:xfrm>
          <a:custGeom>
            <a:avLst/>
            <a:gdLst>
              <a:gd name="connsiteX0" fmla="*/ 0 w 2964180"/>
              <a:gd name="connsiteY0" fmla="*/ 1828800 h 1828800"/>
              <a:gd name="connsiteX1" fmla="*/ 373380 w 2964180"/>
              <a:gd name="connsiteY1" fmla="*/ 1219200 h 1828800"/>
              <a:gd name="connsiteX2" fmla="*/ 2606040 w 2964180"/>
              <a:gd name="connsiteY2" fmla="*/ 0 h 1828800"/>
              <a:gd name="connsiteX3" fmla="*/ 2964180 w 2964180"/>
              <a:gd name="connsiteY3" fmla="*/ 617220 h 1828800"/>
              <a:gd name="connsiteX4" fmla="*/ 0 w 2964180"/>
              <a:gd name="connsiteY4" fmla="*/ 182880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4180" h="1828800">
                <a:moveTo>
                  <a:pt x="0" y="1828800"/>
                </a:moveTo>
                <a:lnTo>
                  <a:pt x="373380" y="1219200"/>
                </a:lnTo>
                <a:lnTo>
                  <a:pt x="2606040" y="0"/>
                </a:lnTo>
                <a:lnTo>
                  <a:pt x="2964180" y="617220"/>
                </a:lnTo>
                <a:lnTo>
                  <a:pt x="0" y="182880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FACA42F8-731B-A968-D4D6-838546B28684}"/>
              </a:ext>
            </a:extLst>
          </p:cNvPr>
          <p:cNvSpPr/>
          <p:nvPr/>
        </p:nvSpPr>
        <p:spPr>
          <a:xfrm>
            <a:off x="1161351" y="4250082"/>
            <a:ext cx="4351020" cy="1676400"/>
          </a:xfrm>
          <a:custGeom>
            <a:avLst/>
            <a:gdLst>
              <a:gd name="connsiteX0" fmla="*/ 0 w 4351020"/>
              <a:gd name="connsiteY0" fmla="*/ 1676400 h 1676400"/>
              <a:gd name="connsiteX1" fmla="*/ 281940 w 4351020"/>
              <a:gd name="connsiteY1" fmla="*/ 1219200 h 1676400"/>
              <a:gd name="connsiteX2" fmla="*/ 3992880 w 4351020"/>
              <a:gd name="connsiteY2" fmla="*/ 0 h 1676400"/>
              <a:gd name="connsiteX3" fmla="*/ 4351020 w 4351020"/>
              <a:gd name="connsiteY3" fmla="*/ 609600 h 1676400"/>
              <a:gd name="connsiteX4" fmla="*/ 0 w 4351020"/>
              <a:gd name="connsiteY4" fmla="*/ 1676400 h 1676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1020" h="1676400">
                <a:moveTo>
                  <a:pt x="0" y="1676400"/>
                </a:moveTo>
                <a:lnTo>
                  <a:pt x="281940" y="1219200"/>
                </a:lnTo>
                <a:lnTo>
                  <a:pt x="3992880" y="0"/>
                </a:lnTo>
                <a:lnTo>
                  <a:pt x="4351020" y="609600"/>
                </a:lnTo>
                <a:lnTo>
                  <a:pt x="0" y="167640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0131B06-53FF-78A7-2D91-D94E44C71323}"/>
              </a:ext>
            </a:extLst>
          </p:cNvPr>
          <p:cNvSpPr/>
          <p:nvPr/>
        </p:nvSpPr>
        <p:spPr>
          <a:xfrm>
            <a:off x="3104818" y="1781974"/>
            <a:ext cx="1116865" cy="923412"/>
          </a:xfrm>
          <a:custGeom>
            <a:avLst/>
            <a:gdLst>
              <a:gd name="connsiteX0" fmla="*/ 370106 w 740213"/>
              <a:gd name="connsiteY0" fmla="*/ 0 h 612000"/>
              <a:gd name="connsiteX1" fmla="*/ 740213 w 740213"/>
              <a:gd name="connsiteY1" fmla="*/ 612000 h 612000"/>
              <a:gd name="connsiteX2" fmla="*/ 0 w 740213"/>
              <a:gd name="connsiteY2" fmla="*/ 612000 h 612000"/>
            </a:gdLst>
            <a:ahLst/>
            <a:cxnLst>
              <a:cxn ang="0">
                <a:pos x="connsiteX0" y="connsiteY0"/>
              </a:cxn>
              <a:cxn ang="0">
                <a:pos x="connsiteX1" y="connsiteY1"/>
              </a:cxn>
              <a:cxn ang="0">
                <a:pos x="connsiteX2" y="connsiteY2"/>
              </a:cxn>
            </a:cxnLst>
            <a:rect l="l" t="t" r="r" b="b"/>
            <a:pathLst>
              <a:path w="740213" h="612000">
                <a:moveTo>
                  <a:pt x="370106" y="0"/>
                </a:moveTo>
                <a:lnTo>
                  <a:pt x="740213" y="612000"/>
                </a:lnTo>
                <a:lnTo>
                  <a:pt x="0" y="6120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8CB2F679-6302-BE44-5E95-8F4B88E395E5}"/>
              </a:ext>
            </a:extLst>
          </p:cNvPr>
          <p:cNvSpPr/>
          <p:nvPr/>
        </p:nvSpPr>
        <p:spPr>
          <a:xfrm>
            <a:off x="1810180" y="4237594"/>
            <a:ext cx="3701062" cy="612000"/>
          </a:xfrm>
          <a:custGeom>
            <a:avLst/>
            <a:gdLst>
              <a:gd name="connsiteX0" fmla="*/ 370107 w 3701062"/>
              <a:gd name="connsiteY0" fmla="*/ 0 h 612000"/>
              <a:gd name="connsiteX1" fmla="*/ 3330956 w 3701062"/>
              <a:gd name="connsiteY1" fmla="*/ 0 h 612000"/>
              <a:gd name="connsiteX2" fmla="*/ 3701062 w 3701062"/>
              <a:gd name="connsiteY2" fmla="*/ 612000 h 612000"/>
              <a:gd name="connsiteX3" fmla="*/ 0 w 3701062"/>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3701062" h="612000">
                <a:moveTo>
                  <a:pt x="370107" y="0"/>
                </a:moveTo>
                <a:lnTo>
                  <a:pt x="3330956" y="0"/>
                </a:lnTo>
                <a:lnTo>
                  <a:pt x="3701062" y="612000"/>
                </a:lnTo>
                <a:lnTo>
                  <a:pt x="0" y="612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reeform: Shape 8">
            <a:extLst>
              <a:ext uri="{FF2B5EF4-FFF2-40B4-BE49-F238E27FC236}">
                <a16:creationId xmlns:a16="http://schemas.microsoft.com/office/drawing/2014/main" id="{63640B45-61D6-ACC1-5104-0DFA0851A81A}"/>
              </a:ext>
            </a:extLst>
          </p:cNvPr>
          <p:cNvSpPr/>
          <p:nvPr/>
        </p:nvSpPr>
        <p:spPr>
          <a:xfrm>
            <a:off x="1154792" y="5461594"/>
            <a:ext cx="5011838" cy="471736"/>
          </a:xfrm>
          <a:custGeom>
            <a:avLst/>
            <a:gdLst>
              <a:gd name="connsiteX0" fmla="*/ 285282 w 5011838"/>
              <a:gd name="connsiteY0" fmla="*/ 0 h 471736"/>
              <a:gd name="connsiteX1" fmla="*/ 4726557 w 5011838"/>
              <a:gd name="connsiteY1" fmla="*/ 0 h 471736"/>
              <a:gd name="connsiteX2" fmla="*/ 5011838 w 5011838"/>
              <a:gd name="connsiteY2" fmla="*/ 471736 h 471736"/>
              <a:gd name="connsiteX3" fmla="*/ 0 w 5011838"/>
              <a:gd name="connsiteY3" fmla="*/ 471736 h 471736"/>
            </a:gdLst>
            <a:ahLst/>
            <a:cxnLst>
              <a:cxn ang="0">
                <a:pos x="connsiteX0" y="connsiteY0"/>
              </a:cxn>
              <a:cxn ang="0">
                <a:pos x="connsiteX1" y="connsiteY1"/>
              </a:cxn>
              <a:cxn ang="0">
                <a:pos x="connsiteX2" y="connsiteY2"/>
              </a:cxn>
              <a:cxn ang="0">
                <a:pos x="connsiteX3" y="connsiteY3"/>
              </a:cxn>
            </a:cxnLst>
            <a:rect l="l" t="t" r="r" b="b"/>
            <a:pathLst>
              <a:path w="5011838" h="471736">
                <a:moveTo>
                  <a:pt x="285282" y="0"/>
                </a:moveTo>
                <a:lnTo>
                  <a:pt x="4726557" y="0"/>
                </a:lnTo>
                <a:lnTo>
                  <a:pt x="5011838" y="471736"/>
                </a:lnTo>
                <a:lnTo>
                  <a:pt x="0" y="47173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reeform: Shape 9">
            <a:extLst>
              <a:ext uri="{FF2B5EF4-FFF2-40B4-BE49-F238E27FC236}">
                <a16:creationId xmlns:a16="http://schemas.microsoft.com/office/drawing/2014/main" id="{F4F807D1-7653-FC81-97D3-390E2D48C0F1}"/>
              </a:ext>
            </a:extLst>
          </p:cNvPr>
          <p:cNvSpPr/>
          <p:nvPr/>
        </p:nvSpPr>
        <p:spPr>
          <a:xfrm>
            <a:off x="2550394" y="3013594"/>
            <a:ext cx="2220637" cy="612000"/>
          </a:xfrm>
          <a:custGeom>
            <a:avLst/>
            <a:gdLst>
              <a:gd name="connsiteX0" fmla="*/ 370106 w 2220637"/>
              <a:gd name="connsiteY0" fmla="*/ 0 h 612000"/>
              <a:gd name="connsiteX1" fmla="*/ 1850531 w 2220637"/>
              <a:gd name="connsiteY1" fmla="*/ 0 h 612000"/>
              <a:gd name="connsiteX2" fmla="*/ 2220637 w 2220637"/>
              <a:gd name="connsiteY2" fmla="*/ 612000 h 612000"/>
              <a:gd name="connsiteX3" fmla="*/ 0 w 2220637"/>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2220637" h="612000">
                <a:moveTo>
                  <a:pt x="370106" y="0"/>
                </a:moveTo>
                <a:lnTo>
                  <a:pt x="1850531" y="0"/>
                </a:lnTo>
                <a:lnTo>
                  <a:pt x="2220637" y="612000"/>
                </a:lnTo>
                <a:lnTo>
                  <a:pt x="0" y="612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TextBox 10">
            <a:extLst>
              <a:ext uri="{FF2B5EF4-FFF2-40B4-BE49-F238E27FC236}">
                <a16:creationId xmlns:a16="http://schemas.microsoft.com/office/drawing/2014/main" id="{C30114A6-F1FA-EC32-B555-540CEA63A462}"/>
              </a:ext>
            </a:extLst>
          </p:cNvPr>
          <p:cNvSpPr txBox="1"/>
          <p:nvPr/>
        </p:nvSpPr>
        <p:spPr>
          <a:xfrm>
            <a:off x="5038531" y="1720916"/>
            <a:ext cx="6232849"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3" name="TextBox 12">
            <a:extLst>
              <a:ext uri="{FF2B5EF4-FFF2-40B4-BE49-F238E27FC236}">
                <a16:creationId xmlns:a16="http://schemas.microsoft.com/office/drawing/2014/main" id="{FDFA528E-CDBC-88E5-0CA1-24E1E106EF41}"/>
              </a:ext>
            </a:extLst>
          </p:cNvPr>
          <p:cNvSpPr txBox="1"/>
          <p:nvPr/>
        </p:nvSpPr>
        <p:spPr>
          <a:xfrm>
            <a:off x="5579706" y="2778932"/>
            <a:ext cx="5691674"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4" name="TextBox 13">
            <a:extLst>
              <a:ext uri="{FF2B5EF4-FFF2-40B4-BE49-F238E27FC236}">
                <a16:creationId xmlns:a16="http://schemas.microsoft.com/office/drawing/2014/main" id="{2F702915-717C-A5E2-2295-63593F603437}"/>
              </a:ext>
            </a:extLst>
          </p:cNvPr>
          <p:cNvSpPr txBox="1"/>
          <p:nvPr/>
        </p:nvSpPr>
        <p:spPr>
          <a:xfrm>
            <a:off x="6298162" y="4020830"/>
            <a:ext cx="5055637"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5" name="TextBox 14">
            <a:extLst>
              <a:ext uri="{FF2B5EF4-FFF2-40B4-BE49-F238E27FC236}">
                <a16:creationId xmlns:a16="http://schemas.microsoft.com/office/drawing/2014/main" id="{4A7DC2F6-F4F8-2E8E-F392-C3F97EC9C7E3}"/>
              </a:ext>
            </a:extLst>
          </p:cNvPr>
          <p:cNvSpPr txBox="1"/>
          <p:nvPr/>
        </p:nvSpPr>
        <p:spPr>
          <a:xfrm>
            <a:off x="7016619" y="5174698"/>
            <a:ext cx="4254762"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grpSp>
        <p:nvGrpSpPr>
          <p:cNvPr id="16" name="Gears3" descr="{&quot;Key&quot;:&quot;POWER_USER_SHAPE_ICON&quot;,&quot;Value&quot;:&quot;POWER_USER_SHAPE_ICON_STYLE_1&quot;}">
            <a:extLst>
              <a:ext uri="{FF2B5EF4-FFF2-40B4-BE49-F238E27FC236}">
                <a16:creationId xmlns:a16="http://schemas.microsoft.com/office/drawing/2014/main" id="{63D62559-E1CF-C086-1DED-2AB2CDDD63E4}"/>
              </a:ext>
            </a:extLst>
          </p:cNvPr>
          <p:cNvGrpSpPr>
            <a:grpSpLocks noChangeAspect="1"/>
          </p:cNvGrpSpPr>
          <p:nvPr>
            <p:custDataLst>
              <p:tags r:id="rId1"/>
            </p:custDataLst>
          </p:nvPr>
        </p:nvGrpSpPr>
        <p:grpSpPr>
          <a:xfrm>
            <a:off x="5734172" y="4319087"/>
            <a:ext cx="520459" cy="520456"/>
            <a:chOff x="2273300" y="700088"/>
            <a:chExt cx="333376" cy="333375"/>
          </a:xfrm>
          <a:solidFill>
            <a:schemeClr val="accent2"/>
          </a:solidFill>
        </p:grpSpPr>
        <p:sp>
          <p:nvSpPr>
            <p:cNvPr id="17" name="Freeform 1021">
              <a:extLst>
                <a:ext uri="{FF2B5EF4-FFF2-40B4-BE49-F238E27FC236}">
                  <a16:creationId xmlns:a16="http://schemas.microsoft.com/office/drawing/2014/main" id="{AE091AFC-1535-D2AD-2CBB-7FE5D1C2E597}"/>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022">
              <a:extLst>
                <a:ext uri="{FF2B5EF4-FFF2-40B4-BE49-F238E27FC236}">
                  <a16:creationId xmlns:a16="http://schemas.microsoft.com/office/drawing/2014/main" id="{2386F78D-E304-6117-CB13-BDCBD57F5A9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 name="High_five3" descr="{&quot;Key&quot;:&quot;POWER_USER_SHAPE_ICON&quot;,&quot;Value&quot;:&quot;POWER_USER_SHAPE_ICON_STYLE_1&quot;}">
            <a:extLst>
              <a:ext uri="{FF2B5EF4-FFF2-40B4-BE49-F238E27FC236}">
                <a16:creationId xmlns:a16="http://schemas.microsoft.com/office/drawing/2014/main" id="{4F0D95D1-1137-16A1-27E3-208B29424BBC}"/>
              </a:ext>
            </a:extLst>
          </p:cNvPr>
          <p:cNvGrpSpPr>
            <a:grpSpLocks noChangeAspect="1"/>
          </p:cNvGrpSpPr>
          <p:nvPr>
            <p:custDataLst>
              <p:tags r:id="rId2"/>
            </p:custDataLst>
          </p:nvPr>
        </p:nvGrpSpPr>
        <p:grpSpPr>
          <a:xfrm>
            <a:off x="4862691" y="3086986"/>
            <a:ext cx="625013" cy="409339"/>
            <a:chOff x="2916238" y="5849938"/>
            <a:chExt cx="901700" cy="590550"/>
          </a:xfrm>
        </p:grpSpPr>
        <p:sp>
          <p:nvSpPr>
            <p:cNvPr id="20" name="Freeform 165">
              <a:extLst>
                <a:ext uri="{FF2B5EF4-FFF2-40B4-BE49-F238E27FC236}">
                  <a16:creationId xmlns:a16="http://schemas.microsoft.com/office/drawing/2014/main" id="{94C37075-5FC8-97EA-0E87-7BF98943A887}"/>
                </a:ext>
              </a:extLst>
            </p:cNvPr>
            <p:cNvSpPr>
              <a:spLocks/>
            </p:cNvSpPr>
            <p:nvPr/>
          </p:nvSpPr>
          <p:spPr bwMode="auto">
            <a:xfrm>
              <a:off x="3376613" y="6115050"/>
              <a:ext cx="331788" cy="325438"/>
            </a:xfrm>
            <a:custGeom>
              <a:avLst/>
              <a:gdLst>
                <a:gd name="T0" fmla="*/ 0 w 442"/>
                <a:gd name="T1" fmla="*/ 0 h 433"/>
                <a:gd name="T2" fmla="*/ 165 w 442"/>
                <a:gd name="T3" fmla="*/ 200 h 433"/>
                <a:gd name="T4" fmla="*/ 165 w 442"/>
                <a:gd name="T5" fmla="*/ 433 h 433"/>
                <a:gd name="T6" fmla="*/ 442 w 442"/>
                <a:gd name="T7" fmla="*/ 433 h 433"/>
                <a:gd name="T8" fmla="*/ 442 w 442"/>
                <a:gd name="T9" fmla="*/ 290 h 433"/>
              </a:gdLst>
              <a:ahLst/>
              <a:cxnLst>
                <a:cxn ang="0">
                  <a:pos x="T0" y="T1"/>
                </a:cxn>
                <a:cxn ang="0">
                  <a:pos x="T2" y="T3"/>
                </a:cxn>
                <a:cxn ang="0">
                  <a:pos x="T4" y="T5"/>
                </a:cxn>
                <a:cxn ang="0">
                  <a:pos x="T6" y="T7"/>
                </a:cxn>
                <a:cxn ang="0">
                  <a:pos x="T8" y="T9"/>
                </a:cxn>
              </a:cxnLst>
              <a:rect l="0" t="0" r="r" b="b"/>
              <a:pathLst>
                <a:path w="442" h="433">
                  <a:moveTo>
                    <a:pt x="0" y="0"/>
                  </a:moveTo>
                  <a:cubicBezTo>
                    <a:pt x="53" y="115"/>
                    <a:pt x="165" y="200"/>
                    <a:pt x="165" y="200"/>
                  </a:cubicBezTo>
                  <a:lnTo>
                    <a:pt x="165" y="433"/>
                  </a:lnTo>
                  <a:lnTo>
                    <a:pt x="442" y="433"/>
                  </a:lnTo>
                  <a:lnTo>
                    <a:pt x="442" y="290"/>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66">
              <a:extLst>
                <a:ext uri="{FF2B5EF4-FFF2-40B4-BE49-F238E27FC236}">
                  <a16:creationId xmlns:a16="http://schemas.microsoft.com/office/drawing/2014/main" id="{5987A45C-05A8-2DE7-767D-19AF3D90B8E1}"/>
                </a:ext>
              </a:extLst>
            </p:cNvPr>
            <p:cNvSpPr>
              <a:spLocks/>
            </p:cNvSpPr>
            <p:nvPr/>
          </p:nvSpPr>
          <p:spPr bwMode="auto">
            <a:xfrm>
              <a:off x="3416300" y="6019800"/>
              <a:ext cx="401638" cy="420688"/>
            </a:xfrm>
            <a:custGeom>
              <a:avLst/>
              <a:gdLst>
                <a:gd name="T0" fmla="*/ 389 w 535"/>
                <a:gd name="T1" fmla="*/ 559 h 559"/>
                <a:gd name="T2" fmla="*/ 535 w 535"/>
                <a:gd name="T3" fmla="*/ 559 h 559"/>
                <a:gd name="T4" fmla="*/ 531 w 535"/>
                <a:gd name="T5" fmla="*/ 381 h 559"/>
                <a:gd name="T6" fmla="*/ 359 w 535"/>
                <a:gd name="T7" fmla="*/ 214 h 559"/>
                <a:gd name="T8" fmla="*/ 274 w 535"/>
                <a:gd name="T9" fmla="*/ 282 h 559"/>
                <a:gd name="T10" fmla="*/ 192 w 535"/>
                <a:gd name="T11" fmla="*/ 186 h 559"/>
                <a:gd name="T12" fmla="*/ 0 w 535"/>
                <a:gd name="T13" fmla="*/ 0 h 559"/>
              </a:gdLst>
              <a:ahLst/>
              <a:cxnLst>
                <a:cxn ang="0">
                  <a:pos x="T0" y="T1"/>
                </a:cxn>
                <a:cxn ang="0">
                  <a:pos x="T2" y="T3"/>
                </a:cxn>
                <a:cxn ang="0">
                  <a:pos x="T4" y="T5"/>
                </a:cxn>
                <a:cxn ang="0">
                  <a:pos x="T6" y="T7"/>
                </a:cxn>
                <a:cxn ang="0">
                  <a:pos x="T8" y="T9"/>
                </a:cxn>
                <a:cxn ang="0">
                  <a:pos x="T10" y="T11"/>
                </a:cxn>
                <a:cxn ang="0">
                  <a:pos x="T12" y="T13"/>
                </a:cxn>
              </a:cxnLst>
              <a:rect l="0" t="0" r="r" b="b"/>
              <a:pathLst>
                <a:path w="535" h="559">
                  <a:moveTo>
                    <a:pt x="389" y="559"/>
                  </a:moveTo>
                  <a:lnTo>
                    <a:pt x="535" y="559"/>
                  </a:lnTo>
                  <a:lnTo>
                    <a:pt x="531" y="381"/>
                  </a:lnTo>
                  <a:cubicBezTo>
                    <a:pt x="521" y="266"/>
                    <a:pt x="484" y="230"/>
                    <a:pt x="359" y="214"/>
                  </a:cubicBezTo>
                  <a:lnTo>
                    <a:pt x="274" y="282"/>
                  </a:lnTo>
                  <a:lnTo>
                    <a:pt x="192" y="186"/>
                  </a:lnTo>
                  <a:cubicBezTo>
                    <a:pt x="104" y="148"/>
                    <a:pt x="35" y="56"/>
                    <a:pt x="0" y="0"/>
                  </a:cubicBez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Oval 167">
              <a:extLst>
                <a:ext uri="{FF2B5EF4-FFF2-40B4-BE49-F238E27FC236}">
                  <a16:creationId xmlns:a16="http://schemas.microsoft.com/office/drawing/2014/main" id="{886B6AF3-7259-E549-B577-5B4F61D2E171}"/>
                </a:ext>
              </a:extLst>
            </p:cNvPr>
            <p:cNvSpPr>
              <a:spLocks noChangeArrowheads="1"/>
            </p:cNvSpPr>
            <p:nvPr/>
          </p:nvSpPr>
          <p:spPr bwMode="auto">
            <a:xfrm>
              <a:off x="3538538" y="5934075"/>
              <a:ext cx="195263"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68">
              <a:extLst>
                <a:ext uri="{FF2B5EF4-FFF2-40B4-BE49-F238E27FC236}">
                  <a16:creationId xmlns:a16="http://schemas.microsoft.com/office/drawing/2014/main" id="{6E2EA56F-64C0-79BA-1DDC-F91E89C54841}"/>
                </a:ext>
              </a:extLst>
            </p:cNvPr>
            <p:cNvSpPr>
              <a:spLocks/>
            </p:cNvSpPr>
            <p:nvPr/>
          </p:nvSpPr>
          <p:spPr bwMode="auto">
            <a:xfrm>
              <a:off x="2916238" y="5951538"/>
              <a:ext cx="506413" cy="488950"/>
            </a:xfrm>
            <a:custGeom>
              <a:avLst/>
              <a:gdLst>
                <a:gd name="T0" fmla="*/ 145 w 675"/>
                <a:gd name="T1" fmla="*/ 650 h 650"/>
                <a:gd name="T2" fmla="*/ 0 w 675"/>
                <a:gd name="T3" fmla="*/ 650 h 650"/>
                <a:gd name="T4" fmla="*/ 3 w 675"/>
                <a:gd name="T5" fmla="*/ 475 h 650"/>
                <a:gd name="T6" fmla="*/ 252 w 675"/>
                <a:gd name="T7" fmla="*/ 300 h 650"/>
                <a:gd name="T8" fmla="*/ 559 w 675"/>
                <a:gd name="T9" fmla="*/ 45 h 650"/>
                <a:gd name="T10" fmla="*/ 644 w 675"/>
                <a:gd name="T11" fmla="*/ 19 h 650"/>
                <a:gd name="T12" fmla="*/ 666 w 675"/>
                <a:gd name="T13" fmla="*/ 91 h 650"/>
                <a:gd name="T14" fmla="*/ 423 w 675"/>
                <a:gd name="T15" fmla="*/ 420 h 650"/>
                <a:gd name="T16" fmla="*/ 422 w 675"/>
                <a:gd name="T17" fmla="*/ 650 h 650"/>
                <a:gd name="T18" fmla="*/ 145 w 675"/>
                <a:gd name="T19" fmla="*/ 650 h 650"/>
                <a:gd name="T20" fmla="*/ 145 w 675"/>
                <a:gd name="T21" fmla="*/ 512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5" h="650">
                  <a:moveTo>
                    <a:pt x="145" y="650"/>
                  </a:moveTo>
                  <a:lnTo>
                    <a:pt x="0" y="650"/>
                  </a:lnTo>
                  <a:lnTo>
                    <a:pt x="3" y="475"/>
                  </a:lnTo>
                  <a:cubicBezTo>
                    <a:pt x="15" y="339"/>
                    <a:pt x="65" y="312"/>
                    <a:pt x="252" y="300"/>
                  </a:cubicBezTo>
                  <a:cubicBezTo>
                    <a:pt x="457" y="287"/>
                    <a:pt x="559" y="45"/>
                    <a:pt x="559" y="45"/>
                  </a:cubicBezTo>
                  <a:cubicBezTo>
                    <a:pt x="571" y="13"/>
                    <a:pt x="612" y="0"/>
                    <a:pt x="644" y="19"/>
                  </a:cubicBezTo>
                  <a:cubicBezTo>
                    <a:pt x="672" y="37"/>
                    <a:pt x="675" y="66"/>
                    <a:pt x="666" y="91"/>
                  </a:cubicBezTo>
                  <a:cubicBezTo>
                    <a:pt x="589" y="338"/>
                    <a:pt x="423" y="420"/>
                    <a:pt x="423" y="420"/>
                  </a:cubicBezTo>
                  <a:lnTo>
                    <a:pt x="422" y="650"/>
                  </a:lnTo>
                  <a:lnTo>
                    <a:pt x="145" y="650"/>
                  </a:lnTo>
                  <a:lnTo>
                    <a:pt x="145" y="512"/>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Oval 169">
              <a:extLst>
                <a:ext uri="{FF2B5EF4-FFF2-40B4-BE49-F238E27FC236}">
                  <a16:creationId xmlns:a16="http://schemas.microsoft.com/office/drawing/2014/main" id="{5F3FEDF0-744B-BDB2-1E66-A7CF86B3D6A4}"/>
                </a:ext>
              </a:extLst>
            </p:cNvPr>
            <p:cNvSpPr>
              <a:spLocks noChangeArrowheads="1"/>
            </p:cNvSpPr>
            <p:nvPr/>
          </p:nvSpPr>
          <p:spPr bwMode="auto">
            <a:xfrm>
              <a:off x="3001963" y="5934075"/>
              <a:ext cx="193675"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0">
              <a:extLst>
                <a:ext uri="{FF2B5EF4-FFF2-40B4-BE49-F238E27FC236}">
                  <a16:creationId xmlns:a16="http://schemas.microsoft.com/office/drawing/2014/main" id="{8000DCCC-37FA-E6FC-5F1C-BBC58FCDC5DE}"/>
                </a:ext>
              </a:extLst>
            </p:cNvPr>
            <p:cNvSpPr>
              <a:spLocks noChangeShapeType="1"/>
            </p:cNvSpPr>
            <p:nvPr/>
          </p:nvSpPr>
          <p:spPr bwMode="auto">
            <a:xfrm flipH="1">
              <a:off x="3406775" y="5857875"/>
              <a:ext cx="15875"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71">
              <a:extLst>
                <a:ext uri="{FF2B5EF4-FFF2-40B4-BE49-F238E27FC236}">
                  <a16:creationId xmlns:a16="http://schemas.microsoft.com/office/drawing/2014/main" id="{4C31861D-6979-2777-42A6-006851C49F1F}"/>
                </a:ext>
              </a:extLst>
            </p:cNvPr>
            <p:cNvSpPr>
              <a:spLocks noChangeShapeType="1"/>
            </p:cNvSpPr>
            <p:nvPr/>
          </p:nvSpPr>
          <p:spPr bwMode="auto">
            <a:xfrm>
              <a:off x="3344863" y="5849938"/>
              <a:ext cx="11113"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72">
              <a:extLst>
                <a:ext uri="{FF2B5EF4-FFF2-40B4-BE49-F238E27FC236}">
                  <a16:creationId xmlns:a16="http://schemas.microsoft.com/office/drawing/2014/main" id="{BECC1003-D0C4-AE4B-657D-565505D4FB17}"/>
                </a:ext>
              </a:extLst>
            </p:cNvPr>
            <p:cNvSpPr>
              <a:spLocks noChangeShapeType="1"/>
            </p:cNvSpPr>
            <p:nvPr/>
          </p:nvSpPr>
          <p:spPr bwMode="auto">
            <a:xfrm flipH="1">
              <a:off x="3452813" y="5889625"/>
              <a:ext cx="39688" cy="444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 name="Hourglass3" descr="{&quot;Key&quot;:&quot;POWER_USER_SHAPE_ICON&quot;,&quot;Value&quot;:&quot;POWER_USER_SHAPE_ICON_STYLE_1&quot;}">
            <a:extLst>
              <a:ext uri="{FF2B5EF4-FFF2-40B4-BE49-F238E27FC236}">
                <a16:creationId xmlns:a16="http://schemas.microsoft.com/office/drawing/2014/main" id="{40E81BFA-D4AB-66D5-2FCA-403B003B41EF}"/>
              </a:ext>
            </a:extLst>
          </p:cNvPr>
          <p:cNvGrpSpPr>
            <a:grpSpLocks noChangeAspect="1"/>
          </p:cNvGrpSpPr>
          <p:nvPr/>
        </p:nvGrpSpPr>
        <p:grpSpPr>
          <a:xfrm>
            <a:off x="4408295" y="1957429"/>
            <a:ext cx="498446" cy="572502"/>
            <a:chOff x="10245725" y="4589463"/>
            <a:chExt cx="555625" cy="638175"/>
          </a:xfrm>
          <a:solidFill>
            <a:schemeClr val="accent4"/>
          </a:solidFill>
        </p:grpSpPr>
        <p:sp>
          <p:nvSpPr>
            <p:cNvPr id="29" name="Freeform 95">
              <a:extLst>
                <a:ext uri="{FF2B5EF4-FFF2-40B4-BE49-F238E27FC236}">
                  <a16:creationId xmlns:a16="http://schemas.microsoft.com/office/drawing/2014/main" id="{0269B88C-6A8F-CFDC-12C1-89AEE9A8C7C9}"/>
                </a:ext>
              </a:extLst>
            </p:cNvPr>
            <p:cNvSpPr>
              <a:spLocks noEditPoints="1"/>
            </p:cNvSpPr>
            <p:nvPr/>
          </p:nvSpPr>
          <p:spPr bwMode="auto">
            <a:xfrm>
              <a:off x="10245725" y="4722813"/>
              <a:ext cx="392113" cy="504825"/>
            </a:xfrm>
            <a:custGeom>
              <a:avLst/>
              <a:gdLst>
                <a:gd name="T0" fmla="*/ 299 w 655"/>
                <a:gd name="T1" fmla="*/ 134 h 844"/>
                <a:gd name="T2" fmla="*/ 299 w 655"/>
                <a:gd name="T3" fmla="*/ 787 h 844"/>
                <a:gd name="T4" fmla="*/ 290 w 655"/>
                <a:gd name="T5" fmla="*/ 802 h 844"/>
                <a:gd name="T6" fmla="*/ 218 w 655"/>
                <a:gd name="T7" fmla="*/ 795 h 844"/>
                <a:gd name="T8" fmla="*/ 218 w 655"/>
                <a:gd name="T9" fmla="*/ 487 h 844"/>
                <a:gd name="T10" fmla="*/ 202 w 655"/>
                <a:gd name="T11" fmla="*/ 470 h 844"/>
                <a:gd name="T12" fmla="*/ 185 w 655"/>
                <a:gd name="T13" fmla="*/ 487 h 844"/>
                <a:gd name="T14" fmla="*/ 185 w 655"/>
                <a:gd name="T15" fmla="*/ 796 h 844"/>
                <a:gd name="T16" fmla="*/ 113 w 655"/>
                <a:gd name="T17" fmla="*/ 802 h 844"/>
                <a:gd name="T18" fmla="*/ 104 w 655"/>
                <a:gd name="T19" fmla="*/ 787 h 844"/>
                <a:gd name="T20" fmla="*/ 104 w 655"/>
                <a:gd name="T21" fmla="*/ 141 h 844"/>
                <a:gd name="T22" fmla="*/ 87 w 655"/>
                <a:gd name="T23" fmla="*/ 124 h 844"/>
                <a:gd name="T24" fmla="*/ 71 w 655"/>
                <a:gd name="T25" fmla="*/ 141 h 844"/>
                <a:gd name="T26" fmla="*/ 71 w 655"/>
                <a:gd name="T27" fmla="*/ 372 h 844"/>
                <a:gd name="T28" fmla="*/ 33 w 655"/>
                <a:gd name="T29" fmla="*/ 323 h 844"/>
                <a:gd name="T30" fmla="*/ 33 w 655"/>
                <a:gd name="T31" fmla="*/ 142 h 844"/>
                <a:gd name="T32" fmla="*/ 133 w 655"/>
                <a:gd name="T33" fmla="*/ 34 h 844"/>
                <a:gd name="T34" fmla="*/ 188 w 655"/>
                <a:gd name="T35" fmla="*/ 113 h 844"/>
                <a:gd name="T36" fmla="*/ 203 w 655"/>
                <a:gd name="T37" fmla="*/ 120 h 844"/>
                <a:gd name="T38" fmla="*/ 216 w 655"/>
                <a:gd name="T39" fmla="*/ 111 h 844"/>
                <a:gd name="T40" fmla="*/ 257 w 655"/>
                <a:gd name="T41" fmla="*/ 33 h 844"/>
                <a:gd name="T42" fmla="*/ 621 w 655"/>
                <a:gd name="T43" fmla="*/ 33 h 844"/>
                <a:gd name="T44" fmla="*/ 579 w 655"/>
                <a:gd name="T45" fmla="*/ 68 h 844"/>
                <a:gd name="T46" fmla="*/ 365 w 655"/>
                <a:gd name="T47" fmla="*/ 68 h 844"/>
                <a:gd name="T48" fmla="*/ 299 w 655"/>
                <a:gd name="T49" fmla="*/ 134 h 844"/>
                <a:gd name="T50" fmla="*/ 655 w 655"/>
                <a:gd name="T51" fmla="*/ 25 h 844"/>
                <a:gd name="T52" fmla="*/ 655 w 655"/>
                <a:gd name="T53" fmla="*/ 17 h 844"/>
                <a:gd name="T54" fmla="*/ 639 w 655"/>
                <a:gd name="T55" fmla="*/ 0 h 844"/>
                <a:gd name="T56" fmla="*/ 247 w 655"/>
                <a:gd name="T57" fmla="*/ 0 h 844"/>
                <a:gd name="T58" fmla="*/ 232 w 655"/>
                <a:gd name="T59" fmla="*/ 9 h 844"/>
                <a:gd name="T60" fmla="*/ 200 w 655"/>
                <a:gd name="T61" fmla="*/ 71 h 844"/>
                <a:gd name="T62" fmla="*/ 155 w 655"/>
                <a:gd name="T63" fmla="*/ 7 h 844"/>
                <a:gd name="T64" fmla="*/ 142 w 655"/>
                <a:gd name="T65" fmla="*/ 0 h 844"/>
                <a:gd name="T66" fmla="*/ 0 w 655"/>
                <a:gd name="T67" fmla="*/ 142 h 844"/>
                <a:gd name="T68" fmla="*/ 0 w 655"/>
                <a:gd name="T69" fmla="*/ 323 h 844"/>
                <a:gd name="T70" fmla="*/ 71 w 655"/>
                <a:gd name="T71" fmla="*/ 406 h 844"/>
                <a:gd name="T72" fmla="*/ 71 w 655"/>
                <a:gd name="T73" fmla="*/ 787 h 844"/>
                <a:gd name="T74" fmla="*/ 99 w 655"/>
                <a:gd name="T75" fmla="*/ 832 h 844"/>
                <a:gd name="T76" fmla="*/ 148 w 655"/>
                <a:gd name="T77" fmla="*/ 844 h 844"/>
                <a:gd name="T78" fmla="*/ 203 w 655"/>
                <a:gd name="T79" fmla="*/ 825 h 844"/>
                <a:gd name="T80" fmla="*/ 264 w 655"/>
                <a:gd name="T81" fmla="*/ 843 h 844"/>
                <a:gd name="T82" fmla="*/ 307 w 655"/>
                <a:gd name="T83" fmla="*/ 831 h 844"/>
                <a:gd name="T84" fmla="*/ 332 w 655"/>
                <a:gd name="T85" fmla="*/ 787 h 844"/>
                <a:gd name="T86" fmla="*/ 332 w 655"/>
                <a:gd name="T87" fmla="*/ 134 h 844"/>
                <a:gd name="T88" fmla="*/ 365 w 655"/>
                <a:gd name="T89" fmla="*/ 102 h 844"/>
                <a:gd name="T90" fmla="*/ 579 w 655"/>
                <a:gd name="T91" fmla="*/ 102 h 844"/>
                <a:gd name="T92" fmla="*/ 655 w 655"/>
                <a:gd name="T93" fmla="*/ 25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5" h="844">
                  <a:moveTo>
                    <a:pt x="299" y="134"/>
                  </a:moveTo>
                  <a:lnTo>
                    <a:pt x="299" y="787"/>
                  </a:lnTo>
                  <a:cubicBezTo>
                    <a:pt x="299" y="794"/>
                    <a:pt x="296" y="799"/>
                    <a:pt x="290" y="802"/>
                  </a:cubicBezTo>
                  <a:cubicBezTo>
                    <a:pt x="263" y="819"/>
                    <a:pt x="231" y="803"/>
                    <a:pt x="218" y="795"/>
                  </a:cubicBezTo>
                  <a:lnTo>
                    <a:pt x="218" y="487"/>
                  </a:lnTo>
                  <a:cubicBezTo>
                    <a:pt x="218" y="478"/>
                    <a:pt x="211" y="470"/>
                    <a:pt x="202" y="470"/>
                  </a:cubicBezTo>
                  <a:cubicBezTo>
                    <a:pt x="192" y="470"/>
                    <a:pt x="185" y="478"/>
                    <a:pt x="185" y="487"/>
                  </a:cubicBezTo>
                  <a:lnTo>
                    <a:pt x="185" y="796"/>
                  </a:lnTo>
                  <a:cubicBezTo>
                    <a:pt x="158" y="818"/>
                    <a:pt x="129" y="810"/>
                    <a:pt x="113" y="802"/>
                  </a:cubicBezTo>
                  <a:cubicBezTo>
                    <a:pt x="108" y="799"/>
                    <a:pt x="104" y="793"/>
                    <a:pt x="104" y="787"/>
                  </a:cubicBezTo>
                  <a:lnTo>
                    <a:pt x="104" y="141"/>
                  </a:lnTo>
                  <a:cubicBezTo>
                    <a:pt x="104" y="131"/>
                    <a:pt x="97" y="124"/>
                    <a:pt x="87" y="124"/>
                  </a:cubicBezTo>
                  <a:cubicBezTo>
                    <a:pt x="78" y="124"/>
                    <a:pt x="71" y="131"/>
                    <a:pt x="71" y="141"/>
                  </a:cubicBezTo>
                  <a:lnTo>
                    <a:pt x="71" y="372"/>
                  </a:lnTo>
                  <a:cubicBezTo>
                    <a:pt x="49" y="366"/>
                    <a:pt x="33" y="347"/>
                    <a:pt x="33" y="323"/>
                  </a:cubicBezTo>
                  <a:lnTo>
                    <a:pt x="33" y="142"/>
                  </a:lnTo>
                  <a:cubicBezTo>
                    <a:pt x="33" y="85"/>
                    <a:pt x="77" y="38"/>
                    <a:pt x="133" y="34"/>
                  </a:cubicBezTo>
                  <a:lnTo>
                    <a:pt x="188" y="113"/>
                  </a:lnTo>
                  <a:cubicBezTo>
                    <a:pt x="191" y="118"/>
                    <a:pt x="197" y="120"/>
                    <a:pt x="203" y="120"/>
                  </a:cubicBezTo>
                  <a:cubicBezTo>
                    <a:pt x="209" y="120"/>
                    <a:pt x="214" y="116"/>
                    <a:pt x="216" y="111"/>
                  </a:cubicBezTo>
                  <a:lnTo>
                    <a:pt x="257" y="33"/>
                  </a:lnTo>
                  <a:lnTo>
                    <a:pt x="621" y="33"/>
                  </a:lnTo>
                  <a:cubicBezTo>
                    <a:pt x="617" y="53"/>
                    <a:pt x="600" y="68"/>
                    <a:pt x="579" y="68"/>
                  </a:cubicBezTo>
                  <a:lnTo>
                    <a:pt x="365" y="68"/>
                  </a:lnTo>
                  <a:cubicBezTo>
                    <a:pt x="328" y="68"/>
                    <a:pt x="299" y="98"/>
                    <a:pt x="299" y="134"/>
                  </a:cubicBezTo>
                  <a:close/>
                  <a:moveTo>
                    <a:pt x="655" y="25"/>
                  </a:moveTo>
                  <a:lnTo>
                    <a:pt x="655" y="17"/>
                  </a:lnTo>
                  <a:cubicBezTo>
                    <a:pt x="655" y="8"/>
                    <a:pt x="648" y="0"/>
                    <a:pt x="639" y="0"/>
                  </a:cubicBezTo>
                  <a:lnTo>
                    <a:pt x="247" y="0"/>
                  </a:lnTo>
                  <a:cubicBezTo>
                    <a:pt x="241" y="0"/>
                    <a:pt x="235" y="4"/>
                    <a:pt x="232" y="9"/>
                  </a:cubicBezTo>
                  <a:lnTo>
                    <a:pt x="200" y="71"/>
                  </a:lnTo>
                  <a:lnTo>
                    <a:pt x="155" y="7"/>
                  </a:lnTo>
                  <a:cubicBezTo>
                    <a:pt x="152" y="3"/>
                    <a:pt x="147" y="0"/>
                    <a:pt x="142" y="0"/>
                  </a:cubicBezTo>
                  <a:cubicBezTo>
                    <a:pt x="64" y="0"/>
                    <a:pt x="0" y="64"/>
                    <a:pt x="0" y="142"/>
                  </a:cubicBezTo>
                  <a:lnTo>
                    <a:pt x="0" y="323"/>
                  </a:lnTo>
                  <a:cubicBezTo>
                    <a:pt x="0" y="365"/>
                    <a:pt x="31" y="400"/>
                    <a:pt x="71" y="406"/>
                  </a:cubicBezTo>
                  <a:lnTo>
                    <a:pt x="71" y="787"/>
                  </a:lnTo>
                  <a:cubicBezTo>
                    <a:pt x="71" y="806"/>
                    <a:pt x="81" y="823"/>
                    <a:pt x="99" y="832"/>
                  </a:cubicBezTo>
                  <a:cubicBezTo>
                    <a:pt x="109" y="837"/>
                    <a:pt x="127" y="844"/>
                    <a:pt x="148" y="844"/>
                  </a:cubicBezTo>
                  <a:cubicBezTo>
                    <a:pt x="165" y="844"/>
                    <a:pt x="184" y="839"/>
                    <a:pt x="203" y="825"/>
                  </a:cubicBezTo>
                  <a:cubicBezTo>
                    <a:pt x="216" y="833"/>
                    <a:pt x="238" y="843"/>
                    <a:pt x="264" y="843"/>
                  </a:cubicBezTo>
                  <a:cubicBezTo>
                    <a:pt x="278" y="843"/>
                    <a:pt x="292" y="840"/>
                    <a:pt x="307" y="831"/>
                  </a:cubicBezTo>
                  <a:cubicBezTo>
                    <a:pt x="323" y="822"/>
                    <a:pt x="332" y="805"/>
                    <a:pt x="332" y="787"/>
                  </a:cubicBezTo>
                  <a:lnTo>
                    <a:pt x="332" y="134"/>
                  </a:lnTo>
                  <a:cubicBezTo>
                    <a:pt x="332" y="116"/>
                    <a:pt x="347" y="102"/>
                    <a:pt x="365" y="102"/>
                  </a:cubicBezTo>
                  <a:lnTo>
                    <a:pt x="579" y="102"/>
                  </a:lnTo>
                  <a:cubicBezTo>
                    <a:pt x="621" y="102"/>
                    <a:pt x="655" y="67"/>
                    <a:pt x="655"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96">
              <a:extLst>
                <a:ext uri="{FF2B5EF4-FFF2-40B4-BE49-F238E27FC236}">
                  <a16:creationId xmlns:a16="http://schemas.microsoft.com/office/drawing/2014/main" id="{7361ED15-8EA9-F48F-09C7-A725B2FFE860}"/>
                </a:ext>
              </a:extLst>
            </p:cNvPr>
            <p:cNvSpPr>
              <a:spLocks noEditPoints="1"/>
            </p:cNvSpPr>
            <p:nvPr/>
          </p:nvSpPr>
          <p:spPr bwMode="auto">
            <a:xfrm>
              <a:off x="10302875" y="4589463"/>
              <a:ext cx="127000" cy="127000"/>
            </a:xfrm>
            <a:custGeom>
              <a:avLst/>
              <a:gdLst>
                <a:gd name="T0" fmla="*/ 106 w 211"/>
                <a:gd name="T1" fmla="*/ 34 h 212"/>
                <a:gd name="T2" fmla="*/ 178 w 211"/>
                <a:gd name="T3" fmla="*/ 106 h 212"/>
                <a:gd name="T4" fmla="*/ 106 w 211"/>
                <a:gd name="T5" fmla="*/ 178 h 212"/>
                <a:gd name="T6" fmla="*/ 33 w 211"/>
                <a:gd name="T7" fmla="*/ 106 h 212"/>
                <a:gd name="T8" fmla="*/ 106 w 211"/>
                <a:gd name="T9" fmla="*/ 34 h 212"/>
                <a:gd name="T10" fmla="*/ 106 w 211"/>
                <a:gd name="T11" fmla="*/ 212 h 212"/>
                <a:gd name="T12" fmla="*/ 211 w 211"/>
                <a:gd name="T13" fmla="*/ 106 h 212"/>
                <a:gd name="T14" fmla="*/ 106 w 211"/>
                <a:gd name="T15" fmla="*/ 0 h 212"/>
                <a:gd name="T16" fmla="*/ 0 w 211"/>
                <a:gd name="T17" fmla="*/ 106 h 212"/>
                <a:gd name="T18" fmla="*/ 106 w 211"/>
                <a:gd name="T19"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212">
                  <a:moveTo>
                    <a:pt x="106" y="34"/>
                  </a:moveTo>
                  <a:cubicBezTo>
                    <a:pt x="146" y="34"/>
                    <a:pt x="178" y="66"/>
                    <a:pt x="178" y="106"/>
                  </a:cubicBezTo>
                  <a:cubicBezTo>
                    <a:pt x="178" y="146"/>
                    <a:pt x="146" y="178"/>
                    <a:pt x="106" y="178"/>
                  </a:cubicBezTo>
                  <a:cubicBezTo>
                    <a:pt x="66" y="178"/>
                    <a:pt x="33" y="146"/>
                    <a:pt x="33" y="106"/>
                  </a:cubicBezTo>
                  <a:cubicBezTo>
                    <a:pt x="33" y="66"/>
                    <a:pt x="66" y="34"/>
                    <a:pt x="106" y="34"/>
                  </a:cubicBezTo>
                  <a:close/>
                  <a:moveTo>
                    <a:pt x="106" y="212"/>
                  </a:moveTo>
                  <a:cubicBezTo>
                    <a:pt x="164" y="212"/>
                    <a:pt x="211" y="164"/>
                    <a:pt x="211" y="106"/>
                  </a:cubicBezTo>
                  <a:cubicBezTo>
                    <a:pt x="211" y="48"/>
                    <a:pt x="164" y="0"/>
                    <a:pt x="106" y="0"/>
                  </a:cubicBezTo>
                  <a:cubicBezTo>
                    <a:pt x="47" y="0"/>
                    <a:pt x="0" y="48"/>
                    <a:pt x="0" y="106"/>
                  </a:cubicBezTo>
                  <a:cubicBezTo>
                    <a:pt x="0" y="164"/>
                    <a:pt x="47" y="212"/>
                    <a:pt x="106"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7">
              <a:extLst>
                <a:ext uri="{FF2B5EF4-FFF2-40B4-BE49-F238E27FC236}">
                  <a16:creationId xmlns:a16="http://schemas.microsoft.com/office/drawing/2014/main" id="{427F6FC2-5A27-F1A8-08B8-1CA123FDC0A3}"/>
                </a:ext>
              </a:extLst>
            </p:cNvPr>
            <p:cNvSpPr>
              <a:spLocks noEditPoints="1"/>
            </p:cNvSpPr>
            <p:nvPr/>
          </p:nvSpPr>
          <p:spPr bwMode="auto">
            <a:xfrm>
              <a:off x="10550525" y="4811713"/>
              <a:ext cx="250825" cy="415925"/>
            </a:xfrm>
            <a:custGeom>
              <a:avLst/>
              <a:gdLst>
                <a:gd name="T0" fmla="*/ 360 w 420"/>
                <a:gd name="T1" fmla="*/ 171 h 696"/>
                <a:gd name="T2" fmla="*/ 224 w 420"/>
                <a:gd name="T3" fmla="*/ 336 h 696"/>
                <a:gd name="T4" fmla="*/ 219 w 420"/>
                <a:gd name="T5" fmla="*/ 349 h 696"/>
                <a:gd name="T6" fmla="*/ 224 w 420"/>
                <a:gd name="T7" fmla="*/ 361 h 696"/>
                <a:gd name="T8" fmla="*/ 360 w 420"/>
                <a:gd name="T9" fmla="*/ 525 h 696"/>
                <a:gd name="T10" fmla="*/ 370 w 420"/>
                <a:gd name="T11" fmla="*/ 603 h 696"/>
                <a:gd name="T12" fmla="*/ 49 w 420"/>
                <a:gd name="T13" fmla="*/ 603 h 696"/>
                <a:gd name="T14" fmla="*/ 59 w 420"/>
                <a:gd name="T15" fmla="*/ 525 h 696"/>
                <a:gd name="T16" fmla="*/ 195 w 420"/>
                <a:gd name="T17" fmla="*/ 361 h 696"/>
                <a:gd name="T18" fmla="*/ 200 w 420"/>
                <a:gd name="T19" fmla="*/ 349 h 696"/>
                <a:gd name="T20" fmla="*/ 195 w 420"/>
                <a:gd name="T21" fmla="*/ 336 h 696"/>
                <a:gd name="T22" fmla="*/ 59 w 420"/>
                <a:gd name="T23" fmla="*/ 171 h 696"/>
                <a:gd name="T24" fmla="*/ 49 w 420"/>
                <a:gd name="T25" fmla="*/ 93 h 696"/>
                <a:gd name="T26" fmla="*/ 370 w 420"/>
                <a:gd name="T27" fmla="*/ 93 h 696"/>
                <a:gd name="T28" fmla="*/ 360 w 420"/>
                <a:gd name="T29" fmla="*/ 171 h 696"/>
                <a:gd name="T30" fmla="*/ 387 w 420"/>
                <a:gd name="T31" fmla="*/ 660 h 696"/>
                <a:gd name="T32" fmla="*/ 384 w 420"/>
                <a:gd name="T33" fmla="*/ 663 h 696"/>
                <a:gd name="T34" fmla="*/ 36 w 420"/>
                <a:gd name="T35" fmla="*/ 663 h 696"/>
                <a:gd name="T36" fmla="*/ 33 w 420"/>
                <a:gd name="T37" fmla="*/ 660 h 696"/>
                <a:gd name="T38" fmla="*/ 33 w 420"/>
                <a:gd name="T39" fmla="*/ 639 h 696"/>
                <a:gd name="T40" fmla="*/ 36 w 420"/>
                <a:gd name="T41" fmla="*/ 637 h 696"/>
                <a:gd name="T42" fmla="*/ 384 w 420"/>
                <a:gd name="T43" fmla="*/ 637 h 696"/>
                <a:gd name="T44" fmla="*/ 387 w 420"/>
                <a:gd name="T45" fmla="*/ 639 h 696"/>
                <a:gd name="T46" fmla="*/ 387 w 420"/>
                <a:gd name="T47" fmla="*/ 660 h 696"/>
                <a:gd name="T48" fmla="*/ 33 w 420"/>
                <a:gd name="T49" fmla="*/ 37 h 696"/>
                <a:gd name="T50" fmla="*/ 36 w 420"/>
                <a:gd name="T51" fmla="*/ 34 h 696"/>
                <a:gd name="T52" fmla="*/ 384 w 420"/>
                <a:gd name="T53" fmla="*/ 34 h 696"/>
                <a:gd name="T54" fmla="*/ 387 w 420"/>
                <a:gd name="T55" fmla="*/ 37 h 696"/>
                <a:gd name="T56" fmla="*/ 387 w 420"/>
                <a:gd name="T57" fmla="*/ 57 h 696"/>
                <a:gd name="T58" fmla="*/ 384 w 420"/>
                <a:gd name="T59" fmla="*/ 60 h 696"/>
                <a:gd name="T60" fmla="*/ 36 w 420"/>
                <a:gd name="T61" fmla="*/ 60 h 696"/>
                <a:gd name="T62" fmla="*/ 33 w 420"/>
                <a:gd name="T63" fmla="*/ 57 h 696"/>
                <a:gd name="T64" fmla="*/ 33 w 420"/>
                <a:gd name="T65" fmla="*/ 37 h 696"/>
                <a:gd name="T66" fmla="*/ 420 w 420"/>
                <a:gd name="T67" fmla="*/ 57 h 696"/>
                <a:gd name="T68" fmla="*/ 420 w 420"/>
                <a:gd name="T69" fmla="*/ 37 h 696"/>
                <a:gd name="T70" fmla="*/ 384 w 420"/>
                <a:gd name="T71" fmla="*/ 0 h 696"/>
                <a:gd name="T72" fmla="*/ 36 w 420"/>
                <a:gd name="T73" fmla="*/ 0 h 696"/>
                <a:gd name="T74" fmla="*/ 0 w 420"/>
                <a:gd name="T75" fmla="*/ 37 h 696"/>
                <a:gd name="T76" fmla="*/ 0 w 420"/>
                <a:gd name="T77" fmla="*/ 57 h 696"/>
                <a:gd name="T78" fmla="*/ 17 w 420"/>
                <a:gd name="T79" fmla="*/ 88 h 696"/>
                <a:gd name="T80" fmla="*/ 29 w 420"/>
                <a:gd name="T81" fmla="*/ 184 h 696"/>
                <a:gd name="T82" fmla="*/ 160 w 420"/>
                <a:gd name="T83" fmla="*/ 348 h 696"/>
                <a:gd name="T84" fmla="*/ 29 w 420"/>
                <a:gd name="T85" fmla="*/ 513 h 696"/>
                <a:gd name="T86" fmla="*/ 17 w 420"/>
                <a:gd name="T87" fmla="*/ 609 h 696"/>
                <a:gd name="T88" fmla="*/ 0 w 420"/>
                <a:gd name="T89" fmla="*/ 639 h 696"/>
                <a:gd name="T90" fmla="*/ 0 w 420"/>
                <a:gd name="T91" fmla="*/ 660 h 696"/>
                <a:gd name="T92" fmla="*/ 36 w 420"/>
                <a:gd name="T93" fmla="*/ 696 h 696"/>
                <a:gd name="T94" fmla="*/ 384 w 420"/>
                <a:gd name="T95" fmla="*/ 696 h 696"/>
                <a:gd name="T96" fmla="*/ 420 w 420"/>
                <a:gd name="T97" fmla="*/ 660 h 696"/>
                <a:gd name="T98" fmla="*/ 420 w 420"/>
                <a:gd name="T99" fmla="*/ 639 h 696"/>
                <a:gd name="T100" fmla="*/ 403 w 420"/>
                <a:gd name="T101" fmla="*/ 609 h 696"/>
                <a:gd name="T102" fmla="*/ 390 w 420"/>
                <a:gd name="T103" fmla="*/ 513 h 696"/>
                <a:gd name="T104" fmla="*/ 259 w 420"/>
                <a:gd name="T105" fmla="*/ 348 h 696"/>
                <a:gd name="T106" fmla="*/ 390 w 420"/>
                <a:gd name="T107" fmla="*/ 184 h 696"/>
                <a:gd name="T108" fmla="*/ 403 w 420"/>
                <a:gd name="T109" fmla="*/ 88 h 696"/>
                <a:gd name="T110" fmla="*/ 420 w 420"/>
                <a:gd name="T111" fmla="*/ 57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0" h="696">
                  <a:moveTo>
                    <a:pt x="360" y="171"/>
                  </a:moveTo>
                  <a:cubicBezTo>
                    <a:pt x="337" y="228"/>
                    <a:pt x="225" y="335"/>
                    <a:pt x="224" y="336"/>
                  </a:cubicBezTo>
                  <a:cubicBezTo>
                    <a:pt x="221" y="340"/>
                    <a:pt x="219" y="344"/>
                    <a:pt x="219" y="349"/>
                  </a:cubicBezTo>
                  <a:cubicBezTo>
                    <a:pt x="219" y="353"/>
                    <a:pt x="221" y="357"/>
                    <a:pt x="224" y="361"/>
                  </a:cubicBezTo>
                  <a:cubicBezTo>
                    <a:pt x="225" y="362"/>
                    <a:pt x="337" y="468"/>
                    <a:pt x="360" y="525"/>
                  </a:cubicBezTo>
                  <a:cubicBezTo>
                    <a:pt x="372" y="556"/>
                    <a:pt x="372" y="584"/>
                    <a:pt x="370" y="603"/>
                  </a:cubicBezTo>
                  <a:lnTo>
                    <a:pt x="49" y="603"/>
                  </a:lnTo>
                  <a:cubicBezTo>
                    <a:pt x="47" y="584"/>
                    <a:pt x="47" y="556"/>
                    <a:pt x="59" y="525"/>
                  </a:cubicBezTo>
                  <a:cubicBezTo>
                    <a:pt x="82" y="468"/>
                    <a:pt x="194" y="362"/>
                    <a:pt x="195" y="361"/>
                  </a:cubicBezTo>
                  <a:cubicBezTo>
                    <a:pt x="199" y="357"/>
                    <a:pt x="200" y="353"/>
                    <a:pt x="200" y="349"/>
                  </a:cubicBezTo>
                  <a:cubicBezTo>
                    <a:pt x="200" y="344"/>
                    <a:pt x="199" y="340"/>
                    <a:pt x="195" y="336"/>
                  </a:cubicBezTo>
                  <a:cubicBezTo>
                    <a:pt x="194" y="335"/>
                    <a:pt x="82" y="228"/>
                    <a:pt x="59" y="171"/>
                  </a:cubicBezTo>
                  <a:cubicBezTo>
                    <a:pt x="47" y="141"/>
                    <a:pt x="47" y="112"/>
                    <a:pt x="49" y="93"/>
                  </a:cubicBezTo>
                  <a:lnTo>
                    <a:pt x="370" y="93"/>
                  </a:lnTo>
                  <a:cubicBezTo>
                    <a:pt x="372" y="112"/>
                    <a:pt x="372" y="140"/>
                    <a:pt x="360" y="171"/>
                  </a:cubicBezTo>
                  <a:close/>
                  <a:moveTo>
                    <a:pt x="387" y="660"/>
                  </a:moveTo>
                  <a:cubicBezTo>
                    <a:pt x="387" y="661"/>
                    <a:pt x="386" y="663"/>
                    <a:pt x="384" y="663"/>
                  </a:cubicBezTo>
                  <a:lnTo>
                    <a:pt x="36" y="663"/>
                  </a:lnTo>
                  <a:cubicBezTo>
                    <a:pt x="34" y="663"/>
                    <a:pt x="33" y="661"/>
                    <a:pt x="33" y="660"/>
                  </a:cubicBezTo>
                  <a:lnTo>
                    <a:pt x="33" y="639"/>
                  </a:lnTo>
                  <a:cubicBezTo>
                    <a:pt x="33" y="638"/>
                    <a:pt x="34" y="637"/>
                    <a:pt x="36" y="637"/>
                  </a:cubicBezTo>
                  <a:lnTo>
                    <a:pt x="384" y="637"/>
                  </a:lnTo>
                  <a:cubicBezTo>
                    <a:pt x="386" y="637"/>
                    <a:pt x="387" y="638"/>
                    <a:pt x="387" y="639"/>
                  </a:cubicBezTo>
                  <a:lnTo>
                    <a:pt x="387" y="660"/>
                  </a:lnTo>
                  <a:close/>
                  <a:moveTo>
                    <a:pt x="33" y="37"/>
                  </a:moveTo>
                  <a:cubicBezTo>
                    <a:pt x="33" y="35"/>
                    <a:pt x="34" y="34"/>
                    <a:pt x="36" y="34"/>
                  </a:cubicBezTo>
                  <a:lnTo>
                    <a:pt x="384" y="34"/>
                  </a:lnTo>
                  <a:cubicBezTo>
                    <a:pt x="386" y="34"/>
                    <a:pt x="387" y="35"/>
                    <a:pt x="387" y="37"/>
                  </a:cubicBezTo>
                  <a:lnTo>
                    <a:pt x="387" y="57"/>
                  </a:lnTo>
                  <a:cubicBezTo>
                    <a:pt x="387" y="59"/>
                    <a:pt x="386" y="60"/>
                    <a:pt x="384" y="60"/>
                  </a:cubicBezTo>
                  <a:lnTo>
                    <a:pt x="36" y="60"/>
                  </a:lnTo>
                  <a:cubicBezTo>
                    <a:pt x="34" y="60"/>
                    <a:pt x="33" y="59"/>
                    <a:pt x="33" y="57"/>
                  </a:cubicBezTo>
                  <a:lnTo>
                    <a:pt x="33" y="37"/>
                  </a:lnTo>
                  <a:close/>
                  <a:moveTo>
                    <a:pt x="420" y="57"/>
                  </a:moveTo>
                  <a:lnTo>
                    <a:pt x="420" y="37"/>
                  </a:lnTo>
                  <a:cubicBezTo>
                    <a:pt x="420" y="17"/>
                    <a:pt x="404" y="0"/>
                    <a:pt x="384" y="0"/>
                  </a:cubicBezTo>
                  <a:lnTo>
                    <a:pt x="36" y="0"/>
                  </a:lnTo>
                  <a:cubicBezTo>
                    <a:pt x="16" y="0"/>
                    <a:pt x="0" y="17"/>
                    <a:pt x="0" y="37"/>
                  </a:cubicBezTo>
                  <a:lnTo>
                    <a:pt x="0" y="57"/>
                  </a:lnTo>
                  <a:cubicBezTo>
                    <a:pt x="0" y="70"/>
                    <a:pt x="6" y="81"/>
                    <a:pt x="17" y="88"/>
                  </a:cubicBezTo>
                  <a:cubicBezTo>
                    <a:pt x="14" y="111"/>
                    <a:pt x="13" y="146"/>
                    <a:pt x="29" y="184"/>
                  </a:cubicBezTo>
                  <a:cubicBezTo>
                    <a:pt x="50" y="235"/>
                    <a:pt x="129" y="318"/>
                    <a:pt x="160" y="348"/>
                  </a:cubicBezTo>
                  <a:cubicBezTo>
                    <a:pt x="129" y="379"/>
                    <a:pt x="50" y="461"/>
                    <a:pt x="29" y="513"/>
                  </a:cubicBezTo>
                  <a:cubicBezTo>
                    <a:pt x="13" y="551"/>
                    <a:pt x="14" y="586"/>
                    <a:pt x="17" y="609"/>
                  </a:cubicBezTo>
                  <a:cubicBezTo>
                    <a:pt x="6" y="615"/>
                    <a:pt x="0" y="627"/>
                    <a:pt x="0" y="639"/>
                  </a:cubicBezTo>
                  <a:lnTo>
                    <a:pt x="0" y="660"/>
                  </a:lnTo>
                  <a:cubicBezTo>
                    <a:pt x="0" y="680"/>
                    <a:pt x="16" y="696"/>
                    <a:pt x="36" y="696"/>
                  </a:cubicBezTo>
                  <a:lnTo>
                    <a:pt x="384" y="696"/>
                  </a:lnTo>
                  <a:cubicBezTo>
                    <a:pt x="404" y="696"/>
                    <a:pt x="420" y="680"/>
                    <a:pt x="420" y="660"/>
                  </a:cubicBezTo>
                  <a:lnTo>
                    <a:pt x="420" y="639"/>
                  </a:lnTo>
                  <a:cubicBezTo>
                    <a:pt x="420" y="626"/>
                    <a:pt x="413" y="615"/>
                    <a:pt x="403" y="609"/>
                  </a:cubicBezTo>
                  <a:cubicBezTo>
                    <a:pt x="405" y="585"/>
                    <a:pt x="406" y="550"/>
                    <a:pt x="390" y="513"/>
                  </a:cubicBezTo>
                  <a:cubicBezTo>
                    <a:pt x="370" y="461"/>
                    <a:pt x="290" y="379"/>
                    <a:pt x="259" y="348"/>
                  </a:cubicBezTo>
                  <a:cubicBezTo>
                    <a:pt x="290" y="318"/>
                    <a:pt x="370" y="235"/>
                    <a:pt x="390" y="184"/>
                  </a:cubicBezTo>
                  <a:cubicBezTo>
                    <a:pt x="406" y="146"/>
                    <a:pt x="406" y="111"/>
                    <a:pt x="403" y="88"/>
                  </a:cubicBezTo>
                  <a:cubicBezTo>
                    <a:pt x="413" y="82"/>
                    <a:pt x="420" y="70"/>
                    <a:pt x="420"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Line_chart12" descr="{&quot;Key&quot;:&quot;POWER_USER_SHAPE_ICON&quot;,&quot;Value&quot;:&quot;POWER_USER_SHAPE_ICON_STYLE_1&quot;}">
            <a:extLst>
              <a:ext uri="{FF2B5EF4-FFF2-40B4-BE49-F238E27FC236}">
                <a16:creationId xmlns:a16="http://schemas.microsoft.com/office/drawing/2014/main" id="{EE8A8B46-574E-BD9C-9B92-CC19DDE36336}"/>
              </a:ext>
            </a:extLst>
          </p:cNvPr>
          <p:cNvGrpSpPr>
            <a:grpSpLocks noChangeAspect="1"/>
          </p:cNvGrpSpPr>
          <p:nvPr/>
        </p:nvGrpSpPr>
        <p:grpSpPr>
          <a:xfrm>
            <a:off x="6363278" y="5359412"/>
            <a:ext cx="620152" cy="598265"/>
            <a:chOff x="6983413" y="3367088"/>
            <a:chExt cx="269875" cy="260350"/>
          </a:xfrm>
          <a:solidFill>
            <a:schemeClr val="accent1"/>
          </a:solidFill>
        </p:grpSpPr>
        <p:sp>
          <p:nvSpPr>
            <p:cNvPr id="33" name="Freeform 1022">
              <a:extLst>
                <a:ext uri="{FF2B5EF4-FFF2-40B4-BE49-F238E27FC236}">
                  <a16:creationId xmlns:a16="http://schemas.microsoft.com/office/drawing/2014/main" id="{4D4C3771-E87A-CB9D-27BD-E876A3CCB72D}"/>
                </a:ext>
              </a:extLst>
            </p:cNvPr>
            <p:cNvSpPr>
              <a:spLocks/>
            </p:cNvSpPr>
            <p:nvPr/>
          </p:nvSpPr>
          <p:spPr bwMode="auto">
            <a:xfrm>
              <a:off x="6983413" y="3446463"/>
              <a:ext cx="44450" cy="139700"/>
            </a:xfrm>
            <a:custGeom>
              <a:avLst/>
              <a:gdLst>
                <a:gd name="T0" fmla="*/ 208 w 222"/>
                <a:gd name="T1" fmla="*/ 0 h 684"/>
                <a:gd name="T2" fmla="*/ 126 w 222"/>
                <a:gd name="T3" fmla="*/ 104 h 684"/>
                <a:gd name="T4" fmla="*/ 126 w 222"/>
                <a:gd name="T5" fmla="*/ 104 h 684"/>
                <a:gd name="T6" fmla="*/ 0 w 222"/>
                <a:gd name="T7" fmla="*/ 677 h 684"/>
                <a:gd name="T8" fmla="*/ 32 w 222"/>
                <a:gd name="T9" fmla="*/ 684 h 684"/>
                <a:gd name="T10" fmla="*/ 159 w 222"/>
                <a:gd name="T11" fmla="*/ 112 h 684"/>
                <a:gd name="T12" fmla="*/ 159 w 222"/>
                <a:gd name="T13" fmla="*/ 111 h 684"/>
                <a:gd name="T14" fmla="*/ 222 w 222"/>
                <a:gd name="T15" fmla="*/ 29 h 684"/>
                <a:gd name="T16" fmla="*/ 208 w 222"/>
                <a:gd name="T17" fmla="*/ 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684">
                  <a:moveTo>
                    <a:pt x="208" y="0"/>
                  </a:moveTo>
                  <a:cubicBezTo>
                    <a:pt x="167" y="20"/>
                    <a:pt x="136" y="58"/>
                    <a:pt x="126" y="104"/>
                  </a:cubicBezTo>
                  <a:lnTo>
                    <a:pt x="126" y="104"/>
                  </a:lnTo>
                  <a:lnTo>
                    <a:pt x="0" y="677"/>
                  </a:lnTo>
                  <a:lnTo>
                    <a:pt x="32" y="684"/>
                  </a:lnTo>
                  <a:lnTo>
                    <a:pt x="159" y="112"/>
                  </a:lnTo>
                  <a:lnTo>
                    <a:pt x="159" y="111"/>
                  </a:lnTo>
                  <a:cubicBezTo>
                    <a:pt x="166" y="75"/>
                    <a:pt x="190" y="45"/>
                    <a:pt x="222" y="29"/>
                  </a:cubicBezTo>
                  <a:lnTo>
                    <a:pt x="20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023">
              <a:extLst>
                <a:ext uri="{FF2B5EF4-FFF2-40B4-BE49-F238E27FC236}">
                  <a16:creationId xmlns:a16="http://schemas.microsoft.com/office/drawing/2014/main" id="{E12ABD3D-D02B-3EF5-ABE3-044AB2794C1F}"/>
                </a:ext>
              </a:extLst>
            </p:cNvPr>
            <p:cNvSpPr>
              <a:spLocks/>
            </p:cNvSpPr>
            <p:nvPr/>
          </p:nvSpPr>
          <p:spPr bwMode="auto">
            <a:xfrm>
              <a:off x="7048501" y="3444875"/>
              <a:ext cx="38100" cy="96838"/>
            </a:xfrm>
            <a:custGeom>
              <a:avLst/>
              <a:gdLst>
                <a:gd name="T0" fmla="*/ 183 w 183"/>
                <a:gd name="T1" fmla="*/ 466 h 473"/>
                <a:gd name="T2" fmla="*/ 107 w 183"/>
                <a:gd name="T3" fmla="*/ 111 h 473"/>
                <a:gd name="T4" fmla="*/ 11 w 183"/>
                <a:gd name="T5" fmla="*/ 0 h 473"/>
                <a:gd name="T6" fmla="*/ 0 w 183"/>
                <a:gd name="T7" fmla="*/ 32 h 473"/>
                <a:gd name="T8" fmla="*/ 74 w 183"/>
                <a:gd name="T9" fmla="*/ 118 h 473"/>
                <a:gd name="T10" fmla="*/ 150 w 183"/>
                <a:gd name="T11" fmla="*/ 473 h 473"/>
                <a:gd name="T12" fmla="*/ 183 w 183"/>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3" h="473">
                  <a:moveTo>
                    <a:pt x="183" y="466"/>
                  </a:moveTo>
                  <a:lnTo>
                    <a:pt x="107" y="111"/>
                  </a:lnTo>
                  <a:cubicBezTo>
                    <a:pt x="96" y="59"/>
                    <a:pt x="59" y="18"/>
                    <a:pt x="11" y="0"/>
                  </a:cubicBezTo>
                  <a:lnTo>
                    <a:pt x="0" y="32"/>
                  </a:lnTo>
                  <a:cubicBezTo>
                    <a:pt x="37" y="46"/>
                    <a:pt x="66" y="78"/>
                    <a:pt x="74" y="118"/>
                  </a:cubicBezTo>
                  <a:lnTo>
                    <a:pt x="150" y="473"/>
                  </a:lnTo>
                  <a:lnTo>
                    <a:pt x="183"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1024">
              <a:extLst>
                <a:ext uri="{FF2B5EF4-FFF2-40B4-BE49-F238E27FC236}">
                  <a16:creationId xmlns:a16="http://schemas.microsoft.com/office/drawing/2014/main" id="{401DB13F-9B81-F393-8432-FF1BAA6B6392}"/>
                </a:ext>
              </a:extLst>
            </p:cNvPr>
            <p:cNvSpPr>
              <a:spLocks/>
            </p:cNvSpPr>
            <p:nvPr/>
          </p:nvSpPr>
          <p:spPr bwMode="auto">
            <a:xfrm>
              <a:off x="7154863" y="3397250"/>
              <a:ext cx="34925" cy="96838"/>
            </a:xfrm>
            <a:custGeom>
              <a:avLst/>
              <a:gdLst>
                <a:gd name="T0" fmla="*/ 160 w 174"/>
                <a:gd name="T1" fmla="*/ 0 h 468"/>
                <a:gd name="T2" fmla="*/ 76 w 174"/>
                <a:gd name="T3" fmla="*/ 106 h 468"/>
                <a:gd name="T4" fmla="*/ 0 w 174"/>
                <a:gd name="T5" fmla="*/ 461 h 468"/>
                <a:gd name="T6" fmla="*/ 33 w 174"/>
                <a:gd name="T7" fmla="*/ 468 h 468"/>
                <a:gd name="T8" fmla="*/ 109 w 174"/>
                <a:gd name="T9" fmla="*/ 113 h 468"/>
                <a:gd name="T10" fmla="*/ 174 w 174"/>
                <a:gd name="T11" fmla="*/ 30 h 468"/>
                <a:gd name="T12" fmla="*/ 160 w 174"/>
                <a:gd name="T13" fmla="*/ 0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60" y="0"/>
                  </a:moveTo>
                  <a:cubicBezTo>
                    <a:pt x="118" y="20"/>
                    <a:pt x="87" y="59"/>
                    <a:pt x="76" y="106"/>
                  </a:cubicBezTo>
                  <a:lnTo>
                    <a:pt x="0" y="461"/>
                  </a:lnTo>
                  <a:lnTo>
                    <a:pt x="33" y="468"/>
                  </a:lnTo>
                  <a:lnTo>
                    <a:pt x="109" y="113"/>
                  </a:lnTo>
                  <a:cubicBezTo>
                    <a:pt x="117" y="76"/>
                    <a:pt x="142" y="46"/>
                    <a:pt x="174" y="30"/>
                  </a:cubicBezTo>
                  <a:lnTo>
                    <a:pt x="1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025">
              <a:extLst>
                <a:ext uri="{FF2B5EF4-FFF2-40B4-BE49-F238E27FC236}">
                  <a16:creationId xmlns:a16="http://schemas.microsoft.com/office/drawing/2014/main" id="{2C0AD5A1-B6E9-AF3D-3BD6-25BC61DBBD45}"/>
                </a:ext>
              </a:extLst>
            </p:cNvPr>
            <p:cNvSpPr>
              <a:spLocks/>
            </p:cNvSpPr>
            <p:nvPr/>
          </p:nvSpPr>
          <p:spPr bwMode="auto">
            <a:xfrm>
              <a:off x="7210426" y="3397250"/>
              <a:ext cx="36513" cy="96838"/>
            </a:xfrm>
            <a:custGeom>
              <a:avLst/>
              <a:gdLst>
                <a:gd name="T0" fmla="*/ 184 w 184"/>
                <a:gd name="T1" fmla="*/ 466 h 473"/>
                <a:gd name="T2" fmla="*/ 107 w 184"/>
                <a:gd name="T3" fmla="*/ 111 h 473"/>
                <a:gd name="T4" fmla="*/ 12 w 184"/>
                <a:gd name="T5" fmla="*/ 0 h 473"/>
                <a:gd name="T6" fmla="*/ 0 w 184"/>
                <a:gd name="T7" fmla="*/ 31 h 473"/>
                <a:gd name="T8" fmla="*/ 75 w 184"/>
                <a:gd name="T9" fmla="*/ 118 h 473"/>
                <a:gd name="T10" fmla="*/ 151 w 184"/>
                <a:gd name="T11" fmla="*/ 473 h 473"/>
                <a:gd name="T12" fmla="*/ 184 w 184"/>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4" h="473">
                  <a:moveTo>
                    <a:pt x="184" y="466"/>
                  </a:moveTo>
                  <a:lnTo>
                    <a:pt x="107" y="111"/>
                  </a:lnTo>
                  <a:cubicBezTo>
                    <a:pt x="96" y="59"/>
                    <a:pt x="59" y="18"/>
                    <a:pt x="12" y="0"/>
                  </a:cubicBezTo>
                  <a:lnTo>
                    <a:pt x="0" y="31"/>
                  </a:lnTo>
                  <a:cubicBezTo>
                    <a:pt x="37" y="45"/>
                    <a:pt x="66" y="77"/>
                    <a:pt x="75" y="118"/>
                  </a:cubicBezTo>
                  <a:lnTo>
                    <a:pt x="151" y="473"/>
                  </a:lnTo>
                  <a:lnTo>
                    <a:pt x="184"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026">
              <a:extLst>
                <a:ext uri="{FF2B5EF4-FFF2-40B4-BE49-F238E27FC236}">
                  <a16:creationId xmlns:a16="http://schemas.microsoft.com/office/drawing/2014/main" id="{2BC87F74-BBDB-7C63-5F0E-A072CA7D02D3}"/>
                </a:ext>
              </a:extLst>
            </p:cNvPr>
            <p:cNvSpPr>
              <a:spLocks/>
            </p:cNvSpPr>
            <p:nvPr/>
          </p:nvSpPr>
          <p:spPr bwMode="auto">
            <a:xfrm>
              <a:off x="7126288" y="3492500"/>
              <a:ext cx="34925" cy="96838"/>
            </a:xfrm>
            <a:custGeom>
              <a:avLst/>
              <a:gdLst>
                <a:gd name="T0" fmla="*/ 15 w 174"/>
                <a:gd name="T1" fmla="*/ 468 h 468"/>
                <a:gd name="T2" fmla="*/ 98 w 174"/>
                <a:gd name="T3" fmla="*/ 362 h 468"/>
                <a:gd name="T4" fmla="*/ 174 w 174"/>
                <a:gd name="T5" fmla="*/ 7 h 468"/>
                <a:gd name="T6" fmla="*/ 141 w 174"/>
                <a:gd name="T7" fmla="*/ 0 h 468"/>
                <a:gd name="T8" fmla="*/ 65 w 174"/>
                <a:gd name="T9" fmla="*/ 355 h 468"/>
                <a:gd name="T10" fmla="*/ 0 w 174"/>
                <a:gd name="T11" fmla="*/ 438 h 468"/>
                <a:gd name="T12" fmla="*/ 15 w 174"/>
                <a:gd name="T13" fmla="*/ 468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5" y="468"/>
                  </a:moveTo>
                  <a:cubicBezTo>
                    <a:pt x="56" y="448"/>
                    <a:pt x="88" y="409"/>
                    <a:pt x="98" y="362"/>
                  </a:cubicBezTo>
                  <a:lnTo>
                    <a:pt x="174" y="7"/>
                  </a:lnTo>
                  <a:lnTo>
                    <a:pt x="141" y="0"/>
                  </a:lnTo>
                  <a:lnTo>
                    <a:pt x="65" y="355"/>
                  </a:lnTo>
                  <a:cubicBezTo>
                    <a:pt x="57" y="392"/>
                    <a:pt x="33" y="422"/>
                    <a:pt x="0" y="438"/>
                  </a:cubicBezTo>
                  <a:lnTo>
                    <a:pt x="15" y="46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027">
              <a:extLst>
                <a:ext uri="{FF2B5EF4-FFF2-40B4-BE49-F238E27FC236}">
                  <a16:creationId xmlns:a16="http://schemas.microsoft.com/office/drawing/2014/main" id="{5762C2E7-9CD1-5D94-DCA2-A4B9919C4533}"/>
                </a:ext>
              </a:extLst>
            </p:cNvPr>
            <p:cNvSpPr>
              <a:spLocks/>
            </p:cNvSpPr>
            <p:nvPr/>
          </p:nvSpPr>
          <p:spPr bwMode="auto">
            <a:xfrm>
              <a:off x="7069138" y="3492500"/>
              <a:ext cx="34925" cy="96838"/>
            </a:xfrm>
            <a:custGeom>
              <a:avLst/>
              <a:gdLst>
                <a:gd name="T0" fmla="*/ 0 w 172"/>
                <a:gd name="T1" fmla="*/ 7 h 467"/>
                <a:gd name="T2" fmla="*/ 76 w 172"/>
                <a:gd name="T3" fmla="*/ 362 h 467"/>
                <a:gd name="T4" fmla="*/ 157 w 172"/>
                <a:gd name="T5" fmla="*/ 467 h 467"/>
                <a:gd name="T6" fmla="*/ 172 w 172"/>
                <a:gd name="T7" fmla="*/ 437 h 467"/>
                <a:gd name="T8" fmla="*/ 108 w 172"/>
                <a:gd name="T9" fmla="*/ 355 h 467"/>
                <a:gd name="T10" fmla="*/ 32 w 172"/>
                <a:gd name="T11" fmla="*/ 0 h 467"/>
                <a:gd name="T12" fmla="*/ 0 w 172"/>
                <a:gd name="T13" fmla="*/ 7 h 467"/>
              </a:gdLst>
              <a:ahLst/>
              <a:cxnLst>
                <a:cxn ang="0">
                  <a:pos x="T0" y="T1"/>
                </a:cxn>
                <a:cxn ang="0">
                  <a:pos x="T2" y="T3"/>
                </a:cxn>
                <a:cxn ang="0">
                  <a:pos x="T4" y="T5"/>
                </a:cxn>
                <a:cxn ang="0">
                  <a:pos x="T6" y="T7"/>
                </a:cxn>
                <a:cxn ang="0">
                  <a:pos x="T8" y="T9"/>
                </a:cxn>
                <a:cxn ang="0">
                  <a:pos x="T10" y="T11"/>
                </a:cxn>
                <a:cxn ang="0">
                  <a:pos x="T12" y="T13"/>
                </a:cxn>
              </a:cxnLst>
              <a:rect l="0" t="0" r="r" b="b"/>
              <a:pathLst>
                <a:path w="172" h="467">
                  <a:moveTo>
                    <a:pt x="0" y="7"/>
                  </a:moveTo>
                  <a:lnTo>
                    <a:pt x="76" y="362"/>
                  </a:lnTo>
                  <a:cubicBezTo>
                    <a:pt x="86" y="409"/>
                    <a:pt x="117" y="447"/>
                    <a:pt x="157" y="467"/>
                  </a:cubicBezTo>
                  <a:lnTo>
                    <a:pt x="172" y="437"/>
                  </a:lnTo>
                  <a:cubicBezTo>
                    <a:pt x="140" y="421"/>
                    <a:pt x="116" y="391"/>
                    <a:pt x="108" y="355"/>
                  </a:cubicBezTo>
                  <a:lnTo>
                    <a:pt x="32"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1028">
              <a:extLst>
                <a:ext uri="{FF2B5EF4-FFF2-40B4-BE49-F238E27FC236}">
                  <a16:creationId xmlns:a16="http://schemas.microsoft.com/office/drawing/2014/main" id="{84F7D696-4621-B051-B552-6AFA32AEE1A0}"/>
                </a:ext>
              </a:extLst>
            </p:cNvPr>
            <p:cNvSpPr>
              <a:spLocks/>
            </p:cNvSpPr>
            <p:nvPr/>
          </p:nvSpPr>
          <p:spPr bwMode="auto">
            <a:xfrm>
              <a:off x="6983413" y="3367088"/>
              <a:ext cx="269875" cy="260350"/>
            </a:xfrm>
            <a:custGeom>
              <a:avLst/>
              <a:gdLst>
                <a:gd name="T0" fmla="*/ 0 w 170"/>
                <a:gd name="T1" fmla="*/ 0 h 164"/>
                <a:gd name="T2" fmla="*/ 0 w 170"/>
                <a:gd name="T3" fmla="*/ 164 h 164"/>
                <a:gd name="T4" fmla="*/ 170 w 170"/>
                <a:gd name="T5" fmla="*/ 164 h 164"/>
                <a:gd name="T6" fmla="*/ 170 w 170"/>
                <a:gd name="T7" fmla="*/ 160 h 164"/>
                <a:gd name="T8" fmla="*/ 4 w 170"/>
                <a:gd name="T9" fmla="*/ 160 h 164"/>
                <a:gd name="T10" fmla="*/ 4 w 170"/>
                <a:gd name="T11" fmla="*/ 0 h 164"/>
                <a:gd name="T12" fmla="*/ 0 w 170"/>
                <a:gd name="T13" fmla="*/ 0 h 164"/>
              </a:gdLst>
              <a:ahLst/>
              <a:cxnLst>
                <a:cxn ang="0">
                  <a:pos x="T0" y="T1"/>
                </a:cxn>
                <a:cxn ang="0">
                  <a:pos x="T2" y="T3"/>
                </a:cxn>
                <a:cxn ang="0">
                  <a:pos x="T4" y="T5"/>
                </a:cxn>
                <a:cxn ang="0">
                  <a:pos x="T6" y="T7"/>
                </a:cxn>
                <a:cxn ang="0">
                  <a:pos x="T8" y="T9"/>
                </a:cxn>
                <a:cxn ang="0">
                  <a:pos x="T10" y="T11"/>
                </a:cxn>
                <a:cxn ang="0">
                  <a:pos x="T12" y="T13"/>
                </a:cxn>
              </a:cxnLst>
              <a:rect l="0" t="0" r="r" b="b"/>
              <a:pathLst>
                <a:path w="170" h="164">
                  <a:moveTo>
                    <a:pt x="0" y="0"/>
                  </a:moveTo>
                  <a:lnTo>
                    <a:pt x="0" y="164"/>
                  </a:lnTo>
                  <a:lnTo>
                    <a:pt x="170" y="164"/>
                  </a:lnTo>
                  <a:lnTo>
                    <a:pt x="170" y="160"/>
                  </a:lnTo>
                  <a:lnTo>
                    <a:pt x="4" y="160"/>
                  </a:lnTo>
                  <a:lnTo>
                    <a:pt x="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1029">
              <a:extLst>
                <a:ext uri="{FF2B5EF4-FFF2-40B4-BE49-F238E27FC236}">
                  <a16:creationId xmlns:a16="http://schemas.microsoft.com/office/drawing/2014/main" id="{4C43E621-6D15-B8BE-CD2F-DDA535819E5A}"/>
                </a:ext>
              </a:extLst>
            </p:cNvPr>
            <p:cNvSpPr>
              <a:spLocks/>
            </p:cNvSpPr>
            <p:nvPr/>
          </p:nvSpPr>
          <p:spPr bwMode="auto">
            <a:xfrm>
              <a:off x="7023101" y="3430588"/>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4"/>
                    <a:pt x="77" y="33"/>
                  </a:cubicBezTo>
                  <a:cubicBezTo>
                    <a:pt x="102" y="34"/>
                    <a:pt x="121" y="53"/>
                    <a:pt x="121" y="77"/>
                  </a:cubicBezTo>
                  <a:lnTo>
                    <a:pt x="138" y="77"/>
                  </a:lnTo>
                  <a:lnTo>
                    <a:pt x="155" y="77"/>
                  </a:lnTo>
                  <a:cubicBezTo>
                    <a:pt x="155" y="35"/>
                    <a:pt x="120" y="0"/>
                    <a:pt x="77" y="0"/>
                  </a:cubicBezTo>
                  <a:cubicBezTo>
                    <a:pt x="35" y="0"/>
                    <a:pt x="0" y="35"/>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1030">
              <a:extLst>
                <a:ext uri="{FF2B5EF4-FFF2-40B4-BE49-F238E27FC236}">
                  <a16:creationId xmlns:a16="http://schemas.microsoft.com/office/drawing/2014/main" id="{70A73237-F695-67B3-9C43-284CE776B1B4}"/>
                </a:ext>
              </a:extLst>
            </p:cNvPr>
            <p:cNvSpPr>
              <a:spLocks/>
            </p:cNvSpPr>
            <p:nvPr/>
          </p:nvSpPr>
          <p:spPr bwMode="auto">
            <a:xfrm>
              <a:off x="7185026" y="3382963"/>
              <a:ext cx="31750" cy="31750"/>
            </a:xfrm>
            <a:custGeom>
              <a:avLst/>
              <a:gdLst>
                <a:gd name="T0" fmla="*/ 137 w 154"/>
                <a:gd name="T1" fmla="*/ 77 h 154"/>
                <a:gd name="T2" fmla="*/ 121 w 154"/>
                <a:gd name="T3" fmla="*/ 77 h 154"/>
                <a:gd name="T4" fmla="*/ 77 w 154"/>
                <a:gd name="T5" fmla="*/ 121 h 154"/>
                <a:gd name="T6" fmla="*/ 33 w 154"/>
                <a:gd name="T7" fmla="*/ 77 h 154"/>
                <a:gd name="T8" fmla="*/ 77 w 154"/>
                <a:gd name="T9" fmla="*/ 33 h 154"/>
                <a:gd name="T10" fmla="*/ 121 w 154"/>
                <a:gd name="T11" fmla="*/ 77 h 154"/>
                <a:gd name="T12" fmla="*/ 137 w 154"/>
                <a:gd name="T13" fmla="*/ 77 h 154"/>
                <a:gd name="T14" fmla="*/ 154 w 154"/>
                <a:gd name="T15" fmla="*/ 77 h 154"/>
                <a:gd name="T16" fmla="*/ 77 w 154"/>
                <a:gd name="T17" fmla="*/ 0 h 154"/>
                <a:gd name="T18" fmla="*/ 0 w 154"/>
                <a:gd name="T19" fmla="*/ 77 h 154"/>
                <a:gd name="T20" fmla="*/ 77 w 154"/>
                <a:gd name="T21" fmla="*/ 154 h 154"/>
                <a:gd name="T22" fmla="*/ 154 w 154"/>
                <a:gd name="T23" fmla="*/ 77 h 154"/>
                <a:gd name="T24" fmla="*/ 137 w 154"/>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4" h="154">
                  <a:moveTo>
                    <a:pt x="137" y="77"/>
                  </a:moveTo>
                  <a:lnTo>
                    <a:pt x="121" y="77"/>
                  </a:lnTo>
                  <a:cubicBezTo>
                    <a:pt x="121" y="101"/>
                    <a:pt x="101" y="121"/>
                    <a:pt x="77" y="121"/>
                  </a:cubicBezTo>
                  <a:cubicBezTo>
                    <a:pt x="53" y="121"/>
                    <a:pt x="33" y="101"/>
                    <a:pt x="33" y="77"/>
                  </a:cubicBezTo>
                  <a:cubicBezTo>
                    <a:pt x="33" y="53"/>
                    <a:pt x="53" y="33"/>
                    <a:pt x="77" y="33"/>
                  </a:cubicBezTo>
                  <a:cubicBezTo>
                    <a:pt x="101" y="33"/>
                    <a:pt x="121" y="53"/>
                    <a:pt x="121" y="77"/>
                  </a:cubicBezTo>
                  <a:lnTo>
                    <a:pt x="137" y="77"/>
                  </a:lnTo>
                  <a:lnTo>
                    <a:pt x="154" y="77"/>
                  </a:lnTo>
                  <a:cubicBezTo>
                    <a:pt x="154" y="34"/>
                    <a:pt x="120" y="0"/>
                    <a:pt x="77" y="0"/>
                  </a:cubicBezTo>
                  <a:cubicBezTo>
                    <a:pt x="34" y="0"/>
                    <a:pt x="0" y="34"/>
                    <a:pt x="0" y="77"/>
                  </a:cubicBezTo>
                  <a:cubicBezTo>
                    <a:pt x="0" y="120"/>
                    <a:pt x="34" y="154"/>
                    <a:pt x="77" y="154"/>
                  </a:cubicBezTo>
                  <a:cubicBezTo>
                    <a:pt x="120" y="154"/>
                    <a:pt x="154" y="120"/>
                    <a:pt x="154" y="77"/>
                  </a:cubicBezTo>
                  <a:lnTo>
                    <a:pt x="137"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031">
              <a:extLst>
                <a:ext uri="{FF2B5EF4-FFF2-40B4-BE49-F238E27FC236}">
                  <a16:creationId xmlns:a16="http://schemas.microsoft.com/office/drawing/2014/main" id="{EA13D35A-B1A2-D29A-0B07-42A02B324772}"/>
                </a:ext>
              </a:extLst>
            </p:cNvPr>
            <p:cNvSpPr>
              <a:spLocks/>
            </p:cNvSpPr>
            <p:nvPr/>
          </p:nvSpPr>
          <p:spPr bwMode="auto">
            <a:xfrm>
              <a:off x="7099301" y="3571875"/>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3"/>
                    <a:pt x="77" y="33"/>
                  </a:cubicBezTo>
                  <a:cubicBezTo>
                    <a:pt x="102" y="33"/>
                    <a:pt x="121" y="53"/>
                    <a:pt x="121" y="77"/>
                  </a:cubicBezTo>
                  <a:lnTo>
                    <a:pt x="138" y="77"/>
                  </a:lnTo>
                  <a:lnTo>
                    <a:pt x="155" y="77"/>
                  </a:lnTo>
                  <a:cubicBezTo>
                    <a:pt x="155" y="34"/>
                    <a:pt x="120" y="0"/>
                    <a:pt x="77" y="0"/>
                  </a:cubicBezTo>
                  <a:cubicBezTo>
                    <a:pt x="35" y="0"/>
                    <a:pt x="0" y="34"/>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032">
              <a:extLst>
                <a:ext uri="{FF2B5EF4-FFF2-40B4-BE49-F238E27FC236}">
                  <a16:creationId xmlns:a16="http://schemas.microsoft.com/office/drawing/2014/main" id="{1E713519-C8D1-44E6-0B72-FD3939359DB0}"/>
                </a:ext>
              </a:extLst>
            </p:cNvPr>
            <p:cNvSpPr>
              <a:spLocks noChangeArrowheads="1"/>
            </p:cNvSpPr>
            <p:nvPr/>
          </p:nvSpPr>
          <p:spPr bwMode="auto">
            <a:xfrm>
              <a:off x="7197726" y="34274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033">
              <a:extLst>
                <a:ext uri="{FF2B5EF4-FFF2-40B4-BE49-F238E27FC236}">
                  <a16:creationId xmlns:a16="http://schemas.microsoft.com/office/drawing/2014/main" id="{0180530A-4CC5-A834-B8EE-660172184E78}"/>
                </a:ext>
              </a:extLst>
            </p:cNvPr>
            <p:cNvSpPr>
              <a:spLocks noChangeArrowheads="1"/>
            </p:cNvSpPr>
            <p:nvPr/>
          </p:nvSpPr>
          <p:spPr bwMode="auto">
            <a:xfrm>
              <a:off x="7197726" y="349408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034">
              <a:extLst>
                <a:ext uri="{FF2B5EF4-FFF2-40B4-BE49-F238E27FC236}">
                  <a16:creationId xmlns:a16="http://schemas.microsoft.com/office/drawing/2014/main" id="{0C4C225A-3816-BB2C-7234-E0CEB6AB9523}"/>
                </a:ext>
              </a:extLst>
            </p:cNvPr>
            <p:cNvSpPr>
              <a:spLocks noChangeArrowheads="1"/>
            </p:cNvSpPr>
            <p:nvPr/>
          </p:nvSpPr>
          <p:spPr bwMode="auto">
            <a:xfrm>
              <a:off x="7197726" y="356076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Rectangle 1035">
              <a:extLst>
                <a:ext uri="{FF2B5EF4-FFF2-40B4-BE49-F238E27FC236}">
                  <a16:creationId xmlns:a16="http://schemas.microsoft.com/office/drawing/2014/main" id="{3BC110CF-4CE1-D7C0-95DD-547A7A9F7ABB}"/>
                </a:ext>
              </a:extLst>
            </p:cNvPr>
            <p:cNvSpPr>
              <a:spLocks noChangeArrowheads="1"/>
            </p:cNvSpPr>
            <p:nvPr/>
          </p:nvSpPr>
          <p:spPr bwMode="auto">
            <a:xfrm>
              <a:off x="7035801" y="347503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Rectangle 1036">
              <a:extLst>
                <a:ext uri="{FF2B5EF4-FFF2-40B4-BE49-F238E27FC236}">
                  <a16:creationId xmlns:a16="http://schemas.microsoft.com/office/drawing/2014/main" id="{7D85F6DB-2F4C-D445-CE5D-15B38456957A}"/>
                </a:ext>
              </a:extLst>
            </p:cNvPr>
            <p:cNvSpPr>
              <a:spLocks noChangeArrowheads="1"/>
            </p:cNvSpPr>
            <p:nvPr/>
          </p:nvSpPr>
          <p:spPr bwMode="auto">
            <a:xfrm>
              <a:off x="7035801" y="35417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78428799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21"/>
          <p:cNvSpPr>
            <a:spLocks noGrp="1"/>
          </p:cNvSpPr>
          <p:nvPr>
            <p:ph type="title"/>
          </p:nvPr>
        </p:nvSpPr>
        <p:spPr>
          <a:xfrm>
            <a:off x="214184" y="13663"/>
            <a:ext cx="9728886" cy="678316"/>
          </a:xfrm>
        </p:spPr>
        <p:txBody>
          <a:bodyPr>
            <a:normAutofit/>
          </a:bodyPr>
          <a:lstStyle/>
          <a:p>
            <a:r>
              <a:rPr lang="en-US" dirty="0"/>
              <a:t>Squares 2</a:t>
            </a:r>
          </a:p>
        </p:txBody>
      </p:sp>
      <p:sp>
        <p:nvSpPr>
          <p:cNvPr id="3" name="Rectangle 2"/>
          <p:cNvSpPr>
            <a:spLocks noChangeAspect="1"/>
          </p:cNvSpPr>
          <p:nvPr/>
        </p:nvSpPr>
        <p:spPr>
          <a:xfrm>
            <a:off x="4203405" y="1910129"/>
            <a:ext cx="1967023" cy="1967023"/>
          </a:xfrm>
          <a:prstGeom prst="rect">
            <a:avLst/>
          </a:prstGeom>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3"/>
          <p:cNvSpPr>
            <a:spLocks noChangeAspect="1"/>
          </p:cNvSpPr>
          <p:nvPr/>
        </p:nvSpPr>
        <p:spPr>
          <a:xfrm>
            <a:off x="6154477" y="3877152"/>
            <a:ext cx="1834119" cy="1834119"/>
          </a:xfrm>
          <a:prstGeom prst="rect">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a:spLocks noChangeAspect="1"/>
          </p:cNvSpPr>
          <p:nvPr/>
        </p:nvSpPr>
        <p:spPr>
          <a:xfrm>
            <a:off x="6170428" y="2250371"/>
            <a:ext cx="1626782" cy="1626782"/>
          </a:xfrm>
          <a:prstGeom prst="rect">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a:spLocks noChangeAspect="1"/>
          </p:cNvSpPr>
          <p:nvPr/>
        </p:nvSpPr>
        <p:spPr>
          <a:xfrm>
            <a:off x="4511750" y="3877152"/>
            <a:ext cx="1642727" cy="1642727"/>
          </a:xfrm>
          <a:prstGeom prst="rect">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a:off x="838200" y="2423316"/>
            <a:ext cx="3060566" cy="1323439"/>
          </a:xfrm>
          <a:prstGeom prst="rect">
            <a:avLst/>
          </a:prstGeom>
        </p:spPr>
        <p:txBody>
          <a:bodyPr wrap="square">
            <a:spAutoFit/>
          </a:bodyPr>
          <a:lstStyle/>
          <a:p>
            <a:pPr lvl="0" algn="r">
              <a:defRPr/>
            </a:pPr>
            <a:r>
              <a:rPr lang="en-US" sz="1600" b="1" kern="0" dirty="0">
                <a:solidFill>
                  <a:schemeClr val="accent1"/>
                </a:solidFill>
              </a:rPr>
              <a:t>LOREM IPSUM</a:t>
            </a:r>
          </a:p>
          <a:p>
            <a:pPr lvl="0" algn="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8" name="Rectangle 7"/>
          <p:cNvSpPr/>
          <p:nvPr/>
        </p:nvSpPr>
        <p:spPr>
          <a:xfrm>
            <a:off x="8293234" y="2423316"/>
            <a:ext cx="3060566" cy="1323439"/>
          </a:xfrm>
          <a:prstGeom prst="rect">
            <a:avLst/>
          </a:prstGeom>
        </p:spPr>
        <p:txBody>
          <a:bodyPr wrap="square">
            <a:spAutoFit/>
          </a:bodyPr>
          <a:lstStyle/>
          <a:p>
            <a:pPr lvl="0">
              <a:defRPr/>
            </a:pPr>
            <a:r>
              <a:rPr lang="en-US" sz="1600" b="1" kern="0" dirty="0">
                <a:solidFill>
                  <a:schemeClr val="accent2"/>
                </a:solidFill>
              </a:rPr>
              <a:t>LOREM IPSUM</a:t>
            </a:r>
          </a:p>
          <a:p>
            <a:pPr lvl="0">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9" name="Rectangle 8"/>
          <p:cNvSpPr/>
          <p:nvPr/>
        </p:nvSpPr>
        <p:spPr>
          <a:xfrm>
            <a:off x="8401998" y="4221461"/>
            <a:ext cx="3060566" cy="1323439"/>
          </a:xfrm>
          <a:prstGeom prst="rect">
            <a:avLst/>
          </a:prstGeom>
        </p:spPr>
        <p:txBody>
          <a:bodyPr wrap="square">
            <a:spAutoFit/>
          </a:bodyPr>
          <a:lstStyle/>
          <a:p>
            <a:pPr lvl="0">
              <a:defRPr/>
            </a:pPr>
            <a:r>
              <a:rPr lang="en-US" sz="1600" b="1" kern="0" dirty="0">
                <a:solidFill>
                  <a:schemeClr val="accent3"/>
                </a:solidFill>
              </a:rPr>
              <a:t>LOREM IPSUM</a:t>
            </a:r>
          </a:p>
          <a:p>
            <a:pPr lvl="0">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10" name="Rectangle 9"/>
          <p:cNvSpPr/>
          <p:nvPr/>
        </p:nvSpPr>
        <p:spPr>
          <a:xfrm>
            <a:off x="838200" y="4221461"/>
            <a:ext cx="3060566" cy="1323439"/>
          </a:xfrm>
          <a:prstGeom prst="rect">
            <a:avLst/>
          </a:prstGeom>
        </p:spPr>
        <p:txBody>
          <a:bodyPr wrap="square">
            <a:spAutoFit/>
          </a:bodyPr>
          <a:lstStyle/>
          <a:p>
            <a:pPr lvl="0" algn="r">
              <a:defRPr/>
            </a:pPr>
            <a:r>
              <a:rPr lang="en-US" sz="1600" b="1" kern="0" dirty="0">
                <a:solidFill>
                  <a:schemeClr val="accent4"/>
                </a:solidFill>
              </a:rPr>
              <a:t>LOREM IPSUM</a:t>
            </a:r>
          </a:p>
          <a:p>
            <a:pPr lvl="0" algn="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11" name="Tower" descr="{&quot;Key&quot;:&quot;POWER_USER_SHAPE_ICON&quot;,&quot;Value&quot;:&quot;POWER_USER_SHAPE_ICON_STYLE_1&quot;}"/>
          <p:cNvSpPr>
            <a:spLocks noChangeAspect="1" noEditPoints="1"/>
          </p:cNvSpPr>
          <p:nvPr>
            <p:custDataLst>
              <p:tags r:id="rId1"/>
            </p:custDataLst>
          </p:nvPr>
        </p:nvSpPr>
        <p:spPr bwMode="auto">
          <a:xfrm>
            <a:off x="4876448" y="2532322"/>
            <a:ext cx="620936" cy="722634"/>
          </a:xfrm>
          <a:custGeom>
            <a:avLst/>
            <a:gdLst>
              <a:gd name="T0" fmla="*/ 125 w 162"/>
              <a:gd name="T1" fmla="*/ 50 h 188"/>
              <a:gd name="T2" fmla="*/ 37 w 162"/>
              <a:gd name="T3" fmla="*/ 50 h 188"/>
              <a:gd name="T4" fmla="*/ 25 w 162"/>
              <a:gd name="T5" fmla="*/ 38 h 188"/>
              <a:gd name="T6" fmla="*/ 25 w 162"/>
              <a:gd name="T7" fmla="*/ 6 h 188"/>
              <a:gd name="T8" fmla="*/ 31 w 162"/>
              <a:gd name="T9" fmla="*/ 0 h 188"/>
              <a:gd name="T10" fmla="*/ 37 w 162"/>
              <a:gd name="T11" fmla="*/ 6 h 188"/>
              <a:gd name="T12" fmla="*/ 37 w 162"/>
              <a:gd name="T13" fmla="*/ 25 h 188"/>
              <a:gd name="T14" fmla="*/ 50 w 162"/>
              <a:gd name="T15" fmla="*/ 25 h 188"/>
              <a:gd name="T16" fmla="*/ 50 w 162"/>
              <a:gd name="T17" fmla="*/ 13 h 188"/>
              <a:gd name="T18" fmla="*/ 62 w 162"/>
              <a:gd name="T19" fmla="*/ 0 h 188"/>
              <a:gd name="T20" fmla="*/ 75 w 162"/>
              <a:gd name="T21" fmla="*/ 13 h 188"/>
              <a:gd name="T22" fmla="*/ 75 w 162"/>
              <a:gd name="T23" fmla="*/ 25 h 188"/>
              <a:gd name="T24" fmla="*/ 87 w 162"/>
              <a:gd name="T25" fmla="*/ 25 h 188"/>
              <a:gd name="T26" fmla="*/ 87 w 162"/>
              <a:gd name="T27" fmla="*/ 13 h 188"/>
              <a:gd name="T28" fmla="*/ 100 w 162"/>
              <a:gd name="T29" fmla="*/ 0 h 188"/>
              <a:gd name="T30" fmla="*/ 112 w 162"/>
              <a:gd name="T31" fmla="*/ 13 h 188"/>
              <a:gd name="T32" fmla="*/ 112 w 162"/>
              <a:gd name="T33" fmla="*/ 25 h 188"/>
              <a:gd name="T34" fmla="*/ 125 w 162"/>
              <a:gd name="T35" fmla="*/ 25 h 188"/>
              <a:gd name="T36" fmla="*/ 125 w 162"/>
              <a:gd name="T37" fmla="*/ 6 h 188"/>
              <a:gd name="T38" fmla="*/ 131 w 162"/>
              <a:gd name="T39" fmla="*/ 0 h 188"/>
              <a:gd name="T40" fmla="*/ 137 w 162"/>
              <a:gd name="T41" fmla="*/ 6 h 188"/>
              <a:gd name="T42" fmla="*/ 137 w 162"/>
              <a:gd name="T43" fmla="*/ 38 h 188"/>
              <a:gd name="T44" fmla="*/ 125 w 162"/>
              <a:gd name="T45" fmla="*/ 50 h 188"/>
              <a:gd name="T46" fmla="*/ 162 w 162"/>
              <a:gd name="T47" fmla="*/ 181 h 188"/>
              <a:gd name="T48" fmla="*/ 156 w 162"/>
              <a:gd name="T49" fmla="*/ 188 h 188"/>
              <a:gd name="T50" fmla="*/ 6 w 162"/>
              <a:gd name="T51" fmla="*/ 188 h 188"/>
              <a:gd name="T52" fmla="*/ 0 w 162"/>
              <a:gd name="T53" fmla="*/ 181 h 188"/>
              <a:gd name="T54" fmla="*/ 6 w 162"/>
              <a:gd name="T55" fmla="*/ 175 h 188"/>
              <a:gd name="T56" fmla="*/ 12 w 162"/>
              <a:gd name="T57" fmla="*/ 175 h 188"/>
              <a:gd name="T58" fmla="*/ 25 w 162"/>
              <a:gd name="T59" fmla="*/ 163 h 188"/>
              <a:gd name="T60" fmla="*/ 37 w 162"/>
              <a:gd name="T61" fmla="*/ 75 h 188"/>
              <a:gd name="T62" fmla="*/ 50 w 162"/>
              <a:gd name="T63" fmla="*/ 63 h 188"/>
              <a:gd name="T64" fmla="*/ 112 w 162"/>
              <a:gd name="T65" fmla="*/ 63 h 188"/>
              <a:gd name="T66" fmla="*/ 125 w 162"/>
              <a:gd name="T67" fmla="*/ 75 h 188"/>
              <a:gd name="T68" fmla="*/ 137 w 162"/>
              <a:gd name="T69" fmla="*/ 163 h 188"/>
              <a:gd name="T70" fmla="*/ 150 w 162"/>
              <a:gd name="T71" fmla="*/ 175 h 188"/>
              <a:gd name="T72" fmla="*/ 156 w 162"/>
              <a:gd name="T73" fmla="*/ 175 h 188"/>
              <a:gd name="T74" fmla="*/ 162 w 162"/>
              <a:gd name="T75" fmla="*/ 181 h 188"/>
              <a:gd name="T76" fmla="*/ 100 w 162"/>
              <a:gd name="T77" fmla="*/ 131 h 188"/>
              <a:gd name="T78" fmla="*/ 81 w 162"/>
              <a:gd name="T79" fmla="*/ 113 h 188"/>
              <a:gd name="T80" fmla="*/ 62 w 162"/>
              <a:gd name="T81" fmla="*/ 131 h 188"/>
              <a:gd name="T82" fmla="*/ 62 w 162"/>
              <a:gd name="T83" fmla="*/ 175 h 188"/>
              <a:gd name="T84" fmla="*/ 100 w 162"/>
              <a:gd name="T85" fmla="*/ 175 h 188"/>
              <a:gd name="T86" fmla="*/ 100 w 162"/>
              <a:gd name="T87" fmla="*/ 131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2" h="188">
                <a:moveTo>
                  <a:pt x="125" y="50"/>
                </a:moveTo>
                <a:lnTo>
                  <a:pt x="37" y="50"/>
                </a:lnTo>
                <a:cubicBezTo>
                  <a:pt x="30" y="50"/>
                  <a:pt x="25" y="44"/>
                  <a:pt x="25" y="38"/>
                </a:cubicBezTo>
                <a:lnTo>
                  <a:pt x="25" y="6"/>
                </a:lnTo>
                <a:cubicBezTo>
                  <a:pt x="25" y="3"/>
                  <a:pt x="27" y="0"/>
                  <a:pt x="31" y="0"/>
                </a:cubicBezTo>
                <a:cubicBezTo>
                  <a:pt x="34" y="0"/>
                  <a:pt x="37" y="3"/>
                  <a:pt x="37" y="6"/>
                </a:cubicBezTo>
                <a:lnTo>
                  <a:pt x="37" y="25"/>
                </a:lnTo>
                <a:lnTo>
                  <a:pt x="50" y="25"/>
                </a:lnTo>
                <a:lnTo>
                  <a:pt x="50" y="13"/>
                </a:lnTo>
                <a:cubicBezTo>
                  <a:pt x="50" y="6"/>
                  <a:pt x="55" y="0"/>
                  <a:pt x="62" y="0"/>
                </a:cubicBezTo>
                <a:cubicBezTo>
                  <a:pt x="69" y="0"/>
                  <a:pt x="75" y="6"/>
                  <a:pt x="75" y="13"/>
                </a:cubicBezTo>
                <a:lnTo>
                  <a:pt x="75" y="25"/>
                </a:lnTo>
                <a:lnTo>
                  <a:pt x="87" y="25"/>
                </a:lnTo>
                <a:lnTo>
                  <a:pt x="87" y="13"/>
                </a:lnTo>
                <a:cubicBezTo>
                  <a:pt x="87" y="6"/>
                  <a:pt x="93" y="0"/>
                  <a:pt x="100" y="0"/>
                </a:cubicBezTo>
                <a:cubicBezTo>
                  <a:pt x="106" y="0"/>
                  <a:pt x="112" y="6"/>
                  <a:pt x="112" y="13"/>
                </a:cubicBezTo>
                <a:lnTo>
                  <a:pt x="112" y="25"/>
                </a:lnTo>
                <a:lnTo>
                  <a:pt x="125" y="25"/>
                </a:lnTo>
                <a:lnTo>
                  <a:pt x="125" y="6"/>
                </a:lnTo>
                <a:cubicBezTo>
                  <a:pt x="125" y="3"/>
                  <a:pt x="127" y="0"/>
                  <a:pt x="131" y="0"/>
                </a:cubicBezTo>
                <a:cubicBezTo>
                  <a:pt x="134" y="0"/>
                  <a:pt x="137" y="3"/>
                  <a:pt x="137" y="6"/>
                </a:cubicBezTo>
                <a:lnTo>
                  <a:pt x="137" y="38"/>
                </a:lnTo>
                <a:cubicBezTo>
                  <a:pt x="137" y="44"/>
                  <a:pt x="131" y="50"/>
                  <a:pt x="125" y="50"/>
                </a:cubicBezTo>
                <a:close/>
                <a:moveTo>
                  <a:pt x="162" y="181"/>
                </a:moveTo>
                <a:cubicBezTo>
                  <a:pt x="162" y="185"/>
                  <a:pt x="159" y="188"/>
                  <a:pt x="156" y="188"/>
                </a:cubicBezTo>
                <a:lnTo>
                  <a:pt x="6" y="188"/>
                </a:lnTo>
                <a:cubicBezTo>
                  <a:pt x="2" y="188"/>
                  <a:pt x="0" y="185"/>
                  <a:pt x="0" y="181"/>
                </a:cubicBezTo>
                <a:cubicBezTo>
                  <a:pt x="0" y="178"/>
                  <a:pt x="2" y="175"/>
                  <a:pt x="6" y="175"/>
                </a:cubicBezTo>
                <a:lnTo>
                  <a:pt x="12" y="175"/>
                </a:lnTo>
                <a:cubicBezTo>
                  <a:pt x="19" y="175"/>
                  <a:pt x="25" y="169"/>
                  <a:pt x="25" y="163"/>
                </a:cubicBezTo>
                <a:cubicBezTo>
                  <a:pt x="25" y="163"/>
                  <a:pt x="37" y="88"/>
                  <a:pt x="37" y="75"/>
                </a:cubicBezTo>
                <a:cubicBezTo>
                  <a:pt x="37" y="68"/>
                  <a:pt x="43" y="63"/>
                  <a:pt x="50" y="63"/>
                </a:cubicBezTo>
                <a:lnTo>
                  <a:pt x="112" y="63"/>
                </a:lnTo>
                <a:cubicBezTo>
                  <a:pt x="119" y="63"/>
                  <a:pt x="125" y="68"/>
                  <a:pt x="125" y="75"/>
                </a:cubicBezTo>
                <a:cubicBezTo>
                  <a:pt x="125" y="88"/>
                  <a:pt x="137" y="163"/>
                  <a:pt x="137" y="163"/>
                </a:cubicBezTo>
                <a:cubicBezTo>
                  <a:pt x="137" y="169"/>
                  <a:pt x="143" y="175"/>
                  <a:pt x="150" y="175"/>
                </a:cubicBezTo>
                <a:lnTo>
                  <a:pt x="156" y="175"/>
                </a:lnTo>
                <a:cubicBezTo>
                  <a:pt x="159" y="175"/>
                  <a:pt x="162" y="178"/>
                  <a:pt x="162" y="181"/>
                </a:cubicBezTo>
                <a:close/>
                <a:moveTo>
                  <a:pt x="100" y="131"/>
                </a:moveTo>
                <a:cubicBezTo>
                  <a:pt x="100" y="121"/>
                  <a:pt x="91" y="113"/>
                  <a:pt x="81" y="113"/>
                </a:cubicBezTo>
                <a:cubicBezTo>
                  <a:pt x="70" y="113"/>
                  <a:pt x="62" y="121"/>
                  <a:pt x="62" y="131"/>
                </a:cubicBezTo>
                <a:lnTo>
                  <a:pt x="62" y="175"/>
                </a:lnTo>
                <a:lnTo>
                  <a:pt x="100" y="175"/>
                </a:lnTo>
                <a:lnTo>
                  <a:pt x="100" y="131"/>
                </a:ln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Tools3" descr="{&quot;Key&quot;:&quot;POWER_USER_SHAPE_ICON&quot;,&quot;Value&quot;:&quot;POWER_USER_SHAPE_ICON_STYLE_1&quot;}"/>
          <p:cNvSpPr>
            <a:spLocks noChangeAspect="1" noEditPoints="1"/>
          </p:cNvSpPr>
          <p:nvPr>
            <p:custDataLst>
              <p:tags r:id="rId2"/>
            </p:custDataLst>
          </p:nvPr>
        </p:nvSpPr>
        <p:spPr bwMode="auto">
          <a:xfrm>
            <a:off x="6706028" y="2792298"/>
            <a:ext cx="555581" cy="542925"/>
          </a:xfrm>
          <a:custGeom>
            <a:avLst/>
            <a:gdLst>
              <a:gd name="T0" fmla="*/ 250 w 2000"/>
              <a:gd name="T1" fmla="*/ 0 h 1950"/>
              <a:gd name="T2" fmla="*/ 225 w 2000"/>
              <a:gd name="T3" fmla="*/ 50 h 1950"/>
              <a:gd name="T4" fmla="*/ 488 w 2000"/>
              <a:gd name="T5" fmla="*/ 200 h 1950"/>
              <a:gd name="T6" fmla="*/ 325 w 2000"/>
              <a:gd name="T7" fmla="*/ 488 h 1950"/>
              <a:gd name="T8" fmla="*/ 63 w 2000"/>
              <a:gd name="T9" fmla="*/ 338 h 1950"/>
              <a:gd name="T10" fmla="*/ 50 w 2000"/>
              <a:gd name="T11" fmla="*/ 363 h 1950"/>
              <a:gd name="T12" fmla="*/ 488 w 2000"/>
              <a:gd name="T13" fmla="*/ 675 h 1950"/>
              <a:gd name="T14" fmla="*/ 838 w 2000"/>
              <a:gd name="T15" fmla="*/ 963 h 1950"/>
              <a:gd name="T16" fmla="*/ 1038 w 2000"/>
              <a:gd name="T17" fmla="*/ 763 h 1950"/>
              <a:gd name="T18" fmla="*/ 713 w 2000"/>
              <a:gd name="T19" fmla="*/ 375 h 1950"/>
              <a:gd name="T20" fmla="*/ 250 w 2000"/>
              <a:gd name="T21" fmla="*/ 0 h 1950"/>
              <a:gd name="T22" fmla="*/ 1813 w 2000"/>
              <a:gd name="T23" fmla="*/ 63 h 1950"/>
              <a:gd name="T24" fmla="*/ 1563 w 2000"/>
              <a:gd name="T25" fmla="*/ 238 h 1950"/>
              <a:gd name="T26" fmla="*/ 1538 w 2000"/>
              <a:gd name="T27" fmla="*/ 338 h 1950"/>
              <a:gd name="T28" fmla="*/ 813 w 2000"/>
              <a:gd name="T29" fmla="*/ 1063 h 1950"/>
              <a:gd name="T30" fmla="*/ 713 w 2000"/>
              <a:gd name="T31" fmla="*/ 1000 h 1950"/>
              <a:gd name="T32" fmla="*/ 663 w 2000"/>
              <a:gd name="T33" fmla="*/ 1050 h 1950"/>
              <a:gd name="T34" fmla="*/ 413 w 2000"/>
              <a:gd name="T35" fmla="*/ 1275 h 1950"/>
              <a:gd name="T36" fmla="*/ 0 w 2000"/>
              <a:gd name="T37" fmla="*/ 1688 h 1950"/>
              <a:gd name="T38" fmla="*/ 263 w 2000"/>
              <a:gd name="T39" fmla="*/ 1950 h 1950"/>
              <a:gd name="T40" fmla="*/ 675 w 2000"/>
              <a:gd name="T41" fmla="*/ 1538 h 1950"/>
              <a:gd name="T42" fmla="*/ 900 w 2000"/>
              <a:gd name="T43" fmla="*/ 1288 h 1950"/>
              <a:gd name="T44" fmla="*/ 950 w 2000"/>
              <a:gd name="T45" fmla="*/ 1238 h 1950"/>
              <a:gd name="T46" fmla="*/ 888 w 2000"/>
              <a:gd name="T47" fmla="*/ 1138 h 1950"/>
              <a:gd name="T48" fmla="*/ 1613 w 2000"/>
              <a:gd name="T49" fmla="*/ 413 h 1950"/>
              <a:gd name="T50" fmla="*/ 1713 w 2000"/>
              <a:gd name="T51" fmla="*/ 388 h 1950"/>
              <a:gd name="T52" fmla="*/ 1888 w 2000"/>
              <a:gd name="T53" fmla="*/ 138 h 1950"/>
              <a:gd name="T54" fmla="*/ 1813 w 2000"/>
              <a:gd name="T55" fmla="*/ 63 h 1950"/>
              <a:gd name="T56" fmla="*/ 1188 w 2000"/>
              <a:gd name="T57" fmla="*/ 913 h 1950"/>
              <a:gd name="T58" fmla="*/ 988 w 2000"/>
              <a:gd name="T59" fmla="*/ 1113 h 1950"/>
              <a:gd name="T60" fmla="*/ 1338 w 2000"/>
              <a:gd name="T61" fmla="*/ 1525 h 1950"/>
              <a:gd name="T62" fmla="*/ 1800 w 2000"/>
              <a:gd name="T63" fmla="*/ 1900 h 1950"/>
              <a:gd name="T64" fmla="*/ 1825 w 2000"/>
              <a:gd name="T65" fmla="*/ 1850 h 1950"/>
              <a:gd name="T66" fmla="*/ 1563 w 2000"/>
              <a:gd name="T67" fmla="*/ 1700 h 1950"/>
              <a:gd name="T68" fmla="*/ 1725 w 2000"/>
              <a:gd name="T69" fmla="*/ 1413 h 1950"/>
              <a:gd name="T70" fmla="*/ 1988 w 2000"/>
              <a:gd name="T71" fmla="*/ 1563 h 1950"/>
              <a:gd name="T72" fmla="*/ 2000 w 2000"/>
              <a:gd name="T73" fmla="*/ 1538 h 1950"/>
              <a:gd name="T74" fmla="*/ 1563 w 2000"/>
              <a:gd name="T75" fmla="*/ 1225 h 1950"/>
              <a:gd name="T76" fmla="*/ 1188 w 2000"/>
              <a:gd name="T77" fmla="*/ 913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0" h="1950">
                <a:moveTo>
                  <a:pt x="250" y="0"/>
                </a:moveTo>
                <a:lnTo>
                  <a:pt x="225" y="50"/>
                </a:lnTo>
                <a:lnTo>
                  <a:pt x="488" y="200"/>
                </a:lnTo>
                <a:cubicBezTo>
                  <a:pt x="488" y="325"/>
                  <a:pt x="438" y="425"/>
                  <a:pt x="325" y="488"/>
                </a:cubicBezTo>
                <a:lnTo>
                  <a:pt x="63" y="338"/>
                </a:lnTo>
                <a:lnTo>
                  <a:pt x="50" y="363"/>
                </a:lnTo>
                <a:cubicBezTo>
                  <a:pt x="113" y="550"/>
                  <a:pt x="238" y="675"/>
                  <a:pt x="488" y="675"/>
                </a:cubicBezTo>
                <a:cubicBezTo>
                  <a:pt x="550" y="675"/>
                  <a:pt x="738" y="863"/>
                  <a:pt x="838" y="963"/>
                </a:cubicBezTo>
                <a:lnTo>
                  <a:pt x="1038" y="763"/>
                </a:lnTo>
                <a:cubicBezTo>
                  <a:pt x="938" y="663"/>
                  <a:pt x="713" y="438"/>
                  <a:pt x="713" y="375"/>
                </a:cubicBezTo>
                <a:cubicBezTo>
                  <a:pt x="713" y="150"/>
                  <a:pt x="650" y="0"/>
                  <a:pt x="250" y="0"/>
                </a:cubicBezTo>
                <a:close/>
                <a:moveTo>
                  <a:pt x="1813" y="63"/>
                </a:moveTo>
                <a:lnTo>
                  <a:pt x="1563" y="238"/>
                </a:lnTo>
                <a:lnTo>
                  <a:pt x="1538" y="338"/>
                </a:lnTo>
                <a:lnTo>
                  <a:pt x="813" y="1063"/>
                </a:lnTo>
                <a:lnTo>
                  <a:pt x="713" y="1000"/>
                </a:lnTo>
                <a:lnTo>
                  <a:pt x="663" y="1050"/>
                </a:lnTo>
                <a:cubicBezTo>
                  <a:pt x="663" y="1200"/>
                  <a:pt x="488" y="1275"/>
                  <a:pt x="413" y="1275"/>
                </a:cubicBezTo>
                <a:lnTo>
                  <a:pt x="0" y="1688"/>
                </a:lnTo>
                <a:cubicBezTo>
                  <a:pt x="0" y="1813"/>
                  <a:pt x="138" y="1950"/>
                  <a:pt x="263" y="1950"/>
                </a:cubicBezTo>
                <a:lnTo>
                  <a:pt x="675" y="1538"/>
                </a:lnTo>
                <a:cubicBezTo>
                  <a:pt x="675" y="1463"/>
                  <a:pt x="750" y="1288"/>
                  <a:pt x="900" y="1288"/>
                </a:cubicBezTo>
                <a:lnTo>
                  <a:pt x="950" y="1238"/>
                </a:lnTo>
                <a:lnTo>
                  <a:pt x="888" y="1138"/>
                </a:lnTo>
                <a:lnTo>
                  <a:pt x="1613" y="413"/>
                </a:lnTo>
                <a:lnTo>
                  <a:pt x="1713" y="388"/>
                </a:lnTo>
                <a:lnTo>
                  <a:pt x="1888" y="138"/>
                </a:lnTo>
                <a:lnTo>
                  <a:pt x="1813" y="63"/>
                </a:lnTo>
                <a:close/>
                <a:moveTo>
                  <a:pt x="1188" y="913"/>
                </a:moveTo>
                <a:lnTo>
                  <a:pt x="988" y="1113"/>
                </a:lnTo>
                <a:cubicBezTo>
                  <a:pt x="1138" y="1263"/>
                  <a:pt x="1338" y="1463"/>
                  <a:pt x="1338" y="1525"/>
                </a:cubicBezTo>
                <a:cubicBezTo>
                  <a:pt x="1338" y="1750"/>
                  <a:pt x="1400" y="1900"/>
                  <a:pt x="1800" y="1900"/>
                </a:cubicBezTo>
                <a:lnTo>
                  <a:pt x="1825" y="1850"/>
                </a:lnTo>
                <a:lnTo>
                  <a:pt x="1563" y="1700"/>
                </a:lnTo>
                <a:cubicBezTo>
                  <a:pt x="1563" y="1575"/>
                  <a:pt x="1613" y="1475"/>
                  <a:pt x="1725" y="1413"/>
                </a:cubicBezTo>
                <a:lnTo>
                  <a:pt x="1988" y="1563"/>
                </a:lnTo>
                <a:lnTo>
                  <a:pt x="2000" y="1538"/>
                </a:lnTo>
                <a:cubicBezTo>
                  <a:pt x="1938" y="1350"/>
                  <a:pt x="1813" y="1225"/>
                  <a:pt x="1563" y="1225"/>
                </a:cubicBezTo>
                <a:cubicBezTo>
                  <a:pt x="1500" y="1225"/>
                  <a:pt x="1338" y="1063"/>
                  <a:pt x="1188" y="913"/>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3" name="Trends2" descr="{&quot;Key&quot;:&quot;POWER_USER_SHAPE_ICON&quot;,&quot;Value&quot;:&quot;POWER_USER_SHAPE_ICON_STYLE_1&quot;}"/>
          <p:cNvGrpSpPr>
            <a:grpSpLocks noChangeAspect="1"/>
          </p:cNvGrpSpPr>
          <p:nvPr/>
        </p:nvGrpSpPr>
        <p:grpSpPr>
          <a:xfrm>
            <a:off x="5186916" y="4427051"/>
            <a:ext cx="310616" cy="542925"/>
            <a:chOff x="656810" y="146950"/>
            <a:chExt cx="310616" cy="542925"/>
          </a:xfrm>
          <a:solidFill>
            <a:schemeClr val="lt1"/>
          </a:solidFill>
        </p:grpSpPr>
        <p:sp>
          <p:nvSpPr>
            <p:cNvPr id="14" name="Trends2"/>
            <p:cNvSpPr>
              <a:spLocks/>
            </p:cNvSpPr>
            <p:nvPr/>
          </p:nvSpPr>
          <p:spPr bwMode="auto">
            <a:xfrm>
              <a:off x="696983" y="369771"/>
              <a:ext cx="150538" cy="90452"/>
            </a:xfrm>
            <a:custGeom>
              <a:avLst/>
              <a:gdLst>
                <a:gd name="T0" fmla="*/ 487 w 527"/>
                <a:gd name="T1" fmla="*/ 10 h 316"/>
                <a:gd name="T2" fmla="*/ 361 w 527"/>
                <a:gd name="T3" fmla="*/ 243 h 316"/>
                <a:gd name="T4" fmla="*/ 198 w 527"/>
                <a:gd name="T5" fmla="*/ 14 h 316"/>
                <a:gd name="T6" fmla="*/ 164 w 527"/>
                <a:gd name="T7" fmla="*/ 7 h 316"/>
                <a:gd name="T8" fmla="*/ 14 w 527"/>
                <a:gd name="T9" fmla="*/ 107 h 316"/>
                <a:gd name="T10" fmla="*/ 7 w 527"/>
                <a:gd name="T11" fmla="*/ 142 h 316"/>
                <a:gd name="T12" fmla="*/ 42 w 527"/>
                <a:gd name="T13" fmla="*/ 149 h 316"/>
                <a:gd name="T14" fmla="*/ 172 w 527"/>
                <a:gd name="T15" fmla="*/ 62 h 316"/>
                <a:gd name="T16" fmla="*/ 343 w 527"/>
                <a:gd name="T17" fmla="*/ 305 h 316"/>
                <a:gd name="T18" fmla="*/ 363 w 527"/>
                <a:gd name="T19" fmla="*/ 316 h 316"/>
                <a:gd name="T20" fmla="*/ 365 w 527"/>
                <a:gd name="T21" fmla="*/ 316 h 316"/>
                <a:gd name="T22" fmla="*/ 385 w 527"/>
                <a:gd name="T23" fmla="*/ 303 h 316"/>
                <a:gd name="T24" fmla="*/ 527 w 527"/>
                <a:gd name="T25" fmla="*/ 42 h 316"/>
                <a:gd name="T26" fmla="*/ 487 w 527"/>
                <a:gd name="T27" fmla="*/ 1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7" h="316">
                  <a:moveTo>
                    <a:pt x="487" y="10"/>
                  </a:moveTo>
                  <a:lnTo>
                    <a:pt x="361" y="243"/>
                  </a:lnTo>
                  <a:lnTo>
                    <a:pt x="198" y="14"/>
                  </a:lnTo>
                  <a:cubicBezTo>
                    <a:pt x="191" y="3"/>
                    <a:pt x="175" y="0"/>
                    <a:pt x="164" y="7"/>
                  </a:cubicBezTo>
                  <a:lnTo>
                    <a:pt x="14" y="107"/>
                  </a:lnTo>
                  <a:cubicBezTo>
                    <a:pt x="3" y="115"/>
                    <a:pt x="0" y="131"/>
                    <a:pt x="7" y="142"/>
                  </a:cubicBezTo>
                  <a:cubicBezTo>
                    <a:pt x="15" y="154"/>
                    <a:pt x="30" y="157"/>
                    <a:pt x="42" y="149"/>
                  </a:cubicBezTo>
                  <a:lnTo>
                    <a:pt x="172" y="62"/>
                  </a:lnTo>
                  <a:lnTo>
                    <a:pt x="343" y="305"/>
                  </a:lnTo>
                  <a:cubicBezTo>
                    <a:pt x="348" y="312"/>
                    <a:pt x="355" y="316"/>
                    <a:pt x="363" y="316"/>
                  </a:cubicBezTo>
                  <a:cubicBezTo>
                    <a:pt x="364" y="316"/>
                    <a:pt x="364" y="316"/>
                    <a:pt x="365" y="316"/>
                  </a:cubicBezTo>
                  <a:cubicBezTo>
                    <a:pt x="374" y="315"/>
                    <a:pt x="381" y="310"/>
                    <a:pt x="385" y="303"/>
                  </a:cubicBezTo>
                  <a:lnTo>
                    <a:pt x="527" y="42"/>
                  </a:lnTo>
                  <a:cubicBezTo>
                    <a:pt x="511" y="35"/>
                    <a:pt x="497" y="24"/>
                    <a:pt x="487" y="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Trends2"/>
            <p:cNvSpPr>
              <a:spLocks noChangeArrowheads="1"/>
            </p:cNvSpPr>
            <p:nvPr/>
          </p:nvSpPr>
          <p:spPr bwMode="auto">
            <a:xfrm>
              <a:off x="841260" y="342067"/>
              <a:ext cx="32309" cy="32309"/>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Trends2"/>
            <p:cNvSpPr>
              <a:spLocks/>
            </p:cNvSpPr>
            <p:nvPr/>
          </p:nvSpPr>
          <p:spPr bwMode="auto">
            <a:xfrm>
              <a:off x="871843" y="367828"/>
              <a:ext cx="55408" cy="69512"/>
            </a:xfrm>
            <a:custGeom>
              <a:avLst/>
              <a:gdLst>
                <a:gd name="T0" fmla="*/ 0 w 194"/>
                <a:gd name="T1" fmla="*/ 40 h 243"/>
                <a:gd name="T2" fmla="*/ 146 w 194"/>
                <a:gd name="T3" fmla="*/ 230 h 243"/>
                <a:gd name="T4" fmla="*/ 181 w 194"/>
                <a:gd name="T5" fmla="*/ 234 h 243"/>
                <a:gd name="T6" fmla="*/ 186 w 194"/>
                <a:gd name="T7" fmla="*/ 199 h 243"/>
                <a:gd name="T8" fmla="*/ 32 w 194"/>
                <a:gd name="T9" fmla="*/ 0 h 243"/>
                <a:gd name="T10" fmla="*/ 0 w 194"/>
                <a:gd name="T11" fmla="*/ 40 h 243"/>
              </a:gdLst>
              <a:ahLst/>
              <a:cxnLst>
                <a:cxn ang="0">
                  <a:pos x="T0" y="T1"/>
                </a:cxn>
                <a:cxn ang="0">
                  <a:pos x="T2" y="T3"/>
                </a:cxn>
                <a:cxn ang="0">
                  <a:pos x="T4" y="T5"/>
                </a:cxn>
                <a:cxn ang="0">
                  <a:pos x="T6" y="T7"/>
                </a:cxn>
                <a:cxn ang="0">
                  <a:pos x="T8" y="T9"/>
                </a:cxn>
                <a:cxn ang="0">
                  <a:pos x="T10" y="T11"/>
                </a:cxn>
              </a:cxnLst>
              <a:rect l="0" t="0" r="r" b="b"/>
              <a:pathLst>
                <a:path w="194" h="243">
                  <a:moveTo>
                    <a:pt x="0" y="40"/>
                  </a:moveTo>
                  <a:lnTo>
                    <a:pt x="146" y="230"/>
                  </a:lnTo>
                  <a:cubicBezTo>
                    <a:pt x="155" y="241"/>
                    <a:pt x="170" y="243"/>
                    <a:pt x="181" y="234"/>
                  </a:cubicBezTo>
                  <a:cubicBezTo>
                    <a:pt x="192" y="226"/>
                    <a:pt x="194" y="210"/>
                    <a:pt x="186" y="199"/>
                  </a:cubicBezTo>
                  <a:lnTo>
                    <a:pt x="32" y="0"/>
                  </a:lnTo>
                  <a:cubicBezTo>
                    <a:pt x="26" y="16"/>
                    <a:pt x="14" y="30"/>
                    <a:pt x="0" y="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Trends2"/>
            <p:cNvSpPr>
              <a:spLocks noChangeAspect="1" noEditPoints="1"/>
            </p:cNvSpPr>
            <p:nvPr>
              <p:custDataLst>
                <p:tags r:id="rId6"/>
              </p:custDataLst>
            </p:nvPr>
          </p:nvSpPr>
          <p:spPr bwMode="auto">
            <a:xfrm>
              <a:off x="656810" y="146950"/>
              <a:ext cx="310616" cy="542925"/>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8" name="Welding" descr="{&quot;Key&quot;:&quot;POWER_USER_SHAPE_ICON&quot;,&quot;Value&quot;:&quot;POWER_USER_SHAPE_ICON_STYLE_1&quot;}"/>
          <p:cNvGrpSpPr>
            <a:grpSpLocks noChangeAspect="1"/>
          </p:cNvGrpSpPr>
          <p:nvPr>
            <p:custDataLst>
              <p:tags r:id="rId3"/>
            </p:custDataLst>
          </p:nvPr>
        </p:nvGrpSpPr>
        <p:grpSpPr bwMode="auto">
          <a:xfrm>
            <a:off x="6635118" y="4522748"/>
            <a:ext cx="872835" cy="542925"/>
            <a:chOff x="81" y="138"/>
            <a:chExt cx="336" cy="209"/>
          </a:xfrm>
          <a:solidFill>
            <a:schemeClr val="lt1"/>
          </a:solidFill>
        </p:grpSpPr>
        <p:sp>
          <p:nvSpPr>
            <p:cNvPr id="19" name="Welding"/>
            <p:cNvSpPr>
              <a:spLocks noEditPoints="1"/>
            </p:cNvSpPr>
            <p:nvPr>
              <p:custDataLst>
                <p:tags r:id="rId4"/>
              </p:custDataLst>
            </p:nvPr>
          </p:nvSpPr>
          <p:spPr bwMode="auto">
            <a:xfrm>
              <a:off x="81" y="138"/>
              <a:ext cx="133" cy="155"/>
            </a:xfrm>
            <a:custGeom>
              <a:avLst/>
              <a:gdLst>
                <a:gd name="T0" fmla="*/ 152 w 354"/>
                <a:gd name="T1" fmla="*/ 120 h 413"/>
                <a:gd name="T2" fmla="*/ 155 w 354"/>
                <a:gd name="T3" fmla="*/ 123 h 413"/>
                <a:gd name="T4" fmla="*/ 190 w 354"/>
                <a:gd name="T5" fmla="*/ 120 h 413"/>
                <a:gd name="T6" fmla="*/ 186 w 354"/>
                <a:gd name="T7" fmla="*/ 85 h 413"/>
                <a:gd name="T8" fmla="*/ 88 w 354"/>
                <a:gd name="T9" fmla="*/ 4 h 413"/>
                <a:gd name="T10" fmla="*/ 72 w 354"/>
                <a:gd name="T11" fmla="*/ 4 h 413"/>
                <a:gd name="T12" fmla="*/ 70 w 354"/>
                <a:gd name="T13" fmla="*/ 21 h 413"/>
                <a:gd name="T14" fmla="*/ 152 w 354"/>
                <a:gd name="T15" fmla="*/ 120 h 413"/>
                <a:gd name="T16" fmla="*/ 141 w 354"/>
                <a:gd name="T17" fmla="*/ 192 h 413"/>
                <a:gd name="T18" fmla="*/ 166 w 354"/>
                <a:gd name="T19" fmla="*/ 167 h 413"/>
                <a:gd name="T20" fmla="*/ 141 w 354"/>
                <a:gd name="T21" fmla="*/ 143 h 413"/>
                <a:gd name="T22" fmla="*/ 13 w 354"/>
                <a:gd name="T23" fmla="*/ 144 h 413"/>
                <a:gd name="T24" fmla="*/ 1 w 354"/>
                <a:gd name="T25" fmla="*/ 154 h 413"/>
                <a:gd name="T26" fmla="*/ 11 w 354"/>
                <a:gd name="T27" fmla="*/ 168 h 413"/>
                <a:gd name="T28" fmla="*/ 137 w 354"/>
                <a:gd name="T29" fmla="*/ 192 h 413"/>
                <a:gd name="T30" fmla="*/ 141 w 354"/>
                <a:gd name="T31" fmla="*/ 192 h 413"/>
                <a:gd name="T32" fmla="*/ 175 w 354"/>
                <a:gd name="T33" fmla="*/ 253 h 413"/>
                <a:gd name="T34" fmla="*/ 178 w 354"/>
                <a:gd name="T35" fmla="*/ 219 h 413"/>
                <a:gd name="T36" fmla="*/ 143 w 354"/>
                <a:gd name="T37" fmla="*/ 216 h 413"/>
                <a:gd name="T38" fmla="*/ 46 w 354"/>
                <a:gd name="T39" fmla="*/ 299 h 413"/>
                <a:gd name="T40" fmla="*/ 43 w 354"/>
                <a:gd name="T41" fmla="*/ 314 h 413"/>
                <a:gd name="T42" fmla="*/ 60 w 354"/>
                <a:gd name="T43" fmla="*/ 319 h 413"/>
                <a:gd name="T44" fmla="*/ 171 w 354"/>
                <a:gd name="T45" fmla="*/ 256 h 413"/>
                <a:gd name="T46" fmla="*/ 175 w 354"/>
                <a:gd name="T47" fmla="*/ 253 h 413"/>
                <a:gd name="T48" fmla="*/ 220 w 354"/>
                <a:gd name="T49" fmla="*/ 250 h 413"/>
                <a:gd name="T50" fmla="*/ 192 w 354"/>
                <a:gd name="T51" fmla="*/ 271 h 413"/>
                <a:gd name="T52" fmla="*/ 171 w 354"/>
                <a:gd name="T53" fmla="*/ 397 h 413"/>
                <a:gd name="T54" fmla="*/ 179 w 354"/>
                <a:gd name="T55" fmla="*/ 410 h 413"/>
                <a:gd name="T56" fmla="*/ 195 w 354"/>
                <a:gd name="T57" fmla="*/ 403 h 413"/>
                <a:gd name="T58" fmla="*/ 239 w 354"/>
                <a:gd name="T59" fmla="*/ 283 h 413"/>
                <a:gd name="T60" fmla="*/ 241 w 354"/>
                <a:gd name="T61" fmla="*/ 279 h 413"/>
                <a:gd name="T62" fmla="*/ 220 w 354"/>
                <a:gd name="T63" fmla="*/ 250 h 413"/>
                <a:gd name="T64" fmla="*/ 352 w 354"/>
                <a:gd name="T65" fmla="*/ 381 h 413"/>
                <a:gd name="T66" fmla="*/ 309 w 354"/>
                <a:gd name="T67" fmla="*/ 260 h 413"/>
                <a:gd name="T68" fmla="*/ 307 w 354"/>
                <a:gd name="T69" fmla="*/ 256 h 413"/>
                <a:gd name="T70" fmla="*/ 273 w 354"/>
                <a:gd name="T71" fmla="*/ 247 h 413"/>
                <a:gd name="T72" fmla="*/ 264 w 354"/>
                <a:gd name="T73" fmla="*/ 281 h 413"/>
                <a:gd name="T74" fmla="*/ 329 w 354"/>
                <a:gd name="T75" fmla="*/ 391 h 413"/>
                <a:gd name="T76" fmla="*/ 344 w 354"/>
                <a:gd name="T77" fmla="*/ 397 h 413"/>
                <a:gd name="T78" fmla="*/ 352 w 354"/>
                <a:gd name="T79" fmla="*/ 381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4" h="413">
                  <a:moveTo>
                    <a:pt x="152" y="120"/>
                  </a:moveTo>
                  <a:cubicBezTo>
                    <a:pt x="152" y="121"/>
                    <a:pt x="154" y="122"/>
                    <a:pt x="155" y="123"/>
                  </a:cubicBezTo>
                  <a:cubicBezTo>
                    <a:pt x="165" y="132"/>
                    <a:pt x="181" y="131"/>
                    <a:pt x="190" y="120"/>
                  </a:cubicBezTo>
                  <a:cubicBezTo>
                    <a:pt x="198" y="109"/>
                    <a:pt x="197" y="94"/>
                    <a:pt x="186" y="85"/>
                  </a:cubicBezTo>
                  <a:lnTo>
                    <a:pt x="88" y="4"/>
                  </a:lnTo>
                  <a:cubicBezTo>
                    <a:pt x="83" y="0"/>
                    <a:pt x="76" y="0"/>
                    <a:pt x="72" y="4"/>
                  </a:cubicBezTo>
                  <a:cubicBezTo>
                    <a:pt x="67" y="8"/>
                    <a:pt x="66" y="16"/>
                    <a:pt x="70" y="21"/>
                  </a:cubicBezTo>
                  <a:lnTo>
                    <a:pt x="152" y="120"/>
                  </a:lnTo>
                  <a:close/>
                  <a:moveTo>
                    <a:pt x="141" y="192"/>
                  </a:moveTo>
                  <a:cubicBezTo>
                    <a:pt x="155" y="192"/>
                    <a:pt x="166" y="181"/>
                    <a:pt x="166" y="167"/>
                  </a:cubicBezTo>
                  <a:cubicBezTo>
                    <a:pt x="166" y="153"/>
                    <a:pt x="155" y="143"/>
                    <a:pt x="141" y="143"/>
                  </a:cubicBezTo>
                  <a:lnTo>
                    <a:pt x="13" y="144"/>
                  </a:lnTo>
                  <a:cubicBezTo>
                    <a:pt x="7" y="144"/>
                    <a:pt x="2" y="148"/>
                    <a:pt x="1" y="154"/>
                  </a:cubicBezTo>
                  <a:cubicBezTo>
                    <a:pt x="0" y="161"/>
                    <a:pt x="4" y="167"/>
                    <a:pt x="11" y="168"/>
                  </a:cubicBezTo>
                  <a:lnTo>
                    <a:pt x="137" y="192"/>
                  </a:lnTo>
                  <a:cubicBezTo>
                    <a:pt x="138" y="192"/>
                    <a:pt x="140" y="192"/>
                    <a:pt x="141" y="192"/>
                  </a:cubicBezTo>
                  <a:close/>
                  <a:moveTo>
                    <a:pt x="175" y="253"/>
                  </a:moveTo>
                  <a:cubicBezTo>
                    <a:pt x="186" y="245"/>
                    <a:pt x="187" y="229"/>
                    <a:pt x="178" y="219"/>
                  </a:cubicBezTo>
                  <a:cubicBezTo>
                    <a:pt x="169" y="208"/>
                    <a:pt x="154" y="207"/>
                    <a:pt x="143" y="216"/>
                  </a:cubicBezTo>
                  <a:lnTo>
                    <a:pt x="46" y="299"/>
                  </a:lnTo>
                  <a:cubicBezTo>
                    <a:pt x="41" y="303"/>
                    <a:pt x="40" y="309"/>
                    <a:pt x="43" y="314"/>
                  </a:cubicBezTo>
                  <a:cubicBezTo>
                    <a:pt x="46" y="320"/>
                    <a:pt x="54" y="322"/>
                    <a:pt x="60" y="319"/>
                  </a:cubicBezTo>
                  <a:lnTo>
                    <a:pt x="171" y="256"/>
                  </a:lnTo>
                  <a:cubicBezTo>
                    <a:pt x="173" y="255"/>
                    <a:pt x="174" y="254"/>
                    <a:pt x="175" y="253"/>
                  </a:cubicBezTo>
                  <a:close/>
                  <a:moveTo>
                    <a:pt x="220" y="250"/>
                  </a:moveTo>
                  <a:cubicBezTo>
                    <a:pt x="207" y="248"/>
                    <a:pt x="194" y="257"/>
                    <a:pt x="192" y="271"/>
                  </a:cubicBezTo>
                  <a:lnTo>
                    <a:pt x="171" y="397"/>
                  </a:lnTo>
                  <a:cubicBezTo>
                    <a:pt x="170" y="402"/>
                    <a:pt x="173" y="408"/>
                    <a:pt x="179" y="410"/>
                  </a:cubicBezTo>
                  <a:cubicBezTo>
                    <a:pt x="185" y="413"/>
                    <a:pt x="192" y="409"/>
                    <a:pt x="195" y="403"/>
                  </a:cubicBezTo>
                  <a:lnTo>
                    <a:pt x="239" y="283"/>
                  </a:lnTo>
                  <a:cubicBezTo>
                    <a:pt x="240" y="282"/>
                    <a:pt x="240" y="280"/>
                    <a:pt x="241" y="279"/>
                  </a:cubicBezTo>
                  <a:cubicBezTo>
                    <a:pt x="243" y="265"/>
                    <a:pt x="234" y="252"/>
                    <a:pt x="220" y="250"/>
                  </a:cubicBezTo>
                  <a:close/>
                  <a:moveTo>
                    <a:pt x="352" y="381"/>
                  </a:moveTo>
                  <a:lnTo>
                    <a:pt x="309" y="260"/>
                  </a:lnTo>
                  <a:cubicBezTo>
                    <a:pt x="308" y="259"/>
                    <a:pt x="308" y="257"/>
                    <a:pt x="307" y="256"/>
                  </a:cubicBezTo>
                  <a:cubicBezTo>
                    <a:pt x="300" y="244"/>
                    <a:pt x="285" y="240"/>
                    <a:pt x="273" y="247"/>
                  </a:cubicBezTo>
                  <a:cubicBezTo>
                    <a:pt x="261" y="254"/>
                    <a:pt x="257" y="269"/>
                    <a:pt x="264" y="281"/>
                  </a:cubicBezTo>
                  <a:lnTo>
                    <a:pt x="329" y="391"/>
                  </a:lnTo>
                  <a:cubicBezTo>
                    <a:pt x="332" y="396"/>
                    <a:pt x="338" y="399"/>
                    <a:pt x="344" y="397"/>
                  </a:cubicBezTo>
                  <a:cubicBezTo>
                    <a:pt x="350" y="394"/>
                    <a:pt x="354" y="387"/>
                    <a:pt x="352" y="3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Welding"/>
            <p:cNvSpPr>
              <a:spLocks noEditPoints="1"/>
            </p:cNvSpPr>
            <p:nvPr>
              <p:custDataLst>
                <p:tags r:id="rId5"/>
              </p:custDataLst>
            </p:nvPr>
          </p:nvSpPr>
          <p:spPr bwMode="auto">
            <a:xfrm>
              <a:off x="164" y="175"/>
              <a:ext cx="253" cy="172"/>
            </a:xfrm>
            <a:custGeom>
              <a:avLst/>
              <a:gdLst>
                <a:gd name="T0" fmla="*/ 523 w 674"/>
                <a:gd name="T1" fmla="*/ 121 h 457"/>
                <a:gd name="T2" fmla="*/ 422 w 674"/>
                <a:gd name="T3" fmla="*/ 124 h 457"/>
                <a:gd name="T4" fmla="*/ 340 w 674"/>
                <a:gd name="T5" fmla="*/ 74 h 457"/>
                <a:gd name="T6" fmla="*/ 303 w 674"/>
                <a:gd name="T7" fmla="*/ 91 h 457"/>
                <a:gd name="T8" fmla="*/ 261 w 674"/>
                <a:gd name="T9" fmla="*/ 70 h 457"/>
                <a:gd name="T10" fmla="*/ 215 w 674"/>
                <a:gd name="T11" fmla="*/ 30 h 457"/>
                <a:gd name="T12" fmla="*/ 207 w 674"/>
                <a:gd name="T13" fmla="*/ 23 h 457"/>
                <a:gd name="T14" fmla="*/ 203 w 674"/>
                <a:gd name="T15" fmla="*/ 20 h 457"/>
                <a:gd name="T16" fmla="*/ 197 w 674"/>
                <a:gd name="T17" fmla="*/ 15 h 457"/>
                <a:gd name="T18" fmla="*/ 176 w 674"/>
                <a:gd name="T19" fmla="*/ 5 h 457"/>
                <a:gd name="T20" fmla="*/ 124 w 674"/>
                <a:gd name="T21" fmla="*/ 6 h 457"/>
                <a:gd name="T22" fmla="*/ 116 w 674"/>
                <a:gd name="T23" fmla="*/ 10 h 457"/>
                <a:gd name="T24" fmla="*/ 98 w 674"/>
                <a:gd name="T25" fmla="*/ 18 h 457"/>
                <a:gd name="T26" fmla="*/ 13 w 674"/>
                <a:gd name="T27" fmla="*/ 60 h 457"/>
                <a:gd name="T28" fmla="*/ 28 w 674"/>
                <a:gd name="T29" fmla="*/ 95 h 457"/>
                <a:gd name="T30" fmla="*/ 117 w 674"/>
                <a:gd name="T31" fmla="*/ 64 h 457"/>
                <a:gd name="T32" fmla="*/ 136 w 674"/>
                <a:gd name="T33" fmla="*/ 57 h 457"/>
                <a:gd name="T34" fmla="*/ 141 w 674"/>
                <a:gd name="T35" fmla="*/ 56 h 457"/>
                <a:gd name="T36" fmla="*/ 157 w 674"/>
                <a:gd name="T37" fmla="*/ 58 h 457"/>
                <a:gd name="T38" fmla="*/ 160 w 674"/>
                <a:gd name="T39" fmla="*/ 60 h 457"/>
                <a:gd name="T40" fmla="*/ 164 w 674"/>
                <a:gd name="T41" fmla="*/ 65 h 457"/>
                <a:gd name="T42" fmla="*/ 166 w 674"/>
                <a:gd name="T43" fmla="*/ 66 h 457"/>
                <a:gd name="T44" fmla="*/ 164 w 674"/>
                <a:gd name="T45" fmla="*/ 65 h 457"/>
                <a:gd name="T46" fmla="*/ 165 w 674"/>
                <a:gd name="T47" fmla="*/ 66 h 457"/>
                <a:gd name="T48" fmla="*/ 172 w 674"/>
                <a:gd name="T49" fmla="*/ 73 h 457"/>
                <a:gd name="T50" fmla="*/ 212 w 674"/>
                <a:gd name="T51" fmla="*/ 119 h 457"/>
                <a:gd name="T52" fmla="*/ 233 w 674"/>
                <a:gd name="T53" fmla="*/ 161 h 457"/>
                <a:gd name="T54" fmla="*/ 216 w 674"/>
                <a:gd name="T55" fmla="*/ 198 h 457"/>
                <a:gd name="T56" fmla="*/ 424 w 674"/>
                <a:gd name="T57" fmla="*/ 428 h 457"/>
                <a:gd name="T58" fmla="*/ 461 w 674"/>
                <a:gd name="T59" fmla="*/ 397 h 457"/>
                <a:gd name="T60" fmla="*/ 537 w 674"/>
                <a:gd name="T61" fmla="*/ 457 h 457"/>
                <a:gd name="T62" fmla="*/ 539 w 674"/>
                <a:gd name="T63" fmla="*/ 337 h 457"/>
                <a:gd name="T64" fmla="*/ 565 w 674"/>
                <a:gd name="T65" fmla="*/ 293 h 457"/>
                <a:gd name="T66" fmla="*/ 564 w 674"/>
                <a:gd name="T67" fmla="*/ 271 h 457"/>
                <a:gd name="T68" fmla="*/ 459 w 674"/>
                <a:gd name="T69" fmla="*/ 177 h 457"/>
                <a:gd name="T70" fmla="*/ 474 w 674"/>
                <a:gd name="T71" fmla="*/ 167 h 457"/>
                <a:gd name="T72" fmla="*/ 620 w 674"/>
                <a:gd name="T73" fmla="*/ 283 h 457"/>
                <a:gd name="T74" fmla="*/ 663 w 674"/>
                <a:gd name="T75" fmla="*/ 279 h 457"/>
                <a:gd name="T76" fmla="*/ 427 w 674"/>
                <a:gd name="T77" fmla="*/ 345 h 457"/>
                <a:gd name="T78" fmla="*/ 386 w 674"/>
                <a:gd name="T79" fmla="*/ 247 h 457"/>
                <a:gd name="T80" fmla="*/ 368 w 674"/>
                <a:gd name="T81" fmla="*/ 230 h 457"/>
                <a:gd name="T82" fmla="*/ 330 w 674"/>
                <a:gd name="T83" fmla="*/ 235 h 457"/>
                <a:gd name="T84" fmla="*/ 352 w 674"/>
                <a:gd name="T85" fmla="*/ 196 h 457"/>
                <a:gd name="T86" fmla="*/ 314 w 674"/>
                <a:gd name="T87" fmla="*/ 217 h 457"/>
                <a:gd name="T88" fmla="*/ 332 w 674"/>
                <a:gd name="T89" fmla="*/ 149 h 457"/>
                <a:gd name="T90" fmla="*/ 427 w 674"/>
                <a:gd name="T91" fmla="*/ 345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74" h="457">
                  <a:moveTo>
                    <a:pt x="659" y="236"/>
                  </a:moveTo>
                  <a:lnTo>
                    <a:pt x="523" y="121"/>
                  </a:lnTo>
                  <a:cubicBezTo>
                    <a:pt x="502" y="103"/>
                    <a:pt x="472" y="99"/>
                    <a:pt x="447" y="112"/>
                  </a:cubicBezTo>
                  <a:lnTo>
                    <a:pt x="422" y="124"/>
                  </a:lnTo>
                  <a:cubicBezTo>
                    <a:pt x="413" y="129"/>
                    <a:pt x="401" y="128"/>
                    <a:pt x="393" y="120"/>
                  </a:cubicBezTo>
                  <a:lnTo>
                    <a:pt x="340" y="74"/>
                  </a:lnTo>
                  <a:cubicBezTo>
                    <a:pt x="334" y="69"/>
                    <a:pt x="325" y="69"/>
                    <a:pt x="319" y="75"/>
                  </a:cubicBezTo>
                  <a:lnTo>
                    <a:pt x="303" y="91"/>
                  </a:lnTo>
                  <a:cubicBezTo>
                    <a:pt x="298" y="96"/>
                    <a:pt x="290" y="96"/>
                    <a:pt x="284" y="91"/>
                  </a:cubicBezTo>
                  <a:cubicBezTo>
                    <a:pt x="278" y="86"/>
                    <a:pt x="270" y="79"/>
                    <a:pt x="261" y="70"/>
                  </a:cubicBezTo>
                  <a:cubicBezTo>
                    <a:pt x="250" y="61"/>
                    <a:pt x="238" y="50"/>
                    <a:pt x="225" y="39"/>
                  </a:cubicBezTo>
                  <a:cubicBezTo>
                    <a:pt x="222" y="36"/>
                    <a:pt x="218" y="33"/>
                    <a:pt x="215" y="30"/>
                  </a:cubicBezTo>
                  <a:cubicBezTo>
                    <a:pt x="213" y="29"/>
                    <a:pt x="212" y="27"/>
                    <a:pt x="210" y="26"/>
                  </a:cubicBezTo>
                  <a:lnTo>
                    <a:pt x="207" y="23"/>
                  </a:lnTo>
                  <a:lnTo>
                    <a:pt x="204" y="21"/>
                  </a:lnTo>
                  <a:lnTo>
                    <a:pt x="203" y="20"/>
                  </a:lnTo>
                  <a:lnTo>
                    <a:pt x="200" y="18"/>
                  </a:lnTo>
                  <a:cubicBezTo>
                    <a:pt x="199" y="17"/>
                    <a:pt x="199" y="16"/>
                    <a:pt x="197" y="15"/>
                  </a:cubicBezTo>
                  <a:cubicBezTo>
                    <a:pt x="193" y="13"/>
                    <a:pt x="189" y="10"/>
                    <a:pt x="186" y="9"/>
                  </a:cubicBezTo>
                  <a:cubicBezTo>
                    <a:pt x="183" y="7"/>
                    <a:pt x="179" y="6"/>
                    <a:pt x="176" y="5"/>
                  </a:cubicBezTo>
                  <a:cubicBezTo>
                    <a:pt x="172" y="4"/>
                    <a:pt x="169" y="3"/>
                    <a:pt x="165" y="2"/>
                  </a:cubicBezTo>
                  <a:cubicBezTo>
                    <a:pt x="151" y="0"/>
                    <a:pt x="137" y="1"/>
                    <a:pt x="124" y="6"/>
                  </a:cubicBezTo>
                  <a:lnTo>
                    <a:pt x="119" y="8"/>
                  </a:lnTo>
                  <a:lnTo>
                    <a:pt x="116" y="10"/>
                  </a:lnTo>
                  <a:cubicBezTo>
                    <a:pt x="114" y="11"/>
                    <a:pt x="112" y="12"/>
                    <a:pt x="110" y="13"/>
                  </a:cubicBezTo>
                  <a:cubicBezTo>
                    <a:pt x="106" y="14"/>
                    <a:pt x="102" y="16"/>
                    <a:pt x="98" y="18"/>
                  </a:cubicBezTo>
                  <a:cubicBezTo>
                    <a:pt x="82" y="26"/>
                    <a:pt x="68" y="33"/>
                    <a:pt x="55" y="39"/>
                  </a:cubicBezTo>
                  <a:cubicBezTo>
                    <a:pt x="30" y="51"/>
                    <a:pt x="13" y="60"/>
                    <a:pt x="13" y="60"/>
                  </a:cubicBezTo>
                  <a:cubicBezTo>
                    <a:pt x="5" y="64"/>
                    <a:pt x="0" y="74"/>
                    <a:pt x="4" y="83"/>
                  </a:cubicBezTo>
                  <a:cubicBezTo>
                    <a:pt x="7" y="93"/>
                    <a:pt x="18" y="98"/>
                    <a:pt x="28" y="95"/>
                  </a:cubicBezTo>
                  <a:cubicBezTo>
                    <a:pt x="28" y="95"/>
                    <a:pt x="45" y="89"/>
                    <a:pt x="72" y="80"/>
                  </a:cubicBezTo>
                  <a:cubicBezTo>
                    <a:pt x="85" y="75"/>
                    <a:pt x="100" y="70"/>
                    <a:pt x="117" y="64"/>
                  </a:cubicBezTo>
                  <a:cubicBezTo>
                    <a:pt x="121" y="63"/>
                    <a:pt x="125" y="61"/>
                    <a:pt x="129" y="60"/>
                  </a:cubicBezTo>
                  <a:cubicBezTo>
                    <a:pt x="131" y="59"/>
                    <a:pt x="134" y="58"/>
                    <a:pt x="136" y="57"/>
                  </a:cubicBezTo>
                  <a:lnTo>
                    <a:pt x="139" y="56"/>
                  </a:lnTo>
                  <a:lnTo>
                    <a:pt x="141" y="56"/>
                  </a:lnTo>
                  <a:cubicBezTo>
                    <a:pt x="145" y="55"/>
                    <a:pt x="150" y="55"/>
                    <a:pt x="154" y="57"/>
                  </a:cubicBezTo>
                  <a:cubicBezTo>
                    <a:pt x="155" y="57"/>
                    <a:pt x="156" y="58"/>
                    <a:pt x="157" y="58"/>
                  </a:cubicBezTo>
                  <a:cubicBezTo>
                    <a:pt x="157" y="59"/>
                    <a:pt x="158" y="59"/>
                    <a:pt x="159" y="60"/>
                  </a:cubicBezTo>
                  <a:cubicBezTo>
                    <a:pt x="160" y="60"/>
                    <a:pt x="160" y="60"/>
                    <a:pt x="160" y="60"/>
                  </a:cubicBezTo>
                  <a:cubicBezTo>
                    <a:pt x="160" y="60"/>
                    <a:pt x="161" y="62"/>
                    <a:pt x="162" y="62"/>
                  </a:cubicBezTo>
                  <a:lnTo>
                    <a:pt x="164" y="65"/>
                  </a:lnTo>
                  <a:lnTo>
                    <a:pt x="166" y="66"/>
                  </a:lnTo>
                  <a:lnTo>
                    <a:pt x="166" y="66"/>
                  </a:lnTo>
                  <a:cubicBezTo>
                    <a:pt x="165" y="65"/>
                    <a:pt x="167" y="67"/>
                    <a:pt x="164" y="64"/>
                  </a:cubicBezTo>
                  <a:lnTo>
                    <a:pt x="164" y="65"/>
                  </a:lnTo>
                  <a:lnTo>
                    <a:pt x="165" y="65"/>
                  </a:lnTo>
                  <a:lnTo>
                    <a:pt x="165" y="66"/>
                  </a:lnTo>
                  <a:lnTo>
                    <a:pt x="167" y="68"/>
                  </a:lnTo>
                  <a:cubicBezTo>
                    <a:pt x="169" y="70"/>
                    <a:pt x="170" y="71"/>
                    <a:pt x="172" y="73"/>
                  </a:cubicBezTo>
                  <a:cubicBezTo>
                    <a:pt x="175" y="77"/>
                    <a:pt x="178" y="80"/>
                    <a:pt x="181" y="83"/>
                  </a:cubicBezTo>
                  <a:cubicBezTo>
                    <a:pt x="192" y="96"/>
                    <a:pt x="203" y="108"/>
                    <a:pt x="212" y="119"/>
                  </a:cubicBezTo>
                  <a:cubicBezTo>
                    <a:pt x="221" y="128"/>
                    <a:pt x="228" y="136"/>
                    <a:pt x="233" y="142"/>
                  </a:cubicBezTo>
                  <a:cubicBezTo>
                    <a:pt x="238" y="148"/>
                    <a:pt x="238" y="156"/>
                    <a:pt x="233" y="161"/>
                  </a:cubicBezTo>
                  <a:lnTo>
                    <a:pt x="217" y="177"/>
                  </a:lnTo>
                  <a:cubicBezTo>
                    <a:pt x="211" y="183"/>
                    <a:pt x="211" y="192"/>
                    <a:pt x="216" y="198"/>
                  </a:cubicBezTo>
                  <a:lnTo>
                    <a:pt x="413" y="423"/>
                  </a:lnTo>
                  <a:cubicBezTo>
                    <a:pt x="416" y="426"/>
                    <a:pt x="420" y="428"/>
                    <a:pt x="424" y="428"/>
                  </a:cubicBezTo>
                  <a:cubicBezTo>
                    <a:pt x="428" y="428"/>
                    <a:pt x="432" y="426"/>
                    <a:pt x="435" y="423"/>
                  </a:cubicBezTo>
                  <a:lnTo>
                    <a:pt x="461" y="397"/>
                  </a:lnTo>
                  <a:cubicBezTo>
                    <a:pt x="466" y="393"/>
                    <a:pt x="474" y="393"/>
                    <a:pt x="478" y="397"/>
                  </a:cubicBezTo>
                  <a:lnTo>
                    <a:pt x="537" y="457"/>
                  </a:lnTo>
                  <a:lnTo>
                    <a:pt x="598" y="396"/>
                  </a:lnTo>
                  <a:lnTo>
                    <a:pt x="539" y="337"/>
                  </a:lnTo>
                  <a:cubicBezTo>
                    <a:pt x="534" y="332"/>
                    <a:pt x="534" y="324"/>
                    <a:pt x="539" y="319"/>
                  </a:cubicBezTo>
                  <a:lnTo>
                    <a:pt x="565" y="293"/>
                  </a:lnTo>
                  <a:cubicBezTo>
                    <a:pt x="568" y="290"/>
                    <a:pt x="570" y="286"/>
                    <a:pt x="570" y="282"/>
                  </a:cubicBezTo>
                  <a:cubicBezTo>
                    <a:pt x="569" y="278"/>
                    <a:pt x="568" y="274"/>
                    <a:pt x="564" y="271"/>
                  </a:cubicBezTo>
                  <a:lnTo>
                    <a:pt x="460" y="180"/>
                  </a:lnTo>
                  <a:cubicBezTo>
                    <a:pt x="459" y="179"/>
                    <a:pt x="459" y="178"/>
                    <a:pt x="459" y="177"/>
                  </a:cubicBezTo>
                  <a:cubicBezTo>
                    <a:pt x="459" y="175"/>
                    <a:pt x="460" y="174"/>
                    <a:pt x="461" y="174"/>
                  </a:cubicBezTo>
                  <a:lnTo>
                    <a:pt x="474" y="167"/>
                  </a:lnTo>
                  <a:cubicBezTo>
                    <a:pt x="477" y="166"/>
                    <a:pt x="481" y="166"/>
                    <a:pt x="484" y="168"/>
                  </a:cubicBezTo>
                  <a:lnTo>
                    <a:pt x="620" y="283"/>
                  </a:lnTo>
                  <a:cubicBezTo>
                    <a:pt x="632" y="293"/>
                    <a:pt x="650" y="292"/>
                    <a:pt x="661" y="281"/>
                  </a:cubicBezTo>
                  <a:cubicBezTo>
                    <a:pt x="662" y="280"/>
                    <a:pt x="662" y="280"/>
                    <a:pt x="663" y="279"/>
                  </a:cubicBezTo>
                  <a:cubicBezTo>
                    <a:pt x="674" y="266"/>
                    <a:pt x="672" y="247"/>
                    <a:pt x="659" y="236"/>
                  </a:cubicBezTo>
                  <a:close/>
                  <a:moveTo>
                    <a:pt x="427" y="345"/>
                  </a:moveTo>
                  <a:lnTo>
                    <a:pt x="362" y="271"/>
                  </a:lnTo>
                  <a:lnTo>
                    <a:pt x="386" y="247"/>
                  </a:lnTo>
                  <a:cubicBezTo>
                    <a:pt x="390" y="243"/>
                    <a:pt x="390" y="235"/>
                    <a:pt x="386" y="230"/>
                  </a:cubicBezTo>
                  <a:cubicBezTo>
                    <a:pt x="381" y="225"/>
                    <a:pt x="373" y="225"/>
                    <a:pt x="368" y="230"/>
                  </a:cubicBezTo>
                  <a:lnTo>
                    <a:pt x="346" y="252"/>
                  </a:lnTo>
                  <a:lnTo>
                    <a:pt x="330" y="235"/>
                  </a:lnTo>
                  <a:lnTo>
                    <a:pt x="352" y="214"/>
                  </a:lnTo>
                  <a:cubicBezTo>
                    <a:pt x="357" y="209"/>
                    <a:pt x="357" y="201"/>
                    <a:pt x="352" y="196"/>
                  </a:cubicBezTo>
                  <a:cubicBezTo>
                    <a:pt x="347" y="191"/>
                    <a:pt x="339" y="191"/>
                    <a:pt x="334" y="196"/>
                  </a:cubicBezTo>
                  <a:lnTo>
                    <a:pt x="314" y="217"/>
                  </a:lnTo>
                  <a:lnTo>
                    <a:pt x="291" y="190"/>
                  </a:lnTo>
                  <a:lnTo>
                    <a:pt x="332" y="149"/>
                  </a:lnTo>
                  <a:lnTo>
                    <a:pt x="487" y="285"/>
                  </a:lnTo>
                  <a:lnTo>
                    <a:pt x="427" y="3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1" name="Oval 20"/>
          <p:cNvSpPr>
            <a:spLocks noChangeAspect="1"/>
          </p:cNvSpPr>
          <p:nvPr/>
        </p:nvSpPr>
        <p:spPr>
          <a:xfrm>
            <a:off x="5534127" y="3190571"/>
            <a:ext cx="1338773" cy="1338773"/>
          </a:xfrm>
          <a:prstGeom prst="ellipse">
            <a:avLst/>
          </a:prstGeom>
          <a:solidFill>
            <a:schemeClr val="lt1">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72756588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9BC95-599C-6AF0-A4B3-B503A9491FAD}"/>
              </a:ext>
            </a:extLst>
          </p:cNvPr>
          <p:cNvSpPr>
            <a:spLocks noGrp="1"/>
          </p:cNvSpPr>
          <p:nvPr>
            <p:ph type="title"/>
          </p:nvPr>
        </p:nvSpPr>
        <p:spPr>
          <a:xfrm>
            <a:off x="214184" y="13663"/>
            <a:ext cx="9728886" cy="678316"/>
          </a:xfrm>
        </p:spPr>
        <p:txBody>
          <a:bodyPr>
            <a:normAutofit/>
          </a:bodyPr>
          <a:lstStyle/>
          <a:p>
            <a:r>
              <a:rPr lang="en-US" dirty="0"/>
              <a:t>Arrows 16</a:t>
            </a:r>
          </a:p>
        </p:txBody>
      </p:sp>
      <p:grpSp>
        <p:nvGrpSpPr>
          <p:cNvPr id="3" name="Groupe 20">
            <a:extLst>
              <a:ext uri="{FF2B5EF4-FFF2-40B4-BE49-F238E27FC236}">
                <a16:creationId xmlns:a16="http://schemas.microsoft.com/office/drawing/2014/main" id="{71C11C08-B29D-1584-EF63-D7F50ADF8596}"/>
              </a:ext>
            </a:extLst>
          </p:cNvPr>
          <p:cNvGrpSpPr/>
          <p:nvPr/>
        </p:nvGrpSpPr>
        <p:grpSpPr>
          <a:xfrm>
            <a:off x="6935590" y="1433255"/>
            <a:ext cx="3991490" cy="3991490"/>
            <a:chOff x="7674112" y="2010370"/>
            <a:chExt cx="3398368" cy="3398368"/>
          </a:xfrm>
        </p:grpSpPr>
        <p:sp>
          <p:nvSpPr>
            <p:cNvPr id="4" name="Arc 3">
              <a:extLst>
                <a:ext uri="{FF2B5EF4-FFF2-40B4-BE49-F238E27FC236}">
                  <a16:creationId xmlns:a16="http://schemas.microsoft.com/office/drawing/2014/main" id="{7739E9FF-B9D9-8C92-A34D-B16470EC2A85}"/>
                </a:ext>
              </a:extLst>
            </p:cNvPr>
            <p:cNvSpPr/>
            <p:nvPr/>
          </p:nvSpPr>
          <p:spPr>
            <a:xfrm rot="7200000">
              <a:off x="8375111" y="2711367"/>
              <a:ext cx="1996374" cy="1996374"/>
            </a:xfrm>
            <a:prstGeom prst="arc">
              <a:avLst>
                <a:gd name="adj1" fmla="val 16200000"/>
                <a:gd name="adj2" fmla="val 10961027"/>
              </a:avLst>
            </a:prstGeom>
            <a:ln w="168275">
              <a:solidFill>
                <a:schemeClr val="accent2"/>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a:extLst>
                <a:ext uri="{FF2B5EF4-FFF2-40B4-BE49-F238E27FC236}">
                  <a16:creationId xmlns:a16="http://schemas.microsoft.com/office/drawing/2014/main" id="{04B041BE-7802-9D12-B905-190AD510B0B0}"/>
                </a:ext>
              </a:extLst>
            </p:cNvPr>
            <p:cNvSpPr/>
            <p:nvPr/>
          </p:nvSpPr>
          <p:spPr>
            <a:xfrm rot="9000000">
              <a:off x="8007972" y="2344230"/>
              <a:ext cx="2730648" cy="2730648"/>
            </a:xfrm>
            <a:prstGeom prst="arc">
              <a:avLst>
                <a:gd name="adj1" fmla="val 16200000"/>
                <a:gd name="adj2" fmla="val 10536613"/>
              </a:avLst>
            </a:prstGeom>
            <a:ln w="168275">
              <a:solidFill>
                <a:schemeClr val="accent3"/>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Arc 5">
              <a:extLst>
                <a:ext uri="{FF2B5EF4-FFF2-40B4-BE49-F238E27FC236}">
                  <a16:creationId xmlns:a16="http://schemas.microsoft.com/office/drawing/2014/main" id="{6568C10E-4C65-50D6-F655-CF1188776BE7}"/>
                </a:ext>
              </a:extLst>
            </p:cNvPr>
            <p:cNvSpPr/>
            <p:nvPr/>
          </p:nvSpPr>
          <p:spPr>
            <a:xfrm rot="10800000">
              <a:off x="7674112" y="2010370"/>
              <a:ext cx="3398368" cy="3398368"/>
            </a:xfrm>
            <a:prstGeom prst="arc">
              <a:avLst>
                <a:gd name="adj1" fmla="val 16200000"/>
                <a:gd name="adj2" fmla="val 9982622"/>
              </a:avLst>
            </a:prstGeom>
            <a:ln w="168275">
              <a:solidFill>
                <a:schemeClr val="accent4"/>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 name="Arc 6">
              <a:extLst>
                <a:ext uri="{FF2B5EF4-FFF2-40B4-BE49-F238E27FC236}">
                  <a16:creationId xmlns:a16="http://schemas.microsoft.com/office/drawing/2014/main" id="{27BAED1F-D0E3-1E7F-1C9B-4F12A2335314}"/>
                </a:ext>
              </a:extLst>
            </p:cNvPr>
            <p:cNvSpPr/>
            <p:nvPr/>
          </p:nvSpPr>
          <p:spPr>
            <a:xfrm rot="5400000">
              <a:off x="8707375" y="3043632"/>
              <a:ext cx="1331844" cy="1331844"/>
            </a:xfrm>
            <a:prstGeom prst="arc">
              <a:avLst>
                <a:gd name="adj1" fmla="val 16200000"/>
                <a:gd name="adj2" fmla="val 10961027"/>
              </a:avLst>
            </a:prstGeom>
            <a:ln w="168275">
              <a:solidFill>
                <a:schemeClr val="accent1"/>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9" name="TextBox 82">
            <a:extLst>
              <a:ext uri="{FF2B5EF4-FFF2-40B4-BE49-F238E27FC236}">
                <a16:creationId xmlns:a16="http://schemas.microsoft.com/office/drawing/2014/main" id="{812C33A1-07C7-C848-D5CF-B39E89EDBB9E}"/>
              </a:ext>
            </a:extLst>
          </p:cNvPr>
          <p:cNvSpPr txBox="1"/>
          <p:nvPr/>
        </p:nvSpPr>
        <p:spPr>
          <a:xfrm>
            <a:off x="1774769" y="1383265"/>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Ellipse 24">
            <a:extLst>
              <a:ext uri="{FF2B5EF4-FFF2-40B4-BE49-F238E27FC236}">
                <a16:creationId xmlns:a16="http://schemas.microsoft.com/office/drawing/2014/main" id="{A3136370-AC3C-59A9-BB45-FB79A2A763DE}"/>
              </a:ext>
            </a:extLst>
          </p:cNvPr>
          <p:cNvSpPr/>
          <p:nvPr/>
        </p:nvSpPr>
        <p:spPr>
          <a:xfrm>
            <a:off x="1226125" y="1721645"/>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TextBox 82">
            <a:extLst>
              <a:ext uri="{FF2B5EF4-FFF2-40B4-BE49-F238E27FC236}">
                <a16:creationId xmlns:a16="http://schemas.microsoft.com/office/drawing/2014/main" id="{3BC7A732-A4C8-F901-2914-CE49139D5DE6}"/>
              </a:ext>
            </a:extLst>
          </p:cNvPr>
          <p:cNvSpPr txBox="1"/>
          <p:nvPr/>
        </p:nvSpPr>
        <p:spPr>
          <a:xfrm>
            <a:off x="1806569" y="2388016"/>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6" name="Ellipse 29">
            <a:extLst>
              <a:ext uri="{FF2B5EF4-FFF2-40B4-BE49-F238E27FC236}">
                <a16:creationId xmlns:a16="http://schemas.microsoft.com/office/drawing/2014/main" id="{E17F1259-A04D-AFC6-A390-95FC0AC3D38F}"/>
              </a:ext>
            </a:extLst>
          </p:cNvPr>
          <p:cNvSpPr/>
          <p:nvPr/>
        </p:nvSpPr>
        <p:spPr>
          <a:xfrm>
            <a:off x="1257925" y="2726396"/>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9" name="TextBox 82">
            <a:extLst>
              <a:ext uri="{FF2B5EF4-FFF2-40B4-BE49-F238E27FC236}">
                <a16:creationId xmlns:a16="http://schemas.microsoft.com/office/drawing/2014/main" id="{CBE51732-350E-4C67-55CF-8EE2D5A0592D}"/>
              </a:ext>
            </a:extLst>
          </p:cNvPr>
          <p:cNvSpPr txBox="1"/>
          <p:nvPr/>
        </p:nvSpPr>
        <p:spPr>
          <a:xfrm>
            <a:off x="1774769" y="3392767"/>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Ellipse 34">
            <a:extLst>
              <a:ext uri="{FF2B5EF4-FFF2-40B4-BE49-F238E27FC236}">
                <a16:creationId xmlns:a16="http://schemas.microsoft.com/office/drawing/2014/main" id="{B988ACAF-CF3A-AA58-ACD4-AC233E08DE0E}"/>
              </a:ext>
            </a:extLst>
          </p:cNvPr>
          <p:cNvSpPr/>
          <p:nvPr/>
        </p:nvSpPr>
        <p:spPr>
          <a:xfrm>
            <a:off x="1226125" y="3731147"/>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24" name="TextBox 82">
            <a:extLst>
              <a:ext uri="{FF2B5EF4-FFF2-40B4-BE49-F238E27FC236}">
                <a16:creationId xmlns:a16="http://schemas.microsoft.com/office/drawing/2014/main" id="{595A1204-4003-1926-C076-5F8CAF2EED9B}"/>
              </a:ext>
            </a:extLst>
          </p:cNvPr>
          <p:cNvSpPr txBox="1"/>
          <p:nvPr/>
        </p:nvSpPr>
        <p:spPr>
          <a:xfrm>
            <a:off x="1774770" y="4397518"/>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Ellipse 53">
            <a:extLst>
              <a:ext uri="{FF2B5EF4-FFF2-40B4-BE49-F238E27FC236}">
                <a16:creationId xmlns:a16="http://schemas.microsoft.com/office/drawing/2014/main" id="{1E1B8F09-36DE-E766-E730-88CCFE7E9E02}"/>
              </a:ext>
            </a:extLst>
          </p:cNvPr>
          <p:cNvSpPr/>
          <p:nvPr/>
        </p:nvSpPr>
        <p:spPr>
          <a:xfrm>
            <a:off x="1226126" y="473589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Tree>
    <p:extLst>
      <p:ext uri="{BB962C8B-B14F-4D97-AF65-F5344CB8AC3E}">
        <p14:creationId xmlns:p14="http://schemas.microsoft.com/office/powerpoint/2010/main" val="353523452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7331D3-8694-EA77-9BFC-FFF67F2AE5A5}"/>
              </a:ext>
            </a:extLst>
          </p:cNvPr>
          <p:cNvSpPr>
            <a:spLocks noGrp="1"/>
          </p:cNvSpPr>
          <p:nvPr>
            <p:ph type="title"/>
          </p:nvPr>
        </p:nvSpPr>
        <p:spPr>
          <a:xfrm>
            <a:off x="214184" y="13663"/>
            <a:ext cx="9728886" cy="678316"/>
          </a:xfrm>
        </p:spPr>
        <p:txBody>
          <a:bodyPr>
            <a:normAutofit/>
          </a:bodyPr>
          <a:lstStyle/>
          <a:p>
            <a:r>
              <a:rPr lang="en-US" dirty="0"/>
              <a:t>3D circle 2</a:t>
            </a:r>
          </a:p>
        </p:txBody>
      </p:sp>
      <p:grpSp>
        <p:nvGrpSpPr>
          <p:cNvPr id="30" name="Groupe 111">
            <a:extLst>
              <a:ext uri="{FF2B5EF4-FFF2-40B4-BE49-F238E27FC236}">
                <a16:creationId xmlns:a16="http://schemas.microsoft.com/office/drawing/2014/main" id="{9B690D53-83D2-DB58-8920-D9ABF849F7AA}"/>
              </a:ext>
            </a:extLst>
          </p:cNvPr>
          <p:cNvGrpSpPr/>
          <p:nvPr/>
        </p:nvGrpSpPr>
        <p:grpSpPr>
          <a:xfrm>
            <a:off x="4279900" y="1142481"/>
            <a:ext cx="3632200" cy="3632200"/>
            <a:chOff x="3629659" y="1607152"/>
            <a:chExt cx="4081650" cy="4081651"/>
          </a:xfrm>
          <a:scene3d>
            <a:camera prst="perspectiveRelaxedModerately"/>
            <a:lightRig rig="balanced" dir="t"/>
          </a:scene3d>
        </p:grpSpPr>
        <p:sp>
          <p:nvSpPr>
            <p:cNvPr id="31" name="Forme libre : forme 100">
              <a:extLst>
                <a:ext uri="{FF2B5EF4-FFF2-40B4-BE49-F238E27FC236}">
                  <a16:creationId xmlns:a16="http://schemas.microsoft.com/office/drawing/2014/main" id="{CEB0007D-FFB9-70AC-DC26-8646518ACACE}"/>
                </a:ext>
              </a:extLst>
            </p:cNvPr>
            <p:cNvSpPr/>
            <p:nvPr/>
          </p:nvSpPr>
          <p:spPr>
            <a:xfrm>
              <a:off x="5760483" y="1607153"/>
              <a:ext cx="1950826" cy="1950824"/>
            </a:xfrm>
            <a:custGeom>
              <a:avLst/>
              <a:gdLst>
                <a:gd name="connsiteX0" fmla="*/ 0 w 1950826"/>
                <a:gd name="connsiteY0" fmla="*/ 0 h 1950824"/>
                <a:gd name="connsiteX1" fmla="*/ 119128 w 1950826"/>
                <a:gd name="connsiteY1" fmla="*/ 6015 h 1950824"/>
                <a:gd name="connsiteX2" fmla="*/ 1944810 w 1950826"/>
                <a:gd name="connsiteY2" fmla="*/ 1831697 h 1950824"/>
                <a:gd name="connsiteX3" fmla="*/ 1950826 w 1950826"/>
                <a:gd name="connsiteY3" fmla="*/ 1950824 h 1950824"/>
                <a:gd name="connsiteX4" fmla="*/ 1690407 w 1950826"/>
                <a:gd name="connsiteY4" fmla="*/ 1950824 h 1950824"/>
                <a:gd name="connsiteX5" fmla="*/ 1685736 w 1950826"/>
                <a:gd name="connsiteY5" fmla="*/ 1858323 h 1950824"/>
                <a:gd name="connsiteX6" fmla="*/ 92501 w 1950826"/>
                <a:gd name="connsiteY6" fmla="*/ 265088 h 1950824"/>
                <a:gd name="connsiteX7" fmla="*/ 0 w 1950826"/>
                <a:gd name="connsiteY7" fmla="*/ 260417 h 1950824"/>
                <a:gd name="connsiteX8" fmla="*/ 0 w 1950826"/>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4">
                  <a:moveTo>
                    <a:pt x="0" y="0"/>
                  </a:moveTo>
                  <a:lnTo>
                    <a:pt x="119128" y="6015"/>
                  </a:lnTo>
                  <a:cubicBezTo>
                    <a:pt x="1081759" y="103776"/>
                    <a:pt x="1847050" y="869067"/>
                    <a:pt x="1944810" y="1831697"/>
                  </a:cubicBezTo>
                  <a:lnTo>
                    <a:pt x="1950826" y="1950824"/>
                  </a:lnTo>
                  <a:lnTo>
                    <a:pt x="1690407" y="1950824"/>
                  </a:lnTo>
                  <a:lnTo>
                    <a:pt x="1685736" y="1858323"/>
                  </a:lnTo>
                  <a:cubicBezTo>
                    <a:pt x="1600423" y="1018255"/>
                    <a:pt x="932569" y="350401"/>
                    <a:pt x="92501" y="265088"/>
                  </a:cubicBezTo>
                  <a:lnTo>
                    <a:pt x="0" y="260417"/>
                  </a:lnTo>
                  <a:lnTo>
                    <a:pt x="0" y="0"/>
                  </a:lnTo>
                  <a:close/>
                </a:path>
              </a:pathLst>
            </a:custGeom>
            <a:solidFill>
              <a:schemeClr val="accent2"/>
            </a:solidFill>
            <a:ln>
              <a:noFill/>
            </a:ln>
            <a:sp3d extrusionH="1905000" contourW="12700" prstMaterial="matte">
              <a:bevelT w="0" h="0"/>
              <a:contourClr>
                <a:schemeClr val="accent2"/>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2" name="Forme libre : forme 99">
              <a:extLst>
                <a:ext uri="{FF2B5EF4-FFF2-40B4-BE49-F238E27FC236}">
                  <a16:creationId xmlns:a16="http://schemas.microsoft.com/office/drawing/2014/main" id="{98728280-7893-88B4-9ADE-6523897A9AFC}"/>
                </a:ext>
              </a:extLst>
            </p:cNvPr>
            <p:cNvSpPr/>
            <p:nvPr/>
          </p:nvSpPr>
          <p:spPr>
            <a:xfrm>
              <a:off x="3629659" y="1607152"/>
              <a:ext cx="1950824" cy="1950824"/>
            </a:xfrm>
            <a:custGeom>
              <a:avLst/>
              <a:gdLst>
                <a:gd name="connsiteX0" fmla="*/ 1950824 w 1950824"/>
                <a:gd name="connsiteY0" fmla="*/ 0 h 1950824"/>
                <a:gd name="connsiteX1" fmla="*/ 1950824 w 1950824"/>
                <a:gd name="connsiteY1" fmla="*/ 260417 h 1950824"/>
                <a:gd name="connsiteX2" fmla="*/ 1858323 w 1950824"/>
                <a:gd name="connsiteY2" fmla="*/ 265088 h 1950824"/>
                <a:gd name="connsiteX3" fmla="*/ 265088 w 1950824"/>
                <a:gd name="connsiteY3" fmla="*/ 1858323 h 1950824"/>
                <a:gd name="connsiteX4" fmla="*/ 260417 w 1950824"/>
                <a:gd name="connsiteY4" fmla="*/ 1950824 h 1950824"/>
                <a:gd name="connsiteX5" fmla="*/ 0 w 1950824"/>
                <a:gd name="connsiteY5" fmla="*/ 1950824 h 1950824"/>
                <a:gd name="connsiteX6" fmla="*/ 6016 w 1950824"/>
                <a:gd name="connsiteY6" fmla="*/ 1831697 h 1950824"/>
                <a:gd name="connsiteX7" fmla="*/ 1831698 w 1950824"/>
                <a:gd name="connsiteY7" fmla="*/ 6015 h 1950824"/>
                <a:gd name="connsiteX8" fmla="*/ 1950824 w 1950824"/>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4">
                  <a:moveTo>
                    <a:pt x="1950824" y="0"/>
                  </a:moveTo>
                  <a:lnTo>
                    <a:pt x="1950824" y="260417"/>
                  </a:lnTo>
                  <a:lnTo>
                    <a:pt x="1858323" y="265088"/>
                  </a:lnTo>
                  <a:cubicBezTo>
                    <a:pt x="1018255" y="350401"/>
                    <a:pt x="350401" y="1018255"/>
                    <a:pt x="265088" y="1858323"/>
                  </a:cubicBezTo>
                  <a:lnTo>
                    <a:pt x="260417" y="1950824"/>
                  </a:lnTo>
                  <a:lnTo>
                    <a:pt x="0" y="1950824"/>
                  </a:lnTo>
                  <a:lnTo>
                    <a:pt x="6016" y="1831697"/>
                  </a:lnTo>
                  <a:cubicBezTo>
                    <a:pt x="103776" y="869067"/>
                    <a:pt x="869067" y="103776"/>
                    <a:pt x="1831698" y="6015"/>
                  </a:cubicBezTo>
                  <a:lnTo>
                    <a:pt x="1950824" y="0"/>
                  </a:lnTo>
                  <a:close/>
                </a:path>
              </a:pathLst>
            </a:custGeom>
            <a:solidFill>
              <a:schemeClr val="accent1"/>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orme libre : forme 93">
              <a:extLst>
                <a:ext uri="{FF2B5EF4-FFF2-40B4-BE49-F238E27FC236}">
                  <a16:creationId xmlns:a16="http://schemas.microsoft.com/office/drawing/2014/main" id="{BCB03040-7272-11D3-8306-68DE40FB4DA2}"/>
                </a:ext>
              </a:extLst>
            </p:cNvPr>
            <p:cNvSpPr/>
            <p:nvPr/>
          </p:nvSpPr>
          <p:spPr>
            <a:xfrm>
              <a:off x="3629660" y="3737978"/>
              <a:ext cx="1950824" cy="1950825"/>
            </a:xfrm>
            <a:custGeom>
              <a:avLst/>
              <a:gdLst>
                <a:gd name="connsiteX0" fmla="*/ 0 w 1950824"/>
                <a:gd name="connsiteY0" fmla="*/ 0 h 1950825"/>
                <a:gd name="connsiteX1" fmla="*/ 260417 w 1950824"/>
                <a:gd name="connsiteY1" fmla="*/ 0 h 1950825"/>
                <a:gd name="connsiteX2" fmla="*/ 265088 w 1950824"/>
                <a:gd name="connsiteY2" fmla="*/ 92501 h 1950825"/>
                <a:gd name="connsiteX3" fmla="*/ 1858323 w 1950824"/>
                <a:gd name="connsiteY3" fmla="*/ 1685736 h 1950825"/>
                <a:gd name="connsiteX4" fmla="*/ 1950824 w 1950824"/>
                <a:gd name="connsiteY4" fmla="*/ 1690407 h 1950825"/>
                <a:gd name="connsiteX5" fmla="*/ 1950824 w 1950824"/>
                <a:gd name="connsiteY5" fmla="*/ 1950825 h 1950825"/>
                <a:gd name="connsiteX6" fmla="*/ 1831698 w 1950824"/>
                <a:gd name="connsiteY6" fmla="*/ 1944809 h 1950825"/>
                <a:gd name="connsiteX7" fmla="*/ 6016 w 1950824"/>
                <a:gd name="connsiteY7" fmla="*/ 119127 h 1950825"/>
                <a:gd name="connsiteX8" fmla="*/ 0 w 1950824"/>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5">
                  <a:moveTo>
                    <a:pt x="0" y="0"/>
                  </a:moveTo>
                  <a:lnTo>
                    <a:pt x="260417" y="0"/>
                  </a:lnTo>
                  <a:lnTo>
                    <a:pt x="265088" y="92501"/>
                  </a:lnTo>
                  <a:cubicBezTo>
                    <a:pt x="350401" y="932569"/>
                    <a:pt x="1018255" y="1600423"/>
                    <a:pt x="1858323" y="1685736"/>
                  </a:cubicBezTo>
                  <a:lnTo>
                    <a:pt x="1950824" y="1690407"/>
                  </a:lnTo>
                  <a:lnTo>
                    <a:pt x="1950824" y="1950825"/>
                  </a:lnTo>
                  <a:lnTo>
                    <a:pt x="1831698" y="1944809"/>
                  </a:lnTo>
                  <a:cubicBezTo>
                    <a:pt x="869067" y="1847049"/>
                    <a:pt x="103776" y="1081758"/>
                    <a:pt x="6016" y="119127"/>
                  </a:cubicBezTo>
                  <a:lnTo>
                    <a:pt x="0" y="0"/>
                  </a:lnTo>
                  <a:close/>
                </a:path>
              </a:pathLst>
            </a:custGeom>
            <a:solidFill>
              <a:schemeClr val="accent4"/>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Forme libre : forme 91">
              <a:extLst>
                <a:ext uri="{FF2B5EF4-FFF2-40B4-BE49-F238E27FC236}">
                  <a16:creationId xmlns:a16="http://schemas.microsoft.com/office/drawing/2014/main" id="{EB3D23EE-FAD4-4C20-6529-65180AC75754}"/>
                </a:ext>
              </a:extLst>
            </p:cNvPr>
            <p:cNvSpPr/>
            <p:nvPr/>
          </p:nvSpPr>
          <p:spPr>
            <a:xfrm>
              <a:off x="5760483" y="3737977"/>
              <a:ext cx="1950826" cy="1950825"/>
            </a:xfrm>
            <a:custGeom>
              <a:avLst/>
              <a:gdLst>
                <a:gd name="connsiteX0" fmla="*/ 1690407 w 1950826"/>
                <a:gd name="connsiteY0" fmla="*/ 0 h 1950825"/>
                <a:gd name="connsiteX1" fmla="*/ 1950826 w 1950826"/>
                <a:gd name="connsiteY1" fmla="*/ 0 h 1950825"/>
                <a:gd name="connsiteX2" fmla="*/ 1944810 w 1950826"/>
                <a:gd name="connsiteY2" fmla="*/ 119127 h 1950825"/>
                <a:gd name="connsiteX3" fmla="*/ 119128 w 1950826"/>
                <a:gd name="connsiteY3" fmla="*/ 1944809 h 1950825"/>
                <a:gd name="connsiteX4" fmla="*/ 0 w 1950826"/>
                <a:gd name="connsiteY4" fmla="*/ 1950825 h 1950825"/>
                <a:gd name="connsiteX5" fmla="*/ 0 w 1950826"/>
                <a:gd name="connsiteY5" fmla="*/ 1690407 h 1950825"/>
                <a:gd name="connsiteX6" fmla="*/ 92501 w 1950826"/>
                <a:gd name="connsiteY6" fmla="*/ 1685736 h 1950825"/>
                <a:gd name="connsiteX7" fmla="*/ 1685736 w 1950826"/>
                <a:gd name="connsiteY7" fmla="*/ 92501 h 1950825"/>
                <a:gd name="connsiteX8" fmla="*/ 1690407 w 1950826"/>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5">
                  <a:moveTo>
                    <a:pt x="1690407" y="0"/>
                  </a:moveTo>
                  <a:lnTo>
                    <a:pt x="1950826" y="0"/>
                  </a:lnTo>
                  <a:lnTo>
                    <a:pt x="1944810" y="119127"/>
                  </a:lnTo>
                  <a:cubicBezTo>
                    <a:pt x="1847050" y="1081758"/>
                    <a:pt x="1081759" y="1847049"/>
                    <a:pt x="119128" y="1944809"/>
                  </a:cubicBezTo>
                  <a:lnTo>
                    <a:pt x="0" y="1950825"/>
                  </a:lnTo>
                  <a:lnTo>
                    <a:pt x="0" y="1690407"/>
                  </a:lnTo>
                  <a:lnTo>
                    <a:pt x="92501" y="1685736"/>
                  </a:lnTo>
                  <a:cubicBezTo>
                    <a:pt x="932569" y="1600423"/>
                    <a:pt x="1600423" y="932569"/>
                    <a:pt x="1685736" y="92501"/>
                  </a:cubicBezTo>
                  <a:lnTo>
                    <a:pt x="1690407" y="0"/>
                  </a:lnTo>
                  <a:close/>
                </a:path>
              </a:pathLst>
            </a:custGeom>
            <a:solidFill>
              <a:schemeClr val="accent3"/>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cxnSp>
        <p:nvCxnSpPr>
          <p:cNvPr id="35" name="Connecteur droit 113">
            <a:extLst>
              <a:ext uri="{FF2B5EF4-FFF2-40B4-BE49-F238E27FC236}">
                <a16:creationId xmlns:a16="http://schemas.microsoft.com/office/drawing/2014/main" id="{87E0ED89-1D78-1835-D11B-D678588F8A1E}"/>
              </a:ext>
            </a:extLst>
          </p:cNvPr>
          <p:cNvCxnSpPr/>
          <p:nvPr/>
        </p:nvCxnSpPr>
        <p:spPr>
          <a:xfrm>
            <a:off x="3111500" y="2247382"/>
            <a:ext cx="10414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14">
            <a:extLst>
              <a:ext uri="{FF2B5EF4-FFF2-40B4-BE49-F238E27FC236}">
                <a16:creationId xmlns:a16="http://schemas.microsoft.com/office/drawing/2014/main" id="{90733533-CDBC-29B8-C169-39E8942BCF11}"/>
              </a:ext>
            </a:extLst>
          </p:cNvPr>
          <p:cNvCxnSpPr>
            <a:cxnSpLocks/>
          </p:cNvCxnSpPr>
          <p:nvPr/>
        </p:nvCxnSpPr>
        <p:spPr>
          <a:xfrm flipH="1">
            <a:off x="8039100" y="2247382"/>
            <a:ext cx="10414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15">
            <a:extLst>
              <a:ext uri="{FF2B5EF4-FFF2-40B4-BE49-F238E27FC236}">
                <a16:creationId xmlns:a16="http://schemas.microsoft.com/office/drawing/2014/main" id="{8680F445-D98A-840B-D7C4-3353D4EBDEB7}"/>
              </a:ext>
            </a:extLst>
          </p:cNvPr>
          <p:cNvCxnSpPr/>
          <p:nvPr/>
        </p:nvCxnSpPr>
        <p:spPr>
          <a:xfrm>
            <a:off x="3111500" y="4534594"/>
            <a:ext cx="10414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16">
            <a:extLst>
              <a:ext uri="{FF2B5EF4-FFF2-40B4-BE49-F238E27FC236}">
                <a16:creationId xmlns:a16="http://schemas.microsoft.com/office/drawing/2014/main" id="{0C01B53F-50C0-41B7-DA4A-9BECDC9708B6}"/>
              </a:ext>
            </a:extLst>
          </p:cNvPr>
          <p:cNvCxnSpPr>
            <a:cxnSpLocks/>
          </p:cNvCxnSpPr>
          <p:nvPr/>
        </p:nvCxnSpPr>
        <p:spPr>
          <a:xfrm flipH="1">
            <a:off x="8039100" y="4534594"/>
            <a:ext cx="10414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9C367AD3-CA53-8BF2-9EFB-1FBA47F750E8}"/>
              </a:ext>
            </a:extLst>
          </p:cNvPr>
          <p:cNvSpPr/>
          <p:nvPr/>
        </p:nvSpPr>
        <p:spPr>
          <a:xfrm flipH="1">
            <a:off x="3717806" y="1581087"/>
            <a:ext cx="515184" cy="553998"/>
          </a:xfrm>
          <a:prstGeom prst="rect">
            <a:avLst/>
          </a:prstGeom>
        </p:spPr>
        <p:txBody>
          <a:bodyPr wrap="square" lIns="0" tIns="0" rIns="0" bIns="0" anchor="ctr">
            <a:spAutoFit/>
          </a:bodyPr>
          <a:lstStyle/>
          <a:p>
            <a:pPr algn="r"/>
            <a:r>
              <a:rPr lang="en-US" sz="3600" b="1" dirty="0">
                <a:solidFill>
                  <a:schemeClr val="accent1"/>
                </a:solidFill>
              </a:rPr>
              <a:t>1</a:t>
            </a:r>
            <a:endParaRPr lang="en-US" sz="1200" b="1" dirty="0">
              <a:solidFill>
                <a:schemeClr val="accent1"/>
              </a:solidFill>
              <a:cs typeface="Arial" panose="020B0604020202020204" pitchFamily="34" charset="0"/>
            </a:endParaRPr>
          </a:p>
        </p:txBody>
      </p:sp>
      <p:sp>
        <p:nvSpPr>
          <p:cNvPr id="40" name="TextBox 37">
            <a:extLst>
              <a:ext uri="{FF2B5EF4-FFF2-40B4-BE49-F238E27FC236}">
                <a16:creationId xmlns:a16="http://schemas.microsoft.com/office/drawing/2014/main" id="{FE0B0082-9820-8923-8F6A-3A9859129B42}"/>
              </a:ext>
            </a:extLst>
          </p:cNvPr>
          <p:cNvSpPr txBox="1"/>
          <p:nvPr/>
        </p:nvSpPr>
        <p:spPr>
          <a:xfrm>
            <a:off x="348751" y="2317481"/>
            <a:ext cx="3804149"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Rectangle 40">
            <a:extLst>
              <a:ext uri="{FF2B5EF4-FFF2-40B4-BE49-F238E27FC236}">
                <a16:creationId xmlns:a16="http://schemas.microsoft.com/office/drawing/2014/main" id="{9D48A0C8-D4AB-2F8A-681C-3BF16063EF1A}"/>
              </a:ext>
            </a:extLst>
          </p:cNvPr>
          <p:cNvSpPr/>
          <p:nvPr/>
        </p:nvSpPr>
        <p:spPr>
          <a:xfrm flipH="1">
            <a:off x="3717806" y="3874224"/>
            <a:ext cx="515184" cy="553998"/>
          </a:xfrm>
          <a:prstGeom prst="rect">
            <a:avLst/>
          </a:prstGeom>
        </p:spPr>
        <p:txBody>
          <a:bodyPr wrap="square" lIns="0" tIns="0" rIns="0" bIns="0" anchor="ctr">
            <a:spAutoFit/>
          </a:bodyPr>
          <a:lstStyle/>
          <a:p>
            <a:pPr algn="r"/>
            <a:r>
              <a:rPr lang="en-US" sz="3600" b="1" dirty="0">
                <a:solidFill>
                  <a:schemeClr val="accent4"/>
                </a:solidFill>
              </a:rPr>
              <a:t>4</a:t>
            </a:r>
            <a:endParaRPr lang="en-US" sz="1200" b="1" dirty="0">
              <a:solidFill>
                <a:schemeClr val="accent4"/>
              </a:solidFill>
              <a:cs typeface="Arial" panose="020B0604020202020204" pitchFamily="34" charset="0"/>
            </a:endParaRPr>
          </a:p>
        </p:txBody>
      </p:sp>
      <p:sp>
        <p:nvSpPr>
          <p:cNvPr id="42" name="TextBox 37">
            <a:extLst>
              <a:ext uri="{FF2B5EF4-FFF2-40B4-BE49-F238E27FC236}">
                <a16:creationId xmlns:a16="http://schemas.microsoft.com/office/drawing/2014/main" id="{5FC94A18-41C6-67CF-AF7F-699503520549}"/>
              </a:ext>
            </a:extLst>
          </p:cNvPr>
          <p:cNvSpPr txBox="1"/>
          <p:nvPr/>
        </p:nvSpPr>
        <p:spPr>
          <a:xfrm>
            <a:off x="348751" y="4610618"/>
            <a:ext cx="3804149" cy="1077218"/>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3" name="Rectangle 42">
            <a:extLst>
              <a:ext uri="{FF2B5EF4-FFF2-40B4-BE49-F238E27FC236}">
                <a16:creationId xmlns:a16="http://schemas.microsoft.com/office/drawing/2014/main" id="{AA78E801-0AF6-A11B-CD49-93822064A5C5}"/>
              </a:ext>
            </a:extLst>
          </p:cNvPr>
          <p:cNvSpPr/>
          <p:nvPr/>
        </p:nvSpPr>
        <p:spPr>
          <a:xfrm flipH="1">
            <a:off x="7959010" y="1581087"/>
            <a:ext cx="515184" cy="553998"/>
          </a:xfrm>
          <a:prstGeom prst="rect">
            <a:avLst/>
          </a:prstGeom>
        </p:spPr>
        <p:txBody>
          <a:bodyPr wrap="square" lIns="0" tIns="0" rIns="0" bIns="0" anchor="ctr">
            <a:spAutoFit/>
          </a:bodyPr>
          <a:lstStyle/>
          <a:p>
            <a:r>
              <a:rPr lang="en-US" sz="3600" b="1" dirty="0">
                <a:solidFill>
                  <a:schemeClr val="accent2"/>
                </a:solidFill>
              </a:rPr>
              <a:t>2</a:t>
            </a:r>
            <a:endParaRPr lang="en-US" sz="1200" b="1" dirty="0">
              <a:solidFill>
                <a:schemeClr val="accent2"/>
              </a:solidFill>
              <a:cs typeface="Arial" panose="020B0604020202020204" pitchFamily="34" charset="0"/>
            </a:endParaRPr>
          </a:p>
        </p:txBody>
      </p:sp>
      <p:sp>
        <p:nvSpPr>
          <p:cNvPr id="44" name="Rectangle 43">
            <a:extLst>
              <a:ext uri="{FF2B5EF4-FFF2-40B4-BE49-F238E27FC236}">
                <a16:creationId xmlns:a16="http://schemas.microsoft.com/office/drawing/2014/main" id="{34FF8FE5-6EEF-F096-FB04-3EAD9F6FE5CB}"/>
              </a:ext>
            </a:extLst>
          </p:cNvPr>
          <p:cNvSpPr/>
          <p:nvPr/>
        </p:nvSpPr>
        <p:spPr>
          <a:xfrm flipH="1">
            <a:off x="7959010" y="3874224"/>
            <a:ext cx="515184" cy="553998"/>
          </a:xfrm>
          <a:prstGeom prst="rect">
            <a:avLst/>
          </a:prstGeom>
        </p:spPr>
        <p:txBody>
          <a:bodyPr wrap="square" lIns="0" tIns="0" rIns="0" bIns="0" anchor="ctr">
            <a:spAutoFit/>
          </a:bodyPr>
          <a:lstStyle/>
          <a:p>
            <a:r>
              <a:rPr lang="en-US" sz="3600" b="1" dirty="0">
                <a:solidFill>
                  <a:schemeClr val="accent3"/>
                </a:solidFill>
              </a:rPr>
              <a:t>3</a:t>
            </a:r>
            <a:endParaRPr lang="en-US" sz="1200" b="1" dirty="0">
              <a:solidFill>
                <a:schemeClr val="accent3"/>
              </a:solidFill>
              <a:cs typeface="Arial" panose="020B0604020202020204" pitchFamily="34" charset="0"/>
            </a:endParaRPr>
          </a:p>
        </p:txBody>
      </p:sp>
      <p:sp>
        <p:nvSpPr>
          <p:cNvPr id="45" name="TextBox 37 - 1">
            <a:extLst>
              <a:ext uri="{FF2B5EF4-FFF2-40B4-BE49-F238E27FC236}">
                <a16:creationId xmlns:a16="http://schemas.microsoft.com/office/drawing/2014/main" id="{A37E8317-BE7F-392A-4560-2DD48208006E}"/>
              </a:ext>
            </a:extLst>
          </p:cNvPr>
          <p:cNvSpPr txBox="1"/>
          <p:nvPr/>
        </p:nvSpPr>
        <p:spPr>
          <a:xfrm>
            <a:off x="8039100" y="2317481"/>
            <a:ext cx="3804149"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6" name="TextBox 37 - 1">
            <a:extLst>
              <a:ext uri="{FF2B5EF4-FFF2-40B4-BE49-F238E27FC236}">
                <a16:creationId xmlns:a16="http://schemas.microsoft.com/office/drawing/2014/main" id="{5505E64C-8A00-2B81-C806-4DFB7C8A52D0}"/>
              </a:ext>
            </a:extLst>
          </p:cNvPr>
          <p:cNvSpPr txBox="1"/>
          <p:nvPr/>
        </p:nvSpPr>
        <p:spPr>
          <a:xfrm>
            <a:off x="8039100" y="4610618"/>
            <a:ext cx="3804149"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28878357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211797-16A0-4538-B5B3-06A0FA0B4A65}"/>
              </a:ext>
            </a:extLst>
          </p:cNvPr>
          <p:cNvSpPr>
            <a:spLocks noGrp="1"/>
          </p:cNvSpPr>
          <p:nvPr>
            <p:ph type="title"/>
          </p:nvPr>
        </p:nvSpPr>
        <p:spPr>
          <a:xfrm>
            <a:off x="214184" y="13663"/>
            <a:ext cx="9728886" cy="678316"/>
          </a:xfrm>
        </p:spPr>
        <p:txBody>
          <a:bodyPr>
            <a:normAutofit/>
          </a:bodyPr>
          <a:lstStyle/>
          <a:p>
            <a:r>
              <a:rPr lang="en-US" dirty="0"/>
              <a:t>Squares 4</a:t>
            </a:r>
          </a:p>
        </p:txBody>
      </p:sp>
      <p:sp>
        <p:nvSpPr>
          <p:cNvPr id="3" name="Rectangle: Rounded Corners 2">
            <a:extLst>
              <a:ext uri="{FF2B5EF4-FFF2-40B4-BE49-F238E27FC236}">
                <a16:creationId xmlns:a16="http://schemas.microsoft.com/office/drawing/2014/main" id="{A04BA33B-1803-41E4-9761-F0CE4E3978B9}"/>
              </a:ext>
            </a:extLst>
          </p:cNvPr>
          <p:cNvSpPr>
            <a:spLocks noChangeAspect="1"/>
          </p:cNvSpPr>
          <p:nvPr/>
        </p:nvSpPr>
        <p:spPr>
          <a:xfrm rot="2700000">
            <a:off x="4340086" y="2358886"/>
            <a:ext cx="3511827" cy="3511827"/>
          </a:xfrm>
          <a:prstGeom prst="roundRect">
            <a:avLst>
              <a:gd name="adj" fmla="val 4352"/>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Rounded Corners 3">
            <a:extLst>
              <a:ext uri="{FF2B5EF4-FFF2-40B4-BE49-F238E27FC236}">
                <a16:creationId xmlns:a16="http://schemas.microsoft.com/office/drawing/2014/main" id="{AA5DB3B7-9EE8-4C4F-8E93-F82AA6FB1EA8}"/>
              </a:ext>
            </a:extLst>
          </p:cNvPr>
          <p:cNvSpPr>
            <a:spLocks noChangeAspect="1"/>
          </p:cNvSpPr>
          <p:nvPr/>
        </p:nvSpPr>
        <p:spPr>
          <a:xfrm>
            <a:off x="4178650" y="2276964"/>
            <a:ext cx="1807115" cy="1807115"/>
          </a:xfrm>
          <a:prstGeom prst="roundRect">
            <a:avLst>
              <a:gd name="adj" fmla="val 4352"/>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5" name="Rectangle: Rounded Corners 4">
            <a:extLst>
              <a:ext uri="{FF2B5EF4-FFF2-40B4-BE49-F238E27FC236}">
                <a16:creationId xmlns:a16="http://schemas.microsoft.com/office/drawing/2014/main" id="{1D869B9E-A9D5-4572-A487-7D35DDF03BDB}"/>
              </a:ext>
            </a:extLst>
          </p:cNvPr>
          <p:cNvSpPr>
            <a:spLocks noChangeAspect="1"/>
          </p:cNvSpPr>
          <p:nvPr/>
        </p:nvSpPr>
        <p:spPr>
          <a:xfrm>
            <a:off x="4178650" y="4264791"/>
            <a:ext cx="1807115" cy="1807115"/>
          </a:xfrm>
          <a:prstGeom prst="roundRect">
            <a:avLst>
              <a:gd name="adj" fmla="val 435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6" name="Rectangle: Rounded Corners 5">
            <a:extLst>
              <a:ext uri="{FF2B5EF4-FFF2-40B4-BE49-F238E27FC236}">
                <a16:creationId xmlns:a16="http://schemas.microsoft.com/office/drawing/2014/main" id="{ED4DE008-41FB-44CE-8675-DF2B940D5473}"/>
              </a:ext>
            </a:extLst>
          </p:cNvPr>
          <p:cNvSpPr>
            <a:spLocks noChangeAspect="1"/>
          </p:cNvSpPr>
          <p:nvPr/>
        </p:nvSpPr>
        <p:spPr>
          <a:xfrm>
            <a:off x="6206234" y="2276964"/>
            <a:ext cx="1807115" cy="1807115"/>
          </a:xfrm>
          <a:prstGeom prst="roundRect">
            <a:avLst>
              <a:gd name="adj" fmla="val 43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7" name="Rectangle: Rounded Corners 6">
            <a:extLst>
              <a:ext uri="{FF2B5EF4-FFF2-40B4-BE49-F238E27FC236}">
                <a16:creationId xmlns:a16="http://schemas.microsoft.com/office/drawing/2014/main" id="{5338381B-0E47-42AB-8F0C-26732ECB86AD}"/>
              </a:ext>
            </a:extLst>
          </p:cNvPr>
          <p:cNvSpPr>
            <a:spLocks noChangeAspect="1"/>
          </p:cNvSpPr>
          <p:nvPr/>
        </p:nvSpPr>
        <p:spPr>
          <a:xfrm>
            <a:off x="6206234" y="4264791"/>
            <a:ext cx="1807115" cy="1807115"/>
          </a:xfrm>
          <a:prstGeom prst="roundRect">
            <a:avLst>
              <a:gd name="adj" fmla="val 435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grpSp>
        <p:nvGrpSpPr>
          <p:cNvPr id="8" name="3D_modelling" descr="{&quot;Key&quot;:&quot;POWER_USER_SHAPE_ICON&quot;,&quot;Value&quot;:&quot;POWER_USER_SHAPE_ICON_STYLE_1&quot;}">
            <a:extLst>
              <a:ext uri="{FF2B5EF4-FFF2-40B4-BE49-F238E27FC236}">
                <a16:creationId xmlns:a16="http://schemas.microsoft.com/office/drawing/2014/main" id="{C5428C9B-9DCB-4067-B509-911EDDDE2EC3}"/>
              </a:ext>
            </a:extLst>
          </p:cNvPr>
          <p:cNvGrpSpPr>
            <a:grpSpLocks noChangeAspect="1"/>
          </p:cNvGrpSpPr>
          <p:nvPr/>
        </p:nvGrpSpPr>
        <p:grpSpPr>
          <a:xfrm>
            <a:off x="6688150" y="2521190"/>
            <a:ext cx="843283" cy="794897"/>
            <a:chOff x="3490913" y="1014413"/>
            <a:chExt cx="387351" cy="365125"/>
          </a:xfrm>
          <a:solidFill>
            <a:schemeClr val="lt1"/>
          </a:solidFill>
        </p:grpSpPr>
        <p:sp>
          <p:nvSpPr>
            <p:cNvPr id="9" name="Freeform 1995">
              <a:extLst>
                <a:ext uri="{FF2B5EF4-FFF2-40B4-BE49-F238E27FC236}">
                  <a16:creationId xmlns:a16="http://schemas.microsoft.com/office/drawing/2014/main" id="{68E99A7A-0D5B-466A-9186-A96F35F1655D}"/>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996">
              <a:extLst>
                <a:ext uri="{FF2B5EF4-FFF2-40B4-BE49-F238E27FC236}">
                  <a16:creationId xmlns:a16="http://schemas.microsoft.com/office/drawing/2014/main" id="{9E69FE83-F5B3-45D8-8FEA-5F23BA29098A}"/>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997">
              <a:extLst>
                <a:ext uri="{FF2B5EF4-FFF2-40B4-BE49-F238E27FC236}">
                  <a16:creationId xmlns:a16="http://schemas.microsoft.com/office/drawing/2014/main" id="{DCC061A4-B137-4126-BFBF-674836D4426F}"/>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Freeform 1998">
              <a:extLst>
                <a:ext uri="{FF2B5EF4-FFF2-40B4-BE49-F238E27FC236}">
                  <a16:creationId xmlns:a16="http://schemas.microsoft.com/office/drawing/2014/main" id="{9411EC85-5D46-4CC3-BE36-59FA04612EA0}"/>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999">
              <a:extLst>
                <a:ext uri="{FF2B5EF4-FFF2-40B4-BE49-F238E27FC236}">
                  <a16:creationId xmlns:a16="http://schemas.microsoft.com/office/drawing/2014/main" id="{70600CC9-B424-44C1-9050-307644418E4C}"/>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Freeform 2000">
              <a:extLst>
                <a:ext uri="{FF2B5EF4-FFF2-40B4-BE49-F238E27FC236}">
                  <a16:creationId xmlns:a16="http://schemas.microsoft.com/office/drawing/2014/main" id="{4117EFEF-92FC-429E-A9D3-F7EB96086CB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Freeform 2001">
              <a:extLst>
                <a:ext uri="{FF2B5EF4-FFF2-40B4-BE49-F238E27FC236}">
                  <a16:creationId xmlns:a16="http://schemas.microsoft.com/office/drawing/2014/main" id="{086508B5-000B-47B5-B80F-A096E53B5570}"/>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2002">
              <a:extLst>
                <a:ext uri="{FF2B5EF4-FFF2-40B4-BE49-F238E27FC236}">
                  <a16:creationId xmlns:a16="http://schemas.microsoft.com/office/drawing/2014/main" id="{235DF5F7-B66B-482E-93FF-6872BE0D2F9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2003">
              <a:extLst>
                <a:ext uri="{FF2B5EF4-FFF2-40B4-BE49-F238E27FC236}">
                  <a16:creationId xmlns:a16="http://schemas.microsoft.com/office/drawing/2014/main" id="{DF459F7B-38D3-4F19-9C21-D264BD4DE82E}"/>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2004">
              <a:extLst>
                <a:ext uri="{FF2B5EF4-FFF2-40B4-BE49-F238E27FC236}">
                  <a16:creationId xmlns:a16="http://schemas.microsoft.com/office/drawing/2014/main" id="{5E74B34B-37D5-4481-A81E-FAC0D92F0973}"/>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2005">
              <a:extLst>
                <a:ext uri="{FF2B5EF4-FFF2-40B4-BE49-F238E27FC236}">
                  <a16:creationId xmlns:a16="http://schemas.microsoft.com/office/drawing/2014/main" id="{9B33A231-D88C-426C-ACB9-39825DB31575}"/>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2006">
              <a:extLst>
                <a:ext uri="{FF2B5EF4-FFF2-40B4-BE49-F238E27FC236}">
                  <a16:creationId xmlns:a16="http://schemas.microsoft.com/office/drawing/2014/main" id="{6145732D-F1CA-4B49-82A9-721885E407D8}"/>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2007">
              <a:extLst>
                <a:ext uri="{FF2B5EF4-FFF2-40B4-BE49-F238E27FC236}">
                  <a16:creationId xmlns:a16="http://schemas.microsoft.com/office/drawing/2014/main" id="{5D189B18-20DE-4474-8FBC-6796DD4E755F}"/>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2008">
              <a:extLst>
                <a:ext uri="{FF2B5EF4-FFF2-40B4-BE49-F238E27FC236}">
                  <a16:creationId xmlns:a16="http://schemas.microsoft.com/office/drawing/2014/main" id="{1EAFAAC7-FEEB-4368-B6AE-5236E528DA9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009">
              <a:extLst>
                <a:ext uri="{FF2B5EF4-FFF2-40B4-BE49-F238E27FC236}">
                  <a16:creationId xmlns:a16="http://schemas.microsoft.com/office/drawing/2014/main" id="{476D60E0-1597-44FA-BFDE-B270D8A3DDAA}"/>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010">
              <a:extLst>
                <a:ext uri="{FF2B5EF4-FFF2-40B4-BE49-F238E27FC236}">
                  <a16:creationId xmlns:a16="http://schemas.microsoft.com/office/drawing/2014/main" id="{6A6BA862-A864-475D-9AC1-B2829E97FA4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 name="Air_hostess" descr="{&quot;Key&quot;:&quot;POWER_USER_SHAPE_ICON&quot;,&quot;Value&quot;:&quot;POWER_USER_SHAPE_ICON_STYLE_1&quot;}">
            <a:extLst>
              <a:ext uri="{FF2B5EF4-FFF2-40B4-BE49-F238E27FC236}">
                <a16:creationId xmlns:a16="http://schemas.microsoft.com/office/drawing/2014/main" id="{034ED3BC-22BF-4076-AA14-7558290227B2}"/>
              </a:ext>
            </a:extLst>
          </p:cNvPr>
          <p:cNvGrpSpPr>
            <a:grpSpLocks noChangeAspect="1"/>
          </p:cNvGrpSpPr>
          <p:nvPr/>
        </p:nvGrpSpPr>
        <p:grpSpPr>
          <a:xfrm>
            <a:off x="6748297" y="4480365"/>
            <a:ext cx="722989" cy="874387"/>
            <a:chOff x="7264401" y="4197351"/>
            <a:chExt cx="371475" cy="449263"/>
          </a:xfrm>
          <a:solidFill>
            <a:schemeClr val="lt1"/>
          </a:solidFill>
        </p:grpSpPr>
        <p:sp>
          <p:nvSpPr>
            <p:cNvPr id="26" name="Freeform 618">
              <a:extLst>
                <a:ext uri="{FF2B5EF4-FFF2-40B4-BE49-F238E27FC236}">
                  <a16:creationId xmlns:a16="http://schemas.microsoft.com/office/drawing/2014/main" id="{27FEDF3D-A530-4530-A363-52793FD3FCD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19">
              <a:extLst>
                <a:ext uri="{FF2B5EF4-FFF2-40B4-BE49-F238E27FC236}">
                  <a16:creationId xmlns:a16="http://schemas.microsoft.com/office/drawing/2014/main" id="{B150481C-7D09-44FB-BD40-8541EB0FA08D}"/>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620">
              <a:extLst>
                <a:ext uri="{FF2B5EF4-FFF2-40B4-BE49-F238E27FC236}">
                  <a16:creationId xmlns:a16="http://schemas.microsoft.com/office/drawing/2014/main" id="{6CD66CB0-1D77-45C3-96DA-C7C22D27A260}"/>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621">
              <a:extLst>
                <a:ext uri="{FF2B5EF4-FFF2-40B4-BE49-F238E27FC236}">
                  <a16:creationId xmlns:a16="http://schemas.microsoft.com/office/drawing/2014/main" id="{077C8D22-586B-4D6C-A67D-BCE47E64C5E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622">
              <a:extLst>
                <a:ext uri="{FF2B5EF4-FFF2-40B4-BE49-F238E27FC236}">
                  <a16:creationId xmlns:a16="http://schemas.microsoft.com/office/drawing/2014/main" id="{7BEBE4C3-870B-4231-9802-4C5F4CE2882F}"/>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623">
              <a:extLst>
                <a:ext uri="{FF2B5EF4-FFF2-40B4-BE49-F238E27FC236}">
                  <a16:creationId xmlns:a16="http://schemas.microsoft.com/office/drawing/2014/main" id="{604D9ECB-3769-4ECB-894D-E6687D2E63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624">
              <a:extLst>
                <a:ext uri="{FF2B5EF4-FFF2-40B4-BE49-F238E27FC236}">
                  <a16:creationId xmlns:a16="http://schemas.microsoft.com/office/drawing/2014/main" id="{A86E20FE-9F15-4E07-8C54-DDDCC98F2D6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625">
              <a:extLst>
                <a:ext uri="{FF2B5EF4-FFF2-40B4-BE49-F238E27FC236}">
                  <a16:creationId xmlns:a16="http://schemas.microsoft.com/office/drawing/2014/main" id="{54CC5311-9DA8-421A-BA17-71F4684F78C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626">
              <a:extLst>
                <a:ext uri="{FF2B5EF4-FFF2-40B4-BE49-F238E27FC236}">
                  <a16:creationId xmlns:a16="http://schemas.microsoft.com/office/drawing/2014/main" id="{7B457E64-E568-4590-A7FF-0A59F2F75204}"/>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27">
              <a:extLst>
                <a:ext uri="{FF2B5EF4-FFF2-40B4-BE49-F238E27FC236}">
                  <a16:creationId xmlns:a16="http://schemas.microsoft.com/office/drawing/2014/main" id="{FB6DBA7B-25C6-47C0-BDDA-5CA98C34A1E8}"/>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628">
              <a:extLst>
                <a:ext uri="{FF2B5EF4-FFF2-40B4-BE49-F238E27FC236}">
                  <a16:creationId xmlns:a16="http://schemas.microsoft.com/office/drawing/2014/main" id="{09FA19FC-9439-4143-A49F-D601300172C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629">
              <a:extLst>
                <a:ext uri="{FF2B5EF4-FFF2-40B4-BE49-F238E27FC236}">
                  <a16:creationId xmlns:a16="http://schemas.microsoft.com/office/drawing/2014/main" id="{100650A6-FA57-4941-B1CE-5D7ED5421C9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 name="Abacus2" descr="{&quot;Key&quot;:&quot;POWER_USER_SHAPE_ICON&quot;,&quot;Value&quot;:&quot;POWER_USER_SHAPE_ICON_STYLE_1&quot;}">
            <a:extLst>
              <a:ext uri="{FF2B5EF4-FFF2-40B4-BE49-F238E27FC236}">
                <a16:creationId xmlns:a16="http://schemas.microsoft.com/office/drawing/2014/main" id="{1F6A4FF6-8188-4C20-BADF-1864F83668DF}"/>
              </a:ext>
            </a:extLst>
          </p:cNvPr>
          <p:cNvGrpSpPr>
            <a:grpSpLocks noChangeAspect="1"/>
          </p:cNvGrpSpPr>
          <p:nvPr/>
        </p:nvGrpSpPr>
        <p:grpSpPr>
          <a:xfrm>
            <a:off x="4722956" y="2557319"/>
            <a:ext cx="718502" cy="722634"/>
            <a:chOff x="6297614" y="6438900"/>
            <a:chExt cx="276225" cy="277813"/>
          </a:xfrm>
          <a:solidFill>
            <a:schemeClr val="lt1"/>
          </a:solidFill>
        </p:grpSpPr>
        <p:sp>
          <p:nvSpPr>
            <p:cNvPr id="39" name="Rectangle 42">
              <a:extLst>
                <a:ext uri="{FF2B5EF4-FFF2-40B4-BE49-F238E27FC236}">
                  <a16:creationId xmlns:a16="http://schemas.microsoft.com/office/drawing/2014/main" id="{BCB5F3CB-C238-47A2-AC4D-AA7AE02D8F08}"/>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43">
              <a:extLst>
                <a:ext uri="{FF2B5EF4-FFF2-40B4-BE49-F238E27FC236}">
                  <a16:creationId xmlns:a16="http://schemas.microsoft.com/office/drawing/2014/main" id="{7297B448-4EB6-4A56-8726-98D33E214B53}"/>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44">
              <a:extLst>
                <a:ext uri="{FF2B5EF4-FFF2-40B4-BE49-F238E27FC236}">
                  <a16:creationId xmlns:a16="http://schemas.microsoft.com/office/drawing/2014/main" id="{66D6DF79-1BC1-4F7A-854C-1E00BAA4D6CA}"/>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45">
              <a:extLst>
                <a:ext uri="{FF2B5EF4-FFF2-40B4-BE49-F238E27FC236}">
                  <a16:creationId xmlns:a16="http://schemas.microsoft.com/office/drawing/2014/main" id="{CCE6ACC4-5D1E-44E0-A2AB-20F60C2E5574}"/>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46">
              <a:extLst>
                <a:ext uri="{FF2B5EF4-FFF2-40B4-BE49-F238E27FC236}">
                  <a16:creationId xmlns:a16="http://schemas.microsoft.com/office/drawing/2014/main" id="{5D4DC010-5631-4E29-8CB0-94DCE2491EB7}"/>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47">
              <a:extLst>
                <a:ext uri="{FF2B5EF4-FFF2-40B4-BE49-F238E27FC236}">
                  <a16:creationId xmlns:a16="http://schemas.microsoft.com/office/drawing/2014/main" id="{7FE1C979-6C59-4CDA-AE8C-B330ECD56B53}"/>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8">
              <a:extLst>
                <a:ext uri="{FF2B5EF4-FFF2-40B4-BE49-F238E27FC236}">
                  <a16:creationId xmlns:a16="http://schemas.microsoft.com/office/drawing/2014/main" id="{A266EA1F-07DA-4FEF-A93E-94F0C95E611F}"/>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9">
              <a:extLst>
                <a:ext uri="{FF2B5EF4-FFF2-40B4-BE49-F238E27FC236}">
                  <a16:creationId xmlns:a16="http://schemas.microsoft.com/office/drawing/2014/main" id="{6394BA03-5E58-4D93-ACA3-E10AB5B247D7}"/>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0">
              <a:extLst>
                <a:ext uri="{FF2B5EF4-FFF2-40B4-BE49-F238E27FC236}">
                  <a16:creationId xmlns:a16="http://schemas.microsoft.com/office/drawing/2014/main" id="{25DC9087-D54A-4015-9568-B7A3E3D0E7EE}"/>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51">
              <a:extLst>
                <a:ext uri="{FF2B5EF4-FFF2-40B4-BE49-F238E27FC236}">
                  <a16:creationId xmlns:a16="http://schemas.microsoft.com/office/drawing/2014/main" id="{87E03B34-8D38-4788-9C8C-A4452E9EE22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52">
              <a:extLst>
                <a:ext uri="{FF2B5EF4-FFF2-40B4-BE49-F238E27FC236}">
                  <a16:creationId xmlns:a16="http://schemas.microsoft.com/office/drawing/2014/main" id="{BFE07434-740D-4801-A337-21E63DAB2D7E}"/>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53">
              <a:extLst>
                <a:ext uri="{FF2B5EF4-FFF2-40B4-BE49-F238E27FC236}">
                  <a16:creationId xmlns:a16="http://schemas.microsoft.com/office/drawing/2014/main" id="{EE664958-AD50-48FA-BB23-9DFD757CDBD2}"/>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54">
              <a:extLst>
                <a:ext uri="{FF2B5EF4-FFF2-40B4-BE49-F238E27FC236}">
                  <a16:creationId xmlns:a16="http://schemas.microsoft.com/office/drawing/2014/main" id="{EE1D90E7-3BE9-44E3-AEB8-F420AE46DF25}"/>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55">
              <a:extLst>
                <a:ext uri="{FF2B5EF4-FFF2-40B4-BE49-F238E27FC236}">
                  <a16:creationId xmlns:a16="http://schemas.microsoft.com/office/drawing/2014/main" id="{10808B6A-527F-4B6C-B941-A330420514D7}"/>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56">
              <a:extLst>
                <a:ext uri="{FF2B5EF4-FFF2-40B4-BE49-F238E27FC236}">
                  <a16:creationId xmlns:a16="http://schemas.microsoft.com/office/drawing/2014/main" id="{5D354861-5563-4EE5-8E54-D7B5ECA9A442}"/>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Rectangle 57">
              <a:extLst>
                <a:ext uri="{FF2B5EF4-FFF2-40B4-BE49-F238E27FC236}">
                  <a16:creationId xmlns:a16="http://schemas.microsoft.com/office/drawing/2014/main" id="{BA9F298D-8517-4E1E-B815-34EA4E72B2A8}"/>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58">
              <a:extLst>
                <a:ext uri="{FF2B5EF4-FFF2-40B4-BE49-F238E27FC236}">
                  <a16:creationId xmlns:a16="http://schemas.microsoft.com/office/drawing/2014/main" id="{4AEE601B-7928-4BB5-AA34-78DC8ED7D410}"/>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larm3" descr="{&quot;Key&quot;:&quot;POWER_USER_SHAPE_ICON&quot;,&quot;Value&quot;:&quot;POWER_USER_SHAPE_ICON_STYLE_1&quot;}">
            <a:extLst>
              <a:ext uri="{FF2B5EF4-FFF2-40B4-BE49-F238E27FC236}">
                <a16:creationId xmlns:a16="http://schemas.microsoft.com/office/drawing/2014/main" id="{0479C18B-85DC-43A7-8D5B-B28E1A6E5EE8}"/>
              </a:ext>
            </a:extLst>
          </p:cNvPr>
          <p:cNvGrpSpPr>
            <a:grpSpLocks noChangeAspect="1"/>
          </p:cNvGrpSpPr>
          <p:nvPr/>
        </p:nvGrpSpPr>
        <p:grpSpPr>
          <a:xfrm>
            <a:off x="4545927" y="4405620"/>
            <a:ext cx="1072560" cy="906124"/>
            <a:chOff x="6639646" y="3454741"/>
            <a:chExt cx="489352" cy="413416"/>
          </a:xfrm>
          <a:solidFill>
            <a:schemeClr val="lt1"/>
          </a:solidFill>
        </p:grpSpPr>
        <p:sp>
          <p:nvSpPr>
            <p:cNvPr id="57" name="Freeform 699">
              <a:extLst>
                <a:ext uri="{FF2B5EF4-FFF2-40B4-BE49-F238E27FC236}">
                  <a16:creationId xmlns:a16="http://schemas.microsoft.com/office/drawing/2014/main" id="{9888BC41-047E-4915-9339-2D12F20B21CC}"/>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0">
              <a:extLst>
                <a:ext uri="{FF2B5EF4-FFF2-40B4-BE49-F238E27FC236}">
                  <a16:creationId xmlns:a16="http://schemas.microsoft.com/office/drawing/2014/main" id="{D6608352-7D94-4D4D-8BC3-0E5F18B91BA1}"/>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1">
              <a:extLst>
                <a:ext uri="{FF2B5EF4-FFF2-40B4-BE49-F238E27FC236}">
                  <a16:creationId xmlns:a16="http://schemas.microsoft.com/office/drawing/2014/main" id="{0CAD080E-24DC-4BA4-A53F-0A485F683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702">
              <a:extLst>
                <a:ext uri="{FF2B5EF4-FFF2-40B4-BE49-F238E27FC236}">
                  <a16:creationId xmlns:a16="http://schemas.microsoft.com/office/drawing/2014/main" id="{B7B5C337-DA6F-4406-A19A-7632F3222F43}"/>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703">
              <a:extLst>
                <a:ext uri="{FF2B5EF4-FFF2-40B4-BE49-F238E27FC236}">
                  <a16:creationId xmlns:a16="http://schemas.microsoft.com/office/drawing/2014/main" id="{4E1D3545-F656-4E8C-B003-66238E2F33BE}"/>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704">
              <a:extLst>
                <a:ext uri="{FF2B5EF4-FFF2-40B4-BE49-F238E27FC236}">
                  <a16:creationId xmlns:a16="http://schemas.microsoft.com/office/drawing/2014/main" id="{98651D95-8CD8-46D2-BBF4-77ABB42FCD0C}"/>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705">
              <a:extLst>
                <a:ext uri="{FF2B5EF4-FFF2-40B4-BE49-F238E27FC236}">
                  <a16:creationId xmlns:a16="http://schemas.microsoft.com/office/drawing/2014/main" id="{5C0270AA-FA97-4699-9E4A-4AE5EDF98E5C}"/>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706">
              <a:extLst>
                <a:ext uri="{FF2B5EF4-FFF2-40B4-BE49-F238E27FC236}">
                  <a16:creationId xmlns:a16="http://schemas.microsoft.com/office/drawing/2014/main" id="{1456764B-B30D-4DAF-90EA-EB34927CCF13}"/>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707">
              <a:extLst>
                <a:ext uri="{FF2B5EF4-FFF2-40B4-BE49-F238E27FC236}">
                  <a16:creationId xmlns:a16="http://schemas.microsoft.com/office/drawing/2014/main" id="{D8E321BC-7DF3-4FE8-91D6-3FF3A8440AC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708">
              <a:extLst>
                <a:ext uri="{FF2B5EF4-FFF2-40B4-BE49-F238E27FC236}">
                  <a16:creationId xmlns:a16="http://schemas.microsoft.com/office/drawing/2014/main" id="{D0C63247-8120-4130-8F9D-3C3AC746960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709">
              <a:extLst>
                <a:ext uri="{FF2B5EF4-FFF2-40B4-BE49-F238E27FC236}">
                  <a16:creationId xmlns:a16="http://schemas.microsoft.com/office/drawing/2014/main" id="{9C0BAFB3-6236-498E-9D14-AA1356582DAA}"/>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710">
              <a:extLst>
                <a:ext uri="{FF2B5EF4-FFF2-40B4-BE49-F238E27FC236}">
                  <a16:creationId xmlns:a16="http://schemas.microsoft.com/office/drawing/2014/main" id="{E1ECF785-880A-4364-B809-5590E9CD3C5B}"/>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711">
              <a:extLst>
                <a:ext uri="{FF2B5EF4-FFF2-40B4-BE49-F238E27FC236}">
                  <a16:creationId xmlns:a16="http://schemas.microsoft.com/office/drawing/2014/main" id="{DF48BD66-C010-483F-96BD-121EFF6F0D94}"/>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712">
              <a:extLst>
                <a:ext uri="{FF2B5EF4-FFF2-40B4-BE49-F238E27FC236}">
                  <a16:creationId xmlns:a16="http://schemas.microsoft.com/office/drawing/2014/main" id="{EAA38850-FAA0-46A6-A2D9-003952EDD428}"/>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TextBox 70">
            <a:extLst>
              <a:ext uri="{FF2B5EF4-FFF2-40B4-BE49-F238E27FC236}">
                <a16:creationId xmlns:a16="http://schemas.microsoft.com/office/drawing/2014/main" id="{257244AF-169E-46BB-9474-EEDF709155BC}"/>
              </a:ext>
            </a:extLst>
          </p:cNvPr>
          <p:cNvSpPr txBox="1"/>
          <p:nvPr/>
        </p:nvSpPr>
        <p:spPr>
          <a:xfrm>
            <a:off x="838198" y="2398642"/>
            <a:ext cx="3097697" cy="1323439"/>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2" name="TextBox 71">
            <a:extLst>
              <a:ext uri="{FF2B5EF4-FFF2-40B4-BE49-F238E27FC236}">
                <a16:creationId xmlns:a16="http://schemas.microsoft.com/office/drawing/2014/main" id="{A7E2C438-900A-4C3D-AF30-DA4168017766}"/>
              </a:ext>
            </a:extLst>
          </p:cNvPr>
          <p:cNvSpPr txBox="1"/>
          <p:nvPr/>
        </p:nvSpPr>
        <p:spPr>
          <a:xfrm>
            <a:off x="8256105" y="2398642"/>
            <a:ext cx="3097697" cy="1323439"/>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3" name="TextBox 72">
            <a:extLst>
              <a:ext uri="{FF2B5EF4-FFF2-40B4-BE49-F238E27FC236}">
                <a16:creationId xmlns:a16="http://schemas.microsoft.com/office/drawing/2014/main" id="{20C4CD56-2317-4CDB-89D3-81DC132AEF59}"/>
              </a:ext>
            </a:extLst>
          </p:cNvPr>
          <p:cNvSpPr txBox="1"/>
          <p:nvPr/>
        </p:nvSpPr>
        <p:spPr>
          <a:xfrm>
            <a:off x="838198" y="4393094"/>
            <a:ext cx="3097697"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4" name="TextBox 73">
            <a:extLst>
              <a:ext uri="{FF2B5EF4-FFF2-40B4-BE49-F238E27FC236}">
                <a16:creationId xmlns:a16="http://schemas.microsoft.com/office/drawing/2014/main" id="{9B1BF1CF-AC8D-48EE-BD1D-D1106CE1329C}"/>
              </a:ext>
            </a:extLst>
          </p:cNvPr>
          <p:cNvSpPr txBox="1"/>
          <p:nvPr/>
        </p:nvSpPr>
        <p:spPr>
          <a:xfrm>
            <a:off x="8256105" y="4393094"/>
            <a:ext cx="3097697" cy="1323439"/>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porttitor congue </a:t>
            </a:r>
            <a:r>
              <a:rPr lang="en-US" sz="1600" dirty="0" err="1"/>
              <a:t>massa</a:t>
            </a:r>
            <a:r>
              <a:rPr lang="en-US" sz="1600" dirty="0"/>
              <a:t>.</a:t>
            </a:r>
          </a:p>
        </p:txBody>
      </p:sp>
    </p:spTree>
    <p:extLst>
      <p:ext uri="{BB962C8B-B14F-4D97-AF65-F5344CB8AC3E}">
        <p14:creationId xmlns:p14="http://schemas.microsoft.com/office/powerpoint/2010/main" val="145882996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Clipboard 6</a:t>
            </a:r>
          </a:p>
        </p:txBody>
      </p:sp>
      <p:grpSp>
        <p:nvGrpSpPr>
          <p:cNvPr id="18" name="Group 17">
            <a:extLst>
              <a:ext uri="{FF2B5EF4-FFF2-40B4-BE49-F238E27FC236}">
                <a16:creationId xmlns:a16="http://schemas.microsoft.com/office/drawing/2014/main" id="{D50D07A0-CD3C-A9BC-08F7-40ED542709BF}"/>
              </a:ext>
            </a:extLst>
          </p:cNvPr>
          <p:cNvGrpSpPr/>
          <p:nvPr/>
        </p:nvGrpSpPr>
        <p:grpSpPr>
          <a:xfrm>
            <a:off x="838200" y="1442744"/>
            <a:ext cx="2378899" cy="4017801"/>
            <a:chOff x="1239047" y="1442744"/>
            <a:chExt cx="2378899" cy="4017801"/>
          </a:xfrm>
        </p:grpSpPr>
        <p:sp>
          <p:nvSpPr>
            <p:cNvPr id="20" name="Rectangle 19">
              <a:extLst>
                <a:ext uri="{FF2B5EF4-FFF2-40B4-BE49-F238E27FC236}">
                  <a16:creationId xmlns:a16="http://schemas.microsoft.com/office/drawing/2014/main" id="{B64C00C7-079F-37DA-BADF-772429016EF0}"/>
                </a:ext>
              </a:extLst>
            </p:cNvPr>
            <p:cNvSpPr/>
            <p:nvPr/>
          </p:nvSpPr>
          <p:spPr>
            <a:xfrm>
              <a:off x="1239047" y="1860545"/>
              <a:ext cx="2378899" cy="3600000"/>
            </a:xfrm>
            <a:prstGeom prst="rect">
              <a:avLst/>
            </a:prstGeom>
            <a:solidFill>
              <a:srgbClr val="F2F2F2"/>
            </a:solidFill>
            <a:ln w="76200">
              <a:solidFill>
                <a:schemeClr val="accent1"/>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1"/>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2" name="Clipboard2">
              <a:extLst>
                <a:ext uri="{FF2B5EF4-FFF2-40B4-BE49-F238E27FC236}">
                  <a16:creationId xmlns:a16="http://schemas.microsoft.com/office/drawing/2014/main" id="{9E76AA47-08FD-3EAF-B5F6-255E200A5B5C}"/>
                </a:ext>
              </a:extLst>
            </p:cNvPr>
            <p:cNvSpPr>
              <a:spLocks noChangeAspect="1" noEditPoints="1"/>
            </p:cNvSpPr>
            <p:nvPr>
              <p:custDataLst>
                <p:tags r:id="rId5"/>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4" name="Group 23">
            <a:extLst>
              <a:ext uri="{FF2B5EF4-FFF2-40B4-BE49-F238E27FC236}">
                <a16:creationId xmlns:a16="http://schemas.microsoft.com/office/drawing/2014/main" id="{4EF15D51-2AD2-6D9F-61FD-831571858390}"/>
              </a:ext>
            </a:extLst>
          </p:cNvPr>
          <p:cNvGrpSpPr/>
          <p:nvPr/>
        </p:nvGrpSpPr>
        <p:grpSpPr>
          <a:xfrm>
            <a:off x="3550434" y="1442744"/>
            <a:ext cx="2378899" cy="4017801"/>
            <a:chOff x="1239047" y="1442744"/>
            <a:chExt cx="2378899" cy="4017801"/>
          </a:xfrm>
        </p:grpSpPr>
        <p:sp>
          <p:nvSpPr>
            <p:cNvPr id="26" name="Rectangle 25">
              <a:extLst>
                <a:ext uri="{FF2B5EF4-FFF2-40B4-BE49-F238E27FC236}">
                  <a16:creationId xmlns:a16="http://schemas.microsoft.com/office/drawing/2014/main" id="{6DDF6495-6C13-991C-3400-F9794A8E48D9}"/>
                </a:ext>
              </a:extLst>
            </p:cNvPr>
            <p:cNvSpPr/>
            <p:nvPr/>
          </p:nvSpPr>
          <p:spPr>
            <a:xfrm>
              <a:off x="1239047" y="1860545"/>
              <a:ext cx="2378899" cy="3600000"/>
            </a:xfrm>
            <a:prstGeom prst="rect">
              <a:avLst/>
            </a:prstGeom>
            <a:solidFill>
              <a:srgbClr val="F2F2F2"/>
            </a:solidFill>
            <a:ln w="76200">
              <a:solidFill>
                <a:schemeClr val="accent2"/>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2"/>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8" name="Clipboard2">
              <a:extLst>
                <a:ext uri="{FF2B5EF4-FFF2-40B4-BE49-F238E27FC236}">
                  <a16:creationId xmlns:a16="http://schemas.microsoft.com/office/drawing/2014/main" id="{0EC57BA8-3FEF-5636-6DE7-73F852D4D0F8}"/>
                </a:ext>
              </a:extLst>
            </p:cNvPr>
            <p:cNvSpPr>
              <a:spLocks noChangeAspect="1" noEditPoints="1"/>
            </p:cNvSpPr>
            <p:nvPr>
              <p:custDataLst>
                <p:tags r:id="rId4"/>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9" name="Group 28">
            <a:extLst>
              <a:ext uri="{FF2B5EF4-FFF2-40B4-BE49-F238E27FC236}">
                <a16:creationId xmlns:a16="http://schemas.microsoft.com/office/drawing/2014/main" id="{E0785C39-A64E-2726-675F-DED9D2778535}"/>
              </a:ext>
            </a:extLst>
          </p:cNvPr>
          <p:cNvGrpSpPr/>
          <p:nvPr/>
        </p:nvGrpSpPr>
        <p:grpSpPr>
          <a:xfrm>
            <a:off x="6262668" y="1442744"/>
            <a:ext cx="2378899" cy="4017801"/>
            <a:chOff x="1239047" y="1442744"/>
            <a:chExt cx="2378899" cy="4017801"/>
          </a:xfrm>
        </p:grpSpPr>
        <p:sp>
          <p:nvSpPr>
            <p:cNvPr id="31" name="Rectangle 30">
              <a:extLst>
                <a:ext uri="{FF2B5EF4-FFF2-40B4-BE49-F238E27FC236}">
                  <a16:creationId xmlns:a16="http://schemas.microsoft.com/office/drawing/2014/main" id="{A8B65C56-AF65-9A17-8281-F84ACFDAA35A}"/>
                </a:ext>
              </a:extLst>
            </p:cNvPr>
            <p:cNvSpPr/>
            <p:nvPr/>
          </p:nvSpPr>
          <p:spPr>
            <a:xfrm>
              <a:off x="1239047" y="1860545"/>
              <a:ext cx="2378899" cy="3600000"/>
            </a:xfrm>
            <a:prstGeom prst="rect">
              <a:avLst/>
            </a:prstGeom>
            <a:solidFill>
              <a:srgbClr val="F2F2F2"/>
            </a:solidFill>
            <a:ln w="76200">
              <a:solidFill>
                <a:schemeClr val="accent3"/>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3"/>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2" name="Clipboard2">
              <a:extLst>
                <a:ext uri="{FF2B5EF4-FFF2-40B4-BE49-F238E27FC236}">
                  <a16:creationId xmlns:a16="http://schemas.microsoft.com/office/drawing/2014/main" id="{27E8804E-2021-BE28-C992-8DD1832A216D}"/>
                </a:ext>
              </a:extLst>
            </p:cNvPr>
            <p:cNvSpPr>
              <a:spLocks noChangeAspect="1" noEditPoints="1"/>
            </p:cNvSpPr>
            <p:nvPr>
              <p:custDataLst>
                <p:tags r:id="rId3"/>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33" name="Group 32">
            <a:extLst>
              <a:ext uri="{FF2B5EF4-FFF2-40B4-BE49-F238E27FC236}">
                <a16:creationId xmlns:a16="http://schemas.microsoft.com/office/drawing/2014/main" id="{05D8A824-F229-C329-7BD1-C5FFFECC321D}"/>
              </a:ext>
            </a:extLst>
          </p:cNvPr>
          <p:cNvGrpSpPr/>
          <p:nvPr/>
        </p:nvGrpSpPr>
        <p:grpSpPr>
          <a:xfrm>
            <a:off x="8974901" y="1442744"/>
            <a:ext cx="2378899" cy="4017801"/>
            <a:chOff x="1239047" y="1442744"/>
            <a:chExt cx="2378899" cy="4017801"/>
          </a:xfrm>
        </p:grpSpPr>
        <p:sp>
          <p:nvSpPr>
            <p:cNvPr id="34" name="Rectangle 33">
              <a:extLst>
                <a:ext uri="{FF2B5EF4-FFF2-40B4-BE49-F238E27FC236}">
                  <a16:creationId xmlns:a16="http://schemas.microsoft.com/office/drawing/2014/main" id="{F6257C5C-007C-1768-4FCF-4F87B5B8DD82}"/>
                </a:ext>
              </a:extLst>
            </p:cNvPr>
            <p:cNvSpPr/>
            <p:nvPr/>
          </p:nvSpPr>
          <p:spPr>
            <a:xfrm>
              <a:off x="1239047" y="1860545"/>
              <a:ext cx="2378899" cy="3600000"/>
            </a:xfrm>
            <a:prstGeom prst="rect">
              <a:avLst/>
            </a:prstGeom>
            <a:solidFill>
              <a:srgbClr val="F2F2F2"/>
            </a:solidFill>
            <a:ln w="76200">
              <a:solidFill>
                <a:schemeClr val="accent4"/>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4"/>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5" name="Clipboard2">
              <a:extLst>
                <a:ext uri="{FF2B5EF4-FFF2-40B4-BE49-F238E27FC236}">
                  <a16:creationId xmlns:a16="http://schemas.microsoft.com/office/drawing/2014/main" id="{5E05AD61-55C9-E60F-9056-B0C6D355B0DB}"/>
                </a:ext>
              </a:extLst>
            </p:cNvPr>
            <p:cNvSpPr>
              <a:spLocks noChangeAspect="1" noEditPoints="1"/>
            </p:cNvSpPr>
            <p:nvPr>
              <p:custDataLst>
                <p:tags r:id="rId2"/>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1537828030"/>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a:normAutofit/>
          </a:bodyPr>
          <a:lstStyle/>
          <a:p>
            <a:r>
              <a:rPr lang="en-US" dirty="0"/>
              <a:t>Arrows 11</a:t>
            </a:r>
          </a:p>
        </p:txBody>
      </p:sp>
      <p:sp>
        <p:nvSpPr>
          <p:cNvPr id="5" name="Freeform: Shape 6">
            <a:extLst>
              <a:ext uri="{FF2B5EF4-FFF2-40B4-BE49-F238E27FC236}">
                <a16:creationId xmlns:a16="http://schemas.microsoft.com/office/drawing/2014/main" id="{491A3627-A085-06B7-4EFF-3EE6835FBF03}"/>
              </a:ext>
            </a:extLst>
          </p:cNvPr>
          <p:cNvSpPr/>
          <p:nvPr/>
        </p:nvSpPr>
        <p:spPr>
          <a:xfrm>
            <a:off x="1781139"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a:off x="4103218"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8">
            <a:extLst>
              <a:ext uri="{FF2B5EF4-FFF2-40B4-BE49-F238E27FC236}">
                <a16:creationId xmlns:a16="http://schemas.microsoft.com/office/drawing/2014/main" id="{B898C426-D482-91E4-89D0-AADF26FB7BEE}"/>
              </a:ext>
            </a:extLst>
          </p:cNvPr>
          <p:cNvSpPr/>
          <p:nvPr/>
        </p:nvSpPr>
        <p:spPr>
          <a:xfrm>
            <a:off x="6425297"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Shape 31">
            <a:extLst>
              <a:ext uri="{FF2B5EF4-FFF2-40B4-BE49-F238E27FC236}">
                <a16:creationId xmlns:a16="http://schemas.microsoft.com/office/drawing/2014/main" id="{78326EBA-D61C-A2CE-5893-D974B3CB846B}"/>
              </a:ext>
            </a:extLst>
          </p:cNvPr>
          <p:cNvSpPr/>
          <p:nvPr/>
        </p:nvSpPr>
        <p:spPr>
          <a:xfrm rot="10800000" flipV="1">
            <a:off x="8747376" y="1848332"/>
            <a:ext cx="1663486" cy="1942978"/>
          </a:xfrm>
          <a:custGeom>
            <a:avLst/>
            <a:gdLst>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725393 h 2364509"/>
              <a:gd name="connsiteX53" fmla="*/ 1842311 w 1985964"/>
              <a:gd name="connsiteY53" fmla="*/ 1984395 h 2364509"/>
              <a:gd name="connsiteX54" fmla="*/ 1838060 w 1985964"/>
              <a:gd name="connsiteY54" fmla="*/ 2026564 h 2364509"/>
              <a:gd name="connsiteX55" fmla="*/ 1838058 w 1985964"/>
              <a:gd name="connsiteY55" fmla="*/ 2026570 h 2364509"/>
              <a:gd name="connsiteX56" fmla="*/ 1818140 w 1985964"/>
              <a:gd name="connsiteY56" fmla="*/ 2077302 h 2364509"/>
              <a:gd name="connsiteX57" fmla="*/ 1792175 w 1985964"/>
              <a:gd name="connsiteY57" fmla="*/ 2115814 h 2364509"/>
              <a:gd name="connsiteX58" fmla="*/ 1773416 w 1985964"/>
              <a:gd name="connsiteY58" fmla="*/ 2137481 h 2364509"/>
              <a:gd name="connsiteX59" fmla="*/ 1731490 w 1985964"/>
              <a:gd name="connsiteY59" fmla="*/ 2165749 h 2364509"/>
              <a:gd name="connsiteX60" fmla="*/ 1709927 w 1985964"/>
              <a:gd name="connsiteY60" fmla="*/ 2178120 h 2364509"/>
              <a:gd name="connsiteX61" fmla="*/ 1633141 w 1985964"/>
              <a:gd name="connsiteY61" fmla="*/ 2193622 h 2364509"/>
              <a:gd name="connsiteX62" fmla="*/ 1633070 w 1985964"/>
              <a:gd name="connsiteY62" fmla="*/ 2193635 h 2364509"/>
              <a:gd name="connsiteX63" fmla="*/ 352749 w 1985964"/>
              <a:gd name="connsiteY63" fmla="*/ 2193635 h 2364509"/>
              <a:gd name="connsiteX64" fmla="*/ 143507 w 1985964"/>
              <a:gd name="connsiteY64" fmla="*/ 1984393 h 2364509"/>
              <a:gd name="connsiteX65" fmla="*/ 143507 w 1985964"/>
              <a:gd name="connsiteY65" fmla="*/ 380114 h 2364509"/>
              <a:gd name="connsiteX66" fmla="*/ 147758 w 1985964"/>
              <a:gd name="connsiteY66" fmla="*/ 337945 h 2364509"/>
              <a:gd name="connsiteX67" fmla="*/ 159950 w 1985964"/>
              <a:gd name="connsiteY67" fmla="*/ 298669 h 2364509"/>
              <a:gd name="connsiteX68" fmla="*/ 204792 w 1985964"/>
              <a:gd name="connsiteY68" fmla="*/ 232160 h 2364509"/>
              <a:gd name="connsiteX69" fmla="*/ 352748 w 1985964"/>
              <a:gd name="connsiteY69" fmla="*/ 170874 h 2364509"/>
              <a:gd name="connsiteX70" fmla="*/ 1633069 w 1985964"/>
              <a:gd name="connsiteY70" fmla="*/ 170874 h 2364509"/>
              <a:gd name="connsiteX71" fmla="*/ 1842311 w 1985964"/>
              <a:gd name="connsiteY71" fmla="*/ 380116 h 2364509"/>
              <a:gd name="connsiteX72" fmla="*/ 1842311 w 1985964"/>
              <a:gd name="connsiteY72" fmla="*/ 390533 h 2364509"/>
              <a:gd name="connsiteX73" fmla="*/ 1842312 w 1985964"/>
              <a:gd name="connsiteY73" fmla="*/ 390533 h 2364509"/>
              <a:gd name="connsiteX74" fmla="*/ 1842312 w 1985964"/>
              <a:gd name="connsiteY74" fmla="*/ 657949 h 2364509"/>
              <a:gd name="connsiteX75" fmla="*/ 1844327 w 1985964"/>
              <a:gd name="connsiteY75" fmla="*/ 657949 h 2364509"/>
              <a:gd name="connsiteX76" fmla="*/ 1848702 w 1985964"/>
              <a:gd name="connsiteY76" fmla="*/ 679620 h 2364509"/>
              <a:gd name="connsiteX77" fmla="*/ 1914526 w 1985964"/>
              <a:gd name="connsiteY77" fmla="*/ 723251 h 2364509"/>
              <a:gd name="connsiteX78" fmla="*/ 1980350 w 1985964"/>
              <a:gd name="connsiteY78" fmla="*/ 679620 h 2364509"/>
              <a:gd name="connsiteX79" fmla="*/ 1984725 w 1985964"/>
              <a:gd name="connsiteY79" fmla="*/ 657949 h 2364509"/>
              <a:gd name="connsiteX80" fmla="*/ 1985819 w 1985964"/>
              <a:gd name="connsiteY80" fmla="*/ 657949 h 2364509"/>
              <a:gd name="connsiteX81" fmla="*/ 1985819 w 1985964"/>
              <a:gd name="connsiteY81" fmla="*/ 652531 h 2364509"/>
              <a:gd name="connsiteX82" fmla="*/ 1985964 w 1985964"/>
              <a:gd name="connsiteY82" fmla="*/ 651813 h 2364509"/>
              <a:gd name="connsiteX83" fmla="*/ 1985964 w 1985964"/>
              <a:gd name="connsiteY83" fmla="*/ 320606 h 2364509"/>
              <a:gd name="connsiteX84" fmla="*/ 1979095 w 1985964"/>
              <a:gd name="connsiteY84" fmla="*/ 264273 h 2364509"/>
              <a:gd name="connsiteX85" fmla="*/ 1962862 w 1985964"/>
              <a:gd name="connsiteY85" fmla="*/ 209616 h 2364509"/>
              <a:gd name="connsiteX86" fmla="*/ 1960902 w 1985964"/>
              <a:gd name="connsiteY86" fmla="*/ 205670 h 2364509"/>
              <a:gd name="connsiteX87" fmla="*/ 1959808 w 1985964"/>
              <a:gd name="connsiteY87" fmla="*/ 202145 h 2364509"/>
              <a:gd name="connsiteX88" fmla="*/ 1952102 w 1985964"/>
              <a:gd name="connsiteY88" fmla="*/ 187947 h 2364509"/>
              <a:gd name="connsiteX89" fmla="*/ 1937903 w 1985964"/>
              <a:gd name="connsiteY89" fmla="*/ 159353 h 2364509"/>
              <a:gd name="connsiteX90" fmla="*/ 1932732 w 1985964"/>
              <a:gd name="connsiteY90" fmla="*/ 152262 h 2364509"/>
              <a:gd name="connsiteX91" fmla="*/ 1929292 w 1985964"/>
              <a:gd name="connsiteY91" fmla="*/ 145924 h 2364509"/>
              <a:gd name="connsiteX92" fmla="*/ 1919138 w 1985964"/>
              <a:gd name="connsiteY92" fmla="*/ 133617 h 2364509"/>
              <a:gd name="connsiteX93" fmla="*/ 1905110 w 1985964"/>
              <a:gd name="connsiteY93" fmla="*/ 114377 h 2364509"/>
              <a:gd name="connsiteX94" fmla="*/ 1895612 w 1985964"/>
              <a:gd name="connsiteY94" fmla="*/ 105103 h 2364509"/>
              <a:gd name="connsiteX95" fmla="*/ 1888877 w 1985964"/>
              <a:gd name="connsiteY95" fmla="*/ 96941 h 2364509"/>
              <a:gd name="connsiteX96" fmla="*/ 1878393 w 1985964"/>
              <a:gd name="connsiteY96" fmla="*/ 88290 h 2364509"/>
              <a:gd name="connsiteX97" fmla="*/ 1865375 w 1985964"/>
              <a:gd name="connsiteY97" fmla="*/ 75579 h 2364509"/>
              <a:gd name="connsiteX98" fmla="*/ 1857537 w 1985964"/>
              <a:gd name="connsiteY98" fmla="*/ 71082 h 2364509"/>
              <a:gd name="connsiteX99" fmla="*/ 1839894 w 1985964"/>
              <a:gd name="connsiteY99" fmla="*/ 56526 h 2364509"/>
              <a:gd name="connsiteX100" fmla="*/ 1783673 w 1985964"/>
              <a:gd name="connsiteY100" fmla="*/ 26010 h 2364509"/>
              <a:gd name="connsiteX101" fmla="*/ 1773433 w 1985964"/>
              <a:gd name="connsiteY101" fmla="*/ 22831 h 2364509"/>
              <a:gd name="connsiteX102" fmla="*/ 1768644 w 1985964"/>
              <a:gd name="connsiteY102" fmla="*/ 20084 h 2364509"/>
              <a:gd name="connsiteX103" fmla="*/ 1737353 w 1985964"/>
              <a:gd name="connsiteY103" fmla="*/ 11631 h 2364509"/>
              <a:gd name="connsiteX104" fmla="*/ 1721545 w 1985964"/>
              <a:gd name="connsiteY104" fmla="*/ 6724 h 2364509"/>
              <a:gd name="connsiteX105" fmla="*/ 1717783 w 1985964"/>
              <a:gd name="connsiteY105" fmla="*/ 6345 h 2364509"/>
              <a:gd name="connsiteX106" fmla="*/ 1713431 w 1985964"/>
              <a:gd name="connsiteY106" fmla="*/ 5170 h 2364509"/>
              <a:gd name="connsiteX107" fmla="*/ 1654843 w 1985964"/>
              <a:gd name="connsiteY107"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984395 h 2364509"/>
              <a:gd name="connsiteX53" fmla="*/ 1838060 w 1985964"/>
              <a:gd name="connsiteY53" fmla="*/ 2026564 h 2364509"/>
              <a:gd name="connsiteX54" fmla="*/ 1838058 w 1985964"/>
              <a:gd name="connsiteY54" fmla="*/ 2026570 h 2364509"/>
              <a:gd name="connsiteX55" fmla="*/ 1818140 w 1985964"/>
              <a:gd name="connsiteY55" fmla="*/ 2077302 h 2364509"/>
              <a:gd name="connsiteX56" fmla="*/ 1792175 w 1985964"/>
              <a:gd name="connsiteY56" fmla="*/ 2115814 h 2364509"/>
              <a:gd name="connsiteX57" fmla="*/ 1773416 w 1985964"/>
              <a:gd name="connsiteY57" fmla="*/ 2137481 h 2364509"/>
              <a:gd name="connsiteX58" fmla="*/ 1731490 w 1985964"/>
              <a:gd name="connsiteY58" fmla="*/ 2165749 h 2364509"/>
              <a:gd name="connsiteX59" fmla="*/ 1709927 w 1985964"/>
              <a:gd name="connsiteY59" fmla="*/ 2178120 h 2364509"/>
              <a:gd name="connsiteX60" fmla="*/ 1633141 w 1985964"/>
              <a:gd name="connsiteY60" fmla="*/ 2193622 h 2364509"/>
              <a:gd name="connsiteX61" fmla="*/ 1633070 w 1985964"/>
              <a:gd name="connsiteY61" fmla="*/ 2193635 h 2364509"/>
              <a:gd name="connsiteX62" fmla="*/ 352749 w 1985964"/>
              <a:gd name="connsiteY62" fmla="*/ 2193635 h 2364509"/>
              <a:gd name="connsiteX63" fmla="*/ 143507 w 1985964"/>
              <a:gd name="connsiteY63" fmla="*/ 1984393 h 2364509"/>
              <a:gd name="connsiteX64" fmla="*/ 143507 w 1985964"/>
              <a:gd name="connsiteY64" fmla="*/ 380114 h 2364509"/>
              <a:gd name="connsiteX65" fmla="*/ 147758 w 1985964"/>
              <a:gd name="connsiteY65" fmla="*/ 337945 h 2364509"/>
              <a:gd name="connsiteX66" fmla="*/ 159950 w 1985964"/>
              <a:gd name="connsiteY66" fmla="*/ 298669 h 2364509"/>
              <a:gd name="connsiteX67" fmla="*/ 204792 w 1985964"/>
              <a:gd name="connsiteY67" fmla="*/ 232160 h 2364509"/>
              <a:gd name="connsiteX68" fmla="*/ 352748 w 1985964"/>
              <a:gd name="connsiteY68" fmla="*/ 170874 h 2364509"/>
              <a:gd name="connsiteX69" fmla="*/ 1633069 w 1985964"/>
              <a:gd name="connsiteY69" fmla="*/ 170874 h 2364509"/>
              <a:gd name="connsiteX70" fmla="*/ 1842311 w 1985964"/>
              <a:gd name="connsiteY70" fmla="*/ 380116 h 2364509"/>
              <a:gd name="connsiteX71" fmla="*/ 1842311 w 1985964"/>
              <a:gd name="connsiteY71" fmla="*/ 390533 h 2364509"/>
              <a:gd name="connsiteX72" fmla="*/ 1842312 w 1985964"/>
              <a:gd name="connsiteY72" fmla="*/ 390533 h 2364509"/>
              <a:gd name="connsiteX73" fmla="*/ 1842312 w 1985964"/>
              <a:gd name="connsiteY73" fmla="*/ 657949 h 2364509"/>
              <a:gd name="connsiteX74" fmla="*/ 1844327 w 1985964"/>
              <a:gd name="connsiteY74" fmla="*/ 657949 h 2364509"/>
              <a:gd name="connsiteX75" fmla="*/ 1848702 w 1985964"/>
              <a:gd name="connsiteY75" fmla="*/ 679620 h 2364509"/>
              <a:gd name="connsiteX76" fmla="*/ 1914526 w 1985964"/>
              <a:gd name="connsiteY76" fmla="*/ 723251 h 2364509"/>
              <a:gd name="connsiteX77" fmla="*/ 1980350 w 1985964"/>
              <a:gd name="connsiteY77" fmla="*/ 679620 h 2364509"/>
              <a:gd name="connsiteX78" fmla="*/ 1984725 w 1985964"/>
              <a:gd name="connsiteY78" fmla="*/ 657949 h 2364509"/>
              <a:gd name="connsiteX79" fmla="*/ 1985819 w 1985964"/>
              <a:gd name="connsiteY79" fmla="*/ 657949 h 2364509"/>
              <a:gd name="connsiteX80" fmla="*/ 1985819 w 1985964"/>
              <a:gd name="connsiteY80" fmla="*/ 652531 h 2364509"/>
              <a:gd name="connsiteX81" fmla="*/ 1985964 w 1985964"/>
              <a:gd name="connsiteY81" fmla="*/ 651813 h 2364509"/>
              <a:gd name="connsiteX82" fmla="*/ 1985964 w 1985964"/>
              <a:gd name="connsiteY82" fmla="*/ 320606 h 2364509"/>
              <a:gd name="connsiteX83" fmla="*/ 1979095 w 1985964"/>
              <a:gd name="connsiteY83" fmla="*/ 264273 h 2364509"/>
              <a:gd name="connsiteX84" fmla="*/ 1962862 w 1985964"/>
              <a:gd name="connsiteY84" fmla="*/ 209616 h 2364509"/>
              <a:gd name="connsiteX85" fmla="*/ 1960902 w 1985964"/>
              <a:gd name="connsiteY85" fmla="*/ 205670 h 2364509"/>
              <a:gd name="connsiteX86" fmla="*/ 1959808 w 1985964"/>
              <a:gd name="connsiteY86" fmla="*/ 202145 h 2364509"/>
              <a:gd name="connsiteX87" fmla="*/ 1952102 w 1985964"/>
              <a:gd name="connsiteY87" fmla="*/ 187947 h 2364509"/>
              <a:gd name="connsiteX88" fmla="*/ 1937903 w 1985964"/>
              <a:gd name="connsiteY88" fmla="*/ 159353 h 2364509"/>
              <a:gd name="connsiteX89" fmla="*/ 1932732 w 1985964"/>
              <a:gd name="connsiteY89" fmla="*/ 152262 h 2364509"/>
              <a:gd name="connsiteX90" fmla="*/ 1929292 w 1985964"/>
              <a:gd name="connsiteY90" fmla="*/ 145924 h 2364509"/>
              <a:gd name="connsiteX91" fmla="*/ 1919138 w 1985964"/>
              <a:gd name="connsiteY91" fmla="*/ 133617 h 2364509"/>
              <a:gd name="connsiteX92" fmla="*/ 1905110 w 1985964"/>
              <a:gd name="connsiteY92" fmla="*/ 114377 h 2364509"/>
              <a:gd name="connsiteX93" fmla="*/ 1895612 w 1985964"/>
              <a:gd name="connsiteY93" fmla="*/ 105103 h 2364509"/>
              <a:gd name="connsiteX94" fmla="*/ 1888877 w 1985964"/>
              <a:gd name="connsiteY94" fmla="*/ 96941 h 2364509"/>
              <a:gd name="connsiteX95" fmla="*/ 1878393 w 1985964"/>
              <a:gd name="connsiteY95" fmla="*/ 88290 h 2364509"/>
              <a:gd name="connsiteX96" fmla="*/ 1865375 w 1985964"/>
              <a:gd name="connsiteY96" fmla="*/ 75579 h 2364509"/>
              <a:gd name="connsiteX97" fmla="*/ 1857537 w 1985964"/>
              <a:gd name="connsiteY97" fmla="*/ 71082 h 2364509"/>
              <a:gd name="connsiteX98" fmla="*/ 1839894 w 1985964"/>
              <a:gd name="connsiteY98" fmla="*/ 56526 h 2364509"/>
              <a:gd name="connsiteX99" fmla="*/ 1783673 w 1985964"/>
              <a:gd name="connsiteY99" fmla="*/ 26010 h 2364509"/>
              <a:gd name="connsiteX100" fmla="*/ 1773433 w 1985964"/>
              <a:gd name="connsiteY100" fmla="*/ 22831 h 2364509"/>
              <a:gd name="connsiteX101" fmla="*/ 1768644 w 1985964"/>
              <a:gd name="connsiteY101" fmla="*/ 20084 h 2364509"/>
              <a:gd name="connsiteX102" fmla="*/ 1737353 w 1985964"/>
              <a:gd name="connsiteY102" fmla="*/ 11631 h 2364509"/>
              <a:gd name="connsiteX103" fmla="*/ 1721545 w 1985964"/>
              <a:gd name="connsiteY103" fmla="*/ 6724 h 2364509"/>
              <a:gd name="connsiteX104" fmla="*/ 1717783 w 1985964"/>
              <a:gd name="connsiteY104" fmla="*/ 6345 h 2364509"/>
              <a:gd name="connsiteX105" fmla="*/ 1713431 w 1985964"/>
              <a:gd name="connsiteY105" fmla="*/ 5170 h 2364509"/>
              <a:gd name="connsiteX106" fmla="*/ 1654843 w 1985964"/>
              <a:gd name="connsiteY106"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42311 w 1985964"/>
              <a:gd name="connsiteY51" fmla="*/ 1984395 h 2364509"/>
              <a:gd name="connsiteX52" fmla="*/ 1838060 w 1985964"/>
              <a:gd name="connsiteY52" fmla="*/ 2026564 h 2364509"/>
              <a:gd name="connsiteX53" fmla="*/ 1838058 w 1985964"/>
              <a:gd name="connsiteY53" fmla="*/ 2026570 h 2364509"/>
              <a:gd name="connsiteX54" fmla="*/ 1818140 w 1985964"/>
              <a:gd name="connsiteY54" fmla="*/ 2077302 h 2364509"/>
              <a:gd name="connsiteX55" fmla="*/ 1792175 w 1985964"/>
              <a:gd name="connsiteY55" fmla="*/ 2115814 h 2364509"/>
              <a:gd name="connsiteX56" fmla="*/ 1773416 w 1985964"/>
              <a:gd name="connsiteY56" fmla="*/ 2137481 h 2364509"/>
              <a:gd name="connsiteX57" fmla="*/ 1731490 w 1985964"/>
              <a:gd name="connsiteY57" fmla="*/ 2165749 h 2364509"/>
              <a:gd name="connsiteX58" fmla="*/ 1709927 w 1985964"/>
              <a:gd name="connsiteY58" fmla="*/ 2178120 h 2364509"/>
              <a:gd name="connsiteX59" fmla="*/ 1633141 w 1985964"/>
              <a:gd name="connsiteY59" fmla="*/ 2193622 h 2364509"/>
              <a:gd name="connsiteX60" fmla="*/ 1633070 w 1985964"/>
              <a:gd name="connsiteY60" fmla="*/ 2193635 h 2364509"/>
              <a:gd name="connsiteX61" fmla="*/ 352749 w 1985964"/>
              <a:gd name="connsiteY61" fmla="*/ 2193635 h 2364509"/>
              <a:gd name="connsiteX62" fmla="*/ 143507 w 1985964"/>
              <a:gd name="connsiteY62" fmla="*/ 1984393 h 2364509"/>
              <a:gd name="connsiteX63" fmla="*/ 143507 w 1985964"/>
              <a:gd name="connsiteY63" fmla="*/ 380114 h 2364509"/>
              <a:gd name="connsiteX64" fmla="*/ 147758 w 1985964"/>
              <a:gd name="connsiteY64" fmla="*/ 337945 h 2364509"/>
              <a:gd name="connsiteX65" fmla="*/ 159950 w 1985964"/>
              <a:gd name="connsiteY65" fmla="*/ 298669 h 2364509"/>
              <a:gd name="connsiteX66" fmla="*/ 204792 w 1985964"/>
              <a:gd name="connsiteY66" fmla="*/ 232160 h 2364509"/>
              <a:gd name="connsiteX67" fmla="*/ 352748 w 1985964"/>
              <a:gd name="connsiteY67" fmla="*/ 170874 h 2364509"/>
              <a:gd name="connsiteX68" fmla="*/ 1633069 w 1985964"/>
              <a:gd name="connsiteY68" fmla="*/ 170874 h 2364509"/>
              <a:gd name="connsiteX69" fmla="*/ 1842311 w 1985964"/>
              <a:gd name="connsiteY69" fmla="*/ 380116 h 2364509"/>
              <a:gd name="connsiteX70" fmla="*/ 1842311 w 1985964"/>
              <a:gd name="connsiteY70" fmla="*/ 390533 h 2364509"/>
              <a:gd name="connsiteX71" fmla="*/ 1842312 w 1985964"/>
              <a:gd name="connsiteY71" fmla="*/ 390533 h 2364509"/>
              <a:gd name="connsiteX72" fmla="*/ 1842312 w 1985964"/>
              <a:gd name="connsiteY72" fmla="*/ 657949 h 2364509"/>
              <a:gd name="connsiteX73" fmla="*/ 1844327 w 1985964"/>
              <a:gd name="connsiteY73" fmla="*/ 657949 h 2364509"/>
              <a:gd name="connsiteX74" fmla="*/ 1848702 w 1985964"/>
              <a:gd name="connsiteY74" fmla="*/ 679620 h 2364509"/>
              <a:gd name="connsiteX75" fmla="*/ 1914526 w 1985964"/>
              <a:gd name="connsiteY75" fmla="*/ 723251 h 2364509"/>
              <a:gd name="connsiteX76" fmla="*/ 1980350 w 1985964"/>
              <a:gd name="connsiteY76" fmla="*/ 679620 h 2364509"/>
              <a:gd name="connsiteX77" fmla="*/ 1984725 w 1985964"/>
              <a:gd name="connsiteY77" fmla="*/ 657949 h 2364509"/>
              <a:gd name="connsiteX78" fmla="*/ 1985819 w 1985964"/>
              <a:gd name="connsiteY78" fmla="*/ 657949 h 2364509"/>
              <a:gd name="connsiteX79" fmla="*/ 1985819 w 1985964"/>
              <a:gd name="connsiteY79" fmla="*/ 652531 h 2364509"/>
              <a:gd name="connsiteX80" fmla="*/ 1985964 w 1985964"/>
              <a:gd name="connsiteY80" fmla="*/ 651813 h 2364509"/>
              <a:gd name="connsiteX81" fmla="*/ 1985964 w 1985964"/>
              <a:gd name="connsiteY81" fmla="*/ 320606 h 2364509"/>
              <a:gd name="connsiteX82" fmla="*/ 1979095 w 1985964"/>
              <a:gd name="connsiteY82" fmla="*/ 264273 h 2364509"/>
              <a:gd name="connsiteX83" fmla="*/ 1962862 w 1985964"/>
              <a:gd name="connsiteY83" fmla="*/ 209616 h 2364509"/>
              <a:gd name="connsiteX84" fmla="*/ 1960902 w 1985964"/>
              <a:gd name="connsiteY84" fmla="*/ 205670 h 2364509"/>
              <a:gd name="connsiteX85" fmla="*/ 1959808 w 1985964"/>
              <a:gd name="connsiteY85" fmla="*/ 202145 h 2364509"/>
              <a:gd name="connsiteX86" fmla="*/ 1952102 w 1985964"/>
              <a:gd name="connsiteY86" fmla="*/ 187947 h 2364509"/>
              <a:gd name="connsiteX87" fmla="*/ 1937903 w 1985964"/>
              <a:gd name="connsiteY87" fmla="*/ 159353 h 2364509"/>
              <a:gd name="connsiteX88" fmla="*/ 1932732 w 1985964"/>
              <a:gd name="connsiteY88" fmla="*/ 152262 h 2364509"/>
              <a:gd name="connsiteX89" fmla="*/ 1929292 w 1985964"/>
              <a:gd name="connsiteY89" fmla="*/ 145924 h 2364509"/>
              <a:gd name="connsiteX90" fmla="*/ 1919138 w 1985964"/>
              <a:gd name="connsiteY90" fmla="*/ 133617 h 2364509"/>
              <a:gd name="connsiteX91" fmla="*/ 1905110 w 1985964"/>
              <a:gd name="connsiteY91" fmla="*/ 114377 h 2364509"/>
              <a:gd name="connsiteX92" fmla="*/ 1895612 w 1985964"/>
              <a:gd name="connsiteY92" fmla="*/ 105103 h 2364509"/>
              <a:gd name="connsiteX93" fmla="*/ 1888877 w 1985964"/>
              <a:gd name="connsiteY93" fmla="*/ 96941 h 2364509"/>
              <a:gd name="connsiteX94" fmla="*/ 1878393 w 1985964"/>
              <a:gd name="connsiteY94" fmla="*/ 88290 h 2364509"/>
              <a:gd name="connsiteX95" fmla="*/ 1865375 w 1985964"/>
              <a:gd name="connsiteY95" fmla="*/ 75579 h 2364509"/>
              <a:gd name="connsiteX96" fmla="*/ 1857537 w 1985964"/>
              <a:gd name="connsiteY96" fmla="*/ 71082 h 2364509"/>
              <a:gd name="connsiteX97" fmla="*/ 1839894 w 1985964"/>
              <a:gd name="connsiteY97" fmla="*/ 56526 h 2364509"/>
              <a:gd name="connsiteX98" fmla="*/ 1783673 w 1985964"/>
              <a:gd name="connsiteY98" fmla="*/ 26010 h 2364509"/>
              <a:gd name="connsiteX99" fmla="*/ 1773433 w 1985964"/>
              <a:gd name="connsiteY99" fmla="*/ 22831 h 2364509"/>
              <a:gd name="connsiteX100" fmla="*/ 1768644 w 1985964"/>
              <a:gd name="connsiteY100" fmla="*/ 20084 h 2364509"/>
              <a:gd name="connsiteX101" fmla="*/ 1737353 w 1985964"/>
              <a:gd name="connsiteY101" fmla="*/ 11631 h 2364509"/>
              <a:gd name="connsiteX102" fmla="*/ 1721545 w 1985964"/>
              <a:gd name="connsiteY102" fmla="*/ 6724 h 2364509"/>
              <a:gd name="connsiteX103" fmla="*/ 1717783 w 1985964"/>
              <a:gd name="connsiteY103" fmla="*/ 6345 h 2364509"/>
              <a:gd name="connsiteX104" fmla="*/ 1713431 w 1985964"/>
              <a:gd name="connsiteY104" fmla="*/ 5170 h 2364509"/>
              <a:gd name="connsiteX105" fmla="*/ 1654843 w 1985964"/>
              <a:gd name="connsiteY105"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42311 w 1985964"/>
              <a:gd name="connsiteY50" fmla="*/ 1984395 h 2364509"/>
              <a:gd name="connsiteX51" fmla="*/ 1838060 w 1985964"/>
              <a:gd name="connsiteY51" fmla="*/ 2026564 h 2364509"/>
              <a:gd name="connsiteX52" fmla="*/ 1838058 w 1985964"/>
              <a:gd name="connsiteY52" fmla="*/ 2026570 h 2364509"/>
              <a:gd name="connsiteX53" fmla="*/ 1818140 w 1985964"/>
              <a:gd name="connsiteY53" fmla="*/ 2077302 h 2364509"/>
              <a:gd name="connsiteX54" fmla="*/ 1792175 w 1985964"/>
              <a:gd name="connsiteY54" fmla="*/ 2115814 h 2364509"/>
              <a:gd name="connsiteX55" fmla="*/ 1773416 w 1985964"/>
              <a:gd name="connsiteY55" fmla="*/ 2137481 h 2364509"/>
              <a:gd name="connsiteX56" fmla="*/ 1731490 w 1985964"/>
              <a:gd name="connsiteY56" fmla="*/ 2165749 h 2364509"/>
              <a:gd name="connsiteX57" fmla="*/ 1709927 w 1985964"/>
              <a:gd name="connsiteY57" fmla="*/ 2178120 h 2364509"/>
              <a:gd name="connsiteX58" fmla="*/ 1633141 w 1985964"/>
              <a:gd name="connsiteY58" fmla="*/ 2193622 h 2364509"/>
              <a:gd name="connsiteX59" fmla="*/ 1633070 w 1985964"/>
              <a:gd name="connsiteY59" fmla="*/ 2193635 h 2364509"/>
              <a:gd name="connsiteX60" fmla="*/ 352749 w 1985964"/>
              <a:gd name="connsiteY60" fmla="*/ 2193635 h 2364509"/>
              <a:gd name="connsiteX61" fmla="*/ 143507 w 1985964"/>
              <a:gd name="connsiteY61" fmla="*/ 1984393 h 2364509"/>
              <a:gd name="connsiteX62" fmla="*/ 143507 w 1985964"/>
              <a:gd name="connsiteY62" fmla="*/ 380114 h 2364509"/>
              <a:gd name="connsiteX63" fmla="*/ 147758 w 1985964"/>
              <a:gd name="connsiteY63" fmla="*/ 337945 h 2364509"/>
              <a:gd name="connsiteX64" fmla="*/ 159950 w 1985964"/>
              <a:gd name="connsiteY64" fmla="*/ 298669 h 2364509"/>
              <a:gd name="connsiteX65" fmla="*/ 204792 w 1985964"/>
              <a:gd name="connsiteY65" fmla="*/ 232160 h 2364509"/>
              <a:gd name="connsiteX66" fmla="*/ 352748 w 1985964"/>
              <a:gd name="connsiteY66" fmla="*/ 170874 h 2364509"/>
              <a:gd name="connsiteX67" fmla="*/ 1633069 w 1985964"/>
              <a:gd name="connsiteY67" fmla="*/ 170874 h 2364509"/>
              <a:gd name="connsiteX68" fmla="*/ 1842311 w 1985964"/>
              <a:gd name="connsiteY68" fmla="*/ 380116 h 2364509"/>
              <a:gd name="connsiteX69" fmla="*/ 1842311 w 1985964"/>
              <a:gd name="connsiteY69" fmla="*/ 390533 h 2364509"/>
              <a:gd name="connsiteX70" fmla="*/ 1842312 w 1985964"/>
              <a:gd name="connsiteY70" fmla="*/ 390533 h 2364509"/>
              <a:gd name="connsiteX71" fmla="*/ 1842312 w 1985964"/>
              <a:gd name="connsiteY71" fmla="*/ 657949 h 2364509"/>
              <a:gd name="connsiteX72" fmla="*/ 1844327 w 1985964"/>
              <a:gd name="connsiteY72" fmla="*/ 657949 h 2364509"/>
              <a:gd name="connsiteX73" fmla="*/ 1848702 w 1985964"/>
              <a:gd name="connsiteY73" fmla="*/ 679620 h 2364509"/>
              <a:gd name="connsiteX74" fmla="*/ 1914526 w 1985964"/>
              <a:gd name="connsiteY74" fmla="*/ 723251 h 2364509"/>
              <a:gd name="connsiteX75" fmla="*/ 1980350 w 1985964"/>
              <a:gd name="connsiteY75" fmla="*/ 679620 h 2364509"/>
              <a:gd name="connsiteX76" fmla="*/ 1984725 w 1985964"/>
              <a:gd name="connsiteY76" fmla="*/ 657949 h 2364509"/>
              <a:gd name="connsiteX77" fmla="*/ 1985819 w 1985964"/>
              <a:gd name="connsiteY77" fmla="*/ 657949 h 2364509"/>
              <a:gd name="connsiteX78" fmla="*/ 1985819 w 1985964"/>
              <a:gd name="connsiteY78" fmla="*/ 652531 h 2364509"/>
              <a:gd name="connsiteX79" fmla="*/ 1985964 w 1985964"/>
              <a:gd name="connsiteY79" fmla="*/ 651813 h 2364509"/>
              <a:gd name="connsiteX80" fmla="*/ 1985964 w 1985964"/>
              <a:gd name="connsiteY80" fmla="*/ 320606 h 2364509"/>
              <a:gd name="connsiteX81" fmla="*/ 1979095 w 1985964"/>
              <a:gd name="connsiteY81" fmla="*/ 264273 h 2364509"/>
              <a:gd name="connsiteX82" fmla="*/ 1962862 w 1985964"/>
              <a:gd name="connsiteY82" fmla="*/ 209616 h 2364509"/>
              <a:gd name="connsiteX83" fmla="*/ 1960902 w 1985964"/>
              <a:gd name="connsiteY83" fmla="*/ 205670 h 2364509"/>
              <a:gd name="connsiteX84" fmla="*/ 1959808 w 1985964"/>
              <a:gd name="connsiteY84" fmla="*/ 202145 h 2364509"/>
              <a:gd name="connsiteX85" fmla="*/ 1952102 w 1985964"/>
              <a:gd name="connsiteY85" fmla="*/ 187947 h 2364509"/>
              <a:gd name="connsiteX86" fmla="*/ 1937903 w 1985964"/>
              <a:gd name="connsiteY86" fmla="*/ 159353 h 2364509"/>
              <a:gd name="connsiteX87" fmla="*/ 1932732 w 1985964"/>
              <a:gd name="connsiteY87" fmla="*/ 152262 h 2364509"/>
              <a:gd name="connsiteX88" fmla="*/ 1929292 w 1985964"/>
              <a:gd name="connsiteY88" fmla="*/ 145924 h 2364509"/>
              <a:gd name="connsiteX89" fmla="*/ 1919138 w 1985964"/>
              <a:gd name="connsiteY89" fmla="*/ 133617 h 2364509"/>
              <a:gd name="connsiteX90" fmla="*/ 1905110 w 1985964"/>
              <a:gd name="connsiteY90" fmla="*/ 114377 h 2364509"/>
              <a:gd name="connsiteX91" fmla="*/ 1895612 w 1985964"/>
              <a:gd name="connsiteY91" fmla="*/ 105103 h 2364509"/>
              <a:gd name="connsiteX92" fmla="*/ 1888877 w 1985964"/>
              <a:gd name="connsiteY92" fmla="*/ 96941 h 2364509"/>
              <a:gd name="connsiteX93" fmla="*/ 1878393 w 1985964"/>
              <a:gd name="connsiteY93" fmla="*/ 88290 h 2364509"/>
              <a:gd name="connsiteX94" fmla="*/ 1865375 w 1985964"/>
              <a:gd name="connsiteY94" fmla="*/ 75579 h 2364509"/>
              <a:gd name="connsiteX95" fmla="*/ 1857537 w 1985964"/>
              <a:gd name="connsiteY95" fmla="*/ 71082 h 2364509"/>
              <a:gd name="connsiteX96" fmla="*/ 1839894 w 1985964"/>
              <a:gd name="connsiteY96" fmla="*/ 56526 h 2364509"/>
              <a:gd name="connsiteX97" fmla="*/ 1783673 w 1985964"/>
              <a:gd name="connsiteY97" fmla="*/ 26010 h 2364509"/>
              <a:gd name="connsiteX98" fmla="*/ 1773433 w 1985964"/>
              <a:gd name="connsiteY98" fmla="*/ 22831 h 2364509"/>
              <a:gd name="connsiteX99" fmla="*/ 1768644 w 1985964"/>
              <a:gd name="connsiteY99" fmla="*/ 20084 h 2364509"/>
              <a:gd name="connsiteX100" fmla="*/ 1737353 w 1985964"/>
              <a:gd name="connsiteY100" fmla="*/ 11631 h 2364509"/>
              <a:gd name="connsiteX101" fmla="*/ 1721545 w 1985964"/>
              <a:gd name="connsiteY101" fmla="*/ 6724 h 2364509"/>
              <a:gd name="connsiteX102" fmla="*/ 1717783 w 1985964"/>
              <a:gd name="connsiteY102" fmla="*/ 6345 h 2364509"/>
              <a:gd name="connsiteX103" fmla="*/ 1713431 w 1985964"/>
              <a:gd name="connsiteY103" fmla="*/ 5170 h 2364509"/>
              <a:gd name="connsiteX104" fmla="*/ 1654843 w 1985964"/>
              <a:gd name="connsiteY104"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42311 w 1985964"/>
              <a:gd name="connsiteY49" fmla="*/ 1984395 h 2364509"/>
              <a:gd name="connsiteX50" fmla="*/ 1838060 w 1985964"/>
              <a:gd name="connsiteY50" fmla="*/ 2026564 h 2364509"/>
              <a:gd name="connsiteX51" fmla="*/ 1838058 w 1985964"/>
              <a:gd name="connsiteY51" fmla="*/ 2026570 h 2364509"/>
              <a:gd name="connsiteX52" fmla="*/ 1818140 w 1985964"/>
              <a:gd name="connsiteY52" fmla="*/ 2077302 h 2364509"/>
              <a:gd name="connsiteX53" fmla="*/ 1792175 w 1985964"/>
              <a:gd name="connsiteY53" fmla="*/ 2115814 h 2364509"/>
              <a:gd name="connsiteX54" fmla="*/ 1773416 w 1985964"/>
              <a:gd name="connsiteY54" fmla="*/ 2137481 h 2364509"/>
              <a:gd name="connsiteX55" fmla="*/ 1731490 w 1985964"/>
              <a:gd name="connsiteY55" fmla="*/ 2165749 h 2364509"/>
              <a:gd name="connsiteX56" fmla="*/ 1709927 w 1985964"/>
              <a:gd name="connsiteY56" fmla="*/ 2178120 h 2364509"/>
              <a:gd name="connsiteX57" fmla="*/ 1633141 w 1985964"/>
              <a:gd name="connsiteY57" fmla="*/ 2193622 h 2364509"/>
              <a:gd name="connsiteX58" fmla="*/ 1633070 w 1985964"/>
              <a:gd name="connsiteY58" fmla="*/ 2193635 h 2364509"/>
              <a:gd name="connsiteX59" fmla="*/ 352749 w 1985964"/>
              <a:gd name="connsiteY59" fmla="*/ 2193635 h 2364509"/>
              <a:gd name="connsiteX60" fmla="*/ 143507 w 1985964"/>
              <a:gd name="connsiteY60" fmla="*/ 1984393 h 2364509"/>
              <a:gd name="connsiteX61" fmla="*/ 143507 w 1985964"/>
              <a:gd name="connsiteY61" fmla="*/ 380114 h 2364509"/>
              <a:gd name="connsiteX62" fmla="*/ 147758 w 1985964"/>
              <a:gd name="connsiteY62" fmla="*/ 337945 h 2364509"/>
              <a:gd name="connsiteX63" fmla="*/ 159950 w 1985964"/>
              <a:gd name="connsiteY63" fmla="*/ 298669 h 2364509"/>
              <a:gd name="connsiteX64" fmla="*/ 204792 w 1985964"/>
              <a:gd name="connsiteY64" fmla="*/ 232160 h 2364509"/>
              <a:gd name="connsiteX65" fmla="*/ 352748 w 1985964"/>
              <a:gd name="connsiteY65" fmla="*/ 170874 h 2364509"/>
              <a:gd name="connsiteX66" fmla="*/ 1633069 w 1985964"/>
              <a:gd name="connsiteY66" fmla="*/ 170874 h 2364509"/>
              <a:gd name="connsiteX67" fmla="*/ 1842311 w 1985964"/>
              <a:gd name="connsiteY67" fmla="*/ 380116 h 2364509"/>
              <a:gd name="connsiteX68" fmla="*/ 1842311 w 1985964"/>
              <a:gd name="connsiteY68" fmla="*/ 390533 h 2364509"/>
              <a:gd name="connsiteX69" fmla="*/ 1842312 w 1985964"/>
              <a:gd name="connsiteY69" fmla="*/ 390533 h 2364509"/>
              <a:gd name="connsiteX70" fmla="*/ 1842312 w 1985964"/>
              <a:gd name="connsiteY70" fmla="*/ 657949 h 2364509"/>
              <a:gd name="connsiteX71" fmla="*/ 1844327 w 1985964"/>
              <a:gd name="connsiteY71" fmla="*/ 657949 h 2364509"/>
              <a:gd name="connsiteX72" fmla="*/ 1848702 w 1985964"/>
              <a:gd name="connsiteY72" fmla="*/ 679620 h 2364509"/>
              <a:gd name="connsiteX73" fmla="*/ 1914526 w 1985964"/>
              <a:gd name="connsiteY73" fmla="*/ 723251 h 2364509"/>
              <a:gd name="connsiteX74" fmla="*/ 1980350 w 1985964"/>
              <a:gd name="connsiteY74" fmla="*/ 679620 h 2364509"/>
              <a:gd name="connsiteX75" fmla="*/ 1984725 w 1985964"/>
              <a:gd name="connsiteY75" fmla="*/ 657949 h 2364509"/>
              <a:gd name="connsiteX76" fmla="*/ 1985819 w 1985964"/>
              <a:gd name="connsiteY76" fmla="*/ 657949 h 2364509"/>
              <a:gd name="connsiteX77" fmla="*/ 1985819 w 1985964"/>
              <a:gd name="connsiteY77" fmla="*/ 652531 h 2364509"/>
              <a:gd name="connsiteX78" fmla="*/ 1985964 w 1985964"/>
              <a:gd name="connsiteY78" fmla="*/ 651813 h 2364509"/>
              <a:gd name="connsiteX79" fmla="*/ 1985964 w 1985964"/>
              <a:gd name="connsiteY79" fmla="*/ 320606 h 2364509"/>
              <a:gd name="connsiteX80" fmla="*/ 1979095 w 1985964"/>
              <a:gd name="connsiteY80" fmla="*/ 264273 h 2364509"/>
              <a:gd name="connsiteX81" fmla="*/ 1962862 w 1985964"/>
              <a:gd name="connsiteY81" fmla="*/ 209616 h 2364509"/>
              <a:gd name="connsiteX82" fmla="*/ 1960902 w 1985964"/>
              <a:gd name="connsiteY82" fmla="*/ 205670 h 2364509"/>
              <a:gd name="connsiteX83" fmla="*/ 1959808 w 1985964"/>
              <a:gd name="connsiteY83" fmla="*/ 202145 h 2364509"/>
              <a:gd name="connsiteX84" fmla="*/ 1952102 w 1985964"/>
              <a:gd name="connsiteY84" fmla="*/ 187947 h 2364509"/>
              <a:gd name="connsiteX85" fmla="*/ 1937903 w 1985964"/>
              <a:gd name="connsiteY85" fmla="*/ 159353 h 2364509"/>
              <a:gd name="connsiteX86" fmla="*/ 1932732 w 1985964"/>
              <a:gd name="connsiteY86" fmla="*/ 152262 h 2364509"/>
              <a:gd name="connsiteX87" fmla="*/ 1929292 w 1985964"/>
              <a:gd name="connsiteY87" fmla="*/ 145924 h 2364509"/>
              <a:gd name="connsiteX88" fmla="*/ 1919138 w 1985964"/>
              <a:gd name="connsiteY88" fmla="*/ 133617 h 2364509"/>
              <a:gd name="connsiteX89" fmla="*/ 1905110 w 1985964"/>
              <a:gd name="connsiteY89" fmla="*/ 114377 h 2364509"/>
              <a:gd name="connsiteX90" fmla="*/ 1895612 w 1985964"/>
              <a:gd name="connsiteY90" fmla="*/ 105103 h 2364509"/>
              <a:gd name="connsiteX91" fmla="*/ 1888877 w 1985964"/>
              <a:gd name="connsiteY91" fmla="*/ 96941 h 2364509"/>
              <a:gd name="connsiteX92" fmla="*/ 1878393 w 1985964"/>
              <a:gd name="connsiteY92" fmla="*/ 88290 h 2364509"/>
              <a:gd name="connsiteX93" fmla="*/ 1865375 w 1985964"/>
              <a:gd name="connsiteY93" fmla="*/ 75579 h 2364509"/>
              <a:gd name="connsiteX94" fmla="*/ 1857537 w 1985964"/>
              <a:gd name="connsiteY94" fmla="*/ 71082 h 2364509"/>
              <a:gd name="connsiteX95" fmla="*/ 1839894 w 1985964"/>
              <a:gd name="connsiteY95" fmla="*/ 56526 h 2364509"/>
              <a:gd name="connsiteX96" fmla="*/ 1783673 w 1985964"/>
              <a:gd name="connsiteY96" fmla="*/ 26010 h 2364509"/>
              <a:gd name="connsiteX97" fmla="*/ 1773433 w 1985964"/>
              <a:gd name="connsiteY97" fmla="*/ 22831 h 2364509"/>
              <a:gd name="connsiteX98" fmla="*/ 1768644 w 1985964"/>
              <a:gd name="connsiteY98" fmla="*/ 20084 h 2364509"/>
              <a:gd name="connsiteX99" fmla="*/ 1737353 w 1985964"/>
              <a:gd name="connsiteY99" fmla="*/ 11631 h 2364509"/>
              <a:gd name="connsiteX100" fmla="*/ 1721545 w 1985964"/>
              <a:gd name="connsiteY100" fmla="*/ 6724 h 2364509"/>
              <a:gd name="connsiteX101" fmla="*/ 1717783 w 1985964"/>
              <a:gd name="connsiteY101" fmla="*/ 6345 h 2364509"/>
              <a:gd name="connsiteX102" fmla="*/ 1713431 w 1985964"/>
              <a:gd name="connsiteY102" fmla="*/ 5170 h 2364509"/>
              <a:gd name="connsiteX103" fmla="*/ 1654843 w 1985964"/>
              <a:gd name="connsiteY103"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1 w 1985964"/>
              <a:gd name="connsiteY48" fmla="*/ 1984395 h 2364509"/>
              <a:gd name="connsiteX49" fmla="*/ 1838060 w 1985964"/>
              <a:gd name="connsiteY49" fmla="*/ 2026564 h 2364509"/>
              <a:gd name="connsiteX50" fmla="*/ 1838058 w 1985964"/>
              <a:gd name="connsiteY50" fmla="*/ 2026570 h 2364509"/>
              <a:gd name="connsiteX51" fmla="*/ 1818140 w 1985964"/>
              <a:gd name="connsiteY51" fmla="*/ 2077302 h 2364509"/>
              <a:gd name="connsiteX52" fmla="*/ 1792175 w 1985964"/>
              <a:gd name="connsiteY52" fmla="*/ 2115814 h 2364509"/>
              <a:gd name="connsiteX53" fmla="*/ 1773416 w 1985964"/>
              <a:gd name="connsiteY53" fmla="*/ 2137481 h 2364509"/>
              <a:gd name="connsiteX54" fmla="*/ 1731490 w 1985964"/>
              <a:gd name="connsiteY54" fmla="*/ 2165749 h 2364509"/>
              <a:gd name="connsiteX55" fmla="*/ 1709927 w 1985964"/>
              <a:gd name="connsiteY55" fmla="*/ 2178120 h 2364509"/>
              <a:gd name="connsiteX56" fmla="*/ 1633141 w 1985964"/>
              <a:gd name="connsiteY56" fmla="*/ 2193622 h 2364509"/>
              <a:gd name="connsiteX57" fmla="*/ 1633070 w 1985964"/>
              <a:gd name="connsiteY57" fmla="*/ 2193635 h 2364509"/>
              <a:gd name="connsiteX58" fmla="*/ 352749 w 1985964"/>
              <a:gd name="connsiteY58" fmla="*/ 2193635 h 2364509"/>
              <a:gd name="connsiteX59" fmla="*/ 143507 w 1985964"/>
              <a:gd name="connsiteY59" fmla="*/ 1984393 h 2364509"/>
              <a:gd name="connsiteX60" fmla="*/ 143507 w 1985964"/>
              <a:gd name="connsiteY60" fmla="*/ 380114 h 2364509"/>
              <a:gd name="connsiteX61" fmla="*/ 147758 w 1985964"/>
              <a:gd name="connsiteY61" fmla="*/ 337945 h 2364509"/>
              <a:gd name="connsiteX62" fmla="*/ 159950 w 1985964"/>
              <a:gd name="connsiteY62" fmla="*/ 298669 h 2364509"/>
              <a:gd name="connsiteX63" fmla="*/ 204792 w 1985964"/>
              <a:gd name="connsiteY63" fmla="*/ 232160 h 2364509"/>
              <a:gd name="connsiteX64" fmla="*/ 352748 w 1985964"/>
              <a:gd name="connsiteY64" fmla="*/ 170874 h 2364509"/>
              <a:gd name="connsiteX65" fmla="*/ 1633069 w 1985964"/>
              <a:gd name="connsiteY65" fmla="*/ 170874 h 2364509"/>
              <a:gd name="connsiteX66" fmla="*/ 1842311 w 1985964"/>
              <a:gd name="connsiteY66" fmla="*/ 380116 h 2364509"/>
              <a:gd name="connsiteX67" fmla="*/ 1842311 w 1985964"/>
              <a:gd name="connsiteY67" fmla="*/ 390533 h 2364509"/>
              <a:gd name="connsiteX68" fmla="*/ 1842312 w 1985964"/>
              <a:gd name="connsiteY68" fmla="*/ 390533 h 2364509"/>
              <a:gd name="connsiteX69" fmla="*/ 1842312 w 1985964"/>
              <a:gd name="connsiteY69" fmla="*/ 657949 h 2364509"/>
              <a:gd name="connsiteX70" fmla="*/ 1844327 w 1985964"/>
              <a:gd name="connsiteY70" fmla="*/ 657949 h 2364509"/>
              <a:gd name="connsiteX71" fmla="*/ 1848702 w 1985964"/>
              <a:gd name="connsiteY71" fmla="*/ 679620 h 2364509"/>
              <a:gd name="connsiteX72" fmla="*/ 1914526 w 1985964"/>
              <a:gd name="connsiteY72" fmla="*/ 723251 h 2364509"/>
              <a:gd name="connsiteX73" fmla="*/ 1980350 w 1985964"/>
              <a:gd name="connsiteY73" fmla="*/ 679620 h 2364509"/>
              <a:gd name="connsiteX74" fmla="*/ 1984725 w 1985964"/>
              <a:gd name="connsiteY74" fmla="*/ 657949 h 2364509"/>
              <a:gd name="connsiteX75" fmla="*/ 1985819 w 1985964"/>
              <a:gd name="connsiteY75" fmla="*/ 657949 h 2364509"/>
              <a:gd name="connsiteX76" fmla="*/ 1985819 w 1985964"/>
              <a:gd name="connsiteY76" fmla="*/ 652531 h 2364509"/>
              <a:gd name="connsiteX77" fmla="*/ 1985964 w 1985964"/>
              <a:gd name="connsiteY77" fmla="*/ 651813 h 2364509"/>
              <a:gd name="connsiteX78" fmla="*/ 1985964 w 1985964"/>
              <a:gd name="connsiteY78" fmla="*/ 320606 h 2364509"/>
              <a:gd name="connsiteX79" fmla="*/ 1979095 w 1985964"/>
              <a:gd name="connsiteY79" fmla="*/ 264273 h 2364509"/>
              <a:gd name="connsiteX80" fmla="*/ 1962862 w 1985964"/>
              <a:gd name="connsiteY80" fmla="*/ 209616 h 2364509"/>
              <a:gd name="connsiteX81" fmla="*/ 1960902 w 1985964"/>
              <a:gd name="connsiteY81" fmla="*/ 205670 h 2364509"/>
              <a:gd name="connsiteX82" fmla="*/ 1959808 w 1985964"/>
              <a:gd name="connsiteY82" fmla="*/ 202145 h 2364509"/>
              <a:gd name="connsiteX83" fmla="*/ 1952102 w 1985964"/>
              <a:gd name="connsiteY83" fmla="*/ 187947 h 2364509"/>
              <a:gd name="connsiteX84" fmla="*/ 1937903 w 1985964"/>
              <a:gd name="connsiteY84" fmla="*/ 159353 h 2364509"/>
              <a:gd name="connsiteX85" fmla="*/ 1932732 w 1985964"/>
              <a:gd name="connsiteY85" fmla="*/ 152262 h 2364509"/>
              <a:gd name="connsiteX86" fmla="*/ 1929292 w 1985964"/>
              <a:gd name="connsiteY86" fmla="*/ 145924 h 2364509"/>
              <a:gd name="connsiteX87" fmla="*/ 1919138 w 1985964"/>
              <a:gd name="connsiteY87" fmla="*/ 133617 h 2364509"/>
              <a:gd name="connsiteX88" fmla="*/ 1905110 w 1985964"/>
              <a:gd name="connsiteY88" fmla="*/ 114377 h 2364509"/>
              <a:gd name="connsiteX89" fmla="*/ 1895612 w 1985964"/>
              <a:gd name="connsiteY89" fmla="*/ 105103 h 2364509"/>
              <a:gd name="connsiteX90" fmla="*/ 1888877 w 1985964"/>
              <a:gd name="connsiteY90" fmla="*/ 96941 h 2364509"/>
              <a:gd name="connsiteX91" fmla="*/ 1878393 w 1985964"/>
              <a:gd name="connsiteY91" fmla="*/ 88290 h 2364509"/>
              <a:gd name="connsiteX92" fmla="*/ 1865375 w 1985964"/>
              <a:gd name="connsiteY92" fmla="*/ 75579 h 2364509"/>
              <a:gd name="connsiteX93" fmla="*/ 1857537 w 1985964"/>
              <a:gd name="connsiteY93" fmla="*/ 71082 h 2364509"/>
              <a:gd name="connsiteX94" fmla="*/ 1839894 w 1985964"/>
              <a:gd name="connsiteY94" fmla="*/ 56526 h 2364509"/>
              <a:gd name="connsiteX95" fmla="*/ 1783673 w 1985964"/>
              <a:gd name="connsiteY95" fmla="*/ 26010 h 2364509"/>
              <a:gd name="connsiteX96" fmla="*/ 1773433 w 1985964"/>
              <a:gd name="connsiteY96" fmla="*/ 22831 h 2364509"/>
              <a:gd name="connsiteX97" fmla="*/ 1768644 w 1985964"/>
              <a:gd name="connsiteY97" fmla="*/ 20084 h 2364509"/>
              <a:gd name="connsiteX98" fmla="*/ 1737353 w 1985964"/>
              <a:gd name="connsiteY98" fmla="*/ 11631 h 2364509"/>
              <a:gd name="connsiteX99" fmla="*/ 1721545 w 1985964"/>
              <a:gd name="connsiteY99" fmla="*/ 6724 h 2364509"/>
              <a:gd name="connsiteX100" fmla="*/ 1717783 w 1985964"/>
              <a:gd name="connsiteY100" fmla="*/ 6345 h 2364509"/>
              <a:gd name="connsiteX101" fmla="*/ 1713431 w 1985964"/>
              <a:gd name="connsiteY101" fmla="*/ 5170 h 2364509"/>
              <a:gd name="connsiteX102" fmla="*/ 1654843 w 1985964"/>
              <a:gd name="connsiteY102"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985964" h="2364509">
                <a:moveTo>
                  <a:pt x="1654843" y="0"/>
                </a:moveTo>
                <a:lnTo>
                  <a:pt x="1654842" y="0"/>
                </a:lnTo>
                <a:lnTo>
                  <a:pt x="330977" y="0"/>
                </a:lnTo>
                <a:lnTo>
                  <a:pt x="330976" y="0"/>
                </a:lnTo>
                <a:cubicBezTo>
                  <a:pt x="148183" y="0"/>
                  <a:pt x="0" y="148183"/>
                  <a:pt x="0" y="330976"/>
                </a:cubicBezTo>
                <a:lnTo>
                  <a:pt x="0" y="2033533"/>
                </a:lnTo>
                <a:cubicBezTo>
                  <a:pt x="0" y="2216326"/>
                  <a:pt x="148183" y="2364509"/>
                  <a:pt x="330976" y="2364509"/>
                </a:cubicBezTo>
                <a:lnTo>
                  <a:pt x="330977" y="2364509"/>
                </a:lnTo>
                <a:lnTo>
                  <a:pt x="1654842" y="2364509"/>
                </a:lnTo>
                <a:lnTo>
                  <a:pt x="1654843" y="2364509"/>
                </a:lnTo>
                <a:cubicBezTo>
                  <a:pt x="1654845" y="2364509"/>
                  <a:pt x="1654848" y="2364508"/>
                  <a:pt x="1654850" y="2364508"/>
                </a:cubicBezTo>
                <a:lnTo>
                  <a:pt x="1713430" y="2359339"/>
                </a:lnTo>
                <a:lnTo>
                  <a:pt x="1717781" y="2358164"/>
                </a:lnTo>
                <a:lnTo>
                  <a:pt x="1721546" y="2357784"/>
                </a:lnTo>
                <a:lnTo>
                  <a:pt x="1737367" y="2352873"/>
                </a:lnTo>
                <a:lnTo>
                  <a:pt x="1768643" y="2344425"/>
                </a:lnTo>
                <a:lnTo>
                  <a:pt x="1773429" y="2341679"/>
                </a:lnTo>
                <a:lnTo>
                  <a:pt x="1783674" y="2338499"/>
                </a:lnTo>
                <a:cubicBezTo>
                  <a:pt x="1803472" y="2330125"/>
                  <a:pt x="1822287" y="2319879"/>
                  <a:pt x="1839895" y="2307983"/>
                </a:cubicBezTo>
                <a:lnTo>
                  <a:pt x="1857542" y="2293423"/>
                </a:lnTo>
                <a:lnTo>
                  <a:pt x="1865374" y="2288930"/>
                </a:lnTo>
                <a:lnTo>
                  <a:pt x="1878381" y="2276229"/>
                </a:lnTo>
                <a:lnTo>
                  <a:pt x="1888878" y="2267568"/>
                </a:lnTo>
                <a:lnTo>
                  <a:pt x="1895621" y="2259396"/>
                </a:lnTo>
                <a:lnTo>
                  <a:pt x="1905109" y="2250132"/>
                </a:lnTo>
                <a:lnTo>
                  <a:pt x="1919122" y="2230912"/>
                </a:lnTo>
                <a:lnTo>
                  <a:pt x="1929293" y="2218585"/>
                </a:lnTo>
                <a:lnTo>
                  <a:pt x="1932739" y="2212236"/>
                </a:lnTo>
                <a:lnTo>
                  <a:pt x="1937902" y="2205156"/>
                </a:lnTo>
                <a:lnTo>
                  <a:pt x="1952079" y="2176606"/>
                </a:lnTo>
                <a:lnTo>
                  <a:pt x="1959809" y="2162364"/>
                </a:lnTo>
                <a:lnTo>
                  <a:pt x="1960907" y="2158828"/>
                </a:lnTo>
                <a:lnTo>
                  <a:pt x="1962861" y="2154893"/>
                </a:lnTo>
                <a:lnTo>
                  <a:pt x="1979076" y="2100297"/>
                </a:lnTo>
                <a:cubicBezTo>
                  <a:pt x="1979082" y="2100277"/>
                  <a:pt x="1979089" y="2100256"/>
                  <a:pt x="1979095" y="2100236"/>
                </a:cubicBezTo>
                <a:lnTo>
                  <a:pt x="1979098" y="2100200"/>
                </a:lnTo>
                <a:lnTo>
                  <a:pt x="1985963" y="2043903"/>
                </a:lnTo>
                <a:lnTo>
                  <a:pt x="1985963" y="1725393"/>
                </a:lnTo>
                <a:lnTo>
                  <a:pt x="1985964" y="1725393"/>
                </a:lnTo>
                <a:lnTo>
                  <a:pt x="1985964" y="1401883"/>
                </a:lnTo>
                <a:cubicBezTo>
                  <a:pt x="1985916" y="1401644"/>
                  <a:pt x="1985867" y="1401404"/>
                  <a:pt x="1985819" y="1401165"/>
                </a:cubicBezTo>
                <a:lnTo>
                  <a:pt x="1985819" y="1395747"/>
                </a:lnTo>
                <a:lnTo>
                  <a:pt x="1984725" y="1395747"/>
                </a:lnTo>
                <a:lnTo>
                  <a:pt x="1980350" y="1374076"/>
                </a:lnTo>
                <a:cubicBezTo>
                  <a:pt x="1969505" y="1348436"/>
                  <a:pt x="1944117" y="1330445"/>
                  <a:pt x="1914526" y="1330445"/>
                </a:cubicBezTo>
                <a:cubicBezTo>
                  <a:pt x="1884936" y="1330445"/>
                  <a:pt x="1859547" y="1348436"/>
                  <a:pt x="1848702" y="1374076"/>
                </a:cubicBezTo>
                <a:lnTo>
                  <a:pt x="1844327" y="1395747"/>
                </a:lnTo>
                <a:lnTo>
                  <a:pt x="1842312" y="1395747"/>
                </a:lnTo>
                <a:cubicBezTo>
                  <a:pt x="1842312" y="1591963"/>
                  <a:pt x="1842311" y="1788179"/>
                  <a:pt x="1842311" y="1984395"/>
                </a:cubicBezTo>
                <a:cubicBezTo>
                  <a:pt x="1842311" y="1998840"/>
                  <a:pt x="1840847" y="2012943"/>
                  <a:pt x="1838060" y="2026564"/>
                </a:cubicBezTo>
                <a:cubicBezTo>
                  <a:pt x="1838059" y="2026566"/>
                  <a:pt x="1838059" y="2026568"/>
                  <a:pt x="1838058" y="2026570"/>
                </a:cubicBezTo>
                <a:lnTo>
                  <a:pt x="1818140" y="2077302"/>
                </a:lnTo>
                <a:lnTo>
                  <a:pt x="1792175" y="2115814"/>
                </a:lnTo>
                <a:lnTo>
                  <a:pt x="1773416" y="2137481"/>
                </a:lnTo>
                <a:lnTo>
                  <a:pt x="1731490" y="2165749"/>
                </a:lnTo>
                <a:lnTo>
                  <a:pt x="1709927" y="2178120"/>
                </a:lnTo>
                <a:lnTo>
                  <a:pt x="1633141" y="2193622"/>
                </a:lnTo>
                <a:cubicBezTo>
                  <a:pt x="1633117" y="2193626"/>
                  <a:pt x="1633094" y="2193631"/>
                  <a:pt x="1633070" y="2193635"/>
                </a:cubicBezTo>
                <a:lnTo>
                  <a:pt x="352749" y="2193635"/>
                </a:lnTo>
                <a:cubicBezTo>
                  <a:pt x="237188" y="2193635"/>
                  <a:pt x="143507" y="2099954"/>
                  <a:pt x="143507" y="1984393"/>
                </a:cubicBezTo>
                <a:lnTo>
                  <a:pt x="143507" y="380114"/>
                </a:lnTo>
                <a:cubicBezTo>
                  <a:pt x="143507" y="365669"/>
                  <a:pt x="144971" y="351566"/>
                  <a:pt x="147758" y="337945"/>
                </a:cubicBezTo>
                <a:lnTo>
                  <a:pt x="159950" y="298669"/>
                </a:lnTo>
                <a:lnTo>
                  <a:pt x="204792" y="232160"/>
                </a:lnTo>
                <a:cubicBezTo>
                  <a:pt x="242657" y="194294"/>
                  <a:pt x="294968" y="170874"/>
                  <a:pt x="352748" y="170874"/>
                </a:cubicBezTo>
                <a:lnTo>
                  <a:pt x="1633069" y="170874"/>
                </a:lnTo>
                <a:cubicBezTo>
                  <a:pt x="1748630" y="170874"/>
                  <a:pt x="1842311" y="264555"/>
                  <a:pt x="1842311" y="380116"/>
                </a:cubicBezTo>
                <a:lnTo>
                  <a:pt x="1842311" y="390533"/>
                </a:lnTo>
                <a:lnTo>
                  <a:pt x="1842312" y="390533"/>
                </a:lnTo>
                <a:lnTo>
                  <a:pt x="1842312" y="657949"/>
                </a:lnTo>
                <a:lnTo>
                  <a:pt x="1844327" y="657949"/>
                </a:lnTo>
                <a:lnTo>
                  <a:pt x="1848702" y="679620"/>
                </a:lnTo>
                <a:cubicBezTo>
                  <a:pt x="1859547" y="705260"/>
                  <a:pt x="1884936" y="723251"/>
                  <a:pt x="1914526" y="723251"/>
                </a:cubicBezTo>
                <a:cubicBezTo>
                  <a:pt x="1944117" y="723251"/>
                  <a:pt x="1969505" y="705260"/>
                  <a:pt x="1980350" y="679620"/>
                </a:cubicBezTo>
                <a:lnTo>
                  <a:pt x="1984725" y="657949"/>
                </a:lnTo>
                <a:lnTo>
                  <a:pt x="1985819" y="657949"/>
                </a:lnTo>
                <a:lnTo>
                  <a:pt x="1985819" y="652531"/>
                </a:lnTo>
                <a:cubicBezTo>
                  <a:pt x="1985867" y="652292"/>
                  <a:pt x="1985916" y="652052"/>
                  <a:pt x="1985964" y="651813"/>
                </a:cubicBezTo>
                <a:lnTo>
                  <a:pt x="1985964" y="320606"/>
                </a:lnTo>
                <a:lnTo>
                  <a:pt x="1979095" y="264273"/>
                </a:lnTo>
                <a:cubicBezTo>
                  <a:pt x="1975237" y="245420"/>
                  <a:pt x="1969777" y="227152"/>
                  <a:pt x="1962862" y="209616"/>
                </a:cubicBezTo>
                <a:lnTo>
                  <a:pt x="1960902" y="205670"/>
                </a:lnTo>
                <a:lnTo>
                  <a:pt x="1959808" y="202145"/>
                </a:lnTo>
                <a:lnTo>
                  <a:pt x="1952102" y="187947"/>
                </a:lnTo>
                <a:lnTo>
                  <a:pt x="1937903" y="159353"/>
                </a:lnTo>
                <a:lnTo>
                  <a:pt x="1932732" y="152262"/>
                </a:lnTo>
                <a:lnTo>
                  <a:pt x="1929292" y="145924"/>
                </a:lnTo>
                <a:lnTo>
                  <a:pt x="1919138" y="133617"/>
                </a:lnTo>
                <a:lnTo>
                  <a:pt x="1905110" y="114377"/>
                </a:lnTo>
                <a:lnTo>
                  <a:pt x="1895612" y="105103"/>
                </a:lnTo>
                <a:lnTo>
                  <a:pt x="1888877" y="96941"/>
                </a:lnTo>
                <a:lnTo>
                  <a:pt x="1878393" y="88290"/>
                </a:lnTo>
                <a:lnTo>
                  <a:pt x="1865375" y="75579"/>
                </a:lnTo>
                <a:lnTo>
                  <a:pt x="1857537" y="71082"/>
                </a:lnTo>
                <a:lnTo>
                  <a:pt x="1839894" y="56526"/>
                </a:lnTo>
                <a:cubicBezTo>
                  <a:pt x="1822286" y="44630"/>
                  <a:pt x="1803471" y="34384"/>
                  <a:pt x="1783673" y="26010"/>
                </a:cubicBezTo>
                <a:lnTo>
                  <a:pt x="1773433" y="22831"/>
                </a:lnTo>
                <a:lnTo>
                  <a:pt x="1768644" y="20084"/>
                </a:lnTo>
                <a:lnTo>
                  <a:pt x="1737353" y="11631"/>
                </a:lnTo>
                <a:lnTo>
                  <a:pt x="1721545" y="6724"/>
                </a:lnTo>
                <a:lnTo>
                  <a:pt x="1717783" y="6345"/>
                </a:lnTo>
                <a:lnTo>
                  <a:pt x="1713431" y="5170"/>
                </a:lnTo>
                <a:cubicBezTo>
                  <a:pt x="1694415" y="1773"/>
                  <a:pt x="1674836" y="0"/>
                  <a:pt x="1654843" y="0"/>
                </a:cubicBezTo>
                <a:close/>
              </a:path>
            </a:pathLst>
          </a:custGeom>
          <a:gradFill>
            <a:gsLst>
              <a:gs pos="0">
                <a:schemeClr val="accent4"/>
              </a:gs>
              <a:gs pos="10000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03FA8942-CFB4-7A10-ED42-65B32C17CCBC}"/>
              </a:ext>
            </a:extLst>
          </p:cNvPr>
          <p:cNvSpPr/>
          <p:nvPr/>
        </p:nvSpPr>
        <p:spPr>
          <a:xfrm flipH="1">
            <a:off x="2435234"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4757313"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92F73024-804D-CC6B-8CB9-BE3EF6530684}"/>
              </a:ext>
            </a:extLst>
          </p:cNvPr>
          <p:cNvSpPr/>
          <p:nvPr/>
        </p:nvSpPr>
        <p:spPr>
          <a:xfrm flipH="1">
            <a:off x="707939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3</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052EB39D-0D3F-A53F-2984-A1DEB87BBC71}"/>
              </a:ext>
            </a:extLst>
          </p:cNvPr>
          <p:cNvSpPr/>
          <p:nvPr/>
        </p:nvSpPr>
        <p:spPr>
          <a:xfrm flipH="1">
            <a:off x="938322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4</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a:extLst>
              <a:ext uri="{FF2B5EF4-FFF2-40B4-BE49-F238E27FC236}">
                <a16:creationId xmlns:a16="http://schemas.microsoft.com/office/drawing/2014/main" id="{8910A2A2-7526-C28A-7C36-6981B81D1589}"/>
              </a:ext>
            </a:extLst>
          </p:cNvPr>
          <p:cNvSpPr txBox="1"/>
          <p:nvPr/>
        </p:nvSpPr>
        <p:spPr>
          <a:xfrm>
            <a:off x="1523298"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4" name="TextBox 82">
            <a:extLst>
              <a:ext uri="{FF2B5EF4-FFF2-40B4-BE49-F238E27FC236}">
                <a16:creationId xmlns:a16="http://schemas.microsoft.com/office/drawing/2014/main" id="{7EAE964A-C0DD-6B9C-0AA9-CFC5575CF3F9}"/>
              </a:ext>
            </a:extLst>
          </p:cNvPr>
          <p:cNvSpPr txBox="1"/>
          <p:nvPr/>
        </p:nvSpPr>
        <p:spPr>
          <a:xfrm>
            <a:off x="6167456"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5" name="TextBox 82">
            <a:extLst>
              <a:ext uri="{FF2B5EF4-FFF2-40B4-BE49-F238E27FC236}">
                <a16:creationId xmlns:a16="http://schemas.microsoft.com/office/drawing/2014/main" id="{7D7821AF-5273-8EA7-99DF-28354FBBAB81}"/>
              </a:ext>
            </a:extLst>
          </p:cNvPr>
          <p:cNvSpPr txBox="1"/>
          <p:nvPr/>
        </p:nvSpPr>
        <p:spPr>
          <a:xfrm>
            <a:off x="3845377"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6" name="TextBox 82">
            <a:extLst>
              <a:ext uri="{FF2B5EF4-FFF2-40B4-BE49-F238E27FC236}">
                <a16:creationId xmlns:a16="http://schemas.microsoft.com/office/drawing/2014/main" id="{C1C64BA0-C1DA-0D2E-2CE7-9BD4A43F4CD3}"/>
              </a:ext>
            </a:extLst>
          </p:cNvPr>
          <p:cNvSpPr txBox="1"/>
          <p:nvPr/>
        </p:nvSpPr>
        <p:spPr>
          <a:xfrm>
            <a:off x="8471287" y="3946294"/>
            <a:ext cx="2215662"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34455726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371BD5-192A-3AAC-89E7-5ED95664AEF0}"/>
              </a:ext>
            </a:extLst>
          </p:cNvPr>
          <p:cNvSpPr>
            <a:spLocks noGrp="1"/>
          </p:cNvSpPr>
          <p:nvPr>
            <p:ph type="title"/>
          </p:nvPr>
        </p:nvSpPr>
        <p:spPr>
          <a:xfrm>
            <a:off x="214184" y="13663"/>
            <a:ext cx="9728886" cy="678316"/>
          </a:xfrm>
        </p:spPr>
        <p:txBody>
          <a:bodyPr>
            <a:normAutofit/>
          </a:bodyPr>
          <a:lstStyle/>
          <a:p>
            <a:r>
              <a:rPr lang="en-US" dirty="0"/>
              <a:t>Squares 10</a:t>
            </a:r>
          </a:p>
        </p:txBody>
      </p:sp>
      <p:grpSp>
        <p:nvGrpSpPr>
          <p:cNvPr id="3" name="Group 2">
            <a:extLst>
              <a:ext uri="{FF2B5EF4-FFF2-40B4-BE49-F238E27FC236}">
                <a16:creationId xmlns:a16="http://schemas.microsoft.com/office/drawing/2014/main" id="{FE9BA314-A39F-442A-B566-6B9F4B6C2ED0}"/>
              </a:ext>
            </a:extLst>
          </p:cNvPr>
          <p:cNvGrpSpPr/>
          <p:nvPr/>
        </p:nvGrpSpPr>
        <p:grpSpPr>
          <a:xfrm>
            <a:off x="5724845" y="1439774"/>
            <a:ext cx="2658229" cy="2108939"/>
            <a:chOff x="5724845" y="1439774"/>
            <a:chExt cx="2658229" cy="2108939"/>
          </a:xfrm>
        </p:grpSpPr>
        <p:grpSp>
          <p:nvGrpSpPr>
            <p:cNvPr id="4" name="Group 3">
              <a:extLst>
                <a:ext uri="{FF2B5EF4-FFF2-40B4-BE49-F238E27FC236}">
                  <a16:creationId xmlns:a16="http://schemas.microsoft.com/office/drawing/2014/main" id="{23A14FA5-ED6E-B321-5304-0EA1ABE71D27}"/>
                </a:ext>
              </a:extLst>
            </p:cNvPr>
            <p:cNvGrpSpPr/>
            <p:nvPr/>
          </p:nvGrpSpPr>
          <p:grpSpPr>
            <a:xfrm flipH="1">
              <a:off x="5724845" y="1439774"/>
              <a:ext cx="2521099" cy="2108939"/>
              <a:chOff x="8333039" y="3936071"/>
              <a:chExt cx="2932724" cy="2358197"/>
            </a:xfrm>
          </p:grpSpPr>
          <p:sp>
            <p:nvSpPr>
              <p:cNvPr id="6" name="Rectangle: Rounded Corners 5">
                <a:extLst>
                  <a:ext uri="{FF2B5EF4-FFF2-40B4-BE49-F238E27FC236}">
                    <a16:creationId xmlns:a16="http://schemas.microsoft.com/office/drawing/2014/main" id="{C14D0AF8-198B-E43F-B917-7B98C5DE780C}"/>
                  </a:ext>
                </a:extLst>
              </p:cNvPr>
              <p:cNvSpPr/>
              <p:nvPr/>
            </p:nvSpPr>
            <p:spPr>
              <a:xfrm>
                <a:off x="8428627"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L-Shape 6">
                <a:extLst>
                  <a:ext uri="{FF2B5EF4-FFF2-40B4-BE49-F238E27FC236}">
                    <a16:creationId xmlns:a16="http://schemas.microsoft.com/office/drawing/2014/main" id="{2C7A4709-9502-D454-FE4D-987426F69A24}"/>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Rounded Corners 4">
              <a:extLst>
                <a:ext uri="{FF2B5EF4-FFF2-40B4-BE49-F238E27FC236}">
                  <a16:creationId xmlns:a16="http://schemas.microsoft.com/office/drawing/2014/main" id="{6C7105F9-50FD-8D4D-82F8-BD55ADFFBB44}"/>
                </a:ext>
              </a:extLst>
            </p:cNvPr>
            <p:cNvSpPr/>
            <p:nvPr/>
          </p:nvSpPr>
          <p:spPr>
            <a:xfrm flipH="1">
              <a:off x="5980508" y="1656241"/>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sp>
        <p:nvSpPr>
          <p:cNvPr id="8" name="TextBox 7">
            <a:extLst>
              <a:ext uri="{FF2B5EF4-FFF2-40B4-BE49-F238E27FC236}">
                <a16:creationId xmlns:a16="http://schemas.microsoft.com/office/drawing/2014/main" id="{4ADE62D6-4BF6-B95C-B54C-E37142542F15}"/>
              </a:ext>
            </a:extLst>
          </p:cNvPr>
          <p:cNvSpPr txBox="1"/>
          <p:nvPr/>
        </p:nvSpPr>
        <p:spPr>
          <a:xfrm>
            <a:off x="539145" y="1928447"/>
            <a:ext cx="2603448" cy="461665"/>
          </a:xfrm>
          <a:prstGeom prst="rect">
            <a:avLst/>
          </a:prstGeom>
          <a:noFill/>
        </p:spPr>
        <p:txBody>
          <a:bodyPr wrap="square" rtlCol="0">
            <a:spAutoFit/>
          </a:bodyPr>
          <a:lstStyle/>
          <a:p>
            <a:r>
              <a:rPr lang="en-US" sz="2400" b="1" dirty="0"/>
              <a:t>Lorem Ipsum</a:t>
            </a:r>
          </a:p>
        </p:txBody>
      </p:sp>
      <p:sp>
        <p:nvSpPr>
          <p:cNvPr id="9" name="TextBox 8">
            <a:extLst>
              <a:ext uri="{FF2B5EF4-FFF2-40B4-BE49-F238E27FC236}">
                <a16:creationId xmlns:a16="http://schemas.microsoft.com/office/drawing/2014/main" id="{B0870207-08C1-E04F-5C1F-D643664D8FA5}"/>
              </a:ext>
            </a:extLst>
          </p:cNvPr>
          <p:cNvSpPr txBox="1"/>
          <p:nvPr/>
        </p:nvSpPr>
        <p:spPr>
          <a:xfrm>
            <a:off x="539145" y="2390112"/>
            <a:ext cx="4161385" cy="646331"/>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grpSp>
        <p:nvGrpSpPr>
          <p:cNvPr id="10" name="Group 9">
            <a:extLst>
              <a:ext uri="{FF2B5EF4-FFF2-40B4-BE49-F238E27FC236}">
                <a16:creationId xmlns:a16="http://schemas.microsoft.com/office/drawing/2014/main" id="{CFA839B0-D5ED-7FDB-9EA6-7C8AB58760C9}"/>
              </a:ext>
            </a:extLst>
          </p:cNvPr>
          <p:cNvGrpSpPr/>
          <p:nvPr/>
        </p:nvGrpSpPr>
        <p:grpSpPr>
          <a:xfrm>
            <a:off x="786900" y="3188008"/>
            <a:ext cx="3317311" cy="2508058"/>
            <a:chOff x="797418" y="3166725"/>
            <a:chExt cx="2996339" cy="2265387"/>
          </a:xfrm>
        </p:grpSpPr>
        <p:sp>
          <p:nvSpPr>
            <p:cNvPr id="11" name="Freeform: Shape 10">
              <a:extLst>
                <a:ext uri="{FF2B5EF4-FFF2-40B4-BE49-F238E27FC236}">
                  <a16:creationId xmlns:a16="http://schemas.microsoft.com/office/drawing/2014/main" id="{AEE66602-6240-EFAF-0EBF-82BC89DB5DBD}"/>
                </a:ext>
              </a:extLst>
            </p:cNvPr>
            <p:cNvSpPr/>
            <p:nvPr/>
          </p:nvSpPr>
          <p:spPr>
            <a:xfrm>
              <a:off x="3236153" y="3789243"/>
              <a:ext cx="557604" cy="367697"/>
            </a:xfrm>
            <a:custGeom>
              <a:avLst/>
              <a:gdLst>
                <a:gd name="connsiteX0" fmla="*/ 556822 w 557604"/>
                <a:gd name="connsiteY0" fmla="*/ 245763 h 367697"/>
                <a:gd name="connsiteX1" fmla="*/ 435158 w 557604"/>
                <a:gd name="connsiteY1" fmla="*/ 367683 h 367697"/>
                <a:gd name="connsiteX2" fmla="*/ 121906 w 557604"/>
                <a:gd name="connsiteY2" fmla="*/ 367683 h 367697"/>
                <a:gd name="connsiteX3" fmla="*/ -14 w 557604"/>
                <a:gd name="connsiteY3" fmla="*/ 245763 h 367697"/>
                <a:gd name="connsiteX4" fmla="*/ 121906 w 557604"/>
                <a:gd name="connsiteY4" fmla="*/ 123843 h 367697"/>
                <a:gd name="connsiteX5" fmla="*/ 166985 w 557604"/>
                <a:gd name="connsiteY5" fmla="*/ 123843 h 367697"/>
                <a:gd name="connsiteX6" fmla="*/ 166985 w 557604"/>
                <a:gd name="connsiteY6" fmla="*/ 113853 h 367697"/>
                <a:gd name="connsiteX7" fmla="*/ 276995 w 557604"/>
                <a:gd name="connsiteY7" fmla="*/ 2 h 367697"/>
                <a:gd name="connsiteX8" fmla="*/ 390847 w 557604"/>
                <a:gd name="connsiteY8" fmla="*/ 110011 h 367697"/>
                <a:gd name="connsiteX9" fmla="*/ 390847 w 557604"/>
                <a:gd name="connsiteY9" fmla="*/ 113853 h 367697"/>
                <a:gd name="connsiteX10" fmla="*/ 390847 w 557604"/>
                <a:gd name="connsiteY10" fmla="*/ 123843 h 367697"/>
                <a:gd name="connsiteX11" fmla="*/ 435670 w 557604"/>
                <a:gd name="connsiteY11" fmla="*/ 123843 h 367697"/>
                <a:gd name="connsiteX12" fmla="*/ 557590 w 557604"/>
                <a:gd name="connsiteY12" fmla="*/ 245763 h 367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7604" h="367697">
                  <a:moveTo>
                    <a:pt x="556822" y="245763"/>
                  </a:moveTo>
                  <a:cubicBezTo>
                    <a:pt x="556822" y="312997"/>
                    <a:pt x="502393" y="367541"/>
                    <a:pt x="435158" y="367683"/>
                  </a:cubicBezTo>
                  <a:lnTo>
                    <a:pt x="121906" y="367683"/>
                  </a:lnTo>
                  <a:cubicBezTo>
                    <a:pt x="54571" y="367683"/>
                    <a:pt x="-14" y="313097"/>
                    <a:pt x="-14" y="245763"/>
                  </a:cubicBezTo>
                  <a:cubicBezTo>
                    <a:pt x="-14" y="178428"/>
                    <a:pt x="54571" y="123843"/>
                    <a:pt x="121906" y="123843"/>
                  </a:cubicBezTo>
                  <a:lnTo>
                    <a:pt x="166985" y="123843"/>
                  </a:lnTo>
                  <a:cubicBezTo>
                    <a:pt x="166729" y="120518"/>
                    <a:pt x="166729" y="117178"/>
                    <a:pt x="166985" y="113853"/>
                  </a:cubicBezTo>
                  <a:cubicBezTo>
                    <a:pt x="165924" y="52036"/>
                    <a:pt x="215177" y="1063"/>
                    <a:pt x="276995" y="2"/>
                  </a:cubicBezTo>
                  <a:cubicBezTo>
                    <a:pt x="338812" y="-1059"/>
                    <a:pt x="389786" y="48194"/>
                    <a:pt x="390847" y="110011"/>
                  </a:cubicBezTo>
                  <a:lnTo>
                    <a:pt x="390847" y="113853"/>
                  </a:lnTo>
                  <a:cubicBezTo>
                    <a:pt x="390847" y="117183"/>
                    <a:pt x="390847" y="120513"/>
                    <a:pt x="390847" y="123843"/>
                  </a:cubicBezTo>
                  <a:lnTo>
                    <a:pt x="435670" y="123843"/>
                  </a:lnTo>
                  <a:cubicBezTo>
                    <a:pt x="503005" y="123843"/>
                    <a:pt x="557590" y="178428"/>
                    <a:pt x="557590" y="245763"/>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CEC9384F-AAA3-C543-364B-38C65FFF1384}"/>
                </a:ext>
              </a:extLst>
            </p:cNvPr>
            <p:cNvSpPr/>
            <p:nvPr/>
          </p:nvSpPr>
          <p:spPr>
            <a:xfrm>
              <a:off x="3198501" y="3774294"/>
              <a:ext cx="556580" cy="371121"/>
            </a:xfrm>
            <a:custGeom>
              <a:avLst/>
              <a:gdLst>
                <a:gd name="connsiteX0" fmla="*/ 556566 w 556580"/>
                <a:gd name="connsiteY0" fmla="*/ 249186 h 371121"/>
                <a:gd name="connsiteX1" fmla="*/ 434902 w 556580"/>
                <a:gd name="connsiteY1" fmla="*/ 371106 h 371121"/>
                <a:gd name="connsiteX2" fmla="*/ 121906 w 556580"/>
                <a:gd name="connsiteY2" fmla="*/ 371106 h 371121"/>
                <a:gd name="connsiteX3" fmla="*/ -14 w 556580"/>
                <a:gd name="connsiteY3" fmla="*/ 249186 h 371121"/>
                <a:gd name="connsiteX4" fmla="*/ 121906 w 556580"/>
                <a:gd name="connsiteY4" fmla="*/ 127266 h 371121"/>
                <a:gd name="connsiteX5" fmla="*/ 166729 w 556580"/>
                <a:gd name="connsiteY5" fmla="*/ 127266 h 371121"/>
                <a:gd name="connsiteX6" fmla="*/ 166729 w 556580"/>
                <a:gd name="connsiteY6" fmla="*/ 117533 h 371121"/>
                <a:gd name="connsiteX7" fmla="*/ 273429 w 556580"/>
                <a:gd name="connsiteY7" fmla="*/ 115 h 371121"/>
                <a:gd name="connsiteX8" fmla="*/ 390847 w 556580"/>
                <a:gd name="connsiteY8" fmla="*/ 106815 h 371121"/>
                <a:gd name="connsiteX9" fmla="*/ 390847 w 556580"/>
                <a:gd name="connsiteY9" fmla="*/ 117533 h 371121"/>
                <a:gd name="connsiteX10" fmla="*/ 390847 w 556580"/>
                <a:gd name="connsiteY10" fmla="*/ 117533 h 371121"/>
                <a:gd name="connsiteX11" fmla="*/ 390847 w 556580"/>
                <a:gd name="connsiteY11" fmla="*/ 127522 h 371121"/>
                <a:gd name="connsiteX12" fmla="*/ 435671 w 556580"/>
                <a:gd name="connsiteY12" fmla="*/ 127522 h 371121"/>
                <a:gd name="connsiteX13" fmla="*/ 556566 w 556580"/>
                <a:gd name="connsiteY13" fmla="*/ 249186 h 371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6580" h="371121">
                  <a:moveTo>
                    <a:pt x="556566" y="249186"/>
                  </a:moveTo>
                  <a:cubicBezTo>
                    <a:pt x="556566" y="316421"/>
                    <a:pt x="502137" y="370965"/>
                    <a:pt x="434902" y="371106"/>
                  </a:cubicBezTo>
                  <a:lnTo>
                    <a:pt x="121906" y="371106"/>
                  </a:lnTo>
                  <a:cubicBezTo>
                    <a:pt x="54571" y="371106"/>
                    <a:pt x="-14" y="316521"/>
                    <a:pt x="-14" y="249186"/>
                  </a:cubicBezTo>
                  <a:cubicBezTo>
                    <a:pt x="-14" y="181852"/>
                    <a:pt x="54571" y="127266"/>
                    <a:pt x="121906" y="127266"/>
                  </a:cubicBezTo>
                  <a:lnTo>
                    <a:pt x="166729" y="127266"/>
                  </a:lnTo>
                  <a:cubicBezTo>
                    <a:pt x="166729" y="123936"/>
                    <a:pt x="166729" y="120607"/>
                    <a:pt x="166729" y="117533"/>
                  </a:cubicBezTo>
                  <a:cubicBezTo>
                    <a:pt x="163770" y="55645"/>
                    <a:pt x="211541" y="3075"/>
                    <a:pt x="273429" y="115"/>
                  </a:cubicBezTo>
                  <a:cubicBezTo>
                    <a:pt x="335317" y="-2844"/>
                    <a:pt x="387887" y="44927"/>
                    <a:pt x="390847" y="106815"/>
                  </a:cubicBezTo>
                  <a:cubicBezTo>
                    <a:pt x="391018" y="110386"/>
                    <a:pt x="391018" y="113962"/>
                    <a:pt x="390847" y="117533"/>
                  </a:cubicBezTo>
                  <a:lnTo>
                    <a:pt x="390847" y="117533"/>
                  </a:lnTo>
                  <a:cubicBezTo>
                    <a:pt x="390847" y="120863"/>
                    <a:pt x="390847" y="124193"/>
                    <a:pt x="390847" y="127522"/>
                  </a:cubicBezTo>
                  <a:lnTo>
                    <a:pt x="435671" y="127522"/>
                  </a:lnTo>
                  <a:cubicBezTo>
                    <a:pt x="502563" y="127945"/>
                    <a:pt x="556567" y="182292"/>
                    <a:pt x="556566" y="249186"/>
                  </a:cubicBezTo>
                  <a:close/>
                </a:path>
              </a:pathLst>
            </a:custGeom>
            <a:solidFill>
              <a:srgbClr val="FFFFFF"/>
            </a:solidFill>
            <a:ln w="25591" cap="flat">
              <a:noFill/>
              <a:prstDash val="solid"/>
              <a:miter/>
            </a:ln>
          </p:spPr>
          <p:txBody>
            <a:bodyPr rtlCol="0" anchor="ctr"/>
            <a:lstStyle/>
            <a:p>
              <a:endParaRPr lang="en-US" dirty="0"/>
            </a:p>
          </p:txBody>
        </p:sp>
        <p:grpSp>
          <p:nvGrpSpPr>
            <p:cNvPr id="13" name="Graphic 7" descr="{&quot;Key&quot;:&quot;POWER_USER_SHAPE_ICON&quot;,&quot;Value&quot;:&quot;POWER_USER_SHAPE_ICON_STYLE_1&quot;}">
              <a:extLst>
                <a:ext uri="{FF2B5EF4-FFF2-40B4-BE49-F238E27FC236}">
                  <a16:creationId xmlns:a16="http://schemas.microsoft.com/office/drawing/2014/main" id="{F1FE1F9F-5DD0-85D4-38FB-289516F10754}"/>
                </a:ext>
              </a:extLst>
            </p:cNvPr>
            <p:cNvGrpSpPr/>
            <p:nvPr/>
          </p:nvGrpSpPr>
          <p:grpSpPr>
            <a:xfrm>
              <a:off x="797418" y="3455088"/>
              <a:ext cx="1152276" cy="1036136"/>
              <a:chOff x="797418" y="3455088"/>
              <a:chExt cx="1152276" cy="1036136"/>
            </a:xfrm>
            <a:solidFill>
              <a:srgbClr val="0B274F"/>
            </a:solidFill>
          </p:grpSpPr>
          <p:sp>
            <p:nvSpPr>
              <p:cNvPr id="74" name="Freeform: Shape 73">
                <a:extLst>
                  <a:ext uri="{FF2B5EF4-FFF2-40B4-BE49-F238E27FC236}">
                    <a16:creationId xmlns:a16="http://schemas.microsoft.com/office/drawing/2014/main" id="{365C33B6-F3DB-50A8-015E-8C8810474518}"/>
                  </a:ext>
                </a:extLst>
              </p:cNvPr>
              <p:cNvSpPr/>
              <p:nvPr/>
            </p:nvSpPr>
            <p:spPr>
              <a:xfrm>
                <a:off x="797418" y="3750222"/>
                <a:ext cx="737776" cy="741001"/>
              </a:xfrm>
              <a:custGeom>
                <a:avLst/>
                <a:gdLst>
                  <a:gd name="connsiteX0" fmla="*/ 58975 w 737776"/>
                  <a:gd name="connsiteY0" fmla="*/ 560384 h 741001"/>
                  <a:gd name="connsiteX1" fmla="*/ 69221 w 737776"/>
                  <a:gd name="connsiteY1" fmla="*/ 534771 h 741001"/>
                  <a:gd name="connsiteX2" fmla="*/ 101494 w 737776"/>
                  <a:gd name="connsiteY2" fmla="*/ 478421 h 741001"/>
                  <a:gd name="connsiteX3" fmla="*/ 72807 w 737776"/>
                  <a:gd name="connsiteY3" fmla="*/ 406191 h 741001"/>
                  <a:gd name="connsiteX4" fmla="*/ 25934 w 737776"/>
                  <a:gd name="connsiteY4" fmla="*/ 383395 h 741001"/>
                  <a:gd name="connsiteX5" fmla="*/ 321 w 737776"/>
                  <a:gd name="connsiteY5" fmla="*/ 343438 h 741001"/>
                  <a:gd name="connsiteX6" fmla="*/ 3907 w 737776"/>
                  <a:gd name="connsiteY6" fmla="*/ 309629 h 741001"/>
                  <a:gd name="connsiteX7" fmla="*/ 45144 w 737776"/>
                  <a:gd name="connsiteY7" fmla="*/ 274282 h 741001"/>
                  <a:gd name="connsiteX8" fmla="*/ 92273 w 737776"/>
                  <a:gd name="connsiteY8" fmla="*/ 263524 h 741001"/>
                  <a:gd name="connsiteX9" fmla="*/ 133254 w 737776"/>
                  <a:gd name="connsiteY9" fmla="*/ 176695 h 741001"/>
                  <a:gd name="connsiteX10" fmla="*/ 117118 w 737776"/>
                  <a:gd name="connsiteY10" fmla="*/ 134433 h 741001"/>
                  <a:gd name="connsiteX11" fmla="*/ 128644 w 737776"/>
                  <a:gd name="connsiteY11" fmla="*/ 88328 h 741001"/>
                  <a:gd name="connsiteX12" fmla="*/ 154257 w 737776"/>
                  <a:gd name="connsiteY12" fmla="*/ 68350 h 741001"/>
                  <a:gd name="connsiteX13" fmla="*/ 205484 w 737776"/>
                  <a:gd name="connsiteY13" fmla="*/ 69887 h 741001"/>
                  <a:gd name="connsiteX14" fmla="*/ 248003 w 737776"/>
                  <a:gd name="connsiteY14" fmla="*/ 98318 h 741001"/>
                  <a:gd name="connsiteX15" fmla="*/ 333808 w 737776"/>
                  <a:gd name="connsiteY15" fmla="*/ 75522 h 741001"/>
                  <a:gd name="connsiteX16" fmla="*/ 357884 w 737776"/>
                  <a:gd name="connsiteY16" fmla="*/ 26088 h 741001"/>
                  <a:gd name="connsiteX17" fmla="*/ 399122 w 737776"/>
                  <a:gd name="connsiteY17" fmla="*/ 474 h 741001"/>
                  <a:gd name="connsiteX18" fmla="*/ 432676 w 737776"/>
                  <a:gd name="connsiteY18" fmla="*/ 5085 h 741001"/>
                  <a:gd name="connsiteX19" fmla="*/ 464692 w 737776"/>
                  <a:gd name="connsiteY19" fmla="*/ 40943 h 741001"/>
                  <a:gd name="connsiteX20" fmla="*/ 481085 w 737776"/>
                  <a:gd name="connsiteY20" fmla="*/ 102160 h 741001"/>
                  <a:gd name="connsiteX21" fmla="*/ 554596 w 737776"/>
                  <a:gd name="connsiteY21" fmla="*/ 135201 h 741001"/>
                  <a:gd name="connsiteX22" fmla="*/ 600700 w 737776"/>
                  <a:gd name="connsiteY22" fmla="*/ 118808 h 741001"/>
                  <a:gd name="connsiteX23" fmla="*/ 651927 w 737776"/>
                  <a:gd name="connsiteY23" fmla="*/ 131615 h 741001"/>
                  <a:gd name="connsiteX24" fmla="*/ 673186 w 737776"/>
                  <a:gd name="connsiteY24" fmla="*/ 159534 h 741001"/>
                  <a:gd name="connsiteX25" fmla="*/ 669344 w 737776"/>
                  <a:gd name="connsiteY25" fmla="*/ 204870 h 741001"/>
                  <a:gd name="connsiteX26" fmla="*/ 640145 w 737776"/>
                  <a:gd name="connsiteY26" fmla="*/ 249949 h 741001"/>
                  <a:gd name="connsiteX27" fmla="*/ 673442 w 737776"/>
                  <a:gd name="connsiteY27" fmla="*/ 340109 h 741001"/>
                  <a:gd name="connsiteX28" fmla="*/ 712118 w 737776"/>
                  <a:gd name="connsiteY28" fmla="*/ 357013 h 741001"/>
                  <a:gd name="connsiteX29" fmla="*/ 737732 w 737776"/>
                  <a:gd name="connsiteY29" fmla="*/ 393641 h 741001"/>
                  <a:gd name="connsiteX30" fmla="*/ 733121 w 737776"/>
                  <a:gd name="connsiteY30" fmla="*/ 434110 h 741001"/>
                  <a:gd name="connsiteX31" fmla="*/ 696750 w 737776"/>
                  <a:gd name="connsiteY31" fmla="*/ 465614 h 741001"/>
                  <a:gd name="connsiteX32" fmla="*/ 639632 w 737776"/>
                  <a:gd name="connsiteY32" fmla="*/ 479702 h 741001"/>
                  <a:gd name="connsiteX33" fmla="*/ 603261 w 737776"/>
                  <a:gd name="connsiteY33" fmla="*/ 553213 h 741001"/>
                  <a:gd name="connsiteX34" fmla="*/ 619398 w 737776"/>
                  <a:gd name="connsiteY34" fmla="*/ 601878 h 741001"/>
                  <a:gd name="connsiteX35" fmla="*/ 607665 w 737776"/>
                  <a:gd name="connsiteY35" fmla="*/ 653074 h 741001"/>
                  <a:gd name="connsiteX36" fmla="*/ 607616 w 737776"/>
                  <a:gd name="connsiteY36" fmla="*/ 653105 h 741001"/>
                  <a:gd name="connsiteX37" fmla="*/ 584563 w 737776"/>
                  <a:gd name="connsiteY37" fmla="*/ 671034 h 741001"/>
                  <a:gd name="connsiteX38" fmla="*/ 533337 w 737776"/>
                  <a:gd name="connsiteY38" fmla="*/ 669241 h 741001"/>
                  <a:gd name="connsiteX39" fmla="*/ 485952 w 737776"/>
                  <a:gd name="connsiteY39" fmla="*/ 640042 h 741001"/>
                  <a:gd name="connsiteX40" fmla="*/ 404245 w 737776"/>
                  <a:gd name="connsiteY40" fmla="*/ 665655 h 741001"/>
                  <a:gd name="connsiteX41" fmla="*/ 380168 w 737776"/>
                  <a:gd name="connsiteY41" fmla="*/ 715089 h 741001"/>
                  <a:gd name="connsiteX42" fmla="*/ 341236 w 737776"/>
                  <a:gd name="connsiteY42" fmla="*/ 740703 h 741001"/>
                  <a:gd name="connsiteX43" fmla="*/ 303328 w 737776"/>
                  <a:gd name="connsiteY43" fmla="*/ 735068 h 741001"/>
                  <a:gd name="connsiteX44" fmla="*/ 274128 w 737776"/>
                  <a:gd name="connsiteY44" fmla="*/ 701770 h 741001"/>
                  <a:gd name="connsiteX45" fmla="*/ 260297 w 737776"/>
                  <a:gd name="connsiteY45" fmla="*/ 642859 h 741001"/>
                  <a:gd name="connsiteX46" fmla="*/ 180896 w 737776"/>
                  <a:gd name="connsiteY46" fmla="*/ 604439 h 741001"/>
                  <a:gd name="connsiteX47" fmla="*/ 135560 w 737776"/>
                  <a:gd name="connsiteY47" fmla="*/ 621344 h 741001"/>
                  <a:gd name="connsiteX48" fmla="*/ 89968 w 737776"/>
                  <a:gd name="connsiteY48" fmla="*/ 612636 h 741001"/>
                  <a:gd name="connsiteX49" fmla="*/ 64354 w 737776"/>
                  <a:gd name="connsiteY49" fmla="*/ 581131 h 741001"/>
                  <a:gd name="connsiteX50" fmla="*/ 56158 w 737776"/>
                  <a:gd name="connsiteY50" fmla="*/ 560128 h 741001"/>
                  <a:gd name="connsiteX51" fmla="*/ 369923 w 737776"/>
                  <a:gd name="connsiteY51" fmla="*/ 249437 h 741001"/>
                  <a:gd name="connsiteX52" fmla="*/ 247749 w 737776"/>
                  <a:gd name="connsiteY52" fmla="*/ 370073 h 741001"/>
                  <a:gd name="connsiteX53" fmla="*/ 247747 w 737776"/>
                  <a:gd name="connsiteY53" fmla="*/ 370588 h 741001"/>
                  <a:gd name="connsiteX54" fmla="*/ 366081 w 737776"/>
                  <a:gd name="connsiteY54" fmla="*/ 491996 h 741001"/>
                  <a:gd name="connsiteX55" fmla="*/ 494431 w 737776"/>
                  <a:gd name="connsiteY55" fmla="*/ 377953 h 741001"/>
                  <a:gd name="connsiteX56" fmla="*/ 380388 w 737776"/>
                  <a:gd name="connsiteY56" fmla="*/ 249603 h 741001"/>
                  <a:gd name="connsiteX57" fmla="*/ 369923 w 737776"/>
                  <a:gd name="connsiteY57" fmla="*/ 249437 h 741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737776" h="741001">
                    <a:moveTo>
                      <a:pt x="58975" y="560384"/>
                    </a:moveTo>
                    <a:cubicBezTo>
                      <a:pt x="58720" y="550800"/>
                      <a:pt x="62426" y="541535"/>
                      <a:pt x="69221" y="534771"/>
                    </a:cubicBezTo>
                    <a:cubicBezTo>
                      <a:pt x="84586" y="519031"/>
                      <a:pt x="95692" y="499639"/>
                      <a:pt x="101494" y="478421"/>
                    </a:cubicBezTo>
                    <a:cubicBezTo>
                      <a:pt x="108346" y="450688"/>
                      <a:pt x="96820" y="421666"/>
                      <a:pt x="72807" y="406191"/>
                    </a:cubicBezTo>
                    <a:cubicBezTo>
                      <a:pt x="58910" y="395460"/>
                      <a:pt x="42956" y="387701"/>
                      <a:pt x="25934" y="383395"/>
                    </a:cubicBezTo>
                    <a:cubicBezTo>
                      <a:pt x="8754" y="378158"/>
                      <a:pt x="-2093" y="361236"/>
                      <a:pt x="321" y="343438"/>
                    </a:cubicBezTo>
                    <a:cubicBezTo>
                      <a:pt x="1601" y="332168"/>
                      <a:pt x="2882" y="320898"/>
                      <a:pt x="3907" y="309629"/>
                    </a:cubicBezTo>
                    <a:cubicBezTo>
                      <a:pt x="5676" y="288553"/>
                      <a:pt x="24046" y="272807"/>
                      <a:pt x="45144" y="274282"/>
                    </a:cubicBezTo>
                    <a:cubicBezTo>
                      <a:pt x="61403" y="273791"/>
                      <a:pt x="77411" y="270137"/>
                      <a:pt x="92273" y="263524"/>
                    </a:cubicBezTo>
                    <a:cubicBezTo>
                      <a:pt x="127073" y="250325"/>
                      <a:pt x="145185" y="211950"/>
                      <a:pt x="133254" y="176695"/>
                    </a:cubicBezTo>
                    <a:cubicBezTo>
                      <a:pt x="128819" y="162265"/>
                      <a:pt x="123428" y="148147"/>
                      <a:pt x="117118" y="134433"/>
                    </a:cubicBezTo>
                    <a:cubicBezTo>
                      <a:pt x="109654" y="118265"/>
                      <a:pt x="114450" y="99082"/>
                      <a:pt x="128644" y="88328"/>
                    </a:cubicBezTo>
                    <a:cubicBezTo>
                      <a:pt x="137096" y="81413"/>
                      <a:pt x="146061" y="75522"/>
                      <a:pt x="154257" y="68350"/>
                    </a:cubicBezTo>
                    <a:cubicBezTo>
                      <a:pt x="169523" y="56607"/>
                      <a:pt x="190950" y="57250"/>
                      <a:pt x="205484" y="69887"/>
                    </a:cubicBezTo>
                    <a:cubicBezTo>
                      <a:pt x="217732" y="81967"/>
                      <a:pt x="232159" y="91615"/>
                      <a:pt x="248003" y="98318"/>
                    </a:cubicBezTo>
                    <a:cubicBezTo>
                      <a:pt x="278370" y="112287"/>
                      <a:pt x="314378" y="102720"/>
                      <a:pt x="333808" y="75522"/>
                    </a:cubicBezTo>
                    <a:cubicBezTo>
                      <a:pt x="344559" y="60517"/>
                      <a:pt x="352699" y="43804"/>
                      <a:pt x="357884" y="26088"/>
                    </a:cubicBezTo>
                    <a:cubicBezTo>
                      <a:pt x="363282" y="8432"/>
                      <a:pt x="380903" y="-2512"/>
                      <a:pt x="399122" y="474"/>
                    </a:cubicBezTo>
                    <a:cubicBezTo>
                      <a:pt x="410392" y="2267"/>
                      <a:pt x="421406" y="3804"/>
                      <a:pt x="432676" y="5085"/>
                    </a:cubicBezTo>
                    <a:cubicBezTo>
                      <a:pt x="450908" y="7167"/>
                      <a:pt x="464681" y="22592"/>
                      <a:pt x="464692" y="40943"/>
                    </a:cubicBezTo>
                    <a:cubicBezTo>
                      <a:pt x="465498" y="62320"/>
                      <a:pt x="471101" y="83241"/>
                      <a:pt x="481085" y="102160"/>
                    </a:cubicBezTo>
                    <a:cubicBezTo>
                      <a:pt x="496347" y="127373"/>
                      <a:pt x="525608" y="140525"/>
                      <a:pt x="554596" y="135201"/>
                    </a:cubicBezTo>
                    <a:cubicBezTo>
                      <a:pt x="570672" y="131981"/>
                      <a:pt x="586199" y="126460"/>
                      <a:pt x="600700" y="118808"/>
                    </a:cubicBezTo>
                    <a:cubicBezTo>
                      <a:pt x="618469" y="108808"/>
                      <a:pt x="640955" y="114429"/>
                      <a:pt x="651927" y="131615"/>
                    </a:cubicBezTo>
                    <a:cubicBezTo>
                      <a:pt x="658330" y="141348"/>
                      <a:pt x="666783" y="149801"/>
                      <a:pt x="673186" y="159534"/>
                    </a:cubicBezTo>
                    <a:cubicBezTo>
                      <a:pt x="683094" y="173571"/>
                      <a:pt x="681473" y="192700"/>
                      <a:pt x="669344" y="204870"/>
                    </a:cubicBezTo>
                    <a:cubicBezTo>
                      <a:pt x="656810" y="217884"/>
                      <a:pt x="646897" y="233189"/>
                      <a:pt x="640145" y="249949"/>
                    </a:cubicBezTo>
                    <a:cubicBezTo>
                      <a:pt x="625278" y="284069"/>
                      <a:pt x="639967" y="323842"/>
                      <a:pt x="673442" y="340109"/>
                    </a:cubicBezTo>
                    <a:cubicBezTo>
                      <a:pt x="685728" y="347039"/>
                      <a:pt x="698687" y="352703"/>
                      <a:pt x="712118" y="357013"/>
                    </a:cubicBezTo>
                    <a:cubicBezTo>
                      <a:pt x="727924" y="362070"/>
                      <a:pt x="738406" y="377060"/>
                      <a:pt x="737732" y="393641"/>
                    </a:cubicBezTo>
                    <a:cubicBezTo>
                      <a:pt x="737732" y="407216"/>
                      <a:pt x="735170" y="420791"/>
                      <a:pt x="733121" y="434110"/>
                    </a:cubicBezTo>
                    <a:cubicBezTo>
                      <a:pt x="730889" y="452394"/>
                      <a:pt x="715166" y="466013"/>
                      <a:pt x="696750" y="465614"/>
                    </a:cubicBezTo>
                    <a:cubicBezTo>
                      <a:pt x="676900" y="466003"/>
                      <a:pt x="657387" y="470816"/>
                      <a:pt x="639632" y="479702"/>
                    </a:cubicBezTo>
                    <a:cubicBezTo>
                      <a:pt x="612270" y="493151"/>
                      <a:pt x="597352" y="523302"/>
                      <a:pt x="603261" y="553213"/>
                    </a:cubicBezTo>
                    <a:cubicBezTo>
                      <a:pt x="605753" y="570253"/>
                      <a:pt x="611215" y="586725"/>
                      <a:pt x="619398" y="601878"/>
                    </a:cubicBezTo>
                    <a:cubicBezTo>
                      <a:pt x="630295" y="619255"/>
                      <a:pt x="625042" y="642177"/>
                      <a:pt x="607665" y="653074"/>
                    </a:cubicBezTo>
                    <a:cubicBezTo>
                      <a:pt x="607649" y="653085"/>
                      <a:pt x="607632" y="653095"/>
                      <a:pt x="607616" y="653105"/>
                    </a:cubicBezTo>
                    <a:lnTo>
                      <a:pt x="584563" y="671034"/>
                    </a:lnTo>
                    <a:cubicBezTo>
                      <a:pt x="569746" y="684204"/>
                      <a:pt x="547197" y="683415"/>
                      <a:pt x="533337" y="669241"/>
                    </a:cubicBezTo>
                    <a:cubicBezTo>
                      <a:pt x="519662" y="656426"/>
                      <a:pt x="503547" y="646496"/>
                      <a:pt x="485952" y="640042"/>
                    </a:cubicBezTo>
                    <a:cubicBezTo>
                      <a:pt x="456076" y="628465"/>
                      <a:pt x="422165" y="639095"/>
                      <a:pt x="404245" y="665655"/>
                    </a:cubicBezTo>
                    <a:cubicBezTo>
                      <a:pt x="393510" y="680670"/>
                      <a:pt x="385371" y="697380"/>
                      <a:pt x="380168" y="715089"/>
                    </a:cubicBezTo>
                    <a:cubicBezTo>
                      <a:pt x="375264" y="732046"/>
                      <a:pt x="358749" y="742911"/>
                      <a:pt x="341236" y="740703"/>
                    </a:cubicBezTo>
                    <a:lnTo>
                      <a:pt x="303328" y="735068"/>
                    </a:lnTo>
                    <a:cubicBezTo>
                      <a:pt x="287227" y="731776"/>
                      <a:pt x="275289" y="718163"/>
                      <a:pt x="274128" y="701770"/>
                    </a:cubicBezTo>
                    <a:cubicBezTo>
                      <a:pt x="273653" y="681387"/>
                      <a:pt x="268943" y="661325"/>
                      <a:pt x="260297" y="642859"/>
                    </a:cubicBezTo>
                    <a:cubicBezTo>
                      <a:pt x="246729" y="612414"/>
                      <a:pt x="213189" y="596185"/>
                      <a:pt x="180896" y="604439"/>
                    </a:cubicBezTo>
                    <a:cubicBezTo>
                      <a:pt x="165330" y="608772"/>
                      <a:pt x="150162" y="614428"/>
                      <a:pt x="135560" y="621344"/>
                    </a:cubicBezTo>
                    <a:cubicBezTo>
                      <a:pt x="120141" y="629079"/>
                      <a:pt x="101450" y="625509"/>
                      <a:pt x="89968" y="612636"/>
                    </a:cubicBezTo>
                    <a:cubicBezTo>
                      <a:pt x="80782" y="602678"/>
                      <a:pt x="72227" y="592156"/>
                      <a:pt x="64354" y="581131"/>
                    </a:cubicBezTo>
                    <a:cubicBezTo>
                      <a:pt x="60942" y="574415"/>
                      <a:pt x="58197" y="567380"/>
                      <a:pt x="56158" y="560128"/>
                    </a:cubicBezTo>
                    <a:close/>
                    <a:moveTo>
                      <a:pt x="369923" y="249437"/>
                    </a:moveTo>
                    <a:cubicBezTo>
                      <a:pt x="302872" y="249012"/>
                      <a:pt x="248173" y="303023"/>
                      <a:pt x="247749" y="370073"/>
                    </a:cubicBezTo>
                    <a:cubicBezTo>
                      <a:pt x="247748" y="370245"/>
                      <a:pt x="247747" y="370417"/>
                      <a:pt x="247747" y="370588"/>
                    </a:cubicBezTo>
                    <a:cubicBezTo>
                      <a:pt x="248520" y="436132"/>
                      <a:pt x="300578" y="489543"/>
                      <a:pt x="366081" y="491996"/>
                    </a:cubicBezTo>
                    <a:cubicBezTo>
                      <a:pt x="433016" y="495947"/>
                      <a:pt x="490480" y="444888"/>
                      <a:pt x="494431" y="377953"/>
                    </a:cubicBezTo>
                    <a:cubicBezTo>
                      <a:pt x="498382" y="311018"/>
                      <a:pt x="447324" y="253554"/>
                      <a:pt x="380388" y="249603"/>
                    </a:cubicBezTo>
                    <a:cubicBezTo>
                      <a:pt x="376904" y="249397"/>
                      <a:pt x="373412" y="249342"/>
                      <a:pt x="369923" y="249437"/>
                    </a:cubicBezTo>
                    <a:close/>
                  </a:path>
                </a:pathLst>
              </a:custGeom>
              <a:solidFill>
                <a:schemeClr val="accent3"/>
              </a:solidFill>
              <a:ln w="25591"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8519E46-7E04-428F-602C-58E3A705821C}"/>
                  </a:ext>
                </a:extLst>
              </p:cNvPr>
              <p:cNvSpPr/>
              <p:nvPr/>
            </p:nvSpPr>
            <p:spPr>
              <a:xfrm>
                <a:off x="1401300" y="3455088"/>
                <a:ext cx="548394" cy="550525"/>
              </a:xfrm>
              <a:custGeom>
                <a:avLst/>
                <a:gdLst>
                  <a:gd name="connsiteX0" fmla="*/ 376921 w 548394"/>
                  <a:gd name="connsiteY0" fmla="*/ 503590 h 550525"/>
                  <a:gd name="connsiteX1" fmla="*/ 376921 w 548394"/>
                  <a:gd name="connsiteY1" fmla="*/ 517421 h 550525"/>
                  <a:gd name="connsiteX2" fmla="*/ 356174 w 548394"/>
                  <a:gd name="connsiteY2" fmla="*/ 543035 h 550525"/>
                  <a:gd name="connsiteX3" fmla="*/ 330561 w 548394"/>
                  <a:gd name="connsiteY3" fmla="*/ 549438 h 550525"/>
                  <a:gd name="connsiteX4" fmla="*/ 297263 w 548394"/>
                  <a:gd name="connsiteY4" fmla="*/ 534070 h 550525"/>
                  <a:gd name="connsiteX5" fmla="*/ 278822 w 548394"/>
                  <a:gd name="connsiteY5" fmla="*/ 504871 h 550525"/>
                  <a:gd name="connsiteX6" fmla="*/ 205500 w 548394"/>
                  <a:gd name="connsiteY6" fmla="*/ 493123 h 550525"/>
                  <a:gd name="connsiteX7" fmla="*/ 201981 w 548394"/>
                  <a:gd name="connsiteY7" fmla="*/ 495906 h 550525"/>
                  <a:gd name="connsiteX8" fmla="*/ 178673 w 548394"/>
                  <a:gd name="connsiteY8" fmla="*/ 517165 h 550525"/>
                  <a:gd name="connsiteX9" fmla="*/ 143070 w 548394"/>
                  <a:gd name="connsiteY9" fmla="*/ 523313 h 550525"/>
                  <a:gd name="connsiteX10" fmla="*/ 122324 w 548394"/>
                  <a:gd name="connsiteY10" fmla="*/ 511018 h 550525"/>
                  <a:gd name="connsiteX11" fmla="*/ 108940 w 548394"/>
                  <a:gd name="connsiteY11" fmla="*/ 471953 h 550525"/>
                  <a:gd name="connsiteX12" fmla="*/ 109261 w 548394"/>
                  <a:gd name="connsiteY12" fmla="*/ 471317 h 550525"/>
                  <a:gd name="connsiteX13" fmla="*/ 116432 w 548394"/>
                  <a:gd name="connsiteY13" fmla="*/ 435458 h 550525"/>
                  <a:gd name="connsiteX14" fmla="*/ 70840 w 548394"/>
                  <a:gd name="connsiteY14" fmla="*/ 380389 h 550525"/>
                  <a:gd name="connsiteX15" fmla="*/ 31652 w 548394"/>
                  <a:gd name="connsiteY15" fmla="*/ 377828 h 550525"/>
                  <a:gd name="connsiteX16" fmla="*/ 6039 w 548394"/>
                  <a:gd name="connsiteY16" fmla="*/ 354008 h 550525"/>
                  <a:gd name="connsiteX17" fmla="*/ 1172 w 548394"/>
                  <a:gd name="connsiteY17" fmla="*/ 333005 h 550525"/>
                  <a:gd name="connsiteX18" fmla="*/ 17052 w 548394"/>
                  <a:gd name="connsiteY18" fmla="*/ 298426 h 550525"/>
                  <a:gd name="connsiteX19" fmla="*/ 51118 w 548394"/>
                  <a:gd name="connsiteY19" fmla="*/ 275118 h 550525"/>
                  <a:gd name="connsiteX20" fmla="*/ 58034 w 548394"/>
                  <a:gd name="connsiteY20" fmla="*/ 209804 h 550525"/>
                  <a:gd name="connsiteX21" fmla="*/ 36519 w 548394"/>
                  <a:gd name="connsiteY21" fmla="*/ 184191 h 550525"/>
                  <a:gd name="connsiteX22" fmla="*/ 28434 w 548394"/>
                  <a:gd name="connsiteY22" fmla="*/ 142588 h 550525"/>
                  <a:gd name="connsiteX23" fmla="*/ 29859 w 548394"/>
                  <a:gd name="connsiteY23" fmla="*/ 140648 h 550525"/>
                  <a:gd name="connsiteX24" fmla="*/ 40617 w 548394"/>
                  <a:gd name="connsiteY24" fmla="*/ 122718 h 550525"/>
                  <a:gd name="connsiteX25" fmla="*/ 76476 w 548394"/>
                  <a:gd name="connsiteY25" fmla="*/ 110680 h 550525"/>
                  <a:gd name="connsiteX26" fmla="*/ 121811 w 548394"/>
                  <a:gd name="connsiteY26" fmla="*/ 117852 h 550525"/>
                  <a:gd name="connsiteX27" fmla="*/ 166379 w 548394"/>
                  <a:gd name="connsiteY27" fmla="*/ 79944 h 550525"/>
                  <a:gd name="connsiteX28" fmla="*/ 170477 w 548394"/>
                  <a:gd name="connsiteY28" fmla="*/ 38194 h 550525"/>
                  <a:gd name="connsiteX29" fmla="*/ 189943 w 548394"/>
                  <a:gd name="connsiteY29" fmla="*/ 8226 h 550525"/>
                  <a:gd name="connsiteX30" fmla="*/ 218374 w 548394"/>
                  <a:gd name="connsiteY30" fmla="*/ 1310 h 550525"/>
                  <a:gd name="connsiteX31" fmla="*/ 250781 w 548394"/>
                  <a:gd name="connsiteY31" fmla="*/ 17493 h 550525"/>
                  <a:gd name="connsiteX32" fmla="*/ 251159 w 548394"/>
                  <a:gd name="connsiteY32" fmla="*/ 18728 h 550525"/>
                  <a:gd name="connsiteX33" fmla="*/ 280102 w 548394"/>
                  <a:gd name="connsiteY33" fmla="*/ 57148 h 550525"/>
                  <a:gd name="connsiteX34" fmla="*/ 347210 w 548394"/>
                  <a:gd name="connsiteY34" fmla="*/ 54330 h 550525"/>
                  <a:gd name="connsiteX35" fmla="*/ 367701 w 548394"/>
                  <a:gd name="connsiteY35" fmla="*/ 34864 h 550525"/>
                  <a:gd name="connsiteX36" fmla="*/ 404072 w 548394"/>
                  <a:gd name="connsiteY36" fmla="*/ 28717 h 550525"/>
                  <a:gd name="connsiteX37" fmla="*/ 427892 w 548394"/>
                  <a:gd name="connsiteY37" fmla="*/ 42804 h 550525"/>
                  <a:gd name="connsiteX38" fmla="*/ 439162 w 548394"/>
                  <a:gd name="connsiteY38" fmla="*/ 77126 h 550525"/>
                  <a:gd name="connsiteX39" fmla="*/ 431478 w 548394"/>
                  <a:gd name="connsiteY39" fmla="*/ 119132 h 550525"/>
                  <a:gd name="connsiteX40" fmla="*/ 476301 w 548394"/>
                  <a:gd name="connsiteY40" fmla="*/ 170359 h 550525"/>
                  <a:gd name="connsiteX41" fmla="*/ 511392 w 548394"/>
                  <a:gd name="connsiteY41" fmla="*/ 172664 h 550525"/>
                  <a:gd name="connsiteX42" fmla="*/ 541360 w 548394"/>
                  <a:gd name="connsiteY42" fmla="*/ 196741 h 550525"/>
                  <a:gd name="connsiteX43" fmla="*/ 547507 w 548394"/>
                  <a:gd name="connsiteY43" fmla="*/ 222355 h 550525"/>
                  <a:gd name="connsiteX44" fmla="*/ 531370 w 548394"/>
                  <a:gd name="connsiteY44" fmla="*/ 253091 h 550525"/>
                  <a:gd name="connsiteX45" fmla="*/ 495512 w 548394"/>
                  <a:gd name="connsiteY45" fmla="*/ 278704 h 550525"/>
                  <a:gd name="connsiteX46" fmla="*/ 487315 w 548394"/>
                  <a:gd name="connsiteY46" fmla="*/ 336078 h 550525"/>
                  <a:gd name="connsiteX47" fmla="*/ 512929 w 548394"/>
                  <a:gd name="connsiteY47" fmla="*/ 368351 h 550525"/>
                  <a:gd name="connsiteX48" fmla="*/ 519076 w 548394"/>
                  <a:gd name="connsiteY48" fmla="*/ 407796 h 550525"/>
                  <a:gd name="connsiteX49" fmla="*/ 507550 w 548394"/>
                  <a:gd name="connsiteY49" fmla="*/ 427006 h 550525"/>
                  <a:gd name="connsiteX50" fmla="*/ 470154 w 548394"/>
                  <a:gd name="connsiteY50" fmla="*/ 440069 h 550525"/>
                  <a:gd name="connsiteX51" fmla="*/ 416622 w 548394"/>
                  <a:gd name="connsiteY51" fmla="*/ 435714 h 550525"/>
                  <a:gd name="connsiteX52" fmla="*/ 380763 w 548394"/>
                  <a:gd name="connsiteY52" fmla="*/ 475415 h 550525"/>
                  <a:gd name="connsiteX53" fmla="*/ 376665 w 548394"/>
                  <a:gd name="connsiteY53" fmla="*/ 503334 h 550525"/>
                  <a:gd name="connsiteX54" fmla="*/ 274467 w 548394"/>
                  <a:gd name="connsiteY54" fmla="*/ 184447 h 550525"/>
                  <a:gd name="connsiteX55" fmla="*/ 183033 w 548394"/>
                  <a:gd name="connsiteY55" fmla="*/ 273831 h 550525"/>
                  <a:gd name="connsiteX56" fmla="*/ 183027 w 548394"/>
                  <a:gd name="connsiteY56" fmla="*/ 275118 h 550525"/>
                  <a:gd name="connsiteX57" fmla="*/ 269501 w 548394"/>
                  <a:gd name="connsiteY57" fmla="*/ 371268 h 550525"/>
                  <a:gd name="connsiteX58" fmla="*/ 365651 w 548394"/>
                  <a:gd name="connsiteY58" fmla="*/ 284794 h 550525"/>
                  <a:gd name="connsiteX59" fmla="*/ 365651 w 548394"/>
                  <a:gd name="connsiteY59" fmla="*/ 275118 h 550525"/>
                  <a:gd name="connsiteX60" fmla="*/ 276019 w 548394"/>
                  <a:gd name="connsiteY60" fmla="*/ 184435 h 550525"/>
                  <a:gd name="connsiteX61" fmla="*/ 273955 w 548394"/>
                  <a:gd name="connsiteY61" fmla="*/ 184447 h 5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48394" h="550525">
                    <a:moveTo>
                      <a:pt x="376921" y="503590"/>
                    </a:moveTo>
                    <a:cubicBezTo>
                      <a:pt x="376921" y="508201"/>
                      <a:pt x="376921" y="512811"/>
                      <a:pt x="376921" y="517421"/>
                    </a:cubicBezTo>
                    <a:cubicBezTo>
                      <a:pt x="377147" y="529866"/>
                      <a:pt x="368395" y="540672"/>
                      <a:pt x="356174" y="543035"/>
                    </a:cubicBezTo>
                    <a:lnTo>
                      <a:pt x="330561" y="549438"/>
                    </a:lnTo>
                    <a:cubicBezTo>
                      <a:pt x="317191" y="553229"/>
                      <a:pt x="303053" y="546704"/>
                      <a:pt x="297263" y="534070"/>
                    </a:cubicBezTo>
                    <a:cubicBezTo>
                      <a:pt x="292214" y="523686"/>
                      <a:pt x="286029" y="513893"/>
                      <a:pt x="278822" y="504871"/>
                    </a:cubicBezTo>
                    <a:cubicBezTo>
                      <a:pt x="261819" y="481380"/>
                      <a:pt x="228991" y="476120"/>
                      <a:pt x="205500" y="493123"/>
                    </a:cubicBezTo>
                    <a:cubicBezTo>
                      <a:pt x="204288" y="494000"/>
                      <a:pt x="203114" y="494929"/>
                      <a:pt x="201981" y="495906"/>
                    </a:cubicBezTo>
                    <a:cubicBezTo>
                      <a:pt x="193736" y="502452"/>
                      <a:pt x="185948" y="509555"/>
                      <a:pt x="178673" y="517165"/>
                    </a:cubicBezTo>
                    <a:cubicBezTo>
                      <a:pt x="169854" y="527555"/>
                      <a:pt x="154863" y="530144"/>
                      <a:pt x="143070" y="523313"/>
                    </a:cubicBezTo>
                    <a:lnTo>
                      <a:pt x="122324" y="511018"/>
                    </a:lnTo>
                    <a:cubicBezTo>
                      <a:pt x="107840" y="503926"/>
                      <a:pt x="101848" y="486436"/>
                      <a:pt x="108940" y="471953"/>
                    </a:cubicBezTo>
                    <a:cubicBezTo>
                      <a:pt x="109044" y="471740"/>
                      <a:pt x="109151" y="471528"/>
                      <a:pt x="109261" y="471317"/>
                    </a:cubicBezTo>
                    <a:cubicBezTo>
                      <a:pt x="113289" y="459751"/>
                      <a:pt x="115702" y="447684"/>
                      <a:pt x="116432" y="435458"/>
                    </a:cubicBezTo>
                    <a:cubicBezTo>
                      <a:pt x="118674" y="407779"/>
                      <a:pt x="98452" y="383353"/>
                      <a:pt x="70840" y="380389"/>
                    </a:cubicBezTo>
                    <a:cubicBezTo>
                      <a:pt x="58034" y="378340"/>
                      <a:pt x="45227" y="380389"/>
                      <a:pt x="31652" y="377828"/>
                    </a:cubicBezTo>
                    <a:cubicBezTo>
                      <a:pt x="18178" y="377861"/>
                      <a:pt x="6982" y="367449"/>
                      <a:pt x="6039" y="354008"/>
                    </a:cubicBezTo>
                    <a:cubicBezTo>
                      <a:pt x="4933" y="346897"/>
                      <a:pt x="3306" y="339877"/>
                      <a:pt x="1172" y="333005"/>
                    </a:cubicBezTo>
                    <a:cubicBezTo>
                      <a:pt x="-2919" y="319130"/>
                      <a:pt x="3862" y="304365"/>
                      <a:pt x="17052" y="298426"/>
                    </a:cubicBezTo>
                    <a:cubicBezTo>
                      <a:pt x="29308" y="292062"/>
                      <a:pt x="40747" y="284236"/>
                      <a:pt x="51118" y="275118"/>
                    </a:cubicBezTo>
                    <a:cubicBezTo>
                      <a:pt x="69644" y="258246"/>
                      <a:pt x="72615" y="230182"/>
                      <a:pt x="58034" y="209804"/>
                    </a:cubicBezTo>
                    <a:cubicBezTo>
                      <a:pt x="51919" y="200432"/>
                      <a:pt x="44695" y="191832"/>
                      <a:pt x="36519" y="184191"/>
                    </a:cubicBezTo>
                    <a:cubicBezTo>
                      <a:pt x="22798" y="174935"/>
                      <a:pt x="19178" y="156309"/>
                      <a:pt x="28434" y="142588"/>
                    </a:cubicBezTo>
                    <a:cubicBezTo>
                      <a:pt x="28883" y="141922"/>
                      <a:pt x="29358" y="141275"/>
                      <a:pt x="29859" y="140648"/>
                    </a:cubicBezTo>
                    <a:cubicBezTo>
                      <a:pt x="33445" y="134756"/>
                      <a:pt x="36775" y="128609"/>
                      <a:pt x="40617" y="122718"/>
                    </a:cubicBezTo>
                    <a:cubicBezTo>
                      <a:pt x="47699" y="110086"/>
                      <a:pt x="63205" y="104880"/>
                      <a:pt x="76476" y="110680"/>
                    </a:cubicBezTo>
                    <a:cubicBezTo>
                      <a:pt x="90805" y="116631"/>
                      <a:pt x="106345" y="119089"/>
                      <a:pt x="121811" y="117852"/>
                    </a:cubicBezTo>
                    <a:cubicBezTo>
                      <a:pt x="143521" y="116724"/>
                      <a:pt x="161783" y="101191"/>
                      <a:pt x="166379" y="79944"/>
                    </a:cubicBezTo>
                    <a:cubicBezTo>
                      <a:pt x="169538" y="66262"/>
                      <a:pt x="170916" y="52229"/>
                      <a:pt x="170477" y="38194"/>
                    </a:cubicBezTo>
                    <a:cubicBezTo>
                      <a:pt x="169649" y="25005"/>
                      <a:pt x="177557" y="12831"/>
                      <a:pt x="189943" y="8226"/>
                    </a:cubicBezTo>
                    <a:cubicBezTo>
                      <a:pt x="199420" y="5409"/>
                      <a:pt x="208897" y="3359"/>
                      <a:pt x="218374" y="1310"/>
                    </a:cubicBezTo>
                    <a:cubicBezTo>
                      <a:pt x="231792" y="-3170"/>
                      <a:pt x="246301" y="4075"/>
                      <a:pt x="250781" y="17493"/>
                    </a:cubicBezTo>
                    <a:cubicBezTo>
                      <a:pt x="250918" y="17901"/>
                      <a:pt x="251044" y="18313"/>
                      <a:pt x="251159" y="18728"/>
                    </a:cubicBezTo>
                    <a:cubicBezTo>
                      <a:pt x="257621" y="33650"/>
                      <a:pt x="267542" y="46819"/>
                      <a:pt x="280102" y="57148"/>
                    </a:cubicBezTo>
                    <a:cubicBezTo>
                      <a:pt x="300321" y="72203"/>
                      <a:pt x="328324" y="71028"/>
                      <a:pt x="347210" y="54330"/>
                    </a:cubicBezTo>
                    <a:cubicBezTo>
                      <a:pt x="354590" y="48446"/>
                      <a:pt x="361446" y="41933"/>
                      <a:pt x="367701" y="34864"/>
                    </a:cubicBezTo>
                    <a:cubicBezTo>
                      <a:pt x="376831" y="24447"/>
                      <a:pt x="392025" y="21879"/>
                      <a:pt x="404072" y="28717"/>
                    </a:cubicBezTo>
                    <a:lnTo>
                      <a:pt x="427892" y="42804"/>
                    </a:lnTo>
                    <a:cubicBezTo>
                      <a:pt x="439724" y="49800"/>
                      <a:pt x="444544" y="64478"/>
                      <a:pt x="439162" y="77126"/>
                    </a:cubicBezTo>
                    <a:cubicBezTo>
                      <a:pt x="433813" y="90472"/>
                      <a:pt x="431200" y="104757"/>
                      <a:pt x="431478" y="119132"/>
                    </a:cubicBezTo>
                    <a:cubicBezTo>
                      <a:pt x="431274" y="145101"/>
                      <a:pt x="450535" y="167114"/>
                      <a:pt x="476301" y="170359"/>
                    </a:cubicBezTo>
                    <a:cubicBezTo>
                      <a:pt x="487922" y="172027"/>
                      <a:pt x="499653" y="172798"/>
                      <a:pt x="511392" y="172664"/>
                    </a:cubicBezTo>
                    <a:cubicBezTo>
                      <a:pt x="526279" y="171164"/>
                      <a:pt x="539617" y="181881"/>
                      <a:pt x="541360" y="196741"/>
                    </a:cubicBezTo>
                    <a:cubicBezTo>
                      <a:pt x="543409" y="204937"/>
                      <a:pt x="545714" y="212877"/>
                      <a:pt x="547507" y="222355"/>
                    </a:cubicBezTo>
                    <a:cubicBezTo>
                      <a:pt x="550950" y="235238"/>
                      <a:pt x="543931" y="248608"/>
                      <a:pt x="531370" y="253091"/>
                    </a:cubicBezTo>
                    <a:cubicBezTo>
                      <a:pt x="517793" y="259088"/>
                      <a:pt x="505589" y="267805"/>
                      <a:pt x="495512" y="278704"/>
                    </a:cubicBezTo>
                    <a:cubicBezTo>
                      <a:pt x="480368" y="293900"/>
                      <a:pt x="477033" y="317250"/>
                      <a:pt x="487315" y="336078"/>
                    </a:cubicBezTo>
                    <a:cubicBezTo>
                      <a:pt x="494548" y="347810"/>
                      <a:pt x="503146" y="358643"/>
                      <a:pt x="512929" y="368351"/>
                    </a:cubicBezTo>
                    <a:cubicBezTo>
                      <a:pt x="525290" y="377684"/>
                      <a:pt x="528012" y="395144"/>
                      <a:pt x="519076" y="407796"/>
                    </a:cubicBezTo>
                    <a:lnTo>
                      <a:pt x="507550" y="427006"/>
                    </a:lnTo>
                    <a:cubicBezTo>
                      <a:pt x="500766" y="440867"/>
                      <a:pt x="484093" y="446690"/>
                      <a:pt x="470154" y="440069"/>
                    </a:cubicBezTo>
                    <a:cubicBezTo>
                      <a:pt x="453227" y="432961"/>
                      <a:pt x="434475" y="431436"/>
                      <a:pt x="416622" y="435714"/>
                    </a:cubicBezTo>
                    <a:cubicBezTo>
                      <a:pt x="398160" y="441160"/>
                      <a:pt x="384308" y="456496"/>
                      <a:pt x="380763" y="475415"/>
                    </a:cubicBezTo>
                    <a:cubicBezTo>
                      <a:pt x="378879" y="484638"/>
                      <a:pt x="377511" y="493959"/>
                      <a:pt x="376665" y="503334"/>
                    </a:cubicBezTo>
                    <a:close/>
                    <a:moveTo>
                      <a:pt x="274467" y="184447"/>
                    </a:moveTo>
                    <a:cubicBezTo>
                      <a:pt x="224536" y="183881"/>
                      <a:pt x="183599" y="223899"/>
                      <a:pt x="183033" y="273831"/>
                    </a:cubicBezTo>
                    <a:cubicBezTo>
                      <a:pt x="183028" y="274260"/>
                      <a:pt x="183026" y="274689"/>
                      <a:pt x="183027" y="275118"/>
                    </a:cubicBezTo>
                    <a:cubicBezTo>
                      <a:pt x="180355" y="325548"/>
                      <a:pt x="219071" y="368596"/>
                      <a:pt x="269501" y="371268"/>
                    </a:cubicBezTo>
                    <a:cubicBezTo>
                      <a:pt x="319932" y="373940"/>
                      <a:pt x="362979" y="335224"/>
                      <a:pt x="365651" y="284794"/>
                    </a:cubicBezTo>
                    <a:cubicBezTo>
                      <a:pt x="365822" y="281571"/>
                      <a:pt x="365822" y="278341"/>
                      <a:pt x="365651" y="275118"/>
                    </a:cubicBezTo>
                    <a:cubicBezTo>
                      <a:pt x="365941" y="225326"/>
                      <a:pt x="325812" y="184725"/>
                      <a:pt x="276019" y="184435"/>
                    </a:cubicBezTo>
                    <a:cubicBezTo>
                      <a:pt x="275331" y="184431"/>
                      <a:pt x="274643" y="184435"/>
                      <a:pt x="273955" y="184447"/>
                    </a:cubicBezTo>
                    <a:close/>
                  </a:path>
                </a:pathLst>
              </a:custGeom>
              <a:solidFill>
                <a:schemeClr val="accent3"/>
              </a:solidFill>
              <a:ln w="25591" cap="flat">
                <a:noFill/>
                <a:prstDash val="solid"/>
                <a:miter/>
              </a:ln>
            </p:spPr>
            <p:txBody>
              <a:bodyPr rtlCol="0" anchor="ctr"/>
              <a:lstStyle/>
              <a:p>
                <a:endParaRPr lang="en-US" dirty="0"/>
              </a:p>
            </p:txBody>
          </p:sp>
        </p:grpSp>
        <p:sp>
          <p:nvSpPr>
            <p:cNvPr id="14" name="Freeform: Shape 13">
              <a:extLst>
                <a:ext uri="{FF2B5EF4-FFF2-40B4-BE49-F238E27FC236}">
                  <a16:creationId xmlns:a16="http://schemas.microsoft.com/office/drawing/2014/main" id="{0B359987-3F66-986D-D1A8-4FAB8C8A730A}"/>
                </a:ext>
              </a:extLst>
            </p:cNvPr>
            <p:cNvSpPr/>
            <p:nvPr/>
          </p:nvSpPr>
          <p:spPr>
            <a:xfrm>
              <a:off x="2969362" y="5165014"/>
              <a:ext cx="151864" cy="200885"/>
            </a:xfrm>
            <a:custGeom>
              <a:avLst/>
              <a:gdLst>
                <a:gd name="connsiteX0" fmla="*/ 148699 w 151864"/>
                <a:gd name="connsiteY0" fmla="*/ 111732 h 200885"/>
                <a:gd name="connsiteX1" fmla="*/ 140246 w 151864"/>
                <a:gd name="connsiteY1" fmla="*/ 156556 h 200885"/>
                <a:gd name="connsiteX2" fmla="*/ 107973 w 151864"/>
                <a:gd name="connsiteY2" fmla="*/ 186523 h 200885"/>
                <a:gd name="connsiteX3" fmla="*/ 13204 w 151864"/>
                <a:gd name="connsiteY3" fmla="*/ 195744 h 200885"/>
                <a:gd name="connsiteX4" fmla="*/ 0 w 151864"/>
                <a:gd name="connsiteY4" fmla="*/ 181313 h 200885"/>
                <a:gd name="connsiteX5" fmla="*/ 141 w 151864"/>
                <a:gd name="connsiteY5" fmla="*/ 179864 h 200885"/>
                <a:gd name="connsiteX6" fmla="*/ 25754 w 151864"/>
                <a:gd name="connsiteY6" fmla="*/ 135296 h 200885"/>
                <a:gd name="connsiteX7" fmla="*/ 60076 w 151864"/>
                <a:gd name="connsiteY7" fmla="*/ 96108 h 200885"/>
                <a:gd name="connsiteX8" fmla="*/ 118987 w 151864"/>
                <a:gd name="connsiteY8" fmla="*/ 1338 h 200885"/>
                <a:gd name="connsiteX9" fmla="*/ 148699 w 151864"/>
                <a:gd name="connsiteY9" fmla="*/ 111732 h 20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864" h="200885">
                  <a:moveTo>
                    <a:pt x="148699" y="111732"/>
                  </a:moveTo>
                  <a:cubicBezTo>
                    <a:pt x="149285" y="127119"/>
                    <a:pt x="146396" y="142439"/>
                    <a:pt x="140246" y="156556"/>
                  </a:cubicBezTo>
                  <a:cubicBezTo>
                    <a:pt x="132817" y="169619"/>
                    <a:pt x="121550" y="180081"/>
                    <a:pt x="107973" y="186523"/>
                  </a:cubicBezTo>
                  <a:cubicBezTo>
                    <a:pt x="78743" y="201663"/>
                    <a:pt x="44805" y="204965"/>
                    <a:pt x="13204" y="195744"/>
                  </a:cubicBezTo>
                  <a:cubicBezTo>
                    <a:pt x="5572" y="195405"/>
                    <a:pt x="-339" y="188944"/>
                    <a:pt x="0" y="181313"/>
                  </a:cubicBezTo>
                  <a:cubicBezTo>
                    <a:pt x="21" y="180828"/>
                    <a:pt x="68" y="180344"/>
                    <a:pt x="141" y="179864"/>
                  </a:cubicBezTo>
                  <a:cubicBezTo>
                    <a:pt x="2855" y="162345"/>
                    <a:pt x="11984" y="146461"/>
                    <a:pt x="25754" y="135296"/>
                  </a:cubicBezTo>
                  <a:cubicBezTo>
                    <a:pt x="39373" y="124315"/>
                    <a:pt x="50986" y="111056"/>
                    <a:pt x="60076" y="96108"/>
                  </a:cubicBezTo>
                  <a:cubicBezTo>
                    <a:pt x="74420" y="66909"/>
                    <a:pt x="63662" y="-11213"/>
                    <a:pt x="118987" y="1338"/>
                  </a:cubicBezTo>
                  <a:cubicBezTo>
                    <a:pt x="164323" y="11071"/>
                    <a:pt x="149979" y="78435"/>
                    <a:pt x="148699" y="111732"/>
                  </a:cubicBezTo>
                  <a:close/>
                </a:path>
              </a:pathLst>
            </a:custGeom>
            <a:solidFill>
              <a:srgbClr val="CE9E95"/>
            </a:solidFill>
            <a:ln w="2559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0CD6C438-664E-A0E2-3B24-8B9342EEB8A1}"/>
                </a:ext>
              </a:extLst>
            </p:cNvPr>
            <p:cNvSpPr/>
            <p:nvPr/>
          </p:nvSpPr>
          <p:spPr>
            <a:xfrm>
              <a:off x="2931728" y="5325683"/>
              <a:ext cx="196970" cy="75180"/>
            </a:xfrm>
            <a:custGeom>
              <a:avLst/>
              <a:gdLst>
                <a:gd name="connsiteX0" fmla="*/ 194016 w 196970"/>
                <a:gd name="connsiteY0" fmla="*/ 2290 h 75180"/>
                <a:gd name="connsiteX1" fmla="*/ 192223 w 196970"/>
                <a:gd name="connsiteY1" fmla="*/ 32770 h 75180"/>
                <a:gd name="connsiteX2" fmla="*/ 16515 w 196970"/>
                <a:gd name="connsiteY2" fmla="*/ 56078 h 75180"/>
                <a:gd name="connsiteX3" fmla="*/ 107187 w 196970"/>
                <a:gd name="connsiteY3" fmla="*/ -15 h 75180"/>
              </a:gdLst>
              <a:ahLst/>
              <a:cxnLst>
                <a:cxn ang="0">
                  <a:pos x="connsiteX0" y="connsiteY0"/>
                </a:cxn>
                <a:cxn ang="0">
                  <a:pos x="connsiteX1" y="connsiteY1"/>
                </a:cxn>
                <a:cxn ang="0">
                  <a:pos x="connsiteX2" y="connsiteY2"/>
                </a:cxn>
                <a:cxn ang="0">
                  <a:pos x="connsiteX3" y="connsiteY3"/>
                </a:cxn>
              </a:cxnLst>
              <a:rect l="l" t="t" r="r" b="b"/>
              <a:pathLst>
                <a:path w="196970" h="75180">
                  <a:moveTo>
                    <a:pt x="194016" y="2290"/>
                  </a:moveTo>
                  <a:cubicBezTo>
                    <a:pt x="194016" y="2290"/>
                    <a:pt x="201700" y="21500"/>
                    <a:pt x="192223" y="32770"/>
                  </a:cubicBezTo>
                  <a:cubicBezTo>
                    <a:pt x="182746" y="44040"/>
                    <a:pt x="83366" y="105768"/>
                    <a:pt x="16515" y="56078"/>
                  </a:cubicBezTo>
                  <a:cubicBezTo>
                    <a:pt x="-50336" y="6388"/>
                    <a:pt x="107187" y="-15"/>
                    <a:pt x="107187" y="-15"/>
                  </a:cubicBezTo>
                  <a:close/>
                </a:path>
              </a:pathLst>
            </a:custGeom>
            <a:solidFill>
              <a:schemeClr val="accent1"/>
            </a:solidFill>
            <a:ln w="2559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55ABC80B-5E35-5E78-6CCA-66363E072EB3}"/>
                </a:ext>
              </a:extLst>
            </p:cNvPr>
            <p:cNvSpPr/>
            <p:nvPr/>
          </p:nvSpPr>
          <p:spPr>
            <a:xfrm>
              <a:off x="2937238" y="5277272"/>
              <a:ext cx="190361" cy="108988"/>
            </a:xfrm>
            <a:custGeom>
              <a:avLst/>
              <a:gdLst>
                <a:gd name="connsiteX0" fmla="*/ 184664 w 190361"/>
                <a:gd name="connsiteY0" fmla="*/ 6645 h 108988"/>
                <a:gd name="connsiteX1" fmla="*/ 166735 w 190361"/>
                <a:gd name="connsiteY1" fmla="*/ 11256 h 108988"/>
                <a:gd name="connsiteX2" fmla="*/ 113459 w 190361"/>
                <a:gd name="connsiteY2" fmla="*/ 30466 h 108988"/>
                <a:gd name="connsiteX3" fmla="*/ 72221 w 190361"/>
                <a:gd name="connsiteY3" fmla="*/ -14 h 108988"/>
                <a:gd name="connsiteX4" fmla="*/ 247 w 190361"/>
                <a:gd name="connsiteY4" fmla="*/ 70167 h 108988"/>
                <a:gd name="connsiteX5" fmla="*/ 59158 w 190361"/>
                <a:gd name="connsiteY5" fmla="*/ 108843 h 108988"/>
                <a:gd name="connsiteX6" fmla="*/ 179798 w 190361"/>
                <a:gd name="connsiteY6" fmla="*/ 71191 h 108988"/>
                <a:gd name="connsiteX7" fmla="*/ 184664 w 190361"/>
                <a:gd name="connsiteY7" fmla="*/ 6646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1" h="108988">
                  <a:moveTo>
                    <a:pt x="184664" y="6645"/>
                  </a:moveTo>
                  <a:cubicBezTo>
                    <a:pt x="178363" y="3603"/>
                    <a:pt x="170787" y="5552"/>
                    <a:pt x="166735" y="11256"/>
                  </a:cubicBezTo>
                  <a:cubicBezTo>
                    <a:pt x="153477" y="26418"/>
                    <a:pt x="133342" y="33678"/>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80" y="51767"/>
                    <a:pt x="193698" y="27662"/>
                    <a:pt x="184664" y="6646"/>
                  </a:cubicBezTo>
                  <a:close/>
                </a:path>
              </a:pathLst>
            </a:custGeom>
            <a:solidFill>
              <a:srgbClr val="FFFFFF"/>
            </a:solidFill>
            <a:ln w="2559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33C2720C-7711-B7AB-1D51-B32A918AEB7F}"/>
                </a:ext>
              </a:extLst>
            </p:cNvPr>
            <p:cNvSpPr/>
            <p:nvPr/>
          </p:nvSpPr>
          <p:spPr>
            <a:xfrm>
              <a:off x="3159010" y="5194469"/>
              <a:ext cx="151756" cy="201050"/>
            </a:xfrm>
            <a:custGeom>
              <a:avLst/>
              <a:gdLst>
                <a:gd name="connsiteX0" fmla="*/ 148590 w 151756"/>
                <a:gd name="connsiteY0" fmla="*/ 111732 h 201050"/>
                <a:gd name="connsiteX1" fmla="*/ 140137 w 151756"/>
                <a:gd name="connsiteY1" fmla="*/ 156556 h 201050"/>
                <a:gd name="connsiteX2" fmla="*/ 107865 w 151756"/>
                <a:gd name="connsiteY2" fmla="*/ 186523 h 201050"/>
                <a:gd name="connsiteX3" fmla="*/ 13095 w 151756"/>
                <a:gd name="connsiteY3" fmla="*/ 196001 h 201050"/>
                <a:gd name="connsiteX4" fmla="*/ 2081 w 151756"/>
                <a:gd name="connsiteY4" fmla="*/ 189341 h 201050"/>
                <a:gd name="connsiteX5" fmla="*/ 32 w 151756"/>
                <a:gd name="connsiteY5" fmla="*/ 179864 h 201050"/>
                <a:gd name="connsiteX6" fmla="*/ 25645 w 151756"/>
                <a:gd name="connsiteY6" fmla="*/ 135297 h 201050"/>
                <a:gd name="connsiteX7" fmla="*/ 59968 w 151756"/>
                <a:gd name="connsiteY7" fmla="*/ 96108 h 201050"/>
                <a:gd name="connsiteX8" fmla="*/ 118878 w 151756"/>
                <a:gd name="connsiteY8" fmla="*/ 1338 h 201050"/>
                <a:gd name="connsiteX9" fmla="*/ 148590 w 151756"/>
                <a:gd name="connsiteY9" fmla="*/ 111732 h 20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756" h="201050">
                  <a:moveTo>
                    <a:pt x="148590" y="111732"/>
                  </a:moveTo>
                  <a:cubicBezTo>
                    <a:pt x="149177" y="127119"/>
                    <a:pt x="146288" y="142440"/>
                    <a:pt x="140137" y="156556"/>
                  </a:cubicBezTo>
                  <a:cubicBezTo>
                    <a:pt x="132708" y="169619"/>
                    <a:pt x="121441" y="180081"/>
                    <a:pt x="107865" y="186523"/>
                  </a:cubicBezTo>
                  <a:cubicBezTo>
                    <a:pt x="78668" y="201748"/>
                    <a:pt x="44728" y="205142"/>
                    <a:pt x="13095" y="196001"/>
                  </a:cubicBezTo>
                  <a:cubicBezTo>
                    <a:pt x="8751" y="195154"/>
                    <a:pt x="4849" y="192794"/>
                    <a:pt x="2081" y="189341"/>
                  </a:cubicBezTo>
                  <a:cubicBezTo>
                    <a:pt x="501" y="186445"/>
                    <a:pt x="-210" y="183154"/>
                    <a:pt x="32" y="179864"/>
                  </a:cubicBezTo>
                  <a:cubicBezTo>
                    <a:pt x="2746" y="162345"/>
                    <a:pt x="11875" y="146461"/>
                    <a:pt x="25645" y="135297"/>
                  </a:cubicBezTo>
                  <a:cubicBezTo>
                    <a:pt x="39265" y="124315"/>
                    <a:pt x="50877" y="111056"/>
                    <a:pt x="59968" y="96108"/>
                  </a:cubicBezTo>
                  <a:cubicBezTo>
                    <a:pt x="74311" y="66909"/>
                    <a:pt x="63553" y="-11212"/>
                    <a:pt x="118878" y="1338"/>
                  </a:cubicBezTo>
                  <a:cubicBezTo>
                    <a:pt x="164214" y="11840"/>
                    <a:pt x="149871" y="79203"/>
                    <a:pt x="148590" y="111732"/>
                  </a:cubicBezTo>
                  <a:close/>
                </a:path>
              </a:pathLst>
            </a:custGeom>
            <a:solidFill>
              <a:srgbClr val="CE9E95"/>
            </a:solidFill>
            <a:ln w="2559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55B614A6-46EA-2F9B-09EC-4817FA646F29}"/>
                </a:ext>
              </a:extLst>
            </p:cNvPr>
            <p:cNvSpPr/>
            <p:nvPr/>
          </p:nvSpPr>
          <p:spPr>
            <a:xfrm>
              <a:off x="3121247" y="5356931"/>
              <a:ext cx="196991" cy="75181"/>
            </a:xfrm>
            <a:custGeom>
              <a:avLst/>
              <a:gdLst>
                <a:gd name="connsiteX0" fmla="*/ 194037 w 196991"/>
                <a:gd name="connsiteY0" fmla="*/ 2290 h 75181"/>
                <a:gd name="connsiteX1" fmla="*/ 192244 w 196991"/>
                <a:gd name="connsiteY1" fmla="*/ 32770 h 75181"/>
                <a:gd name="connsiteX2" fmla="*/ 16536 w 196991"/>
                <a:gd name="connsiteY2" fmla="*/ 56078 h 75181"/>
                <a:gd name="connsiteX3" fmla="*/ 106951 w 196991"/>
                <a:gd name="connsiteY3" fmla="*/ -15 h 75181"/>
              </a:gdLst>
              <a:ahLst/>
              <a:cxnLst>
                <a:cxn ang="0">
                  <a:pos x="connsiteX0" y="connsiteY0"/>
                </a:cxn>
                <a:cxn ang="0">
                  <a:pos x="connsiteX1" y="connsiteY1"/>
                </a:cxn>
                <a:cxn ang="0">
                  <a:pos x="connsiteX2" y="connsiteY2"/>
                </a:cxn>
                <a:cxn ang="0">
                  <a:pos x="connsiteX3" y="connsiteY3"/>
                </a:cxn>
              </a:cxnLst>
              <a:rect l="l" t="t" r="r" b="b"/>
              <a:pathLst>
                <a:path w="196991" h="75181">
                  <a:moveTo>
                    <a:pt x="194037" y="2290"/>
                  </a:moveTo>
                  <a:cubicBezTo>
                    <a:pt x="194037" y="2290"/>
                    <a:pt x="201721" y="21500"/>
                    <a:pt x="192244" y="32770"/>
                  </a:cubicBezTo>
                  <a:cubicBezTo>
                    <a:pt x="182767" y="44040"/>
                    <a:pt x="83387" y="105769"/>
                    <a:pt x="16536" y="56078"/>
                  </a:cubicBezTo>
                  <a:cubicBezTo>
                    <a:pt x="-50315" y="6388"/>
                    <a:pt x="106951" y="-15"/>
                    <a:pt x="106951" y="-15"/>
                  </a:cubicBezTo>
                  <a:close/>
                </a:path>
              </a:pathLst>
            </a:custGeom>
            <a:solidFill>
              <a:schemeClr val="accent1"/>
            </a:solidFill>
            <a:ln w="2559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EE9F0594-4D70-701F-23C5-1541D60413CC}"/>
                </a:ext>
              </a:extLst>
            </p:cNvPr>
            <p:cNvSpPr/>
            <p:nvPr/>
          </p:nvSpPr>
          <p:spPr>
            <a:xfrm>
              <a:off x="3126778" y="5307496"/>
              <a:ext cx="190360" cy="108988"/>
            </a:xfrm>
            <a:custGeom>
              <a:avLst/>
              <a:gdLst>
                <a:gd name="connsiteX0" fmla="*/ 184664 w 190360"/>
                <a:gd name="connsiteY0" fmla="*/ 6902 h 108988"/>
                <a:gd name="connsiteX1" fmla="*/ 166735 w 190360"/>
                <a:gd name="connsiteY1" fmla="*/ 11512 h 108988"/>
                <a:gd name="connsiteX2" fmla="*/ 113459 w 190360"/>
                <a:gd name="connsiteY2" fmla="*/ 30466 h 108988"/>
                <a:gd name="connsiteX3" fmla="*/ 72221 w 190360"/>
                <a:gd name="connsiteY3" fmla="*/ -14 h 108988"/>
                <a:gd name="connsiteX4" fmla="*/ 247 w 190360"/>
                <a:gd name="connsiteY4" fmla="*/ 70167 h 108988"/>
                <a:gd name="connsiteX5" fmla="*/ 59158 w 190360"/>
                <a:gd name="connsiteY5" fmla="*/ 108843 h 108988"/>
                <a:gd name="connsiteX6" fmla="*/ 179798 w 190360"/>
                <a:gd name="connsiteY6" fmla="*/ 71191 h 108988"/>
                <a:gd name="connsiteX7" fmla="*/ 184664 w 190360"/>
                <a:gd name="connsiteY7" fmla="*/ 6902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0" h="108988">
                  <a:moveTo>
                    <a:pt x="184664" y="6902"/>
                  </a:moveTo>
                  <a:cubicBezTo>
                    <a:pt x="178389" y="3623"/>
                    <a:pt x="170650" y="5612"/>
                    <a:pt x="166735" y="11512"/>
                  </a:cubicBezTo>
                  <a:cubicBezTo>
                    <a:pt x="153367" y="26497"/>
                    <a:pt x="133287" y="33641"/>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78" y="51861"/>
                    <a:pt x="193697" y="27831"/>
                    <a:pt x="184664" y="6902"/>
                  </a:cubicBezTo>
                  <a:close/>
                </a:path>
              </a:pathLst>
            </a:custGeom>
            <a:solidFill>
              <a:srgbClr val="FFFFFF"/>
            </a:solidFill>
            <a:ln w="2559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BBF18CEA-8B22-7E2D-F950-8EE1EF23B6A2}"/>
                </a:ext>
              </a:extLst>
            </p:cNvPr>
            <p:cNvSpPr/>
            <p:nvPr/>
          </p:nvSpPr>
          <p:spPr>
            <a:xfrm>
              <a:off x="3134723" y="4482744"/>
              <a:ext cx="213492" cy="777880"/>
            </a:xfrm>
            <a:custGeom>
              <a:avLst/>
              <a:gdLst>
                <a:gd name="connsiteX0" fmla="*/ 212321 w 213492"/>
                <a:gd name="connsiteY0" fmla="*/ 7669 h 777880"/>
                <a:gd name="connsiteX1" fmla="*/ 180561 w 213492"/>
                <a:gd name="connsiteY1" fmla="*/ 764802 h 777880"/>
                <a:gd name="connsiteX2" fmla="*/ 74009 w 213492"/>
                <a:gd name="connsiteY2" fmla="*/ 777865 h 777880"/>
                <a:gd name="connsiteX3" fmla="*/ -14 w 213492"/>
                <a:gd name="connsiteY3" fmla="*/ -15 h 777880"/>
              </a:gdLst>
              <a:ahLst/>
              <a:cxnLst>
                <a:cxn ang="0">
                  <a:pos x="connsiteX0" y="connsiteY0"/>
                </a:cxn>
                <a:cxn ang="0">
                  <a:pos x="connsiteX1" y="connsiteY1"/>
                </a:cxn>
                <a:cxn ang="0">
                  <a:pos x="connsiteX2" y="connsiteY2"/>
                </a:cxn>
                <a:cxn ang="0">
                  <a:pos x="connsiteX3" y="connsiteY3"/>
                </a:cxn>
              </a:cxnLst>
              <a:rect l="l" t="t" r="r" b="b"/>
              <a:pathLst>
                <a:path w="213492" h="777880">
                  <a:moveTo>
                    <a:pt x="212321" y="7669"/>
                  </a:moveTo>
                  <a:cubicBezTo>
                    <a:pt x="212321" y="7669"/>
                    <a:pt x="222823" y="575263"/>
                    <a:pt x="180561" y="764802"/>
                  </a:cubicBezTo>
                  <a:lnTo>
                    <a:pt x="74009" y="777865"/>
                  </a:lnTo>
                  <a:lnTo>
                    <a:pt x="-14" y="-15"/>
                  </a:lnTo>
                  <a:close/>
                </a:path>
              </a:pathLst>
            </a:custGeom>
            <a:solidFill>
              <a:srgbClr val="473F47"/>
            </a:solidFill>
            <a:ln w="25591"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F2596EC1-E571-BBAE-7AEF-91EC9461B5CE}"/>
                </a:ext>
              </a:extLst>
            </p:cNvPr>
            <p:cNvSpPr/>
            <p:nvPr/>
          </p:nvSpPr>
          <p:spPr>
            <a:xfrm>
              <a:off x="2997528" y="4428443"/>
              <a:ext cx="211218" cy="811177"/>
            </a:xfrm>
            <a:custGeom>
              <a:avLst/>
              <a:gdLst>
                <a:gd name="connsiteX0" fmla="*/ 19872 w 211218"/>
                <a:gd name="connsiteY0" fmla="*/ -15 h 811177"/>
                <a:gd name="connsiteX1" fmla="*/ 30629 w 211218"/>
                <a:gd name="connsiteY1" fmla="*/ 798100 h 811177"/>
                <a:gd name="connsiteX2" fmla="*/ 137181 w 211218"/>
                <a:gd name="connsiteY2" fmla="*/ 811163 h 811177"/>
                <a:gd name="connsiteX3" fmla="*/ 211204 w 211218"/>
                <a:gd name="connsiteY3" fmla="*/ 33795 h 811177"/>
              </a:gdLst>
              <a:ahLst/>
              <a:cxnLst>
                <a:cxn ang="0">
                  <a:pos x="connsiteX0" y="connsiteY0"/>
                </a:cxn>
                <a:cxn ang="0">
                  <a:pos x="connsiteX1" y="connsiteY1"/>
                </a:cxn>
                <a:cxn ang="0">
                  <a:pos x="connsiteX2" y="connsiteY2"/>
                </a:cxn>
                <a:cxn ang="0">
                  <a:pos x="connsiteX3" y="connsiteY3"/>
                </a:cxn>
              </a:cxnLst>
              <a:rect l="l" t="t" r="r" b="b"/>
              <a:pathLst>
                <a:path w="211218" h="811177">
                  <a:moveTo>
                    <a:pt x="19872" y="-15"/>
                  </a:moveTo>
                  <a:cubicBezTo>
                    <a:pt x="19872" y="-15"/>
                    <a:pt x="-31355" y="307346"/>
                    <a:pt x="30629" y="798100"/>
                  </a:cubicBezTo>
                  <a:lnTo>
                    <a:pt x="137181" y="811163"/>
                  </a:lnTo>
                  <a:lnTo>
                    <a:pt x="211204" y="33795"/>
                  </a:lnTo>
                  <a:close/>
                </a:path>
              </a:pathLst>
            </a:custGeom>
            <a:solidFill>
              <a:srgbClr val="473F47"/>
            </a:solidFill>
            <a:ln w="25591"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CE79F709-5FCF-9DD5-035E-2B5D70790390}"/>
                </a:ext>
              </a:extLst>
            </p:cNvPr>
            <p:cNvSpPr/>
            <p:nvPr/>
          </p:nvSpPr>
          <p:spPr>
            <a:xfrm>
              <a:off x="2893693" y="3941276"/>
              <a:ext cx="171617" cy="289508"/>
            </a:xfrm>
            <a:custGeom>
              <a:avLst/>
              <a:gdLst>
                <a:gd name="connsiteX0" fmla="*/ -7 w 171617"/>
                <a:gd name="connsiteY0" fmla="*/ 242800 h 289508"/>
                <a:gd name="connsiteX1" fmla="*/ 25607 w 171617"/>
                <a:gd name="connsiteY1" fmla="*/ 287112 h 289508"/>
                <a:gd name="connsiteX2" fmla="*/ 30217 w 171617"/>
                <a:gd name="connsiteY2" fmla="*/ 288392 h 289508"/>
                <a:gd name="connsiteX3" fmla="*/ 136001 w 171617"/>
                <a:gd name="connsiteY3" fmla="*/ 248435 h 289508"/>
                <a:gd name="connsiteX4" fmla="*/ 171603 w 171617"/>
                <a:gd name="connsiteY4" fmla="*/ 219236 h 289508"/>
                <a:gd name="connsiteX5" fmla="*/ 171603 w 171617"/>
                <a:gd name="connsiteY5" fmla="*/ -15 h 289508"/>
                <a:gd name="connsiteX6" fmla="*/ 12288 w 171617"/>
                <a:gd name="connsiteY6" fmla="*/ 163143 h 289508"/>
                <a:gd name="connsiteX7" fmla="*/ -7 w 171617"/>
                <a:gd name="connsiteY7" fmla="*/ 242800 h 28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17" h="289508">
                  <a:moveTo>
                    <a:pt x="-7" y="242800"/>
                  </a:moveTo>
                  <a:cubicBezTo>
                    <a:pt x="-7" y="263291"/>
                    <a:pt x="7933" y="281220"/>
                    <a:pt x="25607" y="287112"/>
                  </a:cubicBezTo>
                  <a:cubicBezTo>
                    <a:pt x="27069" y="287773"/>
                    <a:pt x="28624" y="288205"/>
                    <a:pt x="30217" y="288392"/>
                  </a:cubicBezTo>
                  <a:cubicBezTo>
                    <a:pt x="63002" y="295052"/>
                    <a:pt x="107058" y="270207"/>
                    <a:pt x="136001" y="248435"/>
                  </a:cubicBezTo>
                  <a:cubicBezTo>
                    <a:pt x="148413" y="239386"/>
                    <a:pt x="160300" y="229637"/>
                    <a:pt x="171603" y="219236"/>
                  </a:cubicBezTo>
                  <a:lnTo>
                    <a:pt x="171603" y="-15"/>
                  </a:lnTo>
                  <a:lnTo>
                    <a:pt x="12288" y="163143"/>
                  </a:lnTo>
                  <a:cubicBezTo>
                    <a:pt x="3934" y="188862"/>
                    <a:pt x="-217" y="215759"/>
                    <a:pt x="-7" y="242800"/>
                  </a:cubicBezTo>
                  <a:close/>
                </a:path>
              </a:pathLst>
            </a:custGeom>
            <a:solidFill>
              <a:schemeClr val="accent1"/>
            </a:solidFill>
            <a:ln w="25591"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07B876B4-4647-E80E-A766-2D77B37418A0}"/>
                </a:ext>
              </a:extLst>
            </p:cNvPr>
            <p:cNvSpPr/>
            <p:nvPr/>
          </p:nvSpPr>
          <p:spPr>
            <a:xfrm>
              <a:off x="3017598" y="3890128"/>
              <a:ext cx="389008" cy="613440"/>
            </a:xfrm>
            <a:custGeom>
              <a:avLst/>
              <a:gdLst>
                <a:gd name="connsiteX0" fmla="*/ 9535 w 389008"/>
                <a:gd name="connsiteY0" fmla="*/ 298814 h 613440"/>
                <a:gd name="connsiteX1" fmla="*/ 9535 w 389008"/>
                <a:gd name="connsiteY1" fmla="*/ 329807 h 613440"/>
                <a:gd name="connsiteX2" fmla="*/ 5693 w 389008"/>
                <a:gd name="connsiteY2" fmla="*/ 500392 h 613440"/>
                <a:gd name="connsiteX3" fmla="*/ 1082 w 389008"/>
                <a:gd name="connsiteY3" fmla="*/ 538300 h 613440"/>
                <a:gd name="connsiteX4" fmla="*/ 24903 w 389008"/>
                <a:gd name="connsiteY4" fmla="*/ 561096 h 613440"/>
                <a:gd name="connsiteX5" fmla="*/ 188829 w 389008"/>
                <a:gd name="connsiteY5" fmla="*/ 604639 h 613440"/>
                <a:gd name="connsiteX6" fmla="*/ 330472 w 389008"/>
                <a:gd name="connsiteY6" fmla="*/ 600285 h 613440"/>
                <a:gd name="connsiteX7" fmla="*/ 358134 w 389008"/>
                <a:gd name="connsiteY7" fmla="*/ 554437 h 613440"/>
                <a:gd name="connsiteX8" fmla="*/ 383748 w 389008"/>
                <a:gd name="connsiteY8" fmla="*/ 375143 h 613440"/>
                <a:gd name="connsiteX9" fmla="*/ 385284 w 389008"/>
                <a:gd name="connsiteY9" fmla="*/ 351578 h 613440"/>
                <a:gd name="connsiteX10" fmla="*/ 388614 w 389008"/>
                <a:gd name="connsiteY10" fmla="*/ 188933 h 613440"/>
                <a:gd name="connsiteX11" fmla="*/ 359158 w 389008"/>
                <a:gd name="connsiteY11" fmla="*/ 77258 h 613440"/>
                <a:gd name="connsiteX12" fmla="*/ 209064 w 389008"/>
                <a:gd name="connsiteY12" fmla="*/ 3491 h 613440"/>
                <a:gd name="connsiteX13" fmla="*/ 159374 w 389008"/>
                <a:gd name="connsiteY13" fmla="*/ 674 h 613440"/>
                <a:gd name="connsiteX14" fmla="*/ 92522 w 389008"/>
                <a:gd name="connsiteY14" fmla="*/ 23470 h 613440"/>
                <a:gd name="connsiteX15" fmla="*/ 33099 w 389008"/>
                <a:gd name="connsiteY15" fmla="*/ 70855 h 613440"/>
                <a:gd name="connsiteX16" fmla="*/ 4156 w 389008"/>
                <a:gd name="connsiteY16" fmla="*/ 159990 h 613440"/>
                <a:gd name="connsiteX17" fmla="*/ 2619 w 389008"/>
                <a:gd name="connsiteY17" fmla="*/ 248100 h 613440"/>
                <a:gd name="connsiteX18" fmla="*/ 9279 w 389008"/>
                <a:gd name="connsiteY18" fmla="*/ 290874 h 613440"/>
                <a:gd name="connsiteX19" fmla="*/ 9535 w 389008"/>
                <a:gd name="connsiteY19" fmla="*/ 298814 h 61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008" h="613440">
                  <a:moveTo>
                    <a:pt x="9535" y="298814"/>
                  </a:moveTo>
                  <a:cubicBezTo>
                    <a:pt x="9535" y="309060"/>
                    <a:pt x="9535" y="319561"/>
                    <a:pt x="9535" y="329807"/>
                  </a:cubicBezTo>
                  <a:cubicBezTo>
                    <a:pt x="9535" y="386412"/>
                    <a:pt x="22598" y="444811"/>
                    <a:pt x="5693" y="500392"/>
                  </a:cubicBezTo>
                  <a:cubicBezTo>
                    <a:pt x="272" y="512247"/>
                    <a:pt x="-1339" y="525492"/>
                    <a:pt x="1082" y="538300"/>
                  </a:cubicBezTo>
                  <a:cubicBezTo>
                    <a:pt x="6019" y="548519"/>
                    <a:pt x="14477" y="556613"/>
                    <a:pt x="24903" y="561096"/>
                  </a:cubicBezTo>
                  <a:cubicBezTo>
                    <a:pt x="76502" y="585294"/>
                    <a:pt x="132023" y="600041"/>
                    <a:pt x="188829" y="604639"/>
                  </a:cubicBezTo>
                  <a:cubicBezTo>
                    <a:pt x="231091" y="610530"/>
                    <a:pt x="291283" y="623081"/>
                    <a:pt x="330472" y="600285"/>
                  </a:cubicBezTo>
                  <a:cubicBezTo>
                    <a:pt x="345348" y="589221"/>
                    <a:pt x="355282" y="572756"/>
                    <a:pt x="358134" y="554437"/>
                  </a:cubicBezTo>
                  <a:cubicBezTo>
                    <a:pt x="372988" y="495746"/>
                    <a:pt x="381574" y="435645"/>
                    <a:pt x="383748" y="375143"/>
                  </a:cubicBezTo>
                  <a:cubicBezTo>
                    <a:pt x="383748" y="367458"/>
                    <a:pt x="383748" y="359518"/>
                    <a:pt x="385284" y="351578"/>
                  </a:cubicBezTo>
                  <a:cubicBezTo>
                    <a:pt x="388614" y="297534"/>
                    <a:pt x="389639" y="242977"/>
                    <a:pt x="388614" y="188933"/>
                  </a:cubicBezTo>
                  <a:cubicBezTo>
                    <a:pt x="388614" y="149488"/>
                    <a:pt x="384772" y="106970"/>
                    <a:pt x="359158" y="77258"/>
                  </a:cubicBezTo>
                  <a:cubicBezTo>
                    <a:pt x="317746" y="38045"/>
                    <a:pt x="265408" y="12322"/>
                    <a:pt x="209064" y="3491"/>
                  </a:cubicBezTo>
                  <a:cubicBezTo>
                    <a:pt x="192728" y="124"/>
                    <a:pt x="175986" y="-825"/>
                    <a:pt x="159374" y="674"/>
                  </a:cubicBezTo>
                  <a:cubicBezTo>
                    <a:pt x="135958" y="4425"/>
                    <a:pt x="113352" y="12134"/>
                    <a:pt x="92522" y="23470"/>
                  </a:cubicBezTo>
                  <a:cubicBezTo>
                    <a:pt x="67826" y="31908"/>
                    <a:pt x="46823" y="48656"/>
                    <a:pt x="33099" y="70855"/>
                  </a:cubicBezTo>
                  <a:cubicBezTo>
                    <a:pt x="19298" y="99053"/>
                    <a:pt x="9553" y="129062"/>
                    <a:pt x="4156" y="159990"/>
                  </a:cubicBezTo>
                  <a:cubicBezTo>
                    <a:pt x="-328" y="189156"/>
                    <a:pt x="-845" y="218795"/>
                    <a:pt x="2619" y="248100"/>
                  </a:cubicBezTo>
                  <a:cubicBezTo>
                    <a:pt x="4156" y="262443"/>
                    <a:pt x="7742" y="276787"/>
                    <a:pt x="9279" y="290874"/>
                  </a:cubicBezTo>
                  <a:cubicBezTo>
                    <a:pt x="9535" y="293692"/>
                    <a:pt x="9535" y="296253"/>
                    <a:pt x="9535" y="298814"/>
                  </a:cubicBezTo>
                  <a:close/>
                </a:path>
              </a:pathLst>
            </a:custGeom>
            <a:solidFill>
              <a:schemeClr val="accent1"/>
            </a:solidFill>
            <a:ln w="25591"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8021923-AA18-336F-E6BD-55CF273B845A}"/>
                </a:ext>
              </a:extLst>
            </p:cNvPr>
            <p:cNvSpPr/>
            <p:nvPr/>
          </p:nvSpPr>
          <p:spPr>
            <a:xfrm>
              <a:off x="3237433" y="3969126"/>
              <a:ext cx="181262" cy="541485"/>
            </a:xfrm>
            <a:custGeom>
              <a:avLst/>
              <a:gdLst>
                <a:gd name="connsiteX0" fmla="*/ 20989 w 181262"/>
                <a:gd name="connsiteY0" fmla="*/ 540497 h 541485"/>
                <a:gd name="connsiteX1" fmla="*/ 87840 w 181262"/>
                <a:gd name="connsiteY1" fmla="*/ 528203 h 541485"/>
                <a:gd name="connsiteX2" fmla="*/ 109611 w 181262"/>
                <a:gd name="connsiteY2" fmla="*/ 521287 h 541485"/>
                <a:gd name="connsiteX3" fmla="*/ 155203 w 181262"/>
                <a:gd name="connsiteY3" fmla="*/ 378108 h 541485"/>
                <a:gd name="connsiteX4" fmla="*/ 180817 w 181262"/>
                <a:gd name="connsiteY4" fmla="*/ 150404 h 541485"/>
                <a:gd name="connsiteX5" fmla="*/ 170827 w 181262"/>
                <a:gd name="connsiteY5" fmla="*/ 64343 h 541485"/>
                <a:gd name="connsiteX6" fmla="*/ 114734 w 181262"/>
                <a:gd name="connsiteY6" fmla="*/ 1334 h 541485"/>
                <a:gd name="connsiteX7" fmla="*/ 45834 w 181262"/>
                <a:gd name="connsiteY7" fmla="*/ 167053 h 541485"/>
                <a:gd name="connsiteX8" fmla="*/ 9975 w 181262"/>
                <a:gd name="connsiteY8" fmla="*/ 338407 h 541485"/>
                <a:gd name="connsiteX9" fmla="*/ -14 w 181262"/>
                <a:gd name="connsiteY9" fmla="*/ 402697 h 541485"/>
                <a:gd name="connsiteX10" fmla="*/ 16122 w 181262"/>
                <a:gd name="connsiteY10" fmla="*/ 479537 h 541485"/>
                <a:gd name="connsiteX11" fmla="*/ 14329 w 181262"/>
                <a:gd name="connsiteY11" fmla="*/ 534094 h 541485"/>
                <a:gd name="connsiteX12" fmla="*/ 20989 w 181262"/>
                <a:gd name="connsiteY12" fmla="*/ 540497 h 541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262" h="541485">
                  <a:moveTo>
                    <a:pt x="20989" y="540497"/>
                  </a:moveTo>
                  <a:cubicBezTo>
                    <a:pt x="37382" y="545364"/>
                    <a:pt x="75289" y="530508"/>
                    <a:pt x="87840" y="528203"/>
                  </a:cubicBezTo>
                  <a:cubicBezTo>
                    <a:pt x="95268" y="528203"/>
                    <a:pt x="102184" y="523080"/>
                    <a:pt x="109611" y="521287"/>
                  </a:cubicBezTo>
                  <a:cubicBezTo>
                    <a:pt x="147263" y="511810"/>
                    <a:pt x="151617" y="406539"/>
                    <a:pt x="155203" y="378108"/>
                  </a:cubicBezTo>
                  <a:cubicBezTo>
                    <a:pt x="168160" y="302769"/>
                    <a:pt x="176712" y="226739"/>
                    <a:pt x="180817" y="150404"/>
                  </a:cubicBezTo>
                  <a:cubicBezTo>
                    <a:pt x="182527" y="121354"/>
                    <a:pt x="179146" y="92229"/>
                    <a:pt x="170827" y="64343"/>
                  </a:cubicBezTo>
                  <a:cubicBezTo>
                    <a:pt x="162414" y="36053"/>
                    <a:pt x="141861" y="12965"/>
                    <a:pt x="114734" y="1334"/>
                  </a:cubicBezTo>
                  <a:cubicBezTo>
                    <a:pt x="66837" y="-15827"/>
                    <a:pt x="52493" y="135805"/>
                    <a:pt x="45834" y="167053"/>
                  </a:cubicBezTo>
                  <a:lnTo>
                    <a:pt x="9975" y="338407"/>
                  </a:lnTo>
                  <a:cubicBezTo>
                    <a:pt x="4862" y="359522"/>
                    <a:pt x="1521" y="381026"/>
                    <a:pt x="-14" y="402697"/>
                  </a:cubicBezTo>
                  <a:cubicBezTo>
                    <a:pt x="838" y="429056"/>
                    <a:pt x="6300" y="455062"/>
                    <a:pt x="16122" y="479537"/>
                  </a:cubicBezTo>
                  <a:cubicBezTo>
                    <a:pt x="20477" y="494649"/>
                    <a:pt x="8438" y="523080"/>
                    <a:pt x="14329" y="534094"/>
                  </a:cubicBezTo>
                  <a:cubicBezTo>
                    <a:pt x="15288" y="537239"/>
                    <a:pt x="17808" y="539663"/>
                    <a:pt x="20989" y="540497"/>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795519AB-1BD2-8449-C5CE-85FAA14685BC}"/>
                </a:ext>
              </a:extLst>
            </p:cNvPr>
            <p:cNvSpPr/>
            <p:nvPr/>
          </p:nvSpPr>
          <p:spPr>
            <a:xfrm>
              <a:off x="3133613" y="3689045"/>
              <a:ext cx="147455" cy="241730"/>
            </a:xfrm>
            <a:custGeom>
              <a:avLst/>
              <a:gdLst>
                <a:gd name="connsiteX0" fmla="*/ 9292 w 147455"/>
                <a:gd name="connsiteY0" fmla="*/ 156677 h 241730"/>
                <a:gd name="connsiteX1" fmla="*/ 32344 w 147455"/>
                <a:gd name="connsiteY1" fmla="*/ 168204 h 241730"/>
                <a:gd name="connsiteX2" fmla="*/ 54628 w 147455"/>
                <a:gd name="connsiteY2" fmla="*/ 168204 h 241730"/>
                <a:gd name="connsiteX3" fmla="*/ 58982 w 147455"/>
                <a:gd name="connsiteY3" fmla="*/ 168204 h 241730"/>
                <a:gd name="connsiteX4" fmla="*/ 61800 w 147455"/>
                <a:gd name="connsiteY4" fmla="*/ 168204 h 241730"/>
                <a:gd name="connsiteX5" fmla="*/ 63336 w 147455"/>
                <a:gd name="connsiteY5" fmla="*/ 171533 h 241730"/>
                <a:gd name="connsiteX6" fmla="*/ 63336 w 147455"/>
                <a:gd name="connsiteY6" fmla="*/ 216101 h 241730"/>
                <a:gd name="connsiteX7" fmla="*/ 63336 w 147455"/>
                <a:gd name="connsiteY7" fmla="*/ 216101 h 241730"/>
                <a:gd name="connsiteX8" fmla="*/ 63336 w 147455"/>
                <a:gd name="connsiteY8" fmla="*/ 224041 h 241730"/>
                <a:gd name="connsiteX9" fmla="*/ 63336 w 147455"/>
                <a:gd name="connsiteY9" fmla="*/ 232493 h 241730"/>
                <a:gd name="connsiteX10" fmla="*/ 72301 w 147455"/>
                <a:gd name="connsiteY10" fmla="*/ 238384 h 241730"/>
                <a:gd name="connsiteX11" fmla="*/ 92536 w 147455"/>
                <a:gd name="connsiteY11" fmla="*/ 241714 h 241730"/>
                <a:gd name="connsiteX12" fmla="*/ 133517 w 147455"/>
                <a:gd name="connsiteY12" fmla="*/ 227371 h 241730"/>
                <a:gd name="connsiteX13" fmla="*/ 137616 w 147455"/>
                <a:gd name="connsiteY13" fmla="*/ 150530 h 241730"/>
                <a:gd name="connsiteX14" fmla="*/ 147349 w 147455"/>
                <a:gd name="connsiteY14" fmla="*/ 52943 h 241730"/>
                <a:gd name="connsiteX15" fmla="*/ 133774 w 147455"/>
                <a:gd name="connsiteY15" fmla="*/ 17596 h 241730"/>
                <a:gd name="connsiteX16" fmla="*/ 85364 w 147455"/>
                <a:gd name="connsiteY16" fmla="*/ 179 h 241730"/>
                <a:gd name="connsiteX17" fmla="*/ 19026 w 147455"/>
                <a:gd name="connsiteY17" fmla="*/ 18365 h 241730"/>
                <a:gd name="connsiteX18" fmla="*/ 9036 w 147455"/>
                <a:gd name="connsiteY18" fmla="*/ 37831 h 241730"/>
                <a:gd name="connsiteX19" fmla="*/ 3145 w 147455"/>
                <a:gd name="connsiteY19" fmla="*/ 76763 h 241730"/>
                <a:gd name="connsiteX20" fmla="*/ 327 w 147455"/>
                <a:gd name="connsiteY20" fmla="*/ 121331 h 241730"/>
                <a:gd name="connsiteX21" fmla="*/ 9292 w 147455"/>
                <a:gd name="connsiteY21" fmla="*/ 156677 h 24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7455" h="241730">
                  <a:moveTo>
                    <a:pt x="9292" y="156677"/>
                  </a:moveTo>
                  <a:cubicBezTo>
                    <a:pt x="15267" y="163264"/>
                    <a:pt x="23490" y="167375"/>
                    <a:pt x="32344" y="168204"/>
                  </a:cubicBezTo>
                  <a:cubicBezTo>
                    <a:pt x="39759" y="168841"/>
                    <a:pt x="47214" y="168841"/>
                    <a:pt x="54628" y="168204"/>
                  </a:cubicBezTo>
                  <a:lnTo>
                    <a:pt x="58982" y="168204"/>
                  </a:lnTo>
                  <a:cubicBezTo>
                    <a:pt x="59903" y="167940"/>
                    <a:pt x="60879" y="167940"/>
                    <a:pt x="61800" y="168204"/>
                  </a:cubicBezTo>
                  <a:cubicBezTo>
                    <a:pt x="62669" y="169111"/>
                    <a:pt x="63210" y="170283"/>
                    <a:pt x="63336" y="171533"/>
                  </a:cubicBezTo>
                  <a:cubicBezTo>
                    <a:pt x="64616" y="186362"/>
                    <a:pt x="64616" y="201272"/>
                    <a:pt x="63336" y="216101"/>
                  </a:cubicBezTo>
                  <a:lnTo>
                    <a:pt x="63336" y="216101"/>
                  </a:lnTo>
                  <a:lnTo>
                    <a:pt x="63336" y="224041"/>
                  </a:lnTo>
                  <a:cubicBezTo>
                    <a:pt x="62560" y="226805"/>
                    <a:pt x="62560" y="229729"/>
                    <a:pt x="63336" y="232493"/>
                  </a:cubicBezTo>
                  <a:cubicBezTo>
                    <a:pt x="64873" y="235823"/>
                    <a:pt x="68715" y="237104"/>
                    <a:pt x="72301" y="238384"/>
                  </a:cubicBezTo>
                  <a:cubicBezTo>
                    <a:pt x="78810" y="240629"/>
                    <a:pt x="85651" y="241755"/>
                    <a:pt x="92536" y="241714"/>
                  </a:cubicBezTo>
                  <a:cubicBezTo>
                    <a:pt x="107165" y="240363"/>
                    <a:pt x="121238" y="235438"/>
                    <a:pt x="133517" y="227371"/>
                  </a:cubicBezTo>
                  <a:cubicBezTo>
                    <a:pt x="132397" y="201685"/>
                    <a:pt x="133769" y="175951"/>
                    <a:pt x="137616" y="150530"/>
                  </a:cubicBezTo>
                  <a:cubicBezTo>
                    <a:pt x="144779" y="118512"/>
                    <a:pt x="148047" y="85745"/>
                    <a:pt x="147349" y="52943"/>
                  </a:cubicBezTo>
                  <a:cubicBezTo>
                    <a:pt x="146506" y="40058"/>
                    <a:pt x="141772" y="27733"/>
                    <a:pt x="133774" y="17596"/>
                  </a:cubicBezTo>
                  <a:cubicBezTo>
                    <a:pt x="120886" y="5110"/>
                    <a:pt x="103253" y="-1234"/>
                    <a:pt x="85364" y="179"/>
                  </a:cubicBezTo>
                  <a:cubicBezTo>
                    <a:pt x="61959" y="-296"/>
                    <a:pt x="38917" y="6021"/>
                    <a:pt x="19026" y="18365"/>
                  </a:cubicBezTo>
                  <a:cubicBezTo>
                    <a:pt x="11597" y="23231"/>
                    <a:pt x="10829" y="29635"/>
                    <a:pt x="9036" y="37831"/>
                  </a:cubicBezTo>
                  <a:cubicBezTo>
                    <a:pt x="6731" y="50638"/>
                    <a:pt x="4682" y="63445"/>
                    <a:pt x="3145" y="76763"/>
                  </a:cubicBezTo>
                  <a:cubicBezTo>
                    <a:pt x="1608" y="90082"/>
                    <a:pt x="583" y="106219"/>
                    <a:pt x="327" y="121331"/>
                  </a:cubicBezTo>
                  <a:cubicBezTo>
                    <a:pt x="-1121" y="133814"/>
                    <a:pt x="2069" y="146394"/>
                    <a:pt x="9292" y="156677"/>
                  </a:cubicBezTo>
                  <a:close/>
                </a:path>
              </a:pathLst>
            </a:custGeom>
            <a:solidFill>
              <a:srgbClr val="CE9E95"/>
            </a:solidFill>
            <a:ln w="25591"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1B8C0E21-242B-4FD6-6231-296B0B3E58C0}"/>
                </a:ext>
              </a:extLst>
            </p:cNvPr>
            <p:cNvSpPr/>
            <p:nvPr/>
          </p:nvSpPr>
          <p:spPr>
            <a:xfrm>
              <a:off x="3141114" y="3603105"/>
              <a:ext cx="202147" cy="231106"/>
            </a:xfrm>
            <a:custGeom>
              <a:avLst/>
              <a:gdLst>
                <a:gd name="connsiteX0" fmla="*/ 17159 w 202147"/>
                <a:gd name="connsiteY0" fmla="*/ 61274 h 231106"/>
                <a:gd name="connsiteX1" fmla="*/ -2 w 202147"/>
                <a:gd name="connsiteY1" fmla="*/ 79972 h 231106"/>
                <a:gd name="connsiteX2" fmla="*/ 15110 w 202147"/>
                <a:gd name="connsiteY2" fmla="*/ 100462 h 231106"/>
                <a:gd name="connsiteX3" fmla="*/ 31759 w 202147"/>
                <a:gd name="connsiteY3" fmla="*/ 123515 h 231106"/>
                <a:gd name="connsiteX4" fmla="*/ 62751 w 202147"/>
                <a:gd name="connsiteY4" fmla="*/ 119673 h 231106"/>
                <a:gd name="connsiteX5" fmla="*/ 108343 w 202147"/>
                <a:gd name="connsiteY5" fmla="*/ 128125 h 231106"/>
                <a:gd name="connsiteX6" fmla="*/ 108343 w 202147"/>
                <a:gd name="connsiteY6" fmla="*/ 134016 h 231106"/>
                <a:gd name="connsiteX7" fmla="*/ 117308 w 202147"/>
                <a:gd name="connsiteY7" fmla="*/ 166545 h 231106"/>
                <a:gd name="connsiteX8" fmla="*/ 114491 w 202147"/>
                <a:gd name="connsiteY8" fmla="*/ 188317 h 231106"/>
                <a:gd name="connsiteX9" fmla="*/ 138055 w 202147"/>
                <a:gd name="connsiteY9" fmla="*/ 169363 h 231106"/>
                <a:gd name="connsiteX10" fmla="*/ 146763 w 202147"/>
                <a:gd name="connsiteY10" fmla="*/ 172180 h 231106"/>
                <a:gd name="connsiteX11" fmla="*/ 148556 w 202147"/>
                <a:gd name="connsiteY11" fmla="*/ 177303 h 231106"/>
                <a:gd name="connsiteX12" fmla="*/ 140360 w 202147"/>
                <a:gd name="connsiteY12" fmla="*/ 194976 h 231106"/>
                <a:gd name="connsiteX13" fmla="*/ 129858 w 202147"/>
                <a:gd name="connsiteY13" fmla="*/ 203685 h 231106"/>
                <a:gd name="connsiteX14" fmla="*/ 129858 w 202147"/>
                <a:gd name="connsiteY14" fmla="*/ 216491 h 231106"/>
                <a:gd name="connsiteX15" fmla="*/ 128322 w 202147"/>
                <a:gd name="connsiteY15" fmla="*/ 231091 h 231106"/>
                <a:gd name="connsiteX16" fmla="*/ 135493 w 202147"/>
                <a:gd name="connsiteY16" fmla="*/ 229298 h 231106"/>
                <a:gd name="connsiteX17" fmla="*/ 141384 w 202147"/>
                <a:gd name="connsiteY17" fmla="*/ 225200 h 231106"/>
                <a:gd name="connsiteX18" fmla="*/ 146251 w 202147"/>
                <a:gd name="connsiteY18" fmla="*/ 209064 h 231106"/>
                <a:gd name="connsiteX19" fmla="*/ 170153 w 202147"/>
                <a:gd name="connsiteY19" fmla="*/ 185325 h 231106"/>
                <a:gd name="connsiteX20" fmla="*/ 168791 w 202147"/>
                <a:gd name="connsiteY20" fmla="*/ 177303 h 231106"/>
                <a:gd name="connsiteX21" fmla="*/ 181127 w 202147"/>
                <a:gd name="connsiteY21" fmla="*/ 161200 h 231106"/>
                <a:gd name="connsiteX22" fmla="*/ 181085 w 202147"/>
                <a:gd name="connsiteY22" fmla="*/ 160910 h 231106"/>
                <a:gd name="connsiteX23" fmla="*/ 170840 w 202147"/>
                <a:gd name="connsiteY23" fmla="*/ 140420 h 231106"/>
                <a:gd name="connsiteX24" fmla="*/ 193380 w 202147"/>
                <a:gd name="connsiteY24" fmla="*/ 117624 h 231106"/>
                <a:gd name="connsiteX25" fmla="*/ 193380 w 202147"/>
                <a:gd name="connsiteY25" fmla="*/ 107122 h 231106"/>
                <a:gd name="connsiteX26" fmla="*/ 199527 w 202147"/>
                <a:gd name="connsiteY26" fmla="*/ 96108 h 231106"/>
                <a:gd name="connsiteX27" fmla="*/ 195173 w 202147"/>
                <a:gd name="connsiteY27" fmla="*/ 68958 h 231106"/>
                <a:gd name="connsiteX28" fmla="*/ 179036 w 202147"/>
                <a:gd name="connsiteY28" fmla="*/ 56407 h 231106"/>
                <a:gd name="connsiteX29" fmla="*/ 175194 w 202147"/>
                <a:gd name="connsiteY29" fmla="*/ 40015 h 231106"/>
                <a:gd name="connsiteX30" fmla="*/ 127297 w 202147"/>
                <a:gd name="connsiteY30" fmla="*/ 2875 h 231106"/>
                <a:gd name="connsiteX31" fmla="*/ 110136 w 202147"/>
                <a:gd name="connsiteY31" fmla="*/ 58 h 231106"/>
                <a:gd name="connsiteX32" fmla="*/ 98098 w 202147"/>
                <a:gd name="connsiteY32" fmla="*/ 10815 h 231106"/>
                <a:gd name="connsiteX33" fmla="*/ 78632 w 202147"/>
                <a:gd name="connsiteY33" fmla="*/ 2619 h 231106"/>
                <a:gd name="connsiteX34" fmla="*/ 65825 w 202147"/>
                <a:gd name="connsiteY34" fmla="*/ 15682 h 231106"/>
                <a:gd name="connsiteX35" fmla="*/ 43029 w 202147"/>
                <a:gd name="connsiteY35" fmla="*/ 34380 h 231106"/>
                <a:gd name="connsiteX36" fmla="*/ 17159 w 202147"/>
                <a:gd name="connsiteY36" fmla="*/ 61274 h 231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2147" h="231106">
                  <a:moveTo>
                    <a:pt x="17159" y="61274"/>
                  </a:moveTo>
                  <a:cubicBezTo>
                    <a:pt x="7849" y="62873"/>
                    <a:pt x="795" y="70559"/>
                    <a:pt x="-2" y="79972"/>
                  </a:cubicBezTo>
                  <a:cubicBezTo>
                    <a:pt x="-334" y="89482"/>
                    <a:pt x="5926" y="97970"/>
                    <a:pt x="15110" y="100462"/>
                  </a:cubicBezTo>
                  <a:cubicBezTo>
                    <a:pt x="13693" y="111339"/>
                    <a:pt x="20988" y="121440"/>
                    <a:pt x="31759" y="123515"/>
                  </a:cubicBezTo>
                  <a:cubicBezTo>
                    <a:pt x="42247" y="125045"/>
                    <a:pt x="52954" y="123718"/>
                    <a:pt x="62751" y="119673"/>
                  </a:cubicBezTo>
                  <a:cubicBezTo>
                    <a:pt x="73779" y="133357"/>
                    <a:pt x="93143" y="136947"/>
                    <a:pt x="108343" y="128125"/>
                  </a:cubicBezTo>
                  <a:lnTo>
                    <a:pt x="108343" y="134016"/>
                  </a:lnTo>
                  <a:cubicBezTo>
                    <a:pt x="113222" y="144247"/>
                    <a:pt x="116257" y="155259"/>
                    <a:pt x="117308" y="166545"/>
                  </a:cubicBezTo>
                  <a:lnTo>
                    <a:pt x="114491" y="188317"/>
                  </a:lnTo>
                  <a:cubicBezTo>
                    <a:pt x="115832" y="176613"/>
                    <a:pt x="126336" y="168164"/>
                    <a:pt x="138055" y="169363"/>
                  </a:cubicBezTo>
                  <a:cubicBezTo>
                    <a:pt x="141226" y="169028"/>
                    <a:pt x="144390" y="170051"/>
                    <a:pt x="146763" y="172180"/>
                  </a:cubicBezTo>
                  <a:cubicBezTo>
                    <a:pt x="147735" y="173733"/>
                    <a:pt x="148348" y="175483"/>
                    <a:pt x="148556" y="177303"/>
                  </a:cubicBezTo>
                  <a:cubicBezTo>
                    <a:pt x="148887" y="184181"/>
                    <a:pt x="145825" y="190785"/>
                    <a:pt x="140360" y="194976"/>
                  </a:cubicBezTo>
                  <a:cubicBezTo>
                    <a:pt x="136518" y="197537"/>
                    <a:pt x="131651" y="199330"/>
                    <a:pt x="129858" y="203685"/>
                  </a:cubicBezTo>
                  <a:cubicBezTo>
                    <a:pt x="128590" y="207859"/>
                    <a:pt x="128590" y="212317"/>
                    <a:pt x="129858" y="216491"/>
                  </a:cubicBezTo>
                  <a:cubicBezTo>
                    <a:pt x="130896" y="221398"/>
                    <a:pt x="130358" y="226508"/>
                    <a:pt x="128322" y="231091"/>
                  </a:cubicBezTo>
                  <a:lnTo>
                    <a:pt x="135493" y="229298"/>
                  </a:lnTo>
                  <a:cubicBezTo>
                    <a:pt x="137612" y="228169"/>
                    <a:pt x="139589" y="226793"/>
                    <a:pt x="141384" y="225200"/>
                  </a:cubicBezTo>
                  <a:cubicBezTo>
                    <a:pt x="145339" y="220820"/>
                    <a:pt x="147124" y="214900"/>
                    <a:pt x="146251" y="209064"/>
                  </a:cubicBezTo>
                  <a:cubicBezTo>
                    <a:pt x="159407" y="209109"/>
                    <a:pt x="170108" y="198481"/>
                    <a:pt x="170153" y="185325"/>
                  </a:cubicBezTo>
                  <a:cubicBezTo>
                    <a:pt x="170162" y="182593"/>
                    <a:pt x="169702" y="179879"/>
                    <a:pt x="168791" y="177303"/>
                  </a:cubicBezTo>
                  <a:cubicBezTo>
                    <a:pt x="176644" y="176263"/>
                    <a:pt x="182167" y="169053"/>
                    <a:pt x="181127" y="161200"/>
                  </a:cubicBezTo>
                  <a:cubicBezTo>
                    <a:pt x="181114" y="161103"/>
                    <a:pt x="181100" y="161007"/>
                    <a:pt x="181085" y="160910"/>
                  </a:cubicBezTo>
                  <a:cubicBezTo>
                    <a:pt x="179572" y="153284"/>
                    <a:pt x="176033" y="146206"/>
                    <a:pt x="170840" y="140420"/>
                  </a:cubicBezTo>
                  <a:cubicBezTo>
                    <a:pt x="183330" y="140279"/>
                    <a:pt x="193381" y="130114"/>
                    <a:pt x="193380" y="117624"/>
                  </a:cubicBezTo>
                  <a:cubicBezTo>
                    <a:pt x="192864" y="114142"/>
                    <a:pt x="192864" y="110604"/>
                    <a:pt x="193380" y="107122"/>
                  </a:cubicBezTo>
                  <a:cubicBezTo>
                    <a:pt x="194874" y="103167"/>
                    <a:pt x="196945" y="99456"/>
                    <a:pt x="199527" y="96108"/>
                  </a:cubicBezTo>
                  <a:cubicBezTo>
                    <a:pt x="204223" y="87088"/>
                    <a:pt x="202454" y="76057"/>
                    <a:pt x="195173" y="68958"/>
                  </a:cubicBezTo>
                  <a:cubicBezTo>
                    <a:pt x="190050" y="64348"/>
                    <a:pt x="182878" y="62042"/>
                    <a:pt x="179036" y="56407"/>
                  </a:cubicBezTo>
                  <a:cubicBezTo>
                    <a:pt x="176977" y="51155"/>
                    <a:pt x="175683" y="45635"/>
                    <a:pt x="175194" y="40015"/>
                  </a:cubicBezTo>
                  <a:cubicBezTo>
                    <a:pt x="170584" y="19268"/>
                    <a:pt x="147532" y="9535"/>
                    <a:pt x="127297" y="2875"/>
                  </a:cubicBezTo>
                  <a:cubicBezTo>
                    <a:pt x="121860" y="663"/>
                    <a:pt x="115995" y="-300"/>
                    <a:pt x="110136" y="58"/>
                  </a:cubicBezTo>
                  <a:cubicBezTo>
                    <a:pt x="104160" y="526"/>
                    <a:pt x="99233" y="4929"/>
                    <a:pt x="98098" y="10815"/>
                  </a:cubicBezTo>
                  <a:cubicBezTo>
                    <a:pt x="92588" y="6177"/>
                    <a:pt x="85800" y="3319"/>
                    <a:pt x="78632" y="2619"/>
                  </a:cubicBezTo>
                  <a:cubicBezTo>
                    <a:pt x="71716" y="2619"/>
                    <a:pt x="64032" y="9022"/>
                    <a:pt x="65825" y="15682"/>
                  </a:cubicBezTo>
                  <a:cubicBezTo>
                    <a:pt x="63007" y="4412"/>
                    <a:pt x="44053" y="33611"/>
                    <a:pt x="43029" y="34380"/>
                  </a:cubicBezTo>
                  <a:cubicBezTo>
                    <a:pt x="30478" y="42064"/>
                    <a:pt x="11268" y="34380"/>
                    <a:pt x="17159" y="61274"/>
                  </a:cubicBezTo>
                  <a:close/>
                </a:path>
              </a:pathLst>
            </a:custGeom>
            <a:solidFill>
              <a:srgbClr val="473F47"/>
            </a:solidFill>
            <a:ln w="25591"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763D4444-E111-02C0-9122-44333A64E695}"/>
                </a:ext>
              </a:extLst>
            </p:cNvPr>
            <p:cNvSpPr/>
            <p:nvPr/>
          </p:nvSpPr>
          <p:spPr>
            <a:xfrm>
              <a:off x="3187743" y="3842408"/>
              <a:ext cx="51528" cy="63265"/>
            </a:xfrm>
            <a:custGeom>
              <a:avLst/>
              <a:gdLst>
                <a:gd name="connsiteX0" fmla="*/ 498 w 51528"/>
                <a:gd name="connsiteY0" fmla="*/ 15353 h 63265"/>
                <a:gd name="connsiteX1" fmla="*/ 4852 w 51528"/>
                <a:gd name="connsiteY1" fmla="*/ 15353 h 63265"/>
                <a:gd name="connsiteX2" fmla="*/ 7670 w 51528"/>
                <a:gd name="connsiteY2" fmla="*/ 15353 h 63265"/>
                <a:gd name="connsiteX3" fmla="*/ 9207 w 51528"/>
                <a:gd name="connsiteY3" fmla="*/ 18683 h 63265"/>
                <a:gd name="connsiteX4" fmla="*/ 9207 w 51528"/>
                <a:gd name="connsiteY4" fmla="*/ 63250 h 63265"/>
                <a:gd name="connsiteX5" fmla="*/ 9207 w 51528"/>
                <a:gd name="connsiteY5" fmla="*/ 63250 h 63265"/>
                <a:gd name="connsiteX6" fmla="*/ 51213 w 51528"/>
                <a:gd name="connsiteY6" fmla="*/ -15 h 63265"/>
                <a:gd name="connsiteX7" fmla="*/ -14 w 51528"/>
                <a:gd name="connsiteY7" fmla="*/ 14841 h 6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28" h="63265">
                  <a:moveTo>
                    <a:pt x="498" y="15353"/>
                  </a:moveTo>
                  <a:lnTo>
                    <a:pt x="4852" y="15353"/>
                  </a:lnTo>
                  <a:cubicBezTo>
                    <a:pt x="5773" y="15090"/>
                    <a:pt x="6749" y="15090"/>
                    <a:pt x="7670" y="15353"/>
                  </a:cubicBezTo>
                  <a:cubicBezTo>
                    <a:pt x="8539" y="16260"/>
                    <a:pt x="9080" y="17432"/>
                    <a:pt x="9207" y="18683"/>
                  </a:cubicBezTo>
                  <a:cubicBezTo>
                    <a:pt x="10486" y="33511"/>
                    <a:pt x="10486" y="48422"/>
                    <a:pt x="9207" y="63250"/>
                  </a:cubicBezTo>
                  <a:lnTo>
                    <a:pt x="9207" y="63250"/>
                  </a:lnTo>
                  <a:cubicBezTo>
                    <a:pt x="36487" y="54854"/>
                    <a:pt x="54061" y="28385"/>
                    <a:pt x="51213" y="-15"/>
                  </a:cubicBezTo>
                  <a:cubicBezTo>
                    <a:pt x="34719" y="6759"/>
                    <a:pt x="17545" y="11739"/>
                    <a:pt x="-14" y="14841"/>
                  </a:cubicBezTo>
                  <a:close/>
                </a:path>
              </a:pathLst>
            </a:custGeom>
            <a:solidFill>
              <a:srgbClr val="AF807A"/>
            </a:solidFill>
            <a:ln w="25591"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4B00D2D9-5431-4EBF-4A03-351E500D180A}"/>
                </a:ext>
              </a:extLst>
            </p:cNvPr>
            <p:cNvSpPr/>
            <p:nvPr/>
          </p:nvSpPr>
          <p:spPr>
            <a:xfrm>
              <a:off x="2759486" y="4075377"/>
              <a:ext cx="191125" cy="154678"/>
            </a:xfrm>
            <a:custGeom>
              <a:avLst/>
              <a:gdLst>
                <a:gd name="connsiteX0" fmla="*/ -14 w 191125"/>
                <a:gd name="connsiteY0" fmla="*/ 52093 h 154678"/>
                <a:gd name="connsiteX1" fmla="*/ 76826 w 191125"/>
                <a:gd name="connsiteY1" fmla="*/ 128933 h 154678"/>
                <a:gd name="connsiteX2" fmla="*/ 148800 w 191125"/>
                <a:gd name="connsiteY2" fmla="*/ 154547 h 154678"/>
                <a:gd name="connsiteX3" fmla="*/ 158789 w 191125"/>
                <a:gd name="connsiteY3" fmla="*/ 153266 h 154678"/>
                <a:gd name="connsiteX4" fmla="*/ 172620 w 191125"/>
                <a:gd name="connsiteY4" fmla="*/ 143789 h 154678"/>
                <a:gd name="connsiteX5" fmla="*/ 191062 w 191125"/>
                <a:gd name="connsiteY5" fmla="*/ 98453 h 154678"/>
                <a:gd name="connsiteX6" fmla="*/ 145470 w 191125"/>
                <a:gd name="connsiteY6" fmla="*/ 29297 h 154678"/>
                <a:gd name="connsiteX7" fmla="*/ 24831 w 191125"/>
                <a:gd name="connsiteY7" fmla="*/ 610 h 154678"/>
                <a:gd name="connsiteX8" fmla="*/ 6645 w 191125"/>
                <a:gd name="connsiteY8" fmla="*/ 31858 h 154678"/>
                <a:gd name="connsiteX9" fmla="*/ -14 w 191125"/>
                <a:gd name="connsiteY9" fmla="*/ 52093 h 15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125" h="154678">
                  <a:moveTo>
                    <a:pt x="-14" y="52093"/>
                  </a:moveTo>
                  <a:cubicBezTo>
                    <a:pt x="20931" y="81984"/>
                    <a:pt x="46935" y="107988"/>
                    <a:pt x="76826" y="128933"/>
                  </a:cubicBezTo>
                  <a:cubicBezTo>
                    <a:pt x="98279" y="143393"/>
                    <a:pt x="123035" y="152203"/>
                    <a:pt x="148800" y="154547"/>
                  </a:cubicBezTo>
                  <a:cubicBezTo>
                    <a:pt x="152184" y="154897"/>
                    <a:pt x="155603" y="154458"/>
                    <a:pt x="158789" y="153266"/>
                  </a:cubicBezTo>
                  <a:cubicBezTo>
                    <a:pt x="164284" y="151645"/>
                    <a:pt x="169125" y="148328"/>
                    <a:pt x="172620" y="143789"/>
                  </a:cubicBezTo>
                  <a:cubicBezTo>
                    <a:pt x="183373" y="130987"/>
                    <a:pt x="189825" y="115126"/>
                    <a:pt x="191062" y="98453"/>
                  </a:cubicBezTo>
                  <a:cubicBezTo>
                    <a:pt x="192855" y="54654"/>
                    <a:pt x="145470" y="29297"/>
                    <a:pt x="145470" y="29297"/>
                  </a:cubicBezTo>
                  <a:cubicBezTo>
                    <a:pt x="145470" y="29297"/>
                    <a:pt x="37638" y="-5025"/>
                    <a:pt x="24831" y="610"/>
                  </a:cubicBezTo>
                  <a:cubicBezTo>
                    <a:pt x="17915" y="3427"/>
                    <a:pt x="11256" y="18795"/>
                    <a:pt x="6645" y="31858"/>
                  </a:cubicBezTo>
                  <a:cubicBezTo>
                    <a:pt x="2035" y="44921"/>
                    <a:pt x="-14" y="52093"/>
                    <a:pt x="-14" y="52093"/>
                  </a:cubicBezTo>
                  <a:close/>
                </a:path>
              </a:pathLst>
            </a:custGeom>
            <a:solidFill>
              <a:schemeClr val="accent1"/>
            </a:solidFill>
            <a:ln w="25591"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DBE107BA-EA5F-8B3A-29AC-EC53F28EB17F}"/>
                </a:ext>
              </a:extLst>
            </p:cNvPr>
            <p:cNvSpPr/>
            <p:nvPr/>
          </p:nvSpPr>
          <p:spPr>
            <a:xfrm>
              <a:off x="2759486" y="4106995"/>
              <a:ext cx="269197" cy="124045"/>
            </a:xfrm>
            <a:custGeom>
              <a:avLst/>
              <a:gdLst>
                <a:gd name="connsiteX0" fmla="*/ -14 w 269197"/>
                <a:gd name="connsiteY0" fmla="*/ 20475 h 124045"/>
                <a:gd name="connsiteX1" fmla="*/ 76826 w 269197"/>
                <a:gd name="connsiteY1" fmla="*/ 97316 h 124045"/>
                <a:gd name="connsiteX2" fmla="*/ 148800 w 269197"/>
                <a:gd name="connsiteY2" fmla="*/ 122929 h 124045"/>
                <a:gd name="connsiteX3" fmla="*/ 158789 w 269197"/>
                <a:gd name="connsiteY3" fmla="*/ 121649 h 124045"/>
                <a:gd name="connsiteX4" fmla="*/ 163399 w 269197"/>
                <a:gd name="connsiteY4" fmla="*/ 122929 h 124045"/>
                <a:gd name="connsiteX5" fmla="*/ 269183 w 269197"/>
                <a:gd name="connsiteY5" fmla="*/ 82972 h 124045"/>
                <a:gd name="connsiteX6" fmla="*/ 269183 w 269197"/>
                <a:gd name="connsiteY6" fmla="*/ 82972 h 124045"/>
                <a:gd name="connsiteX7" fmla="*/ 258938 w 269197"/>
                <a:gd name="connsiteY7" fmla="*/ 17402 h 124045"/>
                <a:gd name="connsiteX8" fmla="*/ 191318 w 269197"/>
                <a:gd name="connsiteY8" fmla="*/ 68629 h 124045"/>
                <a:gd name="connsiteX9" fmla="*/ 133432 w 269197"/>
                <a:gd name="connsiteY9" fmla="*/ 79131 h 124045"/>
                <a:gd name="connsiteX10" fmla="*/ 117808 w 269197"/>
                <a:gd name="connsiteY10" fmla="*/ 74520 h 124045"/>
                <a:gd name="connsiteX11" fmla="*/ 6133 w 269197"/>
                <a:gd name="connsiteY11" fmla="*/ -15 h 124045"/>
                <a:gd name="connsiteX12" fmla="*/ -14 w 269197"/>
                <a:gd name="connsiteY12" fmla="*/ 20475 h 12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197" h="124045">
                  <a:moveTo>
                    <a:pt x="-14" y="20475"/>
                  </a:moveTo>
                  <a:cubicBezTo>
                    <a:pt x="20931" y="50367"/>
                    <a:pt x="46935" y="76371"/>
                    <a:pt x="76826" y="97316"/>
                  </a:cubicBezTo>
                  <a:cubicBezTo>
                    <a:pt x="98279" y="111776"/>
                    <a:pt x="123035" y="120586"/>
                    <a:pt x="148800" y="122929"/>
                  </a:cubicBezTo>
                  <a:cubicBezTo>
                    <a:pt x="152184" y="123279"/>
                    <a:pt x="155603" y="122841"/>
                    <a:pt x="158789" y="121649"/>
                  </a:cubicBezTo>
                  <a:cubicBezTo>
                    <a:pt x="160251" y="122310"/>
                    <a:pt x="161806" y="122741"/>
                    <a:pt x="163399" y="122929"/>
                  </a:cubicBezTo>
                  <a:cubicBezTo>
                    <a:pt x="196185" y="129589"/>
                    <a:pt x="240240" y="104744"/>
                    <a:pt x="269183" y="82972"/>
                  </a:cubicBezTo>
                  <a:lnTo>
                    <a:pt x="269183" y="82972"/>
                  </a:lnTo>
                  <a:lnTo>
                    <a:pt x="258938" y="17402"/>
                  </a:lnTo>
                  <a:cubicBezTo>
                    <a:pt x="239318" y="38024"/>
                    <a:pt x="216481" y="55324"/>
                    <a:pt x="191318" y="68629"/>
                  </a:cubicBezTo>
                  <a:cubicBezTo>
                    <a:pt x="173602" y="78115"/>
                    <a:pt x="153351" y="81788"/>
                    <a:pt x="133432" y="79131"/>
                  </a:cubicBezTo>
                  <a:cubicBezTo>
                    <a:pt x="128031" y="78345"/>
                    <a:pt x="122770" y="76792"/>
                    <a:pt x="117808" y="74520"/>
                  </a:cubicBezTo>
                  <a:cubicBezTo>
                    <a:pt x="77399" y="54812"/>
                    <a:pt x="39835" y="29740"/>
                    <a:pt x="6133" y="-15"/>
                  </a:cubicBezTo>
                  <a:cubicBezTo>
                    <a:pt x="2547" y="10999"/>
                    <a:pt x="-14" y="20475"/>
                    <a:pt x="-14" y="20475"/>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2587771F-8B1F-B8B1-03BD-300465881296}"/>
                </a:ext>
              </a:extLst>
            </p:cNvPr>
            <p:cNvSpPr/>
            <p:nvPr/>
          </p:nvSpPr>
          <p:spPr>
            <a:xfrm>
              <a:off x="3277721" y="3963173"/>
              <a:ext cx="217220" cy="485505"/>
            </a:xfrm>
            <a:custGeom>
              <a:avLst/>
              <a:gdLst>
                <a:gd name="connsiteX0" fmla="*/ 195598 w 217220"/>
                <a:gd name="connsiteY0" fmla="*/ 235759 h 485505"/>
                <a:gd name="connsiteX1" fmla="*/ 216602 w 217220"/>
                <a:gd name="connsiteY1" fmla="*/ 355630 h 485505"/>
                <a:gd name="connsiteX2" fmla="*/ 145140 w 217220"/>
                <a:gd name="connsiteY2" fmla="*/ 483697 h 485505"/>
                <a:gd name="connsiteX3" fmla="*/ 79057 w 217220"/>
                <a:gd name="connsiteY3" fmla="*/ 463462 h 485505"/>
                <a:gd name="connsiteX4" fmla="*/ 77520 w 217220"/>
                <a:gd name="connsiteY4" fmla="*/ 440154 h 485505"/>
                <a:gd name="connsiteX5" fmla="*/ 81106 w 217220"/>
                <a:gd name="connsiteY5" fmla="*/ 388927 h 485505"/>
                <a:gd name="connsiteX6" fmla="*/ 77520 w 217220"/>
                <a:gd name="connsiteY6" fmla="*/ 321308 h 485505"/>
                <a:gd name="connsiteX7" fmla="*/ 39356 w 217220"/>
                <a:gd name="connsiteY7" fmla="*/ 253688 h 485505"/>
                <a:gd name="connsiteX8" fmla="*/ 168 w 217220"/>
                <a:gd name="connsiteY8" fmla="*/ 135354 h 485505"/>
                <a:gd name="connsiteX9" fmla="*/ 85461 w 217220"/>
                <a:gd name="connsiteY9" fmla="*/ 7287 h 485505"/>
                <a:gd name="connsiteX10" fmla="*/ 143859 w 217220"/>
                <a:gd name="connsiteY10" fmla="*/ 115120 h 485505"/>
                <a:gd name="connsiteX11" fmla="*/ 195598 w 217220"/>
                <a:gd name="connsiteY11" fmla="*/ 235759 h 485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220" h="485505">
                  <a:moveTo>
                    <a:pt x="195598" y="235759"/>
                  </a:moveTo>
                  <a:cubicBezTo>
                    <a:pt x="212236" y="273416"/>
                    <a:pt x="219445" y="314560"/>
                    <a:pt x="216602" y="355630"/>
                  </a:cubicBezTo>
                  <a:cubicBezTo>
                    <a:pt x="209430" y="404808"/>
                    <a:pt x="176644" y="446045"/>
                    <a:pt x="145140" y="483697"/>
                  </a:cubicBezTo>
                  <a:cubicBezTo>
                    <a:pt x="119526" y="487539"/>
                    <a:pt x="88022" y="487027"/>
                    <a:pt x="79057" y="463462"/>
                  </a:cubicBezTo>
                  <a:cubicBezTo>
                    <a:pt x="76994" y="455873"/>
                    <a:pt x="76472" y="447948"/>
                    <a:pt x="77520" y="440154"/>
                  </a:cubicBezTo>
                  <a:lnTo>
                    <a:pt x="81106" y="388927"/>
                  </a:lnTo>
                  <a:cubicBezTo>
                    <a:pt x="84036" y="366357"/>
                    <a:pt x="82821" y="343442"/>
                    <a:pt x="77520" y="321308"/>
                  </a:cubicBezTo>
                  <a:cubicBezTo>
                    <a:pt x="67731" y="297234"/>
                    <a:pt x="54906" y="274511"/>
                    <a:pt x="39356" y="253688"/>
                  </a:cubicBezTo>
                  <a:cubicBezTo>
                    <a:pt x="16909" y="217997"/>
                    <a:pt x="3461" y="177389"/>
                    <a:pt x="168" y="135354"/>
                  </a:cubicBezTo>
                  <a:cubicBezTo>
                    <a:pt x="-2650" y="95909"/>
                    <a:pt x="27318" y="-31645"/>
                    <a:pt x="85461" y="7287"/>
                  </a:cubicBezTo>
                  <a:cubicBezTo>
                    <a:pt x="109537" y="23167"/>
                    <a:pt x="131052" y="88738"/>
                    <a:pt x="143859" y="115120"/>
                  </a:cubicBezTo>
                  <a:cubicBezTo>
                    <a:pt x="163325" y="154564"/>
                    <a:pt x="180572" y="194777"/>
                    <a:pt x="195598" y="235759"/>
                  </a:cubicBezTo>
                  <a:close/>
                </a:path>
              </a:pathLst>
            </a:custGeom>
            <a:solidFill>
              <a:schemeClr val="accent1"/>
            </a:solidFill>
            <a:ln w="25591"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CDAA4BA-6210-7C2B-02DA-871D1584E320}"/>
                </a:ext>
              </a:extLst>
            </p:cNvPr>
            <p:cNvSpPr/>
            <p:nvPr/>
          </p:nvSpPr>
          <p:spPr>
            <a:xfrm>
              <a:off x="3338417" y="4436324"/>
              <a:ext cx="78566" cy="126748"/>
            </a:xfrm>
            <a:custGeom>
              <a:avLst/>
              <a:gdLst>
                <a:gd name="connsiteX0" fmla="*/ 3505 w 78566"/>
                <a:gd name="connsiteY0" fmla="*/ 46405 h 126748"/>
                <a:gd name="connsiteX1" fmla="*/ 1456 w 78566"/>
                <a:gd name="connsiteY1" fmla="*/ 52808 h 126748"/>
                <a:gd name="connsiteX2" fmla="*/ 5334 w 78566"/>
                <a:gd name="connsiteY2" fmla="*/ 56614 h 126748"/>
                <a:gd name="connsiteX3" fmla="*/ 6578 w 78566"/>
                <a:gd name="connsiteY3" fmla="*/ 56394 h 126748"/>
                <a:gd name="connsiteX4" fmla="*/ 175 w 78566"/>
                <a:gd name="connsiteY4" fmla="*/ 113000 h 126748"/>
                <a:gd name="connsiteX5" fmla="*/ 175 w 78566"/>
                <a:gd name="connsiteY5" fmla="*/ 118122 h 126748"/>
                <a:gd name="connsiteX6" fmla="*/ 4529 w 78566"/>
                <a:gd name="connsiteY6" fmla="*/ 123245 h 126748"/>
                <a:gd name="connsiteX7" fmla="*/ 26301 w 78566"/>
                <a:gd name="connsiteY7" fmla="*/ 124526 h 126748"/>
                <a:gd name="connsiteX8" fmla="*/ 44487 w 78566"/>
                <a:gd name="connsiteY8" fmla="*/ 110951 h 126748"/>
                <a:gd name="connsiteX9" fmla="*/ 68819 w 78566"/>
                <a:gd name="connsiteY9" fmla="*/ 74067 h 126748"/>
                <a:gd name="connsiteX10" fmla="*/ 72405 w 78566"/>
                <a:gd name="connsiteY10" fmla="*/ 54089 h 126748"/>
                <a:gd name="connsiteX11" fmla="*/ 78552 w 78566"/>
                <a:gd name="connsiteY11" fmla="*/ 2862 h 126748"/>
                <a:gd name="connsiteX12" fmla="*/ 3505 w 78566"/>
                <a:gd name="connsiteY12" fmla="*/ 46405 h 126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566" h="126748">
                  <a:moveTo>
                    <a:pt x="3505" y="46405"/>
                  </a:moveTo>
                  <a:cubicBezTo>
                    <a:pt x="2214" y="48295"/>
                    <a:pt x="1502" y="50520"/>
                    <a:pt x="1456" y="52808"/>
                  </a:cubicBezTo>
                  <a:cubicBezTo>
                    <a:pt x="1476" y="54930"/>
                    <a:pt x="3212" y="56634"/>
                    <a:pt x="5334" y="56614"/>
                  </a:cubicBezTo>
                  <a:cubicBezTo>
                    <a:pt x="5758" y="56610"/>
                    <a:pt x="6179" y="56536"/>
                    <a:pt x="6578" y="56394"/>
                  </a:cubicBezTo>
                  <a:cubicBezTo>
                    <a:pt x="12470" y="74580"/>
                    <a:pt x="175" y="93790"/>
                    <a:pt x="175" y="113000"/>
                  </a:cubicBezTo>
                  <a:cubicBezTo>
                    <a:pt x="-77" y="114698"/>
                    <a:pt x="-77" y="116424"/>
                    <a:pt x="175" y="118122"/>
                  </a:cubicBezTo>
                  <a:cubicBezTo>
                    <a:pt x="1111" y="120209"/>
                    <a:pt x="2621" y="121986"/>
                    <a:pt x="4529" y="123245"/>
                  </a:cubicBezTo>
                  <a:cubicBezTo>
                    <a:pt x="11083" y="127388"/>
                    <a:pt x="19306" y="127872"/>
                    <a:pt x="26301" y="124526"/>
                  </a:cubicBezTo>
                  <a:cubicBezTo>
                    <a:pt x="33192" y="121233"/>
                    <a:pt x="39371" y="116621"/>
                    <a:pt x="44487" y="110951"/>
                  </a:cubicBezTo>
                  <a:cubicBezTo>
                    <a:pt x="55499" y="100837"/>
                    <a:pt x="63855" y="88171"/>
                    <a:pt x="68819" y="74067"/>
                  </a:cubicBezTo>
                  <a:cubicBezTo>
                    <a:pt x="70654" y="67538"/>
                    <a:pt x="71855" y="60848"/>
                    <a:pt x="72405" y="54089"/>
                  </a:cubicBezTo>
                  <a:lnTo>
                    <a:pt x="78552" y="2862"/>
                  </a:lnTo>
                  <a:cubicBezTo>
                    <a:pt x="41925" y="-8664"/>
                    <a:pt x="20922" y="16181"/>
                    <a:pt x="3505" y="46405"/>
                  </a:cubicBezTo>
                  <a:close/>
                </a:path>
              </a:pathLst>
            </a:custGeom>
            <a:solidFill>
              <a:srgbClr val="CE9E95"/>
            </a:solidFill>
            <a:ln w="25591"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8ECA34C-3D6E-E19E-9AB7-37A500BE84FD}"/>
                </a:ext>
              </a:extLst>
            </p:cNvPr>
            <p:cNvSpPr/>
            <p:nvPr/>
          </p:nvSpPr>
          <p:spPr>
            <a:xfrm>
              <a:off x="2665309" y="4021708"/>
              <a:ext cx="123634" cy="92424"/>
            </a:xfrm>
            <a:custGeom>
              <a:avLst/>
              <a:gdLst>
                <a:gd name="connsiteX0" fmla="*/ 100311 w 123634"/>
                <a:gd name="connsiteY0" fmla="*/ 12017 h 92424"/>
                <a:gd name="connsiteX1" fmla="*/ 94676 w 123634"/>
                <a:gd name="connsiteY1" fmla="*/ 3052 h 92424"/>
                <a:gd name="connsiteX2" fmla="*/ 85622 w 123634"/>
                <a:gd name="connsiteY2" fmla="*/ 2885 h 92424"/>
                <a:gd name="connsiteX3" fmla="*/ 85455 w 123634"/>
                <a:gd name="connsiteY3" fmla="*/ 3052 h 92424"/>
                <a:gd name="connsiteX4" fmla="*/ 83662 w 123634"/>
                <a:gd name="connsiteY4" fmla="*/ 8943 h 92424"/>
                <a:gd name="connsiteX5" fmla="*/ 72136 w 123634"/>
                <a:gd name="connsiteY5" fmla="*/ 16371 h 92424"/>
                <a:gd name="connsiteX6" fmla="*/ 58048 w 123634"/>
                <a:gd name="connsiteY6" fmla="*/ 12785 h 92424"/>
                <a:gd name="connsiteX7" fmla="*/ 18860 w 123634"/>
                <a:gd name="connsiteY7" fmla="*/ 747 h 92424"/>
                <a:gd name="connsiteX8" fmla="*/ 9383 w 123634"/>
                <a:gd name="connsiteY8" fmla="*/ 747 h 92424"/>
                <a:gd name="connsiteX9" fmla="*/ 2723 w 123634"/>
                <a:gd name="connsiteY9" fmla="*/ 8943 h 92424"/>
                <a:gd name="connsiteX10" fmla="*/ 10920 w 123634"/>
                <a:gd name="connsiteY10" fmla="*/ 57097 h 92424"/>
                <a:gd name="connsiteX11" fmla="*/ 52926 w 123634"/>
                <a:gd name="connsiteY11" fmla="*/ 84759 h 92424"/>
                <a:gd name="connsiteX12" fmla="*/ 104153 w 123634"/>
                <a:gd name="connsiteY12" fmla="*/ 92187 h 92424"/>
                <a:gd name="connsiteX13" fmla="*/ 116703 w 123634"/>
                <a:gd name="connsiteY13" fmla="*/ 90394 h 92424"/>
                <a:gd name="connsiteX14" fmla="*/ 100311 w 123634"/>
                <a:gd name="connsiteY14" fmla="*/ 12017 h 9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634" h="92424">
                  <a:moveTo>
                    <a:pt x="100311" y="12017"/>
                  </a:moveTo>
                  <a:cubicBezTo>
                    <a:pt x="99250" y="8587"/>
                    <a:pt x="97307" y="5495"/>
                    <a:pt x="94676" y="3052"/>
                  </a:cubicBezTo>
                  <a:cubicBezTo>
                    <a:pt x="92221" y="506"/>
                    <a:pt x="88168" y="431"/>
                    <a:pt x="85622" y="2885"/>
                  </a:cubicBezTo>
                  <a:cubicBezTo>
                    <a:pt x="85565" y="2940"/>
                    <a:pt x="85509" y="2996"/>
                    <a:pt x="85455" y="3052"/>
                  </a:cubicBezTo>
                  <a:cubicBezTo>
                    <a:pt x="84438" y="4863"/>
                    <a:pt x="83826" y="6873"/>
                    <a:pt x="83662" y="8943"/>
                  </a:cubicBezTo>
                  <a:cubicBezTo>
                    <a:pt x="81632" y="13485"/>
                    <a:pt x="77110" y="16398"/>
                    <a:pt x="72136" y="16371"/>
                  </a:cubicBezTo>
                  <a:cubicBezTo>
                    <a:pt x="67259" y="16059"/>
                    <a:pt x="62482" y="14843"/>
                    <a:pt x="58048" y="12785"/>
                  </a:cubicBezTo>
                  <a:cubicBezTo>
                    <a:pt x="45196" y="8118"/>
                    <a:pt x="32116" y="4100"/>
                    <a:pt x="18860" y="747"/>
                  </a:cubicBezTo>
                  <a:cubicBezTo>
                    <a:pt x="15783" y="-269"/>
                    <a:pt x="12460" y="-269"/>
                    <a:pt x="9383" y="747"/>
                  </a:cubicBezTo>
                  <a:cubicBezTo>
                    <a:pt x="6128" y="2445"/>
                    <a:pt x="3719" y="5410"/>
                    <a:pt x="2723" y="8943"/>
                  </a:cubicBezTo>
                  <a:cubicBezTo>
                    <a:pt x="-2866" y="25347"/>
                    <a:pt x="218" y="43465"/>
                    <a:pt x="10920" y="57097"/>
                  </a:cubicBezTo>
                  <a:cubicBezTo>
                    <a:pt x="21711" y="70453"/>
                    <a:pt x="36392" y="80121"/>
                    <a:pt x="52926" y="84759"/>
                  </a:cubicBezTo>
                  <a:cubicBezTo>
                    <a:pt x="69649" y="89242"/>
                    <a:pt x="86844" y="91735"/>
                    <a:pt x="104153" y="92187"/>
                  </a:cubicBezTo>
                  <a:cubicBezTo>
                    <a:pt x="108421" y="92788"/>
                    <a:pt x="112773" y="92167"/>
                    <a:pt x="116703" y="90394"/>
                  </a:cubicBezTo>
                  <a:cubicBezTo>
                    <a:pt x="137194" y="78612"/>
                    <a:pt x="106202" y="25592"/>
                    <a:pt x="100311" y="12017"/>
                  </a:cubicBezTo>
                  <a:close/>
                </a:path>
              </a:pathLst>
            </a:custGeom>
            <a:solidFill>
              <a:srgbClr val="CE9E95"/>
            </a:solidFill>
            <a:ln w="25591"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A38F176B-D241-5DC9-E450-7D52730B0593}"/>
                </a:ext>
              </a:extLst>
            </p:cNvPr>
            <p:cNvSpPr/>
            <p:nvPr/>
          </p:nvSpPr>
          <p:spPr>
            <a:xfrm>
              <a:off x="1345368" y="4346480"/>
              <a:ext cx="282440" cy="819183"/>
            </a:xfrm>
            <a:custGeom>
              <a:avLst/>
              <a:gdLst>
                <a:gd name="connsiteX0" fmla="*/ 187988 w 282440"/>
                <a:gd name="connsiteY0" fmla="*/ 69910 h 819183"/>
                <a:gd name="connsiteX1" fmla="*/ 171084 w 282440"/>
                <a:gd name="connsiteY1" fmla="*/ 350121 h 819183"/>
                <a:gd name="connsiteX2" fmla="*/ 68630 w 282440"/>
                <a:gd name="connsiteY2" fmla="*/ 519682 h 819183"/>
                <a:gd name="connsiteX3" fmla="*/ -14 w 282440"/>
                <a:gd name="connsiteY3" fmla="*/ 781707 h 819183"/>
                <a:gd name="connsiteX4" fmla="*/ 84510 w 282440"/>
                <a:gd name="connsiteY4" fmla="*/ 810650 h 819183"/>
                <a:gd name="connsiteX5" fmla="*/ 99622 w 282440"/>
                <a:gd name="connsiteY5" fmla="*/ 787598 h 819183"/>
                <a:gd name="connsiteX6" fmla="*/ 220261 w 282440"/>
                <a:gd name="connsiteY6" fmla="*/ 524804 h 819183"/>
                <a:gd name="connsiteX7" fmla="*/ 278148 w 282440"/>
                <a:gd name="connsiteY7" fmla="*/ 363440 h 819183"/>
                <a:gd name="connsiteX8" fmla="*/ 278148 w 282440"/>
                <a:gd name="connsiteY8" fmla="*/ 358573 h 819183"/>
                <a:gd name="connsiteX9" fmla="*/ 278148 w 282440"/>
                <a:gd name="connsiteY9" fmla="*/ 357292 h 819183"/>
                <a:gd name="connsiteX10" fmla="*/ 281478 w 282440"/>
                <a:gd name="connsiteY10" fmla="*/ 327068 h 819183"/>
                <a:gd name="connsiteX11" fmla="*/ 281478 w 282440"/>
                <a:gd name="connsiteY11" fmla="*/ 327068 h 819183"/>
                <a:gd name="connsiteX12" fmla="*/ 255864 w 282440"/>
                <a:gd name="connsiteY12" fmla="*/ 3827 h 819183"/>
                <a:gd name="connsiteX13" fmla="*/ 151361 w 282440"/>
                <a:gd name="connsiteY13" fmla="*/ -15 h 81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440" h="819183">
                  <a:moveTo>
                    <a:pt x="187988" y="69910"/>
                  </a:moveTo>
                  <a:cubicBezTo>
                    <a:pt x="187988" y="69910"/>
                    <a:pt x="187988" y="307090"/>
                    <a:pt x="171084" y="350121"/>
                  </a:cubicBezTo>
                  <a:cubicBezTo>
                    <a:pt x="127285" y="470504"/>
                    <a:pt x="68630" y="519682"/>
                    <a:pt x="68630" y="519682"/>
                  </a:cubicBezTo>
                  <a:cubicBezTo>
                    <a:pt x="45578" y="606938"/>
                    <a:pt x="22696" y="694280"/>
                    <a:pt x="-14" y="781707"/>
                  </a:cubicBezTo>
                  <a:cubicBezTo>
                    <a:pt x="22269" y="807321"/>
                    <a:pt x="59409" y="832934"/>
                    <a:pt x="84510" y="810650"/>
                  </a:cubicBezTo>
                  <a:cubicBezTo>
                    <a:pt x="91065" y="804076"/>
                    <a:pt x="96208" y="796232"/>
                    <a:pt x="99622" y="787598"/>
                  </a:cubicBezTo>
                  <a:lnTo>
                    <a:pt x="220261" y="524804"/>
                  </a:lnTo>
                  <a:cubicBezTo>
                    <a:pt x="246369" y="473709"/>
                    <a:pt x="265822" y="419479"/>
                    <a:pt x="278148" y="363440"/>
                  </a:cubicBezTo>
                  <a:lnTo>
                    <a:pt x="278148" y="358573"/>
                  </a:lnTo>
                  <a:lnTo>
                    <a:pt x="278148" y="357292"/>
                  </a:lnTo>
                  <a:cubicBezTo>
                    <a:pt x="278148" y="353963"/>
                    <a:pt x="279941" y="342949"/>
                    <a:pt x="281478" y="327068"/>
                  </a:cubicBezTo>
                  <a:lnTo>
                    <a:pt x="281478" y="327068"/>
                  </a:lnTo>
                  <a:cubicBezTo>
                    <a:pt x="285320" y="280708"/>
                    <a:pt x="277636" y="61457"/>
                    <a:pt x="255864" y="3827"/>
                  </a:cubicBezTo>
                  <a:cubicBezTo>
                    <a:pt x="255864" y="3827"/>
                    <a:pt x="174669" y="31745"/>
                    <a:pt x="151361" y="-15"/>
                  </a:cubicBezTo>
                  <a:close/>
                </a:path>
              </a:pathLst>
            </a:custGeom>
            <a:solidFill>
              <a:schemeClr val="accent1"/>
            </a:solidFill>
            <a:ln w="25591"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AA04BF51-7E31-E284-0A1C-89D8EC564517}"/>
                </a:ext>
              </a:extLst>
            </p:cNvPr>
            <p:cNvSpPr/>
            <p:nvPr/>
          </p:nvSpPr>
          <p:spPr>
            <a:xfrm>
              <a:off x="1345368" y="4368508"/>
              <a:ext cx="282505" cy="797155"/>
            </a:xfrm>
            <a:custGeom>
              <a:avLst/>
              <a:gdLst>
                <a:gd name="connsiteX0" fmla="*/ 187988 w 282505"/>
                <a:gd name="connsiteY0" fmla="*/ 47882 h 797155"/>
                <a:gd name="connsiteX1" fmla="*/ 171084 w 282505"/>
                <a:gd name="connsiteY1" fmla="*/ 328093 h 797155"/>
                <a:gd name="connsiteX2" fmla="*/ 68630 w 282505"/>
                <a:gd name="connsiteY2" fmla="*/ 497654 h 797155"/>
                <a:gd name="connsiteX3" fmla="*/ -14 w 282505"/>
                <a:gd name="connsiteY3" fmla="*/ 759680 h 797155"/>
                <a:gd name="connsiteX4" fmla="*/ 84510 w 282505"/>
                <a:gd name="connsiteY4" fmla="*/ 788623 h 797155"/>
                <a:gd name="connsiteX5" fmla="*/ 99622 w 282505"/>
                <a:gd name="connsiteY5" fmla="*/ 765571 h 797155"/>
                <a:gd name="connsiteX6" fmla="*/ 220261 w 282505"/>
                <a:gd name="connsiteY6" fmla="*/ 502777 h 797155"/>
                <a:gd name="connsiteX7" fmla="*/ 278148 w 282505"/>
                <a:gd name="connsiteY7" fmla="*/ 341412 h 797155"/>
                <a:gd name="connsiteX8" fmla="*/ 278148 w 282505"/>
                <a:gd name="connsiteY8" fmla="*/ 336546 h 797155"/>
                <a:gd name="connsiteX9" fmla="*/ 278148 w 282505"/>
                <a:gd name="connsiteY9" fmla="*/ 335265 h 797155"/>
                <a:gd name="connsiteX10" fmla="*/ 281478 w 282505"/>
                <a:gd name="connsiteY10" fmla="*/ 305041 h 797155"/>
                <a:gd name="connsiteX11" fmla="*/ 281478 w 282505"/>
                <a:gd name="connsiteY11" fmla="*/ 305041 h 797155"/>
                <a:gd name="connsiteX12" fmla="*/ 257913 w 282505"/>
                <a:gd name="connsiteY12" fmla="*/ 23293 h 797155"/>
                <a:gd name="connsiteX13" fmla="*/ 185939 w 282505"/>
                <a:gd name="connsiteY13" fmla="*/ -15 h 7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05" h="797155">
                  <a:moveTo>
                    <a:pt x="187988" y="47882"/>
                  </a:moveTo>
                  <a:cubicBezTo>
                    <a:pt x="187988" y="47882"/>
                    <a:pt x="187988" y="285063"/>
                    <a:pt x="171084" y="328093"/>
                  </a:cubicBezTo>
                  <a:cubicBezTo>
                    <a:pt x="127285" y="448477"/>
                    <a:pt x="68630" y="497654"/>
                    <a:pt x="68630" y="497654"/>
                  </a:cubicBezTo>
                  <a:cubicBezTo>
                    <a:pt x="45578" y="584911"/>
                    <a:pt x="22696" y="672253"/>
                    <a:pt x="-14" y="759680"/>
                  </a:cubicBezTo>
                  <a:cubicBezTo>
                    <a:pt x="22269" y="785293"/>
                    <a:pt x="59409" y="810907"/>
                    <a:pt x="84510" y="788623"/>
                  </a:cubicBezTo>
                  <a:cubicBezTo>
                    <a:pt x="91065" y="782049"/>
                    <a:pt x="96208" y="774204"/>
                    <a:pt x="99622" y="765571"/>
                  </a:cubicBezTo>
                  <a:lnTo>
                    <a:pt x="220261" y="502777"/>
                  </a:lnTo>
                  <a:cubicBezTo>
                    <a:pt x="246369" y="451681"/>
                    <a:pt x="265822" y="397452"/>
                    <a:pt x="278148" y="341412"/>
                  </a:cubicBezTo>
                  <a:lnTo>
                    <a:pt x="278148" y="336546"/>
                  </a:lnTo>
                  <a:lnTo>
                    <a:pt x="278148" y="335265"/>
                  </a:lnTo>
                  <a:cubicBezTo>
                    <a:pt x="278148" y="331935"/>
                    <a:pt x="279941" y="320922"/>
                    <a:pt x="281478" y="305041"/>
                  </a:cubicBezTo>
                  <a:lnTo>
                    <a:pt x="281478" y="305041"/>
                  </a:lnTo>
                  <a:cubicBezTo>
                    <a:pt x="285320" y="258681"/>
                    <a:pt x="278404" y="81180"/>
                    <a:pt x="257913" y="23293"/>
                  </a:cubicBezTo>
                  <a:cubicBezTo>
                    <a:pt x="231540" y="27950"/>
                    <a:pt x="204576" y="19218"/>
                    <a:pt x="185939" y="-15"/>
                  </a:cubicBezTo>
                  <a:close/>
                </a:path>
              </a:pathLst>
            </a:custGeom>
            <a:solidFill>
              <a:schemeClr val="accent2">
                <a:lumMod val="75000"/>
              </a:schemeClr>
            </a:solidFill>
            <a:ln w="25591"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8A3BFA72-7A44-1E17-F808-6FC297E75C3C}"/>
                </a:ext>
              </a:extLst>
            </p:cNvPr>
            <p:cNvSpPr/>
            <p:nvPr/>
          </p:nvSpPr>
          <p:spPr>
            <a:xfrm>
              <a:off x="1087561" y="4303194"/>
              <a:ext cx="452867" cy="625480"/>
            </a:xfrm>
            <a:custGeom>
              <a:avLst/>
              <a:gdLst>
                <a:gd name="connsiteX0" fmla="*/ 243705 w 452867"/>
                <a:gd name="connsiteY0" fmla="*/ 79131 h 625480"/>
                <a:gd name="connsiteX1" fmla="*/ 220909 w 452867"/>
                <a:gd name="connsiteY1" fmla="*/ 187219 h 625480"/>
                <a:gd name="connsiteX2" fmla="*/ 277771 w 452867"/>
                <a:gd name="connsiteY2" fmla="*/ 345510 h 625480"/>
                <a:gd name="connsiteX3" fmla="*/ 236021 w 452867"/>
                <a:gd name="connsiteY3" fmla="*/ 413642 h 625480"/>
                <a:gd name="connsiteX4" fmla="*/ 78242 w 452867"/>
                <a:gd name="connsiteY4" fmla="*/ 495093 h 625480"/>
                <a:gd name="connsiteX5" fmla="*/ 9598 w 452867"/>
                <a:gd name="connsiteY5" fmla="*/ 548625 h 625480"/>
                <a:gd name="connsiteX6" fmla="*/ 22917 w 452867"/>
                <a:gd name="connsiteY6" fmla="*/ 625465 h 625480"/>
                <a:gd name="connsiteX7" fmla="*/ 326693 w 452867"/>
                <a:gd name="connsiteY7" fmla="*/ 563737 h 625480"/>
                <a:gd name="connsiteX8" fmla="*/ 448613 w 452867"/>
                <a:gd name="connsiteY8" fmla="*/ 406470 h 625480"/>
                <a:gd name="connsiteX9" fmla="*/ 444515 w 452867"/>
                <a:gd name="connsiteY9" fmla="*/ 65299 h 625480"/>
                <a:gd name="connsiteX10" fmla="*/ 347952 w 452867"/>
                <a:gd name="connsiteY10" fmla="*/ -15 h 625480"/>
                <a:gd name="connsiteX11" fmla="*/ 243705 w 452867"/>
                <a:gd name="connsiteY11" fmla="*/ 79131 h 62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2867" h="625480">
                  <a:moveTo>
                    <a:pt x="243705" y="79131"/>
                  </a:moveTo>
                  <a:cubicBezTo>
                    <a:pt x="222191" y="110762"/>
                    <a:pt x="214002" y="149594"/>
                    <a:pt x="220909" y="187219"/>
                  </a:cubicBezTo>
                  <a:cubicBezTo>
                    <a:pt x="229105" y="243825"/>
                    <a:pt x="269575" y="289673"/>
                    <a:pt x="277771" y="345510"/>
                  </a:cubicBezTo>
                  <a:cubicBezTo>
                    <a:pt x="280990" y="375078"/>
                    <a:pt x="263827" y="403086"/>
                    <a:pt x="236021" y="413642"/>
                  </a:cubicBezTo>
                  <a:lnTo>
                    <a:pt x="78242" y="495093"/>
                  </a:lnTo>
                  <a:cubicBezTo>
                    <a:pt x="50909" y="506346"/>
                    <a:pt x="27172" y="524857"/>
                    <a:pt x="9598" y="548625"/>
                  </a:cubicBezTo>
                  <a:cubicBezTo>
                    <a:pt x="-7266" y="573670"/>
                    <a:pt x="-1392" y="607557"/>
                    <a:pt x="22917" y="625465"/>
                  </a:cubicBezTo>
                  <a:lnTo>
                    <a:pt x="326693" y="563737"/>
                  </a:lnTo>
                  <a:cubicBezTo>
                    <a:pt x="385318" y="528123"/>
                    <a:pt x="428734" y="472122"/>
                    <a:pt x="448613" y="406470"/>
                  </a:cubicBezTo>
                  <a:cubicBezTo>
                    <a:pt x="460139" y="362159"/>
                    <a:pt x="444515" y="65299"/>
                    <a:pt x="444515" y="65299"/>
                  </a:cubicBezTo>
                  <a:cubicBezTo>
                    <a:pt x="395337" y="18170"/>
                    <a:pt x="378432" y="35844"/>
                    <a:pt x="347952" y="-15"/>
                  </a:cubicBezTo>
                  <a:cubicBezTo>
                    <a:pt x="311325" y="27647"/>
                    <a:pt x="271112" y="41991"/>
                    <a:pt x="243705" y="79131"/>
                  </a:cubicBezTo>
                  <a:close/>
                </a:path>
              </a:pathLst>
            </a:custGeom>
            <a:solidFill>
              <a:schemeClr val="accent2"/>
            </a:solidFill>
            <a:ln w="2559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B60A54C4-7F58-F6C0-64B9-BF5D077E73DF}"/>
                </a:ext>
              </a:extLst>
            </p:cNvPr>
            <p:cNvSpPr/>
            <p:nvPr/>
          </p:nvSpPr>
          <p:spPr>
            <a:xfrm>
              <a:off x="1024494" y="4856700"/>
              <a:ext cx="76269" cy="172122"/>
            </a:xfrm>
            <a:custGeom>
              <a:avLst/>
              <a:gdLst>
                <a:gd name="connsiteX0" fmla="*/ 61908 w 76269"/>
                <a:gd name="connsiteY0" fmla="*/ 120624 h 172122"/>
                <a:gd name="connsiteX1" fmla="*/ 52175 w 76269"/>
                <a:gd name="connsiteY1" fmla="*/ 169802 h 172122"/>
                <a:gd name="connsiteX2" fmla="*/ 47821 w 76269"/>
                <a:gd name="connsiteY2" fmla="*/ 172107 h 172122"/>
                <a:gd name="connsiteX3" fmla="*/ 41162 w 76269"/>
                <a:gd name="connsiteY3" fmla="*/ 169290 h 172122"/>
                <a:gd name="connsiteX4" fmla="*/ 692 w 76269"/>
                <a:gd name="connsiteY4" fmla="*/ 61457 h 172122"/>
                <a:gd name="connsiteX5" fmla="*/ 5559 w 76269"/>
                <a:gd name="connsiteY5" fmla="*/ 32514 h 172122"/>
                <a:gd name="connsiteX6" fmla="*/ 31172 w 76269"/>
                <a:gd name="connsiteY6" fmla="*/ 18427 h 172122"/>
                <a:gd name="connsiteX7" fmla="*/ 76252 w 76269"/>
                <a:gd name="connsiteY7" fmla="*/ -15 h 172122"/>
                <a:gd name="connsiteX8" fmla="*/ 73434 w 76269"/>
                <a:gd name="connsiteY8" fmla="*/ 32258 h 172122"/>
                <a:gd name="connsiteX9" fmla="*/ 76252 w 76269"/>
                <a:gd name="connsiteY9" fmla="*/ 61457 h 172122"/>
                <a:gd name="connsiteX10" fmla="*/ 66263 w 76269"/>
                <a:gd name="connsiteY10" fmla="*/ 87071 h 172122"/>
                <a:gd name="connsiteX11" fmla="*/ 61908 w 76269"/>
                <a:gd name="connsiteY11" fmla="*/ 120624 h 17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9" h="172122">
                  <a:moveTo>
                    <a:pt x="61908" y="120624"/>
                  </a:moveTo>
                  <a:cubicBezTo>
                    <a:pt x="61908" y="137785"/>
                    <a:pt x="65238" y="158276"/>
                    <a:pt x="52175" y="169802"/>
                  </a:cubicBezTo>
                  <a:cubicBezTo>
                    <a:pt x="51109" y="171144"/>
                    <a:pt x="49530" y="171980"/>
                    <a:pt x="47821" y="172107"/>
                  </a:cubicBezTo>
                  <a:cubicBezTo>
                    <a:pt x="45322" y="172058"/>
                    <a:pt x="42937" y="171049"/>
                    <a:pt x="41162" y="169290"/>
                  </a:cubicBezTo>
                  <a:cubicBezTo>
                    <a:pt x="11194" y="143676"/>
                    <a:pt x="3254" y="100902"/>
                    <a:pt x="692" y="61457"/>
                  </a:cubicBezTo>
                  <a:cubicBezTo>
                    <a:pt x="-1128" y="51537"/>
                    <a:pt x="595" y="41293"/>
                    <a:pt x="5559" y="32514"/>
                  </a:cubicBezTo>
                  <a:cubicBezTo>
                    <a:pt x="12471" y="25331"/>
                    <a:pt x="21404" y="20418"/>
                    <a:pt x="31172" y="18427"/>
                  </a:cubicBezTo>
                  <a:cubicBezTo>
                    <a:pt x="46729" y="13665"/>
                    <a:pt x="61818" y="7492"/>
                    <a:pt x="76252" y="-15"/>
                  </a:cubicBezTo>
                  <a:cubicBezTo>
                    <a:pt x="71898" y="2290"/>
                    <a:pt x="73434" y="27904"/>
                    <a:pt x="73434" y="32258"/>
                  </a:cubicBezTo>
                  <a:cubicBezTo>
                    <a:pt x="75374" y="41868"/>
                    <a:pt x="76318" y="51653"/>
                    <a:pt x="76252" y="61457"/>
                  </a:cubicBezTo>
                  <a:cubicBezTo>
                    <a:pt x="73407" y="70176"/>
                    <a:pt x="70072" y="78728"/>
                    <a:pt x="66263" y="87071"/>
                  </a:cubicBezTo>
                  <a:cubicBezTo>
                    <a:pt x="63046" y="97955"/>
                    <a:pt x="61576" y="109280"/>
                    <a:pt x="61908" y="120624"/>
                  </a:cubicBezTo>
                  <a:close/>
                </a:path>
              </a:pathLst>
            </a:custGeom>
            <a:solidFill>
              <a:srgbClr val="EC9C7D"/>
            </a:solidFill>
            <a:ln w="25591"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4279BFB3-F41D-D25E-E649-9C0AE96DE121}"/>
                </a:ext>
              </a:extLst>
            </p:cNvPr>
            <p:cNvSpPr/>
            <p:nvPr/>
          </p:nvSpPr>
          <p:spPr>
            <a:xfrm>
              <a:off x="1345613" y="5143534"/>
              <a:ext cx="85303" cy="128328"/>
            </a:xfrm>
            <a:custGeom>
              <a:avLst/>
              <a:gdLst>
                <a:gd name="connsiteX0" fmla="*/ 72995 w 85303"/>
                <a:gd name="connsiteY0" fmla="*/ 77374 h 128328"/>
                <a:gd name="connsiteX1" fmla="*/ 85289 w 85303"/>
                <a:gd name="connsiteY1" fmla="*/ 118612 h 128328"/>
                <a:gd name="connsiteX2" fmla="*/ 82216 w 85303"/>
                <a:gd name="connsiteY2" fmla="*/ 125783 h 128328"/>
                <a:gd name="connsiteX3" fmla="*/ 62237 w 85303"/>
                <a:gd name="connsiteY3" fmla="*/ 123222 h 128328"/>
                <a:gd name="connsiteX4" fmla="*/ 4863 w 85303"/>
                <a:gd name="connsiteY4" fmla="*/ 58932 h 128328"/>
                <a:gd name="connsiteX5" fmla="*/ -4 w 85303"/>
                <a:gd name="connsiteY5" fmla="*/ 48943 h 128328"/>
                <a:gd name="connsiteX6" fmla="*/ 4095 w 85303"/>
                <a:gd name="connsiteY6" fmla="*/ 34856 h 128328"/>
                <a:gd name="connsiteX7" fmla="*/ 21512 w 85303"/>
                <a:gd name="connsiteY7" fmla="*/ 2839 h 128328"/>
                <a:gd name="connsiteX8" fmla="*/ 23561 w 85303"/>
                <a:gd name="connsiteY8" fmla="*/ 278 h 128328"/>
                <a:gd name="connsiteX9" fmla="*/ 27147 w 85303"/>
                <a:gd name="connsiteY9" fmla="*/ 278 h 128328"/>
                <a:gd name="connsiteX10" fmla="*/ 54041 w 85303"/>
                <a:gd name="connsiteY10" fmla="*/ 8474 h 128328"/>
                <a:gd name="connsiteX11" fmla="*/ 64798 w 85303"/>
                <a:gd name="connsiteY11" fmla="*/ 25891 h 128328"/>
                <a:gd name="connsiteX12" fmla="*/ 72995 w 85303"/>
                <a:gd name="connsiteY12" fmla="*/ 77374 h 12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303" h="128328">
                  <a:moveTo>
                    <a:pt x="72995" y="77374"/>
                  </a:moveTo>
                  <a:cubicBezTo>
                    <a:pt x="81030" y="89625"/>
                    <a:pt x="85304" y="103960"/>
                    <a:pt x="85289" y="118612"/>
                  </a:cubicBezTo>
                  <a:cubicBezTo>
                    <a:pt x="85089" y="121277"/>
                    <a:pt x="84008" y="123800"/>
                    <a:pt x="82216" y="125783"/>
                  </a:cubicBezTo>
                  <a:cubicBezTo>
                    <a:pt x="76837" y="130906"/>
                    <a:pt x="68128" y="127320"/>
                    <a:pt x="62237" y="123222"/>
                  </a:cubicBezTo>
                  <a:cubicBezTo>
                    <a:pt x="39619" y="105186"/>
                    <a:pt x="20220" y="83448"/>
                    <a:pt x="4863" y="58932"/>
                  </a:cubicBezTo>
                  <a:cubicBezTo>
                    <a:pt x="2394" y="56086"/>
                    <a:pt x="716" y="52641"/>
                    <a:pt x="-4" y="48943"/>
                  </a:cubicBezTo>
                  <a:cubicBezTo>
                    <a:pt x="-154" y="43933"/>
                    <a:pt x="1280" y="39003"/>
                    <a:pt x="4095" y="34856"/>
                  </a:cubicBezTo>
                  <a:lnTo>
                    <a:pt x="21512" y="2839"/>
                  </a:lnTo>
                  <a:cubicBezTo>
                    <a:pt x="21979" y="1833"/>
                    <a:pt x="22682" y="955"/>
                    <a:pt x="23561" y="278"/>
                  </a:cubicBezTo>
                  <a:cubicBezTo>
                    <a:pt x="24724" y="-113"/>
                    <a:pt x="25983" y="-113"/>
                    <a:pt x="27147" y="278"/>
                  </a:cubicBezTo>
                  <a:cubicBezTo>
                    <a:pt x="36361" y="2111"/>
                    <a:pt x="45370" y="4857"/>
                    <a:pt x="54041" y="8474"/>
                  </a:cubicBezTo>
                  <a:cubicBezTo>
                    <a:pt x="65823" y="13340"/>
                    <a:pt x="66079" y="13853"/>
                    <a:pt x="64798" y="25891"/>
                  </a:cubicBezTo>
                  <a:cubicBezTo>
                    <a:pt x="63046" y="43472"/>
                    <a:pt x="65869" y="61207"/>
                    <a:pt x="72995" y="77374"/>
                  </a:cubicBezTo>
                  <a:close/>
                </a:path>
              </a:pathLst>
            </a:custGeom>
            <a:solidFill>
              <a:srgbClr val="EC9C7D"/>
            </a:solidFill>
            <a:ln w="25591"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D19138E2-8AC1-A5CB-7A79-C2294CD1FC41}"/>
                </a:ext>
              </a:extLst>
            </p:cNvPr>
            <p:cNvSpPr/>
            <p:nvPr/>
          </p:nvSpPr>
          <p:spPr>
            <a:xfrm>
              <a:off x="1330907" y="5192480"/>
              <a:ext cx="129036" cy="130320"/>
            </a:xfrm>
            <a:custGeom>
              <a:avLst/>
              <a:gdLst>
                <a:gd name="connsiteX0" fmla="*/ 359 w 129036"/>
                <a:gd name="connsiteY0" fmla="*/ 28429 h 130320"/>
                <a:gd name="connsiteX1" fmla="*/ 359 w 129036"/>
                <a:gd name="connsiteY1" fmla="*/ 33551 h 130320"/>
                <a:gd name="connsiteX2" fmla="*/ 4970 w 129036"/>
                <a:gd name="connsiteY2" fmla="*/ 38674 h 130320"/>
                <a:gd name="connsiteX3" fmla="*/ 32632 w 129036"/>
                <a:gd name="connsiteY3" fmla="*/ 66080 h 130320"/>
                <a:gd name="connsiteX4" fmla="*/ 91800 w 129036"/>
                <a:gd name="connsiteY4" fmla="*/ 117307 h 130320"/>
                <a:gd name="connsiteX5" fmla="*/ 122280 w 129036"/>
                <a:gd name="connsiteY5" fmla="*/ 130114 h 130320"/>
                <a:gd name="connsiteX6" fmla="*/ 126122 w 129036"/>
                <a:gd name="connsiteY6" fmla="*/ 130114 h 130320"/>
                <a:gd name="connsiteX7" fmla="*/ 128427 w 129036"/>
                <a:gd name="connsiteY7" fmla="*/ 124735 h 130320"/>
                <a:gd name="connsiteX8" fmla="*/ 119974 w 129036"/>
                <a:gd name="connsiteY8" fmla="*/ 73508 h 130320"/>
                <a:gd name="connsiteX9" fmla="*/ 109729 w 129036"/>
                <a:gd name="connsiteY9" fmla="*/ 56347 h 130320"/>
                <a:gd name="connsiteX10" fmla="*/ 91543 w 129036"/>
                <a:gd name="connsiteY10" fmla="*/ 48663 h 130320"/>
                <a:gd name="connsiteX11" fmla="*/ 69772 w 129036"/>
                <a:gd name="connsiteY11" fmla="*/ 54810 h 130320"/>
                <a:gd name="connsiteX12" fmla="*/ 50818 w 129036"/>
                <a:gd name="connsiteY12" fmla="*/ 43028 h 130320"/>
                <a:gd name="connsiteX13" fmla="*/ 34681 w 129036"/>
                <a:gd name="connsiteY13" fmla="*/ 21513 h 130320"/>
                <a:gd name="connsiteX14" fmla="*/ 21875 w 129036"/>
                <a:gd name="connsiteY14" fmla="*/ 2047 h 130320"/>
                <a:gd name="connsiteX15" fmla="*/ 359 w 129036"/>
                <a:gd name="connsiteY15" fmla="*/ 28429 h 13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9036" h="130320">
                  <a:moveTo>
                    <a:pt x="359" y="28429"/>
                  </a:moveTo>
                  <a:cubicBezTo>
                    <a:pt x="-139" y="30100"/>
                    <a:pt x="-139" y="31880"/>
                    <a:pt x="359" y="33551"/>
                  </a:cubicBezTo>
                  <a:cubicBezTo>
                    <a:pt x="359" y="35857"/>
                    <a:pt x="3177" y="37393"/>
                    <a:pt x="4970" y="38674"/>
                  </a:cubicBezTo>
                  <a:cubicBezTo>
                    <a:pt x="15121" y="46821"/>
                    <a:pt x="24392" y="56006"/>
                    <a:pt x="32632" y="66080"/>
                  </a:cubicBezTo>
                  <a:cubicBezTo>
                    <a:pt x="51102" y="84552"/>
                    <a:pt x="70875" y="101672"/>
                    <a:pt x="91800" y="117307"/>
                  </a:cubicBezTo>
                  <a:cubicBezTo>
                    <a:pt x="99782" y="125563"/>
                    <a:pt x="110796" y="130191"/>
                    <a:pt x="122280" y="130114"/>
                  </a:cubicBezTo>
                  <a:cubicBezTo>
                    <a:pt x="123548" y="130369"/>
                    <a:pt x="124854" y="130369"/>
                    <a:pt x="126122" y="130114"/>
                  </a:cubicBezTo>
                  <a:cubicBezTo>
                    <a:pt x="127506" y="128653"/>
                    <a:pt x="128323" y="126746"/>
                    <a:pt x="128427" y="124735"/>
                  </a:cubicBezTo>
                  <a:cubicBezTo>
                    <a:pt x="130392" y="107207"/>
                    <a:pt x="127467" y="89476"/>
                    <a:pt x="119974" y="73508"/>
                  </a:cubicBezTo>
                  <a:cubicBezTo>
                    <a:pt x="117624" y="67216"/>
                    <a:pt x="114153" y="61402"/>
                    <a:pt x="109729" y="56347"/>
                  </a:cubicBezTo>
                  <a:cubicBezTo>
                    <a:pt x="105044" y="51304"/>
                    <a:pt x="98425" y="48507"/>
                    <a:pt x="91543" y="48663"/>
                  </a:cubicBezTo>
                  <a:cubicBezTo>
                    <a:pt x="84115" y="48663"/>
                    <a:pt x="77456" y="54810"/>
                    <a:pt x="69772" y="54810"/>
                  </a:cubicBezTo>
                  <a:cubicBezTo>
                    <a:pt x="62143" y="53548"/>
                    <a:pt x="55327" y="49311"/>
                    <a:pt x="50818" y="43028"/>
                  </a:cubicBezTo>
                  <a:cubicBezTo>
                    <a:pt x="44874" y="36299"/>
                    <a:pt x="39478" y="29104"/>
                    <a:pt x="34681" y="21513"/>
                  </a:cubicBezTo>
                  <a:cubicBezTo>
                    <a:pt x="31096" y="15878"/>
                    <a:pt x="27766" y="5633"/>
                    <a:pt x="21875" y="2047"/>
                  </a:cubicBezTo>
                  <a:cubicBezTo>
                    <a:pt x="8300" y="-7686"/>
                    <a:pt x="2921" y="19720"/>
                    <a:pt x="359" y="28429"/>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08972560-D6B8-ADC1-19BD-0D0ADB202A0D}"/>
                </a:ext>
              </a:extLst>
            </p:cNvPr>
            <p:cNvSpPr/>
            <p:nvPr/>
          </p:nvSpPr>
          <p:spPr>
            <a:xfrm>
              <a:off x="1004477" y="4877588"/>
              <a:ext cx="91289" cy="193254"/>
            </a:xfrm>
            <a:custGeom>
              <a:avLst/>
              <a:gdLst>
                <a:gd name="connsiteX0" fmla="*/ 4316 w 91289"/>
                <a:gd name="connsiteY0" fmla="*/ 18542 h 193254"/>
                <a:gd name="connsiteX1" fmla="*/ 1062 w 91289"/>
                <a:gd name="connsiteY1" fmla="*/ 30044 h 193254"/>
                <a:gd name="connsiteX2" fmla="*/ 1755 w 91289"/>
                <a:gd name="connsiteY2" fmla="*/ 31092 h 193254"/>
                <a:gd name="connsiteX3" fmla="*/ 10463 w 91289"/>
                <a:gd name="connsiteY3" fmla="*/ 74379 h 193254"/>
                <a:gd name="connsiteX4" fmla="*/ 33515 w 91289"/>
                <a:gd name="connsiteY4" fmla="*/ 161209 h 193254"/>
                <a:gd name="connsiteX5" fmla="*/ 54262 w 91289"/>
                <a:gd name="connsiteY5" fmla="*/ 192969 h 193254"/>
                <a:gd name="connsiteX6" fmla="*/ 58873 w 91289"/>
                <a:gd name="connsiteY6" fmla="*/ 192969 h 193254"/>
                <a:gd name="connsiteX7" fmla="*/ 64508 w 91289"/>
                <a:gd name="connsiteY7" fmla="*/ 189384 h 193254"/>
                <a:gd name="connsiteX8" fmla="*/ 90121 w 91289"/>
                <a:gd name="connsiteY8" fmla="*/ 135083 h 193254"/>
                <a:gd name="connsiteX9" fmla="*/ 90121 w 91289"/>
                <a:gd name="connsiteY9" fmla="*/ 112031 h 193254"/>
                <a:gd name="connsiteX10" fmla="*/ 77827 w 91289"/>
                <a:gd name="connsiteY10" fmla="*/ 93333 h 193254"/>
                <a:gd name="connsiteX11" fmla="*/ 53494 w 91289"/>
                <a:gd name="connsiteY11" fmla="*/ 85137 h 193254"/>
                <a:gd name="connsiteX12" fmla="*/ 42992 w 91289"/>
                <a:gd name="connsiteY12" fmla="*/ 62085 h 193254"/>
                <a:gd name="connsiteX13" fmla="*/ 41455 w 91289"/>
                <a:gd name="connsiteY13" fmla="*/ 31605 h 193254"/>
                <a:gd name="connsiteX14" fmla="*/ 41455 w 91289"/>
                <a:gd name="connsiteY14" fmla="*/ 5991 h 193254"/>
                <a:gd name="connsiteX15" fmla="*/ 4316 w 91289"/>
                <a:gd name="connsiteY15" fmla="*/ 18542 h 1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289" h="193254">
                  <a:moveTo>
                    <a:pt x="4316" y="18542"/>
                  </a:moveTo>
                  <a:cubicBezTo>
                    <a:pt x="241" y="20819"/>
                    <a:pt x="-1216" y="25969"/>
                    <a:pt x="1062" y="30044"/>
                  </a:cubicBezTo>
                  <a:cubicBezTo>
                    <a:pt x="1266" y="30410"/>
                    <a:pt x="1498" y="30761"/>
                    <a:pt x="1755" y="31092"/>
                  </a:cubicBezTo>
                  <a:cubicBezTo>
                    <a:pt x="6079" y="45199"/>
                    <a:pt x="8996" y="59698"/>
                    <a:pt x="10463" y="74379"/>
                  </a:cubicBezTo>
                  <a:cubicBezTo>
                    <a:pt x="15943" y="103863"/>
                    <a:pt x="23649" y="132889"/>
                    <a:pt x="33515" y="161209"/>
                  </a:cubicBezTo>
                  <a:cubicBezTo>
                    <a:pt x="35932" y="174134"/>
                    <a:pt x="43398" y="185563"/>
                    <a:pt x="54262" y="192969"/>
                  </a:cubicBezTo>
                  <a:cubicBezTo>
                    <a:pt x="55778" y="193329"/>
                    <a:pt x="57357" y="193329"/>
                    <a:pt x="58873" y="192969"/>
                  </a:cubicBezTo>
                  <a:cubicBezTo>
                    <a:pt x="61070" y="192371"/>
                    <a:pt x="63035" y="191121"/>
                    <a:pt x="64508" y="189384"/>
                  </a:cubicBezTo>
                  <a:cubicBezTo>
                    <a:pt x="77853" y="173968"/>
                    <a:pt x="86713" y="155186"/>
                    <a:pt x="90121" y="135083"/>
                  </a:cubicBezTo>
                  <a:cubicBezTo>
                    <a:pt x="91660" y="127476"/>
                    <a:pt x="91660" y="119638"/>
                    <a:pt x="90121" y="112031"/>
                  </a:cubicBezTo>
                  <a:cubicBezTo>
                    <a:pt x="88901" y="104321"/>
                    <a:pt x="84422" y="97508"/>
                    <a:pt x="77827" y="93333"/>
                  </a:cubicBezTo>
                  <a:cubicBezTo>
                    <a:pt x="70399" y="89235"/>
                    <a:pt x="60666" y="90260"/>
                    <a:pt x="53494" y="85137"/>
                  </a:cubicBezTo>
                  <a:cubicBezTo>
                    <a:pt x="46870" y="79299"/>
                    <a:pt x="43049" y="70914"/>
                    <a:pt x="42992" y="62085"/>
                  </a:cubicBezTo>
                  <a:cubicBezTo>
                    <a:pt x="41723" y="51977"/>
                    <a:pt x="41209" y="41789"/>
                    <a:pt x="41455" y="31605"/>
                  </a:cubicBezTo>
                  <a:cubicBezTo>
                    <a:pt x="41455" y="23664"/>
                    <a:pt x="44785" y="11882"/>
                    <a:pt x="41455" y="5991"/>
                  </a:cubicBezTo>
                  <a:cubicBezTo>
                    <a:pt x="34540" y="-10657"/>
                    <a:pt x="12000" y="11882"/>
                    <a:pt x="4316" y="18542"/>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9518659-8FFB-E332-1263-A0AE80F84A14}"/>
                </a:ext>
              </a:extLst>
            </p:cNvPr>
            <p:cNvSpPr/>
            <p:nvPr/>
          </p:nvSpPr>
          <p:spPr>
            <a:xfrm>
              <a:off x="1301057" y="3656639"/>
              <a:ext cx="325051" cy="264219"/>
            </a:xfrm>
            <a:custGeom>
              <a:avLst/>
              <a:gdLst>
                <a:gd name="connsiteX0" fmla="*/ 322459 w 325051"/>
                <a:gd name="connsiteY0" fmla="*/ 151944 h 264219"/>
                <a:gd name="connsiteX1" fmla="*/ 292235 w 325051"/>
                <a:gd name="connsiteY1" fmla="*/ 254398 h 264219"/>
                <a:gd name="connsiteX2" fmla="*/ 286344 w 325051"/>
                <a:gd name="connsiteY2" fmla="*/ 262594 h 264219"/>
                <a:gd name="connsiteX3" fmla="*/ 277636 w 325051"/>
                <a:gd name="connsiteY3" fmla="*/ 264131 h 264219"/>
                <a:gd name="connsiteX4" fmla="*/ 158277 w 325051"/>
                <a:gd name="connsiteY4" fmla="*/ 262594 h 264219"/>
                <a:gd name="connsiteX5" fmla="*/ 132663 w 325051"/>
                <a:gd name="connsiteY5" fmla="*/ 252093 h 264219"/>
                <a:gd name="connsiteX6" fmla="*/ 109099 w 325051"/>
                <a:gd name="connsiteY6" fmla="*/ 259520 h 264219"/>
                <a:gd name="connsiteX7" fmla="*/ -14 w 325051"/>
                <a:gd name="connsiteY7" fmla="*/ 225711 h 264219"/>
                <a:gd name="connsiteX8" fmla="*/ 49676 w 325051"/>
                <a:gd name="connsiteY8" fmla="*/ 90216 h 264219"/>
                <a:gd name="connsiteX9" fmla="*/ 77594 w 325051"/>
                <a:gd name="connsiteY9" fmla="*/ 48210 h 264219"/>
                <a:gd name="connsiteX10" fmla="*/ 132663 w 325051"/>
                <a:gd name="connsiteY10" fmla="*/ 15424 h 264219"/>
                <a:gd name="connsiteX11" fmla="*/ 296077 w 325051"/>
                <a:gd name="connsiteY11" fmla="*/ 34122 h 264219"/>
                <a:gd name="connsiteX12" fmla="*/ 322459 w 325051"/>
                <a:gd name="connsiteY12" fmla="*/ 151944 h 26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5051" h="264219">
                  <a:moveTo>
                    <a:pt x="322459" y="151944"/>
                  </a:moveTo>
                  <a:cubicBezTo>
                    <a:pt x="318131" y="187534"/>
                    <a:pt x="307917" y="222157"/>
                    <a:pt x="292235" y="254398"/>
                  </a:cubicBezTo>
                  <a:cubicBezTo>
                    <a:pt x="291250" y="257715"/>
                    <a:pt x="289175" y="260603"/>
                    <a:pt x="286344" y="262594"/>
                  </a:cubicBezTo>
                  <a:cubicBezTo>
                    <a:pt x="283633" y="263882"/>
                    <a:pt x="280624" y="264413"/>
                    <a:pt x="277636" y="264131"/>
                  </a:cubicBezTo>
                  <a:lnTo>
                    <a:pt x="158277" y="262594"/>
                  </a:lnTo>
                  <a:cubicBezTo>
                    <a:pt x="148800" y="262594"/>
                    <a:pt x="137018" y="261057"/>
                    <a:pt x="132663" y="252093"/>
                  </a:cubicBezTo>
                  <a:cubicBezTo>
                    <a:pt x="128821" y="260033"/>
                    <a:pt x="117807" y="260545"/>
                    <a:pt x="109099" y="259520"/>
                  </a:cubicBezTo>
                  <a:cubicBezTo>
                    <a:pt x="70945" y="255120"/>
                    <a:pt x="33943" y="243655"/>
                    <a:pt x="-14" y="225711"/>
                  </a:cubicBezTo>
                  <a:cubicBezTo>
                    <a:pt x="12948" y="179305"/>
                    <a:pt x="29564" y="133999"/>
                    <a:pt x="49676" y="90216"/>
                  </a:cubicBezTo>
                  <a:cubicBezTo>
                    <a:pt x="56550" y="74741"/>
                    <a:pt x="65989" y="60540"/>
                    <a:pt x="77594" y="48210"/>
                  </a:cubicBezTo>
                  <a:cubicBezTo>
                    <a:pt x="93291" y="33330"/>
                    <a:pt x="112102" y="22131"/>
                    <a:pt x="132663" y="15424"/>
                  </a:cubicBezTo>
                  <a:cubicBezTo>
                    <a:pt x="183890" y="-3017"/>
                    <a:pt x="256889" y="-13263"/>
                    <a:pt x="296077" y="34122"/>
                  </a:cubicBezTo>
                  <a:cubicBezTo>
                    <a:pt x="320577" y="68152"/>
                    <a:pt x="330107" y="110716"/>
                    <a:pt x="322459" y="151944"/>
                  </a:cubicBezTo>
                  <a:close/>
                </a:path>
              </a:pathLst>
            </a:custGeom>
            <a:solidFill>
              <a:schemeClr val="tx1"/>
            </a:solidFill>
            <a:ln w="25591"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20B5752C-096D-53A5-B265-6F9CD2565059}"/>
                </a:ext>
              </a:extLst>
            </p:cNvPr>
            <p:cNvSpPr/>
            <p:nvPr/>
          </p:nvSpPr>
          <p:spPr>
            <a:xfrm>
              <a:off x="1593298" y="3978159"/>
              <a:ext cx="531673" cy="227447"/>
            </a:xfrm>
            <a:custGeom>
              <a:avLst/>
              <a:gdLst>
                <a:gd name="connsiteX0" fmla="*/ 26631 w 531673"/>
                <a:gd name="connsiteY0" fmla="*/ -15 h 227447"/>
                <a:gd name="connsiteX1" fmla="*/ 170579 w 531673"/>
                <a:gd name="connsiteY1" fmla="*/ 148543 h 227447"/>
                <a:gd name="connsiteX2" fmla="*/ 216683 w 531673"/>
                <a:gd name="connsiteY2" fmla="*/ 120368 h 227447"/>
                <a:gd name="connsiteX3" fmla="*/ 432349 w 531673"/>
                <a:gd name="connsiteY3" fmla="*/ 29696 h 227447"/>
                <a:gd name="connsiteX4" fmla="*/ 519434 w 531673"/>
                <a:gd name="connsiteY4" fmla="*/ 34307 h 227447"/>
                <a:gd name="connsiteX5" fmla="*/ 530704 w 531673"/>
                <a:gd name="connsiteY5" fmla="*/ 42247 h 227447"/>
                <a:gd name="connsiteX6" fmla="*/ 517897 w 531673"/>
                <a:gd name="connsiteY6" fmla="*/ 60177 h 227447"/>
                <a:gd name="connsiteX7" fmla="*/ 492284 w 531673"/>
                <a:gd name="connsiteY7" fmla="*/ 64531 h 227447"/>
                <a:gd name="connsiteX8" fmla="*/ 475123 w 531673"/>
                <a:gd name="connsiteY8" fmla="*/ 80667 h 227447"/>
                <a:gd name="connsiteX9" fmla="*/ 401612 w 531673"/>
                <a:gd name="connsiteY9" fmla="*/ 113965 h 227447"/>
                <a:gd name="connsiteX10" fmla="*/ 367034 w 531673"/>
                <a:gd name="connsiteY10" fmla="*/ 109098 h 227447"/>
                <a:gd name="connsiteX11" fmla="*/ 325284 w 531673"/>
                <a:gd name="connsiteY11" fmla="*/ 132406 h 227447"/>
                <a:gd name="connsiteX12" fmla="*/ 215915 w 531673"/>
                <a:gd name="connsiteY12" fmla="*/ 216162 h 227447"/>
                <a:gd name="connsiteX13" fmla="*/ 190302 w 531673"/>
                <a:gd name="connsiteY13" fmla="*/ 227432 h 227447"/>
                <a:gd name="connsiteX14" fmla="*/ 164688 w 531673"/>
                <a:gd name="connsiteY14" fmla="*/ 221541 h 227447"/>
                <a:gd name="connsiteX15" fmla="*/ 11007 w 531673"/>
                <a:gd name="connsiteY15" fmla="*/ 134199 h 227447"/>
                <a:gd name="connsiteX16" fmla="*/ 2043 w 531673"/>
                <a:gd name="connsiteY16" fmla="*/ 122417 h 227447"/>
                <a:gd name="connsiteX17" fmla="*/ -6 w 531673"/>
                <a:gd name="connsiteY17" fmla="*/ 108073 h 227447"/>
                <a:gd name="connsiteX18" fmla="*/ -6 w 531673"/>
                <a:gd name="connsiteY18" fmla="*/ 47882 h 227447"/>
                <a:gd name="connsiteX19" fmla="*/ 5885 w 531673"/>
                <a:gd name="connsiteY19" fmla="*/ 22269 h 227447"/>
                <a:gd name="connsiteX20" fmla="*/ 28937 w 531673"/>
                <a:gd name="connsiteY20" fmla="*/ 11511 h 22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1673" h="227447">
                  <a:moveTo>
                    <a:pt x="26631" y="-15"/>
                  </a:moveTo>
                  <a:cubicBezTo>
                    <a:pt x="74529" y="49419"/>
                    <a:pt x="123706" y="98084"/>
                    <a:pt x="170579" y="148543"/>
                  </a:cubicBezTo>
                  <a:cubicBezTo>
                    <a:pt x="185267" y="138081"/>
                    <a:pt x="200673" y="128666"/>
                    <a:pt x="216683" y="120368"/>
                  </a:cubicBezTo>
                  <a:cubicBezTo>
                    <a:pt x="238199" y="111659"/>
                    <a:pt x="378304" y="40710"/>
                    <a:pt x="432349" y="29696"/>
                  </a:cubicBezTo>
                  <a:cubicBezTo>
                    <a:pt x="461296" y="23789"/>
                    <a:pt x="491272" y="25377"/>
                    <a:pt x="519434" y="34307"/>
                  </a:cubicBezTo>
                  <a:cubicBezTo>
                    <a:pt x="524087" y="35372"/>
                    <a:pt x="528135" y="38224"/>
                    <a:pt x="530704" y="42247"/>
                  </a:cubicBezTo>
                  <a:cubicBezTo>
                    <a:pt x="534546" y="49931"/>
                    <a:pt x="526094" y="58384"/>
                    <a:pt x="517897" y="60177"/>
                  </a:cubicBezTo>
                  <a:cubicBezTo>
                    <a:pt x="509242" y="60820"/>
                    <a:pt x="500666" y="62277"/>
                    <a:pt x="492284" y="64531"/>
                  </a:cubicBezTo>
                  <a:cubicBezTo>
                    <a:pt x="485447" y="68582"/>
                    <a:pt x="479587" y="74092"/>
                    <a:pt x="475123" y="80667"/>
                  </a:cubicBezTo>
                  <a:cubicBezTo>
                    <a:pt x="456431" y="101664"/>
                    <a:pt x="429722" y="113762"/>
                    <a:pt x="401612" y="113965"/>
                  </a:cubicBezTo>
                  <a:cubicBezTo>
                    <a:pt x="390086" y="113965"/>
                    <a:pt x="378304" y="108330"/>
                    <a:pt x="367034" y="109098"/>
                  </a:cubicBezTo>
                  <a:cubicBezTo>
                    <a:pt x="351474" y="113466"/>
                    <a:pt x="337168" y="121453"/>
                    <a:pt x="325284" y="132406"/>
                  </a:cubicBezTo>
                  <a:cubicBezTo>
                    <a:pt x="287632" y="158020"/>
                    <a:pt x="254079" y="190549"/>
                    <a:pt x="215915" y="216162"/>
                  </a:cubicBezTo>
                  <a:cubicBezTo>
                    <a:pt x="208515" y="222103"/>
                    <a:pt x="199681" y="225989"/>
                    <a:pt x="190302" y="227432"/>
                  </a:cubicBezTo>
                  <a:cubicBezTo>
                    <a:pt x="181433" y="227388"/>
                    <a:pt x="172685" y="225376"/>
                    <a:pt x="164688" y="221541"/>
                  </a:cubicBezTo>
                  <a:cubicBezTo>
                    <a:pt x="108191" y="202873"/>
                    <a:pt x="55957" y="173187"/>
                    <a:pt x="11007" y="134199"/>
                  </a:cubicBezTo>
                  <a:cubicBezTo>
                    <a:pt x="7311" y="130864"/>
                    <a:pt x="4271" y="126869"/>
                    <a:pt x="2043" y="122417"/>
                  </a:cubicBezTo>
                  <a:cubicBezTo>
                    <a:pt x="595" y="117777"/>
                    <a:pt x="-97" y="112934"/>
                    <a:pt x="-6" y="108073"/>
                  </a:cubicBezTo>
                  <a:cubicBezTo>
                    <a:pt x="-6" y="88095"/>
                    <a:pt x="-6" y="67861"/>
                    <a:pt x="-6" y="47882"/>
                  </a:cubicBezTo>
                  <a:cubicBezTo>
                    <a:pt x="3" y="39009"/>
                    <a:pt x="2017" y="30254"/>
                    <a:pt x="5885" y="22269"/>
                  </a:cubicBezTo>
                  <a:cubicBezTo>
                    <a:pt x="10276" y="13908"/>
                    <a:pt x="19708" y="9506"/>
                    <a:pt x="28937" y="11511"/>
                  </a:cubicBezTo>
                </a:path>
              </a:pathLst>
            </a:custGeom>
            <a:solidFill>
              <a:srgbClr val="FDB9A9"/>
            </a:solidFill>
            <a:ln w="2559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EF6E2546-5702-7566-F3A9-DF8474580C44}"/>
                </a:ext>
              </a:extLst>
            </p:cNvPr>
            <p:cNvSpPr/>
            <p:nvPr/>
          </p:nvSpPr>
          <p:spPr>
            <a:xfrm>
              <a:off x="1653172" y="4104004"/>
              <a:ext cx="186196" cy="97279"/>
            </a:xfrm>
            <a:custGeom>
              <a:avLst/>
              <a:gdLst>
                <a:gd name="connsiteX0" fmla="*/ 57941 w 186196"/>
                <a:gd name="connsiteY0" fmla="*/ 30638 h 97279"/>
                <a:gd name="connsiteX1" fmla="*/ 73053 w 186196"/>
                <a:gd name="connsiteY1" fmla="*/ 39859 h 97279"/>
                <a:gd name="connsiteX2" fmla="*/ 110449 w 186196"/>
                <a:gd name="connsiteY2" fmla="*/ 43445 h 97279"/>
                <a:gd name="connsiteX3" fmla="*/ 167567 w 186196"/>
                <a:gd name="connsiteY3" fmla="*/ 46774 h 97279"/>
                <a:gd name="connsiteX4" fmla="*/ 181142 w 186196"/>
                <a:gd name="connsiteY4" fmla="*/ 51128 h 97279"/>
                <a:gd name="connsiteX5" fmla="*/ 185753 w 186196"/>
                <a:gd name="connsiteY5" fmla="*/ 63423 h 97279"/>
                <a:gd name="connsiteX6" fmla="*/ 180374 w 186196"/>
                <a:gd name="connsiteY6" fmla="*/ 69570 h 97279"/>
                <a:gd name="connsiteX7" fmla="*/ 129147 w 186196"/>
                <a:gd name="connsiteY7" fmla="*/ 97233 h 97279"/>
                <a:gd name="connsiteX8" fmla="*/ 62296 w 186196"/>
                <a:gd name="connsiteY8" fmla="*/ 75974 h 97279"/>
                <a:gd name="connsiteX9" fmla="*/ 20290 w 186196"/>
                <a:gd name="connsiteY9" fmla="*/ 50360 h 97279"/>
                <a:gd name="connsiteX10" fmla="*/ 4153 w 186196"/>
                <a:gd name="connsiteY10" fmla="*/ 37297 h 97279"/>
                <a:gd name="connsiteX11" fmla="*/ 11325 w 186196"/>
                <a:gd name="connsiteY11" fmla="*/ 158 h 97279"/>
                <a:gd name="connsiteX12" fmla="*/ 57941 w 186196"/>
                <a:gd name="connsiteY12" fmla="*/ 30638 h 9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96" h="97279">
                  <a:moveTo>
                    <a:pt x="57941" y="30638"/>
                  </a:moveTo>
                  <a:cubicBezTo>
                    <a:pt x="62531" y="34391"/>
                    <a:pt x="67616" y="37494"/>
                    <a:pt x="73053" y="39859"/>
                  </a:cubicBezTo>
                  <a:cubicBezTo>
                    <a:pt x="85107" y="43769"/>
                    <a:pt x="97871" y="44992"/>
                    <a:pt x="110449" y="43445"/>
                  </a:cubicBezTo>
                  <a:cubicBezTo>
                    <a:pt x="129547" y="43014"/>
                    <a:pt x="148648" y="44127"/>
                    <a:pt x="167567" y="46774"/>
                  </a:cubicBezTo>
                  <a:cubicBezTo>
                    <a:pt x="172375" y="47122"/>
                    <a:pt x="177029" y="48615"/>
                    <a:pt x="181142" y="51128"/>
                  </a:cubicBezTo>
                  <a:cubicBezTo>
                    <a:pt x="185221" y="53762"/>
                    <a:pt x="187094" y="58757"/>
                    <a:pt x="185753" y="63423"/>
                  </a:cubicBezTo>
                  <a:cubicBezTo>
                    <a:pt x="184464" y="65864"/>
                    <a:pt x="182622" y="67969"/>
                    <a:pt x="180374" y="69570"/>
                  </a:cubicBezTo>
                  <a:cubicBezTo>
                    <a:pt x="166189" y="83357"/>
                    <a:pt x="148455" y="92933"/>
                    <a:pt x="129147" y="97233"/>
                  </a:cubicBezTo>
                  <a:cubicBezTo>
                    <a:pt x="105114" y="97815"/>
                    <a:pt x="81578" y="90331"/>
                    <a:pt x="62296" y="75974"/>
                  </a:cubicBezTo>
                  <a:lnTo>
                    <a:pt x="20290" y="50360"/>
                  </a:lnTo>
                  <a:cubicBezTo>
                    <a:pt x="13963" y="47329"/>
                    <a:pt x="8436" y="42854"/>
                    <a:pt x="4153" y="37297"/>
                  </a:cubicBezTo>
                  <a:cubicBezTo>
                    <a:pt x="-1738" y="28076"/>
                    <a:pt x="-3019" y="2719"/>
                    <a:pt x="11325" y="158"/>
                  </a:cubicBezTo>
                  <a:cubicBezTo>
                    <a:pt x="25668" y="-2404"/>
                    <a:pt x="48464" y="24234"/>
                    <a:pt x="57941" y="30638"/>
                  </a:cubicBezTo>
                  <a:close/>
                </a:path>
              </a:pathLst>
            </a:custGeom>
            <a:solidFill>
              <a:srgbClr val="DE9F93"/>
            </a:solidFill>
            <a:ln w="25591"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4D815E9C-FADF-6B4A-C236-F7CBA05A7E51}"/>
                </a:ext>
              </a:extLst>
            </p:cNvPr>
            <p:cNvSpPr/>
            <p:nvPr/>
          </p:nvSpPr>
          <p:spPr>
            <a:xfrm>
              <a:off x="1319238" y="3938665"/>
              <a:ext cx="361287" cy="523075"/>
            </a:xfrm>
            <a:custGeom>
              <a:avLst/>
              <a:gdLst>
                <a:gd name="connsiteX0" fmla="*/ 276103 w 361287"/>
                <a:gd name="connsiteY0" fmla="*/ 6181 h 523075"/>
                <a:gd name="connsiteX1" fmla="*/ 224877 w 361287"/>
                <a:gd name="connsiteY1" fmla="*/ 3364 h 523075"/>
                <a:gd name="connsiteX2" fmla="*/ 163148 w 361287"/>
                <a:gd name="connsiteY2" fmla="*/ 3364 h 523075"/>
                <a:gd name="connsiteX3" fmla="*/ 24579 w 361287"/>
                <a:gd name="connsiteY3" fmla="*/ 40759 h 523075"/>
                <a:gd name="connsiteX4" fmla="*/ 37642 w 361287"/>
                <a:gd name="connsiteY4" fmla="*/ 230299 h 523075"/>
                <a:gd name="connsiteX5" fmla="*/ 54035 w 361287"/>
                <a:gd name="connsiteY5" fmla="*/ 275379 h 523075"/>
                <a:gd name="connsiteX6" fmla="*/ 54035 w 361287"/>
                <a:gd name="connsiteY6" fmla="*/ 328142 h 523075"/>
                <a:gd name="connsiteX7" fmla="*/ 14846 w 361287"/>
                <a:gd name="connsiteY7" fmla="*/ 422400 h 523075"/>
                <a:gd name="connsiteX8" fmla="*/ -10 w 361287"/>
                <a:gd name="connsiteY8" fmla="*/ 457746 h 523075"/>
                <a:gd name="connsiteX9" fmla="*/ 23043 w 361287"/>
                <a:gd name="connsiteY9" fmla="*/ 483360 h 523075"/>
                <a:gd name="connsiteX10" fmla="*/ 157513 w 361287"/>
                <a:gd name="connsiteY10" fmla="*/ 523061 h 523075"/>
                <a:gd name="connsiteX11" fmla="*/ 223084 w 361287"/>
                <a:gd name="connsiteY11" fmla="*/ 514608 h 523075"/>
                <a:gd name="connsiteX12" fmla="*/ 278152 w 361287"/>
                <a:gd name="connsiteY12" fmla="*/ 500008 h 523075"/>
                <a:gd name="connsiteX13" fmla="*/ 287373 w 361287"/>
                <a:gd name="connsiteY13" fmla="*/ 478749 h 523075"/>
                <a:gd name="connsiteX14" fmla="*/ 328099 w 361287"/>
                <a:gd name="connsiteY14" fmla="*/ 292283 h 523075"/>
                <a:gd name="connsiteX15" fmla="*/ 361140 w 361287"/>
                <a:gd name="connsiteY15" fmla="*/ 186756 h 523075"/>
                <a:gd name="connsiteX16" fmla="*/ 350382 w 361287"/>
                <a:gd name="connsiteY16" fmla="*/ 147311 h 523075"/>
                <a:gd name="connsiteX17" fmla="*/ 309913 w 361287"/>
                <a:gd name="connsiteY17" fmla="*/ 56127 h 523075"/>
                <a:gd name="connsiteX18" fmla="*/ 276103 w 361287"/>
                <a:gd name="connsiteY18" fmla="*/ 6181 h 52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287" h="523075">
                  <a:moveTo>
                    <a:pt x="276103" y="6181"/>
                  </a:moveTo>
                  <a:cubicBezTo>
                    <a:pt x="260991" y="-5345"/>
                    <a:pt x="243318" y="2595"/>
                    <a:pt x="224877" y="3364"/>
                  </a:cubicBezTo>
                  <a:cubicBezTo>
                    <a:pt x="206435" y="4132"/>
                    <a:pt x="183639" y="4900"/>
                    <a:pt x="163148" y="3364"/>
                  </a:cubicBezTo>
                  <a:cubicBezTo>
                    <a:pt x="123959" y="2083"/>
                    <a:pt x="60694" y="-2015"/>
                    <a:pt x="24579" y="40759"/>
                  </a:cubicBezTo>
                  <a:cubicBezTo>
                    <a:pt x="-18451" y="91986"/>
                    <a:pt x="15359" y="176511"/>
                    <a:pt x="37642" y="230299"/>
                  </a:cubicBezTo>
                  <a:cubicBezTo>
                    <a:pt x="45508" y="244340"/>
                    <a:pt x="51044" y="259564"/>
                    <a:pt x="54035" y="275379"/>
                  </a:cubicBezTo>
                  <a:cubicBezTo>
                    <a:pt x="56338" y="292891"/>
                    <a:pt x="56338" y="310630"/>
                    <a:pt x="54035" y="328142"/>
                  </a:cubicBezTo>
                  <a:cubicBezTo>
                    <a:pt x="49015" y="362332"/>
                    <a:pt x="35546" y="394729"/>
                    <a:pt x="14846" y="422400"/>
                  </a:cubicBezTo>
                  <a:cubicBezTo>
                    <a:pt x="5189" y="431599"/>
                    <a:pt x="-195" y="444409"/>
                    <a:pt x="-10" y="457746"/>
                  </a:cubicBezTo>
                  <a:cubicBezTo>
                    <a:pt x="3506" y="469274"/>
                    <a:pt x="11947" y="478653"/>
                    <a:pt x="23043" y="483360"/>
                  </a:cubicBezTo>
                  <a:cubicBezTo>
                    <a:pt x="63993" y="507280"/>
                    <a:pt x="110137" y="520904"/>
                    <a:pt x="157513" y="523061"/>
                  </a:cubicBezTo>
                  <a:cubicBezTo>
                    <a:pt x="179618" y="522711"/>
                    <a:pt x="201613" y="519875"/>
                    <a:pt x="223084" y="514608"/>
                  </a:cubicBezTo>
                  <a:cubicBezTo>
                    <a:pt x="242550" y="511535"/>
                    <a:pt x="263809" y="518194"/>
                    <a:pt x="278152" y="500008"/>
                  </a:cubicBezTo>
                  <a:cubicBezTo>
                    <a:pt x="282615" y="493609"/>
                    <a:pt x="285751" y="486380"/>
                    <a:pt x="287373" y="478749"/>
                  </a:cubicBezTo>
                  <a:cubicBezTo>
                    <a:pt x="303766" y="417021"/>
                    <a:pt x="303510" y="350682"/>
                    <a:pt x="328099" y="292283"/>
                  </a:cubicBezTo>
                  <a:cubicBezTo>
                    <a:pt x="341162" y="260523"/>
                    <a:pt x="363189" y="222103"/>
                    <a:pt x="361140" y="186756"/>
                  </a:cubicBezTo>
                  <a:cubicBezTo>
                    <a:pt x="359690" y="173116"/>
                    <a:pt x="356057" y="159799"/>
                    <a:pt x="350382" y="147311"/>
                  </a:cubicBezTo>
                  <a:cubicBezTo>
                    <a:pt x="338088" y="116319"/>
                    <a:pt x="324769" y="85839"/>
                    <a:pt x="309913" y="56127"/>
                  </a:cubicBezTo>
                  <a:cubicBezTo>
                    <a:pt x="302539" y="37150"/>
                    <a:pt x="290983" y="20078"/>
                    <a:pt x="276103" y="6181"/>
                  </a:cubicBezTo>
                  <a:close/>
                </a:path>
              </a:pathLst>
            </a:custGeom>
            <a:solidFill>
              <a:srgbClr val="FFFFFF"/>
            </a:solidFill>
            <a:ln w="25591"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1D22B2D0-FA0C-A0ED-1EB1-7F250099C86E}"/>
                </a:ext>
              </a:extLst>
            </p:cNvPr>
            <p:cNvSpPr/>
            <p:nvPr/>
          </p:nvSpPr>
          <p:spPr>
            <a:xfrm>
              <a:off x="1448846" y="3843433"/>
              <a:ext cx="98099" cy="124918"/>
            </a:xfrm>
            <a:custGeom>
              <a:avLst/>
              <a:gdLst>
                <a:gd name="connsiteX0" fmla="*/ 98085 w 98099"/>
                <a:gd name="connsiteY0" fmla="*/ 114221 h 124918"/>
                <a:gd name="connsiteX1" fmla="*/ -14 w 98099"/>
                <a:gd name="connsiteY1" fmla="*/ 98853 h 124918"/>
                <a:gd name="connsiteX2" fmla="*/ 16635 w 98099"/>
                <a:gd name="connsiteY2" fmla="*/ 49419 h 124918"/>
                <a:gd name="connsiteX3" fmla="*/ -14 w 98099"/>
                <a:gd name="connsiteY3" fmla="*/ 3827 h 124918"/>
                <a:gd name="connsiteX4" fmla="*/ 11576 w 98099"/>
                <a:gd name="connsiteY4" fmla="*/ 3949 h 124918"/>
                <a:gd name="connsiteX5" fmla="*/ 13817 w 98099"/>
                <a:gd name="connsiteY5" fmla="*/ -15 h 124918"/>
                <a:gd name="connsiteX6" fmla="*/ 19708 w 98099"/>
                <a:gd name="connsiteY6" fmla="*/ 13560 h 124918"/>
                <a:gd name="connsiteX7" fmla="*/ 94756 w 98099"/>
                <a:gd name="connsiteY7" fmla="*/ 60945 h 124918"/>
                <a:gd name="connsiteX8" fmla="*/ 91682 w 98099"/>
                <a:gd name="connsiteY8" fmla="*/ 101414 h 124918"/>
                <a:gd name="connsiteX9" fmla="*/ 98085 w 98099"/>
                <a:gd name="connsiteY9" fmla="*/ 114221 h 12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099" h="124918">
                  <a:moveTo>
                    <a:pt x="98085" y="114221"/>
                  </a:moveTo>
                  <a:cubicBezTo>
                    <a:pt x="98085" y="114221"/>
                    <a:pt x="85278" y="146494"/>
                    <a:pt x="-14" y="98853"/>
                  </a:cubicBezTo>
                  <a:cubicBezTo>
                    <a:pt x="-14" y="98853"/>
                    <a:pt x="23038" y="96804"/>
                    <a:pt x="16635" y="49419"/>
                  </a:cubicBezTo>
                  <a:cubicBezTo>
                    <a:pt x="14817" y="33107"/>
                    <a:pt x="9107" y="17471"/>
                    <a:pt x="-14" y="3827"/>
                  </a:cubicBezTo>
                  <a:cubicBezTo>
                    <a:pt x="3153" y="7061"/>
                    <a:pt x="8342" y="7116"/>
                    <a:pt x="11576" y="3949"/>
                  </a:cubicBezTo>
                  <a:cubicBezTo>
                    <a:pt x="12683" y="2866"/>
                    <a:pt x="13460" y="1491"/>
                    <a:pt x="13817" y="-15"/>
                  </a:cubicBezTo>
                  <a:cubicBezTo>
                    <a:pt x="15376" y="4675"/>
                    <a:pt x="17348" y="9218"/>
                    <a:pt x="19708" y="13560"/>
                  </a:cubicBezTo>
                  <a:cubicBezTo>
                    <a:pt x="33027" y="39173"/>
                    <a:pt x="62226" y="69653"/>
                    <a:pt x="94756" y="60945"/>
                  </a:cubicBezTo>
                  <a:cubicBezTo>
                    <a:pt x="88203" y="73436"/>
                    <a:pt x="87091" y="88076"/>
                    <a:pt x="91682" y="101414"/>
                  </a:cubicBezTo>
                  <a:cubicBezTo>
                    <a:pt x="93310" y="105918"/>
                    <a:pt x="95459" y="110216"/>
                    <a:pt x="98085" y="114221"/>
                  </a:cubicBezTo>
                  <a:close/>
                </a:path>
              </a:pathLst>
            </a:custGeom>
            <a:solidFill>
              <a:srgbClr val="FDB9A9"/>
            </a:solidFill>
            <a:ln w="25591"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78D0FB87-640C-595D-CA33-3FA6D856F862}"/>
                </a:ext>
              </a:extLst>
            </p:cNvPr>
            <p:cNvSpPr/>
            <p:nvPr/>
          </p:nvSpPr>
          <p:spPr>
            <a:xfrm>
              <a:off x="1466520" y="3854702"/>
              <a:ext cx="77096" cy="90246"/>
            </a:xfrm>
            <a:custGeom>
              <a:avLst/>
              <a:gdLst>
                <a:gd name="connsiteX0" fmla="*/ 74009 w 77096"/>
                <a:gd name="connsiteY0" fmla="*/ 90144 h 90246"/>
                <a:gd name="connsiteX1" fmla="*/ 69654 w 77096"/>
                <a:gd name="connsiteY1" fmla="*/ 90144 h 90246"/>
                <a:gd name="connsiteX2" fmla="*/ -14 w 77096"/>
                <a:gd name="connsiteY2" fmla="*/ -15 h 90246"/>
                <a:gd name="connsiteX3" fmla="*/ 2035 w 77096"/>
                <a:gd name="connsiteY3" fmla="*/ -15 h 90246"/>
                <a:gd name="connsiteX4" fmla="*/ 77082 w 77096"/>
                <a:gd name="connsiteY4" fmla="*/ 47370 h 90246"/>
                <a:gd name="connsiteX5" fmla="*/ 74009 w 77096"/>
                <a:gd name="connsiteY5" fmla="*/ 90144 h 9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096" h="90246">
                  <a:moveTo>
                    <a:pt x="74009" y="90144"/>
                  </a:moveTo>
                  <a:lnTo>
                    <a:pt x="69654" y="90144"/>
                  </a:lnTo>
                  <a:cubicBezTo>
                    <a:pt x="37638" y="93474"/>
                    <a:pt x="-14" y="-15"/>
                    <a:pt x="-14" y="-15"/>
                  </a:cubicBezTo>
                  <a:lnTo>
                    <a:pt x="2035" y="-15"/>
                  </a:lnTo>
                  <a:cubicBezTo>
                    <a:pt x="15354" y="25598"/>
                    <a:pt x="44553" y="56078"/>
                    <a:pt x="77082" y="47370"/>
                  </a:cubicBezTo>
                  <a:cubicBezTo>
                    <a:pt x="69852" y="60492"/>
                    <a:pt x="68729" y="76123"/>
                    <a:pt x="74009" y="90144"/>
                  </a:cubicBezTo>
                  <a:close/>
                </a:path>
              </a:pathLst>
            </a:custGeom>
            <a:solidFill>
              <a:srgbClr val="DE9F93"/>
            </a:solidFill>
            <a:ln w="25591"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5DB514F8-BA07-B965-E597-ACAD0F6896E8}"/>
                </a:ext>
              </a:extLst>
            </p:cNvPr>
            <p:cNvSpPr/>
            <p:nvPr/>
          </p:nvSpPr>
          <p:spPr>
            <a:xfrm>
              <a:off x="1401773" y="3676940"/>
              <a:ext cx="194867" cy="231303"/>
            </a:xfrm>
            <a:custGeom>
              <a:avLst/>
              <a:gdLst>
                <a:gd name="connsiteX0" fmla="*/ 114423 w 194867"/>
                <a:gd name="connsiteY0" fmla="*/ 231023 h 231303"/>
                <a:gd name="connsiteX1" fmla="*/ 194849 w 194867"/>
                <a:gd name="connsiteY1" fmla="*/ 134204 h 231303"/>
                <a:gd name="connsiteX2" fmla="*/ 194849 w 194867"/>
                <a:gd name="connsiteY2" fmla="*/ 114994 h 231303"/>
                <a:gd name="connsiteX3" fmla="*/ 188446 w 194867"/>
                <a:gd name="connsiteY3" fmla="*/ 59669 h 231303"/>
                <a:gd name="connsiteX4" fmla="*/ 43217 w 194867"/>
                <a:gd name="connsiteY4" fmla="*/ 6905 h 231303"/>
                <a:gd name="connsiteX5" fmla="*/ 114423 w 194867"/>
                <a:gd name="connsiteY5" fmla="*/ 231023 h 23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867" h="231303">
                  <a:moveTo>
                    <a:pt x="114423" y="231023"/>
                  </a:moveTo>
                  <a:cubicBezTo>
                    <a:pt x="161039" y="235121"/>
                    <a:pt x="189726" y="191322"/>
                    <a:pt x="194849" y="134204"/>
                  </a:cubicBezTo>
                  <a:cubicBezTo>
                    <a:pt x="194849" y="127886"/>
                    <a:pt x="194849" y="121483"/>
                    <a:pt x="194849" y="114994"/>
                  </a:cubicBezTo>
                  <a:cubicBezTo>
                    <a:pt x="194958" y="96361"/>
                    <a:pt x="192808" y="77784"/>
                    <a:pt x="188446" y="59669"/>
                  </a:cubicBezTo>
                  <a:cubicBezTo>
                    <a:pt x="167955" y="-28185"/>
                    <a:pt x="43217" y="6905"/>
                    <a:pt x="43217" y="6905"/>
                  </a:cubicBezTo>
                  <a:cubicBezTo>
                    <a:pt x="-54114" y="50960"/>
                    <a:pt x="31947" y="224363"/>
                    <a:pt x="114423" y="231023"/>
                  </a:cubicBezTo>
                  <a:close/>
                </a:path>
              </a:pathLst>
            </a:custGeom>
            <a:solidFill>
              <a:srgbClr val="FDB9A9"/>
            </a:solidFill>
            <a:ln w="25591"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2A7D3235-5C5B-30E8-B111-8D590F213E67}"/>
                </a:ext>
              </a:extLst>
            </p:cNvPr>
            <p:cNvSpPr/>
            <p:nvPr/>
          </p:nvSpPr>
          <p:spPr>
            <a:xfrm>
              <a:off x="1324365" y="3649650"/>
              <a:ext cx="225377" cy="272502"/>
            </a:xfrm>
            <a:custGeom>
              <a:avLst/>
              <a:gdLst>
                <a:gd name="connsiteX0" fmla="*/ 225128 w 225377"/>
                <a:gd name="connsiteY0" fmla="*/ 32403 h 272502"/>
                <a:gd name="connsiteX1" fmla="*/ 219237 w 225377"/>
                <a:gd name="connsiteY1" fmla="*/ 52638 h 272502"/>
                <a:gd name="connsiteX2" fmla="*/ 205150 w 225377"/>
                <a:gd name="connsiteY2" fmla="*/ 93363 h 272502"/>
                <a:gd name="connsiteX3" fmla="*/ 153923 w 225377"/>
                <a:gd name="connsiteY3" fmla="*/ 158165 h 272502"/>
                <a:gd name="connsiteX4" fmla="*/ 134969 w 225377"/>
                <a:gd name="connsiteY4" fmla="*/ 164056 h 272502"/>
                <a:gd name="connsiteX5" fmla="*/ 124211 w 225377"/>
                <a:gd name="connsiteY5" fmla="*/ 153298 h 272502"/>
                <a:gd name="connsiteX6" fmla="*/ 111660 w 225377"/>
                <a:gd name="connsiteY6" fmla="*/ 151249 h 272502"/>
                <a:gd name="connsiteX7" fmla="*/ 106538 w 225377"/>
                <a:gd name="connsiteY7" fmla="*/ 162519 h 272502"/>
                <a:gd name="connsiteX8" fmla="*/ 121137 w 225377"/>
                <a:gd name="connsiteY8" fmla="*/ 188133 h 272502"/>
                <a:gd name="connsiteX9" fmla="*/ 132920 w 225377"/>
                <a:gd name="connsiteY9" fmla="*/ 194792 h 272502"/>
                <a:gd name="connsiteX10" fmla="*/ 140091 w 225377"/>
                <a:gd name="connsiteY10" fmla="*/ 209136 h 272502"/>
                <a:gd name="connsiteX11" fmla="*/ 147775 w 225377"/>
                <a:gd name="connsiteY11" fmla="*/ 227321 h 272502"/>
                <a:gd name="connsiteX12" fmla="*/ 151874 w 225377"/>
                <a:gd name="connsiteY12" fmla="*/ 245763 h 272502"/>
                <a:gd name="connsiteX13" fmla="*/ 139323 w 225377"/>
                <a:gd name="connsiteY13" fmla="*/ 263436 h 272502"/>
                <a:gd name="connsiteX14" fmla="*/ 84254 w 225377"/>
                <a:gd name="connsiteY14" fmla="*/ 270608 h 272502"/>
                <a:gd name="connsiteX15" fmla="*/ 46858 w 225377"/>
                <a:gd name="connsiteY15" fmla="*/ 258826 h 272502"/>
                <a:gd name="connsiteX16" fmla="*/ 29185 w 225377"/>
                <a:gd name="connsiteY16" fmla="*/ 242433 h 272502"/>
                <a:gd name="connsiteX17" fmla="*/ -14 w 225377"/>
                <a:gd name="connsiteY17" fmla="*/ 226297 h 272502"/>
                <a:gd name="connsiteX18" fmla="*/ 27392 w 225377"/>
                <a:gd name="connsiteY18" fmla="*/ 198890 h 272502"/>
                <a:gd name="connsiteX19" fmla="*/ 35076 w 225377"/>
                <a:gd name="connsiteY19" fmla="*/ 130759 h 272502"/>
                <a:gd name="connsiteX20" fmla="*/ 88864 w 225377"/>
                <a:gd name="connsiteY20" fmla="*/ 14730 h 272502"/>
                <a:gd name="connsiteX21" fmla="*/ 198746 w 225377"/>
                <a:gd name="connsiteY21" fmla="*/ 4484 h 272502"/>
                <a:gd name="connsiteX22" fmla="*/ 217188 w 225377"/>
                <a:gd name="connsiteY22" fmla="*/ 12937 h 272502"/>
                <a:gd name="connsiteX23" fmla="*/ 225128 w 225377"/>
                <a:gd name="connsiteY23" fmla="*/ 32403 h 272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5377" h="272502">
                  <a:moveTo>
                    <a:pt x="225128" y="32403"/>
                  </a:moveTo>
                  <a:cubicBezTo>
                    <a:pt x="223639" y="39277"/>
                    <a:pt x="221671" y="46039"/>
                    <a:pt x="219237" y="52638"/>
                  </a:cubicBezTo>
                  <a:cubicBezTo>
                    <a:pt x="215310" y="66467"/>
                    <a:pt x="210607" y="80063"/>
                    <a:pt x="205150" y="93363"/>
                  </a:cubicBezTo>
                  <a:cubicBezTo>
                    <a:pt x="195700" y="120029"/>
                    <a:pt x="177687" y="142815"/>
                    <a:pt x="153923" y="158165"/>
                  </a:cubicBezTo>
                  <a:cubicBezTo>
                    <a:pt x="148388" y="162087"/>
                    <a:pt x="141751" y="164150"/>
                    <a:pt x="134969" y="164056"/>
                  </a:cubicBezTo>
                  <a:cubicBezTo>
                    <a:pt x="128565" y="162775"/>
                    <a:pt x="129078" y="157909"/>
                    <a:pt x="124211" y="153298"/>
                  </a:cubicBezTo>
                  <a:cubicBezTo>
                    <a:pt x="120849" y="150095"/>
                    <a:pt x="115867" y="149281"/>
                    <a:pt x="111660" y="151249"/>
                  </a:cubicBezTo>
                  <a:cubicBezTo>
                    <a:pt x="108240" y="153963"/>
                    <a:pt x="106333" y="158157"/>
                    <a:pt x="106538" y="162519"/>
                  </a:cubicBezTo>
                  <a:cubicBezTo>
                    <a:pt x="106725" y="172986"/>
                    <a:pt x="112226" y="182638"/>
                    <a:pt x="121137" y="188133"/>
                  </a:cubicBezTo>
                  <a:cubicBezTo>
                    <a:pt x="125282" y="189945"/>
                    <a:pt x="129229" y="192176"/>
                    <a:pt x="132920" y="194792"/>
                  </a:cubicBezTo>
                  <a:cubicBezTo>
                    <a:pt x="137274" y="198634"/>
                    <a:pt x="137786" y="204269"/>
                    <a:pt x="140091" y="209136"/>
                  </a:cubicBezTo>
                  <a:lnTo>
                    <a:pt x="147775" y="227321"/>
                  </a:lnTo>
                  <a:cubicBezTo>
                    <a:pt x="150615" y="233046"/>
                    <a:pt x="152021" y="239374"/>
                    <a:pt x="151874" y="245763"/>
                  </a:cubicBezTo>
                  <a:cubicBezTo>
                    <a:pt x="150512" y="253221"/>
                    <a:pt x="145916" y="259693"/>
                    <a:pt x="139323" y="263436"/>
                  </a:cubicBezTo>
                  <a:cubicBezTo>
                    <a:pt x="122348" y="272121"/>
                    <a:pt x="102887" y="274655"/>
                    <a:pt x="84254" y="270608"/>
                  </a:cubicBezTo>
                  <a:cubicBezTo>
                    <a:pt x="71000" y="269868"/>
                    <a:pt x="58143" y="265817"/>
                    <a:pt x="46858" y="258826"/>
                  </a:cubicBezTo>
                  <a:cubicBezTo>
                    <a:pt x="40606" y="253764"/>
                    <a:pt x="34702" y="248288"/>
                    <a:pt x="29185" y="242433"/>
                  </a:cubicBezTo>
                  <a:cubicBezTo>
                    <a:pt x="20185" y="235824"/>
                    <a:pt x="10371" y="230400"/>
                    <a:pt x="-14" y="226297"/>
                  </a:cubicBezTo>
                  <a:cubicBezTo>
                    <a:pt x="10709" y="218900"/>
                    <a:pt x="19996" y="209613"/>
                    <a:pt x="27392" y="198890"/>
                  </a:cubicBezTo>
                  <a:cubicBezTo>
                    <a:pt x="39819" y="178405"/>
                    <a:pt x="42628" y="153497"/>
                    <a:pt x="35076" y="130759"/>
                  </a:cubicBezTo>
                  <a:cubicBezTo>
                    <a:pt x="30978" y="116415"/>
                    <a:pt x="35076" y="40087"/>
                    <a:pt x="88864" y="14730"/>
                  </a:cubicBezTo>
                  <a:cubicBezTo>
                    <a:pt x="123436" y="-416"/>
                    <a:pt x="161970" y="-4009"/>
                    <a:pt x="198746" y="4484"/>
                  </a:cubicBezTo>
                  <a:cubicBezTo>
                    <a:pt x="205559" y="5536"/>
                    <a:pt x="211944" y="8462"/>
                    <a:pt x="217188" y="12937"/>
                  </a:cubicBezTo>
                  <a:cubicBezTo>
                    <a:pt x="223215" y="17470"/>
                    <a:pt x="226265" y="24947"/>
                    <a:pt x="225128" y="32403"/>
                  </a:cubicBezTo>
                  <a:close/>
                </a:path>
              </a:pathLst>
            </a:custGeom>
            <a:solidFill>
              <a:schemeClr val="tx1"/>
            </a:solidFill>
            <a:ln w="25591"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604DBACE-8121-0104-E57F-3A8F4F8EE86D}"/>
                </a:ext>
              </a:extLst>
            </p:cNvPr>
            <p:cNvSpPr/>
            <p:nvPr/>
          </p:nvSpPr>
          <p:spPr>
            <a:xfrm>
              <a:off x="1316780" y="3978219"/>
              <a:ext cx="149739" cy="316266"/>
            </a:xfrm>
            <a:custGeom>
              <a:avLst/>
              <a:gdLst>
                <a:gd name="connsiteX0" fmla="*/ 149726 w 149739"/>
                <a:gd name="connsiteY0" fmla="*/ 237618 h 316266"/>
                <a:gd name="connsiteX1" fmla="*/ 114123 w 149739"/>
                <a:gd name="connsiteY1" fmla="*/ 316251 h 316266"/>
                <a:gd name="connsiteX2" fmla="*/ 7827 w 149739"/>
                <a:gd name="connsiteY2" fmla="*/ 116466 h 316266"/>
                <a:gd name="connsiteX3" fmla="*/ 27549 w 149739"/>
                <a:gd name="connsiteY3" fmla="*/ 1974 h 316266"/>
                <a:gd name="connsiteX4" fmla="*/ 120014 w 149739"/>
                <a:gd name="connsiteY4" fmla="*/ 138750 h 316266"/>
                <a:gd name="connsiteX5" fmla="*/ 149726 w 149739"/>
                <a:gd name="connsiteY5" fmla="*/ 237618 h 31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739" h="316266">
                  <a:moveTo>
                    <a:pt x="149726" y="237618"/>
                  </a:moveTo>
                  <a:lnTo>
                    <a:pt x="114123" y="316251"/>
                  </a:lnTo>
                  <a:cubicBezTo>
                    <a:pt x="67327" y="256354"/>
                    <a:pt x="31354" y="188743"/>
                    <a:pt x="7827" y="116466"/>
                  </a:cubicBezTo>
                  <a:cubicBezTo>
                    <a:pt x="-17786" y="25026"/>
                    <a:pt x="27549" y="1974"/>
                    <a:pt x="27549" y="1974"/>
                  </a:cubicBezTo>
                  <a:cubicBezTo>
                    <a:pt x="62384" y="-10833"/>
                    <a:pt x="85948" y="38601"/>
                    <a:pt x="120014" y="138750"/>
                  </a:cubicBezTo>
                  <a:cubicBezTo>
                    <a:pt x="138712" y="193819"/>
                    <a:pt x="149726" y="237618"/>
                    <a:pt x="149726" y="237618"/>
                  </a:cubicBezTo>
                  <a:close/>
                </a:path>
              </a:pathLst>
            </a:custGeom>
            <a:solidFill>
              <a:srgbClr val="FDB9A9"/>
            </a:solidFill>
            <a:ln w="25591"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6AB5CD4C-43D6-E500-DDDB-2E641E2C712B}"/>
                </a:ext>
              </a:extLst>
            </p:cNvPr>
            <p:cNvSpPr/>
            <p:nvPr/>
          </p:nvSpPr>
          <p:spPr>
            <a:xfrm>
              <a:off x="1430905" y="4170516"/>
              <a:ext cx="299689" cy="126953"/>
            </a:xfrm>
            <a:custGeom>
              <a:avLst/>
              <a:gdLst>
                <a:gd name="connsiteX0" fmla="*/ -2 w 299689"/>
                <a:gd name="connsiteY0" fmla="*/ 123954 h 126953"/>
                <a:gd name="connsiteX1" fmla="*/ 29710 w 299689"/>
                <a:gd name="connsiteY1" fmla="*/ 47114 h 126953"/>
                <a:gd name="connsiteX2" fmla="*/ 279185 w 299689"/>
                <a:gd name="connsiteY2" fmla="*/ -15 h 126953"/>
                <a:gd name="connsiteX3" fmla="*/ 299675 w 299689"/>
                <a:gd name="connsiteY3" fmla="*/ 23805 h 126953"/>
                <a:gd name="connsiteX4" fmla="*/ -2 w 299689"/>
                <a:gd name="connsiteY4" fmla="*/ 123954 h 12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689" h="126953">
                  <a:moveTo>
                    <a:pt x="-2" y="123954"/>
                  </a:moveTo>
                  <a:cubicBezTo>
                    <a:pt x="-2" y="123954"/>
                    <a:pt x="-1539" y="59920"/>
                    <a:pt x="29710" y="47114"/>
                  </a:cubicBezTo>
                  <a:cubicBezTo>
                    <a:pt x="60958" y="34307"/>
                    <a:pt x="279185" y="-15"/>
                    <a:pt x="279185" y="-15"/>
                  </a:cubicBezTo>
                  <a:lnTo>
                    <a:pt x="299675" y="23805"/>
                  </a:lnTo>
                  <a:cubicBezTo>
                    <a:pt x="299675" y="23805"/>
                    <a:pt x="85291" y="147518"/>
                    <a:pt x="-2" y="123954"/>
                  </a:cubicBezTo>
                  <a:close/>
                </a:path>
              </a:pathLst>
            </a:custGeom>
            <a:solidFill>
              <a:srgbClr val="FDB9A9"/>
            </a:solidFill>
            <a:ln w="25591"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1637549F-8D92-EF52-5009-3000D541FC4C}"/>
                </a:ext>
              </a:extLst>
            </p:cNvPr>
            <p:cNvSpPr/>
            <p:nvPr/>
          </p:nvSpPr>
          <p:spPr>
            <a:xfrm>
              <a:off x="1782077" y="4460460"/>
              <a:ext cx="19978" cy="23052"/>
            </a:xfrm>
            <a:custGeom>
              <a:avLst/>
              <a:gdLst>
                <a:gd name="connsiteX0" fmla="*/ 2803 w 19978"/>
                <a:gd name="connsiteY0" fmla="*/ 2802 h 23052"/>
                <a:gd name="connsiteX1" fmla="*/ -14 w 19978"/>
                <a:gd name="connsiteY1" fmla="*/ -15 h 23052"/>
                <a:gd name="connsiteX2" fmla="*/ 19964 w 19978"/>
                <a:gd name="connsiteY2" fmla="*/ 23037 h 23052"/>
                <a:gd name="connsiteX3" fmla="*/ 2803 w 19978"/>
                <a:gd name="connsiteY3" fmla="*/ 2802 h 23052"/>
              </a:gdLst>
              <a:ahLst/>
              <a:cxnLst>
                <a:cxn ang="0">
                  <a:pos x="connsiteX0" y="connsiteY0"/>
                </a:cxn>
                <a:cxn ang="0">
                  <a:pos x="connsiteX1" y="connsiteY1"/>
                </a:cxn>
                <a:cxn ang="0">
                  <a:pos x="connsiteX2" y="connsiteY2"/>
                </a:cxn>
                <a:cxn ang="0">
                  <a:pos x="connsiteX3" y="connsiteY3"/>
                </a:cxn>
              </a:cxnLst>
              <a:rect l="l" t="t" r="r" b="b"/>
              <a:pathLst>
                <a:path w="19978" h="23052">
                  <a:moveTo>
                    <a:pt x="2803" y="2802"/>
                  </a:moveTo>
                  <a:lnTo>
                    <a:pt x="-14" y="-15"/>
                  </a:lnTo>
                  <a:cubicBezTo>
                    <a:pt x="10743" y="12023"/>
                    <a:pt x="17915" y="20476"/>
                    <a:pt x="19964" y="23037"/>
                  </a:cubicBezTo>
                  <a:cubicBezTo>
                    <a:pt x="14585" y="16121"/>
                    <a:pt x="8694" y="9206"/>
                    <a:pt x="2803" y="2802"/>
                  </a:cubicBezTo>
                  <a:close/>
                </a:path>
              </a:pathLst>
            </a:custGeom>
            <a:solidFill>
              <a:srgbClr val="DC9BD5"/>
            </a:solidFill>
            <a:ln w="25591"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CF222153-C9D3-15CD-7F3F-C12BD90DFCA1}"/>
                </a:ext>
              </a:extLst>
            </p:cNvPr>
            <p:cNvSpPr/>
            <p:nvPr/>
          </p:nvSpPr>
          <p:spPr>
            <a:xfrm>
              <a:off x="1690279" y="4161443"/>
              <a:ext cx="174021" cy="66061"/>
            </a:xfrm>
            <a:custGeom>
              <a:avLst/>
              <a:gdLst>
                <a:gd name="connsiteX0" fmla="*/ 43374 w 174021"/>
                <a:gd name="connsiteY0" fmla="*/ 5728 h 66061"/>
                <a:gd name="connsiteX1" fmla="*/ 99980 w 174021"/>
                <a:gd name="connsiteY1" fmla="*/ 93 h 66061"/>
                <a:gd name="connsiteX2" fmla="*/ 130460 w 174021"/>
                <a:gd name="connsiteY2" fmla="*/ 2654 h 66061"/>
                <a:gd name="connsiteX3" fmla="*/ 166575 w 174021"/>
                <a:gd name="connsiteY3" fmla="*/ 16742 h 66061"/>
                <a:gd name="connsiteX4" fmla="*/ 174003 w 174021"/>
                <a:gd name="connsiteY4" fmla="*/ 23914 h 66061"/>
                <a:gd name="connsiteX5" fmla="*/ 169136 w 174021"/>
                <a:gd name="connsiteY5" fmla="*/ 31854 h 66061"/>
                <a:gd name="connsiteX6" fmla="*/ 159659 w 174021"/>
                <a:gd name="connsiteY6" fmla="*/ 34671 h 66061"/>
                <a:gd name="connsiteX7" fmla="*/ 139937 w 174021"/>
                <a:gd name="connsiteY7" fmla="*/ 44405 h 66061"/>
                <a:gd name="connsiteX8" fmla="*/ 105871 w 174021"/>
                <a:gd name="connsiteY8" fmla="*/ 52088 h 66061"/>
                <a:gd name="connsiteX9" fmla="*/ 85636 w 174021"/>
                <a:gd name="connsiteY9" fmla="*/ 61822 h 66061"/>
                <a:gd name="connsiteX10" fmla="*/ 40557 w 174021"/>
                <a:gd name="connsiteY10" fmla="*/ 61822 h 66061"/>
                <a:gd name="connsiteX11" fmla="*/ 25957 w 174021"/>
                <a:gd name="connsiteY11" fmla="*/ 55162 h 66061"/>
                <a:gd name="connsiteX12" fmla="*/ 11614 w 174021"/>
                <a:gd name="connsiteY12" fmla="*/ 48503 h 66061"/>
                <a:gd name="connsiteX13" fmla="*/ 3417 w 174021"/>
                <a:gd name="connsiteY13" fmla="*/ 45429 h 66061"/>
                <a:gd name="connsiteX14" fmla="*/ 3417 w 174021"/>
                <a:gd name="connsiteY14" fmla="*/ 19816 h 66061"/>
                <a:gd name="connsiteX15" fmla="*/ 26726 w 174021"/>
                <a:gd name="connsiteY15" fmla="*/ 10851 h 66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1" h="66061">
                  <a:moveTo>
                    <a:pt x="43374" y="5728"/>
                  </a:moveTo>
                  <a:cubicBezTo>
                    <a:pt x="62078" y="2454"/>
                    <a:pt x="80998" y="570"/>
                    <a:pt x="99980" y="93"/>
                  </a:cubicBezTo>
                  <a:cubicBezTo>
                    <a:pt x="110207" y="-339"/>
                    <a:pt x="120448" y="522"/>
                    <a:pt x="130460" y="2654"/>
                  </a:cubicBezTo>
                  <a:cubicBezTo>
                    <a:pt x="142988" y="5984"/>
                    <a:pt x="155102" y="10709"/>
                    <a:pt x="166575" y="16742"/>
                  </a:cubicBezTo>
                  <a:cubicBezTo>
                    <a:pt x="169649" y="18279"/>
                    <a:pt x="173491" y="20328"/>
                    <a:pt x="174003" y="23914"/>
                  </a:cubicBezTo>
                  <a:cubicBezTo>
                    <a:pt x="174117" y="27296"/>
                    <a:pt x="172202" y="30420"/>
                    <a:pt x="169136" y="31854"/>
                  </a:cubicBezTo>
                  <a:cubicBezTo>
                    <a:pt x="166092" y="33144"/>
                    <a:pt x="162913" y="34089"/>
                    <a:pt x="159659" y="34671"/>
                  </a:cubicBezTo>
                  <a:cubicBezTo>
                    <a:pt x="152744" y="36977"/>
                    <a:pt x="146596" y="41587"/>
                    <a:pt x="139937" y="44405"/>
                  </a:cubicBezTo>
                  <a:cubicBezTo>
                    <a:pt x="129179" y="48759"/>
                    <a:pt x="116885" y="48246"/>
                    <a:pt x="105871" y="52088"/>
                  </a:cubicBezTo>
                  <a:cubicBezTo>
                    <a:pt x="98955" y="54650"/>
                    <a:pt x="92552" y="59004"/>
                    <a:pt x="85636" y="61822"/>
                  </a:cubicBezTo>
                  <a:cubicBezTo>
                    <a:pt x="71138" y="67455"/>
                    <a:pt x="55055" y="67455"/>
                    <a:pt x="40557" y="61822"/>
                  </a:cubicBezTo>
                  <a:cubicBezTo>
                    <a:pt x="35575" y="59864"/>
                    <a:pt x="30701" y="57641"/>
                    <a:pt x="25957" y="55162"/>
                  </a:cubicBezTo>
                  <a:cubicBezTo>
                    <a:pt x="21406" y="52478"/>
                    <a:pt x="16601" y="50247"/>
                    <a:pt x="11614" y="48503"/>
                  </a:cubicBezTo>
                  <a:cubicBezTo>
                    <a:pt x="8284" y="48503"/>
                    <a:pt x="5979" y="48503"/>
                    <a:pt x="3417" y="45429"/>
                  </a:cubicBezTo>
                  <a:cubicBezTo>
                    <a:pt x="-1158" y="37504"/>
                    <a:pt x="-1158" y="27741"/>
                    <a:pt x="3417" y="19816"/>
                  </a:cubicBezTo>
                  <a:cubicBezTo>
                    <a:pt x="9812" y="14050"/>
                    <a:pt x="18115" y="10856"/>
                    <a:pt x="26726" y="10851"/>
                  </a:cubicBezTo>
                  <a:close/>
                </a:path>
              </a:pathLst>
            </a:custGeom>
            <a:solidFill>
              <a:srgbClr val="FDB9A9"/>
            </a:solidFill>
            <a:ln w="25591"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62FF1A3C-42D7-8B69-635B-D071DA01BBED}"/>
                </a:ext>
              </a:extLst>
            </p:cNvPr>
            <p:cNvSpPr/>
            <p:nvPr/>
          </p:nvSpPr>
          <p:spPr>
            <a:xfrm>
              <a:off x="1295090" y="3950259"/>
              <a:ext cx="155615" cy="175945"/>
            </a:xfrm>
            <a:custGeom>
              <a:avLst/>
              <a:gdLst>
                <a:gd name="connsiteX0" fmla="*/ 15686 w 155615"/>
                <a:gd name="connsiteY0" fmla="*/ 61182 h 175945"/>
                <a:gd name="connsiteX1" fmla="*/ 4416 w 155615"/>
                <a:gd name="connsiteY1" fmla="*/ 112409 h 175945"/>
                <a:gd name="connsiteX2" fmla="*/ 1086 w 155615"/>
                <a:gd name="connsiteY2" fmla="*/ 135974 h 175945"/>
                <a:gd name="connsiteX3" fmla="*/ 1086 w 155615"/>
                <a:gd name="connsiteY3" fmla="*/ 150829 h 175945"/>
                <a:gd name="connsiteX4" fmla="*/ 28493 w 155615"/>
                <a:gd name="connsiteY4" fmla="*/ 156977 h 175945"/>
                <a:gd name="connsiteX5" fmla="*/ 70499 w 155615"/>
                <a:gd name="connsiteY5" fmla="*/ 163636 h 175945"/>
                <a:gd name="connsiteX6" fmla="*/ 154255 w 155615"/>
                <a:gd name="connsiteY6" fmla="*/ 175931 h 175945"/>
                <a:gd name="connsiteX7" fmla="*/ 154255 w 155615"/>
                <a:gd name="connsiteY7" fmla="*/ 132900 h 175945"/>
                <a:gd name="connsiteX8" fmla="*/ 142473 w 155615"/>
                <a:gd name="connsiteY8" fmla="*/ 93711 h 175945"/>
                <a:gd name="connsiteX9" fmla="*/ 136069 w 155615"/>
                <a:gd name="connsiteY9" fmla="*/ 61438 h 175945"/>
                <a:gd name="connsiteX10" fmla="*/ 97905 w 155615"/>
                <a:gd name="connsiteY10" fmla="*/ 5089 h 175945"/>
                <a:gd name="connsiteX11" fmla="*/ 16454 w 155615"/>
                <a:gd name="connsiteY11" fmla="*/ 59133 h 17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5615" h="175945">
                  <a:moveTo>
                    <a:pt x="15686" y="61182"/>
                  </a:moveTo>
                  <a:cubicBezTo>
                    <a:pt x="10186" y="77827"/>
                    <a:pt x="6410" y="94993"/>
                    <a:pt x="4416" y="112409"/>
                  </a:cubicBezTo>
                  <a:lnTo>
                    <a:pt x="1086" y="135974"/>
                  </a:lnTo>
                  <a:cubicBezTo>
                    <a:pt x="-381" y="140817"/>
                    <a:pt x="-381" y="145986"/>
                    <a:pt x="1086" y="150829"/>
                  </a:cubicBezTo>
                  <a:cubicBezTo>
                    <a:pt x="5185" y="159026"/>
                    <a:pt x="20809" y="155696"/>
                    <a:pt x="28493" y="156977"/>
                  </a:cubicBezTo>
                  <a:lnTo>
                    <a:pt x="70499" y="163636"/>
                  </a:lnTo>
                  <a:lnTo>
                    <a:pt x="154255" y="175931"/>
                  </a:lnTo>
                  <a:cubicBezTo>
                    <a:pt x="156049" y="161643"/>
                    <a:pt x="156049" y="147187"/>
                    <a:pt x="154255" y="132900"/>
                  </a:cubicBezTo>
                  <a:cubicBezTo>
                    <a:pt x="151693" y="119581"/>
                    <a:pt x="145802" y="107287"/>
                    <a:pt x="142473" y="93711"/>
                  </a:cubicBezTo>
                  <a:cubicBezTo>
                    <a:pt x="139143" y="80136"/>
                    <a:pt x="138631" y="71428"/>
                    <a:pt x="136069" y="61438"/>
                  </a:cubicBezTo>
                  <a:cubicBezTo>
                    <a:pt x="130140" y="38855"/>
                    <a:pt x="116676" y="18975"/>
                    <a:pt x="97905" y="5089"/>
                  </a:cubicBezTo>
                  <a:cubicBezTo>
                    <a:pt x="68450" y="-16426"/>
                    <a:pt x="25419" y="35569"/>
                    <a:pt x="16454" y="59133"/>
                  </a:cubicBezTo>
                  <a:close/>
                </a:path>
              </a:pathLst>
            </a:custGeom>
            <a:solidFill>
              <a:srgbClr val="FFFFFF"/>
            </a:solidFill>
            <a:ln w="25591"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489CCE7-FBED-96DF-2733-3C40D7B66CF4}"/>
                </a:ext>
              </a:extLst>
            </p:cNvPr>
            <p:cNvSpPr/>
            <p:nvPr/>
          </p:nvSpPr>
          <p:spPr>
            <a:xfrm rot="21584400">
              <a:off x="1981686" y="4150147"/>
              <a:ext cx="109625" cy="162901"/>
            </a:xfrm>
            <a:custGeom>
              <a:avLst/>
              <a:gdLst>
                <a:gd name="connsiteX0" fmla="*/ -14 w 109625"/>
                <a:gd name="connsiteY0" fmla="*/ -15 h 162901"/>
                <a:gd name="connsiteX1" fmla="*/ 109611 w 109625"/>
                <a:gd name="connsiteY1" fmla="*/ -15 h 162901"/>
                <a:gd name="connsiteX2" fmla="*/ 109611 w 109625"/>
                <a:gd name="connsiteY2" fmla="*/ 162886 h 162901"/>
                <a:gd name="connsiteX3" fmla="*/ -14 w 109625"/>
                <a:gd name="connsiteY3" fmla="*/ 162886 h 162901"/>
              </a:gdLst>
              <a:ahLst/>
              <a:cxnLst>
                <a:cxn ang="0">
                  <a:pos x="connsiteX0" y="connsiteY0"/>
                </a:cxn>
                <a:cxn ang="0">
                  <a:pos x="connsiteX1" y="connsiteY1"/>
                </a:cxn>
                <a:cxn ang="0">
                  <a:pos x="connsiteX2" y="connsiteY2"/>
                </a:cxn>
                <a:cxn ang="0">
                  <a:pos x="connsiteX3" y="connsiteY3"/>
                </a:cxn>
              </a:cxnLst>
              <a:rect l="l" t="t" r="r" b="b"/>
              <a:pathLst>
                <a:path w="109625" h="162901">
                  <a:moveTo>
                    <a:pt x="-14" y="-15"/>
                  </a:moveTo>
                  <a:lnTo>
                    <a:pt x="109611" y="-15"/>
                  </a:lnTo>
                  <a:lnTo>
                    <a:pt x="109611" y="162886"/>
                  </a:lnTo>
                  <a:lnTo>
                    <a:pt x="-14" y="162886"/>
                  </a:lnTo>
                  <a:close/>
                </a:path>
              </a:pathLst>
            </a:custGeom>
            <a:solidFill>
              <a:schemeClr val="accent4"/>
            </a:solidFill>
            <a:ln w="25591"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4D28050F-F2F8-B94C-4032-3E063E99A841}"/>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solidFill>
              <a:schemeClr val="accent1"/>
            </a:solidFill>
            <a:ln w="25591"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C0391E42-50A4-9113-136E-2B8F573532FD}"/>
                </a:ext>
              </a:extLst>
            </p:cNvPr>
            <p:cNvSpPr/>
            <p:nvPr/>
          </p:nvSpPr>
          <p:spPr>
            <a:xfrm rot="21584400">
              <a:off x="2252066" y="4109732"/>
              <a:ext cx="109625" cy="202090"/>
            </a:xfrm>
            <a:custGeom>
              <a:avLst/>
              <a:gdLst>
                <a:gd name="connsiteX0" fmla="*/ -14 w 109625"/>
                <a:gd name="connsiteY0" fmla="*/ -15 h 202090"/>
                <a:gd name="connsiteX1" fmla="*/ 109611 w 109625"/>
                <a:gd name="connsiteY1" fmla="*/ -15 h 202090"/>
                <a:gd name="connsiteX2" fmla="*/ 109611 w 109625"/>
                <a:gd name="connsiteY2" fmla="*/ 202075 h 202090"/>
                <a:gd name="connsiteX3" fmla="*/ -14 w 109625"/>
                <a:gd name="connsiteY3" fmla="*/ 202075 h 202090"/>
              </a:gdLst>
              <a:ahLst/>
              <a:cxnLst>
                <a:cxn ang="0">
                  <a:pos x="connsiteX0" y="connsiteY0"/>
                </a:cxn>
                <a:cxn ang="0">
                  <a:pos x="connsiteX1" y="connsiteY1"/>
                </a:cxn>
                <a:cxn ang="0">
                  <a:pos x="connsiteX2" y="connsiteY2"/>
                </a:cxn>
                <a:cxn ang="0">
                  <a:pos x="connsiteX3" y="connsiteY3"/>
                </a:cxn>
              </a:cxnLst>
              <a:rect l="l" t="t" r="r" b="b"/>
              <a:pathLst>
                <a:path w="109625" h="202090">
                  <a:moveTo>
                    <a:pt x="-14" y="-15"/>
                  </a:moveTo>
                  <a:lnTo>
                    <a:pt x="109611" y="-15"/>
                  </a:lnTo>
                  <a:lnTo>
                    <a:pt x="109611" y="202075"/>
                  </a:lnTo>
                  <a:lnTo>
                    <a:pt x="-14" y="202075"/>
                  </a:lnTo>
                  <a:close/>
                </a:path>
              </a:pathLst>
            </a:custGeom>
            <a:solidFill>
              <a:schemeClr val="accent4"/>
            </a:solidFill>
            <a:ln w="25591"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C7D46C9D-5EAC-B7FB-5335-D2DC90C74913}"/>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solidFill>
              <a:schemeClr val="accent1"/>
            </a:solidFill>
            <a:ln w="25591"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E92783EA-3EDC-7E7F-0519-4E833D7DD52B}"/>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5A597BCA-9249-B33E-526C-CFFD2475116A}"/>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AF8693B-0269-33F0-7B51-20CFC4851B23}"/>
                </a:ext>
              </a:extLst>
            </p:cNvPr>
            <p:cNvSpPr/>
            <p:nvPr/>
          </p:nvSpPr>
          <p:spPr>
            <a:xfrm rot="21584400">
              <a:off x="2521470" y="3751716"/>
              <a:ext cx="109625" cy="558885"/>
            </a:xfrm>
            <a:custGeom>
              <a:avLst/>
              <a:gdLst>
                <a:gd name="connsiteX0" fmla="*/ -14 w 109625"/>
                <a:gd name="connsiteY0" fmla="*/ -15 h 558885"/>
                <a:gd name="connsiteX1" fmla="*/ 109611 w 109625"/>
                <a:gd name="connsiteY1" fmla="*/ -15 h 558885"/>
                <a:gd name="connsiteX2" fmla="*/ 109611 w 109625"/>
                <a:gd name="connsiteY2" fmla="*/ 558870 h 558885"/>
                <a:gd name="connsiteX3" fmla="*/ -14 w 109625"/>
                <a:gd name="connsiteY3" fmla="*/ 558870 h 558885"/>
              </a:gdLst>
              <a:ahLst/>
              <a:cxnLst>
                <a:cxn ang="0">
                  <a:pos x="connsiteX0" y="connsiteY0"/>
                </a:cxn>
                <a:cxn ang="0">
                  <a:pos x="connsiteX1" y="connsiteY1"/>
                </a:cxn>
                <a:cxn ang="0">
                  <a:pos x="connsiteX2" y="connsiteY2"/>
                </a:cxn>
                <a:cxn ang="0">
                  <a:pos x="connsiteX3" y="connsiteY3"/>
                </a:cxn>
              </a:cxnLst>
              <a:rect l="l" t="t" r="r" b="b"/>
              <a:pathLst>
                <a:path w="109625" h="558885">
                  <a:moveTo>
                    <a:pt x="-14" y="-15"/>
                  </a:moveTo>
                  <a:lnTo>
                    <a:pt x="109611" y="-15"/>
                  </a:lnTo>
                  <a:lnTo>
                    <a:pt x="109611" y="558870"/>
                  </a:lnTo>
                  <a:lnTo>
                    <a:pt x="-14" y="558870"/>
                  </a:lnTo>
                  <a:close/>
                </a:path>
              </a:pathLst>
            </a:custGeom>
            <a:solidFill>
              <a:schemeClr val="accent4"/>
            </a:solidFill>
            <a:ln w="25591"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FE65116F-8889-FF39-BECA-2E048A3D7ED2}"/>
                </a:ext>
              </a:extLst>
            </p:cNvPr>
            <p:cNvSpPr/>
            <p:nvPr/>
          </p:nvSpPr>
          <p:spPr>
            <a:xfrm>
              <a:off x="2153216" y="3914638"/>
              <a:ext cx="36371" cy="36371"/>
            </a:xfrm>
            <a:custGeom>
              <a:avLst/>
              <a:gdLst>
                <a:gd name="connsiteX0" fmla="*/ 36371 w 36371"/>
                <a:gd name="connsiteY0" fmla="*/ 18186 h 36371"/>
                <a:gd name="connsiteX1" fmla="*/ 18185 w 36371"/>
                <a:gd name="connsiteY1" fmla="*/ 36371 h 36371"/>
                <a:gd name="connsiteX2" fmla="*/ 0 w 36371"/>
                <a:gd name="connsiteY2" fmla="*/ 18186 h 36371"/>
                <a:gd name="connsiteX3" fmla="*/ 18185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5" y="36371"/>
                  </a:cubicBezTo>
                  <a:cubicBezTo>
                    <a:pt x="8142" y="36371"/>
                    <a:pt x="0" y="28229"/>
                    <a:pt x="0" y="18186"/>
                  </a:cubicBezTo>
                  <a:cubicBezTo>
                    <a:pt x="0" y="8142"/>
                    <a:pt x="8142" y="0"/>
                    <a:pt x="18185"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CA5ED723-D6A6-FA6D-8460-06A5E42D9012}"/>
                </a:ext>
              </a:extLst>
            </p:cNvPr>
            <p:cNvSpPr/>
            <p:nvPr/>
          </p:nvSpPr>
          <p:spPr>
            <a:xfrm>
              <a:off x="2000304" y="4088041"/>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02AA885A-BEB1-8B73-CC5E-C9C10CC9633B}"/>
                </a:ext>
              </a:extLst>
            </p:cNvPr>
            <p:cNvSpPr/>
            <p:nvPr/>
          </p:nvSpPr>
          <p:spPr>
            <a:xfrm>
              <a:off x="2284869" y="4053719"/>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9248431C-8DDA-FBEE-B090-8BC6992A2CF1}"/>
                </a:ext>
              </a:extLst>
            </p:cNvPr>
            <p:cNvSpPr/>
            <p:nvPr/>
          </p:nvSpPr>
          <p:spPr>
            <a:xfrm>
              <a:off x="2415498" y="381807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88A9A25D-3968-55FF-15C5-E420CE92F9FC}"/>
                </a:ext>
              </a:extLst>
            </p:cNvPr>
            <p:cNvSpPr/>
            <p:nvPr/>
          </p:nvSpPr>
          <p:spPr>
            <a:xfrm>
              <a:off x="2558165" y="370409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5E8EE861-B761-DCF4-3875-63A1DE0D2F22}"/>
                </a:ext>
              </a:extLst>
            </p:cNvPr>
            <p:cNvSpPr/>
            <p:nvPr/>
          </p:nvSpPr>
          <p:spPr>
            <a:xfrm>
              <a:off x="2014135" y="3717670"/>
              <a:ext cx="565544" cy="392141"/>
            </a:xfrm>
            <a:custGeom>
              <a:avLst/>
              <a:gdLst>
                <a:gd name="connsiteX0" fmla="*/ 8452 w 565544"/>
                <a:gd name="connsiteY0" fmla="*/ 392142 h 392141"/>
                <a:gd name="connsiteX1" fmla="*/ 0 w 565544"/>
                <a:gd name="connsiteY1" fmla="*/ 384714 h 392141"/>
                <a:gd name="connsiteX2" fmla="*/ 157267 w 565544"/>
                <a:gd name="connsiteY2" fmla="*/ 206701 h 392141"/>
                <a:gd name="connsiteX3" fmla="*/ 287639 w 565544"/>
                <a:gd name="connsiteY3" fmla="*/ 350648 h 392141"/>
                <a:gd name="connsiteX4" fmla="*/ 415963 w 565544"/>
                <a:gd name="connsiteY4" fmla="*/ 114236 h 392141"/>
                <a:gd name="connsiteX5" fmla="*/ 558629 w 565544"/>
                <a:gd name="connsiteY5" fmla="*/ 0 h 392141"/>
                <a:gd name="connsiteX6" fmla="*/ 565545 w 565544"/>
                <a:gd name="connsiteY6" fmla="*/ 8965 h 392141"/>
                <a:gd name="connsiteX7" fmla="*/ 423903 w 565544"/>
                <a:gd name="connsiteY7" fmla="*/ 122176 h 392141"/>
                <a:gd name="connsiteX8" fmla="*/ 289944 w 565544"/>
                <a:gd name="connsiteY8" fmla="*/ 370370 h 392141"/>
                <a:gd name="connsiteX9" fmla="*/ 157267 w 565544"/>
                <a:gd name="connsiteY9" fmla="*/ 223605 h 392141"/>
                <a:gd name="connsiteX10" fmla="*/ 8452 w 565544"/>
                <a:gd name="connsiteY10" fmla="*/ 392142 h 39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44" h="392141">
                  <a:moveTo>
                    <a:pt x="8452" y="392142"/>
                  </a:moveTo>
                  <a:lnTo>
                    <a:pt x="0" y="384714"/>
                  </a:lnTo>
                  <a:lnTo>
                    <a:pt x="157267" y="206701"/>
                  </a:lnTo>
                  <a:lnTo>
                    <a:pt x="287639" y="350648"/>
                  </a:lnTo>
                  <a:lnTo>
                    <a:pt x="415963" y="114236"/>
                  </a:lnTo>
                  <a:lnTo>
                    <a:pt x="558629" y="0"/>
                  </a:lnTo>
                  <a:lnTo>
                    <a:pt x="565545" y="8965"/>
                  </a:lnTo>
                  <a:lnTo>
                    <a:pt x="423903" y="122176"/>
                  </a:lnTo>
                  <a:lnTo>
                    <a:pt x="289944" y="370370"/>
                  </a:lnTo>
                  <a:lnTo>
                    <a:pt x="157267" y="223605"/>
                  </a:lnTo>
                  <a:lnTo>
                    <a:pt x="8452" y="392142"/>
                  </a:lnTo>
                  <a:close/>
                </a:path>
              </a:pathLst>
            </a:custGeom>
            <a:solidFill>
              <a:schemeClr val="accent1"/>
            </a:solidFill>
            <a:ln w="25591"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14D066A-A3C7-E312-6A4B-D0FD2FFD57BC}"/>
                </a:ext>
              </a:extLst>
            </p:cNvPr>
            <p:cNvSpPr/>
            <p:nvPr/>
          </p:nvSpPr>
          <p:spPr>
            <a:xfrm>
              <a:off x="2121711" y="3174139"/>
              <a:ext cx="428513" cy="282530"/>
            </a:xfrm>
            <a:custGeom>
              <a:avLst/>
              <a:gdLst>
                <a:gd name="connsiteX0" fmla="*/ 427730 w 428513"/>
                <a:gd name="connsiteY0" fmla="*/ 188770 h 282530"/>
                <a:gd name="connsiteX1" fmla="*/ 334241 w 428513"/>
                <a:gd name="connsiteY1" fmla="*/ 282515 h 282530"/>
                <a:gd name="connsiteX2" fmla="*/ 93731 w 428513"/>
                <a:gd name="connsiteY2" fmla="*/ 282515 h 282530"/>
                <a:gd name="connsiteX3" fmla="*/ -14 w 428513"/>
                <a:gd name="connsiteY3" fmla="*/ 188770 h 282530"/>
                <a:gd name="connsiteX4" fmla="*/ 93731 w 428513"/>
                <a:gd name="connsiteY4" fmla="*/ 95025 h 282530"/>
                <a:gd name="connsiteX5" fmla="*/ 128309 w 428513"/>
                <a:gd name="connsiteY5" fmla="*/ 95025 h 282530"/>
                <a:gd name="connsiteX6" fmla="*/ 128309 w 428513"/>
                <a:gd name="connsiteY6" fmla="*/ 87597 h 282530"/>
                <a:gd name="connsiteX7" fmla="*/ 212834 w 428513"/>
                <a:gd name="connsiteY7" fmla="*/ -1 h 282530"/>
                <a:gd name="connsiteX8" fmla="*/ 300432 w 428513"/>
                <a:gd name="connsiteY8" fmla="*/ 84523 h 282530"/>
                <a:gd name="connsiteX9" fmla="*/ 300432 w 428513"/>
                <a:gd name="connsiteY9" fmla="*/ 87597 h 282530"/>
                <a:gd name="connsiteX10" fmla="*/ 300432 w 428513"/>
                <a:gd name="connsiteY10" fmla="*/ 95025 h 282530"/>
                <a:gd name="connsiteX11" fmla="*/ 335010 w 428513"/>
                <a:gd name="connsiteY11" fmla="*/ 95025 h 282530"/>
                <a:gd name="connsiteX12" fmla="*/ 428499 w 428513"/>
                <a:gd name="connsiteY12" fmla="*/ 188514 h 282530"/>
                <a:gd name="connsiteX13" fmla="*/ 428499 w 428513"/>
                <a:gd name="connsiteY13" fmla="*/ 188770 h 282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513" h="282530">
                  <a:moveTo>
                    <a:pt x="427730" y="188770"/>
                  </a:moveTo>
                  <a:cubicBezTo>
                    <a:pt x="427731" y="240444"/>
                    <a:pt x="385915" y="282374"/>
                    <a:pt x="334241" y="282515"/>
                  </a:cubicBezTo>
                  <a:lnTo>
                    <a:pt x="93731" y="282515"/>
                  </a:lnTo>
                  <a:cubicBezTo>
                    <a:pt x="41957" y="282515"/>
                    <a:pt x="-14" y="240544"/>
                    <a:pt x="-14" y="188770"/>
                  </a:cubicBezTo>
                  <a:cubicBezTo>
                    <a:pt x="-14" y="136996"/>
                    <a:pt x="41957" y="95025"/>
                    <a:pt x="93731" y="95025"/>
                  </a:cubicBezTo>
                  <a:lnTo>
                    <a:pt x="128309" y="95025"/>
                  </a:lnTo>
                  <a:cubicBezTo>
                    <a:pt x="128177" y="92551"/>
                    <a:pt x="128177" y="90071"/>
                    <a:pt x="128309" y="87597"/>
                  </a:cubicBezTo>
                  <a:cubicBezTo>
                    <a:pt x="127461" y="40067"/>
                    <a:pt x="165303" y="848"/>
                    <a:pt x="212834" y="-1"/>
                  </a:cubicBezTo>
                  <a:cubicBezTo>
                    <a:pt x="260364" y="-850"/>
                    <a:pt x="299583" y="36993"/>
                    <a:pt x="300432" y="84523"/>
                  </a:cubicBezTo>
                  <a:lnTo>
                    <a:pt x="300432" y="87597"/>
                  </a:lnTo>
                  <a:cubicBezTo>
                    <a:pt x="300568" y="90071"/>
                    <a:pt x="300568" y="92551"/>
                    <a:pt x="300432" y="95025"/>
                  </a:cubicBezTo>
                  <a:lnTo>
                    <a:pt x="335010" y="95025"/>
                  </a:lnTo>
                  <a:cubicBezTo>
                    <a:pt x="386642" y="95025"/>
                    <a:pt x="428499" y="136881"/>
                    <a:pt x="428499" y="188514"/>
                  </a:cubicBezTo>
                  <a:cubicBezTo>
                    <a:pt x="428499" y="188599"/>
                    <a:pt x="428499" y="188685"/>
                    <a:pt x="428499" y="188770"/>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6736728C-2634-DA88-C6CE-66AB2251F6BC}"/>
                </a:ext>
              </a:extLst>
            </p:cNvPr>
            <p:cNvSpPr/>
            <p:nvPr/>
          </p:nvSpPr>
          <p:spPr>
            <a:xfrm>
              <a:off x="2087868" y="3166725"/>
              <a:ext cx="432645" cy="281109"/>
            </a:xfrm>
            <a:custGeom>
              <a:avLst/>
              <a:gdLst>
                <a:gd name="connsiteX0" fmla="*/ 432631 w 432645"/>
                <a:gd name="connsiteY0" fmla="*/ 187219 h 281109"/>
                <a:gd name="connsiteX1" fmla="*/ 338886 w 432645"/>
                <a:gd name="connsiteY1" fmla="*/ 280964 h 281109"/>
                <a:gd name="connsiteX2" fmla="*/ 98632 w 432645"/>
                <a:gd name="connsiteY2" fmla="*/ 280964 h 281109"/>
                <a:gd name="connsiteX3" fmla="*/ 116 w 432645"/>
                <a:gd name="connsiteY3" fmla="*/ 192246 h 281109"/>
                <a:gd name="connsiteX4" fmla="*/ 88835 w 432645"/>
                <a:gd name="connsiteY4" fmla="*/ 93730 h 281109"/>
                <a:gd name="connsiteX5" fmla="*/ 98632 w 432645"/>
                <a:gd name="connsiteY5" fmla="*/ 93730 h 281109"/>
                <a:gd name="connsiteX6" fmla="*/ 132954 w 432645"/>
                <a:gd name="connsiteY6" fmla="*/ 93730 h 281109"/>
                <a:gd name="connsiteX7" fmla="*/ 132954 w 432645"/>
                <a:gd name="connsiteY7" fmla="*/ 86046 h 281109"/>
                <a:gd name="connsiteX8" fmla="*/ 219015 w 432645"/>
                <a:gd name="connsiteY8" fmla="*/ -15 h 281109"/>
                <a:gd name="connsiteX9" fmla="*/ 305076 w 432645"/>
                <a:gd name="connsiteY9" fmla="*/ 86046 h 281109"/>
                <a:gd name="connsiteX10" fmla="*/ 305076 w 432645"/>
                <a:gd name="connsiteY10" fmla="*/ 86046 h 281109"/>
                <a:gd name="connsiteX11" fmla="*/ 305076 w 432645"/>
                <a:gd name="connsiteY11" fmla="*/ 93474 h 281109"/>
                <a:gd name="connsiteX12" fmla="*/ 339398 w 432645"/>
                <a:gd name="connsiteY12" fmla="*/ 93474 h 281109"/>
                <a:gd name="connsiteX13" fmla="*/ 432631 w 432645"/>
                <a:gd name="connsiteY13" fmla="*/ 187219 h 281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2645" h="281109">
                  <a:moveTo>
                    <a:pt x="432631" y="187219"/>
                  </a:moveTo>
                  <a:cubicBezTo>
                    <a:pt x="432631" y="238993"/>
                    <a:pt x="390660" y="280964"/>
                    <a:pt x="338886" y="280964"/>
                  </a:cubicBezTo>
                  <a:lnTo>
                    <a:pt x="98632" y="280964"/>
                  </a:lnTo>
                  <a:cubicBezTo>
                    <a:pt x="46928" y="283670"/>
                    <a:pt x="2821" y="243949"/>
                    <a:pt x="116" y="192246"/>
                  </a:cubicBezTo>
                  <a:cubicBezTo>
                    <a:pt x="-2589" y="140542"/>
                    <a:pt x="37131" y="96435"/>
                    <a:pt x="88835" y="93730"/>
                  </a:cubicBezTo>
                  <a:cubicBezTo>
                    <a:pt x="92098" y="93559"/>
                    <a:pt x="95368" y="93559"/>
                    <a:pt x="98632" y="93730"/>
                  </a:cubicBezTo>
                  <a:lnTo>
                    <a:pt x="132954" y="93730"/>
                  </a:lnTo>
                  <a:cubicBezTo>
                    <a:pt x="132954" y="91169"/>
                    <a:pt x="132954" y="88607"/>
                    <a:pt x="132954" y="86046"/>
                  </a:cubicBezTo>
                  <a:cubicBezTo>
                    <a:pt x="132954" y="38516"/>
                    <a:pt x="171485" y="-15"/>
                    <a:pt x="219015" y="-15"/>
                  </a:cubicBezTo>
                  <a:cubicBezTo>
                    <a:pt x="266545" y="-15"/>
                    <a:pt x="305076" y="38516"/>
                    <a:pt x="305076" y="86046"/>
                  </a:cubicBezTo>
                  <a:lnTo>
                    <a:pt x="305076" y="86046"/>
                  </a:lnTo>
                  <a:cubicBezTo>
                    <a:pt x="305209" y="88520"/>
                    <a:pt x="305209" y="91000"/>
                    <a:pt x="305076" y="93474"/>
                  </a:cubicBezTo>
                  <a:lnTo>
                    <a:pt x="339398" y="93474"/>
                  </a:lnTo>
                  <a:cubicBezTo>
                    <a:pt x="390914" y="93895"/>
                    <a:pt x="432493" y="135702"/>
                    <a:pt x="432631" y="187219"/>
                  </a:cubicBezTo>
                  <a:close/>
                </a:path>
              </a:pathLst>
            </a:custGeom>
            <a:solidFill>
              <a:srgbClr val="FFFFFF"/>
            </a:solidFill>
            <a:ln w="25591"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82E53CB2-5E8B-79C1-9814-2F40737F6BD4}"/>
                </a:ext>
              </a:extLst>
            </p:cNvPr>
            <p:cNvSpPr/>
            <p:nvPr/>
          </p:nvSpPr>
          <p:spPr>
            <a:xfrm>
              <a:off x="3263171" y="3764680"/>
              <a:ext cx="29125" cy="40545"/>
            </a:xfrm>
            <a:custGeom>
              <a:avLst/>
              <a:gdLst>
                <a:gd name="connsiteX0" fmla="*/ 17791 w 29125"/>
                <a:gd name="connsiteY0" fmla="*/ 873 h 40545"/>
                <a:gd name="connsiteX1" fmla="*/ 24962 w 29125"/>
                <a:gd name="connsiteY1" fmla="*/ 873 h 40545"/>
                <a:gd name="connsiteX2" fmla="*/ 27011 w 29125"/>
                <a:gd name="connsiteY2" fmla="*/ 4459 h 40545"/>
                <a:gd name="connsiteX3" fmla="*/ 14973 w 29125"/>
                <a:gd name="connsiteY3" fmla="*/ 37500 h 40545"/>
                <a:gd name="connsiteX4" fmla="*/ 8826 w 29125"/>
                <a:gd name="connsiteY4" fmla="*/ 40318 h 40545"/>
                <a:gd name="connsiteX5" fmla="*/ 2678 w 29125"/>
                <a:gd name="connsiteY5" fmla="*/ 38525 h 40545"/>
                <a:gd name="connsiteX6" fmla="*/ 629 w 29125"/>
                <a:gd name="connsiteY6" fmla="*/ 32634 h 40545"/>
                <a:gd name="connsiteX7" fmla="*/ 17790 w 29125"/>
                <a:gd name="connsiteY7" fmla="*/ 873 h 40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5" h="40545">
                  <a:moveTo>
                    <a:pt x="17791" y="873"/>
                  </a:moveTo>
                  <a:cubicBezTo>
                    <a:pt x="20035" y="-311"/>
                    <a:pt x="22719" y="-311"/>
                    <a:pt x="24962" y="873"/>
                  </a:cubicBezTo>
                  <a:cubicBezTo>
                    <a:pt x="25971" y="1850"/>
                    <a:pt x="26681" y="3094"/>
                    <a:pt x="27011" y="4459"/>
                  </a:cubicBezTo>
                  <a:cubicBezTo>
                    <a:pt x="32388" y="16922"/>
                    <a:pt x="27107" y="31416"/>
                    <a:pt x="14973" y="37500"/>
                  </a:cubicBezTo>
                  <a:cubicBezTo>
                    <a:pt x="13135" y="38844"/>
                    <a:pt x="11044" y="39802"/>
                    <a:pt x="8826" y="40318"/>
                  </a:cubicBezTo>
                  <a:cubicBezTo>
                    <a:pt x="6603" y="40919"/>
                    <a:pt x="4230" y="40227"/>
                    <a:pt x="2678" y="38525"/>
                  </a:cubicBezTo>
                  <a:cubicBezTo>
                    <a:pt x="1246" y="36908"/>
                    <a:pt x="509" y="34791"/>
                    <a:pt x="629" y="32634"/>
                  </a:cubicBezTo>
                  <a:cubicBezTo>
                    <a:pt x="-2299" y="19259"/>
                    <a:pt x="4998" y="5754"/>
                    <a:pt x="17790" y="873"/>
                  </a:cubicBezTo>
                  <a:close/>
                </a:path>
              </a:pathLst>
            </a:custGeom>
            <a:solidFill>
              <a:srgbClr val="CE9E95"/>
            </a:solidFill>
            <a:ln w="25591"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9B66349A-5A67-CB9D-C9C1-58AF48D1C017}"/>
                </a:ext>
              </a:extLst>
            </p:cNvPr>
            <p:cNvSpPr/>
            <p:nvPr/>
          </p:nvSpPr>
          <p:spPr>
            <a:xfrm>
              <a:off x="2835023" y="3200400"/>
              <a:ext cx="231056" cy="269075"/>
            </a:xfrm>
            <a:custGeom>
              <a:avLst/>
              <a:gdLst>
                <a:gd name="connsiteX0" fmla="*/ 231042 w 231056"/>
                <a:gd name="connsiteY0" fmla="*/ 114868 h 269075"/>
                <a:gd name="connsiteX1" fmla="*/ 214906 w 231056"/>
                <a:gd name="connsiteY1" fmla="*/ 173778 h 269075"/>
                <a:gd name="connsiteX2" fmla="*/ 214905 w 231056"/>
                <a:gd name="connsiteY2" fmla="*/ 175315 h 269075"/>
                <a:gd name="connsiteX3" fmla="*/ 163679 w 231056"/>
                <a:gd name="connsiteY3" fmla="*/ 269060 h 269075"/>
                <a:gd name="connsiteX4" fmla="*/ 56102 w 231056"/>
                <a:gd name="connsiteY4" fmla="*/ 269060 h 269075"/>
                <a:gd name="connsiteX5" fmla="*/ 12559 w 231056"/>
                <a:gd name="connsiteY5" fmla="*/ 167887 h 269075"/>
                <a:gd name="connsiteX6" fmla="*/ 63166 w 231056"/>
                <a:gd name="connsiteY6" fmla="*/ 12558 h 269075"/>
                <a:gd name="connsiteX7" fmla="*/ 218495 w 231056"/>
                <a:gd name="connsiteY7" fmla="*/ 63165 h 269075"/>
                <a:gd name="connsiteX8" fmla="*/ 231042 w 231056"/>
                <a:gd name="connsiteY8" fmla="*/ 114868 h 26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056" h="269075">
                  <a:moveTo>
                    <a:pt x="231042" y="114868"/>
                  </a:moveTo>
                  <a:cubicBezTo>
                    <a:pt x="231084" y="135602"/>
                    <a:pt x="225508" y="155960"/>
                    <a:pt x="214906" y="173778"/>
                  </a:cubicBezTo>
                  <a:lnTo>
                    <a:pt x="214905" y="175315"/>
                  </a:lnTo>
                  <a:lnTo>
                    <a:pt x="163679" y="269060"/>
                  </a:lnTo>
                  <a:lnTo>
                    <a:pt x="56102" y="269060"/>
                  </a:lnTo>
                  <a:lnTo>
                    <a:pt x="12559" y="167887"/>
                  </a:lnTo>
                  <a:cubicBezTo>
                    <a:pt x="-16359" y="111020"/>
                    <a:pt x="6298" y="41477"/>
                    <a:pt x="63166" y="12558"/>
                  </a:cubicBezTo>
                  <a:cubicBezTo>
                    <a:pt x="120033" y="-16360"/>
                    <a:pt x="189577" y="6297"/>
                    <a:pt x="218495" y="63165"/>
                  </a:cubicBezTo>
                  <a:cubicBezTo>
                    <a:pt x="226643" y="79188"/>
                    <a:pt x="230939" y="96892"/>
                    <a:pt x="231042" y="114868"/>
                  </a:cubicBezTo>
                  <a:close/>
                </a:path>
              </a:pathLst>
            </a:custGeom>
            <a:solidFill>
              <a:schemeClr val="accent1"/>
            </a:solidFill>
            <a:ln w="25591"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822CEE9-2ACD-0CF7-F8DF-3BA09DF4CE4D}"/>
                </a:ext>
              </a:extLst>
            </p:cNvPr>
            <p:cNvSpPr/>
            <p:nvPr/>
          </p:nvSpPr>
          <p:spPr>
            <a:xfrm>
              <a:off x="2834815" y="3199765"/>
              <a:ext cx="231264" cy="269710"/>
            </a:xfrm>
            <a:custGeom>
              <a:avLst/>
              <a:gdLst>
                <a:gd name="connsiteX0" fmla="*/ 231250 w 231264"/>
                <a:gd name="connsiteY0" fmla="*/ 115502 h 269710"/>
                <a:gd name="connsiteX1" fmla="*/ 215114 w 231264"/>
                <a:gd name="connsiteY1" fmla="*/ 174413 h 269710"/>
                <a:gd name="connsiteX2" fmla="*/ 215114 w 231264"/>
                <a:gd name="connsiteY2" fmla="*/ 175950 h 269710"/>
                <a:gd name="connsiteX3" fmla="*/ 163887 w 231264"/>
                <a:gd name="connsiteY3" fmla="*/ 269695 h 269710"/>
                <a:gd name="connsiteX4" fmla="*/ 56310 w 231264"/>
                <a:gd name="connsiteY4" fmla="*/ 269695 h 269710"/>
                <a:gd name="connsiteX5" fmla="*/ 12767 w 231264"/>
                <a:gd name="connsiteY5" fmla="*/ 168522 h 269710"/>
                <a:gd name="connsiteX6" fmla="*/ 49138 w 231264"/>
                <a:gd name="connsiteY6" fmla="*/ 20989 h 269710"/>
                <a:gd name="connsiteX7" fmla="*/ 115733 w 231264"/>
                <a:gd name="connsiteY7" fmla="*/ -14 h 269710"/>
                <a:gd name="connsiteX8" fmla="*/ 231250 w 231264"/>
                <a:gd name="connsiteY8" fmla="*/ 115503 h 26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264" h="269710">
                  <a:moveTo>
                    <a:pt x="231250" y="115502"/>
                  </a:moveTo>
                  <a:cubicBezTo>
                    <a:pt x="231293" y="136237"/>
                    <a:pt x="225716" y="156595"/>
                    <a:pt x="215114" y="174413"/>
                  </a:cubicBezTo>
                  <a:lnTo>
                    <a:pt x="215114" y="175950"/>
                  </a:lnTo>
                  <a:lnTo>
                    <a:pt x="163887" y="269695"/>
                  </a:lnTo>
                  <a:lnTo>
                    <a:pt x="56310" y="269695"/>
                  </a:lnTo>
                  <a:lnTo>
                    <a:pt x="12767" y="168522"/>
                  </a:lnTo>
                  <a:cubicBezTo>
                    <a:pt x="-13592" y="117155"/>
                    <a:pt x="1923" y="54218"/>
                    <a:pt x="49138" y="20989"/>
                  </a:cubicBezTo>
                  <a:cubicBezTo>
                    <a:pt x="68608" y="7224"/>
                    <a:pt x="91890" y="-118"/>
                    <a:pt x="115733" y="-14"/>
                  </a:cubicBezTo>
                  <a:cubicBezTo>
                    <a:pt x="179532" y="-14"/>
                    <a:pt x="231250" y="51705"/>
                    <a:pt x="231250" y="115503"/>
                  </a:cubicBezTo>
                  <a:close/>
                </a:path>
              </a:pathLst>
            </a:custGeom>
            <a:solidFill>
              <a:schemeClr val="accent4">
                <a:lumMod val="75000"/>
              </a:schemeClr>
            </a:solidFill>
            <a:ln w="25591"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41C58920-FE3E-1CCD-6173-68489A560A9D}"/>
                </a:ext>
              </a:extLst>
            </p:cNvPr>
            <p:cNvSpPr/>
            <p:nvPr/>
          </p:nvSpPr>
          <p:spPr>
            <a:xfrm>
              <a:off x="2834815" y="3216359"/>
              <a:ext cx="173891" cy="253116"/>
            </a:xfrm>
            <a:custGeom>
              <a:avLst/>
              <a:gdLst>
                <a:gd name="connsiteX0" fmla="*/ 173876 w 173891"/>
                <a:gd name="connsiteY0" fmla="*/ 96603 h 253116"/>
                <a:gd name="connsiteX1" fmla="*/ 126235 w 173891"/>
                <a:gd name="connsiteY1" fmla="*/ 253101 h 253116"/>
                <a:gd name="connsiteX2" fmla="*/ 56310 w 173891"/>
                <a:gd name="connsiteY2" fmla="*/ 253101 h 253116"/>
                <a:gd name="connsiteX3" fmla="*/ 12767 w 173891"/>
                <a:gd name="connsiteY3" fmla="*/ 151928 h 253116"/>
                <a:gd name="connsiteX4" fmla="*/ 49138 w 173891"/>
                <a:gd name="connsiteY4" fmla="*/ 4395 h 253116"/>
                <a:gd name="connsiteX5" fmla="*/ 169493 w 173891"/>
                <a:gd name="connsiteY5" fmla="*/ 67372 h 253116"/>
                <a:gd name="connsiteX6" fmla="*/ 173876 w 173891"/>
                <a:gd name="connsiteY6" fmla="*/ 96603 h 25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891" h="253116">
                  <a:moveTo>
                    <a:pt x="173876" y="96603"/>
                  </a:moveTo>
                  <a:cubicBezTo>
                    <a:pt x="171315" y="147830"/>
                    <a:pt x="126235" y="253101"/>
                    <a:pt x="126235" y="253101"/>
                  </a:cubicBezTo>
                  <a:lnTo>
                    <a:pt x="56310" y="253101"/>
                  </a:lnTo>
                  <a:lnTo>
                    <a:pt x="12767" y="151928"/>
                  </a:lnTo>
                  <a:cubicBezTo>
                    <a:pt x="-13592" y="100561"/>
                    <a:pt x="1923" y="37624"/>
                    <a:pt x="49138" y="4395"/>
                  </a:cubicBezTo>
                  <a:cubicBezTo>
                    <a:pt x="99764" y="-11449"/>
                    <a:pt x="153649" y="16747"/>
                    <a:pt x="169493" y="67372"/>
                  </a:cubicBezTo>
                  <a:cubicBezTo>
                    <a:pt x="172453" y="76831"/>
                    <a:pt x="173932" y="86692"/>
                    <a:pt x="173876" y="96603"/>
                  </a:cubicBezTo>
                  <a:close/>
                </a:path>
              </a:pathLst>
            </a:custGeom>
            <a:solidFill>
              <a:schemeClr val="accent4"/>
            </a:solidFill>
            <a:ln w="25591"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8C2D2300-1E89-CE0F-698D-7166FBA501EC}"/>
                </a:ext>
              </a:extLst>
            </p:cNvPr>
            <p:cNvSpPr/>
            <p:nvPr/>
          </p:nvSpPr>
          <p:spPr>
            <a:xfrm>
              <a:off x="2889346" y="3469220"/>
              <a:ext cx="107576" cy="85805"/>
            </a:xfrm>
            <a:custGeom>
              <a:avLst/>
              <a:gdLst>
                <a:gd name="connsiteX0" fmla="*/ 1793 w 107576"/>
                <a:gd name="connsiteY0" fmla="*/ 0 h 85805"/>
                <a:gd name="connsiteX1" fmla="*/ 107577 w 107576"/>
                <a:gd name="connsiteY1" fmla="*/ 0 h 85805"/>
                <a:gd name="connsiteX2" fmla="*/ 107577 w 107576"/>
                <a:gd name="connsiteY2" fmla="*/ 0 h 85805"/>
                <a:gd name="connsiteX3" fmla="*/ 107577 w 107576"/>
                <a:gd name="connsiteY3" fmla="*/ 34578 h 85805"/>
                <a:gd name="connsiteX4" fmla="*/ 56350 w 107576"/>
                <a:gd name="connsiteY4" fmla="*/ 85805 h 85805"/>
                <a:gd name="connsiteX5" fmla="*/ 51227 w 107576"/>
                <a:gd name="connsiteY5" fmla="*/ 85805 h 85805"/>
                <a:gd name="connsiteX6" fmla="*/ 0 w 107576"/>
                <a:gd name="connsiteY6" fmla="*/ 34578 h 85805"/>
                <a:gd name="connsiteX7" fmla="*/ 0 w 107576"/>
                <a:gd name="connsiteY7" fmla="*/ 0 h 85805"/>
                <a:gd name="connsiteX8" fmla="*/ 1793 w 107576"/>
                <a:gd name="connsiteY8" fmla="*/ 0 h 85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76" h="85805">
                  <a:moveTo>
                    <a:pt x="1793" y="0"/>
                  </a:moveTo>
                  <a:lnTo>
                    <a:pt x="107577" y="0"/>
                  </a:lnTo>
                  <a:lnTo>
                    <a:pt x="107577" y="0"/>
                  </a:lnTo>
                  <a:lnTo>
                    <a:pt x="107577" y="34578"/>
                  </a:lnTo>
                  <a:cubicBezTo>
                    <a:pt x="107577" y="62870"/>
                    <a:pt x="84642" y="85805"/>
                    <a:pt x="56350" y="85805"/>
                  </a:cubicBezTo>
                  <a:lnTo>
                    <a:pt x="51227" y="85805"/>
                  </a:lnTo>
                  <a:cubicBezTo>
                    <a:pt x="22935" y="85805"/>
                    <a:pt x="0" y="62870"/>
                    <a:pt x="0" y="34578"/>
                  </a:cubicBezTo>
                  <a:lnTo>
                    <a:pt x="0" y="0"/>
                  </a:lnTo>
                  <a:lnTo>
                    <a:pt x="1793" y="0"/>
                  </a:lnTo>
                  <a:close/>
                </a:path>
              </a:pathLst>
            </a:custGeom>
            <a:solidFill>
              <a:schemeClr val="tx1">
                <a:lumMod val="50000"/>
                <a:lumOff val="50000"/>
              </a:schemeClr>
            </a:solidFill>
            <a:ln w="25591"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F77D67C3-E6A4-E080-D465-69959258ABC2}"/>
                </a:ext>
              </a:extLst>
            </p:cNvPr>
            <p:cNvSpPr/>
            <p:nvPr/>
          </p:nvSpPr>
          <p:spPr>
            <a:xfrm>
              <a:off x="2897502" y="3341544"/>
              <a:ext cx="96445" cy="134220"/>
            </a:xfrm>
            <a:custGeom>
              <a:avLst/>
              <a:gdLst>
                <a:gd name="connsiteX0" fmla="*/ 24360 w 96445"/>
                <a:gd name="connsiteY0" fmla="*/ 131759 h 134220"/>
                <a:gd name="connsiteX1" fmla="*/ 20262 w 96445"/>
                <a:gd name="connsiteY1" fmla="*/ 128429 h 134220"/>
                <a:gd name="connsiteX2" fmla="*/ 27 w 96445"/>
                <a:gd name="connsiteY2" fmla="*/ 22645 h 134220"/>
                <a:gd name="connsiteX3" fmla="*/ 27 w 96445"/>
                <a:gd name="connsiteY3" fmla="*/ 22645 h 134220"/>
                <a:gd name="connsiteX4" fmla="*/ 27 w 96445"/>
                <a:gd name="connsiteY4" fmla="*/ 22645 h 134220"/>
                <a:gd name="connsiteX5" fmla="*/ 3357 w 96445"/>
                <a:gd name="connsiteY5" fmla="*/ 18035 h 134220"/>
                <a:gd name="connsiteX6" fmla="*/ 14371 w 96445"/>
                <a:gd name="connsiteY6" fmla="*/ 18035 h 134220"/>
                <a:gd name="connsiteX7" fmla="*/ 23591 w 96445"/>
                <a:gd name="connsiteY7" fmla="*/ 13425 h 134220"/>
                <a:gd name="connsiteX8" fmla="*/ 26665 w 96445"/>
                <a:gd name="connsiteY8" fmla="*/ 7534 h 134220"/>
                <a:gd name="connsiteX9" fmla="*/ 36654 w 96445"/>
                <a:gd name="connsiteY9" fmla="*/ 8814 h 134220"/>
                <a:gd name="connsiteX10" fmla="*/ 39728 w 96445"/>
                <a:gd name="connsiteY10" fmla="*/ 15474 h 134220"/>
                <a:gd name="connsiteX11" fmla="*/ 42802 w 96445"/>
                <a:gd name="connsiteY11" fmla="*/ 27512 h 134220"/>
                <a:gd name="connsiteX12" fmla="*/ 42802 w 96445"/>
                <a:gd name="connsiteY12" fmla="*/ 25719 h 134220"/>
                <a:gd name="connsiteX13" fmla="*/ 45875 w 96445"/>
                <a:gd name="connsiteY13" fmla="*/ 18291 h 134220"/>
                <a:gd name="connsiteX14" fmla="*/ 54584 w 96445"/>
                <a:gd name="connsiteY14" fmla="*/ 14961 h 134220"/>
                <a:gd name="connsiteX15" fmla="*/ 62012 w 96445"/>
                <a:gd name="connsiteY15" fmla="*/ 18547 h 134220"/>
                <a:gd name="connsiteX16" fmla="*/ 66110 w 96445"/>
                <a:gd name="connsiteY16" fmla="*/ 4972 h 134220"/>
                <a:gd name="connsiteX17" fmla="*/ 72001 w 96445"/>
                <a:gd name="connsiteY17" fmla="*/ 106 h 134220"/>
                <a:gd name="connsiteX18" fmla="*/ 77636 w 96445"/>
                <a:gd name="connsiteY18" fmla="*/ 4972 h 134220"/>
                <a:gd name="connsiteX19" fmla="*/ 79429 w 96445"/>
                <a:gd name="connsiteY19" fmla="*/ 15986 h 134220"/>
                <a:gd name="connsiteX20" fmla="*/ 79429 w 96445"/>
                <a:gd name="connsiteY20" fmla="*/ 19316 h 134220"/>
                <a:gd name="connsiteX21" fmla="*/ 82502 w 96445"/>
                <a:gd name="connsiteY21" fmla="*/ 19316 h 134220"/>
                <a:gd name="connsiteX22" fmla="*/ 85832 w 96445"/>
                <a:gd name="connsiteY22" fmla="*/ 19316 h 134220"/>
                <a:gd name="connsiteX23" fmla="*/ 93004 w 96445"/>
                <a:gd name="connsiteY23" fmla="*/ 19316 h 134220"/>
                <a:gd name="connsiteX24" fmla="*/ 96078 w 96445"/>
                <a:gd name="connsiteY24" fmla="*/ 20853 h 134220"/>
                <a:gd name="connsiteX25" fmla="*/ 96078 w 96445"/>
                <a:gd name="connsiteY25" fmla="*/ 24182 h 134220"/>
                <a:gd name="connsiteX26" fmla="*/ 75331 w 96445"/>
                <a:gd name="connsiteY26" fmla="*/ 130222 h 134220"/>
                <a:gd name="connsiteX27" fmla="*/ 71119 w 96445"/>
                <a:gd name="connsiteY27" fmla="*/ 134203 h 134220"/>
                <a:gd name="connsiteX28" fmla="*/ 67138 w 96445"/>
                <a:gd name="connsiteY28" fmla="*/ 129992 h 134220"/>
                <a:gd name="connsiteX29" fmla="*/ 67390 w 96445"/>
                <a:gd name="connsiteY29" fmla="*/ 128685 h 134220"/>
                <a:gd name="connsiteX30" fmla="*/ 87113 w 96445"/>
                <a:gd name="connsiteY30" fmla="*/ 27512 h 134220"/>
                <a:gd name="connsiteX31" fmla="*/ 83015 w 96445"/>
                <a:gd name="connsiteY31" fmla="*/ 27512 h 134220"/>
                <a:gd name="connsiteX32" fmla="*/ 71745 w 96445"/>
                <a:gd name="connsiteY32" fmla="*/ 24695 h 134220"/>
                <a:gd name="connsiteX33" fmla="*/ 69952 w 96445"/>
                <a:gd name="connsiteY33" fmla="*/ 17779 h 134220"/>
                <a:gd name="connsiteX34" fmla="*/ 69952 w 96445"/>
                <a:gd name="connsiteY34" fmla="*/ 17779 h 134220"/>
                <a:gd name="connsiteX35" fmla="*/ 68159 w 96445"/>
                <a:gd name="connsiteY35" fmla="*/ 23926 h 134220"/>
                <a:gd name="connsiteX36" fmla="*/ 59962 w 96445"/>
                <a:gd name="connsiteY36" fmla="*/ 30586 h 134220"/>
                <a:gd name="connsiteX37" fmla="*/ 54840 w 96445"/>
                <a:gd name="connsiteY37" fmla="*/ 26487 h 134220"/>
                <a:gd name="connsiteX38" fmla="*/ 52791 w 96445"/>
                <a:gd name="connsiteY38" fmla="*/ 24951 h 134220"/>
                <a:gd name="connsiteX39" fmla="*/ 50998 w 96445"/>
                <a:gd name="connsiteY39" fmla="*/ 24951 h 134220"/>
                <a:gd name="connsiteX40" fmla="*/ 49461 w 96445"/>
                <a:gd name="connsiteY40" fmla="*/ 28793 h 134220"/>
                <a:gd name="connsiteX41" fmla="*/ 47156 w 96445"/>
                <a:gd name="connsiteY41" fmla="*/ 35452 h 134220"/>
                <a:gd name="connsiteX42" fmla="*/ 37679 w 96445"/>
                <a:gd name="connsiteY42" fmla="*/ 38526 h 134220"/>
                <a:gd name="connsiteX43" fmla="*/ 33581 w 96445"/>
                <a:gd name="connsiteY43" fmla="*/ 32378 h 134220"/>
                <a:gd name="connsiteX44" fmla="*/ 30251 w 96445"/>
                <a:gd name="connsiteY44" fmla="*/ 18547 h 134220"/>
                <a:gd name="connsiteX45" fmla="*/ 30251 w 96445"/>
                <a:gd name="connsiteY45" fmla="*/ 17010 h 134220"/>
                <a:gd name="connsiteX46" fmla="*/ 13346 w 96445"/>
                <a:gd name="connsiteY46" fmla="*/ 27512 h 134220"/>
                <a:gd name="connsiteX47" fmla="*/ 7967 w 96445"/>
                <a:gd name="connsiteY47" fmla="*/ 27512 h 134220"/>
                <a:gd name="connsiteX48" fmla="*/ 27177 w 96445"/>
                <a:gd name="connsiteY48" fmla="*/ 128685 h 134220"/>
                <a:gd name="connsiteX49" fmla="*/ 24254 w 96445"/>
                <a:gd name="connsiteY49" fmla="*/ 133265 h 134220"/>
                <a:gd name="connsiteX50" fmla="*/ 24104 w 96445"/>
                <a:gd name="connsiteY50" fmla="*/ 133296 h 13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96445" h="134220">
                  <a:moveTo>
                    <a:pt x="24360" y="131759"/>
                  </a:moveTo>
                  <a:cubicBezTo>
                    <a:pt x="22327" y="131912"/>
                    <a:pt x="20528" y="130451"/>
                    <a:pt x="20262" y="128429"/>
                  </a:cubicBezTo>
                  <a:cubicBezTo>
                    <a:pt x="3101" y="38526"/>
                    <a:pt x="539" y="24695"/>
                    <a:pt x="27" y="22645"/>
                  </a:cubicBezTo>
                  <a:lnTo>
                    <a:pt x="27" y="22645"/>
                  </a:lnTo>
                  <a:lnTo>
                    <a:pt x="27" y="22645"/>
                  </a:lnTo>
                  <a:cubicBezTo>
                    <a:pt x="-283" y="20463"/>
                    <a:pt x="1188" y="18426"/>
                    <a:pt x="3357" y="18035"/>
                  </a:cubicBezTo>
                  <a:lnTo>
                    <a:pt x="14371" y="18035"/>
                  </a:lnTo>
                  <a:cubicBezTo>
                    <a:pt x="20518" y="18035"/>
                    <a:pt x="22567" y="18035"/>
                    <a:pt x="23591" y="13425"/>
                  </a:cubicBezTo>
                  <a:cubicBezTo>
                    <a:pt x="23871" y="11154"/>
                    <a:pt x="24963" y="9062"/>
                    <a:pt x="26665" y="7534"/>
                  </a:cubicBezTo>
                  <a:cubicBezTo>
                    <a:pt x="29820" y="5293"/>
                    <a:pt x="34167" y="5851"/>
                    <a:pt x="36654" y="8814"/>
                  </a:cubicBezTo>
                  <a:cubicBezTo>
                    <a:pt x="38294" y="10695"/>
                    <a:pt x="39360" y="13006"/>
                    <a:pt x="39728" y="15474"/>
                  </a:cubicBezTo>
                  <a:lnTo>
                    <a:pt x="42802" y="27512"/>
                  </a:lnTo>
                  <a:cubicBezTo>
                    <a:pt x="42802" y="27512"/>
                    <a:pt x="42802" y="27512"/>
                    <a:pt x="42802" y="25719"/>
                  </a:cubicBezTo>
                  <a:cubicBezTo>
                    <a:pt x="43267" y="23047"/>
                    <a:pt x="44317" y="20511"/>
                    <a:pt x="45875" y="18291"/>
                  </a:cubicBezTo>
                  <a:cubicBezTo>
                    <a:pt x="48099" y="15883"/>
                    <a:pt x="51320" y="14651"/>
                    <a:pt x="54584" y="14961"/>
                  </a:cubicBezTo>
                  <a:cubicBezTo>
                    <a:pt x="57424" y="15175"/>
                    <a:pt x="60078" y="16456"/>
                    <a:pt x="62012" y="18547"/>
                  </a:cubicBezTo>
                  <a:cubicBezTo>
                    <a:pt x="62012" y="13937"/>
                    <a:pt x="64573" y="9326"/>
                    <a:pt x="66110" y="4972"/>
                  </a:cubicBezTo>
                  <a:cubicBezTo>
                    <a:pt x="67647" y="618"/>
                    <a:pt x="71232" y="-407"/>
                    <a:pt x="72001" y="106"/>
                  </a:cubicBezTo>
                  <a:cubicBezTo>
                    <a:pt x="74796" y="185"/>
                    <a:pt x="77151" y="2218"/>
                    <a:pt x="77636" y="4972"/>
                  </a:cubicBezTo>
                  <a:cubicBezTo>
                    <a:pt x="78633" y="8567"/>
                    <a:pt x="79234" y="12260"/>
                    <a:pt x="79429" y="15986"/>
                  </a:cubicBezTo>
                  <a:cubicBezTo>
                    <a:pt x="79221" y="17086"/>
                    <a:pt x="79221" y="18216"/>
                    <a:pt x="79429" y="19316"/>
                  </a:cubicBezTo>
                  <a:lnTo>
                    <a:pt x="82502" y="19316"/>
                  </a:lnTo>
                  <a:lnTo>
                    <a:pt x="85832" y="19316"/>
                  </a:lnTo>
                  <a:lnTo>
                    <a:pt x="93004" y="19316"/>
                  </a:lnTo>
                  <a:cubicBezTo>
                    <a:pt x="94204" y="19353"/>
                    <a:pt x="95328" y="19915"/>
                    <a:pt x="96078" y="20853"/>
                  </a:cubicBezTo>
                  <a:cubicBezTo>
                    <a:pt x="96549" y="21912"/>
                    <a:pt x="96549" y="23122"/>
                    <a:pt x="96078" y="24182"/>
                  </a:cubicBezTo>
                  <a:lnTo>
                    <a:pt x="75331" y="130222"/>
                  </a:lnTo>
                  <a:cubicBezTo>
                    <a:pt x="75267" y="132484"/>
                    <a:pt x="73381" y="134267"/>
                    <a:pt x="71119" y="134203"/>
                  </a:cubicBezTo>
                  <a:cubicBezTo>
                    <a:pt x="68856" y="134140"/>
                    <a:pt x="67074" y="132254"/>
                    <a:pt x="67138" y="129992"/>
                  </a:cubicBezTo>
                  <a:cubicBezTo>
                    <a:pt x="67150" y="129545"/>
                    <a:pt x="67235" y="129104"/>
                    <a:pt x="67390" y="128685"/>
                  </a:cubicBezTo>
                  <a:lnTo>
                    <a:pt x="87113" y="27512"/>
                  </a:lnTo>
                  <a:lnTo>
                    <a:pt x="83015" y="27512"/>
                  </a:lnTo>
                  <a:cubicBezTo>
                    <a:pt x="79941" y="27512"/>
                    <a:pt x="74562" y="29049"/>
                    <a:pt x="71745" y="24695"/>
                  </a:cubicBezTo>
                  <a:cubicBezTo>
                    <a:pt x="70583" y="22573"/>
                    <a:pt x="69967" y="20197"/>
                    <a:pt x="69952" y="17779"/>
                  </a:cubicBezTo>
                  <a:lnTo>
                    <a:pt x="69952" y="17779"/>
                  </a:lnTo>
                  <a:cubicBezTo>
                    <a:pt x="69473" y="19861"/>
                    <a:pt x="68874" y="21913"/>
                    <a:pt x="68159" y="23926"/>
                  </a:cubicBezTo>
                  <a:cubicBezTo>
                    <a:pt x="66622" y="29817"/>
                    <a:pt x="62780" y="31098"/>
                    <a:pt x="59962" y="30586"/>
                  </a:cubicBezTo>
                  <a:cubicBezTo>
                    <a:pt x="57744" y="30022"/>
                    <a:pt x="55877" y="28528"/>
                    <a:pt x="54840" y="26487"/>
                  </a:cubicBezTo>
                  <a:cubicBezTo>
                    <a:pt x="54840" y="26487"/>
                    <a:pt x="54840" y="24951"/>
                    <a:pt x="52791" y="24951"/>
                  </a:cubicBezTo>
                  <a:cubicBezTo>
                    <a:pt x="52236" y="24630"/>
                    <a:pt x="51553" y="24630"/>
                    <a:pt x="50998" y="24951"/>
                  </a:cubicBezTo>
                  <a:cubicBezTo>
                    <a:pt x="50242" y="26120"/>
                    <a:pt x="49720" y="27425"/>
                    <a:pt x="49461" y="28793"/>
                  </a:cubicBezTo>
                  <a:cubicBezTo>
                    <a:pt x="49003" y="31108"/>
                    <a:pt x="48227" y="33349"/>
                    <a:pt x="47156" y="35452"/>
                  </a:cubicBezTo>
                  <a:cubicBezTo>
                    <a:pt x="45113" y="38578"/>
                    <a:pt x="41168" y="39857"/>
                    <a:pt x="37679" y="38526"/>
                  </a:cubicBezTo>
                  <a:cubicBezTo>
                    <a:pt x="35558" y="37095"/>
                    <a:pt x="34086" y="34886"/>
                    <a:pt x="33581" y="32378"/>
                  </a:cubicBezTo>
                  <a:lnTo>
                    <a:pt x="30251" y="18547"/>
                  </a:lnTo>
                  <a:cubicBezTo>
                    <a:pt x="30362" y="18041"/>
                    <a:pt x="30362" y="17517"/>
                    <a:pt x="30251" y="17010"/>
                  </a:cubicBezTo>
                  <a:cubicBezTo>
                    <a:pt x="27949" y="24179"/>
                    <a:pt x="20793" y="28625"/>
                    <a:pt x="13346" y="27512"/>
                  </a:cubicBezTo>
                  <a:lnTo>
                    <a:pt x="7967" y="27512"/>
                  </a:lnTo>
                  <a:cubicBezTo>
                    <a:pt x="11809" y="48515"/>
                    <a:pt x="27177" y="128685"/>
                    <a:pt x="27177" y="128685"/>
                  </a:cubicBezTo>
                  <a:cubicBezTo>
                    <a:pt x="27635" y="130757"/>
                    <a:pt x="26326" y="132808"/>
                    <a:pt x="24254" y="133265"/>
                  </a:cubicBezTo>
                  <a:cubicBezTo>
                    <a:pt x="24204" y="133276"/>
                    <a:pt x="24154" y="133286"/>
                    <a:pt x="24104" y="133296"/>
                  </a:cubicBezTo>
                  <a:close/>
                </a:path>
              </a:pathLst>
            </a:custGeom>
            <a:solidFill>
              <a:schemeClr val="accent4">
                <a:lumMod val="20000"/>
                <a:lumOff val="80000"/>
              </a:schemeClr>
            </a:solidFill>
            <a:ln w="25591" cap="flat">
              <a:noFill/>
              <a:prstDash val="solid"/>
              <a:miter/>
            </a:ln>
          </p:spPr>
          <p:txBody>
            <a:bodyPr rtlCol="0" anchor="ctr"/>
            <a:lstStyle/>
            <a:p>
              <a:endParaRPr lang="en-US" dirty="0"/>
            </a:p>
          </p:txBody>
        </p:sp>
      </p:grpSp>
      <p:grpSp>
        <p:nvGrpSpPr>
          <p:cNvPr id="76" name="Group 75">
            <a:extLst>
              <a:ext uri="{FF2B5EF4-FFF2-40B4-BE49-F238E27FC236}">
                <a16:creationId xmlns:a16="http://schemas.microsoft.com/office/drawing/2014/main" id="{EC5A7B12-086F-DCAC-E441-269F17025C94}"/>
              </a:ext>
            </a:extLst>
          </p:cNvPr>
          <p:cNvGrpSpPr/>
          <p:nvPr/>
        </p:nvGrpSpPr>
        <p:grpSpPr>
          <a:xfrm>
            <a:off x="8586545" y="1441606"/>
            <a:ext cx="2677061" cy="2108938"/>
            <a:chOff x="8586545" y="1441606"/>
            <a:chExt cx="2677061" cy="2108938"/>
          </a:xfrm>
        </p:grpSpPr>
        <p:grpSp>
          <p:nvGrpSpPr>
            <p:cNvPr id="77" name="Group 76">
              <a:extLst>
                <a:ext uri="{FF2B5EF4-FFF2-40B4-BE49-F238E27FC236}">
                  <a16:creationId xmlns:a16="http://schemas.microsoft.com/office/drawing/2014/main" id="{88CF95CE-455E-CCA7-616E-15B317909F1C}"/>
                </a:ext>
              </a:extLst>
            </p:cNvPr>
            <p:cNvGrpSpPr/>
            <p:nvPr/>
          </p:nvGrpSpPr>
          <p:grpSpPr>
            <a:xfrm>
              <a:off x="8742508" y="1441606"/>
              <a:ext cx="2521098" cy="2107108"/>
              <a:chOff x="8333039" y="3936071"/>
              <a:chExt cx="2932724" cy="2358197"/>
            </a:xfrm>
          </p:grpSpPr>
          <p:sp>
            <p:nvSpPr>
              <p:cNvPr id="79" name="Rectangle: Rounded Corners 78">
                <a:extLst>
                  <a:ext uri="{FF2B5EF4-FFF2-40B4-BE49-F238E27FC236}">
                    <a16:creationId xmlns:a16="http://schemas.microsoft.com/office/drawing/2014/main" id="{508C41A1-140D-A954-77D9-AB0D07D71D80}"/>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L-Shape 79">
                <a:extLst>
                  <a:ext uri="{FF2B5EF4-FFF2-40B4-BE49-F238E27FC236}">
                    <a16:creationId xmlns:a16="http://schemas.microsoft.com/office/drawing/2014/main" id="{AF0073BC-0E9E-E6C1-C302-57A0E4710B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Rectangle: Rounded Corners 77">
              <a:extLst>
                <a:ext uri="{FF2B5EF4-FFF2-40B4-BE49-F238E27FC236}">
                  <a16:creationId xmlns:a16="http://schemas.microsoft.com/office/drawing/2014/main" id="{BAC9B0FB-0808-29CE-CF0E-0FD7B650D5D4}"/>
                </a:ext>
              </a:extLst>
            </p:cNvPr>
            <p:cNvSpPr/>
            <p:nvPr/>
          </p:nvSpPr>
          <p:spPr>
            <a:xfrm flipH="1">
              <a:off x="8586545" y="1658072"/>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grpSp>
        <p:nvGrpSpPr>
          <p:cNvPr id="81" name="Group 80">
            <a:extLst>
              <a:ext uri="{FF2B5EF4-FFF2-40B4-BE49-F238E27FC236}">
                <a16:creationId xmlns:a16="http://schemas.microsoft.com/office/drawing/2014/main" id="{EF28BC0E-1B3A-D0F7-0BFF-A16457E71547}"/>
              </a:ext>
            </a:extLst>
          </p:cNvPr>
          <p:cNvGrpSpPr/>
          <p:nvPr/>
        </p:nvGrpSpPr>
        <p:grpSpPr>
          <a:xfrm>
            <a:off x="5724845" y="3730399"/>
            <a:ext cx="2666644" cy="2093698"/>
            <a:chOff x="5724845" y="3730399"/>
            <a:chExt cx="2666644" cy="2093698"/>
          </a:xfrm>
        </p:grpSpPr>
        <p:grpSp>
          <p:nvGrpSpPr>
            <p:cNvPr id="82" name="Group 81">
              <a:extLst>
                <a:ext uri="{FF2B5EF4-FFF2-40B4-BE49-F238E27FC236}">
                  <a16:creationId xmlns:a16="http://schemas.microsoft.com/office/drawing/2014/main" id="{F4A53FD0-95C8-FF57-8A4D-2A89A2EB99C2}"/>
                </a:ext>
              </a:extLst>
            </p:cNvPr>
            <p:cNvGrpSpPr/>
            <p:nvPr/>
          </p:nvGrpSpPr>
          <p:grpSpPr>
            <a:xfrm flipH="1" flipV="1">
              <a:off x="5724845" y="3730399"/>
              <a:ext cx="2612150" cy="2093698"/>
              <a:chOff x="8333039" y="3936071"/>
              <a:chExt cx="2932724" cy="2358197"/>
            </a:xfrm>
          </p:grpSpPr>
          <p:sp>
            <p:nvSpPr>
              <p:cNvPr id="84" name="Rectangle: Rounded Corners 83">
                <a:extLst>
                  <a:ext uri="{FF2B5EF4-FFF2-40B4-BE49-F238E27FC236}">
                    <a16:creationId xmlns:a16="http://schemas.microsoft.com/office/drawing/2014/main" id="{D4497C93-38FD-D808-9E57-DD8B922EC67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L-Shape 84">
                <a:extLst>
                  <a:ext uri="{FF2B5EF4-FFF2-40B4-BE49-F238E27FC236}">
                    <a16:creationId xmlns:a16="http://schemas.microsoft.com/office/drawing/2014/main" id="{D27FACEA-5843-A392-5E35-B9192A144F1F}"/>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3" name="Rectangle: Rounded Corners 82">
              <a:extLst>
                <a:ext uri="{FF2B5EF4-FFF2-40B4-BE49-F238E27FC236}">
                  <a16:creationId xmlns:a16="http://schemas.microsoft.com/office/drawing/2014/main" id="{08F2395F-3A11-2E79-403A-6CBCB60DA030}"/>
                </a:ext>
              </a:extLst>
            </p:cNvPr>
            <p:cNvSpPr/>
            <p:nvPr/>
          </p:nvSpPr>
          <p:spPr>
            <a:xfrm flipH="1">
              <a:off x="5988923" y="3730758"/>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grpSp>
        <p:nvGrpSpPr>
          <p:cNvPr id="86" name="Group 85">
            <a:extLst>
              <a:ext uri="{FF2B5EF4-FFF2-40B4-BE49-F238E27FC236}">
                <a16:creationId xmlns:a16="http://schemas.microsoft.com/office/drawing/2014/main" id="{DC24BAC1-236C-47A7-FA8D-6BC16B02D7D3}"/>
              </a:ext>
            </a:extLst>
          </p:cNvPr>
          <p:cNvGrpSpPr/>
          <p:nvPr/>
        </p:nvGrpSpPr>
        <p:grpSpPr>
          <a:xfrm>
            <a:off x="8594960" y="3730400"/>
            <a:ext cx="2668645" cy="2095525"/>
            <a:chOff x="8594960" y="3730400"/>
            <a:chExt cx="2668645" cy="2095525"/>
          </a:xfrm>
        </p:grpSpPr>
        <p:grpSp>
          <p:nvGrpSpPr>
            <p:cNvPr id="87" name="Group 86">
              <a:extLst>
                <a:ext uri="{FF2B5EF4-FFF2-40B4-BE49-F238E27FC236}">
                  <a16:creationId xmlns:a16="http://schemas.microsoft.com/office/drawing/2014/main" id="{DD001453-B77C-1C7D-A852-42F7E94DA4E4}"/>
                </a:ext>
              </a:extLst>
            </p:cNvPr>
            <p:cNvGrpSpPr/>
            <p:nvPr/>
          </p:nvGrpSpPr>
          <p:grpSpPr>
            <a:xfrm flipV="1">
              <a:off x="8657568" y="3730400"/>
              <a:ext cx="2606037" cy="2095525"/>
              <a:chOff x="8333039" y="3936071"/>
              <a:chExt cx="2932724" cy="2358197"/>
            </a:xfrm>
          </p:grpSpPr>
          <p:sp>
            <p:nvSpPr>
              <p:cNvPr id="89" name="Rectangle: Rounded Corners 88">
                <a:extLst>
                  <a:ext uri="{FF2B5EF4-FFF2-40B4-BE49-F238E27FC236}">
                    <a16:creationId xmlns:a16="http://schemas.microsoft.com/office/drawing/2014/main" id="{D06152C2-3970-AAC4-FC21-41B481D9F589}"/>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L-Shape 89">
                <a:extLst>
                  <a:ext uri="{FF2B5EF4-FFF2-40B4-BE49-F238E27FC236}">
                    <a16:creationId xmlns:a16="http://schemas.microsoft.com/office/drawing/2014/main" id="{9C9ECCF4-1F2C-666C-C167-220C0177D5E1}"/>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8" name="Rectangle: Rounded Corners 87">
              <a:extLst>
                <a:ext uri="{FF2B5EF4-FFF2-40B4-BE49-F238E27FC236}">
                  <a16:creationId xmlns:a16="http://schemas.microsoft.com/office/drawing/2014/main" id="{70E78032-3005-814C-D84F-F061C6A13B2D}"/>
                </a:ext>
              </a:extLst>
            </p:cNvPr>
            <p:cNvSpPr/>
            <p:nvPr/>
          </p:nvSpPr>
          <p:spPr>
            <a:xfrm flipH="1">
              <a:off x="8594960" y="3732589"/>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spTree>
    <p:extLst>
      <p:ext uri="{BB962C8B-B14F-4D97-AF65-F5344CB8AC3E}">
        <p14:creationId xmlns:p14="http://schemas.microsoft.com/office/powerpoint/2010/main" val="132087190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C3AA34-5D14-E239-C5CA-FD1E6A113A9F}"/>
              </a:ext>
            </a:extLst>
          </p:cNvPr>
          <p:cNvSpPr>
            <a:spLocks noGrp="1"/>
          </p:cNvSpPr>
          <p:nvPr>
            <p:ph type="title"/>
          </p:nvPr>
        </p:nvSpPr>
        <p:spPr>
          <a:xfrm>
            <a:off x="214184" y="13663"/>
            <a:ext cx="9728886" cy="678316"/>
          </a:xfrm>
        </p:spPr>
        <p:txBody>
          <a:bodyPr>
            <a:normAutofit/>
          </a:bodyPr>
          <a:lstStyle/>
          <a:p>
            <a:r>
              <a:rPr lang="en-US" dirty="0"/>
              <a:t>Arrows 10</a:t>
            </a:r>
          </a:p>
        </p:txBody>
      </p:sp>
      <p:grpSp>
        <p:nvGrpSpPr>
          <p:cNvPr id="3" name="Groupe 7">
            <a:extLst>
              <a:ext uri="{FF2B5EF4-FFF2-40B4-BE49-F238E27FC236}">
                <a16:creationId xmlns:a16="http://schemas.microsoft.com/office/drawing/2014/main" id="{345B2EE9-D60B-0EE0-243D-E242FA9C6294}"/>
              </a:ext>
            </a:extLst>
          </p:cNvPr>
          <p:cNvGrpSpPr/>
          <p:nvPr/>
        </p:nvGrpSpPr>
        <p:grpSpPr>
          <a:xfrm>
            <a:off x="1995814" y="1428201"/>
            <a:ext cx="8200372" cy="4615378"/>
            <a:chOff x="2228590" y="1052886"/>
            <a:chExt cx="7353821" cy="4845534"/>
          </a:xfrm>
        </p:grpSpPr>
        <p:sp>
          <p:nvSpPr>
            <p:cNvPr id="4" name="Shape">
              <a:extLst>
                <a:ext uri="{FF2B5EF4-FFF2-40B4-BE49-F238E27FC236}">
                  <a16:creationId xmlns:a16="http://schemas.microsoft.com/office/drawing/2014/main" id="{DB07B214-33D7-93AC-6139-D7CA7C321185}"/>
                </a:ext>
              </a:extLst>
            </p:cNvPr>
            <p:cNvSpPr/>
            <p:nvPr/>
          </p:nvSpPr>
          <p:spPr>
            <a:xfrm>
              <a:off x="5962389" y="1052886"/>
              <a:ext cx="3620022" cy="2292836"/>
            </a:xfrm>
            <a:custGeom>
              <a:avLst/>
              <a:gdLst/>
              <a:ahLst/>
              <a:cxnLst>
                <a:cxn ang="0">
                  <a:pos x="wd2" y="hd2"/>
                </a:cxn>
                <a:cxn ang="5400000">
                  <a:pos x="wd2" y="hd2"/>
                </a:cxn>
                <a:cxn ang="10800000">
                  <a:pos x="wd2" y="hd2"/>
                </a:cxn>
                <a:cxn ang="16200000">
                  <a:pos x="wd2" y="hd2"/>
                </a:cxn>
              </a:cxnLst>
              <a:rect l="0" t="0" r="r" b="b"/>
              <a:pathLst>
                <a:path w="21550" h="21368" extrusionOk="0">
                  <a:moveTo>
                    <a:pt x="21403" y="8171"/>
                  </a:moveTo>
                  <a:lnTo>
                    <a:pt x="15634" y="206"/>
                  </a:lnTo>
                  <a:cubicBezTo>
                    <a:pt x="15317" y="-232"/>
                    <a:pt x="14777" y="76"/>
                    <a:pt x="14777" y="691"/>
                  </a:cubicBezTo>
                  <a:lnTo>
                    <a:pt x="14777" y="1650"/>
                  </a:lnTo>
                  <a:cubicBezTo>
                    <a:pt x="14777" y="2029"/>
                    <a:pt x="14554" y="2348"/>
                    <a:pt x="14271" y="2348"/>
                  </a:cubicBezTo>
                  <a:lnTo>
                    <a:pt x="9137" y="2348"/>
                  </a:lnTo>
                  <a:cubicBezTo>
                    <a:pt x="4089" y="2348"/>
                    <a:pt x="0" y="7994"/>
                    <a:pt x="0" y="14965"/>
                  </a:cubicBezTo>
                  <a:lnTo>
                    <a:pt x="0" y="14965"/>
                  </a:lnTo>
                  <a:lnTo>
                    <a:pt x="0" y="21368"/>
                  </a:lnTo>
                  <a:cubicBezTo>
                    <a:pt x="0" y="17829"/>
                    <a:pt x="2074" y="14965"/>
                    <a:pt x="4637" y="14965"/>
                  </a:cubicBezTo>
                  <a:lnTo>
                    <a:pt x="14263" y="14965"/>
                  </a:lnTo>
                  <a:cubicBezTo>
                    <a:pt x="14537" y="14965"/>
                    <a:pt x="14769" y="15273"/>
                    <a:pt x="14769" y="15663"/>
                  </a:cubicBezTo>
                  <a:lnTo>
                    <a:pt x="14769" y="16622"/>
                  </a:lnTo>
                  <a:cubicBezTo>
                    <a:pt x="14769" y="17237"/>
                    <a:pt x="15309" y="17545"/>
                    <a:pt x="15626" y="17107"/>
                  </a:cubicBezTo>
                  <a:lnTo>
                    <a:pt x="21394" y="9142"/>
                  </a:lnTo>
                  <a:cubicBezTo>
                    <a:pt x="21600" y="8881"/>
                    <a:pt x="21600" y="8444"/>
                    <a:pt x="21403" y="8171"/>
                  </a:cubicBezTo>
                  <a:close/>
                </a:path>
              </a:pathLst>
            </a:custGeom>
            <a:solidFill>
              <a:schemeClr val="accent2"/>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5" name="Shape">
              <a:extLst>
                <a:ext uri="{FF2B5EF4-FFF2-40B4-BE49-F238E27FC236}">
                  <a16:creationId xmlns:a16="http://schemas.microsoft.com/office/drawing/2014/main" id="{88BB6ABB-B6DE-85CE-CA9B-0DD351438284}"/>
                </a:ext>
              </a:extLst>
            </p:cNvPr>
            <p:cNvSpPr/>
            <p:nvPr/>
          </p:nvSpPr>
          <p:spPr>
            <a:xfrm>
              <a:off x="5962389" y="3605586"/>
              <a:ext cx="3620022" cy="2292834"/>
            </a:xfrm>
            <a:custGeom>
              <a:avLst/>
              <a:gdLst/>
              <a:ahLst/>
              <a:cxnLst>
                <a:cxn ang="0">
                  <a:pos x="wd2" y="hd2"/>
                </a:cxn>
                <a:cxn ang="5400000">
                  <a:pos x="wd2" y="hd2"/>
                </a:cxn>
                <a:cxn ang="10800000">
                  <a:pos x="wd2" y="hd2"/>
                </a:cxn>
                <a:cxn ang="16200000">
                  <a:pos x="wd2" y="hd2"/>
                </a:cxn>
              </a:cxnLst>
              <a:rect l="0" t="0" r="r" b="b"/>
              <a:pathLst>
                <a:path w="21550" h="21368" extrusionOk="0">
                  <a:moveTo>
                    <a:pt x="21403" y="13197"/>
                  </a:moveTo>
                  <a:lnTo>
                    <a:pt x="15634" y="21162"/>
                  </a:lnTo>
                  <a:cubicBezTo>
                    <a:pt x="15317" y="21600"/>
                    <a:pt x="14777" y="21292"/>
                    <a:pt x="14777" y="20677"/>
                  </a:cubicBezTo>
                  <a:lnTo>
                    <a:pt x="14777" y="19718"/>
                  </a:lnTo>
                  <a:cubicBezTo>
                    <a:pt x="14777" y="19339"/>
                    <a:pt x="14554" y="19020"/>
                    <a:pt x="14271" y="19020"/>
                  </a:cubicBezTo>
                  <a:lnTo>
                    <a:pt x="9137" y="19020"/>
                  </a:lnTo>
                  <a:cubicBezTo>
                    <a:pt x="4089" y="19020"/>
                    <a:pt x="0" y="13374"/>
                    <a:pt x="0" y="6403"/>
                  </a:cubicBezTo>
                  <a:lnTo>
                    <a:pt x="0" y="6403"/>
                  </a:lnTo>
                  <a:lnTo>
                    <a:pt x="0" y="0"/>
                  </a:lnTo>
                  <a:cubicBezTo>
                    <a:pt x="0" y="3539"/>
                    <a:pt x="2074" y="6403"/>
                    <a:pt x="4637" y="6403"/>
                  </a:cubicBezTo>
                  <a:lnTo>
                    <a:pt x="14263" y="6403"/>
                  </a:lnTo>
                  <a:cubicBezTo>
                    <a:pt x="14537" y="6403"/>
                    <a:pt x="14769" y="6095"/>
                    <a:pt x="14769" y="5705"/>
                  </a:cubicBezTo>
                  <a:lnTo>
                    <a:pt x="14769" y="4746"/>
                  </a:lnTo>
                  <a:cubicBezTo>
                    <a:pt x="14769" y="4131"/>
                    <a:pt x="15309" y="3823"/>
                    <a:pt x="15626" y="4261"/>
                  </a:cubicBezTo>
                  <a:lnTo>
                    <a:pt x="21394" y="12226"/>
                  </a:lnTo>
                  <a:cubicBezTo>
                    <a:pt x="21600" y="12475"/>
                    <a:pt x="21600" y="12924"/>
                    <a:pt x="21403" y="13197"/>
                  </a:cubicBezTo>
                  <a:close/>
                </a:path>
              </a:pathLst>
            </a:custGeom>
            <a:solidFill>
              <a:schemeClr val="accent3"/>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FA15029A-E811-38E3-9DE6-746BE4DB5394}"/>
                </a:ext>
              </a:extLst>
            </p:cNvPr>
            <p:cNvSpPr/>
            <p:nvPr/>
          </p:nvSpPr>
          <p:spPr>
            <a:xfrm>
              <a:off x="2228590" y="3605586"/>
              <a:ext cx="3620020" cy="2292834"/>
            </a:xfrm>
            <a:custGeom>
              <a:avLst/>
              <a:gdLst/>
              <a:ahLst/>
              <a:cxnLst>
                <a:cxn ang="0">
                  <a:pos x="wd2" y="hd2"/>
                </a:cxn>
                <a:cxn ang="5400000">
                  <a:pos x="wd2" y="hd2"/>
                </a:cxn>
                <a:cxn ang="10800000">
                  <a:pos x="wd2" y="hd2"/>
                </a:cxn>
                <a:cxn ang="16200000">
                  <a:pos x="wd2" y="hd2"/>
                </a:cxn>
              </a:cxnLst>
              <a:rect l="0" t="0" r="r" b="b"/>
              <a:pathLst>
                <a:path w="21550" h="21368" extrusionOk="0">
                  <a:moveTo>
                    <a:pt x="147" y="13197"/>
                  </a:moveTo>
                  <a:lnTo>
                    <a:pt x="5916" y="21162"/>
                  </a:lnTo>
                  <a:cubicBezTo>
                    <a:pt x="6233" y="21600"/>
                    <a:pt x="6773" y="21292"/>
                    <a:pt x="6773" y="20677"/>
                  </a:cubicBezTo>
                  <a:lnTo>
                    <a:pt x="6773" y="19718"/>
                  </a:lnTo>
                  <a:cubicBezTo>
                    <a:pt x="6773" y="19339"/>
                    <a:pt x="6996" y="19020"/>
                    <a:pt x="7279" y="19020"/>
                  </a:cubicBezTo>
                  <a:lnTo>
                    <a:pt x="12413" y="19020"/>
                  </a:lnTo>
                  <a:cubicBezTo>
                    <a:pt x="17461" y="19020"/>
                    <a:pt x="21550" y="13374"/>
                    <a:pt x="21550" y="6403"/>
                  </a:cubicBezTo>
                  <a:lnTo>
                    <a:pt x="21550" y="6403"/>
                  </a:lnTo>
                  <a:lnTo>
                    <a:pt x="21550" y="0"/>
                  </a:lnTo>
                  <a:cubicBezTo>
                    <a:pt x="21550" y="3539"/>
                    <a:pt x="19476" y="6403"/>
                    <a:pt x="16913" y="6403"/>
                  </a:cubicBezTo>
                  <a:lnTo>
                    <a:pt x="7287" y="6403"/>
                  </a:lnTo>
                  <a:cubicBezTo>
                    <a:pt x="7013" y="6403"/>
                    <a:pt x="6781" y="6095"/>
                    <a:pt x="6781" y="5705"/>
                  </a:cubicBezTo>
                  <a:lnTo>
                    <a:pt x="6781" y="4746"/>
                  </a:lnTo>
                  <a:cubicBezTo>
                    <a:pt x="6781" y="4131"/>
                    <a:pt x="6241" y="3823"/>
                    <a:pt x="5924" y="4261"/>
                  </a:cubicBezTo>
                  <a:lnTo>
                    <a:pt x="156" y="12226"/>
                  </a:lnTo>
                  <a:cubicBezTo>
                    <a:pt x="-50" y="12475"/>
                    <a:pt x="-50" y="12924"/>
                    <a:pt x="147" y="13197"/>
                  </a:cubicBezTo>
                  <a:close/>
                </a:path>
              </a:pathLst>
            </a:custGeom>
            <a:solidFill>
              <a:schemeClr val="accent4"/>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38622381-C06E-863B-FAB3-6659270994C5}"/>
                </a:ext>
              </a:extLst>
            </p:cNvPr>
            <p:cNvSpPr/>
            <p:nvPr/>
          </p:nvSpPr>
          <p:spPr>
            <a:xfrm>
              <a:off x="2228590" y="1052886"/>
              <a:ext cx="3620020" cy="2292836"/>
            </a:xfrm>
            <a:custGeom>
              <a:avLst/>
              <a:gdLst/>
              <a:ahLst/>
              <a:cxnLst>
                <a:cxn ang="0">
                  <a:pos x="wd2" y="hd2"/>
                </a:cxn>
                <a:cxn ang="5400000">
                  <a:pos x="wd2" y="hd2"/>
                </a:cxn>
                <a:cxn ang="10800000">
                  <a:pos x="wd2" y="hd2"/>
                </a:cxn>
                <a:cxn ang="16200000">
                  <a:pos x="wd2" y="hd2"/>
                </a:cxn>
              </a:cxnLst>
              <a:rect l="0" t="0" r="r" b="b"/>
              <a:pathLst>
                <a:path w="21550" h="21368" extrusionOk="0">
                  <a:moveTo>
                    <a:pt x="147" y="8171"/>
                  </a:moveTo>
                  <a:lnTo>
                    <a:pt x="5916" y="206"/>
                  </a:lnTo>
                  <a:cubicBezTo>
                    <a:pt x="6233" y="-232"/>
                    <a:pt x="6773" y="76"/>
                    <a:pt x="6773" y="691"/>
                  </a:cubicBezTo>
                  <a:lnTo>
                    <a:pt x="6773" y="1650"/>
                  </a:lnTo>
                  <a:cubicBezTo>
                    <a:pt x="6773" y="2029"/>
                    <a:pt x="6996" y="2348"/>
                    <a:pt x="7279" y="2348"/>
                  </a:cubicBezTo>
                  <a:lnTo>
                    <a:pt x="12413" y="2348"/>
                  </a:lnTo>
                  <a:cubicBezTo>
                    <a:pt x="17461" y="2348"/>
                    <a:pt x="21550" y="7994"/>
                    <a:pt x="21550" y="14965"/>
                  </a:cubicBezTo>
                  <a:lnTo>
                    <a:pt x="21550" y="14965"/>
                  </a:lnTo>
                  <a:lnTo>
                    <a:pt x="21550" y="21368"/>
                  </a:lnTo>
                  <a:cubicBezTo>
                    <a:pt x="21550" y="17829"/>
                    <a:pt x="19476" y="14965"/>
                    <a:pt x="16913" y="14965"/>
                  </a:cubicBezTo>
                  <a:lnTo>
                    <a:pt x="7287" y="14965"/>
                  </a:lnTo>
                  <a:cubicBezTo>
                    <a:pt x="7013" y="14965"/>
                    <a:pt x="6781" y="15273"/>
                    <a:pt x="6781" y="15663"/>
                  </a:cubicBezTo>
                  <a:lnTo>
                    <a:pt x="6781" y="16622"/>
                  </a:lnTo>
                  <a:cubicBezTo>
                    <a:pt x="6781" y="17237"/>
                    <a:pt x="6241" y="17545"/>
                    <a:pt x="5924" y="17107"/>
                  </a:cubicBezTo>
                  <a:lnTo>
                    <a:pt x="156" y="9142"/>
                  </a:lnTo>
                  <a:cubicBezTo>
                    <a:pt x="-50" y="8881"/>
                    <a:pt x="-50" y="8444"/>
                    <a:pt x="147" y="8171"/>
                  </a:cubicBezTo>
                  <a:close/>
                </a:path>
              </a:pathLst>
            </a:custGeom>
            <a:solidFill>
              <a:schemeClr val="accent1"/>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grpSp>
      <p:sp>
        <p:nvSpPr>
          <p:cNvPr id="8" name="ZoneTexte 8">
            <a:extLst>
              <a:ext uri="{FF2B5EF4-FFF2-40B4-BE49-F238E27FC236}">
                <a16:creationId xmlns:a16="http://schemas.microsoft.com/office/drawing/2014/main" id="{AB76F36F-0B0F-0C68-2156-516BF9522F7C}"/>
              </a:ext>
            </a:extLst>
          </p:cNvPr>
          <p:cNvSpPr txBox="1"/>
          <p:nvPr/>
        </p:nvSpPr>
        <p:spPr>
          <a:xfrm flipH="1">
            <a:off x="2474722"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1</a:t>
            </a:r>
          </a:p>
        </p:txBody>
      </p:sp>
      <p:sp>
        <p:nvSpPr>
          <p:cNvPr id="9" name="TextBox 37">
            <a:extLst>
              <a:ext uri="{FF2B5EF4-FFF2-40B4-BE49-F238E27FC236}">
                <a16:creationId xmlns:a16="http://schemas.microsoft.com/office/drawing/2014/main" id="{431FD3CF-FC0A-D176-2313-1866330C85CE}"/>
              </a:ext>
            </a:extLst>
          </p:cNvPr>
          <p:cNvSpPr txBox="1"/>
          <p:nvPr/>
        </p:nvSpPr>
        <p:spPr>
          <a:xfrm>
            <a:off x="2922403" y="1753402"/>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0" name="ZoneTexte 12">
            <a:extLst>
              <a:ext uri="{FF2B5EF4-FFF2-40B4-BE49-F238E27FC236}">
                <a16:creationId xmlns:a16="http://schemas.microsoft.com/office/drawing/2014/main" id="{0837A6E2-7029-EE26-0D1E-461EAF762A7F}"/>
              </a:ext>
            </a:extLst>
          </p:cNvPr>
          <p:cNvSpPr txBox="1"/>
          <p:nvPr/>
        </p:nvSpPr>
        <p:spPr>
          <a:xfrm flipH="1">
            <a:off x="2474722"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4</a:t>
            </a:r>
          </a:p>
        </p:txBody>
      </p:sp>
      <p:sp>
        <p:nvSpPr>
          <p:cNvPr id="11" name="TextBox 37 - 1">
            <a:extLst>
              <a:ext uri="{FF2B5EF4-FFF2-40B4-BE49-F238E27FC236}">
                <a16:creationId xmlns:a16="http://schemas.microsoft.com/office/drawing/2014/main" id="{2BEDA41F-B55B-06F4-AF85-3707B1928136}"/>
              </a:ext>
            </a:extLst>
          </p:cNvPr>
          <p:cNvSpPr txBox="1"/>
          <p:nvPr/>
        </p:nvSpPr>
        <p:spPr>
          <a:xfrm>
            <a:off x="2922403" y="4610504"/>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2" name="ZoneTexte 14">
            <a:extLst>
              <a:ext uri="{FF2B5EF4-FFF2-40B4-BE49-F238E27FC236}">
                <a16:creationId xmlns:a16="http://schemas.microsoft.com/office/drawing/2014/main" id="{6F851E0E-13D5-00A3-ED41-C29810F7EE05}"/>
              </a:ext>
            </a:extLst>
          </p:cNvPr>
          <p:cNvSpPr txBox="1"/>
          <p:nvPr/>
        </p:nvSpPr>
        <p:spPr>
          <a:xfrm flipH="1">
            <a:off x="9417064"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2</a:t>
            </a:r>
          </a:p>
        </p:txBody>
      </p:sp>
      <p:sp>
        <p:nvSpPr>
          <p:cNvPr id="13" name="TextBox 37 - 1">
            <a:extLst>
              <a:ext uri="{FF2B5EF4-FFF2-40B4-BE49-F238E27FC236}">
                <a16:creationId xmlns:a16="http://schemas.microsoft.com/office/drawing/2014/main" id="{C3C740EC-EF13-E576-B496-E786A4FCABFE}"/>
              </a:ext>
            </a:extLst>
          </p:cNvPr>
          <p:cNvSpPr txBox="1"/>
          <p:nvPr/>
        </p:nvSpPr>
        <p:spPr>
          <a:xfrm>
            <a:off x="6736675" y="1753402"/>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4" name="ZoneTexte 16">
            <a:extLst>
              <a:ext uri="{FF2B5EF4-FFF2-40B4-BE49-F238E27FC236}">
                <a16:creationId xmlns:a16="http://schemas.microsoft.com/office/drawing/2014/main" id="{AD4EA1BD-F8B8-86CD-17DA-8C73E43F80EC}"/>
              </a:ext>
            </a:extLst>
          </p:cNvPr>
          <p:cNvSpPr txBox="1"/>
          <p:nvPr/>
        </p:nvSpPr>
        <p:spPr>
          <a:xfrm flipH="1">
            <a:off x="9417064"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3</a:t>
            </a:r>
          </a:p>
        </p:txBody>
      </p:sp>
      <p:sp>
        <p:nvSpPr>
          <p:cNvPr id="15" name="TextBox 37">
            <a:extLst>
              <a:ext uri="{FF2B5EF4-FFF2-40B4-BE49-F238E27FC236}">
                <a16:creationId xmlns:a16="http://schemas.microsoft.com/office/drawing/2014/main" id="{8CB8E8F6-478E-4D31-6470-025675841AE8}"/>
              </a:ext>
            </a:extLst>
          </p:cNvPr>
          <p:cNvSpPr txBox="1"/>
          <p:nvPr/>
        </p:nvSpPr>
        <p:spPr>
          <a:xfrm>
            <a:off x="6736675" y="4610504"/>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Tree>
    <p:extLst>
      <p:ext uri="{BB962C8B-B14F-4D97-AF65-F5344CB8AC3E}">
        <p14:creationId xmlns:p14="http://schemas.microsoft.com/office/powerpoint/2010/main" val="415304718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4F5B81A-69AC-448C-ACD6-EAA6F95C99EE}"/>
              </a:ext>
            </a:extLst>
          </p:cNvPr>
          <p:cNvSpPr>
            <a:spLocks noGrp="1"/>
          </p:cNvSpPr>
          <p:nvPr>
            <p:ph type="title"/>
          </p:nvPr>
        </p:nvSpPr>
        <p:spPr>
          <a:xfrm>
            <a:off x="214184" y="13663"/>
            <a:ext cx="9728886" cy="678316"/>
          </a:xfrm>
        </p:spPr>
        <p:txBody>
          <a:bodyPr>
            <a:normAutofit/>
          </a:bodyPr>
          <a:lstStyle/>
          <a:p>
            <a:r>
              <a:rPr lang="en-US" dirty="0"/>
              <a:t>Clipboard 2</a:t>
            </a:r>
          </a:p>
        </p:txBody>
      </p:sp>
      <p:sp>
        <p:nvSpPr>
          <p:cNvPr id="5" name="Freeform: Shape 1985">
            <a:extLst>
              <a:ext uri="{FF2B5EF4-FFF2-40B4-BE49-F238E27FC236}">
                <a16:creationId xmlns:a16="http://schemas.microsoft.com/office/drawing/2014/main" id="{AE721744-7FD9-4A23-9D69-16BE8E47CF2F}"/>
              </a:ext>
            </a:extLst>
          </p:cNvPr>
          <p:cNvSpPr>
            <a:spLocks/>
          </p:cNvSpPr>
          <p:nvPr/>
        </p:nvSpPr>
        <p:spPr bwMode="auto">
          <a:xfrm>
            <a:off x="940498" y="2299918"/>
            <a:ext cx="3073775" cy="3870180"/>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 name="Freeform 2233">
            <a:extLst>
              <a:ext uri="{FF2B5EF4-FFF2-40B4-BE49-F238E27FC236}">
                <a16:creationId xmlns:a16="http://schemas.microsoft.com/office/drawing/2014/main" id="{ADFF7861-968E-43EF-A532-0B037B66F0B5}"/>
              </a:ext>
            </a:extLst>
          </p:cNvPr>
          <p:cNvSpPr>
            <a:spLocks/>
          </p:cNvSpPr>
          <p:nvPr/>
        </p:nvSpPr>
        <p:spPr bwMode="auto">
          <a:xfrm>
            <a:off x="1541277" y="1810912"/>
            <a:ext cx="1872210" cy="572845"/>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 name="Rectangle 2234">
            <a:extLst>
              <a:ext uri="{FF2B5EF4-FFF2-40B4-BE49-F238E27FC236}">
                <a16:creationId xmlns:a16="http://schemas.microsoft.com/office/drawing/2014/main" id="{B7E34238-4359-42E8-93A4-86D6A38D77A8}"/>
              </a:ext>
            </a:extLst>
          </p:cNvPr>
          <p:cNvSpPr>
            <a:spLocks noChangeArrowheads="1"/>
          </p:cNvSpPr>
          <p:nvPr/>
        </p:nvSpPr>
        <p:spPr bwMode="auto">
          <a:xfrm>
            <a:off x="1541277" y="2230065"/>
            <a:ext cx="1872210" cy="153695"/>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 name="Freeform 2235">
            <a:extLst>
              <a:ext uri="{FF2B5EF4-FFF2-40B4-BE49-F238E27FC236}">
                <a16:creationId xmlns:a16="http://schemas.microsoft.com/office/drawing/2014/main" id="{54F9002D-1A5F-4D2D-9C47-C2D8E4B6008A}"/>
              </a:ext>
            </a:extLst>
          </p:cNvPr>
          <p:cNvSpPr>
            <a:spLocks noEditPoints="1"/>
          </p:cNvSpPr>
          <p:nvPr/>
        </p:nvSpPr>
        <p:spPr bwMode="auto">
          <a:xfrm>
            <a:off x="2225885" y="1545444"/>
            <a:ext cx="502983" cy="489015"/>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 name="Rectangle 2236">
            <a:extLst>
              <a:ext uri="{FF2B5EF4-FFF2-40B4-BE49-F238E27FC236}">
                <a16:creationId xmlns:a16="http://schemas.microsoft.com/office/drawing/2014/main" id="{FEAE216B-4657-4416-BCE0-741B549F9786}"/>
              </a:ext>
            </a:extLst>
          </p:cNvPr>
          <p:cNvSpPr>
            <a:spLocks noChangeArrowheads="1"/>
          </p:cNvSpPr>
          <p:nvPr/>
        </p:nvSpPr>
        <p:spPr bwMode="auto">
          <a:xfrm>
            <a:off x="1541277" y="2188144"/>
            <a:ext cx="1872210" cy="4191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 name="Rectangle 2237">
            <a:extLst>
              <a:ext uri="{FF2B5EF4-FFF2-40B4-BE49-F238E27FC236}">
                <a16:creationId xmlns:a16="http://schemas.microsoft.com/office/drawing/2014/main" id="{6AEE5AC7-E68B-4357-8558-11C8D95D994A}"/>
              </a:ext>
            </a:extLst>
          </p:cNvPr>
          <p:cNvSpPr>
            <a:spLocks noChangeArrowheads="1"/>
          </p:cNvSpPr>
          <p:nvPr/>
        </p:nvSpPr>
        <p:spPr bwMode="auto">
          <a:xfrm>
            <a:off x="1708939" y="1782969"/>
            <a:ext cx="321354" cy="83830"/>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Rectangle 2238">
            <a:extLst>
              <a:ext uri="{FF2B5EF4-FFF2-40B4-BE49-F238E27FC236}">
                <a16:creationId xmlns:a16="http://schemas.microsoft.com/office/drawing/2014/main" id="{8E5F94DC-FB85-4BC0-8EB6-92EF7D164AF2}"/>
              </a:ext>
            </a:extLst>
          </p:cNvPr>
          <p:cNvSpPr>
            <a:spLocks noChangeArrowheads="1"/>
          </p:cNvSpPr>
          <p:nvPr/>
        </p:nvSpPr>
        <p:spPr bwMode="auto">
          <a:xfrm>
            <a:off x="2924471" y="1782969"/>
            <a:ext cx="321354" cy="69863"/>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 name="Freeform 2239">
            <a:extLst>
              <a:ext uri="{FF2B5EF4-FFF2-40B4-BE49-F238E27FC236}">
                <a16:creationId xmlns:a16="http://schemas.microsoft.com/office/drawing/2014/main" id="{F5DAEBB6-5091-443B-91FC-BD9D0690E36F}"/>
              </a:ext>
            </a:extLst>
          </p:cNvPr>
          <p:cNvSpPr>
            <a:spLocks noEditPoints="1"/>
          </p:cNvSpPr>
          <p:nvPr/>
        </p:nvSpPr>
        <p:spPr bwMode="auto">
          <a:xfrm>
            <a:off x="1401304" y="2642231"/>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 name="Rectangle 2240">
            <a:extLst>
              <a:ext uri="{FF2B5EF4-FFF2-40B4-BE49-F238E27FC236}">
                <a16:creationId xmlns:a16="http://schemas.microsoft.com/office/drawing/2014/main" id="{39D64B28-F430-4FB9-8D87-EC954BE0E24C}"/>
              </a:ext>
            </a:extLst>
          </p:cNvPr>
          <p:cNvSpPr>
            <a:spLocks noChangeArrowheads="1"/>
          </p:cNvSpPr>
          <p:nvPr/>
        </p:nvSpPr>
        <p:spPr bwMode="auto">
          <a:xfrm>
            <a:off x="2309459" y="2712086"/>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Rectangle 2241">
            <a:extLst>
              <a:ext uri="{FF2B5EF4-FFF2-40B4-BE49-F238E27FC236}">
                <a16:creationId xmlns:a16="http://schemas.microsoft.com/office/drawing/2014/main" id="{5D48DE15-7372-42F0-B247-3F9BD99B11A1}"/>
              </a:ext>
            </a:extLst>
          </p:cNvPr>
          <p:cNvSpPr>
            <a:spLocks noChangeArrowheads="1"/>
          </p:cNvSpPr>
          <p:nvPr/>
        </p:nvSpPr>
        <p:spPr bwMode="auto">
          <a:xfrm>
            <a:off x="2309459" y="289372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Rectangle 2242">
            <a:extLst>
              <a:ext uri="{FF2B5EF4-FFF2-40B4-BE49-F238E27FC236}">
                <a16:creationId xmlns:a16="http://schemas.microsoft.com/office/drawing/2014/main" id="{FCDAC809-BCAF-422A-AEF4-AC355CC5FDBC}"/>
              </a:ext>
            </a:extLst>
          </p:cNvPr>
          <p:cNvSpPr>
            <a:spLocks noChangeArrowheads="1"/>
          </p:cNvSpPr>
          <p:nvPr/>
        </p:nvSpPr>
        <p:spPr bwMode="auto">
          <a:xfrm>
            <a:off x="2309459" y="307535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Rectangle 2243">
            <a:extLst>
              <a:ext uri="{FF2B5EF4-FFF2-40B4-BE49-F238E27FC236}">
                <a16:creationId xmlns:a16="http://schemas.microsoft.com/office/drawing/2014/main" id="{4DED901B-0B36-46FC-86CD-3A43EE8D27C8}"/>
              </a:ext>
            </a:extLst>
          </p:cNvPr>
          <p:cNvSpPr>
            <a:spLocks noChangeArrowheads="1"/>
          </p:cNvSpPr>
          <p:nvPr/>
        </p:nvSpPr>
        <p:spPr bwMode="auto">
          <a:xfrm>
            <a:off x="2309459" y="3256987"/>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2244">
            <a:extLst>
              <a:ext uri="{FF2B5EF4-FFF2-40B4-BE49-F238E27FC236}">
                <a16:creationId xmlns:a16="http://schemas.microsoft.com/office/drawing/2014/main" id="{B1790A10-A007-4416-9583-45077D2E14DF}"/>
              </a:ext>
            </a:extLst>
          </p:cNvPr>
          <p:cNvSpPr>
            <a:spLocks/>
          </p:cNvSpPr>
          <p:nvPr/>
        </p:nvSpPr>
        <p:spPr bwMode="auto">
          <a:xfrm>
            <a:off x="1541021" y="2837834"/>
            <a:ext cx="502983" cy="335321"/>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2245">
            <a:extLst>
              <a:ext uri="{FF2B5EF4-FFF2-40B4-BE49-F238E27FC236}">
                <a16:creationId xmlns:a16="http://schemas.microsoft.com/office/drawing/2014/main" id="{F1CA2BE3-90C5-41DC-A66A-F55D4C76D49D}"/>
              </a:ext>
            </a:extLst>
          </p:cNvPr>
          <p:cNvSpPr>
            <a:spLocks noEditPoints="1"/>
          </p:cNvSpPr>
          <p:nvPr/>
        </p:nvSpPr>
        <p:spPr bwMode="auto">
          <a:xfrm>
            <a:off x="1401304" y="3473545"/>
            <a:ext cx="768448" cy="754474"/>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Rectangle 2246">
            <a:extLst>
              <a:ext uri="{FF2B5EF4-FFF2-40B4-BE49-F238E27FC236}">
                <a16:creationId xmlns:a16="http://schemas.microsoft.com/office/drawing/2014/main" id="{376101E8-8D1E-4BF1-B968-DE4D7060E22B}"/>
              </a:ext>
            </a:extLst>
          </p:cNvPr>
          <p:cNvSpPr>
            <a:spLocks noChangeArrowheads="1"/>
          </p:cNvSpPr>
          <p:nvPr/>
        </p:nvSpPr>
        <p:spPr bwMode="auto">
          <a:xfrm>
            <a:off x="2309459" y="3557376"/>
            <a:ext cx="461072"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Rectangle 2247">
            <a:extLst>
              <a:ext uri="{FF2B5EF4-FFF2-40B4-BE49-F238E27FC236}">
                <a16:creationId xmlns:a16="http://schemas.microsoft.com/office/drawing/2014/main" id="{E5B4C060-F8B1-4DC1-9846-A106C69722CA}"/>
              </a:ext>
            </a:extLst>
          </p:cNvPr>
          <p:cNvSpPr>
            <a:spLocks noChangeArrowheads="1"/>
          </p:cNvSpPr>
          <p:nvPr/>
        </p:nvSpPr>
        <p:spPr bwMode="auto">
          <a:xfrm>
            <a:off x="2309459" y="37390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Rectangle 2248">
            <a:extLst>
              <a:ext uri="{FF2B5EF4-FFF2-40B4-BE49-F238E27FC236}">
                <a16:creationId xmlns:a16="http://schemas.microsoft.com/office/drawing/2014/main" id="{ECA03F2C-26DB-4413-8A76-7292C6A0B87E}"/>
              </a:ext>
            </a:extLst>
          </p:cNvPr>
          <p:cNvSpPr>
            <a:spLocks noChangeArrowheads="1"/>
          </p:cNvSpPr>
          <p:nvPr/>
        </p:nvSpPr>
        <p:spPr bwMode="auto">
          <a:xfrm>
            <a:off x="2309459" y="392064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Rectangle 2249">
            <a:extLst>
              <a:ext uri="{FF2B5EF4-FFF2-40B4-BE49-F238E27FC236}">
                <a16:creationId xmlns:a16="http://schemas.microsoft.com/office/drawing/2014/main" id="{35C278D8-6D86-4903-BCD3-345BE1E2DA3B}"/>
              </a:ext>
            </a:extLst>
          </p:cNvPr>
          <p:cNvSpPr>
            <a:spLocks noChangeArrowheads="1"/>
          </p:cNvSpPr>
          <p:nvPr/>
        </p:nvSpPr>
        <p:spPr bwMode="auto">
          <a:xfrm>
            <a:off x="2309459" y="40883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2250">
            <a:extLst>
              <a:ext uri="{FF2B5EF4-FFF2-40B4-BE49-F238E27FC236}">
                <a16:creationId xmlns:a16="http://schemas.microsoft.com/office/drawing/2014/main" id="{0A67BD67-5C39-4170-AC47-B3AFE8FD4D81}"/>
              </a:ext>
            </a:extLst>
          </p:cNvPr>
          <p:cNvSpPr>
            <a:spLocks/>
          </p:cNvSpPr>
          <p:nvPr/>
        </p:nvSpPr>
        <p:spPr bwMode="auto">
          <a:xfrm>
            <a:off x="1541021" y="3669150"/>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2251">
            <a:extLst>
              <a:ext uri="{FF2B5EF4-FFF2-40B4-BE49-F238E27FC236}">
                <a16:creationId xmlns:a16="http://schemas.microsoft.com/office/drawing/2014/main" id="{E10E24C8-3114-422A-91EC-47898F34DC43}"/>
              </a:ext>
            </a:extLst>
          </p:cNvPr>
          <p:cNvSpPr>
            <a:spLocks noEditPoints="1"/>
          </p:cNvSpPr>
          <p:nvPr/>
        </p:nvSpPr>
        <p:spPr bwMode="auto">
          <a:xfrm>
            <a:off x="1401304" y="4304859"/>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Rectangle 2252">
            <a:extLst>
              <a:ext uri="{FF2B5EF4-FFF2-40B4-BE49-F238E27FC236}">
                <a16:creationId xmlns:a16="http://schemas.microsoft.com/office/drawing/2014/main" id="{5F472B22-CBF7-4A75-83AC-C12AC4496CBC}"/>
              </a:ext>
            </a:extLst>
          </p:cNvPr>
          <p:cNvSpPr>
            <a:spLocks noChangeArrowheads="1"/>
          </p:cNvSpPr>
          <p:nvPr/>
        </p:nvSpPr>
        <p:spPr bwMode="auto">
          <a:xfrm>
            <a:off x="2309459" y="4374714"/>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Rectangle 2253">
            <a:extLst>
              <a:ext uri="{FF2B5EF4-FFF2-40B4-BE49-F238E27FC236}">
                <a16:creationId xmlns:a16="http://schemas.microsoft.com/office/drawing/2014/main" id="{92AE2DA3-9382-4501-88B3-576A30126C05}"/>
              </a:ext>
            </a:extLst>
          </p:cNvPr>
          <p:cNvSpPr>
            <a:spLocks noChangeArrowheads="1"/>
          </p:cNvSpPr>
          <p:nvPr/>
        </p:nvSpPr>
        <p:spPr bwMode="auto">
          <a:xfrm>
            <a:off x="2309459" y="455635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Rectangle 2254">
            <a:extLst>
              <a:ext uri="{FF2B5EF4-FFF2-40B4-BE49-F238E27FC236}">
                <a16:creationId xmlns:a16="http://schemas.microsoft.com/office/drawing/2014/main" id="{839ADF4C-6347-4AED-A0E5-AD2E00E94DC4}"/>
              </a:ext>
            </a:extLst>
          </p:cNvPr>
          <p:cNvSpPr>
            <a:spLocks noChangeArrowheads="1"/>
          </p:cNvSpPr>
          <p:nvPr/>
        </p:nvSpPr>
        <p:spPr bwMode="auto">
          <a:xfrm>
            <a:off x="2309459" y="4737979"/>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Rectangle 2255">
            <a:extLst>
              <a:ext uri="{FF2B5EF4-FFF2-40B4-BE49-F238E27FC236}">
                <a16:creationId xmlns:a16="http://schemas.microsoft.com/office/drawing/2014/main" id="{7B494483-BEA4-4DE4-9C8C-A69A251D865A}"/>
              </a:ext>
            </a:extLst>
          </p:cNvPr>
          <p:cNvSpPr>
            <a:spLocks noChangeArrowheads="1"/>
          </p:cNvSpPr>
          <p:nvPr/>
        </p:nvSpPr>
        <p:spPr bwMode="auto">
          <a:xfrm>
            <a:off x="2309459" y="4919618"/>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256">
            <a:extLst>
              <a:ext uri="{FF2B5EF4-FFF2-40B4-BE49-F238E27FC236}">
                <a16:creationId xmlns:a16="http://schemas.microsoft.com/office/drawing/2014/main" id="{D8679D34-B90D-4A86-9D5B-0F510713BBAC}"/>
              </a:ext>
            </a:extLst>
          </p:cNvPr>
          <p:cNvSpPr>
            <a:spLocks/>
          </p:cNvSpPr>
          <p:nvPr/>
        </p:nvSpPr>
        <p:spPr bwMode="auto">
          <a:xfrm>
            <a:off x="1541021" y="4486488"/>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Oval 29">
            <a:extLst>
              <a:ext uri="{FF2B5EF4-FFF2-40B4-BE49-F238E27FC236}">
                <a16:creationId xmlns:a16="http://schemas.microsoft.com/office/drawing/2014/main" id="{34CCEE75-A0BC-4180-A474-7F71CA01FF22}"/>
              </a:ext>
            </a:extLst>
          </p:cNvPr>
          <p:cNvSpPr>
            <a:spLocks noChangeAspect="1"/>
          </p:cNvSpPr>
          <p:nvPr/>
        </p:nvSpPr>
        <p:spPr>
          <a:xfrm>
            <a:off x="4778939" y="2304171"/>
            <a:ext cx="755703" cy="7557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1</a:t>
            </a:r>
          </a:p>
        </p:txBody>
      </p:sp>
      <p:sp>
        <p:nvSpPr>
          <p:cNvPr id="31" name="Oval 30">
            <a:extLst>
              <a:ext uri="{FF2B5EF4-FFF2-40B4-BE49-F238E27FC236}">
                <a16:creationId xmlns:a16="http://schemas.microsoft.com/office/drawing/2014/main" id="{14FF1FBE-E5B0-43AE-92EC-BD0445622534}"/>
              </a:ext>
            </a:extLst>
          </p:cNvPr>
          <p:cNvSpPr>
            <a:spLocks noChangeAspect="1"/>
          </p:cNvSpPr>
          <p:nvPr/>
        </p:nvSpPr>
        <p:spPr>
          <a:xfrm>
            <a:off x="4778939" y="3320369"/>
            <a:ext cx="755703" cy="7557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2</a:t>
            </a:r>
          </a:p>
        </p:txBody>
      </p:sp>
      <p:sp>
        <p:nvSpPr>
          <p:cNvPr id="32" name="Oval 31">
            <a:extLst>
              <a:ext uri="{FF2B5EF4-FFF2-40B4-BE49-F238E27FC236}">
                <a16:creationId xmlns:a16="http://schemas.microsoft.com/office/drawing/2014/main" id="{6619D6B6-40A5-4A50-8536-8198AC71C1C1}"/>
              </a:ext>
            </a:extLst>
          </p:cNvPr>
          <p:cNvSpPr>
            <a:spLocks noChangeAspect="1"/>
          </p:cNvSpPr>
          <p:nvPr/>
        </p:nvSpPr>
        <p:spPr>
          <a:xfrm>
            <a:off x="4778939" y="5352764"/>
            <a:ext cx="755703" cy="7557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4</a:t>
            </a:r>
          </a:p>
        </p:txBody>
      </p:sp>
      <p:sp>
        <p:nvSpPr>
          <p:cNvPr id="33" name="TextBox 32">
            <a:extLst>
              <a:ext uri="{FF2B5EF4-FFF2-40B4-BE49-F238E27FC236}">
                <a16:creationId xmlns:a16="http://schemas.microsoft.com/office/drawing/2014/main" id="{1D725343-AF1E-4082-87E7-D152328895AE}"/>
              </a:ext>
            </a:extLst>
          </p:cNvPr>
          <p:cNvSpPr txBox="1"/>
          <p:nvPr/>
        </p:nvSpPr>
        <p:spPr>
          <a:xfrm>
            <a:off x="5613991" y="2268468"/>
            <a:ext cx="5996762" cy="830997"/>
          </a:xfrm>
          <a:prstGeom prst="rect">
            <a:avLst/>
          </a:prstGeom>
          <a:noFill/>
        </p:spPr>
        <p:txBody>
          <a:bodyPr wrap="square" rtlCol="0" anchor="ctr">
            <a:spAutoFit/>
          </a:bodyPr>
          <a:lstStyle/>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34" name="TextBox 33">
            <a:extLst>
              <a:ext uri="{FF2B5EF4-FFF2-40B4-BE49-F238E27FC236}">
                <a16:creationId xmlns:a16="http://schemas.microsoft.com/office/drawing/2014/main" id="{578D6D2D-CED3-4348-815E-CC6ED9C8804A}"/>
              </a:ext>
            </a:extLst>
          </p:cNvPr>
          <p:cNvSpPr txBox="1"/>
          <p:nvPr/>
        </p:nvSpPr>
        <p:spPr>
          <a:xfrm>
            <a:off x="5613991" y="3284666"/>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
        <p:nvSpPr>
          <p:cNvPr id="35" name="TextBox 34">
            <a:extLst>
              <a:ext uri="{FF2B5EF4-FFF2-40B4-BE49-F238E27FC236}">
                <a16:creationId xmlns:a16="http://schemas.microsoft.com/office/drawing/2014/main" id="{C5668EC3-98E3-462D-B053-D288CC096FA8}"/>
              </a:ext>
            </a:extLst>
          </p:cNvPr>
          <p:cNvSpPr txBox="1"/>
          <p:nvPr/>
        </p:nvSpPr>
        <p:spPr>
          <a:xfrm>
            <a:off x="5613991" y="5317061"/>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
        <p:nvSpPr>
          <p:cNvPr id="4" name="Freeform 2251">
            <a:extLst>
              <a:ext uri="{FF2B5EF4-FFF2-40B4-BE49-F238E27FC236}">
                <a16:creationId xmlns:a16="http://schemas.microsoft.com/office/drawing/2014/main" id="{4329F698-F411-0434-2C8E-218374F85761}"/>
              </a:ext>
            </a:extLst>
          </p:cNvPr>
          <p:cNvSpPr>
            <a:spLocks noEditPoints="1"/>
          </p:cNvSpPr>
          <p:nvPr/>
        </p:nvSpPr>
        <p:spPr bwMode="auto">
          <a:xfrm>
            <a:off x="1401304" y="5136174"/>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Rectangle 2252">
            <a:extLst>
              <a:ext uri="{FF2B5EF4-FFF2-40B4-BE49-F238E27FC236}">
                <a16:creationId xmlns:a16="http://schemas.microsoft.com/office/drawing/2014/main" id="{37997F96-1A61-F1E6-E3B8-6A16318AE7E9}"/>
              </a:ext>
            </a:extLst>
          </p:cNvPr>
          <p:cNvSpPr>
            <a:spLocks noChangeArrowheads="1"/>
          </p:cNvSpPr>
          <p:nvPr/>
        </p:nvSpPr>
        <p:spPr bwMode="auto">
          <a:xfrm>
            <a:off x="2309459" y="5206029"/>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Rectangle 2253">
            <a:extLst>
              <a:ext uri="{FF2B5EF4-FFF2-40B4-BE49-F238E27FC236}">
                <a16:creationId xmlns:a16="http://schemas.microsoft.com/office/drawing/2014/main" id="{12E5AE51-844A-A3C1-3317-18710470041A}"/>
              </a:ext>
            </a:extLst>
          </p:cNvPr>
          <p:cNvSpPr>
            <a:spLocks noChangeArrowheads="1"/>
          </p:cNvSpPr>
          <p:nvPr/>
        </p:nvSpPr>
        <p:spPr bwMode="auto">
          <a:xfrm>
            <a:off x="2309459" y="5387667"/>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Rectangle 2254">
            <a:extLst>
              <a:ext uri="{FF2B5EF4-FFF2-40B4-BE49-F238E27FC236}">
                <a16:creationId xmlns:a16="http://schemas.microsoft.com/office/drawing/2014/main" id="{F137DF7B-D2D2-18E6-CB38-A48FD3C5E953}"/>
              </a:ext>
            </a:extLst>
          </p:cNvPr>
          <p:cNvSpPr>
            <a:spLocks noChangeArrowheads="1"/>
          </p:cNvSpPr>
          <p:nvPr/>
        </p:nvSpPr>
        <p:spPr bwMode="auto">
          <a:xfrm>
            <a:off x="2309459" y="5569294"/>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Rectangle 2255">
            <a:extLst>
              <a:ext uri="{FF2B5EF4-FFF2-40B4-BE49-F238E27FC236}">
                <a16:creationId xmlns:a16="http://schemas.microsoft.com/office/drawing/2014/main" id="{3212FCC6-4401-B103-F419-24CEDED4E695}"/>
              </a:ext>
            </a:extLst>
          </p:cNvPr>
          <p:cNvSpPr>
            <a:spLocks noChangeArrowheads="1"/>
          </p:cNvSpPr>
          <p:nvPr/>
        </p:nvSpPr>
        <p:spPr bwMode="auto">
          <a:xfrm>
            <a:off x="2309459" y="5750933"/>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256">
            <a:extLst>
              <a:ext uri="{FF2B5EF4-FFF2-40B4-BE49-F238E27FC236}">
                <a16:creationId xmlns:a16="http://schemas.microsoft.com/office/drawing/2014/main" id="{0C7DE4BB-1AE3-0F8B-0495-C215C65A7A12}"/>
              </a:ext>
            </a:extLst>
          </p:cNvPr>
          <p:cNvSpPr>
            <a:spLocks/>
          </p:cNvSpPr>
          <p:nvPr/>
        </p:nvSpPr>
        <p:spPr bwMode="auto">
          <a:xfrm>
            <a:off x="1541021" y="5317803"/>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Oval 44">
            <a:extLst>
              <a:ext uri="{FF2B5EF4-FFF2-40B4-BE49-F238E27FC236}">
                <a16:creationId xmlns:a16="http://schemas.microsoft.com/office/drawing/2014/main" id="{E15D0006-6FE6-1453-9487-09261D0A857E}"/>
              </a:ext>
            </a:extLst>
          </p:cNvPr>
          <p:cNvSpPr>
            <a:spLocks noChangeAspect="1"/>
          </p:cNvSpPr>
          <p:nvPr/>
        </p:nvSpPr>
        <p:spPr>
          <a:xfrm>
            <a:off x="4778939" y="4336567"/>
            <a:ext cx="755703" cy="7557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3</a:t>
            </a:r>
          </a:p>
        </p:txBody>
      </p:sp>
      <p:sp>
        <p:nvSpPr>
          <p:cNvPr id="46" name="TextBox 45">
            <a:extLst>
              <a:ext uri="{FF2B5EF4-FFF2-40B4-BE49-F238E27FC236}">
                <a16:creationId xmlns:a16="http://schemas.microsoft.com/office/drawing/2014/main" id="{5CF59974-A047-20D1-7F95-F460D96D3DB4}"/>
              </a:ext>
            </a:extLst>
          </p:cNvPr>
          <p:cNvSpPr txBox="1"/>
          <p:nvPr/>
        </p:nvSpPr>
        <p:spPr>
          <a:xfrm>
            <a:off x="5613991" y="4300864"/>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Tree>
    <p:extLst>
      <p:ext uri="{BB962C8B-B14F-4D97-AF65-F5344CB8AC3E}">
        <p14:creationId xmlns:p14="http://schemas.microsoft.com/office/powerpoint/2010/main" val="144779076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6B64D-34FB-8FA8-FEAC-C6713C3D5B3D}"/>
              </a:ext>
            </a:extLst>
          </p:cNvPr>
          <p:cNvSpPr>
            <a:spLocks noGrp="1"/>
          </p:cNvSpPr>
          <p:nvPr>
            <p:ph type="title"/>
          </p:nvPr>
        </p:nvSpPr>
        <p:spPr>
          <a:xfrm>
            <a:off x="214184" y="13663"/>
            <a:ext cx="9728886" cy="678316"/>
          </a:xfrm>
        </p:spPr>
        <p:txBody>
          <a:bodyPr/>
          <a:lstStyle/>
          <a:p>
            <a:r>
              <a:rPr lang="en-US" dirty="0"/>
              <a:t>Wheel 7</a:t>
            </a:r>
          </a:p>
        </p:txBody>
      </p:sp>
      <p:grpSp>
        <p:nvGrpSpPr>
          <p:cNvPr id="3" name="Groupe 6">
            <a:extLst>
              <a:ext uri="{FF2B5EF4-FFF2-40B4-BE49-F238E27FC236}">
                <a16:creationId xmlns:a16="http://schemas.microsoft.com/office/drawing/2014/main" id="{C26563E4-2D20-1323-1729-CADD9DEAB448}"/>
              </a:ext>
            </a:extLst>
          </p:cNvPr>
          <p:cNvGrpSpPr/>
          <p:nvPr/>
        </p:nvGrpSpPr>
        <p:grpSpPr>
          <a:xfrm rot="16200000">
            <a:off x="45468" y="2547139"/>
            <a:ext cx="4384964" cy="2220924"/>
            <a:chOff x="2939678" y="1356703"/>
            <a:chExt cx="6312644" cy="3197269"/>
          </a:xfrm>
        </p:grpSpPr>
        <p:sp>
          <p:nvSpPr>
            <p:cNvPr id="4" name="Trapèze 659">
              <a:extLst>
                <a:ext uri="{FF2B5EF4-FFF2-40B4-BE49-F238E27FC236}">
                  <a16:creationId xmlns:a16="http://schemas.microsoft.com/office/drawing/2014/main" id="{5E28B172-FB48-8032-73C7-E6C31BC90ADD}"/>
                </a:ext>
              </a:extLst>
            </p:cNvPr>
            <p:cNvSpPr/>
            <p:nvPr/>
          </p:nvSpPr>
          <p:spPr>
            <a:xfrm>
              <a:off x="5391904" y="3582381"/>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3"/>
            </a:solidFill>
            <a:ln w="203200" cap="rnd">
              <a:solidFill>
                <a:schemeClr val="accent3"/>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rapèze 659">
              <a:extLst>
                <a:ext uri="{FF2B5EF4-FFF2-40B4-BE49-F238E27FC236}">
                  <a16:creationId xmlns:a16="http://schemas.microsoft.com/office/drawing/2014/main" id="{CEB291F0-9AB0-123C-45EA-56D979DC9AC1}"/>
                </a:ext>
              </a:extLst>
            </p:cNvPr>
            <p:cNvSpPr/>
            <p:nvPr/>
          </p:nvSpPr>
          <p:spPr>
            <a:xfrm rot="19330701">
              <a:off x="7071228" y="3015478"/>
              <a:ext cx="1372313" cy="971588"/>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2"/>
            </a:solidFill>
            <a:ln w="203200" cap="rnd">
              <a:solidFill>
                <a:schemeClr val="accent2"/>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rapèze 659">
              <a:extLst>
                <a:ext uri="{FF2B5EF4-FFF2-40B4-BE49-F238E27FC236}">
                  <a16:creationId xmlns:a16="http://schemas.microsoft.com/office/drawing/2014/main" id="{19940E5A-84F8-1F7B-C02A-B50E1D8AECC0}"/>
                </a:ext>
              </a:extLst>
            </p:cNvPr>
            <p:cNvSpPr/>
            <p:nvPr/>
          </p:nvSpPr>
          <p:spPr>
            <a:xfrm rot="2269299" flipH="1">
              <a:off x="3712582" y="3015476"/>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4"/>
            </a:solidFill>
            <a:ln w="203200" cap="rnd">
              <a:solidFill>
                <a:schemeClr val="accent4"/>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rapèze 659">
              <a:extLst>
                <a:ext uri="{FF2B5EF4-FFF2-40B4-BE49-F238E27FC236}">
                  <a16:creationId xmlns:a16="http://schemas.microsoft.com/office/drawing/2014/main" id="{E75E73EE-1767-0B7E-2140-62D9193BC51B}"/>
                </a:ext>
              </a:extLst>
            </p:cNvPr>
            <p:cNvSpPr/>
            <p:nvPr/>
          </p:nvSpPr>
          <p:spPr>
            <a:xfrm rot="4549818" flipH="1">
              <a:off x="2739317" y="1557064"/>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5"/>
            </a:solidFill>
            <a:ln w="203200" cap="rnd">
              <a:solidFill>
                <a:schemeClr val="accent5"/>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rapèze 659">
              <a:extLst>
                <a:ext uri="{FF2B5EF4-FFF2-40B4-BE49-F238E27FC236}">
                  <a16:creationId xmlns:a16="http://schemas.microsoft.com/office/drawing/2014/main" id="{9BDEACB7-7720-B668-4EAF-519D9F77D773}"/>
                </a:ext>
              </a:extLst>
            </p:cNvPr>
            <p:cNvSpPr/>
            <p:nvPr/>
          </p:nvSpPr>
          <p:spPr>
            <a:xfrm rot="17050182">
              <a:off x="8080370" y="1580213"/>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1"/>
            </a:solidFill>
            <a:ln w="203200" cap="rnd">
              <a:solidFill>
                <a:schemeClr val="accent1"/>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22">
            <a:extLst>
              <a:ext uri="{FF2B5EF4-FFF2-40B4-BE49-F238E27FC236}">
                <a16:creationId xmlns:a16="http://schemas.microsoft.com/office/drawing/2014/main" id="{9A59B703-27D0-CF89-C804-FBDD7B9381CE}"/>
              </a:ext>
            </a:extLst>
          </p:cNvPr>
          <p:cNvGrpSpPr/>
          <p:nvPr/>
        </p:nvGrpSpPr>
        <p:grpSpPr>
          <a:xfrm rot="5400000">
            <a:off x="344941" y="2771480"/>
            <a:ext cx="1772240" cy="1772240"/>
            <a:chOff x="4283939" y="2222383"/>
            <a:chExt cx="1772240" cy="1772240"/>
          </a:xfrm>
        </p:grpSpPr>
        <p:sp>
          <p:nvSpPr>
            <p:cNvPr id="10" name="Ellipse 7">
              <a:extLst>
                <a:ext uri="{FF2B5EF4-FFF2-40B4-BE49-F238E27FC236}">
                  <a16:creationId xmlns:a16="http://schemas.microsoft.com/office/drawing/2014/main" id="{7D3108DE-959A-0668-056D-54043A1A02F2}"/>
                </a:ext>
              </a:extLst>
            </p:cNvPr>
            <p:cNvSpPr/>
            <p:nvPr/>
          </p:nvSpPr>
          <p:spPr>
            <a:xfrm rot="16200000">
              <a:off x="4283939" y="2222383"/>
              <a:ext cx="1772240" cy="1772240"/>
            </a:xfrm>
            <a:prstGeom prst="ellipse">
              <a:avLst/>
            </a:prstGeom>
            <a:solidFill>
              <a:schemeClr val="bg1"/>
            </a:solidFill>
            <a:ln>
              <a:noFill/>
            </a:ln>
            <a:effectLst>
              <a:outerShdw blurRad="254000" dist="38100" dir="5400000" algn="t" rotWithShape="0">
                <a:prstClr val="black">
                  <a:alpha val="14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82">
              <a:extLst>
                <a:ext uri="{FF2B5EF4-FFF2-40B4-BE49-F238E27FC236}">
                  <a16:creationId xmlns:a16="http://schemas.microsoft.com/office/drawing/2014/main" id="{278A64DC-EDAE-5204-A8A7-A82C526CA981}"/>
                </a:ext>
              </a:extLst>
            </p:cNvPr>
            <p:cNvSpPr txBox="1"/>
            <p:nvPr/>
          </p:nvSpPr>
          <p:spPr>
            <a:xfrm rot="16200000">
              <a:off x="4520799" y="2690419"/>
              <a:ext cx="1311798"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LOREM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IPSUM</a:t>
              </a:r>
            </a:p>
          </p:txBody>
        </p:sp>
      </p:grpSp>
      <p:sp>
        <p:nvSpPr>
          <p:cNvPr id="12" name="Arc 11">
            <a:extLst>
              <a:ext uri="{FF2B5EF4-FFF2-40B4-BE49-F238E27FC236}">
                <a16:creationId xmlns:a16="http://schemas.microsoft.com/office/drawing/2014/main" id="{744D8103-86E2-C0F6-3AD1-9BB45EBAA80E}"/>
              </a:ext>
            </a:extLst>
          </p:cNvPr>
          <p:cNvSpPr/>
          <p:nvPr/>
        </p:nvSpPr>
        <p:spPr>
          <a:xfrm rot="10800000" flipV="1">
            <a:off x="0" y="2504641"/>
            <a:ext cx="2286328" cy="2286328"/>
          </a:xfrm>
          <a:prstGeom prst="arc">
            <a:avLst>
              <a:gd name="adj1" fmla="val 4866900"/>
              <a:gd name="adj2" fmla="val 16760612"/>
            </a:avLst>
          </a:prstGeom>
          <a:ln>
            <a:solidFill>
              <a:schemeClr val="bg1">
                <a:lumMod val="75000"/>
              </a:schemeClr>
            </a:solidFill>
            <a:prstDash val="dash"/>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13" name="Groupe 23">
            <a:extLst>
              <a:ext uri="{FF2B5EF4-FFF2-40B4-BE49-F238E27FC236}">
                <a16:creationId xmlns:a16="http://schemas.microsoft.com/office/drawing/2014/main" id="{E3495DC0-7C47-D609-9EA7-5C544233AEF6}"/>
              </a:ext>
            </a:extLst>
          </p:cNvPr>
          <p:cNvGrpSpPr/>
          <p:nvPr/>
        </p:nvGrpSpPr>
        <p:grpSpPr>
          <a:xfrm>
            <a:off x="6095999" y="1234265"/>
            <a:ext cx="4037655" cy="773235"/>
            <a:chOff x="362291" y="4078625"/>
            <a:chExt cx="4037655" cy="773235"/>
          </a:xfrm>
        </p:grpSpPr>
        <p:sp>
          <p:nvSpPr>
            <p:cNvPr id="14" name="TextBox 82">
              <a:extLst>
                <a:ext uri="{FF2B5EF4-FFF2-40B4-BE49-F238E27FC236}">
                  <a16:creationId xmlns:a16="http://schemas.microsoft.com/office/drawing/2014/main" id="{542EB87C-60A6-C24D-D8CE-0C20B41CFFF5}"/>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15" name="TextBox 82">
              <a:extLst>
                <a:ext uri="{FF2B5EF4-FFF2-40B4-BE49-F238E27FC236}">
                  <a16:creationId xmlns:a16="http://schemas.microsoft.com/office/drawing/2014/main" id="{56E0BB52-F19A-DB21-C3F9-AD88C075C2C6}"/>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16" name="Connecteur droit 42">
            <a:extLst>
              <a:ext uri="{FF2B5EF4-FFF2-40B4-BE49-F238E27FC236}">
                <a16:creationId xmlns:a16="http://schemas.microsoft.com/office/drawing/2014/main" id="{39E13789-CF3F-97BD-64C1-E74A6CF8C22D}"/>
              </a:ext>
            </a:extLst>
          </p:cNvPr>
          <p:cNvCxnSpPr>
            <a:cxnSpLocks/>
          </p:cNvCxnSpPr>
          <p:nvPr/>
        </p:nvCxnSpPr>
        <p:spPr>
          <a:xfrm>
            <a:off x="2148845" y="1625565"/>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7" name="Connecteur droit 45">
            <a:extLst>
              <a:ext uri="{FF2B5EF4-FFF2-40B4-BE49-F238E27FC236}">
                <a16:creationId xmlns:a16="http://schemas.microsoft.com/office/drawing/2014/main" id="{14A03D46-0C33-D414-679B-0226F6C129FF}"/>
              </a:ext>
            </a:extLst>
          </p:cNvPr>
          <p:cNvCxnSpPr>
            <a:cxnSpLocks/>
          </p:cNvCxnSpPr>
          <p:nvPr/>
        </p:nvCxnSpPr>
        <p:spPr>
          <a:xfrm>
            <a:off x="2617173" y="2655504"/>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18" name="Groupe 49">
            <a:extLst>
              <a:ext uri="{FF2B5EF4-FFF2-40B4-BE49-F238E27FC236}">
                <a16:creationId xmlns:a16="http://schemas.microsoft.com/office/drawing/2014/main" id="{46B4CB80-65B8-0F29-D6A6-975B4DC93390}"/>
              </a:ext>
            </a:extLst>
          </p:cNvPr>
          <p:cNvGrpSpPr/>
          <p:nvPr/>
        </p:nvGrpSpPr>
        <p:grpSpPr>
          <a:xfrm>
            <a:off x="4223270" y="2243790"/>
            <a:ext cx="4037655" cy="773235"/>
            <a:chOff x="362291" y="4078625"/>
            <a:chExt cx="4037655" cy="773235"/>
          </a:xfrm>
        </p:grpSpPr>
        <p:sp>
          <p:nvSpPr>
            <p:cNvPr id="19" name="TextBox 82">
              <a:extLst>
                <a:ext uri="{FF2B5EF4-FFF2-40B4-BE49-F238E27FC236}">
                  <a16:creationId xmlns:a16="http://schemas.microsoft.com/office/drawing/2014/main" id="{C528EEE3-9B8D-4B30-AE67-32341446F2EA}"/>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20" name="TextBox 82">
              <a:extLst>
                <a:ext uri="{FF2B5EF4-FFF2-40B4-BE49-F238E27FC236}">
                  <a16:creationId xmlns:a16="http://schemas.microsoft.com/office/drawing/2014/main" id="{B17742EB-0902-6373-0633-92D671D6877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grpSp>
        <p:nvGrpSpPr>
          <p:cNvPr id="21" name="Groupe 52">
            <a:extLst>
              <a:ext uri="{FF2B5EF4-FFF2-40B4-BE49-F238E27FC236}">
                <a16:creationId xmlns:a16="http://schemas.microsoft.com/office/drawing/2014/main" id="{AA99872D-30DD-547D-D9F1-14C635A42CDD}"/>
              </a:ext>
            </a:extLst>
          </p:cNvPr>
          <p:cNvGrpSpPr/>
          <p:nvPr/>
        </p:nvGrpSpPr>
        <p:grpSpPr>
          <a:xfrm>
            <a:off x="6095999" y="3298825"/>
            <a:ext cx="4037655" cy="773235"/>
            <a:chOff x="362291" y="4078625"/>
            <a:chExt cx="4037655" cy="773235"/>
          </a:xfrm>
        </p:grpSpPr>
        <p:sp>
          <p:nvSpPr>
            <p:cNvPr id="22" name="TextBox 82">
              <a:extLst>
                <a:ext uri="{FF2B5EF4-FFF2-40B4-BE49-F238E27FC236}">
                  <a16:creationId xmlns:a16="http://schemas.microsoft.com/office/drawing/2014/main" id="{941D4662-EDEE-7A3D-C0F4-C06F0CD49EED}"/>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23" name="TextBox 82">
              <a:extLst>
                <a:ext uri="{FF2B5EF4-FFF2-40B4-BE49-F238E27FC236}">
                  <a16:creationId xmlns:a16="http://schemas.microsoft.com/office/drawing/2014/main" id="{63F62CB9-B2F6-CEC8-2946-77FF6522B24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24" name="Connecteur droit 55">
            <a:extLst>
              <a:ext uri="{FF2B5EF4-FFF2-40B4-BE49-F238E27FC236}">
                <a16:creationId xmlns:a16="http://schemas.microsoft.com/office/drawing/2014/main" id="{3B3542C8-C454-DFC9-5000-11B675BA7C50}"/>
              </a:ext>
            </a:extLst>
          </p:cNvPr>
          <p:cNvCxnSpPr>
            <a:cxnSpLocks/>
          </p:cNvCxnSpPr>
          <p:nvPr/>
        </p:nvCxnSpPr>
        <p:spPr>
          <a:xfrm>
            <a:off x="3065318" y="3685443"/>
            <a:ext cx="282632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57">
            <a:extLst>
              <a:ext uri="{FF2B5EF4-FFF2-40B4-BE49-F238E27FC236}">
                <a16:creationId xmlns:a16="http://schemas.microsoft.com/office/drawing/2014/main" id="{41CA5E51-559B-AD7A-7190-F4FE3FC58C0C}"/>
              </a:ext>
            </a:extLst>
          </p:cNvPr>
          <p:cNvCxnSpPr>
            <a:cxnSpLocks/>
          </p:cNvCxnSpPr>
          <p:nvPr/>
        </p:nvCxnSpPr>
        <p:spPr>
          <a:xfrm>
            <a:off x="2617173" y="4715382"/>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26" name="Groupe 58">
            <a:extLst>
              <a:ext uri="{FF2B5EF4-FFF2-40B4-BE49-F238E27FC236}">
                <a16:creationId xmlns:a16="http://schemas.microsoft.com/office/drawing/2014/main" id="{7BD1EFB9-1144-8706-1989-A3834F470FC0}"/>
              </a:ext>
            </a:extLst>
          </p:cNvPr>
          <p:cNvGrpSpPr/>
          <p:nvPr/>
        </p:nvGrpSpPr>
        <p:grpSpPr>
          <a:xfrm>
            <a:off x="4223270" y="4318614"/>
            <a:ext cx="4037655" cy="773235"/>
            <a:chOff x="362291" y="4078625"/>
            <a:chExt cx="4037655" cy="773235"/>
          </a:xfrm>
        </p:grpSpPr>
        <p:sp>
          <p:nvSpPr>
            <p:cNvPr id="27" name="TextBox 82">
              <a:extLst>
                <a:ext uri="{FF2B5EF4-FFF2-40B4-BE49-F238E27FC236}">
                  <a16:creationId xmlns:a16="http://schemas.microsoft.com/office/drawing/2014/main" id="{AE1317BA-82D1-1E90-1D66-BEF6B10AFDA6}"/>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28" name="TextBox 82">
              <a:extLst>
                <a:ext uri="{FF2B5EF4-FFF2-40B4-BE49-F238E27FC236}">
                  <a16:creationId xmlns:a16="http://schemas.microsoft.com/office/drawing/2014/main" id="{98605C90-FE47-8C50-4117-125B3182F11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grpSp>
        <p:nvGrpSpPr>
          <p:cNvPr id="29" name="Groupe 61">
            <a:extLst>
              <a:ext uri="{FF2B5EF4-FFF2-40B4-BE49-F238E27FC236}">
                <a16:creationId xmlns:a16="http://schemas.microsoft.com/office/drawing/2014/main" id="{62D8A82D-9916-7C65-0002-FB499262B1C0}"/>
              </a:ext>
            </a:extLst>
          </p:cNvPr>
          <p:cNvGrpSpPr/>
          <p:nvPr/>
        </p:nvGrpSpPr>
        <p:grpSpPr>
          <a:xfrm>
            <a:off x="6095999" y="5329561"/>
            <a:ext cx="4037655" cy="773235"/>
            <a:chOff x="362291" y="4078625"/>
            <a:chExt cx="4037655" cy="773235"/>
          </a:xfrm>
        </p:grpSpPr>
        <p:sp>
          <p:nvSpPr>
            <p:cNvPr id="30" name="TextBox 82">
              <a:extLst>
                <a:ext uri="{FF2B5EF4-FFF2-40B4-BE49-F238E27FC236}">
                  <a16:creationId xmlns:a16="http://schemas.microsoft.com/office/drawing/2014/main" id="{F1653899-CB67-EC6E-8610-74DFEA5F1001}"/>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31" name="TextBox 82">
              <a:extLst>
                <a:ext uri="{FF2B5EF4-FFF2-40B4-BE49-F238E27FC236}">
                  <a16:creationId xmlns:a16="http://schemas.microsoft.com/office/drawing/2014/main" id="{D9B73DE1-2A9B-7098-DFC0-2A0839432A6C}"/>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32" name="Connecteur droit 64">
            <a:extLst>
              <a:ext uri="{FF2B5EF4-FFF2-40B4-BE49-F238E27FC236}">
                <a16:creationId xmlns:a16="http://schemas.microsoft.com/office/drawing/2014/main" id="{BD8A32E9-3525-09DA-49BC-F41F702AC04B}"/>
              </a:ext>
            </a:extLst>
          </p:cNvPr>
          <p:cNvCxnSpPr>
            <a:cxnSpLocks/>
          </p:cNvCxnSpPr>
          <p:nvPr/>
        </p:nvCxnSpPr>
        <p:spPr>
          <a:xfrm>
            <a:off x="2148845" y="5745320"/>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91278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4</a:t>
            </a:r>
          </a:p>
        </p:txBody>
      </p:sp>
      <p:sp>
        <p:nvSpPr>
          <p:cNvPr id="30" name="Rectangle 29"/>
          <p:cNvSpPr/>
          <p:nvPr/>
        </p:nvSpPr>
        <p:spPr bwMode="auto">
          <a:xfrm>
            <a:off x="935096"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1" name="Rectangle 50"/>
          <p:cNvSpPr/>
          <p:nvPr/>
        </p:nvSpPr>
        <p:spPr bwMode="auto">
          <a:xfrm>
            <a:off x="3011548"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2" name="Rectangle 51"/>
          <p:cNvSpPr/>
          <p:nvPr/>
        </p:nvSpPr>
        <p:spPr bwMode="auto">
          <a:xfrm>
            <a:off x="5088000"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3" name="Rectangle 52"/>
          <p:cNvSpPr/>
          <p:nvPr/>
        </p:nvSpPr>
        <p:spPr bwMode="auto">
          <a:xfrm>
            <a:off x="7164452"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4" name="Rectangle 53"/>
          <p:cNvSpPr/>
          <p:nvPr/>
        </p:nvSpPr>
        <p:spPr bwMode="auto">
          <a:xfrm>
            <a:off x="9240903"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5"/>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00392"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06771"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83223"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5"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36127"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5" name="Oval 74">
            <a:extLst>
              <a:ext uri="{FF2B5EF4-FFF2-40B4-BE49-F238E27FC236}">
                <a16:creationId xmlns:a16="http://schemas.microsoft.com/office/drawing/2014/main" id="{55A91782-1537-4121-AF7E-BCCFBF70F04E}"/>
              </a:ext>
            </a:extLst>
          </p:cNvPr>
          <p:cNvSpPr>
            <a:spLocks noChangeAspect="1"/>
          </p:cNvSpPr>
          <p:nvPr/>
        </p:nvSpPr>
        <p:spPr>
          <a:xfrm>
            <a:off x="9512578" y="2297649"/>
            <a:ext cx="1472650" cy="1472650"/>
          </a:xfrm>
          <a:prstGeom prst="ellipse">
            <a:avLst/>
          </a:prstGeom>
          <a:noFill/>
          <a:ln w="28575">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489093"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6" name="Formula3" descr="{&quot;Key&quot;:&quot;POWER_USER_SHAPE_ICON&quot;,&quot;Value&quot;:&quot;POWER_USER_SHAPE_ICON_STYLE_1&quot;}">
            <a:extLst>
              <a:ext uri="{FF2B5EF4-FFF2-40B4-BE49-F238E27FC236}">
                <a16:creationId xmlns:a16="http://schemas.microsoft.com/office/drawing/2014/main" id="{126EAAC2-1A32-4CEB-97EC-84CDF6299FB1}"/>
              </a:ext>
            </a:extLst>
          </p:cNvPr>
          <p:cNvGrpSpPr>
            <a:grpSpLocks noChangeAspect="1"/>
          </p:cNvGrpSpPr>
          <p:nvPr>
            <p:custDataLst>
              <p:tags r:id="rId3"/>
            </p:custDataLst>
          </p:nvPr>
        </p:nvGrpSpPr>
        <p:grpSpPr>
          <a:xfrm>
            <a:off x="9942848" y="2663059"/>
            <a:ext cx="649167" cy="794897"/>
            <a:chOff x="7532688" y="3178176"/>
            <a:chExt cx="233363" cy="285750"/>
          </a:xfrm>
          <a:solidFill>
            <a:schemeClr val="accent5"/>
          </a:solidFill>
        </p:grpSpPr>
        <p:sp>
          <p:nvSpPr>
            <p:cNvPr id="137" name="Freeform 655">
              <a:extLst>
                <a:ext uri="{FF2B5EF4-FFF2-40B4-BE49-F238E27FC236}">
                  <a16:creationId xmlns:a16="http://schemas.microsoft.com/office/drawing/2014/main" id="{0ADC8031-DF17-4CAA-A96C-3E725B3F1DF6}"/>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661">
              <a:extLst>
                <a:ext uri="{FF2B5EF4-FFF2-40B4-BE49-F238E27FC236}">
                  <a16:creationId xmlns:a16="http://schemas.microsoft.com/office/drawing/2014/main" id="{D11EA817-9B8F-4B1D-A389-8A7976A0F616}"/>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62">
              <a:extLst>
                <a:ext uri="{FF2B5EF4-FFF2-40B4-BE49-F238E27FC236}">
                  <a16:creationId xmlns:a16="http://schemas.microsoft.com/office/drawing/2014/main" id="{FBAA23B4-9E0E-42DC-B0AB-12DCD3B29771}"/>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63">
              <a:extLst>
                <a:ext uri="{FF2B5EF4-FFF2-40B4-BE49-F238E27FC236}">
                  <a16:creationId xmlns:a16="http://schemas.microsoft.com/office/drawing/2014/main" id="{21796ECB-62B5-4CFF-99A1-222E3A5CA571}"/>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64">
              <a:extLst>
                <a:ext uri="{FF2B5EF4-FFF2-40B4-BE49-F238E27FC236}">
                  <a16:creationId xmlns:a16="http://schemas.microsoft.com/office/drawing/2014/main" id="{D8FC1CC1-5386-49F4-947D-258B0EAF39ED}"/>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665">
              <a:extLst>
                <a:ext uri="{FF2B5EF4-FFF2-40B4-BE49-F238E27FC236}">
                  <a16:creationId xmlns:a16="http://schemas.microsoft.com/office/drawing/2014/main" id="{F72A67A7-F5FE-4225-8426-D75E72B07880}"/>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666">
              <a:extLst>
                <a:ext uri="{FF2B5EF4-FFF2-40B4-BE49-F238E27FC236}">
                  <a16:creationId xmlns:a16="http://schemas.microsoft.com/office/drawing/2014/main" id="{DD1D9A89-4718-4110-83DA-B97C7DC329E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667">
              <a:extLst>
                <a:ext uri="{FF2B5EF4-FFF2-40B4-BE49-F238E27FC236}">
                  <a16:creationId xmlns:a16="http://schemas.microsoft.com/office/drawing/2014/main" id="{1C431CF2-5B69-4B24-9AF4-2B67FC3FC45E}"/>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43556984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950FED-F1EC-B12F-50E6-AAE6BC7FCD3D}"/>
              </a:ext>
            </a:extLst>
          </p:cNvPr>
          <p:cNvSpPr>
            <a:spLocks noGrp="1"/>
          </p:cNvSpPr>
          <p:nvPr>
            <p:ph type="title"/>
          </p:nvPr>
        </p:nvSpPr>
        <p:spPr>
          <a:xfrm>
            <a:off x="214184" y="13663"/>
            <a:ext cx="9728886" cy="678316"/>
          </a:xfrm>
        </p:spPr>
        <p:txBody>
          <a:bodyPr>
            <a:normAutofit/>
          </a:bodyPr>
          <a:lstStyle/>
          <a:p>
            <a:r>
              <a:rPr lang="en-US" dirty="0"/>
              <a:t>Timeline 21</a:t>
            </a:r>
          </a:p>
        </p:txBody>
      </p:sp>
      <p:sp>
        <p:nvSpPr>
          <p:cNvPr id="4" name="ZoneTexte 7">
            <a:extLst>
              <a:ext uri="{FF2B5EF4-FFF2-40B4-BE49-F238E27FC236}">
                <a16:creationId xmlns:a16="http://schemas.microsoft.com/office/drawing/2014/main" id="{5E342056-AA0A-C257-DEB5-B13DE9504C90}"/>
              </a:ext>
            </a:extLst>
          </p:cNvPr>
          <p:cNvSpPr txBox="1"/>
          <p:nvPr/>
        </p:nvSpPr>
        <p:spPr>
          <a:xfrm>
            <a:off x="162638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1</a:t>
            </a:r>
          </a:p>
        </p:txBody>
      </p:sp>
      <p:sp>
        <p:nvSpPr>
          <p:cNvPr id="5" name="Forme libre : forme 10">
            <a:extLst>
              <a:ext uri="{FF2B5EF4-FFF2-40B4-BE49-F238E27FC236}">
                <a16:creationId xmlns:a16="http://schemas.microsoft.com/office/drawing/2014/main" id="{F6A2820E-7EA1-A8C6-61B2-459040254253}"/>
              </a:ext>
            </a:extLst>
          </p:cNvPr>
          <p:cNvSpPr/>
          <p:nvPr/>
        </p:nvSpPr>
        <p:spPr>
          <a:xfrm>
            <a:off x="126922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1">
            <a:extLst>
              <a:ext uri="{FF2B5EF4-FFF2-40B4-BE49-F238E27FC236}">
                <a16:creationId xmlns:a16="http://schemas.microsoft.com/office/drawing/2014/main" id="{47F00162-A14D-C141-FCF1-C57A644E5F21}"/>
              </a:ext>
            </a:extLst>
          </p:cNvPr>
          <p:cNvSpPr/>
          <p:nvPr/>
        </p:nvSpPr>
        <p:spPr>
          <a:xfrm flipH="1" flipV="1">
            <a:off x="3478639"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orme libre : forme 12">
            <a:extLst>
              <a:ext uri="{FF2B5EF4-FFF2-40B4-BE49-F238E27FC236}">
                <a16:creationId xmlns:a16="http://schemas.microsoft.com/office/drawing/2014/main" id="{DBCB7ACF-5DF4-EF69-19D2-FCB47C343B3C}"/>
              </a:ext>
            </a:extLst>
          </p:cNvPr>
          <p:cNvSpPr/>
          <p:nvPr/>
        </p:nvSpPr>
        <p:spPr>
          <a:xfrm>
            <a:off x="5688052"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orme libre : forme 13">
            <a:extLst>
              <a:ext uri="{FF2B5EF4-FFF2-40B4-BE49-F238E27FC236}">
                <a16:creationId xmlns:a16="http://schemas.microsoft.com/office/drawing/2014/main" id="{B258E7BA-139F-3863-F14F-63B3095CFADA}"/>
              </a:ext>
            </a:extLst>
          </p:cNvPr>
          <p:cNvSpPr/>
          <p:nvPr/>
        </p:nvSpPr>
        <p:spPr>
          <a:xfrm flipH="1" flipV="1">
            <a:off x="7715660"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ZoneTexte 14">
            <a:extLst>
              <a:ext uri="{FF2B5EF4-FFF2-40B4-BE49-F238E27FC236}">
                <a16:creationId xmlns:a16="http://schemas.microsoft.com/office/drawing/2014/main" id="{AE9D75A2-A5B6-F853-9303-C9CBC376F6C9}"/>
              </a:ext>
            </a:extLst>
          </p:cNvPr>
          <p:cNvSpPr txBox="1"/>
          <p:nvPr/>
        </p:nvSpPr>
        <p:spPr>
          <a:xfrm>
            <a:off x="6045212"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3</a:t>
            </a:r>
          </a:p>
        </p:txBody>
      </p:sp>
      <p:sp>
        <p:nvSpPr>
          <p:cNvPr id="10" name="ZoneTexte 15">
            <a:extLst>
              <a:ext uri="{FF2B5EF4-FFF2-40B4-BE49-F238E27FC236}">
                <a16:creationId xmlns:a16="http://schemas.microsoft.com/office/drawing/2014/main" id="{6E8B19A2-B2AE-0311-AA54-2432D65B2AF2}"/>
              </a:ext>
            </a:extLst>
          </p:cNvPr>
          <p:cNvSpPr txBox="1"/>
          <p:nvPr/>
        </p:nvSpPr>
        <p:spPr>
          <a:xfrm>
            <a:off x="3835799"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2</a:t>
            </a:r>
          </a:p>
        </p:txBody>
      </p:sp>
      <p:sp>
        <p:nvSpPr>
          <p:cNvPr id="11" name="ZoneTexte 16">
            <a:extLst>
              <a:ext uri="{FF2B5EF4-FFF2-40B4-BE49-F238E27FC236}">
                <a16:creationId xmlns:a16="http://schemas.microsoft.com/office/drawing/2014/main" id="{9BA1AB9D-7D75-CFFC-C803-FBDACA5D768A}"/>
              </a:ext>
            </a:extLst>
          </p:cNvPr>
          <p:cNvSpPr txBox="1"/>
          <p:nvPr/>
        </p:nvSpPr>
        <p:spPr>
          <a:xfrm>
            <a:off x="8072820"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4</a:t>
            </a:r>
          </a:p>
        </p:txBody>
      </p:sp>
      <p:sp>
        <p:nvSpPr>
          <p:cNvPr id="12" name="Forme libre : forme 17">
            <a:extLst>
              <a:ext uri="{FF2B5EF4-FFF2-40B4-BE49-F238E27FC236}">
                <a16:creationId xmlns:a16="http://schemas.microsoft.com/office/drawing/2014/main" id="{0C9BAE01-A6CD-37F9-3A73-BB49E9AA9150}"/>
              </a:ext>
            </a:extLst>
          </p:cNvPr>
          <p:cNvSpPr/>
          <p:nvPr/>
        </p:nvSpPr>
        <p:spPr>
          <a:xfrm>
            <a:off x="974326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ZoneTexte 19">
            <a:extLst>
              <a:ext uri="{FF2B5EF4-FFF2-40B4-BE49-F238E27FC236}">
                <a16:creationId xmlns:a16="http://schemas.microsoft.com/office/drawing/2014/main" id="{7E4FD671-D1E5-2D88-FC02-A97F5F191395}"/>
              </a:ext>
            </a:extLst>
          </p:cNvPr>
          <p:cNvSpPr txBox="1"/>
          <p:nvPr/>
        </p:nvSpPr>
        <p:spPr>
          <a:xfrm>
            <a:off x="1010042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5</a:t>
            </a:r>
          </a:p>
        </p:txBody>
      </p:sp>
      <p:sp>
        <p:nvSpPr>
          <p:cNvPr id="14" name="TextBox 37">
            <a:extLst>
              <a:ext uri="{FF2B5EF4-FFF2-40B4-BE49-F238E27FC236}">
                <a16:creationId xmlns:a16="http://schemas.microsoft.com/office/drawing/2014/main" id="{5D53E929-FDBD-8D20-65B7-767215E200DE}"/>
              </a:ext>
            </a:extLst>
          </p:cNvPr>
          <p:cNvSpPr txBox="1"/>
          <p:nvPr/>
        </p:nvSpPr>
        <p:spPr>
          <a:xfrm>
            <a:off x="421130" y="2377447"/>
            <a:ext cx="2875701" cy="1323439"/>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37">
            <a:extLst>
              <a:ext uri="{FF2B5EF4-FFF2-40B4-BE49-F238E27FC236}">
                <a16:creationId xmlns:a16="http://schemas.microsoft.com/office/drawing/2014/main" id="{45C679AB-2C6E-F18E-EBFA-14D6B39C0ACC}"/>
              </a:ext>
            </a:extLst>
          </p:cNvPr>
          <p:cNvSpPr txBox="1"/>
          <p:nvPr/>
        </p:nvSpPr>
        <p:spPr>
          <a:xfrm>
            <a:off x="2630544" y="3940887"/>
            <a:ext cx="2875701" cy="1323439"/>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 name="TextBox 37">
            <a:extLst>
              <a:ext uri="{FF2B5EF4-FFF2-40B4-BE49-F238E27FC236}">
                <a16:creationId xmlns:a16="http://schemas.microsoft.com/office/drawing/2014/main" id="{619F29D4-3E48-F508-6F82-58038850AA83}"/>
              </a:ext>
            </a:extLst>
          </p:cNvPr>
          <p:cNvSpPr txBox="1"/>
          <p:nvPr/>
        </p:nvSpPr>
        <p:spPr>
          <a:xfrm>
            <a:off x="4839959" y="2377447"/>
            <a:ext cx="2875701" cy="1323439"/>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 name="TextBox 37">
            <a:extLst>
              <a:ext uri="{FF2B5EF4-FFF2-40B4-BE49-F238E27FC236}">
                <a16:creationId xmlns:a16="http://schemas.microsoft.com/office/drawing/2014/main" id="{4D53B6B2-E187-C8AD-E96D-111015D03BE5}"/>
              </a:ext>
            </a:extLst>
          </p:cNvPr>
          <p:cNvSpPr txBox="1"/>
          <p:nvPr/>
        </p:nvSpPr>
        <p:spPr>
          <a:xfrm>
            <a:off x="6867564" y="3940887"/>
            <a:ext cx="2875701" cy="1323439"/>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37">
            <a:extLst>
              <a:ext uri="{FF2B5EF4-FFF2-40B4-BE49-F238E27FC236}">
                <a16:creationId xmlns:a16="http://schemas.microsoft.com/office/drawing/2014/main" id="{6A8AF9FA-DD12-8F15-19D9-95F7FF2118B4}"/>
              </a:ext>
            </a:extLst>
          </p:cNvPr>
          <p:cNvSpPr txBox="1"/>
          <p:nvPr/>
        </p:nvSpPr>
        <p:spPr>
          <a:xfrm>
            <a:off x="8895170" y="2377447"/>
            <a:ext cx="2875701" cy="1323439"/>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31637387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Textboxes 10</a:t>
            </a:r>
          </a:p>
        </p:txBody>
      </p:sp>
      <p:sp>
        <p:nvSpPr>
          <p:cNvPr id="5" name="Rectangle 4"/>
          <p:cNvSpPr/>
          <p:nvPr/>
        </p:nvSpPr>
        <p:spPr>
          <a:xfrm>
            <a:off x="1677572" y="1818721"/>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7" name="Oval 6"/>
          <p:cNvSpPr>
            <a:spLocks noChangeAspect="1"/>
          </p:cNvSpPr>
          <p:nvPr/>
        </p:nvSpPr>
        <p:spPr>
          <a:xfrm>
            <a:off x="671732" y="1786133"/>
            <a:ext cx="1005840" cy="1005840"/>
          </a:xfrm>
          <a:prstGeom prst="ellipse">
            <a:avLst/>
          </a:prstGeom>
          <a:solidFill>
            <a:schemeClr val="accent1"/>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Rectangle 5"/>
          <p:cNvSpPr/>
          <p:nvPr/>
        </p:nvSpPr>
        <p:spPr>
          <a:xfrm>
            <a:off x="3903626" y="3293693"/>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9" name="Oval 8"/>
          <p:cNvSpPr>
            <a:spLocks noChangeAspect="1"/>
          </p:cNvSpPr>
          <p:nvPr/>
        </p:nvSpPr>
        <p:spPr>
          <a:xfrm>
            <a:off x="6037279" y="1761751"/>
            <a:ext cx="1005840" cy="1005840"/>
          </a:xfrm>
          <a:prstGeom prst="ellipse">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Rectangle 7"/>
          <p:cNvSpPr/>
          <p:nvPr/>
        </p:nvSpPr>
        <p:spPr>
          <a:xfrm>
            <a:off x="1677572" y="4664268"/>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1" name="Oval 10"/>
          <p:cNvSpPr>
            <a:spLocks noChangeAspect="1"/>
          </p:cNvSpPr>
          <p:nvPr/>
        </p:nvSpPr>
        <p:spPr>
          <a:xfrm>
            <a:off x="2897786" y="3261105"/>
            <a:ext cx="1005840" cy="1005840"/>
          </a:xfrm>
          <a:prstGeom prst="ellipse">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ectangle 9"/>
          <p:cNvSpPr/>
          <p:nvPr/>
        </p:nvSpPr>
        <p:spPr>
          <a:xfrm>
            <a:off x="7043119" y="1794339"/>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 name="Oval 3"/>
          <p:cNvSpPr>
            <a:spLocks noChangeAspect="1"/>
          </p:cNvSpPr>
          <p:nvPr/>
        </p:nvSpPr>
        <p:spPr>
          <a:xfrm>
            <a:off x="671732" y="4631680"/>
            <a:ext cx="1005840" cy="1005840"/>
          </a:xfrm>
          <a:prstGeom prst="ellipse">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p:nvPr/>
        </p:nvSpPr>
        <p:spPr>
          <a:xfrm>
            <a:off x="7043119" y="4664265"/>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5" name="Oval 14"/>
          <p:cNvSpPr>
            <a:spLocks noChangeAspect="1"/>
          </p:cNvSpPr>
          <p:nvPr/>
        </p:nvSpPr>
        <p:spPr>
          <a:xfrm>
            <a:off x="6037279" y="4631677"/>
            <a:ext cx="1005840" cy="1005840"/>
          </a:xfrm>
          <a:prstGeom prst="ellipse">
            <a:avLst/>
          </a:prstGeom>
          <a:solidFill>
            <a:schemeClr val="accent5"/>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6" name="Cath_Lab" descr="{&quot;Key&quot;:&quot;POWER_USER_SHAPE_ICON&quot;,&quot;Value&quot;:&quot;POWER_USER_SHAPE_ICON_STYLE_1&quot;}"/>
          <p:cNvGrpSpPr>
            <a:grpSpLocks noChangeAspect="1"/>
          </p:cNvGrpSpPr>
          <p:nvPr>
            <p:custDataLst>
              <p:tags r:id="rId1"/>
            </p:custDataLst>
          </p:nvPr>
        </p:nvGrpSpPr>
        <p:grpSpPr bwMode="auto">
          <a:xfrm>
            <a:off x="909398" y="2017590"/>
            <a:ext cx="530508" cy="542925"/>
            <a:chOff x="8" y="-4"/>
            <a:chExt cx="470" cy="481"/>
          </a:xfrm>
          <a:solidFill>
            <a:schemeClr val="lt1"/>
          </a:solidFill>
        </p:grpSpPr>
        <p:sp>
          <p:nvSpPr>
            <p:cNvPr id="17" name="Cath_Lab"/>
            <p:cNvSpPr>
              <a:spLocks noChangeArrowheads="1"/>
            </p:cNvSpPr>
            <p:nvPr>
              <p:custDataLst>
                <p:tags r:id="rId7"/>
              </p:custDataLst>
            </p:nvPr>
          </p:nvSpPr>
          <p:spPr bwMode="auto">
            <a:xfrm>
              <a:off x="8" y="308"/>
              <a:ext cx="387" cy="3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Cath_Lab"/>
            <p:cNvSpPr>
              <a:spLocks/>
            </p:cNvSpPr>
            <p:nvPr>
              <p:custDataLst>
                <p:tags r:id="rId8"/>
              </p:custDataLst>
            </p:nvPr>
          </p:nvSpPr>
          <p:spPr bwMode="auto">
            <a:xfrm>
              <a:off x="205" y="-4"/>
              <a:ext cx="273" cy="481"/>
            </a:xfrm>
            <a:custGeom>
              <a:avLst/>
              <a:gdLst>
                <a:gd name="T0" fmla="*/ 240 w 725"/>
                <a:gd name="T1" fmla="*/ 1045 h 1278"/>
                <a:gd name="T2" fmla="*/ 2 w 725"/>
                <a:gd name="T3" fmla="*/ 1046 h 1278"/>
                <a:gd name="T4" fmla="*/ 2 w 725"/>
                <a:gd name="T5" fmla="*/ 1229 h 1278"/>
                <a:gd name="T6" fmla="*/ 43 w 725"/>
                <a:gd name="T7" fmla="*/ 1278 h 1278"/>
                <a:gd name="T8" fmla="*/ 679 w 725"/>
                <a:gd name="T9" fmla="*/ 1278 h 1278"/>
                <a:gd name="T10" fmla="*/ 725 w 725"/>
                <a:gd name="T11" fmla="*/ 1233 h 1278"/>
                <a:gd name="T12" fmla="*/ 725 w 725"/>
                <a:gd name="T13" fmla="*/ 655 h 1278"/>
                <a:gd name="T14" fmla="*/ 43 w 725"/>
                <a:gd name="T15" fmla="*/ 34 h 1278"/>
                <a:gd name="T16" fmla="*/ 2 w 725"/>
                <a:gd name="T17" fmla="*/ 83 h 1278"/>
                <a:gd name="T18" fmla="*/ 2 w 725"/>
                <a:gd name="T19" fmla="*/ 280 h 1278"/>
                <a:gd name="T20" fmla="*/ 240 w 725"/>
                <a:gd name="T21" fmla="*/ 280 h 1278"/>
                <a:gd name="T22" fmla="*/ 240 w 725"/>
                <a:gd name="T23" fmla="*/ 141 h 1278"/>
                <a:gd name="T24" fmla="*/ 634 w 725"/>
                <a:gd name="T25" fmla="*/ 655 h 1278"/>
                <a:gd name="T26" fmla="*/ 240 w 725"/>
                <a:gd name="T27" fmla="*/ 1169 h 1278"/>
                <a:gd name="T28" fmla="*/ 240 w 725"/>
                <a:gd name="T29" fmla="*/ 1045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5" h="1278">
                  <a:moveTo>
                    <a:pt x="240" y="1045"/>
                  </a:moveTo>
                  <a:cubicBezTo>
                    <a:pt x="240" y="991"/>
                    <a:pt x="2" y="997"/>
                    <a:pt x="2" y="1046"/>
                  </a:cubicBezTo>
                  <a:lnTo>
                    <a:pt x="2" y="1229"/>
                  </a:lnTo>
                  <a:cubicBezTo>
                    <a:pt x="0" y="1254"/>
                    <a:pt x="18" y="1278"/>
                    <a:pt x="43" y="1278"/>
                  </a:cubicBezTo>
                  <a:cubicBezTo>
                    <a:pt x="62" y="1278"/>
                    <a:pt x="679" y="1278"/>
                    <a:pt x="679" y="1278"/>
                  </a:cubicBezTo>
                  <a:cubicBezTo>
                    <a:pt x="704" y="1278"/>
                    <a:pt x="725" y="1258"/>
                    <a:pt x="725" y="1233"/>
                  </a:cubicBezTo>
                  <a:cubicBezTo>
                    <a:pt x="725" y="1233"/>
                    <a:pt x="725" y="656"/>
                    <a:pt x="725" y="655"/>
                  </a:cubicBezTo>
                  <a:cubicBezTo>
                    <a:pt x="725" y="292"/>
                    <a:pt x="413" y="0"/>
                    <a:pt x="43" y="34"/>
                  </a:cubicBezTo>
                  <a:cubicBezTo>
                    <a:pt x="18" y="36"/>
                    <a:pt x="0" y="58"/>
                    <a:pt x="2" y="83"/>
                  </a:cubicBezTo>
                  <a:lnTo>
                    <a:pt x="2" y="280"/>
                  </a:lnTo>
                  <a:lnTo>
                    <a:pt x="240" y="280"/>
                  </a:lnTo>
                  <a:lnTo>
                    <a:pt x="240" y="141"/>
                  </a:lnTo>
                  <a:cubicBezTo>
                    <a:pt x="467" y="202"/>
                    <a:pt x="633" y="409"/>
                    <a:pt x="634" y="655"/>
                  </a:cubicBezTo>
                  <a:cubicBezTo>
                    <a:pt x="633" y="900"/>
                    <a:pt x="467" y="1109"/>
                    <a:pt x="240" y="1169"/>
                  </a:cubicBezTo>
                  <a:lnTo>
                    <a:pt x="240" y="10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Cath_Lab"/>
            <p:cNvSpPr>
              <a:spLocks noChangeArrowheads="1"/>
            </p:cNvSpPr>
            <p:nvPr>
              <p:custDataLst>
                <p:tags r:id="rId9"/>
              </p:custDataLst>
            </p:nvPr>
          </p:nvSpPr>
          <p:spPr bwMode="auto">
            <a:xfrm>
              <a:off x="325" y="205"/>
              <a:ext cx="77"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Cath_Lab"/>
            <p:cNvSpPr>
              <a:spLocks/>
            </p:cNvSpPr>
            <p:nvPr>
              <p:custDataLst>
                <p:tags r:id="rId10"/>
              </p:custDataLst>
            </p:nvPr>
          </p:nvSpPr>
          <p:spPr bwMode="auto">
            <a:xfrm>
              <a:off x="8" y="203"/>
              <a:ext cx="307" cy="79"/>
            </a:xfrm>
            <a:custGeom>
              <a:avLst/>
              <a:gdLst>
                <a:gd name="T0" fmla="*/ 714 w 818"/>
                <a:gd name="T1" fmla="*/ 0 h 209"/>
                <a:gd name="T2" fmla="*/ 371 w 818"/>
                <a:gd name="T3" fmla="*/ 0 h 209"/>
                <a:gd name="T4" fmla="*/ 0 w 818"/>
                <a:gd name="T5" fmla="*/ 57 h 209"/>
                <a:gd name="T6" fmla="*/ 0 w 818"/>
                <a:gd name="T7" fmla="*/ 209 h 209"/>
                <a:gd name="T8" fmla="*/ 270 w 818"/>
                <a:gd name="T9" fmla="*/ 209 h 209"/>
                <a:gd name="T10" fmla="*/ 257 w 818"/>
                <a:gd name="T11" fmla="*/ 163 h 209"/>
                <a:gd name="T12" fmla="*/ 343 w 818"/>
                <a:gd name="T13" fmla="*/ 77 h 209"/>
                <a:gd name="T14" fmla="*/ 531 w 818"/>
                <a:gd name="T15" fmla="*/ 77 h 209"/>
                <a:gd name="T16" fmla="*/ 683 w 818"/>
                <a:gd name="T17" fmla="*/ 45 h 209"/>
                <a:gd name="T18" fmla="*/ 692 w 818"/>
                <a:gd name="T19" fmla="*/ 85 h 209"/>
                <a:gd name="T20" fmla="*/ 535 w 818"/>
                <a:gd name="T21" fmla="*/ 118 h 209"/>
                <a:gd name="T22" fmla="*/ 343 w 818"/>
                <a:gd name="T23" fmla="*/ 118 h 209"/>
                <a:gd name="T24" fmla="*/ 298 w 818"/>
                <a:gd name="T25" fmla="*/ 163 h 209"/>
                <a:gd name="T26" fmla="*/ 343 w 818"/>
                <a:gd name="T27" fmla="*/ 209 h 209"/>
                <a:gd name="T28" fmla="*/ 715 w 818"/>
                <a:gd name="T29" fmla="*/ 209 h 209"/>
                <a:gd name="T30" fmla="*/ 818 w 818"/>
                <a:gd name="T31" fmla="*/ 105 h 209"/>
                <a:gd name="T32" fmla="*/ 714 w 818"/>
                <a:gd name="T33"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8" h="209">
                  <a:moveTo>
                    <a:pt x="714" y="0"/>
                  </a:moveTo>
                  <a:lnTo>
                    <a:pt x="371" y="0"/>
                  </a:lnTo>
                  <a:lnTo>
                    <a:pt x="0" y="57"/>
                  </a:lnTo>
                  <a:lnTo>
                    <a:pt x="0" y="209"/>
                  </a:lnTo>
                  <a:lnTo>
                    <a:pt x="270" y="209"/>
                  </a:lnTo>
                  <a:cubicBezTo>
                    <a:pt x="261" y="195"/>
                    <a:pt x="257" y="180"/>
                    <a:pt x="257" y="163"/>
                  </a:cubicBezTo>
                  <a:cubicBezTo>
                    <a:pt x="257" y="116"/>
                    <a:pt x="295" y="77"/>
                    <a:pt x="343" y="77"/>
                  </a:cubicBezTo>
                  <a:lnTo>
                    <a:pt x="531" y="77"/>
                  </a:lnTo>
                  <a:lnTo>
                    <a:pt x="683" y="45"/>
                  </a:lnTo>
                  <a:lnTo>
                    <a:pt x="692" y="85"/>
                  </a:lnTo>
                  <a:lnTo>
                    <a:pt x="535" y="118"/>
                  </a:lnTo>
                  <a:lnTo>
                    <a:pt x="343" y="118"/>
                  </a:lnTo>
                  <a:cubicBezTo>
                    <a:pt x="318" y="118"/>
                    <a:pt x="298" y="138"/>
                    <a:pt x="298" y="163"/>
                  </a:cubicBezTo>
                  <a:cubicBezTo>
                    <a:pt x="298" y="188"/>
                    <a:pt x="318" y="208"/>
                    <a:pt x="343" y="209"/>
                  </a:cubicBezTo>
                  <a:lnTo>
                    <a:pt x="715" y="209"/>
                  </a:lnTo>
                  <a:cubicBezTo>
                    <a:pt x="772" y="208"/>
                    <a:pt x="818" y="162"/>
                    <a:pt x="818" y="105"/>
                  </a:cubicBezTo>
                  <a:cubicBezTo>
                    <a:pt x="818" y="47"/>
                    <a:pt x="77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Chemistry" descr="{&quot;Key&quot;:&quot;POWER_USER_SHAPE_ICON&quot;,&quot;Value&quot;:&quot;POWER_USER_SHAPE_ICON_STYLE_1&quot;}"/>
          <p:cNvGrpSpPr>
            <a:grpSpLocks noChangeAspect="1"/>
          </p:cNvGrpSpPr>
          <p:nvPr>
            <p:custDataLst>
              <p:tags r:id="rId2"/>
            </p:custDataLst>
          </p:nvPr>
        </p:nvGrpSpPr>
        <p:grpSpPr>
          <a:xfrm>
            <a:off x="6325831" y="1993208"/>
            <a:ext cx="443082" cy="542925"/>
            <a:chOff x="2010927" y="2232917"/>
            <a:chExt cx="2370877" cy="2905125"/>
          </a:xfrm>
          <a:solidFill>
            <a:schemeClr val="lt1"/>
          </a:solidFill>
        </p:grpSpPr>
        <p:sp>
          <p:nvSpPr>
            <p:cNvPr id="22" name="Freeform: Shape 1808"/>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3" name="Freeform: Shape 1809"/>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4" name="Freeform 67"/>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5" name="Compass" descr="{&quot;Key&quot;:&quot;POWER_USER_SHAPE_ICON&quot;,&quot;Value&quot;:&quot;POWER_USER_SHAPE_ICON_STYLE_1&quot;}"/>
          <p:cNvSpPr>
            <a:spLocks noChangeAspect="1" noEditPoints="1"/>
          </p:cNvSpPr>
          <p:nvPr>
            <p:custDataLst>
              <p:tags r:id="rId3"/>
            </p:custDataLst>
          </p:nvPr>
        </p:nvSpPr>
        <p:spPr bwMode="auto">
          <a:xfrm>
            <a:off x="3190479" y="3499211"/>
            <a:ext cx="420455" cy="542925"/>
          </a:xfrm>
          <a:custGeom>
            <a:avLst/>
            <a:gdLst>
              <a:gd name="T0" fmla="*/ 240 w 543"/>
              <a:gd name="T1" fmla="*/ 362 h 700"/>
              <a:gd name="T2" fmla="*/ 271 w 543"/>
              <a:gd name="T3" fmla="*/ 366 h 700"/>
              <a:gd name="T4" fmla="*/ 303 w 543"/>
              <a:gd name="T5" fmla="*/ 362 h 700"/>
              <a:gd name="T6" fmla="*/ 351 w 543"/>
              <a:gd name="T7" fmla="*/ 451 h 700"/>
              <a:gd name="T8" fmla="*/ 271 w 543"/>
              <a:gd name="T9" fmla="*/ 465 h 700"/>
              <a:gd name="T10" fmla="*/ 192 w 543"/>
              <a:gd name="T11" fmla="*/ 451 h 700"/>
              <a:gd name="T12" fmla="*/ 240 w 543"/>
              <a:gd name="T13" fmla="*/ 362 h 700"/>
              <a:gd name="T14" fmla="*/ 271 w 543"/>
              <a:gd name="T15" fmla="*/ 166 h 700"/>
              <a:gd name="T16" fmla="*/ 338 w 543"/>
              <a:gd name="T17" fmla="*/ 233 h 700"/>
              <a:gd name="T18" fmla="*/ 271 w 543"/>
              <a:gd name="T19" fmla="*/ 300 h 700"/>
              <a:gd name="T20" fmla="*/ 205 w 543"/>
              <a:gd name="T21" fmla="*/ 233 h 700"/>
              <a:gd name="T22" fmla="*/ 271 w 543"/>
              <a:gd name="T23" fmla="*/ 166 h 700"/>
              <a:gd name="T24" fmla="*/ 22 w 543"/>
              <a:gd name="T25" fmla="*/ 696 h 700"/>
              <a:gd name="T26" fmla="*/ 38 w 543"/>
              <a:gd name="T27" fmla="*/ 700 h 700"/>
              <a:gd name="T28" fmla="*/ 67 w 543"/>
              <a:gd name="T29" fmla="*/ 682 h 700"/>
              <a:gd name="T30" fmla="*/ 160 w 543"/>
              <a:gd name="T31" fmla="*/ 510 h 700"/>
              <a:gd name="T32" fmla="*/ 271 w 543"/>
              <a:gd name="T33" fmla="*/ 532 h 700"/>
              <a:gd name="T34" fmla="*/ 383 w 543"/>
              <a:gd name="T35" fmla="*/ 510 h 700"/>
              <a:gd name="T36" fmla="*/ 475 w 543"/>
              <a:gd name="T37" fmla="*/ 682 h 700"/>
              <a:gd name="T38" fmla="*/ 505 w 543"/>
              <a:gd name="T39" fmla="*/ 700 h 700"/>
              <a:gd name="T40" fmla="*/ 520 w 543"/>
              <a:gd name="T41" fmla="*/ 696 h 700"/>
              <a:gd name="T42" fmla="*/ 534 w 543"/>
              <a:gd name="T43" fmla="*/ 651 h 700"/>
              <a:gd name="T44" fmla="*/ 442 w 543"/>
              <a:gd name="T45" fmla="*/ 479 h 700"/>
              <a:gd name="T46" fmla="*/ 501 w 543"/>
              <a:gd name="T47" fmla="*/ 426 h 700"/>
              <a:gd name="T48" fmla="*/ 497 w 543"/>
              <a:gd name="T49" fmla="*/ 379 h 700"/>
              <a:gd name="T50" fmla="*/ 450 w 543"/>
              <a:gd name="T51" fmla="*/ 383 h 700"/>
              <a:gd name="T52" fmla="*/ 410 w 543"/>
              <a:gd name="T53" fmla="*/ 420 h 700"/>
              <a:gd name="T54" fmla="*/ 362 w 543"/>
              <a:gd name="T55" fmla="*/ 331 h 700"/>
              <a:gd name="T56" fmla="*/ 405 w 543"/>
              <a:gd name="T57" fmla="*/ 233 h 700"/>
              <a:gd name="T58" fmla="*/ 305 w 543"/>
              <a:gd name="T59" fmla="*/ 104 h 700"/>
              <a:gd name="T60" fmla="*/ 305 w 543"/>
              <a:gd name="T61" fmla="*/ 33 h 700"/>
              <a:gd name="T62" fmla="*/ 271 w 543"/>
              <a:gd name="T63" fmla="*/ 0 h 700"/>
              <a:gd name="T64" fmla="*/ 238 w 543"/>
              <a:gd name="T65" fmla="*/ 33 h 700"/>
              <a:gd name="T66" fmla="*/ 238 w 543"/>
              <a:gd name="T67" fmla="*/ 104 h 700"/>
              <a:gd name="T68" fmla="*/ 138 w 543"/>
              <a:gd name="T69" fmla="*/ 233 h 700"/>
              <a:gd name="T70" fmla="*/ 181 w 543"/>
              <a:gd name="T71" fmla="*/ 331 h 700"/>
              <a:gd name="T72" fmla="*/ 133 w 543"/>
              <a:gd name="T73" fmla="*/ 420 h 700"/>
              <a:gd name="T74" fmla="*/ 93 w 543"/>
              <a:gd name="T75" fmla="*/ 383 h 700"/>
              <a:gd name="T76" fmla="*/ 46 w 543"/>
              <a:gd name="T77" fmla="*/ 379 h 700"/>
              <a:gd name="T78" fmla="*/ 42 w 543"/>
              <a:gd name="T79" fmla="*/ 426 h 700"/>
              <a:gd name="T80" fmla="*/ 101 w 543"/>
              <a:gd name="T81" fmla="*/ 479 h 700"/>
              <a:gd name="T82" fmla="*/ 9 w 543"/>
              <a:gd name="T83" fmla="*/ 651 h 700"/>
              <a:gd name="T84" fmla="*/ 22 w 543"/>
              <a:gd name="T85" fmla="*/ 696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3" h="700">
                <a:moveTo>
                  <a:pt x="240" y="362"/>
                </a:moveTo>
                <a:cubicBezTo>
                  <a:pt x="250" y="365"/>
                  <a:pt x="260" y="366"/>
                  <a:pt x="271" y="366"/>
                </a:cubicBezTo>
                <a:cubicBezTo>
                  <a:pt x="282" y="366"/>
                  <a:pt x="293" y="365"/>
                  <a:pt x="303" y="362"/>
                </a:cubicBezTo>
                <a:lnTo>
                  <a:pt x="351" y="451"/>
                </a:lnTo>
                <a:cubicBezTo>
                  <a:pt x="326" y="460"/>
                  <a:pt x="299" y="465"/>
                  <a:pt x="271" y="465"/>
                </a:cubicBezTo>
                <a:cubicBezTo>
                  <a:pt x="244" y="465"/>
                  <a:pt x="217" y="460"/>
                  <a:pt x="192" y="451"/>
                </a:cubicBezTo>
                <a:lnTo>
                  <a:pt x="240" y="362"/>
                </a:lnTo>
                <a:close/>
                <a:moveTo>
                  <a:pt x="271" y="166"/>
                </a:moveTo>
                <a:cubicBezTo>
                  <a:pt x="308" y="166"/>
                  <a:pt x="338" y="196"/>
                  <a:pt x="338" y="233"/>
                </a:cubicBezTo>
                <a:cubicBezTo>
                  <a:pt x="338" y="270"/>
                  <a:pt x="308" y="300"/>
                  <a:pt x="271" y="300"/>
                </a:cubicBezTo>
                <a:cubicBezTo>
                  <a:pt x="235" y="300"/>
                  <a:pt x="205" y="270"/>
                  <a:pt x="205" y="233"/>
                </a:cubicBezTo>
                <a:cubicBezTo>
                  <a:pt x="205" y="196"/>
                  <a:pt x="235" y="166"/>
                  <a:pt x="271" y="166"/>
                </a:cubicBezTo>
                <a:close/>
                <a:moveTo>
                  <a:pt x="22" y="696"/>
                </a:moveTo>
                <a:cubicBezTo>
                  <a:pt x="27" y="698"/>
                  <a:pt x="33" y="700"/>
                  <a:pt x="38" y="700"/>
                </a:cubicBezTo>
                <a:cubicBezTo>
                  <a:pt x="50" y="700"/>
                  <a:pt x="61" y="693"/>
                  <a:pt x="67" y="682"/>
                </a:cubicBezTo>
                <a:lnTo>
                  <a:pt x="160" y="510"/>
                </a:lnTo>
                <a:cubicBezTo>
                  <a:pt x="195" y="524"/>
                  <a:pt x="232" y="532"/>
                  <a:pt x="271" y="532"/>
                </a:cubicBezTo>
                <a:cubicBezTo>
                  <a:pt x="310" y="532"/>
                  <a:pt x="348" y="524"/>
                  <a:pt x="383" y="510"/>
                </a:cubicBezTo>
                <a:lnTo>
                  <a:pt x="475" y="682"/>
                </a:lnTo>
                <a:cubicBezTo>
                  <a:pt x="481" y="693"/>
                  <a:pt x="493" y="700"/>
                  <a:pt x="505" y="700"/>
                </a:cubicBezTo>
                <a:cubicBezTo>
                  <a:pt x="510" y="700"/>
                  <a:pt x="515" y="698"/>
                  <a:pt x="520" y="696"/>
                </a:cubicBezTo>
                <a:cubicBezTo>
                  <a:pt x="537" y="687"/>
                  <a:pt x="543" y="667"/>
                  <a:pt x="534" y="651"/>
                </a:cubicBezTo>
                <a:lnTo>
                  <a:pt x="442" y="479"/>
                </a:lnTo>
                <a:cubicBezTo>
                  <a:pt x="463" y="464"/>
                  <a:pt x="483" y="447"/>
                  <a:pt x="501" y="426"/>
                </a:cubicBezTo>
                <a:cubicBezTo>
                  <a:pt x="513" y="412"/>
                  <a:pt x="511" y="391"/>
                  <a:pt x="497" y="379"/>
                </a:cubicBezTo>
                <a:cubicBezTo>
                  <a:pt x="483" y="367"/>
                  <a:pt x="462" y="369"/>
                  <a:pt x="450" y="383"/>
                </a:cubicBezTo>
                <a:cubicBezTo>
                  <a:pt x="438" y="397"/>
                  <a:pt x="425" y="410"/>
                  <a:pt x="410" y="420"/>
                </a:cubicBezTo>
                <a:lnTo>
                  <a:pt x="362" y="331"/>
                </a:lnTo>
                <a:cubicBezTo>
                  <a:pt x="388" y="306"/>
                  <a:pt x="405" y="272"/>
                  <a:pt x="405" y="233"/>
                </a:cubicBezTo>
                <a:cubicBezTo>
                  <a:pt x="405" y="171"/>
                  <a:pt x="362" y="119"/>
                  <a:pt x="305" y="104"/>
                </a:cubicBezTo>
                <a:lnTo>
                  <a:pt x="305" y="33"/>
                </a:lnTo>
                <a:cubicBezTo>
                  <a:pt x="305" y="15"/>
                  <a:pt x="290" y="0"/>
                  <a:pt x="271" y="0"/>
                </a:cubicBezTo>
                <a:cubicBezTo>
                  <a:pt x="253" y="0"/>
                  <a:pt x="238" y="15"/>
                  <a:pt x="238" y="33"/>
                </a:cubicBezTo>
                <a:lnTo>
                  <a:pt x="238" y="104"/>
                </a:lnTo>
                <a:cubicBezTo>
                  <a:pt x="181" y="119"/>
                  <a:pt x="138" y="171"/>
                  <a:pt x="138" y="233"/>
                </a:cubicBezTo>
                <a:cubicBezTo>
                  <a:pt x="138" y="272"/>
                  <a:pt x="155" y="306"/>
                  <a:pt x="181" y="331"/>
                </a:cubicBezTo>
                <a:lnTo>
                  <a:pt x="133" y="420"/>
                </a:lnTo>
                <a:cubicBezTo>
                  <a:pt x="118" y="410"/>
                  <a:pt x="105" y="397"/>
                  <a:pt x="93" y="383"/>
                </a:cubicBezTo>
                <a:cubicBezTo>
                  <a:pt x="81" y="369"/>
                  <a:pt x="60" y="367"/>
                  <a:pt x="46" y="379"/>
                </a:cubicBezTo>
                <a:cubicBezTo>
                  <a:pt x="32" y="391"/>
                  <a:pt x="30" y="412"/>
                  <a:pt x="42" y="426"/>
                </a:cubicBezTo>
                <a:cubicBezTo>
                  <a:pt x="59" y="447"/>
                  <a:pt x="79" y="464"/>
                  <a:pt x="101" y="479"/>
                </a:cubicBezTo>
                <a:lnTo>
                  <a:pt x="9" y="651"/>
                </a:lnTo>
                <a:cubicBezTo>
                  <a:pt x="0" y="667"/>
                  <a:pt x="6" y="687"/>
                  <a:pt x="22" y="696"/>
                </a:cubicBez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 name="Conversation2" descr="{&quot;Key&quot;:&quot;POWER_USER_SHAPE_ICON&quot;,&quot;Value&quot;:&quot;POWER_USER_SHAPE_ICON_STYLE_1&quot;}"/>
          <p:cNvGrpSpPr>
            <a:grpSpLocks noChangeAspect="1"/>
          </p:cNvGrpSpPr>
          <p:nvPr>
            <p:custDataLst>
              <p:tags r:id="rId4"/>
            </p:custDataLst>
          </p:nvPr>
        </p:nvGrpSpPr>
        <p:grpSpPr>
          <a:xfrm>
            <a:off x="812048" y="4949186"/>
            <a:ext cx="725206" cy="370825"/>
            <a:chOff x="2649537" y="2327776"/>
            <a:chExt cx="6861176" cy="3508375"/>
          </a:xfrm>
          <a:solidFill>
            <a:schemeClr val="lt1"/>
          </a:solidFill>
        </p:grpSpPr>
        <p:sp>
          <p:nvSpPr>
            <p:cNvPr id="33" name="Freeform: Shape 358"/>
            <p:cNvSpPr>
              <a:spLocks/>
            </p:cNvSpPr>
            <p:nvPr/>
          </p:nvSpPr>
          <p:spPr bwMode="auto">
            <a:xfrm>
              <a:off x="3859045"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34" name="Oval 285"/>
            <p:cNvSpPr>
              <a:spLocks noChangeArrowheads="1"/>
            </p:cNvSpPr>
            <p:nvPr/>
          </p:nvSpPr>
          <p:spPr bwMode="auto">
            <a:xfrm>
              <a:off x="2822575"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286"/>
            <p:cNvSpPr>
              <a:spLocks/>
            </p:cNvSpPr>
            <p:nvPr/>
          </p:nvSpPr>
          <p:spPr bwMode="auto">
            <a:xfrm>
              <a:off x="2649537" y="4407401"/>
              <a:ext cx="1414463" cy="1428750"/>
            </a:xfrm>
            <a:custGeom>
              <a:avLst/>
              <a:gdLst>
                <a:gd name="T0" fmla="*/ 0 w 2427"/>
                <a:gd name="T1" fmla="*/ 2447 h 2447"/>
                <a:gd name="T2" fmla="*/ 2427 w 2427"/>
                <a:gd name="T3" fmla="*/ 2447 h 2447"/>
                <a:gd name="T4" fmla="*/ 2425 w 2427"/>
                <a:gd name="T5" fmla="*/ 1211 h 2447"/>
                <a:gd name="T6" fmla="*/ 1213 w 2427"/>
                <a:gd name="T7" fmla="*/ 0 h 2447"/>
                <a:gd name="T8" fmla="*/ 2 w 2427"/>
                <a:gd name="T9" fmla="*/ 1211 h 2447"/>
                <a:gd name="T10" fmla="*/ 0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0" y="2447"/>
                  </a:moveTo>
                  <a:cubicBezTo>
                    <a:pt x="299" y="2447"/>
                    <a:pt x="2427" y="2447"/>
                    <a:pt x="2427" y="2447"/>
                  </a:cubicBezTo>
                  <a:cubicBezTo>
                    <a:pt x="2427" y="2447"/>
                    <a:pt x="2425" y="1581"/>
                    <a:pt x="2425" y="1211"/>
                  </a:cubicBezTo>
                  <a:cubicBezTo>
                    <a:pt x="2425" y="542"/>
                    <a:pt x="1882" y="0"/>
                    <a:pt x="1213" y="0"/>
                  </a:cubicBezTo>
                  <a:cubicBezTo>
                    <a:pt x="544" y="0"/>
                    <a:pt x="2" y="542"/>
                    <a:pt x="2" y="1211"/>
                  </a:cubicBezTo>
                  <a:cubicBezTo>
                    <a:pt x="2" y="1880"/>
                    <a:pt x="0" y="1603"/>
                    <a:pt x="0"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Oval 288"/>
            <p:cNvSpPr>
              <a:spLocks noChangeArrowheads="1"/>
            </p:cNvSpPr>
            <p:nvPr/>
          </p:nvSpPr>
          <p:spPr bwMode="auto">
            <a:xfrm>
              <a:off x="8285162"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289"/>
            <p:cNvSpPr>
              <a:spLocks/>
            </p:cNvSpPr>
            <p:nvPr/>
          </p:nvSpPr>
          <p:spPr bwMode="auto">
            <a:xfrm>
              <a:off x="8096250" y="4407401"/>
              <a:ext cx="1414463" cy="1428750"/>
            </a:xfrm>
            <a:custGeom>
              <a:avLst/>
              <a:gdLst>
                <a:gd name="T0" fmla="*/ 2427 w 2427"/>
                <a:gd name="T1" fmla="*/ 2447 h 2447"/>
                <a:gd name="T2" fmla="*/ 0 w 2427"/>
                <a:gd name="T3" fmla="*/ 2447 h 2447"/>
                <a:gd name="T4" fmla="*/ 2 w 2427"/>
                <a:gd name="T5" fmla="*/ 1211 h 2447"/>
                <a:gd name="T6" fmla="*/ 1213 w 2427"/>
                <a:gd name="T7" fmla="*/ 0 h 2447"/>
                <a:gd name="T8" fmla="*/ 2425 w 2427"/>
                <a:gd name="T9" fmla="*/ 1211 h 2447"/>
                <a:gd name="T10" fmla="*/ 2427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2427" y="2447"/>
                  </a:moveTo>
                  <a:cubicBezTo>
                    <a:pt x="2127" y="2447"/>
                    <a:pt x="0" y="2447"/>
                    <a:pt x="0" y="2447"/>
                  </a:cubicBezTo>
                  <a:cubicBezTo>
                    <a:pt x="0" y="2447"/>
                    <a:pt x="2" y="1581"/>
                    <a:pt x="2" y="1211"/>
                  </a:cubicBezTo>
                  <a:cubicBezTo>
                    <a:pt x="2" y="542"/>
                    <a:pt x="545" y="0"/>
                    <a:pt x="1213" y="0"/>
                  </a:cubicBezTo>
                  <a:cubicBezTo>
                    <a:pt x="1882" y="0"/>
                    <a:pt x="2425" y="542"/>
                    <a:pt x="2425" y="1211"/>
                  </a:cubicBezTo>
                  <a:cubicBezTo>
                    <a:pt x="2425" y="1880"/>
                    <a:pt x="2427" y="1603"/>
                    <a:pt x="2427"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Shape 359"/>
            <p:cNvSpPr>
              <a:spLocks/>
            </p:cNvSpPr>
            <p:nvPr/>
          </p:nvSpPr>
          <p:spPr bwMode="auto">
            <a:xfrm flipH="1">
              <a:off x="6138832"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grpSp>
      <p:grpSp>
        <p:nvGrpSpPr>
          <p:cNvPr id="39" name="Credit_card3" descr="{&quot;Key&quot;:&quot;POWER_USER_SHAPE_ICON&quot;,&quot;Value&quot;:&quot;POWER_USER_SHAPE_ICON_STYLE_1&quot;}">
            <a:extLst>
              <a:ext uri="{FF2B5EF4-FFF2-40B4-BE49-F238E27FC236}">
                <a16:creationId xmlns:a16="http://schemas.microsoft.com/office/drawing/2014/main" id="{F7FB0D69-67F5-4D69-A187-A28180CDD23D}"/>
              </a:ext>
            </a:extLst>
          </p:cNvPr>
          <p:cNvGrpSpPr>
            <a:grpSpLocks noChangeAspect="1"/>
          </p:cNvGrpSpPr>
          <p:nvPr>
            <p:custDataLst>
              <p:tags r:id="rId5"/>
            </p:custDataLst>
          </p:nvPr>
        </p:nvGrpSpPr>
        <p:grpSpPr>
          <a:xfrm>
            <a:off x="6246927" y="4863137"/>
            <a:ext cx="591988" cy="542925"/>
            <a:chOff x="5538652" y="2133165"/>
            <a:chExt cx="3357153" cy="3078915"/>
          </a:xfrm>
          <a:solidFill>
            <a:schemeClr val="lt1"/>
          </a:solidFill>
        </p:grpSpPr>
        <p:sp>
          <p:nvSpPr>
            <p:cNvPr id="40" name="Freeform: Shape 1301">
              <a:extLst>
                <a:ext uri="{FF2B5EF4-FFF2-40B4-BE49-F238E27FC236}">
                  <a16:creationId xmlns:a16="http://schemas.microsoft.com/office/drawing/2014/main" id="{265A0FD8-C5FF-4333-A2BA-D3C0E73AC619}"/>
                </a:ext>
              </a:extLst>
            </p:cNvPr>
            <p:cNvSpPr/>
            <p:nvPr/>
          </p:nvSpPr>
          <p:spPr>
            <a:xfrm>
              <a:off x="5538652" y="3164132"/>
              <a:ext cx="3357153" cy="2047948"/>
            </a:xfrm>
            <a:custGeom>
              <a:avLst/>
              <a:gdLst>
                <a:gd name="connsiteX0" fmla="*/ 346325 w 3357153"/>
                <a:gd name="connsiteY0" fmla="*/ 93089 h 2047948"/>
                <a:gd name="connsiteX1" fmla="*/ 94576 w 3357153"/>
                <a:gd name="connsiteY1" fmla="*/ 344838 h 2047948"/>
                <a:gd name="connsiteX2" fmla="*/ 94576 w 3357153"/>
                <a:gd name="connsiteY2" fmla="*/ 1703111 h 2047948"/>
                <a:gd name="connsiteX3" fmla="*/ 346325 w 3357153"/>
                <a:gd name="connsiteY3" fmla="*/ 1954860 h 2047948"/>
                <a:gd name="connsiteX4" fmla="*/ 3010827 w 3357153"/>
                <a:gd name="connsiteY4" fmla="*/ 1954860 h 2047948"/>
                <a:gd name="connsiteX5" fmla="*/ 3262576 w 3357153"/>
                <a:gd name="connsiteY5" fmla="*/ 1703111 h 2047948"/>
                <a:gd name="connsiteX6" fmla="*/ 3262576 w 3357153"/>
                <a:gd name="connsiteY6" fmla="*/ 344838 h 2047948"/>
                <a:gd name="connsiteX7" fmla="*/ 3010827 w 3357153"/>
                <a:gd name="connsiteY7" fmla="*/ 93089 h 2047948"/>
                <a:gd name="connsiteX8" fmla="*/ 276924 w 3357153"/>
                <a:gd name="connsiteY8" fmla="*/ 0 h 2047948"/>
                <a:gd name="connsiteX9" fmla="*/ 3080229 w 3357153"/>
                <a:gd name="connsiteY9" fmla="*/ 0 h 2047948"/>
                <a:gd name="connsiteX10" fmla="*/ 3357153 w 3357153"/>
                <a:gd name="connsiteY10" fmla="*/ 276924 h 2047948"/>
                <a:gd name="connsiteX11" fmla="*/ 3357153 w 3357153"/>
                <a:gd name="connsiteY11" fmla="*/ 1771024 h 2047948"/>
                <a:gd name="connsiteX12" fmla="*/ 3080229 w 3357153"/>
                <a:gd name="connsiteY12" fmla="*/ 2047948 h 2047948"/>
                <a:gd name="connsiteX13" fmla="*/ 276924 w 3357153"/>
                <a:gd name="connsiteY13" fmla="*/ 2047948 h 2047948"/>
                <a:gd name="connsiteX14" fmla="*/ 0 w 3357153"/>
                <a:gd name="connsiteY14" fmla="*/ 1771024 h 2047948"/>
                <a:gd name="connsiteX15" fmla="*/ 0 w 3357153"/>
                <a:gd name="connsiteY15" fmla="*/ 276924 h 2047948"/>
                <a:gd name="connsiteX16" fmla="*/ 276924 w 3357153"/>
                <a:gd name="connsiteY16" fmla="*/ 0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7153" h="2047948">
                  <a:moveTo>
                    <a:pt x="346325" y="93089"/>
                  </a:moveTo>
                  <a:cubicBezTo>
                    <a:pt x="207288" y="93089"/>
                    <a:pt x="94576" y="205801"/>
                    <a:pt x="94576" y="344838"/>
                  </a:cubicBezTo>
                  <a:lnTo>
                    <a:pt x="94576" y="1703111"/>
                  </a:lnTo>
                  <a:cubicBezTo>
                    <a:pt x="94576" y="1842148"/>
                    <a:pt x="207288" y="1954860"/>
                    <a:pt x="346325" y="1954860"/>
                  </a:cubicBezTo>
                  <a:lnTo>
                    <a:pt x="3010827" y="1954860"/>
                  </a:lnTo>
                  <a:cubicBezTo>
                    <a:pt x="3149864" y="1954860"/>
                    <a:pt x="3262576" y="1842148"/>
                    <a:pt x="3262576" y="1703111"/>
                  </a:cubicBezTo>
                  <a:lnTo>
                    <a:pt x="3262576" y="344838"/>
                  </a:lnTo>
                  <a:cubicBezTo>
                    <a:pt x="3262576" y="205801"/>
                    <a:pt x="3149864" y="93089"/>
                    <a:pt x="3010827" y="93089"/>
                  </a:cubicBezTo>
                  <a:close/>
                  <a:moveTo>
                    <a:pt x="276924" y="0"/>
                  </a:moveTo>
                  <a:lnTo>
                    <a:pt x="3080229" y="0"/>
                  </a:lnTo>
                  <a:cubicBezTo>
                    <a:pt x="3233170" y="0"/>
                    <a:pt x="3357153" y="123983"/>
                    <a:pt x="3357153" y="276924"/>
                  </a:cubicBezTo>
                  <a:lnTo>
                    <a:pt x="3357153" y="1771024"/>
                  </a:lnTo>
                  <a:cubicBezTo>
                    <a:pt x="3357153" y="1923965"/>
                    <a:pt x="3233170" y="2047948"/>
                    <a:pt x="3080229" y="2047948"/>
                  </a:cubicBezTo>
                  <a:lnTo>
                    <a:pt x="276924" y="2047948"/>
                  </a:lnTo>
                  <a:cubicBezTo>
                    <a:pt x="123983" y="2047948"/>
                    <a:pt x="0" y="1923965"/>
                    <a:pt x="0" y="1771024"/>
                  </a:cubicBezTo>
                  <a:lnTo>
                    <a:pt x="0" y="276924"/>
                  </a:lnTo>
                  <a:cubicBezTo>
                    <a:pt x="0" y="123983"/>
                    <a:pt x="123983" y="0"/>
                    <a:pt x="2769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 40">
              <a:extLst>
                <a:ext uri="{FF2B5EF4-FFF2-40B4-BE49-F238E27FC236}">
                  <a16:creationId xmlns:a16="http://schemas.microsoft.com/office/drawing/2014/main" id="{5BCEDFBF-F183-4BF9-AC47-E7009AD06CB7}"/>
                </a:ext>
              </a:extLst>
            </p:cNvPr>
            <p:cNvGrpSpPr>
              <a:grpSpLocks noChangeAspect="1"/>
            </p:cNvGrpSpPr>
            <p:nvPr/>
          </p:nvGrpSpPr>
          <p:grpSpPr>
            <a:xfrm>
              <a:off x="7404718" y="3586989"/>
              <a:ext cx="1072910" cy="624548"/>
              <a:chOff x="7133197" y="3935100"/>
              <a:chExt cx="886702" cy="516155"/>
            </a:xfrm>
            <a:grpFill/>
          </p:grpSpPr>
          <p:sp>
            <p:nvSpPr>
              <p:cNvPr id="50" name="Oval 49">
                <a:extLst>
                  <a:ext uri="{FF2B5EF4-FFF2-40B4-BE49-F238E27FC236}">
                    <a16:creationId xmlns:a16="http://schemas.microsoft.com/office/drawing/2014/main" id="{E4A80B74-C0D7-4FDF-8895-5B4D93380744}"/>
                  </a:ext>
                </a:extLst>
              </p:cNvPr>
              <p:cNvSpPr>
                <a:spLocks noChangeAspect="1"/>
              </p:cNvSpPr>
              <p:nvPr/>
            </p:nvSpPr>
            <p:spPr>
              <a:xfrm>
                <a:off x="7133197"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Oval 50">
                <a:extLst>
                  <a:ext uri="{FF2B5EF4-FFF2-40B4-BE49-F238E27FC236}">
                    <a16:creationId xmlns:a16="http://schemas.microsoft.com/office/drawing/2014/main" id="{6CCB07E5-98D8-41E8-BB74-DAEF78199473}"/>
                  </a:ext>
                </a:extLst>
              </p:cNvPr>
              <p:cNvSpPr>
                <a:spLocks noChangeAspect="1"/>
              </p:cNvSpPr>
              <p:nvPr/>
            </p:nvSpPr>
            <p:spPr>
              <a:xfrm>
                <a:off x="7503744"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Rectangle 41">
              <a:extLst>
                <a:ext uri="{FF2B5EF4-FFF2-40B4-BE49-F238E27FC236}">
                  <a16:creationId xmlns:a16="http://schemas.microsoft.com/office/drawing/2014/main" id="{55D2AB2E-42BF-4F96-B288-4D7CC8A47CD2}"/>
                </a:ext>
              </a:extLst>
            </p:cNvPr>
            <p:cNvSpPr/>
            <p:nvPr/>
          </p:nvSpPr>
          <p:spPr>
            <a:xfrm>
              <a:off x="5895442"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93E5B87-091E-41EF-9FE3-C78565A930A0}"/>
                </a:ext>
              </a:extLst>
            </p:cNvPr>
            <p:cNvSpPr/>
            <p:nvPr/>
          </p:nvSpPr>
          <p:spPr>
            <a:xfrm>
              <a:off x="6624415"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a:extLst>
                <a:ext uri="{FF2B5EF4-FFF2-40B4-BE49-F238E27FC236}">
                  <a16:creationId xmlns:a16="http://schemas.microsoft.com/office/drawing/2014/main" id="{D749C5EE-18E4-4A5E-B84F-2FE656C94598}"/>
                </a:ext>
              </a:extLst>
            </p:cNvPr>
            <p:cNvSpPr/>
            <p:nvPr/>
          </p:nvSpPr>
          <p:spPr>
            <a:xfrm>
              <a:off x="7353388"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ectangle 44">
              <a:extLst>
                <a:ext uri="{FF2B5EF4-FFF2-40B4-BE49-F238E27FC236}">
                  <a16:creationId xmlns:a16="http://schemas.microsoft.com/office/drawing/2014/main" id="{EF41487A-A206-4FE6-A55C-62A85ED59AEB}"/>
                </a:ext>
              </a:extLst>
            </p:cNvPr>
            <p:cNvSpPr/>
            <p:nvPr/>
          </p:nvSpPr>
          <p:spPr>
            <a:xfrm>
              <a:off x="8082361"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 name="Group 45">
              <a:extLst>
                <a:ext uri="{FF2B5EF4-FFF2-40B4-BE49-F238E27FC236}">
                  <a16:creationId xmlns:a16="http://schemas.microsoft.com/office/drawing/2014/main" id="{85BFEE5A-7981-4CC5-BF93-4A3ABFAFBE5B}"/>
                </a:ext>
              </a:extLst>
            </p:cNvPr>
            <p:cNvGrpSpPr/>
            <p:nvPr/>
          </p:nvGrpSpPr>
          <p:grpSpPr>
            <a:xfrm>
              <a:off x="6693019" y="2133165"/>
              <a:ext cx="2047948" cy="1089225"/>
              <a:chOff x="6693019" y="2133165"/>
              <a:chExt cx="2047948" cy="1089225"/>
            </a:xfrm>
            <a:grpFill/>
          </p:grpSpPr>
          <p:sp>
            <p:nvSpPr>
              <p:cNvPr id="48" name="Freeform: Shape 1309">
                <a:extLst>
                  <a:ext uri="{FF2B5EF4-FFF2-40B4-BE49-F238E27FC236}">
                    <a16:creationId xmlns:a16="http://schemas.microsoft.com/office/drawing/2014/main" id="{626D1D40-CDEB-4902-A7E3-54234DDB2BFC}"/>
                  </a:ext>
                </a:extLst>
              </p:cNvPr>
              <p:cNvSpPr/>
              <p:nvPr/>
            </p:nvSpPr>
            <p:spPr>
              <a:xfrm rot="5400000">
                <a:off x="7176226" y="1649958"/>
                <a:ext cx="1081533" cy="2047948"/>
              </a:xfrm>
              <a:custGeom>
                <a:avLst/>
                <a:gdLst>
                  <a:gd name="connsiteX0" fmla="*/ 0 w 1081533"/>
                  <a:gd name="connsiteY0" fmla="*/ 1771024 h 2047948"/>
                  <a:gd name="connsiteX1" fmla="*/ 0 w 1081533"/>
                  <a:gd name="connsiteY1" fmla="*/ 276924 h 2047948"/>
                  <a:gd name="connsiteX2" fmla="*/ 276924 w 1081533"/>
                  <a:gd name="connsiteY2" fmla="*/ 0 h 2047948"/>
                  <a:gd name="connsiteX3" fmla="*/ 1081533 w 1081533"/>
                  <a:gd name="connsiteY3" fmla="*/ 0 h 2047948"/>
                  <a:gd name="connsiteX4" fmla="*/ 1081533 w 1081533"/>
                  <a:gd name="connsiteY4" fmla="*/ 93089 h 2047948"/>
                  <a:gd name="connsiteX5" fmla="*/ 346325 w 1081533"/>
                  <a:gd name="connsiteY5" fmla="*/ 93089 h 2047948"/>
                  <a:gd name="connsiteX6" fmla="*/ 94576 w 1081533"/>
                  <a:gd name="connsiteY6" fmla="*/ 344838 h 2047948"/>
                  <a:gd name="connsiteX7" fmla="*/ 94576 w 1081533"/>
                  <a:gd name="connsiteY7" fmla="*/ 1703111 h 2047948"/>
                  <a:gd name="connsiteX8" fmla="*/ 346325 w 1081533"/>
                  <a:gd name="connsiteY8" fmla="*/ 1954860 h 2047948"/>
                  <a:gd name="connsiteX9" fmla="*/ 1081533 w 1081533"/>
                  <a:gd name="connsiteY9" fmla="*/ 1954860 h 2047948"/>
                  <a:gd name="connsiteX10" fmla="*/ 1081533 w 1081533"/>
                  <a:gd name="connsiteY10" fmla="*/ 2047948 h 2047948"/>
                  <a:gd name="connsiteX11" fmla="*/ 276924 w 1081533"/>
                  <a:gd name="connsiteY11" fmla="*/ 2047948 h 2047948"/>
                  <a:gd name="connsiteX12" fmla="*/ 0 w 1081533"/>
                  <a:gd name="connsiteY12" fmla="*/ 1771024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1533" h="2047948">
                    <a:moveTo>
                      <a:pt x="0" y="1771024"/>
                    </a:moveTo>
                    <a:lnTo>
                      <a:pt x="0" y="276924"/>
                    </a:lnTo>
                    <a:cubicBezTo>
                      <a:pt x="0" y="123983"/>
                      <a:pt x="123983" y="0"/>
                      <a:pt x="276924" y="0"/>
                    </a:cubicBezTo>
                    <a:lnTo>
                      <a:pt x="1081533" y="0"/>
                    </a:lnTo>
                    <a:lnTo>
                      <a:pt x="1081533" y="93089"/>
                    </a:lnTo>
                    <a:lnTo>
                      <a:pt x="346325" y="93089"/>
                    </a:lnTo>
                    <a:cubicBezTo>
                      <a:pt x="207288" y="93089"/>
                      <a:pt x="94576" y="205801"/>
                      <a:pt x="94576" y="344838"/>
                    </a:cubicBezTo>
                    <a:lnTo>
                      <a:pt x="94576" y="1703111"/>
                    </a:lnTo>
                    <a:cubicBezTo>
                      <a:pt x="94576" y="1842148"/>
                      <a:pt x="207288" y="1954860"/>
                      <a:pt x="346325" y="1954860"/>
                    </a:cubicBezTo>
                    <a:lnTo>
                      <a:pt x="1081533" y="1954860"/>
                    </a:lnTo>
                    <a:lnTo>
                      <a:pt x="1081533" y="2047948"/>
                    </a:lnTo>
                    <a:lnTo>
                      <a:pt x="276924" y="2047948"/>
                    </a:lnTo>
                    <a:cubicBezTo>
                      <a:pt x="123983" y="2047948"/>
                      <a:pt x="0" y="1923965"/>
                      <a:pt x="0" y="177102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ectangle 48">
                <a:extLst>
                  <a:ext uri="{FF2B5EF4-FFF2-40B4-BE49-F238E27FC236}">
                    <a16:creationId xmlns:a16="http://schemas.microsoft.com/office/drawing/2014/main" id="{619F59FE-8616-4285-807C-A9E78182F82A}"/>
                  </a:ext>
                </a:extLst>
              </p:cNvPr>
              <p:cNvSpPr/>
              <p:nvPr/>
            </p:nvSpPr>
            <p:spPr>
              <a:xfrm>
                <a:off x="7115784" y="2214390"/>
                <a:ext cx="264730" cy="10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7" name="Euro2">
              <a:extLst>
                <a:ext uri="{FF2B5EF4-FFF2-40B4-BE49-F238E27FC236}">
                  <a16:creationId xmlns:a16="http://schemas.microsoft.com/office/drawing/2014/main" id="{BA406455-C971-474F-B86B-38150858059A}"/>
                </a:ext>
              </a:extLst>
            </p:cNvPr>
            <p:cNvSpPr>
              <a:spLocks noChangeAspect="1"/>
            </p:cNvSpPr>
            <p:nvPr>
              <p:custDataLst>
                <p:tags r:id="rId6"/>
              </p:custDataLst>
            </p:nvPr>
          </p:nvSpPr>
          <p:spPr bwMode="auto">
            <a:xfrm>
              <a:off x="6037032" y="3570792"/>
              <a:ext cx="615398" cy="656940"/>
            </a:xfrm>
            <a:custGeom>
              <a:avLst/>
              <a:gdLst>
                <a:gd name="T0" fmla="*/ 1040 w 1064"/>
                <a:gd name="T1" fmla="*/ 901 h 1134"/>
                <a:gd name="T2" fmla="*/ 756 w 1064"/>
                <a:gd name="T3" fmla="*/ 1006 h 1134"/>
                <a:gd name="T4" fmla="*/ 366 w 1064"/>
                <a:gd name="T5" fmla="*/ 767 h 1134"/>
                <a:gd name="T6" fmla="*/ 919 w 1064"/>
                <a:gd name="T7" fmla="*/ 767 h 1134"/>
                <a:gd name="T8" fmla="*/ 946 w 1064"/>
                <a:gd name="T9" fmla="*/ 642 h 1134"/>
                <a:gd name="T10" fmla="*/ 324 w 1064"/>
                <a:gd name="T11" fmla="*/ 642 h 1134"/>
                <a:gd name="T12" fmla="*/ 317 w 1064"/>
                <a:gd name="T13" fmla="*/ 567 h 1134"/>
                <a:gd name="T14" fmla="*/ 322 w 1064"/>
                <a:gd name="T15" fmla="*/ 505 h 1134"/>
                <a:gd name="T16" fmla="*/ 975 w 1064"/>
                <a:gd name="T17" fmla="*/ 505 h 1134"/>
                <a:gd name="T18" fmla="*/ 1002 w 1064"/>
                <a:gd name="T19" fmla="*/ 380 h 1134"/>
                <a:gd name="T20" fmla="*/ 1002 w 1064"/>
                <a:gd name="T21" fmla="*/ 380 h 1134"/>
                <a:gd name="T22" fmla="*/ 360 w 1064"/>
                <a:gd name="T23" fmla="*/ 380 h 1134"/>
                <a:gd name="T24" fmla="*/ 756 w 1064"/>
                <a:gd name="T25" fmla="*/ 128 h 1134"/>
                <a:gd name="T26" fmla="*/ 1034 w 1064"/>
                <a:gd name="T27" fmla="*/ 228 h 1134"/>
                <a:gd name="T28" fmla="*/ 1064 w 1064"/>
                <a:gd name="T29" fmla="*/ 91 h 1134"/>
                <a:gd name="T30" fmla="*/ 756 w 1064"/>
                <a:gd name="T31" fmla="*/ 0 h 1134"/>
                <a:gd name="T32" fmla="*/ 222 w 1064"/>
                <a:gd name="T33" fmla="*/ 380 h 1134"/>
                <a:gd name="T34" fmla="*/ 27 w 1064"/>
                <a:gd name="T35" fmla="*/ 380 h 1134"/>
                <a:gd name="T36" fmla="*/ 0 w 1064"/>
                <a:gd name="T37" fmla="*/ 505 h 1134"/>
                <a:gd name="T38" fmla="*/ 193 w 1064"/>
                <a:gd name="T39" fmla="*/ 505 h 1134"/>
                <a:gd name="T40" fmla="*/ 190 w 1064"/>
                <a:gd name="T41" fmla="*/ 567 h 1134"/>
                <a:gd name="T42" fmla="*/ 195 w 1064"/>
                <a:gd name="T43" fmla="*/ 642 h 1134"/>
                <a:gd name="T44" fmla="*/ 30 w 1064"/>
                <a:gd name="T45" fmla="*/ 642 h 1134"/>
                <a:gd name="T46" fmla="*/ 3 w 1064"/>
                <a:gd name="T47" fmla="*/ 767 h 1134"/>
                <a:gd name="T48" fmla="*/ 226 w 1064"/>
                <a:gd name="T49" fmla="*/ 767 h 1134"/>
                <a:gd name="T50" fmla="*/ 756 w 1064"/>
                <a:gd name="T51" fmla="*/ 1134 h 1134"/>
                <a:gd name="T52" fmla="*/ 1040 w 1064"/>
                <a:gd name="T53" fmla="*/ 1057 h 1134"/>
                <a:gd name="T54" fmla="*/ 1040 w 1064"/>
                <a:gd name="T55" fmla="*/ 901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64" h="1134">
                  <a:moveTo>
                    <a:pt x="1040" y="901"/>
                  </a:moveTo>
                  <a:cubicBezTo>
                    <a:pt x="963" y="966"/>
                    <a:pt x="864" y="1006"/>
                    <a:pt x="756" y="1006"/>
                  </a:cubicBezTo>
                  <a:cubicBezTo>
                    <a:pt x="586" y="1006"/>
                    <a:pt x="439" y="909"/>
                    <a:pt x="366" y="767"/>
                  </a:cubicBezTo>
                  <a:lnTo>
                    <a:pt x="919" y="767"/>
                  </a:lnTo>
                  <a:lnTo>
                    <a:pt x="946" y="642"/>
                  </a:lnTo>
                  <a:lnTo>
                    <a:pt x="324" y="642"/>
                  </a:lnTo>
                  <a:cubicBezTo>
                    <a:pt x="320" y="618"/>
                    <a:pt x="317" y="593"/>
                    <a:pt x="317" y="567"/>
                  </a:cubicBezTo>
                  <a:cubicBezTo>
                    <a:pt x="317" y="546"/>
                    <a:pt x="319" y="525"/>
                    <a:pt x="322" y="505"/>
                  </a:cubicBezTo>
                  <a:lnTo>
                    <a:pt x="975" y="505"/>
                  </a:lnTo>
                  <a:lnTo>
                    <a:pt x="1002" y="380"/>
                  </a:lnTo>
                  <a:lnTo>
                    <a:pt x="1002" y="380"/>
                  </a:lnTo>
                  <a:lnTo>
                    <a:pt x="360" y="380"/>
                  </a:lnTo>
                  <a:cubicBezTo>
                    <a:pt x="430" y="231"/>
                    <a:pt x="581" y="128"/>
                    <a:pt x="756" y="128"/>
                  </a:cubicBezTo>
                  <a:cubicBezTo>
                    <a:pt x="862" y="128"/>
                    <a:pt x="959" y="166"/>
                    <a:pt x="1034" y="228"/>
                  </a:cubicBezTo>
                  <a:lnTo>
                    <a:pt x="1064" y="91"/>
                  </a:lnTo>
                  <a:cubicBezTo>
                    <a:pt x="975" y="34"/>
                    <a:pt x="870" y="0"/>
                    <a:pt x="756" y="0"/>
                  </a:cubicBezTo>
                  <a:cubicBezTo>
                    <a:pt x="509" y="0"/>
                    <a:pt x="299" y="159"/>
                    <a:pt x="222" y="380"/>
                  </a:cubicBezTo>
                  <a:lnTo>
                    <a:pt x="27" y="380"/>
                  </a:lnTo>
                  <a:lnTo>
                    <a:pt x="0" y="505"/>
                  </a:lnTo>
                  <a:lnTo>
                    <a:pt x="193" y="505"/>
                  </a:lnTo>
                  <a:cubicBezTo>
                    <a:pt x="191" y="525"/>
                    <a:pt x="190" y="546"/>
                    <a:pt x="190" y="567"/>
                  </a:cubicBezTo>
                  <a:cubicBezTo>
                    <a:pt x="190" y="592"/>
                    <a:pt x="191" y="617"/>
                    <a:pt x="195" y="642"/>
                  </a:cubicBezTo>
                  <a:lnTo>
                    <a:pt x="30" y="642"/>
                  </a:lnTo>
                  <a:lnTo>
                    <a:pt x="3" y="767"/>
                  </a:lnTo>
                  <a:lnTo>
                    <a:pt x="226" y="767"/>
                  </a:lnTo>
                  <a:cubicBezTo>
                    <a:pt x="307" y="981"/>
                    <a:pt x="514" y="1134"/>
                    <a:pt x="756" y="1134"/>
                  </a:cubicBezTo>
                  <a:cubicBezTo>
                    <a:pt x="859" y="1134"/>
                    <a:pt x="956" y="1106"/>
                    <a:pt x="1040" y="1057"/>
                  </a:cubicBezTo>
                  <a:lnTo>
                    <a:pt x="1040" y="90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8494049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 name="Block Arc 145" hidden="1">
            <a:extLst>
              <a:ext uri="{FF2B5EF4-FFF2-40B4-BE49-F238E27FC236}">
                <a16:creationId xmlns:a16="http://schemas.microsoft.com/office/drawing/2014/main" id="{42CD1891-9D73-4F47-95DA-AD5483E717FC}"/>
              </a:ext>
            </a:extLst>
          </p:cNvPr>
          <p:cNvSpPr/>
          <p:nvPr>
            <p:custDataLst>
              <p:tags r:id="rId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7" name="Block Arc 146" hidden="1">
            <a:extLst>
              <a:ext uri="{FF2B5EF4-FFF2-40B4-BE49-F238E27FC236}">
                <a16:creationId xmlns:a16="http://schemas.microsoft.com/office/drawing/2014/main" id="{FFF226F8-8042-4F48-86EC-0A662139137D}"/>
              </a:ext>
            </a:extLst>
          </p:cNvPr>
          <p:cNvSpPr/>
          <p:nvPr>
            <p:custDataLst>
              <p:tags r:id="rId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8" name="Block Arc 147" hidden="1">
            <a:extLst>
              <a:ext uri="{FF2B5EF4-FFF2-40B4-BE49-F238E27FC236}">
                <a16:creationId xmlns:a16="http://schemas.microsoft.com/office/drawing/2014/main" id="{92CCC6B6-F41F-4ADC-BD74-0A1FBB0EE81F}"/>
              </a:ext>
            </a:extLst>
          </p:cNvPr>
          <p:cNvSpPr/>
          <p:nvPr>
            <p:custDataLst>
              <p:tags r:id="rId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9" name="Block Arc 148" hidden="1">
            <a:extLst>
              <a:ext uri="{FF2B5EF4-FFF2-40B4-BE49-F238E27FC236}">
                <a16:creationId xmlns:a16="http://schemas.microsoft.com/office/drawing/2014/main" id="{83C63229-1766-4CD1-943F-64591F17A04A}"/>
              </a:ext>
            </a:extLst>
          </p:cNvPr>
          <p:cNvSpPr/>
          <p:nvPr>
            <p:custDataLst>
              <p:tags r:id="rId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0" name="Block Arc 149" hidden="1">
            <a:extLst>
              <a:ext uri="{FF2B5EF4-FFF2-40B4-BE49-F238E27FC236}">
                <a16:creationId xmlns:a16="http://schemas.microsoft.com/office/drawing/2014/main" id="{6D9B0121-1BED-4D05-8029-4CBC8A16843B}"/>
              </a:ext>
            </a:extLst>
          </p:cNvPr>
          <p:cNvSpPr/>
          <p:nvPr>
            <p:custDataLst>
              <p:tags r:id="rId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1" name="Block Arc 150" hidden="1">
            <a:extLst>
              <a:ext uri="{FF2B5EF4-FFF2-40B4-BE49-F238E27FC236}">
                <a16:creationId xmlns:a16="http://schemas.microsoft.com/office/drawing/2014/main" id="{D579E7BB-056C-4877-9B24-E2B06A8C5700}"/>
              </a:ext>
            </a:extLst>
          </p:cNvPr>
          <p:cNvSpPr/>
          <p:nvPr>
            <p:custDataLst>
              <p:tags r:id="rId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2" name="Block Arc 151" hidden="1">
            <a:extLst>
              <a:ext uri="{FF2B5EF4-FFF2-40B4-BE49-F238E27FC236}">
                <a16:creationId xmlns:a16="http://schemas.microsoft.com/office/drawing/2014/main" id="{0E43D538-42F2-458B-A73D-3A5D9F62DDFC}"/>
              </a:ext>
            </a:extLst>
          </p:cNvPr>
          <p:cNvSpPr/>
          <p:nvPr>
            <p:custDataLst>
              <p:tags r:id="rId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3" name="Block Arc 152" hidden="1">
            <a:extLst>
              <a:ext uri="{FF2B5EF4-FFF2-40B4-BE49-F238E27FC236}">
                <a16:creationId xmlns:a16="http://schemas.microsoft.com/office/drawing/2014/main" id="{8DD8A346-AB73-4CE5-A918-3CF0D404C8DE}"/>
              </a:ext>
            </a:extLst>
          </p:cNvPr>
          <p:cNvSpPr/>
          <p:nvPr>
            <p:custDataLst>
              <p:tags r:id="rId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4" name="Block Arc 153" hidden="1">
            <a:extLst>
              <a:ext uri="{FF2B5EF4-FFF2-40B4-BE49-F238E27FC236}">
                <a16:creationId xmlns:a16="http://schemas.microsoft.com/office/drawing/2014/main" id="{9C219321-A239-484A-85B3-438EC5C47302}"/>
              </a:ext>
            </a:extLst>
          </p:cNvPr>
          <p:cNvSpPr/>
          <p:nvPr>
            <p:custDataLst>
              <p:tags r:id="rId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5" name="Block Arc 154" hidden="1">
            <a:extLst>
              <a:ext uri="{FF2B5EF4-FFF2-40B4-BE49-F238E27FC236}">
                <a16:creationId xmlns:a16="http://schemas.microsoft.com/office/drawing/2014/main" id="{C628EF9B-0745-4B01-818A-18EBA303DE14}"/>
              </a:ext>
            </a:extLst>
          </p:cNvPr>
          <p:cNvSpPr/>
          <p:nvPr>
            <p:custDataLst>
              <p:tags r:id="rId1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6" name="Block Arc 155" hidden="1">
            <a:extLst>
              <a:ext uri="{FF2B5EF4-FFF2-40B4-BE49-F238E27FC236}">
                <a16:creationId xmlns:a16="http://schemas.microsoft.com/office/drawing/2014/main" id="{4717B142-178C-4D60-9FBB-7E598FB2E2C1}"/>
              </a:ext>
            </a:extLst>
          </p:cNvPr>
          <p:cNvSpPr/>
          <p:nvPr>
            <p:custDataLst>
              <p:tags r:id="rId1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7" name="Block Arc 156" hidden="1">
            <a:extLst>
              <a:ext uri="{FF2B5EF4-FFF2-40B4-BE49-F238E27FC236}">
                <a16:creationId xmlns:a16="http://schemas.microsoft.com/office/drawing/2014/main" id="{ADE25662-A3C9-4F81-9DE0-5B1819C5B786}"/>
              </a:ext>
            </a:extLst>
          </p:cNvPr>
          <p:cNvSpPr/>
          <p:nvPr>
            <p:custDataLst>
              <p:tags r:id="rId1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8" name="Block Arc 157" hidden="1">
            <a:extLst>
              <a:ext uri="{FF2B5EF4-FFF2-40B4-BE49-F238E27FC236}">
                <a16:creationId xmlns:a16="http://schemas.microsoft.com/office/drawing/2014/main" id="{1F18184B-34D1-42B8-881F-8BBA4E7EF26A}"/>
              </a:ext>
            </a:extLst>
          </p:cNvPr>
          <p:cNvSpPr/>
          <p:nvPr>
            <p:custDataLst>
              <p:tags r:id="rId1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9" name="Block Arc 158" hidden="1">
            <a:extLst>
              <a:ext uri="{FF2B5EF4-FFF2-40B4-BE49-F238E27FC236}">
                <a16:creationId xmlns:a16="http://schemas.microsoft.com/office/drawing/2014/main" id="{93A2B462-47E6-4F9C-A3B8-432529A355C8}"/>
              </a:ext>
            </a:extLst>
          </p:cNvPr>
          <p:cNvSpPr/>
          <p:nvPr>
            <p:custDataLst>
              <p:tags r:id="rId1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0" name="Block Arc 159" hidden="1">
            <a:extLst>
              <a:ext uri="{FF2B5EF4-FFF2-40B4-BE49-F238E27FC236}">
                <a16:creationId xmlns:a16="http://schemas.microsoft.com/office/drawing/2014/main" id="{645D848B-B81C-4433-99AD-F6FD27E24648}"/>
              </a:ext>
            </a:extLst>
          </p:cNvPr>
          <p:cNvSpPr/>
          <p:nvPr>
            <p:custDataLst>
              <p:tags r:id="rId1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1" name="Block Arc 160" hidden="1">
            <a:extLst>
              <a:ext uri="{FF2B5EF4-FFF2-40B4-BE49-F238E27FC236}">
                <a16:creationId xmlns:a16="http://schemas.microsoft.com/office/drawing/2014/main" id="{CB8C0A69-F03F-44AE-A615-0E5EB1CAD832}"/>
              </a:ext>
            </a:extLst>
          </p:cNvPr>
          <p:cNvSpPr/>
          <p:nvPr>
            <p:custDataLst>
              <p:tags r:id="rId1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2" name="Block Arc 161" hidden="1">
            <a:extLst>
              <a:ext uri="{FF2B5EF4-FFF2-40B4-BE49-F238E27FC236}">
                <a16:creationId xmlns:a16="http://schemas.microsoft.com/office/drawing/2014/main" id="{142519BE-6C04-461C-9A19-7C1B6AD4C719}"/>
              </a:ext>
            </a:extLst>
          </p:cNvPr>
          <p:cNvSpPr/>
          <p:nvPr>
            <p:custDataLst>
              <p:tags r:id="rId1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3" name="Block Arc 162" hidden="1">
            <a:extLst>
              <a:ext uri="{FF2B5EF4-FFF2-40B4-BE49-F238E27FC236}">
                <a16:creationId xmlns:a16="http://schemas.microsoft.com/office/drawing/2014/main" id="{8A8F7E64-9D12-4ABF-BAF1-3814CB276F64}"/>
              </a:ext>
            </a:extLst>
          </p:cNvPr>
          <p:cNvSpPr/>
          <p:nvPr>
            <p:custDataLst>
              <p:tags r:id="rId1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4" name="Block Arc 163" hidden="1">
            <a:extLst>
              <a:ext uri="{FF2B5EF4-FFF2-40B4-BE49-F238E27FC236}">
                <a16:creationId xmlns:a16="http://schemas.microsoft.com/office/drawing/2014/main" id="{F1919414-9DA9-45E7-A5A1-271FC46EB98A}"/>
              </a:ext>
            </a:extLst>
          </p:cNvPr>
          <p:cNvSpPr/>
          <p:nvPr>
            <p:custDataLst>
              <p:tags r:id="rId1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5" name="Block Arc 164" hidden="1">
            <a:extLst>
              <a:ext uri="{FF2B5EF4-FFF2-40B4-BE49-F238E27FC236}">
                <a16:creationId xmlns:a16="http://schemas.microsoft.com/office/drawing/2014/main" id="{FB6E4184-E200-4244-916D-74A64F3B7226}"/>
              </a:ext>
            </a:extLst>
          </p:cNvPr>
          <p:cNvSpPr/>
          <p:nvPr>
            <p:custDataLst>
              <p:tags r:id="rId2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6" name="Block Arc 165" hidden="1">
            <a:extLst>
              <a:ext uri="{FF2B5EF4-FFF2-40B4-BE49-F238E27FC236}">
                <a16:creationId xmlns:a16="http://schemas.microsoft.com/office/drawing/2014/main" id="{BECA2281-6E63-4BE9-ADCD-73BCE541A551}"/>
              </a:ext>
            </a:extLst>
          </p:cNvPr>
          <p:cNvSpPr/>
          <p:nvPr>
            <p:custDataLst>
              <p:tags r:id="rId2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7" name="Block Arc 166" hidden="1">
            <a:extLst>
              <a:ext uri="{FF2B5EF4-FFF2-40B4-BE49-F238E27FC236}">
                <a16:creationId xmlns:a16="http://schemas.microsoft.com/office/drawing/2014/main" id="{B9489EF4-34F4-44F1-A233-DAC8523CBE71}"/>
              </a:ext>
            </a:extLst>
          </p:cNvPr>
          <p:cNvSpPr/>
          <p:nvPr>
            <p:custDataLst>
              <p:tags r:id="rId2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8" name="Block Arc 167" hidden="1">
            <a:extLst>
              <a:ext uri="{FF2B5EF4-FFF2-40B4-BE49-F238E27FC236}">
                <a16:creationId xmlns:a16="http://schemas.microsoft.com/office/drawing/2014/main" id="{9320AA39-3BF3-4988-B3AA-C79F6FBB407C}"/>
              </a:ext>
            </a:extLst>
          </p:cNvPr>
          <p:cNvSpPr/>
          <p:nvPr>
            <p:custDataLst>
              <p:tags r:id="rId2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9" name="Block Arc 168" hidden="1">
            <a:extLst>
              <a:ext uri="{FF2B5EF4-FFF2-40B4-BE49-F238E27FC236}">
                <a16:creationId xmlns:a16="http://schemas.microsoft.com/office/drawing/2014/main" id="{BF5592B5-AD76-4032-AE8F-61E6CAEC1EF5}"/>
              </a:ext>
            </a:extLst>
          </p:cNvPr>
          <p:cNvSpPr/>
          <p:nvPr>
            <p:custDataLst>
              <p:tags r:id="rId2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0" name="Block Arc 169" hidden="1">
            <a:extLst>
              <a:ext uri="{FF2B5EF4-FFF2-40B4-BE49-F238E27FC236}">
                <a16:creationId xmlns:a16="http://schemas.microsoft.com/office/drawing/2014/main" id="{AF3CDD6F-2954-415D-A1D8-4861EE134BE0}"/>
              </a:ext>
            </a:extLst>
          </p:cNvPr>
          <p:cNvSpPr/>
          <p:nvPr>
            <p:custDataLst>
              <p:tags r:id="rId2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1" name="Block Arc 170" hidden="1">
            <a:extLst>
              <a:ext uri="{FF2B5EF4-FFF2-40B4-BE49-F238E27FC236}">
                <a16:creationId xmlns:a16="http://schemas.microsoft.com/office/drawing/2014/main" id="{DB857FF0-9E48-4AC2-A6BD-D4ABA3C3848A}"/>
              </a:ext>
            </a:extLst>
          </p:cNvPr>
          <p:cNvSpPr/>
          <p:nvPr>
            <p:custDataLst>
              <p:tags r:id="rId2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2" name="Block Arc 171" hidden="1">
            <a:extLst>
              <a:ext uri="{FF2B5EF4-FFF2-40B4-BE49-F238E27FC236}">
                <a16:creationId xmlns:a16="http://schemas.microsoft.com/office/drawing/2014/main" id="{34923726-8232-44C1-BE67-2EB4E5D7B8F9}"/>
              </a:ext>
            </a:extLst>
          </p:cNvPr>
          <p:cNvSpPr/>
          <p:nvPr>
            <p:custDataLst>
              <p:tags r:id="rId2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3" name="Block Arc 172" hidden="1">
            <a:extLst>
              <a:ext uri="{FF2B5EF4-FFF2-40B4-BE49-F238E27FC236}">
                <a16:creationId xmlns:a16="http://schemas.microsoft.com/office/drawing/2014/main" id="{4AFD96BA-D130-45A0-B4A4-73B1C1C6E545}"/>
              </a:ext>
            </a:extLst>
          </p:cNvPr>
          <p:cNvSpPr/>
          <p:nvPr>
            <p:custDataLst>
              <p:tags r:id="rId2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4" name="Block Arc 173" hidden="1">
            <a:extLst>
              <a:ext uri="{FF2B5EF4-FFF2-40B4-BE49-F238E27FC236}">
                <a16:creationId xmlns:a16="http://schemas.microsoft.com/office/drawing/2014/main" id="{729F73C9-CE80-4E75-A7D9-5FBFB2C68DC9}"/>
              </a:ext>
            </a:extLst>
          </p:cNvPr>
          <p:cNvSpPr/>
          <p:nvPr>
            <p:custDataLst>
              <p:tags r:id="rId2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5" name="Block Arc 174" hidden="1">
            <a:extLst>
              <a:ext uri="{FF2B5EF4-FFF2-40B4-BE49-F238E27FC236}">
                <a16:creationId xmlns:a16="http://schemas.microsoft.com/office/drawing/2014/main" id="{9176A4E4-6EA2-4A1A-8B71-FE121F61ACBA}"/>
              </a:ext>
            </a:extLst>
          </p:cNvPr>
          <p:cNvSpPr/>
          <p:nvPr>
            <p:custDataLst>
              <p:tags r:id="rId3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6" name="Block Arc 175" hidden="1">
            <a:extLst>
              <a:ext uri="{FF2B5EF4-FFF2-40B4-BE49-F238E27FC236}">
                <a16:creationId xmlns:a16="http://schemas.microsoft.com/office/drawing/2014/main" id="{E3525D98-B98B-4E67-8F2B-9CCA3B540217}"/>
              </a:ext>
            </a:extLst>
          </p:cNvPr>
          <p:cNvSpPr/>
          <p:nvPr>
            <p:custDataLst>
              <p:tags r:id="rId3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7" name="Block Arc 176" hidden="1">
            <a:extLst>
              <a:ext uri="{FF2B5EF4-FFF2-40B4-BE49-F238E27FC236}">
                <a16:creationId xmlns:a16="http://schemas.microsoft.com/office/drawing/2014/main" id="{8E46F2A0-0F8B-4D76-BECA-BC25A2A6C4EC}"/>
              </a:ext>
            </a:extLst>
          </p:cNvPr>
          <p:cNvSpPr/>
          <p:nvPr>
            <p:custDataLst>
              <p:tags r:id="rId3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8" name="Block Arc 177" hidden="1">
            <a:extLst>
              <a:ext uri="{FF2B5EF4-FFF2-40B4-BE49-F238E27FC236}">
                <a16:creationId xmlns:a16="http://schemas.microsoft.com/office/drawing/2014/main" id="{687656FD-DBA0-459D-9FE8-913BFC9FD9E2}"/>
              </a:ext>
            </a:extLst>
          </p:cNvPr>
          <p:cNvSpPr/>
          <p:nvPr>
            <p:custDataLst>
              <p:tags r:id="rId3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9" name="Block Arc 178" hidden="1">
            <a:extLst>
              <a:ext uri="{FF2B5EF4-FFF2-40B4-BE49-F238E27FC236}">
                <a16:creationId xmlns:a16="http://schemas.microsoft.com/office/drawing/2014/main" id="{22861496-99CA-44AA-9736-4E3AA7D56A2F}"/>
              </a:ext>
            </a:extLst>
          </p:cNvPr>
          <p:cNvSpPr/>
          <p:nvPr>
            <p:custDataLst>
              <p:tags r:id="rId3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0" name="Block Arc 179" hidden="1">
            <a:extLst>
              <a:ext uri="{FF2B5EF4-FFF2-40B4-BE49-F238E27FC236}">
                <a16:creationId xmlns:a16="http://schemas.microsoft.com/office/drawing/2014/main" id="{FCFF8C48-6405-4D81-AA6E-4344A32A01DA}"/>
              </a:ext>
            </a:extLst>
          </p:cNvPr>
          <p:cNvSpPr/>
          <p:nvPr>
            <p:custDataLst>
              <p:tags r:id="rId3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1" name="Block Arc 180" hidden="1">
            <a:extLst>
              <a:ext uri="{FF2B5EF4-FFF2-40B4-BE49-F238E27FC236}">
                <a16:creationId xmlns:a16="http://schemas.microsoft.com/office/drawing/2014/main" id="{F774C4DC-1CCA-4F4B-8E4B-4080214A56AD}"/>
              </a:ext>
            </a:extLst>
          </p:cNvPr>
          <p:cNvSpPr/>
          <p:nvPr>
            <p:custDataLst>
              <p:tags r:id="rId3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2" name="Block Arc 181" hidden="1">
            <a:extLst>
              <a:ext uri="{FF2B5EF4-FFF2-40B4-BE49-F238E27FC236}">
                <a16:creationId xmlns:a16="http://schemas.microsoft.com/office/drawing/2014/main" id="{D3270C9E-2068-4250-931D-0E9B76BA6C3D}"/>
              </a:ext>
            </a:extLst>
          </p:cNvPr>
          <p:cNvSpPr/>
          <p:nvPr>
            <p:custDataLst>
              <p:tags r:id="rId3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3" name="Block Arc 182" hidden="1">
            <a:extLst>
              <a:ext uri="{FF2B5EF4-FFF2-40B4-BE49-F238E27FC236}">
                <a16:creationId xmlns:a16="http://schemas.microsoft.com/office/drawing/2014/main" id="{80FC4378-8919-4D69-9A5D-6A1D8A4FF10A}"/>
              </a:ext>
            </a:extLst>
          </p:cNvPr>
          <p:cNvSpPr/>
          <p:nvPr>
            <p:custDataLst>
              <p:tags r:id="rId3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4" name="Block Arc 183" hidden="1">
            <a:extLst>
              <a:ext uri="{FF2B5EF4-FFF2-40B4-BE49-F238E27FC236}">
                <a16:creationId xmlns:a16="http://schemas.microsoft.com/office/drawing/2014/main" id="{6BF17722-3C04-4D09-828A-4C520984FB72}"/>
              </a:ext>
            </a:extLst>
          </p:cNvPr>
          <p:cNvSpPr/>
          <p:nvPr>
            <p:custDataLst>
              <p:tags r:id="rId3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5" name="Block Arc 184" hidden="1">
            <a:extLst>
              <a:ext uri="{FF2B5EF4-FFF2-40B4-BE49-F238E27FC236}">
                <a16:creationId xmlns:a16="http://schemas.microsoft.com/office/drawing/2014/main" id="{F9999992-6644-4A2D-9F4D-92B2E63C8E39}"/>
              </a:ext>
            </a:extLst>
          </p:cNvPr>
          <p:cNvSpPr/>
          <p:nvPr>
            <p:custDataLst>
              <p:tags r:id="rId4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3" name="Block Arc 92" hidden="1">
            <a:extLst>
              <a:ext uri="{FF2B5EF4-FFF2-40B4-BE49-F238E27FC236}">
                <a16:creationId xmlns:a16="http://schemas.microsoft.com/office/drawing/2014/main" id="{3F455A7A-5AE5-427C-BCD0-62AE3DB447C8}"/>
              </a:ext>
            </a:extLst>
          </p:cNvPr>
          <p:cNvSpPr/>
          <p:nvPr>
            <p:custDataLst>
              <p:tags r:id="rId4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4" name="Block Arc 93" hidden="1">
            <a:extLst>
              <a:ext uri="{FF2B5EF4-FFF2-40B4-BE49-F238E27FC236}">
                <a16:creationId xmlns:a16="http://schemas.microsoft.com/office/drawing/2014/main" id="{A5C5564C-AFEB-44C3-8DE5-85AFACD96D26}"/>
              </a:ext>
            </a:extLst>
          </p:cNvPr>
          <p:cNvSpPr/>
          <p:nvPr>
            <p:custDataLst>
              <p:tags r:id="rId4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5" name="Block Arc 94" hidden="1">
            <a:extLst>
              <a:ext uri="{FF2B5EF4-FFF2-40B4-BE49-F238E27FC236}">
                <a16:creationId xmlns:a16="http://schemas.microsoft.com/office/drawing/2014/main" id="{D59BCB01-C8BD-47EE-84DF-6DBDDCEB268E}"/>
              </a:ext>
            </a:extLst>
          </p:cNvPr>
          <p:cNvSpPr/>
          <p:nvPr>
            <p:custDataLst>
              <p:tags r:id="rId4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6" name="Block Arc 95" hidden="1">
            <a:extLst>
              <a:ext uri="{FF2B5EF4-FFF2-40B4-BE49-F238E27FC236}">
                <a16:creationId xmlns:a16="http://schemas.microsoft.com/office/drawing/2014/main" id="{01E36788-75D9-4A14-9A5C-0F15200AFF38}"/>
              </a:ext>
            </a:extLst>
          </p:cNvPr>
          <p:cNvSpPr/>
          <p:nvPr>
            <p:custDataLst>
              <p:tags r:id="rId4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7" name="Block Arc 96" hidden="1">
            <a:extLst>
              <a:ext uri="{FF2B5EF4-FFF2-40B4-BE49-F238E27FC236}">
                <a16:creationId xmlns:a16="http://schemas.microsoft.com/office/drawing/2014/main" id="{8E585997-680F-4D84-B21C-F3C1DCE19DB2}"/>
              </a:ext>
            </a:extLst>
          </p:cNvPr>
          <p:cNvSpPr/>
          <p:nvPr>
            <p:custDataLst>
              <p:tags r:id="rId4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8" name="Block Arc 97" hidden="1">
            <a:extLst>
              <a:ext uri="{FF2B5EF4-FFF2-40B4-BE49-F238E27FC236}">
                <a16:creationId xmlns:a16="http://schemas.microsoft.com/office/drawing/2014/main" id="{10045407-6056-4787-BDEA-7F13DD248C37}"/>
              </a:ext>
            </a:extLst>
          </p:cNvPr>
          <p:cNvSpPr/>
          <p:nvPr>
            <p:custDataLst>
              <p:tags r:id="rId4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9" name="Block Arc 98" hidden="1">
            <a:extLst>
              <a:ext uri="{FF2B5EF4-FFF2-40B4-BE49-F238E27FC236}">
                <a16:creationId xmlns:a16="http://schemas.microsoft.com/office/drawing/2014/main" id="{77D8F5DA-3F2D-4909-AED3-A0C2AB426C8B}"/>
              </a:ext>
            </a:extLst>
          </p:cNvPr>
          <p:cNvSpPr/>
          <p:nvPr>
            <p:custDataLst>
              <p:tags r:id="rId4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0" name="Block Arc 99" hidden="1">
            <a:extLst>
              <a:ext uri="{FF2B5EF4-FFF2-40B4-BE49-F238E27FC236}">
                <a16:creationId xmlns:a16="http://schemas.microsoft.com/office/drawing/2014/main" id="{47516A7F-A618-4606-B608-E32371F3375A}"/>
              </a:ext>
            </a:extLst>
          </p:cNvPr>
          <p:cNvSpPr/>
          <p:nvPr>
            <p:custDataLst>
              <p:tags r:id="rId4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1" name="Block Arc 100" hidden="1">
            <a:extLst>
              <a:ext uri="{FF2B5EF4-FFF2-40B4-BE49-F238E27FC236}">
                <a16:creationId xmlns:a16="http://schemas.microsoft.com/office/drawing/2014/main" id="{6FF09DE1-322A-485F-979D-3EE18E749678}"/>
              </a:ext>
            </a:extLst>
          </p:cNvPr>
          <p:cNvSpPr/>
          <p:nvPr>
            <p:custDataLst>
              <p:tags r:id="rId4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2" name="Block Arc 101" hidden="1">
            <a:extLst>
              <a:ext uri="{FF2B5EF4-FFF2-40B4-BE49-F238E27FC236}">
                <a16:creationId xmlns:a16="http://schemas.microsoft.com/office/drawing/2014/main" id="{16690EF1-12DC-4261-A8F9-61E6E87C19CF}"/>
              </a:ext>
            </a:extLst>
          </p:cNvPr>
          <p:cNvSpPr/>
          <p:nvPr>
            <p:custDataLst>
              <p:tags r:id="rId5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3" name="Block Arc 102" hidden="1">
            <a:extLst>
              <a:ext uri="{FF2B5EF4-FFF2-40B4-BE49-F238E27FC236}">
                <a16:creationId xmlns:a16="http://schemas.microsoft.com/office/drawing/2014/main" id="{00BC7991-AC21-4B48-BF19-1A66FCC4605C}"/>
              </a:ext>
            </a:extLst>
          </p:cNvPr>
          <p:cNvSpPr/>
          <p:nvPr>
            <p:custDataLst>
              <p:tags r:id="rId5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4" name="Block Arc 103" hidden="1">
            <a:extLst>
              <a:ext uri="{FF2B5EF4-FFF2-40B4-BE49-F238E27FC236}">
                <a16:creationId xmlns:a16="http://schemas.microsoft.com/office/drawing/2014/main" id="{91835866-35A8-4223-B434-17E70A5C8F46}"/>
              </a:ext>
            </a:extLst>
          </p:cNvPr>
          <p:cNvSpPr/>
          <p:nvPr>
            <p:custDataLst>
              <p:tags r:id="rId5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5" name="Block Arc 104" hidden="1">
            <a:extLst>
              <a:ext uri="{FF2B5EF4-FFF2-40B4-BE49-F238E27FC236}">
                <a16:creationId xmlns:a16="http://schemas.microsoft.com/office/drawing/2014/main" id="{E98BB3D1-EE47-4354-B0DA-6F127476801A}"/>
              </a:ext>
            </a:extLst>
          </p:cNvPr>
          <p:cNvSpPr/>
          <p:nvPr>
            <p:custDataLst>
              <p:tags r:id="rId5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6" name="Block Arc 105" hidden="1">
            <a:extLst>
              <a:ext uri="{FF2B5EF4-FFF2-40B4-BE49-F238E27FC236}">
                <a16:creationId xmlns:a16="http://schemas.microsoft.com/office/drawing/2014/main" id="{AB9C1138-52A3-4EE7-9284-AA0EDC252DA4}"/>
              </a:ext>
            </a:extLst>
          </p:cNvPr>
          <p:cNvSpPr/>
          <p:nvPr>
            <p:custDataLst>
              <p:tags r:id="rId5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7" name="Block Arc 106" hidden="1">
            <a:extLst>
              <a:ext uri="{FF2B5EF4-FFF2-40B4-BE49-F238E27FC236}">
                <a16:creationId xmlns:a16="http://schemas.microsoft.com/office/drawing/2014/main" id="{4A544F14-75D3-41FA-A2BB-88BB0E9327D5}"/>
              </a:ext>
            </a:extLst>
          </p:cNvPr>
          <p:cNvSpPr/>
          <p:nvPr>
            <p:custDataLst>
              <p:tags r:id="rId5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8" name="Block Arc 107" hidden="1">
            <a:extLst>
              <a:ext uri="{FF2B5EF4-FFF2-40B4-BE49-F238E27FC236}">
                <a16:creationId xmlns:a16="http://schemas.microsoft.com/office/drawing/2014/main" id="{6A998B47-E7B5-4442-BBEC-985ABB53451F}"/>
              </a:ext>
            </a:extLst>
          </p:cNvPr>
          <p:cNvSpPr/>
          <p:nvPr>
            <p:custDataLst>
              <p:tags r:id="rId5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9" name="Block Arc 108" hidden="1">
            <a:extLst>
              <a:ext uri="{FF2B5EF4-FFF2-40B4-BE49-F238E27FC236}">
                <a16:creationId xmlns:a16="http://schemas.microsoft.com/office/drawing/2014/main" id="{41DBAC26-0C2F-495A-A2FD-9176CA24C1CB}"/>
              </a:ext>
            </a:extLst>
          </p:cNvPr>
          <p:cNvSpPr/>
          <p:nvPr>
            <p:custDataLst>
              <p:tags r:id="rId5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0" name="Block Arc 109" hidden="1">
            <a:extLst>
              <a:ext uri="{FF2B5EF4-FFF2-40B4-BE49-F238E27FC236}">
                <a16:creationId xmlns:a16="http://schemas.microsoft.com/office/drawing/2014/main" id="{546592D6-BD8B-4313-923C-16CE2E24DACB}"/>
              </a:ext>
            </a:extLst>
          </p:cNvPr>
          <p:cNvSpPr/>
          <p:nvPr>
            <p:custDataLst>
              <p:tags r:id="rId5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1" name="Block Arc 110" hidden="1">
            <a:extLst>
              <a:ext uri="{FF2B5EF4-FFF2-40B4-BE49-F238E27FC236}">
                <a16:creationId xmlns:a16="http://schemas.microsoft.com/office/drawing/2014/main" id="{7773B6D4-7DD1-4A57-BFD4-B4C4BC140880}"/>
              </a:ext>
            </a:extLst>
          </p:cNvPr>
          <p:cNvSpPr/>
          <p:nvPr>
            <p:custDataLst>
              <p:tags r:id="rId5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2" name="Block Arc 111" hidden="1">
            <a:extLst>
              <a:ext uri="{FF2B5EF4-FFF2-40B4-BE49-F238E27FC236}">
                <a16:creationId xmlns:a16="http://schemas.microsoft.com/office/drawing/2014/main" id="{730D3306-D694-4841-B279-6D32EE687282}"/>
              </a:ext>
            </a:extLst>
          </p:cNvPr>
          <p:cNvSpPr/>
          <p:nvPr>
            <p:custDataLst>
              <p:tags r:id="rId6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3" name="Block Arc 112" hidden="1">
            <a:extLst>
              <a:ext uri="{FF2B5EF4-FFF2-40B4-BE49-F238E27FC236}">
                <a16:creationId xmlns:a16="http://schemas.microsoft.com/office/drawing/2014/main" id="{7866F211-FEEA-4D81-B63A-699463ACF3D5}"/>
              </a:ext>
            </a:extLst>
          </p:cNvPr>
          <p:cNvSpPr/>
          <p:nvPr>
            <p:custDataLst>
              <p:tags r:id="rId6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4" name="Block Arc 113" hidden="1">
            <a:extLst>
              <a:ext uri="{FF2B5EF4-FFF2-40B4-BE49-F238E27FC236}">
                <a16:creationId xmlns:a16="http://schemas.microsoft.com/office/drawing/2014/main" id="{182A1DC6-5BC1-433C-93A4-C87E7B26D685}"/>
              </a:ext>
            </a:extLst>
          </p:cNvPr>
          <p:cNvSpPr/>
          <p:nvPr>
            <p:custDataLst>
              <p:tags r:id="rId6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5" name="Block Arc 114" hidden="1">
            <a:extLst>
              <a:ext uri="{FF2B5EF4-FFF2-40B4-BE49-F238E27FC236}">
                <a16:creationId xmlns:a16="http://schemas.microsoft.com/office/drawing/2014/main" id="{77BC4E15-FBC9-44EA-BFE4-F42E9D963E74}"/>
              </a:ext>
            </a:extLst>
          </p:cNvPr>
          <p:cNvSpPr/>
          <p:nvPr>
            <p:custDataLst>
              <p:tags r:id="rId6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6" name="Block Arc 115" hidden="1">
            <a:extLst>
              <a:ext uri="{FF2B5EF4-FFF2-40B4-BE49-F238E27FC236}">
                <a16:creationId xmlns:a16="http://schemas.microsoft.com/office/drawing/2014/main" id="{7FC32EC5-28A2-4D03-A5F2-F8C55709974A}"/>
              </a:ext>
            </a:extLst>
          </p:cNvPr>
          <p:cNvSpPr/>
          <p:nvPr>
            <p:custDataLst>
              <p:tags r:id="rId6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7" name="Block Arc 116" hidden="1">
            <a:extLst>
              <a:ext uri="{FF2B5EF4-FFF2-40B4-BE49-F238E27FC236}">
                <a16:creationId xmlns:a16="http://schemas.microsoft.com/office/drawing/2014/main" id="{57C2C902-289F-4455-A240-BECD4FDD9AD9}"/>
              </a:ext>
            </a:extLst>
          </p:cNvPr>
          <p:cNvSpPr/>
          <p:nvPr>
            <p:custDataLst>
              <p:tags r:id="rId6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8" name="Block Arc 117" hidden="1">
            <a:extLst>
              <a:ext uri="{FF2B5EF4-FFF2-40B4-BE49-F238E27FC236}">
                <a16:creationId xmlns:a16="http://schemas.microsoft.com/office/drawing/2014/main" id="{0F1FC9F5-A9BF-4D2A-BA46-DCFC0058C8F3}"/>
              </a:ext>
            </a:extLst>
          </p:cNvPr>
          <p:cNvSpPr/>
          <p:nvPr>
            <p:custDataLst>
              <p:tags r:id="rId6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9" name="Block Arc 118" hidden="1">
            <a:extLst>
              <a:ext uri="{FF2B5EF4-FFF2-40B4-BE49-F238E27FC236}">
                <a16:creationId xmlns:a16="http://schemas.microsoft.com/office/drawing/2014/main" id="{B793577B-933B-4E65-80E9-3F89FB5C7660}"/>
              </a:ext>
            </a:extLst>
          </p:cNvPr>
          <p:cNvSpPr/>
          <p:nvPr>
            <p:custDataLst>
              <p:tags r:id="rId6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0" name="Block Arc 119" hidden="1">
            <a:extLst>
              <a:ext uri="{FF2B5EF4-FFF2-40B4-BE49-F238E27FC236}">
                <a16:creationId xmlns:a16="http://schemas.microsoft.com/office/drawing/2014/main" id="{C9820303-7791-4652-AD16-F66AAB99E934}"/>
              </a:ext>
            </a:extLst>
          </p:cNvPr>
          <p:cNvSpPr/>
          <p:nvPr>
            <p:custDataLst>
              <p:tags r:id="rId6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1" name="Block Arc 120" hidden="1">
            <a:extLst>
              <a:ext uri="{FF2B5EF4-FFF2-40B4-BE49-F238E27FC236}">
                <a16:creationId xmlns:a16="http://schemas.microsoft.com/office/drawing/2014/main" id="{80F680AF-56A7-4CD1-BFC8-C4A7A50E6C4D}"/>
              </a:ext>
            </a:extLst>
          </p:cNvPr>
          <p:cNvSpPr/>
          <p:nvPr>
            <p:custDataLst>
              <p:tags r:id="rId6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2" name="Block Arc 121" hidden="1">
            <a:extLst>
              <a:ext uri="{FF2B5EF4-FFF2-40B4-BE49-F238E27FC236}">
                <a16:creationId xmlns:a16="http://schemas.microsoft.com/office/drawing/2014/main" id="{16DE16AB-D55B-4FCA-9D11-B5BD355840F9}"/>
              </a:ext>
            </a:extLst>
          </p:cNvPr>
          <p:cNvSpPr/>
          <p:nvPr>
            <p:custDataLst>
              <p:tags r:id="rId7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3" name="Block Arc 122" hidden="1">
            <a:extLst>
              <a:ext uri="{FF2B5EF4-FFF2-40B4-BE49-F238E27FC236}">
                <a16:creationId xmlns:a16="http://schemas.microsoft.com/office/drawing/2014/main" id="{49FC0960-950F-4A6B-85FB-C5E5432B48B8}"/>
              </a:ext>
            </a:extLst>
          </p:cNvPr>
          <p:cNvSpPr/>
          <p:nvPr>
            <p:custDataLst>
              <p:tags r:id="rId7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4" name="Block Arc 123" hidden="1">
            <a:extLst>
              <a:ext uri="{FF2B5EF4-FFF2-40B4-BE49-F238E27FC236}">
                <a16:creationId xmlns:a16="http://schemas.microsoft.com/office/drawing/2014/main" id="{0FC25944-EAE3-4BEA-8710-BFCC5A9A59ED}"/>
              </a:ext>
            </a:extLst>
          </p:cNvPr>
          <p:cNvSpPr/>
          <p:nvPr>
            <p:custDataLst>
              <p:tags r:id="rId7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5" name="Block Arc 124" hidden="1">
            <a:extLst>
              <a:ext uri="{FF2B5EF4-FFF2-40B4-BE49-F238E27FC236}">
                <a16:creationId xmlns:a16="http://schemas.microsoft.com/office/drawing/2014/main" id="{288CFBCB-6EB9-4C5A-B07F-160804D5E38B}"/>
              </a:ext>
            </a:extLst>
          </p:cNvPr>
          <p:cNvSpPr/>
          <p:nvPr>
            <p:custDataLst>
              <p:tags r:id="rId7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6" name="Block Arc 125" hidden="1">
            <a:extLst>
              <a:ext uri="{FF2B5EF4-FFF2-40B4-BE49-F238E27FC236}">
                <a16:creationId xmlns:a16="http://schemas.microsoft.com/office/drawing/2014/main" id="{697CEFA1-2A13-44D9-9C49-0D10602DA138}"/>
              </a:ext>
            </a:extLst>
          </p:cNvPr>
          <p:cNvSpPr/>
          <p:nvPr>
            <p:custDataLst>
              <p:tags r:id="rId7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7" name="Block Arc 126" hidden="1">
            <a:extLst>
              <a:ext uri="{FF2B5EF4-FFF2-40B4-BE49-F238E27FC236}">
                <a16:creationId xmlns:a16="http://schemas.microsoft.com/office/drawing/2014/main" id="{87815C9F-C3F9-4770-9244-6FE689F3EE10}"/>
              </a:ext>
            </a:extLst>
          </p:cNvPr>
          <p:cNvSpPr/>
          <p:nvPr>
            <p:custDataLst>
              <p:tags r:id="rId7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8" name="Block Arc 127" hidden="1">
            <a:extLst>
              <a:ext uri="{FF2B5EF4-FFF2-40B4-BE49-F238E27FC236}">
                <a16:creationId xmlns:a16="http://schemas.microsoft.com/office/drawing/2014/main" id="{9ED83BE2-D29F-492E-ACD4-7078784AA425}"/>
              </a:ext>
            </a:extLst>
          </p:cNvPr>
          <p:cNvSpPr/>
          <p:nvPr>
            <p:custDataLst>
              <p:tags r:id="rId7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9" name="Block Arc 128" hidden="1">
            <a:extLst>
              <a:ext uri="{FF2B5EF4-FFF2-40B4-BE49-F238E27FC236}">
                <a16:creationId xmlns:a16="http://schemas.microsoft.com/office/drawing/2014/main" id="{9152315C-F14B-4D73-80A5-B7137FE2B9D1}"/>
              </a:ext>
            </a:extLst>
          </p:cNvPr>
          <p:cNvSpPr/>
          <p:nvPr>
            <p:custDataLst>
              <p:tags r:id="rId7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0" name="Block Arc 129" hidden="1">
            <a:extLst>
              <a:ext uri="{FF2B5EF4-FFF2-40B4-BE49-F238E27FC236}">
                <a16:creationId xmlns:a16="http://schemas.microsoft.com/office/drawing/2014/main" id="{19B623EA-BE12-432A-8907-A0D5291F23B8}"/>
              </a:ext>
            </a:extLst>
          </p:cNvPr>
          <p:cNvSpPr/>
          <p:nvPr>
            <p:custDataLst>
              <p:tags r:id="rId7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1" name="Block Arc 130" hidden="1">
            <a:extLst>
              <a:ext uri="{FF2B5EF4-FFF2-40B4-BE49-F238E27FC236}">
                <a16:creationId xmlns:a16="http://schemas.microsoft.com/office/drawing/2014/main" id="{AA71FBD3-C531-4AFE-B30C-80ADD67ABB3F}"/>
              </a:ext>
            </a:extLst>
          </p:cNvPr>
          <p:cNvSpPr/>
          <p:nvPr>
            <p:custDataLst>
              <p:tags r:id="rId7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2" name="Block Arc 131" hidden="1">
            <a:extLst>
              <a:ext uri="{FF2B5EF4-FFF2-40B4-BE49-F238E27FC236}">
                <a16:creationId xmlns:a16="http://schemas.microsoft.com/office/drawing/2014/main" id="{9CDDACBD-6D25-49C5-B562-5625149D0F4D}"/>
              </a:ext>
            </a:extLst>
          </p:cNvPr>
          <p:cNvSpPr/>
          <p:nvPr>
            <p:custDataLst>
              <p:tags r:id="rId8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59" name="Titre 58"/>
          <p:cNvSpPr>
            <a:spLocks noGrp="1"/>
          </p:cNvSpPr>
          <p:nvPr>
            <p:ph type="title"/>
          </p:nvPr>
        </p:nvSpPr>
        <p:spPr>
          <a:xfrm>
            <a:off x="214184" y="13663"/>
            <a:ext cx="9728886" cy="678316"/>
          </a:xfrm>
        </p:spPr>
        <p:txBody>
          <a:bodyPr>
            <a:normAutofit/>
          </a:bodyPr>
          <a:lstStyle/>
          <a:p>
            <a:r>
              <a:rPr lang="en-US" dirty="0"/>
              <a:t>Wheel 3</a:t>
            </a:r>
          </a:p>
        </p:txBody>
      </p:sp>
      <p:sp>
        <p:nvSpPr>
          <p:cNvPr id="3" name="Secteurs 2"/>
          <p:cNvSpPr>
            <a:spLocks noChangeAspect="1"/>
          </p:cNvSpPr>
          <p:nvPr/>
        </p:nvSpPr>
        <p:spPr>
          <a:xfrm>
            <a:off x="11235233" y="2655009"/>
            <a:ext cx="1939808" cy="193980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Autofit/>
          </a:bodyPr>
          <a:lstStyle/>
          <a:p>
            <a:r>
              <a:rPr lang="en-US" b="1" dirty="0"/>
              <a:t>Lorem ipsum</a:t>
            </a:r>
          </a:p>
        </p:txBody>
      </p:sp>
      <p:grpSp>
        <p:nvGrpSpPr>
          <p:cNvPr id="189" name="Group 188">
            <a:extLst>
              <a:ext uri="{FF2B5EF4-FFF2-40B4-BE49-F238E27FC236}">
                <a16:creationId xmlns:a16="http://schemas.microsoft.com/office/drawing/2014/main" id="{954718C6-B560-4584-A90E-F80C94EDD44F}"/>
              </a:ext>
            </a:extLst>
          </p:cNvPr>
          <p:cNvGrpSpPr/>
          <p:nvPr/>
        </p:nvGrpSpPr>
        <p:grpSpPr>
          <a:xfrm>
            <a:off x="9467710" y="875146"/>
            <a:ext cx="5474854" cy="5474854"/>
            <a:chOff x="9149333" y="772668"/>
            <a:chExt cx="6085332" cy="6085332"/>
          </a:xfrm>
        </p:grpSpPr>
        <p:sp>
          <p:nvSpPr>
            <p:cNvPr id="139" name="Block Arc 138">
              <a:extLst>
                <a:ext uri="{FF2B5EF4-FFF2-40B4-BE49-F238E27FC236}">
                  <a16:creationId xmlns:a16="http://schemas.microsoft.com/office/drawing/2014/main" id="{D5A586FE-E831-4CA1-9830-A8389571CAD1}"/>
                </a:ext>
              </a:extLst>
            </p:cNvPr>
            <p:cNvSpPr/>
            <p:nvPr>
              <p:custDataLst>
                <p:tags r:id="rId102"/>
              </p:custDataLst>
            </p:nvPr>
          </p:nvSpPr>
          <p:spPr>
            <a:xfrm rot="20504921">
              <a:off x="9149333" y="772668"/>
              <a:ext cx="6085332" cy="6085332"/>
            </a:xfrm>
            <a:prstGeom prst="blockArc">
              <a:avLst>
                <a:gd name="adj1" fmla="val 6480000"/>
                <a:gd name="adj2" fmla="val 864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0" name="Block Arc 139">
              <a:extLst>
                <a:ext uri="{FF2B5EF4-FFF2-40B4-BE49-F238E27FC236}">
                  <a16:creationId xmlns:a16="http://schemas.microsoft.com/office/drawing/2014/main" id="{D7B8515C-E056-4173-992E-31B8A99F2D80}"/>
                </a:ext>
              </a:extLst>
            </p:cNvPr>
            <p:cNvSpPr/>
            <p:nvPr>
              <p:custDataLst>
                <p:tags r:id="rId103"/>
              </p:custDataLst>
            </p:nvPr>
          </p:nvSpPr>
          <p:spPr>
            <a:xfrm rot="20504921">
              <a:off x="9149333" y="772668"/>
              <a:ext cx="6085332" cy="6085332"/>
            </a:xfrm>
            <a:prstGeom prst="blockArc">
              <a:avLst>
                <a:gd name="adj1" fmla="val 8640000"/>
                <a:gd name="adj2" fmla="val 1080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1" name="Block Arc 140">
              <a:extLst>
                <a:ext uri="{FF2B5EF4-FFF2-40B4-BE49-F238E27FC236}">
                  <a16:creationId xmlns:a16="http://schemas.microsoft.com/office/drawing/2014/main" id="{81693344-78A9-49C7-BF97-4A4BAA6A6FF0}"/>
                </a:ext>
              </a:extLst>
            </p:cNvPr>
            <p:cNvSpPr/>
            <p:nvPr>
              <p:custDataLst>
                <p:tags r:id="rId104"/>
              </p:custDataLst>
            </p:nvPr>
          </p:nvSpPr>
          <p:spPr>
            <a:xfrm rot="20504921">
              <a:off x="9149333" y="772668"/>
              <a:ext cx="6085332" cy="6085332"/>
            </a:xfrm>
            <a:prstGeom prst="blockArc">
              <a:avLst>
                <a:gd name="adj1" fmla="val 10800000"/>
                <a:gd name="adj2" fmla="val 1296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2" name="Block Arc 141">
              <a:extLst>
                <a:ext uri="{FF2B5EF4-FFF2-40B4-BE49-F238E27FC236}">
                  <a16:creationId xmlns:a16="http://schemas.microsoft.com/office/drawing/2014/main" id="{B3E8418A-B9D1-44B8-A580-B856CAB2AB6B}"/>
                </a:ext>
              </a:extLst>
            </p:cNvPr>
            <p:cNvSpPr/>
            <p:nvPr>
              <p:custDataLst>
                <p:tags r:id="rId105"/>
              </p:custDataLst>
            </p:nvPr>
          </p:nvSpPr>
          <p:spPr>
            <a:xfrm rot="20504921">
              <a:off x="9149333" y="772668"/>
              <a:ext cx="6085332" cy="6085332"/>
            </a:xfrm>
            <a:prstGeom prst="blockArc">
              <a:avLst>
                <a:gd name="adj1" fmla="val 12960000"/>
                <a:gd name="adj2" fmla="val 1512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3" name="Block Arc 142">
              <a:extLst>
                <a:ext uri="{FF2B5EF4-FFF2-40B4-BE49-F238E27FC236}">
                  <a16:creationId xmlns:a16="http://schemas.microsoft.com/office/drawing/2014/main" id="{1A1AC20D-AEF6-4882-B13A-B488DCF16151}"/>
                </a:ext>
              </a:extLst>
            </p:cNvPr>
            <p:cNvSpPr/>
            <p:nvPr>
              <p:custDataLst>
                <p:tags r:id="rId106"/>
              </p:custDataLst>
            </p:nvPr>
          </p:nvSpPr>
          <p:spPr>
            <a:xfrm rot="20504921">
              <a:off x="9149333" y="772668"/>
              <a:ext cx="6085332" cy="6085332"/>
            </a:xfrm>
            <a:prstGeom prst="blockArc">
              <a:avLst>
                <a:gd name="adj1" fmla="val 15120000"/>
                <a:gd name="adj2" fmla="val 1728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86" name="Rectangle 185">
            <a:extLst>
              <a:ext uri="{FF2B5EF4-FFF2-40B4-BE49-F238E27FC236}">
                <a16:creationId xmlns:a16="http://schemas.microsoft.com/office/drawing/2014/main" id="{12D199EB-1846-4473-BC3A-09D16F59461A}"/>
              </a:ext>
            </a:extLst>
          </p:cNvPr>
          <p:cNvSpPr/>
          <p:nvPr>
            <p:custDataLst>
              <p:tags r:id="rId81"/>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DA1F28"/>
              </a:solidFill>
            </a:endParaRPr>
          </a:p>
        </p:txBody>
      </p:sp>
      <p:grpSp>
        <p:nvGrpSpPr>
          <p:cNvPr id="188" name="Group 187">
            <a:extLst>
              <a:ext uri="{FF2B5EF4-FFF2-40B4-BE49-F238E27FC236}">
                <a16:creationId xmlns:a16="http://schemas.microsoft.com/office/drawing/2014/main" id="{145CA2DA-5620-46A4-BC3A-EECBA751A102}"/>
              </a:ext>
            </a:extLst>
          </p:cNvPr>
          <p:cNvGrpSpPr/>
          <p:nvPr/>
        </p:nvGrpSpPr>
        <p:grpSpPr>
          <a:xfrm>
            <a:off x="9467710" y="875146"/>
            <a:ext cx="5474854" cy="5474854"/>
            <a:chOff x="9149333" y="772668"/>
            <a:chExt cx="6085332" cy="6085332"/>
          </a:xfrm>
        </p:grpSpPr>
        <p:sp>
          <p:nvSpPr>
            <p:cNvPr id="83" name="Block Arc 82">
              <a:extLst>
                <a:ext uri="{FF2B5EF4-FFF2-40B4-BE49-F238E27FC236}">
                  <a16:creationId xmlns:a16="http://schemas.microsoft.com/office/drawing/2014/main" id="{85E19CCC-55DB-485E-A872-FDFD8D9351D6}"/>
                </a:ext>
              </a:extLst>
            </p:cNvPr>
            <p:cNvSpPr/>
            <p:nvPr>
              <p:custDataLst>
                <p:tags r:id="rId97"/>
              </p:custDataLst>
            </p:nvPr>
          </p:nvSpPr>
          <p:spPr>
            <a:xfrm rot="20504921">
              <a:off x="9149333" y="772668"/>
              <a:ext cx="6085332" cy="6085332"/>
            </a:xfrm>
            <a:prstGeom prst="blockArc">
              <a:avLst>
                <a:gd name="adj1" fmla="val 6480000"/>
                <a:gd name="adj2" fmla="val 864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4" name="Block Arc 83">
              <a:extLst>
                <a:ext uri="{FF2B5EF4-FFF2-40B4-BE49-F238E27FC236}">
                  <a16:creationId xmlns:a16="http://schemas.microsoft.com/office/drawing/2014/main" id="{082902F3-CFF9-42B8-BAE2-4168755E3145}"/>
                </a:ext>
              </a:extLst>
            </p:cNvPr>
            <p:cNvSpPr/>
            <p:nvPr>
              <p:custDataLst>
                <p:tags r:id="rId98"/>
              </p:custDataLst>
            </p:nvPr>
          </p:nvSpPr>
          <p:spPr>
            <a:xfrm rot="20504921">
              <a:off x="9149333" y="772668"/>
              <a:ext cx="6085332" cy="6085332"/>
            </a:xfrm>
            <a:prstGeom prst="blockArc">
              <a:avLst>
                <a:gd name="adj1" fmla="val 8640000"/>
                <a:gd name="adj2" fmla="val 1080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8" name="Block Arc 87">
              <a:extLst>
                <a:ext uri="{FF2B5EF4-FFF2-40B4-BE49-F238E27FC236}">
                  <a16:creationId xmlns:a16="http://schemas.microsoft.com/office/drawing/2014/main" id="{8F603A1B-75FB-41D2-81C7-4AB22676AEB8}"/>
                </a:ext>
              </a:extLst>
            </p:cNvPr>
            <p:cNvSpPr/>
            <p:nvPr>
              <p:custDataLst>
                <p:tags r:id="rId99"/>
              </p:custDataLst>
            </p:nvPr>
          </p:nvSpPr>
          <p:spPr>
            <a:xfrm rot="20504921">
              <a:off x="9149333" y="772668"/>
              <a:ext cx="6085332" cy="6085332"/>
            </a:xfrm>
            <a:prstGeom prst="blockArc">
              <a:avLst>
                <a:gd name="adj1" fmla="val 10800000"/>
                <a:gd name="adj2" fmla="val 1296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9" name="Block Arc 88">
              <a:extLst>
                <a:ext uri="{FF2B5EF4-FFF2-40B4-BE49-F238E27FC236}">
                  <a16:creationId xmlns:a16="http://schemas.microsoft.com/office/drawing/2014/main" id="{CC75650D-C318-4E5C-AE97-D193EF418C56}"/>
                </a:ext>
              </a:extLst>
            </p:cNvPr>
            <p:cNvSpPr/>
            <p:nvPr>
              <p:custDataLst>
                <p:tags r:id="rId100"/>
              </p:custDataLst>
            </p:nvPr>
          </p:nvSpPr>
          <p:spPr>
            <a:xfrm rot="20504921">
              <a:off x="9149333" y="772668"/>
              <a:ext cx="6085332" cy="6085332"/>
            </a:xfrm>
            <a:prstGeom prst="blockArc">
              <a:avLst>
                <a:gd name="adj1" fmla="val 12960000"/>
                <a:gd name="adj2" fmla="val 1512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0" name="Block Arc 89">
              <a:extLst>
                <a:ext uri="{FF2B5EF4-FFF2-40B4-BE49-F238E27FC236}">
                  <a16:creationId xmlns:a16="http://schemas.microsoft.com/office/drawing/2014/main" id="{27B50D9A-ACE7-42A6-9A8A-76DED346E40F}"/>
                </a:ext>
              </a:extLst>
            </p:cNvPr>
            <p:cNvSpPr/>
            <p:nvPr>
              <p:custDataLst>
                <p:tags r:id="rId101"/>
              </p:custDataLst>
            </p:nvPr>
          </p:nvSpPr>
          <p:spPr>
            <a:xfrm rot="20504921">
              <a:off x="9149333" y="772668"/>
              <a:ext cx="6085332" cy="6085332"/>
            </a:xfrm>
            <a:prstGeom prst="blockArc">
              <a:avLst>
                <a:gd name="adj1" fmla="val 15120000"/>
                <a:gd name="adj2" fmla="val 1728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33" name="Rectangle 132">
            <a:extLst>
              <a:ext uri="{FF2B5EF4-FFF2-40B4-BE49-F238E27FC236}">
                <a16:creationId xmlns:a16="http://schemas.microsoft.com/office/drawing/2014/main" id="{2BEB5F73-274E-4182-BB03-A17C0DB13650}"/>
              </a:ext>
            </a:extLst>
          </p:cNvPr>
          <p:cNvSpPr/>
          <p:nvPr>
            <p:custDataLst>
              <p:tags r:id="rId82"/>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2DA2BF"/>
              </a:solidFill>
            </a:endParaRPr>
          </a:p>
        </p:txBody>
      </p:sp>
      <p:grpSp>
        <p:nvGrpSpPr>
          <p:cNvPr id="14"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83"/>
            </p:custDataLst>
          </p:nvPr>
        </p:nvGrpSpPr>
        <p:grpSpPr>
          <a:xfrm>
            <a:off x="10438760" y="3370438"/>
            <a:ext cx="656849" cy="564215"/>
            <a:chOff x="2921003" y="1704979"/>
            <a:chExt cx="866777" cy="744538"/>
          </a:xfrm>
          <a:solidFill>
            <a:schemeClr val="lt1"/>
          </a:solidFill>
        </p:grpSpPr>
        <p:sp>
          <p:nvSpPr>
            <p:cNvPr id="15" name="Freeform 726">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6" name="Freeform 727">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7" name="Freeform 728">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8" name="Freeform 729">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9" name="Freeform 730">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20" name="Formula2" descr="{&quot;Key&quot;:&quot;POWER_USER_SHAPE_ICON&quot;,&quot;Value&quot;:&quot;POWER_USER_SHAPE_ICON_STYLE_1&quot;}"/>
          <p:cNvGrpSpPr>
            <a:grpSpLocks noChangeAspect="1"/>
          </p:cNvGrpSpPr>
          <p:nvPr>
            <p:custDataLst>
              <p:tags r:id="rId84"/>
            </p:custDataLst>
          </p:nvPr>
        </p:nvGrpSpPr>
        <p:grpSpPr>
          <a:xfrm>
            <a:off x="10881961" y="4238187"/>
            <a:ext cx="398909" cy="488459"/>
            <a:chOff x="7532688" y="3178176"/>
            <a:chExt cx="233363" cy="285750"/>
          </a:xfrm>
          <a:solidFill>
            <a:schemeClr val="lt1"/>
          </a:solidFill>
        </p:grpSpPr>
        <p:sp>
          <p:nvSpPr>
            <p:cNvPr id="21" name="Freeform 655"/>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2" name="Freeform 656"/>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3" name="Freeform 657"/>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4" name="Freeform 661"/>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5" name="Freeform 662"/>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6" name="Freeform 663"/>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7" name="Freeform 664"/>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8" name="Freeform 665"/>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9" name="Freeform 666"/>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30" name="Freeform 667"/>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31" name="Friends" descr="{&quot;Key&quot;:&quot;POWER_USER_SHAPE_ICON&quot;,&quot;Value&quot;:&quot;POWER_USER_SHAPE_ICON_STYLE_1&quot;}"/>
          <p:cNvGrpSpPr>
            <a:grpSpLocks noChangeAspect="1"/>
          </p:cNvGrpSpPr>
          <p:nvPr>
            <p:custDataLst>
              <p:tags r:id="rId85"/>
            </p:custDataLst>
          </p:nvPr>
        </p:nvGrpSpPr>
        <p:grpSpPr>
          <a:xfrm>
            <a:off x="11383368" y="2029304"/>
            <a:ext cx="754563" cy="403685"/>
            <a:chOff x="3733800" y="4573588"/>
            <a:chExt cx="1020763" cy="546100"/>
          </a:xfrm>
          <a:solidFill>
            <a:schemeClr val="lt1"/>
          </a:solidFill>
        </p:grpSpPr>
        <p:sp>
          <p:nvSpPr>
            <p:cNvPr id="32" name="Oval 209"/>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3" name="Freeform 210"/>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4" name="Oval 211"/>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5" name="Freeform 212"/>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36" name="Fund" descr="{&quot;Key&quot;:&quot;POWER_USER_SHAPE_ICON&quot;,&quot;Value&quot;:&quot;POWER_USER_SHAPE_ICON_STYLE_1&quot;}"/>
          <p:cNvGrpSpPr>
            <a:grpSpLocks noChangeAspect="1"/>
          </p:cNvGrpSpPr>
          <p:nvPr>
            <p:custDataLst>
              <p:tags r:id="rId86"/>
            </p:custDataLst>
          </p:nvPr>
        </p:nvGrpSpPr>
        <p:grpSpPr>
          <a:xfrm>
            <a:off x="10805708" y="2507903"/>
            <a:ext cx="448385" cy="488459"/>
            <a:chOff x="4052888" y="4767263"/>
            <a:chExt cx="657225" cy="715963"/>
          </a:xfrm>
          <a:solidFill>
            <a:schemeClr val="lt1"/>
          </a:solidFill>
        </p:grpSpPr>
        <p:sp>
          <p:nvSpPr>
            <p:cNvPr id="37" name="Rectangle 249"/>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8" name="Rectangle 250"/>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9" name="Rectangle 251"/>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0" name="Rectangle 252"/>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1" name="Rectangle 253"/>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2" name="Rectangle 254"/>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3" name="Rectangle 255"/>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4" name="Rectangle 256"/>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5" name="Rectangle 257"/>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6" name="Rectangle 258"/>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259"/>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260"/>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261"/>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262"/>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263"/>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264"/>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Freeform 265"/>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266"/>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sp>
        <p:nvSpPr>
          <p:cNvPr id="55" name="ZoneTexte 54"/>
          <p:cNvSpPr txBox="1"/>
          <p:nvPr/>
        </p:nvSpPr>
        <p:spPr>
          <a:xfrm>
            <a:off x="838199" y="1396151"/>
            <a:ext cx="8316220" cy="687921"/>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0" name="Rectangle 59"/>
          <p:cNvSpPr/>
          <p:nvPr/>
        </p:nvSpPr>
        <p:spPr>
          <a:xfrm>
            <a:off x="9159129" y="1396152"/>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6" name="ZoneTexte 55"/>
          <p:cNvSpPr txBox="1"/>
          <p:nvPr/>
        </p:nvSpPr>
        <p:spPr>
          <a:xfrm>
            <a:off x="838199" y="2423868"/>
            <a:ext cx="8316220"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1" name="Rectangle 60"/>
          <p:cNvSpPr/>
          <p:nvPr/>
        </p:nvSpPr>
        <p:spPr>
          <a:xfrm>
            <a:off x="9159130" y="237133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7" name="ZoneTexte 56"/>
          <p:cNvSpPr txBox="1"/>
          <p:nvPr/>
        </p:nvSpPr>
        <p:spPr>
          <a:xfrm>
            <a:off x="838200" y="4339218"/>
            <a:ext cx="8316219"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2" name="Rectangle 61"/>
          <p:cNvSpPr/>
          <p:nvPr/>
        </p:nvSpPr>
        <p:spPr>
          <a:xfrm>
            <a:off x="9159130" y="432170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8" name="ZoneTexte 57"/>
          <p:cNvSpPr txBox="1"/>
          <p:nvPr/>
        </p:nvSpPr>
        <p:spPr>
          <a:xfrm>
            <a:off x="838200" y="5296893"/>
            <a:ext cx="8316219" cy="687921"/>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3" name="Rectangle 62"/>
          <p:cNvSpPr/>
          <p:nvPr/>
        </p:nvSpPr>
        <p:spPr>
          <a:xfrm>
            <a:off x="9159131" y="5296894"/>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75" name="Groupe 74"/>
          <p:cNvGrpSpPr/>
          <p:nvPr/>
        </p:nvGrpSpPr>
        <p:grpSpPr>
          <a:xfrm>
            <a:off x="9159128" y="1705324"/>
            <a:ext cx="1853151" cy="75929"/>
            <a:chOff x="8806342" y="1600166"/>
            <a:chExt cx="2059788" cy="84395"/>
          </a:xfrm>
          <a:solidFill>
            <a:schemeClr val="tx1"/>
          </a:solidFill>
        </p:grpSpPr>
        <p:cxnSp>
          <p:nvCxnSpPr>
            <p:cNvPr id="69" name="Connecteur droit 68"/>
            <p:cNvCxnSpPr>
              <a:cxnSpLocks/>
            </p:cNvCxnSpPr>
            <p:nvPr/>
          </p:nvCxnSpPr>
          <p:spPr>
            <a:xfrm>
              <a:off x="8806342"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lipse 69"/>
            <p:cNvSpPr>
              <a:spLocks noChangeAspect="1"/>
            </p:cNvSpPr>
            <p:nvPr/>
          </p:nvSpPr>
          <p:spPr>
            <a:xfrm>
              <a:off x="107817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71" name="ZoneTexte 70"/>
          <p:cNvSpPr txBox="1"/>
          <p:nvPr/>
        </p:nvSpPr>
        <p:spPr>
          <a:xfrm>
            <a:off x="11194962" y="1239141"/>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72" name="ZoneTexte 71"/>
          <p:cNvSpPr txBox="1"/>
          <p:nvPr/>
        </p:nvSpPr>
        <p:spPr>
          <a:xfrm>
            <a:off x="9959685" y="4683465"/>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73" name="ZoneTexte 72"/>
          <p:cNvSpPr txBox="1"/>
          <p:nvPr/>
        </p:nvSpPr>
        <p:spPr>
          <a:xfrm>
            <a:off x="9959685" y="1950718"/>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74" name="ZoneTexte 73"/>
          <p:cNvSpPr txBox="1"/>
          <p:nvPr/>
        </p:nvSpPr>
        <p:spPr>
          <a:xfrm>
            <a:off x="9505376" y="332182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76" name="Groupe 75"/>
          <p:cNvGrpSpPr/>
          <p:nvPr/>
        </p:nvGrpSpPr>
        <p:grpSpPr>
          <a:xfrm>
            <a:off x="9221893" y="5602049"/>
            <a:ext cx="1861717" cy="75929"/>
            <a:chOff x="8806346" y="1600166"/>
            <a:chExt cx="2069309" cy="84395"/>
          </a:xfrm>
          <a:solidFill>
            <a:schemeClr val="tx1"/>
          </a:solidFill>
        </p:grpSpPr>
        <p:cxnSp>
          <p:nvCxnSpPr>
            <p:cNvPr id="77" name="Connecteur droit 76"/>
            <p:cNvCxnSpPr/>
            <p:nvPr/>
          </p:nvCxnSpPr>
          <p:spPr>
            <a:xfrm>
              <a:off x="8806346"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Ellipse 77"/>
            <p:cNvSpPr>
              <a:spLocks noChangeAspect="1"/>
            </p:cNvSpPr>
            <p:nvPr/>
          </p:nvSpPr>
          <p:spPr>
            <a:xfrm>
              <a:off x="10791260"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9" name="Groupe 78"/>
          <p:cNvGrpSpPr/>
          <p:nvPr/>
        </p:nvGrpSpPr>
        <p:grpSpPr>
          <a:xfrm>
            <a:off x="9186232" y="4627868"/>
            <a:ext cx="561288" cy="75929"/>
            <a:chOff x="8806346" y="1600166"/>
            <a:chExt cx="623875" cy="84395"/>
          </a:xfrm>
          <a:solidFill>
            <a:schemeClr val="tx1"/>
          </a:solidFill>
        </p:grpSpPr>
        <p:cxnSp>
          <p:nvCxnSpPr>
            <p:cNvPr id="80" name="Connecteur droit 79"/>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Ellipse 80"/>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85" name="Groupe 84"/>
          <p:cNvGrpSpPr/>
          <p:nvPr/>
        </p:nvGrpSpPr>
        <p:grpSpPr>
          <a:xfrm>
            <a:off x="9186232" y="2679505"/>
            <a:ext cx="561288" cy="75929"/>
            <a:chOff x="8806346" y="1600166"/>
            <a:chExt cx="623875" cy="84395"/>
          </a:xfrm>
          <a:solidFill>
            <a:schemeClr val="tx1"/>
          </a:solidFill>
        </p:grpSpPr>
        <p:cxnSp>
          <p:nvCxnSpPr>
            <p:cNvPr id="86" name="Connecteur droit 85"/>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Ellipse 86"/>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90" name="ZoneTexte 71">
            <a:extLst>
              <a:ext uri="{FF2B5EF4-FFF2-40B4-BE49-F238E27FC236}">
                <a16:creationId xmlns:a16="http://schemas.microsoft.com/office/drawing/2014/main" id="{0180B350-FA08-4305-9274-98631491E83C}"/>
              </a:ext>
            </a:extLst>
          </p:cNvPr>
          <p:cNvSpPr txBox="1"/>
          <p:nvPr/>
        </p:nvSpPr>
        <p:spPr>
          <a:xfrm>
            <a:off x="11194962" y="5545015"/>
            <a:ext cx="697627" cy="646331"/>
          </a:xfrm>
          <a:prstGeom prst="rect">
            <a:avLst/>
          </a:prstGeom>
          <a:noFill/>
        </p:spPr>
        <p:txBody>
          <a:bodyPr wrap="none" rtlCol="0">
            <a:spAutoFit/>
          </a:bodyPr>
          <a:lstStyle/>
          <a:p>
            <a:pPr algn="ctr"/>
            <a:r>
              <a:rPr lang="en-US" sz="3600" dirty="0">
                <a:solidFill>
                  <a:schemeClr val="lt1"/>
                </a:solidFill>
              </a:rPr>
              <a:t>05</a:t>
            </a:r>
          </a:p>
        </p:txBody>
      </p:sp>
      <p:grpSp>
        <p:nvGrpSpPr>
          <p:cNvPr id="191" name="POWER_USER_ID_ICONS_Atomic" descr="{&quot;Key&quot;:&quot;POWER_USER_SHAPE_ICON&quot;,&quot;Value&quot;:&quot;POWER_USER_SHAPE_ICON_STYLE_1&quot;}">
            <a:extLst>
              <a:ext uri="{FF2B5EF4-FFF2-40B4-BE49-F238E27FC236}">
                <a16:creationId xmlns:a16="http://schemas.microsoft.com/office/drawing/2014/main" id="{8FA0D559-7C17-456F-B491-09F430BCBF82}"/>
              </a:ext>
            </a:extLst>
          </p:cNvPr>
          <p:cNvGrpSpPr>
            <a:grpSpLocks noChangeAspect="1"/>
          </p:cNvGrpSpPr>
          <p:nvPr>
            <p:custDataLst>
              <p:tags r:id="rId87"/>
            </p:custDataLst>
          </p:nvPr>
        </p:nvGrpSpPr>
        <p:grpSpPr bwMode="auto">
          <a:xfrm>
            <a:off x="11529157" y="4658661"/>
            <a:ext cx="527023" cy="587009"/>
            <a:chOff x="62" y="39"/>
            <a:chExt cx="369" cy="411"/>
          </a:xfrm>
          <a:solidFill>
            <a:schemeClr val="lt1"/>
          </a:solidFill>
        </p:grpSpPr>
        <p:sp>
          <p:nvSpPr>
            <p:cNvPr id="192" name="POWER_USER_ID_ICONS_Atomic">
              <a:extLst>
                <a:ext uri="{FF2B5EF4-FFF2-40B4-BE49-F238E27FC236}">
                  <a16:creationId xmlns:a16="http://schemas.microsoft.com/office/drawing/2014/main" id="{7722F4FA-ADF9-4B30-A9FA-D64B159E324A}"/>
                </a:ext>
              </a:extLst>
            </p:cNvPr>
            <p:cNvSpPr>
              <a:spLocks noEditPoints="1"/>
            </p:cNvSpPr>
            <p:nvPr>
              <p:custDataLst>
                <p:tags r:id="rId88"/>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 name="POWER_USER_ID_ICONS_Atomic">
              <a:extLst>
                <a:ext uri="{FF2B5EF4-FFF2-40B4-BE49-F238E27FC236}">
                  <a16:creationId xmlns:a16="http://schemas.microsoft.com/office/drawing/2014/main" id="{AC4AD4C0-BF58-4EE7-9319-409D6FF2AD28}"/>
                </a:ext>
              </a:extLst>
            </p:cNvPr>
            <p:cNvSpPr>
              <a:spLocks noEditPoints="1"/>
            </p:cNvSpPr>
            <p:nvPr>
              <p:custDataLst>
                <p:tags r:id="rId89"/>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 name="POWER_USER_ID_ICONS_Atomic">
              <a:extLst>
                <a:ext uri="{FF2B5EF4-FFF2-40B4-BE49-F238E27FC236}">
                  <a16:creationId xmlns:a16="http://schemas.microsoft.com/office/drawing/2014/main" id="{658A0463-B9DE-4043-9327-12289DD92DAB}"/>
                </a:ext>
              </a:extLst>
            </p:cNvPr>
            <p:cNvSpPr>
              <a:spLocks noEditPoints="1"/>
            </p:cNvSpPr>
            <p:nvPr>
              <p:custDataLst>
                <p:tags r:id="rId90"/>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 name="POWER_USER_ID_ICONS_Atomic">
              <a:extLst>
                <a:ext uri="{FF2B5EF4-FFF2-40B4-BE49-F238E27FC236}">
                  <a16:creationId xmlns:a16="http://schemas.microsoft.com/office/drawing/2014/main" id="{5CCE6824-C995-4D60-AFB9-5F34E332BA7D}"/>
                </a:ext>
              </a:extLst>
            </p:cNvPr>
            <p:cNvSpPr>
              <a:spLocks noChangeArrowheads="1"/>
            </p:cNvSpPr>
            <p:nvPr>
              <p:custDataLst>
                <p:tags r:id="rId91"/>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 name="POWER_USER_ID_ICONS_Atomic">
              <a:extLst>
                <a:ext uri="{FF2B5EF4-FFF2-40B4-BE49-F238E27FC236}">
                  <a16:creationId xmlns:a16="http://schemas.microsoft.com/office/drawing/2014/main" id="{472417E5-FF95-4B80-9869-BF4088495556}"/>
                </a:ext>
              </a:extLst>
            </p:cNvPr>
            <p:cNvSpPr>
              <a:spLocks noChangeArrowheads="1"/>
            </p:cNvSpPr>
            <p:nvPr>
              <p:custDataLst>
                <p:tags r:id="rId92"/>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 name="POWER_USER_ID_ICONS_Atomic">
              <a:extLst>
                <a:ext uri="{FF2B5EF4-FFF2-40B4-BE49-F238E27FC236}">
                  <a16:creationId xmlns:a16="http://schemas.microsoft.com/office/drawing/2014/main" id="{E88411CB-3610-49B3-B077-A0361B5D7043}"/>
                </a:ext>
              </a:extLst>
            </p:cNvPr>
            <p:cNvSpPr>
              <a:spLocks noChangeArrowheads="1"/>
            </p:cNvSpPr>
            <p:nvPr>
              <p:custDataLst>
                <p:tags r:id="rId93"/>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 name="POWER_USER_ID_ICONS_Atomic">
              <a:extLst>
                <a:ext uri="{FF2B5EF4-FFF2-40B4-BE49-F238E27FC236}">
                  <a16:creationId xmlns:a16="http://schemas.microsoft.com/office/drawing/2014/main" id="{0A5BB96B-4974-48B0-86EF-121B7689A4F5}"/>
                </a:ext>
              </a:extLst>
            </p:cNvPr>
            <p:cNvSpPr>
              <a:spLocks/>
            </p:cNvSpPr>
            <p:nvPr>
              <p:custDataLst>
                <p:tags r:id="rId94"/>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 name="POWER_USER_ID_ICONS_Atomic">
              <a:extLst>
                <a:ext uri="{FF2B5EF4-FFF2-40B4-BE49-F238E27FC236}">
                  <a16:creationId xmlns:a16="http://schemas.microsoft.com/office/drawing/2014/main" id="{B2DFD8AD-179E-403A-BA31-B5B7D2562ECE}"/>
                </a:ext>
              </a:extLst>
            </p:cNvPr>
            <p:cNvSpPr>
              <a:spLocks/>
            </p:cNvSpPr>
            <p:nvPr>
              <p:custDataLst>
                <p:tags r:id="rId95"/>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 name="POWER_USER_ID_ICONS_Atomic">
              <a:extLst>
                <a:ext uri="{FF2B5EF4-FFF2-40B4-BE49-F238E27FC236}">
                  <a16:creationId xmlns:a16="http://schemas.microsoft.com/office/drawing/2014/main" id="{BB361192-E57E-4CB0-BEC1-488EBAB8F21B}"/>
                </a:ext>
              </a:extLst>
            </p:cNvPr>
            <p:cNvSpPr>
              <a:spLocks/>
            </p:cNvSpPr>
            <p:nvPr>
              <p:custDataLst>
                <p:tags r:id="rId96"/>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02" name="ZoneTexte 56">
            <a:extLst>
              <a:ext uri="{FF2B5EF4-FFF2-40B4-BE49-F238E27FC236}">
                <a16:creationId xmlns:a16="http://schemas.microsoft.com/office/drawing/2014/main" id="{6328BE5F-BA84-45EF-901B-122A7D97D4B2}"/>
              </a:ext>
            </a:extLst>
          </p:cNvPr>
          <p:cNvSpPr txBox="1"/>
          <p:nvPr/>
        </p:nvSpPr>
        <p:spPr>
          <a:xfrm>
            <a:off x="838200" y="3381543"/>
            <a:ext cx="8316219"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203" name="Rectangle 202">
            <a:extLst>
              <a:ext uri="{FF2B5EF4-FFF2-40B4-BE49-F238E27FC236}">
                <a16:creationId xmlns:a16="http://schemas.microsoft.com/office/drawing/2014/main" id="{2DA7C16C-42BE-4B39-AC32-04D4B8086343}"/>
              </a:ext>
            </a:extLst>
          </p:cNvPr>
          <p:cNvSpPr/>
          <p:nvPr/>
        </p:nvSpPr>
        <p:spPr>
          <a:xfrm>
            <a:off x="9159130" y="3346523"/>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210" name="Group 209">
            <a:extLst>
              <a:ext uri="{FF2B5EF4-FFF2-40B4-BE49-F238E27FC236}">
                <a16:creationId xmlns:a16="http://schemas.microsoft.com/office/drawing/2014/main" id="{0E659C00-D132-4C3E-BA93-3FB44E1F0058}"/>
              </a:ext>
            </a:extLst>
          </p:cNvPr>
          <p:cNvGrpSpPr/>
          <p:nvPr/>
        </p:nvGrpSpPr>
        <p:grpSpPr>
          <a:xfrm>
            <a:off x="9212835" y="3653687"/>
            <a:ext cx="464590" cy="75929"/>
            <a:chOff x="8866038" y="3946416"/>
            <a:chExt cx="516395" cy="84395"/>
          </a:xfrm>
          <a:solidFill>
            <a:schemeClr val="tx1"/>
          </a:solidFill>
        </p:grpSpPr>
        <p:cxnSp>
          <p:nvCxnSpPr>
            <p:cNvPr id="205" name="Connecteur droit 79">
              <a:extLst>
                <a:ext uri="{FF2B5EF4-FFF2-40B4-BE49-F238E27FC236}">
                  <a16:creationId xmlns:a16="http://schemas.microsoft.com/office/drawing/2014/main" id="{7A319DC3-6E58-4D68-828D-FF61BE8C15DA}"/>
                </a:ext>
              </a:extLst>
            </p:cNvPr>
            <p:cNvCxnSpPr>
              <a:cxnSpLocks/>
            </p:cNvCxnSpPr>
            <p:nvPr/>
          </p:nvCxnSpPr>
          <p:spPr>
            <a:xfrm>
              <a:off x="8866038" y="3984148"/>
              <a:ext cx="43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206" name="Ellipse 80">
              <a:extLst>
                <a:ext uri="{FF2B5EF4-FFF2-40B4-BE49-F238E27FC236}">
                  <a16:creationId xmlns:a16="http://schemas.microsoft.com/office/drawing/2014/main" id="{D777C9E3-7DA9-4896-85A5-2F68DF622FE4}"/>
                </a:ext>
              </a:extLst>
            </p:cNvPr>
            <p:cNvSpPr>
              <a:spLocks noChangeAspect="1"/>
            </p:cNvSpPr>
            <p:nvPr/>
          </p:nvSpPr>
          <p:spPr>
            <a:xfrm>
              <a:off x="9298038" y="394641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1898788662"/>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646511-CBC1-FB90-7AC3-C9980B0BA150}"/>
              </a:ext>
            </a:extLst>
          </p:cNvPr>
          <p:cNvSpPr>
            <a:spLocks noGrp="1"/>
          </p:cNvSpPr>
          <p:nvPr>
            <p:ph type="title"/>
          </p:nvPr>
        </p:nvSpPr>
        <p:spPr>
          <a:xfrm>
            <a:off x="214184" y="13663"/>
            <a:ext cx="9728886" cy="678316"/>
          </a:xfrm>
        </p:spPr>
        <p:txBody>
          <a:bodyPr>
            <a:normAutofit/>
          </a:bodyPr>
          <a:lstStyle/>
          <a:p>
            <a:r>
              <a:rPr lang="en-US" dirty="0"/>
              <a:t>Wheel 5</a:t>
            </a:r>
          </a:p>
        </p:txBody>
      </p:sp>
      <p:graphicFrame>
        <p:nvGraphicFramePr>
          <p:cNvPr id="3" name="Graphique 8">
            <a:extLst>
              <a:ext uri="{FF2B5EF4-FFF2-40B4-BE49-F238E27FC236}">
                <a16:creationId xmlns:a16="http://schemas.microsoft.com/office/drawing/2014/main" id="{5E271F10-C9F6-3BD6-039E-4020A2D86C7C}"/>
              </a:ext>
            </a:extLst>
          </p:cNvPr>
          <p:cNvGraphicFramePr/>
          <p:nvPr/>
        </p:nvGraphicFramePr>
        <p:xfrm>
          <a:off x="-2361129" y="1608649"/>
          <a:ext cx="4722258" cy="4144952"/>
        </p:xfrm>
        <a:graphic>
          <a:graphicData uri="http://schemas.openxmlformats.org/drawingml/2006/chart">
            <c:chart xmlns:c="http://schemas.openxmlformats.org/drawingml/2006/chart" xmlns:r="http://schemas.openxmlformats.org/officeDocument/2006/relationships" r:id="rId3"/>
          </a:graphicData>
        </a:graphic>
      </p:graphicFrame>
      <p:sp>
        <p:nvSpPr>
          <p:cNvPr id="4" name="Ellipse 5">
            <a:extLst>
              <a:ext uri="{FF2B5EF4-FFF2-40B4-BE49-F238E27FC236}">
                <a16:creationId xmlns:a16="http://schemas.microsoft.com/office/drawing/2014/main" id="{27222093-C5DB-50E7-E7B4-B5DA65E0C22E}"/>
              </a:ext>
            </a:extLst>
          </p:cNvPr>
          <p:cNvSpPr/>
          <p:nvPr/>
        </p:nvSpPr>
        <p:spPr>
          <a:xfrm>
            <a:off x="-1241659" y="2444516"/>
            <a:ext cx="2483318" cy="2483318"/>
          </a:xfrm>
          <a:prstGeom prst="ellipse">
            <a:avLst/>
          </a:prstGeom>
          <a:solidFill>
            <a:srgbClr val="F3F3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e 15">
            <a:extLst>
              <a:ext uri="{FF2B5EF4-FFF2-40B4-BE49-F238E27FC236}">
                <a16:creationId xmlns:a16="http://schemas.microsoft.com/office/drawing/2014/main" id="{77F98839-7ACC-144D-DF60-C7A80BED36A5}"/>
              </a:ext>
            </a:extLst>
          </p:cNvPr>
          <p:cNvGrpSpPr/>
          <p:nvPr/>
        </p:nvGrpSpPr>
        <p:grpSpPr>
          <a:xfrm>
            <a:off x="2070942" y="1618750"/>
            <a:ext cx="5035875" cy="1077218"/>
            <a:chOff x="2615926" y="1107898"/>
            <a:chExt cx="5035875" cy="1077218"/>
          </a:xfrm>
        </p:grpSpPr>
        <p:sp>
          <p:nvSpPr>
            <p:cNvPr id="6" name="Rectangle : coins arrondis 9">
              <a:extLst>
                <a:ext uri="{FF2B5EF4-FFF2-40B4-BE49-F238E27FC236}">
                  <a16:creationId xmlns:a16="http://schemas.microsoft.com/office/drawing/2014/main" id="{DE595D1C-F198-B947-FD31-5BE3CEAAE8AA}"/>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37">
              <a:extLst>
                <a:ext uri="{FF2B5EF4-FFF2-40B4-BE49-F238E27FC236}">
                  <a16:creationId xmlns:a16="http://schemas.microsoft.com/office/drawing/2014/main" id="{F140C756-D204-718E-C0F1-677DEC7CA190}"/>
                </a:ext>
              </a:extLst>
            </p:cNvPr>
            <p:cNvSpPr txBox="1"/>
            <p:nvPr/>
          </p:nvSpPr>
          <p:spPr>
            <a:xfrm>
              <a:off x="3263045" y="1107898"/>
              <a:ext cx="4388756"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 name="ZoneTexte 13">
              <a:extLst>
                <a:ext uri="{FF2B5EF4-FFF2-40B4-BE49-F238E27FC236}">
                  <a16:creationId xmlns:a16="http://schemas.microsoft.com/office/drawing/2014/main" id="{261FA86E-CB17-464A-1258-0123D1CCB780}"/>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9" name="Groupe 16">
            <a:extLst>
              <a:ext uri="{FF2B5EF4-FFF2-40B4-BE49-F238E27FC236}">
                <a16:creationId xmlns:a16="http://schemas.microsoft.com/office/drawing/2014/main" id="{56A1ABDC-234B-F7E2-9919-C25A9D561160}"/>
              </a:ext>
            </a:extLst>
          </p:cNvPr>
          <p:cNvGrpSpPr/>
          <p:nvPr/>
        </p:nvGrpSpPr>
        <p:grpSpPr>
          <a:xfrm>
            <a:off x="2070942" y="3316844"/>
            <a:ext cx="5035875" cy="1077218"/>
            <a:chOff x="2615926" y="1107898"/>
            <a:chExt cx="5035875" cy="1077218"/>
          </a:xfrm>
        </p:grpSpPr>
        <p:sp>
          <p:nvSpPr>
            <p:cNvPr id="10" name="Rectangle : coins arrondis 17">
              <a:extLst>
                <a:ext uri="{FF2B5EF4-FFF2-40B4-BE49-F238E27FC236}">
                  <a16:creationId xmlns:a16="http://schemas.microsoft.com/office/drawing/2014/main" id="{56C9B380-1C3D-E7D8-3C83-3EDF5F42B8EE}"/>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37">
              <a:extLst>
                <a:ext uri="{FF2B5EF4-FFF2-40B4-BE49-F238E27FC236}">
                  <a16:creationId xmlns:a16="http://schemas.microsoft.com/office/drawing/2014/main" id="{31642F36-DFC7-F815-7A6C-8EA5DCE07A1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2" name="ZoneTexte 19">
              <a:extLst>
                <a:ext uri="{FF2B5EF4-FFF2-40B4-BE49-F238E27FC236}">
                  <a16:creationId xmlns:a16="http://schemas.microsoft.com/office/drawing/2014/main" id="{16C1A5EA-5C28-CB65-9964-02171E11286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3" name="Groupe 20">
            <a:extLst>
              <a:ext uri="{FF2B5EF4-FFF2-40B4-BE49-F238E27FC236}">
                <a16:creationId xmlns:a16="http://schemas.microsoft.com/office/drawing/2014/main" id="{5EC9659E-6001-9175-2A7B-B2E58BE9C92F}"/>
              </a:ext>
            </a:extLst>
          </p:cNvPr>
          <p:cNvGrpSpPr/>
          <p:nvPr/>
        </p:nvGrpSpPr>
        <p:grpSpPr>
          <a:xfrm>
            <a:off x="2070942" y="5014938"/>
            <a:ext cx="4978921" cy="1077218"/>
            <a:chOff x="2615926" y="1107898"/>
            <a:chExt cx="4978921" cy="1077218"/>
          </a:xfrm>
        </p:grpSpPr>
        <p:sp>
          <p:nvSpPr>
            <p:cNvPr id="14" name="Rectangle : coins arrondis 21">
              <a:extLst>
                <a:ext uri="{FF2B5EF4-FFF2-40B4-BE49-F238E27FC236}">
                  <a16:creationId xmlns:a16="http://schemas.microsoft.com/office/drawing/2014/main" id="{2ED8DAEA-2672-CD02-4E43-2914DC2981B6}"/>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TextBox 37">
              <a:extLst>
                <a:ext uri="{FF2B5EF4-FFF2-40B4-BE49-F238E27FC236}">
                  <a16:creationId xmlns:a16="http://schemas.microsoft.com/office/drawing/2014/main" id="{5BF1C5AE-3C9D-5FE1-B6FA-F770A68AC925}"/>
                </a:ext>
              </a:extLst>
            </p:cNvPr>
            <p:cNvSpPr txBox="1"/>
            <p:nvPr/>
          </p:nvSpPr>
          <p:spPr>
            <a:xfrm>
              <a:off x="3263044" y="1107898"/>
              <a:ext cx="4331803"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 name="ZoneTexte 23">
              <a:extLst>
                <a:ext uri="{FF2B5EF4-FFF2-40B4-BE49-F238E27FC236}">
                  <a16:creationId xmlns:a16="http://schemas.microsoft.com/office/drawing/2014/main" id="{753BB9CA-F20A-590F-9646-E9B11DEDCFB6}"/>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7" name="Groupe 24">
            <a:extLst>
              <a:ext uri="{FF2B5EF4-FFF2-40B4-BE49-F238E27FC236}">
                <a16:creationId xmlns:a16="http://schemas.microsoft.com/office/drawing/2014/main" id="{54AC7511-3DFA-8448-8675-4BC95ECAA7C4}"/>
              </a:ext>
            </a:extLst>
          </p:cNvPr>
          <p:cNvGrpSpPr/>
          <p:nvPr/>
        </p:nvGrpSpPr>
        <p:grpSpPr>
          <a:xfrm>
            <a:off x="7197051" y="2481372"/>
            <a:ext cx="5035874" cy="1077218"/>
            <a:chOff x="2615927" y="1107898"/>
            <a:chExt cx="5035874" cy="1077218"/>
          </a:xfrm>
        </p:grpSpPr>
        <p:sp>
          <p:nvSpPr>
            <p:cNvPr id="18" name="Rectangle : coins arrondis 25">
              <a:extLst>
                <a:ext uri="{FF2B5EF4-FFF2-40B4-BE49-F238E27FC236}">
                  <a16:creationId xmlns:a16="http://schemas.microsoft.com/office/drawing/2014/main" id="{C8D54199-AFBB-3644-56B7-2E001F1E6358}"/>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extBox 37">
              <a:extLst>
                <a:ext uri="{FF2B5EF4-FFF2-40B4-BE49-F238E27FC236}">
                  <a16:creationId xmlns:a16="http://schemas.microsoft.com/office/drawing/2014/main" id="{7ED8A9FD-1184-4D59-2956-CC26663A921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ZoneTexte 27">
              <a:extLst>
                <a:ext uri="{FF2B5EF4-FFF2-40B4-BE49-F238E27FC236}">
                  <a16:creationId xmlns:a16="http://schemas.microsoft.com/office/drawing/2014/main" id="{E566774F-05DA-7FAB-D2F7-98B48207C2B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21" name="Groupe 28">
            <a:extLst>
              <a:ext uri="{FF2B5EF4-FFF2-40B4-BE49-F238E27FC236}">
                <a16:creationId xmlns:a16="http://schemas.microsoft.com/office/drawing/2014/main" id="{137A355A-9E32-40FF-AE8E-712E640CDC5B}"/>
              </a:ext>
            </a:extLst>
          </p:cNvPr>
          <p:cNvGrpSpPr/>
          <p:nvPr/>
        </p:nvGrpSpPr>
        <p:grpSpPr>
          <a:xfrm>
            <a:off x="7197051" y="4153083"/>
            <a:ext cx="5035874" cy="1077218"/>
            <a:chOff x="2615927" y="1107898"/>
            <a:chExt cx="5035874" cy="1077218"/>
          </a:xfrm>
        </p:grpSpPr>
        <p:sp>
          <p:nvSpPr>
            <p:cNvPr id="22" name="Rectangle : coins arrondis 29">
              <a:extLst>
                <a:ext uri="{FF2B5EF4-FFF2-40B4-BE49-F238E27FC236}">
                  <a16:creationId xmlns:a16="http://schemas.microsoft.com/office/drawing/2014/main" id="{7B06C90E-F554-15FE-6C81-B408A2ACAD1D}"/>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37">
              <a:extLst>
                <a:ext uri="{FF2B5EF4-FFF2-40B4-BE49-F238E27FC236}">
                  <a16:creationId xmlns:a16="http://schemas.microsoft.com/office/drawing/2014/main" id="{C56058D2-1B85-1831-5843-7CD8FDCF3D61}"/>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31">
              <a:extLst>
                <a:ext uri="{FF2B5EF4-FFF2-40B4-BE49-F238E27FC236}">
                  <a16:creationId xmlns:a16="http://schemas.microsoft.com/office/drawing/2014/main" id="{E4BE309C-CA7F-7204-BBDC-98F6494C9D2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spTree>
    <p:extLst>
      <p:ext uri="{BB962C8B-B14F-4D97-AF65-F5344CB8AC3E}">
        <p14:creationId xmlns:p14="http://schemas.microsoft.com/office/powerpoint/2010/main" val="365248124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34B29-388A-59DF-488E-616FB0244B28}"/>
              </a:ext>
            </a:extLst>
          </p:cNvPr>
          <p:cNvSpPr>
            <a:spLocks noGrp="1"/>
          </p:cNvSpPr>
          <p:nvPr>
            <p:ph type="title"/>
          </p:nvPr>
        </p:nvSpPr>
        <p:spPr>
          <a:xfrm>
            <a:off x="214184" y="13663"/>
            <a:ext cx="9728886" cy="678316"/>
          </a:xfrm>
        </p:spPr>
        <p:txBody>
          <a:bodyPr>
            <a:normAutofit/>
          </a:bodyPr>
          <a:lstStyle/>
          <a:p>
            <a:r>
              <a:rPr lang="en-US" dirty="0"/>
              <a:t>Timeline 17</a:t>
            </a:r>
          </a:p>
        </p:txBody>
      </p:sp>
      <p:sp>
        <p:nvSpPr>
          <p:cNvPr id="18" name="Arrow7" descr="{&quot;Key&quot;:&quot;POWER_USER_SHAPE_ICON&quot;,&quot;Value&quot;:&quot;POWER_USER_SHAPE_ICON_STYLE_1&quot;}">
            <a:extLst>
              <a:ext uri="{FF2B5EF4-FFF2-40B4-BE49-F238E27FC236}">
                <a16:creationId xmlns:a16="http://schemas.microsoft.com/office/drawing/2014/main" id="{B843159B-51F5-9D1B-7492-FF60F5D9D4F0}"/>
              </a:ext>
            </a:extLst>
          </p:cNvPr>
          <p:cNvSpPr>
            <a:spLocks noChangeAspect="1"/>
          </p:cNvSpPr>
          <p:nvPr>
            <p:custDataLst>
              <p:tags r:id="rId1"/>
            </p:custDataLst>
          </p:nvPr>
        </p:nvSpPr>
        <p:spPr bwMode="auto">
          <a:xfrm rot="10800000">
            <a:off x="994859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5"/>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ircle: Hollow 18">
            <a:extLst>
              <a:ext uri="{FF2B5EF4-FFF2-40B4-BE49-F238E27FC236}">
                <a16:creationId xmlns:a16="http://schemas.microsoft.com/office/drawing/2014/main" id="{15E8B698-F051-AA75-BB52-2399D2186F67}"/>
              </a:ext>
            </a:extLst>
          </p:cNvPr>
          <p:cNvSpPr>
            <a:spLocks noChangeAspect="1"/>
          </p:cNvSpPr>
          <p:nvPr/>
        </p:nvSpPr>
        <p:spPr>
          <a:xfrm>
            <a:off x="8935469" y="2845837"/>
            <a:ext cx="1166326" cy="1166326"/>
          </a:xfrm>
          <a:prstGeom prst="donut">
            <a:avLst>
              <a:gd name="adj" fmla="val 1087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row7" descr="{&quot;Key&quot;:&quot;POWER_USER_SHAPE_ICON&quot;,&quot;Value&quot;:&quot;POWER_USER_SHAPE_ICON_STYLE_1&quot;}">
            <a:extLst>
              <a:ext uri="{FF2B5EF4-FFF2-40B4-BE49-F238E27FC236}">
                <a16:creationId xmlns:a16="http://schemas.microsoft.com/office/drawing/2014/main" id="{325D89F6-F6D5-6E05-14D8-C36671B1BE2C}"/>
              </a:ext>
            </a:extLst>
          </p:cNvPr>
          <p:cNvSpPr>
            <a:spLocks noChangeAspect="1"/>
          </p:cNvSpPr>
          <p:nvPr>
            <p:custDataLst>
              <p:tags r:id="rId2"/>
            </p:custDataLst>
          </p:nvPr>
        </p:nvSpPr>
        <p:spPr bwMode="auto">
          <a:xfrm rot="10800000">
            <a:off x="799787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4"/>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Circle: Hollow 16">
            <a:extLst>
              <a:ext uri="{FF2B5EF4-FFF2-40B4-BE49-F238E27FC236}">
                <a16:creationId xmlns:a16="http://schemas.microsoft.com/office/drawing/2014/main" id="{1D41E69A-2276-D0D0-582D-91AB25F5F532}"/>
              </a:ext>
            </a:extLst>
          </p:cNvPr>
          <p:cNvSpPr>
            <a:spLocks noChangeAspect="1"/>
          </p:cNvSpPr>
          <p:nvPr/>
        </p:nvSpPr>
        <p:spPr>
          <a:xfrm>
            <a:off x="6984749" y="2845837"/>
            <a:ext cx="1166326" cy="1166326"/>
          </a:xfrm>
          <a:prstGeom prst="donut">
            <a:avLst>
              <a:gd name="adj" fmla="val 1087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row7" descr="{&quot;Key&quot;:&quot;POWER_USER_SHAPE_ICON&quot;,&quot;Value&quot;:&quot;POWER_USER_SHAPE_ICON_STYLE_1&quot;}">
            <a:extLst>
              <a:ext uri="{FF2B5EF4-FFF2-40B4-BE49-F238E27FC236}">
                <a16:creationId xmlns:a16="http://schemas.microsoft.com/office/drawing/2014/main" id="{6C566246-00D8-0AF8-0FDB-D0D15131D7B9}"/>
              </a:ext>
            </a:extLst>
          </p:cNvPr>
          <p:cNvSpPr>
            <a:spLocks noChangeAspect="1"/>
          </p:cNvSpPr>
          <p:nvPr>
            <p:custDataLst>
              <p:tags r:id="rId3"/>
            </p:custDataLst>
          </p:nvPr>
        </p:nvSpPr>
        <p:spPr bwMode="auto">
          <a:xfrm rot="10800000">
            <a:off x="604715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3"/>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Circle: Hollow 14">
            <a:extLst>
              <a:ext uri="{FF2B5EF4-FFF2-40B4-BE49-F238E27FC236}">
                <a16:creationId xmlns:a16="http://schemas.microsoft.com/office/drawing/2014/main" id="{2FFE3ABA-0A75-FECE-E684-716376F5DFB8}"/>
              </a:ext>
            </a:extLst>
          </p:cNvPr>
          <p:cNvSpPr>
            <a:spLocks noChangeAspect="1"/>
          </p:cNvSpPr>
          <p:nvPr/>
        </p:nvSpPr>
        <p:spPr>
          <a:xfrm>
            <a:off x="5034029" y="2845837"/>
            <a:ext cx="1166326" cy="1166326"/>
          </a:xfrm>
          <a:prstGeom prst="donut">
            <a:avLst>
              <a:gd name="adj" fmla="val 1087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row7" descr="{&quot;Key&quot;:&quot;POWER_USER_SHAPE_ICON&quot;,&quot;Value&quot;:&quot;POWER_USER_SHAPE_ICON_STYLE_1&quot;}">
            <a:extLst>
              <a:ext uri="{FF2B5EF4-FFF2-40B4-BE49-F238E27FC236}">
                <a16:creationId xmlns:a16="http://schemas.microsoft.com/office/drawing/2014/main" id="{533F8B52-1C45-B3ED-E902-FF3EE84AF9A5}"/>
              </a:ext>
            </a:extLst>
          </p:cNvPr>
          <p:cNvSpPr>
            <a:spLocks noChangeAspect="1"/>
          </p:cNvSpPr>
          <p:nvPr>
            <p:custDataLst>
              <p:tags r:id="rId4"/>
            </p:custDataLst>
          </p:nvPr>
        </p:nvSpPr>
        <p:spPr bwMode="auto">
          <a:xfrm rot="10800000">
            <a:off x="409643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2"/>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Circle: Hollow 12">
            <a:extLst>
              <a:ext uri="{FF2B5EF4-FFF2-40B4-BE49-F238E27FC236}">
                <a16:creationId xmlns:a16="http://schemas.microsoft.com/office/drawing/2014/main" id="{90DC1B9B-D771-AB6D-4E09-912E8F809878}"/>
              </a:ext>
            </a:extLst>
          </p:cNvPr>
          <p:cNvSpPr>
            <a:spLocks noChangeAspect="1"/>
          </p:cNvSpPr>
          <p:nvPr/>
        </p:nvSpPr>
        <p:spPr>
          <a:xfrm>
            <a:off x="3083309" y="2845837"/>
            <a:ext cx="1166326" cy="1166326"/>
          </a:xfrm>
          <a:prstGeom prst="donut">
            <a:avLst>
              <a:gd name="adj" fmla="val 1087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row7" descr="{&quot;Key&quot;:&quot;POWER_USER_SHAPE_ICON&quot;,&quot;Value&quot;:&quot;POWER_USER_SHAPE_ICON_STYLE_1&quot;}">
            <a:extLst>
              <a:ext uri="{FF2B5EF4-FFF2-40B4-BE49-F238E27FC236}">
                <a16:creationId xmlns:a16="http://schemas.microsoft.com/office/drawing/2014/main" id="{7305B7E7-C3A9-8F8F-BE10-C4B828F39A04}"/>
              </a:ext>
            </a:extLst>
          </p:cNvPr>
          <p:cNvSpPr>
            <a:spLocks noChangeAspect="1"/>
          </p:cNvSpPr>
          <p:nvPr>
            <p:custDataLst>
              <p:tags r:id="rId5"/>
            </p:custDataLst>
          </p:nvPr>
        </p:nvSpPr>
        <p:spPr bwMode="auto">
          <a:xfrm rot="10800000">
            <a:off x="214571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1"/>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Circle: Hollow 3">
            <a:extLst>
              <a:ext uri="{FF2B5EF4-FFF2-40B4-BE49-F238E27FC236}">
                <a16:creationId xmlns:a16="http://schemas.microsoft.com/office/drawing/2014/main" id="{08FC9C91-9FD0-2755-A413-3DC120008E11}"/>
              </a:ext>
            </a:extLst>
          </p:cNvPr>
          <p:cNvSpPr>
            <a:spLocks noChangeAspect="1"/>
          </p:cNvSpPr>
          <p:nvPr/>
        </p:nvSpPr>
        <p:spPr>
          <a:xfrm>
            <a:off x="1132589" y="2845837"/>
            <a:ext cx="1166326" cy="1166326"/>
          </a:xfrm>
          <a:prstGeom prst="donut">
            <a:avLst>
              <a:gd name="adj" fmla="val 1087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1" name="TextBox 20">
            <a:extLst>
              <a:ext uri="{FF2B5EF4-FFF2-40B4-BE49-F238E27FC236}">
                <a16:creationId xmlns:a16="http://schemas.microsoft.com/office/drawing/2014/main" id="{06FAC65D-EFD4-C951-47FD-30353CDEB610}"/>
              </a:ext>
            </a:extLst>
          </p:cNvPr>
          <p:cNvSpPr txBox="1"/>
          <p:nvPr/>
        </p:nvSpPr>
        <p:spPr>
          <a:xfrm>
            <a:off x="1366939" y="3244333"/>
            <a:ext cx="697627" cy="369332"/>
          </a:xfrm>
          <a:prstGeom prst="rect">
            <a:avLst/>
          </a:prstGeom>
          <a:noFill/>
        </p:spPr>
        <p:txBody>
          <a:bodyPr wrap="none" rtlCol="0">
            <a:spAutoFit/>
          </a:bodyPr>
          <a:lstStyle/>
          <a:p>
            <a:pPr algn="ctr"/>
            <a:r>
              <a:rPr lang="en-US" dirty="0">
                <a:solidFill>
                  <a:schemeClr val="accent1"/>
                </a:solidFill>
              </a:rPr>
              <a:t>2022</a:t>
            </a:r>
          </a:p>
        </p:txBody>
      </p:sp>
      <p:sp>
        <p:nvSpPr>
          <p:cNvPr id="22" name="TextBox 21">
            <a:extLst>
              <a:ext uri="{FF2B5EF4-FFF2-40B4-BE49-F238E27FC236}">
                <a16:creationId xmlns:a16="http://schemas.microsoft.com/office/drawing/2014/main" id="{DE4FC4D5-ADF8-B8B3-2C66-0AA9C3687044}"/>
              </a:ext>
            </a:extLst>
          </p:cNvPr>
          <p:cNvSpPr txBox="1"/>
          <p:nvPr/>
        </p:nvSpPr>
        <p:spPr>
          <a:xfrm>
            <a:off x="9169819" y="3244333"/>
            <a:ext cx="697627" cy="369332"/>
          </a:xfrm>
          <a:prstGeom prst="rect">
            <a:avLst/>
          </a:prstGeom>
          <a:noFill/>
        </p:spPr>
        <p:txBody>
          <a:bodyPr wrap="none" rtlCol="0">
            <a:spAutoFit/>
          </a:bodyPr>
          <a:lstStyle/>
          <a:p>
            <a:pPr algn="ctr"/>
            <a:r>
              <a:rPr lang="en-US" dirty="0">
                <a:solidFill>
                  <a:schemeClr val="accent5"/>
                </a:solidFill>
              </a:rPr>
              <a:t>2026</a:t>
            </a:r>
          </a:p>
        </p:txBody>
      </p:sp>
      <p:sp>
        <p:nvSpPr>
          <p:cNvPr id="23" name="TextBox 22">
            <a:extLst>
              <a:ext uri="{FF2B5EF4-FFF2-40B4-BE49-F238E27FC236}">
                <a16:creationId xmlns:a16="http://schemas.microsoft.com/office/drawing/2014/main" id="{6A29DA31-F9AD-5A0D-1FEC-56640F5FCD7C}"/>
              </a:ext>
            </a:extLst>
          </p:cNvPr>
          <p:cNvSpPr txBox="1"/>
          <p:nvPr/>
        </p:nvSpPr>
        <p:spPr>
          <a:xfrm>
            <a:off x="3317659" y="3244333"/>
            <a:ext cx="697627" cy="369332"/>
          </a:xfrm>
          <a:prstGeom prst="rect">
            <a:avLst/>
          </a:prstGeom>
          <a:noFill/>
        </p:spPr>
        <p:txBody>
          <a:bodyPr wrap="none" rtlCol="0">
            <a:spAutoFit/>
          </a:bodyPr>
          <a:lstStyle/>
          <a:p>
            <a:pPr algn="ctr"/>
            <a:r>
              <a:rPr lang="en-US" dirty="0">
                <a:solidFill>
                  <a:schemeClr val="accent2"/>
                </a:solidFill>
              </a:rPr>
              <a:t>2023</a:t>
            </a:r>
          </a:p>
        </p:txBody>
      </p:sp>
      <p:sp>
        <p:nvSpPr>
          <p:cNvPr id="24" name="TextBox 23">
            <a:extLst>
              <a:ext uri="{FF2B5EF4-FFF2-40B4-BE49-F238E27FC236}">
                <a16:creationId xmlns:a16="http://schemas.microsoft.com/office/drawing/2014/main" id="{90E75377-4A87-920B-CFD7-0EE3C43446ED}"/>
              </a:ext>
            </a:extLst>
          </p:cNvPr>
          <p:cNvSpPr txBox="1"/>
          <p:nvPr/>
        </p:nvSpPr>
        <p:spPr>
          <a:xfrm>
            <a:off x="5268379" y="3244333"/>
            <a:ext cx="697627" cy="369332"/>
          </a:xfrm>
          <a:prstGeom prst="rect">
            <a:avLst/>
          </a:prstGeom>
          <a:noFill/>
        </p:spPr>
        <p:txBody>
          <a:bodyPr wrap="none" rtlCol="0">
            <a:spAutoFit/>
          </a:bodyPr>
          <a:lstStyle/>
          <a:p>
            <a:pPr algn="ctr"/>
            <a:r>
              <a:rPr lang="en-US" dirty="0">
                <a:solidFill>
                  <a:schemeClr val="accent3"/>
                </a:solidFill>
              </a:rPr>
              <a:t>2024</a:t>
            </a:r>
          </a:p>
        </p:txBody>
      </p:sp>
      <p:sp>
        <p:nvSpPr>
          <p:cNvPr id="25" name="TextBox 24">
            <a:extLst>
              <a:ext uri="{FF2B5EF4-FFF2-40B4-BE49-F238E27FC236}">
                <a16:creationId xmlns:a16="http://schemas.microsoft.com/office/drawing/2014/main" id="{0B423925-29E0-0D0E-6929-A187169D438B}"/>
              </a:ext>
            </a:extLst>
          </p:cNvPr>
          <p:cNvSpPr txBox="1"/>
          <p:nvPr/>
        </p:nvSpPr>
        <p:spPr>
          <a:xfrm>
            <a:off x="7219099" y="3244333"/>
            <a:ext cx="697627" cy="369332"/>
          </a:xfrm>
          <a:prstGeom prst="rect">
            <a:avLst/>
          </a:prstGeom>
          <a:noFill/>
        </p:spPr>
        <p:txBody>
          <a:bodyPr wrap="none" rtlCol="0">
            <a:spAutoFit/>
          </a:bodyPr>
          <a:lstStyle/>
          <a:p>
            <a:pPr algn="ctr"/>
            <a:r>
              <a:rPr lang="en-US" dirty="0">
                <a:solidFill>
                  <a:schemeClr val="accent4"/>
                </a:solidFill>
              </a:rPr>
              <a:t>2025</a:t>
            </a:r>
          </a:p>
        </p:txBody>
      </p:sp>
      <p:sp>
        <p:nvSpPr>
          <p:cNvPr id="26" name="Rectangle 25">
            <a:extLst>
              <a:ext uri="{FF2B5EF4-FFF2-40B4-BE49-F238E27FC236}">
                <a16:creationId xmlns:a16="http://schemas.microsoft.com/office/drawing/2014/main" id="{8699E10D-6753-E311-513F-A346D088DA8A}"/>
              </a:ext>
            </a:extLst>
          </p:cNvPr>
          <p:cNvSpPr/>
          <p:nvPr/>
        </p:nvSpPr>
        <p:spPr bwMode="auto">
          <a:xfrm>
            <a:off x="74160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7" name="Rectangle 26">
            <a:extLst>
              <a:ext uri="{FF2B5EF4-FFF2-40B4-BE49-F238E27FC236}">
                <a16:creationId xmlns:a16="http://schemas.microsoft.com/office/drawing/2014/main" id="{90D4B1FB-A229-76D2-8652-D30E46F2F62D}"/>
              </a:ext>
            </a:extLst>
          </p:cNvPr>
          <p:cNvSpPr/>
          <p:nvPr/>
        </p:nvSpPr>
        <p:spPr bwMode="auto">
          <a:xfrm>
            <a:off x="269232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8" name="Rectangle 27">
            <a:extLst>
              <a:ext uri="{FF2B5EF4-FFF2-40B4-BE49-F238E27FC236}">
                <a16:creationId xmlns:a16="http://schemas.microsoft.com/office/drawing/2014/main" id="{ABA80E7B-8770-3571-7F37-12AF13B8048F}"/>
              </a:ext>
            </a:extLst>
          </p:cNvPr>
          <p:cNvSpPr/>
          <p:nvPr/>
        </p:nvSpPr>
        <p:spPr bwMode="auto">
          <a:xfrm>
            <a:off x="464304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9" name="Rectangle 28">
            <a:extLst>
              <a:ext uri="{FF2B5EF4-FFF2-40B4-BE49-F238E27FC236}">
                <a16:creationId xmlns:a16="http://schemas.microsoft.com/office/drawing/2014/main" id="{F4DB96E7-4253-1CBE-9EFF-6E4D52E09B0E}"/>
              </a:ext>
            </a:extLst>
          </p:cNvPr>
          <p:cNvSpPr/>
          <p:nvPr/>
        </p:nvSpPr>
        <p:spPr bwMode="auto">
          <a:xfrm>
            <a:off x="659376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0" name="Rectangle 29">
            <a:extLst>
              <a:ext uri="{FF2B5EF4-FFF2-40B4-BE49-F238E27FC236}">
                <a16:creationId xmlns:a16="http://schemas.microsoft.com/office/drawing/2014/main" id="{53076895-AF7D-46ED-CD5E-A147CF70D506}"/>
              </a:ext>
            </a:extLst>
          </p:cNvPr>
          <p:cNvSpPr/>
          <p:nvPr/>
        </p:nvSpPr>
        <p:spPr bwMode="auto">
          <a:xfrm>
            <a:off x="854448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Tree>
    <p:extLst>
      <p:ext uri="{BB962C8B-B14F-4D97-AF65-F5344CB8AC3E}">
        <p14:creationId xmlns:p14="http://schemas.microsoft.com/office/powerpoint/2010/main" val="215324304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Rounded Corners 12">
            <a:extLst>
              <a:ext uri="{FF2B5EF4-FFF2-40B4-BE49-F238E27FC236}">
                <a16:creationId xmlns:a16="http://schemas.microsoft.com/office/drawing/2014/main" id="{ABAC5442-A639-B2E5-87FB-C841F14C2373}"/>
              </a:ext>
            </a:extLst>
          </p:cNvPr>
          <p:cNvSpPr>
            <a:spLocks/>
          </p:cNvSpPr>
          <p:nvPr/>
        </p:nvSpPr>
        <p:spPr>
          <a:xfrm>
            <a:off x="4446564" y="3111462"/>
            <a:ext cx="3272727" cy="3272727"/>
          </a:xfrm>
          <a:prstGeom prst="roundRect">
            <a:avLst/>
          </a:prstGeom>
          <a:solidFill>
            <a:schemeClr val="accent5">
              <a:alpha val="50196"/>
            </a:schemeClr>
          </a:solidFill>
          <a:ln w="38100">
            <a:solidFill>
              <a:schemeClr val="accent5"/>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a:normAutofit/>
          </a:bodyPr>
          <a:lstStyle/>
          <a:p>
            <a:r>
              <a:rPr lang="en-US" dirty="0"/>
              <a:t>Stack 5</a:t>
            </a:r>
          </a:p>
        </p:txBody>
      </p:sp>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472709" y="2695724"/>
            <a:ext cx="3272727" cy="3272727"/>
          </a:xfrm>
          <a:prstGeom prst="roundRect">
            <a:avLst/>
          </a:prstGeom>
          <a:solidFill>
            <a:schemeClr val="accent4">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466172" y="2279986"/>
            <a:ext cx="3272727" cy="3272727"/>
          </a:xfrm>
          <a:prstGeom prst="roundRect">
            <a:avLst/>
          </a:prstGeom>
          <a:solidFill>
            <a:schemeClr val="accent3">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453100" y="1864248"/>
            <a:ext cx="3272727" cy="3272727"/>
          </a:xfrm>
          <a:prstGeom prst="roundRect">
            <a:avLst/>
          </a:prstGeom>
          <a:solidFill>
            <a:schemeClr val="accent2">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459636" y="1448510"/>
            <a:ext cx="3272727" cy="3272727"/>
          </a:xfrm>
          <a:prstGeom prst="roundRect">
            <a:avLst/>
          </a:prstGeom>
          <a:solidFill>
            <a:schemeClr val="accen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TextBox 98">
            <a:extLst>
              <a:ext uri="{FF2B5EF4-FFF2-40B4-BE49-F238E27FC236}">
                <a16:creationId xmlns:a16="http://schemas.microsoft.com/office/drawing/2014/main" id="{6BFED5C6-1507-C84E-83C6-D17ADBC9B733}"/>
              </a:ext>
            </a:extLst>
          </p:cNvPr>
          <p:cNvSpPr txBox="1"/>
          <p:nvPr/>
        </p:nvSpPr>
        <p:spPr>
          <a:xfrm>
            <a:off x="838200" y="1800620"/>
            <a:ext cx="3223558" cy="1600438"/>
          </a:xfrm>
          <a:prstGeom prst="rect">
            <a:avLst/>
          </a:prstGeom>
          <a:noFill/>
        </p:spPr>
        <p:txBody>
          <a:bodyPr wrap="square" rtlCol="0">
            <a:spAutoFit/>
          </a:bodyPr>
          <a:lstStyle/>
          <a:p>
            <a:r>
              <a:rPr lang="en-US" sz="2000" b="1" dirty="0">
                <a:solidFill>
                  <a:schemeClr val="accent1"/>
                </a:solidFill>
              </a:rPr>
              <a:t>	Lorem ipsum</a:t>
            </a:r>
            <a:endParaRPr lang="en-US" b="1" dirty="0">
              <a:solidFill>
                <a:schemeClr val="accent1"/>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0" name="TextBox 99">
            <a:extLst>
              <a:ext uri="{FF2B5EF4-FFF2-40B4-BE49-F238E27FC236}">
                <a16:creationId xmlns:a16="http://schemas.microsoft.com/office/drawing/2014/main" id="{F4F2B73E-E0AF-759E-8CFA-6EAC77478EAD}"/>
              </a:ext>
            </a:extLst>
          </p:cNvPr>
          <p:cNvSpPr txBox="1"/>
          <p:nvPr/>
        </p:nvSpPr>
        <p:spPr>
          <a:xfrm>
            <a:off x="838200" y="3552506"/>
            <a:ext cx="3223558" cy="1600438"/>
          </a:xfrm>
          <a:prstGeom prst="rect">
            <a:avLst/>
          </a:prstGeom>
          <a:noFill/>
        </p:spPr>
        <p:txBody>
          <a:bodyPr wrap="square" rtlCol="0">
            <a:spAutoFit/>
          </a:bodyPr>
          <a:lstStyle/>
          <a:p>
            <a:r>
              <a:rPr lang="en-US" sz="2000" b="1" dirty="0">
                <a:solidFill>
                  <a:schemeClr val="accent4"/>
                </a:solidFill>
              </a:rPr>
              <a:t>	Lorem ipsum</a:t>
            </a:r>
            <a:endParaRPr lang="en-US" sz="2000" dirty="0">
              <a:solidFill>
                <a:schemeClr val="accent4"/>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spAutoFit/>
          </a:bodyPr>
          <a:lstStyle/>
          <a:p>
            <a:r>
              <a:rPr lang="en-US" sz="2000" b="1" dirty="0">
                <a:solidFill>
                  <a:schemeClr val="accent2"/>
                </a:solidFill>
              </a:rPr>
              <a:t>	Lorem ipsum</a:t>
            </a:r>
            <a:endParaRPr lang="en-US" b="1" dirty="0">
              <a:solidFill>
                <a:schemeClr val="accent2"/>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2" name="TextBox 101">
            <a:extLst>
              <a:ext uri="{FF2B5EF4-FFF2-40B4-BE49-F238E27FC236}">
                <a16:creationId xmlns:a16="http://schemas.microsoft.com/office/drawing/2014/main" id="{52A4BA0E-F0D5-6CBC-B3BA-46499FC5F9F5}"/>
              </a:ext>
            </a:extLst>
          </p:cNvPr>
          <p:cNvSpPr txBox="1"/>
          <p:nvPr/>
        </p:nvSpPr>
        <p:spPr>
          <a:xfrm>
            <a:off x="8327401" y="4381317"/>
            <a:ext cx="3285776" cy="1600438"/>
          </a:xfrm>
          <a:prstGeom prst="rect">
            <a:avLst/>
          </a:prstGeom>
          <a:noFill/>
        </p:spPr>
        <p:txBody>
          <a:bodyPr wrap="square" rtlCol="0">
            <a:spAutoFit/>
          </a:bodyPr>
          <a:lstStyle/>
          <a:p>
            <a:r>
              <a:rPr lang="en-US" sz="2000" b="1" dirty="0">
                <a:solidFill>
                  <a:schemeClr val="accent3"/>
                </a:solidFill>
              </a:rPr>
              <a:t>	Lorem ipsum</a:t>
            </a:r>
            <a:endParaRPr lang="en-US" b="1" dirty="0">
              <a:solidFill>
                <a:schemeClr val="accent3"/>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4043778" y="2405269"/>
            <a:ext cx="826604" cy="0"/>
          </a:xfrm>
          <a:prstGeom prst="line">
            <a:avLst/>
          </a:prstGeom>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3A96B6A3-C817-CC2E-AF48-8EAE988056AA}"/>
              </a:ext>
            </a:extLst>
          </p:cNvPr>
          <p:cNvCxnSpPr>
            <a:cxnSpLocks/>
          </p:cNvCxnSpPr>
          <p:nvPr/>
        </p:nvCxnSpPr>
        <p:spPr>
          <a:xfrm flipH="1">
            <a:off x="8130849" y="3443910"/>
            <a:ext cx="602111" cy="0"/>
          </a:xfrm>
          <a:prstGeom prst="line">
            <a:avLst/>
          </a:prstGeom>
          <a:solidFill>
            <a:schemeClr val="accent2"/>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3686629" y="4518863"/>
            <a:ext cx="464457"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flipH="1">
            <a:off x="7296140" y="4589087"/>
            <a:ext cx="1031261" cy="0"/>
          </a:xfrm>
          <a:prstGeom prst="line">
            <a:avLst/>
          </a:prstGeom>
          <a:solidFill>
            <a:schemeClr val="accent3"/>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070173" y="3540436"/>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07017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627038" y="4386112"/>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8" name="TextBox 27">
            <a:extLst>
              <a:ext uri="{FF2B5EF4-FFF2-40B4-BE49-F238E27FC236}">
                <a16:creationId xmlns:a16="http://schemas.microsoft.com/office/drawing/2014/main" id="{B91C7665-A6C2-A2B3-5B1E-1FAF5AA6AC43}"/>
              </a:ext>
            </a:extLst>
          </p:cNvPr>
          <p:cNvSpPr txBox="1"/>
          <p:nvPr/>
        </p:nvSpPr>
        <p:spPr>
          <a:xfrm>
            <a:off x="817994" y="5047510"/>
            <a:ext cx="3223558" cy="1600438"/>
          </a:xfrm>
          <a:prstGeom prst="rect">
            <a:avLst/>
          </a:prstGeom>
          <a:noFill/>
        </p:spPr>
        <p:txBody>
          <a:bodyPr wrap="square" rtlCol="0">
            <a:spAutoFit/>
          </a:bodyPr>
          <a:lstStyle/>
          <a:p>
            <a:r>
              <a:rPr lang="en-US" sz="2000" b="1" dirty="0">
                <a:solidFill>
                  <a:schemeClr val="accent4"/>
                </a:solidFill>
              </a:rPr>
              <a:t>	</a:t>
            </a:r>
            <a:r>
              <a:rPr lang="en-US" sz="2000" b="1" dirty="0">
                <a:solidFill>
                  <a:schemeClr val="accent5"/>
                </a:solidFill>
              </a:rPr>
              <a:t>Lorem ipsum</a:t>
            </a:r>
            <a:endParaRPr lang="en-US" sz="2000" dirty="0">
              <a:solidFill>
                <a:schemeClr val="accent5"/>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cxnSp>
        <p:nvCxnSpPr>
          <p:cNvPr id="29" name="Straight Connector 28">
            <a:extLst>
              <a:ext uri="{FF2B5EF4-FFF2-40B4-BE49-F238E27FC236}">
                <a16:creationId xmlns:a16="http://schemas.microsoft.com/office/drawing/2014/main" id="{683E1DD5-E21C-B86B-5984-781CC33C85D8}"/>
              </a:ext>
            </a:extLst>
          </p:cNvPr>
          <p:cNvCxnSpPr>
            <a:cxnSpLocks/>
          </p:cNvCxnSpPr>
          <p:nvPr/>
        </p:nvCxnSpPr>
        <p:spPr>
          <a:xfrm>
            <a:off x="3427541" y="5376927"/>
            <a:ext cx="1384548"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31" name="Battery11" descr="{&quot;Key&quot;:&quot;POWER_USER_SHAPE_ICON&quot;,&quot;Value&quot;:&quot;POWER_USER_SHAPE_ICON_STYLE_1&quot;}">
            <a:extLst>
              <a:ext uri="{FF2B5EF4-FFF2-40B4-BE49-F238E27FC236}">
                <a16:creationId xmlns:a16="http://schemas.microsoft.com/office/drawing/2014/main" id="{E34CF6C7-AB14-3645-93CB-58765A6474EB}"/>
              </a:ext>
            </a:extLst>
          </p:cNvPr>
          <p:cNvGrpSpPr>
            <a:grpSpLocks noChangeAspect="1"/>
          </p:cNvGrpSpPr>
          <p:nvPr/>
        </p:nvGrpSpPr>
        <p:grpSpPr>
          <a:xfrm>
            <a:off x="1158004" y="5046248"/>
            <a:ext cx="413796" cy="430129"/>
            <a:chOff x="9964988" y="4057176"/>
            <a:chExt cx="1736105" cy="1804631"/>
          </a:xfrm>
          <a:solidFill>
            <a:schemeClr val="accent5"/>
          </a:solidFill>
        </p:grpSpPr>
        <p:sp>
          <p:nvSpPr>
            <p:cNvPr id="32" name="Freeform 3228">
              <a:extLst>
                <a:ext uri="{FF2B5EF4-FFF2-40B4-BE49-F238E27FC236}">
                  <a16:creationId xmlns:a16="http://schemas.microsoft.com/office/drawing/2014/main" id="{D48BC62C-F05C-96AF-75ED-114101F98688}"/>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3229">
              <a:extLst>
                <a:ext uri="{FF2B5EF4-FFF2-40B4-BE49-F238E27FC236}">
                  <a16:creationId xmlns:a16="http://schemas.microsoft.com/office/drawing/2014/main" id="{DBD53A74-5A37-2BC2-45FF-86600D285E84}"/>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3230">
              <a:extLst>
                <a:ext uri="{FF2B5EF4-FFF2-40B4-BE49-F238E27FC236}">
                  <a16:creationId xmlns:a16="http://schemas.microsoft.com/office/drawing/2014/main" id="{61ACED91-A6F4-F04E-D40D-F2EB9CD78B47}"/>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3231">
              <a:extLst>
                <a:ext uri="{FF2B5EF4-FFF2-40B4-BE49-F238E27FC236}">
                  <a16:creationId xmlns:a16="http://schemas.microsoft.com/office/drawing/2014/main" id="{E8C4477A-EF97-D6DB-32E3-D543B8C4B365}"/>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Freeform 3232">
              <a:extLst>
                <a:ext uri="{FF2B5EF4-FFF2-40B4-BE49-F238E27FC236}">
                  <a16:creationId xmlns:a16="http://schemas.microsoft.com/office/drawing/2014/main" id="{DAA7D0A5-DC61-700A-3C64-FA800270AAAD}"/>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Freeform 3233">
              <a:extLst>
                <a:ext uri="{FF2B5EF4-FFF2-40B4-BE49-F238E27FC236}">
                  <a16:creationId xmlns:a16="http://schemas.microsoft.com/office/drawing/2014/main" id="{CB3B887D-A5AE-4E1E-7CBE-E06CB880FF63}"/>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Freeform 3234">
              <a:extLst>
                <a:ext uri="{FF2B5EF4-FFF2-40B4-BE49-F238E27FC236}">
                  <a16:creationId xmlns:a16="http://schemas.microsoft.com/office/drawing/2014/main" id="{91653EB4-4E88-6D63-BC68-5347AE73F705}"/>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Freeform 3235">
              <a:extLst>
                <a:ext uri="{FF2B5EF4-FFF2-40B4-BE49-F238E27FC236}">
                  <a16:creationId xmlns:a16="http://schemas.microsoft.com/office/drawing/2014/main" id="{5BD92AFB-2AA4-88C1-0993-8F983153591B}"/>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Freeform 3241">
              <a:extLst>
                <a:ext uri="{FF2B5EF4-FFF2-40B4-BE49-F238E27FC236}">
                  <a16:creationId xmlns:a16="http://schemas.microsoft.com/office/drawing/2014/main" id="{E0C41E52-D495-D7AA-0FF3-8792183FA3B2}"/>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Freeform 3242">
              <a:extLst>
                <a:ext uri="{FF2B5EF4-FFF2-40B4-BE49-F238E27FC236}">
                  <a16:creationId xmlns:a16="http://schemas.microsoft.com/office/drawing/2014/main" id="{65C062AA-4FB5-374D-4520-3DBB8315E57C}"/>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3243">
              <a:extLst>
                <a:ext uri="{FF2B5EF4-FFF2-40B4-BE49-F238E27FC236}">
                  <a16:creationId xmlns:a16="http://schemas.microsoft.com/office/drawing/2014/main" id="{E0B0C20C-4F30-ED5A-8427-D1E197F0406A}"/>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3244">
              <a:extLst>
                <a:ext uri="{FF2B5EF4-FFF2-40B4-BE49-F238E27FC236}">
                  <a16:creationId xmlns:a16="http://schemas.microsoft.com/office/drawing/2014/main" id="{5ED28795-E830-AECE-6735-A3EE12C72E0F}"/>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671047F1-486A-79C1-ABCB-8A222A50932D}"/>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3F07FE94-E8BF-9700-A00F-3A287F2F71DA}"/>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3230">
              <a:extLst>
                <a:ext uri="{FF2B5EF4-FFF2-40B4-BE49-F238E27FC236}">
                  <a16:creationId xmlns:a16="http://schemas.microsoft.com/office/drawing/2014/main" id="{36058F87-53CA-66DE-B969-4E8E8293000A}"/>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3230">
              <a:extLst>
                <a:ext uri="{FF2B5EF4-FFF2-40B4-BE49-F238E27FC236}">
                  <a16:creationId xmlns:a16="http://schemas.microsoft.com/office/drawing/2014/main" id="{EBF821F2-E4B8-4FE3-2990-F7C2AB986D92}"/>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3230">
              <a:extLst>
                <a:ext uri="{FF2B5EF4-FFF2-40B4-BE49-F238E27FC236}">
                  <a16:creationId xmlns:a16="http://schemas.microsoft.com/office/drawing/2014/main" id="{5BB05DF1-8111-045B-CF45-5C2CFBB6F702}"/>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407590491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E4B635-5B5E-11F9-BD8C-3D08BF5683D7}"/>
              </a:ext>
            </a:extLst>
          </p:cNvPr>
          <p:cNvSpPr>
            <a:spLocks noGrp="1"/>
          </p:cNvSpPr>
          <p:nvPr>
            <p:ph type="title"/>
          </p:nvPr>
        </p:nvSpPr>
        <p:spPr>
          <a:xfrm>
            <a:off x="214184" y="13663"/>
            <a:ext cx="9728886" cy="678316"/>
          </a:xfrm>
        </p:spPr>
        <p:txBody>
          <a:bodyPr>
            <a:normAutofit/>
          </a:bodyPr>
          <a:lstStyle/>
          <a:p>
            <a:r>
              <a:rPr lang="en-US" dirty="0"/>
              <a:t>Rising 4</a:t>
            </a:r>
          </a:p>
        </p:txBody>
      </p:sp>
      <p:sp>
        <p:nvSpPr>
          <p:cNvPr id="4" name="Flèche : haut 24">
            <a:extLst>
              <a:ext uri="{FF2B5EF4-FFF2-40B4-BE49-F238E27FC236}">
                <a16:creationId xmlns:a16="http://schemas.microsoft.com/office/drawing/2014/main" id="{9BDE869B-3905-FF11-8C12-CDC547D7C817}"/>
              </a:ext>
            </a:extLst>
          </p:cNvPr>
          <p:cNvSpPr/>
          <p:nvPr/>
        </p:nvSpPr>
        <p:spPr>
          <a:xfrm>
            <a:off x="8944113" y="1205806"/>
            <a:ext cx="1568118" cy="4898825"/>
          </a:xfrm>
          <a:prstGeom prst="upArrow">
            <a:avLst/>
          </a:prstGeom>
          <a:gradFill flip="none" rotWithShape="1">
            <a:gsLst>
              <a:gs pos="0">
                <a:schemeClr val="accent5"/>
              </a:gs>
              <a:gs pos="100000">
                <a:schemeClr val="accent5">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lèche : haut 10">
            <a:extLst>
              <a:ext uri="{FF2B5EF4-FFF2-40B4-BE49-F238E27FC236}">
                <a16:creationId xmlns:a16="http://schemas.microsoft.com/office/drawing/2014/main" id="{98604865-620E-704D-B16C-8E142A2DBF78}"/>
              </a:ext>
            </a:extLst>
          </p:cNvPr>
          <p:cNvSpPr/>
          <p:nvPr/>
        </p:nvSpPr>
        <p:spPr>
          <a:xfrm>
            <a:off x="8481482" y="2160733"/>
            <a:ext cx="1568118" cy="3976838"/>
          </a:xfrm>
          <a:prstGeom prst="upArrow">
            <a:avLst/>
          </a:prstGeom>
          <a:gradFill flip="none" rotWithShape="1">
            <a:gsLst>
              <a:gs pos="1000">
                <a:schemeClr val="accent4"/>
              </a:gs>
              <a:gs pos="100000">
                <a:schemeClr val="accent4">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lèche : haut 11">
            <a:extLst>
              <a:ext uri="{FF2B5EF4-FFF2-40B4-BE49-F238E27FC236}">
                <a16:creationId xmlns:a16="http://schemas.microsoft.com/office/drawing/2014/main" id="{6223DDE7-5238-820E-8E35-04820D5F8F79}"/>
              </a:ext>
            </a:extLst>
          </p:cNvPr>
          <p:cNvSpPr/>
          <p:nvPr/>
        </p:nvSpPr>
        <p:spPr>
          <a:xfrm>
            <a:off x="8018853" y="3133734"/>
            <a:ext cx="1568118" cy="3054850"/>
          </a:xfrm>
          <a:prstGeom prst="upArrow">
            <a:avLst/>
          </a:prstGeom>
          <a:gradFill flip="none" rotWithShape="1">
            <a:gsLst>
              <a:gs pos="0">
                <a:schemeClr val="accent3"/>
              </a:gs>
              <a:gs pos="100000">
                <a:schemeClr val="accent3">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lèche : haut 12">
            <a:extLst>
              <a:ext uri="{FF2B5EF4-FFF2-40B4-BE49-F238E27FC236}">
                <a16:creationId xmlns:a16="http://schemas.microsoft.com/office/drawing/2014/main" id="{431337E9-2723-DE01-FE4A-6B7A4CC4A397}"/>
              </a:ext>
            </a:extLst>
          </p:cNvPr>
          <p:cNvSpPr/>
          <p:nvPr/>
        </p:nvSpPr>
        <p:spPr>
          <a:xfrm>
            <a:off x="7556224" y="4103342"/>
            <a:ext cx="1568118" cy="2132863"/>
          </a:xfrm>
          <a:prstGeom prst="upArrow">
            <a:avLst/>
          </a:prstGeom>
          <a:gradFill flip="none" rotWithShape="1">
            <a:gsLst>
              <a:gs pos="0">
                <a:schemeClr val="accent2"/>
              </a:gs>
              <a:gs pos="100000">
                <a:schemeClr val="accent2">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Flèche : haut 13">
            <a:extLst>
              <a:ext uri="{FF2B5EF4-FFF2-40B4-BE49-F238E27FC236}">
                <a16:creationId xmlns:a16="http://schemas.microsoft.com/office/drawing/2014/main" id="{B7308A38-F181-3EF8-28CD-4914E5E45BAD}"/>
              </a:ext>
            </a:extLst>
          </p:cNvPr>
          <p:cNvSpPr/>
          <p:nvPr/>
        </p:nvSpPr>
        <p:spPr>
          <a:xfrm>
            <a:off x="7093595" y="5084283"/>
            <a:ext cx="1568118" cy="1211937"/>
          </a:xfrm>
          <a:prstGeom prst="upArrow">
            <a:avLst/>
          </a:prstGeom>
          <a:gradFill flip="none" rotWithShape="1">
            <a:gsLst>
              <a:gs pos="0">
                <a:schemeClr val="accent1"/>
              </a:gs>
              <a:gs pos="100000">
                <a:schemeClr val="accent1">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0" name="Connecteur droit 25">
            <a:extLst>
              <a:ext uri="{FF2B5EF4-FFF2-40B4-BE49-F238E27FC236}">
                <a16:creationId xmlns:a16="http://schemas.microsoft.com/office/drawing/2014/main" id="{8326DF40-6DA7-BE9F-8ABE-D02E341B0EEA}"/>
              </a:ext>
            </a:extLst>
          </p:cNvPr>
          <p:cNvCxnSpPr>
            <a:cxnSpLocks/>
          </p:cNvCxnSpPr>
          <p:nvPr/>
        </p:nvCxnSpPr>
        <p:spPr>
          <a:xfrm rot="16200000" flipV="1">
            <a:off x="6766856" y="4919242"/>
            <a:ext cx="0" cy="972558"/>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1" name="Connecteur droit 26">
            <a:extLst>
              <a:ext uri="{FF2B5EF4-FFF2-40B4-BE49-F238E27FC236}">
                <a16:creationId xmlns:a16="http://schemas.microsoft.com/office/drawing/2014/main" id="{A2676A7E-2D5D-23BF-BBA8-DC160235BD62}"/>
              </a:ext>
            </a:extLst>
          </p:cNvPr>
          <p:cNvCxnSpPr>
            <a:cxnSpLocks/>
          </p:cNvCxnSpPr>
          <p:nvPr/>
        </p:nvCxnSpPr>
        <p:spPr>
          <a:xfrm rot="16200000" flipV="1">
            <a:off x="7193051" y="4114063"/>
            <a:ext cx="0" cy="972558"/>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12" name="Connecteur droit 27">
            <a:extLst>
              <a:ext uri="{FF2B5EF4-FFF2-40B4-BE49-F238E27FC236}">
                <a16:creationId xmlns:a16="http://schemas.microsoft.com/office/drawing/2014/main" id="{09E2AA3F-DE91-B213-A0D9-8656F02D3523}"/>
              </a:ext>
            </a:extLst>
          </p:cNvPr>
          <p:cNvCxnSpPr>
            <a:cxnSpLocks/>
          </p:cNvCxnSpPr>
          <p:nvPr/>
        </p:nvCxnSpPr>
        <p:spPr>
          <a:xfrm rot="16200000" flipV="1">
            <a:off x="7679330" y="3203268"/>
            <a:ext cx="0" cy="972558"/>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28">
            <a:extLst>
              <a:ext uri="{FF2B5EF4-FFF2-40B4-BE49-F238E27FC236}">
                <a16:creationId xmlns:a16="http://schemas.microsoft.com/office/drawing/2014/main" id="{8CB2708C-0E93-D62D-148B-B96A75ED094F}"/>
              </a:ext>
            </a:extLst>
          </p:cNvPr>
          <p:cNvCxnSpPr>
            <a:cxnSpLocks/>
          </p:cNvCxnSpPr>
          <p:nvPr/>
        </p:nvCxnSpPr>
        <p:spPr>
          <a:xfrm rot="16200000" flipV="1">
            <a:off x="8120455" y="2317775"/>
            <a:ext cx="0" cy="972558"/>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29">
            <a:extLst>
              <a:ext uri="{FF2B5EF4-FFF2-40B4-BE49-F238E27FC236}">
                <a16:creationId xmlns:a16="http://schemas.microsoft.com/office/drawing/2014/main" id="{900B83EF-F02A-53A1-61C4-781DCD3CDA92}"/>
              </a:ext>
            </a:extLst>
          </p:cNvPr>
          <p:cNvCxnSpPr>
            <a:cxnSpLocks/>
          </p:cNvCxnSpPr>
          <p:nvPr/>
        </p:nvCxnSpPr>
        <p:spPr>
          <a:xfrm rot="16200000" flipV="1">
            <a:off x="8637081" y="1447127"/>
            <a:ext cx="0" cy="972558"/>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5" name="ZoneTexte 30">
            <a:extLst>
              <a:ext uri="{FF2B5EF4-FFF2-40B4-BE49-F238E27FC236}">
                <a16:creationId xmlns:a16="http://schemas.microsoft.com/office/drawing/2014/main" id="{F4249260-AD67-F7AE-3556-B323FD8C8694}"/>
              </a:ext>
            </a:extLst>
          </p:cNvPr>
          <p:cNvSpPr txBox="1"/>
          <p:nvPr/>
        </p:nvSpPr>
        <p:spPr>
          <a:xfrm flipH="1">
            <a:off x="5806052" y="5126280"/>
            <a:ext cx="384249" cy="646331"/>
          </a:xfrm>
          <a:prstGeom prst="rect">
            <a:avLst/>
          </a:prstGeom>
          <a:noFill/>
          <a:effectLst/>
        </p:spPr>
        <p:txBody>
          <a:bodyPr wrap="square" rtlCol="0">
            <a:spAutoFit/>
          </a:bodyPr>
          <a:lstStyle/>
          <a:p>
            <a:r>
              <a:rPr lang="en-US" sz="3600" b="1" dirty="0">
                <a:solidFill>
                  <a:schemeClr val="accent1"/>
                </a:solidFill>
              </a:rPr>
              <a:t>1</a:t>
            </a:r>
          </a:p>
        </p:txBody>
      </p:sp>
      <p:sp>
        <p:nvSpPr>
          <p:cNvPr id="16" name="ZoneTexte 31">
            <a:extLst>
              <a:ext uri="{FF2B5EF4-FFF2-40B4-BE49-F238E27FC236}">
                <a16:creationId xmlns:a16="http://schemas.microsoft.com/office/drawing/2014/main" id="{74033A68-3572-56FB-FA55-B8DA3DBBD22B}"/>
              </a:ext>
            </a:extLst>
          </p:cNvPr>
          <p:cNvSpPr txBox="1"/>
          <p:nvPr/>
        </p:nvSpPr>
        <p:spPr>
          <a:xfrm flipH="1">
            <a:off x="6236890" y="4324458"/>
            <a:ext cx="384249" cy="646331"/>
          </a:xfrm>
          <a:prstGeom prst="rect">
            <a:avLst/>
          </a:prstGeom>
          <a:noFill/>
          <a:effectLst/>
        </p:spPr>
        <p:txBody>
          <a:bodyPr wrap="square" rtlCol="0">
            <a:spAutoFit/>
          </a:bodyPr>
          <a:lstStyle/>
          <a:p>
            <a:r>
              <a:rPr lang="en-US" sz="3600" b="1" dirty="0">
                <a:solidFill>
                  <a:schemeClr val="accent2"/>
                </a:solidFill>
              </a:rPr>
              <a:t>2</a:t>
            </a:r>
          </a:p>
        </p:txBody>
      </p:sp>
      <p:sp>
        <p:nvSpPr>
          <p:cNvPr id="17" name="ZoneTexte 32">
            <a:extLst>
              <a:ext uri="{FF2B5EF4-FFF2-40B4-BE49-F238E27FC236}">
                <a16:creationId xmlns:a16="http://schemas.microsoft.com/office/drawing/2014/main" id="{D57C69DF-9F86-10F2-B221-2DBE62133764}"/>
              </a:ext>
            </a:extLst>
          </p:cNvPr>
          <p:cNvSpPr txBox="1"/>
          <p:nvPr/>
        </p:nvSpPr>
        <p:spPr>
          <a:xfrm flipH="1">
            <a:off x="6766856" y="3412595"/>
            <a:ext cx="384249" cy="646331"/>
          </a:xfrm>
          <a:prstGeom prst="rect">
            <a:avLst/>
          </a:prstGeom>
          <a:noFill/>
          <a:effectLst/>
        </p:spPr>
        <p:txBody>
          <a:bodyPr wrap="square" rtlCol="0">
            <a:spAutoFit/>
          </a:bodyPr>
          <a:lstStyle/>
          <a:p>
            <a:r>
              <a:rPr lang="en-US" sz="3600" b="1" dirty="0">
                <a:solidFill>
                  <a:schemeClr val="accent3"/>
                </a:solidFill>
              </a:rPr>
              <a:t>3</a:t>
            </a:r>
          </a:p>
        </p:txBody>
      </p:sp>
      <p:sp>
        <p:nvSpPr>
          <p:cNvPr id="18" name="ZoneTexte 33">
            <a:extLst>
              <a:ext uri="{FF2B5EF4-FFF2-40B4-BE49-F238E27FC236}">
                <a16:creationId xmlns:a16="http://schemas.microsoft.com/office/drawing/2014/main" id="{BD2A1786-1FA9-8106-8DE8-A5613AC9F8A5}"/>
              </a:ext>
            </a:extLst>
          </p:cNvPr>
          <p:cNvSpPr txBox="1"/>
          <p:nvPr/>
        </p:nvSpPr>
        <p:spPr>
          <a:xfrm flipH="1">
            <a:off x="7151105" y="2530085"/>
            <a:ext cx="384249" cy="646331"/>
          </a:xfrm>
          <a:prstGeom prst="rect">
            <a:avLst/>
          </a:prstGeom>
          <a:noFill/>
          <a:effectLst/>
        </p:spPr>
        <p:txBody>
          <a:bodyPr wrap="square" rtlCol="0">
            <a:spAutoFit/>
          </a:bodyPr>
          <a:lstStyle/>
          <a:p>
            <a:r>
              <a:rPr lang="en-US" sz="3600" b="1" dirty="0">
                <a:solidFill>
                  <a:schemeClr val="accent4"/>
                </a:solidFill>
              </a:rPr>
              <a:t>4</a:t>
            </a:r>
          </a:p>
        </p:txBody>
      </p:sp>
      <p:sp>
        <p:nvSpPr>
          <p:cNvPr id="19" name="ZoneTexte 34">
            <a:extLst>
              <a:ext uri="{FF2B5EF4-FFF2-40B4-BE49-F238E27FC236}">
                <a16:creationId xmlns:a16="http://schemas.microsoft.com/office/drawing/2014/main" id="{B205483D-84C4-C903-B4CB-28F68A728F48}"/>
              </a:ext>
            </a:extLst>
          </p:cNvPr>
          <p:cNvSpPr txBox="1"/>
          <p:nvPr/>
        </p:nvSpPr>
        <p:spPr>
          <a:xfrm flipH="1">
            <a:off x="7679330" y="1657522"/>
            <a:ext cx="384249" cy="646331"/>
          </a:xfrm>
          <a:prstGeom prst="rect">
            <a:avLst/>
          </a:prstGeom>
          <a:noFill/>
          <a:effectLst/>
        </p:spPr>
        <p:txBody>
          <a:bodyPr wrap="square" rtlCol="0">
            <a:spAutoFit/>
          </a:bodyPr>
          <a:lstStyle/>
          <a:p>
            <a:r>
              <a:rPr lang="en-US" sz="3600" b="1" dirty="0">
                <a:solidFill>
                  <a:schemeClr val="accent5"/>
                </a:solidFill>
              </a:rPr>
              <a:t>5</a:t>
            </a:r>
          </a:p>
        </p:txBody>
      </p:sp>
      <p:sp>
        <p:nvSpPr>
          <p:cNvPr id="20" name="TextBox 37">
            <a:extLst>
              <a:ext uri="{FF2B5EF4-FFF2-40B4-BE49-F238E27FC236}">
                <a16:creationId xmlns:a16="http://schemas.microsoft.com/office/drawing/2014/main" id="{352E9D64-2567-0592-6DA9-E2667CEF4CFD}"/>
              </a:ext>
            </a:extLst>
          </p:cNvPr>
          <p:cNvSpPr txBox="1"/>
          <p:nvPr/>
        </p:nvSpPr>
        <p:spPr>
          <a:xfrm>
            <a:off x="1023575" y="5071416"/>
            <a:ext cx="4744733" cy="830997"/>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58C7CA44-6F0A-200E-0708-437ED5BE930B}"/>
              </a:ext>
            </a:extLst>
          </p:cNvPr>
          <p:cNvSpPr txBox="1"/>
          <p:nvPr/>
        </p:nvSpPr>
        <p:spPr>
          <a:xfrm>
            <a:off x="1411955" y="4196978"/>
            <a:ext cx="4744733" cy="830997"/>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TextBox 21">
            <a:extLst>
              <a:ext uri="{FF2B5EF4-FFF2-40B4-BE49-F238E27FC236}">
                <a16:creationId xmlns:a16="http://schemas.microsoft.com/office/drawing/2014/main" id="{F4C8F868-7529-5823-0D4D-BEAD586B1E32}"/>
              </a:ext>
            </a:extLst>
          </p:cNvPr>
          <p:cNvSpPr txBox="1"/>
          <p:nvPr/>
        </p:nvSpPr>
        <p:spPr>
          <a:xfrm>
            <a:off x="2014444" y="3322540"/>
            <a:ext cx="4744733" cy="830997"/>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3" name="TextBox 37">
            <a:extLst>
              <a:ext uri="{FF2B5EF4-FFF2-40B4-BE49-F238E27FC236}">
                <a16:creationId xmlns:a16="http://schemas.microsoft.com/office/drawing/2014/main" id="{2214AC80-2847-54AC-E192-DBAE4CA9524A}"/>
              </a:ext>
            </a:extLst>
          </p:cNvPr>
          <p:cNvSpPr txBox="1"/>
          <p:nvPr/>
        </p:nvSpPr>
        <p:spPr>
          <a:xfrm>
            <a:off x="2412128" y="2448102"/>
            <a:ext cx="4744733" cy="830997"/>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TextBox 37">
            <a:extLst>
              <a:ext uri="{FF2B5EF4-FFF2-40B4-BE49-F238E27FC236}">
                <a16:creationId xmlns:a16="http://schemas.microsoft.com/office/drawing/2014/main" id="{8EFBEE34-0D84-5F69-B011-BF45EBA40ACA}"/>
              </a:ext>
            </a:extLst>
          </p:cNvPr>
          <p:cNvSpPr txBox="1"/>
          <p:nvPr/>
        </p:nvSpPr>
        <p:spPr>
          <a:xfrm>
            <a:off x="2955731" y="1573664"/>
            <a:ext cx="4744733" cy="830997"/>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87473485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91F0CD-CCC6-9408-2BF9-0D771EA0B940}"/>
              </a:ext>
            </a:extLst>
          </p:cNvPr>
          <p:cNvSpPr>
            <a:spLocks noGrp="1"/>
          </p:cNvSpPr>
          <p:nvPr>
            <p:ph type="title"/>
          </p:nvPr>
        </p:nvSpPr>
        <p:spPr>
          <a:xfrm>
            <a:off x="214184" y="13663"/>
            <a:ext cx="9728886" cy="678316"/>
          </a:xfrm>
        </p:spPr>
        <p:txBody>
          <a:bodyPr>
            <a:normAutofit/>
          </a:bodyPr>
          <a:lstStyle/>
          <a:p>
            <a:r>
              <a:rPr lang="en-US" dirty="0"/>
              <a:t>Puzzle pieces 12</a:t>
            </a:r>
          </a:p>
        </p:txBody>
      </p:sp>
      <p:sp>
        <p:nvSpPr>
          <p:cNvPr id="4" name="Graphic 2">
            <a:extLst>
              <a:ext uri="{FF2B5EF4-FFF2-40B4-BE49-F238E27FC236}">
                <a16:creationId xmlns:a16="http://schemas.microsoft.com/office/drawing/2014/main" id="{9CAB344B-B12C-42F7-DFC5-2860A50FCF27}"/>
              </a:ext>
            </a:extLst>
          </p:cNvPr>
          <p:cNvSpPr/>
          <p:nvPr/>
        </p:nvSpPr>
        <p:spPr>
          <a:xfrm rot="1800000">
            <a:off x="5113599" y="4046626"/>
            <a:ext cx="1928987" cy="1652560"/>
          </a:xfrm>
          <a:custGeom>
            <a:avLst/>
            <a:gdLst>
              <a:gd name="connsiteX0" fmla="*/ 2342028 w 2342027"/>
              <a:gd name="connsiteY0" fmla="*/ 0 h 2006410"/>
              <a:gd name="connsiteX1" fmla="*/ 2254622 w 2342027"/>
              <a:gd name="connsiteY1" fmla="*/ 587477 h 2006410"/>
              <a:gd name="connsiteX2" fmla="*/ 769148 w 2342027"/>
              <a:gd name="connsiteY2" fmla="*/ 1959424 h 2006410"/>
              <a:gd name="connsiteX3" fmla="*/ 341746 w 2342027"/>
              <a:gd name="connsiteY3" fmla="*/ 2006410 h 2006410"/>
              <a:gd name="connsiteX4" fmla="*/ 341746 w 2342027"/>
              <a:gd name="connsiteY4" fmla="*/ 1327587 h 2006410"/>
              <a:gd name="connsiteX5" fmla="*/ 335618 w 2342027"/>
              <a:gd name="connsiteY5" fmla="*/ 1327733 h 2006410"/>
              <a:gd name="connsiteX6" fmla="*/ 328322 w 2342027"/>
              <a:gd name="connsiteY6" fmla="*/ 1327879 h 2006410"/>
              <a:gd name="connsiteX7" fmla="*/ 0 w 2342027"/>
              <a:gd name="connsiteY7" fmla="*/ 999557 h 2006410"/>
              <a:gd name="connsiteX8" fmla="*/ 328322 w 2342027"/>
              <a:gd name="connsiteY8" fmla="*/ 671235 h 2006410"/>
              <a:gd name="connsiteX9" fmla="*/ 335618 w 2342027"/>
              <a:gd name="connsiteY9" fmla="*/ 671381 h 2006410"/>
              <a:gd name="connsiteX10" fmla="*/ 341746 w 2342027"/>
              <a:gd name="connsiteY10" fmla="*/ 671527 h 2006410"/>
              <a:gd name="connsiteX11" fmla="*/ 341746 w 2342027"/>
              <a:gd name="connsiteY11" fmla="*/ 0 h 2006410"/>
              <a:gd name="connsiteX12" fmla="*/ 1006999 w 2342027"/>
              <a:gd name="connsiteY12" fmla="*/ 0 h 2006410"/>
              <a:gd name="connsiteX13" fmla="*/ 1335175 w 2342027"/>
              <a:gd name="connsiteY13" fmla="*/ 321026 h 2006410"/>
              <a:gd name="connsiteX14" fmla="*/ 1663351 w 2342027"/>
              <a:gd name="connsiteY14" fmla="*/ 0 h 2006410"/>
              <a:gd name="connsiteX15" fmla="*/ 2342028 w 2342027"/>
              <a:gd name="connsiteY15" fmla="*/ 0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42027" h="2006410">
                <a:moveTo>
                  <a:pt x="2342028" y="0"/>
                </a:moveTo>
                <a:cubicBezTo>
                  <a:pt x="2342028" y="204435"/>
                  <a:pt x="2311531" y="401720"/>
                  <a:pt x="2254622" y="587477"/>
                </a:cubicBezTo>
                <a:cubicBezTo>
                  <a:pt x="2044933" y="1273596"/>
                  <a:pt x="1477156" y="1803435"/>
                  <a:pt x="769148" y="1959424"/>
                </a:cubicBezTo>
                <a:cubicBezTo>
                  <a:pt x="631399" y="1989775"/>
                  <a:pt x="488397" y="2005973"/>
                  <a:pt x="341746" y="2006410"/>
                </a:cubicBezTo>
                <a:lnTo>
                  <a:pt x="341746" y="1327587"/>
                </a:lnTo>
                <a:cubicBezTo>
                  <a:pt x="339703" y="1327733"/>
                  <a:pt x="337661" y="1327733"/>
                  <a:pt x="335618" y="1327733"/>
                </a:cubicBezTo>
                <a:cubicBezTo>
                  <a:pt x="333137" y="1327879"/>
                  <a:pt x="330802" y="1327879"/>
                  <a:pt x="328322" y="1327879"/>
                </a:cubicBezTo>
                <a:cubicBezTo>
                  <a:pt x="146942" y="1327879"/>
                  <a:pt x="0" y="1180937"/>
                  <a:pt x="0" y="999557"/>
                </a:cubicBezTo>
                <a:cubicBezTo>
                  <a:pt x="0" y="818178"/>
                  <a:pt x="146942" y="671235"/>
                  <a:pt x="328322" y="671235"/>
                </a:cubicBezTo>
                <a:cubicBezTo>
                  <a:pt x="330802" y="671235"/>
                  <a:pt x="333137" y="671235"/>
                  <a:pt x="335618" y="671381"/>
                </a:cubicBezTo>
                <a:cubicBezTo>
                  <a:pt x="337661" y="671381"/>
                  <a:pt x="339703" y="671381"/>
                  <a:pt x="341746" y="671527"/>
                </a:cubicBezTo>
                <a:lnTo>
                  <a:pt x="341746" y="0"/>
                </a:lnTo>
                <a:lnTo>
                  <a:pt x="1006999" y="0"/>
                </a:lnTo>
                <a:cubicBezTo>
                  <a:pt x="1010793" y="178023"/>
                  <a:pt x="1156276" y="321026"/>
                  <a:pt x="1335175" y="321026"/>
                </a:cubicBezTo>
                <a:cubicBezTo>
                  <a:pt x="1514074" y="321026"/>
                  <a:pt x="1659557" y="178023"/>
                  <a:pt x="1663351" y="0"/>
                </a:cubicBezTo>
                <a:lnTo>
                  <a:pt x="2342028" y="0"/>
                </a:ln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6" name="Connector: Curved 34">
            <a:extLst>
              <a:ext uri="{FF2B5EF4-FFF2-40B4-BE49-F238E27FC236}">
                <a16:creationId xmlns:a16="http://schemas.microsoft.com/office/drawing/2014/main" id="{C9AF2BA9-8E75-273F-B825-BDAA2E782920}"/>
              </a:ext>
            </a:extLst>
          </p:cNvPr>
          <p:cNvCxnSpPr>
            <a:cxnSpLocks/>
          </p:cNvCxnSpPr>
          <p:nvPr/>
        </p:nvCxnSpPr>
        <p:spPr>
          <a:xfrm rot="10800000" flipV="1">
            <a:off x="3021440" y="4525294"/>
            <a:ext cx="1505041" cy="586775"/>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7" name="Connector: Curved 36">
            <a:extLst>
              <a:ext uri="{FF2B5EF4-FFF2-40B4-BE49-F238E27FC236}">
                <a16:creationId xmlns:a16="http://schemas.microsoft.com/office/drawing/2014/main" id="{3F6DADC8-F45D-070C-D329-CA9689B0D383}"/>
              </a:ext>
            </a:extLst>
          </p:cNvPr>
          <p:cNvCxnSpPr>
            <a:cxnSpLocks/>
          </p:cNvCxnSpPr>
          <p:nvPr/>
        </p:nvCxnSpPr>
        <p:spPr>
          <a:xfrm flipV="1">
            <a:off x="7445681" y="2578173"/>
            <a:ext cx="1033168" cy="869130"/>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8" name="Connector: Curved 38">
            <a:extLst>
              <a:ext uri="{FF2B5EF4-FFF2-40B4-BE49-F238E27FC236}">
                <a16:creationId xmlns:a16="http://schemas.microsoft.com/office/drawing/2014/main" id="{B4CE9712-B400-7AFD-0F3B-4B8D23A6AD17}"/>
              </a:ext>
            </a:extLst>
          </p:cNvPr>
          <p:cNvCxnSpPr>
            <a:cxnSpLocks/>
          </p:cNvCxnSpPr>
          <p:nvPr/>
        </p:nvCxnSpPr>
        <p:spPr>
          <a:xfrm>
            <a:off x="6799945" y="4884598"/>
            <a:ext cx="1291472" cy="420498"/>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9" name="Connector: Curved 44">
            <a:extLst>
              <a:ext uri="{FF2B5EF4-FFF2-40B4-BE49-F238E27FC236}">
                <a16:creationId xmlns:a16="http://schemas.microsoft.com/office/drawing/2014/main" id="{265FFDC7-4E81-1DF7-8FC9-83D78F789B0F}"/>
              </a:ext>
            </a:extLst>
          </p:cNvPr>
          <p:cNvCxnSpPr>
            <a:cxnSpLocks/>
          </p:cNvCxnSpPr>
          <p:nvPr/>
        </p:nvCxnSpPr>
        <p:spPr>
          <a:xfrm rot="10800000" flipV="1">
            <a:off x="3376793" y="2463641"/>
            <a:ext cx="1279276" cy="926883"/>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sp>
        <p:nvSpPr>
          <p:cNvPr id="10" name="Graphic 2">
            <a:extLst>
              <a:ext uri="{FF2B5EF4-FFF2-40B4-BE49-F238E27FC236}">
                <a16:creationId xmlns:a16="http://schemas.microsoft.com/office/drawing/2014/main" id="{1991929E-1FA9-7AE6-C7E5-3E5E6B541CA4}"/>
              </a:ext>
            </a:extLst>
          </p:cNvPr>
          <p:cNvSpPr/>
          <p:nvPr/>
        </p:nvSpPr>
        <p:spPr>
          <a:xfrm rot="1800000">
            <a:off x="6235855" y="2488817"/>
            <a:ext cx="1647511" cy="1916969"/>
          </a:xfrm>
          <a:custGeom>
            <a:avLst/>
            <a:gdLst>
              <a:gd name="connsiteX0" fmla="*/ 2000281 w 2000281"/>
              <a:gd name="connsiteY0" fmla="*/ 2006410 h 2327435"/>
              <a:gd name="connsiteX1" fmla="*/ 1321604 w 2000281"/>
              <a:gd name="connsiteY1" fmla="*/ 2006410 h 2327435"/>
              <a:gd name="connsiteX2" fmla="*/ 993428 w 2000281"/>
              <a:gd name="connsiteY2" fmla="*/ 2327436 h 2327435"/>
              <a:gd name="connsiteX3" fmla="*/ 665253 w 2000281"/>
              <a:gd name="connsiteY3" fmla="*/ 2006410 h 2327435"/>
              <a:gd name="connsiteX4" fmla="*/ 0 w 2000281"/>
              <a:gd name="connsiteY4" fmla="*/ 2006410 h 2327435"/>
              <a:gd name="connsiteX5" fmla="*/ 0 w 2000281"/>
              <a:gd name="connsiteY5" fmla="*/ 1407843 h 2327435"/>
              <a:gd name="connsiteX6" fmla="*/ 314897 w 2000281"/>
              <a:gd name="connsiteY6" fmla="*/ 1079814 h 2327435"/>
              <a:gd name="connsiteX7" fmla="*/ 0 w 2000281"/>
              <a:gd name="connsiteY7" fmla="*/ 751784 h 2327435"/>
              <a:gd name="connsiteX8" fmla="*/ 0 w 2000281"/>
              <a:gd name="connsiteY8" fmla="*/ 0 h 2327435"/>
              <a:gd name="connsiteX9" fmla="*/ 650223 w 2000281"/>
              <a:gd name="connsiteY9" fmla="*/ 109878 h 2327435"/>
              <a:gd name="connsiteX10" fmla="*/ 1945269 w 2000281"/>
              <a:gd name="connsiteY10" fmla="*/ 1537859 h 2327435"/>
              <a:gd name="connsiteX11" fmla="*/ 2000281 w 2000281"/>
              <a:gd name="connsiteY11" fmla="*/ 2006410 h 232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0281" h="2327435">
                <a:moveTo>
                  <a:pt x="2000281" y="2006410"/>
                </a:moveTo>
                <a:lnTo>
                  <a:pt x="1321604" y="2006410"/>
                </a:lnTo>
                <a:cubicBezTo>
                  <a:pt x="1317810" y="2184434"/>
                  <a:pt x="1172327" y="2327436"/>
                  <a:pt x="993428" y="2327436"/>
                </a:cubicBezTo>
                <a:cubicBezTo>
                  <a:pt x="814529" y="2327436"/>
                  <a:pt x="669046" y="2184434"/>
                  <a:pt x="665253" y="2006410"/>
                </a:cubicBezTo>
                <a:lnTo>
                  <a:pt x="0" y="2006410"/>
                </a:lnTo>
                <a:lnTo>
                  <a:pt x="0" y="1407843"/>
                </a:lnTo>
                <a:cubicBezTo>
                  <a:pt x="175105" y="1400839"/>
                  <a:pt x="314897" y="1256669"/>
                  <a:pt x="314897" y="1079814"/>
                </a:cubicBezTo>
                <a:cubicBezTo>
                  <a:pt x="314897" y="902958"/>
                  <a:pt x="175105" y="758788"/>
                  <a:pt x="0" y="751784"/>
                </a:cubicBezTo>
                <a:lnTo>
                  <a:pt x="0" y="0"/>
                </a:lnTo>
                <a:cubicBezTo>
                  <a:pt x="227636" y="730"/>
                  <a:pt x="446371" y="39399"/>
                  <a:pt x="650223" y="109878"/>
                </a:cubicBezTo>
                <a:cubicBezTo>
                  <a:pt x="1291690" y="331824"/>
                  <a:pt x="1785486" y="869833"/>
                  <a:pt x="1945269" y="1537859"/>
                </a:cubicBezTo>
                <a:cubicBezTo>
                  <a:pt x="1981312" y="1688157"/>
                  <a:pt x="2000281" y="1845022"/>
                  <a:pt x="2000281" y="2006410"/>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1" name="Graphic 2">
            <a:extLst>
              <a:ext uri="{FF2B5EF4-FFF2-40B4-BE49-F238E27FC236}">
                <a16:creationId xmlns:a16="http://schemas.microsoft.com/office/drawing/2014/main" id="{6D75B9A7-74BF-82CC-196D-9A1EBE01610A}"/>
              </a:ext>
            </a:extLst>
          </p:cNvPr>
          <p:cNvSpPr/>
          <p:nvPr/>
        </p:nvSpPr>
        <p:spPr>
          <a:xfrm rot="1800000">
            <a:off x="3817023" y="2860834"/>
            <a:ext cx="1647511" cy="1928988"/>
          </a:xfrm>
          <a:custGeom>
            <a:avLst/>
            <a:gdLst>
              <a:gd name="connsiteX0" fmla="*/ 1730182 w 2000281"/>
              <a:gd name="connsiteY0" fmla="*/ 1138328 h 2342027"/>
              <a:gd name="connsiteX1" fmla="*/ 1664664 w 2000281"/>
              <a:gd name="connsiteY1" fmla="*/ 1335175 h 2342027"/>
              <a:gd name="connsiteX2" fmla="*/ 1992985 w 2000281"/>
              <a:gd name="connsiteY2" fmla="*/ 1663496 h 2342027"/>
              <a:gd name="connsiteX3" fmla="*/ 2000281 w 2000281"/>
              <a:gd name="connsiteY3" fmla="*/ 1663350 h 2342027"/>
              <a:gd name="connsiteX4" fmla="*/ 2000281 w 2000281"/>
              <a:gd name="connsiteY4" fmla="*/ 2342028 h 2342027"/>
              <a:gd name="connsiteX5" fmla="*/ 538302 w 2000281"/>
              <a:gd name="connsiteY5" fmla="*/ 1703187 h 2342027"/>
              <a:gd name="connsiteX6" fmla="*/ 0 w 2000281"/>
              <a:gd name="connsiteY6" fmla="*/ 335618 h 2342027"/>
              <a:gd name="connsiteX7" fmla="*/ 675029 w 2000281"/>
              <a:gd name="connsiteY7" fmla="*/ 335618 h 2342027"/>
              <a:gd name="connsiteX8" fmla="*/ 674883 w 2000281"/>
              <a:gd name="connsiteY8" fmla="*/ 328322 h 2342027"/>
              <a:gd name="connsiteX9" fmla="*/ 1003205 w 2000281"/>
              <a:gd name="connsiteY9" fmla="*/ 0 h 2342027"/>
              <a:gd name="connsiteX10" fmla="*/ 1331527 w 2000281"/>
              <a:gd name="connsiteY10" fmla="*/ 328322 h 2342027"/>
              <a:gd name="connsiteX11" fmla="*/ 1331381 w 2000281"/>
              <a:gd name="connsiteY11" fmla="*/ 335618 h 2342027"/>
              <a:gd name="connsiteX12" fmla="*/ 2000281 w 2000281"/>
              <a:gd name="connsiteY12" fmla="*/ 335618 h 2342027"/>
              <a:gd name="connsiteX13" fmla="*/ 2000281 w 2000281"/>
              <a:gd name="connsiteY13" fmla="*/ 1006999 h 2342027"/>
              <a:gd name="connsiteX14" fmla="*/ 1992985 w 2000281"/>
              <a:gd name="connsiteY14" fmla="*/ 1006853 h 2342027"/>
              <a:gd name="connsiteX15" fmla="*/ 1730182 w 2000281"/>
              <a:gd name="connsiteY15" fmla="*/ 1138328 h 234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00281" h="2342027">
                <a:moveTo>
                  <a:pt x="1730182" y="1138328"/>
                </a:moveTo>
                <a:cubicBezTo>
                  <a:pt x="1689033" y="1193048"/>
                  <a:pt x="1664664" y="1261193"/>
                  <a:pt x="1664664" y="1335175"/>
                </a:cubicBezTo>
                <a:cubicBezTo>
                  <a:pt x="1664664" y="1516554"/>
                  <a:pt x="1811606" y="1663496"/>
                  <a:pt x="1992985" y="1663496"/>
                </a:cubicBezTo>
                <a:cubicBezTo>
                  <a:pt x="1995466" y="1663496"/>
                  <a:pt x="1997801" y="1663496"/>
                  <a:pt x="2000281" y="1663350"/>
                </a:cubicBezTo>
                <a:lnTo>
                  <a:pt x="2000281" y="2342028"/>
                </a:lnTo>
                <a:cubicBezTo>
                  <a:pt x="1423019" y="2340277"/>
                  <a:pt x="903249" y="2094838"/>
                  <a:pt x="538302" y="1703187"/>
                </a:cubicBezTo>
                <a:cubicBezTo>
                  <a:pt x="204289" y="1344951"/>
                  <a:pt x="0" y="864143"/>
                  <a:pt x="0" y="335618"/>
                </a:cubicBezTo>
                <a:lnTo>
                  <a:pt x="675029" y="335618"/>
                </a:lnTo>
                <a:cubicBezTo>
                  <a:pt x="674883" y="333137"/>
                  <a:pt x="674883" y="330802"/>
                  <a:pt x="674883" y="328322"/>
                </a:cubicBezTo>
                <a:cubicBezTo>
                  <a:pt x="674883" y="146942"/>
                  <a:pt x="821826" y="0"/>
                  <a:pt x="1003205" y="0"/>
                </a:cubicBezTo>
                <a:cubicBezTo>
                  <a:pt x="1184439" y="0"/>
                  <a:pt x="1331527" y="146942"/>
                  <a:pt x="1331527" y="328322"/>
                </a:cubicBezTo>
                <a:cubicBezTo>
                  <a:pt x="1331527" y="330802"/>
                  <a:pt x="1331527" y="333137"/>
                  <a:pt x="1331381" y="335618"/>
                </a:cubicBezTo>
                <a:lnTo>
                  <a:pt x="2000281" y="335618"/>
                </a:lnTo>
                <a:lnTo>
                  <a:pt x="2000281" y="1006999"/>
                </a:lnTo>
                <a:cubicBezTo>
                  <a:pt x="1997801" y="1006853"/>
                  <a:pt x="1995466" y="1006853"/>
                  <a:pt x="1992985" y="1006853"/>
                </a:cubicBezTo>
                <a:cubicBezTo>
                  <a:pt x="1885442" y="1006853"/>
                  <a:pt x="1790156" y="1058509"/>
                  <a:pt x="1730182" y="1138328"/>
                </a:cubicBez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Graphic 2">
            <a:extLst>
              <a:ext uri="{FF2B5EF4-FFF2-40B4-BE49-F238E27FC236}">
                <a16:creationId xmlns:a16="http://schemas.microsoft.com/office/drawing/2014/main" id="{96E00CD9-DD20-571A-AA33-F13CAC66A5A4}"/>
              </a:ext>
            </a:extLst>
          </p:cNvPr>
          <p:cNvSpPr/>
          <p:nvPr/>
        </p:nvSpPr>
        <p:spPr>
          <a:xfrm rot="1800000">
            <a:off x="4660944" y="1541992"/>
            <a:ext cx="1911921" cy="1652560"/>
          </a:xfrm>
          <a:custGeom>
            <a:avLst/>
            <a:gdLst>
              <a:gd name="connsiteX0" fmla="*/ 2321307 w 2321307"/>
              <a:gd name="connsiteY0" fmla="*/ 1079814 h 2006410"/>
              <a:gd name="connsiteX1" fmla="*/ 2318389 w 2321307"/>
              <a:gd name="connsiteY1" fmla="*/ 1123006 h 2006410"/>
              <a:gd name="connsiteX2" fmla="*/ 2006410 w 2321307"/>
              <a:gd name="connsiteY2" fmla="*/ 1407843 h 2006410"/>
              <a:gd name="connsiteX3" fmla="*/ 2000282 w 2321307"/>
              <a:gd name="connsiteY3" fmla="*/ 1407989 h 2006410"/>
              <a:gd name="connsiteX4" fmla="*/ 2000282 w 2321307"/>
              <a:gd name="connsiteY4" fmla="*/ 2006410 h 2006410"/>
              <a:gd name="connsiteX5" fmla="*/ 1331381 w 2321307"/>
              <a:gd name="connsiteY5" fmla="*/ 2006410 h 2006410"/>
              <a:gd name="connsiteX6" fmla="*/ 1331527 w 2321307"/>
              <a:gd name="connsiteY6" fmla="*/ 1999114 h 2006410"/>
              <a:gd name="connsiteX7" fmla="*/ 1003205 w 2321307"/>
              <a:gd name="connsiteY7" fmla="*/ 1670792 h 2006410"/>
              <a:gd name="connsiteX8" fmla="*/ 674883 w 2321307"/>
              <a:gd name="connsiteY8" fmla="*/ 1999114 h 2006410"/>
              <a:gd name="connsiteX9" fmla="*/ 675029 w 2321307"/>
              <a:gd name="connsiteY9" fmla="*/ 2006410 h 2006410"/>
              <a:gd name="connsiteX10" fmla="*/ 0 w 2321307"/>
              <a:gd name="connsiteY10" fmla="*/ 2006410 h 2006410"/>
              <a:gd name="connsiteX11" fmla="*/ 2000282 w 2321307"/>
              <a:gd name="connsiteY11" fmla="*/ 0 h 2006410"/>
              <a:gd name="connsiteX12" fmla="*/ 2000282 w 2321307"/>
              <a:gd name="connsiteY12" fmla="*/ 751638 h 2006410"/>
              <a:gd name="connsiteX13" fmla="*/ 2006410 w 2321307"/>
              <a:gd name="connsiteY13" fmla="*/ 751784 h 2006410"/>
              <a:gd name="connsiteX14" fmla="*/ 2321307 w 2321307"/>
              <a:gd name="connsiteY14" fmla="*/ 1079814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1307" h="2006410">
                <a:moveTo>
                  <a:pt x="2321307" y="1079814"/>
                </a:moveTo>
                <a:cubicBezTo>
                  <a:pt x="2321307" y="1094406"/>
                  <a:pt x="2320286" y="1108852"/>
                  <a:pt x="2318389" y="1123006"/>
                </a:cubicBezTo>
                <a:cubicBezTo>
                  <a:pt x="2297960" y="1279579"/>
                  <a:pt x="2167069" y="1401423"/>
                  <a:pt x="2006410" y="1407843"/>
                </a:cubicBezTo>
                <a:cubicBezTo>
                  <a:pt x="2004367" y="1407989"/>
                  <a:pt x="2002324" y="1407989"/>
                  <a:pt x="2000282" y="1407989"/>
                </a:cubicBezTo>
                <a:lnTo>
                  <a:pt x="2000282" y="2006410"/>
                </a:lnTo>
                <a:lnTo>
                  <a:pt x="1331381" y="2006410"/>
                </a:lnTo>
                <a:cubicBezTo>
                  <a:pt x="1331527" y="2003930"/>
                  <a:pt x="1331527" y="2001595"/>
                  <a:pt x="1331527" y="1999114"/>
                </a:cubicBezTo>
                <a:cubicBezTo>
                  <a:pt x="1331527" y="1817735"/>
                  <a:pt x="1184439" y="1670792"/>
                  <a:pt x="1003205" y="1670792"/>
                </a:cubicBezTo>
                <a:cubicBezTo>
                  <a:pt x="821826" y="1670792"/>
                  <a:pt x="674883" y="1817735"/>
                  <a:pt x="674883" y="1999114"/>
                </a:cubicBezTo>
                <a:cubicBezTo>
                  <a:pt x="674883" y="2001595"/>
                  <a:pt x="674883" y="2003930"/>
                  <a:pt x="675029" y="2006410"/>
                </a:cubicBezTo>
                <a:lnTo>
                  <a:pt x="0" y="2006410"/>
                </a:lnTo>
                <a:cubicBezTo>
                  <a:pt x="0" y="900331"/>
                  <a:pt x="894932" y="3356"/>
                  <a:pt x="2000282" y="0"/>
                </a:cubicBezTo>
                <a:lnTo>
                  <a:pt x="2000282" y="751638"/>
                </a:lnTo>
                <a:cubicBezTo>
                  <a:pt x="2002324" y="751638"/>
                  <a:pt x="2004367" y="751638"/>
                  <a:pt x="2006410" y="751784"/>
                </a:cubicBezTo>
                <a:cubicBezTo>
                  <a:pt x="2181515" y="758788"/>
                  <a:pt x="2321307" y="902958"/>
                  <a:pt x="2321307" y="1079814"/>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3" name="Rectangle 12">
            <a:extLst>
              <a:ext uri="{FF2B5EF4-FFF2-40B4-BE49-F238E27FC236}">
                <a16:creationId xmlns:a16="http://schemas.microsoft.com/office/drawing/2014/main" id="{5D50194B-F9EC-79E0-6FFF-508A7427EBB2}"/>
              </a:ext>
            </a:extLst>
          </p:cNvPr>
          <p:cNvSpPr/>
          <p:nvPr/>
        </p:nvSpPr>
        <p:spPr>
          <a:xfrm flipH="1">
            <a:off x="5488853" y="2068731"/>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AFFAAB26-FBA7-53E2-E004-5FCB9336DDA5}"/>
              </a:ext>
            </a:extLst>
          </p:cNvPr>
          <p:cNvSpPr/>
          <p:nvPr/>
        </p:nvSpPr>
        <p:spPr>
          <a:xfrm flipH="1">
            <a:off x="4497250" y="3489697"/>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DB5709C8-ACB0-E6A1-35BC-43A0F1961B46}"/>
              </a:ext>
            </a:extLst>
          </p:cNvPr>
          <p:cNvSpPr/>
          <p:nvPr/>
        </p:nvSpPr>
        <p:spPr>
          <a:xfrm flipH="1">
            <a:off x="6767159" y="3066981"/>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AAA82334-BBD6-63B3-70DF-3346197CCE0F}"/>
              </a:ext>
            </a:extLst>
          </p:cNvPr>
          <p:cNvSpPr/>
          <p:nvPr/>
        </p:nvSpPr>
        <p:spPr>
          <a:xfrm flipH="1">
            <a:off x="5836419" y="4342166"/>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7" name="TextBox 82">
            <a:extLst>
              <a:ext uri="{FF2B5EF4-FFF2-40B4-BE49-F238E27FC236}">
                <a16:creationId xmlns:a16="http://schemas.microsoft.com/office/drawing/2014/main" id="{ED64BF7E-C704-45EB-5983-27657655F410}"/>
              </a:ext>
            </a:extLst>
          </p:cNvPr>
          <p:cNvSpPr txBox="1"/>
          <p:nvPr/>
        </p:nvSpPr>
        <p:spPr>
          <a:xfrm>
            <a:off x="838200" y="2637891"/>
            <a:ext cx="2467982" cy="1323439"/>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82">
            <a:extLst>
              <a:ext uri="{FF2B5EF4-FFF2-40B4-BE49-F238E27FC236}">
                <a16:creationId xmlns:a16="http://schemas.microsoft.com/office/drawing/2014/main" id="{BC9C08F9-5E7F-C626-CBCE-049555B4815A}"/>
              </a:ext>
            </a:extLst>
          </p:cNvPr>
          <p:cNvSpPr txBox="1"/>
          <p:nvPr/>
        </p:nvSpPr>
        <p:spPr>
          <a:xfrm>
            <a:off x="8599047" y="1916454"/>
            <a:ext cx="2754753" cy="1323439"/>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82">
            <a:extLst>
              <a:ext uri="{FF2B5EF4-FFF2-40B4-BE49-F238E27FC236}">
                <a16:creationId xmlns:a16="http://schemas.microsoft.com/office/drawing/2014/main" id="{26769534-03AE-F11A-7695-8C60F6DE2102}"/>
              </a:ext>
            </a:extLst>
          </p:cNvPr>
          <p:cNvSpPr txBox="1"/>
          <p:nvPr/>
        </p:nvSpPr>
        <p:spPr>
          <a:xfrm>
            <a:off x="8187351" y="4822772"/>
            <a:ext cx="3166449"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82">
            <a:extLst>
              <a:ext uri="{FF2B5EF4-FFF2-40B4-BE49-F238E27FC236}">
                <a16:creationId xmlns:a16="http://schemas.microsoft.com/office/drawing/2014/main" id="{FCAEA0D3-886C-80BC-5154-91B59F89223D}"/>
              </a:ext>
            </a:extLst>
          </p:cNvPr>
          <p:cNvSpPr txBox="1"/>
          <p:nvPr/>
        </p:nvSpPr>
        <p:spPr>
          <a:xfrm>
            <a:off x="838200" y="4279074"/>
            <a:ext cx="2171276" cy="1569660"/>
          </a:xfrm>
          <a:prstGeom prst="rect">
            <a:avLst/>
          </a:prstGeom>
          <a:noFill/>
        </p:spPr>
        <p:txBody>
          <a:bodyPr wrap="square" lIns="0" rIns="0" rtlCol="0" anchor="ctr">
            <a:spAutoFit/>
          </a:bodyPr>
          <a:lstStyle/>
          <a:p>
            <a:pPr algn="r"/>
            <a:r>
              <a:rPr lang="en-US" sz="1600" b="1" dirty="0">
                <a:solidFill>
                  <a:schemeClr val="accent4"/>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14504672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Isosceles Triangle 29">
            <a:extLst>
              <a:ext uri="{FF2B5EF4-FFF2-40B4-BE49-F238E27FC236}">
                <a16:creationId xmlns:a16="http://schemas.microsoft.com/office/drawing/2014/main" id="{B15CB25E-3164-513A-7F2A-869F5E95F9B3}"/>
              </a:ext>
            </a:extLst>
          </p:cNvPr>
          <p:cNvSpPr/>
          <p:nvPr/>
        </p:nvSpPr>
        <p:spPr>
          <a:xfrm>
            <a:off x="4070919" y="1663348"/>
            <a:ext cx="4044051" cy="3938920"/>
          </a:xfrm>
          <a:prstGeom prst="triangle">
            <a:avLst/>
          </a:prstGeom>
          <a:solidFill>
            <a:srgbClr val="D0CEC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B700611-37B5-61A8-B41F-9556EFA1A4F1}"/>
              </a:ext>
            </a:extLst>
          </p:cNvPr>
          <p:cNvSpPr>
            <a:spLocks noGrp="1"/>
          </p:cNvSpPr>
          <p:nvPr>
            <p:ph type="title"/>
          </p:nvPr>
        </p:nvSpPr>
        <p:spPr>
          <a:xfrm>
            <a:off x="214184" y="13663"/>
            <a:ext cx="9728886" cy="678316"/>
          </a:xfrm>
        </p:spPr>
        <p:txBody>
          <a:bodyPr>
            <a:normAutofit/>
          </a:bodyPr>
          <a:lstStyle/>
          <a:p>
            <a:r>
              <a:rPr lang="en-US" dirty="0"/>
              <a:t>Pyramid 08</a:t>
            </a:r>
          </a:p>
        </p:txBody>
      </p:sp>
      <p:grpSp>
        <p:nvGrpSpPr>
          <p:cNvPr id="3" name="Groupe 47">
            <a:extLst>
              <a:ext uri="{FF2B5EF4-FFF2-40B4-BE49-F238E27FC236}">
                <a16:creationId xmlns:a16="http://schemas.microsoft.com/office/drawing/2014/main" id="{9C54BCD3-E207-7F1E-8E98-6AAD53E8E15B}"/>
              </a:ext>
            </a:extLst>
          </p:cNvPr>
          <p:cNvGrpSpPr>
            <a:grpSpLocks noChangeAspect="1"/>
          </p:cNvGrpSpPr>
          <p:nvPr/>
        </p:nvGrpSpPr>
        <p:grpSpPr>
          <a:xfrm>
            <a:off x="3864634" y="1663348"/>
            <a:ext cx="4462733" cy="4116751"/>
            <a:chOff x="3294320" y="902118"/>
            <a:chExt cx="5603360" cy="5168948"/>
          </a:xfrm>
        </p:grpSpPr>
        <p:grpSp>
          <p:nvGrpSpPr>
            <p:cNvPr id="4" name="Groupe 37">
              <a:extLst>
                <a:ext uri="{FF2B5EF4-FFF2-40B4-BE49-F238E27FC236}">
                  <a16:creationId xmlns:a16="http://schemas.microsoft.com/office/drawing/2014/main" id="{25200792-9503-5903-3FC1-79679FBAD1AF}"/>
                </a:ext>
              </a:extLst>
            </p:cNvPr>
            <p:cNvGrpSpPr/>
            <p:nvPr/>
          </p:nvGrpSpPr>
          <p:grpSpPr>
            <a:xfrm>
              <a:off x="3294320" y="902118"/>
              <a:ext cx="5603360" cy="5168948"/>
              <a:chOff x="3294321" y="1013760"/>
              <a:chExt cx="5603360" cy="5168948"/>
            </a:xfrm>
          </p:grpSpPr>
          <p:sp>
            <p:nvSpPr>
              <p:cNvPr id="10" name="Forme libre : forme 22">
                <a:extLst>
                  <a:ext uri="{FF2B5EF4-FFF2-40B4-BE49-F238E27FC236}">
                    <a16:creationId xmlns:a16="http://schemas.microsoft.com/office/drawing/2014/main" id="{D105101C-D173-7576-F168-08001D9EEC10}"/>
                  </a:ext>
                </a:extLst>
              </p:cNvPr>
              <p:cNvSpPr/>
              <p:nvPr/>
            </p:nvSpPr>
            <p:spPr>
              <a:xfrm>
                <a:off x="5511405" y="1013760"/>
                <a:ext cx="1169193" cy="1007925"/>
              </a:xfrm>
              <a:custGeom>
                <a:avLst/>
                <a:gdLst>
                  <a:gd name="connsiteX0" fmla="*/ 584596 w 1169193"/>
                  <a:gd name="connsiteY0" fmla="*/ 0 h 1007925"/>
                  <a:gd name="connsiteX1" fmla="*/ 1169193 w 1169193"/>
                  <a:gd name="connsiteY1" fmla="*/ 1007925 h 1007925"/>
                  <a:gd name="connsiteX2" fmla="*/ 0 w 1169193"/>
                  <a:gd name="connsiteY2" fmla="*/ 1007925 h 1007925"/>
                  <a:gd name="connsiteX3" fmla="*/ 584596 w 1169193"/>
                  <a:gd name="connsiteY3" fmla="*/ 0 h 1007925"/>
                </a:gdLst>
                <a:ahLst/>
                <a:cxnLst>
                  <a:cxn ang="0">
                    <a:pos x="connsiteX0" y="connsiteY0"/>
                  </a:cxn>
                  <a:cxn ang="0">
                    <a:pos x="connsiteX1" y="connsiteY1"/>
                  </a:cxn>
                  <a:cxn ang="0">
                    <a:pos x="connsiteX2" y="connsiteY2"/>
                  </a:cxn>
                  <a:cxn ang="0">
                    <a:pos x="connsiteX3" y="connsiteY3"/>
                  </a:cxn>
                </a:cxnLst>
                <a:rect l="l" t="t" r="r" b="b"/>
                <a:pathLst>
                  <a:path w="1169193" h="1007925">
                    <a:moveTo>
                      <a:pt x="584596" y="0"/>
                    </a:moveTo>
                    <a:lnTo>
                      <a:pt x="1169193" y="1007925"/>
                    </a:lnTo>
                    <a:lnTo>
                      <a:pt x="0" y="1007925"/>
                    </a:lnTo>
                    <a:lnTo>
                      <a:pt x="584596"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1" name="Forme libre : forme 19">
                <a:extLst>
                  <a:ext uri="{FF2B5EF4-FFF2-40B4-BE49-F238E27FC236}">
                    <a16:creationId xmlns:a16="http://schemas.microsoft.com/office/drawing/2014/main" id="{0F8E3750-6BF2-751C-8326-E3DF1138BD59}"/>
                  </a:ext>
                </a:extLst>
              </p:cNvPr>
              <p:cNvSpPr/>
              <p:nvPr/>
            </p:nvSpPr>
            <p:spPr>
              <a:xfrm>
                <a:off x="4939705" y="2446988"/>
                <a:ext cx="2312593" cy="560387"/>
              </a:xfrm>
              <a:custGeom>
                <a:avLst/>
                <a:gdLst>
                  <a:gd name="connsiteX0" fmla="*/ 325024 w 2312593"/>
                  <a:gd name="connsiteY0" fmla="*/ 0 h 560387"/>
                  <a:gd name="connsiteX1" fmla="*/ 1987568 w 2312593"/>
                  <a:gd name="connsiteY1" fmla="*/ 0 h 560387"/>
                  <a:gd name="connsiteX2" fmla="*/ 2312593 w 2312593"/>
                  <a:gd name="connsiteY2" fmla="*/ 560387 h 560387"/>
                  <a:gd name="connsiteX3" fmla="*/ 0 w 2312593"/>
                  <a:gd name="connsiteY3" fmla="*/ 560387 h 560387"/>
                  <a:gd name="connsiteX4" fmla="*/ 325024 w 2312593"/>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2593" h="560387">
                    <a:moveTo>
                      <a:pt x="325024" y="0"/>
                    </a:moveTo>
                    <a:lnTo>
                      <a:pt x="1987568" y="0"/>
                    </a:lnTo>
                    <a:lnTo>
                      <a:pt x="2312593" y="560387"/>
                    </a:lnTo>
                    <a:lnTo>
                      <a:pt x="0" y="560387"/>
                    </a:lnTo>
                    <a:lnTo>
                      <a:pt x="32502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2" name="Forme libre : forme 16">
                <a:extLst>
                  <a:ext uri="{FF2B5EF4-FFF2-40B4-BE49-F238E27FC236}">
                    <a16:creationId xmlns:a16="http://schemas.microsoft.com/office/drawing/2014/main" id="{FE172696-46A1-EB9C-B6E0-AA4BD673466E}"/>
                  </a:ext>
                </a:extLst>
              </p:cNvPr>
              <p:cNvSpPr/>
              <p:nvPr/>
            </p:nvSpPr>
            <p:spPr>
              <a:xfrm>
                <a:off x="4368003" y="3432678"/>
                <a:ext cx="3455994" cy="560387"/>
              </a:xfrm>
              <a:custGeom>
                <a:avLst/>
                <a:gdLst>
                  <a:gd name="connsiteX0" fmla="*/ 325025 w 3455994"/>
                  <a:gd name="connsiteY0" fmla="*/ 0 h 560387"/>
                  <a:gd name="connsiteX1" fmla="*/ 3130970 w 3455994"/>
                  <a:gd name="connsiteY1" fmla="*/ 0 h 560387"/>
                  <a:gd name="connsiteX2" fmla="*/ 3455994 w 3455994"/>
                  <a:gd name="connsiteY2" fmla="*/ 560387 h 560387"/>
                  <a:gd name="connsiteX3" fmla="*/ 0 w 3455994"/>
                  <a:gd name="connsiteY3" fmla="*/ 560387 h 560387"/>
                  <a:gd name="connsiteX4" fmla="*/ 325025 w 3455994"/>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5994" h="560387">
                    <a:moveTo>
                      <a:pt x="325025" y="0"/>
                    </a:moveTo>
                    <a:lnTo>
                      <a:pt x="3130970" y="0"/>
                    </a:lnTo>
                    <a:lnTo>
                      <a:pt x="3455994" y="560387"/>
                    </a:lnTo>
                    <a:lnTo>
                      <a:pt x="0" y="560387"/>
                    </a:lnTo>
                    <a:lnTo>
                      <a:pt x="32502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3" name="Forme libre : forme 13">
                <a:extLst>
                  <a:ext uri="{FF2B5EF4-FFF2-40B4-BE49-F238E27FC236}">
                    <a16:creationId xmlns:a16="http://schemas.microsoft.com/office/drawing/2014/main" id="{FBB035AC-7AC8-4C1B-54D7-E7D81FBC73AE}"/>
                  </a:ext>
                </a:extLst>
              </p:cNvPr>
              <p:cNvSpPr/>
              <p:nvPr/>
            </p:nvSpPr>
            <p:spPr>
              <a:xfrm>
                <a:off x="3796302" y="4418367"/>
                <a:ext cx="4599396" cy="560388"/>
              </a:xfrm>
              <a:custGeom>
                <a:avLst/>
                <a:gdLst>
                  <a:gd name="connsiteX0" fmla="*/ 325025 w 4599396"/>
                  <a:gd name="connsiteY0" fmla="*/ 0 h 560388"/>
                  <a:gd name="connsiteX1" fmla="*/ 4274371 w 4599396"/>
                  <a:gd name="connsiteY1" fmla="*/ 0 h 560388"/>
                  <a:gd name="connsiteX2" fmla="*/ 4599396 w 4599396"/>
                  <a:gd name="connsiteY2" fmla="*/ 560388 h 560388"/>
                  <a:gd name="connsiteX3" fmla="*/ 0 w 4599396"/>
                  <a:gd name="connsiteY3" fmla="*/ 560388 h 560388"/>
                  <a:gd name="connsiteX4" fmla="*/ 325025 w 4599396"/>
                  <a:gd name="connsiteY4" fmla="*/ 0 h 56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9396" h="560388">
                    <a:moveTo>
                      <a:pt x="325025" y="0"/>
                    </a:moveTo>
                    <a:lnTo>
                      <a:pt x="4274371" y="0"/>
                    </a:lnTo>
                    <a:lnTo>
                      <a:pt x="4599396" y="560388"/>
                    </a:lnTo>
                    <a:lnTo>
                      <a:pt x="0" y="560388"/>
                    </a:lnTo>
                    <a:lnTo>
                      <a:pt x="32502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4" name="Forme libre : forme 10">
                <a:extLst>
                  <a:ext uri="{FF2B5EF4-FFF2-40B4-BE49-F238E27FC236}">
                    <a16:creationId xmlns:a16="http://schemas.microsoft.com/office/drawing/2014/main" id="{5C0168FB-D5D4-939A-9C99-651CB5725734}"/>
                  </a:ext>
                </a:extLst>
              </p:cNvPr>
              <p:cNvSpPr/>
              <p:nvPr/>
            </p:nvSpPr>
            <p:spPr>
              <a:xfrm>
                <a:off x="3294321" y="5404058"/>
                <a:ext cx="5603358" cy="561600"/>
              </a:xfrm>
              <a:custGeom>
                <a:avLst/>
                <a:gdLst>
                  <a:gd name="connsiteX0" fmla="*/ 255306 w 5603358"/>
                  <a:gd name="connsiteY0" fmla="*/ 0 h 440182"/>
                  <a:gd name="connsiteX1" fmla="*/ 5348052 w 5603358"/>
                  <a:gd name="connsiteY1" fmla="*/ 0 h 440182"/>
                  <a:gd name="connsiteX2" fmla="*/ 5603358 w 5603358"/>
                  <a:gd name="connsiteY2" fmla="*/ 440182 h 440182"/>
                  <a:gd name="connsiteX3" fmla="*/ 0 w 5603358"/>
                  <a:gd name="connsiteY3" fmla="*/ 440182 h 440182"/>
                  <a:gd name="connsiteX4" fmla="*/ 255306 w 5603358"/>
                  <a:gd name="connsiteY4" fmla="*/ 0 h 440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03358" h="440182">
                    <a:moveTo>
                      <a:pt x="255306" y="0"/>
                    </a:moveTo>
                    <a:lnTo>
                      <a:pt x="5348052" y="0"/>
                    </a:lnTo>
                    <a:lnTo>
                      <a:pt x="5603358" y="440182"/>
                    </a:lnTo>
                    <a:lnTo>
                      <a:pt x="0" y="440182"/>
                    </a:lnTo>
                    <a:lnTo>
                      <a:pt x="255306"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5" name="Triangle isocèle 27">
                <a:extLst>
                  <a:ext uri="{FF2B5EF4-FFF2-40B4-BE49-F238E27FC236}">
                    <a16:creationId xmlns:a16="http://schemas.microsoft.com/office/drawing/2014/main" id="{C57C3AAC-23CE-498A-BC22-A96D509E5A6B}"/>
                  </a:ext>
                </a:extLst>
              </p:cNvPr>
              <p:cNvSpPr/>
              <p:nvPr/>
            </p:nvSpPr>
            <p:spPr>
              <a:xfrm flipV="1">
                <a:off x="5511405"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6" name="Triangle isocèle 28">
                <a:extLst>
                  <a:ext uri="{FF2B5EF4-FFF2-40B4-BE49-F238E27FC236}">
                    <a16:creationId xmlns:a16="http://schemas.microsoft.com/office/drawing/2014/main" id="{3CA29FF0-A70B-48D2-C2AE-71A4B4A0A496}"/>
                  </a:ext>
                </a:extLst>
              </p:cNvPr>
              <p:cNvSpPr/>
              <p:nvPr/>
            </p:nvSpPr>
            <p:spPr>
              <a:xfrm flipV="1">
                <a:off x="6421588"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7" name="Triangle isocèle 29">
                <a:extLst>
                  <a:ext uri="{FF2B5EF4-FFF2-40B4-BE49-F238E27FC236}">
                    <a16:creationId xmlns:a16="http://schemas.microsoft.com/office/drawing/2014/main" id="{8E81F693-1384-D124-495F-150B554A4B7F}"/>
                  </a:ext>
                </a:extLst>
              </p:cNvPr>
              <p:cNvSpPr/>
              <p:nvPr/>
            </p:nvSpPr>
            <p:spPr>
              <a:xfrm flipV="1">
                <a:off x="4939705"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8" name="Triangle isocèle 30">
                <a:extLst>
                  <a:ext uri="{FF2B5EF4-FFF2-40B4-BE49-F238E27FC236}">
                    <a16:creationId xmlns:a16="http://schemas.microsoft.com/office/drawing/2014/main" id="{4E789AD9-4CCE-8DA6-839C-5F830495A4B1}"/>
                  </a:ext>
                </a:extLst>
              </p:cNvPr>
              <p:cNvSpPr/>
              <p:nvPr/>
            </p:nvSpPr>
            <p:spPr>
              <a:xfrm flipV="1">
                <a:off x="6993288"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9" name="Triangle isocèle 31">
                <a:extLst>
                  <a:ext uri="{FF2B5EF4-FFF2-40B4-BE49-F238E27FC236}">
                    <a16:creationId xmlns:a16="http://schemas.microsoft.com/office/drawing/2014/main" id="{447B52FF-39DE-714F-7C4F-97DC527CF420}"/>
                  </a:ext>
                </a:extLst>
              </p:cNvPr>
              <p:cNvSpPr/>
              <p:nvPr/>
            </p:nvSpPr>
            <p:spPr>
              <a:xfrm flipV="1">
                <a:off x="4368003"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0" name="Triangle isocèle 32">
                <a:extLst>
                  <a:ext uri="{FF2B5EF4-FFF2-40B4-BE49-F238E27FC236}">
                    <a16:creationId xmlns:a16="http://schemas.microsoft.com/office/drawing/2014/main" id="{19501CA5-E92F-1510-03CD-96AB19975F30}"/>
                  </a:ext>
                </a:extLst>
              </p:cNvPr>
              <p:cNvSpPr/>
              <p:nvPr/>
            </p:nvSpPr>
            <p:spPr>
              <a:xfrm flipV="1">
                <a:off x="7564988"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1" name="Triangle isocèle 33">
                <a:extLst>
                  <a:ext uri="{FF2B5EF4-FFF2-40B4-BE49-F238E27FC236}">
                    <a16:creationId xmlns:a16="http://schemas.microsoft.com/office/drawing/2014/main" id="{F9009525-0CBD-C439-817D-2CA610F82F29}"/>
                  </a:ext>
                </a:extLst>
              </p:cNvPr>
              <p:cNvSpPr/>
              <p:nvPr/>
            </p:nvSpPr>
            <p:spPr>
              <a:xfrm flipV="1">
                <a:off x="379630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2" name="Triangle isocèle 34">
                <a:extLst>
                  <a:ext uri="{FF2B5EF4-FFF2-40B4-BE49-F238E27FC236}">
                    <a16:creationId xmlns:a16="http://schemas.microsoft.com/office/drawing/2014/main" id="{0726C601-E0E0-00C2-2433-F4D1D0A1B0E4}"/>
                  </a:ext>
                </a:extLst>
              </p:cNvPr>
              <p:cNvSpPr/>
              <p:nvPr/>
            </p:nvSpPr>
            <p:spPr>
              <a:xfrm flipV="1">
                <a:off x="814153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3" name="Triangle isocèle 35">
                <a:extLst>
                  <a:ext uri="{FF2B5EF4-FFF2-40B4-BE49-F238E27FC236}">
                    <a16:creationId xmlns:a16="http://schemas.microsoft.com/office/drawing/2014/main" id="{0DC42120-B857-1E6E-E05E-B2378123BEA5}"/>
                  </a:ext>
                </a:extLst>
              </p:cNvPr>
              <p:cNvSpPr/>
              <p:nvPr/>
            </p:nvSpPr>
            <p:spPr>
              <a:xfrm flipV="1">
                <a:off x="3294321"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4" name="Triangle isocèle 36">
                <a:extLst>
                  <a:ext uri="{FF2B5EF4-FFF2-40B4-BE49-F238E27FC236}">
                    <a16:creationId xmlns:a16="http://schemas.microsoft.com/office/drawing/2014/main" id="{5251E5BC-7103-55B1-0AE2-36F0D5B6EF94}"/>
                  </a:ext>
                </a:extLst>
              </p:cNvPr>
              <p:cNvSpPr/>
              <p:nvPr/>
            </p:nvSpPr>
            <p:spPr>
              <a:xfrm flipV="1">
                <a:off x="8638672"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grpSp>
        <p:sp>
          <p:nvSpPr>
            <p:cNvPr id="5" name="ZoneTexte 38">
              <a:extLst>
                <a:ext uri="{FF2B5EF4-FFF2-40B4-BE49-F238E27FC236}">
                  <a16:creationId xmlns:a16="http://schemas.microsoft.com/office/drawing/2014/main" id="{8657E3E9-1787-505A-B8A3-988593DC5C84}"/>
                </a:ext>
              </a:extLst>
            </p:cNvPr>
            <p:cNvSpPr txBox="1"/>
            <p:nvPr/>
          </p:nvSpPr>
          <p:spPr>
            <a:xfrm flipH="1">
              <a:off x="5836990" y="1125402"/>
              <a:ext cx="553898" cy="811526"/>
            </a:xfrm>
            <a:prstGeom prst="rect">
              <a:avLst/>
            </a:prstGeom>
            <a:noFill/>
            <a:effectLst/>
          </p:spPr>
          <p:txBody>
            <a:bodyPr wrap="none" rtlCol="0" anchor="ctr">
              <a:spAutoFit/>
            </a:bodyPr>
            <a:lstStyle/>
            <a:p>
              <a:r>
                <a:rPr lang="en-US" sz="3600" b="1" dirty="0">
                  <a:solidFill>
                    <a:schemeClr val="lt1"/>
                  </a:solidFill>
                </a:rPr>
                <a:t>1</a:t>
              </a:r>
            </a:p>
          </p:txBody>
        </p:sp>
        <p:sp>
          <p:nvSpPr>
            <p:cNvPr id="6" name="ZoneTexte 39">
              <a:extLst>
                <a:ext uri="{FF2B5EF4-FFF2-40B4-BE49-F238E27FC236}">
                  <a16:creationId xmlns:a16="http://schemas.microsoft.com/office/drawing/2014/main" id="{BC8A20D4-7CF4-1331-9799-30FF1839744A}"/>
                </a:ext>
              </a:extLst>
            </p:cNvPr>
            <p:cNvSpPr txBox="1"/>
            <p:nvPr/>
          </p:nvSpPr>
          <p:spPr>
            <a:xfrm flipH="1">
              <a:off x="5836989" y="3189904"/>
              <a:ext cx="553898" cy="811526"/>
            </a:xfrm>
            <a:prstGeom prst="rect">
              <a:avLst/>
            </a:prstGeom>
            <a:noFill/>
            <a:effectLst/>
          </p:spPr>
          <p:txBody>
            <a:bodyPr wrap="none" rtlCol="0" anchor="ctr">
              <a:spAutoFit/>
            </a:bodyPr>
            <a:lstStyle/>
            <a:p>
              <a:r>
                <a:rPr lang="en-US" sz="3600" b="1" dirty="0">
                  <a:solidFill>
                    <a:schemeClr val="lt1"/>
                  </a:solidFill>
                </a:rPr>
                <a:t>3</a:t>
              </a:r>
            </a:p>
          </p:txBody>
        </p:sp>
        <p:sp>
          <p:nvSpPr>
            <p:cNvPr id="7" name="ZoneTexte 40">
              <a:extLst>
                <a:ext uri="{FF2B5EF4-FFF2-40B4-BE49-F238E27FC236}">
                  <a16:creationId xmlns:a16="http://schemas.microsoft.com/office/drawing/2014/main" id="{19C546E5-C5C0-F133-68AB-C1EC131D89E5}"/>
                </a:ext>
              </a:extLst>
            </p:cNvPr>
            <p:cNvSpPr txBox="1"/>
            <p:nvPr/>
          </p:nvSpPr>
          <p:spPr>
            <a:xfrm flipH="1">
              <a:off x="5836988" y="4171420"/>
              <a:ext cx="553898" cy="811526"/>
            </a:xfrm>
            <a:prstGeom prst="rect">
              <a:avLst/>
            </a:prstGeom>
            <a:noFill/>
            <a:effectLst/>
          </p:spPr>
          <p:txBody>
            <a:bodyPr wrap="none" rtlCol="0" anchor="ctr">
              <a:spAutoFit/>
            </a:bodyPr>
            <a:lstStyle/>
            <a:p>
              <a:r>
                <a:rPr lang="en-US" sz="3600" b="1" dirty="0">
                  <a:solidFill>
                    <a:schemeClr val="lt1"/>
                  </a:solidFill>
                </a:rPr>
                <a:t>4</a:t>
              </a:r>
            </a:p>
          </p:txBody>
        </p:sp>
        <p:sp>
          <p:nvSpPr>
            <p:cNvPr id="8" name="ZoneTexte 41">
              <a:extLst>
                <a:ext uri="{FF2B5EF4-FFF2-40B4-BE49-F238E27FC236}">
                  <a16:creationId xmlns:a16="http://schemas.microsoft.com/office/drawing/2014/main" id="{E79C70A1-CB76-F41B-50B6-403C82D7D188}"/>
                </a:ext>
              </a:extLst>
            </p:cNvPr>
            <p:cNvSpPr txBox="1"/>
            <p:nvPr/>
          </p:nvSpPr>
          <p:spPr>
            <a:xfrm flipH="1">
              <a:off x="5836989" y="2178163"/>
              <a:ext cx="553898" cy="811526"/>
            </a:xfrm>
            <a:prstGeom prst="rect">
              <a:avLst/>
            </a:prstGeom>
            <a:noFill/>
            <a:effectLst/>
          </p:spPr>
          <p:txBody>
            <a:bodyPr wrap="none" rtlCol="0" anchor="ctr">
              <a:spAutoFit/>
            </a:bodyPr>
            <a:lstStyle/>
            <a:p>
              <a:r>
                <a:rPr lang="en-US" sz="3600" b="1" dirty="0">
                  <a:solidFill>
                    <a:schemeClr val="lt1"/>
                  </a:solidFill>
                </a:rPr>
                <a:t>2</a:t>
              </a:r>
            </a:p>
          </p:txBody>
        </p:sp>
        <p:sp>
          <p:nvSpPr>
            <p:cNvPr id="9" name="ZoneTexte 42">
              <a:extLst>
                <a:ext uri="{FF2B5EF4-FFF2-40B4-BE49-F238E27FC236}">
                  <a16:creationId xmlns:a16="http://schemas.microsoft.com/office/drawing/2014/main" id="{7B55D5BE-4691-4585-7D26-29E040C78084}"/>
                </a:ext>
              </a:extLst>
            </p:cNvPr>
            <p:cNvSpPr txBox="1"/>
            <p:nvPr/>
          </p:nvSpPr>
          <p:spPr>
            <a:xfrm flipH="1">
              <a:off x="5836988" y="5157927"/>
              <a:ext cx="553898" cy="811526"/>
            </a:xfrm>
            <a:prstGeom prst="rect">
              <a:avLst/>
            </a:prstGeom>
            <a:noFill/>
            <a:effectLst/>
          </p:spPr>
          <p:txBody>
            <a:bodyPr wrap="none" rtlCol="0" anchor="ctr">
              <a:spAutoFit/>
            </a:bodyPr>
            <a:lstStyle/>
            <a:p>
              <a:r>
                <a:rPr lang="en-US" sz="3600" b="1" dirty="0">
                  <a:solidFill>
                    <a:schemeClr val="lt1"/>
                  </a:solidFill>
                </a:rPr>
                <a:t>5</a:t>
              </a:r>
            </a:p>
          </p:txBody>
        </p:sp>
      </p:grpSp>
      <p:sp>
        <p:nvSpPr>
          <p:cNvPr id="25" name="TextBox 37">
            <a:extLst>
              <a:ext uri="{FF2B5EF4-FFF2-40B4-BE49-F238E27FC236}">
                <a16:creationId xmlns:a16="http://schemas.microsoft.com/office/drawing/2014/main" id="{F5C431FD-1F9E-3253-D364-C294654E91AA}"/>
              </a:ext>
            </a:extLst>
          </p:cNvPr>
          <p:cNvSpPr txBox="1"/>
          <p:nvPr/>
        </p:nvSpPr>
        <p:spPr>
          <a:xfrm>
            <a:off x="838200" y="2402198"/>
            <a:ext cx="3238832" cy="1323439"/>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37">
            <a:extLst>
              <a:ext uri="{FF2B5EF4-FFF2-40B4-BE49-F238E27FC236}">
                <a16:creationId xmlns:a16="http://schemas.microsoft.com/office/drawing/2014/main" id="{4CD0C42E-2DAC-8B82-98B2-376FEB9EA0CA}"/>
              </a:ext>
            </a:extLst>
          </p:cNvPr>
          <p:cNvSpPr txBox="1"/>
          <p:nvPr/>
        </p:nvSpPr>
        <p:spPr>
          <a:xfrm>
            <a:off x="8289881" y="1602422"/>
            <a:ext cx="3238832"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37">
            <a:extLst>
              <a:ext uri="{FF2B5EF4-FFF2-40B4-BE49-F238E27FC236}">
                <a16:creationId xmlns:a16="http://schemas.microsoft.com/office/drawing/2014/main" id="{B8209C62-B7F0-90D5-8121-F2DD9F1176C3}"/>
              </a:ext>
            </a:extLst>
          </p:cNvPr>
          <p:cNvSpPr txBox="1"/>
          <p:nvPr/>
        </p:nvSpPr>
        <p:spPr>
          <a:xfrm>
            <a:off x="838200" y="4001750"/>
            <a:ext cx="3238832"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8" name="TextBox 37">
            <a:extLst>
              <a:ext uri="{FF2B5EF4-FFF2-40B4-BE49-F238E27FC236}">
                <a16:creationId xmlns:a16="http://schemas.microsoft.com/office/drawing/2014/main" id="{B3EBCF9A-CD76-2145-875E-BC033848F177}"/>
              </a:ext>
            </a:extLst>
          </p:cNvPr>
          <p:cNvSpPr txBox="1"/>
          <p:nvPr/>
        </p:nvSpPr>
        <p:spPr>
          <a:xfrm>
            <a:off x="8289881" y="3201974"/>
            <a:ext cx="3238832" cy="1323439"/>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9" name="TextBox 37">
            <a:extLst>
              <a:ext uri="{FF2B5EF4-FFF2-40B4-BE49-F238E27FC236}">
                <a16:creationId xmlns:a16="http://schemas.microsoft.com/office/drawing/2014/main" id="{E1C3828B-77DB-124F-262B-A813428BC33D}"/>
              </a:ext>
            </a:extLst>
          </p:cNvPr>
          <p:cNvSpPr txBox="1"/>
          <p:nvPr/>
        </p:nvSpPr>
        <p:spPr>
          <a:xfrm>
            <a:off x="8312916" y="4801527"/>
            <a:ext cx="3238832" cy="1323439"/>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66576820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a:normAutofit/>
          </a:bodyPr>
          <a:lstStyle/>
          <a:p>
            <a:r>
              <a:rPr lang="en-US" dirty="0"/>
              <a:t>Pyramid 11</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2011873"/>
            <a:ext cx="2747045" cy="3762190"/>
            <a:chOff x="4399811" y="1022194"/>
            <a:chExt cx="3392378" cy="4646002"/>
          </a:xfrm>
        </p:grpSpPr>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2369263"/>
            <a:ext cx="3969787"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907872"/>
            <a:ext cx="396978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980418"/>
            <a:ext cx="3969787"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330530"/>
            <a:ext cx="396978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785226775"/>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4DB18B-09A5-1E31-B5B4-4CAA43B8E5DF}"/>
              </a:ext>
            </a:extLst>
          </p:cNvPr>
          <p:cNvSpPr>
            <a:spLocks noGrp="1"/>
          </p:cNvSpPr>
          <p:nvPr>
            <p:ph type="title"/>
          </p:nvPr>
        </p:nvSpPr>
        <p:spPr>
          <a:xfrm>
            <a:off x="214184" y="13663"/>
            <a:ext cx="9728886" cy="678316"/>
          </a:xfrm>
        </p:spPr>
        <p:txBody>
          <a:bodyPr/>
          <a:lstStyle/>
          <a:p>
            <a:r>
              <a:rPr lang="en-US" dirty="0"/>
              <a:t>Squares 13</a:t>
            </a:r>
          </a:p>
        </p:txBody>
      </p:sp>
      <p:grpSp>
        <p:nvGrpSpPr>
          <p:cNvPr id="3" name="Groupe 48">
            <a:extLst>
              <a:ext uri="{FF2B5EF4-FFF2-40B4-BE49-F238E27FC236}">
                <a16:creationId xmlns:a16="http://schemas.microsoft.com/office/drawing/2014/main" id="{997C5B17-6086-C899-F7CE-A42D8B063E6B}"/>
              </a:ext>
            </a:extLst>
          </p:cNvPr>
          <p:cNvGrpSpPr/>
          <p:nvPr/>
        </p:nvGrpSpPr>
        <p:grpSpPr>
          <a:xfrm>
            <a:off x="1485418" y="2254100"/>
            <a:ext cx="9221164" cy="2349801"/>
            <a:chOff x="1675325" y="2536448"/>
            <a:chExt cx="8841350" cy="2349801"/>
          </a:xfrm>
        </p:grpSpPr>
        <p:sp>
          <p:nvSpPr>
            <p:cNvPr id="4" name="Rectangle 3">
              <a:extLst>
                <a:ext uri="{FF2B5EF4-FFF2-40B4-BE49-F238E27FC236}">
                  <a16:creationId xmlns:a16="http://schemas.microsoft.com/office/drawing/2014/main" id="{22CE43CC-2FD7-D6EB-A266-AB24286DA329}"/>
                </a:ext>
              </a:extLst>
            </p:cNvPr>
            <p:cNvSpPr/>
            <p:nvPr/>
          </p:nvSpPr>
          <p:spPr>
            <a:xfrm rot="19625351" flipH="1">
              <a:off x="7856204" y="37043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 name="Rectangle 4">
              <a:extLst>
                <a:ext uri="{FF2B5EF4-FFF2-40B4-BE49-F238E27FC236}">
                  <a16:creationId xmlns:a16="http://schemas.microsoft.com/office/drawing/2014/main" id="{9D6054F2-5A22-A35F-6284-AFDC0723E83D}"/>
                </a:ext>
              </a:extLst>
            </p:cNvPr>
            <p:cNvSpPr/>
            <p:nvPr/>
          </p:nvSpPr>
          <p:spPr>
            <a:xfrm rot="1974649">
              <a:off x="5579870" y="36347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6" name="Rectangle 5">
              <a:extLst>
                <a:ext uri="{FF2B5EF4-FFF2-40B4-BE49-F238E27FC236}">
                  <a16:creationId xmlns:a16="http://schemas.microsoft.com/office/drawing/2014/main" id="{79B0B47B-C428-2DFF-7300-7C9230493584}"/>
                </a:ext>
              </a:extLst>
            </p:cNvPr>
            <p:cNvSpPr/>
            <p:nvPr/>
          </p:nvSpPr>
          <p:spPr>
            <a:xfrm rot="19625351" flipH="1">
              <a:off x="3995573" y="3789795"/>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7" name="Rectangle 6">
              <a:extLst>
                <a:ext uri="{FF2B5EF4-FFF2-40B4-BE49-F238E27FC236}">
                  <a16:creationId xmlns:a16="http://schemas.microsoft.com/office/drawing/2014/main" id="{5FED5DC8-7526-E135-34CD-4A7E03F46E5F}"/>
                </a:ext>
              </a:extLst>
            </p:cNvPr>
            <p:cNvSpPr/>
            <p:nvPr/>
          </p:nvSpPr>
          <p:spPr>
            <a:xfrm rot="1974649">
              <a:off x="2008638" y="379892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grpSp>
          <p:nvGrpSpPr>
            <p:cNvPr id="8" name="Groupe 17">
              <a:extLst>
                <a:ext uri="{FF2B5EF4-FFF2-40B4-BE49-F238E27FC236}">
                  <a16:creationId xmlns:a16="http://schemas.microsoft.com/office/drawing/2014/main" id="{119195C8-3742-7975-87A5-98053DE2600A}"/>
                </a:ext>
              </a:extLst>
            </p:cNvPr>
            <p:cNvGrpSpPr/>
            <p:nvPr/>
          </p:nvGrpSpPr>
          <p:grpSpPr>
            <a:xfrm>
              <a:off x="1675325" y="2563451"/>
              <a:ext cx="1349505" cy="1200329"/>
              <a:chOff x="3641450" y="2113732"/>
              <a:chExt cx="1349505" cy="1200329"/>
            </a:xfrm>
          </p:grpSpPr>
          <p:grpSp>
            <p:nvGrpSpPr>
              <p:cNvPr id="29" name="Groupe 15">
                <a:extLst>
                  <a:ext uri="{FF2B5EF4-FFF2-40B4-BE49-F238E27FC236}">
                    <a16:creationId xmlns:a16="http://schemas.microsoft.com/office/drawing/2014/main" id="{571749F4-E849-1FCD-D122-5D9CC78F9160}"/>
                  </a:ext>
                </a:extLst>
              </p:cNvPr>
              <p:cNvGrpSpPr/>
              <p:nvPr/>
            </p:nvGrpSpPr>
            <p:grpSpPr>
              <a:xfrm>
                <a:off x="3641450" y="2387984"/>
                <a:ext cx="1349505" cy="819897"/>
                <a:chOff x="3641450" y="2387984"/>
                <a:chExt cx="1349505" cy="819897"/>
              </a:xfrm>
            </p:grpSpPr>
            <p:sp>
              <p:nvSpPr>
                <p:cNvPr id="31" name="Forme libre : forme 14">
                  <a:extLst>
                    <a:ext uri="{FF2B5EF4-FFF2-40B4-BE49-F238E27FC236}">
                      <a16:creationId xmlns:a16="http://schemas.microsoft.com/office/drawing/2014/main" id="{008B44DE-970F-1EBB-7694-182FBA80133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solidFill>
                <a:ln w="1257" cap="flat">
                  <a:solidFill>
                    <a:schemeClr val="bg1">
                      <a:lumMod val="75000"/>
                    </a:schemeClr>
                  </a:solidFill>
                  <a:prstDash val="solid"/>
                  <a:miter/>
                </a:ln>
              </p:spPr>
              <p:txBody>
                <a:bodyPr rtlCol="0" anchor="ctr"/>
                <a:lstStyle/>
                <a:p>
                  <a:endParaRPr lang="en-US" sz="2000" dirty="0"/>
                </a:p>
              </p:txBody>
            </p:sp>
            <p:sp>
              <p:nvSpPr>
                <p:cNvPr id="32" name="Forme libre : forme 2">
                  <a:extLst>
                    <a:ext uri="{FF2B5EF4-FFF2-40B4-BE49-F238E27FC236}">
                      <a16:creationId xmlns:a16="http://schemas.microsoft.com/office/drawing/2014/main" id="{66D2EF1B-357A-574D-89EB-FA5A21414080}"/>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lumMod val="20000"/>
                    <a:lumOff val="80000"/>
                  </a:schemeClr>
                </a:solidFill>
                <a:ln w="1257" cap="flat">
                  <a:noFill/>
                  <a:prstDash val="solid"/>
                  <a:miter/>
                </a:ln>
              </p:spPr>
              <p:txBody>
                <a:bodyPr rtlCol="0" anchor="ctr"/>
                <a:lstStyle/>
                <a:p>
                  <a:endParaRPr lang="en-US" sz="2000" dirty="0"/>
                </a:p>
              </p:txBody>
            </p:sp>
          </p:grpSp>
          <p:sp>
            <p:nvSpPr>
              <p:cNvPr id="30" name="TextBox 82">
                <a:extLst>
                  <a:ext uri="{FF2B5EF4-FFF2-40B4-BE49-F238E27FC236}">
                    <a16:creationId xmlns:a16="http://schemas.microsoft.com/office/drawing/2014/main" id="{57D9BA36-16C1-7450-198B-1E668A088557}"/>
                  </a:ext>
                </a:extLst>
              </p:cNvPr>
              <p:cNvSpPr txBox="1"/>
              <p:nvPr/>
            </p:nvSpPr>
            <p:spPr>
              <a:xfrm>
                <a:off x="4043575" y="2113732"/>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1"/>
                    </a:solidFill>
                    <a:effectLst/>
                    <a:uLnTx/>
                    <a:uFillTx/>
                    <a:ea typeface="+mn-ea"/>
                    <a:cs typeface="+mn-cs"/>
                  </a:rPr>
                  <a:t>01</a:t>
                </a:r>
              </a:p>
            </p:txBody>
          </p:sp>
        </p:grpSp>
        <p:grpSp>
          <p:nvGrpSpPr>
            <p:cNvPr id="9" name="Groupe 18">
              <a:extLst>
                <a:ext uri="{FF2B5EF4-FFF2-40B4-BE49-F238E27FC236}">
                  <a16:creationId xmlns:a16="http://schemas.microsoft.com/office/drawing/2014/main" id="{3C4D8CFB-6515-4FEA-A1D8-97A9DB8E63CA}"/>
                </a:ext>
              </a:extLst>
            </p:cNvPr>
            <p:cNvGrpSpPr/>
            <p:nvPr/>
          </p:nvGrpSpPr>
          <p:grpSpPr>
            <a:xfrm>
              <a:off x="3548286" y="3668620"/>
              <a:ext cx="1349505" cy="1200329"/>
              <a:chOff x="3641450" y="2075901"/>
              <a:chExt cx="1349505" cy="1200329"/>
            </a:xfrm>
          </p:grpSpPr>
          <p:grpSp>
            <p:nvGrpSpPr>
              <p:cNvPr id="25" name="Groupe 19">
                <a:extLst>
                  <a:ext uri="{FF2B5EF4-FFF2-40B4-BE49-F238E27FC236}">
                    <a16:creationId xmlns:a16="http://schemas.microsoft.com/office/drawing/2014/main" id="{BD108767-E2A7-42E4-5800-295830C25BBA}"/>
                  </a:ext>
                </a:extLst>
              </p:cNvPr>
              <p:cNvGrpSpPr/>
              <p:nvPr/>
            </p:nvGrpSpPr>
            <p:grpSpPr>
              <a:xfrm>
                <a:off x="3641450" y="2387984"/>
                <a:ext cx="1349505" cy="819897"/>
                <a:chOff x="3641450" y="2387984"/>
                <a:chExt cx="1349505" cy="819897"/>
              </a:xfrm>
            </p:grpSpPr>
            <p:sp>
              <p:nvSpPr>
                <p:cNvPr id="27" name="Forme libre : forme 21">
                  <a:extLst>
                    <a:ext uri="{FF2B5EF4-FFF2-40B4-BE49-F238E27FC236}">
                      <a16:creationId xmlns:a16="http://schemas.microsoft.com/office/drawing/2014/main" id="{CF605037-9F32-CF55-4E66-7233981873A8}"/>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solidFill>
                <a:ln w="1257" cap="flat">
                  <a:solidFill>
                    <a:schemeClr val="bg1">
                      <a:lumMod val="75000"/>
                    </a:schemeClr>
                  </a:solidFill>
                  <a:prstDash val="solid"/>
                  <a:miter/>
                </a:ln>
              </p:spPr>
              <p:txBody>
                <a:bodyPr rtlCol="0" anchor="ctr"/>
                <a:lstStyle/>
                <a:p>
                  <a:endParaRPr lang="en-US" sz="2000" dirty="0"/>
                </a:p>
              </p:txBody>
            </p:sp>
            <p:sp>
              <p:nvSpPr>
                <p:cNvPr id="28" name="Forme libre : forme 22">
                  <a:extLst>
                    <a:ext uri="{FF2B5EF4-FFF2-40B4-BE49-F238E27FC236}">
                      <a16:creationId xmlns:a16="http://schemas.microsoft.com/office/drawing/2014/main" id="{FE438605-7CD6-4819-F552-AFC4FCD5D4C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lumMod val="20000"/>
                    <a:lumOff val="80000"/>
                  </a:schemeClr>
                </a:solidFill>
                <a:ln w="1257" cap="flat">
                  <a:noFill/>
                  <a:prstDash val="solid"/>
                  <a:miter/>
                </a:ln>
              </p:spPr>
              <p:txBody>
                <a:bodyPr rtlCol="0" anchor="ctr"/>
                <a:lstStyle/>
                <a:p>
                  <a:endParaRPr lang="en-US" sz="2000" dirty="0"/>
                </a:p>
              </p:txBody>
            </p:sp>
          </p:grpSp>
          <p:sp>
            <p:nvSpPr>
              <p:cNvPr id="26" name="TextBox 82">
                <a:extLst>
                  <a:ext uri="{FF2B5EF4-FFF2-40B4-BE49-F238E27FC236}">
                    <a16:creationId xmlns:a16="http://schemas.microsoft.com/office/drawing/2014/main" id="{AB843349-F94F-C151-1305-B7C9DA751AFC}"/>
                  </a:ext>
                </a:extLst>
              </p:cNvPr>
              <p:cNvSpPr txBox="1"/>
              <p:nvPr/>
            </p:nvSpPr>
            <p:spPr>
              <a:xfrm>
                <a:off x="4073624" y="20759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2"/>
                    </a:solidFill>
                    <a:effectLst/>
                    <a:uLnTx/>
                    <a:uFillTx/>
                    <a:ea typeface="+mn-ea"/>
                    <a:cs typeface="+mn-cs"/>
                  </a:rPr>
                  <a:t>02</a:t>
                </a:r>
              </a:p>
            </p:txBody>
          </p:sp>
        </p:grpSp>
        <p:grpSp>
          <p:nvGrpSpPr>
            <p:cNvPr id="10" name="Groupe 28">
              <a:extLst>
                <a:ext uri="{FF2B5EF4-FFF2-40B4-BE49-F238E27FC236}">
                  <a16:creationId xmlns:a16="http://schemas.microsoft.com/office/drawing/2014/main" id="{8E1C5D80-4A10-AF2C-AC2F-B94E714F3D38}"/>
                </a:ext>
              </a:extLst>
            </p:cNvPr>
            <p:cNvGrpSpPr/>
            <p:nvPr/>
          </p:nvGrpSpPr>
          <p:grpSpPr>
            <a:xfrm>
              <a:off x="5421247" y="2536448"/>
              <a:ext cx="1349505" cy="1200329"/>
              <a:chOff x="3641450" y="2086729"/>
              <a:chExt cx="1349505" cy="1200329"/>
            </a:xfrm>
          </p:grpSpPr>
          <p:grpSp>
            <p:nvGrpSpPr>
              <p:cNvPr id="21" name="Groupe 29">
                <a:extLst>
                  <a:ext uri="{FF2B5EF4-FFF2-40B4-BE49-F238E27FC236}">
                    <a16:creationId xmlns:a16="http://schemas.microsoft.com/office/drawing/2014/main" id="{C59A9232-EE0A-6CF1-FCB0-644CA7D0E354}"/>
                  </a:ext>
                </a:extLst>
              </p:cNvPr>
              <p:cNvGrpSpPr/>
              <p:nvPr/>
            </p:nvGrpSpPr>
            <p:grpSpPr>
              <a:xfrm>
                <a:off x="3641450" y="2387984"/>
                <a:ext cx="1349505" cy="819897"/>
                <a:chOff x="3641450" y="2387984"/>
                <a:chExt cx="1349505" cy="819897"/>
              </a:xfrm>
            </p:grpSpPr>
            <p:sp>
              <p:nvSpPr>
                <p:cNvPr id="23" name="Forme libre : forme 31">
                  <a:extLst>
                    <a:ext uri="{FF2B5EF4-FFF2-40B4-BE49-F238E27FC236}">
                      <a16:creationId xmlns:a16="http://schemas.microsoft.com/office/drawing/2014/main" id="{83F82F83-E10F-2AAB-29D9-A8E7F968ACCE}"/>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solidFill>
                <a:ln w="1257" cap="flat">
                  <a:solidFill>
                    <a:schemeClr val="bg1">
                      <a:lumMod val="75000"/>
                    </a:schemeClr>
                  </a:solidFill>
                  <a:prstDash val="solid"/>
                  <a:miter/>
                </a:ln>
              </p:spPr>
              <p:txBody>
                <a:bodyPr rtlCol="0" anchor="ctr"/>
                <a:lstStyle/>
                <a:p>
                  <a:endParaRPr lang="en-US" sz="2000" dirty="0"/>
                </a:p>
              </p:txBody>
            </p:sp>
            <p:sp>
              <p:nvSpPr>
                <p:cNvPr id="24" name="Forme libre : forme 32">
                  <a:extLst>
                    <a:ext uri="{FF2B5EF4-FFF2-40B4-BE49-F238E27FC236}">
                      <a16:creationId xmlns:a16="http://schemas.microsoft.com/office/drawing/2014/main" id="{3C7B0D9B-EFAD-94CA-C856-D8EC090000D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lumMod val="20000"/>
                    <a:lumOff val="80000"/>
                  </a:schemeClr>
                </a:solidFill>
                <a:ln w="1257" cap="flat">
                  <a:noFill/>
                  <a:prstDash val="solid"/>
                  <a:miter/>
                </a:ln>
              </p:spPr>
              <p:txBody>
                <a:bodyPr rtlCol="0" anchor="ctr"/>
                <a:lstStyle/>
                <a:p>
                  <a:endParaRPr lang="en-US" sz="2000" dirty="0"/>
                </a:p>
              </p:txBody>
            </p:sp>
          </p:grpSp>
          <p:sp>
            <p:nvSpPr>
              <p:cNvPr id="22" name="TextBox 82">
                <a:extLst>
                  <a:ext uri="{FF2B5EF4-FFF2-40B4-BE49-F238E27FC236}">
                    <a16:creationId xmlns:a16="http://schemas.microsoft.com/office/drawing/2014/main" id="{66EDFFA4-2435-1170-B689-BC9DDF28C4DF}"/>
                  </a:ext>
                </a:extLst>
              </p:cNvPr>
              <p:cNvSpPr txBox="1"/>
              <p:nvPr/>
            </p:nvSpPr>
            <p:spPr>
              <a:xfrm>
                <a:off x="4089215" y="2086729"/>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3"/>
                    </a:solidFill>
                    <a:effectLst/>
                    <a:uLnTx/>
                    <a:uFillTx/>
                    <a:ea typeface="+mn-ea"/>
                    <a:cs typeface="+mn-cs"/>
                  </a:rPr>
                  <a:t>03</a:t>
                </a:r>
              </a:p>
            </p:txBody>
          </p:sp>
        </p:grpSp>
        <p:grpSp>
          <p:nvGrpSpPr>
            <p:cNvPr id="11" name="Groupe 33">
              <a:extLst>
                <a:ext uri="{FF2B5EF4-FFF2-40B4-BE49-F238E27FC236}">
                  <a16:creationId xmlns:a16="http://schemas.microsoft.com/office/drawing/2014/main" id="{F6F01178-EBFC-8D6E-A3F3-B6929732E844}"/>
                </a:ext>
              </a:extLst>
            </p:cNvPr>
            <p:cNvGrpSpPr/>
            <p:nvPr/>
          </p:nvGrpSpPr>
          <p:grpSpPr>
            <a:xfrm>
              <a:off x="7294208" y="3685920"/>
              <a:ext cx="1349505" cy="1200329"/>
              <a:chOff x="3641450" y="2093201"/>
              <a:chExt cx="1349505" cy="1200329"/>
            </a:xfrm>
          </p:grpSpPr>
          <p:grpSp>
            <p:nvGrpSpPr>
              <p:cNvPr id="17" name="Groupe 34">
                <a:extLst>
                  <a:ext uri="{FF2B5EF4-FFF2-40B4-BE49-F238E27FC236}">
                    <a16:creationId xmlns:a16="http://schemas.microsoft.com/office/drawing/2014/main" id="{97A2E64F-513B-5951-2523-F16EC3A32380}"/>
                  </a:ext>
                </a:extLst>
              </p:cNvPr>
              <p:cNvGrpSpPr/>
              <p:nvPr/>
            </p:nvGrpSpPr>
            <p:grpSpPr>
              <a:xfrm>
                <a:off x="3641450" y="2387984"/>
                <a:ext cx="1349505" cy="819897"/>
                <a:chOff x="3641450" y="2387984"/>
                <a:chExt cx="1349505" cy="819897"/>
              </a:xfrm>
            </p:grpSpPr>
            <p:sp>
              <p:nvSpPr>
                <p:cNvPr id="19" name="Forme libre : forme 36">
                  <a:extLst>
                    <a:ext uri="{FF2B5EF4-FFF2-40B4-BE49-F238E27FC236}">
                      <a16:creationId xmlns:a16="http://schemas.microsoft.com/office/drawing/2014/main" id="{B643A70B-F7D6-ED93-EB3C-50BA1E467480}"/>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solidFill>
                <a:ln w="1257" cap="flat">
                  <a:solidFill>
                    <a:schemeClr val="bg1">
                      <a:lumMod val="75000"/>
                    </a:schemeClr>
                  </a:solidFill>
                  <a:prstDash val="solid"/>
                  <a:miter/>
                </a:ln>
              </p:spPr>
              <p:txBody>
                <a:bodyPr rtlCol="0" anchor="ctr"/>
                <a:lstStyle/>
                <a:p>
                  <a:endParaRPr lang="en-US" sz="2000" dirty="0"/>
                </a:p>
              </p:txBody>
            </p:sp>
            <p:sp>
              <p:nvSpPr>
                <p:cNvPr id="20" name="Forme libre : forme 37">
                  <a:extLst>
                    <a:ext uri="{FF2B5EF4-FFF2-40B4-BE49-F238E27FC236}">
                      <a16:creationId xmlns:a16="http://schemas.microsoft.com/office/drawing/2014/main" id="{C3CA11E2-18C1-DC22-B5DF-3287C2CB6079}"/>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lumMod val="20000"/>
                    <a:lumOff val="80000"/>
                  </a:schemeClr>
                </a:solidFill>
                <a:ln w="1257" cap="flat">
                  <a:noFill/>
                  <a:prstDash val="solid"/>
                  <a:miter/>
                </a:ln>
              </p:spPr>
              <p:txBody>
                <a:bodyPr rtlCol="0" anchor="ctr"/>
                <a:lstStyle/>
                <a:p>
                  <a:endParaRPr lang="en-US" sz="2000" dirty="0"/>
                </a:p>
              </p:txBody>
            </p:sp>
          </p:grpSp>
          <p:sp>
            <p:nvSpPr>
              <p:cNvPr id="18" name="TextBox 82">
                <a:extLst>
                  <a:ext uri="{FF2B5EF4-FFF2-40B4-BE49-F238E27FC236}">
                    <a16:creationId xmlns:a16="http://schemas.microsoft.com/office/drawing/2014/main" id="{E7AF7208-0197-28B8-FC85-8D2CF8C18E4B}"/>
                  </a:ext>
                </a:extLst>
              </p:cNvPr>
              <p:cNvSpPr txBox="1"/>
              <p:nvPr/>
            </p:nvSpPr>
            <p:spPr>
              <a:xfrm>
                <a:off x="4073625" y="20932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4"/>
                    </a:solidFill>
                    <a:effectLst/>
                    <a:uLnTx/>
                    <a:uFillTx/>
                    <a:ea typeface="+mn-ea"/>
                    <a:cs typeface="+mn-cs"/>
                  </a:rPr>
                  <a:t>04</a:t>
                </a:r>
              </a:p>
            </p:txBody>
          </p:sp>
        </p:grpSp>
        <p:grpSp>
          <p:nvGrpSpPr>
            <p:cNvPr id="12" name="Groupe 38">
              <a:extLst>
                <a:ext uri="{FF2B5EF4-FFF2-40B4-BE49-F238E27FC236}">
                  <a16:creationId xmlns:a16="http://schemas.microsoft.com/office/drawing/2014/main" id="{8B398FBE-9275-57F9-CD77-00EC018E0DF2}"/>
                </a:ext>
              </a:extLst>
            </p:cNvPr>
            <p:cNvGrpSpPr/>
            <p:nvPr/>
          </p:nvGrpSpPr>
          <p:grpSpPr>
            <a:xfrm>
              <a:off x="9167170" y="2557015"/>
              <a:ext cx="1349505" cy="1200329"/>
              <a:chOff x="3641450" y="2107296"/>
              <a:chExt cx="1349505" cy="1200329"/>
            </a:xfrm>
          </p:grpSpPr>
          <p:grpSp>
            <p:nvGrpSpPr>
              <p:cNvPr id="13" name="Groupe 39">
                <a:extLst>
                  <a:ext uri="{FF2B5EF4-FFF2-40B4-BE49-F238E27FC236}">
                    <a16:creationId xmlns:a16="http://schemas.microsoft.com/office/drawing/2014/main" id="{B92FCD6D-D23D-4BD5-839B-2936238CCD77}"/>
                  </a:ext>
                </a:extLst>
              </p:cNvPr>
              <p:cNvGrpSpPr/>
              <p:nvPr/>
            </p:nvGrpSpPr>
            <p:grpSpPr>
              <a:xfrm>
                <a:off x="3641450" y="2387984"/>
                <a:ext cx="1349505" cy="819897"/>
                <a:chOff x="3641450" y="2387984"/>
                <a:chExt cx="1349505" cy="819897"/>
              </a:xfrm>
            </p:grpSpPr>
            <p:sp>
              <p:nvSpPr>
                <p:cNvPr id="15" name="Forme libre : forme 41">
                  <a:extLst>
                    <a:ext uri="{FF2B5EF4-FFF2-40B4-BE49-F238E27FC236}">
                      <a16:creationId xmlns:a16="http://schemas.microsoft.com/office/drawing/2014/main" id="{3C96CF3D-1A9A-E551-18C2-998685E2F30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solidFill>
                <a:ln w="1257" cap="flat">
                  <a:solidFill>
                    <a:schemeClr val="bg1">
                      <a:lumMod val="75000"/>
                    </a:schemeClr>
                  </a:solidFill>
                  <a:prstDash val="solid"/>
                  <a:miter/>
                </a:ln>
              </p:spPr>
              <p:txBody>
                <a:bodyPr rtlCol="0" anchor="ctr"/>
                <a:lstStyle/>
                <a:p>
                  <a:endParaRPr lang="en-US" sz="2000" dirty="0"/>
                </a:p>
              </p:txBody>
            </p:sp>
            <p:sp>
              <p:nvSpPr>
                <p:cNvPr id="16" name="Forme libre : forme 42">
                  <a:extLst>
                    <a:ext uri="{FF2B5EF4-FFF2-40B4-BE49-F238E27FC236}">
                      <a16:creationId xmlns:a16="http://schemas.microsoft.com/office/drawing/2014/main" id="{B35C6845-C991-5649-5459-5DC1762BB753}"/>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lumMod val="20000"/>
                    <a:lumOff val="80000"/>
                  </a:schemeClr>
                </a:solidFill>
                <a:ln w="1257" cap="flat">
                  <a:noFill/>
                  <a:prstDash val="solid"/>
                  <a:miter/>
                </a:ln>
              </p:spPr>
              <p:txBody>
                <a:bodyPr rtlCol="0" anchor="ctr"/>
                <a:lstStyle/>
                <a:p>
                  <a:endParaRPr lang="en-US" sz="2000" dirty="0"/>
                </a:p>
              </p:txBody>
            </p:sp>
          </p:grpSp>
          <p:sp>
            <p:nvSpPr>
              <p:cNvPr id="14" name="TextBox 82">
                <a:extLst>
                  <a:ext uri="{FF2B5EF4-FFF2-40B4-BE49-F238E27FC236}">
                    <a16:creationId xmlns:a16="http://schemas.microsoft.com/office/drawing/2014/main" id="{6A2F2ACB-90AC-30CA-9D0E-4FC5F98035D3}"/>
                  </a:ext>
                </a:extLst>
              </p:cNvPr>
              <p:cNvSpPr txBox="1"/>
              <p:nvPr/>
            </p:nvSpPr>
            <p:spPr>
              <a:xfrm>
                <a:off x="4089215" y="2107296"/>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5"/>
                    </a:solidFill>
                    <a:effectLst/>
                    <a:uLnTx/>
                    <a:uFillTx/>
                    <a:ea typeface="+mn-ea"/>
                    <a:cs typeface="+mn-cs"/>
                  </a:rPr>
                  <a:t>05</a:t>
                </a:r>
              </a:p>
            </p:txBody>
          </p:sp>
        </p:grpSp>
      </p:grpSp>
      <p:grpSp>
        <p:nvGrpSpPr>
          <p:cNvPr id="33" name="Groupe 51">
            <a:extLst>
              <a:ext uri="{FF2B5EF4-FFF2-40B4-BE49-F238E27FC236}">
                <a16:creationId xmlns:a16="http://schemas.microsoft.com/office/drawing/2014/main" id="{705A2221-B41B-E12F-81D7-3E07D9572CEF}"/>
              </a:ext>
            </a:extLst>
          </p:cNvPr>
          <p:cNvGrpSpPr/>
          <p:nvPr/>
        </p:nvGrpSpPr>
        <p:grpSpPr>
          <a:xfrm>
            <a:off x="939474" y="1363876"/>
            <a:ext cx="2395559" cy="1112300"/>
            <a:chOff x="939474" y="3495726"/>
            <a:chExt cx="2395559" cy="1112300"/>
          </a:xfrm>
        </p:grpSpPr>
        <p:sp>
          <p:nvSpPr>
            <p:cNvPr id="34" name="TextBox 82">
              <a:extLst>
                <a:ext uri="{FF2B5EF4-FFF2-40B4-BE49-F238E27FC236}">
                  <a16:creationId xmlns:a16="http://schemas.microsoft.com/office/drawing/2014/main" id="{F445BAA4-7F1D-EE14-0A7A-F215F74B6703}"/>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35" name="TextBox 82">
              <a:extLst>
                <a:ext uri="{FF2B5EF4-FFF2-40B4-BE49-F238E27FC236}">
                  <a16:creationId xmlns:a16="http://schemas.microsoft.com/office/drawing/2014/main" id="{D34A0458-2499-5085-29A6-9638B3D4AD87}"/>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6" name="Groupe 52">
            <a:extLst>
              <a:ext uri="{FF2B5EF4-FFF2-40B4-BE49-F238E27FC236}">
                <a16:creationId xmlns:a16="http://schemas.microsoft.com/office/drawing/2014/main" id="{3724A27D-0EA0-9AA2-55A3-1DA59E7E5351}"/>
              </a:ext>
            </a:extLst>
          </p:cNvPr>
          <p:cNvGrpSpPr/>
          <p:nvPr/>
        </p:nvGrpSpPr>
        <p:grpSpPr>
          <a:xfrm>
            <a:off x="2944798" y="4593478"/>
            <a:ext cx="2395559" cy="1112300"/>
            <a:chOff x="939474" y="3495726"/>
            <a:chExt cx="2395559" cy="1112300"/>
          </a:xfrm>
        </p:grpSpPr>
        <p:sp>
          <p:nvSpPr>
            <p:cNvPr id="37" name="TextBox 82">
              <a:extLst>
                <a:ext uri="{FF2B5EF4-FFF2-40B4-BE49-F238E27FC236}">
                  <a16:creationId xmlns:a16="http://schemas.microsoft.com/office/drawing/2014/main" id="{191E41A0-E507-0BDC-8848-5C8545D2349B}"/>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38" name="TextBox 82">
              <a:extLst>
                <a:ext uri="{FF2B5EF4-FFF2-40B4-BE49-F238E27FC236}">
                  <a16:creationId xmlns:a16="http://schemas.microsoft.com/office/drawing/2014/main" id="{4A36B861-B408-261B-1AD0-FD978C92202F}"/>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9" name="Groupe 55">
            <a:extLst>
              <a:ext uri="{FF2B5EF4-FFF2-40B4-BE49-F238E27FC236}">
                <a16:creationId xmlns:a16="http://schemas.microsoft.com/office/drawing/2014/main" id="{7C5B4148-41BB-6315-CD78-DE909EC44725}"/>
              </a:ext>
            </a:extLst>
          </p:cNvPr>
          <p:cNvGrpSpPr/>
          <p:nvPr/>
        </p:nvGrpSpPr>
        <p:grpSpPr>
          <a:xfrm>
            <a:off x="6851641" y="4593478"/>
            <a:ext cx="2395559" cy="1112300"/>
            <a:chOff x="939474" y="3495726"/>
            <a:chExt cx="2395559" cy="1112300"/>
          </a:xfrm>
        </p:grpSpPr>
        <p:sp>
          <p:nvSpPr>
            <p:cNvPr id="40" name="TextBox 82">
              <a:extLst>
                <a:ext uri="{FF2B5EF4-FFF2-40B4-BE49-F238E27FC236}">
                  <a16:creationId xmlns:a16="http://schemas.microsoft.com/office/drawing/2014/main" id="{C2EA789E-E4BF-674D-35BC-587AE59438EC}"/>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41" name="TextBox 82">
              <a:extLst>
                <a:ext uri="{FF2B5EF4-FFF2-40B4-BE49-F238E27FC236}">
                  <a16:creationId xmlns:a16="http://schemas.microsoft.com/office/drawing/2014/main" id="{4CEA61E8-83A0-4D4B-7AFE-0AA00E0EF963}"/>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42" name="Groupe 58">
            <a:extLst>
              <a:ext uri="{FF2B5EF4-FFF2-40B4-BE49-F238E27FC236}">
                <a16:creationId xmlns:a16="http://schemas.microsoft.com/office/drawing/2014/main" id="{266E4599-CBAB-794C-C9CC-5C030C345216}"/>
              </a:ext>
            </a:extLst>
          </p:cNvPr>
          <p:cNvGrpSpPr/>
          <p:nvPr/>
        </p:nvGrpSpPr>
        <p:grpSpPr>
          <a:xfrm>
            <a:off x="4898220" y="1363876"/>
            <a:ext cx="2395559" cy="1112300"/>
            <a:chOff x="939474" y="3495726"/>
            <a:chExt cx="2395559" cy="1112300"/>
          </a:xfrm>
        </p:grpSpPr>
        <p:sp>
          <p:nvSpPr>
            <p:cNvPr id="43" name="TextBox 82">
              <a:extLst>
                <a:ext uri="{FF2B5EF4-FFF2-40B4-BE49-F238E27FC236}">
                  <a16:creationId xmlns:a16="http://schemas.microsoft.com/office/drawing/2014/main" id="{992411A4-6BA9-E2DF-769E-83192FB38AA3}"/>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44" name="TextBox 82">
              <a:extLst>
                <a:ext uri="{FF2B5EF4-FFF2-40B4-BE49-F238E27FC236}">
                  <a16:creationId xmlns:a16="http://schemas.microsoft.com/office/drawing/2014/main" id="{2727F205-B147-ED03-EA49-9A821BCE913B}"/>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45" name="Groupe 61">
            <a:extLst>
              <a:ext uri="{FF2B5EF4-FFF2-40B4-BE49-F238E27FC236}">
                <a16:creationId xmlns:a16="http://schemas.microsoft.com/office/drawing/2014/main" id="{9E60889D-EF72-6BDF-F118-7DA5444F9738}"/>
              </a:ext>
            </a:extLst>
          </p:cNvPr>
          <p:cNvGrpSpPr/>
          <p:nvPr/>
        </p:nvGrpSpPr>
        <p:grpSpPr>
          <a:xfrm>
            <a:off x="8805062" y="1363876"/>
            <a:ext cx="2395559" cy="1112300"/>
            <a:chOff x="939474" y="3495726"/>
            <a:chExt cx="2395559" cy="1112300"/>
          </a:xfrm>
        </p:grpSpPr>
        <p:sp>
          <p:nvSpPr>
            <p:cNvPr id="46" name="TextBox 82">
              <a:extLst>
                <a:ext uri="{FF2B5EF4-FFF2-40B4-BE49-F238E27FC236}">
                  <a16:creationId xmlns:a16="http://schemas.microsoft.com/office/drawing/2014/main" id="{75DA7FF5-E1F5-1C93-8222-B5DF901B48CB}"/>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47" name="TextBox 82">
              <a:extLst>
                <a:ext uri="{FF2B5EF4-FFF2-40B4-BE49-F238E27FC236}">
                  <a16:creationId xmlns:a16="http://schemas.microsoft.com/office/drawing/2014/main" id="{E47E090A-B9CB-03D2-1ADC-9B0DB261ACAE}"/>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3595308227"/>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CE3950-E95C-DC0B-946D-FA54A39477BA}"/>
              </a:ext>
            </a:extLst>
          </p:cNvPr>
          <p:cNvSpPr>
            <a:spLocks noGrp="1"/>
          </p:cNvSpPr>
          <p:nvPr>
            <p:ph type="title"/>
          </p:nvPr>
        </p:nvSpPr>
        <p:spPr>
          <a:xfrm>
            <a:off x="214184" y="13663"/>
            <a:ext cx="9728886" cy="678316"/>
          </a:xfrm>
        </p:spPr>
        <p:txBody>
          <a:bodyPr>
            <a:normAutofit/>
          </a:bodyPr>
          <a:lstStyle/>
          <a:p>
            <a:r>
              <a:rPr lang="en-US" dirty="0"/>
              <a:t>Light bulb 1</a:t>
            </a:r>
          </a:p>
        </p:txBody>
      </p:sp>
      <p:grpSp>
        <p:nvGrpSpPr>
          <p:cNvPr id="3" name="Groupe 28">
            <a:extLst>
              <a:ext uri="{FF2B5EF4-FFF2-40B4-BE49-F238E27FC236}">
                <a16:creationId xmlns:a16="http://schemas.microsoft.com/office/drawing/2014/main" id="{B26672BC-20FF-6CCA-FD85-B471D4434D12}"/>
              </a:ext>
            </a:extLst>
          </p:cNvPr>
          <p:cNvGrpSpPr>
            <a:grpSpLocks noChangeAspect="1"/>
          </p:cNvGrpSpPr>
          <p:nvPr/>
        </p:nvGrpSpPr>
        <p:grpSpPr>
          <a:xfrm>
            <a:off x="4598212" y="1435404"/>
            <a:ext cx="2995577" cy="4507134"/>
            <a:chOff x="1708776" y="505679"/>
            <a:chExt cx="4614927" cy="6943604"/>
          </a:xfrm>
        </p:grpSpPr>
        <p:sp>
          <p:nvSpPr>
            <p:cNvPr id="4" name="Freeform: Shape 316">
              <a:extLst>
                <a:ext uri="{FF2B5EF4-FFF2-40B4-BE49-F238E27FC236}">
                  <a16:creationId xmlns:a16="http://schemas.microsoft.com/office/drawing/2014/main" id="{B6AF29C6-5DC6-42E3-8493-EEFE9529EB62}"/>
                </a:ext>
              </a:extLst>
            </p:cNvPr>
            <p:cNvSpPr/>
            <p:nvPr/>
          </p:nvSpPr>
          <p:spPr>
            <a:xfrm>
              <a:off x="1988649" y="505679"/>
              <a:ext cx="3795104" cy="1109687"/>
            </a:xfrm>
            <a:custGeom>
              <a:avLst/>
              <a:gdLst>
                <a:gd name="connsiteX0" fmla="*/ 1792175 w 3584351"/>
                <a:gd name="connsiteY0" fmla="*/ 0 h 1048063"/>
                <a:gd name="connsiteX1" fmla="*/ 3498947 w 3584351"/>
                <a:gd name="connsiteY1" fmla="*/ 907483 h 1048063"/>
                <a:gd name="connsiteX2" fmla="*/ 3584351 w 3584351"/>
                <a:gd name="connsiteY2" fmla="*/ 1048063 h 1048063"/>
                <a:gd name="connsiteX3" fmla="*/ 0 w 3584351"/>
                <a:gd name="connsiteY3" fmla="*/ 1048063 h 1048063"/>
                <a:gd name="connsiteX4" fmla="*/ 85404 w 3584351"/>
                <a:gd name="connsiteY4" fmla="*/ 907483 h 1048063"/>
                <a:gd name="connsiteX5" fmla="*/ 1792175 w 3584351"/>
                <a:gd name="connsiteY5" fmla="*/ 0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351" h="1048063">
                  <a:moveTo>
                    <a:pt x="1792175" y="0"/>
                  </a:moveTo>
                  <a:cubicBezTo>
                    <a:pt x="2502653" y="0"/>
                    <a:pt x="3129056" y="359973"/>
                    <a:pt x="3498947" y="907483"/>
                  </a:cubicBezTo>
                  <a:lnTo>
                    <a:pt x="3584351" y="1048063"/>
                  </a:lnTo>
                  <a:lnTo>
                    <a:pt x="0" y="1048063"/>
                  </a:lnTo>
                  <a:lnTo>
                    <a:pt x="85404" y="907483"/>
                  </a:lnTo>
                  <a:cubicBezTo>
                    <a:pt x="455295" y="359973"/>
                    <a:pt x="1081697" y="0"/>
                    <a:pt x="1792175" y="0"/>
                  </a:cubicBezTo>
                  <a:close/>
                </a:path>
              </a:pathLst>
            </a:custGeom>
            <a:gradFill flip="none" rotWithShape="1">
              <a:gsLst>
                <a:gs pos="0">
                  <a:schemeClr val="accent1">
                    <a:lumMod val="75000"/>
                  </a:schemeClr>
                </a:gs>
                <a:gs pos="100000">
                  <a:schemeClr val="accent1"/>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329">
              <a:extLst>
                <a:ext uri="{FF2B5EF4-FFF2-40B4-BE49-F238E27FC236}">
                  <a16:creationId xmlns:a16="http://schemas.microsoft.com/office/drawing/2014/main" id="{DDE6D5F5-7D9F-3367-6844-9019729DD2FC}"/>
                </a:ext>
              </a:extLst>
            </p:cNvPr>
            <p:cNvSpPr/>
            <p:nvPr/>
          </p:nvSpPr>
          <p:spPr>
            <a:xfrm>
              <a:off x="1965063" y="1615366"/>
              <a:ext cx="4358640" cy="1109687"/>
            </a:xfrm>
            <a:custGeom>
              <a:avLst/>
              <a:gdLst>
                <a:gd name="connsiteX0" fmla="*/ 266121 w 4116592"/>
                <a:gd name="connsiteY0" fmla="*/ 0 h 1048063"/>
                <a:gd name="connsiteX1" fmla="*/ 3850472 w 4116592"/>
                <a:gd name="connsiteY1" fmla="*/ 0 h 1048063"/>
                <a:gd name="connsiteX2" fmla="*/ 3868167 w 4116592"/>
                <a:gd name="connsiteY2" fmla="*/ 29127 h 1048063"/>
                <a:gd name="connsiteX3" fmla="*/ 4116592 w 4116592"/>
                <a:gd name="connsiteY3" fmla="*/ 1010232 h 1048063"/>
                <a:gd name="connsiteX4" fmla="*/ 4114801 w 4116592"/>
                <a:gd name="connsiteY4" fmla="*/ 1048063 h 1048063"/>
                <a:gd name="connsiteX5" fmla="*/ 1791 w 4116592"/>
                <a:gd name="connsiteY5" fmla="*/ 1048063 h 1048063"/>
                <a:gd name="connsiteX6" fmla="*/ 0 w 4116592"/>
                <a:gd name="connsiteY6" fmla="*/ 1010232 h 1048063"/>
                <a:gd name="connsiteX7" fmla="*/ 248426 w 4116592"/>
                <a:gd name="connsiteY7" fmla="*/ 2912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6592" h="1048063">
                  <a:moveTo>
                    <a:pt x="266121" y="0"/>
                  </a:moveTo>
                  <a:lnTo>
                    <a:pt x="3850472" y="0"/>
                  </a:lnTo>
                  <a:lnTo>
                    <a:pt x="3868167" y="29127"/>
                  </a:lnTo>
                  <a:cubicBezTo>
                    <a:pt x="4026599" y="320774"/>
                    <a:pt x="4116592" y="654993"/>
                    <a:pt x="4116592" y="1010232"/>
                  </a:cubicBezTo>
                  <a:lnTo>
                    <a:pt x="4114801" y="1048063"/>
                  </a:lnTo>
                  <a:lnTo>
                    <a:pt x="1791" y="1048063"/>
                  </a:lnTo>
                  <a:lnTo>
                    <a:pt x="0" y="1010232"/>
                  </a:lnTo>
                  <a:cubicBezTo>
                    <a:pt x="0" y="654993"/>
                    <a:pt x="89993" y="320774"/>
                    <a:pt x="248426" y="29127"/>
                  </a:cubicBezTo>
                  <a:close/>
                </a:path>
              </a:pathLst>
            </a:custGeom>
            <a:gradFill flip="none" rotWithShape="1">
              <a:gsLst>
                <a:gs pos="0">
                  <a:schemeClr val="accent2">
                    <a:lumMod val="75000"/>
                  </a:schemeClr>
                </a:gs>
                <a:gs pos="100000">
                  <a:schemeClr val="accent2"/>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reeform: Shape 331">
              <a:extLst>
                <a:ext uri="{FF2B5EF4-FFF2-40B4-BE49-F238E27FC236}">
                  <a16:creationId xmlns:a16="http://schemas.microsoft.com/office/drawing/2014/main" id="{91755527-C2AD-F496-290B-DDE7AF4F1BBE}"/>
                </a:ext>
              </a:extLst>
            </p:cNvPr>
            <p:cNvSpPr/>
            <p:nvPr/>
          </p:nvSpPr>
          <p:spPr>
            <a:xfrm>
              <a:off x="1708776" y="2725052"/>
              <a:ext cx="4354847" cy="1109687"/>
            </a:xfrm>
            <a:custGeom>
              <a:avLst/>
              <a:gdLst>
                <a:gd name="connsiteX0" fmla="*/ 0 w 4113010"/>
                <a:gd name="connsiteY0" fmla="*/ 0 h 1048063"/>
                <a:gd name="connsiteX1" fmla="*/ 4113010 w 4113010"/>
                <a:gd name="connsiteY1" fmla="*/ 0 h 1048063"/>
                <a:gd name="connsiteX2" fmla="*/ 4105452 w 4113010"/>
                <a:gd name="connsiteY2" fmla="*/ 159632 h 1048063"/>
                <a:gd name="connsiteX3" fmla="*/ 3895275 w 4113010"/>
                <a:gd name="connsiteY3" fmla="*/ 888098 h 1048063"/>
                <a:gd name="connsiteX4" fmla="*/ 3805229 w 4113010"/>
                <a:gd name="connsiteY4" fmla="*/ 1048063 h 1048063"/>
                <a:gd name="connsiteX5" fmla="*/ 307782 w 4113010"/>
                <a:gd name="connsiteY5" fmla="*/ 1048063 h 1048063"/>
                <a:gd name="connsiteX6" fmla="*/ 217736 w 4113010"/>
                <a:gd name="connsiteY6" fmla="*/ 888098 h 1048063"/>
                <a:gd name="connsiteX7" fmla="*/ 7559 w 4113010"/>
                <a:gd name="connsiteY7" fmla="*/ 159632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3010" h="1048063">
                  <a:moveTo>
                    <a:pt x="0" y="0"/>
                  </a:moveTo>
                  <a:lnTo>
                    <a:pt x="4113010" y="0"/>
                  </a:lnTo>
                  <a:lnTo>
                    <a:pt x="4105452" y="159632"/>
                  </a:lnTo>
                  <a:cubicBezTo>
                    <a:pt x="4080710" y="419582"/>
                    <a:pt x="4007619" y="665435"/>
                    <a:pt x="3895275" y="888098"/>
                  </a:cubicBezTo>
                  <a:lnTo>
                    <a:pt x="3805229" y="1048063"/>
                  </a:lnTo>
                  <a:lnTo>
                    <a:pt x="307782" y="1048063"/>
                  </a:lnTo>
                  <a:lnTo>
                    <a:pt x="217736" y="888098"/>
                  </a:lnTo>
                  <a:cubicBezTo>
                    <a:pt x="105391" y="665435"/>
                    <a:pt x="32301" y="419582"/>
                    <a:pt x="7559" y="159632"/>
                  </a:cubicBezTo>
                  <a:close/>
                </a:path>
              </a:pathLst>
            </a:custGeom>
            <a:gradFill flip="none" rotWithShape="1">
              <a:gsLst>
                <a:gs pos="0">
                  <a:schemeClr val="accent3">
                    <a:lumMod val="75000"/>
                  </a:schemeClr>
                </a:gs>
                <a:gs pos="100000">
                  <a:schemeClr val="accent3"/>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reeform: Shape 333">
              <a:extLst>
                <a:ext uri="{FF2B5EF4-FFF2-40B4-BE49-F238E27FC236}">
                  <a16:creationId xmlns:a16="http://schemas.microsoft.com/office/drawing/2014/main" id="{8FDA6963-DFD1-B28C-C4D2-65407C8F141A}"/>
                </a:ext>
              </a:extLst>
            </p:cNvPr>
            <p:cNvSpPr/>
            <p:nvPr/>
          </p:nvSpPr>
          <p:spPr>
            <a:xfrm>
              <a:off x="2292838" y="3834741"/>
              <a:ext cx="3703089" cy="1109687"/>
            </a:xfrm>
            <a:custGeom>
              <a:avLst/>
              <a:gdLst>
                <a:gd name="connsiteX0" fmla="*/ 3113964 w 3497446"/>
                <a:gd name="connsiteY0" fmla="*/ 452673 h 1048063"/>
                <a:gd name="connsiteX1" fmla="*/ 3054557 w 3497446"/>
                <a:gd name="connsiteY1" fmla="*/ 518035 h 1048063"/>
                <a:gd name="connsiteX2" fmla="*/ 2786651 w 3497446"/>
                <a:gd name="connsiteY2" fmla="*/ 1043563 h 1048063"/>
                <a:gd name="connsiteX3" fmla="*/ 2785848 w 3497446"/>
                <a:gd name="connsiteY3" fmla="*/ 1048063 h 1048063"/>
                <a:gd name="connsiteX4" fmla="*/ 2745599 w 3497446"/>
                <a:gd name="connsiteY4" fmla="*/ 1048063 h 1048063"/>
                <a:gd name="connsiteX5" fmla="*/ 2745599 w 3497446"/>
                <a:gd name="connsiteY5" fmla="*/ 714396 h 1048063"/>
                <a:gd name="connsiteX6" fmla="*/ 2899537 w 3497446"/>
                <a:gd name="connsiteY6" fmla="*/ 620876 h 1048063"/>
                <a:gd name="connsiteX7" fmla="*/ 3095726 w 3497446"/>
                <a:gd name="connsiteY7" fmla="*/ 470480 h 1048063"/>
                <a:gd name="connsiteX8" fmla="*/ 3194501 w 3497446"/>
                <a:gd name="connsiteY8" fmla="*/ 374034 h 1048063"/>
                <a:gd name="connsiteX9" fmla="*/ 3113964 w 3497446"/>
                <a:gd name="connsiteY9" fmla="*/ 452673 h 1048063"/>
                <a:gd name="connsiteX10" fmla="*/ 3142389 w 3497446"/>
                <a:gd name="connsiteY10" fmla="*/ 421397 h 1048063"/>
                <a:gd name="connsiteX11" fmla="*/ 0 w 3497446"/>
                <a:gd name="connsiteY11" fmla="*/ 0 h 1048063"/>
                <a:gd name="connsiteX12" fmla="*/ 3497446 w 3497446"/>
                <a:gd name="connsiteY12" fmla="*/ 0 h 1048063"/>
                <a:gd name="connsiteX13" fmla="*/ 3496016 w 3497446"/>
                <a:gd name="connsiteY13" fmla="*/ 2541 h 1048063"/>
                <a:gd name="connsiteX14" fmla="*/ 3272311 w 3497446"/>
                <a:gd name="connsiteY14" fmla="*/ 298057 h 1048063"/>
                <a:gd name="connsiteX15" fmla="*/ 3194500 w 3497446"/>
                <a:gd name="connsiteY15" fmla="*/ 374034 h 1048063"/>
                <a:gd name="connsiteX16" fmla="*/ 3142388 w 3497446"/>
                <a:gd name="connsiteY16" fmla="*/ 421397 h 1048063"/>
                <a:gd name="connsiteX17" fmla="*/ 3113963 w 3497446"/>
                <a:gd name="connsiteY17" fmla="*/ 452673 h 1048063"/>
                <a:gd name="connsiteX18" fmla="*/ 3095725 w 3497446"/>
                <a:gd name="connsiteY18" fmla="*/ 470480 h 1048063"/>
                <a:gd name="connsiteX19" fmla="*/ 2899536 w 3497446"/>
                <a:gd name="connsiteY19" fmla="*/ 620876 h 1048063"/>
                <a:gd name="connsiteX20" fmla="*/ 2745598 w 3497446"/>
                <a:gd name="connsiteY20" fmla="*/ 714396 h 1048063"/>
                <a:gd name="connsiteX21" fmla="*/ 2745598 w 3497446"/>
                <a:gd name="connsiteY21" fmla="*/ 1048063 h 1048063"/>
                <a:gd name="connsiteX22" fmla="*/ 711603 w 3497446"/>
                <a:gd name="connsiteY22" fmla="*/ 1048063 h 1048063"/>
                <a:gd name="connsiteX23" fmla="*/ 710801 w 3497446"/>
                <a:gd name="connsiteY23" fmla="*/ 1043563 h 1048063"/>
                <a:gd name="connsiteX24" fmla="*/ 442893 w 3497446"/>
                <a:gd name="connsiteY24" fmla="*/ 518035 h 1048063"/>
                <a:gd name="connsiteX25" fmla="*/ 383505 w 3497446"/>
                <a:gd name="connsiteY25" fmla="*/ 452691 h 1048063"/>
                <a:gd name="connsiteX26" fmla="*/ 383495 w 3497446"/>
                <a:gd name="connsiteY26" fmla="*/ 452682 h 1048063"/>
                <a:gd name="connsiteX27" fmla="*/ 383487 w 3497446"/>
                <a:gd name="connsiteY27" fmla="*/ 452673 h 1048063"/>
                <a:gd name="connsiteX28" fmla="*/ 302941 w 3497446"/>
                <a:gd name="connsiteY28" fmla="*/ 374027 h 1048063"/>
                <a:gd name="connsiteX29" fmla="*/ 302926 w 3497446"/>
                <a:gd name="connsiteY29" fmla="*/ 374014 h 1048063"/>
                <a:gd name="connsiteX30" fmla="*/ 225135 w 3497446"/>
                <a:gd name="connsiteY30" fmla="*/ 298057 h 1048063"/>
                <a:gd name="connsiteX31" fmla="*/ 1431 w 3497446"/>
                <a:gd name="connsiteY31" fmla="*/ 2541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497446" h="1048063">
                  <a:moveTo>
                    <a:pt x="3113964" y="452673"/>
                  </a:moveTo>
                  <a:lnTo>
                    <a:pt x="3054557" y="518035"/>
                  </a:lnTo>
                  <a:cubicBezTo>
                    <a:pt x="2929759" y="669258"/>
                    <a:pt x="2836993" y="847896"/>
                    <a:pt x="2786651" y="1043563"/>
                  </a:cubicBezTo>
                  <a:lnTo>
                    <a:pt x="2785848" y="1048063"/>
                  </a:lnTo>
                  <a:lnTo>
                    <a:pt x="2745599" y="1048063"/>
                  </a:lnTo>
                  <a:lnTo>
                    <a:pt x="2745599" y="714396"/>
                  </a:lnTo>
                  <a:lnTo>
                    <a:pt x="2899537" y="620876"/>
                  </a:lnTo>
                  <a:cubicBezTo>
                    <a:pt x="2967976" y="574640"/>
                    <a:pt x="3033484" y="524396"/>
                    <a:pt x="3095726" y="470480"/>
                  </a:cubicBezTo>
                  <a:close/>
                  <a:moveTo>
                    <a:pt x="3194501" y="374034"/>
                  </a:moveTo>
                  <a:lnTo>
                    <a:pt x="3113964" y="452673"/>
                  </a:lnTo>
                  <a:lnTo>
                    <a:pt x="3142389" y="421397"/>
                  </a:lnTo>
                  <a:close/>
                  <a:moveTo>
                    <a:pt x="0" y="0"/>
                  </a:moveTo>
                  <a:lnTo>
                    <a:pt x="3497446" y="0"/>
                  </a:lnTo>
                  <a:lnTo>
                    <a:pt x="3496016" y="2541"/>
                  </a:lnTo>
                  <a:cubicBezTo>
                    <a:pt x="3430314" y="107791"/>
                    <a:pt x="3355367" y="206675"/>
                    <a:pt x="3272311" y="298057"/>
                  </a:cubicBezTo>
                  <a:lnTo>
                    <a:pt x="3194500" y="374034"/>
                  </a:lnTo>
                  <a:lnTo>
                    <a:pt x="3142388" y="421397"/>
                  </a:lnTo>
                  <a:lnTo>
                    <a:pt x="3113963" y="452673"/>
                  </a:lnTo>
                  <a:lnTo>
                    <a:pt x="3095725" y="470480"/>
                  </a:lnTo>
                  <a:cubicBezTo>
                    <a:pt x="3033483" y="524396"/>
                    <a:pt x="2967975" y="574640"/>
                    <a:pt x="2899536" y="620876"/>
                  </a:cubicBezTo>
                  <a:lnTo>
                    <a:pt x="2745598" y="714396"/>
                  </a:lnTo>
                  <a:lnTo>
                    <a:pt x="2745598" y="1048063"/>
                  </a:lnTo>
                  <a:lnTo>
                    <a:pt x="711603" y="1048063"/>
                  </a:lnTo>
                  <a:lnTo>
                    <a:pt x="710801" y="1043563"/>
                  </a:lnTo>
                  <a:cubicBezTo>
                    <a:pt x="660458" y="847896"/>
                    <a:pt x="567693" y="669258"/>
                    <a:pt x="442893" y="518035"/>
                  </a:cubicBezTo>
                  <a:lnTo>
                    <a:pt x="383505" y="452691"/>
                  </a:lnTo>
                  <a:lnTo>
                    <a:pt x="383495" y="452682"/>
                  </a:lnTo>
                  <a:lnTo>
                    <a:pt x="383487" y="452673"/>
                  </a:lnTo>
                  <a:lnTo>
                    <a:pt x="302941" y="374027"/>
                  </a:lnTo>
                  <a:lnTo>
                    <a:pt x="302926" y="374014"/>
                  </a:lnTo>
                  <a:lnTo>
                    <a:pt x="225135" y="298057"/>
                  </a:lnTo>
                  <a:cubicBezTo>
                    <a:pt x="142080" y="206675"/>
                    <a:pt x="67132" y="107791"/>
                    <a:pt x="1431" y="2541"/>
                  </a:cubicBezTo>
                  <a:close/>
                </a:path>
              </a:pathLst>
            </a:custGeom>
            <a:gradFill flip="none" rotWithShape="1">
              <a:gsLst>
                <a:gs pos="0">
                  <a:schemeClr val="accent4">
                    <a:lumMod val="75000"/>
                  </a:schemeClr>
                </a:gs>
                <a:gs pos="100000">
                  <a:schemeClr val="accent4"/>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335">
              <a:extLst>
                <a:ext uri="{FF2B5EF4-FFF2-40B4-BE49-F238E27FC236}">
                  <a16:creationId xmlns:a16="http://schemas.microsoft.com/office/drawing/2014/main" id="{4311E366-F991-296A-4C2D-3E7F28C01450}"/>
                </a:ext>
              </a:extLst>
            </p:cNvPr>
            <p:cNvSpPr/>
            <p:nvPr/>
          </p:nvSpPr>
          <p:spPr>
            <a:xfrm>
              <a:off x="2788100" y="4944428"/>
              <a:ext cx="2196207" cy="1109687"/>
            </a:xfrm>
            <a:custGeom>
              <a:avLst/>
              <a:gdLst>
                <a:gd name="connsiteX0" fmla="*/ 2033996 w 2074245"/>
                <a:gd name="connsiteY0" fmla="*/ 0 h 1048063"/>
                <a:gd name="connsiteX1" fmla="*/ 2074245 w 2074245"/>
                <a:gd name="connsiteY1" fmla="*/ 0 h 1048063"/>
                <a:gd name="connsiteX2" fmla="*/ 2039230 w 2074245"/>
                <a:gd name="connsiteY2" fmla="*/ 196457 h 1048063"/>
                <a:gd name="connsiteX3" fmla="*/ 2033996 w 2074245"/>
                <a:gd name="connsiteY3" fmla="*/ 300108 h 1048063"/>
                <a:gd name="connsiteX4" fmla="*/ 0 w 2074245"/>
                <a:gd name="connsiteY4" fmla="*/ 0 h 1048063"/>
                <a:gd name="connsiteX5" fmla="*/ 2033995 w 2074245"/>
                <a:gd name="connsiteY5" fmla="*/ 0 h 1048063"/>
                <a:gd name="connsiteX6" fmla="*/ 2033995 w 2074245"/>
                <a:gd name="connsiteY6" fmla="*/ 300108 h 1048063"/>
                <a:gd name="connsiteX7" fmla="*/ 2033995 w 2074245"/>
                <a:gd name="connsiteY7" fmla="*/ 371083 h 1048063"/>
                <a:gd name="connsiteX8" fmla="*/ 2033995 w 2074245"/>
                <a:gd name="connsiteY8" fmla="*/ 633084 h 1048063"/>
                <a:gd name="connsiteX9" fmla="*/ 1619016 w 2074245"/>
                <a:gd name="connsiteY9" fmla="*/ 1048063 h 1048063"/>
                <a:gd name="connsiteX10" fmla="*/ 455224 w 2074245"/>
                <a:gd name="connsiteY10" fmla="*/ 1048063 h 1048063"/>
                <a:gd name="connsiteX11" fmla="*/ 40245 w 2074245"/>
                <a:gd name="connsiteY11" fmla="*/ 633084 h 1048063"/>
                <a:gd name="connsiteX12" fmla="*/ 40245 w 2074245"/>
                <a:gd name="connsiteY12" fmla="*/ 371122 h 1048063"/>
                <a:gd name="connsiteX13" fmla="*/ 40245 w 2074245"/>
                <a:gd name="connsiteY13" fmla="*/ 300068 h 1048063"/>
                <a:gd name="connsiteX14" fmla="*/ 40245 w 2074245"/>
                <a:gd name="connsiteY14" fmla="*/ 300048 h 1048063"/>
                <a:gd name="connsiteX15" fmla="*/ 35014 w 2074245"/>
                <a:gd name="connsiteY15" fmla="*/ 19645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74245" h="1048063">
                  <a:moveTo>
                    <a:pt x="2033996" y="0"/>
                  </a:moveTo>
                  <a:lnTo>
                    <a:pt x="2074245" y="0"/>
                  </a:lnTo>
                  <a:lnTo>
                    <a:pt x="2039230" y="196457"/>
                  </a:lnTo>
                  <a:lnTo>
                    <a:pt x="2033996" y="300108"/>
                  </a:lnTo>
                  <a:close/>
                  <a:moveTo>
                    <a:pt x="0" y="0"/>
                  </a:moveTo>
                  <a:lnTo>
                    <a:pt x="2033995" y="0"/>
                  </a:lnTo>
                  <a:lnTo>
                    <a:pt x="2033995" y="300108"/>
                  </a:lnTo>
                  <a:lnTo>
                    <a:pt x="2033995" y="371083"/>
                  </a:lnTo>
                  <a:lnTo>
                    <a:pt x="2033995" y="633084"/>
                  </a:lnTo>
                  <a:cubicBezTo>
                    <a:pt x="2033995" y="862271"/>
                    <a:pt x="1848203" y="1048063"/>
                    <a:pt x="1619016" y="1048063"/>
                  </a:cubicBezTo>
                  <a:lnTo>
                    <a:pt x="455224" y="1048063"/>
                  </a:lnTo>
                  <a:cubicBezTo>
                    <a:pt x="226037" y="1048063"/>
                    <a:pt x="40245" y="862271"/>
                    <a:pt x="40245" y="633084"/>
                  </a:cubicBezTo>
                  <a:lnTo>
                    <a:pt x="40245" y="371122"/>
                  </a:lnTo>
                  <a:lnTo>
                    <a:pt x="40245" y="300068"/>
                  </a:lnTo>
                  <a:lnTo>
                    <a:pt x="40245" y="300048"/>
                  </a:lnTo>
                  <a:lnTo>
                    <a:pt x="35014" y="196457"/>
                  </a:lnTo>
                  <a:close/>
                </a:path>
              </a:pathLst>
            </a:custGeom>
            <a:gradFill flip="none" rotWithShape="1">
              <a:gsLst>
                <a:gs pos="0">
                  <a:schemeClr val="accent5">
                    <a:lumMod val="75000"/>
                  </a:schemeClr>
                </a:gs>
                <a:gs pos="100000">
                  <a:schemeClr val="accent5"/>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Rectangle: Rounded Corners 119">
              <a:extLst>
                <a:ext uri="{FF2B5EF4-FFF2-40B4-BE49-F238E27FC236}">
                  <a16:creationId xmlns:a16="http://schemas.microsoft.com/office/drawing/2014/main" id="{B4956F60-7A6C-A3A0-A49C-3DFF18443914}"/>
                </a:ext>
              </a:extLst>
            </p:cNvPr>
            <p:cNvSpPr/>
            <p:nvPr/>
          </p:nvSpPr>
          <p:spPr>
            <a:xfrm>
              <a:off x="3032897" y="620804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Rounded Corners 336">
              <a:extLst>
                <a:ext uri="{FF2B5EF4-FFF2-40B4-BE49-F238E27FC236}">
                  <a16:creationId xmlns:a16="http://schemas.microsoft.com/office/drawing/2014/main" id="{4104ADDC-113C-9827-A751-2E2E4DEC1602}"/>
                </a:ext>
              </a:extLst>
            </p:cNvPr>
            <p:cNvSpPr/>
            <p:nvPr/>
          </p:nvSpPr>
          <p:spPr>
            <a:xfrm>
              <a:off x="3032897" y="6548016"/>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Rounded Corners 337">
              <a:extLst>
                <a:ext uri="{FF2B5EF4-FFF2-40B4-BE49-F238E27FC236}">
                  <a16:creationId xmlns:a16="http://schemas.microsoft.com/office/drawing/2014/main" id="{0F56DAA1-375F-A802-3E50-0837A83D4A9B}"/>
                </a:ext>
              </a:extLst>
            </p:cNvPr>
            <p:cNvSpPr/>
            <p:nvPr/>
          </p:nvSpPr>
          <p:spPr>
            <a:xfrm>
              <a:off x="3032897" y="688799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Rounded Corners 338">
              <a:extLst>
                <a:ext uri="{FF2B5EF4-FFF2-40B4-BE49-F238E27FC236}">
                  <a16:creationId xmlns:a16="http://schemas.microsoft.com/office/drawing/2014/main" id="{9329F5DA-4A0A-96C4-C4CB-29C5B0C53D9F}"/>
                </a:ext>
              </a:extLst>
            </p:cNvPr>
            <p:cNvSpPr/>
            <p:nvPr/>
          </p:nvSpPr>
          <p:spPr>
            <a:xfrm>
              <a:off x="3462073" y="7227966"/>
              <a:ext cx="848254"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Connector 354">
              <a:extLst>
                <a:ext uri="{FF2B5EF4-FFF2-40B4-BE49-F238E27FC236}">
                  <a16:creationId xmlns:a16="http://schemas.microsoft.com/office/drawing/2014/main" id="{EEC82FA6-364D-1130-BC6E-F01FFAC1E3A2}"/>
                </a:ext>
              </a:extLst>
            </p:cNvPr>
            <p:cNvCxnSpPr>
              <a:cxnSpLocks/>
            </p:cNvCxnSpPr>
            <p:nvPr/>
          </p:nvCxnSpPr>
          <p:spPr>
            <a:xfrm>
              <a:off x="4600448" y="1833255"/>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4" name="Straight Connector 358">
              <a:extLst>
                <a:ext uri="{FF2B5EF4-FFF2-40B4-BE49-F238E27FC236}">
                  <a16:creationId xmlns:a16="http://schemas.microsoft.com/office/drawing/2014/main" id="{AF33C828-6B76-21B5-A3F1-EB864A4B01DD}"/>
                </a:ext>
              </a:extLst>
            </p:cNvPr>
            <p:cNvCxnSpPr>
              <a:cxnSpLocks/>
            </p:cNvCxnSpPr>
            <p:nvPr/>
          </p:nvCxnSpPr>
          <p:spPr>
            <a:xfrm>
              <a:off x="4373880" y="4048208"/>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07A981AC-8969-D7E8-E8ED-78F78AD8604E}"/>
                </a:ext>
              </a:extLst>
            </p:cNvPr>
            <p:cNvSpPr/>
            <p:nvPr/>
          </p:nvSpPr>
          <p:spPr>
            <a:xfrm flipH="1">
              <a:off x="2571826" y="2828625"/>
              <a:ext cx="730588" cy="853479"/>
            </a:xfrm>
            <a:prstGeom prst="rect">
              <a:avLst/>
            </a:prstGeom>
          </p:spPr>
          <p:txBody>
            <a:bodyPr wrap="square" lIns="0" tIns="0" rIns="0" bIns="0" anchor="ctr">
              <a:spAutoFit/>
            </a:bodyPr>
            <a:lstStyle/>
            <a:p>
              <a:pPr algn="ctr"/>
              <a:r>
                <a:rPr lang="en-US" sz="3600" b="1" dirty="0">
                  <a:solidFill>
                    <a:schemeClr val="lt1"/>
                  </a:solidFill>
                  <a:latin typeface="+mj-lt"/>
                </a:rPr>
                <a:t>3</a:t>
              </a:r>
              <a:endParaRPr lang="en-US" sz="1200" b="1" dirty="0">
                <a:solidFill>
                  <a:schemeClr val="lt1"/>
                </a:solidFill>
                <a:latin typeface="Montserrat Black" panose="00000A00000000000000" pitchFamily="2" charset="0"/>
                <a:cs typeface="Arial" panose="020B0604020202020204" pitchFamily="34" charset="0"/>
              </a:endParaRPr>
            </a:p>
          </p:txBody>
        </p:sp>
        <p:cxnSp>
          <p:nvCxnSpPr>
            <p:cNvPr id="16" name="Straight Connector 361">
              <a:extLst>
                <a:ext uri="{FF2B5EF4-FFF2-40B4-BE49-F238E27FC236}">
                  <a16:creationId xmlns:a16="http://schemas.microsoft.com/office/drawing/2014/main" id="{3F354816-58C0-0554-D557-5D16C939ADB7}"/>
                </a:ext>
              </a:extLst>
            </p:cNvPr>
            <p:cNvCxnSpPr>
              <a:cxnSpLocks/>
            </p:cNvCxnSpPr>
            <p:nvPr/>
          </p:nvCxnSpPr>
          <p:spPr>
            <a:xfrm flipH="1">
              <a:off x="3715434" y="754979"/>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7" name="Straight Connector 364">
              <a:extLst>
                <a:ext uri="{FF2B5EF4-FFF2-40B4-BE49-F238E27FC236}">
                  <a16:creationId xmlns:a16="http://schemas.microsoft.com/office/drawing/2014/main" id="{2BCFE3A3-2688-964C-577D-63B14726B2D8}"/>
                </a:ext>
              </a:extLst>
            </p:cNvPr>
            <p:cNvCxnSpPr>
              <a:cxnSpLocks/>
            </p:cNvCxnSpPr>
            <p:nvPr/>
          </p:nvCxnSpPr>
          <p:spPr>
            <a:xfrm flipH="1">
              <a:off x="3349674" y="2938520"/>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8" name="Straight Connector 367">
              <a:extLst>
                <a:ext uri="{FF2B5EF4-FFF2-40B4-BE49-F238E27FC236}">
                  <a16:creationId xmlns:a16="http://schemas.microsoft.com/office/drawing/2014/main" id="{6892D3B9-401F-7923-D51E-7361283C1FC3}"/>
                </a:ext>
              </a:extLst>
            </p:cNvPr>
            <p:cNvCxnSpPr>
              <a:cxnSpLocks/>
            </p:cNvCxnSpPr>
            <p:nvPr/>
          </p:nvCxnSpPr>
          <p:spPr>
            <a:xfrm flipH="1">
              <a:off x="3696892" y="5162834"/>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34806676-69D7-4E80-9C9A-980330373CB9}"/>
                </a:ext>
              </a:extLst>
            </p:cNvPr>
            <p:cNvSpPr/>
            <p:nvPr/>
          </p:nvSpPr>
          <p:spPr>
            <a:xfrm flipH="1">
              <a:off x="4600448" y="1736591"/>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2</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0" name="Rectangle 19">
              <a:extLst>
                <a:ext uri="{FF2B5EF4-FFF2-40B4-BE49-F238E27FC236}">
                  <a16:creationId xmlns:a16="http://schemas.microsoft.com/office/drawing/2014/main" id="{510F5BA7-A569-356D-81D2-FB68B470A634}"/>
                </a:ext>
              </a:extLst>
            </p:cNvPr>
            <p:cNvSpPr/>
            <p:nvPr/>
          </p:nvSpPr>
          <p:spPr>
            <a:xfrm flipH="1">
              <a:off x="2972978" y="66961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1</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1" name="Rectangle 20">
              <a:extLst>
                <a:ext uri="{FF2B5EF4-FFF2-40B4-BE49-F238E27FC236}">
                  <a16:creationId xmlns:a16="http://schemas.microsoft.com/office/drawing/2014/main" id="{03012952-9490-13CA-1BB6-2E38C4488EF6}"/>
                </a:ext>
              </a:extLst>
            </p:cNvPr>
            <p:cNvSpPr/>
            <p:nvPr/>
          </p:nvSpPr>
          <p:spPr>
            <a:xfrm flipH="1">
              <a:off x="4411217" y="3955882"/>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4</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2" name="Rectangle 21">
              <a:extLst>
                <a:ext uri="{FF2B5EF4-FFF2-40B4-BE49-F238E27FC236}">
                  <a16:creationId xmlns:a16="http://schemas.microsoft.com/office/drawing/2014/main" id="{D6ECE282-9BB7-705B-F2A4-1C7CF568886F}"/>
                </a:ext>
              </a:extLst>
            </p:cNvPr>
            <p:cNvSpPr/>
            <p:nvPr/>
          </p:nvSpPr>
          <p:spPr>
            <a:xfrm flipH="1">
              <a:off x="2937119" y="508373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5</a:t>
              </a:r>
              <a:endParaRPr lang="en-US" sz="1200" b="1" dirty="0">
                <a:solidFill>
                  <a:schemeClr val="lt1"/>
                </a:solidFill>
                <a:latin typeface="Montserrat Black" panose="00000A00000000000000" pitchFamily="2" charset="0"/>
                <a:cs typeface="Arial" panose="020B0604020202020204" pitchFamily="34" charset="0"/>
              </a:endParaRPr>
            </a:p>
          </p:txBody>
        </p:sp>
      </p:grpSp>
      <p:sp>
        <p:nvSpPr>
          <p:cNvPr id="23" name="TextBox 37">
            <a:extLst>
              <a:ext uri="{FF2B5EF4-FFF2-40B4-BE49-F238E27FC236}">
                <a16:creationId xmlns:a16="http://schemas.microsoft.com/office/drawing/2014/main" id="{0BA80CDF-3AD0-DABD-5DCC-9D23AEE76F1C}"/>
              </a:ext>
            </a:extLst>
          </p:cNvPr>
          <p:cNvSpPr txBox="1"/>
          <p:nvPr/>
        </p:nvSpPr>
        <p:spPr>
          <a:xfrm>
            <a:off x="7484237" y="1386939"/>
            <a:ext cx="3884873" cy="1077218"/>
          </a:xfrm>
          <a:prstGeom prst="rect">
            <a:avLst/>
          </a:prstGeom>
          <a:noFill/>
        </p:spPr>
        <p:txBody>
          <a:bodyPr wrap="square" rtlCol="0" anchor="ctr">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TextBox 37 - 1">
            <a:extLst>
              <a:ext uri="{FF2B5EF4-FFF2-40B4-BE49-F238E27FC236}">
                <a16:creationId xmlns:a16="http://schemas.microsoft.com/office/drawing/2014/main" id="{B2D19E95-23D9-60B2-63DF-D5832C6A9FA7}"/>
              </a:ext>
            </a:extLst>
          </p:cNvPr>
          <p:cNvSpPr txBox="1"/>
          <p:nvPr/>
        </p:nvSpPr>
        <p:spPr>
          <a:xfrm>
            <a:off x="7650883" y="2855701"/>
            <a:ext cx="3702917" cy="1077218"/>
          </a:xfrm>
          <a:prstGeom prst="rect">
            <a:avLst/>
          </a:prstGeom>
          <a:noFill/>
        </p:spPr>
        <p:txBody>
          <a:bodyPr wrap="square" rtlCol="0" anchor="ctr">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5" name="TextBox 37 - 2">
            <a:extLst>
              <a:ext uri="{FF2B5EF4-FFF2-40B4-BE49-F238E27FC236}">
                <a16:creationId xmlns:a16="http://schemas.microsoft.com/office/drawing/2014/main" id="{48832E03-DECA-5C1B-4633-8B78738BC4A4}"/>
              </a:ext>
            </a:extLst>
          </p:cNvPr>
          <p:cNvSpPr txBox="1"/>
          <p:nvPr/>
        </p:nvSpPr>
        <p:spPr>
          <a:xfrm>
            <a:off x="6856338" y="4201353"/>
            <a:ext cx="4512772" cy="1077218"/>
          </a:xfrm>
          <a:prstGeom prst="rect">
            <a:avLst/>
          </a:prstGeom>
          <a:noFill/>
        </p:spPr>
        <p:txBody>
          <a:bodyPr wrap="square" rtlCol="0" anchor="ctr">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37">
            <a:extLst>
              <a:ext uri="{FF2B5EF4-FFF2-40B4-BE49-F238E27FC236}">
                <a16:creationId xmlns:a16="http://schemas.microsoft.com/office/drawing/2014/main" id="{1F4CA252-1B4C-D560-7AED-F0A0FE5F60D6}"/>
              </a:ext>
            </a:extLst>
          </p:cNvPr>
          <p:cNvSpPr txBox="1"/>
          <p:nvPr/>
        </p:nvSpPr>
        <p:spPr>
          <a:xfrm>
            <a:off x="838200" y="2070985"/>
            <a:ext cx="3646768" cy="1077218"/>
          </a:xfrm>
          <a:prstGeom prst="rect">
            <a:avLst/>
          </a:prstGeom>
          <a:noFill/>
        </p:spPr>
        <p:txBody>
          <a:bodyPr wrap="square" rtlCol="0" anchor="ctr">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26">
            <a:extLst>
              <a:ext uri="{FF2B5EF4-FFF2-40B4-BE49-F238E27FC236}">
                <a16:creationId xmlns:a16="http://schemas.microsoft.com/office/drawing/2014/main" id="{0353FEB1-BC13-B432-F26B-22DD811B2CB4}"/>
              </a:ext>
            </a:extLst>
          </p:cNvPr>
          <p:cNvSpPr txBox="1"/>
          <p:nvPr/>
        </p:nvSpPr>
        <p:spPr>
          <a:xfrm>
            <a:off x="838200" y="3559067"/>
            <a:ext cx="3851040" cy="1077218"/>
          </a:xfrm>
          <a:prstGeom prst="rect">
            <a:avLst/>
          </a:prstGeom>
          <a:noFill/>
        </p:spPr>
        <p:txBody>
          <a:bodyPr wrap="square" rtlCol="0" anchor="ctr">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24632563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93F6EB-E600-9204-F7BB-47E341469F63}"/>
              </a:ext>
            </a:extLst>
          </p:cNvPr>
          <p:cNvSpPr>
            <a:spLocks noGrp="1"/>
          </p:cNvSpPr>
          <p:nvPr>
            <p:ph type="title"/>
          </p:nvPr>
        </p:nvSpPr>
        <p:spPr>
          <a:xfrm>
            <a:off x="214184" y="13663"/>
            <a:ext cx="9728886" cy="678316"/>
          </a:xfrm>
        </p:spPr>
        <p:txBody>
          <a:bodyPr>
            <a:normAutofit/>
          </a:bodyPr>
          <a:lstStyle/>
          <a:p>
            <a:r>
              <a:rPr lang="en-US" dirty="0"/>
              <a:t>Steps 09</a:t>
            </a:r>
          </a:p>
        </p:txBody>
      </p:sp>
      <p:grpSp>
        <p:nvGrpSpPr>
          <p:cNvPr id="3" name="Groupe 33">
            <a:extLst>
              <a:ext uri="{FF2B5EF4-FFF2-40B4-BE49-F238E27FC236}">
                <a16:creationId xmlns:a16="http://schemas.microsoft.com/office/drawing/2014/main" id="{E8D6FCCC-2F89-976A-3650-91A532C20837}"/>
              </a:ext>
            </a:extLst>
          </p:cNvPr>
          <p:cNvGrpSpPr>
            <a:grpSpLocks noChangeAspect="1"/>
          </p:cNvGrpSpPr>
          <p:nvPr/>
        </p:nvGrpSpPr>
        <p:grpSpPr>
          <a:xfrm>
            <a:off x="1116336" y="1320826"/>
            <a:ext cx="3469058" cy="4534724"/>
            <a:chOff x="794744" y="347393"/>
            <a:chExt cx="4338135" cy="5670779"/>
          </a:xfrm>
        </p:grpSpPr>
        <p:sp>
          <p:nvSpPr>
            <p:cNvPr id="4" name="Rectangle 3">
              <a:extLst>
                <a:ext uri="{FF2B5EF4-FFF2-40B4-BE49-F238E27FC236}">
                  <a16:creationId xmlns:a16="http://schemas.microsoft.com/office/drawing/2014/main" id="{E77F3741-999E-9D21-D157-0B5FDF599CB8}"/>
                </a:ext>
              </a:extLst>
            </p:cNvPr>
            <p:cNvSpPr/>
            <p:nvPr/>
          </p:nvSpPr>
          <p:spPr>
            <a:xfrm>
              <a:off x="794744" y="4293128"/>
              <a:ext cx="1746388" cy="1725044"/>
            </a:xfrm>
            <a:prstGeom prst="rect">
              <a:avLst/>
            </a:prstGeom>
            <a:solidFill>
              <a:schemeClr val="accent1">
                <a:lumMod val="75000"/>
                <a:alpha val="99000"/>
              </a:schemeClr>
            </a:solidFill>
            <a:ln>
              <a:noFill/>
            </a:ln>
            <a:effectLst/>
            <a:scene3d>
              <a:camera prst="isometricTopUp"/>
              <a:lightRig rig="threePt" dir="t">
                <a:rot lat="0" lon="0" rev="6600000"/>
              </a:lightRig>
            </a:scene3d>
            <a:sp3d extrusionH="603250" prstMaterial="flat">
              <a:extrusionClr>
                <a:schemeClr val="accent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543543EB-5BEE-940F-CAAC-69CE69EACBD1}"/>
                </a:ext>
              </a:extLst>
            </p:cNvPr>
            <p:cNvSpPr/>
            <p:nvPr/>
          </p:nvSpPr>
          <p:spPr>
            <a:xfrm>
              <a:off x="1475072" y="3306692"/>
              <a:ext cx="1746389" cy="1725045"/>
            </a:xfrm>
            <a:prstGeom prst="rect">
              <a:avLst/>
            </a:prstGeom>
            <a:solidFill>
              <a:schemeClr val="accent2">
                <a:lumMod val="75000"/>
                <a:alpha val="99000"/>
              </a:schemeClr>
            </a:solidFill>
            <a:ln>
              <a:noFill/>
            </a:ln>
            <a:effectLst/>
            <a:scene3d>
              <a:camera prst="isometricTopUp"/>
              <a:lightRig rig="threePt" dir="t">
                <a:rot lat="0" lon="0" rev="6600000"/>
              </a:lightRig>
            </a:scene3d>
            <a:sp3d extrusionH="603250" prstMaterial="flat">
              <a:extrusionClr>
                <a:schemeClr val="accent2"/>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85A4AD7C-778F-DD1E-5387-ACB6F8ADD16E}"/>
                </a:ext>
              </a:extLst>
            </p:cNvPr>
            <p:cNvSpPr/>
            <p:nvPr/>
          </p:nvSpPr>
          <p:spPr>
            <a:xfrm>
              <a:off x="2074453" y="2320259"/>
              <a:ext cx="1746389" cy="1725045"/>
            </a:xfrm>
            <a:prstGeom prst="rect">
              <a:avLst/>
            </a:prstGeom>
            <a:solidFill>
              <a:schemeClr val="accent3">
                <a:lumMod val="75000"/>
                <a:alpha val="99000"/>
              </a:schemeClr>
            </a:solidFill>
            <a:ln>
              <a:noFill/>
            </a:ln>
            <a:effectLst/>
            <a:scene3d>
              <a:camera prst="isometricTopUp"/>
              <a:lightRig rig="threePt" dir="t">
                <a:rot lat="0" lon="0" rev="6600000"/>
              </a:lightRig>
            </a:scene3d>
            <a:sp3d extrusionH="603250" prstMaterial="flat">
              <a:extrusionClr>
                <a:schemeClr val="accent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57999435-75F2-59CD-74BF-50EB76A01C88}"/>
                </a:ext>
              </a:extLst>
            </p:cNvPr>
            <p:cNvSpPr/>
            <p:nvPr/>
          </p:nvSpPr>
          <p:spPr>
            <a:xfrm>
              <a:off x="2673833" y="1333826"/>
              <a:ext cx="1746389" cy="1725045"/>
            </a:xfrm>
            <a:prstGeom prst="rect">
              <a:avLst/>
            </a:prstGeom>
            <a:solidFill>
              <a:schemeClr val="accent4">
                <a:lumMod val="75000"/>
                <a:alpha val="99000"/>
              </a:schemeClr>
            </a:solidFill>
            <a:ln>
              <a:noFill/>
            </a:ln>
            <a:effectLst/>
            <a:scene3d>
              <a:camera prst="isometricTopUp"/>
              <a:lightRig rig="threePt" dir="t">
                <a:rot lat="0" lon="0" rev="6600000"/>
              </a:lightRig>
            </a:scene3d>
            <a:sp3d extrusionH="603250" prstMaterial="flat">
              <a:extrusionClr>
                <a:schemeClr val="accent4"/>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F0F144D7-A5C1-307A-102D-20DFD9F65929}"/>
                </a:ext>
              </a:extLst>
            </p:cNvPr>
            <p:cNvSpPr/>
            <p:nvPr/>
          </p:nvSpPr>
          <p:spPr>
            <a:xfrm>
              <a:off x="3386490" y="347393"/>
              <a:ext cx="1746389" cy="1725045"/>
            </a:xfrm>
            <a:prstGeom prst="rect">
              <a:avLst/>
            </a:prstGeom>
            <a:solidFill>
              <a:schemeClr val="accent5">
                <a:lumMod val="75000"/>
                <a:alpha val="99000"/>
              </a:schemeClr>
            </a:solidFill>
            <a:ln>
              <a:noFill/>
            </a:ln>
            <a:effectLst/>
            <a:scene3d>
              <a:camera prst="isometricTopUp"/>
              <a:lightRig rig="threePt" dir="t">
                <a:rot lat="0" lon="0" rev="6600000"/>
              </a:lightRig>
            </a:scene3d>
            <a:sp3d extrusionH="603250" prstMaterial="flat">
              <a:extrusionClr>
                <a:schemeClr val="accent5"/>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 name="ZoneTexte 8">
            <a:extLst>
              <a:ext uri="{FF2B5EF4-FFF2-40B4-BE49-F238E27FC236}">
                <a16:creationId xmlns:a16="http://schemas.microsoft.com/office/drawing/2014/main" id="{5B91920E-627A-026C-2EE1-4CC7EF6E50C5}"/>
              </a:ext>
            </a:extLst>
          </p:cNvPr>
          <p:cNvSpPr txBox="1"/>
          <p:nvPr/>
        </p:nvSpPr>
        <p:spPr>
          <a:xfrm flipH="1">
            <a:off x="3917440" y="5522510"/>
            <a:ext cx="384249" cy="646331"/>
          </a:xfrm>
          <a:prstGeom prst="rect">
            <a:avLst/>
          </a:prstGeom>
          <a:noFill/>
          <a:effectLst/>
        </p:spPr>
        <p:txBody>
          <a:bodyPr wrap="square" rtlCol="0">
            <a:spAutoFit/>
          </a:bodyPr>
          <a:lstStyle/>
          <a:p>
            <a:r>
              <a:rPr lang="en-US" sz="3600" b="1" dirty="0">
                <a:solidFill>
                  <a:schemeClr val="accent1"/>
                </a:solidFill>
                <a:latin typeface="+mj-lt"/>
              </a:rPr>
              <a:t>1</a:t>
            </a:r>
          </a:p>
        </p:txBody>
      </p:sp>
      <p:sp>
        <p:nvSpPr>
          <p:cNvPr id="10" name="ZoneTexte 14">
            <a:extLst>
              <a:ext uri="{FF2B5EF4-FFF2-40B4-BE49-F238E27FC236}">
                <a16:creationId xmlns:a16="http://schemas.microsoft.com/office/drawing/2014/main" id="{030FDECE-90B7-8D7B-B01F-C4E8210D55C8}"/>
              </a:ext>
            </a:extLst>
          </p:cNvPr>
          <p:cNvSpPr txBox="1"/>
          <p:nvPr/>
        </p:nvSpPr>
        <p:spPr>
          <a:xfrm flipH="1">
            <a:off x="4757661" y="4553939"/>
            <a:ext cx="384249" cy="646331"/>
          </a:xfrm>
          <a:prstGeom prst="rect">
            <a:avLst/>
          </a:prstGeom>
          <a:noFill/>
          <a:effectLst/>
        </p:spPr>
        <p:txBody>
          <a:bodyPr wrap="square" rtlCol="0">
            <a:spAutoFit/>
          </a:bodyPr>
          <a:lstStyle/>
          <a:p>
            <a:r>
              <a:rPr lang="en-US" sz="3600" b="1" dirty="0">
                <a:solidFill>
                  <a:schemeClr val="accent2"/>
                </a:solidFill>
                <a:latin typeface="+mj-lt"/>
              </a:rPr>
              <a:t>2</a:t>
            </a:r>
          </a:p>
        </p:txBody>
      </p:sp>
      <p:cxnSp>
        <p:nvCxnSpPr>
          <p:cNvPr id="11" name="Connecteur droit 15">
            <a:extLst>
              <a:ext uri="{FF2B5EF4-FFF2-40B4-BE49-F238E27FC236}">
                <a16:creationId xmlns:a16="http://schemas.microsoft.com/office/drawing/2014/main" id="{49F0A3C0-2266-A5B6-994C-C55256F0B96B}"/>
              </a:ext>
            </a:extLst>
          </p:cNvPr>
          <p:cNvCxnSpPr>
            <a:cxnSpLocks/>
          </p:cNvCxnSpPr>
          <p:nvPr/>
        </p:nvCxnSpPr>
        <p:spPr>
          <a:xfrm>
            <a:off x="3622635" y="4868582"/>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12" name="ZoneTexte 17">
            <a:extLst>
              <a:ext uri="{FF2B5EF4-FFF2-40B4-BE49-F238E27FC236}">
                <a16:creationId xmlns:a16="http://schemas.microsoft.com/office/drawing/2014/main" id="{A99C1204-B352-CF3F-19D2-87733E523511}"/>
              </a:ext>
            </a:extLst>
          </p:cNvPr>
          <p:cNvSpPr txBox="1"/>
          <p:nvPr/>
        </p:nvSpPr>
        <p:spPr>
          <a:xfrm flipH="1">
            <a:off x="5237992" y="3585367"/>
            <a:ext cx="384249" cy="646331"/>
          </a:xfrm>
          <a:prstGeom prst="rect">
            <a:avLst/>
          </a:prstGeom>
          <a:noFill/>
          <a:effectLst/>
        </p:spPr>
        <p:txBody>
          <a:bodyPr wrap="square" rtlCol="0">
            <a:spAutoFit/>
          </a:bodyPr>
          <a:lstStyle/>
          <a:p>
            <a:r>
              <a:rPr lang="en-US" sz="3600" b="1" dirty="0">
                <a:solidFill>
                  <a:schemeClr val="accent3"/>
                </a:solidFill>
                <a:latin typeface="+mj-lt"/>
              </a:rPr>
              <a:t>3</a:t>
            </a:r>
          </a:p>
        </p:txBody>
      </p:sp>
      <p:cxnSp>
        <p:nvCxnSpPr>
          <p:cNvPr id="13" name="Connecteur droit 18">
            <a:extLst>
              <a:ext uri="{FF2B5EF4-FFF2-40B4-BE49-F238E27FC236}">
                <a16:creationId xmlns:a16="http://schemas.microsoft.com/office/drawing/2014/main" id="{A2C91DFB-0E66-0D51-9D77-662DB784ED13}"/>
              </a:ext>
            </a:extLst>
          </p:cNvPr>
          <p:cNvCxnSpPr>
            <a:cxnSpLocks/>
          </p:cNvCxnSpPr>
          <p:nvPr/>
        </p:nvCxnSpPr>
        <p:spPr>
          <a:xfrm>
            <a:off x="4152389" y="3902851"/>
            <a:ext cx="9720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14" name="ZoneTexte 20">
            <a:extLst>
              <a:ext uri="{FF2B5EF4-FFF2-40B4-BE49-F238E27FC236}">
                <a16:creationId xmlns:a16="http://schemas.microsoft.com/office/drawing/2014/main" id="{8DD63372-ACFE-8764-63F7-6ACAB27B2E7E}"/>
              </a:ext>
            </a:extLst>
          </p:cNvPr>
          <p:cNvSpPr txBox="1"/>
          <p:nvPr/>
        </p:nvSpPr>
        <p:spPr>
          <a:xfrm flipH="1">
            <a:off x="5863299" y="2616795"/>
            <a:ext cx="384249" cy="646331"/>
          </a:xfrm>
          <a:prstGeom prst="rect">
            <a:avLst/>
          </a:prstGeom>
          <a:noFill/>
          <a:effectLst/>
        </p:spPr>
        <p:txBody>
          <a:bodyPr wrap="square" rtlCol="0">
            <a:spAutoFit/>
          </a:bodyPr>
          <a:lstStyle/>
          <a:p>
            <a:r>
              <a:rPr lang="en-US" sz="3600" b="1" dirty="0">
                <a:solidFill>
                  <a:schemeClr val="accent4"/>
                </a:solidFill>
                <a:latin typeface="+mj-lt"/>
              </a:rPr>
              <a:t>4</a:t>
            </a:r>
          </a:p>
        </p:txBody>
      </p:sp>
      <p:cxnSp>
        <p:nvCxnSpPr>
          <p:cNvPr id="15" name="Connecteur droit 21">
            <a:extLst>
              <a:ext uri="{FF2B5EF4-FFF2-40B4-BE49-F238E27FC236}">
                <a16:creationId xmlns:a16="http://schemas.microsoft.com/office/drawing/2014/main" id="{2F4E4E2A-B7BC-5BA8-FC4E-E0ED0178B60D}"/>
              </a:ext>
            </a:extLst>
          </p:cNvPr>
          <p:cNvCxnSpPr>
            <a:cxnSpLocks/>
          </p:cNvCxnSpPr>
          <p:nvPr/>
        </p:nvCxnSpPr>
        <p:spPr>
          <a:xfrm>
            <a:off x="4683787" y="2937120"/>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16" name="ZoneTexte 23">
            <a:extLst>
              <a:ext uri="{FF2B5EF4-FFF2-40B4-BE49-F238E27FC236}">
                <a16:creationId xmlns:a16="http://schemas.microsoft.com/office/drawing/2014/main" id="{4ED05A8B-5F6A-40E3-8F8B-EE0E3E9899BE}"/>
              </a:ext>
            </a:extLst>
          </p:cNvPr>
          <p:cNvSpPr txBox="1"/>
          <p:nvPr/>
        </p:nvSpPr>
        <p:spPr>
          <a:xfrm flipH="1">
            <a:off x="6551812" y="1648224"/>
            <a:ext cx="384249" cy="646331"/>
          </a:xfrm>
          <a:prstGeom prst="rect">
            <a:avLst/>
          </a:prstGeom>
          <a:noFill/>
          <a:effectLst/>
        </p:spPr>
        <p:txBody>
          <a:bodyPr wrap="square" rtlCol="0">
            <a:spAutoFit/>
          </a:bodyPr>
          <a:lstStyle/>
          <a:p>
            <a:r>
              <a:rPr lang="en-US" sz="3600" b="1" dirty="0">
                <a:solidFill>
                  <a:schemeClr val="accent5"/>
                </a:solidFill>
                <a:latin typeface="+mj-lt"/>
              </a:rPr>
              <a:t>5</a:t>
            </a:r>
          </a:p>
        </p:txBody>
      </p:sp>
      <p:cxnSp>
        <p:nvCxnSpPr>
          <p:cNvPr id="17" name="Connecteur droit 24">
            <a:extLst>
              <a:ext uri="{FF2B5EF4-FFF2-40B4-BE49-F238E27FC236}">
                <a16:creationId xmlns:a16="http://schemas.microsoft.com/office/drawing/2014/main" id="{F80AB644-2962-8AC6-B954-E8A9B11A6275}"/>
              </a:ext>
            </a:extLst>
          </p:cNvPr>
          <p:cNvCxnSpPr>
            <a:cxnSpLocks/>
          </p:cNvCxnSpPr>
          <p:nvPr/>
        </p:nvCxnSpPr>
        <p:spPr>
          <a:xfrm>
            <a:off x="5441227" y="1971389"/>
            <a:ext cx="972000"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8" name="TextBox 37">
            <a:extLst>
              <a:ext uri="{FF2B5EF4-FFF2-40B4-BE49-F238E27FC236}">
                <a16:creationId xmlns:a16="http://schemas.microsoft.com/office/drawing/2014/main" id="{B3D75926-0AF9-39B4-CA58-2B63399F0D86}"/>
              </a:ext>
            </a:extLst>
          </p:cNvPr>
          <p:cNvSpPr txBox="1"/>
          <p:nvPr/>
        </p:nvSpPr>
        <p:spPr>
          <a:xfrm>
            <a:off x="4401487" y="5418815"/>
            <a:ext cx="4744733" cy="830997"/>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37">
            <a:extLst>
              <a:ext uri="{FF2B5EF4-FFF2-40B4-BE49-F238E27FC236}">
                <a16:creationId xmlns:a16="http://schemas.microsoft.com/office/drawing/2014/main" id="{E15B128F-8453-B1F4-CF4A-4F6CB0457D3C}"/>
              </a:ext>
            </a:extLst>
          </p:cNvPr>
          <p:cNvSpPr txBox="1"/>
          <p:nvPr/>
        </p:nvSpPr>
        <p:spPr>
          <a:xfrm>
            <a:off x="5225000" y="4453084"/>
            <a:ext cx="4744733" cy="830997"/>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37">
            <a:extLst>
              <a:ext uri="{FF2B5EF4-FFF2-40B4-BE49-F238E27FC236}">
                <a16:creationId xmlns:a16="http://schemas.microsoft.com/office/drawing/2014/main" id="{902793B9-2653-7D5E-6234-C329CB8F7E98}"/>
              </a:ext>
            </a:extLst>
          </p:cNvPr>
          <p:cNvSpPr txBox="1"/>
          <p:nvPr/>
        </p:nvSpPr>
        <p:spPr>
          <a:xfrm>
            <a:off x="5747345" y="3487353"/>
            <a:ext cx="4744733" cy="830997"/>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7FD955C8-2701-67FC-5703-1540B1AEF042}"/>
              </a:ext>
            </a:extLst>
          </p:cNvPr>
          <p:cNvSpPr txBox="1"/>
          <p:nvPr/>
        </p:nvSpPr>
        <p:spPr>
          <a:xfrm>
            <a:off x="6303204" y="2521622"/>
            <a:ext cx="4744733" cy="830997"/>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TextBox 37">
            <a:extLst>
              <a:ext uri="{FF2B5EF4-FFF2-40B4-BE49-F238E27FC236}">
                <a16:creationId xmlns:a16="http://schemas.microsoft.com/office/drawing/2014/main" id="{A5589A69-8462-22EC-960F-9008E6E2DCFF}"/>
              </a:ext>
            </a:extLst>
          </p:cNvPr>
          <p:cNvSpPr txBox="1"/>
          <p:nvPr/>
        </p:nvSpPr>
        <p:spPr>
          <a:xfrm>
            <a:off x="6904809" y="1555891"/>
            <a:ext cx="4744733" cy="830997"/>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23" name="Connecteur droit 39">
            <a:extLst>
              <a:ext uri="{FF2B5EF4-FFF2-40B4-BE49-F238E27FC236}">
                <a16:creationId xmlns:a16="http://schemas.microsoft.com/office/drawing/2014/main" id="{13D7A02A-A4DD-77C1-4ADA-1BF8A3236151}"/>
              </a:ext>
            </a:extLst>
          </p:cNvPr>
          <p:cNvCxnSpPr>
            <a:cxnSpLocks/>
          </p:cNvCxnSpPr>
          <p:nvPr/>
        </p:nvCxnSpPr>
        <p:spPr>
          <a:xfrm>
            <a:off x="2861363" y="5834313"/>
            <a:ext cx="9720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407055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F878F3-1812-4991-E562-F701DA979111}"/>
              </a:ext>
            </a:extLst>
          </p:cNvPr>
          <p:cNvSpPr>
            <a:spLocks noGrp="1"/>
          </p:cNvSpPr>
          <p:nvPr>
            <p:ph type="title"/>
          </p:nvPr>
        </p:nvSpPr>
        <p:spPr>
          <a:xfrm>
            <a:off x="214184" y="13663"/>
            <a:ext cx="9728886" cy="678316"/>
          </a:xfrm>
        </p:spPr>
        <p:txBody>
          <a:bodyPr/>
          <a:lstStyle/>
          <a:p>
            <a:r>
              <a:rPr lang="en-US" dirty="0"/>
              <a:t>Light bulb 2</a:t>
            </a:r>
          </a:p>
        </p:txBody>
      </p:sp>
      <p:grpSp>
        <p:nvGrpSpPr>
          <p:cNvPr id="3" name="Groupe 26">
            <a:extLst>
              <a:ext uri="{FF2B5EF4-FFF2-40B4-BE49-F238E27FC236}">
                <a16:creationId xmlns:a16="http://schemas.microsoft.com/office/drawing/2014/main" id="{22D04141-1901-46B0-2382-B674EEAD903C}"/>
              </a:ext>
            </a:extLst>
          </p:cNvPr>
          <p:cNvGrpSpPr/>
          <p:nvPr/>
        </p:nvGrpSpPr>
        <p:grpSpPr>
          <a:xfrm>
            <a:off x="0" y="1354199"/>
            <a:ext cx="1708408" cy="4941276"/>
            <a:chOff x="0" y="1711251"/>
            <a:chExt cx="1461512" cy="4227172"/>
          </a:xfrm>
        </p:grpSpPr>
        <p:sp>
          <p:nvSpPr>
            <p:cNvPr id="4" name="Forme libre : forme 3">
              <a:extLst>
                <a:ext uri="{FF2B5EF4-FFF2-40B4-BE49-F238E27FC236}">
                  <a16:creationId xmlns:a16="http://schemas.microsoft.com/office/drawing/2014/main" id="{A6C9813A-82FB-7A78-1731-73B8BA9F09B6}"/>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5" name="Forme libre : forme 4">
              <a:extLst>
                <a:ext uri="{FF2B5EF4-FFF2-40B4-BE49-F238E27FC236}">
                  <a16:creationId xmlns:a16="http://schemas.microsoft.com/office/drawing/2014/main" id="{7482D11E-B553-2EA4-ABFB-11EC2E002C7D}"/>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6" name="Forme libre : forme 5">
              <a:extLst>
                <a:ext uri="{FF2B5EF4-FFF2-40B4-BE49-F238E27FC236}">
                  <a16:creationId xmlns:a16="http://schemas.microsoft.com/office/drawing/2014/main" id="{EC2DE07F-BEA5-58F2-F693-2539B7A2740C}"/>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7" name="Forme libre : forme 6">
              <a:extLst>
                <a:ext uri="{FF2B5EF4-FFF2-40B4-BE49-F238E27FC236}">
                  <a16:creationId xmlns:a16="http://schemas.microsoft.com/office/drawing/2014/main" id="{34897707-516F-4E3F-087C-E34DD64988E3}"/>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8" name="Forme libre : forme 7">
              <a:extLst>
                <a:ext uri="{FF2B5EF4-FFF2-40B4-BE49-F238E27FC236}">
                  <a16:creationId xmlns:a16="http://schemas.microsoft.com/office/drawing/2014/main" id="{0222F19F-0C11-187C-D200-97540C6D819A}"/>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9" name="Forme libre : forme 8">
              <a:extLst>
                <a:ext uri="{FF2B5EF4-FFF2-40B4-BE49-F238E27FC236}">
                  <a16:creationId xmlns:a16="http://schemas.microsoft.com/office/drawing/2014/main" id="{88F94DD6-25EF-8F3B-4D2C-6151A0CB39DF}"/>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0" name="Forme libre : forme 9">
              <a:extLst>
                <a:ext uri="{FF2B5EF4-FFF2-40B4-BE49-F238E27FC236}">
                  <a16:creationId xmlns:a16="http://schemas.microsoft.com/office/drawing/2014/main" id="{F88C25E8-F1B3-8340-DBD0-AF64C0C24C74}"/>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1" name="Forme libre : forme 10">
              <a:extLst>
                <a:ext uri="{FF2B5EF4-FFF2-40B4-BE49-F238E27FC236}">
                  <a16:creationId xmlns:a16="http://schemas.microsoft.com/office/drawing/2014/main" id="{F2B09C68-D3D0-191A-A7D2-78C1FABAC91D}"/>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11">
              <a:extLst>
                <a:ext uri="{FF2B5EF4-FFF2-40B4-BE49-F238E27FC236}">
                  <a16:creationId xmlns:a16="http://schemas.microsoft.com/office/drawing/2014/main" id="{ED1741AE-D4FA-D90E-6BC6-1481EAB9425A}"/>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3" name="Forme libre : forme 12">
              <a:extLst>
                <a:ext uri="{FF2B5EF4-FFF2-40B4-BE49-F238E27FC236}">
                  <a16:creationId xmlns:a16="http://schemas.microsoft.com/office/drawing/2014/main" id="{2B9FBA57-7390-20CF-4D1E-EA2A2862F7E2}"/>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4" name="Forme libre : forme 13">
              <a:extLst>
                <a:ext uri="{FF2B5EF4-FFF2-40B4-BE49-F238E27FC236}">
                  <a16:creationId xmlns:a16="http://schemas.microsoft.com/office/drawing/2014/main" id="{351C50F4-6F22-14D6-DB64-40BBC66D9A36}"/>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5" name="Forme libre : forme 17">
              <a:extLst>
                <a:ext uri="{FF2B5EF4-FFF2-40B4-BE49-F238E27FC236}">
                  <a16:creationId xmlns:a16="http://schemas.microsoft.com/office/drawing/2014/main" id="{3395C584-110E-A44D-C6D8-0DE1394361D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6" name="Forme libre : forme 32">
            <a:extLst>
              <a:ext uri="{FF2B5EF4-FFF2-40B4-BE49-F238E27FC236}">
                <a16:creationId xmlns:a16="http://schemas.microsoft.com/office/drawing/2014/main" id="{2F0CF1AB-8CB5-179E-0AB5-BF72FD8733DD}"/>
              </a:ext>
            </a:extLst>
          </p:cNvPr>
          <p:cNvSpPr/>
          <p:nvPr/>
        </p:nvSpPr>
        <p:spPr>
          <a:xfrm flipV="1">
            <a:off x="1892823" y="1384843"/>
            <a:ext cx="2074108" cy="1174539"/>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sp>
        <p:nvSpPr>
          <p:cNvPr id="17" name="Forme libre : forme 33">
            <a:extLst>
              <a:ext uri="{FF2B5EF4-FFF2-40B4-BE49-F238E27FC236}">
                <a16:creationId xmlns:a16="http://schemas.microsoft.com/office/drawing/2014/main" id="{8E121226-CD25-59C2-79EA-3255212CDA19}"/>
              </a:ext>
            </a:extLst>
          </p:cNvPr>
          <p:cNvSpPr/>
          <p:nvPr/>
        </p:nvSpPr>
        <p:spPr>
          <a:xfrm flipV="1">
            <a:off x="1530263" y="5165249"/>
            <a:ext cx="2985114" cy="773174"/>
          </a:xfrm>
          <a:custGeom>
            <a:avLst/>
            <a:gdLst>
              <a:gd name="connsiteX0" fmla="*/ 1061463 w 3278007"/>
              <a:gd name="connsiteY0" fmla="*/ 409193 h 849036"/>
              <a:gd name="connsiteX1" fmla="*/ 1050198 w 3278007"/>
              <a:gd name="connsiteY1" fmla="*/ 542225 h 849036"/>
              <a:gd name="connsiteX2" fmla="*/ 1102687 w 3278007"/>
              <a:gd name="connsiteY2" fmla="*/ 595235 h 849036"/>
              <a:gd name="connsiteX3" fmla="*/ 1121407 w 3278007"/>
              <a:gd name="connsiteY3" fmla="*/ 598638 h 849036"/>
              <a:gd name="connsiteX4" fmla="*/ 1142806 w 3278007"/>
              <a:gd name="connsiteY4" fmla="*/ 592885 h 849036"/>
              <a:gd name="connsiteX5" fmla="*/ 1161488 w 3278007"/>
              <a:gd name="connsiteY5" fmla="*/ 491908 h 849036"/>
              <a:gd name="connsiteX6" fmla="*/ 1070188 w 3278007"/>
              <a:gd name="connsiteY6" fmla="*/ 412698 h 849036"/>
              <a:gd name="connsiteX7" fmla="*/ 1061463 w 3278007"/>
              <a:gd name="connsiteY7" fmla="*/ 409193 h 849036"/>
              <a:gd name="connsiteX8" fmla="*/ 3263256 w 3278007"/>
              <a:gd name="connsiteY8" fmla="*/ 436866 h 849036"/>
              <a:gd name="connsiteX9" fmla="*/ 3250569 w 3278007"/>
              <a:gd name="connsiteY9" fmla="*/ 470343 h 849036"/>
              <a:gd name="connsiteX10" fmla="*/ 3223505 w 3278007"/>
              <a:gd name="connsiteY10" fmla="*/ 486307 h 849036"/>
              <a:gd name="connsiteX11" fmla="*/ 3174547 w 3278007"/>
              <a:gd name="connsiteY11" fmla="*/ 501775 h 849036"/>
              <a:gd name="connsiteX12" fmla="*/ 3127367 w 3278007"/>
              <a:gd name="connsiteY12" fmla="*/ 516660 h 849036"/>
              <a:gd name="connsiteX13" fmla="*/ 3103084 w 3278007"/>
              <a:gd name="connsiteY13" fmla="*/ 505001 h 849036"/>
              <a:gd name="connsiteX14" fmla="*/ 3114743 w 3278007"/>
              <a:gd name="connsiteY14" fmla="*/ 480719 h 849036"/>
              <a:gd name="connsiteX15" fmla="*/ 3163841 w 3278007"/>
              <a:gd name="connsiteY15" fmla="*/ 465212 h 849036"/>
              <a:gd name="connsiteX16" fmla="*/ 3203224 w 3278007"/>
              <a:gd name="connsiteY16" fmla="*/ 452970 h 849036"/>
              <a:gd name="connsiteX17" fmla="*/ 2410047 w 3278007"/>
              <a:gd name="connsiteY17" fmla="*/ 58282 h 849036"/>
              <a:gd name="connsiteX18" fmla="*/ 1527171 w 3278007"/>
              <a:gd name="connsiteY18" fmla="*/ 112471 h 849036"/>
              <a:gd name="connsiteX19" fmla="*/ 1078366 w 3278007"/>
              <a:gd name="connsiteY19" fmla="*/ 374890 h 849036"/>
              <a:gd name="connsiteX20" fmla="*/ 1084945 w 3278007"/>
              <a:gd name="connsiteY20" fmla="*/ 377583 h 849036"/>
              <a:gd name="connsiteX21" fmla="*/ 1196133 w 3278007"/>
              <a:gd name="connsiteY21" fmla="*/ 476058 h 849036"/>
              <a:gd name="connsiteX22" fmla="*/ 1162262 w 3278007"/>
              <a:gd name="connsiteY22" fmla="*/ 625638 h 849036"/>
              <a:gd name="connsiteX23" fmla="*/ 1090025 w 3278007"/>
              <a:gd name="connsiteY23" fmla="*/ 631163 h 849036"/>
              <a:gd name="connsiteX24" fmla="*/ 1014498 w 3278007"/>
              <a:gd name="connsiteY24" fmla="*/ 555522 h 849036"/>
              <a:gd name="connsiteX25" fmla="*/ 1024988 w 3278007"/>
              <a:gd name="connsiteY25" fmla="*/ 397636 h 849036"/>
              <a:gd name="connsiteX26" fmla="*/ 781558 w 3278007"/>
              <a:gd name="connsiteY26" fmla="*/ 401903 h 849036"/>
              <a:gd name="connsiteX27" fmla="*/ 31982 w 3278007"/>
              <a:gd name="connsiteY27" fmla="*/ 842008 h 849036"/>
              <a:gd name="connsiteX28" fmla="*/ 5098 w 3278007"/>
              <a:gd name="connsiteY28" fmla="*/ 843760 h 849036"/>
              <a:gd name="connsiteX29" fmla="*/ 3357 w 3278007"/>
              <a:gd name="connsiteY29" fmla="*/ 816874 h 849036"/>
              <a:gd name="connsiteX30" fmla="*/ 773982 w 3278007"/>
              <a:gd name="connsiteY30" fmla="*/ 364565 h 849036"/>
              <a:gd name="connsiteX31" fmla="*/ 1041638 w 3278007"/>
              <a:gd name="connsiteY31" fmla="*/ 362622 h 849036"/>
              <a:gd name="connsiteX32" fmla="*/ 1518725 w 3278007"/>
              <a:gd name="connsiteY32" fmla="*/ 75313 h 849036"/>
              <a:gd name="connsiteX33" fmla="*/ 2131156 w 3278007"/>
              <a:gd name="connsiteY33" fmla="*/ -545 h 849036"/>
              <a:gd name="connsiteX34" fmla="*/ 2415876 w 3278007"/>
              <a:gd name="connsiteY34" fmla="*/ 20623 h 849036"/>
              <a:gd name="connsiteX35" fmla="*/ 3226719 w 3278007"/>
              <a:gd name="connsiteY35" fmla="*/ 422591 h 849036"/>
              <a:gd name="connsiteX36" fmla="*/ 3238593 w 3278007"/>
              <a:gd name="connsiteY36" fmla="*/ 319619 h 849036"/>
              <a:gd name="connsiteX37" fmla="*/ 3257554 w 3278007"/>
              <a:gd name="connsiteY37" fmla="*/ 302107 h 849036"/>
              <a:gd name="connsiteX38" fmla="*/ 3259116 w 3278007"/>
              <a:gd name="connsiteY38" fmla="*/ 302171 h 849036"/>
              <a:gd name="connsiteX39" fmla="*/ 3276566 w 3278007"/>
              <a:gd name="connsiteY39" fmla="*/ 322695 h 849036"/>
              <a:gd name="connsiteX40" fmla="*/ 3263256 w 3278007"/>
              <a:gd name="connsiteY40" fmla="*/ 436866 h 84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78007" h="849036">
                <a:moveTo>
                  <a:pt x="1061463" y="409193"/>
                </a:moveTo>
                <a:cubicBezTo>
                  <a:pt x="1048102" y="440765"/>
                  <a:pt x="1032278" y="494092"/>
                  <a:pt x="1050198" y="542225"/>
                </a:cubicBezTo>
                <a:cubicBezTo>
                  <a:pt x="1059177" y="566355"/>
                  <a:pt x="1079789" y="587157"/>
                  <a:pt x="1102687" y="595235"/>
                </a:cubicBezTo>
                <a:cubicBezTo>
                  <a:pt x="1107919" y="597076"/>
                  <a:pt x="1114409" y="598638"/>
                  <a:pt x="1121407" y="598638"/>
                </a:cubicBezTo>
                <a:cubicBezTo>
                  <a:pt x="1128290" y="598638"/>
                  <a:pt x="1135669" y="597140"/>
                  <a:pt x="1142806" y="592885"/>
                </a:cubicBezTo>
                <a:cubicBezTo>
                  <a:pt x="1171991" y="575550"/>
                  <a:pt x="1176740" y="525270"/>
                  <a:pt x="1161488" y="491908"/>
                </a:cubicBezTo>
                <a:cubicBezTo>
                  <a:pt x="1142387" y="450112"/>
                  <a:pt x="1101303" y="425766"/>
                  <a:pt x="1070188" y="412698"/>
                </a:cubicBezTo>
                <a:cubicBezTo>
                  <a:pt x="1067292" y="411479"/>
                  <a:pt x="1064384" y="410323"/>
                  <a:pt x="1061463" y="409193"/>
                </a:cubicBezTo>
                <a:close/>
                <a:moveTo>
                  <a:pt x="3263256" y="436866"/>
                </a:moveTo>
                <a:cubicBezTo>
                  <a:pt x="3262037" y="445857"/>
                  <a:pt x="3260196" y="459434"/>
                  <a:pt x="3250569" y="470343"/>
                </a:cubicBezTo>
                <a:cubicBezTo>
                  <a:pt x="3242314" y="479703"/>
                  <a:pt x="3231456" y="483513"/>
                  <a:pt x="3223505" y="486307"/>
                </a:cubicBezTo>
                <a:cubicBezTo>
                  <a:pt x="3204151" y="493101"/>
                  <a:pt x="3189088" y="497508"/>
                  <a:pt x="3174547" y="501775"/>
                </a:cubicBezTo>
                <a:cubicBezTo>
                  <a:pt x="3159790" y="506093"/>
                  <a:pt x="3145832" y="510170"/>
                  <a:pt x="3127367" y="516660"/>
                </a:cubicBezTo>
                <a:cubicBezTo>
                  <a:pt x="3117423" y="520114"/>
                  <a:pt x="3106577" y="514920"/>
                  <a:pt x="3103084" y="505001"/>
                </a:cubicBezTo>
                <a:cubicBezTo>
                  <a:pt x="3099592" y="495070"/>
                  <a:pt x="3104812" y="484199"/>
                  <a:pt x="3114743" y="480719"/>
                </a:cubicBezTo>
                <a:cubicBezTo>
                  <a:pt x="3134161" y="473899"/>
                  <a:pt x="3149249" y="469480"/>
                  <a:pt x="3163841" y="465212"/>
                </a:cubicBezTo>
                <a:cubicBezTo>
                  <a:pt x="3176414" y="461529"/>
                  <a:pt x="3188555" y="457922"/>
                  <a:pt x="3203224" y="452970"/>
                </a:cubicBezTo>
                <a:cubicBezTo>
                  <a:pt x="3003402" y="246763"/>
                  <a:pt x="2722314" y="106666"/>
                  <a:pt x="2410047" y="58282"/>
                </a:cubicBezTo>
                <a:cubicBezTo>
                  <a:pt x="2152149" y="18312"/>
                  <a:pt x="1863339" y="36042"/>
                  <a:pt x="1527171" y="112471"/>
                </a:cubicBezTo>
                <a:cubicBezTo>
                  <a:pt x="1364370" y="149464"/>
                  <a:pt x="1169095" y="212710"/>
                  <a:pt x="1078366" y="374890"/>
                </a:cubicBezTo>
                <a:cubicBezTo>
                  <a:pt x="1080576" y="375766"/>
                  <a:pt x="1082761" y="376655"/>
                  <a:pt x="1084945" y="377583"/>
                </a:cubicBezTo>
                <a:cubicBezTo>
                  <a:pt x="1122308" y="393280"/>
                  <a:pt x="1171940" y="423112"/>
                  <a:pt x="1196133" y="476058"/>
                </a:cubicBezTo>
                <a:cubicBezTo>
                  <a:pt x="1218612" y="525245"/>
                  <a:pt x="1210357" y="597076"/>
                  <a:pt x="1162262" y="625638"/>
                </a:cubicBezTo>
                <a:cubicBezTo>
                  <a:pt x="1141168" y="638173"/>
                  <a:pt x="1115501" y="640129"/>
                  <a:pt x="1090025" y="631163"/>
                </a:cubicBezTo>
                <a:cubicBezTo>
                  <a:pt x="1056383" y="619301"/>
                  <a:pt x="1027452" y="590320"/>
                  <a:pt x="1014498" y="555522"/>
                </a:cubicBezTo>
                <a:cubicBezTo>
                  <a:pt x="993492" y="499109"/>
                  <a:pt x="1007348" y="440371"/>
                  <a:pt x="1024988" y="397636"/>
                </a:cubicBezTo>
                <a:cubicBezTo>
                  <a:pt x="937689" y="375436"/>
                  <a:pt x="846358" y="388758"/>
                  <a:pt x="781558" y="401903"/>
                </a:cubicBezTo>
                <a:cubicBezTo>
                  <a:pt x="496602" y="459751"/>
                  <a:pt x="230400" y="616050"/>
                  <a:pt x="31982" y="842008"/>
                </a:cubicBezTo>
                <a:cubicBezTo>
                  <a:pt x="25042" y="849920"/>
                  <a:pt x="13002" y="850694"/>
                  <a:pt x="5098" y="843760"/>
                </a:cubicBezTo>
                <a:cubicBezTo>
                  <a:pt x="-2804" y="836813"/>
                  <a:pt x="-3587" y="824774"/>
                  <a:pt x="3357" y="816874"/>
                </a:cubicBezTo>
                <a:cubicBezTo>
                  <a:pt x="207232" y="584694"/>
                  <a:pt x="480917" y="424064"/>
                  <a:pt x="773982" y="364565"/>
                </a:cubicBezTo>
                <a:cubicBezTo>
                  <a:pt x="844467" y="350265"/>
                  <a:pt x="944699" y="335866"/>
                  <a:pt x="1041638" y="362622"/>
                </a:cubicBezTo>
                <a:cubicBezTo>
                  <a:pt x="1137980" y="182752"/>
                  <a:pt x="1345942" y="114594"/>
                  <a:pt x="1518725" y="75313"/>
                </a:cubicBezTo>
                <a:cubicBezTo>
                  <a:pt x="1741609" y="24652"/>
                  <a:pt x="1944174" y="-545"/>
                  <a:pt x="2131156" y="-545"/>
                </a:cubicBezTo>
                <a:cubicBezTo>
                  <a:pt x="2230215" y="-545"/>
                  <a:pt x="2324894" y="6530"/>
                  <a:pt x="2415876" y="20623"/>
                </a:cubicBezTo>
                <a:cubicBezTo>
                  <a:pt x="2734341" y="69975"/>
                  <a:pt x="3021411" y="212587"/>
                  <a:pt x="3226719" y="422591"/>
                </a:cubicBezTo>
                <a:cubicBezTo>
                  <a:pt x="3230795" y="391616"/>
                  <a:pt x="3236574" y="344563"/>
                  <a:pt x="3238593" y="319619"/>
                </a:cubicBezTo>
                <a:cubicBezTo>
                  <a:pt x="3239393" y="309662"/>
                  <a:pt x="3247724" y="302107"/>
                  <a:pt x="3257554" y="302107"/>
                </a:cubicBezTo>
                <a:cubicBezTo>
                  <a:pt x="3258075" y="302107"/>
                  <a:pt x="3258595" y="302132"/>
                  <a:pt x="3259116" y="302171"/>
                </a:cubicBezTo>
                <a:cubicBezTo>
                  <a:pt x="3269594" y="303010"/>
                  <a:pt x="3277404" y="312202"/>
                  <a:pt x="3276566" y="322695"/>
                </a:cubicBezTo>
                <a:cubicBezTo>
                  <a:pt x="3274102" y="353135"/>
                  <a:pt x="3266787" y="410679"/>
                  <a:pt x="3263256" y="436866"/>
                </a:cubicBezTo>
              </a:path>
            </a:pathLst>
          </a:custGeom>
          <a:solidFill>
            <a:schemeClr val="accent5"/>
          </a:solidFill>
          <a:ln w="1270" cap="flat">
            <a:noFill/>
            <a:prstDash val="solid"/>
            <a:miter/>
          </a:ln>
        </p:spPr>
        <p:txBody>
          <a:bodyPr rtlCol="0" anchor="ctr"/>
          <a:lstStyle/>
          <a:p>
            <a:endParaRPr lang="en-US" dirty="0"/>
          </a:p>
        </p:txBody>
      </p:sp>
      <p:sp>
        <p:nvSpPr>
          <p:cNvPr id="18" name="Forme libre : forme 34">
            <a:extLst>
              <a:ext uri="{FF2B5EF4-FFF2-40B4-BE49-F238E27FC236}">
                <a16:creationId xmlns:a16="http://schemas.microsoft.com/office/drawing/2014/main" id="{CE5413C5-CA35-D8B2-3233-4F64A5C7E005}"/>
              </a:ext>
            </a:extLst>
          </p:cNvPr>
          <p:cNvSpPr/>
          <p:nvPr/>
        </p:nvSpPr>
        <p:spPr>
          <a:xfrm flipV="1">
            <a:off x="1698970" y="4351736"/>
            <a:ext cx="2310164" cy="471005"/>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sp>
        <p:nvSpPr>
          <p:cNvPr id="19" name="Forme libre : forme 35">
            <a:extLst>
              <a:ext uri="{FF2B5EF4-FFF2-40B4-BE49-F238E27FC236}">
                <a16:creationId xmlns:a16="http://schemas.microsoft.com/office/drawing/2014/main" id="{6EFDAD56-C4F3-9FDD-6450-593BAC776543}"/>
              </a:ext>
            </a:extLst>
          </p:cNvPr>
          <p:cNvSpPr/>
          <p:nvPr/>
        </p:nvSpPr>
        <p:spPr>
          <a:xfrm flipV="1">
            <a:off x="2099133" y="3468840"/>
            <a:ext cx="2515456" cy="431944"/>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sp>
        <p:nvSpPr>
          <p:cNvPr id="20" name="Forme libre : forme 36">
            <a:extLst>
              <a:ext uri="{FF2B5EF4-FFF2-40B4-BE49-F238E27FC236}">
                <a16:creationId xmlns:a16="http://schemas.microsoft.com/office/drawing/2014/main" id="{E44A1C68-EB8A-9A24-18F9-075517AFA7CD}"/>
              </a:ext>
            </a:extLst>
          </p:cNvPr>
          <p:cNvSpPr/>
          <p:nvPr/>
        </p:nvSpPr>
        <p:spPr>
          <a:xfrm flipV="1">
            <a:off x="2173319" y="2467888"/>
            <a:ext cx="2088087" cy="544965"/>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21" name="Groupe 40">
            <a:extLst>
              <a:ext uri="{FF2B5EF4-FFF2-40B4-BE49-F238E27FC236}">
                <a16:creationId xmlns:a16="http://schemas.microsoft.com/office/drawing/2014/main" id="{5EA92CFF-16E3-E7E3-FDA1-221E8A99147D}"/>
              </a:ext>
            </a:extLst>
          </p:cNvPr>
          <p:cNvGrpSpPr/>
          <p:nvPr/>
        </p:nvGrpSpPr>
        <p:grpSpPr>
          <a:xfrm>
            <a:off x="4151346" y="1224566"/>
            <a:ext cx="3240686" cy="926244"/>
            <a:chOff x="4151346" y="1224566"/>
            <a:chExt cx="3240686" cy="926244"/>
          </a:xfrm>
        </p:grpSpPr>
        <p:sp>
          <p:nvSpPr>
            <p:cNvPr id="22" name="TextBox 82">
              <a:extLst>
                <a:ext uri="{FF2B5EF4-FFF2-40B4-BE49-F238E27FC236}">
                  <a16:creationId xmlns:a16="http://schemas.microsoft.com/office/drawing/2014/main" id="{6A545EA4-0E44-4541-4C58-4850B5A60E5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23" name="TextBox 82">
              <a:extLst>
                <a:ext uri="{FF2B5EF4-FFF2-40B4-BE49-F238E27FC236}">
                  <a16:creationId xmlns:a16="http://schemas.microsoft.com/office/drawing/2014/main" id="{EB71BBEE-5619-1657-AC3C-2582228654D4}"/>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24" name="Groupe 41">
            <a:extLst>
              <a:ext uri="{FF2B5EF4-FFF2-40B4-BE49-F238E27FC236}">
                <a16:creationId xmlns:a16="http://schemas.microsoft.com/office/drawing/2014/main" id="{BC993105-1FEF-22E3-323E-019A9A00D76F}"/>
              </a:ext>
            </a:extLst>
          </p:cNvPr>
          <p:cNvGrpSpPr/>
          <p:nvPr/>
        </p:nvGrpSpPr>
        <p:grpSpPr>
          <a:xfrm>
            <a:off x="4431842" y="2266600"/>
            <a:ext cx="3240686" cy="926244"/>
            <a:chOff x="4151346" y="1224566"/>
            <a:chExt cx="3240686" cy="926244"/>
          </a:xfrm>
        </p:grpSpPr>
        <p:sp>
          <p:nvSpPr>
            <p:cNvPr id="25" name="TextBox 82">
              <a:extLst>
                <a:ext uri="{FF2B5EF4-FFF2-40B4-BE49-F238E27FC236}">
                  <a16:creationId xmlns:a16="http://schemas.microsoft.com/office/drawing/2014/main" id="{26F5C3DF-3440-BD5E-0E8E-4A8B4972B791}"/>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26" name="TextBox 82">
              <a:extLst>
                <a:ext uri="{FF2B5EF4-FFF2-40B4-BE49-F238E27FC236}">
                  <a16:creationId xmlns:a16="http://schemas.microsoft.com/office/drawing/2014/main" id="{6DFD266F-DB0F-22C6-B6AA-3D48C49BFB56}"/>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27" name="Groupe 44">
            <a:extLst>
              <a:ext uri="{FF2B5EF4-FFF2-40B4-BE49-F238E27FC236}">
                <a16:creationId xmlns:a16="http://schemas.microsoft.com/office/drawing/2014/main" id="{1D0EEFCF-46C1-FA49-1FEB-A26F6D7A4331}"/>
              </a:ext>
            </a:extLst>
          </p:cNvPr>
          <p:cNvGrpSpPr/>
          <p:nvPr/>
        </p:nvGrpSpPr>
        <p:grpSpPr>
          <a:xfrm>
            <a:off x="4756962" y="3221690"/>
            <a:ext cx="3240686" cy="926244"/>
            <a:chOff x="4151346" y="1224566"/>
            <a:chExt cx="3240686" cy="926244"/>
          </a:xfrm>
        </p:grpSpPr>
        <p:sp>
          <p:nvSpPr>
            <p:cNvPr id="28" name="TextBox 82">
              <a:extLst>
                <a:ext uri="{FF2B5EF4-FFF2-40B4-BE49-F238E27FC236}">
                  <a16:creationId xmlns:a16="http://schemas.microsoft.com/office/drawing/2014/main" id="{44F2D804-A456-EEE6-10B5-CC73760BC800}"/>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29" name="TextBox 82">
              <a:extLst>
                <a:ext uri="{FF2B5EF4-FFF2-40B4-BE49-F238E27FC236}">
                  <a16:creationId xmlns:a16="http://schemas.microsoft.com/office/drawing/2014/main" id="{BA8E965F-ADE8-7990-4936-9B30703868B0}"/>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0" name="Groupe 47">
            <a:extLst>
              <a:ext uri="{FF2B5EF4-FFF2-40B4-BE49-F238E27FC236}">
                <a16:creationId xmlns:a16="http://schemas.microsoft.com/office/drawing/2014/main" id="{5791DBB8-9577-1BF1-8AA7-4C96448DAF39}"/>
              </a:ext>
            </a:extLst>
          </p:cNvPr>
          <p:cNvGrpSpPr/>
          <p:nvPr/>
        </p:nvGrpSpPr>
        <p:grpSpPr>
          <a:xfrm>
            <a:off x="4177841" y="4239005"/>
            <a:ext cx="3240686" cy="926244"/>
            <a:chOff x="4151346" y="1224566"/>
            <a:chExt cx="3240686" cy="926244"/>
          </a:xfrm>
        </p:grpSpPr>
        <p:sp>
          <p:nvSpPr>
            <p:cNvPr id="31" name="TextBox 82">
              <a:extLst>
                <a:ext uri="{FF2B5EF4-FFF2-40B4-BE49-F238E27FC236}">
                  <a16:creationId xmlns:a16="http://schemas.microsoft.com/office/drawing/2014/main" id="{9CE7EC89-A9EC-FE3E-14AC-97F62D2A9138}"/>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32" name="TextBox 82">
              <a:extLst>
                <a:ext uri="{FF2B5EF4-FFF2-40B4-BE49-F238E27FC236}">
                  <a16:creationId xmlns:a16="http://schemas.microsoft.com/office/drawing/2014/main" id="{439A2244-8669-12C8-530E-BA6345D0E9F4}"/>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3" name="Groupe 50">
            <a:extLst>
              <a:ext uri="{FF2B5EF4-FFF2-40B4-BE49-F238E27FC236}">
                <a16:creationId xmlns:a16="http://schemas.microsoft.com/office/drawing/2014/main" id="{506EF415-6718-E598-DFE6-6887908F4125}"/>
              </a:ext>
            </a:extLst>
          </p:cNvPr>
          <p:cNvGrpSpPr/>
          <p:nvPr/>
        </p:nvGrpSpPr>
        <p:grpSpPr>
          <a:xfrm>
            <a:off x="4614589" y="5276789"/>
            <a:ext cx="3240686" cy="926244"/>
            <a:chOff x="4151346" y="1224566"/>
            <a:chExt cx="3240686" cy="926244"/>
          </a:xfrm>
        </p:grpSpPr>
        <p:sp>
          <p:nvSpPr>
            <p:cNvPr id="34" name="TextBox 82">
              <a:extLst>
                <a:ext uri="{FF2B5EF4-FFF2-40B4-BE49-F238E27FC236}">
                  <a16:creationId xmlns:a16="http://schemas.microsoft.com/office/drawing/2014/main" id="{8858AB8A-1BEE-ECC4-F8E2-734127259AC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35" name="TextBox 82">
              <a:extLst>
                <a:ext uri="{FF2B5EF4-FFF2-40B4-BE49-F238E27FC236}">
                  <a16:creationId xmlns:a16="http://schemas.microsoft.com/office/drawing/2014/main" id="{953E3531-BF0E-186F-FA88-35B7A0926EA2}"/>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117467094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F12C82-34B8-4E7C-AED0-292B2A585BDB}"/>
              </a:ext>
            </a:extLst>
          </p:cNvPr>
          <p:cNvSpPr>
            <a:spLocks noGrp="1"/>
          </p:cNvSpPr>
          <p:nvPr>
            <p:ph type="title"/>
          </p:nvPr>
        </p:nvSpPr>
        <p:spPr>
          <a:xfrm>
            <a:off x="214184" y="13663"/>
            <a:ext cx="9728886" cy="678316"/>
          </a:xfrm>
        </p:spPr>
        <p:txBody>
          <a:bodyPr>
            <a:normAutofit/>
          </a:bodyPr>
          <a:lstStyle/>
          <a:p>
            <a:r>
              <a:rPr lang="en-US" dirty="0"/>
              <a:t>Steps 12</a:t>
            </a:r>
          </a:p>
        </p:txBody>
      </p:sp>
      <p:grpSp>
        <p:nvGrpSpPr>
          <p:cNvPr id="4" name="Groupe 56">
            <a:extLst>
              <a:ext uri="{FF2B5EF4-FFF2-40B4-BE49-F238E27FC236}">
                <a16:creationId xmlns:a16="http://schemas.microsoft.com/office/drawing/2014/main" id="{FB138DDD-B8E4-D6B2-F941-E1A74CD1AEE1}"/>
              </a:ext>
            </a:extLst>
          </p:cNvPr>
          <p:cNvGrpSpPr/>
          <p:nvPr/>
        </p:nvGrpSpPr>
        <p:grpSpPr>
          <a:xfrm>
            <a:off x="1283538" y="1339375"/>
            <a:ext cx="3698642" cy="4815162"/>
            <a:chOff x="4874428" y="743360"/>
            <a:chExt cx="4014321" cy="5226137"/>
          </a:xfrm>
        </p:grpSpPr>
        <p:cxnSp>
          <p:nvCxnSpPr>
            <p:cNvPr id="15" name="Straight Connector 15">
              <a:extLst>
                <a:ext uri="{FF2B5EF4-FFF2-40B4-BE49-F238E27FC236}">
                  <a16:creationId xmlns:a16="http://schemas.microsoft.com/office/drawing/2014/main" id="{45C564AB-BD70-8A10-9E43-A3A181092CCD}"/>
                </a:ext>
              </a:extLst>
            </p:cNvPr>
            <p:cNvCxnSpPr>
              <a:cxnSpLocks/>
            </p:cNvCxnSpPr>
            <p:nvPr/>
          </p:nvCxnSpPr>
          <p:spPr>
            <a:xfrm>
              <a:off x="5628117" y="7986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CF07E7C3-F132-F6CD-8D30-20A0BD50B4A4}"/>
                </a:ext>
              </a:extLst>
            </p:cNvPr>
            <p:cNvSpPr/>
            <p:nvPr/>
          </p:nvSpPr>
          <p:spPr>
            <a:xfrm rot="2700000">
              <a:off x="5522826" y="1600252"/>
              <a:ext cx="779428" cy="3534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Rounded Corners 2">
              <a:extLst>
                <a:ext uri="{FF2B5EF4-FFF2-40B4-BE49-F238E27FC236}">
                  <a16:creationId xmlns:a16="http://schemas.microsoft.com/office/drawing/2014/main" id="{6D65DF5D-9B42-A9D3-9616-46B8657AC62B}"/>
                </a:ext>
              </a:extLst>
            </p:cNvPr>
            <p:cNvSpPr/>
            <p:nvPr/>
          </p:nvSpPr>
          <p:spPr>
            <a:xfrm rot="2700000">
              <a:off x="4874428" y="743360"/>
              <a:ext cx="1090775" cy="1090776"/>
            </a:xfrm>
            <a:prstGeom prst="roundRect">
              <a:avLst>
                <a:gd name="adj" fmla="val 886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Straight Connector 21">
              <a:extLst>
                <a:ext uri="{FF2B5EF4-FFF2-40B4-BE49-F238E27FC236}">
                  <a16:creationId xmlns:a16="http://schemas.microsoft.com/office/drawing/2014/main" id="{5877FB0A-228A-1E76-2268-8BD7FB422107}"/>
                </a:ext>
              </a:extLst>
            </p:cNvPr>
            <p:cNvCxnSpPr>
              <a:cxnSpLocks/>
            </p:cNvCxnSpPr>
            <p:nvPr/>
          </p:nvCxnSpPr>
          <p:spPr>
            <a:xfrm>
              <a:off x="6448981" y="2088897"/>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6DE0F33F-6D8F-14F7-801E-6F31F21FDD09}"/>
                </a:ext>
              </a:extLst>
            </p:cNvPr>
            <p:cNvSpPr/>
            <p:nvPr/>
          </p:nvSpPr>
          <p:spPr>
            <a:xfrm rot="8100000">
              <a:off x="5486847" y="2709797"/>
              <a:ext cx="779428" cy="3534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Rounded Corners 4">
              <a:extLst>
                <a:ext uri="{FF2B5EF4-FFF2-40B4-BE49-F238E27FC236}">
                  <a16:creationId xmlns:a16="http://schemas.microsoft.com/office/drawing/2014/main" id="{E2E7BBB3-C8C6-6708-4AB0-70F573BDAF8E}"/>
                </a:ext>
              </a:extLst>
            </p:cNvPr>
            <p:cNvSpPr/>
            <p:nvPr/>
          </p:nvSpPr>
          <p:spPr>
            <a:xfrm rot="2700000">
              <a:off x="5847486" y="1800697"/>
              <a:ext cx="1090775" cy="1090776"/>
            </a:xfrm>
            <a:prstGeom prst="roundRect">
              <a:avLst>
                <a:gd name="adj" fmla="val 886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1" name="Straight Connector 26">
              <a:extLst>
                <a:ext uri="{FF2B5EF4-FFF2-40B4-BE49-F238E27FC236}">
                  <a16:creationId xmlns:a16="http://schemas.microsoft.com/office/drawing/2014/main" id="{20DCC0F2-43C3-5015-C1FA-52DA16651473}"/>
                </a:ext>
              </a:extLst>
            </p:cNvPr>
            <p:cNvCxnSpPr>
              <a:cxnSpLocks/>
            </p:cNvCxnSpPr>
            <p:nvPr/>
          </p:nvCxnSpPr>
          <p:spPr>
            <a:xfrm>
              <a:off x="5498666" y="3282412"/>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BCDAB77A-6192-293D-8A43-0FED74E4E4E4}"/>
                </a:ext>
              </a:extLst>
            </p:cNvPr>
            <p:cNvSpPr/>
            <p:nvPr/>
          </p:nvSpPr>
          <p:spPr>
            <a:xfrm rot="2700000">
              <a:off x="5541556" y="3743871"/>
              <a:ext cx="779428" cy="3534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Rounded Corners 5">
              <a:extLst>
                <a:ext uri="{FF2B5EF4-FFF2-40B4-BE49-F238E27FC236}">
                  <a16:creationId xmlns:a16="http://schemas.microsoft.com/office/drawing/2014/main" id="{54C1E6A8-1E6B-B73A-F618-AC1CE32A0B42}"/>
                </a:ext>
              </a:extLst>
            </p:cNvPr>
            <p:cNvSpPr/>
            <p:nvPr/>
          </p:nvSpPr>
          <p:spPr>
            <a:xfrm rot="2700000">
              <a:off x="4874428" y="2811042"/>
              <a:ext cx="1090775" cy="1090776"/>
            </a:xfrm>
            <a:prstGeom prst="roundRect">
              <a:avLst>
                <a:gd name="adj" fmla="val 886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4" name="Straight Connector 31">
              <a:extLst>
                <a:ext uri="{FF2B5EF4-FFF2-40B4-BE49-F238E27FC236}">
                  <a16:creationId xmlns:a16="http://schemas.microsoft.com/office/drawing/2014/main" id="{DF19A3C3-47F2-E1D7-CC9B-BDE2069ED05F}"/>
                </a:ext>
              </a:extLst>
            </p:cNvPr>
            <p:cNvCxnSpPr>
              <a:cxnSpLocks/>
            </p:cNvCxnSpPr>
            <p:nvPr/>
          </p:nvCxnSpPr>
          <p:spPr>
            <a:xfrm>
              <a:off x="6348816" y="4496541"/>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015DFFF4-7842-9577-E83C-F29314BFB513}"/>
                </a:ext>
              </a:extLst>
            </p:cNvPr>
            <p:cNvSpPr/>
            <p:nvPr/>
          </p:nvSpPr>
          <p:spPr>
            <a:xfrm rot="8100000">
              <a:off x="5499651" y="4846836"/>
              <a:ext cx="779428" cy="35346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Rounded Corners 6">
              <a:extLst>
                <a:ext uri="{FF2B5EF4-FFF2-40B4-BE49-F238E27FC236}">
                  <a16:creationId xmlns:a16="http://schemas.microsoft.com/office/drawing/2014/main" id="{4CD40D1E-C1F1-F622-230D-89CBAC3AA4C4}"/>
                </a:ext>
              </a:extLst>
            </p:cNvPr>
            <p:cNvSpPr/>
            <p:nvPr/>
          </p:nvSpPr>
          <p:spPr>
            <a:xfrm rot="2700000">
              <a:off x="5847486" y="3868380"/>
              <a:ext cx="1090775" cy="1090776"/>
            </a:xfrm>
            <a:prstGeom prst="roundRect">
              <a:avLst>
                <a:gd name="adj" fmla="val 886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36">
              <a:extLst>
                <a:ext uri="{FF2B5EF4-FFF2-40B4-BE49-F238E27FC236}">
                  <a16:creationId xmlns:a16="http://schemas.microsoft.com/office/drawing/2014/main" id="{DE979D2F-1326-290A-D1B9-56543FB52191}"/>
                </a:ext>
              </a:extLst>
            </p:cNvPr>
            <p:cNvCxnSpPr>
              <a:cxnSpLocks/>
            </p:cNvCxnSpPr>
            <p:nvPr/>
          </p:nvCxnSpPr>
          <p:spPr>
            <a:xfrm>
              <a:off x="5868869" y="56700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8" name="Rectangle: Rounded Corners 8">
              <a:extLst>
                <a:ext uri="{FF2B5EF4-FFF2-40B4-BE49-F238E27FC236}">
                  <a16:creationId xmlns:a16="http://schemas.microsoft.com/office/drawing/2014/main" id="{9D65DCB6-4868-DDA6-F906-3F52ECD485CE}"/>
                </a:ext>
              </a:extLst>
            </p:cNvPr>
            <p:cNvSpPr/>
            <p:nvPr/>
          </p:nvSpPr>
          <p:spPr>
            <a:xfrm rot="2700000">
              <a:off x="4874428" y="4878722"/>
              <a:ext cx="1090775" cy="1090776"/>
            </a:xfrm>
            <a:prstGeom prst="roundRect">
              <a:avLst>
                <a:gd name="adj" fmla="val 886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4">
            <a:extLst>
              <a:ext uri="{FF2B5EF4-FFF2-40B4-BE49-F238E27FC236}">
                <a16:creationId xmlns:a16="http://schemas.microsoft.com/office/drawing/2014/main" id="{A51B2CDB-006B-36D2-046D-64F5769BBC23}"/>
              </a:ext>
            </a:extLst>
          </p:cNvPr>
          <p:cNvSpPr/>
          <p:nvPr/>
        </p:nvSpPr>
        <p:spPr>
          <a:xfrm flipH="1">
            <a:off x="1580140" y="1434812"/>
            <a:ext cx="391793"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6" name="Rectangle 5">
            <a:extLst>
              <a:ext uri="{FF2B5EF4-FFF2-40B4-BE49-F238E27FC236}">
                <a16:creationId xmlns:a16="http://schemas.microsoft.com/office/drawing/2014/main" id="{B6285E0B-5280-24FF-BEC8-922DD930C7C8}"/>
              </a:ext>
            </a:extLst>
          </p:cNvPr>
          <p:cNvSpPr/>
          <p:nvPr/>
        </p:nvSpPr>
        <p:spPr>
          <a:xfrm flipH="1">
            <a:off x="2474946" y="2409961"/>
            <a:ext cx="391793"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7" name="Rectangle 6">
            <a:extLst>
              <a:ext uri="{FF2B5EF4-FFF2-40B4-BE49-F238E27FC236}">
                <a16:creationId xmlns:a16="http://schemas.microsoft.com/office/drawing/2014/main" id="{2880A8A5-A821-1D52-AEF4-BA65CD15A247}"/>
              </a:ext>
            </a:extLst>
          </p:cNvPr>
          <p:cNvSpPr/>
          <p:nvPr/>
        </p:nvSpPr>
        <p:spPr>
          <a:xfrm flipH="1">
            <a:off x="1579320" y="3360705"/>
            <a:ext cx="391793"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8" name="Rectangle 7">
            <a:extLst>
              <a:ext uri="{FF2B5EF4-FFF2-40B4-BE49-F238E27FC236}">
                <a16:creationId xmlns:a16="http://schemas.microsoft.com/office/drawing/2014/main" id="{049F865D-99C6-FA4C-008A-DE52204FAD87}"/>
              </a:ext>
            </a:extLst>
          </p:cNvPr>
          <p:cNvSpPr/>
          <p:nvPr/>
        </p:nvSpPr>
        <p:spPr>
          <a:xfrm flipH="1">
            <a:off x="2474946" y="4342461"/>
            <a:ext cx="391793"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9" name="Rectangle 8">
            <a:extLst>
              <a:ext uri="{FF2B5EF4-FFF2-40B4-BE49-F238E27FC236}">
                <a16:creationId xmlns:a16="http://schemas.microsoft.com/office/drawing/2014/main" id="{30D8D0B6-CB79-27C0-B8A0-0DDFA64719E5}"/>
              </a:ext>
            </a:extLst>
          </p:cNvPr>
          <p:cNvSpPr/>
          <p:nvPr/>
        </p:nvSpPr>
        <p:spPr>
          <a:xfrm flipH="1">
            <a:off x="1579320" y="5276552"/>
            <a:ext cx="391793"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0" name="TextBox 82">
            <a:extLst>
              <a:ext uri="{FF2B5EF4-FFF2-40B4-BE49-F238E27FC236}">
                <a16:creationId xmlns:a16="http://schemas.microsoft.com/office/drawing/2014/main" id="{3DC8EA57-6BDC-57ED-5EAA-E5D779C94FE8}"/>
              </a:ext>
            </a:extLst>
          </p:cNvPr>
          <p:cNvSpPr txBox="1"/>
          <p:nvPr/>
        </p:nvSpPr>
        <p:spPr>
          <a:xfrm>
            <a:off x="4447685" y="974786"/>
            <a:ext cx="6921282" cy="830997"/>
          </a:xfrm>
          <a:prstGeom prst="rect">
            <a:avLst/>
          </a:prstGeom>
          <a:noFill/>
        </p:spPr>
        <p:txBody>
          <a:bodyPr wrap="square" lIns="0" rIns="0" rtlCol="0" anchor="ctr">
            <a:spAutoFit/>
          </a:bodyPr>
          <a:lstStyle/>
          <a:p>
            <a:r>
              <a:rPr lang="en-US" sz="1600"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1" name="TextBox 82">
            <a:extLst>
              <a:ext uri="{FF2B5EF4-FFF2-40B4-BE49-F238E27FC236}">
                <a16:creationId xmlns:a16="http://schemas.microsoft.com/office/drawing/2014/main" id="{DFA5DEC2-497D-4B8B-2668-50C4A468872A}"/>
              </a:ext>
            </a:extLst>
          </p:cNvPr>
          <p:cNvSpPr txBox="1"/>
          <p:nvPr/>
        </p:nvSpPr>
        <p:spPr>
          <a:xfrm>
            <a:off x="4240705" y="3258181"/>
            <a:ext cx="6921282" cy="830997"/>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2" name="TextBox 82">
            <a:extLst>
              <a:ext uri="{FF2B5EF4-FFF2-40B4-BE49-F238E27FC236}">
                <a16:creationId xmlns:a16="http://schemas.microsoft.com/office/drawing/2014/main" id="{5EB3B89C-47F6-A534-EB7F-351D1E10176C}"/>
              </a:ext>
            </a:extLst>
          </p:cNvPr>
          <p:cNvSpPr txBox="1"/>
          <p:nvPr/>
        </p:nvSpPr>
        <p:spPr>
          <a:xfrm>
            <a:off x="4602939" y="5431871"/>
            <a:ext cx="6921282" cy="830997"/>
          </a:xfrm>
          <a:prstGeom prst="rect">
            <a:avLst/>
          </a:prstGeom>
          <a:noFill/>
        </p:spPr>
        <p:txBody>
          <a:bodyPr wrap="square" lIns="0" rIns="0" rtlCol="0" anchor="ctr">
            <a:spAutoFit/>
          </a:bodyPr>
          <a:lstStyle/>
          <a:p>
            <a:r>
              <a:rPr lang="en-US" sz="1600" b="1" dirty="0">
                <a:solidFill>
                  <a:schemeClr val="accent5"/>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82">
            <a:extLst>
              <a:ext uri="{FF2B5EF4-FFF2-40B4-BE49-F238E27FC236}">
                <a16:creationId xmlns:a16="http://schemas.microsoft.com/office/drawing/2014/main" id="{F3DF2462-4744-7A69-AA93-9A7AA02AB98C}"/>
              </a:ext>
            </a:extLst>
          </p:cNvPr>
          <p:cNvSpPr txBox="1"/>
          <p:nvPr/>
        </p:nvSpPr>
        <p:spPr>
          <a:xfrm>
            <a:off x="5226117" y="2137018"/>
            <a:ext cx="6135109" cy="830997"/>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82">
            <a:extLst>
              <a:ext uri="{FF2B5EF4-FFF2-40B4-BE49-F238E27FC236}">
                <a16:creationId xmlns:a16="http://schemas.microsoft.com/office/drawing/2014/main" id="{8B627C6D-700F-6F27-0E13-10F3187F9A94}"/>
              </a:ext>
            </a:extLst>
          </p:cNvPr>
          <p:cNvSpPr txBox="1"/>
          <p:nvPr/>
        </p:nvSpPr>
        <p:spPr>
          <a:xfrm>
            <a:off x="5026880" y="4370120"/>
            <a:ext cx="6135107" cy="830997"/>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08361676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5</a:t>
            </a:r>
          </a:p>
        </p:txBody>
      </p:sp>
      <p:sp>
        <p:nvSpPr>
          <p:cNvPr id="130" name="TextBox 129">
            <a:extLst>
              <a:ext uri="{FF2B5EF4-FFF2-40B4-BE49-F238E27FC236}">
                <a16:creationId xmlns:a16="http://schemas.microsoft.com/office/drawing/2014/main" id="{1EE94ECF-212A-4267-B394-E2B0ECE3C77B}"/>
              </a:ext>
            </a:extLst>
          </p:cNvPr>
          <p:cNvSpPr txBox="1"/>
          <p:nvPr/>
        </p:nvSpPr>
        <p:spPr>
          <a:xfrm>
            <a:off x="8077800" y="3359736"/>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078989"/>
            <a:ext cx="2748507" cy="338554"/>
          </a:xfrm>
          <a:prstGeom prst="rect">
            <a:avLst/>
          </a:prstGeom>
        </p:spPr>
        <p:txBody>
          <a:bodyPr wrap="square">
            <a:spAutoFit/>
          </a:bodyPr>
          <a:lstStyle/>
          <a:p>
            <a:r>
              <a:rPr lang="en-US" sz="1600" b="1" dirty="0">
                <a:solidFill>
                  <a:schemeClr val="accent3"/>
                </a:solidFill>
              </a:rPr>
              <a:t>LOREM IPSUM</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388639"/>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5130477"/>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9" name="Rectangle 168">
            <a:extLst>
              <a:ext uri="{FF2B5EF4-FFF2-40B4-BE49-F238E27FC236}">
                <a16:creationId xmlns:a16="http://schemas.microsoft.com/office/drawing/2014/main" id="{E602D904-398A-40AF-9426-4C79E744E080}"/>
              </a:ext>
            </a:extLst>
          </p:cNvPr>
          <p:cNvSpPr/>
          <p:nvPr/>
        </p:nvSpPr>
        <p:spPr>
          <a:xfrm>
            <a:off x="8591412" y="4849730"/>
            <a:ext cx="2748507" cy="338554"/>
          </a:xfrm>
          <a:prstGeom prst="rect">
            <a:avLst/>
          </a:prstGeom>
        </p:spPr>
        <p:txBody>
          <a:bodyPr wrap="square">
            <a:spAutoFit/>
          </a:bodyPr>
          <a:lstStyle/>
          <a:p>
            <a:r>
              <a:rPr lang="en-US" sz="1600" b="1" dirty="0">
                <a:solidFill>
                  <a:schemeClr val="accent4"/>
                </a:solidFill>
              </a:rPr>
              <a:t>LOREM IPSUM</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8077800" y="5159380"/>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68" name="TextBox 167">
            <a:extLst>
              <a:ext uri="{FF2B5EF4-FFF2-40B4-BE49-F238E27FC236}">
                <a16:creationId xmlns:a16="http://schemas.microsoft.com/office/drawing/2014/main" id="{61C6A453-B1FC-4646-BDBE-A1C9534D315A}"/>
              </a:ext>
            </a:extLst>
          </p:cNvPr>
          <p:cNvSpPr txBox="1"/>
          <p:nvPr/>
        </p:nvSpPr>
        <p:spPr>
          <a:xfrm>
            <a:off x="8077800" y="1655254"/>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374507"/>
            <a:ext cx="2748507" cy="338554"/>
          </a:xfrm>
          <a:prstGeom prst="rect">
            <a:avLst/>
          </a:prstGeom>
        </p:spPr>
        <p:txBody>
          <a:bodyPr wrap="square">
            <a:spAutoFit/>
          </a:bodyPr>
          <a:lstStyle/>
          <a:p>
            <a:r>
              <a:rPr lang="en-US" sz="1600"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684157"/>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8214630" y="1394580"/>
            <a:ext cx="293693" cy="278606"/>
            <a:chOff x="5454651" y="3775075"/>
            <a:chExt cx="463550" cy="439738"/>
          </a:xfrm>
          <a:solidFill>
            <a:schemeClr val="accent2"/>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3061150"/>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4784895"/>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0" name="TextBox 159">
            <a:extLst>
              <a:ext uri="{FF2B5EF4-FFF2-40B4-BE49-F238E27FC236}">
                <a16:creationId xmlns:a16="http://schemas.microsoft.com/office/drawing/2014/main" id="{AC757498-C798-4999-83A4-481CF5C40A2B}"/>
              </a:ext>
            </a:extLst>
          </p:cNvPr>
          <p:cNvSpPr txBox="1"/>
          <p:nvPr/>
        </p:nvSpPr>
        <p:spPr>
          <a:xfrm>
            <a:off x="838200" y="4527820"/>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1" name="Rectangle 160">
            <a:extLst>
              <a:ext uri="{FF2B5EF4-FFF2-40B4-BE49-F238E27FC236}">
                <a16:creationId xmlns:a16="http://schemas.microsoft.com/office/drawing/2014/main" id="{745C07A8-B4B3-42BA-A1DE-C12886099EA6}"/>
              </a:ext>
            </a:extLst>
          </p:cNvPr>
          <p:cNvSpPr/>
          <p:nvPr/>
        </p:nvSpPr>
        <p:spPr>
          <a:xfrm>
            <a:off x="1351812" y="4247073"/>
            <a:ext cx="2748507" cy="338554"/>
          </a:xfrm>
          <a:prstGeom prst="rect">
            <a:avLst/>
          </a:prstGeom>
        </p:spPr>
        <p:txBody>
          <a:bodyPr wrap="square">
            <a:spAutoFit/>
          </a:bodyPr>
          <a:lstStyle/>
          <a:p>
            <a:r>
              <a:rPr lang="en-US" sz="1600" b="1" dirty="0">
                <a:solidFill>
                  <a:schemeClr val="accent5"/>
                </a:solidFill>
              </a:rPr>
              <a:t>LOREM IPSUM</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38200" y="4556723"/>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2412522"/>
            <a:ext cx="3276000" cy="1169551"/>
          </a:xfrm>
          <a:prstGeom prst="rect">
            <a:avLst/>
          </a:prstGeom>
          <a:noFill/>
        </p:spPr>
        <p:txBody>
          <a:bodyPr wrap="square" rtlCol="0">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2131775"/>
            <a:ext cx="2748507" cy="338554"/>
          </a:xfrm>
          <a:prstGeom prst="rect">
            <a:avLst/>
          </a:prstGeom>
        </p:spPr>
        <p:txBody>
          <a:bodyPr wrap="square">
            <a:spAutoFit/>
          </a:bodyPr>
          <a:lstStyle/>
          <a:p>
            <a:r>
              <a:rPr lang="en-US" sz="1600" b="1" dirty="0">
                <a:solidFill>
                  <a:schemeClr val="accent1"/>
                </a:solidFill>
              </a:rPr>
              <a:t>LOREM IPSUM</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2441425"/>
            <a:ext cx="327600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67999" y="2058934"/>
            <a:ext cx="337114" cy="337114"/>
            <a:chOff x="4289425" y="384175"/>
            <a:chExt cx="215900" cy="215900"/>
          </a:xfrm>
          <a:solidFill>
            <a:schemeClr val="accent1"/>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956901" y="4238753"/>
            <a:ext cx="342039" cy="306467"/>
            <a:chOff x="8548688" y="385763"/>
            <a:chExt cx="198438" cy="177800"/>
          </a:xfrm>
          <a:solidFill>
            <a:schemeClr val="accent5"/>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8" name="Group 437">
            <a:extLst>
              <a:ext uri="{FF2B5EF4-FFF2-40B4-BE49-F238E27FC236}">
                <a16:creationId xmlns:a16="http://schemas.microsoft.com/office/drawing/2014/main" id="{43DB5991-75AD-4E2D-8782-905CB2633D18}"/>
              </a:ext>
            </a:extLst>
          </p:cNvPr>
          <p:cNvGrpSpPr>
            <a:grpSpLocks noChangeAspect="1"/>
          </p:cNvGrpSpPr>
          <p:nvPr/>
        </p:nvGrpSpPr>
        <p:grpSpPr>
          <a:xfrm>
            <a:off x="4660883" y="2305293"/>
            <a:ext cx="2870235" cy="2870235"/>
            <a:chOff x="3290047" y="2196353"/>
            <a:chExt cx="3810000" cy="3810000"/>
          </a:xfrm>
        </p:grpSpPr>
        <p:sp>
          <p:nvSpPr>
            <p:cNvPr id="439" name="Arc 438">
              <a:extLst>
                <a:ext uri="{FF2B5EF4-FFF2-40B4-BE49-F238E27FC236}">
                  <a16:creationId xmlns:a16="http://schemas.microsoft.com/office/drawing/2014/main" id="{185D18D9-02BF-416E-8FD7-EFE7DA719682}"/>
                </a:ext>
              </a:extLst>
            </p:cNvPr>
            <p:cNvSpPr/>
            <p:nvPr>
              <p:custDataLst>
                <p:tags r:id="rId2"/>
              </p:custDataLst>
            </p:nvPr>
          </p:nvSpPr>
          <p:spPr>
            <a:xfrm>
              <a:off x="3290047" y="2196353"/>
              <a:ext cx="3810000" cy="3810000"/>
            </a:xfrm>
            <a:prstGeom prst="arc">
              <a:avLst>
                <a:gd name="adj1" fmla="val 600000"/>
                <a:gd name="adj2" fmla="val 4320000"/>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0" name="Arc 439">
              <a:extLst>
                <a:ext uri="{FF2B5EF4-FFF2-40B4-BE49-F238E27FC236}">
                  <a16:creationId xmlns:a16="http://schemas.microsoft.com/office/drawing/2014/main" id="{EC613214-0A26-478D-9763-7F0BFFB401B9}"/>
                </a:ext>
              </a:extLst>
            </p:cNvPr>
            <p:cNvSpPr/>
            <p:nvPr>
              <p:custDataLst>
                <p:tags r:id="rId3"/>
              </p:custDataLst>
            </p:nvPr>
          </p:nvSpPr>
          <p:spPr>
            <a:xfrm>
              <a:off x="3290047" y="2196353"/>
              <a:ext cx="3810000" cy="3810000"/>
            </a:xfrm>
            <a:prstGeom prst="arc">
              <a:avLst>
                <a:gd name="adj1" fmla="val 4920000"/>
                <a:gd name="adj2" fmla="val 8640000"/>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a:p>
              <a:pPr algn="ctr"/>
              <a:endParaRPr lang="en-US" sz="1200" dirty="0">
                <a:solidFill>
                  <a:schemeClr val="tx1"/>
                </a:solidFill>
              </a:endParaRPr>
            </a:p>
          </p:txBody>
        </p:sp>
        <p:sp>
          <p:nvSpPr>
            <p:cNvPr id="441" name="Arc 440">
              <a:extLst>
                <a:ext uri="{FF2B5EF4-FFF2-40B4-BE49-F238E27FC236}">
                  <a16:creationId xmlns:a16="http://schemas.microsoft.com/office/drawing/2014/main" id="{5516E691-A24B-442F-8563-57C984D4EC47}"/>
                </a:ext>
              </a:extLst>
            </p:cNvPr>
            <p:cNvSpPr/>
            <p:nvPr>
              <p:custDataLst>
                <p:tags r:id="rId4"/>
              </p:custDataLst>
            </p:nvPr>
          </p:nvSpPr>
          <p:spPr>
            <a:xfrm>
              <a:off x="3290047" y="2196353"/>
              <a:ext cx="3810000" cy="3810000"/>
            </a:xfrm>
            <a:prstGeom prst="arc">
              <a:avLst>
                <a:gd name="adj1" fmla="val 9240000"/>
                <a:gd name="adj2" fmla="val 12960000"/>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2" name="Arc 441">
              <a:extLst>
                <a:ext uri="{FF2B5EF4-FFF2-40B4-BE49-F238E27FC236}">
                  <a16:creationId xmlns:a16="http://schemas.microsoft.com/office/drawing/2014/main" id="{A9F4434B-2F44-4D38-94DB-778AE797C2F3}"/>
                </a:ext>
              </a:extLst>
            </p:cNvPr>
            <p:cNvSpPr/>
            <p:nvPr>
              <p:custDataLst>
                <p:tags r:id="rId5"/>
              </p:custDataLst>
            </p:nvPr>
          </p:nvSpPr>
          <p:spPr>
            <a:xfrm>
              <a:off x="3290047" y="2196353"/>
              <a:ext cx="3810000" cy="3810000"/>
            </a:xfrm>
            <a:prstGeom prst="arc">
              <a:avLst>
                <a:gd name="adj1" fmla="val 13560000"/>
                <a:gd name="adj2" fmla="val 1728000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3" name="Arc 442">
              <a:extLst>
                <a:ext uri="{FF2B5EF4-FFF2-40B4-BE49-F238E27FC236}">
                  <a16:creationId xmlns:a16="http://schemas.microsoft.com/office/drawing/2014/main" id="{B391796C-2FF7-4CD0-BFF8-20811A7EF32A}"/>
                </a:ext>
              </a:extLst>
            </p:cNvPr>
            <p:cNvSpPr/>
            <p:nvPr>
              <p:custDataLst>
                <p:tags r:id="rId6"/>
              </p:custDataLst>
            </p:nvPr>
          </p:nvSpPr>
          <p:spPr>
            <a:xfrm>
              <a:off x="3290047" y="2196353"/>
              <a:ext cx="3810000" cy="3810000"/>
            </a:xfrm>
            <a:prstGeom prst="arc">
              <a:avLst>
                <a:gd name="adj1" fmla="val 17880000"/>
                <a:gd name="adj2" fmla="val 0"/>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432" name="TextBox 431">
            <a:extLst>
              <a:ext uri="{FF2B5EF4-FFF2-40B4-BE49-F238E27FC236}">
                <a16:creationId xmlns:a16="http://schemas.microsoft.com/office/drawing/2014/main" id="{2A84D381-21F9-4A26-90CB-99126FEB4081}"/>
              </a:ext>
            </a:extLst>
          </p:cNvPr>
          <p:cNvSpPr txBox="1"/>
          <p:nvPr/>
        </p:nvSpPr>
        <p:spPr>
          <a:xfrm>
            <a:off x="3884185" y="3487869"/>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sp>
        <p:nvSpPr>
          <p:cNvPr id="433" name="TextBox 432">
            <a:extLst>
              <a:ext uri="{FF2B5EF4-FFF2-40B4-BE49-F238E27FC236}">
                <a16:creationId xmlns:a16="http://schemas.microsoft.com/office/drawing/2014/main" id="{BA780BD0-5733-47B4-A675-12B24BD86A72}"/>
              </a:ext>
            </a:extLst>
          </p:cNvPr>
          <p:cNvSpPr txBox="1"/>
          <p:nvPr/>
        </p:nvSpPr>
        <p:spPr>
          <a:xfrm>
            <a:off x="6415351" y="2865016"/>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3"/>
                </a:solidFill>
              </a:rPr>
              <a:t>LOREM IPSUM</a:t>
            </a:r>
          </a:p>
        </p:txBody>
      </p:sp>
      <p:sp>
        <p:nvSpPr>
          <p:cNvPr id="434" name="TextBox 433">
            <a:extLst>
              <a:ext uri="{FF2B5EF4-FFF2-40B4-BE49-F238E27FC236}">
                <a16:creationId xmlns:a16="http://schemas.microsoft.com/office/drawing/2014/main" id="{72A4084D-BA7C-4E42-80CB-FAAD7C66C16E}"/>
              </a:ext>
            </a:extLst>
          </p:cNvPr>
          <p:cNvSpPr txBox="1"/>
          <p:nvPr/>
        </p:nvSpPr>
        <p:spPr>
          <a:xfrm>
            <a:off x="4732325" y="2341554"/>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sp>
        <p:nvSpPr>
          <p:cNvPr id="435" name="TextBox 434">
            <a:extLst>
              <a:ext uri="{FF2B5EF4-FFF2-40B4-BE49-F238E27FC236}">
                <a16:creationId xmlns:a16="http://schemas.microsoft.com/office/drawing/2014/main" id="{2AB5FC47-C1AD-4EE7-A406-CC34560C1AD2}"/>
              </a:ext>
            </a:extLst>
          </p:cNvPr>
          <p:cNvSpPr txBox="1"/>
          <p:nvPr/>
        </p:nvSpPr>
        <p:spPr>
          <a:xfrm>
            <a:off x="6402099" y="4488408"/>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4"/>
                </a:solidFill>
              </a:rPr>
              <a:t>LOREM IPSUM</a:t>
            </a:r>
          </a:p>
        </p:txBody>
      </p:sp>
      <p:sp>
        <p:nvSpPr>
          <p:cNvPr id="437" name="TextBox 436">
            <a:extLst>
              <a:ext uri="{FF2B5EF4-FFF2-40B4-BE49-F238E27FC236}">
                <a16:creationId xmlns:a16="http://schemas.microsoft.com/office/drawing/2014/main" id="{4D1A1C82-5E0C-443C-BBDA-DE489F81B3A1}"/>
              </a:ext>
            </a:extLst>
          </p:cNvPr>
          <p:cNvSpPr txBox="1"/>
          <p:nvPr/>
        </p:nvSpPr>
        <p:spPr>
          <a:xfrm>
            <a:off x="4785334" y="489260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5"/>
                </a:solidFill>
              </a:rPr>
              <a:t>LOREM IPSUM</a:t>
            </a:r>
          </a:p>
        </p:txBody>
      </p:sp>
    </p:spTree>
    <p:custDataLst>
      <p:tags r:id="rId1"/>
    </p:custDataLst>
    <p:extLst>
      <p:ext uri="{BB962C8B-B14F-4D97-AF65-F5344CB8AC3E}">
        <p14:creationId xmlns:p14="http://schemas.microsoft.com/office/powerpoint/2010/main" val="3161164833"/>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Block Arc 2">
            <a:extLst>
              <a:ext uri="{FF2B5EF4-FFF2-40B4-BE49-F238E27FC236}">
                <a16:creationId xmlns:a16="http://schemas.microsoft.com/office/drawing/2014/main" id="{E6644755-C5E9-E30B-6A93-58AF1AB04BBF}"/>
              </a:ext>
            </a:extLst>
          </p:cNvPr>
          <p:cNvSpPr>
            <a:spLocks/>
          </p:cNvSpPr>
          <p:nvPr/>
        </p:nvSpPr>
        <p:spPr>
          <a:xfrm rot="10800000">
            <a:off x="4002669" y="-93313"/>
            <a:ext cx="4186662" cy="5148442"/>
          </a:xfrm>
          <a:prstGeom prst="blockArc">
            <a:avLst>
              <a:gd name="adj1" fmla="val 10023539"/>
              <a:gd name="adj2" fmla="val 833507"/>
              <a:gd name="adj3" fmla="val 11356"/>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 name="Title 1">
            <a:extLst>
              <a:ext uri="{FF2B5EF4-FFF2-40B4-BE49-F238E27FC236}">
                <a16:creationId xmlns:a16="http://schemas.microsoft.com/office/drawing/2014/main" id="{2D9041B4-CCDC-2F17-A3A1-C9E51658F1FE}"/>
              </a:ext>
            </a:extLst>
          </p:cNvPr>
          <p:cNvSpPr>
            <a:spLocks noGrp="1"/>
          </p:cNvSpPr>
          <p:nvPr>
            <p:ph type="title"/>
          </p:nvPr>
        </p:nvSpPr>
        <p:spPr>
          <a:xfrm>
            <a:off x="214184" y="13663"/>
            <a:ext cx="9728886" cy="678316"/>
          </a:xfrm>
        </p:spPr>
        <p:txBody>
          <a:bodyPr>
            <a:normAutofit/>
          </a:bodyPr>
          <a:lstStyle/>
          <a:p>
            <a:r>
              <a:rPr lang="en-US" dirty="0"/>
              <a:t>Circles 16</a:t>
            </a:r>
          </a:p>
        </p:txBody>
      </p:sp>
      <p:sp>
        <p:nvSpPr>
          <p:cNvPr id="29" name="Forme libre : forme 24">
            <a:extLst>
              <a:ext uri="{FF2B5EF4-FFF2-40B4-BE49-F238E27FC236}">
                <a16:creationId xmlns:a16="http://schemas.microsoft.com/office/drawing/2014/main" id="{27BA314F-F9A8-B50E-343C-097C16151211}"/>
              </a:ext>
            </a:extLst>
          </p:cNvPr>
          <p:cNvSpPr/>
          <p:nvPr/>
        </p:nvSpPr>
        <p:spPr>
          <a:xfrm>
            <a:off x="4379460" y="1023988"/>
            <a:ext cx="14508" cy="1472"/>
          </a:xfrm>
          <a:custGeom>
            <a:avLst/>
            <a:gdLst>
              <a:gd name="connsiteX0" fmla="*/ 0 w 19040"/>
              <a:gd name="connsiteY0" fmla="*/ 0 h 1932"/>
              <a:gd name="connsiteX1" fmla="*/ 19040 w 19040"/>
              <a:gd name="connsiteY1" fmla="*/ 0 h 1932"/>
              <a:gd name="connsiteX2" fmla="*/ 19040 w 19040"/>
              <a:gd name="connsiteY2" fmla="*/ 1932 h 1932"/>
              <a:gd name="connsiteX3" fmla="*/ 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0" y="0"/>
                </a:moveTo>
                <a:lnTo>
                  <a:pt x="19040" y="0"/>
                </a:lnTo>
                <a:lnTo>
                  <a:pt x="19040" y="1932"/>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sp>
        <p:nvSpPr>
          <p:cNvPr id="30" name="Forme libre : forme 22">
            <a:extLst>
              <a:ext uri="{FF2B5EF4-FFF2-40B4-BE49-F238E27FC236}">
                <a16:creationId xmlns:a16="http://schemas.microsoft.com/office/drawing/2014/main" id="{23496635-FE21-81ED-E42A-0E15868845EE}"/>
              </a:ext>
            </a:extLst>
          </p:cNvPr>
          <p:cNvSpPr/>
          <p:nvPr/>
        </p:nvSpPr>
        <p:spPr>
          <a:xfrm>
            <a:off x="4379460" y="1859608"/>
            <a:ext cx="14508" cy="1472"/>
          </a:xfrm>
          <a:custGeom>
            <a:avLst/>
            <a:gdLst>
              <a:gd name="connsiteX0" fmla="*/ 19040 w 19040"/>
              <a:gd name="connsiteY0" fmla="*/ 0 h 1932"/>
              <a:gd name="connsiteX1" fmla="*/ 19040 w 19040"/>
              <a:gd name="connsiteY1" fmla="*/ 1932 h 1932"/>
              <a:gd name="connsiteX2" fmla="*/ 0 w 19040"/>
              <a:gd name="connsiteY2" fmla="*/ 1932 h 1932"/>
              <a:gd name="connsiteX3" fmla="*/ 1904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19040" y="0"/>
                </a:moveTo>
                <a:lnTo>
                  <a:pt x="19040" y="1932"/>
                </a:lnTo>
                <a:lnTo>
                  <a:pt x="0" y="1932"/>
                </a:lnTo>
                <a:lnTo>
                  <a:pt x="1904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nvGrpSpPr>
          <p:cNvPr id="31" name="Groupe 54">
            <a:extLst>
              <a:ext uri="{FF2B5EF4-FFF2-40B4-BE49-F238E27FC236}">
                <a16:creationId xmlns:a16="http://schemas.microsoft.com/office/drawing/2014/main" id="{84D25014-84B0-C781-D1EC-8385389346A4}"/>
              </a:ext>
            </a:extLst>
          </p:cNvPr>
          <p:cNvGrpSpPr/>
          <p:nvPr/>
        </p:nvGrpSpPr>
        <p:grpSpPr>
          <a:xfrm rot="1789936">
            <a:off x="3390942" y="1609462"/>
            <a:ext cx="1027389" cy="898785"/>
            <a:chOff x="2461575" y="1482716"/>
            <a:chExt cx="1348283" cy="1179512"/>
          </a:xfrm>
        </p:grpSpPr>
        <p:sp>
          <p:nvSpPr>
            <p:cNvPr id="32" name="Ellipse 48">
              <a:extLst>
                <a:ext uri="{FF2B5EF4-FFF2-40B4-BE49-F238E27FC236}">
                  <a16:creationId xmlns:a16="http://schemas.microsoft.com/office/drawing/2014/main" id="{D9043AC1-CF55-9B0A-4259-F7342213E077}"/>
                </a:ext>
              </a:extLst>
            </p:cNvPr>
            <p:cNvSpPr/>
            <p:nvPr/>
          </p:nvSpPr>
          <p:spPr>
            <a:xfrm>
              <a:off x="2594664" y="1633161"/>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sp>
          <p:nvSpPr>
            <p:cNvPr id="33" name="Forme libre : forme 40">
              <a:extLst>
                <a:ext uri="{FF2B5EF4-FFF2-40B4-BE49-F238E27FC236}">
                  <a16:creationId xmlns:a16="http://schemas.microsoft.com/office/drawing/2014/main" id="{AFB19057-D169-2E12-2EB0-5775E94C7027}"/>
                </a:ext>
              </a:extLst>
            </p:cNvPr>
            <p:cNvSpPr/>
            <p:nvPr/>
          </p:nvSpPr>
          <p:spPr>
            <a:xfrm rot="3600000">
              <a:off x="2545961" y="139833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4" name="Groupe 53">
            <a:extLst>
              <a:ext uri="{FF2B5EF4-FFF2-40B4-BE49-F238E27FC236}">
                <a16:creationId xmlns:a16="http://schemas.microsoft.com/office/drawing/2014/main" id="{12DCDE65-3D65-4F23-AB81-96F88E5D8C55}"/>
              </a:ext>
            </a:extLst>
          </p:cNvPr>
          <p:cNvGrpSpPr/>
          <p:nvPr/>
        </p:nvGrpSpPr>
        <p:grpSpPr>
          <a:xfrm rot="900000">
            <a:off x="3653753" y="3278658"/>
            <a:ext cx="898785" cy="1027388"/>
            <a:chOff x="2960447" y="3623180"/>
            <a:chExt cx="1179512" cy="1348283"/>
          </a:xfrm>
        </p:grpSpPr>
        <p:sp>
          <p:nvSpPr>
            <p:cNvPr id="35" name="Ellipse 49">
              <a:extLst>
                <a:ext uri="{FF2B5EF4-FFF2-40B4-BE49-F238E27FC236}">
                  <a16:creationId xmlns:a16="http://schemas.microsoft.com/office/drawing/2014/main" id="{3B2C7C61-C6A4-E6E0-9D3D-04516FD7E6DF}"/>
                </a:ext>
              </a:extLst>
            </p:cNvPr>
            <p:cNvSpPr/>
            <p:nvPr/>
          </p:nvSpPr>
          <p:spPr>
            <a:xfrm>
              <a:off x="3043011" y="389099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6" name="Forme libre : forme 41">
              <a:extLst>
                <a:ext uri="{FF2B5EF4-FFF2-40B4-BE49-F238E27FC236}">
                  <a16:creationId xmlns:a16="http://schemas.microsoft.com/office/drawing/2014/main" id="{36E7733C-D0F4-C438-E2DE-997319B79159}"/>
                </a:ext>
              </a:extLst>
            </p:cNvPr>
            <p:cNvSpPr/>
            <p:nvPr/>
          </p:nvSpPr>
          <p:spPr>
            <a:xfrm rot="1800000">
              <a:off x="2960447" y="36231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7" name="Groupe 55">
            <a:extLst>
              <a:ext uri="{FF2B5EF4-FFF2-40B4-BE49-F238E27FC236}">
                <a16:creationId xmlns:a16="http://schemas.microsoft.com/office/drawing/2014/main" id="{173C6A73-B73D-EDF6-A1AA-E2E14010D945}"/>
              </a:ext>
            </a:extLst>
          </p:cNvPr>
          <p:cNvGrpSpPr/>
          <p:nvPr/>
        </p:nvGrpSpPr>
        <p:grpSpPr>
          <a:xfrm rot="16200000">
            <a:off x="7850407" y="1566552"/>
            <a:ext cx="898785" cy="1027389"/>
            <a:chOff x="5506243" y="4477080"/>
            <a:chExt cx="1179512" cy="1348283"/>
          </a:xfrm>
        </p:grpSpPr>
        <p:sp>
          <p:nvSpPr>
            <p:cNvPr id="38" name="Ellipse 50">
              <a:extLst>
                <a:ext uri="{FF2B5EF4-FFF2-40B4-BE49-F238E27FC236}">
                  <a16:creationId xmlns:a16="http://schemas.microsoft.com/office/drawing/2014/main" id="{FDABA373-2891-7ABB-7C61-F7F624D3551D}"/>
                </a:ext>
              </a:extLst>
            </p:cNvPr>
            <p:cNvSpPr/>
            <p:nvPr/>
          </p:nvSpPr>
          <p:spPr>
            <a:xfrm>
              <a:off x="5631995"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9" name="Forme libre : forme 42">
              <a:extLst>
                <a:ext uri="{FF2B5EF4-FFF2-40B4-BE49-F238E27FC236}">
                  <a16:creationId xmlns:a16="http://schemas.microsoft.com/office/drawing/2014/main" id="{C2A877D1-59C3-438B-90EC-1C7D9104C2D0}"/>
                </a:ext>
              </a:extLst>
            </p:cNvPr>
            <p:cNvSpPr/>
            <p:nvPr/>
          </p:nvSpPr>
          <p:spPr>
            <a:xfrm>
              <a:off x="5506243"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40" name="Groupe 58">
            <a:extLst>
              <a:ext uri="{FF2B5EF4-FFF2-40B4-BE49-F238E27FC236}">
                <a16:creationId xmlns:a16="http://schemas.microsoft.com/office/drawing/2014/main" id="{E6EC3939-204C-41BE-E09A-BC67BDDA05D8}"/>
              </a:ext>
            </a:extLst>
          </p:cNvPr>
          <p:cNvGrpSpPr/>
          <p:nvPr/>
        </p:nvGrpSpPr>
        <p:grpSpPr>
          <a:xfrm rot="19337872">
            <a:off x="7707534" y="3313440"/>
            <a:ext cx="898785" cy="1027388"/>
            <a:chOff x="10107119" y="4477080"/>
            <a:chExt cx="1179512" cy="1348283"/>
          </a:xfrm>
        </p:grpSpPr>
        <p:sp>
          <p:nvSpPr>
            <p:cNvPr id="41" name="Ellipse 59">
              <a:extLst>
                <a:ext uri="{FF2B5EF4-FFF2-40B4-BE49-F238E27FC236}">
                  <a16:creationId xmlns:a16="http://schemas.microsoft.com/office/drawing/2014/main" id="{4119AEBC-27B8-4FD6-19C8-A96F328676B6}"/>
                </a:ext>
              </a:extLst>
            </p:cNvPr>
            <p:cNvSpPr/>
            <p:nvPr/>
          </p:nvSpPr>
          <p:spPr>
            <a:xfrm>
              <a:off x="10226521"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42" name="Forme libre : forme 60">
              <a:extLst>
                <a:ext uri="{FF2B5EF4-FFF2-40B4-BE49-F238E27FC236}">
                  <a16:creationId xmlns:a16="http://schemas.microsoft.com/office/drawing/2014/main" id="{7923763B-DA07-5A53-D458-6464993C842B}"/>
                </a:ext>
              </a:extLst>
            </p:cNvPr>
            <p:cNvSpPr/>
            <p:nvPr/>
          </p:nvSpPr>
          <p:spPr>
            <a:xfrm>
              <a:off x="10107119"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43" name="ZoneTexte 62">
            <a:extLst>
              <a:ext uri="{FF2B5EF4-FFF2-40B4-BE49-F238E27FC236}">
                <a16:creationId xmlns:a16="http://schemas.microsoft.com/office/drawing/2014/main" id="{06499638-B80C-2FDF-69DE-E27244DF0632}"/>
              </a:ext>
            </a:extLst>
          </p:cNvPr>
          <p:cNvSpPr txBox="1"/>
          <p:nvPr/>
        </p:nvSpPr>
        <p:spPr>
          <a:xfrm flipH="1">
            <a:off x="3607606" y="1714965"/>
            <a:ext cx="470000" cy="707886"/>
          </a:xfrm>
          <a:prstGeom prst="rect">
            <a:avLst/>
          </a:prstGeom>
          <a:noFill/>
          <a:effectLst/>
        </p:spPr>
        <p:txBody>
          <a:bodyPr wrap="none" rtlCol="0">
            <a:spAutoFit/>
          </a:bodyPr>
          <a:lstStyle/>
          <a:p>
            <a:r>
              <a:rPr lang="en-US" sz="4000" b="1" dirty="0">
                <a:latin typeface="+mj-lt"/>
              </a:rPr>
              <a:t>1</a:t>
            </a:r>
          </a:p>
        </p:txBody>
      </p:sp>
      <p:sp>
        <p:nvSpPr>
          <p:cNvPr id="44" name="ZoneTexte 64">
            <a:extLst>
              <a:ext uri="{FF2B5EF4-FFF2-40B4-BE49-F238E27FC236}">
                <a16:creationId xmlns:a16="http://schemas.microsoft.com/office/drawing/2014/main" id="{E451D592-652F-5683-F16E-DC6FF13A9C63}"/>
              </a:ext>
            </a:extLst>
          </p:cNvPr>
          <p:cNvSpPr txBox="1"/>
          <p:nvPr/>
        </p:nvSpPr>
        <p:spPr>
          <a:xfrm flipH="1">
            <a:off x="7957883" y="3530192"/>
            <a:ext cx="470000" cy="707886"/>
          </a:xfrm>
          <a:prstGeom prst="rect">
            <a:avLst/>
          </a:prstGeom>
          <a:noFill/>
          <a:effectLst/>
        </p:spPr>
        <p:txBody>
          <a:bodyPr wrap="none" rtlCol="0">
            <a:spAutoFit/>
          </a:bodyPr>
          <a:lstStyle/>
          <a:p>
            <a:r>
              <a:rPr lang="en-US" sz="4000" b="1" dirty="0">
                <a:latin typeface="+mj-lt"/>
              </a:rPr>
              <a:t>4</a:t>
            </a:r>
          </a:p>
        </p:txBody>
      </p:sp>
      <p:sp>
        <p:nvSpPr>
          <p:cNvPr id="45" name="ZoneTexte 65">
            <a:extLst>
              <a:ext uri="{FF2B5EF4-FFF2-40B4-BE49-F238E27FC236}">
                <a16:creationId xmlns:a16="http://schemas.microsoft.com/office/drawing/2014/main" id="{E90A92A1-C82C-CECD-3D73-B4F091DAF3D1}"/>
              </a:ext>
            </a:extLst>
          </p:cNvPr>
          <p:cNvSpPr txBox="1"/>
          <p:nvPr/>
        </p:nvSpPr>
        <p:spPr>
          <a:xfrm flipH="1">
            <a:off x="3842359" y="3473713"/>
            <a:ext cx="470000" cy="707886"/>
          </a:xfrm>
          <a:prstGeom prst="rect">
            <a:avLst/>
          </a:prstGeom>
          <a:noFill/>
          <a:effectLst/>
        </p:spPr>
        <p:txBody>
          <a:bodyPr wrap="none" rtlCol="0">
            <a:spAutoFit/>
          </a:bodyPr>
          <a:lstStyle/>
          <a:p>
            <a:r>
              <a:rPr lang="en-US" sz="4000" b="1" dirty="0">
                <a:latin typeface="+mj-lt"/>
              </a:rPr>
              <a:t>2</a:t>
            </a:r>
          </a:p>
        </p:txBody>
      </p:sp>
      <p:sp>
        <p:nvSpPr>
          <p:cNvPr id="46" name="ZoneTexte 66">
            <a:extLst>
              <a:ext uri="{FF2B5EF4-FFF2-40B4-BE49-F238E27FC236}">
                <a16:creationId xmlns:a16="http://schemas.microsoft.com/office/drawing/2014/main" id="{4A183223-10F0-3107-A3DC-C512F53994B1}"/>
              </a:ext>
            </a:extLst>
          </p:cNvPr>
          <p:cNvSpPr txBox="1"/>
          <p:nvPr/>
        </p:nvSpPr>
        <p:spPr>
          <a:xfrm flipH="1">
            <a:off x="8144386" y="1740627"/>
            <a:ext cx="470000" cy="707886"/>
          </a:xfrm>
          <a:prstGeom prst="rect">
            <a:avLst/>
          </a:prstGeom>
          <a:noFill/>
          <a:effectLst/>
        </p:spPr>
        <p:txBody>
          <a:bodyPr wrap="none" rtlCol="0">
            <a:spAutoFit/>
          </a:bodyPr>
          <a:lstStyle/>
          <a:p>
            <a:r>
              <a:rPr lang="en-US" sz="4000" b="1" dirty="0">
                <a:latin typeface="+mj-lt"/>
              </a:rPr>
              <a:t>5</a:t>
            </a:r>
          </a:p>
        </p:txBody>
      </p:sp>
      <p:sp>
        <p:nvSpPr>
          <p:cNvPr id="47" name="TextBox 37">
            <a:extLst>
              <a:ext uri="{FF2B5EF4-FFF2-40B4-BE49-F238E27FC236}">
                <a16:creationId xmlns:a16="http://schemas.microsoft.com/office/drawing/2014/main" id="{E91A87BD-7ABB-394B-5B6A-0E224AAA690A}"/>
              </a:ext>
            </a:extLst>
          </p:cNvPr>
          <p:cNvSpPr txBox="1"/>
          <p:nvPr/>
        </p:nvSpPr>
        <p:spPr>
          <a:xfrm>
            <a:off x="444385" y="1513212"/>
            <a:ext cx="2955562"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8" name="TextBox 37 - 1">
            <a:extLst>
              <a:ext uri="{FF2B5EF4-FFF2-40B4-BE49-F238E27FC236}">
                <a16:creationId xmlns:a16="http://schemas.microsoft.com/office/drawing/2014/main" id="{9C47959B-55DF-4843-CFC2-1035F38AE8F0}"/>
              </a:ext>
            </a:extLst>
          </p:cNvPr>
          <p:cNvSpPr txBox="1"/>
          <p:nvPr/>
        </p:nvSpPr>
        <p:spPr>
          <a:xfrm>
            <a:off x="8792052" y="1513212"/>
            <a:ext cx="2955562" cy="1323439"/>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9" name="TextBox 37">
            <a:extLst>
              <a:ext uri="{FF2B5EF4-FFF2-40B4-BE49-F238E27FC236}">
                <a16:creationId xmlns:a16="http://schemas.microsoft.com/office/drawing/2014/main" id="{F3D939BE-643F-5432-8435-C3C65BD0901C}"/>
              </a:ext>
            </a:extLst>
          </p:cNvPr>
          <p:cNvSpPr txBox="1"/>
          <p:nvPr/>
        </p:nvSpPr>
        <p:spPr>
          <a:xfrm>
            <a:off x="444384" y="4316561"/>
            <a:ext cx="3354457"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0" name="TextBox 37 - 1">
            <a:extLst>
              <a:ext uri="{FF2B5EF4-FFF2-40B4-BE49-F238E27FC236}">
                <a16:creationId xmlns:a16="http://schemas.microsoft.com/office/drawing/2014/main" id="{40B8C582-A011-D104-FB82-B4EB61AF2154}"/>
              </a:ext>
            </a:extLst>
          </p:cNvPr>
          <p:cNvSpPr txBox="1"/>
          <p:nvPr/>
        </p:nvSpPr>
        <p:spPr>
          <a:xfrm>
            <a:off x="8393159" y="4316561"/>
            <a:ext cx="33544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1" name="TextBox 37">
            <a:extLst>
              <a:ext uri="{FF2B5EF4-FFF2-40B4-BE49-F238E27FC236}">
                <a16:creationId xmlns:a16="http://schemas.microsoft.com/office/drawing/2014/main" id="{1D977015-5DFF-40ED-6870-51934EAAF10C}"/>
              </a:ext>
            </a:extLst>
          </p:cNvPr>
          <p:cNvSpPr txBox="1"/>
          <p:nvPr/>
        </p:nvSpPr>
        <p:spPr>
          <a:xfrm>
            <a:off x="3804386" y="5463361"/>
            <a:ext cx="4583228" cy="1077218"/>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53" name="Groupe 56">
            <a:extLst>
              <a:ext uri="{FF2B5EF4-FFF2-40B4-BE49-F238E27FC236}">
                <a16:creationId xmlns:a16="http://schemas.microsoft.com/office/drawing/2014/main" id="{43EC799F-9941-6ADC-EACE-DBAFC57F5C4D}"/>
              </a:ext>
            </a:extLst>
          </p:cNvPr>
          <p:cNvGrpSpPr/>
          <p:nvPr/>
        </p:nvGrpSpPr>
        <p:grpSpPr>
          <a:xfrm>
            <a:off x="5648088" y="4386375"/>
            <a:ext cx="898785" cy="1027388"/>
            <a:chOff x="7806681" y="4477080"/>
            <a:chExt cx="1179512" cy="1348283"/>
          </a:xfrm>
        </p:grpSpPr>
        <p:sp>
          <p:nvSpPr>
            <p:cNvPr id="54" name="Ellipse 51">
              <a:extLst>
                <a:ext uri="{FF2B5EF4-FFF2-40B4-BE49-F238E27FC236}">
                  <a16:creationId xmlns:a16="http://schemas.microsoft.com/office/drawing/2014/main" id="{11652E16-E639-BAD2-A202-C3436AF9CAE5}"/>
                </a:ext>
              </a:extLst>
            </p:cNvPr>
            <p:cNvSpPr/>
            <p:nvPr/>
          </p:nvSpPr>
          <p:spPr>
            <a:xfrm>
              <a:off x="7946533"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5" name="Forme libre : forme 43">
              <a:extLst>
                <a:ext uri="{FF2B5EF4-FFF2-40B4-BE49-F238E27FC236}">
                  <a16:creationId xmlns:a16="http://schemas.microsoft.com/office/drawing/2014/main" id="{E72DEA27-517C-7F27-EE95-42F179966655}"/>
                </a:ext>
              </a:extLst>
            </p:cNvPr>
            <p:cNvSpPr/>
            <p:nvPr/>
          </p:nvSpPr>
          <p:spPr>
            <a:xfrm>
              <a:off x="7806681"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56" name="ZoneTexte 63">
            <a:extLst>
              <a:ext uri="{FF2B5EF4-FFF2-40B4-BE49-F238E27FC236}">
                <a16:creationId xmlns:a16="http://schemas.microsoft.com/office/drawing/2014/main" id="{DCDBAE27-A3BD-E913-471A-B9BBEF666DD5}"/>
              </a:ext>
            </a:extLst>
          </p:cNvPr>
          <p:cNvSpPr txBox="1"/>
          <p:nvPr/>
        </p:nvSpPr>
        <p:spPr>
          <a:xfrm flipH="1">
            <a:off x="5882833" y="4631125"/>
            <a:ext cx="470000" cy="707886"/>
          </a:xfrm>
          <a:prstGeom prst="rect">
            <a:avLst/>
          </a:prstGeom>
          <a:noFill/>
          <a:effectLst/>
        </p:spPr>
        <p:txBody>
          <a:bodyPr wrap="none" rtlCol="0">
            <a:spAutoFit/>
          </a:bodyPr>
          <a:lstStyle/>
          <a:p>
            <a:r>
              <a:rPr lang="en-US" sz="4000" b="1" dirty="0">
                <a:latin typeface="+mj-lt"/>
              </a:rPr>
              <a:t>3</a:t>
            </a:r>
          </a:p>
        </p:txBody>
      </p:sp>
    </p:spTree>
    <p:extLst>
      <p:ext uri="{BB962C8B-B14F-4D97-AF65-F5344CB8AC3E}">
        <p14:creationId xmlns:p14="http://schemas.microsoft.com/office/powerpoint/2010/main" val="387600694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28169931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5</a:t>
            </a:r>
          </a:p>
        </p:txBody>
      </p:sp>
      <p:grpSp>
        <p:nvGrpSpPr>
          <p:cNvPr id="20" name="Group 19"/>
          <p:cNvGrpSpPr/>
          <p:nvPr/>
        </p:nvGrpSpPr>
        <p:grpSpPr>
          <a:xfrm rot="18859635">
            <a:off x="438516" y="3200616"/>
            <a:ext cx="4126716" cy="1154430"/>
            <a:chOff x="3533878" y="4093533"/>
            <a:chExt cx="4126716" cy="1154430"/>
          </a:xfrm>
        </p:grpSpPr>
        <p:sp>
          <p:nvSpPr>
            <p:cNvPr id="21" name="Freeform: Shape 2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22" name="Group 21"/>
            <p:cNvGrpSpPr/>
            <p:nvPr/>
          </p:nvGrpSpPr>
          <p:grpSpPr>
            <a:xfrm>
              <a:off x="6554170" y="4093533"/>
              <a:ext cx="1106424" cy="1106424"/>
              <a:chOff x="1871333" y="2522497"/>
              <a:chExt cx="1106424" cy="1106424"/>
            </a:xfrm>
          </p:grpSpPr>
          <p:sp>
            <p:nvSpPr>
              <p:cNvPr id="26" name="Oval 2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3" name="Group 22"/>
            <p:cNvGrpSpPr/>
            <p:nvPr/>
          </p:nvGrpSpPr>
          <p:grpSpPr>
            <a:xfrm>
              <a:off x="3533878" y="4141539"/>
              <a:ext cx="1106424" cy="1106424"/>
              <a:chOff x="1871333" y="2522497"/>
              <a:chExt cx="1106424" cy="1106424"/>
            </a:xfrm>
          </p:grpSpPr>
          <p:sp>
            <p:nvSpPr>
              <p:cNvPr id="24" name="Oval 2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5" name="Oval 24"/>
              <p:cNvSpPr>
                <a:spLocks noChangeAspect="1"/>
              </p:cNvSpPr>
              <p:nvPr/>
            </p:nvSpPr>
            <p:spPr>
              <a:xfrm>
                <a:off x="1967345" y="2618509"/>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28" name="Group 27"/>
          <p:cNvGrpSpPr/>
          <p:nvPr/>
        </p:nvGrpSpPr>
        <p:grpSpPr>
          <a:xfrm rot="2284121">
            <a:off x="2686188" y="3020233"/>
            <a:ext cx="4126716" cy="1154430"/>
            <a:chOff x="3533878" y="4093533"/>
            <a:chExt cx="4126716" cy="1154430"/>
          </a:xfrm>
        </p:grpSpPr>
        <p:sp>
          <p:nvSpPr>
            <p:cNvPr id="29" name="Freeform: Shape 28"/>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0" name="Group 29"/>
            <p:cNvGrpSpPr/>
            <p:nvPr/>
          </p:nvGrpSpPr>
          <p:grpSpPr>
            <a:xfrm>
              <a:off x="6554170" y="4093533"/>
              <a:ext cx="1106424" cy="1106424"/>
              <a:chOff x="1871333" y="2522497"/>
              <a:chExt cx="1106424" cy="1106424"/>
            </a:xfrm>
          </p:grpSpPr>
          <p:sp>
            <p:nvSpPr>
              <p:cNvPr id="35" name="Oval 34"/>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7" name="Oval 3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31" name="Group 30"/>
            <p:cNvGrpSpPr/>
            <p:nvPr/>
          </p:nvGrpSpPr>
          <p:grpSpPr>
            <a:xfrm>
              <a:off x="3533878" y="4141539"/>
              <a:ext cx="1106424" cy="1106424"/>
              <a:chOff x="1871333" y="2522497"/>
              <a:chExt cx="1106424" cy="1106424"/>
            </a:xfrm>
          </p:grpSpPr>
          <p:sp>
            <p:nvSpPr>
              <p:cNvPr id="32" name="Oval 3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3" name="Oval 32"/>
              <p:cNvSpPr>
                <a:spLocks noChangeAspect="1"/>
              </p:cNvSpPr>
              <p:nvPr/>
            </p:nvSpPr>
            <p:spPr>
              <a:xfrm>
                <a:off x="1967345" y="2618509"/>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40" name="Group 39"/>
          <p:cNvGrpSpPr/>
          <p:nvPr/>
        </p:nvGrpSpPr>
        <p:grpSpPr>
          <a:xfrm rot="18859635">
            <a:off x="4914213" y="2856898"/>
            <a:ext cx="4126716" cy="1154430"/>
            <a:chOff x="3533878" y="4093533"/>
            <a:chExt cx="4126716" cy="1154430"/>
          </a:xfrm>
        </p:grpSpPr>
        <p:sp>
          <p:nvSpPr>
            <p:cNvPr id="41" name="Freeform: Shape 4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42" name="Group 41"/>
            <p:cNvGrpSpPr/>
            <p:nvPr/>
          </p:nvGrpSpPr>
          <p:grpSpPr>
            <a:xfrm>
              <a:off x="6554170" y="4093533"/>
              <a:ext cx="1106424" cy="1106424"/>
              <a:chOff x="1871333" y="2522497"/>
              <a:chExt cx="1106424" cy="1106424"/>
            </a:xfrm>
          </p:grpSpPr>
          <p:sp>
            <p:nvSpPr>
              <p:cNvPr id="46" name="Oval 4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1" name="Oval 50"/>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3" name="Group 42"/>
            <p:cNvGrpSpPr/>
            <p:nvPr/>
          </p:nvGrpSpPr>
          <p:grpSpPr>
            <a:xfrm>
              <a:off x="3533878" y="4141539"/>
              <a:ext cx="1106424" cy="1106424"/>
              <a:chOff x="1871333" y="2522497"/>
              <a:chExt cx="1106424" cy="1106424"/>
            </a:xfrm>
          </p:grpSpPr>
          <p:sp>
            <p:nvSpPr>
              <p:cNvPr id="44" name="Oval 4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45" name="Oval 44"/>
              <p:cNvSpPr>
                <a:spLocks noChangeAspect="1"/>
              </p:cNvSpPr>
              <p:nvPr/>
            </p:nvSpPr>
            <p:spPr>
              <a:xfrm>
                <a:off x="1967345" y="2618509"/>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52" name="Group 51"/>
          <p:cNvGrpSpPr/>
          <p:nvPr/>
        </p:nvGrpSpPr>
        <p:grpSpPr>
          <a:xfrm rot="2284121">
            <a:off x="7161885" y="2676515"/>
            <a:ext cx="4126716" cy="1154430"/>
            <a:chOff x="3533878" y="4093533"/>
            <a:chExt cx="4126716" cy="1154430"/>
          </a:xfrm>
        </p:grpSpPr>
        <p:sp>
          <p:nvSpPr>
            <p:cNvPr id="55" name="Freeform: Shape 54"/>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56" name="Group 55"/>
            <p:cNvGrpSpPr/>
            <p:nvPr/>
          </p:nvGrpSpPr>
          <p:grpSpPr>
            <a:xfrm>
              <a:off x="6554170" y="4093533"/>
              <a:ext cx="1106424" cy="1106424"/>
              <a:chOff x="1871333" y="2522497"/>
              <a:chExt cx="1106424" cy="1106424"/>
            </a:xfrm>
          </p:grpSpPr>
          <p:sp>
            <p:nvSpPr>
              <p:cNvPr id="62" name="Oval 6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1967345" y="2618509"/>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8" name="Group 57"/>
            <p:cNvGrpSpPr/>
            <p:nvPr/>
          </p:nvGrpSpPr>
          <p:grpSpPr>
            <a:xfrm>
              <a:off x="3533878" y="4141539"/>
              <a:ext cx="1106424" cy="1106424"/>
              <a:chOff x="1871333" y="2522497"/>
              <a:chExt cx="1106424" cy="1106424"/>
            </a:xfrm>
          </p:grpSpPr>
          <p:sp>
            <p:nvSpPr>
              <p:cNvPr id="59" name="Oval 58"/>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1" name="Oval 60"/>
              <p:cNvSpPr>
                <a:spLocks noChangeAspect="1"/>
              </p:cNvSpPr>
              <p:nvPr/>
            </p:nvSpPr>
            <p:spPr>
              <a:xfrm>
                <a:off x="1967345" y="2618509"/>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sp>
        <p:nvSpPr>
          <p:cNvPr id="64" name="TextBox 63"/>
          <p:cNvSpPr txBox="1"/>
          <p:nvPr/>
        </p:nvSpPr>
        <p:spPr>
          <a:xfrm>
            <a:off x="9210442" y="4767662"/>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6" name="TextBox 65"/>
          <p:cNvSpPr txBox="1"/>
          <p:nvPr/>
        </p:nvSpPr>
        <p:spPr>
          <a:xfrm>
            <a:off x="5561135" y="5048053"/>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7" name="TextBox 66"/>
          <p:cNvSpPr txBox="1"/>
          <p:nvPr/>
        </p:nvSpPr>
        <p:spPr>
          <a:xfrm>
            <a:off x="2110356" y="4855557"/>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8" name="TextBox 67"/>
          <p:cNvSpPr txBox="1"/>
          <p:nvPr/>
        </p:nvSpPr>
        <p:spPr>
          <a:xfrm>
            <a:off x="8672762" y="1385338"/>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9" name="TextBox 68"/>
          <p:cNvSpPr txBox="1"/>
          <p:nvPr/>
        </p:nvSpPr>
        <p:spPr>
          <a:xfrm>
            <a:off x="4077580" y="1385338"/>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grpSp>
        <p:nvGrpSpPr>
          <p:cNvPr id="130" name="Air_hostess" descr="{&quot;Key&quot;:&quot;POWER_USER_SHAPE_ICON&quot;,&quot;Value&quot;:&quot;POWER_USER_SHAPE_ICON_STYLE_1&quot;}">
            <a:extLst>
              <a:ext uri="{FF2B5EF4-FFF2-40B4-BE49-F238E27FC236}">
                <a16:creationId xmlns:a16="http://schemas.microsoft.com/office/drawing/2014/main" id="{EB668F88-AF90-BADE-A782-6E816DC3C1FD}"/>
              </a:ext>
            </a:extLst>
          </p:cNvPr>
          <p:cNvGrpSpPr>
            <a:grpSpLocks noChangeAspect="1"/>
          </p:cNvGrpSpPr>
          <p:nvPr/>
        </p:nvGrpSpPr>
        <p:grpSpPr>
          <a:xfrm>
            <a:off x="1216916" y="4534234"/>
            <a:ext cx="493812" cy="597218"/>
            <a:chOff x="7264401" y="4197351"/>
            <a:chExt cx="371475" cy="449263"/>
          </a:xfrm>
          <a:solidFill>
            <a:schemeClr val="lt1"/>
          </a:solidFill>
        </p:grpSpPr>
        <p:sp>
          <p:nvSpPr>
            <p:cNvPr id="131" name="Freeform 618">
              <a:extLst>
                <a:ext uri="{FF2B5EF4-FFF2-40B4-BE49-F238E27FC236}">
                  <a16:creationId xmlns:a16="http://schemas.microsoft.com/office/drawing/2014/main" id="{D7FF8CEA-BD5C-863F-5AAA-11E9A577624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619">
              <a:extLst>
                <a:ext uri="{FF2B5EF4-FFF2-40B4-BE49-F238E27FC236}">
                  <a16:creationId xmlns:a16="http://schemas.microsoft.com/office/drawing/2014/main" id="{E2641C32-0BD9-89F0-84E4-493B3BFDD9B1}"/>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620">
              <a:extLst>
                <a:ext uri="{FF2B5EF4-FFF2-40B4-BE49-F238E27FC236}">
                  <a16:creationId xmlns:a16="http://schemas.microsoft.com/office/drawing/2014/main" id="{63F3CC16-DDA7-1899-B99E-FB619866E67B}"/>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621">
              <a:extLst>
                <a:ext uri="{FF2B5EF4-FFF2-40B4-BE49-F238E27FC236}">
                  <a16:creationId xmlns:a16="http://schemas.microsoft.com/office/drawing/2014/main" id="{900E8611-D672-6964-AFE8-AC31D06FEF4C}"/>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622">
              <a:extLst>
                <a:ext uri="{FF2B5EF4-FFF2-40B4-BE49-F238E27FC236}">
                  <a16:creationId xmlns:a16="http://schemas.microsoft.com/office/drawing/2014/main" id="{18A68A00-D002-2647-2329-46C5486C06CE}"/>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623">
              <a:extLst>
                <a:ext uri="{FF2B5EF4-FFF2-40B4-BE49-F238E27FC236}">
                  <a16:creationId xmlns:a16="http://schemas.microsoft.com/office/drawing/2014/main" id="{0252E732-0016-2224-F34D-D266426E009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624">
              <a:extLst>
                <a:ext uri="{FF2B5EF4-FFF2-40B4-BE49-F238E27FC236}">
                  <a16:creationId xmlns:a16="http://schemas.microsoft.com/office/drawing/2014/main" id="{C0ECF546-704B-5343-5197-85415BCC0BA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625">
              <a:extLst>
                <a:ext uri="{FF2B5EF4-FFF2-40B4-BE49-F238E27FC236}">
                  <a16:creationId xmlns:a16="http://schemas.microsoft.com/office/drawing/2014/main" id="{8E585F15-9112-A596-4DAC-A657CAA8D71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26">
              <a:extLst>
                <a:ext uri="{FF2B5EF4-FFF2-40B4-BE49-F238E27FC236}">
                  <a16:creationId xmlns:a16="http://schemas.microsoft.com/office/drawing/2014/main" id="{BAE0B1FF-7EDF-DA7D-E79E-C20098ECF1A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27">
              <a:extLst>
                <a:ext uri="{FF2B5EF4-FFF2-40B4-BE49-F238E27FC236}">
                  <a16:creationId xmlns:a16="http://schemas.microsoft.com/office/drawing/2014/main" id="{CC87D291-3724-8122-E3FA-036AFA99C932}"/>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28">
              <a:extLst>
                <a:ext uri="{FF2B5EF4-FFF2-40B4-BE49-F238E27FC236}">
                  <a16:creationId xmlns:a16="http://schemas.microsoft.com/office/drawing/2014/main" id="{5A45DF03-D1CA-066A-7C9D-3A44C8ABC54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Rectangle 629">
              <a:extLst>
                <a:ext uri="{FF2B5EF4-FFF2-40B4-BE49-F238E27FC236}">
                  <a16:creationId xmlns:a16="http://schemas.microsoft.com/office/drawing/2014/main" id="{437B8255-CFB6-FD42-8638-892554CFC55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AI2" descr="{&quot;Key&quot;:&quot;POWER_USER_SHAPE_ICON&quot;,&quot;Value&quot;:&quot;POWER_USER_SHAPE_ICON_STYLE_1&quot;}">
            <a:extLst>
              <a:ext uri="{FF2B5EF4-FFF2-40B4-BE49-F238E27FC236}">
                <a16:creationId xmlns:a16="http://schemas.microsoft.com/office/drawing/2014/main" id="{7BD3A539-7F90-39EF-B90A-8602C0AB901E}"/>
              </a:ext>
            </a:extLst>
          </p:cNvPr>
          <p:cNvGrpSpPr>
            <a:grpSpLocks noChangeAspect="1"/>
          </p:cNvGrpSpPr>
          <p:nvPr>
            <p:custDataLst>
              <p:tags r:id="rId2"/>
            </p:custDataLst>
          </p:nvPr>
        </p:nvGrpSpPr>
        <p:grpSpPr>
          <a:xfrm>
            <a:off x="3186925" y="2416000"/>
            <a:ext cx="711200" cy="596900"/>
            <a:chOff x="3457576" y="4243388"/>
            <a:chExt cx="711200" cy="596900"/>
          </a:xfrm>
          <a:solidFill>
            <a:schemeClr val="lt1"/>
          </a:solidFill>
        </p:grpSpPr>
        <p:sp>
          <p:nvSpPr>
            <p:cNvPr id="144" name="Freeform 322">
              <a:extLst>
                <a:ext uri="{FF2B5EF4-FFF2-40B4-BE49-F238E27FC236}">
                  <a16:creationId xmlns:a16="http://schemas.microsoft.com/office/drawing/2014/main" id="{2492D386-B0F0-3F20-65F4-3D1764003B5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3">
              <a:extLst>
                <a:ext uri="{FF2B5EF4-FFF2-40B4-BE49-F238E27FC236}">
                  <a16:creationId xmlns:a16="http://schemas.microsoft.com/office/drawing/2014/main" id="{F334D2FE-7E10-B30B-1678-57144E8C9E71}"/>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24">
              <a:extLst>
                <a:ext uri="{FF2B5EF4-FFF2-40B4-BE49-F238E27FC236}">
                  <a16:creationId xmlns:a16="http://schemas.microsoft.com/office/drawing/2014/main" id="{5921AEA9-89A7-2904-3AA8-BC4EC420952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25">
              <a:extLst>
                <a:ext uri="{FF2B5EF4-FFF2-40B4-BE49-F238E27FC236}">
                  <a16:creationId xmlns:a16="http://schemas.microsoft.com/office/drawing/2014/main" id="{8B47DAA3-C49E-42D9-17BF-6BBFEE8305A6}"/>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26">
              <a:extLst>
                <a:ext uri="{FF2B5EF4-FFF2-40B4-BE49-F238E27FC236}">
                  <a16:creationId xmlns:a16="http://schemas.microsoft.com/office/drawing/2014/main" id="{5A6503A2-D7A6-AB4F-3356-319C6E38BF86}"/>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27">
              <a:extLst>
                <a:ext uri="{FF2B5EF4-FFF2-40B4-BE49-F238E27FC236}">
                  <a16:creationId xmlns:a16="http://schemas.microsoft.com/office/drawing/2014/main" id="{420424A9-B16A-E510-DF3C-95B7488D155B}"/>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28">
              <a:extLst>
                <a:ext uri="{FF2B5EF4-FFF2-40B4-BE49-F238E27FC236}">
                  <a16:creationId xmlns:a16="http://schemas.microsoft.com/office/drawing/2014/main" id="{AE14327F-ACB0-8BF7-141B-A7D2C56F9B1A}"/>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29">
              <a:extLst>
                <a:ext uri="{FF2B5EF4-FFF2-40B4-BE49-F238E27FC236}">
                  <a16:creationId xmlns:a16="http://schemas.microsoft.com/office/drawing/2014/main" id="{B5FA6CFC-4FC9-AB26-6542-D325B9D50EF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30">
              <a:extLst>
                <a:ext uri="{FF2B5EF4-FFF2-40B4-BE49-F238E27FC236}">
                  <a16:creationId xmlns:a16="http://schemas.microsoft.com/office/drawing/2014/main" id="{28CC6FFE-8B5F-AE7D-7C9D-450C1D2BD6F2}"/>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31">
              <a:extLst>
                <a:ext uri="{FF2B5EF4-FFF2-40B4-BE49-F238E27FC236}">
                  <a16:creationId xmlns:a16="http://schemas.microsoft.com/office/drawing/2014/main" id="{A2F3D405-A4A6-E856-F433-1A9B0F6F90B2}"/>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32">
              <a:extLst>
                <a:ext uri="{FF2B5EF4-FFF2-40B4-BE49-F238E27FC236}">
                  <a16:creationId xmlns:a16="http://schemas.microsoft.com/office/drawing/2014/main" id="{1449A66E-5F37-235A-B269-6A0A217EBAF1}"/>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333">
              <a:extLst>
                <a:ext uri="{FF2B5EF4-FFF2-40B4-BE49-F238E27FC236}">
                  <a16:creationId xmlns:a16="http://schemas.microsoft.com/office/drawing/2014/main" id="{6E791160-A03E-6098-8DA0-CDB418D6AB1B}"/>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334">
              <a:extLst>
                <a:ext uri="{FF2B5EF4-FFF2-40B4-BE49-F238E27FC236}">
                  <a16:creationId xmlns:a16="http://schemas.microsoft.com/office/drawing/2014/main" id="{B0681A47-97BE-46B1-91DD-1C10BCFBDEF6}"/>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335">
              <a:extLst>
                <a:ext uri="{FF2B5EF4-FFF2-40B4-BE49-F238E27FC236}">
                  <a16:creationId xmlns:a16="http://schemas.microsoft.com/office/drawing/2014/main" id="{7A23F298-DAE7-EC9F-E0E1-8A6FDBB68C43}"/>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336">
              <a:extLst>
                <a:ext uri="{FF2B5EF4-FFF2-40B4-BE49-F238E27FC236}">
                  <a16:creationId xmlns:a16="http://schemas.microsoft.com/office/drawing/2014/main" id="{B24E3ABD-E96D-C86E-DE20-C715D050C7EB}"/>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Alarm4" descr="{&quot;Key&quot;:&quot;POWER_USER_SHAPE_ICON&quot;,&quot;Value&quot;:&quot;POWER_USER_SHAPE_ICON_STYLE_1&quot;}">
            <a:extLst>
              <a:ext uri="{FF2B5EF4-FFF2-40B4-BE49-F238E27FC236}">
                <a16:creationId xmlns:a16="http://schemas.microsoft.com/office/drawing/2014/main" id="{75E83020-1056-EFE3-9341-7B6AABA6F6CB}"/>
              </a:ext>
            </a:extLst>
          </p:cNvPr>
          <p:cNvGrpSpPr>
            <a:grpSpLocks noChangeAspect="1"/>
          </p:cNvGrpSpPr>
          <p:nvPr/>
        </p:nvGrpSpPr>
        <p:grpSpPr>
          <a:xfrm>
            <a:off x="5693915" y="4199491"/>
            <a:ext cx="527926" cy="597218"/>
            <a:chOff x="7680326" y="6435725"/>
            <a:chExt cx="254000" cy="287338"/>
          </a:xfrm>
          <a:solidFill>
            <a:schemeClr val="lt1"/>
          </a:solidFill>
        </p:grpSpPr>
        <p:sp>
          <p:nvSpPr>
            <p:cNvPr id="160" name="Freeform 99">
              <a:extLst>
                <a:ext uri="{FF2B5EF4-FFF2-40B4-BE49-F238E27FC236}">
                  <a16:creationId xmlns:a16="http://schemas.microsoft.com/office/drawing/2014/main" id="{B5A059AA-7CFC-452B-85C3-DF75B46C8421}"/>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0">
              <a:extLst>
                <a:ext uri="{FF2B5EF4-FFF2-40B4-BE49-F238E27FC236}">
                  <a16:creationId xmlns:a16="http://schemas.microsoft.com/office/drawing/2014/main" id="{CF533C5A-85C1-8FED-3655-F2B0A1C7CEF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1">
              <a:extLst>
                <a:ext uri="{FF2B5EF4-FFF2-40B4-BE49-F238E27FC236}">
                  <a16:creationId xmlns:a16="http://schemas.microsoft.com/office/drawing/2014/main" id="{0CF55E2B-0D90-ED53-DF8B-1E17AE35CBE1}"/>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102">
              <a:extLst>
                <a:ext uri="{FF2B5EF4-FFF2-40B4-BE49-F238E27FC236}">
                  <a16:creationId xmlns:a16="http://schemas.microsoft.com/office/drawing/2014/main" id="{1357078A-98E9-10A0-3CD6-FCA474163C9C}"/>
                </a:ext>
              </a:extLst>
            </p:cNvPr>
            <p:cNvSpPr>
              <a:spLocks noChangeArrowheads="1"/>
            </p:cNvSpPr>
            <p:nvPr/>
          </p:nvSpPr>
          <p:spPr bwMode="auto">
            <a:xfrm>
              <a:off x="7804151" y="6592888"/>
              <a:ext cx="63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3">
              <a:extLst>
                <a:ext uri="{FF2B5EF4-FFF2-40B4-BE49-F238E27FC236}">
                  <a16:creationId xmlns:a16="http://schemas.microsoft.com/office/drawing/2014/main" id="{138F4D42-BB11-D333-82F0-B54025D8472D}"/>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4">
              <a:extLst>
                <a:ext uri="{FF2B5EF4-FFF2-40B4-BE49-F238E27FC236}">
                  <a16:creationId xmlns:a16="http://schemas.microsoft.com/office/drawing/2014/main" id="{B9DD6032-325F-243F-D33E-1900762DD9B8}"/>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105">
              <a:extLst>
                <a:ext uri="{FF2B5EF4-FFF2-40B4-BE49-F238E27FC236}">
                  <a16:creationId xmlns:a16="http://schemas.microsoft.com/office/drawing/2014/main" id="{7EC7E547-3F75-0599-7072-59F8015C28FA}"/>
                </a:ext>
              </a:extLst>
            </p:cNvPr>
            <p:cNvSpPr>
              <a:spLocks noChangeArrowheads="1"/>
            </p:cNvSpPr>
            <p:nvPr/>
          </p:nvSpPr>
          <p:spPr bwMode="auto">
            <a:xfrm>
              <a:off x="7804151" y="6435725"/>
              <a:ext cx="6350"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6">
              <a:extLst>
                <a:ext uri="{FF2B5EF4-FFF2-40B4-BE49-F238E27FC236}">
                  <a16:creationId xmlns:a16="http://schemas.microsoft.com/office/drawing/2014/main" id="{A0006ED6-57EE-9E27-4665-732292E2CB24}"/>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7">
              <a:extLst>
                <a:ext uri="{FF2B5EF4-FFF2-40B4-BE49-F238E27FC236}">
                  <a16:creationId xmlns:a16="http://schemas.microsoft.com/office/drawing/2014/main" id="{0DD77AA9-3225-BA4B-2BFB-30B8F876F99A}"/>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08">
              <a:extLst>
                <a:ext uri="{FF2B5EF4-FFF2-40B4-BE49-F238E27FC236}">
                  <a16:creationId xmlns:a16="http://schemas.microsoft.com/office/drawing/2014/main" id="{15DDFA94-FC16-BF4F-B399-F377B71894D5}"/>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9">
              <a:extLst>
                <a:ext uri="{FF2B5EF4-FFF2-40B4-BE49-F238E27FC236}">
                  <a16:creationId xmlns:a16="http://schemas.microsoft.com/office/drawing/2014/main" id="{3A8BF94B-911D-DD94-CD8D-B70F8CDB2F32}"/>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10">
              <a:extLst>
                <a:ext uri="{FF2B5EF4-FFF2-40B4-BE49-F238E27FC236}">
                  <a16:creationId xmlns:a16="http://schemas.microsoft.com/office/drawing/2014/main" id="{3CEE15A9-5A4B-71FB-5D1D-AB82623BAF42}"/>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11">
              <a:extLst>
                <a:ext uri="{FF2B5EF4-FFF2-40B4-BE49-F238E27FC236}">
                  <a16:creationId xmlns:a16="http://schemas.microsoft.com/office/drawing/2014/main" id="{0A573E5C-B026-60EE-2977-6A66C30FEF60}"/>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112">
              <a:extLst>
                <a:ext uri="{FF2B5EF4-FFF2-40B4-BE49-F238E27FC236}">
                  <a16:creationId xmlns:a16="http://schemas.microsoft.com/office/drawing/2014/main" id="{F9EBDBD1-F664-EDA9-38E2-FD5B14D0B109}"/>
                </a:ext>
              </a:extLst>
            </p:cNvPr>
            <p:cNvSpPr>
              <a:spLocks noChangeArrowheads="1"/>
            </p:cNvSpPr>
            <p:nvPr/>
          </p:nvSpPr>
          <p:spPr bwMode="auto">
            <a:xfrm>
              <a:off x="7764463" y="6677025"/>
              <a:ext cx="873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4" name="Architect" descr="{&quot;Key&quot;:&quot;POWER_USER_SHAPE_ICON&quot;,&quot;Value&quot;:&quot;POWER_USER_SHAPE_ICON_STYLE_1&quot;}">
            <a:extLst>
              <a:ext uri="{FF2B5EF4-FFF2-40B4-BE49-F238E27FC236}">
                <a16:creationId xmlns:a16="http://schemas.microsoft.com/office/drawing/2014/main" id="{15F9951F-A759-1F9F-C6BE-08CDBD7C8610}"/>
              </a:ext>
            </a:extLst>
          </p:cNvPr>
          <p:cNvGrpSpPr>
            <a:grpSpLocks noChangeAspect="1"/>
          </p:cNvGrpSpPr>
          <p:nvPr/>
        </p:nvGrpSpPr>
        <p:grpSpPr>
          <a:xfrm>
            <a:off x="7676932" y="2013509"/>
            <a:ext cx="677381" cy="597218"/>
            <a:chOff x="5365751" y="4187826"/>
            <a:chExt cx="536575" cy="473075"/>
          </a:xfrm>
          <a:solidFill>
            <a:schemeClr val="lt1"/>
          </a:solidFill>
        </p:grpSpPr>
        <p:sp>
          <p:nvSpPr>
            <p:cNvPr id="175" name="Freeform 681">
              <a:extLst>
                <a:ext uri="{FF2B5EF4-FFF2-40B4-BE49-F238E27FC236}">
                  <a16:creationId xmlns:a16="http://schemas.microsoft.com/office/drawing/2014/main" id="{F6FD7522-D30B-87C8-90AB-20606A87E10A}"/>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82">
              <a:extLst>
                <a:ext uri="{FF2B5EF4-FFF2-40B4-BE49-F238E27FC236}">
                  <a16:creationId xmlns:a16="http://schemas.microsoft.com/office/drawing/2014/main" id="{E4CD52A4-F53A-27FB-5688-DD2CCE35331F}"/>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83">
              <a:extLst>
                <a:ext uri="{FF2B5EF4-FFF2-40B4-BE49-F238E27FC236}">
                  <a16:creationId xmlns:a16="http://schemas.microsoft.com/office/drawing/2014/main" id="{8A133A42-851C-4B42-EE7E-F80F1076374D}"/>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684">
              <a:extLst>
                <a:ext uri="{FF2B5EF4-FFF2-40B4-BE49-F238E27FC236}">
                  <a16:creationId xmlns:a16="http://schemas.microsoft.com/office/drawing/2014/main" id="{CC1CF55F-727D-229F-1A73-D1C28EF37FBE}"/>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685">
              <a:extLst>
                <a:ext uri="{FF2B5EF4-FFF2-40B4-BE49-F238E27FC236}">
                  <a16:creationId xmlns:a16="http://schemas.microsoft.com/office/drawing/2014/main" id="{401C48ED-D9E4-F478-383D-41BB87913C60}"/>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686">
              <a:extLst>
                <a:ext uri="{FF2B5EF4-FFF2-40B4-BE49-F238E27FC236}">
                  <a16:creationId xmlns:a16="http://schemas.microsoft.com/office/drawing/2014/main" id="{DAAB94B9-034E-3B93-9411-9B5C41C1016D}"/>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87">
              <a:extLst>
                <a:ext uri="{FF2B5EF4-FFF2-40B4-BE49-F238E27FC236}">
                  <a16:creationId xmlns:a16="http://schemas.microsoft.com/office/drawing/2014/main" id="{43E907C6-6A5C-503C-21E9-4D7BB88EC5C2}"/>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688">
              <a:extLst>
                <a:ext uri="{FF2B5EF4-FFF2-40B4-BE49-F238E27FC236}">
                  <a16:creationId xmlns:a16="http://schemas.microsoft.com/office/drawing/2014/main" id="{5D156867-1B2D-D40D-4003-A6B2942DC79B}"/>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89">
              <a:extLst>
                <a:ext uri="{FF2B5EF4-FFF2-40B4-BE49-F238E27FC236}">
                  <a16:creationId xmlns:a16="http://schemas.microsoft.com/office/drawing/2014/main" id="{9A105087-30B8-8E1B-8266-80B81CEA4BB2}"/>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690">
              <a:extLst>
                <a:ext uri="{FF2B5EF4-FFF2-40B4-BE49-F238E27FC236}">
                  <a16:creationId xmlns:a16="http://schemas.microsoft.com/office/drawing/2014/main" id="{BF2A74C0-12C7-43F4-E533-454D03CF0220}"/>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691">
              <a:extLst>
                <a:ext uri="{FF2B5EF4-FFF2-40B4-BE49-F238E27FC236}">
                  <a16:creationId xmlns:a16="http://schemas.microsoft.com/office/drawing/2014/main" id="{2C8CB6F3-47DF-4066-C81F-76EB6F263485}"/>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692">
              <a:extLst>
                <a:ext uri="{FF2B5EF4-FFF2-40B4-BE49-F238E27FC236}">
                  <a16:creationId xmlns:a16="http://schemas.microsoft.com/office/drawing/2014/main" id="{A24D86C2-980B-5B11-A94C-2F2053369CD2}"/>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693">
              <a:extLst>
                <a:ext uri="{FF2B5EF4-FFF2-40B4-BE49-F238E27FC236}">
                  <a16:creationId xmlns:a16="http://schemas.microsoft.com/office/drawing/2014/main" id="{70305149-0C45-35B5-07BB-D0A44E9C6EE5}"/>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8" name="Crossing_obstacles" descr="{&quot;Key&quot;:&quot;POWER_USER_SHAPE_ICON&quot;,&quot;Value&quot;:&quot;POWER_USER_SHAPE_ICON_STYLE_1&quot;}">
            <a:extLst>
              <a:ext uri="{FF2B5EF4-FFF2-40B4-BE49-F238E27FC236}">
                <a16:creationId xmlns:a16="http://schemas.microsoft.com/office/drawing/2014/main" id="{07D92602-9119-A9AA-F7AC-50EAB59E384E}"/>
              </a:ext>
            </a:extLst>
          </p:cNvPr>
          <p:cNvGrpSpPr>
            <a:grpSpLocks noChangeAspect="1"/>
          </p:cNvGrpSpPr>
          <p:nvPr/>
        </p:nvGrpSpPr>
        <p:grpSpPr>
          <a:xfrm>
            <a:off x="10096753" y="3858748"/>
            <a:ext cx="615293" cy="608760"/>
            <a:chOff x="4346575" y="334963"/>
            <a:chExt cx="747713" cy="739775"/>
          </a:xfrm>
        </p:grpSpPr>
        <p:sp>
          <p:nvSpPr>
            <p:cNvPr id="189" name="Freeform 117">
              <a:extLst>
                <a:ext uri="{FF2B5EF4-FFF2-40B4-BE49-F238E27FC236}">
                  <a16:creationId xmlns:a16="http://schemas.microsoft.com/office/drawing/2014/main" id="{95126DB8-E284-7A78-AC52-108A2A3A07F3}"/>
                </a:ext>
              </a:extLst>
            </p:cNvPr>
            <p:cNvSpPr>
              <a:spLocks/>
            </p:cNvSpPr>
            <p:nvPr/>
          </p:nvSpPr>
          <p:spPr bwMode="auto">
            <a:xfrm>
              <a:off x="4346575" y="576263"/>
              <a:ext cx="263525" cy="261938"/>
            </a:xfrm>
            <a:custGeom>
              <a:avLst/>
              <a:gdLst>
                <a:gd name="T0" fmla="*/ 133 w 350"/>
                <a:gd name="T1" fmla="*/ 4 h 348"/>
                <a:gd name="T2" fmla="*/ 4 w 350"/>
                <a:gd name="T3" fmla="*/ 141 h 348"/>
                <a:gd name="T4" fmla="*/ 4 w 350"/>
                <a:gd name="T5" fmla="*/ 156 h 348"/>
                <a:gd name="T6" fmla="*/ 201 w 350"/>
                <a:gd name="T7" fmla="*/ 344 h 348"/>
                <a:gd name="T8" fmla="*/ 217 w 350"/>
                <a:gd name="T9" fmla="*/ 344 h 348"/>
                <a:gd name="T10" fmla="*/ 346 w 350"/>
                <a:gd name="T11" fmla="*/ 207 h 348"/>
                <a:gd name="T12" fmla="*/ 346 w 350"/>
                <a:gd name="T13" fmla="*/ 192 h 348"/>
                <a:gd name="T14" fmla="*/ 149 w 350"/>
                <a:gd name="T15" fmla="*/ 4 h 348"/>
                <a:gd name="T16" fmla="*/ 133 w 350"/>
                <a:gd name="T17" fmla="*/ 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 h="348">
                  <a:moveTo>
                    <a:pt x="133" y="4"/>
                  </a:moveTo>
                  <a:lnTo>
                    <a:pt x="4" y="141"/>
                  </a:lnTo>
                  <a:cubicBezTo>
                    <a:pt x="0" y="145"/>
                    <a:pt x="0" y="152"/>
                    <a:pt x="4" y="156"/>
                  </a:cubicBezTo>
                  <a:lnTo>
                    <a:pt x="201" y="344"/>
                  </a:lnTo>
                  <a:cubicBezTo>
                    <a:pt x="206" y="348"/>
                    <a:pt x="212" y="348"/>
                    <a:pt x="217" y="344"/>
                  </a:cubicBezTo>
                  <a:lnTo>
                    <a:pt x="346" y="207"/>
                  </a:lnTo>
                  <a:cubicBezTo>
                    <a:pt x="350" y="203"/>
                    <a:pt x="350" y="196"/>
                    <a:pt x="346" y="192"/>
                  </a:cubicBezTo>
                  <a:lnTo>
                    <a:pt x="149" y="4"/>
                  </a:lnTo>
                  <a:cubicBezTo>
                    <a:pt x="144" y="0"/>
                    <a:pt x="137" y="0"/>
                    <a:pt x="133" y="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8">
              <a:extLst>
                <a:ext uri="{FF2B5EF4-FFF2-40B4-BE49-F238E27FC236}">
                  <a16:creationId xmlns:a16="http://schemas.microsoft.com/office/drawing/2014/main" id="{804A485B-CAF9-969F-E8A8-FBA3DABE77DC}"/>
                </a:ext>
              </a:extLst>
            </p:cNvPr>
            <p:cNvSpPr>
              <a:spLocks/>
            </p:cNvSpPr>
            <p:nvPr/>
          </p:nvSpPr>
          <p:spPr bwMode="auto">
            <a:xfrm>
              <a:off x="4403725" y="827088"/>
              <a:ext cx="322263" cy="200025"/>
            </a:xfrm>
            <a:custGeom>
              <a:avLst/>
              <a:gdLst>
                <a:gd name="T0" fmla="*/ 311 w 429"/>
                <a:gd name="T1" fmla="*/ 0 h 266"/>
                <a:gd name="T2" fmla="*/ 239 w 429"/>
                <a:gd name="T3" fmla="*/ 140 h 266"/>
                <a:gd name="T4" fmla="*/ 36 w 429"/>
                <a:gd name="T5" fmla="*/ 168 h 266"/>
                <a:gd name="T6" fmla="*/ 3 w 429"/>
                <a:gd name="T7" fmla="*/ 218 h 266"/>
                <a:gd name="T8" fmla="*/ 44 w 429"/>
                <a:gd name="T9" fmla="*/ 266 h 266"/>
                <a:gd name="T10" fmla="*/ 311 w 429"/>
                <a:gd name="T11" fmla="*/ 254 h 266"/>
                <a:gd name="T12" fmla="*/ 342 w 429"/>
                <a:gd name="T13" fmla="*/ 234 h 266"/>
                <a:gd name="T14" fmla="*/ 429 w 429"/>
                <a:gd name="T15" fmla="*/ 74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9" h="266">
                  <a:moveTo>
                    <a:pt x="311" y="0"/>
                  </a:moveTo>
                  <a:lnTo>
                    <a:pt x="239" y="140"/>
                  </a:lnTo>
                  <a:lnTo>
                    <a:pt x="36" y="168"/>
                  </a:lnTo>
                  <a:cubicBezTo>
                    <a:pt x="36" y="167"/>
                    <a:pt x="0" y="175"/>
                    <a:pt x="3" y="218"/>
                  </a:cubicBezTo>
                  <a:cubicBezTo>
                    <a:pt x="7" y="265"/>
                    <a:pt x="44" y="266"/>
                    <a:pt x="44" y="266"/>
                  </a:cubicBezTo>
                  <a:lnTo>
                    <a:pt x="311" y="254"/>
                  </a:lnTo>
                  <a:cubicBezTo>
                    <a:pt x="323" y="254"/>
                    <a:pt x="337" y="245"/>
                    <a:pt x="342" y="234"/>
                  </a:cubicBezTo>
                  <a:lnTo>
                    <a:pt x="429" y="7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19">
              <a:extLst>
                <a:ext uri="{FF2B5EF4-FFF2-40B4-BE49-F238E27FC236}">
                  <a16:creationId xmlns:a16="http://schemas.microsoft.com/office/drawing/2014/main" id="{7B00D083-7FF2-33E4-A34F-AC73B7F0C810}"/>
                </a:ext>
              </a:extLst>
            </p:cNvPr>
            <p:cNvSpPr>
              <a:spLocks/>
            </p:cNvSpPr>
            <p:nvPr/>
          </p:nvSpPr>
          <p:spPr bwMode="auto">
            <a:xfrm>
              <a:off x="4548188" y="450850"/>
              <a:ext cx="546100" cy="623888"/>
            </a:xfrm>
            <a:custGeom>
              <a:avLst/>
              <a:gdLst>
                <a:gd name="T0" fmla="*/ 21 w 728"/>
                <a:gd name="T1" fmla="*/ 224 h 829"/>
                <a:gd name="T2" fmla="*/ 18 w 728"/>
                <a:gd name="T3" fmla="*/ 174 h 829"/>
                <a:gd name="T4" fmla="*/ 162 w 728"/>
                <a:gd name="T5" fmla="*/ 9 h 829"/>
                <a:gd name="T6" fmla="*/ 180 w 728"/>
                <a:gd name="T7" fmla="*/ 1 h 829"/>
                <a:gd name="T8" fmla="*/ 193 w 728"/>
                <a:gd name="T9" fmla="*/ 3 h 829"/>
                <a:gd name="T10" fmla="*/ 390 w 728"/>
                <a:gd name="T11" fmla="*/ 117 h 829"/>
                <a:gd name="T12" fmla="*/ 455 w 728"/>
                <a:gd name="T13" fmla="*/ 177 h 829"/>
                <a:gd name="T14" fmla="*/ 542 w 728"/>
                <a:gd name="T15" fmla="*/ 287 h 829"/>
                <a:gd name="T16" fmla="*/ 688 w 728"/>
                <a:gd name="T17" fmla="*/ 353 h 829"/>
                <a:gd name="T18" fmla="*/ 706 w 728"/>
                <a:gd name="T19" fmla="*/ 397 h 829"/>
                <a:gd name="T20" fmla="*/ 666 w 728"/>
                <a:gd name="T21" fmla="*/ 426 h 829"/>
                <a:gd name="T22" fmla="*/ 511 w 728"/>
                <a:gd name="T23" fmla="*/ 388 h 829"/>
                <a:gd name="T24" fmla="*/ 469 w 728"/>
                <a:gd name="T25" fmla="*/ 363 h 829"/>
                <a:gd name="T26" fmla="*/ 403 w 728"/>
                <a:gd name="T27" fmla="*/ 295 h 829"/>
                <a:gd name="T28" fmla="*/ 296 w 728"/>
                <a:gd name="T29" fmla="*/ 423 h 829"/>
                <a:gd name="T30" fmla="*/ 489 w 728"/>
                <a:gd name="T31" fmla="*/ 476 h 829"/>
                <a:gd name="T32" fmla="*/ 552 w 728"/>
                <a:gd name="T33" fmla="*/ 527 h 829"/>
                <a:gd name="T34" fmla="*/ 707 w 728"/>
                <a:gd name="T35" fmla="*/ 751 h 829"/>
                <a:gd name="T36" fmla="*/ 695 w 728"/>
                <a:gd name="T37" fmla="*/ 807 h 829"/>
                <a:gd name="T38" fmla="*/ 632 w 728"/>
                <a:gd name="T39" fmla="*/ 807 h 829"/>
                <a:gd name="T40" fmla="*/ 446 w 728"/>
                <a:gd name="T41" fmla="*/ 595 h 829"/>
                <a:gd name="T42" fmla="*/ 237 w 728"/>
                <a:gd name="T43" fmla="*/ 573 h 829"/>
                <a:gd name="T44" fmla="*/ 114 w 728"/>
                <a:gd name="T45" fmla="*/ 460 h 829"/>
                <a:gd name="T46" fmla="*/ 253 w 728"/>
                <a:gd name="T47" fmla="*/ 181 h 829"/>
                <a:gd name="T48" fmla="*/ 183 w 728"/>
                <a:gd name="T49" fmla="*/ 128 h 829"/>
                <a:gd name="T50" fmla="*/ 74 w 728"/>
                <a:gd name="T51" fmla="*/ 230 h 829"/>
                <a:gd name="T52" fmla="*/ 21 w 728"/>
                <a:gd name="T53" fmla="*/ 224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8" h="829">
                  <a:moveTo>
                    <a:pt x="21" y="224"/>
                  </a:moveTo>
                  <a:cubicBezTo>
                    <a:pt x="0" y="203"/>
                    <a:pt x="11" y="184"/>
                    <a:pt x="18" y="174"/>
                  </a:cubicBezTo>
                  <a:cubicBezTo>
                    <a:pt x="51" y="130"/>
                    <a:pt x="162" y="9"/>
                    <a:pt x="162" y="9"/>
                  </a:cubicBezTo>
                  <a:cubicBezTo>
                    <a:pt x="165" y="5"/>
                    <a:pt x="172" y="1"/>
                    <a:pt x="180" y="1"/>
                  </a:cubicBezTo>
                  <a:cubicBezTo>
                    <a:pt x="184" y="0"/>
                    <a:pt x="189" y="1"/>
                    <a:pt x="193" y="3"/>
                  </a:cubicBezTo>
                  <a:lnTo>
                    <a:pt x="390" y="117"/>
                  </a:lnTo>
                  <a:cubicBezTo>
                    <a:pt x="419" y="134"/>
                    <a:pt x="435" y="150"/>
                    <a:pt x="455" y="177"/>
                  </a:cubicBezTo>
                  <a:lnTo>
                    <a:pt x="542" y="287"/>
                  </a:lnTo>
                  <a:lnTo>
                    <a:pt x="688" y="353"/>
                  </a:lnTo>
                  <a:cubicBezTo>
                    <a:pt x="688" y="353"/>
                    <a:pt x="714" y="364"/>
                    <a:pt x="706" y="397"/>
                  </a:cubicBezTo>
                  <a:cubicBezTo>
                    <a:pt x="701" y="419"/>
                    <a:pt x="681" y="430"/>
                    <a:pt x="666" y="426"/>
                  </a:cubicBezTo>
                  <a:cubicBezTo>
                    <a:pt x="666" y="426"/>
                    <a:pt x="551" y="396"/>
                    <a:pt x="511" y="388"/>
                  </a:cubicBezTo>
                  <a:cubicBezTo>
                    <a:pt x="496" y="385"/>
                    <a:pt x="486" y="382"/>
                    <a:pt x="469" y="363"/>
                  </a:cubicBezTo>
                  <a:lnTo>
                    <a:pt x="403" y="295"/>
                  </a:lnTo>
                  <a:cubicBezTo>
                    <a:pt x="376" y="320"/>
                    <a:pt x="324" y="384"/>
                    <a:pt x="296" y="423"/>
                  </a:cubicBezTo>
                  <a:lnTo>
                    <a:pt x="489" y="476"/>
                  </a:lnTo>
                  <a:cubicBezTo>
                    <a:pt x="525" y="484"/>
                    <a:pt x="538" y="505"/>
                    <a:pt x="552" y="527"/>
                  </a:cubicBezTo>
                  <a:lnTo>
                    <a:pt x="707" y="751"/>
                  </a:lnTo>
                  <a:cubicBezTo>
                    <a:pt x="707" y="751"/>
                    <a:pt x="728" y="774"/>
                    <a:pt x="695" y="807"/>
                  </a:cubicBezTo>
                  <a:cubicBezTo>
                    <a:pt x="673" y="829"/>
                    <a:pt x="645" y="822"/>
                    <a:pt x="632" y="807"/>
                  </a:cubicBezTo>
                  <a:lnTo>
                    <a:pt x="446" y="595"/>
                  </a:lnTo>
                  <a:cubicBezTo>
                    <a:pt x="393" y="589"/>
                    <a:pt x="279" y="575"/>
                    <a:pt x="237" y="573"/>
                  </a:cubicBezTo>
                  <a:cubicBezTo>
                    <a:pt x="136" y="568"/>
                    <a:pt x="111" y="504"/>
                    <a:pt x="114" y="460"/>
                  </a:cubicBezTo>
                  <a:cubicBezTo>
                    <a:pt x="120" y="361"/>
                    <a:pt x="190" y="279"/>
                    <a:pt x="253" y="181"/>
                  </a:cubicBezTo>
                  <a:lnTo>
                    <a:pt x="183" y="128"/>
                  </a:lnTo>
                  <a:lnTo>
                    <a:pt x="74" y="230"/>
                  </a:lnTo>
                  <a:cubicBezTo>
                    <a:pt x="57" y="244"/>
                    <a:pt x="37" y="241"/>
                    <a:pt x="21" y="22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0">
              <a:extLst>
                <a:ext uri="{FF2B5EF4-FFF2-40B4-BE49-F238E27FC236}">
                  <a16:creationId xmlns:a16="http://schemas.microsoft.com/office/drawing/2014/main" id="{2081C8F7-A049-B06C-73AA-2D9AE3D3F302}"/>
                </a:ext>
              </a:extLst>
            </p:cNvPr>
            <p:cNvSpPr>
              <a:spLocks/>
            </p:cNvSpPr>
            <p:nvPr/>
          </p:nvSpPr>
          <p:spPr bwMode="auto">
            <a:xfrm>
              <a:off x="4875213" y="396875"/>
              <a:ext cx="166688" cy="166688"/>
            </a:xfrm>
            <a:custGeom>
              <a:avLst/>
              <a:gdLst>
                <a:gd name="T0" fmla="*/ 105 w 221"/>
                <a:gd name="T1" fmla="*/ 3 h 221"/>
                <a:gd name="T2" fmla="*/ 4 w 221"/>
                <a:gd name="T3" fmla="*/ 116 h 221"/>
                <a:gd name="T4" fmla="*/ 117 w 221"/>
                <a:gd name="T5" fmla="*/ 217 h 221"/>
                <a:gd name="T6" fmla="*/ 218 w 221"/>
                <a:gd name="T7" fmla="*/ 104 h 221"/>
                <a:gd name="T8" fmla="*/ 105 w 221"/>
                <a:gd name="T9" fmla="*/ 3 h 221"/>
              </a:gdLst>
              <a:ahLst/>
              <a:cxnLst>
                <a:cxn ang="0">
                  <a:pos x="T0" y="T1"/>
                </a:cxn>
                <a:cxn ang="0">
                  <a:pos x="T2" y="T3"/>
                </a:cxn>
                <a:cxn ang="0">
                  <a:pos x="T4" y="T5"/>
                </a:cxn>
                <a:cxn ang="0">
                  <a:pos x="T6" y="T7"/>
                </a:cxn>
                <a:cxn ang="0">
                  <a:pos x="T8" y="T9"/>
                </a:cxn>
              </a:cxnLst>
              <a:rect l="0" t="0" r="r" b="b"/>
              <a:pathLst>
                <a:path w="221" h="221">
                  <a:moveTo>
                    <a:pt x="105" y="3"/>
                  </a:moveTo>
                  <a:cubicBezTo>
                    <a:pt x="45" y="6"/>
                    <a:pt x="0" y="57"/>
                    <a:pt x="4" y="116"/>
                  </a:cubicBezTo>
                  <a:cubicBezTo>
                    <a:pt x="7" y="175"/>
                    <a:pt x="58" y="221"/>
                    <a:pt x="117" y="217"/>
                  </a:cubicBezTo>
                  <a:cubicBezTo>
                    <a:pt x="176" y="214"/>
                    <a:pt x="221" y="163"/>
                    <a:pt x="218" y="104"/>
                  </a:cubicBezTo>
                  <a:cubicBezTo>
                    <a:pt x="214" y="45"/>
                    <a:pt x="164" y="0"/>
                    <a:pt x="105"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1">
              <a:extLst>
                <a:ext uri="{FF2B5EF4-FFF2-40B4-BE49-F238E27FC236}">
                  <a16:creationId xmlns:a16="http://schemas.microsoft.com/office/drawing/2014/main" id="{092ECD95-8ED9-9002-49C1-C1E8C7086656}"/>
                </a:ext>
              </a:extLst>
            </p:cNvPr>
            <p:cNvSpPr>
              <a:spLocks/>
            </p:cNvSpPr>
            <p:nvPr/>
          </p:nvSpPr>
          <p:spPr bwMode="auto">
            <a:xfrm>
              <a:off x="4494213" y="334963"/>
              <a:ext cx="419100" cy="728663"/>
            </a:xfrm>
            <a:custGeom>
              <a:avLst/>
              <a:gdLst>
                <a:gd name="T0" fmla="*/ 557 w 557"/>
                <a:gd name="T1" fmla="*/ 795 h 968"/>
                <a:gd name="T2" fmla="*/ 315 w 557"/>
                <a:gd name="T3" fmla="*/ 968 h 968"/>
                <a:gd name="T4" fmla="*/ 0 w 557"/>
                <a:gd name="T5" fmla="*/ 484 h 968"/>
                <a:gd name="T6" fmla="*/ 315 w 557"/>
                <a:gd name="T7" fmla="*/ 0 h 968"/>
                <a:gd name="T8" fmla="*/ 528 w 557"/>
                <a:gd name="T9" fmla="*/ 127 h 968"/>
              </a:gdLst>
              <a:ahLst/>
              <a:cxnLst>
                <a:cxn ang="0">
                  <a:pos x="T0" y="T1"/>
                </a:cxn>
                <a:cxn ang="0">
                  <a:pos x="T2" y="T3"/>
                </a:cxn>
                <a:cxn ang="0">
                  <a:pos x="T4" y="T5"/>
                </a:cxn>
                <a:cxn ang="0">
                  <a:pos x="T6" y="T7"/>
                </a:cxn>
                <a:cxn ang="0">
                  <a:pos x="T8" y="T9"/>
                </a:cxn>
              </a:cxnLst>
              <a:rect l="0" t="0" r="r" b="b"/>
              <a:pathLst>
                <a:path w="557" h="968">
                  <a:moveTo>
                    <a:pt x="557" y="795"/>
                  </a:moveTo>
                  <a:cubicBezTo>
                    <a:pt x="499" y="900"/>
                    <a:pt x="412" y="968"/>
                    <a:pt x="315" y="968"/>
                  </a:cubicBezTo>
                  <a:cubicBezTo>
                    <a:pt x="141" y="968"/>
                    <a:pt x="0" y="751"/>
                    <a:pt x="0" y="484"/>
                  </a:cubicBezTo>
                  <a:cubicBezTo>
                    <a:pt x="0" y="217"/>
                    <a:pt x="141" y="0"/>
                    <a:pt x="315" y="0"/>
                  </a:cubicBezTo>
                  <a:cubicBezTo>
                    <a:pt x="397" y="0"/>
                    <a:pt x="472" y="48"/>
                    <a:pt x="528" y="127"/>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90726481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7970760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Chevrons (rows) 14</a:t>
            </a:r>
          </a:p>
        </p:txBody>
      </p:sp>
      <p:sp>
        <p:nvSpPr>
          <p:cNvPr id="5" name="Pentagon 4"/>
          <p:cNvSpPr/>
          <p:nvPr/>
        </p:nvSpPr>
        <p:spPr>
          <a:xfrm>
            <a:off x="669745" y="1560783"/>
            <a:ext cx="978408" cy="586405"/>
          </a:xfrm>
          <a:prstGeom prst="homePlat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1"/>
                </a:solidFill>
              </a:rPr>
              <a:t>01</a:t>
            </a:r>
          </a:p>
        </p:txBody>
      </p:sp>
      <p:sp>
        <p:nvSpPr>
          <p:cNvPr id="6" name="Pentagon 5"/>
          <p:cNvSpPr/>
          <p:nvPr/>
        </p:nvSpPr>
        <p:spPr>
          <a:xfrm>
            <a:off x="669745" y="2360293"/>
            <a:ext cx="978408" cy="586405"/>
          </a:xfrm>
          <a:prstGeom prst="homePlat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2"/>
                </a:solidFill>
              </a:rPr>
              <a:t>02</a:t>
            </a:r>
          </a:p>
        </p:txBody>
      </p:sp>
      <p:sp>
        <p:nvSpPr>
          <p:cNvPr id="7" name="Pentagon 6"/>
          <p:cNvSpPr/>
          <p:nvPr/>
        </p:nvSpPr>
        <p:spPr>
          <a:xfrm>
            <a:off x="669745" y="3159803"/>
            <a:ext cx="978408" cy="586405"/>
          </a:xfrm>
          <a:prstGeom prst="homePlate">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03</a:t>
            </a:r>
          </a:p>
        </p:txBody>
      </p:sp>
      <p:sp>
        <p:nvSpPr>
          <p:cNvPr id="8" name="Pentagon 7"/>
          <p:cNvSpPr/>
          <p:nvPr/>
        </p:nvSpPr>
        <p:spPr>
          <a:xfrm>
            <a:off x="669745" y="3959313"/>
            <a:ext cx="978408" cy="586405"/>
          </a:xfrm>
          <a:prstGeom prst="homePlat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4"/>
                </a:solidFill>
              </a:rPr>
              <a:t>04</a:t>
            </a:r>
          </a:p>
        </p:txBody>
      </p:sp>
      <p:sp>
        <p:nvSpPr>
          <p:cNvPr id="9" name="Pentagon 8"/>
          <p:cNvSpPr/>
          <p:nvPr/>
        </p:nvSpPr>
        <p:spPr>
          <a:xfrm>
            <a:off x="669745" y="4758823"/>
            <a:ext cx="978408" cy="586405"/>
          </a:xfrm>
          <a:prstGeom prst="homePlate">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5"/>
                </a:solidFill>
              </a:rPr>
              <a:t>05</a:t>
            </a:r>
          </a:p>
        </p:txBody>
      </p:sp>
      <p:sp>
        <p:nvSpPr>
          <p:cNvPr id="10" name="TextBox 9"/>
          <p:cNvSpPr txBox="1"/>
          <p:nvPr/>
        </p:nvSpPr>
        <p:spPr>
          <a:xfrm>
            <a:off x="1796902" y="154415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1" name="TextBox 10"/>
          <p:cNvSpPr txBox="1"/>
          <p:nvPr/>
        </p:nvSpPr>
        <p:spPr>
          <a:xfrm>
            <a:off x="1796902" y="2346992"/>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2" name="TextBox 11"/>
          <p:cNvSpPr txBox="1"/>
          <p:nvPr/>
        </p:nvSpPr>
        <p:spPr>
          <a:xfrm>
            <a:off x="1796902" y="314982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3" name="TextBox 12"/>
          <p:cNvSpPr txBox="1"/>
          <p:nvPr/>
        </p:nvSpPr>
        <p:spPr>
          <a:xfrm>
            <a:off x="1796902" y="3952662"/>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4" name="TextBox 13"/>
          <p:cNvSpPr txBox="1"/>
          <p:nvPr/>
        </p:nvSpPr>
        <p:spPr>
          <a:xfrm>
            <a:off x="1796902" y="475549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2" name="Pentagon 8 - 1">
            <a:extLst>
              <a:ext uri="{FF2B5EF4-FFF2-40B4-BE49-F238E27FC236}">
                <a16:creationId xmlns:a16="http://schemas.microsoft.com/office/drawing/2014/main" id="{2067BF60-8B5B-CAB7-015C-E47AEA320B8A}"/>
              </a:ext>
            </a:extLst>
          </p:cNvPr>
          <p:cNvSpPr/>
          <p:nvPr/>
        </p:nvSpPr>
        <p:spPr>
          <a:xfrm>
            <a:off x="669745" y="5558333"/>
            <a:ext cx="978408" cy="586405"/>
          </a:xfrm>
          <a:prstGeom prst="homePlate">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6"/>
                </a:solidFill>
              </a:rPr>
              <a:t>06</a:t>
            </a:r>
          </a:p>
        </p:txBody>
      </p:sp>
      <p:sp>
        <p:nvSpPr>
          <p:cNvPr id="4" name="TextBox 3">
            <a:extLst>
              <a:ext uri="{FF2B5EF4-FFF2-40B4-BE49-F238E27FC236}">
                <a16:creationId xmlns:a16="http://schemas.microsoft.com/office/drawing/2014/main" id="{207C185B-5003-DD9A-DFD2-99278FF47552}"/>
              </a:ext>
            </a:extLst>
          </p:cNvPr>
          <p:cNvSpPr txBox="1"/>
          <p:nvPr/>
        </p:nvSpPr>
        <p:spPr>
          <a:xfrm>
            <a:off x="1796902" y="5558333"/>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Tree>
    <p:custDataLst>
      <p:tags r:id="rId1"/>
    </p:custDataLst>
    <p:extLst>
      <p:ext uri="{BB962C8B-B14F-4D97-AF65-F5344CB8AC3E}">
        <p14:creationId xmlns:p14="http://schemas.microsoft.com/office/powerpoint/2010/main" val="2031522961"/>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(rows) 09</a:t>
            </a:r>
          </a:p>
        </p:txBody>
      </p:sp>
      <p:grpSp>
        <p:nvGrpSpPr>
          <p:cNvPr id="5" name="Group 4">
            <a:extLst>
              <a:ext uri="{FF2B5EF4-FFF2-40B4-BE49-F238E27FC236}">
                <a16:creationId xmlns:a16="http://schemas.microsoft.com/office/drawing/2014/main" id="{20369C6A-63AF-A143-6F94-41A033A983A3}"/>
              </a:ext>
            </a:extLst>
          </p:cNvPr>
          <p:cNvGrpSpPr/>
          <p:nvPr/>
        </p:nvGrpSpPr>
        <p:grpSpPr>
          <a:xfrm>
            <a:off x="638715" y="3065106"/>
            <a:ext cx="10971394" cy="778166"/>
            <a:chOff x="638715" y="2994152"/>
            <a:chExt cx="10971394" cy="855983"/>
          </a:xfrm>
        </p:grpSpPr>
        <p:sp>
          <p:nvSpPr>
            <p:cNvPr id="58" name="Rectangle 57"/>
            <p:cNvSpPr>
              <a:spLocks/>
            </p:cNvSpPr>
            <p:nvPr/>
          </p:nvSpPr>
          <p:spPr bwMode="auto">
            <a:xfrm>
              <a:off x="1378424" y="2994152"/>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5" y="2999568"/>
              <a:ext cx="1075482" cy="85056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37194051-C4AC-815A-CB93-CB4FDF4FA767}"/>
              </a:ext>
            </a:extLst>
          </p:cNvPr>
          <p:cNvGrpSpPr/>
          <p:nvPr/>
        </p:nvGrpSpPr>
        <p:grpSpPr>
          <a:xfrm>
            <a:off x="638714" y="2260338"/>
            <a:ext cx="10971393" cy="773243"/>
            <a:chOff x="638714" y="2110280"/>
            <a:chExt cx="10971393" cy="850567"/>
          </a:xfrm>
        </p:grpSpPr>
        <p:sp>
          <p:nvSpPr>
            <p:cNvPr id="67" name="Rectangle 66"/>
            <p:cNvSpPr>
              <a:spLocks/>
            </p:cNvSpPr>
            <p:nvPr/>
          </p:nvSpPr>
          <p:spPr bwMode="auto">
            <a:xfrm>
              <a:off x="1378424" y="2111849"/>
              <a:ext cx="10231683" cy="8489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110280"/>
              <a:ext cx="1075482" cy="850567"/>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AA976E4F-C479-53A4-F0FD-79AC3C039673}"/>
              </a:ext>
            </a:extLst>
          </p:cNvPr>
          <p:cNvGrpSpPr/>
          <p:nvPr/>
        </p:nvGrpSpPr>
        <p:grpSpPr>
          <a:xfrm>
            <a:off x="638714" y="1455570"/>
            <a:ext cx="10971393" cy="773243"/>
            <a:chOff x="638714" y="1226408"/>
            <a:chExt cx="10971393" cy="850567"/>
          </a:xfrm>
        </p:grpSpPr>
        <p:sp>
          <p:nvSpPr>
            <p:cNvPr id="79" name="Rectangle 78"/>
            <p:cNvSpPr/>
            <p:nvPr/>
          </p:nvSpPr>
          <p:spPr bwMode="auto">
            <a:xfrm>
              <a:off x="1378424" y="1226408"/>
              <a:ext cx="10231683" cy="8426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226408"/>
              <a:ext cx="1075482" cy="850567"/>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6" name="Group 5">
            <a:extLst>
              <a:ext uri="{FF2B5EF4-FFF2-40B4-BE49-F238E27FC236}">
                <a16:creationId xmlns:a16="http://schemas.microsoft.com/office/drawing/2014/main" id="{01D83EB3-2369-EF45-D178-99D395F665F6}"/>
              </a:ext>
            </a:extLst>
          </p:cNvPr>
          <p:cNvGrpSpPr/>
          <p:nvPr/>
        </p:nvGrpSpPr>
        <p:grpSpPr>
          <a:xfrm>
            <a:off x="638715" y="3874797"/>
            <a:ext cx="10971394" cy="778166"/>
            <a:chOff x="638715" y="3878024"/>
            <a:chExt cx="10971394" cy="85598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3878024"/>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5" y="3883440"/>
              <a:ext cx="1075482" cy="85056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7" name="Group 6">
            <a:extLst>
              <a:ext uri="{FF2B5EF4-FFF2-40B4-BE49-F238E27FC236}">
                <a16:creationId xmlns:a16="http://schemas.microsoft.com/office/drawing/2014/main" id="{F2228E25-94F2-5631-F2FE-DD35950DB9D6}"/>
              </a:ext>
            </a:extLst>
          </p:cNvPr>
          <p:cNvGrpSpPr/>
          <p:nvPr/>
        </p:nvGrpSpPr>
        <p:grpSpPr>
          <a:xfrm>
            <a:off x="638715" y="4684488"/>
            <a:ext cx="10971394" cy="778166"/>
            <a:chOff x="638715" y="4761896"/>
            <a:chExt cx="10971394" cy="855983"/>
          </a:xfrm>
        </p:grpSpPr>
        <p:sp>
          <p:nvSpPr>
            <p:cNvPr id="16" name="Rectangle 15">
              <a:extLst>
                <a:ext uri="{FF2B5EF4-FFF2-40B4-BE49-F238E27FC236}">
                  <a16:creationId xmlns:a16="http://schemas.microsoft.com/office/drawing/2014/main" id="{B7B3A9FB-C0B1-4A11-AF0B-9000CB8A0748}"/>
                </a:ext>
              </a:extLst>
            </p:cNvPr>
            <p:cNvSpPr>
              <a:spLocks/>
            </p:cNvSpPr>
            <p:nvPr/>
          </p:nvSpPr>
          <p:spPr bwMode="auto">
            <a:xfrm>
              <a:off x="1378424" y="4761896"/>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7" name="Pentagon 33">
              <a:extLst>
                <a:ext uri="{FF2B5EF4-FFF2-40B4-BE49-F238E27FC236}">
                  <a16:creationId xmlns:a16="http://schemas.microsoft.com/office/drawing/2014/main" id="{5594EE2D-F3A4-4CBC-966A-93EBB0623045}"/>
                </a:ext>
              </a:extLst>
            </p:cNvPr>
            <p:cNvSpPr/>
            <p:nvPr/>
          </p:nvSpPr>
          <p:spPr bwMode="auto">
            <a:xfrm>
              <a:off x="638715" y="4767312"/>
              <a:ext cx="1075482" cy="850567"/>
            </a:xfrm>
            <a:prstGeom prst="homePlate">
              <a:avLst>
                <a:gd name="adj" fmla="val 27321"/>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8" name="Group 7">
            <a:extLst>
              <a:ext uri="{FF2B5EF4-FFF2-40B4-BE49-F238E27FC236}">
                <a16:creationId xmlns:a16="http://schemas.microsoft.com/office/drawing/2014/main" id="{585C87A1-9A57-433B-4157-9104319B9F7A}"/>
              </a:ext>
            </a:extLst>
          </p:cNvPr>
          <p:cNvGrpSpPr/>
          <p:nvPr/>
        </p:nvGrpSpPr>
        <p:grpSpPr>
          <a:xfrm>
            <a:off x="638715" y="5494177"/>
            <a:ext cx="10971394" cy="778166"/>
            <a:chOff x="638715" y="5645769"/>
            <a:chExt cx="10971394" cy="855983"/>
          </a:xfrm>
        </p:grpSpPr>
        <p:sp>
          <p:nvSpPr>
            <p:cNvPr id="19" name="Rectangle 18">
              <a:extLst>
                <a:ext uri="{FF2B5EF4-FFF2-40B4-BE49-F238E27FC236}">
                  <a16:creationId xmlns:a16="http://schemas.microsoft.com/office/drawing/2014/main" id="{594BE10E-EFA8-4D59-96EC-3DF6FF59BBE2}"/>
                </a:ext>
              </a:extLst>
            </p:cNvPr>
            <p:cNvSpPr>
              <a:spLocks/>
            </p:cNvSpPr>
            <p:nvPr/>
          </p:nvSpPr>
          <p:spPr bwMode="auto">
            <a:xfrm>
              <a:off x="1378424" y="5645769"/>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0" name="Pentagon 33">
              <a:extLst>
                <a:ext uri="{FF2B5EF4-FFF2-40B4-BE49-F238E27FC236}">
                  <a16:creationId xmlns:a16="http://schemas.microsoft.com/office/drawing/2014/main" id="{DDBD03FE-9314-4A3C-8A78-444BEB5767B1}"/>
                </a:ext>
              </a:extLst>
            </p:cNvPr>
            <p:cNvSpPr/>
            <p:nvPr/>
          </p:nvSpPr>
          <p:spPr bwMode="auto">
            <a:xfrm>
              <a:off x="638715" y="5651185"/>
              <a:ext cx="1075482" cy="850567"/>
            </a:xfrm>
            <a:prstGeom prst="homePlate">
              <a:avLst>
                <a:gd name="adj" fmla="val 27321"/>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21" name="Analytics17" descr="{&quot;Key&quot;:&quot;POWER_USER_SHAPE_ICON&quot;,&quot;Value&quot;:&quot;POWER_USER_SHAPE_ICON_STYLE_1&quot;}">
            <a:extLst>
              <a:ext uri="{FF2B5EF4-FFF2-40B4-BE49-F238E27FC236}">
                <a16:creationId xmlns:a16="http://schemas.microsoft.com/office/drawing/2014/main" id="{991AC7B7-387C-4713-9F78-D05F217C0113}"/>
              </a:ext>
            </a:extLst>
          </p:cNvPr>
          <p:cNvGrpSpPr>
            <a:grpSpLocks noChangeAspect="1"/>
          </p:cNvGrpSpPr>
          <p:nvPr/>
        </p:nvGrpSpPr>
        <p:grpSpPr>
          <a:xfrm>
            <a:off x="880608" y="5658911"/>
            <a:ext cx="458046" cy="448698"/>
            <a:chOff x="7080250" y="3059113"/>
            <a:chExt cx="777875" cy="762000"/>
          </a:xfrm>
        </p:grpSpPr>
        <p:sp>
          <p:nvSpPr>
            <p:cNvPr id="22" name="Freeform 150">
              <a:extLst>
                <a:ext uri="{FF2B5EF4-FFF2-40B4-BE49-F238E27FC236}">
                  <a16:creationId xmlns:a16="http://schemas.microsoft.com/office/drawing/2014/main" id="{752701CA-E512-477A-94E2-3D4DBD6238B7}"/>
                </a:ext>
              </a:extLst>
            </p:cNvPr>
            <p:cNvSpPr>
              <a:spLocks/>
            </p:cNvSpPr>
            <p:nvPr/>
          </p:nvSpPr>
          <p:spPr bwMode="auto">
            <a:xfrm>
              <a:off x="7080250" y="3182938"/>
              <a:ext cx="447675" cy="638175"/>
            </a:xfrm>
            <a:custGeom>
              <a:avLst/>
              <a:gdLst>
                <a:gd name="T0" fmla="*/ 217 w 598"/>
                <a:gd name="T1" fmla="*/ 74 h 847"/>
                <a:gd name="T2" fmla="*/ 98 w 598"/>
                <a:gd name="T3" fmla="*/ 13 h 847"/>
                <a:gd name="T4" fmla="*/ 69 w 598"/>
                <a:gd name="T5" fmla="*/ 297 h 847"/>
                <a:gd name="T6" fmla="*/ 17 w 598"/>
                <a:gd name="T7" fmla="*/ 499 h 847"/>
                <a:gd name="T8" fmla="*/ 368 w 598"/>
                <a:gd name="T9" fmla="*/ 785 h 847"/>
                <a:gd name="T10" fmla="*/ 598 w 598"/>
                <a:gd name="T11" fmla="*/ 685 h 847"/>
              </a:gdLst>
              <a:ahLst/>
              <a:cxnLst>
                <a:cxn ang="0">
                  <a:pos x="T0" y="T1"/>
                </a:cxn>
                <a:cxn ang="0">
                  <a:pos x="T2" y="T3"/>
                </a:cxn>
                <a:cxn ang="0">
                  <a:pos x="T4" y="T5"/>
                </a:cxn>
                <a:cxn ang="0">
                  <a:pos x="T6" y="T7"/>
                </a:cxn>
                <a:cxn ang="0">
                  <a:pos x="T8" y="T9"/>
                </a:cxn>
                <a:cxn ang="0">
                  <a:pos x="T10" y="T11"/>
                </a:cxn>
              </a:cxnLst>
              <a:rect l="0" t="0" r="r" b="b"/>
              <a:pathLst>
                <a:path w="598" h="847">
                  <a:moveTo>
                    <a:pt x="217" y="74"/>
                  </a:moveTo>
                  <a:cubicBezTo>
                    <a:pt x="196" y="14"/>
                    <a:pt x="120" y="0"/>
                    <a:pt x="98" y="13"/>
                  </a:cubicBezTo>
                  <a:cubicBezTo>
                    <a:pt x="73" y="28"/>
                    <a:pt x="128" y="122"/>
                    <a:pt x="69" y="297"/>
                  </a:cubicBezTo>
                  <a:cubicBezTo>
                    <a:pt x="45" y="369"/>
                    <a:pt x="22" y="439"/>
                    <a:pt x="17" y="499"/>
                  </a:cubicBezTo>
                  <a:cubicBezTo>
                    <a:pt x="0" y="730"/>
                    <a:pt x="221" y="847"/>
                    <a:pt x="368" y="785"/>
                  </a:cubicBezTo>
                  <a:lnTo>
                    <a:pt x="598" y="685"/>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51">
              <a:extLst>
                <a:ext uri="{FF2B5EF4-FFF2-40B4-BE49-F238E27FC236}">
                  <a16:creationId xmlns:a16="http://schemas.microsoft.com/office/drawing/2014/main" id="{A451933A-DA6D-4BEF-A54B-6EAD82EE9E01}"/>
                </a:ext>
              </a:extLst>
            </p:cNvPr>
            <p:cNvSpPr>
              <a:spLocks/>
            </p:cNvSpPr>
            <p:nvPr/>
          </p:nvSpPr>
          <p:spPr bwMode="auto">
            <a:xfrm>
              <a:off x="7546975" y="3473450"/>
              <a:ext cx="127000" cy="95250"/>
            </a:xfrm>
            <a:custGeom>
              <a:avLst/>
              <a:gdLst>
                <a:gd name="T0" fmla="*/ 159 w 170"/>
                <a:gd name="T1" fmla="*/ 32 h 128"/>
                <a:gd name="T2" fmla="*/ 112 w 170"/>
                <a:gd name="T3" fmla="*/ 0 h 128"/>
                <a:gd name="T4" fmla="*/ 93 w 170"/>
                <a:gd name="T5" fmla="*/ 4 h 128"/>
                <a:gd name="T6" fmla="*/ 38 w 170"/>
                <a:gd name="T7" fmla="*/ 28 h 128"/>
                <a:gd name="T8" fmla="*/ 11 w 170"/>
                <a:gd name="T9" fmla="*/ 96 h 128"/>
                <a:gd name="T10" fmla="*/ 58 w 170"/>
                <a:gd name="T11" fmla="*/ 128 h 128"/>
                <a:gd name="T12" fmla="*/ 77 w 170"/>
                <a:gd name="T13" fmla="*/ 124 h 128"/>
                <a:gd name="T14" fmla="*/ 132 w 170"/>
                <a:gd name="T15" fmla="*/ 100 h 128"/>
                <a:gd name="T16" fmla="*/ 159 w 170"/>
                <a:gd name="T1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 h="128">
                  <a:moveTo>
                    <a:pt x="159" y="32"/>
                  </a:moveTo>
                  <a:cubicBezTo>
                    <a:pt x="151" y="10"/>
                    <a:pt x="131" y="0"/>
                    <a:pt x="112" y="0"/>
                  </a:cubicBezTo>
                  <a:cubicBezTo>
                    <a:pt x="105" y="0"/>
                    <a:pt x="99" y="1"/>
                    <a:pt x="93" y="4"/>
                  </a:cubicBezTo>
                  <a:lnTo>
                    <a:pt x="38" y="28"/>
                  </a:lnTo>
                  <a:cubicBezTo>
                    <a:pt x="12" y="39"/>
                    <a:pt x="0" y="69"/>
                    <a:pt x="11" y="96"/>
                  </a:cubicBezTo>
                  <a:cubicBezTo>
                    <a:pt x="20" y="118"/>
                    <a:pt x="40" y="128"/>
                    <a:pt x="58" y="128"/>
                  </a:cubicBezTo>
                  <a:cubicBezTo>
                    <a:pt x="65" y="128"/>
                    <a:pt x="72" y="127"/>
                    <a:pt x="77" y="124"/>
                  </a:cubicBezTo>
                  <a:lnTo>
                    <a:pt x="132" y="100"/>
                  </a:lnTo>
                  <a:cubicBezTo>
                    <a:pt x="158" y="89"/>
                    <a:pt x="170" y="59"/>
                    <a:pt x="159" y="32"/>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52">
              <a:extLst>
                <a:ext uri="{FF2B5EF4-FFF2-40B4-BE49-F238E27FC236}">
                  <a16:creationId xmlns:a16="http://schemas.microsoft.com/office/drawing/2014/main" id="{0D07E8F1-E9A3-4459-A9F5-C537D7BDBBA4}"/>
                </a:ext>
              </a:extLst>
            </p:cNvPr>
            <p:cNvSpPr>
              <a:spLocks/>
            </p:cNvSpPr>
            <p:nvPr/>
          </p:nvSpPr>
          <p:spPr bwMode="auto">
            <a:xfrm>
              <a:off x="7553325" y="3571875"/>
              <a:ext cx="114300" cy="87313"/>
            </a:xfrm>
            <a:custGeom>
              <a:avLst/>
              <a:gdLst>
                <a:gd name="T0" fmla="*/ 70 w 154"/>
                <a:gd name="T1" fmla="*/ 113 h 116"/>
                <a:gd name="T2" fmla="*/ 120 w 154"/>
                <a:gd name="T3" fmla="*/ 91 h 116"/>
                <a:gd name="T4" fmla="*/ 144 w 154"/>
                <a:gd name="T5" fmla="*/ 29 h 116"/>
                <a:gd name="T6" fmla="*/ 102 w 154"/>
                <a:gd name="T7" fmla="*/ 0 h 116"/>
                <a:gd name="T8" fmla="*/ 84 w 154"/>
                <a:gd name="T9" fmla="*/ 4 h 116"/>
                <a:gd name="T10" fmla="*/ 35 w 154"/>
                <a:gd name="T11" fmla="*/ 25 h 116"/>
                <a:gd name="T12" fmla="*/ 10 w 154"/>
                <a:gd name="T13" fmla="*/ 87 h 116"/>
                <a:gd name="T14" fmla="*/ 53 w 154"/>
                <a:gd name="T15" fmla="*/ 116 h 116"/>
                <a:gd name="T16" fmla="*/ 70 w 154"/>
                <a:gd name="T17" fmla="*/ 11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16">
                  <a:moveTo>
                    <a:pt x="70" y="113"/>
                  </a:moveTo>
                  <a:lnTo>
                    <a:pt x="120" y="91"/>
                  </a:lnTo>
                  <a:cubicBezTo>
                    <a:pt x="143" y="81"/>
                    <a:pt x="154" y="53"/>
                    <a:pt x="144" y="29"/>
                  </a:cubicBezTo>
                  <a:cubicBezTo>
                    <a:pt x="136" y="9"/>
                    <a:pt x="118" y="0"/>
                    <a:pt x="102" y="0"/>
                  </a:cubicBezTo>
                  <a:cubicBezTo>
                    <a:pt x="95" y="0"/>
                    <a:pt x="90" y="1"/>
                    <a:pt x="84" y="4"/>
                  </a:cubicBezTo>
                  <a:lnTo>
                    <a:pt x="35" y="25"/>
                  </a:lnTo>
                  <a:cubicBezTo>
                    <a:pt x="11" y="35"/>
                    <a:pt x="0" y="63"/>
                    <a:pt x="10" y="87"/>
                  </a:cubicBezTo>
                  <a:cubicBezTo>
                    <a:pt x="18" y="107"/>
                    <a:pt x="36" y="116"/>
                    <a:pt x="53" y="116"/>
                  </a:cubicBezTo>
                  <a:cubicBezTo>
                    <a:pt x="59" y="116"/>
                    <a:pt x="65" y="115"/>
                    <a:pt x="70" y="113"/>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53">
              <a:extLst>
                <a:ext uri="{FF2B5EF4-FFF2-40B4-BE49-F238E27FC236}">
                  <a16:creationId xmlns:a16="http://schemas.microsoft.com/office/drawing/2014/main" id="{A35D60E1-65C3-4F48-827E-A61E98E78680}"/>
                </a:ext>
              </a:extLst>
            </p:cNvPr>
            <p:cNvSpPr>
              <a:spLocks/>
            </p:cNvSpPr>
            <p:nvPr/>
          </p:nvSpPr>
          <p:spPr bwMode="auto">
            <a:xfrm>
              <a:off x="7546975" y="3378200"/>
              <a:ext cx="114300" cy="92075"/>
            </a:xfrm>
            <a:custGeom>
              <a:avLst/>
              <a:gdLst>
                <a:gd name="T0" fmla="*/ 11 w 153"/>
                <a:gd name="T1" fmla="*/ 89 h 121"/>
                <a:gd name="T2" fmla="*/ 59 w 153"/>
                <a:gd name="T3" fmla="*/ 121 h 121"/>
                <a:gd name="T4" fmla="*/ 78 w 153"/>
                <a:gd name="T5" fmla="*/ 118 h 121"/>
                <a:gd name="T6" fmla="*/ 115 w 153"/>
                <a:gd name="T7" fmla="*/ 101 h 121"/>
                <a:gd name="T8" fmla="*/ 142 w 153"/>
                <a:gd name="T9" fmla="*/ 32 h 121"/>
                <a:gd name="T10" fmla="*/ 95 w 153"/>
                <a:gd name="T11" fmla="*/ 0 h 121"/>
                <a:gd name="T12" fmla="*/ 76 w 153"/>
                <a:gd name="T13" fmla="*/ 4 h 121"/>
                <a:gd name="T14" fmla="*/ 39 w 153"/>
                <a:gd name="T15" fmla="*/ 21 h 121"/>
                <a:gd name="T16" fmla="*/ 11 w 153"/>
                <a:gd name="T17" fmla="*/ 8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21">
                  <a:moveTo>
                    <a:pt x="11" y="89"/>
                  </a:moveTo>
                  <a:cubicBezTo>
                    <a:pt x="20" y="111"/>
                    <a:pt x="40" y="121"/>
                    <a:pt x="59" y="121"/>
                  </a:cubicBezTo>
                  <a:cubicBezTo>
                    <a:pt x="65" y="121"/>
                    <a:pt x="72" y="120"/>
                    <a:pt x="78" y="118"/>
                  </a:cubicBezTo>
                  <a:lnTo>
                    <a:pt x="115" y="101"/>
                  </a:lnTo>
                  <a:cubicBezTo>
                    <a:pt x="141" y="89"/>
                    <a:pt x="153" y="59"/>
                    <a:pt x="142" y="32"/>
                  </a:cubicBezTo>
                  <a:cubicBezTo>
                    <a:pt x="133" y="10"/>
                    <a:pt x="113" y="0"/>
                    <a:pt x="95" y="0"/>
                  </a:cubicBezTo>
                  <a:cubicBezTo>
                    <a:pt x="88" y="0"/>
                    <a:pt x="81" y="1"/>
                    <a:pt x="76" y="4"/>
                  </a:cubicBezTo>
                  <a:lnTo>
                    <a:pt x="39" y="21"/>
                  </a:lnTo>
                  <a:cubicBezTo>
                    <a:pt x="13" y="32"/>
                    <a:pt x="0" y="63"/>
                    <a:pt x="11" y="8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54">
              <a:extLst>
                <a:ext uri="{FF2B5EF4-FFF2-40B4-BE49-F238E27FC236}">
                  <a16:creationId xmlns:a16="http://schemas.microsoft.com/office/drawing/2014/main" id="{6D1748E2-1B2F-46F3-82BD-D44CA7DE8257}"/>
                </a:ext>
              </a:extLst>
            </p:cNvPr>
            <p:cNvSpPr>
              <a:spLocks noChangeShapeType="1"/>
            </p:cNvSpPr>
            <p:nvPr/>
          </p:nvSpPr>
          <p:spPr bwMode="auto">
            <a:xfrm>
              <a:off x="7383463" y="3641725"/>
              <a:ext cx="889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55">
              <a:extLst>
                <a:ext uri="{FF2B5EF4-FFF2-40B4-BE49-F238E27FC236}">
                  <a16:creationId xmlns:a16="http://schemas.microsoft.com/office/drawing/2014/main" id="{30E5D5FA-38DA-4D55-BFB4-0C45BCCB37CE}"/>
                </a:ext>
              </a:extLst>
            </p:cNvPr>
            <p:cNvSpPr>
              <a:spLocks noChangeShapeType="1"/>
            </p:cNvSpPr>
            <p:nvPr/>
          </p:nvSpPr>
          <p:spPr bwMode="auto">
            <a:xfrm>
              <a:off x="7413625" y="3109913"/>
              <a:ext cx="30163"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156">
              <a:extLst>
                <a:ext uri="{FF2B5EF4-FFF2-40B4-BE49-F238E27FC236}">
                  <a16:creationId xmlns:a16="http://schemas.microsoft.com/office/drawing/2014/main" id="{12ED6DEB-6C25-4AB8-B2D9-355B26C52FFC}"/>
                </a:ext>
              </a:extLst>
            </p:cNvPr>
            <p:cNvSpPr>
              <a:spLocks noChangeShapeType="1"/>
            </p:cNvSpPr>
            <p:nvPr/>
          </p:nvSpPr>
          <p:spPr bwMode="auto">
            <a:xfrm>
              <a:off x="7242175" y="3587750"/>
              <a:ext cx="3429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157">
              <a:extLst>
                <a:ext uri="{FF2B5EF4-FFF2-40B4-BE49-F238E27FC236}">
                  <a16:creationId xmlns:a16="http://schemas.microsoft.com/office/drawing/2014/main" id="{2342F767-9ADA-4828-96C7-75C9CAA3D565}"/>
                </a:ext>
              </a:extLst>
            </p:cNvPr>
            <p:cNvSpPr>
              <a:spLocks noChangeShapeType="1"/>
            </p:cNvSpPr>
            <p:nvPr/>
          </p:nvSpPr>
          <p:spPr bwMode="auto">
            <a:xfrm>
              <a:off x="7242175" y="3157538"/>
              <a:ext cx="2794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158">
              <a:extLst>
                <a:ext uri="{FF2B5EF4-FFF2-40B4-BE49-F238E27FC236}">
                  <a16:creationId xmlns:a16="http://schemas.microsoft.com/office/drawing/2014/main" id="{C109DCDC-B326-4CBB-814A-54C74335DBB5}"/>
                </a:ext>
              </a:extLst>
            </p:cNvPr>
            <p:cNvSpPr>
              <a:spLocks/>
            </p:cNvSpPr>
            <p:nvPr/>
          </p:nvSpPr>
          <p:spPr bwMode="auto">
            <a:xfrm>
              <a:off x="7496175" y="3097213"/>
              <a:ext cx="361950" cy="363538"/>
            </a:xfrm>
            <a:custGeom>
              <a:avLst/>
              <a:gdLst>
                <a:gd name="T0" fmla="*/ 349 w 483"/>
                <a:gd name="T1" fmla="*/ 278 h 483"/>
                <a:gd name="T2" fmla="*/ 373 w 483"/>
                <a:gd name="T3" fmla="*/ 187 h 483"/>
                <a:gd name="T4" fmla="*/ 187 w 483"/>
                <a:gd name="T5" fmla="*/ 0 h 483"/>
                <a:gd name="T6" fmla="*/ 0 w 483"/>
                <a:gd name="T7" fmla="*/ 187 h 483"/>
                <a:gd name="T8" fmla="*/ 187 w 483"/>
                <a:gd name="T9" fmla="*/ 373 h 483"/>
                <a:gd name="T10" fmla="*/ 278 w 483"/>
                <a:gd name="T11" fmla="*/ 349 h 483"/>
                <a:gd name="T12" fmla="*/ 369 w 483"/>
                <a:gd name="T13" fmla="*/ 454 h 483"/>
                <a:gd name="T14" fmla="*/ 458 w 483"/>
                <a:gd name="T15" fmla="*/ 457 h 483"/>
                <a:gd name="T16" fmla="*/ 454 w 483"/>
                <a:gd name="T17" fmla="*/ 368 h 483"/>
                <a:gd name="T18" fmla="*/ 349 w 483"/>
                <a:gd name="T19" fmla="*/ 27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3" h="483">
                  <a:moveTo>
                    <a:pt x="349" y="278"/>
                  </a:moveTo>
                  <a:cubicBezTo>
                    <a:pt x="365" y="251"/>
                    <a:pt x="373" y="220"/>
                    <a:pt x="373" y="187"/>
                  </a:cubicBezTo>
                  <a:cubicBezTo>
                    <a:pt x="373" y="84"/>
                    <a:pt x="290" y="0"/>
                    <a:pt x="187" y="0"/>
                  </a:cubicBezTo>
                  <a:cubicBezTo>
                    <a:pt x="84" y="0"/>
                    <a:pt x="0" y="84"/>
                    <a:pt x="0" y="187"/>
                  </a:cubicBezTo>
                  <a:cubicBezTo>
                    <a:pt x="0" y="290"/>
                    <a:pt x="84" y="373"/>
                    <a:pt x="187" y="373"/>
                  </a:cubicBezTo>
                  <a:cubicBezTo>
                    <a:pt x="220" y="373"/>
                    <a:pt x="251" y="364"/>
                    <a:pt x="278" y="349"/>
                  </a:cubicBezTo>
                  <a:lnTo>
                    <a:pt x="369" y="454"/>
                  </a:lnTo>
                  <a:cubicBezTo>
                    <a:pt x="393" y="481"/>
                    <a:pt x="432" y="483"/>
                    <a:pt x="458" y="457"/>
                  </a:cubicBezTo>
                  <a:cubicBezTo>
                    <a:pt x="482" y="433"/>
                    <a:pt x="483" y="392"/>
                    <a:pt x="454" y="368"/>
                  </a:cubicBezTo>
                  <a:lnTo>
                    <a:pt x="349" y="27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159">
              <a:extLst>
                <a:ext uri="{FF2B5EF4-FFF2-40B4-BE49-F238E27FC236}">
                  <a16:creationId xmlns:a16="http://schemas.microsoft.com/office/drawing/2014/main" id="{8B9E8054-0B98-4FAE-9218-AE206800B268}"/>
                </a:ext>
              </a:extLst>
            </p:cNvPr>
            <p:cNvSpPr>
              <a:spLocks noChangeArrowheads="1"/>
            </p:cNvSpPr>
            <p:nvPr/>
          </p:nvSpPr>
          <p:spPr bwMode="auto">
            <a:xfrm>
              <a:off x="7546975" y="3148013"/>
              <a:ext cx="179388" cy="1809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160">
              <a:extLst>
                <a:ext uri="{FF2B5EF4-FFF2-40B4-BE49-F238E27FC236}">
                  <a16:creationId xmlns:a16="http://schemas.microsoft.com/office/drawing/2014/main" id="{53B30575-D799-4563-B336-959AF07318B3}"/>
                </a:ext>
              </a:extLst>
            </p:cNvPr>
            <p:cNvSpPr>
              <a:spLocks/>
            </p:cNvSpPr>
            <p:nvPr/>
          </p:nvSpPr>
          <p:spPr bwMode="auto">
            <a:xfrm>
              <a:off x="7586663" y="3189288"/>
              <a:ext cx="49213" cy="49213"/>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29"/>
                    <a:pt x="29" y="0"/>
                    <a:pt x="66"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61">
              <a:extLst>
                <a:ext uri="{FF2B5EF4-FFF2-40B4-BE49-F238E27FC236}">
                  <a16:creationId xmlns:a16="http://schemas.microsoft.com/office/drawing/2014/main" id="{79BC6A6D-6CF6-4EDA-BAAC-B32709CEB186}"/>
                </a:ext>
              </a:extLst>
            </p:cNvPr>
            <p:cNvSpPr>
              <a:spLocks/>
            </p:cNvSpPr>
            <p:nvPr/>
          </p:nvSpPr>
          <p:spPr bwMode="auto">
            <a:xfrm>
              <a:off x="7242175" y="3059113"/>
              <a:ext cx="371475" cy="642938"/>
            </a:xfrm>
            <a:custGeom>
              <a:avLst/>
              <a:gdLst>
                <a:gd name="T0" fmla="*/ 492 w 495"/>
                <a:gd name="T1" fmla="*/ 53 h 853"/>
                <a:gd name="T2" fmla="*/ 441 w 495"/>
                <a:gd name="T3" fmla="*/ 10 h 853"/>
                <a:gd name="T4" fmla="*/ 248 w 495"/>
                <a:gd name="T5" fmla="*/ 0 h 853"/>
                <a:gd name="T6" fmla="*/ 53 w 495"/>
                <a:gd name="T7" fmla="*/ 10 h 853"/>
                <a:gd name="T8" fmla="*/ 0 w 495"/>
                <a:gd name="T9" fmla="*/ 75 h 853"/>
                <a:gd name="T10" fmla="*/ 0 w 495"/>
                <a:gd name="T11" fmla="*/ 778 h 853"/>
                <a:gd name="T12" fmla="*/ 54 w 495"/>
                <a:gd name="T13" fmla="*/ 843 h 853"/>
                <a:gd name="T14" fmla="*/ 247 w 495"/>
                <a:gd name="T15" fmla="*/ 853 h 853"/>
                <a:gd name="T16" fmla="*/ 429 w 495"/>
                <a:gd name="T17" fmla="*/ 844 h 853"/>
                <a:gd name="T18" fmla="*/ 495 w 495"/>
                <a:gd name="T19" fmla="*/ 788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5" h="853">
                  <a:moveTo>
                    <a:pt x="492" y="53"/>
                  </a:moveTo>
                  <a:cubicBezTo>
                    <a:pt x="484" y="30"/>
                    <a:pt x="464" y="13"/>
                    <a:pt x="441" y="10"/>
                  </a:cubicBezTo>
                  <a:cubicBezTo>
                    <a:pt x="371" y="3"/>
                    <a:pt x="309" y="0"/>
                    <a:pt x="248" y="0"/>
                  </a:cubicBezTo>
                  <a:cubicBezTo>
                    <a:pt x="186" y="0"/>
                    <a:pt x="124" y="3"/>
                    <a:pt x="53" y="10"/>
                  </a:cubicBezTo>
                  <a:cubicBezTo>
                    <a:pt x="23" y="14"/>
                    <a:pt x="0" y="42"/>
                    <a:pt x="0" y="75"/>
                  </a:cubicBezTo>
                  <a:lnTo>
                    <a:pt x="0" y="778"/>
                  </a:lnTo>
                  <a:cubicBezTo>
                    <a:pt x="0" y="810"/>
                    <a:pt x="23" y="839"/>
                    <a:pt x="54" y="843"/>
                  </a:cubicBezTo>
                  <a:cubicBezTo>
                    <a:pt x="124" y="850"/>
                    <a:pt x="180" y="853"/>
                    <a:pt x="247" y="853"/>
                  </a:cubicBezTo>
                  <a:cubicBezTo>
                    <a:pt x="315" y="853"/>
                    <a:pt x="359" y="851"/>
                    <a:pt x="429" y="844"/>
                  </a:cubicBezTo>
                  <a:cubicBezTo>
                    <a:pt x="461" y="840"/>
                    <a:pt x="494" y="819"/>
                    <a:pt x="495" y="788"/>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Line 162">
              <a:extLst>
                <a:ext uri="{FF2B5EF4-FFF2-40B4-BE49-F238E27FC236}">
                  <a16:creationId xmlns:a16="http://schemas.microsoft.com/office/drawing/2014/main" id="{610B5741-07F5-481C-B08F-5CDFB163DFED}"/>
                </a:ext>
              </a:extLst>
            </p:cNvPr>
            <p:cNvSpPr>
              <a:spLocks noChangeShapeType="1"/>
            </p:cNvSpPr>
            <p:nvPr/>
          </p:nvSpPr>
          <p:spPr bwMode="auto">
            <a:xfrm flipV="1">
              <a:off x="7343775" y="3362325"/>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163">
              <a:extLst>
                <a:ext uri="{FF2B5EF4-FFF2-40B4-BE49-F238E27FC236}">
                  <a16:creationId xmlns:a16="http://schemas.microsoft.com/office/drawing/2014/main" id="{5348FE74-23C5-46C4-85C3-B3C16492E381}"/>
                </a:ext>
              </a:extLst>
            </p:cNvPr>
            <p:cNvSpPr>
              <a:spLocks noChangeShapeType="1"/>
            </p:cNvSpPr>
            <p:nvPr/>
          </p:nvSpPr>
          <p:spPr bwMode="auto">
            <a:xfrm flipV="1">
              <a:off x="7415213" y="3294063"/>
              <a:ext cx="0" cy="21431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164">
              <a:extLst>
                <a:ext uri="{FF2B5EF4-FFF2-40B4-BE49-F238E27FC236}">
                  <a16:creationId xmlns:a16="http://schemas.microsoft.com/office/drawing/2014/main" id="{83FD0D72-3FA2-44DD-93D3-230672CA9BBC}"/>
                </a:ext>
              </a:extLst>
            </p:cNvPr>
            <p:cNvSpPr>
              <a:spLocks noChangeShapeType="1"/>
            </p:cNvSpPr>
            <p:nvPr/>
          </p:nvSpPr>
          <p:spPr bwMode="auto">
            <a:xfrm flipV="1">
              <a:off x="7483475" y="3424238"/>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Architect" descr="{&quot;Key&quot;:&quot;POWER_USER_SHAPE_ICON&quot;,&quot;Value&quot;:&quot;POWER_USER_SHAPE_ICON_STYLE_1&quot;}">
            <a:extLst>
              <a:ext uri="{FF2B5EF4-FFF2-40B4-BE49-F238E27FC236}">
                <a16:creationId xmlns:a16="http://schemas.microsoft.com/office/drawing/2014/main" id="{F09087A0-BACC-491D-BE99-24CB5E01070E}"/>
              </a:ext>
            </a:extLst>
          </p:cNvPr>
          <p:cNvGrpSpPr>
            <a:grpSpLocks noChangeAspect="1"/>
          </p:cNvGrpSpPr>
          <p:nvPr/>
        </p:nvGrpSpPr>
        <p:grpSpPr>
          <a:xfrm>
            <a:off x="858655" y="4849222"/>
            <a:ext cx="508926" cy="448698"/>
            <a:chOff x="5365751" y="4187826"/>
            <a:chExt cx="536575" cy="473075"/>
          </a:xfrm>
          <a:solidFill>
            <a:schemeClr val="lt1"/>
          </a:solidFill>
        </p:grpSpPr>
        <p:sp>
          <p:nvSpPr>
            <p:cNvPr id="38" name="Freeform 681">
              <a:extLst>
                <a:ext uri="{FF2B5EF4-FFF2-40B4-BE49-F238E27FC236}">
                  <a16:creationId xmlns:a16="http://schemas.microsoft.com/office/drawing/2014/main" id="{30B4443C-5FFD-4717-9FA1-F2B152010F94}"/>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682">
              <a:extLst>
                <a:ext uri="{FF2B5EF4-FFF2-40B4-BE49-F238E27FC236}">
                  <a16:creationId xmlns:a16="http://schemas.microsoft.com/office/drawing/2014/main" id="{6981C15F-30A2-4340-AD8B-C9E64F963DBB}"/>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683">
              <a:extLst>
                <a:ext uri="{FF2B5EF4-FFF2-40B4-BE49-F238E27FC236}">
                  <a16:creationId xmlns:a16="http://schemas.microsoft.com/office/drawing/2014/main" id="{837F42E4-C5A3-44D2-AC16-F276D89A624F}"/>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684">
              <a:extLst>
                <a:ext uri="{FF2B5EF4-FFF2-40B4-BE49-F238E27FC236}">
                  <a16:creationId xmlns:a16="http://schemas.microsoft.com/office/drawing/2014/main" id="{6F85F62A-57BC-48F0-853A-70697DE8FF46}"/>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685">
              <a:extLst>
                <a:ext uri="{FF2B5EF4-FFF2-40B4-BE49-F238E27FC236}">
                  <a16:creationId xmlns:a16="http://schemas.microsoft.com/office/drawing/2014/main" id="{BB9F531D-0E9B-4E62-987F-86909097D349}"/>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86">
              <a:extLst>
                <a:ext uri="{FF2B5EF4-FFF2-40B4-BE49-F238E27FC236}">
                  <a16:creationId xmlns:a16="http://schemas.microsoft.com/office/drawing/2014/main" id="{8723A9F8-F438-4E4B-A92C-492817AF3A58}"/>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687">
              <a:extLst>
                <a:ext uri="{FF2B5EF4-FFF2-40B4-BE49-F238E27FC236}">
                  <a16:creationId xmlns:a16="http://schemas.microsoft.com/office/drawing/2014/main" id="{EE89A0D5-211F-4917-9809-E68521615B27}"/>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688">
              <a:extLst>
                <a:ext uri="{FF2B5EF4-FFF2-40B4-BE49-F238E27FC236}">
                  <a16:creationId xmlns:a16="http://schemas.microsoft.com/office/drawing/2014/main" id="{1A70D980-3E24-4408-8C62-DF5E36762025}"/>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689">
              <a:extLst>
                <a:ext uri="{FF2B5EF4-FFF2-40B4-BE49-F238E27FC236}">
                  <a16:creationId xmlns:a16="http://schemas.microsoft.com/office/drawing/2014/main" id="{E8E5F7F8-0DF3-4B8E-B4B8-D5C46676D45C}"/>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690">
              <a:extLst>
                <a:ext uri="{FF2B5EF4-FFF2-40B4-BE49-F238E27FC236}">
                  <a16:creationId xmlns:a16="http://schemas.microsoft.com/office/drawing/2014/main" id="{DC35E221-4924-47B5-889E-B3E54B010C68}"/>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691">
              <a:extLst>
                <a:ext uri="{FF2B5EF4-FFF2-40B4-BE49-F238E27FC236}">
                  <a16:creationId xmlns:a16="http://schemas.microsoft.com/office/drawing/2014/main" id="{0019CD1F-A908-4637-85DA-843667085053}"/>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692">
              <a:extLst>
                <a:ext uri="{FF2B5EF4-FFF2-40B4-BE49-F238E27FC236}">
                  <a16:creationId xmlns:a16="http://schemas.microsoft.com/office/drawing/2014/main" id="{80A39C56-C78D-4A78-B073-9701216F045D}"/>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93">
              <a:extLst>
                <a:ext uri="{FF2B5EF4-FFF2-40B4-BE49-F238E27FC236}">
                  <a16:creationId xmlns:a16="http://schemas.microsoft.com/office/drawing/2014/main" id="{9F5F4442-DDF0-4A70-BC2B-12B21056DB96}"/>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 name="Arrow34" descr="{&quot;Key&quot;:&quot;POWER_USER_SHAPE_ICON&quot;,&quot;Value&quot;:&quot;POWER_USER_SHAPE_ICON_STYLE_1&quot;}">
            <a:extLst>
              <a:ext uri="{FF2B5EF4-FFF2-40B4-BE49-F238E27FC236}">
                <a16:creationId xmlns:a16="http://schemas.microsoft.com/office/drawing/2014/main" id="{F3A9380B-7FBE-43A9-AA5F-C69FD1A4BBE5}"/>
              </a:ext>
            </a:extLst>
          </p:cNvPr>
          <p:cNvGrpSpPr>
            <a:grpSpLocks noChangeAspect="1"/>
          </p:cNvGrpSpPr>
          <p:nvPr/>
        </p:nvGrpSpPr>
        <p:grpSpPr>
          <a:xfrm>
            <a:off x="866415" y="4039531"/>
            <a:ext cx="452854" cy="448698"/>
            <a:chOff x="6004176" y="1690066"/>
            <a:chExt cx="1039285" cy="1029748"/>
          </a:xfrm>
          <a:solidFill>
            <a:schemeClr val="lt1"/>
          </a:solidFill>
        </p:grpSpPr>
        <p:sp>
          <p:nvSpPr>
            <p:cNvPr id="52" name="Freeform 195">
              <a:extLst>
                <a:ext uri="{FF2B5EF4-FFF2-40B4-BE49-F238E27FC236}">
                  <a16:creationId xmlns:a16="http://schemas.microsoft.com/office/drawing/2014/main" id="{DF74B4F1-44BC-44B6-B489-D124AAAC4FB3}"/>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96">
              <a:extLst>
                <a:ext uri="{FF2B5EF4-FFF2-40B4-BE49-F238E27FC236}">
                  <a16:creationId xmlns:a16="http://schemas.microsoft.com/office/drawing/2014/main" id="{73A14480-569D-4037-B955-1FE03092439B}"/>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97">
              <a:extLst>
                <a:ext uri="{FF2B5EF4-FFF2-40B4-BE49-F238E27FC236}">
                  <a16:creationId xmlns:a16="http://schemas.microsoft.com/office/drawing/2014/main" id="{F246C425-7336-4F62-AF63-375D7BC4937B}"/>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98">
              <a:extLst>
                <a:ext uri="{FF2B5EF4-FFF2-40B4-BE49-F238E27FC236}">
                  <a16:creationId xmlns:a16="http://schemas.microsoft.com/office/drawing/2014/main" id="{E3764764-460E-4F56-AF0E-F3DE939C1982}"/>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nalytics22" descr="{&quot;Key&quot;:&quot;POWER_USER_SHAPE_ICON&quot;,&quot;Value&quot;:&quot;POWER_USER_SHAPE_ICON_STYLE_1&quot;}">
            <a:extLst>
              <a:ext uri="{FF2B5EF4-FFF2-40B4-BE49-F238E27FC236}">
                <a16:creationId xmlns:a16="http://schemas.microsoft.com/office/drawing/2014/main" id="{52D648ED-F41B-4BC3-9D43-B57A5172C339}"/>
              </a:ext>
            </a:extLst>
          </p:cNvPr>
          <p:cNvGrpSpPr>
            <a:grpSpLocks noChangeAspect="1"/>
          </p:cNvGrpSpPr>
          <p:nvPr/>
        </p:nvGrpSpPr>
        <p:grpSpPr>
          <a:xfrm>
            <a:off x="835665" y="3229840"/>
            <a:ext cx="549923" cy="448698"/>
            <a:chOff x="4287838" y="1695450"/>
            <a:chExt cx="896938" cy="731838"/>
          </a:xfrm>
        </p:grpSpPr>
        <p:sp>
          <p:nvSpPr>
            <p:cNvPr id="57" name="Oval 291">
              <a:extLst>
                <a:ext uri="{FF2B5EF4-FFF2-40B4-BE49-F238E27FC236}">
                  <a16:creationId xmlns:a16="http://schemas.microsoft.com/office/drawing/2014/main" id="{EA40E74F-6F8D-4C3C-A5B6-6EE2FF687318}"/>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292">
              <a:extLst>
                <a:ext uri="{FF2B5EF4-FFF2-40B4-BE49-F238E27FC236}">
                  <a16:creationId xmlns:a16="http://schemas.microsoft.com/office/drawing/2014/main" id="{8542647F-02E2-4D40-B665-26BA988748F5}"/>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293">
              <a:extLst>
                <a:ext uri="{FF2B5EF4-FFF2-40B4-BE49-F238E27FC236}">
                  <a16:creationId xmlns:a16="http://schemas.microsoft.com/office/drawing/2014/main" id="{695EECC4-177C-4861-B707-40B9A6290E2F}"/>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294">
              <a:extLst>
                <a:ext uri="{FF2B5EF4-FFF2-40B4-BE49-F238E27FC236}">
                  <a16:creationId xmlns:a16="http://schemas.microsoft.com/office/drawing/2014/main" id="{825CB30A-A74D-409D-8F2B-BECC3BE09F44}"/>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295">
              <a:extLst>
                <a:ext uri="{FF2B5EF4-FFF2-40B4-BE49-F238E27FC236}">
                  <a16:creationId xmlns:a16="http://schemas.microsoft.com/office/drawing/2014/main" id="{CB44916E-D818-4D2D-B6B0-BBE7BE48D254}"/>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296">
              <a:extLst>
                <a:ext uri="{FF2B5EF4-FFF2-40B4-BE49-F238E27FC236}">
                  <a16:creationId xmlns:a16="http://schemas.microsoft.com/office/drawing/2014/main" id="{395DEEF9-D495-4CAF-BDE7-2F39C8CAAC7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297">
              <a:extLst>
                <a:ext uri="{FF2B5EF4-FFF2-40B4-BE49-F238E27FC236}">
                  <a16:creationId xmlns:a16="http://schemas.microsoft.com/office/drawing/2014/main" id="{DA90DE98-9709-4892-93A8-A4916977EFCC}"/>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298">
              <a:extLst>
                <a:ext uri="{FF2B5EF4-FFF2-40B4-BE49-F238E27FC236}">
                  <a16:creationId xmlns:a16="http://schemas.microsoft.com/office/drawing/2014/main" id="{095D4DA8-B17C-49CF-A905-EBB93B83C7F0}"/>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299">
              <a:extLst>
                <a:ext uri="{FF2B5EF4-FFF2-40B4-BE49-F238E27FC236}">
                  <a16:creationId xmlns:a16="http://schemas.microsoft.com/office/drawing/2014/main" id="{AB02AA04-AA62-44DD-893D-15D2CCAB80F1}"/>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300">
              <a:extLst>
                <a:ext uri="{FF2B5EF4-FFF2-40B4-BE49-F238E27FC236}">
                  <a16:creationId xmlns:a16="http://schemas.microsoft.com/office/drawing/2014/main" id="{1B8E221F-1688-4AD6-9530-497E476E7EC2}"/>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Oval 301">
              <a:extLst>
                <a:ext uri="{FF2B5EF4-FFF2-40B4-BE49-F238E27FC236}">
                  <a16:creationId xmlns:a16="http://schemas.microsoft.com/office/drawing/2014/main" id="{78323E30-5BA2-4E3A-B469-4332AF23A7F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Oval 302">
              <a:extLst>
                <a:ext uri="{FF2B5EF4-FFF2-40B4-BE49-F238E27FC236}">
                  <a16:creationId xmlns:a16="http://schemas.microsoft.com/office/drawing/2014/main" id="{AE1C940C-6EBE-4909-A03C-1CA27FEE49A1}"/>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Oval 303">
              <a:extLst>
                <a:ext uri="{FF2B5EF4-FFF2-40B4-BE49-F238E27FC236}">
                  <a16:creationId xmlns:a16="http://schemas.microsoft.com/office/drawing/2014/main" id="{A9B71BFC-C0AC-4FD2-BD1B-AA596B569869}"/>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304">
              <a:extLst>
                <a:ext uri="{FF2B5EF4-FFF2-40B4-BE49-F238E27FC236}">
                  <a16:creationId xmlns:a16="http://schemas.microsoft.com/office/drawing/2014/main" id="{10A3CD42-78A4-4E22-992E-33348366DCB0}"/>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305">
              <a:extLst>
                <a:ext uri="{FF2B5EF4-FFF2-40B4-BE49-F238E27FC236}">
                  <a16:creationId xmlns:a16="http://schemas.microsoft.com/office/drawing/2014/main" id="{410A81B5-CE6B-444D-980E-81B283868882}"/>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306">
              <a:extLst>
                <a:ext uri="{FF2B5EF4-FFF2-40B4-BE49-F238E27FC236}">
                  <a16:creationId xmlns:a16="http://schemas.microsoft.com/office/drawing/2014/main" id="{810A61E5-5226-41B9-A720-7D7260445591}"/>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307">
              <a:extLst>
                <a:ext uri="{FF2B5EF4-FFF2-40B4-BE49-F238E27FC236}">
                  <a16:creationId xmlns:a16="http://schemas.microsoft.com/office/drawing/2014/main" id="{CCC86FBC-DEC6-4056-B5E5-4D66E61F9069}"/>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308">
              <a:extLst>
                <a:ext uri="{FF2B5EF4-FFF2-40B4-BE49-F238E27FC236}">
                  <a16:creationId xmlns:a16="http://schemas.microsoft.com/office/drawing/2014/main" id="{BC538B9D-082E-48B6-9C9F-4B34BF74CB42}"/>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309">
              <a:extLst>
                <a:ext uri="{FF2B5EF4-FFF2-40B4-BE49-F238E27FC236}">
                  <a16:creationId xmlns:a16="http://schemas.microsoft.com/office/drawing/2014/main" id="{6817ECE0-296A-414A-B148-1C7E90D168F6}"/>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310">
              <a:extLst>
                <a:ext uri="{FF2B5EF4-FFF2-40B4-BE49-F238E27FC236}">
                  <a16:creationId xmlns:a16="http://schemas.microsoft.com/office/drawing/2014/main" id="{D6D93672-078E-4321-BBB8-1BFE89CC232B}"/>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3" name="Astronomy" descr="{&quot;Key&quot;:&quot;POWER_USER_SHAPE_ICON&quot;,&quot;Value&quot;:&quot;POWER_USER_SHAPE_ICON_STYLE_1&quot;}">
            <a:extLst>
              <a:ext uri="{FF2B5EF4-FFF2-40B4-BE49-F238E27FC236}">
                <a16:creationId xmlns:a16="http://schemas.microsoft.com/office/drawing/2014/main" id="{701BB1DE-3F35-4B01-A7AA-B277229A5DED}"/>
              </a:ext>
            </a:extLst>
          </p:cNvPr>
          <p:cNvGrpSpPr>
            <a:grpSpLocks noChangeAspect="1"/>
          </p:cNvGrpSpPr>
          <p:nvPr/>
        </p:nvGrpSpPr>
        <p:grpSpPr>
          <a:xfrm>
            <a:off x="852533" y="2422610"/>
            <a:ext cx="580605" cy="448698"/>
            <a:chOff x="7031038" y="1733550"/>
            <a:chExt cx="852487" cy="658813"/>
          </a:xfrm>
        </p:grpSpPr>
        <p:sp>
          <p:nvSpPr>
            <p:cNvPr id="84" name="Freeform 178">
              <a:extLst>
                <a:ext uri="{FF2B5EF4-FFF2-40B4-BE49-F238E27FC236}">
                  <a16:creationId xmlns:a16="http://schemas.microsoft.com/office/drawing/2014/main" id="{DB50E398-B33A-4961-93BC-90804038A01B}"/>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9">
              <a:extLst>
                <a:ext uri="{FF2B5EF4-FFF2-40B4-BE49-F238E27FC236}">
                  <a16:creationId xmlns:a16="http://schemas.microsoft.com/office/drawing/2014/main" id="{682DF630-A425-466A-9A0E-596AB49F8C74}"/>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80">
              <a:extLst>
                <a:ext uri="{FF2B5EF4-FFF2-40B4-BE49-F238E27FC236}">
                  <a16:creationId xmlns:a16="http://schemas.microsoft.com/office/drawing/2014/main" id="{7C99B9EF-8B46-47A3-A459-7BDC75E157E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Oval 181">
              <a:extLst>
                <a:ext uri="{FF2B5EF4-FFF2-40B4-BE49-F238E27FC236}">
                  <a16:creationId xmlns:a16="http://schemas.microsoft.com/office/drawing/2014/main" id="{6DB22A1F-CD69-4DFB-B932-E235F65FAB10}"/>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82">
              <a:extLst>
                <a:ext uri="{FF2B5EF4-FFF2-40B4-BE49-F238E27FC236}">
                  <a16:creationId xmlns:a16="http://schemas.microsoft.com/office/drawing/2014/main" id="{F923935D-0958-4BA7-8B3B-BA1D501D817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83">
              <a:extLst>
                <a:ext uri="{FF2B5EF4-FFF2-40B4-BE49-F238E27FC236}">
                  <a16:creationId xmlns:a16="http://schemas.microsoft.com/office/drawing/2014/main" id="{AE0DCB4A-1719-42B6-9056-281F342A3EAF}"/>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84">
              <a:extLst>
                <a:ext uri="{FF2B5EF4-FFF2-40B4-BE49-F238E27FC236}">
                  <a16:creationId xmlns:a16="http://schemas.microsoft.com/office/drawing/2014/main" id="{2A7A59AB-71D7-491E-BA1C-8090CEB80F47}"/>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185">
              <a:extLst>
                <a:ext uri="{FF2B5EF4-FFF2-40B4-BE49-F238E27FC236}">
                  <a16:creationId xmlns:a16="http://schemas.microsoft.com/office/drawing/2014/main" id="{26426566-6935-4BB1-90B6-88678FC1347F}"/>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186">
              <a:extLst>
                <a:ext uri="{FF2B5EF4-FFF2-40B4-BE49-F238E27FC236}">
                  <a16:creationId xmlns:a16="http://schemas.microsoft.com/office/drawing/2014/main" id="{F3A7711A-D3BD-4D69-84DE-4EDEA58611E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187">
              <a:extLst>
                <a:ext uri="{FF2B5EF4-FFF2-40B4-BE49-F238E27FC236}">
                  <a16:creationId xmlns:a16="http://schemas.microsoft.com/office/drawing/2014/main" id="{B79D4FD4-4396-4E5A-98B6-FB2E8262CC3C}"/>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188">
              <a:extLst>
                <a:ext uri="{FF2B5EF4-FFF2-40B4-BE49-F238E27FC236}">
                  <a16:creationId xmlns:a16="http://schemas.microsoft.com/office/drawing/2014/main" id="{FB548ED0-445B-40FA-A7F2-7EDB9ABFE1C8}"/>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189">
              <a:extLst>
                <a:ext uri="{FF2B5EF4-FFF2-40B4-BE49-F238E27FC236}">
                  <a16:creationId xmlns:a16="http://schemas.microsoft.com/office/drawing/2014/main" id="{F5A73539-D058-4C54-A5A8-BB84B474AE1B}"/>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90">
              <a:extLst>
                <a:ext uri="{FF2B5EF4-FFF2-40B4-BE49-F238E27FC236}">
                  <a16:creationId xmlns:a16="http://schemas.microsoft.com/office/drawing/2014/main" id="{7CF84CCD-C57B-4E97-A676-26C88ACC17C4}"/>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utomation3" descr="{&quot;Key&quot;:&quot;POWER_USER_SHAPE_ICON&quot;,&quot;Value&quot;:&quot;POWER_USER_SHAPE_ICON_STYLE_1&quot;}">
            <a:extLst>
              <a:ext uri="{FF2B5EF4-FFF2-40B4-BE49-F238E27FC236}">
                <a16:creationId xmlns:a16="http://schemas.microsoft.com/office/drawing/2014/main" id="{E51BEB03-9549-4676-8928-5912A7C6FDB0}"/>
              </a:ext>
            </a:extLst>
          </p:cNvPr>
          <p:cNvGrpSpPr>
            <a:grpSpLocks noChangeAspect="1"/>
          </p:cNvGrpSpPr>
          <p:nvPr>
            <p:custDataLst>
              <p:tags r:id="rId2"/>
            </p:custDataLst>
          </p:nvPr>
        </p:nvGrpSpPr>
        <p:grpSpPr>
          <a:xfrm>
            <a:off x="942839" y="1561904"/>
            <a:ext cx="357814" cy="560575"/>
            <a:chOff x="6967538" y="5295900"/>
            <a:chExt cx="523875" cy="820738"/>
          </a:xfrm>
          <a:solidFill>
            <a:schemeClr val="lt1"/>
          </a:solidFill>
        </p:grpSpPr>
        <p:sp>
          <p:nvSpPr>
            <p:cNvPr id="98" name="Freeform 107">
              <a:extLst>
                <a:ext uri="{FF2B5EF4-FFF2-40B4-BE49-F238E27FC236}">
                  <a16:creationId xmlns:a16="http://schemas.microsoft.com/office/drawing/2014/main" id="{AEE56B1D-C5ED-4696-934E-8CCDD6B1C142}"/>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08">
              <a:extLst>
                <a:ext uri="{FF2B5EF4-FFF2-40B4-BE49-F238E27FC236}">
                  <a16:creationId xmlns:a16="http://schemas.microsoft.com/office/drawing/2014/main" id="{DFA0A31F-0FED-4858-AA76-F376DE825FC6}"/>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09">
              <a:extLst>
                <a:ext uri="{FF2B5EF4-FFF2-40B4-BE49-F238E27FC236}">
                  <a16:creationId xmlns:a16="http://schemas.microsoft.com/office/drawing/2014/main" id="{43811515-8970-4098-98BA-FC430CB3CF41}"/>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10">
              <a:extLst>
                <a:ext uri="{FF2B5EF4-FFF2-40B4-BE49-F238E27FC236}">
                  <a16:creationId xmlns:a16="http://schemas.microsoft.com/office/drawing/2014/main" id="{670E7483-17C2-4299-BABA-568EF02A67EE}"/>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11">
              <a:extLst>
                <a:ext uri="{FF2B5EF4-FFF2-40B4-BE49-F238E27FC236}">
                  <a16:creationId xmlns:a16="http://schemas.microsoft.com/office/drawing/2014/main" id="{19645F2B-BD46-4B4B-87B9-B4EB7BEAAFF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2">
              <a:extLst>
                <a:ext uri="{FF2B5EF4-FFF2-40B4-BE49-F238E27FC236}">
                  <a16:creationId xmlns:a16="http://schemas.microsoft.com/office/drawing/2014/main" id="{D19898DD-67A4-4E47-833D-08E8EA85A30B}"/>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
              <a:extLst>
                <a:ext uri="{FF2B5EF4-FFF2-40B4-BE49-F238E27FC236}">
                  <a16:creationId xmlns:a16="http://schemas.microsoft.com/office/drawing/2014/main" id="{BC317F35-16C3-40B3-9D70-FDD8E5FBC36C}"/>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4">
              <a:extLst>
                <a:ext uri="{FF2B5EF4-FFF2-40B4-BE49-F238E27FC236}">
                  <a16:creationId xmlns:a16="http://schemas.microsoft.com/office/drawing/2014/main" id="{E7916B07-05A9-4CBB-B8D0-43B349F91791}"/>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5">
              <a:extLst>
                <a:ext uri="{FF2B5EF4-FFF2-40B4-BE49-F238E27FC236}">
                  <a16:creationId xmlns:a16="http://schemas.microsoft.com/office/drawing/2014/main" id="{E83C388B-C9FC-4E5F-8473-8E0C935A25F8}"/>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6">
              <a:extLst>
                <a:ext uri="{FF2B5EF4-FFF2-40B4-BE49-F238E27FC236}">
                  <a16:creationId xmlns:a16="http://schemas.microsoft.com/office/drawing/2014/main" id="{CB1624A6-7F1A-4F27-8968-E31BB09F9F38}"/>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17">
              <a:extLst>
                <a:ext uri="{FF2B5EF4-FFF2-40B4-BE49-F238E27FC236}">
                  <a16:creationId xmlns:a16="http://schemas.microsoft.com/office/drawing/2014/main" id="{30EC8BCD-A432-40A8-8BA2-9C1EFD0001A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8">
              <a:extLst>
                <a:ext uri="{FF2B5EF4-FFF2-40B4-BE49-F238E27FC236}">
                  <a16:creationId xmlns:a16="http://schemas.microsoft.com/office/drawing/2014/main" id="{AEB155A5-5D8B-46D2-B669-DC5FA21EFA44}"/>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Rectangle 119">
              <a:extLst>
                <a:ext uri="{FF2B5EF4-FFF2-40B4-BE49-F238E27FC236}">
                  <a16:creationId xmlns:a16="http://schemas.microsoft.com/office/drawing/2014/main" id="{A367C681-AAEE-461B-A055-D790288C1C1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586382814"/>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7</a:t>
            </a:r>
          </a:p>
        </p:txBody>
      </p:sp>
      <p:grpSp>
        <p:nvGrpSpPr>
          <p:cNvPr id="192" name="Group 191">
            <a:extLst>
              <a:ext uri="{FF2B5EF4-FFF2-40B4-BE49-F238E27FC236}">
                <a16:creationId xmlns:a16="http://schemas.microsoft.com/office/drawing/2014/main" id="{30EFABFB-CC99-47B3-B6F7-2FC62979DA70}"/>
              </a:ext>
            </a:extLst>
          </p:cNvPr>
          <p:cNvGrpSpPr>
            <a:grpSpLocks noChangeAspect="1"/>
          </p:cNvGrpSpPr>
          <p:nvPr/>
        </p:nvGrpSpPr>
        <p:grpSpPr>
          <a:xfrm>
            <a:off x="4359507" y="2670015"/>
            <a:ext cx="3472986" cy="3472986"/>
            <a:chOff x="4191000" y="2196353"/>
            <a:chExt cx="3810000" cy="3810000"/>
          </a:xfrm>
        </p:grpSpPr>
        <p:sp>
          <p:nvSpPr>
            <p:cNvPr id="193" name="Arc 192">
              <a:extLst>
                <a:ext uri="{FF2B5EF4-FFF2-40B4-BE49-F238E27FC236}">
                  <a16:creationId xmlns:a16="http://schemas.microsoft.com/office/drawing/2014/main" id="{5BD0725B-FD5D-4194-B5E1-141BE9BE7CA7}"/>
                </a:ext>
              </a:extLst>
            </p:cNvPr>
            <p:cNvSpPr/>
            <p:nvPr>
              <p:custDataLst>
                <p:tags r:id="rId3"/>
              </p:custDataLst>
            </p:nvPr>
          </p:nvSpPr>
          <p:spPr>
            <a:xfrm>
              <a:off x="4191000" y="2196353"/>
              <a:ext cx="3810000" cy="3810000"/>
            </a:xfrm>
            <a:prstGeom prst="arc">
              <a:avLst>
                <a:gd name="adj1" fmla="val 600000"/>
                <a:gd name="adj2" fmla="val 3085714"/>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4" name="Arc 193">
              <a:extLst>
                <a:ext uri="{FF2B5EF4-FFF2-40B4-BE49-F238E27FC236}">
                  <a16:creationId xmlns:a16="http://schemas.microsoft.com/office/drawing/2014/main" id="{30C8DD5D-0878-45A4-A982-206F004F3028}"/>
                </a:ext>
              </a:extLst>
            </p:cNvPr>
            <p:cNvSpPr/>
            <p:nvPr>
              <p:custDataLst>
                <p:tags r:id="rId4"/>
              </p:custDataLst>
            </p:nvPr>
          </p:nvSpPr>
          <p:spPr>
            <a:xfrm>
              <a:off x="4191000" y="2196353"/>
              <a:ext cx="3810000" cy="3810000"/>
            </a:xfrm>
            <a:prstGeom prst="arc">
              <a:avLst>
                <a:gd name="adj1" fmla="val 3685714"/>
                <a:gd name="adj2" fmla="val 6171428"/>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5" name="Arc 194">
              <a:extLst>
                <a:ext uri="{FF2B5EF4-FFF2-40B4-BE49-F238E27FC236}">
                  <a16:creationId xmlns:a16="http://schemas.microsoft.com/office/drawing/2014/main" id="{C210CC5B-E379-4F74-B365-1ED161EC056D}"/>
                </a:ext>
              </a:extLst>
            </p:cNvPr>
            <p:cNvSpPr/>
            <p:nvPr>
              <p:custDataLst>
                <p:tags r:id="rId5"/>
              </p:custDataLst>
            </p:nvPr>
          </p:nvSpPr>
          <p:spPr>
            <a:xfrm>
              <a:off x="4191000" y="2196353"/>
              <a:ext cx="3810000" cy="3810000"/>
            </a:xfrm>
            <a:prstGeom prst="arc">
              <a:avLst>
                <a:gd name="adj1" fmla="val 6771428"/>
                <a:gd name="adj2" fmla="val 9257143"/>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6" name="Arc 195">
              <a:extLst>
                <a:ext uri="{FF2B5EF4-FFF2-40B4-BE49-F238E27FC236}">
                  <a16:creationId xmlns:a16="http://schemas.microsoft.com/office/drawing/2014/main" id="{950AED2E-91A3-49C8-80DB-5D252A0285AB}"/>
                </a:ext>
              </a:extLst>
            </p:cNvPr>
            <p:cNvSpPr/>
            <p:nvPr>
              <p:custDataLst>
                <p:tags r:id="rId6"/>
              </p:custDataLst>
            </p:nvPr>
          </p:nvSpPr>
          <p:spPr>
            <a:xfrm>
              <a:off x="4191000" y="2196353"/>
              <a:ext cx="3810000" cy="3810000"/>
            </a:xfrm>
            <a:prstGeom prst="arc">
              <a:avLst>
                <a:gd name="adj1" fmla="val 9857143"/>
                <a:gd name="adj2" fmla="val 12342857"/>
              </a:avLst>
            </a:prstGeom>
            <a:noFill/>
            <a:ln w="9525">
              <a:solidFill>
                <a:schemeClr val="accent6"/>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7" name="Arc 196">
              <a:extLst>
                <a:ext uri="{FF2B5EF4-FFF2-40B4-BE49-F238E27FC236}">
                  <a16:creationId xmlns:a16="http://schemas.microsoft.com/office/drawing/2014/main" id="{4008D211-80C7-47B4-AB9A-8B44A32E4D97}"/>
                </a:ext>
              </a:extLst>
            </p:cNvPr>
            <p:cNvSpPr/>
            <p:nvPr>
              <p:custDataLst>
                <p:tags r:id="rId7"/>
              </p:custDataLst>
            </p:nvPr>
          </p:nvSpPr>
          <p:spPr>
            <a:xfrm>
              <a:off x="4191000" y="2196353"/>
              <a:ext cx="3810000" cy="3810000"/>
            </a:xfrm>
            <a:prstGeom prst="arc">
              <a:avLst>
                <a:gd name="adj1" fmla="val 12942857"/>
                <a:gd name="adj2" fmla="val 15428571"/>
              </a:avLst>
            </a:prstGeom>
            <a:noFill/>
            <a:ln w="9525">
              <a:solidFill>
                <a:schemeClr val="tx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8" name="Arc 197">
              <a:extLst>
                <a:ext uri="{FF2B5EF4-FFF2-40B4-BE49-F238E27FC236}">
                  <a16:creationId xmlns:a16="http://schemas.microsoft.com/office/drawing/2014/main" id="{A82FA4A0-E41A-4D9C-B1FF-CC6A1D185EFF}"/>
                </a:ext>
              </a:extLst>
            </p:cNvPr>
            <p:cNvSpPr/>
            <p:nvPr>
              <p:custDataLst>
                <p:tags r:id="rId8"/>
              </p:custDataLst>
            </p:nvPr>
          </p:nvSpPr>
          <p:spPr>
            <a:xfrm>
              <a:off x="4191000" y="2196353"/>
              <a:ext cx="3810000" cy="3810000"/>
            </a:xfrm>
            <a:prstGeom prst="arc">
              <a:avLst>
                <a:gd name="adj1" fmla="val 16028571"/>
                <a:gd name="adj2" fmla="val 18514286"/>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9" name="Arc 198">
              <a:extLst>
                <a:ext uri="{FF2B5EF4-FFF2-40B4-BE49-F238E27FC236}">
                  <a16:creationId xmlns:a16="http://schemas.microsoft.com/office/drawing/2014/main" id="{3942B8A8-654D-4640-966B-4FA6009A2732}"/>
                </a:ext>
              </a:extLst>
            </p:cNvPr>
            <p:cNvSpPr/>
            <p:nvPr>
              <p:custDataLst>
                <p:tags r:id="rId9"/>
              </p:custDataLst>
            </p:nvPr>
          </p:nvSpPr>
          <p:spPr>
            <a:xfrm>
              <a:off x="4191000" y="2196353"/>
              <a:ext cx="3810000" cy="3810000"/>
            </a:xfrm>
            <a:prstGeom prst="arc">
              <a:avLst>
                <a:gd name="adj1" fmla="val 19114286"/>
                <a:gd name="adj2" fmla="val 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168" name="TextBox 167">
            <a:extLst>
              <a:ext uri="{FF2B5EF4-FFF2-40B4-BE49-F238E27FC236}">
                <a16:creationId xmlns:a16="http://schemas.microsoft.com/office/drawing/2014/main" id="{61C6A453-B1FC-4646-BDBE-A1C9534D315A}"/>
              </a:ext>
            </a:extLst>
          </p:cNvPr>
          <p:cNvSpPr txBox="1"/>
          <p:nvPr/>
        </p:nvSpPr>
        <p:spPr>
          <a:xfrm>
            <a:off x="4458000" y="1727742"/>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9" name="Rectangle 168">
            <a:extLst>
              <a:ext uri="{FF2B5EF4-FFF2-40B4-BE49-F238E27FC236}">
                <a16:creationId xmlns:a16="http://schemas.microsoft.com/office/drawing/2014/main" id="{E602D904-398A-40AF-9426-4C79E744E080}"/>
              </a:ext>
            </a:extLst>
          </p:cNvPr>
          <p:cNvSpPr/>
          <p:nvPr/>
        </p:nvSpPr>
        <p:spPr>
          <a:xfrm>
            <a:off x="4971612" y="1446995"/>
            <a:ext cx="2748507" cy="338554"/>
          </a:xfrm>
          <a:prstGeom prst="rect">
            <a:avLst/>
          </a:prstGeom>
        </p:spPr>
        <p:txBody>
          <a:bodyPr wrap="square">
            <a:spAutoFit/>
          </a:bodyPr>
          <a:lstStyle/>
          <a:p>
            <a:r>
              <a:rPr lang="en-US" sz="1600" b="1" dirty="0">
                <a:solidFill>
                  <a:schemeClr val="accent1"/>
                </a:solidFill>
              </a:rPr>
              <a:t>LOREM IPSUM</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4458000" y="1756645"/>
            <a:ext cx="327600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4589560" y="1467068"/>
            <a:ext cx="293693" cy="278606"/>
            <a:chOff x="5454651" y="3775075"/>
            <a:chExt cx="463550" cy="439738"/>
          </a:xfrm>
          <a:solidFill>
            <a:schemeClr val="accent1"/>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4" name="TextBox 163">
            <a:extLst>
              <a:ext uri="{FF2B5EF4-FFF2-40B4-BE49-F238E27FC236}">
                <a16:creationId xmlns:a16="http://schemas.microsoft.com/office/drawing/2014/main" id="{3DC48D36-6FA2-4856-BE0F-9C7B564ACE0C}"/>
              </a:ext>
            </a:extLst>
          </p:cNvPr>
          <p:cNvSpPr txBox="1"/>
          <p:nvPr/>
        </p:nvSpPr>
        <p:spPr>
          <a:xfrm>
            <a:off x="838200" y="502887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5" name="Rectangle 164">
            <a:extLst>
              <a:ext uri="{FF2B5EF4-FFF2-40B4-BE49-F238E27FC236}">
                <a16:creationId xmlns:a16="http://schemas.microsoft.com/office/drawing/2014/main" id="{2CFEFDB9-2E30-4DC3-893E-36EF3B5C76C6}"/>
              </a:ext>
            </a:extLst>
          </p:cNvPr>
          <p:cNvSpPr/>
          <p:nvPr/>
        </p:nvSpPr>
        <p:spPr>
          <a:xfrm>
            <a:off x="1351812" y="4748127"/>
            <a:ext cx="2748507" cy="338554"/>
          </a:xfrm>
          <a:prstGeom prst="rect">
            <a:avLst/>
          </a:prstGeom>
        </p:spPr>
        <p:txBody>
          <a:bodyPr wrap="square">
            <a:spAutoFit/>
          </a:bodyPr>
          <a:lstStyle/>
          <a:p>
            <a:r>
              <a:rPr lang="en-US" sz="1600" b="1" dirty="0">
                <a:solidFill>
                  <a:schemeClr val="accent5"/>
                </a:solidFill>
              </a:rPr>
              <a:t>LOREM IPSUM</a:t>
            </a:r>
          </a:p>
        </p:txBody>
      </p:sp>
      <p:cxnSp>
        <p:nvCxnSpPr>
          <p:cNvPr id="166" name="Straight Connector 165">
            <a:extLst>
              <a:ext uri="{FF2B5EF4-FFF2-40B4-BE49-F238E27FC236}">
                <a16:creationId xmlns:a16="http://schemas.microsoft.com/office/drawing/2014/main" id="{903D2E42-4FE4-4C5A-975D-C169A9E487A0}"/>
              </a:ext>
            </a:extLst>
          </p:cNvPr>
          <p:cNvCxnSpPr/>
          <p:nvPr/>
        </p:nvCxnSpPr>
        <p:spPr>
          <a:xfrm>
            <a:off x="838200" y="5057777"/>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1727742"/>
            <a:ext cx="3276000" cy="828000"/>
          </a:xfrm>
          <a:prstGeom prst="rect">
            <a:avLst/>
          </a:prstGeom>
          <a:noFill/>
        </p:spPr>
        <p:txBody>
          <a:bodyPr wrap="square" rtlCol="0">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1446995"/>
            <a:ext cx="2748507" cy="338554"/>
          </a:xfrm>
          <a:prstGeom prst="rect">
            <a:avLst/>
          </a:prstGeom>
        </p:spPr>
        <p:txBody>
          <a:bodyPr wrap="square">
            <a:spAutoFit/>
          </a:bodyPr>
          <a:lstStyle/>
          <a:p>
            <a:r>
              <a:rPr lang="en-US" sz="1600" b="1" dirty="0">
                <a:solidFill>
                  <a:schemeClr val="tx2"/>
                </a:solidFill>
              </a:rPr>
              <a:t>LOREM IPSUM</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1756645"/>
            <a:ext cx="327600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80" name="TextBox 179">
            <a:extLst>
              <a:ext uri="{FF2B5EF4-FFF2-40B4-BE49-F238E27FC236}">
                <a16:creationId xmlns:a16="http://schemas.microsoft.com/office/drawing/2014/main" id="{F096A25B-3BA8-4EE9-9F9B-88A277502DFF}"/>
              </a:ext>
            </a:extLst>
          </p:cNvPr>
          <p:cNvSpPr txBox="1"/>
          <p:nvPr/>
        </p:nvSpPr>
        <p:spPr>
          <a:xfrm>
            <a:off x="838200" y="344642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1" name="Rectangle 180">
            <a:extLst>
              <a:ext uri="{FF2B5EF4-FFF2-40B4-BE49-F238E27FC236}">
                <a16:creationId xmlns:a16="http://schemas.microsoft.com/office/drawing/2014/main" id="{881D1D3B-A2FE-498C-B03E-9C88137BF49E}"/>
              </a:ext>
            </a:extLst>
          </p:cNvPr>
          <p:cNvSpPr/>
          <p:nvPr/>
        </p:nvSpPr>
        <p:spPr>
          <a:xfrm>
            <a:off x="1351812" y="3165677"/>
            <a:ext cx="2748507" cy="338554"/>
          </a:xfrm>
          <a:prstGeom prst="rect">
            <a:avLst/>
          </a:prstGeom>
        </p:spPr>
        <p:txBody>
          <a:bodyPr wrap="square">
            <a:spAutoFit/>
          </a:bodyPr>
          <a:lstStyle/>
          <a:p>
            <a:r>
              <a:rPr lang="en-US" sz="1600" b="1" dirty="0">
                <a:solidFill>
                  <a:schemeClr val="accent6"/>
                </a:solidFill>
              </a:rPr>
              <a:t>LOREM IPSUM</a:t>
            </a:r>
          </a:p>
        </p:txBody>
      </p:sp>
      <p:cxnSp>
        <p:nvCxnSpPr>
          <p:cNvPr id="182" name="Straight Connector 181">
            <a:extLst>
              <a:ext uri="{FF2B5EF4-FFF2-40B4-BE49-F238E27FC236}">
                <a16:creationId xmlns:a16="http://schemas.microsoft.com/office/drawing/2014/main" id="{58076A60-76EB-47C6-AEB2-84C1BBFE4987}"/>
              </a:ext>
            </a:extLst>
          </p:cNvPr>
          <p:cNvCxnSpPr/>
          <p:nvPr/>
        </p:nvCxnSpPr>
        <p:spPr>
          <a:xfrm>
            <a:off x="838200" y="3475327"/>
            <a:ext cx="327600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97253" y="1446950"/>
            <a:ext cx="278606" cy="278606"/>
            <a:chOff x="4289425" y="384175"/>
            <a:chExt cx="215900" cy="215900"/>
          </a:xfrm>
          <a:solidFill>
            <a:schemeClr val="tx2"/>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7" name="Checklist5" descr="{&quot;Key&quot;:&quot;POWER_USER_SHAPE_ICON&quot;,&quot;Value&quot;:&quot;POWER_USER_SHAPE_ICON_STYLE_1&quot;}">
            <a:extLst>
              <a:ext uri="{FF2B5EF4-FFF2-40B4-BE49-F238E27FC236}">
                <a16:creationId xmlns:a16="http://schemas.microsoft.com/office/drawing/2014/main" id="{5615A298-AD0A-4F37-B0C0-5B4A7BFECB95}"/>
              </a:ext>
            </a:extLst>
          </p:cNvPr>
          <p:cNvGrpSpPr>
            <a:grpSpLocks noChangeAspect="1"/>
          </p:cNvGrpSpPr>
          <p:nvPr>
            <p:custDataLst>
              <p:tags r:id="rId2"/>
            </p:custDataLst>
          </p:nvPr>
        </p:nvGrpSpPr>
        <p:grpSpPr>
          <a:xfrm>
            <a:off x="984743" y="3102274"/>
            <a:ext cx="262995" cy="337114"/>
            <a:chOff x="5776914" y="3155951"/>
            <a:chExt cx="523875" cy="671513"/>
          </a:xfrm>
          <a:solidFill>
            <a:schemeClr val="accent6"/>
          </a:solidFill>
        </p:grpSpPr>
        <p:sp>
          <p:nvSpPr>
            <p:cNvPr id="358" name="Freeform 145">
              <a:extLst>
                <a:ext uri="{FF2B5EF4-FFF2-40B4-BE49-F238E27FC236}">
                  <a16:creationId xmlns:a16="http://schemas.microsoft.com/office/drawing/2014/main" id="{EE3D2D63-37C1-43BF-8599-0416B61B00FC}"/>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Freeform 146">
              <a:extLst>
                <a:ext uri="{FF2B5EF4-FFF2-40B4-BE49-F238E27FC236}">
                  <a16:creationId xmlns:a16="http://schemas.microsoft.com/office/drawing/2014/main" id="{9489D39A-482B-4D75-ADD7-EFBA11A5ABAE}"/>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0" name="Freeform 147">
              <a:extLst>
                <a:ext uri="{FF2B5EF4-FFF2-40B4-BE49-F238E27FC236}">
                  <a16:creationId xmlns:a16="http://schemas.microsoft.com/office/drawing/2014/main" id="{F23E7163-5469-470B-8201-563A84D3A8A5}"/>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1" name="Freeform 148">
              <a:extLst>
                <a:ext uri="{FF2B5EF4-FFF2-40B4-BE49-F238E27FC236}">
                  <a16:creationId xmlns:a16="http://schemas.microsoft.com/office/drawing/2014/main" id="{072E23DB-7D63-4836-B2E8-1F7D6ADC6A87}"/>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2" name="Freeform 149">
              <a:extLst>
                <a:ext uri="{FF2B5EF4-FFF2-40B4-BE49-F238E27FC236}">
                  <a16:creationId xmlns:a16="http://schemas.microsoft.com/office/drawing/2014/main" id="{C2CADBF8-77A5-4FFB-8889-B46E4DD3905D}"/>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3" name="Freeform 150">
              <a:extLst>
                <a:ext uri="{FF2B5EF4-FFF2-40B4-BE49-F238E27FC236}">
                  <a16:creationId xmlns:a16="http://schemas.microsoft.com/office/drawing/2014/main" id="{FC17E595-EA7F-4D94-9ADF-AAD0BEE0D8A7}"/>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4" name="Freeform 151">
              <a:extLst>
                <a:ext uri="{FF2B5EF4-FFF2-40B4-BE49-F238E27FC236}">
                  <a16:creationId xmlns:a16="http://schemas.microsoft.com/office/drawing/2014/main" id="{A6431CD7-0130-4490-A5AF-D7BAA53775A5}"/>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52">
              <a:extLst>
                <a:ext uri="{FF2B5EF4-FFF2-40B4-BE49-F238E27FC236}">
                  <a16:creationId xmlns:a16="http://schemas.microsoft.com/office/drawing/2014/main" id="{C2BF64EA-09D4-47F6-AED6-A10BD8E75EA3}"/>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53">
              <a:extLst>
                <a:ext uri="{FF2B5EF4-FFF2-40B4-BE49-F238E27FC236}">
                  <a16:creationId xmlns:a16="http://schemas.microsoft.com/office/drawing/2014/main" id="{5E10F96F-35C4-4601-B75F-B34C0870DE60}"/>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54">
              <a:extLst>
                <a:ext uri="{FF2B5EF4-FFF2-40B4-BE49-F238E27FC236}">
                  <a16:creationId xmlns:a16="http://schemas.microsoft.com/office/drawing/2014/main" id="{4CBFACBC-3310-45BD-9928-2589E41B9F58}"/>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55">
              <a:extLst>
                <a:ext uri="{FF2B5EF4-FFF2-40B4-BE49-F238E27FC236}">
                  <a16:creationId xmlns:a16="http://schemas.microsoft.com/office/drawing/2014/main" id="{7E22E502-5B2F-4E31-9AE5-8BC40BBF7C8F}"/>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56">
              <a:extLst>
                <a:ext uri="{FF2B5EF4-FFF2-40B4-BE49-F238E27FC236}">
                  <a16:creationId xmlns:a16="http://schemas.microsoft.com/office/drawing/2014/main" id="{C456D317-A02E-4444-9963-BB2D0BF5FBA4}"/>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Rectangle 157">
              <a:extLst>
                <a:ext uri="{FF2B5EF4-FFF2-40B4-BE49-F238E27FC236}">
                  <a16:creationId xmlns:a16="http://schemas.microsoft.com/office/drawing/2014/main" id="{7331A716-CCFA-4261-8A9A-2E4826A8E183}"/>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Freeform 158">
              <a:extLst>
                <a:ext uri="{FF2B5EF4-FFF2-40B4-BE49-F238E27FC236}">
                  <a16:creationId xmlns:a16="http://schemas.microsoft.com/office/drawing/2014/main" id="{4DF30FD5-4B10-4C5E-94FE-C57D18D306E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59">
              <a:extLst>
                <a:ext uri="{FF2B5EF4-FFF2-40B4-BE49-F238E27FC236}">
                  <a16:creationId xmlns:a16="http://schemas.microsoft.com/office/drawing/2014/main" id="{EAB86B74-F770-4F41-9312-187678157E27}"/>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3" name="City_hall5" descr="{&quot;Key&quot;:&quot;POWER_USER_SHAPE_ICON&quot;,&quot;Value&quot;:&quot;POWER_USER_SHAPE_ICON_STYLE_1&quot;}">
            <a:extLst>
              <a:ext uri="{FF2B5EF4-FFF2-40B4-BE49-F238E27FC236}">
                <a16:creationId xmlns:a16="http://schemas.microsoft.com/office/drawing/2014/main" id="{A9A02F80-F2F9-4658-8078-0A15BB2F1CE3}"/>
              </a:ext>
            </a:extLst>
          </p:cNvPr>
          <p:cNvGrpSpPr>
            <a:grpSpLocks noChangeAspect="1"/>
          </p:cNvGrpSpPr>
          <p:nvPr/>
        </p:nvGrpSpPr>
        <p:grpSpPr>
          <a:xfrm>
            <a:off x="938271" y="4680101"/>
            <a:ext cx="444500" cy="346364"/>
            <a:chOff x="2951163" y="3648076"/>
            <a:chExt cx="488950" cy="381000"/>
          </a:xfrm>
          <a:solidFill>
            <a:schemeClr val="accent5"/>
          </a:solidFill>
        </p:grpSpPr>
        <p:sp>
          <p:nvSpPr>
            <p:cNvPr id="374" name="Freeform 672">
              <a:extLst>
                <a:ext uri="{FF2B5EF4-FFF2-40B4-BE49-F238E27FC236}">
                  <a16:creationId xmlns:a16="http://schemas.microsoft.com/office/drawing/2014/main" id="{CF4AA239-3490-4640-95F0-DE096EFEAB64}"/>
                </a:ext>
              </a:extLst>
            </p:cNvPr>
            <p:cNvSpPr>
              <a:spLocks/>
            </p:cNvSpPr>
            <p:nvPr/>
          </p:nvSpPr>
          <p:spPr bwMode="auto">
            <a:xfrm>
              <a:off x="2954338" y="3698876"/>
              <a:ext cx="485775" cy="117475"/>
            </a:xfrm>
            <a:custGeom>
              <a:avLst/>
              <a:gdLst>
                <a:gd name="T0" fmla="*/ 1164 w 4273"/>
                <a:gd name="T1" fmla="*/ 1025 h 1025"/>
                <a:gd name="T2" fmla="*/ 66 w 4273"/>
                <a:gd name="T3" fmla="*/ 1025 h 1025"/>
                <a:gd name="T4" fmla="*/ 0 w 4273"/>
                <a:gd name="T5" fmla="*/ 958 h 1025"/>
                <a:gd name="T6" fmla="*/ 66 w 4273"/>
                <a:gd name="T7" fmla="*/ 891 h 1025"/>
                <a:gd name="T8" fmla="*/ 1138 w 4273"/>
                <a:gd name="T9" fmla="*/ 891 h 1025"/>
                <a:gd name="T10" fmla="*/ 2058 w 4273"/>
                <a:gd name="T11" fmla="*/ 24 h 1025"/>
                <a:gd name="T12" fmla="*/ 2149 w 4273"/>
                <a:gd name="T13" fmla="*/ 24 h 1025"/>
                <a:gd name="T14" fmla="*/ 3034 w 4273"/>
                <a:gd name="T15" fmla="*/ 853 h 1025"/>
                <a:gd name="T16" fmla="*/ 4206 w 4273"/>
                <a:gd name="T17" fmla="*/ 860 h 1025"/>
                <a:gd name="T18" fmla="*/ 4273 w 4273"/>
                <a:gd name="T19" fmla="*/ 927 h 1025"/>
                <a:gd name="T20" fmla="*/ 4206 w 4273"/>
                <a:gd name="T21" fmla="*/ 993 h 1025"/>
                <a:gd name="T22" fmla="*/ 4206 w 4273"/>
                <a:gd name="T23" fmla="*/ 993 h 1025"/>
                <a:gd name="T24" fmla="*/ 3007 w 4273"/>
                <a:gd name="T25" fmla="*/ 986 h 1025"/>
                <a:gd name="T26" fmla="*/ 2962 w 4273"/>
                <a:gd name="T27" fmla="*/ 968 h 1025"/>
                <a:gd name="T28" fmla="*/ 2104 w 4273"/>
                <a:gd name="T29" fmla="*/ 164 h 1025"/>
                <a:gd name="T30" fmla="*/ 1210 w 4273"/>
                <a:gd name="T31" fmla="*/ 1007 h 1025"/>
                <a:gd name="T32" fmla="*/ 1164 w 4273"/>
                <a:gd name="T33" fmla="*/ 1025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73" h="1025">
                  <a:moveTo>
                    <a:pt x="1164" y="1025"/>
                  </a:moveTo>
                  <a:lnTo>
                    <a:pt x="66" y="1025"/>
                  </a:lnTo>
                  <a:cubicBezTo>
                    <a:pt x="29" y="1025"/>
                    <a:pt x="0" y="995"/>
                    <a:pt x="0" y="958"/>
                  </a:cubicBezTo>
                  <a:cubicBezTo>
                    <a:pt x="0" y="921"/>
                    <a:pt x="29" y="891"/>
                    <a:pt x="66" y="891"/>
                  </a:cubicBezTo>
                  <a:lnTo>
                    <a:pt x="1138" y="891"/>
                  </a:lnTo>
                  <a:lnTo>
                    <a:pt x="2058" y="24"/>
                  </a:lnTo>
                  <a:cubicBezTo>
                    <a:pt x="2084" y="0"/>
                    <a:pt x="2124" y="0"/>
                    <a:pt x="2149" y="24"/>
                  </a:cubicBezTo>
                  <a:lnTo>
                    <a:pt x="3034" y="853"/>
                  </a:lnTo>
                  <a:lnTo>
                    <a:pt x="4206" y="860"/>
                  </a:lnTo>
                  <a:cubicBezTo>
                    <a:pt x="4243" y="860"/>
                    <a:pt x="4273" y="890"/>
                    <a:pt x="4273" y="927"/>
                  </a:cubicBezTo>
                  <a:cubicBezTo>
                    <a:pt x="4272" y="963"/>
                    <a:pt x="4243" y="993"/>
                    <a:pt x="4206" y="993"/>
                  </a:cubicBezTo>
                  <a:lnTo>
                    <a:pt x="4206" y="993"/>
                  </a:lnTo>
                  <a:lnTo>
                    <a:pt x="3007" y="986"/>
                  </a:lnTo>
                  <a:cubicBezTo>
                    <a:pt x="2991" y="986"/>
                    <a:pt x="2974" y="980"/>
                    <a:pt x="2962" y="968"/>
                  </a:cubicBezTo>
                  <a:lnTo>
                    <a:pt x="2104" y="164"/>
                  </a:lnTo>
                  <a:lnTo>
                    <a:pt x="1210" y="1007"/>
                  </a:lnTo>
                  <a:cubicBezTo>
                    <a:pt x="1198" y="1018"/>
                    <a:pt x="1181" y="1025"/>
                    <a:pt x="1164" y="10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673">
              <a:extLst>
                <a:ext uri="{FF2B5EF4-FFF2-40B4-BE49-F238E27FC236}">
                  <a16:creationId xmlns:a16="http://schemas.microsoft.com/office/drawing/2014/main" id="{4923E389-EC51-4AD3-BF1F-F1400E92E68F}"/>
                </a:ext>
              </a:extLst>
            </p:cNvPr>
            <p:cNvSpPr>
              <a:spLocks/>
            </p:cNvSpPr>
            <p:nvPr/>
          </p:nvSpPr>
          <p:spPr bwMode="auto">
            <a:xfrm>
              <a:off x="2974976" y="3829051"/>
              <a:ext cx="15875" cy="173038"/>
            </a:xfrm>
            <a:custGeom>
              <a:avLst/>
              <a:gdLst>
                <a:gd name="T0" fmla="*/ 67 w 134"/>
                <a:gd name="T1" fmla="*/ 1528 h 1528"/>
                <a:gd name="T2" fmla="*/ 0 w 134"/>
                <a:gd name="T3" fmla="*/ 1462 h 1528"/>
                <a:gd name="T4" fmla="*/ 0 w 134"/>
                <a:gd name="T5" fmla="*/ 67 h 1528"/>
                <a:gd name="T6" fmla="*/ 67 w 134"/>
                <a:gd name="T7" fmla="*/ 0 h 1528"/>
                <a:gd name="T8" fmla="*/ 134 w 134"/>
                <a:gd name="T9" fmla="*/ 67 h 1528"/>
                <a:gd name="T10" fmla="*/ 134 w 134"/>
                <a:gd name="T11" fmla="*/ 1462 h 1528"/>
                <a:gd name="T12" fmla="*/ 67 w 134"/>
                <a:gd name="T13" fmla="*/ 1528 h 1528"/>
              </a:gdLst>
              <a:ahLst/>
              <a:cxnLst>
                <a:cxn ang="0">
                  <a:pos x="T0" y="T1"/>
                </a:cxn>
                <a:cxn ang="0">
                  <a:pos x="T2" y="T3"/>
                </a:cxn>
                <a:cxn ang="0">
                  <a:pos x="T4" y="T5"/>
                </a:cxn>
                <a:cxn ang="0">
                  <a:pos x="T6" y="T7"/>
                </a:cxn>
                <a:cxn ang="0">
                  <a:pos x="T8" y="T9"/>
                </a:cxn>
                <a:cxn ang="0">
                  <a:pos x="T10" y="T11"/>
                </a:cxn>
                <a:cxn ang="0">
                  <a:pos x="T12" y="T13"/>
                </a:cxn>
              </a:cxnLst>
              <a:rect l="0" t="0" r="r" b="b"/>
              <a:pathLst>
                <a:path w="134" h="1528">
                  <a:moveTo>
                    <a:pt x="67" y="1528"/>
                  </a:moveTo>
                  <a:cubicBezTo>
                    <a:pt x="30" y="1528"/>
                    <a:pt x="0" y="1498"/>
                    <a:pt x="0" y="1462"/>
                  </a:cubicBezTo>
                  <a:lnTo>
                    <a:pt x="0" y="67"/>
                  </a:lnTo>
                  <a:cubicBezTo>
                    <a:pt x="0" y="30"/>
                    <a:pt x="30" y="0"/>
                    <a:pt x="67" y="0"/>
                  </a:cubicBezTo>
                  <a:cubicBezTo>
                    <a:pt x="104" y="0"/>
                    <a:pt x="134" y="30"/>
                    <a:pt x="134" y="67"/>
                  </a:cubicBezTo>
                  <a:lnTo>
                    <a:pt x="134" y="1462"/>
                  </a:lnTo>
                  <a:cubicBezTo>
                    <a:pt x="134" y="1498"/>
                    <a:pt x="104" y="1528"/>
                    <a:pt x="67" y="1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674">
              <a:extLst>
                <a:ext uri="{FF2B5EF4-FFF2-40B4-BE49-F238E27FC236}">
                  <a16:creationId xmlns:a16="http://schemas.microsoft.com/office/drawing/2014/main" id="{82CE749D-858E-48F0-B083-52C39B56BB53}"/>
                </a:ext>
              </a:extLst>
            </p:cNvPr>
            <p:cNvSpPr>
              <a:spLocks/>
            </p:cNvSpPr>
            <p:nvPr/>
          </p:nvSpPr>
          <p:spPr bwMode="auto">
            <a:xfrm>
              <a:off x="3382963" y="3992563"/>
              <a:ext cx="52388" cy="15875"/>
            </a:xfrm>
            <a:custGeom>
              <a:avLst/>
              <a:gdLst>
                <a:gd name="T0" fmla="*/ 395 w 462"/>
                <a:gd name="T1" fmla="*/ 134 h 134"/>
                <a:gd name="T2" fmla="*/ 67 w 462"/>
                <a:gd name="T3" fmla="*/ 134 h 134"/>
                <a:gd name="T4" fmla="*/ 0 w 462"/>
                <a:gd name="T5" fmla="*/ 67 h 134"/>
                <a:gd name="T6" fmla="*/ 67 w 462"/>
                <a:gd name="T7" fmla="*/ 0 h 134"/>
                <a:gd name="T8" fmla="*/ 395 w 462"/>
                <a:gd name="T9" fmla="*/ 0 h 134"/>
                <a:gd name="T10" fmla="*/ 462 w 462"/>
                <a:gd name="T11" fmla="*/ 67 h 134"/>
                <a:gd name="T12" fmla="*/ 395 w 46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462" h="134">
                  <a:moveTo>
                    <a:pt x="395" y="134"/>
                  </a:moveTo>
                  <a:lnTo>
                    <a:pt x="67" y="134"/>
                  </a:lnTo>
                  <a:cubicBezTo>
                    <a:pt x="30" y="134"/>
                    <a:pt x="0" y="104"/>
                    <a:pt x="0" y="67"/>
                  </a:cubicBezTo>
                  <a:cubicBezTo>
                    <a:pt x="0" y="30"/>
                    <a:pt x="30" y="0"/>
                    <a:pt x="67" y="0"/>
                  </a:cubicBezTo>
                  <a:lnTo>
                    <a:pt x="395" y="0"/>
                  </a:lnTo>
                  <a:cubicBezTo>
                    <a:pt x="432" y="0"/>
                    <a:pt x="462" y="30"/>
                    <a:pt x="462" y="67"/>
                  </a:cubicBezTo>
                  <a:cubicBezTo>
                    <a:pt x="462" y="104"/>
                    <a:pt x="432" y="134"/>
                    <a:pt x="39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7" name="Freeform 675">
              <a:extLst>
                <a:ext uri="{FF2B5EF4-FFF2-40B4-BE49-F238E27FC236}">
                  <a16:creationId xmlns:a16="http://schemas.microsoft.com/office/drawing/2014/main" id="{B459AFDE-CE69-4EDA-8D66-7ECAB5FF2D43}"/>
                </a:ext>
              </a:extLst>
            </p:cNvPr>
            <p:cNvSpPr>
              <a:spLocks/>
            </p:cNvSpPr>
            <p:nvPr/>
          </p:nvSpPr>
          <p:spPr bwMode="auto">
            <a:xfrm>
              <a:off x="3044826" y="3992563"/>
              <a:ext cx="287338" cy="15875"/>
            </a:xfrm>
            <a:custGeom>
              <a:avLst/>
              <a:gdLst>
                <a:gd name="T0" fmla="*/ 2473 w 2540"/>
                <a:gd name="T1" fmla="*/ 134 h 134"/>
                <a:gd name="T2" fmla="*/ 67 w 2540"/>
                <a:gd name="T3" fmla="*/ 134 h 134"/>
                <a:gd name="T4" fmla="*/ 0 w 2540"/>
                <a:gd name="T5" fmla="*/ 67 h 134"/>
                <a:gd name="T6" fmla="*/ 67 w 2540"/>
                <a:gd name="T7" fmla="*/ 0 h 134"/>
                <a:gd name="T8" fmla="*/ 2473 w 2540"/>
                <a:gd name="T9" fmla="*/ 0 h 134"/>
                <a:gd name="T10" fmla="*/ 2540 w 2540"/>
                <a:gd name="T11" fmla="*/ 67 h 134"/>
                <a:gd name="T12" fmla="*/ 2473 w 254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540" h="134">
                  <a:moveTo>
                    <a:pt x="2473" y="134"/>
                  </a:moveTo>
                  <a:lnTo>
                    <a:pt x="67" y="134"/>
                  </a:lnTo>
                  <a:cubicBezTo>
                    <a:pt x="30" y="134"/>
                    <a:pt x="0" y="104"/>
                    <a:pt x="0" y="67"/>
                  </a:cubicBezTo>
                  <a:cubicBezTo>
                    <a:pt x="0" y="30"/>
                    <a:pt x="30" y="0"/>
                    <a:pt x="67" y="0"/>
                  </a:cubicBezTo>
                  <a:lnTo>
                    <a:pt x="2473" y="0"/>
                  </a:lnTo>
                  <a:cubicBezTo>
                    <a:pt x="2510" y="0"/>
                    <a:pt x="2540" y="30"/>
                    <a:pt x="2540" y="67"/>
                  </a:cubicBezTo>
                  <a:cubicBezTo>
                    <a:pt x="2540" y="104"/>
                    <a:pt x="2510" y="134"/>
                    <a:pt x="2473"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676">
              <a:extLst>
                <a:ext uri="{FF2B5EF4-FFF2-40B4-BE49-F238E27FC236}">
                  <a16:creationId xmlns:a16="http://schemas.microsoft.com/office/drawing/2014/main" id="{3B16149E-9113-423E-9DB6-28127109B786}"/>
                </a:ext>
              </a:extLst>
            </p:cNvPr>
            <p:cNvSpPr>
              <a:spLocks/>
            </p:cNvSpPr>
            <p:nvPr/>
          </p:nvSpPr>
          <p:spPr bwMode="auto">
            <a:xfrm>
              <a:off x="2957513" y="3992563"/>
              <a:ext cx="42863" cy="15875"/>
            </a:xfrm>
            <a:custGeom>
              <a:avLst/>
              <a:gdLst>
                <a:gd name="T0" fmla="*/ 319 w 385"/>
                <a:gd name="T1" fmla="*/ 134 h 134"/>
                <a:gd name="T2" fmla="*/ 67 w 385"/>
                <a:gd name="T3" fmla="*/ 134 h 134"/>
                <a:gd name="T4" fmla="*/ 0 w 385"/>
                <a:gd name="T5" fmla="*/ 67 h 134"/>
                <a:gd name="T6" fmla="*/ 67 w 385"/>
                <a:gd name="T7" fmla="*/ 0 h 134"/>
                <a:gd name="T8" fmla="*/ 319 w 385"/>
                <a:gd name="T9" fmla="*/ 0 h 134"/>
                <a:gd name="T10" fmla="*/ 385 w 385"/>
                <a:gd name="T11" fmla="*/ 67 h 134"/>
                <a:gd name="T12" fmla="*/ 319 w 385"/>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85" h="134">
                  <a:moveTo>
                    <a:pt x="319" y="134"/>
                  </a:moveTo>
                  <a:lnTo>
                    <a:pt x="67" y="134"/>
                  </a:lnTo>
                  <a:cubicBezTo>
                    <a:pt x="30" y="134"/>
                    <a:pt x="0" y="104"/>
                    <a:pt x="0" y="67"/>
                  </a:cubicBezTo>
                  <a:cubicBezTo>
                    <a:pt x="0" y="30"/>
                    <a:pt x="30" y="0"/>
                    <a:pt x="67" y="0"/>
                  </a:cubicBezTo>
                  <a:lnTo>
                    <a:pt x="319" y="0"/>
                  </a:lnTo>
                  <a:cubicBezTo>
                    <a:pt x="355" y="0"/>
                    <a:pt x="385" y="30"/>
                    <a:pt x="385" y="67"/>
                  </a:cubicBezTo>
                  <a:cubicBezTo>
                    <a:pt x="385" y="104"/>
                    <a:pt x="355" y="134"/>
                    <a:pt x="319"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677">
              <a:extLst>
                <a:ext uri="{FF2B5EF4-FFF2-40B4-BE49-F238E27FC236}">
                  <a16:creationId xmlns:a16="http://schemas.microsoft.com/office/drawing/2014/main" id="{DF07A7AE-43AF-4050-8352-F613049753AB}"/>
                </a:ext>
              </a:extLst>
            </p:cNvPr>
            <p:cNvSpPr>
              <a:spLocks noEditPoints="1"/>
            </p:cNvSpPr>
            <p:nvPr/>
          </p:nvSpPr>
          <p:spPr bwMode="auto">
            <a:xfrm>
              <a:off x="3146426" y="3800476"/>
              <a:ext cx="96838" cy="96838"/>
            </a:xfrm>
            <a:custGeom>
              <a:avLst/>
              <a:gdLst>
                <a:gd name="T0" fmla="*/ 427 w 854"/>
                <a:gd name="T1" fmla="*/ 133 h 853"/>
                <a:gd name="T2" fmla="*/ 134 w 854"/>
                <a:gd name="T3" fmla="*/ 427 h 853"/>
                <a:gd name="T4" fmla="*/ 427 w 854"/>
                <a:gd name="T5" fmla="*/ 720 h 853"/>
                <a:gd name="T6" fmla="*/ 721 w 854"/>
                <a:gd name="T7" fmla="*/ 427 h 853"/>
                <a:gd name="T8" fmla="*/ 427 w 854"/>
                <a:gd name="T9" fmla="*/ 133 h 853"/>
                <a:gd name="T10" fmla="*/ 427 w 854"/>
                <a:gd name="T11" fmla="*/ 853 h 853"/>
                <a:gd name="T12" fmla="*/ 0 w 854"/>
                <a:gd name="T13" fmla="*/ 427 h 853"/>
                <a:gd name="T14" fmla="*/ 427 w 854"/>
                <a:gd name="T15" fmla="*/ 0 h 853"/>
                <a:gd name="T16" fmla="*/ 854 w 854"/>
                <a:gd name="T17" fmla="*/ 427 h 853"/>
                <a:gd name="T18" fmla="*/ 427 w 854"/>
                <a:gd name="T19" fmla="*/ 853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4" h="853">
                  <a:moveTo>
                    <a:pt x="427" y="133"/>
                  </a:moveTo>
                  <a:cubicBezTo>
                    <a:pt x="265" y="133"/>
                    <a:pt x="134" y="265"/>
                    <a:pt x="134" y="427"/>
                  </a:cubicBezTo>
                  <a:cubicBezTo>
                    <a:pt x="134" y="588"/>
                    <a:pt x="265" y="720"/>
                    <a:pt x="427" y="720"/>
                  </a:cubicBezTo>
                  <a:cubicBezTo>
                    <a:pt x="589" y="720"/>
                    <a:pt x="721" y="588"/>
                    <a:pt x="721" y="427"/>
                  </a:cubicBezTo>
                  <a:cubicBezTo>
                    <a:pt x="721" y="265"/>
                    <a:pt x="589" y="133"/>
                    <a:pt x="427" y="133"/>
                  </a:cubicBezTo>
                  <a:close/>
                  <a:moveTo>
                    <a:pt x="427" y="853"/>
                  </a:moveTo>
                  <a:cubicBezTo>
                    <a:pt x="192" y="853"/>
                    <a:pt x="0" y="662"/>
                    <a:pt x="0" y="427"/>
                  </a:cubicBezTo>
                  <a:cubicBezTo>
                    <a:pt x="0" y="191"/>
                    <a:pt x="192" y="0"/>
                    <a:pt x="427" y="0"/>
                  </a:cubicBezTo>
                  <a:cubicBezTo>
                    <a:pt x="663" y="0"/>
                    <a:pt x="854" y="191"/>
                    <a:pt x="854" y="427"/>
                  </a:cubicBezTo>
                  <a:cubicBezTo>
                    <a:pt x="854" y="662"/>
                    <a:pt x="663" y="853"/>
                    <a:pt x="427"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678">
              <a:extLst>
                <a:ext uri="{FF2B5EF4-FFF2-40B4-BE49-F238E27FC236}">
                  <a16:creationId xmlns:a16="http://schemas.microsoft.com/office/drawing/2014/main" id="{405CACD4-572D-496A-B501-A6B94D5ED110}"/>
                </a:ext>
              </a:extLst>
            </p:cNvPr>
            <p:cNvSpPr>
              <a:spLocks/>
            </p:cNvSpPr>
            <p:nvPr/>
          </p:nvSpPr>
          <p:spPr bwMode="auto">
            <a:xfrm>
              <a:off x="3186113" y="3819526"/>
              <a:ext cx="14288" cy="39688"/>
            </a:xfrm>
            <a:custGeom>
              <a:avLst/>
              <a:gdLst>
                <a:gd name="T0" fmla="*/ 66 w 133"/>
                <a:gd name="T1" fmla="*/ 347 h 347"/>
                <a:gd name="T2" fmla="*/ 0 w 133"/>
                <a:gd name="T3" fmla="*/ 280 h 347"/>
                <a:gd name="T4" fmla="*/ 0 w 133"/>
                <a:gd name="T5" fmla="*/ 67 h 347"/>
                <a:gd name="T6" fmla="*/ 66 w 133"/>
                <a:gd name="T7" fmla="*/ 0 h 347"/>
                <a:gd name="T8" fmla="*/ 133 w 133"/>
                <a:gd name="T9" fmla="*/ 67 h 347"/>
                <a:gd name="T10" fmla="*/ 133 w 133"/>
                <a:gd name="T11" fmla="*/ 280 h 347"/>
                <a:gd name="T12" fmla="*/ 66 w 133"/>
                <a:gd name="T13" fmla="*/ 347 h 347"/>
              </a:gdLst>
              <a:ahLst/>
              <a:cxnLst>
                <a:cxn ang="0">
                  <a:pos x="T0" y="T1"/>
                </a:cxn>
                <a:cxn ang="0">
                  <a:pos x="T2" y="T3"/>
                </a:cxn>
                <a:cxn ang="0">
                  <a:pos x="T4" y="T5"/>
                </a:cxn>
                <a:cxn ang="0">
                  <a:pos x="T6" y="T7"/>
                </a:cxn>
                <a:cxn ang="0">
                  <a:pos x="T8" y="T9"/>
                </a:cxn>
                <a:cxn ang="0">
                  <a:pos x="T10" y="T11"/>
                </a:cxn>
                <a:cxn ang="0">
                  <a:pos x="T12" y="T13"/>
                </a:cxn>
              </a:cxnLst>
              <a:rect l="0" t="0" r="r" b="b"/>
              <a:pathLst>
                <a:path w="133" h="347">
                  <a:moveTo>
                    <a:pt x="66" y="347"/>
                  </a:moveTo>
                  <a:cubicBezTo>
                    <a:pt x="29" y="347"/>
                    <a:pt x="0" y="317"/>
                    <a:pt x="0" y="280"/>
                  </a:cubicBezTo>
                  <a:lnTo>
                    <a:pt x="0" y="67"/>
                  </a:lnTo>
                  <a:cubicBezTo>
                    <a:pt x="0" y="30"/>
                    <a:pt x="29" y="0"/>
                    <a:pt x="66" y="0"/>
                  </a:cubicBezTo>
                  <a:cubicBezTo>
                    <a:pt x="103" y="0"/>
                    <a:pt x="133" y="30"/>
                    <a:pt x="133" y="67"/>
                  </a:cubicBezTo>
                  <a:lnTo>
                    <a:pt x="133" y="280"/>
                  </a:lnTo>
                  <a:cubicBezTo>
                    <a:pt x="133" y="317"/>
                    <a:pt x="103" y="347"/>
                    <a:pt x="66" y="3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679">
              <a:extLst>
                <a:ext uri="{FF2B5EF4-FFF2-40B4-BE49-F238E27FC236}">
                  <a16:creationId xmlns:a16="http://schemas.microsoft.com/office/drawing/2014/main" id="{CD69A529-A66D-477F-9E02-304822626082}"/>
                </a:ext>
              </a:extLst>
            </p:cNvPr>
            <p:cNvSpPr>
              <a:spLocks/>
            </p:cNvSpPr>
            <p:nvPr/>
          </p:nvSpPr>
          <p:spPr bwMode="auto">
            <a:xfrm>
              <a:off x="3186113" y="3833813"/>
              <a:ext cx="42863" cy="26988"/>
            </a:xfrm>
            <a:custGeom>
              <a:avLst/>
              <a:gdLst>
                <a:gd name="T0" fmla="*/ 75 w 378"/>
                <a:gd name="T1" fmla="*/ 236 h 236"/>
                <a:gd name="T2" fmla="*/ 14 w 378"/>
                <a:gd name="T3" fmla="*/ 195 h 236"/>
                <a:gd name="T4" fmla="*/ 50 w 378"/>
                <a:gd name="T5" fmla="*/ 108 h 236"/>
                <a:gd name="T6" fmla="*/ 277 w 378"/>
                <a:gd name="T7" fmla="*/ 14 h 236"/>
                <a:gd name="T8" fmla="*/ 364 w 378"/>
                <a:gd name="T9" fmla="*/ 50 h 236"/>
                <a:gd name="T10" fmla="*/ 328 w 378"/>
                <a:gd name="T11" fmla="*/ 138 h 236"/>
                <a:gd name="T12" fmla="*/ 101 w 378"/>
                <a:gd name="T13" fmla="*/ 231 h 236"/>
                <a:gd name="T14" fmla="*/ 75 w 378"/>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8" h="236">
                  <a:moveTo>
                    <a:pt x="75" y="236"/>
                  </a:moveTo>
                  <a:cubicBezTo>
                    <a:pt x="49" y="236"/>
                    <a:pt x="24" y="221"/>
                    <a:pt x="14" y="195"/>
                  </a:cubicBezTo>
                  <a:cubicBezTo>
                    <a:pt x="0" y="161"/>
                    <a:pt x="16" y="122"/>
                    <a:pt x="50" y="108"/>
                  </a:cubicBezTo>
                  <a:lnTo>
                    <a:pt x="277" y="14"/>
                  </a:lnTo>
                  <a:cubicBezTo>
                    <a:pt x="311" y="0"/>
                    <a:pt x="350" y="16"/>
                    <a:pt x="364" y="50"/>
                  </a:cubicBezTo>
                  <a:cubicBezTo>
                    <a:pt x="378" y="85"/>
                    <a:pt x="362" y="123"/>
                    <a:pt x="328" y="138"/>
                  </a:cubicBezTo>
                  <a:lnTo>
                    <a:pt x="101" y="231"/>
                  </a:lnTo>
                  <a:cubicBezTo>
                    <a:pt x="92" y="235"/>
                    <a:pt x="84" y="236"/>
                    <a:pt x="75"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680">
              <a:extLst>
                <a:ext uri="{FF2B5EF4-FFF2-40B4-BE49-F238E27FC236}">
                  <a16:creationId xmlns:a16="http://schemas.microsoft.com/office/drawing/2014/main" id="{A8787DB7-207B-430D-835B-DF811A3DFDB4}"/>
                </a:ext>
              </a:extLst>
            </p:cNvPr>
            <p:cNvSpPr>
              <a:spLocks noEditPoints="1"/>
            </p:cNvSpPr>
            <p:nvPr/>
          </p:nvSpPr>
          <p:spPr bwMode="auto">
            <a:xfrm>
              <a:off x="3257551" y="3851276"/>
              <a:ext cx="50800" cy="58738"/>
            </a:xfrm>
            <a:custGeom>
              <a:avLst/>
              <a:gdLst>
                <a:gd name="T0" fmla="*/ 134 w 444"/>
                <a:gd name="T1" fmla="*/ 383 h 516"/>
                <a:gd name="T2" fmla="*/ 310 w 444"/>
                <a:gd name="T3" fmla="*/ 383 h 516"/>
                <a:gd name="T4" fmla="*/ 310 w 444"/>
                <a:gd name="T5" fmla="*/ 218 h 516"/>
                <a:gd name="T6" fmla="*/ 229 w 444"/>
                <a:gd name="T7" fmla="*/ 133 h 516"/>
                <a:gd name="T8" fmla="*/ 223 w 444"/>
                <a:gd name="T9" fmla="*/ 133 h 516"/>
                <a:gd name="T10" fmla="*/ 134 w 444"/>
                <a:gd name="T11" fmla="*/ 214 h 516"/>
                <a:gd name="T12" fmla="*/ 134 w 444"/>
                <a:gd name="T13" fmla="*/ 383 h 516"/>
                <a:gd name="T14" fmla="*/ 378 w 444"/>
                <a:gd name="T15" fmla="*/ 516 h 516"/>
                <a:gd name="T16" fmla="*/ 377 w 444"/>
                <a:gd name="T17" fmla="*/ 516 h 516"/>
                <a:gd name="T18" fmla="*/ 67 w 444"/>
                <a:gd name="T19" fmla="*/ 516 h 516"/>
                <a:gd name="T20" fmla="*/ 0 w 444"/>
                <a:gd name="T21" fmla="*/ 450 h 516"/>
                <a:gd name="T22" fmla="*/ 0 w 444"/>
                <a:gd name="T23" fmla="*/ 214 h 516"/>
                <a:gd name="T24" fmla="*/ 223 w 444"/>
                <a:gd name="T25" fmla="*/ 0 h 516"/>
                <a:gd name="T26" fmla="*/ 229 w 444"/>
                <a:gd name="T27" fmla="*/ 0 h 516"/>
                <a:gd name="T28" fmla="*/ 443 w 444"/>
                <a:gd name="T29" fmla="*/ 218 h 516"/>
                <a:gd name="T30" fmla="*/ 444 w 444"/>
                <a:gd name="T31" fmla="*/ 443 h 516"/>
                <a:gd name="T32" fmla="*/ 444 w 444"/>
                <a:gd name="T33" fmla="*/ 450 h 516"/>
                <a:gd name="T34" fmla="*/ 378 w 444"/>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6">
                  <a:moveTo>
                    <a:pt x="134" y="383"/>
                  </a:moveTo>
                  <a:lnTo>
                    <a:pt x="310" y="383"/>
                  </a:lnTo>
                  <a:lnTo>
                    <a:pt x="310" y="218"/>
                  </a:lnTo>
                  <a:cubicBezTo>
                    <a:pt x="310" y="172"/>
                    <a:pt x="273" y="133"/>
                    <a:pt x="229" y="133"/>
                  </a:cubicBezTo>
                  <a:lnTo>
                    <a:pt x="223" y="133"/>
                  </a:lnTo>
                  <a:cubicBezTo>
                    <a:pt x="176" y="133"/>
                    <a:pt x="134" y="171"/>
                    <a:pt x="134" y="214"/>
                  </a:cubicBezTo>
                  <a:lnTo>
                    <a:pt x="134" y="383"/>
                  </a:lnTo>
                  <a:close/>
                  <a:moveTo>
                    <a:pt x="378" y="516"/>
                  </a:moveTo>
                  <a:cubicBezTo>
                    <a:pt x="378" y="516"/>
                    <a:pt x="377" y="516"/>
                    <a:pt x="377" y="516"/>
                  </a:cubicBezTo>
                  <a:lnTo>
                    <a:pt x="67" y="516"/>
                  </a:lnTo>
                  <a:cubicBezTo>
                    <a:pt x="30" y="516"/>
                    <a:pt x="0" y="486"/>
                    <a:pt x="0" y="450"/>
                  </a:cubicBezTo>
                  <a:lnTo>
                    <a:pt x="0" y="214"/>
                  </a:lnTo>
                  <a:cubicBezTo>
                    <a:pt x="0" y="98"/>
                    <a:pt x="102" y="0"/>
                    <a:pt x="223" y="0"/>
                  </a:cubicBezTo>
                  <a:lnTo>
                    <a:pt x="229" y="0"/>
                  </a:lnTo>
                  <a:cubicBezTo>
                    <a:pt x="347" y="0"/>
                    <a:pt x="443" y="98"/>
                    <a:pt x="443" y="218"/>
                  </a:cubicBezTo>
                  <a:lnTo>
                    <a:pt x="444" y="443"/>
                  </a:lnTo>
                  <a:cubicBezTo>
                    <a:pt x="444" y="445"/>
                    <a:pt x="444" y="447"/>
                    <a:pt x="444" y="450"/>
                  </a:cubicBezTo>
                  <a:cubicBezTo>
                    <a:pt x="444" y="486"/>
                    <a:pt x="414" y="516"/>
                    <a:pt x="378"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Freeform 681">
              <a:extLst>
                <a:ext uri="{FF2B5EF4-FFF2-40B4-BE49-F238E27FC236}">
                  <a16:creationId xmlns:a16="http://schemas.microsoft.com/office/drawing/2014/main" id="{09DADC10-1406-42A4-AEAE-72AEAD815212}"/>
                </a:ext>
              </a:extLst>
            </p:cNvPr>
            <p:cNvSpPr>
              <a:spLocks noEditPoints="1"/>
            </p:cNvSpPr>
            <p:nvPr/>
          </p:nvSpPr>
          <p:spPr bwMode="auto">
            <a:xfrm>
              <a:off x="3328988" y="3851276"/>
              <a:ext cx="50800" cy="58738"/>
            </a:xfrm>
            <a:custGeom>
              <a:avLst/>
              <a:gdLst>
                <a:gd name="T0" fmla="*/ 133 w 443"/>
                <a:gd name="T1" fmla="*/ 383 h 516"/>
                <a:gd name="T2" fmla="*/ 309 w 443"/>
                <a:gd name="T3" fmla="*/ 383 h 516"/>
                <a:gd name="T4" fmla="*/ 309 w 443"/>
                <a:gd name="T5" fmla="*/ 218 h 516"/>
                <a:gd name="T6" fmla="*/ 228 w 443"/>
                <a:gd name="T7" fmla="*/ 133 h 516"/>
                <a:gd name="T8" fmla="*/ 222 w 443"/>
                <a:gd name="T9" fmla="*/ 133 h 516"/>
                <a:gd name="T10" fmla="*/ 133 w 443"/>
                <a:gd name="T11" fmla="*/ 214 h 516"/>
                <a:gd name="T12" fmla="*/ 133 w 443"/>
                <a:gd name="T13" fmla="*/ 383 h 516"/>
                <a:gd name="T14" fmla="*/ 377 w 443"/>
                <a:gd name="T15" fmla="*/ 516 h 516"/>
                <a:gd name="T16" fmla="*/ 376 w 443"/>
                <a:gd name="T17" fmla="*/ 516 h 516"/>
                <a:gd name="T18" fmla="*/ 66 w 443"/>
                <a:gd name="T19" fmla="*/ 516 h 516"/>
                <a:gd name="T20" fmla="*/ 0 w 443"/>
                <a:gd name="T21" fmla="*/ 450 h 516"/>
                <a:gd name="T22" fmla="*/ 0 w 443"/>
                <a:gd name="T23" fmla="*/ 214 h 516"/>
                <a:gd name="T24" fmla="*/ 222 w 443"/>
                <a:gd name="T25" fmla="*/ 0 h 516"/>
                <a:gd name="T26" fmla="*/ 228 w 443"/>
                <a:gd name="T27" fmla="*/ 0 h 516"/>
                <a:gd name="T28" fmla="*/ 442 w 443"/>
                <a:gd name="T29" fmla="*/ 218 h 516"/>
                <a:gd name="T30" fmla="*/ 443 w 443"/>
                <a:gd name="T31" fmla="*/ 443 h 516"/>
                <a:gd name="T32" fmla="*/ 443 w 443"/>
                <a:gd name="T33" fmla="*/ 450 h 516"/>
                <a:gd name="T34" fmla="*/ 377 w 443"/>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6">
                  <a:moveTo>
                    <a:pt x="133" y="383"/>
                  </a:moveTo>
                  <a:lnTo>
                    <a:pt x="309" y="383"/>
                  </a:lnTo>
                  <a:lnTo>
                    <a:pt x="309" y="218"/>
                  </a:lnTo>
                  <a:cubicBezTo>
                    <a:pt x="309" y="172"/>
                    <a:pt x="272" y="133"/>
                    <a:pt x="228" y="133"/>
                  </a:cubicBezTo>
                  <a:lnTo>
                    <a:pt x="222" y="133"/>
                  </a:lnTo>
                  <a:cubicBezTo>
                    <a:pt x="175" y="133"/>
                    <a:pt x="133" y="171"/>
                    <a:pt x="133" y="214"/>
                  </a:cubicBezTo>
                  <a:lnTo>
                    <a:pt x="133" y="383"/>
                  </a:lnTo>
                  <a:close/>
                  <a:moveTo>
                    <a:pt x="377" y="516"/>
                  </a:moveTo>
                  <a:cubicBezTo>
                    <a:pt x="377" y="516"/>
                    <a:pt x="376" y="516"/>
                    <a:pt x="376" y="516"/>
                  </a:cubicBezTo>
                  <a:lnTo>
                    <a:pt x="66" y="516"/>
                  </a:lnTo>
                  <a:cubicBezTo>
                    <a:pt x="30" y="516"/>
                    <a:pt x="0" y="486"/>
                    <a:pt x="0" y="450"/>
                  </a:cubicBezTo>
                  <a:lnTo>
                    <a:pt x="0" y="214"/>
                  </a:lnTo>
                  <a:cubicBezTo>
                    <a:pt x="0" y="98"/>
                    <a:pt x="102" y="0"/>
                    <a:pt x="222" y="0"/>
                  </a:cubicBezTo>
                  <a:lnTo>
                    <a:pt x="228" y="0"/>
                  </a:lnTo>
                  <a:cubicBezTo>
                    <a:pt x="346" y="0"/>
                    <a:pt x="442" y="98"/>
                    <a:pt x="442" y="218"/>
                  </a:cubicBezTo>
                  <a:lnTo>
                    <a:pt x="443" y="443"/>
                  </a:lnTo>
                  <a:cubicBezTo>
                    <a:pt x="443" y="445"/>
                    <a:pt x="443" y="447"/>
                    <a:pt x="443" y="450"/>
                  </a:cubicBezTo>
                  <a:cubicBezTo>
                    <a:pt x="443" y="486"/>
                    <a:pt x="413" y="516"/>
                    <a:pt x="37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Freeform 682">
              <a:extLst>
                <a:ext uri="{FF2B5EF4-FFF2-40B4-BE49-F238E27FC236}">
                  <a16:creationId xmlns:a16="http://schemas.microsoft.com/office/drawing/2014/main" id="{3D48F2A2-4BB1-4A2E-9EE3-23A1B536B3A3}"/>
                </a:ext>
              </a:extLst>
            </p:cNvPr>
            <p:cNvSpPr>
              <a:spLocks noEditPoints="1"/>
            </p:cNvSpPr>
            <p:nvPr/>
          </p:nvSpPr>
          <p:spPr bwMode="auto">
            <a:xfrm>
              <a:off x="3257551" y="3921126"/>
              <a:ext cx="50800" cy="58738"/>
            </a:xfrm>
            <a:custGeom>
              <a:avLst/>
              <a:gdLst>
                <a:gd name="T0" fmla="*/ 134 w 444"/>
                <a:gd name="T1" fmla="*/ 377 h 511"/>
                <a:gd name="T2" fmla="*/ 310 w 444"/>
                <a:gd name="T3" fmla="*/ 377 h 511"/>
                <a:gd name="T4" fmla="*/ 310 w 444"/>
                <a:gd name="T5" fmla="*/ 215 h 511"/>
                <a:gd name="T6" fmla="*/ 229 w 444"/>
                <a:gd name="T7" fmla="*/ 133 h 511"/>
                <a:gd name="T8" fmla="*/ 223 w 444"/>
                <a:gd name="T9" fmla="*/ 133 h 511"/>
                <a:gd name="T10" fmla="*/ 134 w 444"/>
                <a:gd name="T11" fmla="*/ 209 h 511"/>
                <a:gd name="T12" fmla="*/ 134 w 444"/>
                <a:gd name="T13" fmla="*/ 377 h 511"/>
                <a:gd name="T14" fmla="*/ 378 w 444"/>
                <a:gd name="T15" fmla="*/ 511 h 511"/>
                <a:gd name="T16" fmla="*/ 377 w 444"/>
                <a:gd name="T17" fmla="*/ 511 h 511"/>
                <a:gd name="T18" fmla="*/ 67 w 444"/>
                <a:gd name="T19" fmla="*/ 511 h 511"/>
                <a:gd name="T20" fmla="*/ 0 w 444"/>
                <a:gd name="T21" fmla="*/ 444 h 511"/>
                <a:gd name="T22" fmla="*/ 0 w 444"/>
                <a:gd name="T23" fmla="*/ 209 h 511"/>
                <a:gd name="T24" fmla="*/ 223 w 444"/>
                <a:gd name="T25" fmla="*/ 0 h 511"/>
                <a:gd name="T26" fmla="*/ 229 w 444"/>
                <a:gd name="T27" fmla="*/ 0 h 511"/>
                <a:gd name="T28" fmla="*/ 443 w 444"/>
                <a:gd name="T29" fmla="*/ 215 h 511"/>
                <a:gd name="T30" fmla="*/ 444 w 444"/>
                <a:gd name="T31" fmla="*/ 437 h 511"/>
                <a:gd name="T32" fmla="*/ 444 w 444"/>
                <a:gd name="T33" fmla="*/ 444 h 511"/>
                <a:gd name="T34" fmla="*/ 378 w 444"/>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1">
                  <a:moveTo>
                    <a:pt x="134" y="377"/>
                  </a:moveTo>
                  <a:lnTo>
                    <a:pt x="310" y="377"/>
                  </a:lnTo>
                  <a:lnTo>
                    <a:pt x="310" y="215"/>
                  </a:lnTo>
                  <a:cubicBezTo>
                    <a:pt x="310" y="170"/>
                    <a:pt x="274" y="133"/>
                    <a:pt x="229" y="133"/>
                  </a:cubicBezTo>
                  <a:lnTo>
                    <a:pt x="223" y="133"/>
                  </a:lnTo>
                  <a:cubicBezTo>
                    <a:pt x="180" y="133"/>
                    <a:pt x="134" y="164"/>
                    <a:pt x="134" y="209"/>
                  </a:cubicBezTo>
                  <a:lnTo>
                    <a:pt x="134" y="377"/>
                  </a:lnTo>
                  <a:close/>
                  <a:moveTo>
                    <a:pt x="378" y="511"/>
                  </a:moveTo>
                  <a:lnTo>
                    <a:pt x="377" y="511"/>
                  </a:lnTo>
                  <a:lnTo>
                    <a:pt x="67" y="511"/>
                  </a:lnTo>
                  <a:cubicBezTo>
                    <a:pt x="30" y="511"/>
                    <a:pt x="0" y="481"/>
                    <a:pt x="0" y="444"/>
                  </a:cubicBezTo>
                  <a:lnTo>
                    <a:pt x="0" y="209"/>
                  </a:lnTo>
                  <a:cubicBezTo>
                    <a:pt x="0" y="94"/>
                    <a:pt x="100" y="0"/>
                    <a:pt x="223" y="0"/>
                  </a:cubicBezTo>
                  <a:lnTo>
                    <a:pt x="229" y="0"/>
                  </a:lnTo>
                  <a:cubicBezTo>
                    <a:pt x="347" y="0"/>
                    <a:pt x="443" y="96"/>
                    <a:pt x="443" y="215"/>
                  </a:cubicBezTo>
                  <a:lnTo>
                    <a:pt x="444" y="437"/>
                  </a:lnTo>
                  <a:cubicBezTo>
                    <a:pt x="444" y="439"/>
                    <a:pt x="444" y="442"/>
                    <a:pt x="444" y="444"/>
                  </a:cubicBezTo>
                  <a:cubicBezTo>
                    <a:pt x="444" y="481"/>
                    <a:pt x="414" y="511"/>
                    <a:pt x="378"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683">
              <a:extLst>
                <a:ext uri="{FF2B5EF4-FFF2-40B4-BE49-F238E27FC236}">
                  <a16:creationId xmlns:a16="http://schemas.microsoft.com/office/drawing/2014/main" id="{3FA441F7-003F-4C5D-B53E-9B7C90AB423B}"/>
                </a:ext>
              </a:extLst>
            </p:cNvPr>
            <p:cNvSpPr>
              <a:spLocks noEditPoints="1"/>
            </p:cNvSpPr>
            <p:nvPr/>
          </p:nvSpPr>
          <p:spPr bwMode="auto">
            <a:xfrm>
              <a:off x="3328988" y="3921126"/>
              <a:ext cx="50800" cy="58738"/>
            </a:xfrm>
            <a:custGeom>
              <a:avLst/>
              <a:gdLst>
                <a:gd name="T0" fmla="*/ 133 w 443"/>
                <a:gd name="T1" fmla="*/ 377 h 511"/>
                <a:gd name="T2" fmla="*/ 309 w 443"/>
                <a:gd name="T3" fmla="*/ 377 h 511"/>
                <a:gd name="T4" fmla="*/ 309 w 443"/>
                <a:gd name="T5" fmla="*/ 215 h 511"/>
                <a:gd name="T6" fmla="*/ 228 w 443"/>
                <a:gd name="T7" fmla="*/ 133 h 511"/>
                <a:gd name="T8" fmla="*/ 222 w 443"/>
                <a:gd name="T9" fmla="*/ 133 h 511"/>
                <a:gd name="T10" fmla="*/ 133 w 443"/>
                <a:gd name="T11" fmla="*/ 209 h 511"/>
                <a:gd name="T12" fmla="*/ 133 w 443"/>
                <a:gd name="T13" fmla="*/ 377 h 511"/>
                <a:gd name="T14" fmla="*/ 377 w 443"/>
                <a:gd name="T15" fmla="*/ 511 h 511"/>
                <a:gd name="T16" fmla="*/ 376 w 443"/>
                <a:gd name="T17" fmla="*/ 511 h 511"/>
                <a:gd name="T18" fmla="*/ 66 w 443"/>
                <a:gd name="T19" fmla="*/ 511 h 511"/>
                <a:gd name="T20" fmla="*/ 0 w 443"/>
                <a:gd name="T21" fmla="*/ 444 h 511"/>
                <a:gd name="T22" fmla="*/ 0 w 443"/>
                <a:gd name="T23" fmla="*/ 209 h 511"/>
                <a:gd name="T24" fmla="*/ 222 w 443"/>
                <a:gd name="T25" fmla="*/ 0 h 511"/>
                <a:gd name="T26" fmla="*/ 228 w 443"/>
                <a:gd name="T27" fmla="*/ 0 h 511"/>
                <a:gd name="T28" fmla="*/ 442 w 443"/>
                <a:gd name="T29" fmla="*/ 215 h 511"/>
                <a:gd name="T30" fmla="*/ 443 w 443"/>
                <a:gd name="T31" fmla="*/ 437 h 511"/>
                <a:gd name="T32" fmla="*/ 443 w 443"/>
                <a:gd name="T33" fmla="*/ 444 h 511"/>
                <a:gd name="T34" fmla="*/ 377 w 443"/>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1">
                  <a:moveTo>
                    <a:pt x="133" y="377"/>
                  </a:moveTo>
                  <a:lnTo>
                    <a:pt x="309" y="377"/>
                  </a:lnTo>
                  <a:lnTo>
                    <a:pt x="309" y="215"/>
                  </a:lnTo>
                  <a:cubicBezTo>
                    <a:pt x="309" y="170"/>
                    <a:pt x="273" y="133"/>
                    <a:pt x="228" y="133"/>
                  </a:cubicBezTo>
                  <a:lnTo>
                    <a:pt x="222" y="133"/>
                  </a:lnTo>
                  <a:cubicBezTo>
                    <a:pt x="179" y="133"/>
                    <a:pt x="133" y="164"/>
                    <a:pt x="133" y="209"/>
                  </a:cubicBezTo>
                  <a:lnTo>
                    <a:pt x="133" y="377"/>
                  </a:lnTo>
                  <a:close/>
                  <a:moveTo>
                    <a:pt x="377" y="511"/>
                  </a:moveTo>
                  <a:lnTo>
                    <a:pt x="376" y="511"/>
                  </a:lnTo>
                  <a:lnTo>
                    <a:pt x="66" y="511"/>
                  </a:lnTo>
                  <a:cubicBezTo>
                    <a:pt x="30" y="511"/>
                    <a:pt x="0" y="481"/>
                    <a:pt x="0" y="444"/>
                  </a:cubicBezTo>
                  <a:lnTo>
                    <a:pt x="0" y="209"/>
                  </a:lnTo>
                  <a:cubicBezTo>
                    <a:pt x="0" y="94"/>
                    <a:pt x="100" y="0"/>
                    <a:pt x="222" y="0"/>
                  </a:cubicBezTo>
                  <a:lnTo>
                    <a:pt x="228" y="0"/>
                  </a:lnTo>
                  <a:cubicBezTo>
                    <a:pt x="346" y="0"/>
                    <a:pt x="442" y="96"/>
                    <a:pt x="442" y="215"/>
                  </a:cubicBezTo>
                  <a:lnTo>
                    <a:pt x="443" y="437"/>
                  </a:lnTo>
                  <a:cubicBezTo>
                    <a:pt x="443" y="439"/>
                    <a:pt x="443" y="442"/>
                    <a:pt x="443" y="444"/>
                  </a:cubicBezTo>
                  <a:cubicBezTo>
                    <a:pt x="443" y="481"/>
                    <a:pt x="413" y="511"/>
                    <a:pt x="377"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Freeform 684">
              <a:extLst>
                <a:ext uri="{FF2B5EF4-FFF2-40B4-BE49-F238E27FC236}">
                  <a16:creationId xmlns:a16="http://schemas.microsoft.com/office/drawing/2014/main" id="{DFFD7617-86C1-41C0-9414-3F5214745C86}"/>
                </a:ext>
              </a:extLst>
            </p:cNvPr>
            <p:cNvSpPr>
              <a:spLocks noEditPoints="1"/>
            </p:cNvSpPr>
            <p:nvPr/>
          </p:nvSpPr>
          <p:spPr bwMode="auto">
            <a:xfrm>
              <a:off x="3008313" y="3851276"/>
              <a:ext cx="50800" cy="58738"/>
            </a:xfrm>
            <a:custGeom>
              <a:avLst/>
              <a:gdLst>
                <a:gd name="T0" fmla="*/ 133 w 447"/>
                <a:gd name="T1" fmla="*/ 383 h 516"/>
                <a:gd name="T2" fmla="*/ 314 w 447"/>
                <a:gd name="T3" fmla="*/ 383 h 516"/>
                <a:gd name="T4" fmla="*/ 313 w 447"/>
                <a:gd name="T5" fmla="*/ 218 h 516"/>
                <a:gd name="T6" fmla="*/ 232 w 447"/>
                <a:gd name="T7" fmla="*/ 133 h 516"/>
                <a:gd name="T8" fmla="*/ 226 w 447"/>
                <a:gd name="T9" fmla="*/ 133 h 516"/>
                <a:gd name="T10" fmla="*/ 133 w 447"/>
                <a:gd name="T11" fmla="*/ 214 h 516"/>
                <a:gd name="T12" fmla="*/ 133 w 447"/>
                <a:gd name="T13" fmla="*/ 383 h 516"/>
                <a:gd name="T14" fmla="*/ 381 w 447"/>
                <a:gd name="T15" fmla="*/ 516 h 516"/>
                <a:gd name="T16" fmla="*/ 380 w 447"/>
                <a:gd name="T17" fmla="*/ 516 h 516"/>
                <a:gd name="T18" fmla="*/ 66 w 447"/>
                <a:gd name="T19" fmla="*/ 516 h 516"/>
                <a:gd name="T20" fmla="*/ 0 w 447"/>
                <a:gd name="T21" fmla="*/ 450 h 516"/>
                <a:gd name="T22" fmla="*/ 0 w 447"/>
                <a:gd name="T23" fmla="*/ 214 h 516"/>
                <a:gd name="T24" fmla="*/ 226 w 447"/>
                <a:gd name="T25" fmla="*/ 0 h 516"/>
                <a:gd name="T26" fmla="*/ 232 w 447"/>
                <a:gd name="T27" fmla="*/ 0 h 516"/>
                <a:gd name="T28" fmla="*/ 446 w 447"/>
                <a:gd name="T29" fmla="*/ 218 h 516"/>
                <a:gd name="T30" fmla="*/ 447 w 447"/>
                <a:gd name="T31" fmla="*/ 443 h 516"/>
                <a:gd name="T32" fmla="*/ 447 w 447"/>
                <a:gd name="T33" fmla="*/ 450 h 516"/>
                <a:gd name="T34" fmla="*/ 381 w 447"/>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6">
                  <a:moveTo>
                    <a:pt x="133" y="383"/>
                  </a:moveTo>
                  <a:lnTo>
                    <a:pt x="314" y="383"/>
                  </a:lnTo>
                  <a:lnTo>
                    <a:pt x="313" y="218"/>
                  </a:lnTo>
                  <a:cubicBezTo>
                    <a:pt x="313" y="172"/>
                    <a:pt x="276" y="133"/>
                    <a:pt x="232" y="133"/>
                  </a:cubicBezTo>
                  <a:lnTo>
                    <a:pt x="226" y="133"/>
                  </a:lnTo>
                  <a:cubicBezTo>
                    <a:pt x="178" y="133"/>
                    <a:pt x="133" y="172"/>
                    <a:pt x="133" y="214"/>
                  </a:cubicBezTo>
                  <a:lnTo>
                    <a:pt x="133" y="383"/>
                  </a:lnTo>
                  <a:close/>
                  <a:moveTo>
                    <a:pt x="381" y="516"/>
                  </a:moveTo>
                  <a:cubicBezTo>
                    <a:pt x="381" y="516"/>
                    <a:pt x="381" y="516"/>
                    <a:pt x="380" y="516"/>
                  </a:cubicBezTo>
                  <a:lnTo>
                    <a:pt x="66" y="516"/>
                  </a:lnTo>
                  <a:cubicBezTo>
                    <a:pt x="29" y="516"/>
                    <a:pt x="0" y="486"/>
                    <a:pt x="0" y="450"/>
                  </a:cubicBezTo>
                  <a:lnTo>
                    <a:pt x="0" y="214"/>
                  </a:lnTo>
                  <a:cubicBezTo>
                    <a:pt x="0" y="98"/>
                    <a:pt x="103" y="0"/>
                    <a:pt x="226" y="0"/>
                  </a:cubicBezTo>
                  <a:lnTo>
                    <a:pt x="232" y="0"/>
                  </a:lnTo>
                  <a:cubicBezTo>
                    <a:pt x="350" y="0"/>
                    <a:pt x="446" y="98"/>
                    <a:pt x="446" y="218"/>
                  </a:cubicBezTo>
                  <a:lnTo>
                    <a:pt x="447" y="443"/>
                  </a:lnTo>
                  <a:cubicBezTo>
                    <a:pt x="447" y="445"/>
                    <a:pt x="447" y="447"/>
                    <a:pt x="447" y="450"/>
                  </a:cubicBezTo>
                  <a:cubicBezTo>
                    <a:pt x="447" y="486"/>
                    <a:pt x="418" y="516"/>
                    <a:pt x="381"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Freeform 685">
              <a:extLst>
                <a:ext uri="{FF2B5EF4-FFF2-40B4-BE49-F238E27FC236}">
                  <a16:creationId xmlns:a16="http://schemas.microsoft.com/office/drawing/2014/main" id="{D5D4E26E-969C-4621-9667-CF9D8F5F2E31}"/>
                </a:ext>
              </a:extLst>
            </p:cNvPr>
            <p:cNvSpPr>
              <a:spLocks noEditPoints="1"/>
            </p:cNvSpPr>
            <p:nvPr/>
          </p:nvSpPr>
          <p:spPr bwMode="auto">
            <a:xfrm>
              <a:off x="3079751" y="3851276"/>
              <a:ext cx="50800" cy="58738"/>
            </a:xfrm>
            <a:custGeom>
              <a:avLst/>
              <a:gdLst>
                <a:gd name="T0" fmla="*/ 133 w 436"/>
                <a:gd name="T1" fmla="*/ 383 h 516"/>
                <a:gd name="T2" fmla="*/ 303 w 436"/>
                <a:gd name="T3" fmla="*/ 383 h 516"/>
                <a:gd name="T4" fmla="*/ 302 w 436"/>
                <a:gd name="T5" fmla="*/ 218 h 516"/>
                <a:gd name="T6" fmla="*/ 221 w 436"/>
                <a:gd name="T7" fmla="*/ 133 h 516"/>
                <a:gd name="T8" fmla="*/ 215 w 436"/>
                <a:gd name="T9" fmla="*/ 133 h 516"/>
                <a:gd name="T10" fmla="*/ 133 w 436"/>
                <a:gd name="T11" fmla="*/ 214 h 516"/>
                <a:gd name="T12" fmla="*/ 133 w 436"/>
                <a:gd name="T13" fmla="*/ 383 h 516"/>
                <a:gd name="T14" fmla="*/ 370 w 436"/>
                <a:gd name="T15" fmla="*/ 516 h 516"/>
                <a:gd name="T16" fmla="*/ 369 w 436"/>
                <a:gd name="T17" fmla="*/ 516 h 516"/>
                <a:gd name="T18" fmla="*/ 67 w 436"/>
                <a:gd name="T19" fmla="*/ 516 h 516"/>
                <a:gd name="T20" fmla="*/ 0 w 436"/>
                <a:gd name="T21" fmla="*/ 450 h 516"/>
                <a:gd name="T22" fmla="*/ 0 w 436"/>
                <a:gd name="T23" fmla="*/ 214 h 516"/>
                <a:gd name="T24" fmla="*/ 215 w 436"/>
                <a:gd name="T25" fmla="*/ 0 h 516"/>
                <a:gd name="T26" fmla="*/ 221 w 436"/>
                <a:gd name="T27" fmla="*/ 0 h 516"/>
                <a:gd name="T28" fmla="*/ 435 w 436"/>
                <a:gd name="T29" fmla="*/ 218 h 516"/>
                <a:gd name="T30" fmla="*/ 436 w 436"/>
                <a:gd name="T31" fmla="*/ 443 h 516"/>
                <a:gd name="T32" fmla="*/ 436 w 436"/>
                <a:gd name="T33" fmla="*/ 450 h 516"/>
                <a:gd name="T34" fmla="*/ 370 w 436"/>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6">
                  <a:moveTo>
                    <a:pt x="133" y="383"/>
                  </a:moveTo>
                  <a:lnTo>
                    <a:pt x="303" y="383"/>
                  </a:lnTo>
                  <a:lnTo>
                    <a:pt x="302" y="218"/>
                  </a:lnTo>
                  <a:cubicBezTo>
                    <a:pt x="302" y="172"/>
                    <a:pt x="265" y="133"/>
                    <a:pt x="221" y="133"/>
                  </a:cubicBezTo>
                  <a:lnTo>
                    <a:pt x="215" y="133"/>
                  </a:lnTo>
                  <a:cubicBezTo>
                    <a:pt x="170" y="133"/>
                    <a:pt x="133" y="169"/>
                    <a:pt x="133" y="214"/>
                  </a:cubicBezTo>
                  <a:lnTo>
                    <a:pt x="133" y="383"/>
                  </a:lnTo>
                  <a:close/>
                  <a:moveTo>
                    <a:pt x="370" y="516"/>
                  </a:moveTo>
                  <a:cubicBezTo>
                    <a:pt x="370" y="516"/>
                    <a:pt x="369" y="516"/>
                    <a:pt x="369" y="516"/>
                  </a:cubicBezTo>
                  <a:lnTo>
                    <a:pt x="67" y="516"/>
                  </a:lnTo>
                  <a:cubicBezTo>
                    <a:pt x="30" y="516"/>
                    <a:pt x="0" y="486"/>
                    <a:pt x="0" y="450"/>
                  </a:cubicBezTo>
                  <a:lnTo>
                    <a:pt x="0" y="214"/>
                  </a:lnTo>
                  <a:cubicBezTo>
                    <a:pt x="0" y="96"/>
                    <a:pt x="96" y="0"/>
                    <a:pt x="215" y="0"/>
                  </a:cubicBezTo>
                  <a:lnTo>
                    <a:pt x="221" y="0"/>
                  </a:lnTo>
                  <a:cubicBezTo>
                    <a:pt x="339" y="0"/>
                    <a:pt x="435" y="98"/>
                    <a:pt x="435" y="218"/>
                  </a:cubicBezTo>
                  <a:lnTo>
                    <a:pt x="436" y="443"/>
                  </a:lnTo>
                  <a:cubicBezTo>
                    <a:pt x="436" y="445"/>
                    <a:pt x="436" y="447"/>
                    <a:pt x="436" y="450"/>
                  </a:cubicBezTo>
                  <a:cubicBezTo>
                    <a:pt x="436" y="486"/>
                    <a:pt x="407" y="516"/>
                    <a:pt x="370"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Freeform 686">
              <a:extLst>
                <a:ext uri="{FF2B5EF4-FFF2-40B4-BE49-F238E27FC236}">
                  <a16:creationId xmlns:a16="http://schemas.microsoft.com/office/drawing/2014/main" id="{900F505C-AC7A-44B1-AE8E-F1AB3AD28052}"/>
                </a:ext>
              </a:extLst>
            </p:cNvPr>
            <p:cNvSpPr>
              <a:spLocks noEditPoints="1"/>
            </p:cNvSpPr>
            <p:nvPr/>
          </p:nvSpPr>
          <p:spPr bwMode="auto">
            <a:xfrm>
              <a:off x="3008313" y="3921126"/>
              <a:ext cx="50800" cy="57150"/>
            </a:xfrm>
            <a:custGeom>
              <a:avLst/>
              <a:gdLst>
                <a:gd name="T0" fmla="*/ 133 w 447"/>
                <a:gd name="T1" fmla="*/ 377 h 511"/>
                <a:gd name="T2" fmla="*/ 314 w 447"/>
                <a:gd name="T3" fmla="*/ 377 h 511"/>
                <a:gd name="T4" fmla="*/ 313 w 447"/>
                <a:gd name="T5" fmla="*/ 215 h 511"/>
                <a:gd name="T6" fmla="*/ 232 w 447"/>
                <a:gd name="T7" fmla="*/ 133 h 511"/>
                <a:gd name="T8" fmla="*/ 226 w 447"/>
                <a:gd name="T9" fmla="*/ 133 h 511"/>
                <a:gd name="T10" fmla="*/ 133 w 447"/>
                <a:gd name="T11" fmla="*/ 210 h 511"/>
                <a:gd name="T12" fmla="*/ 133 w 447"/>
                <a:gd name="T13" fmla="*/ 377 h 511"/>
                <a:gd name="T14" fmla="*/ 381 w 447"/>
                <a:gd name="T15" fmla="*/ 511 h 511"/>
                <a:gd name="T16" fmla="*/ 380 w 447"/>
                <a:gd name="T17" fmla="*/ 511 h 511"/>
                <a:gd name="T18" fmla="*/ 66 w 447"/>
                <a:gd name="T19" fmla="*/ 511 h 511"/>
                <a:gd name="T20" fmla="*/ 0 w 447"/>
                <a:gd name="T21" fmla="*/ 444 h 511"/>
                <a:gd name="T22" fmla="*/ 0 w 447"/>
                <a:gd name="T23" fmla="*/ 210 h 511"/>
                <a:gd name="T24" fmla="*/ 226 w 447"/>
                <a:gd name="T25" fmla="*/ 0 h 511"/>
                <a:gd name="T26" fmla="*/ 232 w 447"/>
                <a:gd name="T27" fmla="*/ 0 h 511"/>
                <a:gd name="T28" fmla="*/ 446 w 447"/>
                <a:gd name="T29" fmla="*/ 215 h 511"/>
                <a:gd name="T30" fmla="*/ 447 w 447"/>
                <a:gd name="T31" fmla="*/ 437 h 511"/>
                <a:gd name="T32" fmla="*/ 447 w 447"/>
                <a:gd name="T33" fmla="*/ 444 h 511"/>
                <a:gd name="T34" fmla="*/ 381 w 447"/>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1">
                  <a:moveTo>
                    <a:pt x="133" y="377"/>
                  </a:moveTo>
                  <a:lnTo>
                    <a:pt x="314" y="377"/>
                  </a:lnTo>
                  <a:lnTo>
                    <a:pt x="313" y="215"/>
                  </a:lnTo>
                  <a:cubicBezTo>
                    <a:pt x="313" y="170"/>
                    <a:pt x="277" y="133"/>
                    <a:pt x="232" y="133"/>
                  </a:cubicBezTo>
                  <a:lnTo>
                    <a:pt x="226" y="133"/>
                  </a:lnTo>
                  <a:cubicBezTo>
                    <a:pt x="182" y="133"/>
                    <a:pt x="133" y="166"/>
                    <a:pt x="133" y="210"/>
                  </a:cubicBezTo>
                  <a:lnTo>
                    <a:pt x="133" y="377"/>
                  </a:lnTo>
                  <a:close/>
                  <a:moveTo>
                    <a:pt x="381" y="511"/>
                  </a:moveTo>
                  <a:lnTo>
                    <a:pt x="380" y="511"/>
                  </a:lnTo>
                  <a:lnTo>
                    <a:pt x="66" y="511"/>
                  </a:lnTo>
                  <a:cubicBezTo>
                    <a:pt x="29" y="511"/>
                    <a:pt x="0" y="481"/>
                    <a:pt x="0" y="444"/>
                  </a:cubicBezTo>
                  <a:lnTo>
                    <a:pt x="0" y="210"/>
                  </a:lnTo>
                  <a:cubicBezTo>
                    <a:pt x="0" y="96"/>
                    <a:pt x="103" y="0"/>
                    <a:pt x="226" y="0"/>
                  </a:cubicBezTo>
                  <a:lnTo>
                    <a:pt x="232" y="0"/>
                  </a:lnTo>
                  <a:cubicBezTo>
                    <a:pt x="350" y="0"/>
                    <a:pt x="446" y="96"/>
                    <a:pt x="446" y="215"/>
                  </a:cubicBezTo>
                  <a:lnTo>
                    <a:pt x="447" y="437"/>
                  </a:lnTo>
                  <a:cubicBezTo>
                    <a:pt x="447" y="439"/>
                    <a:pt x="447" y="442"/>
                    <a:pt x="447" y="444"/>
                  </a:cubicBezTo>
                  <a:cubicBezTo>
                    <a:pt x="447" y="481"/>
                    <a:pt x="418" y="511"/>
                    <a:pt x="381"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9" name="Freeform 687">
              <a:extLst>
                <a:ext uri="{FF2B5EF4-FFF2-40B4-BE49-F238E27FC236}">
                  <a16:creationId xmlns:a16="http://schemas.microsoft.com/office/drawing/2014/main" id="{1AA95B86-4654-4918-A0F1-0C9016D682AD}"/>
                </a:ext>
              </a:extLst>
            </p:cNvPr>
            <p:cNvSpPr>
              <a:spLocks noEditPoints="1"/>
            </p:cNvSpPr>
            <p:nvPr/>
          </p:nvSpPr>
          <p:spPr bwMode="auto">
            <a:xfrm>
              <a:off x="3079751" y="3921126"/>
              <a:ext cx="50800" cy="57150"/>
            </a:xfrm>
            <a:custGeom>
              <a:avLst/>
              <a:gdLst>
                <a:gd name="T0" fmla="*/ 133 w 436"/>
                <a:gd name="T1" fmla="*/ 377 h 511"/>
                <a:gd name="T2" fmla="*/ 303 w 436"/>
                <a:gd name="T3" fmla="*/ 377 h 511"/>
                <a:gd name="T4" fmla="*/ 302 w 436"/>
                <a:gd name="T5" fmla="*/ 215 h 511"/>
                <a:gd name="T6" fmla="*/ 221 w 436"/>
                <a:gd name="T7" fmla="*/ 133 h 511"/>
                <a:gd name="T8" fmla="*/ 215 w 436"/>
                <a:gd name="T9" fmla="*/ 133 h 511"/>
                <a:gd name="T10" fmla="*/ 133 w 436"/>
                <a:gd name="T11" fmla="*/ 210 h 511"/>
                <a:gd name="T12" fmla="*/ 133 w 436"/>
                <a:gd name="T13" fmla="*/ 377 h 511"/>
                <a:gd name="T14" fmla="*/ 370 w 436"/>
                <a:gd name="T15" fmla="*/ 511 h 511"/>
                <a:gd name="T16" fmla="*/ 369 w 436"/>
                <a:gd name="T17" fmla="*/ 511 h 511"/>
                <a:gd name="T18" fmla="*/ 67 w 436"/>
                <a:gd name="T19" fmla="*/ 511 h 511"/>
                <a:gd name="T20" fmla="*/ 0 w 436"/>
                <a:gd name="T21" fmla="*/ 444 h 511"/>
                <a:gd name="T22" fmla="*/ 0 w 436"/>
                <a:gd name="T23" fmla="*/ 210 h 511"/>
                <a:gd name="T24" fmla="*/ 215 w 436"/>
                <a:gd name="T25" fmla="*/ 0 h 511"/>
                <a:gd name="T26" fmla="*/ 221 w 436"/>
                <a:gd name="T27" fmla="*/ 0 h 511"/>
                <a:gd name="T28" fmla="*/ 435 w 436"/>
                <a:gd name="T29" fmla="*/ 215 h 511"/>
                <a:gd name="T30" fmla="*/ 436 w 436"/>
                <a:gd name="T31" fmla="*/ 437 h 511"/>
                <a:gd name="T32" fmla="*/ 436 w 436"/>
                <a:gd name="T33" fmla="*/ 444 h 511"/>
                <a:gd name="T34" fmla="*/ 370 w 436"/>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1">
                  <a:moveTo>
                    <a:pt x="133" y="377"/>
                  </a:moveTo>
                  <a:lnTo>
                    <a:pt x="303" y="377"/>
                  </a:lnTo>
                  <a:lnTo>
                    <a:pt x="302" y="215"/>
                  </a:lnTo>
                  <a:cubicBezTo>
                    <a:pt x="302" y="170"/>
                    <a:pt x="266" y="133"/>
                    <a:pt x="221" y="133"/>
                  </a:cubicBezTo>
                  <a:lnTo>
                    <a:pt x="215" y="133"/>
                  </a:lnTo>
                  <a:cubicBezTo>
                    <a:pt x="168" y="133"/>
                    <a:pt x="133" y="166"/>
                    <a:pt x="133" y="210"/>
                  </a:cubicBezTo>
                  <a:lnTo>
                    <a:pt x="133" y="377"/>
                  </a:lnTo>
                  <a:close/>
                  <a:moveTo>
                    <a:pt x="370" y="511"/>
                  </a:moveTo>
                  <a:lnTo>
                    <a:pt x="369" y="511"/>
                  </a:lnTo>
                  <a:lnTo>
                    <a:pt x="67" y="511"/>
                  </a:lnTo>
                  <a:cubicBezTo>
                    <a:pt x="30" y="511"/>
                    <a:pt x="0" y="481"/>
                    <a:pt x="0" y="444"/>
                  </a:cubicBezTo>
                  <a:lnTo>
                    <a:pt x="0" y="210"/>
                  </a:lnTo>
                  <a:cubicBezTo>
                    <a:pt x="0" y="92"/>
                    <a:pt x="94" y="0"/>
                    <a:pt x="215" y="0"/>
                  </a:cubicBezTo>
                  <a:lnTo>
                    <a:pt x="221" y="0"/>
                  </a:lnTo>
                  <a:cubicBezTo>
                    <a:pt x="339" y="0"/>
                    <a:pt x="435" y="96"/>
                    <a:pt x="435" y="215"/>
                  </a:cubicBezTo>
                  <a:lnTo>
                    <a:pt x="436" y="437"/>
                  </a:lnTo>
                  <a:cubicBezTo>
                    <a:pt x="436" y="439"/>
                    <a:pt x="436" y="442"/>
                    <a:pt x="436" y="444"/>
                  </a:cubicBezTo>
                  <a:cubicBezTo>
                    <a:pt x="436" y="481"/>
                    <a:pt x="407" y="511"/>
                    <a:pt x="370"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0" name="Freeform 688">
              <a:extLst>
                <a:ext uri="{FF2B5EF4-FFF2-40B4-BE49-F238E27FC236}">
                  <a16:creationId xmlns:a16="http://schemas.microsoft.com/office/drawing/2014/main" id="{3D316643-8CB9-425F-AADB-0EAA705256BE}"/>
                </a:ext>
              </a:extLst>
            </p:cNvPr>
            <p:cNvSpPr>
              <a:spLocks/>
            </p:cNvSpPr>
            <p:nvPr/>
          </p:nvSpPr>
          <p:spPr bwMode="auto">
            <a:xfrm>
              <a:off x="2951163" y="3648076"/>
              <a:ext cx="488950" cy="163513"/>
            </a:xfrm>
            <a:custGeom>
              <a:avLst/>
              <a:gdLst>
                <a:gd name="T0" fmla="*/ 75 w 4311"/>
                <a:gd name="T1" fmla="*/ 1443 h 1443"/>
                <a:gd name="T2" fmla="*/ 34 w 4311"/>
                <a:gd name="T3" fmla="*/ 1429 h 1443"/>
                <a:gd name="T4" fmla="*/ 22 w 4311"/>
                <a:gd name="T5" fmla="*/ 1336 h 1443"/>
                <a:gd name="T6" fmla="*/ 596 w 4311"/>
                <a:gd name="T7" fmla="*/ 585 h 1443"/>
                <a:gd name="T8" fmla="*/ 649 w 4311"/>
                <a:gd name="T9" fmla="*/ 559 h 1443"/>
                <a:gd name="T10" fmla="*/ 1519 w 4311"/>
                <a:gd name="T11" fmla="*/ 559 h 1443"/>
                <a:gd name="T12" fmla="*/ 2103 w 4311"/>
                <a:gd name="T13" fmla="*/ 23 h 1443"/>
                <a:gd name="T14" fmla="*/ 2193 w 4311"/>
                <a:gd name="T15" fmla="*/ 23 h 1443"/>
                <a:gd name="T16" fmla="*/ 2756 w 4311"/>
                <a:gd name="T17" fmla="*/ 536 h 1443"/>
                <a:gd name="T18" fmla="*/ 3697 w 4311"/>
                <a:gd name="T19" fmla="*/ 554 h 1443"/>
                <a:gd name="T20" fmla="*/ 3750 w 4311"/>
                <a:gd name="T21" fmla="*/ 582 h 1443"/>
                <a:gd name="T22" fmla="*/ 4289 w 4311"/>
                <a:gd name="T23" fmla="*/ 1322 h 1443"/>
                <a:gd name="T24" fmla="*/ 4274 w 4311"/>
                <a:gd name="T25" fmla="*/ 1415 h 1443"/>
                <a:gd name="T26" fmla="*/ 4181 w 4311"/>
                <a:gd name="T27" fmla="*/ 1400 h 1443"/>
                <a:gd name="T28" fmla="*/ 3662 w 4311"/>
                <a:gd name="T29" fmla="*/ 687 h 1443"/>
                <a:gd name="T30" fmla="*/ 2728 w 4311"/>
                <a:gd name="T31" fmla="*/ 669 h 1443"/>
                <a:gd name="T32" fmla="*/ 2685 w 4311"/>
                <a:gd name="T33" fmla="*/ 652 h 1443"/>
                <a:gd name="T34" fmla="*/ 2148 w 4311"/>
                <a:gd name="T35" fmla="*/ 163 h 1443"/>
                <a:gd name="T36" fmla="*/ 1590 w 4311"/>
                <a:gd name="T37" fmla="*/ 674 h 1443"/>
                <a:gd name="T38" fmla="*/ 1545 w 4311"/>
                <a:gd name="T39" fmla="*/ 692 h 1443"/>
                <a:gd name="T40" fmla="*/ 682 w 4311"/>
                <a:gd name="T41" fmla="*/ 692 h 1443"/>
                <a:gd name="T42" fmla="*/ 128 w 4311"/>
                <a:gd name="T43" fmla="*/ 1416 h 1443"/>
                <a:gd name="T44" fmla="*/ 75 w 4311"/>
                <a:gd name="T45" fmla="*/ 1443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11" h="1443">
                  <a:moveTo>
                    <a:pt x="75" y="1443"/>
                  </a:moveTo>
                  <a:cubicBezTo>
                    <a:pt x="61" y="1443"/>
                    <a:pt x="47" y="1438"/>
                    <a:pt x="34" y="1429"/>
                  </a:cubicBezTo>
                  <a:cubicBezTo>
                    <a:pt x="5" y="1407"/>
                    <a:pt x="0" y="1365"/>
                    <a:pt x="22" y="1336"/>
                  </a:cubicBezTo>
                  <a:lnTo>
                    <a:pt x="596" y="585"/>
                  </a:lnTo>
                  <a:cubicBezTo>
                    <a:pt x="609" y="568"/>
                    <a:pt x="629" y="559"/>
                    <a:pt x="649" y="559"/>
                  </a:cubicBezTo>
                  <a:lnTo>
                    <a:pt x="1519" y="559"/>
                  </a:lnTo>
                  <a:lnTo>
                    <a:pt x="2103" y="23"/>
                  </a:lnTo>
                  <a:cubicBezTo>
                    <a:pt x="2129" y="0"/>
                    <a:pt x="2168" y="0"/>
                    <a:pt x="2193" y="23"/>
                  </a:cubicBezTo>
                  <a:lnTo>
                    <a:pt x="2756" y="536"/>
                  </a:lnTo>
                  <a:lnTo>
                    <a:pt x="3697" y="554"/>
                  </a:lnTo>
                  <a:cubicBezTo>
                    <a:pt x="3718" y="554"/>
                    <a:pt x="3738" y="565"/>
                    <a:pt x="3750" y="582"/>
                  </a:cubicBezTo>
                  <a:lnTo>
                    <a:pt x="4289" y="1322"/>
                  </a:lnTo>
                  <a:cubicBezTo>
                    <a:pt x="4311" y="1351"/>
                    <a:pt x="4304" y="1393"/>
                    <a:pt x="4274" y="1415"/>
                  </a:cubicBezTo>
                  <a:cubicBezTo>
                    <a:pt x="4245" y="1436"/>
                    <a:pt x="4203" y="1430"/>
                    <a:pt x="4181" y="1400"/>
                  </a:cubicBezTo>
                  <a:lnTo>
                    <a:pt x="3662" y="687"/>
                  </a:lnTo>
                  <a:lnTo>
                    <a:pt x="2728" y="669"/>
                  </a:lnTo>
                  <a:cubicBezTo>
                    <a:pt x="2712" y="669"/>
                    <a:pt x="2697" y="663"/>
                    <a:pt x="2685" y="652"/>
                  </a:cubicBezTo>
                  <a:lnTo>
                    <a:pt x="2148" y="163"/>
                  </a:lnTo>
                  <a:lnTo>
                    <a:pt x="1590" y="674"/>
                  </a:lnTo>
                  <a:cubicBezTo>
                    <a:pt x="1578" y="686"/>
                    <a:pt x="1561" y="692"/>
                    <a:pt x="1545" y="692"/>
                  </a:cubicBezTo>
                  <a:lnTo>
                    <a:pt x="682" y="692"/>
                  </a:lnTo>
                  <a:lnTo>
                    <a:pt x="128" y="1416"/>
                  </a:lnTo>
                  <a:cubicBezTo>
                    <a:pt x="115" y="1434"/>
                    <a:pt x="95" y="1443"/>
                    <a:pt x="75" y="1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Freeform 689">
              <a:extLst>
                <a:ext uri="{FF2B5EF4-FFF2-40B4-BE49-F238E27FC236}">
                  <a16:creationId xmlns:a16="http://schemas.microsoft.com/office/drawing/2014/main" id="{0F1BA138-D841-4FCE-BC9B-E70B365BE92C}"/>
                </a:ext>
              </a:extLst>
            </p:cNvPr>
            <p:cNvSpPr>
              <a:spLocks/>
            </p:cNvSpPr>
            <p:nvPr/>
          </p:nvSpPr>
          <p:spPr bwMode="auto">
            <a:xfrm>
              <a:off x="3097213" y="3708401"/>
              <a:ext cx="39688" cy="36513"/>
            </a:xfrm>
            <a:custGeom>
              <a:avLst/>
              <a:gdLst>
                <a:gd name="T0" fmla="*/ 74 w 343"/>
                <a:gd name="T1" fmla="*/ 320 h 320"/>
                <a:gd name="T2" fmla="*/ 25 w 343"/>
                <a:gd name="T3" fmla="*/ 299 h 320"/>
                <a:gd name="T4" fmla="*/ 29 w 343"/>
                <a:gd name="T5" fmla="*/ 204 h 320"/>
                <a:gd name="T6" fmla="*/ 223 w 343"/>
                <a:gd name="T7" fmla="*/ 25 h 320"/>
                <a:gd name="T8" fmla="*/ 318 w 343"/>
                <a:gd name="T9" fmla="*/ 29 h 320"/>
                <a:gd name="T10" fmla="*/ 314 w 343"/>
                <a:gd name="T11" fmla="*/ 123 h 320"/>
                <a:gd name="T12" fmla="*/ 119 w 343"/>
                <a:gd name="T13" fmla="*/ 302 h 320"/>
                <a:gd name="T14" fmla="*/ 74 w 343"/>
                <a:gd name="T15" fmla="*/ 320 h 3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320">
                  <a:moveTo>
                    <a:pt x="74" y="320"/>
                  </a:moveTo>
                  <a:cubicBezTo>
                    <a:pt x="56" y="320"/>
                    <a:pt x="38" y="313"/>
                    <a:pt x="25" y="299"/>
                  </a:cubicBezTo>
                  <a:cubicBezTo>
                    <a:pt x="0" y="272"/>
                    <a:pt x="2" y="229"/>
                    <a:pt x="29" y="204"/>
                  </a:cubicBezTo>
                  <a:lnTo>
                    <a:pt x="223" y="25"/>
                  </a:lnTo>
                  <a:cubicBezTo>
                    <a:pt x="250" y="0"/>
                    <a:pt x="293" y="2"/>
                    <a:pt x="318" y="29"/>
                  </a:cubicBezTo>
                  <a:cubicBezTo>
                    <a:pt x="343" y="56"/>
                    <a:pt x="341" y="98"/>
                    <a:pt x="314" y="123"/>
                  </a:cubicBezTo>
                  <a:lnTo>
                    <a:pt x="119" y="302"/>
                  </a:lnTo>
                  <a:cubicBezTo>
                    <a:pt x="106" y="314"/>
                    <a:pt x="90" y="320"/>
                    <a:pt x="74" y="3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2" name="Freeform 690">
              <a:extLst>
                <a:ext uri="{FF2B5EF4-FFF2-40B4-BE49-F238E27FC236}">
                  <a16:creationId xmlns:a16="http://schemas.microsoft.com/office/drawing/2014/main" id="{037A5AE4-A7C5-47BC-B60D-DBBFE3DD28ED}"/>
                </a:ext>
              </a:extLst>
            </p:cNvPr>
            <p:cNvSpPr>
              <a:spLocks/>
            </p:cNvSpPr>
            <p:nvPr/>
          </p:nvSpPr>
          <p:spPr bwMode="auto">
            <a:xfrm>
              <a:off x="3249613" y="3705226"/>
              <a:ext cx="36513" cy="36513"/>
            </a:xfrm>
            <a:custGeom>
              <a:avLst/>
              <a:gdLst>
                <a:gd name="T0" fmla="*/ 253 w 327"/>
                <a:gd name="T1" fmla="*/ 322 h 322"/>
                <a:gd name="T2" fmla="*/ 206 w 327"/>
                <a:gd name="T3" fmla="*/ 302 h 322"/>
                <a:gd name="T4" fmla="*/ 26 w 327"/>
                <a:gd name="T5" fmla="*/ 120 h 322"/>
                <a:gd name="T6" fmla="*/ 26 w 327"/>
                <a:gd name="T7" fmla="*/ 26 h 322"/>
                <a:gd name="T8" fmla="*/ 121 w 327"/>
                <a:gd name="T9" fmla="*/ 26 h 322"/>
                <a:gd name="T10" fmla="*/ 301 w 327"/>
                <a:gd name="T11" fmla="*/ 209 h 322"/>
                <a:gd name="T12" fmla="*/ 300 w 327"/>
                <a:gd name="T13" fmla="*/ 303 h 322"/>
                <a:gd name="T14" fmla="*/ 253 w 327"/>
                <a:gd name="T15" fmla="*/ 322 h 3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7" h="322">
                  <a:moveTo>
                    <a:pt x="253" y="322"/>
                  </a:moveTo>
                  <a:cubicBezTo>
                    <a:pt x="236" y="322"/>
                    <a:pt x="219" y="316"/>
                    <a:pt x="206" y="302"/>
                  </a:cubicBezTo>
                  <a:lnTo>
                    <a:pt x="26" y="120"/>
                  </a:lnTo>
                  <a:cubicBezTo>
                    <a:pt x="0" y="94"/>
                    <a:pt x="0" y="52"/>
                    <a:pt x="26" y="26"/>
                  </a:cubicBezTo>
                  <a:cubicBezTo>
                    <a:pt x="53" y="0"/>
                    <a:pt x="95" y="0"/>
                    <a:pt x="121" y="26"/>
                  </a:cubicBezTo>
                  <a:lnTo>
                    <a:pt x="301" y="209"/>
                  </a:lnTo>
                  <a:cubicBezTo>
                    <a:pt x="327" y="235"/>
                    <a:pt x="326" y="277"/>
                    <a:pt x="300" y="303"/>
                  </a:cubicBezTo>
                  <a:cubicBezTo>
                    <a:pt x="287" y="316"/>
                    <a:pt x="270" y="322"/>
                    <a:pt x="253" y="3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3" name="Freeform 691">
              <a:extLst>
                <a:ext uri="{FF2B5EF4-FFF2-40B4-BE49-F238E27FC236}">
                  <a16:creationId xmlns:a16="http://schemas.microsoft.com/office/drawing/2014/main" id="{A5D79790-0F36-41E2-AE65-2945068ECA4B}"/>
                </a:ext>
              </a:extLst>
            </p:cNvPr>
            <p:cNvSpPr>
              <a:spLocks/>
            </p:cNvSpPr>
            <p:nvPr/>
          </p:nvSpPr>
          <p:spPr bwMode="auto">
            <a:xfrm>
              <a:off x="2952751" y="3990976"/>
              <a:ext cx="15875" cy="38100"/>
            </a:xfrm>
            <a:custGeom>
              <a:avLst/>
              <a:gdLst>
                <a:gd name="T0" fmla="*/ 66 w 133"/>
                <a:gd name="T1" fmla="*/ 330 h 330"/>
                <a:gd name="T2" fmla="*/ 0 w 133"/>
                <a:gd name="T3" fmla="*/ 264 h 330"/>
                <a:gd name="T4" fmla="*/ 0 w 133"/>
                <a:gd name="T5" fmla="*/ 67 h 330"/>
                <a:gd name="T6" fmla="*/ 66 w 133"/>
                <a:gd name="T7" fmla="*/ 0 h 330"/>
                <a:gd name="T8" fmla="*/ 133 w 133"/>
                <a:gd name="T9" fmla="*/ 67 h 330"/>
                <a:gd name="T10" fmla="*/ 133 w 133"/>
                <a:gd name="T11" fmla="*/ 264 h 330"/>
                <a:gd name="T12" fmla="*/ 66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6" y="330"/>
                  </a:moveTo>
                  <a:cubicBezTo>
                    <a:pt x="30" y="330"/>
                    <a:pt x="0" y="301"/>
                    <a:pt x="0" y="264"/>
                  </a:cubicBezTo>
                  <a:lnTo>
                    <a:pt x="0" y="67"/>
                  </a:lnTo>
                  <a:cubicBezTo>
                    <a:pt x="0" y="30"/>
                    <a:pt x="30" y="0"/>
                    <a:pt x="66" y="0"/>
                  </a:cubicBezTo>
                  <a:cubicBezTo>
                    <a:pt x="103" y="0"/>
                    <a:pt x="133" y="30"/>
                    <a:pt x="133" y="67"/>
                  </a:cubicBezTo>
                  <a:lnTo>
                    <a:pt x="133" y="264"/>
                  </a:lnTo>
                  <a:cubicBezTo>
                    <a:pt x="133" y="301"/>
                    <a:pt x="103" y="330"/>
                    <a:pt x="66"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4" name="Freeform 692">
              <a:extLst>
                <a:ext uri="{FF2B5EF4-FFF2-40B4-BE49-F238E27FC236}">
                  <a16:creationId xmlns:a16="http://schemas.microsoft.com/office/drawing/2014/main" id="{79A4C38F-E29F-4263-A46F-B5A0AB1BEB38}"/>
                </a:ext>
              </a:extLst>
            </p:cNvPr>
            <p:cNvSpPr>
              <a:spLocks/>
            </p:cNvSpPr>
            <p:nvPr/>
          </p:nvSpPr>
          <p:spPr bwMode="auto">
            <a:xfrm>
              <a:off x="3421063" y="3990976"/>
              <a:ext cx="14288" cy="38100"/>
            </a:xfrm>
            <a:custGeom>
              <a:avLst/>
              <a:gdLst>
                <a:gd name="T0" fmla="*/ 67 w 133"/>
                <a:gd name="T1" fmla="*/ 330 h 330"/>
                <a:gd name="T2" fmla="*/ 0 w 133"/>
                <a:gd name="T3" fmla="*/ 264 h 330"/>
                <a:gd name="T4" fmla="*/ 0 w 133"/>
                <a:gd name="T5" fmla="*/ 67 h 330"/>
                <a:gd name="T6" fmla="*/ 67 w 133"/>
                <a:gd name="T7" fmla="*/ 0 h 330"/>
                <a:gd name="T8" fmla="*/ 133 w 133"/>
                <a:gd name="T9" fmla="*/ 67 h 330"/>
                <a:gd name="T10" fmla="*/ 133 w 133"/>
                <a:gd name="T11" fmla="*/ 264 h 330"/>
                <a:gd name="T12" fmla="*/ 67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7" y="330"/>
                  </a:moveTo>
                  <a:cubicBezTo>
                    <a:pt x="30" y="330"/>
                    <a:pt x="0" y="301"/>
                    <a:pt x="0" y="264"/>
                  </a:cubicBezTo>
                  <a:lnTo>
                    <a:pt x="0" y="67"/>
                  </a:lnTo>
                  <a:cubicBezTo>
                    <a:pt x="0" y="30"/>
                    <a:pt x="30" y="0"/>
                    <a:pt x="67" y="0"/>
                  </a:cubicBezTo>
                  <a:cubicBezTo>
                    <a:pt x="104" y="0"/>
                    <a:pt x="133" y="30"/>
                    <a:pt x="133" y="67"/>
                  </a:cubicBezTo>
                  <a:lnTo>
                    <a:pt x="133" y="264"/>
                  </a:lnTo>
                  <a:cubicBezTo>
                    <a:pt x="133" y="301"/>
                    <a:pt x="104" y="330"/>
                    <a:pt x="6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693">
              <a:extLst>
                <a:ext uri="{FF2B5EF4-FFF2-40B4-BE49-F238E27FC236}">
                  <a16:creationId xmlns:a16="http://schemas.microsoft.com/office/drawing/2014/main" id="{5DD46756-9749-45B0-AC11-982F246F1453}"/>
                </a:ext>
              </a:extLst>
            </p:cNvPr>
            <p:cNvSpPr>
              <a:spLocks/>
            </p:cNvSpPr>
            <p:nvPr/>
          </p:nvSpPr>
          <p:spPr bwMode="auto">
            <a:xfrm>
              <a:off x="2976563" y="3741738"/>
              <a:ext cx="446088" cy="265113"/>
            </a:xfrm>
            <a:custGeom>
              <a:avLst/>
              <a:gdLst>
                <a:gd name="T0" fmla="*/ 3865 w 3931"/>
                <a:gd name="T1" fmla="*/ 2330 h 2330"/>
                <a:gd name="T2" fmla="*/ 3798 w 3931"/>
                <a:gd name="T3" fmla="*/ 2264 h 2330"/>
                <a:gd name="T4" fmla="*/ 3798 w 3931"/>
                <a:gd name="T5" fmla="*/ 873 h 2330"/>
                <a:gd name="T6" fmla="*/ 2657 w 3931"/>
                <a:gd name="T7" fmla="*/ 873 h 2330"/>
                <a:gd name="T8" fmla="*/ 2611 w 3931"/>
                <a:gd name="T9" fmla="*/ 854 h 2330"/>
                <a:gd name="T10" fmla="*/ 1911 w 3931"/>
                <a:gd name="T11" fmla="*/ 165 h 2330"/>
                <a:gd name="T12" fmla="*/ 1174 w 3931"/>
                <a:gd name="T13" fmla="*/ 844 h 2330"/>
                <a:gd name="T14" fmla="*/ 1129 w 3931"/>
                <a:gd name="T15" fmla="*/ 862 h 2330"/>
                <a:gd name="T16" fmla="*/ 67 w 3931"/>
                <a:gd name="T17" fmla="*/ 862 h 2330"/>
                <a:gd name="T18" fmla="*/ 0 w 3931"/>
                <a:gd name="T19" fmla="*/ 795 h 2330"/>
                <a:gd name="T20" fmla="*/ 67 w 3931"/>
                <a:gd name="T21" fmla="*/ 729 h 2330"/>
                <a:gd name="T22" fmla="*/ 1103 w 3931"/>
                <a:gd name="T23" fmla="*/ 729 h 2330"/>
                <a:gd name="T24" fmla="*/ 1868 w 3931"/>
                <a:gd name="T25" fmla="*/ 24 h 2330"/>
                <a:gd name="T26" fmla="*/ 1960 w 3931"/>
                <a:gd name="T27" fmla="*/ 26 h 2330"/>
                <a:gd name="T28" fmla="*/ 2685 w 3931"/>
                <a:gd name="T29" fmla="*/ 740 h 2330"/>
                <a:gd name="T30" fmla="*/ 3865 w 3931"/>
                <a:gd name="T31" fmla="*/ 740 h 2330"/>
                <a:gd name="T32" fmla="*/ 3931 w 3931"/>
                <a:gd name="T33" fmla="*/ 806 h 2330"/>
                <a:gd name="T34" fmla="*/ 3931 w 3931"/>
                <a:gd name="T35" fmla="*/ 2264 h 2330"/>
                <a:gd name="T36" fmla="*/ 3865 w 3931"/>
                <a:gd name="T37" fmla="*/ 2330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31" h="2330">
                  <a:moveTo>
                    <a:pt x="3865" y="2330"/>
                  </a:moveTo>
                  <a:cubicBezTo>
                    <a:pt x="3828" y="2330"/>
                    <a:pt x="3798" y="2301"/>
                    <a:pt x="3798" y="2264"/>
                  </a:cubicBezTo>
                  <a:lnTo>
                    <a:pt x="3798" y="873"/>
                  </a:lnTo>
                  <a:lnTo>
                    <a:pt x="2657" y="873"/>
                  </a:lnTo>
                  <a:cubicBezTo>
                    <a:pt x="2640" y="873"/>
                    <a:pt x="2623" y="866"/>
                    <a:pt x="2611" y="854"/>
                  </a:cubicBezTo>
                  <a:lnTo>
                    <a:pt x="1911" y="165"/>
                  </a:lnTo>
                  <a:lnTo>
                    <a:pt x="1174" y="844"/>
                  </a:lnTo>
                  <a:cubicBezTo>
                    <a:pt x="1162" y="856"/>
                    <a:pt x="1146" y="862"/>
                    <a:pt x="1129" y="862"/>
                  </a:cubicBezTo>
                  <a:lnTo>
                    <a:pt x="67" y="862"/>
                  </a:lnTo>
                  <a:cubicBezTo>
                    <a:pt x="30" y="862"/>
                    <a:pt x="0" y="832"/>
                    <a:pt x="0" y="795"/>
                  </a:cubicBezTo>
                  <a:cubicBezTo>
                    <a:pt x="0" y="759"/>
                    <a:pt x="30" y="729"/>
                    <a:pt x="67" y="729"/>
                  </a:cubicBezTo>
                  <a:lnTo>
                    <a:pt x="1103" y="729"/>
                  </a:lnTo>
                  <a:lnTo>
                    <a:pt x="1868" y="24"/>
                  </a:lnTo>
                  <a:cubicBezTo>
                    <a:pt x="1894" y="0"/>
                    <a:pt x="1934" y="1"/>
                    <a:pt x="1960" y="26"/>
                  </a:cubicBezTo>
                  <a:lnTo>
                    <a:pt x="2685" y="740"/>
                  </a:lnTo>
                  <a:lnTo>
                    <a:pt x="3865" y="740"/>
                  </a:lnTo>
                  <a:cubicBezTo>
                    <a:pt x="3901" y="740"/>
                    <a:pt x="3931" y="769"/>
                    <a:pt x="3931" y="806"/>
                  </a:cubicBezTo>
                  <a:lnTo>
                    <a:pt x="3931" y="2264"/>
                  </a:lnTo>
                  <a:cubicBezTo>
                    <a:pt x="3931" y="2301"/>
                    <a:pt x="3901" y="2330"/>
                    <a:pt x="3865" y="2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694">
              <a:extLst>
                <a:ext uri="{FF2B5EF4-FFF2-40B4-BE49-F238E27FC236}">
                  <a16:creationId xmlns:a16="http://schemas.microsoft.com/office/drawing/2014/main" id="{37A4F818-0B07-47FC-B2F7-24D84D3DB3AD}"/>
                </a:ext>
              </a:extLst>
            </p:cNvPr>
            <p:cNvSpPr>
              <a:spLocks/>
            </p:cNvSpPr>
            <p:nvPr/>
          </p:nvSpPr>
          <p:spPr bwMode="auto">
            <a:xfrm>
              <a:off x="3155951" y="3910013"/>
              <a:ext cx="71438" cy="92075"/>
            </a:xfrm>
            <a:custGeom>
              <a:avLst/>
              <a:gdLst>
                <a:gd name="T0" fmla="*/ 563 w 630"/>
                <a:gd name="T1" fmla="*/ 819 h 819"/>
                <a:gd name="T2" fmla="*/ 497 w 630"/>
                <a:gd name="T3" fmla="*/ 753 h 819"/>
                <a:gd name="T4" fmla="*/ 497 w 630"/>
                <a:gd name="T5" fmla="*/ 289 h 819"/>
                <a:gd name="T6" fmla="*/ 377 w 630"/>
                <a:gd name="T7" fmla="*/ 133 h 819"/>
                <a:gd name="T8" fmla="*/ 284 w 630"/>
                <a:gd name="T9" fmla="*/ 133 h 819"/>
                <a:gd name="T10" fmla="*/ 138 w 630"/>
                <a:gd name="T11" fmla="*/ 289 h 819"/>
                <a:gd name="T12" fmla="*/ 138 w 630"/>
                <a:gd name="T13" fmla="*/ 741 h 819"/>
                <a:gd name="T14" fmla="*/ 126 w 630"/>
                <a:gd name="T15" fmla="*/ 779 h 819"/>
                <a:gd name="T16" fmla="*/ 69 w 630"/>
                <a:gd name="T17" fmla="*/ 815 h 819"/>
                <a:gd name="T18" fmla="*/ 0 w 630"/>
                <a:gd name="T19" fmla="*/ 750 h 819"/>
                <a:gd name="T20" fmla="*/ 5 w 630"/>
                <a:gd name="T21" fmla="*/ 725 h 819"/>
                <a:gd name="T22" fmla="*/ 5 w 630"/>
                <a:gd name="T23" fmla="*/ 289 h 819"/>
                <a:gd name="T24" fmla="*/ 284 w 630"/>
                <a:gd name="T25" fmla="*/ 0 h 819"/>
                <a:gd name="T26" fmla="*/ 377 w 630"/>
                <a:gd name="T27" fmla="*/ 0 h 819"/>
                <a:gd name="T28" fmla="*/ 630 w 630"/>
                <a:gd name="T29" fmla="*/ 289 h 819"/>
                <a:gd name="T30" fmla="*/ 630 w 630"/>
                <a:gd name="T31" fmla="*/ 753 h 819"/>
                <a:gd name="T32" fmla="*/ 563 w 630"/>
                <a:gd name="T33" fmla="*/ 819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0" h="819">
                  <a:moveTo>
                    <a:pt x="563" y="819"/>
                  </a:moveTo>
                  <a:cubicBezTo>
                    <a:pt x="527" y="819"/>
                    <a:pt x="497" y="789"/>
                    <a:pt x="497" y="753"/>
                  </a:cubicBezTo>
                  <a:lnTo>
                    <a:pt x="497" y="289"/>
                  </a:lnTo>
                  <a:cubicBezTo>
                    <a:pt x="497" y="217"/>
                    <a:pt x="465" y="133"/>
                    <a:pt x="377" y="133"/>
                  </a:cubicBezTo>
                  <a:lnTo>
                    <a:pt x="284" y="133"/>
                  </a:lnTo>
                  <a:cubicBezTo>
                    <a:pt x="212" y="133"/>
                    <a:pt x="138" y="191"/>
                    <a:pt x="138" y="289"/>
                  </a:cubicBezTo>
                  <a:lnTo>
                    <a:pt x="138" y="741"/>
                  </a:lnTo>
                  <a:cubicBezTo>
                    <a:pt x="138" y="759"/>
                    <a:pt x="131" y="773"/>
                    <a:pt x="126" y="779"/>
                  </a:cubicBezTo>
                  <a:cubicBezTo>
                    <a:pt x="115" y="800"/>
                    <a:pt x="94" y="814"/>
                    <a:pt x="69" y="815"/>
                  </a:cubicBezTo>
                  <a:cubicBezTo>
                    <a:pt x="33" y="816"/>
                    <a:pt x="2" y="787"/>
                    <a:pt x="0" y="750"/>
                  </a:cubicBezTo>
                  <a:cubicBezTo>
                    <a:pt x="0" y="741"/>
                    <a:pt x="2" y="732"/>
                    <a:pt x="5" y="725"/>
                  </a:cubicBezTo>
                  <a:lnTo>
                    <a:pt x="5" y="289"/>
                  </a:lnTo>
                  <a:cubicBezTo>
                    <a:pt x="5" y="130"/>
                    <a:pt x="130" y="0"/>
                    <a:pt x="284" y="0"/>
                  </a:cubicBezTo>
                  <a:lnTo>
                    <a:pt x="377" y="0"/>
                  </a:lnTo>
                  <a:cubicBezTo>
                    <a:pt x="526" y="0"/>
                    <a:pt x="630" y="119"/>
                    <a:pt x="630" y="289"/>
                  </a:cubicBezTo>
                  <a:lnTo>
                    <a:pt x="630" y="753"/>
                  </a:lnTo>
                  <a:cubicBezTo>
                    <a:pt x="630" y="789"/>
                    <a:pt x="600" y="819"/>
                    <a:pt x="563" y="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077800" y="1727742"/>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446995"/>
            <a:ext cx="2748507" cy="338554"/>
          </a:xfrm>
          <a:prstGeom prst="rect">
            <a:avLst/>
          </a:prstGeom>
        </p:spPr>
        <p:txBody>
          <a:bodyPr wrap="square">
            <a:spAutoFit/>
          </a:bodyPr>
          <a:lstStyle/>
          <a:p>
            <a:r>
              <a:rPr lang="en-US" sz="1600"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756645"/>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344642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165677"/>
            <a:ext cx="2748507" cy="338554"/>
          </a:xfrm>
          <a:prstGeom prst="rect">
            <a:avLst/>
          </a:prstGeom>
        </p:spPr>
        <p:txBody>
          <a:bodyPr wrap="square">
            <a:spAutoFit/>
          </a:bodyPr>
          <a:lstStyle/>
          <a:p>
            <a:r>
              <a:rPr lang="en-US" sz="1600" b="1" dirty="0">
                <a:solidFill>
                  <a:schemeClr val="accent3"/>
                </a:solidFill>
              </a:rPr>
              <a:t>LOREM IPSUM</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475327"/>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60" name="TextBox 159">
            <a:extLst>
              <a:ext uri="{FF2B5EF4-FFF2-40B4-BE49-F238E27FC236}">
                <a16:creationId xmlns:a16="http://schemas.microsoft.com/office/drawing/2014/main" id="{AC757498-C798-4999-83A4-481CF5C40A2B}"/>
              </a:ext>
            </a:extLst>
          </p:cNvPr>
          <p:cNvSpPr txBox="1"/>
          <p:nvPr/>
        </p:nvSpPr>
        <p:spPr>
          <a:xfrm>
            <a:off x="8077800" y="502887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1" name="Rectangle 160">
            <a:extLst>
              <a:ext uri="{FF2B5EF4-FFF2-40B4-BE49-F238E27FC236}">
                <a16:creationId xmlns:a16="http://schemas.microsoft.com/office/drawing/2014/main" id="{745C07A8-B4B3-42BA-A1DE-C12886099EA6}"/>
              </a:ext>
            </a:extLst>
          </p:cNvPr>
          <p:cNvSpPr/>
          <p:nvPr/>
        </p:nvSpPr>
        <p:spPr>
          <a:xfrm>
            <a:off x="8591412" y="4748127"/>
            <a:ext cx="2748507" cy="338554"/>
          </a:xfrm>
          <a:prstGeom prst="rect">
            <a:avLst/>
          </a:prstGeom>
        </p:spPr>
        <p:txBody>
          <a:bodyPr wrap="square">
            <a:spAutoFit/>
          </a:bodyPr>
          <a:lstStyle/>
          <a:p>
            <a:r>
              <a:rPr lang="en-US" sz="1600" b="1" dirty="0">
                <a:solidFill>
                  <a:schemeClr val="accent4"/>
                </a:solidFill>
              </a:rPr>
              <a:t>LOREM IPSUM</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077800" y="5057777"/>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1468913"/>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3114093"/>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8209752" y="4739807"/>
            <a:ext cx="342039" cy="306467"/>
            <a:chOff x="8548688" y="385763"/>
            <a:chExt cx="198438" cy="177800"/>
          </a:xfrm>
          <a:solidFill>
            <a:schemeClr val="accent4"/>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915737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72162587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36" name="Groupe 131">
            <a:extLst>
              <a:ext uri="{FF2B5EF4-FFF2-40B4-BE49-F238E27FC236}">
                <a16:creationId xmlns:a16="http://schemas.microsoft.com/office/drawing/2014/main" id="{D3B2BD33-98C4-B37C-EEA2-0CF7584E5EE2}"/>
              </a:ext>
            </a:extLst>
          </p:cNvPr>
          <p:cNvGrpSpPr/>
          <p:nvPr/>
        </p:nvGrpSpPr>
        <p:grpSpPr>
          <a:xfrm>
            <a:off x="1702889" y="1914868"/>
            <a:ext cx="702096" cy="702097"/>
            <a:chOff x="414857" y="1839576"/>
            <a:chExt cx="465764" cy="465764"/>
          </a:xfrm>
        </p:grpSpPr>
        <p:sp>
          <p:nvSpPr>
            <p:cNvPr id="37" name="Ellipse 132">
              <a:extLst>
                <a:ext uri="{FF2B5EF4-FFF2-40B4-BE49-F238E27FC236}">
                  <a16:creationId xmlns:a16="http://schemas.microsoft.com/office/drawing/2014/main" id="{66FC0D40-6AA5-083B-AF2F-2DB390A87964}"/>
                </a:ext>
              </a:extLst>
            </p:cNvPr>
            <p:cNvSpPr/>
            <p:nvPr/>
          </p:nvSpPr>
          <p:spPr>
            <a:xfrm>
              <a:off x="414857" y="1839576"/>
              <a:ext cx="465764" cy="46576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38" name="Rectangle 37">
              <a:extLst>
                <a:ext uri="{FF2B5EF4-FFF2-40B4-BE49-F238E27FC236}">
                  <a16:creationId xmlns:a16="http://schemas.microsoft.com/office/drawing/2014/main" id="{DBD25C6A-F26C-FD0E-5D6D-0CA37AA89615}"/>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0" name="Groupe 145">
            <a:extLst>
              <a:ext uri="{FF2B5EF4-FFF2-40B4-BE49-F238E27FC236}">
                <a16:creationId xmlns:a16="http://schemas.microsoft.com/office/drawing/2014/main" id="{64E1DA08-3557-05DD-B7FD-13268947749F}"/>
              </a:ext>
            </a:extLst>
          </p:cNvPr>
          <p:cNvGrpSpPr/>
          <p:nvPr/>
        </p:nvGrpSpPr>
        <p:grpSpPr>
          <a:xfrm>
            <a:off x="4382067" y="1914868"/>
            <a:ext cx="702096" cy="702097"/>
            <a:chOff x="414857" y="1839576"/>
            <a:chExt cx="465764" cy="465764"/>
          </a:xfrm>
        </p:grpSpPr>
        <p:sp>
          <p:nvSpPr>
            <p:cNvPr id="41" name="Ellipse 146">
              <a:extLst>
                <a:ext uri="{FF2B5EF4-FFF2-40B4-BE49-F238E27FC236}">
                  <a16:creationId xmlns:a16="http://schemas.microsoft.com/office/drawing/2014/main" id="{175A69F0-2F03-7C83-AFAC-3AFC87D69FB1}"/>
                </a:ext>
              </a:extLst>
            </p:cNvPr>
            <p:cNvSpPr/>
            <p:nvPr/>
          </p:nvSpPr>
          <p:spPr>
            <a:xfrm>
              <a:off x="414857" y="1839576"/>
              <a:ext cx="465764" cy="4657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2" name="Rectangle 41">
              <a:extLst>
                <a:ext uri="{FF2B5EF4-FFF2-40B4-BE49-F238E27FC236}">
                  <a16:creationId xmlns:a16="http://schemas.microsoft.com/office/drawing/2014/main" id="{8F3C6989-6130-07A9-5A48-01880E7752D9}"/>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4" name="Groupe 149">
            <a:extLst>
              <a:ext uri="{FF2B5EF4-FFF2-40B4-BE49-F238E27FC236}">
                <a16:creationId xmlns:a16="http://schemas.microsoft.com/office/drawing/2014/main" id="{0F0D248F-225E-2C24-E4A3-4D5D6B569AE2}"/>
              </a:ext>
            </a:extLst>
          </p:cNvPr>
          <p:cNvGrpSpPr/>
          <p:nvPr/>
        </p:nvGrpSpPr>
        <p:grpSpPr>
          <a:xfrm>
            <a:off x="6986703" y="1914868"/>
            <a:ext cx="702096" cy="702097"/>
            <a:chOff x="414857" y="1839576"/>
            <a:chExt cx="465764" cy="465764"/>
          </a:xfrm>
        </p:grpSpPr>
        <p:sp>
          <p:nvSpPr>
            <p:cNvPr id="45" name="Ellipse 150">
              <a:extLst>
                <a:ext uri="{FF2B5EF4-FFF2-40B4-BE49-F238E27FC236}">
                  <a16:creationId xmlns:a16="http://schemas.microsoft.com/office/drawing/2014/main" id="{EDDF9A00-C103-83A4-501C-6577A9E852F6}"/>
                </a:ext>
              </a:extLst>
            </p:cNvPr>
            <p:cNvSpPr/>
            <p:nvPr/>
          </p:nvSpPr>
          <p:spPr>
            <a:xfrm>
              <a:off x="414857" y="1839576"/>
              <a:ext cx="465764" cy="4657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6" name="Rectangle 45">
              <a:extLst>
                <a:ext uri="{FF2B5EF4-FFF2-40B4-BE49-F238E27FC236}">
                  <a16:creationId xmlns:a16="http://schemas.microsoft.com/office/drawing/2014/main" id="{FA297247-30DA-86F6-58E5-E698043EF73F}"/>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8" name="Groupe 153">
            <a:extLst>
              <a:ext uri="{FF2B5EF4-FFF2-40B4-BE49-F238E27FC236}">
                <a16:creationId xmlns:a16="http://schemas.microsoft.com/office/drawing/2014/main" id="{38B6FB3C-C71E-A27B-2E62-27F8B7B5CE3F}"/>
              </a:ext>
            </a:extLst>
          </p:cNvPr>
          <p:cNvGrpSpPr/>
          <p:nvPr/>
        </p:nvGrpSpPr>
        <p:grpSpPr>
          <a:xfrm>
            <a:off x="9589889" y="1914868"/>
            <a:ext cx="702096" cy="702097"/>
            <a:chOff x="414857" y="1839576"/>
            <a:chExt cx="465764" cy="465764"/>
          </a:xfrm>
        </p:grpSpPr>
        <p:sp>
          <p:nvSpPr>
            <p:cNvPr id="49" name="Ellipse 154">
              <a:extLst>
                <a:ext uri="{FF2B5EF4-FFF2-40B4-BE49-F238E27FC236}">
                  <a16:creationId xmlns:a16="http://schemas.microsoft.com/office/drawing/2014/main" id="{CD865941-9572-B462-3940-3584805C2617}"/>
                </a:ext>
              </a:extLst>
            </p:cNvPr>
            <p:cNvSpPr/>
            <p:nvPr/>
          </p:nvSpPr>
          <p:spPr>
            <a:xfrm>
              <a:off x="414857" y="1839576"/>
              <a:ext cx="465764" cy="4657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0" name="Rectangle 49">
              <a:extLst>
                <a:ext uri="{FF2B5EF4-FFF2-40B4-BE49-F238E27FC236}">
                  <a16:creationId xmlns:a16="http://schemas.microsoft.com/office/drawing/2014/main" id="{A3CFFA32-D226-3D2D-9281-C6A396319444}"/>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212577998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p:nvPr/>
        </p:nvGrpSpPr>
        <p:grpSpPr>
          <a:xfrm>
            <a:off x="3807512" y="1561566"/>
            <a:ext cx="4576976" cy="4076080"/>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2881889" y="2119745"/>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1749002"/>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210493"/>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127768" y="1982094"/>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85281" y="4857063"/>
            <a:ext cx="1404558" cy="256236"/>
            <a:chOff x="2405380" y="1541192"/>
            <a:chExt cx="949578"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7393074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5083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68290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1445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293466"/>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583515828"/>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26606628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3170327"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5" name="TextBox 34"/>
          <p:cNvSpPr txBox="1"/>
          <p:nvPr/>
        </p:nvSpPr>
        <p:spPr>
          <a:xfrm>
            <a:off x="5093200"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7" name="TextBox 36"/>
          <p:cNvSpPr txBox="1"/>
          <p:nvPr/>
        </p:nvSpPr>
        <p:spPr>
          <a:xfrm>
            <a:off x="9022538"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52870856"/>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4"/>
          <p:cNvSpPr>
            <a:spLocks noChangeArrowheads="1"/>
          </p:cNvSpPr>
          <p:nvPr/>
        </p:nvSpPr>
        <p:spPr bwMode="auto">
          <a:xfrm>
            <a:off x="6096001" y="4671887"/>
            <a:ext cx="1404375" cy="1434635"/>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0" name="Oval 4"/>
          <p:cNvSpPr>
            <a:spLocks noChangeArrowheads="1"/>
          </p:cNvSpPr>
          <p:nvPr/>
        </p:nvSpPr>
        <p:spPr bwMode="auto">
          <a:xfrm>
            <a:off x="7500376" y="4671886"/>
            <a:ext cx="1404375" cy="1434635"/>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5" name="Oval 4"/>
          <p:cNvSpPr>
            <a:spLocks noChangeArrowheads="1"/>
          </p:cNvSpPr>
          <p:nvPr/>
        </p:nvSpPr>
        <p:spPr bwMode="auto">
          <a:xfrm>
            <a:off x="3287250" y="4671886"/>
            <a:ext cx="1404375" cy="1434635"/>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7" name="Right Arrow 36"/>
          <p:cNvSpPr/>
          <p:nvPr/>
        </p:nvSpPr>
        <p:spPr>
          <a:xfrm>
            <a:off x="4465215" y="5289193"/>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8" name="Right Arrow 37"/>
          <p:cNvSpPr/>
          <p:nvPr/>
        </p:nvSpPr>
        <p:spPr>
          <a:xfrm>
            <a:off x="5869589" y="5289191"/>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9" name="Right Arrow 38"/>
          <p:cNvSpPr/>
          <p:nvPr/>
        </p:nvSpPr>
        <p:spPr>
          <a:xfrm>
            <a:off x="7273963" y="5289190"/>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0" name="Right Arrow 39"/>
          <p:cNvSpPr/>
          <p:nvPr/>
        </p:nvSpPr>
        <p:spPr>
          <a:xfrm rot="19680000">
            <a:off x="9087226" y="5084396"/>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1" name="Right Arrow 40"/>
          <p:cNvSpPr/>
          <p:nvPr/>
        </p:nvSpPr>
        <p:spPr>
          <a:xfrm rot="3480000">
            <a:off x="2692166" y="4989004"/>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Lorem ipsum dolor sit </a:t>
            </a:r>
            <a:r>
              <a:rPr kumimoji="0" lang="en-US" b="0" i="0" u="none" strike="noStrike" kern="0" cap="none" spc="0" normalizeH="0" baseline="0" noProof="0" dirty="0" err="1">
                <a:ln>
                  <a:noFill/>
                </a:ln>
                <a:effectLst/>
                <a:uLnTx/>
                <a:uFillTx/>
              </a:rPr>
              <a:t>amet</a:t>
            </a:r>
            <a:endParaRPr kumimoji="0" lang="en-US" b="0" i="0" u="none" strike="noStrike" kern="0" cap="none" spc="0" normalizeH="0" baseline="0" noProof="0" dirty="0">
              <a:ln>
                <a:noFill/>
              </a:ln>
              <a:effectLst/>
              <a:uLnTx/>
              <a:uFillTx/>
            </a:endParaRPr>
          </a:p>
        </p:txBody>
      </p:sp>
    </p:spTree>
    <p:custDataLst>
      <p:tags r:id="rId1"/>
    </p:custDataLst>
    <p:extLst>
      <p:ext uri="{BB962C8B-B14F-4D97-AF65-F5344CB8AC3E}">
        <p14:creationId xmlns:p14="http://schemas.microsoft.com/office/powerpoint/2010/main" val="3121881740"/>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082647870"/>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Autofit/>
          </a:bodyPr>
          <a:lstStyle/>
          <a:p>
            <a:r>
              <a:rPr lang="en-US" sz="1600" dirty="0"/>
              <a:t>Lorem ipsum dolor sit amet, consectetuer adipiscing elit. Maecenas porttitor congue massa. Fusce posuere, magna sed pulvinar ultricies, purus lectus malesuada libero, sit amet commodo magna eros quis urna.</a:t>
            </a:r>
          </a:p>
          <a:p>
            <a:endParaRPr lang="en-US" sz="1600" dirty="0"/>
          </a:p>
          <a:p>
            <a:r>
              <a:rPr lang="en-US" sz="1600" dirty="0"/>
              <a:t>Nunc viverra imperdiet enim. Fusce est. Vivamus a tellus.</a:t>
            </a:r>
          </a:p>
          <a:p>
            <a:endParaRPr lang="en-US" sz="1600" dirty="0"/>
          </a:p>
          <a:p>
            <a:r>
              <a:rPr lang="en-US" sz="1600" dirty="0"/>
              <a:t>Pellentesque habitant morbi tristique senectus et netus et malesuada fames ac turpis egestas. Proin pharetra nonummy pede. Mauris et orci.</a:t>
            </a:r>
          </a:p>
          <a:p>
            <a:endParaRPr lang="en-US" sz="1600" dirty="0"/>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r>
              <a:rPr lang="en-US" sz="1600" dirty="0"/>
              <a:t>Lorem ipsum dolor sit amet, consectetuer adipiscing elit. Maecenas porttitor congue massa. </a:t>
            </a:r>
          </a:p>
          <a:p>
            <a:r>
              <a:rPr lang="en-US" sz="1600" dirty="0" err="1"/>
              <a:t>Fusce</a:t>
            </a:r>
            <a:r>
              <a:rPr lang="en-US" sz="1600" dirty="0"/>
              <a:t> posuere, magna sed pulvinar </a:t>
            </a:r>
            <a:r>
              <a:rPr lang="en-US" sz="1600" dirty="0" err="1"/>
              <a:t>ultricies</a:t>
            </a:r>
            <a:r>
              <a:rPr lang="en-US" sz="1600" dirty="0"/>
              <a:t>.</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2" name="Title 1"/>
          <p:cNvSpPr>
            <a:spLocks noGrp="1"/>
          </p:cNvSpPr>
          <p:nvPr>
            <p:ph type="title"/>
          </p:nvPr>
        </p:nvSpPr>
        <p:spPr>
          <a:xfrm>
            <a:off x="214184" y="13663"/>
            <a:ext cx="9728886" cy="678316"/>
          </a:xfrm>
        </p:spPr>
        <p:txBody>
          <a:bodyPr>
            <a:normAutofit/>
          </a:bodyPr>
          <a:lstStyle/>
          <a:p>
            <a:r>
              <a:rPr lang="en-US" dirty="0"/>
              <a:t>Chevrons (sequential) 2</a:t>
            </a:r>
          </a:p>
        </p:txBody>
      </p:sp>
    </p:spTree>
    <p:extLst>
      <p:ext uri="{BB962C8B-B14F-4D97-AF65-F5344CB8AC3E}">
        <p14:creationId xmlns:p14="http://schemas.microsoft.com/office/powerpoint/2010/main" val="2506079636"/>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6</a:t>
            </a:r>
          </a:p>
        </p:txBody>
      </p:sp>
      <p:grpSp>
        <p:nvGrpSpPr>
          <p:cNvPr id="74" name="Group 73"/>
          <p:cNvGrpSpPr/>
          <p:nvPr/>
        </p:nvGrpSpPr>
        <p:grpSpPr>
          <a:xfrm rot="3208887">
            <a:off x="6958639" y="2810535"/>
            <a:ext cx="3780641" cy="1589052"/>
            <a:chOff x="1152713" y="2578007"/>
            <a:chExt cx="4747014" cy="1747957"/>
          </a:xfrm>
        </p:grpSpPr>
        <p:sp>
          <p:nvSpPr>
            <p:cNvPr id="75" name="Freeform: Shape 74"/>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 name="Freeform: Shape 75"/>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7" name="Group 76"/>
          <p:cNvGrpSpPr/>
          <p:nvPr/>
        </p:nvGrpSpPr>
        <p:grpSpPr>
          <a:xfrm rot="20361292">
            <a:off x="5124846" y="2771314"/>
            <a:ext cx="3780641" cy="1589052"/>
            <a:chOff x="1152713" y="2578007"/>
            <a:chExt cx="4747014" cy="1747957"/>
          </a:xfrm>
        </p:grpSpPr>
        <p:sp>
          <p:nvSpPr>
            <p:cNvPr id="78" name="Freeform: Shape 77"/>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Freeform: Shape 78"/>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4" name="Group 43"/>
          <p:cNvGrpSpPr/>
          <p:nvPr/>
        </p:nvGrpSpPr>
        <p:grpSpPr>
          <a:xfrm rot="3208887">
            <a:off x="3347512" y="2821295"/>
            <a:ext cx="3780641" cy="1589052"/>
            <a:chOff x="1152713" y="2578007"/>
            <a:chExt cx="4747014" cy="1747957"/>
          </a:xfrm>
        </p:grpSpPr>
        <p:sp>
          <p:nvSpPr>
            <p:cNvPr id="46" name="Freeform: Shape 45"/>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Freeform: Shape 46"/>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2" name="Group 11"/>
          <p:cNvGrpSpPr/>
          <p:nvPr/>
        </p:nvGrpSpPr>
        <p:grpSpPr>
          <a:xfrm rot="20361292">
            <a:off x="1513719" y="2782074"/>
            <a:ext cx="3780641" cy="1589052"/>
            <a:chOff x="1152713" y="2578007"/>
            <a:chExt cx="4747014" cy="1747957"/>
          </a:xfrm>
        </p:grpSpPr>
        <p:sp>
          <p:nvSpPr>
            <p:cNvPr id="21" name="Freeform: Shape 20"/>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Freeform: Shape 21"/>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p:cNvGrpSpPr>
            <a:grpSpLocks noChangeAspect="1"/>
          </p:cNvGrpSpPr>
          <p:nvPr/>
        </p:nvGrpSpPr>
        <p:grpSpPr>
          <a:xfrm>
            <a:off x="1863021" y="3584584"/>
            <a:ext cx="1367896" cy="1367896"/>
            <a:chOff x="2154734" y="3015685"/>
            <a:chExt cx="1504686" cy="1504686"/>
          </a:xfrm>
        </p:grpSpPr>
        <p:sp>
          <p:nvSpPr>
            <p:cNvPr id="27" name="Oval 26"/>
            <p:cNvSpPr>
              <a:spLocks noChangeAspect="1"/>
            </p:cNvSpPr>
            <p:nvPr/>
          </p:nvSpPr>
          <p:spPr>
            <a:xfrm>
              <a:off x="2154734" y="3015685"/>
              <a:ext cx="1504686" cy="150468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8" name="Oval 27"/>
            <p:cNvSpPr>
              <a:spLocks noChangeAspect="1"/>
            </p:cNvSpPr>
            <p:nvPr/>
          </p:nvSpPr>
          <p:spPr>
            <a:xfrm>
              <a:off x="2291238" y="3152189"/>
              <a:ext cx="1231680" cy="1231680"/>
            </a:xfrm>
            <a:prstGeom prst="ellipse">
              <a:avLst/>
            </a:prstGeom>
            <a:gradFill>
              <a:gsLst>
                <a:gs pos="100000">
                  <a:schemeClr val="accent1">
                    <a:lumMod val="60000"/>
                    <a:lumOff val="40000"/>
                  </a:schemeClr>
                </a:gs>
                <a:gs pos="0">
                  <a:schemeClr val="accent1"/>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8" name="Group 47"/>
          <p:cNvGrpSpPr>
            <a:grpSpLocks noChangeAspect="1"/>
          </p:cNvGrpSpPr>
          <p:nvPr/>
        </p:nvGrpSpPr>
        <p:grpSpPr>
          <a:xfrm>
            <a:off x="3573731" y="2190332"/>
            <a:ext cx="1367896" cy="1367896"/>
            <a:chOff x="8532580" y="3015685"/>
            <a:chExt cx="1504686" cy="1504686"/>
          </a:xfrm>
        </p:grpSpPr>
        <p:sp>
          <p:nvSpPr>
            <p:cNvPr id="49" name="Oval 48"/>
            <p:cNvSpPr>
              <a:spLocks noChangeAspect="1"/>
            </p:cNvSpPr>
            <p:nvPr/>
          </p:nvSpPr>
          <p:spPr>
            <a:xfrm>
              <a:off x="8532580" y="3015685"/>
              <a:ext cx="1504686" cy="15046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0" name="Oval 49"/>
            <p:cNvSpPr>
              <a:spLocks noChangeAspect="1"/>
            </p:cNvSpPr>
            <p:nvPr/>
          </p:nvSpPr>
          <p:spPr>
            <a:xfrm>
              <a:off x="8669084" y="3152189"/>
              <a:ext cx="1231680" cy="1231680"/>
            </a:xfrm>
            <a:prstGeom prst="ellipse">
              <a:avLst/>
            </a:prstGeom>
            <a:gradFill>
              <a:gsLst>
                <a:gs pos="100000">
                  <a:schemeClr val="accent2">
                    <a:lumMod val="60000"/>
                    <a:lumOff val="40000"/>
                  </a:schemeClr>
                </a:gs>
                <a:gs pos="0">
                  <a:schemeClr val="accent2"/>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80" name="Rectangle 79"/>
          <p:cNvSpPr/>
          <p:nvPr/>
        </p:nvSpPr>
        <p:spPr bwMode="auto">
          <a:xfrm>
            <a:off x="884526"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81" name="Rectangle 80"/>
          <p:cNvSpPr/>
          <p:nvPr/>
        </p:nvSpPr>
        <p:spPr bwMode="auto">
          <a:xfrm>
            <a:off x="4620000"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55" name="Rectangle 54"/>
          <p:cNvSpPr/>
          <p:nvPr/>
        </p:nvSpPr>
        <p:spPr bwMode="auto">
          <a:xfrm>
            <a:off x="8355474"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grpSp>
        <p:nvGrpSpPr>
          <p:cNvPr id="61" name="Group 60"/>
          <p:cNvGrpSpPr/>
          <p:nvPr/>
        </p:nvGrpSpPr>
        <p:grpSpPr>
          <a:xfrm>
            <a:off x="5438754" y="3584584"/>
            <a:ext cx="1367896" cy="1367896"/>
            <a:chOff x="8532580" y="3015685"/>
            <a:chExt cx="1504686" cy="1504686"/>
          </a:xfrm>
        </p:grpSpPr>
        <p:sp>
          <p:nvSpPr>
            <p:cNvPr id="62" name="Oval 61"/>
            <p:cNvSpPr>
              <a:spLocks noChangeAspect="1"/>
            </p:cNvSpPr>
            <p:nvPr/>
          </p:nvSpPr>
          <p:spPr>
            <a:xfrm>
              <a:off x="8532580" y="3015685"/>
              <a:ext cx="1504686" cy="15046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8669084" y="3152189"/>
              <a:ext cx="1231680" cy="1231680"/>
            </a:xfrm>
            <a:prstGeom prst="ellipse">
              <a:avLst/>
            </a:prstGeom>
            <a:gradFill>
              <a:gsLst>
                <a:gs pos="100000">
                  <a:schemeClr val="accent3">
                    <a:lumMod val="60000"/>
                    <a:lumOff val="40000"/>
                  </a:schemeClr>
                </a:gs>
                <a:gs pos="0">
                  <a:schemeClr val="accent3"/>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9" name="Group 68"/>
          <p:cNvGrpSpPr/>
          <p:nvPr/>
        </p:nvGrpSpPr>
        <p:grpSpPr>
          <a:xfrm>
            <a:off x="7196606" y="2190332"/>
            <a:ext cx="1367896" cy="1367896"/>
            <a:chOff x="8532580" y="3015685"/>
            <a:chExt cx="1504686" cy="1504686"/>
          </a:xfrm>
        </p:grpSpPr>
        <p:sp>
          <p:nvSpPr>
            <p:cNvPr id="71" name="Oval 70"/>
            <p:cNvSpPr>
              <a:spLocks noChangeAspect="1"/>
            </p:cNvSpPr>
            <p:nvPr/>
          </p:nvSpPr>
          <p:spPr>
            <a:xfrm>
              <a:off x="8532580" y="3015685"/>
              <a:ext cx="1504686" cy="150468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p:cNvSpPr>
              <a:spLocks noChangeAspect="1"/>
            </p:cNvSpPr>
            <p:nvPr/>
          </p:nvSpPr>
          <p:spPr>
            <a:xfrm>
              <a:off x="8669084" y="3152189"/>
              <a:ext cx="1231680" cy="1231680"/>
            </a:xfrm>
            <a:prstGeom prst="ellipse">
              <a:avLst/>
            </a:prstGeom>
            <a:gradFill>
              <a:gsLst>
                <a:gs pos="100000">
                  <a:schemeClr val="accent4">
                    <a:lumMod val="60000"/>
                    <a:lumOff val="40000"/>
                  </a:schemeClr>
                </a:gs>
                <a:gs pos="0">
                  <a:schemeClr val="accent4"/>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9" name="Group 8"/>
          <p:cNvGrpSpPr>
            <a:grpSpLocks noChangeAspect="1"/>
          </p:cNvGrpSpPr>
          <p:nvPr/>
        </p:nvGrpSpPr>
        <p:grpSpPr>
          <a:xfrm>
            <a:off x="9061715" y="3584584"/>
            <a:ext cx="1367896" cy="1367896"/>
            <a:chOff x="5343657" y="1871899"/>
            <a:chExt cx="1504686" cy="1504686"/>
          </a:xfrm>
        </p:grpSpPr>
        <p:sp>
          <p:nvSpPr>
            <p:cNvPr id="33" name="Oval 32"/>
            <p:cNvSpPr>
              <a:spLocks noChangeAspect="1"/>
            </p:cNvSpPr>
            <p:nvPr/>
          </p:nvSpPr>
          <p:spPr>
            <a:xfrm>
              <a:off x="5343657" y="1871899"/>
              <a:ext cx="1504686" cy="150468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4" name="Oval 33"/>
            <p:cNvSpPr>
              <a:spLocks noChangeAspect="1"/>
            </p:cNvSpPr>
            <p:nvPr/>
          </p:nvSpPr>
          <p:spPr>
            <a:xfrm>
              <a:off x="5480161" y="2008403"/>
              <a:ext cx="1231680" cy="1231680"/>
            </a:xfrm>
            <a:prstGeom prst="ellipse">
              <a:avLst/>
            </a:prstGeom>
            <a:gradFill>
              <a:gsLst>
                <a:gs pos="100000">
                  <a:schemeClr val="accent5">
                    <a:lumMod val="60000"/>
                    <a:lumOff val="40000"/>
                  </a:schemeClr>
                </a:gs>
                <a:gs pos="0">
                  <a:schemeClr val="accent5"/>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56" name="Rectangle 55"/>
          <p:cNvSpPr/>
          <p:nvPr/>
        </p:nvSpPr>
        <p:spPr bwMode="auto">
          <a:xfrm>
            <a:off x="884526"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57" name="Rectangle 56"/>
          <p:cNvSpPr/>
          <p:nvPr/>
        </p:nvSpPr>
        <p:spPr bwMode="auto">
          <a:xfrm>
            <a:off x="8564502"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grpSp>
        <p:nvGrpSpPr>
          <p:cNvPr id="96" name="Complexity" descr="{&quot;Key&quot;:&quot;POWER_USER_SHAPE_ICON&quot;,&quot;Value&quot;:&quot;POWER_USER_SHAPE_ICON_STYLE_1&quot;}">
            <a:extLst>
              <a:ext uri="{FF2B5EF4-FFF2-40B4-BE49-F238E27FC236}">
                <a16:creationId xmlns:a16="http://schemas.microsoft.com/office/drawing/2014/main" id="{98092EFD-6EE7-3D41-E860-8314B05D763E}"/>
              </a:ext>
            </a:extLst>
          </p:cNvPr>
          <p:cNvGrpSpPr>
            <a:grpSpLocks noChangeAspect="1"/>
          </p:cNvGrpSpPr>
          <p:nvPr/>
        </p:nvGrpSpPr>
        <p:grpSpPr>
          <a:xfrm>
            <a:off x="3930803" y="2527917"/>
            <a:ext cx="691349" cy="692727"/>
            <a:chOff x="6367463" y="1652588"/>
            <a:chExt cx="796925" cy="798513"/>
          </a:xfrm>
          <a:noFill/>
        </p:grpSpPr>
        <p:sp>
          <p:nvSpPr>
            <p:cNvPr id="97" name="Oval 270">
              <a:extLst>
                <a:ext uri="{FF2B5EF4-FFF2-40B4-BE49-F238E27FC236}">
                  <a16:creationId xmlns:a16="http://schemas.microsoft.com/office/drawing/2014/main" id="{D338C174-AD78-EF6F-7506-F42E2C758791}"/>
                </a:ext>
              </a:extLst>
            </p:cNvPr>
            <p:cNvSpPr>
              <a:spLocks noChangeArrowheads="1"/>
            </p:cNvSpPr>
            <p:nvPr/>
          </p:nvSpPr>
          <p:spPr bwMode="auto">
            <a:xfrm>
              <a:off x="67167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Oval 271">
              <a:extLst>
                <a:ext uri="{FF2B5EF4-FFF2-40B4-BE49-F238E27FC236}">
                  <a16:creationId xmlns:a16="http://schemas.microsoft.com/office/drawing/2014/main" id="{F8493A12-72F8-1EF1-336D-653699FC171F}"/>
                </a:ext>
              </a:extLst>
            </p:cNvPr>
            <p:cNvSpPr>
              <a:spLocks noChangeArrowheads="1"/>
            </p:cNvSpPr>
            <p:nvPr/>
          </p:nvSpPr>
          <p:spPr bwMode="auto">
            <a:xfrm>
              <a:off x="67167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7" name="Oval 272">
              <a:extLst>
                <a:ext uri="{FF2B5EF4-FFF2-40B4-BE49-F238E27FC236}">
                  <a16:creationId xmlns:a16="http://schemas.microsoft.com/office/drawing/2014/main" id="{F074B10E-7936-8706-4A1A-06B04C51D39F}"/>
                </a:ext>
              </a:extLst>
            </p:cNvPr>
            <p:cNvSpPr>
              <a:spLocks noChangeArrowheads="1"/>
            </p:cNvSpPr>
            <p:nvPr/>
          </p:nvSpPr>
          <p:spPr bwMode="auto">
            <a:xfrm>
              <a:off x="6372225" y="21145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8" name="Oval 273">
              <a:extLst>
                <a:ext uri="{FF2B5EF4-FFF2-40B4-BE49-F238E27FC236}">
                  <a16:creationId xmlns:a16="http://schemas.microsoft.com/office/drawing/2014/main" id="{1E2C9E53-065B-6D66-37C3-F7E7ABD6A08E}"/>
                </a:ext>
              </a:extLst>
            </p:cNvPr>
            <p:cNvSpPr>
              <a:spLocks noChangeArrowheads="1"/>
            </p:cNvSpPr>
            <p:nvPr/>
          </p:nvSpPr>
          <p:spPr bwMode="auto">
            <a:xfrm>
              <a:off x="70596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9" name="Oval 274">
              <a:extLst>
                <a:ext uri="{FF2B5EF4-FFF2-40B4-BE49-F238E27FC236}">
                  <a16:creationId xmlns:a16="http://schemas.microsoft.com/office/drawing/2014/main" id="{E63F27C9-76C4-4349-E21E-CEBBD3AB9823}"/>
                </a:ext>
              </a:extLst>
            </p:cNvPr>
            <p:cNvSpPr>
              <a:spLocks noChangeArrowheads="1"/>
            </p:cNvSpPr>
            <p:nvPr/>
          </p:nvSpPr>
          <p:spPr bwMode="auto">
            <a:xfrm>
              <a:off x="67167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0" name="Oval 275">
              <a:extLst>
                <a:ext uri="{FF2B5EF4-FFF2-40B4-BE49-F238E27FC236}">
                  <a16:creationId xmlns:a16="http://schemas.microsoft.com/office/drawing/2014/main" id="{ABD61722-C881-198D-E68D-2AF01AEF19D3}"/>
                </a:ext>
              </a:extLst>
            </p:cNvPr>
            <p:cNvSpPr>
              <a:spLocks noChangeArrowheads="1"/>
            </p:cNvSpPr>
            <p:nvPr/>
          </p:nvSpPr>
          <p:spPr bwMode="auto">
            <a:xfrm>
              <a:off x="6372225" y="18859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1" name="Oval 276">
              <a:extLst>
                <a:ext uri="{FF2B5EF4-FFF2-40B4-BE49-F238E27FC236}">
                  <a16:creationId xmlns:a16="http://schemas.microsoft.com/office/drawing/2014/main" id="{9A29FC00-C237-154B-5F7B-4A65246AD835}"/>
                </a:ext>
              </a:extLst>
            </p:cNvPr>
            <p:cNvSpPr>
              <a:spLocks noChangeArrowheads="1"/>
            </p:cNvSpPr>
            <p:nvPr/>
          </p:nvSpPr>
          <p:spPr bwMode="auto">
            <a:xfrm>
              <a:off x="70596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2" name="Oval 277">
              <a:extLst>
                <a:ext uri="{FF2B5EF4-FFF2-40B4-BE49-F238E27FC236}">
                  <a16:creationId xmlns:a16="http://schemas.microsoft.com/office/drawing/2014/main" id="{743CC453-B8A3-202D-2BE7-D841DFDFB19A}"/>
                </a:ext>
              </a:extLst>
            </p:cNvPr>
            <p:cNvSpPr>
              <a:spLocks noChangeArrowheads="1"/>
            </p:cNvSpPr>
            <p:nvPr/>
          </p:nvSpPr>
          <p:spPr bwMode="auto">
            <a:xfrm>
              <a:off x="70596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3" name="Oval 278">
              <a:extLst>
                <a:ext uri="{FF2B5EF4-FFF2-40B4-BE49-F238E27FC236}">
                  <a16:creationId xmlns:a16="http://schemas.microsoft.com/office/drawing/2014/main" id="{59B4D5C2-1F55-A391-9B65-1C65133645B6}"/>
                </a:ext>
              </a:extLst>
            </p:cNvPr>
            <p:cNvSpPr>
              <a:spLocks noChangeArrowheads="1"/>
            </p:cNvSpPr>
            <p:nvPr/>
          </p:nvSpPr>
          <p:spPr bwMode="auto">
            <a:xfrm>
              <a:off x="6372225" y="16573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4" name="Oval 279">
              <a:extLst>
                <a:ext uri="{FF2B5EF4-FFF2-40B4-BE49-F238E27FC236}">
                  <a16:creationId xmlns:a16="http://schemas.microsoft.com/office/drawing/2014/main" id="{F6739293-53C8-0347-C330-55A749562374}"/>
                </a:ext>
              </a:extLst>
            </p:cNvPr>
            <p:cNvSpPr>
              <a:spLocks noChangeArrowheads="1"/>
            </p:cNvSpPr>
            <p:nvPr/>
          </p:nvSpPr>
          <p:spPr bwMode="auto">
            <a:xfrm>
              <a:off x="70596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5" name="Oval 280">
              <a:extLst>
                <a:ext uri="{FF2B5EF4-FFF2-40B4-BE49-F238E27FC236}">
                  <a16:creationId xmlns:a16="http://schemas.microsoft.com/office/drawing/2014/main" id="{D093BB44-A726-8CF9-AA57-7ED4CB4FE15E}"/>
                </a:ext>
              </a:extLst>
            </p:cNvPr>
            <p:cNvSpPr>
              <a:spLocks noChangeArrowheads="1"/>
            </p:cNvSpPr>
            <p:nvPr/>
          </p:nvSpPr>
          <p:spPr bwMode="auto">
            <a:xfrm>
              <a:off x="67167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6" name="Oval 281">
              <a:extLst>
                <a:ext uri="{FF2B5EF4-FFF2-40B4-BE49-F238E27FC236}">
                  <a16:creationId xmlns:a16="http://schemas.microsoft.com/office/drawing/2014/main" id="{E60BA76B-242D-F126-0D27-723681C1AEF6}"/>
                </a:ext>
              </a:extLst>
            </p:cNvPr>
            <p:cNvSpPr>
              <a:spLocks noChangeArrowheads="1"/>
            </p:cNvSpPr>
            <p:nvPr/>
          </p:nvSpPr>
          <p:spPr bwMode="auto">
            <a:xfrm>
              <a:off x="6372225" y="2344738"/>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7" name="Freeform 282">
              <a:extLst>
                <a:ext uri="{FF2B5EF4-FFF2-40B4-BE49-F238E27FC236}">
                  <a16:creationId xmlns:a16="http://schemas.microsoft.com/office/drawing/2014/main" id="{C2DB6E7C-9FBD-5577-DEAA-8569F4FBBD9F}"/>
                </a:ext>
              </a:extLst>
            </p:cNvPr>
            <p:cNvSpPr>
              <a:spLocks noEditPoints="1"/>
            </p:cNvSpPr>
            <p:nvPr/>
          </p:nvSpPr>
          <p:spPr bwMode="auto">
            <a:xfrm>
              <a:off x="6367463" y="1652588"/>
              <a:ext cx="112713" cy="111125"/>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9" y="0"/>
                    <a:pt x="166" y="37"/>
                    <a:pt x="166" y="83"/>
                  </a:cubicBezTo>
                  <a:cubicBezTo>
                    <a:pt x="166" y="128"/>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8" name="Freeform 283">
              <a:extLst>
                <a:ext uri="{FF2B5EF4-FFF2-40B4-BE49-F238E27FC236}">
                  <a16:creationId xmlns:a16="http://schemas.microsoft.com/office/drawing/2014/main" id="{6F5CDC57-A46A-717D-A5EA-F785C5492E43}"/>
                </a:ext>
              </a:extLst>
            </p:cNvPr>
            <p:cNvSpPr>
              <a:spLocks noEditPoints="1"/>
            </p:cNvSpPr>
            <p:nvPr/>
          </p:nvSpPr>
          <p:spPr bwMode="auto">
            <a:xfrm>
              <a:off x="6710363" y="1652588"/>
              <a:ext cx="112713" cy="111125"/>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8" y="0"/>
                    <a:pt x="166" y="37"/>
                    <a:pt x="166" y="83"/>
                  </a:cubicBezTo>
                  <a:cubicBezTo>
                    <a:pt x="166" y="128"/>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9" name="Freeform 284">
              <a:extLst>
                <a:ext uri="{FF2B5EF4-FFF2-40B4-BE49-F238E27FC236}">
                  <a16:creationId xmlns:a16="http://schemas.microsoft.com/office/drawing/2014/main" id="{7C02674E-C56A-E7BD-DF27-C3EC1C7A73CB}"/>
                </a:ext>
              </a:extLst>
            </p:cNvPr>
            <p:cNvSpPr>
              <a:spLocks noEditPoints="1"/>
            </p:cNvSpPr>
            <p:nvPr/>
          </p:nvSpPr>
          <p:spPr bwMode="auto">
            <a:xfrm>
              <a:off x="7053263" y="1652588"/>
              <a:ext cx="111125" cy="111125"/>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8"/>
                    <a:pt x="0" y="83"/>
                  </a:cubicBezTo>
                  <a:cubicBezTo>
                    <a:pt x="0" y="37"/>
                    <a:pt x="37" y="0"/>
                    <a:pt x="82" y="0"/>
                  </a:cubicBezTo>
                  <a:cubicBezTo>
                    <a:pt x="128" y="0"/>
                    <a:pt x="165" y="37"/>
                    <a:pt x="165" y="83"/>
                  </a:cubicBezTo>
                  <a:cubicBezTo>
                    <a:pt x="165" y="128"/>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0" name="Freeform 285">
              <a:extLst>
                <a:ext uri="{FF2B5EF4-FFF2-40B4-BE49-F238E27FC236}">
                  <a16:creationId xmlns:a16="http://schemas.microsoft.com/office/drawing/2014/main" id="{F789ECF0-EAF6-A98E-D88D-6E4E453BAA3D}"/>
                </a:ext>
              </a:extLst>
            </p:cNvPr>
            <p:cNvSpPr>
              <a:spLocks noEditPoints="1"/>
            </p:cNvSpPr>
            <p:nvPr/>
          </p:nvSpPr>
          <p:spPr bwMode="auto">
            <a:xfrm>
              <a:off x="6367463" y="18811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1" name="Freeform 286">
              <a:extLst>
                <a:ext uri="{FF2B5EF4-FFF2-40B4-BE49-F238E27FC236}">
                  <a16:creationId xmlns:a16="http://schemas.microsoft.com/office/drawing/2014/main" id="{6A8FCFB3-18FD-1035-5953-3B1C88C61827}"/>
                </a:ext>
              </a:extLst>
            </p:cNvPr>
            <p:cNvSpPr>
              <a:spLocks noEditPoints="1"/>
            </p:cNvSpPr>
            <p:nvPr/>
          </p:nvSpPr>
          <p:spPr bwMode="auto">
            <a:xfrm>
              <a:off x="6710363" y="18811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2" name="Freeform 287">
              <a:extLst>
                <a:ext uri="{FF2B5EF4-FFF2-40B4-BE49-F238E27FC236}">
                  <a16:creationId xmlns:a16="http://schemas.microsoft.com/office/drawing/2014/main" id="{7EFC4F06-373C-0689-FCAD-E7B072658894}"/>
                </a:ext>
              </a:extLst>
            </p:cNvPr>
            <p:cNvSpPr>
              <a:spLocks noEditPoints="1"/>
            </p:cNvSpPr>
            <p:nvPr/>
          </p:nvSpPr>
          <p:spPr bwMode="auto">
            <a:xfrm>
              <a:off x="7053263" y="18811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3" name="Freeform 288">
              <a:extLst>
                <a:ext uri="{FF2B5EF4-FFF2-40B4-BE49-F238E27FC236}">
                  <a16:creationId xmlns:a16="http://schemas.microsoft.com/office/drawing/2014/main" id="{63EE8356-1D3C-02D0-A0B2-CF9063C17FDC}"/>
                </a:ext>
              </a:extLst>
            </p:cNvPr>
            <p:cNvSpPr>
              <a:spLocks noEditPoints="1"/>
            </p:cNvSpPr>
            <p:nvPr/>
          </p:nvSpPr>
          <p:spPr bwMode="auto">
            <a:xfrm>
              <a:off x="6367463" y="21097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4" name="Freeform 289">
              <a:extLst>
                <a:ext uri="{FF2B5EF4-FFF2-40B4-BE49-F238E27FC236}">
                  <a16:creationId xmlns:a16="http://schemas.microsoft.com/office/drawing/2014/main" id="{E6664C14-18E4-6B77-4F38-48BA49561B9D}"/>
                </a:ext>
              </a:extLst>
            </p:cNvPr>
            <p:cNvSpPr>
              <a:spLocks noEditPoints="1"/>
            </p:cNvSpPr>
            <p:nvPr/>
          </p:nvSpPr>
          <p:spPr bwMode="auto">
            <a:xfrm>
              <a:off x="6710363" y="21097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5" name="Freeform 290">
              <a:extLst>
                <a:ext uri="{FF2B5EF4-FFF2-40B4-BE49-F238E27FC236}">
                  <a16:creationId xmlns:a16="http://schemas.microsoft.com/office/drawing/2014/main" id="{1D4F45CE-70D8-D66B-37C6-C710E16436F1}"/>
                </a:ext>
              </a:extLst>
            </p:cNvPr>
            <p:cNvSpPr>
              <a:spLocks noEditPoints="1"/>
            </p:cNvSpPr>
            <p:nvPr/>
          </p:nvSpPr>
          <p:spPr bwMode="auto">
            <a:xfrm>
              <a:off x="7053263" y="21097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49"/>
                    <a:pt x="82" y="149"/>
                  </a:cubicBezTo>
                  <a:cubicBezTo>
                    <a:pt x="119" y="149"/>
                    <a:pt x="149" y="120"/>
                    <a:pt x="149" y="83"/>
                  </a:cubicBezTo>
                  <a:cubicBezTo>
                    <a:pt x="149" y="47"/>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6" name="Freeform 291">
              <a:extLst>
                <a:ext uri="{FF2B5EF4-FFF2-40B4-BE49-F238E27FC236}">
                  <a16:creationId xmlns:a16="http://schemas.microsoft.com/office/drawing/2014/main" id="{9182C3AE-CB37-6D7F-A4E9-AD1C95208283}"/>
                </a:ext>
              </a:extLst>
            </p:cNvPr>
            <p:cNvSpPr>
              <a:spLocks noEditPoints="1"/>
            </p:cNvSpPr>
            <p:nvPr/>
          </p:nvSpPr>
          <p:spPr bwMode="auto">
            <a:xfrm>
              <a:off x="6367463" y="2338388"/>
              <a:ext cx="112713" cy="112713"/>
            </a:xfrm>
            <a:custGeom>
              <a:avLst/>
              <a:gdLst>
                <a:gd name="T0" fmla="*/ 83 w 166"/>
                <a:gd name="T1" fmla="*/ 17 h 166"/>
                <a:gd name="T2" fmla="*/ 17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9" y="0"/>
                    <a:pt x="166" y="38"/>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7" name="Freeform 292">
              <a:extLst>
                <a:ext uri="{FF2B5EF4-FFF2-40B4-BE49-F238E27FC236}">
                  <a16:creationId xmlns:a16="http://schemas.microsoft.com/office/drawing/2014/main" id="{77A4CF88-EB63-5798-8FF8-53AF76F5FAA6}"/>
                </a:ext>
              </a:extLst>
            </p:cNvPr>
            <p:cNvSpPr>
              <a:spLocks noEditPoints="1"/>
            </p:cNvSpPr>
            <p:nvPr/>
          </p:nvSpPr>
          <p:spPr bwMode="auto">
            <a:xfrm>
              <a:off x="6710363" y="2338388"/>
              <a:ext cx="112713" cy="112713"/>
            </a:xfrm>
            <a:custGeom>
              <a:avLst/>
              <a:gdLst>
                <a:gd name="T0" fmla="*/ 83 w 166"/>
                <a:gd name="T1" fmla="*/ 17 h 166"/>
                <a:gd name="T2" fmla="*/ 16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8" y="0"/>
                    <a:pt x="166" y="38"/>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8" name="Freeform 293">
              <a:extLst>
                <a:ext uri="{FF2B5EF4-FFF2-40B4-BE49-F238E27FC236}">
                  <a16:creationId xmlns:a16="http://schemas.microsoft.com/office/drawing/2014/main" id="{46BA9F80-C242-D7EC-1F81-A6E57D5AE8C3}"/>
                </a:ext>
              </a:extLst>
            </p:cNvPr>
            <p:cNvSpPr>
              <a:spLocks noEditPoints="1"/>
            </p:cNvSpPr>
            <p:nvPr/>
          </p:nvSpPr>
          <p:spPr bwMode="auto">
            <a:xfrm>
              <a:off x="7053263" y="2338388"/>
              <a:ext cx="111125" cy="112713"/>
            </a:xfrm>
            <a:custGeom>
              <a:avLst/>
              <a:gdLst>
                <a:gd name="T0" fmla="*/ 82 w 165"/>
                <a:gd name="T1" fmla="*/ 17 h 166"/>
                <a:gd name="T2" fmla="*/ 16 w 165"/>
                <a:gd name="T3" fmla="*/ 83 h 166"/>
                <a:gd name="T4" fmla="*/ 82 w 165"/>
                <a:gd name="T5" fmla="*/ 150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50"/>
                    <a:pt x="82" y="150"/>
                  </a:cubicBezTo>
                  <a:cubicBezTo>
                    <a:pt x="119" y="150"/>
                    <a:pt x="149" y="120"/>
                    <a:pt x="149" y="83"/>
                  </a:cubicBezTo>
                  <a:cubicBezTo>
                    <a:pt x="149" y="47"/>
                    <a:pt x="119" y="17"/>
                    <a:pt x="82" y="17"/>
                  </a:cubicBezTo>
                  <a:close/>
                  <a:moveTo>
                    <a:pt x="82" y="166"/>
                  </a:moveTo>
                  <a:cubicBezTo>
                    <a:pt x="37" y="166"/>
                    <a:pt x="0" y="129"/>
                    <a:pt x="0" y="83"/>
                  </a:cubicBezTo>
                  <a:cubicBezTo>
                    <a:pt x="0" y="38"/>
                    <a:pt x="37" y="0"/>
                    <a:pt x="82" y="0"/>
                  </a:cubicBezTo>
                  <a:cubicBezTo>
                    <a:pt x="128" y="0"/>
                    <a:pt x="165" y="38"/>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9" name="Rectangle 294">
              <a:extLst>
                <a:ext uri="{FF2B5EF4-FFF2-40B4-BE49-F238E27FC236}">
                  <a16:creationId xmlns:a16="http://schemas.microsoft.com/office/drawing/2014/main" id="{F1C079EC-7001-6496-0265-A631F7A60747}"/>
                </a:ext>
              </a:extLst>
            </p:cNvPr>
            <p:cNvSpPr>
              <a:spLocks noChangeArrowheads="1"/>
            </p:cNvSpPr>
            <p:nvPr/>
          </p:nvSpPr>
          <p:spPr bwMode="auto">
            <a:xfrm>
              <a:off x="6816725" y="21605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0" name="Rectangle 295">
              <a:extLst>
                <a:ext uri="{FF2B5EF4-FFF2-40B4-BE49-F238E27FC236}">
                  <a16:creationId xmlns:a16="http://schemas.microsoft.com/office/drawing/2014/main" id="{6D1DBC2F-0624-3BDB-A5BD-B62A85AED8AD}"/>
                </a:ext>
              </a:extLst>
            </p:cNvPr>
            <p:cNvSpPr>
              <a:spLocks noChangeArrowheads="1"/>
            </p:cNvSpPr>
            <p:nvPr/>
          </p:nvSpPr>
          <p:spPr bwMode="auto">
            <a:xfrm>
              <a:off x="6816725" y="19319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1" name="Freeform 296">
              <a:extLst>
                <a:ext uri="{FF2B5EF4-FFF2-40B4-BE49-F238E27FC236}">
                  <a16:creationId xmlns:a16="http://schemas.microsoft.com/office/drawing/2014/main" id="{0A7EE8DC-0513-B51C-017D-9C4E4A1834CD}"/>
                </a:ext>
              </a:extLst>
            </p:cNvPr>
            <p:cNvSpPr>
              <a:spLocks/>
            </p:cNvSpPr>
            <p:nvPr/>
          </p:nvSpPr>
          <p:spPr bwMode="auto">
            <a:xfrm>
              <a:off x="6461125" y="1957388"/>
              <a:ext cx="269875" cy="185738"/>
            </a:xfrm>
            <a:custGeom>
              <a:avLst/>
              <a:gdLst>
                <a:gd name="T0" fmla="*/ 4 w 170"/>
                <a:gd name="T1" fmla="*/ 117 h 117"/>
                <a:gd name="T2" fmla="*/ 0 w 170"/>
                <a:gd name="T3" fmla="*/ 111 h 117"/>
                <a:gd name="T4" fmla="*/ 166 w 170"/>
                <a:gd name="T5" fmla="*/ 0 h 117"/>
                <a:gd name="T6" fmla="*/ 170 w 170"/>
                <a:gd name="T7" fmla="*/ 6 h 117"/>
                <a:gd name="T8" fmla="*/ 4 w 170"/>
                <a:gd name="T9" fmla="*/ 117 h 117"/>
              </a:gdLst>
              <a:ahLst/>
              <a:cxnLst>
                <a:cxn ang="0">
                  <a:pos x="T0" y="T1"/>
                </a:cxn>
                <a:cxn ang="0">
                  <a:pos x="T2" y="T3"/>
                </a:cxn>
                <a:cxn ang="0">
                  <a:pos x="T4" y="T5"/>
                </a:cxn>
                <a:cxn ang="0">
                  <a:pos x="T6" y="T7"/>
                </a:cxn>
                <a:cxn ang="0">
                  <a:pos x="T8" y="T9"/>
                </a:cxn>
              </a:cxnLst>
              <a:rect l="0" t="0" r="r" b="b"/>
              <a:pathLst>
                <a:path w="170" h="117">
                  <a:moveTo>
                    <a:pt x="4" y="117"/>
                  </a:moveTo>
                  <a:lnTo>
                    <a:pt x="0" y="111"/>
                  </a:lnTo>
                  <a:lnTo>
                    <a:pt x="166" y="0"/>
                  </a:lnTo>
                  <a:lnTo>
                    <a:pt x="170" y="6"/>
                  </a:lnTo>
                  <a:lnTo>
                    <a:pt x="4" y="11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2" name="Freeform 297">
              <a:extLst>
                <a:ext uri="{FF2B5EF4-FFF2-40B4-BE49-F238E27FC236}">
                  <a16:creationId xmlns:a16="http://schemas.microsoft.com/office/drawing/2014/main" id="{A2C7B92D-2DF7-0858-EB6D-CD589E3B2661}"/>
                </a:ext>
              </a:extLst>
            </p:cNvPr>
            <p:cNvSpPr>
              <a:spLocks/>
            </p:cNvSpPr>
            <p:nvPr/>
          </p:nvSpPr>
          <p:spPr bwMode="auto">
            <a:xfrm>
              <a:off x="6462713" y="1728788"/>
              <a:ext cx="268288" cy="184150"/>
            </a:xfrm>
            <a:custGeom>
              <a:avLst/>
              <a:gdLst>
                <a:gd name="T0" fmla="*/ 4 w 169"/>
                <a:gd name="T1" fmla="*/ 116 h 116"/>
                <a:gd name="T2" fmla="*/ 0 w 169"/>
                <a:gd name="T3" fmla="*/ 110 h 116"/>
                <a:gd name="T4" fmla="*/ 165 w 169"/>
                <a:gd name="T5" fmla="*/ 0 h 116"/>
                <a:gd name="T6" fmla="*/ 169 w 169"/>
                <a:gd name="T7" fmla="*/ 6 h 116"/>
                <a:gd name="T8" fmla="*/ 4 w 169"/>
                <a:gd name="T9" fmla="*/ 116 h 116"/>
              </a:gdLst>
              <a:ahLst/>
              <a:cxnLst>
                <a:cxn ang="0">
                  <a:pos x="T0" y="T1"/>
                </a:cxn>
                <a:cxn ang="0">
                  <a:pos x="T2" y="T3"/>
                </a:cxn>
                <a:cxn ang="0">
                  <a:pos x="T4" y="T5"/>
                </a:cxn>
                <a:cxn ang="0">
                  <a:pos x="T6" y="T7"/>
                </a:cxn>
                <a:cxn ang="0">
                  <a:pos x="T8" y="T9"/>
                </a:cxn>
              </a:cxnLst>
              <a:rect l="0" t="0" r="r" b="b"/>
              <a:pathLst>
                <a:path w="169" h="116">
                  <a:moveTo>
                    <a:pt x="4" y="116"/>
                  </a:moveTo>
                  <a:lnTo>
                    <a:pt x="0" y="110"/>
                  </a:lnTo>
                  <a:lnTo>
                    <a:pt x="165" y="0"/>
                  </a:lnTo>
                  <a:lnTo>
                    <a:pt x="169" y="6"/>
                  </a:lnTo>
                  <a:lnTo>
                    <a:pt x="4" y="116"/>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3" name="Rectangle 298">
              <a:extLst>
                <a:ext uri="{FF2B5EF4-FFF2-40B4-BE49-F238E27FC236}">
                  <a16:creationId xmlns:a16="http://schemas.microsoft.com/office/drawing/2014/main" id="{14DB6406-17DC-9C5B-3B62-B2B7C2017CAE}"/>
                </a:ext>
              </a:extLst>
            </p:cNvPr>
            <p:cNvSpPr>
              <a:spLocks noChangeArrowheads="1"/>
            </p:cNvSpPr>
            <p:nvPr/>
          </p:nvSpPr>
          <p:spPr bwMode="auto">
            <a:xfrm>
              <a:off x="6473825" y="1701801"/>
              <a:ext cx="242888" cy="127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4" name="Freeform 299">
              <a:extLst>
                <a:ext uri="{FF2B5EF4-FFF2-40B4-BE49-F238E27FC236}">
                  <a16:creationId xmlns:a16="http://schemas.microsoft.com/office/drawing/2014/main" id="{28442E0D-7500-FFD5-D021-A75CE04FF125}"/>
                </a:ext>
              </a:extLst>
            </p:cNvPr>
            <p:cNvSpPr>
              <a:spLocks/>
            </p:cNvSpPr>
            <p:nvPr/>
          </p:nvSpPr>
          <p:spPr bwMode="auto">
            <a:xfrm>
              <a:off x="6461125" y="2189163"/>
              <a:ext cx="266700" cy="182563"/>
            </a:xfrm>
            <a:custGeom>
              <a:avLst/>
              <a:gdLst>
                <a:gd name="T0" fmla="*/ 164 w 168"/>
                <a:gd name="T1" fmla="*/ 115 h 115"/>
                <a:gd name="T2" fmla="*/ 0 w 168"/>
                <a:gd name="T3" fmla="*/ 6 h 115"/>
                <a:gd name="T4" fmla="*/ 4 w 168"/>
                <a:gd name="T5" fmla="*/ 0 h 115"/>
                <a:gd name="T6" fmla="*/ 168 w 168"/>
                <a:gd name="T7" fmla="*/ 109 h 115"/>
                <a:gd name="T8" fmla="*/ 164 w 168"/>
                <a:gd name="T9" fmla="*/ 115 h 115"/>
              </a:gdLst>
              <a:ahLst/>
              <a:cxnLst>
                <a:cxn ang="0">
                  <a:pos x="T0" y="T1"/>
                </a:cxn>
                <a:cxn ang="0">
                  <a:pos x="T2" y="T3"/>
                </a:cxn>
                <a:cxn ang="0">
                  <a:pos x="T4" y="T5"/>
                </a:cxn>
                <a:cxn ang="0">
                  <a:pos x="T6" y="T7"/>
                </a:cxn>
                <a:cxn ang="0">
                  <a:pos x="T8" y="T9"/>
                </a:cxn>
              </a:cxnLst>
              <a:rect l="0" t="0" r="r" b="b"/>
              <a:pathLst>
                <a:path w="168" h="115">
                  <a:moveTo>
                    <a:pt x="164" y="115"/>
                  </a:moveTo>
                  <a:lnTo>
                    <a:pt x="0" y="6"/>
                  </a:lnTo>
                  <a:lnTo>
                    <a:pt x="4" y="0"/>
                  </a:lnTo>
                  <a:lnTo>
                    <a:pt x="168" y="109"/>
                  </a:lnTo>
                  <a:lnTo>
                    <a:pt x="164" y="11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5" name="Rectangle 300">
              <a:extLst>
                <a:ext uri="{FF2B5EF4-FFF2-40B4-BE49-F238E27FC236}">
                  <a16:creationId xmlns:a16="http://schemas.microsoft.com/office/drawing/2014/main" id="{8048E1AF-940E-0671-A006-B8E54EA91354}"/>
                </a:ext>
              </a:extLst>
            </p:cNvPr>
            <p:cNvSpPr>
              <a:spLocks noChangeArrowheads="1"/>
            </p:cNvSpPr>
            <p:nvPr/>
          </p:nvSpPr>
          <p:spPr bwMode="auto">
            <a:xfrm>
              <a:off x="7104063" y="2216151"/>
              <a:ext cx="11113" cy="128588"/>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6" name="Rectangle 301">
              <a:extLst>
                <a:ext uri="{FF2B5EF4-FFF2-40B4-BE49-F238E27FC236}">
                  <a16:creationId xmlns:a16="http://schemas.microsoft.com/office/drawing/2014/main" id="{3CC4784E-A274-BF71-B94C-BB6B68AE46D4}"/>
                </a:ext>
              </a:extLst>
            </p:cNvPr>
            <p:cNvSpPr>
              <a:spLocks noChangeArrowheads="1"/>
            </p:cNvSpPr>
            <p:nvPr/>
          </p:nvSpPr>
          <p:spPr bwMode="auto">
            <a:xfrm>
              <a:off x="7104063" y="1758951"/>
              <a:ext cx="11113" cy="1270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37" name="Connected_home4" descr="{&quot;Key&quot;:&quot;POWER_USER_SHAPE_ICON&quot;,&quot;Value&quot;:&quot;POWER_USER_SHAPE_ICON_STYLE_1&quot;}">
            <a:extLst>
              <a:ext uri="{FF2B5EF4-FFF2-40B4-BE49-F238E27FC236}">
                <a16:creationId xmlns:a16="http://schemas.microsoft.com/office/drawing/2014/main" id="{29580789-5AB4-2CB8-C654-9266CE89ECED}"/>
              </a:ext>
            </a:extLst>
          </p:cNvPr>
          <p:cNvGrpSpPr>
            <a:grpSpLocks noChangeAspect="1"/>
          </p:cNvGrpSpPr>
          <p:nvPr>
            <p:custDataLst>
              <p:tags r:id="rId2"/>
            </p:custDataLst>
          </p:nvPr>
        </p:nvGrpSpPr>
        <p:grpSpPr>
          <a:xfrm>
            <a:off x="2243693" y="3937461"/>
            <a:ext cx="679899" cy="692727"/>
            <a:chOff x="5753101" y="3071813"/>
            <a:chExt cx="673100" cy="685800"/>
          </a:xfrm>
          <a:solidFill>
            <a:schemeClr val="lt1"/>
          </a:solidFill>
        </p:grpSpPr>
        <p:sp>
          <p:nvSpPr>
            <p:cNvPr id="138" name="Freeform 378">
              <a:extLst>
                <a:ext uri="{FF2B5EF4-FFF2-40B4-BE49-F238E27FC236}">
                  <a16:creationId xmlns:a16="http://schemas.microsoft.com/office/drawing/2014/main" id="{AA7D748C-1FC6-C4E1-928F-00C4E7F07790}"/>
                </a:ext>
              </a:extLst>
            </p:cNvPr>
            <p:cNvSpPr>
              <a:spLocks/>
            </p:cNvSpPr>
            <p:nvPr/>
          </p:nvSpPr>
          <p:spPr bwMode="auto">
            <a:xfrm>
              <a:off x="6230938" y="3359150"/>
              <a:ext cx="195263" cy="393700"/>
            </a:xfrm>
            <a:custGeom>
              <a:avLst/>
              <a:gdLst>
                <a:gd name="T0" fmla="*/ 130 w 143"/>
                <a:gd name="T1" fmla="*/ 287 h 287"/>
                <a:gd name="T2" fmla="*/ 59 w 143"/>
                <a:gd name="T3" fmla="*/ 203 h 287"/>
                <a:gd name="T4" fmla="*/ 59 w 143"/>
                <a:gd name="T5" fmla="*/ 107 h 287"/>
                <a:gd name="T6" fmla="*/ 39 w 143"/>
                <a:gd name="T7" fmla="*/ 55 h 287"/>
                <a:gd name="T8" fmla="*/ 0 w 143"/>
                <a:gd name="T9" fmla="*/ 11 h 287"/>
                <a:gd name="T10" fmla="*/ 12 w 143"/>
                <a:gd name="T11" fmla="*/ 0 h 287"/>
                <a:gd name="T12" fmla="*/ 51 w 143"/>
                <a:gd name="T13" fmla="*/ 44 h 287"/>
                <a:gd name="T14" fmla="*/ 75 w 143"/>
                <a:gd name="T15" fmla="*/ 107 h 287"/>
                <a:gd name="T16" fmla="*/ 75 w 143"/>
                <a:gd name="T17" fmla="*/ 197 h 287"/>
                <a:gd name="T18" fmla="*/ 143 w 143"/>
                <a:gd name="T19" fmla="*/ 276 h 287"/>
                <a:gd name="T20" fmla="*/ 130 w 143"/>
                <a:gd name="T21"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287">
                  <a:moveTo>
                    <a:pt x="130" y="287"/>
                  </a:moveTo>
                  <a:lnTo>
                    <a:pt x="59" y="203"/>
                  </a:lnTo>
                  <a:lnTo>
                    <a:pt x="59" y="107"/>
                  </a:lnTo>
                  <a:cubicBezTo>
                    <a:pt x="59" y="88"/>
                    <a:pt x="52" y="70"/>
                    <a:pt x="39" y="55"/>
                  </a:cubicBezTo>
                  <a:lnTo>
                    <a:pt x="0" y="11"/>
                  </a:lnTo>
                  <a:lnTo>
                    <a:pt x="12" y="0"/>
                  </a:lnTo>
                  <a:lnTo>
                    <a:pt x="51" y="44"/>
                  </a:lnTo>
                  <a:cubicBezTo>
                    <a:pt x="67" y="62"/>
                    <a:pt x="75" y="84"/>
                    <a:pt x="75" y="107"/>
                  </a:cubicBezTo>
                  <a:lnTo>
                    <a:pt x="75" y="197"/>
                  </a:lnTo>
                  <a:lnTo>
                    <a:pt x="143" y="276"/>
                  </a:lnTo>
                  <a:lnTo>
                    <a:pt x="130" y="28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9" name="Freeform 379">
              <a:extLst>
                <a:ext uri="{FF2B5EF4-FFF2-40B4-BE49-F238E27FC236}">
                  <a16:creationId xmlns:a16="http://schemas.microsoft.com/office/drawing/2014/main" id="{A66D6898-4F66-8567-0244-B0E7E3B2A7C7}"/>
                </a:ext>
              </a:extLst>
            </p:cNvPr>
            <p:cNvSpPr>
              <a:spLocks/>
            </p:cNvSpPr>
            <p:nvPr/>
          </p:nvSpPr>
          <p:spPr bwMode="auto">
            <a:xfrm>
              <a:off x="6122988" y="3463925"/>
              <a:ext cx="160338" cy="293688"/>
            </a:xfrm>
            <a:custGeom>
              <a:avLst/>
              <a:gdLst>
                <a:gd name="T0" fmla="*/ 105 w 118"/>
                <a:gd name="T1" fmla="*/ 215 h 215"/>
                <a:gd name="T2" fmla="*/ 63 w 118"/>
                <a:gd name="T3" fmla="*/ 161 h 215"/>
                <a:gd name="T4" fmla="*/ 57 w 118"/>
                <a:gd name="T5" fmla="*/ 141 h 215"/>
                <a:gd name="T6" fmla="*/ 57 w 118"/>
                <a:gd name="T7" fmla="*/ 117 h 215"/>
                <a:gd name="T8" fmla="*/ 56 w 118"/>
                <a:gd name="T9" fmla="*/ 115 h 215"/>
                <a:gd name="T10" fmla="*/ 12 w 118"/>
                <a:gd name="T11" fmla="*/ 59 h 215"/>
                <a:gd name="T12" fmla="*/ 15 w 118"/>
                <a:gd name="T13" fmla="*/ 12 h 215"/>
                <a:gd name="T14" fmla="*/ 62 w 118"/>
                <a:gd name="T15" fmla="*/ 12 h 215"/>
                <a:gd name="T16" fmla="*/ 111 w 118"/>
                <a:gd name="T17" fmla="*/ 57 h 215"/>
                <a:gd name="T18" fmla="*/ 100 w 118"/>
                <a:gd name="T19" fmla="*/ 70 h 215"/>
                <a:gd name="T20" fmla="*/ 51 w 118"/>
                <a:gd name="T21" fmla="*/ 24 h 215"/>
                <a:gd name="T22" fmla="*/ 27 w 118"/>
                <a:gd name="T23" fmla="*/ 24 h 215"/>
                <a:gd name="T24" fmla="*/ 25 w 118"/>
                <a:gd name="T25" fmla="*/ 48 h 215"/>
                <a:gd name="T26" fmla="*/ 69 w 118"/>
                <a:gd name="T27" fmla="*/ 104 h 215"/>
                <a:gd name="T28" fmla="*/ 73 w 118"/>
                <a:gd name="T29" fmla="*/ 117 h 215"/>
                <a:gd name="T30" fmla="*/ 73 w 118"/>
                <a:gd name="T31" fmla="*/ 141 h 215"/>
                <a:gd name="T32" fmla="*/ 77 w 118"/>
                <a:gd name="T33" fmla="*/ 151 h 215"/>
                <a:gd name="T34" fmla="*/ 118 w 118"/>
                <a:gd name="T35" fmla="*/ 205 h 215"/>
                <a:gd name="T36" fmla="*/ 105 w 118"/>
                <a:gd name="T37" fmla="*/ 21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215">
                  <a:moveTo>
                    <a:pt x="105" y="215"/>
                  </a:moveTo>
                  <a:lnTo>
                    <a:pt x="63" y="161"/>
                  </a:lnTo>
                  <a:cubicBezTo>
                    <a:pt x="59" y="155"/>
                    <a:pt x="57" y="148"/>
                    <a:pt x="57" y="141"/>
                  </a:cubicBezTo>
                  <a:lnTo>
                    <a:pt x="57" y="117"/>
                  </a:lnTo>
                  <a:cubicBezTo>
                    <a:pt x="57" y="116"/>
                    <a:pt x="56" y="115"/>
                    <a:pt x="56" y="115"/>
                  </a:cubicBezTo>
                  <a:lnTo>
                    <a:pt x="12" y="59"/>
                  </a:lnTo>
                  <a:cubicBezTo>
                    <a:pt x="0" y="45"/>
                    <a:pt x="2" y="24"/>
                    <a:pt x="15" y="12"/>
                  </a:cubicBezTo>
                  <a:cubicBezTo>
                    <a:pt x="29" y="0"/>
                    <a:pt x="49" y="0"/>
                    <a:pt x="62" y="12"/>
                  </a:cubicBezTo>
                  <a:lnTo>
                    <a:pt x="111" y="57"/>
                  </a:lnTo>
                  <a:lnTo>
                    <a:pt x="100" y="70"/>
                  </a:lnTo>
                  <a:lnTo>
                    <a:pt x="51" y="24"/>
                  </a:lnTo>
                  <a:cubicBezTo>
                    <a:pt x="44" y="18"/>
                    <a:pt x="34" y="18"/>
                    <a:pt x="27" y="24"/>
                  </a:cubicBezTo>
                  <a:cubicBezTo>
                    <a:pt x="20" y="30"/>
                    <a:pt x="19" y="41"/>
                    <a:pt x="25" y="48"/>
                  </a:cubicBezTo>
                  <a:lnTo>
                    <a:pt x="69" y="104"/>
                  </a:lnTo>
                  <a:cubicBezTo>
                    <a:pt x="72" y="108"/>
                    <a:pt x="73" y="112"/>
                    <a:pt x="73" y="117"/>
                  </a:cubicBezTo>
                  <a:lnTo>
                    <a:pt x="73" y="141"/>
                  </a:lnTo>
                  <a:cubicBezTo>
                    <a:pt x="73" y="144"/>
                    <a:pt x="74" y="148"/>
                    <a:pt x="77" y="151"/>
                  </a:cubicBezTo>
                  <a:lnTo>
                    <a:pt x="118" y="205"/>
                  </a:lnTo>
                  <a:lnTo>
                    <a:pt x="105" y="21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0" name="Freeform 380">
              <a:extLst>
                <a:ext uri="{FF2B5EF4-FFF2-40B4-BE49-F238E27FC236}">
                  <a16:creationId xmlns:a16="http://schemas.microsoft.com/office/drawing/2014/main" id="{0C8E73D2-AEAE-BEB6-1855-522CEFB49A3D}"/>
                </a:ext>
              </a:extLst>
            </p:cNvPr>
            <p:cNvSpPr>
              <a:spLocks/>
            </p:cNvSpPr>
            <p:nvPr/>
          </p:nvSpPr>
          <p:spPr bwMode="auto">
            <a:xfrm>
              <a:off x="5753101" y="3071813"/>
              <a:ext cx="496888" cy="603250"/>
            </a:xfrm>
            <a:custGeom>
              <a:avLst/>
              <a:gdLst>
                <a:gd name="T0" fmla="*/ 336 w 363"/>
                <a:gd name="T1" fmla="*/ 440 h 440"/>
                <a:gd name="T2" fmla="*/ 21 w 363"/>
                <a:gd name="T3" fmla="*/ 440 h 440"/>
                <a:gd name="T4" fmla="*/ 0 w 363"/>
                <a:gd name="T5" fmla="*/ 419 h 440"/>
                <a:gd name="T6" fmla="*/ 0 w 363"/>
                <a:gd name="T7" fmla="*/ 21 h 440"/>
                <a:gd name="T8" fmla="*/ 21 w 363"/>
                <a:gd name="T9" fmla="*/ 0 h 440"/>
                <a:gd name="T10" fmla="*/ 343 w 363"/>
                <a:gd name="T11" fmla="*/ 0 h 440"/>
                <a:gd name="T12" fmla="*/ 363 w 363"/>
                <a:gd name="T13" fmla="*/ 21 h 440"/>
                <a:gd name="T14" fmla="*/ 363 w 363"/>
                <a:gd name="T15" fmla="*/ 330 h 440"/>
                <a:gd name="T16" fmla="*/ 347 w 363"/>
                <a:gd name="T17" fmla="*/ 330 h 440"/>
                <a:gd name="T18" fmla="*/ 347 w 363"/>
                <a:gd name="T19" fmla="*/ 21 h 440"/>
                <a:gd name="T20" fmla="*/ 343 w 363"/>
                <a:gd name="T21" fmla="*/ 17 h 440"/>
                <a:gd name="T22" fmla="*/ 21 w 363"/>
                <a:gd name="T23" fmla="*/ 17 h 440"/>
                <a:gd name="T24" fmla="*/ 17 w 363"/>
                <a:gd name="T25" fmla="*/ 21 h 440"/>
                <a:gd name="T26" fmla="*/ 17 w 363"/>
                <a:gd name="T27" fmla="*/ 419 h 440"/>
                <a:gd name="T28" fmla="*/ 21 w 363"/>
                <a:gd name="T29" fmla="*/ 423 h 440"/>
                <a:gd name="T30" fmla="*/ 336 w 363"/>
                <a:gd name="T31" fmla="*/ 423 h 440"/>
                <a:gd name="T32" fmla="*/ 336 w 363"/>
                <a:gd name="T33" fmla="*/ 44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3" h="440">
                  <a:moveTo>
                    <a:pt x="336" y="440"/>
                  </a:moveTo>
                  <a:lnTo>
                    <a:pt x="21" y="440"/>
                  </a:lnTo>
                  <a:cubicBezTo>
                    <a:pt x="9" y="440"/>
                    <a:pt x="0" y="430"/>
                    <a:pt x="0" y="419"/>
                  </a:cubicBezTo>
                  <a:lnTo>
                    <a:pt x="0" y="21"/>
                  </a:lnTo>
                  <a:cubicBezTo>
                    <a:pt x="0" y="10"/>
                    <a:pt x="9" y="0"/>
                    <a:pt x="21" y="0"/>
                  </a:cubicBezTo>
                  <a:lnTo>
                    <a:pt x="343" y="0"/>
                  </a:lnTo>
                  <a:cubicBezTo>
                    <a:pt x="354" y="0"/>
                    <a:pt x="363" y="10"/>
                    <a:pt x="363" y="21"/>
                  </a:cubicBezTo>
                  <a:lnTo>
                    <a:pt x="363" y="330"/>
                  </a:lnTo>
                  <a:lnTo>
                    <a:pt x="347" y="330"/>
                  </a:lnTo>
                  <a:lnTo>
                    <a:pt x="347" y="21"/>
                  </a:lnTo>
                  <a:cubicBezTo>
                    <a:pt x="347" y="19"/>
                    <a:pt x="345" y="17"/>
                    <a:pt x="343" y="17"/>
                  </a:cubicBezTo>
                  <a:lnTo>
                    <a:pt x="21" y="17"/>
                  </a:lnTo>
                  <a:cubicBezTo>
                    <a:pt x="19" y="17"/>
                    <a:pt x="17" y="19"/>
                    <a:pt x="17" y="21"/>
                  </a:cubicBezTo>
                  <a:lnTo>
                    <a:pt x="17" y="419"/>
                  </a:lnTo>
                  <a:cubicBezTo>
                    <a:pt x="17" y="421"/>
                    <a:pt x="19" y="423"/>
                    <a:pt x="21" y="423"/>
                  </a:cubicBezTo>
                  <a:lnTo>
                    <a:pt x="336" y="423"/>
                  </a:lnTo>
                  <a:lnTo>
                    <a:pt x="336" y="4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381">
              <a:extLst>
                <a:ext uri="{FF2B5EF4-FFF2-40B4-BE49-F238E27FC236}">
                  <a16:creationId xmlns:a16="http://schemas.microsoft.com/office/drawing/2014/main" id="{19EA7992-43B5-6274-201B-BF2D60CE80F8}"/>
                </a:ext>
              </a:extLst>
            </p:cNvPr>
            <p:cNvSpPr>
              <a:spLocks/>
            </p:cNvSpPr>
            <p:nvPr/>
          </p:nvSpPr>
          <p:spPr bwMode="auto">
            <a:xfrm>
              <a:off x="5821363" y="3157538"/>
              <a:ext cx="360363" cy="431800"/>
            </a:xfrm>
            <a:custGeom>
              <a:avLst/>
              <a:gdLst>
                <a:gd name="T0" fmla="*/ 251 w 263"/>
                <a:gd name="T1" fmla="*/ 316 h 316"/>
                <a:gd name="T2" fmla="*/ 13 w 263"/>
                <a:gd name="T3" fmla="*/ 316 h 316"/>
                <a:gd name="T4" fmla="*/ 0 w 263"/>
                <a:gd name="T5" fmla="*/ 304 h 316"/>
                <a:gd name="T6" fmla="*/ 0 w 263"/>
                <a:gd name="T7" fmla="*/ 12 h 316"/>
                <a:gd name="T8" fmla="*/ 13 w 263"/>
                <a:gd name="T9" fmla="*/ 0 h 316"/>
                <a:gd name="T10" fmla="*/ 251 w 263"/>
                <a:gd name="T11" fmla="*/ 0 h 316"/>
                <a:gd name="T12" fmla="*/ 263 w 263"/>
                <a:gd name="T13" fmla="*/ 12 h 316"/>
                <a:gd name="T14" fmla="*/ 263 w 263"/>
                <a:gd name="T15" fmla="*/ 235 h 316"/>
                <a:gd name="T16" fmla="*/ 247 w 263"/>
                <a:gd name="T17" fmla="*/ 235 h 316"/>
                <a:gd name="T18" fmla="*/ 247 w 263"/>
                <a:gd name="T19" fmla="*/ 16 h 316"/>
                <a:gd name="T20" fmla="*/ 17 w 263"/>
                <a:gd name="T21" fmla="*/ 16 h 316"/>
                <a:gd name="T22" fmla="*/ 17 w 263"/>
                <a:gd name="T23" fmla="*/ 299 h 316"/>
                <a:gd name="T24" fmla="*/ 251 w 263"/>
                <a:gd name="T25" fmla="*/ 299 h 316"/>
                <a:gd name="T26" fmla="*/ 247 w 263"/>
                <a:gd name="T27" fmla="*/ 304 h 316"/>
                <a:gd name="T28" fmla="*/ 263 w 263"/>
                <a:gd name="T29" fmla="*/ 304 h 316"/>
                <a:gd name="T30" fmla="*/ 251 w 263"/>
                <a:gd name="T31" fmla="*/ 31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3" h="316">
                  <a:moveTo>
                    <a:pt x="251" y="316"/>
                  </a:moveTo>
                  <a:lnTo>
                    <a:pt x="13" y="316"/>
                  </a:lnTo>
                  <a:cubicBezTo>
                    <a:pt x="6" y="316"/>
                    <a:pt x="0" y="310"/>
                    <a:pt x="0" y="304"/>
                  </a:cubicBezTo>
                  <a:lnTo>
                    <a:pt x="0" y="12"/>
                  </a:lnTo>
                  <a:cubicBezTo>
                    <a:pt x="0" y="5"/>
                    <a:pt x="6" y="0"/>
                    <a:pt x="13" y="0"/>
                  </a:cubicBezTo>
                  <a:lnTo>
                    <a:pt x="251" y="0"/>
                  </a:lnTo>
                  <a:cubicBezTo>
                    <a:pt x="258" y="0"/>
                    <a:pt x="263" y="5"/>
                    <a:pt x="263" y="12"/>
                  </a:cubicBezTo>
                  <a:lnTo>
                    <a:pt x="263" y="235"/>
                  </a:lnTo>
                  <a:lnTo>
                    <a:pt x="247" y="235"/>
                  </a:lnTo>
                  <a:lnTo>
                    <a:pt x="247" y="16"/>
                  </a:lnTo>
                  <a:lnTo>
                    <a:pt x="17" y="16"/>
                  </a:lnTo>
                  <a:lnTo>
                    <a:pt x="17" y="299"/>
                  </a:lnTo>
                  <a:lnTo>
                    <a:pt x="251" y="299"/>
                  </a:lnTo>
                  <a:cubicBezTo>
                    <a:pt x="248" y="299"/>
                    <a:pt x="247" y="301"/>
                    <a:pt x="247" y="304"/>
                  </a:cubicBezTo>
                  <a:lnTo>
                    <a:pt x="263" y="304"/>
                  </a:lnTo>
                  <a:cubicBezTo>
                    <a:pt x="263" y="310"/>
                    <a:pt x="258" y="316"/>
                    <a:pt x="251" y="3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2" name="Rectangle 382">
              <a:extLst>
                <a:ext uri="{FF2B5EF4-FFF2-40B4-BE49-F238E27FC236}">
                  <a16:creationId xmlns:a16="http://schemas.microsoft.com/office/drawing/2014/main" id="{503ED588-4239-E1E2-2256-D4E0D2D30042}"/>
                </a:ext>
              </a:extLst>
            </p:cNvPr>
            <p:cNvSpPr>
              <a:spLocks noChangeArrowheads="1"/>
            </p:cNvSpPr>
            <p:nvPr/>
          </p:nvSpPr>
          <p:spPr bwMode="auto">
            <a:xfrm>
              <a:off x="5967413" y="3114675"/>
              <a:ext cx="666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3" name="Rectangle 383">
              <a:extLst>
                <a:ext uri="{FF2B5EF4-FFF2-40B4-BE49-F238E27FC236}">
                  <a16:creationId xmlns:a16="http://schemas.microsoft.com/office/drawing/2014/main" id="{2A3E789C-3EE1-4529-4BD8-07DF7DC0CBC3}"/>
                </a:ext>
              </a:extLst>
            </p:cNvPr>
            <p:cNvSpPr>
              <a:spLocks noChangeArrowheads="1"/>
            </p:cNvSpPr>
            <p:nvPr/>
          </p:nvSpPr>
          <p:spPr bwMode="auto">
            <a:xfrm>
              <a:off x="5978526" y="3608388"/>
              <a:ext cx="46038"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4" name="Freeform 384">
              <a:extLst>
                <a:ext uri="{FF2B5EF4-FFF2-40B4-BE49-F238E27FC236}">
                  <a16:creationId xmlns:a16="http://schemas.microsoft.com/office/drawing/2014/main" id="{4962ECF8-64F3-871A-B9C5-DD613A91B5E0}"/>
                </a:ext>
              </a:extLst>
            </p:cNvPr>
            <p:cNvSpPr>
              <a:spLocks noEditPoints="1"/>
            </p:cNvSpPr>
            <p:nvPr/>
          </p:nvSpPr>
          <p:spPr bwMode="auto">
            <a:xfrm>
              <a:off x="5868988" y="3217863"/>
              <a:ext cx="111125" cy="300038"/>
            </a:xfrm>
            <a:custGeom>
              <a:avLst/>
              <a:gdLst>
                <a:gd name="T0" fmla="*/ 42 w 81"/>
                <a:gd name="T1" fmla="*/ 12 h 220"/>
                <a:gd name="T2" fmla="*/ 35 w 81"/>
                <a:gd name="T3" fmla="*/ 20 h 220"/>
                <a:gd name="T4" fmla="*/ 35 w 81"/>
                <a:gd name="T5" fmla="*/ 155 h 220"/>
                <a:gd name="T6" fmla="*/ 31 w 81"/>
                <a:gd name="T7" fmla="*/ 156 h 220"/>
                <a:gd name="T8" fmla="*/ 16 w 81"/>
                <a:gd name="T9" fmla="*/ 185 h 220"/>
                <a:gd name="T10" fmla="*/ 36 w 81"/>
                <a:gd name="T11" fmla="*/ 207 h 220"/>
                <a:gd name="T12" fmla="*/ 59 w 81"/>
                <a:gd name="T13" fmla="*/ 201 h 220"/>
                <a:gd name="T14" fmla="*/ 69 w 81"/>
                <a:gd name="T15" fmla="*/ 180 h 220"/>
                <a:gd name="T16" fmla="*/ 53 w 81"/>
                <a:gd name="T17" fmla="*/ 156 h 220"/>
                <a:gd name="T18" fmla="*/ 49 w 81"/>
                <a:gd name="T19" fmla="*/ 155 h 220"/>
                <a:gd name="T20" fmla="*/ 49 w 81"/>
                <a:gd name="T21" fmla="*/ 20 h 220"/>
                <a:gd name="T22" fmla="*/ 42 w 81"/>
                <a:gd name="T23" fmla="*/ 12 h 220"/>
                <a:gd name="T24" fmla="*/ 42 w 81"/>
                <a:gd name="T25" fmla="*/ 220 h 220"/>
                <a:gd name="T26" fmla="*/ 34 w 81"/>
                <a:gd name="T27" fmla="*/ 219 h 220"/>
                <a:gd name="T28" fmla="*/ 3 w 81"/>
                <a:gd name="T29" fmla="*/ 188 h 220"/>
                <a:gd name="T30" fmla="*/ 22 w 81"/>
                <a:gd name="T31" fmla="*/ 147 h 220"/>
                <a:gd name="T32" fmla="*/ 22 w 81"/>
                <a:gd name="T33" fmla="*/ 20 h 220"/>
                <a:gd name="T34" fmla="*/ 42 w 81"/>
                <a:gd name="T35" fmla="*/ 0 h 220"/>
                <a:gd name="T36" fmla="*/ 62 w 81"/>
                <a:gd name="T37" fmla="*/ 20 h 220"/>
                <a:gd name="T38" fmla="*/ 62 w 81"/>
                <a:gd name="T39" fmla="*/ 147 h 220"/>
                <a:gd name="T40" fmla="*/ 81 w 81"/>
                <a:gd name="T41" fmla="*/ 180 h 220"/>
                <a:gd name="T42" fmla="*/ 67 w 81"/>
                <a:gd name="T43" fmla="*/ 211 h 220"/>
                <a:gd name="T44" fmla="*/ 42 w 81"/>
                <a:gd name="T45"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220">
                  <a:moveTo>
                    <a:pt x="42" y="12"/>
                  </a:moveTo>
                  <a:cubicBezTo>
                    <a:pt x="38" y="12"/>
                    <a:pt x="35" y="16"/>
                    <a:pt x="35" y="20"/>
                  </a:cubicBezTo>
                  <a:lnTo>
                    <a:pt x="35" y="155"/>
                  </a:lnTo>
                  <a:lnTo>
                    <a:pt x="31" y="156"/>
                  </a:lnTo>
                  <a:cubicBezTo>
                    <a:pt x="20" y="161"/>
                    <a:pt x="13" y="173"/>
                    <a:pt x="16" y="185"/>
                  </a:cubicBezTo>
                  <a:cubicBezTo>
                    <a:pt x="17" y="196"/>
                    <a:pt x="26" y="204"/>
                    <a:pt x="36" y="207"/>
                  </a:cubicBezTo>
                  <a:cubicBezTo>
                    <a:pt x="44" y="208"/>
                    <a:pt x="52" y="206"/>
                    <a:pt x="59" y="201"/>
                  </a:cubicBezTo>
                  <a:cubicBezTo>
                    <a:pt x="65" y="196"/>
                    <a:pt x="69" y="189"/>
                    <a:pt x="69" y="180"/>
                  </a:cubicBezTo>
                  <a:cubicBezTo>
                    <a:pt x="69" y="170"/>
                    <a:pt x="63" y="161"/>
                    <a:pt x="53" y="156"/>
                  </a:cubicBezTo>
                  <a:lnTo>
                    <a:pt x="49" y="155"/>
                  </a:lnTo>
                  <a:lnTo>
                    <a:pt x="49" y="20"/>
                  </a:lnTo>
                  <a:cubicBezTo>
                    <a:pt x="49" y="16"/>
                    <a:pt x="46" y="12"/>
                    <a:pt x="42" y="12"/>
                  </a:cubicBezTo>
                  <a:close/>
                  <a:moveTo>
                    <a:pt x="42" y="220"/>
                  </a:moveTo>
                  <a:cubicBezTo>
                    <a:pt x="39" y="220"/>
                    <a:pt x="36" y="219"/>
                    <a:pt x="34" y="219"/>
                  </a:cubicBezTo>
                  <a:cubicBezTo>
                    <a:pt x="18" y="216"/>
                    <a:pt x="6" y="203"/>
                    <a:pt x="3" y="188"/>
                  </a:cubicBezTo>
                  <a:cubicBezTo>
                    <a:pt x="0" y="171"/>
                    <a:pt x="8" y="155"/>
                    <a:pt x="22" y="147"/>
                  </a:cubicBezTo>
                  <a:lnTo>
                    <a:pt x="22" y="20"/>
                  </a:lnTo>
                  <a:cubicBezTo>
                    <a:pt x="22" y="9"/>
                    <a:pt x="31" y="0"/>
                    <a:pt x="42" y="0"/>
                  </a:cubicBezTo>
                  <a:cubicBezTo>
                    <a:pt x="53" y="0"/>
                    <a:pt x="62" y="9"/>
                    <a:pt x="62" y="20"/>
                  </a:cubicBezTo>
                  <a:lnTo>
                    <a:pt x="62" y="147"/>
                  </a:lnTo>
                  <a:cubicBezTo>
                    <a:pt x="74" y="154"/>
                    <a:pt x="81" y="167"/>
                    <a:pt x="81" y="180"/>
                  </a:cubicBezTo>
                  <a:cubicBezTo>
                    <a:pt x="81" y="192"/>
                    <a:pt x="76" y="203"/>
                    <a:pt x="67" y="211"/>
                  </a:cubicBezTo>
                  <a:cubicBezTo>
                    <a:pt x="60" y="217"/>
                    <a:pt x="51" y="220"/>
                    <a:pt x="42" y="2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5" name="Rectangle 385">
              <a:extLst>
                <a:ext uri="{FF2B5EF4-FFF2-40B4-BE49-F238E27FC236}">
                  <a16:creationId xmlns:a16="http://schemas.microsoft.com/office/drawing/2014/main" id="{868AB919-0B68-A1AC-5EA6-8782D8B4A6CF}"/>
                </a:ext>
              </a:extLst>
            </p:cNvPr>
            <p:cNvSpPr>
              <a:spLocks noChangeArrowheads="1"/>
            </p:cNvSpPr>
            <p:nvPr/>
          </p:nvSpPr>
          <p:spPr bwMode="auto">
            <a:xfrm>
              <a:off x="5924551" y="3284538"/>
              <a:ext cx="3016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6" name="Rectangle 386">
              <a:extLst>
                <a:ext uri="{FF2B5EF4-FFF2-40B4-BE49-F238E27FC236}">
                  <a16:creationId xmlns:a16="http://schemas.microsoft.com/office/drawing/2014/main" id="{3E7279D5-5A59-DB10-8BDE-BDF3E5C77EC3}"/>
                </a:ext>
              </a:extLst>
            </p:cNvPr>
            <p:cNvSpPr>
              <a:spLocks noChangeArrowheads="1"/>
            </p:cNvSpPr>
            <p:nvPr/>
          </p:nvSpPr>
          <p:spPr bwMode="auto">
            <a:xfrm>
              <a:off x="5924551" y="3328988"/>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7" name="Rectangle 387">
              <a:extLst>
                <a:ext uri="{FF2B5EF4-FFF2-40B4-BE49-F238E27FC236}">
                  <a16:creationId xmlns:a16="http://schemas.microsoft.com/office/drawing/2014/main" id="{2246884D-6CF1-650E-A919-480AB9554D21}"/>
                </a:ext>
              </a:extLst>
            </p:cNvPr>
            <p:cNvSpPr>
              <a:spLocks noChangeArrowheads="1"/>
            </p:cNvSpPr>
            <p:nvPr/>
          </p:nvSpPr>
          <p:spPr bwMode="auto">
            <a:xfrm>
              <a:off x="5924551" y="3375025"/>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8" name="Freeform 388">
              <a:extLst>
                <a:ext uri="{FF2B5EF4-FFF2-40B4-BE49-F238E27FC236}">
                  <a16:creationId xmlns:a16="http://schemas.microsoft.com/office/drawing/2014/main" id="{6AF9C8DF-4DCA-6C33-C42D-06DFBDB3E1D3}"/>
                </a:ext>
              </a:extLst>
            </p:cNvPr>
            <p:cNvSpPr>
              <a:spLocks noEditPoints="1"/>
            </p:cNvSpPr>
            <p:nvPr/>
          </p:nvSpPr>
          <p:spPr bwMode="auto">
            <a:xfrm>
              <a:off x="6034088" y="3408363"/>
              <a:ext cx="57150" cy="58738"/>
            </a:xfrm>
            <a:custGeom>
              <a:avLst/>
              <a:gdLst>
                <a:gd name="T0" fmla="*/ 21 w 42"/>
                <a:gd name="T1" fmla="*/ 13 h 42"/>
                <a:gd name="T2" fmla="*/ 13 w 42"/>
                <a:gd name="T3" fmla="*/ 21 h 42"/>
                <a:gd name="T4" fmla="*/ 21 w 42"/>
                <a:gd name="T5" fmla="*/ 29 h 42"/>
                <a:gd name="T6" fmla="*/ 29 w 42"/>
                <a:gd name="T7" fmla="*/ 21 h 42"/>
                <a:gd name="T8" fmla="*/ 21 w 42"/>
                <a:gd name="T9" fmla="*/ 13 h 42"/>
                <a:gd name="T10" fmla="*/ 21 w 42"/>
                <a:gd name="T11" fmla="*/ 42 h 42"/>
                <a:gd name="T12" fmla="*/ 0 w 42"/>
                <a:gd name="T13" fmla="*/ 21 h 42"/>
                <a:gd name="T14" fmla="*/ 21 w 42"/>
                <a:gd name="T15" fmla="*/ 0 h 42"/>
                <a:gd name="T16" fmla="*/ 42 w 42"/>
                <a:gd name="T17" fmla="*/ 21 h 42"/>
                <a:gd name="T18" fmla="*/ 21 w 42"/>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21" y="13"/>
                  </a:moveTo>
                  <a:cubicBezTo>
                    <a:pt x="16" y="13"/>
                    <a:pt x="13" y="17"/>
                    <a:pt x="13" y="21"/>
                  </a:cubicBezTo>
                  <a:cubicBezTo>
                    <a:pt x="13" y="26"/>
                    <a:pt x="16" y="29"/>
                    <a:pt x="21" y="29"/>
                  </a:cubicBezTo>
                  <a:cubicBezTo>
                    <a:pt x="25" y="29"/>
                    <a:pt x="29" y="26"/>
                    <a:pt x="29" y="21"/>
                  </a:cubicBezTo>
                  <a:cubicBezTo>
                    <a:pt x="29" y="17"/>
                    <a:pt x="25" y="13"/>
                    <a:pt x="21" y="13"/>
                  </a:cubicBezTo>
                  <a:close/>
                  <a:moveTo>
                    <a:pt x="21" y="42"/>
                  </a:moveTo>
                  <a:cubicBezTo>
                    <a:pt x="9" y="42"/>
                    <a:pt x="0" y="33"/>
                    <a:pt x="0" y="21"/>
                  </a:cubicBezTo>
                  <a:cubicBezTo>
                    <a:pt x="0" y="10"/>
                    <a:pt x="9" y="0"/>
                    <a:pt x="21" y="0"/>
                  </a:cubicBezTo>
                  <a:cubicBezTo>
                    <a:pt x="32" y="0"/>
                    <a:pt x="42" y="10"/>
                    <a:pt x="42" y="21"/>
                  </a:cubicBezTo>
                  <a:cubicBezTo>
                    <a:pt x="42" y="33"/>
                    <a:pt x="32" y="42"/>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9" name="Rectangle 389">
              <a:extLst>
                <a:ext uri="{FF2B5EF4-FFF2-40B4-BE49-F238E27FC236}">
                  <a16:creationId xmlns:a16="http://schemas.microsoft.com/office/drawing/2014/main" id="{395FDF17-716D-4423-E0C2-1F7ADC47A18C}"/>
                </a:ext>
              </a:extLst>
            </p:cNvPr>
            <p:cNvSpPr>
              <a:spLocks noChangeArrowheads="1"/>
            </p:cNvSpPr>
            <p:nvPr/>
          </p:nvSpPr>
          <p:spPr bwMode="auto">
            <a:xfrm>
              <a:off x="6054726" y="3386138"/>
              <a:ext cx="15875"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0" name="Freeform 390">
              <a:extLst>
                <a:ext uri="{FF2B5EF4-FFF2-40B4-BE49-F238E27FC236}">
                  <a16:creationId xmlns:a16="http://schemas.microsoft.com/office/drawing/2014/main" id="{036AC19C-475C-2F2F-F5D5-8F3157A07DD1}"/>
                </a:ext>
              </a:extLst>
            </p:cNvPr>
            <p:cNvSpPr>
              <a:spLocks/>
            </p:cNvSpPr>
            <p:nvPr/>
          </p:nvSpPr>
          <p:spPr bwMode="auto">
            <a:xfrm>
              <a:off x="6054726" y="3470275"/>
              <a:ext cx="15875" cy="19050"/>
            </a:xfrm>
            <a:custGeom>
              <a:avLst/>
              <a:gdLst>
                <a:gd name="T0" fmla="*/ 0 w 10"/>
                <a:gd name="T1" fmla="*/ 12 h 12"/>
                <a:gd name="T2" fmla="*/ 0 w 10"/>
                <a:gd name="T3" fmla="*/ 0 h 12"/>
                <a:gd name="T4" fmla="*/ 10 w 10"/>
                <a:gd name="T5" fmla="*/ 0 h 12"/>
                <a:gd name="T6" fmla="*/ 10 w 10"/>
                <a:gd name="T7" fmla="*/ 11 h 12"/>
                <a:gd name="T8" fmla="*/ 0 w 10"/>
                <a:gd name="T9" fmla="*/ 12 h 12"/>
              </a:gdLst>
              <a:ahLst/>
              <a:cxnLst>
                <a:cxn ang="0">
                  <a:pos x="T0" y="T1"/>
                </a:cxn>
                <a:cxn ang="0">
                  <a:pos x="T2" y="T3"/>
                </a:cxn>
                <a:cxn ang="0">
                  <a:pos x="T4" y="T5"/>
                </a:cxn>
                <a:cxn ang="0">
                  <a:pos x="T6" y="T7"/>
                </a:cxn>
                <a:cxn ang="0">
                  <a:pos x="T8" y="T9"/>
                </a:cxn>
              </a:cxnLst>
              <a:rect l="0" t="0" r="r" b="b"/>
              <a:pathLst>
                <a:path w="10" h="12">
                  <a:moveTo>
                    <a:pt x="0" y="12"/>
                  </a:moveTo>
                  <a:lnTo>
                    <a:pt x="0" y="0"/>
                  </a:lnTo>
                  <a:lnTo>
                    <a:pt x="10" y="0"/>
                  </a:lnTo>
                  <a:lnTo>
                    <a:pt x="10" y="11"/>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1" name="Freeform 391">
              <a:extLst>
                <a:ext uri="{FF2B5EF4-FFF2-40B4-BE49-F238E27FC236}">
                  <a16:creationId xmlns:a16="http://schemas.microsoft.com/office/drawing/2014/main" id="{17BA56B6-8010-EC27-B102-B222CF4FD322}"/>
                </a:ext>
              </a:extLst>
            </p:cNvPr>
            <p:cNvSpPr>
              <a:spLocks/>
            </p:cNvSpPr>
            <p:nvPr/>
          </p:nvSpPr>
          <p:spPr bwMode="auto">
            <a:xfrm>
              <a:off x="6094413" y="3429000"/>
              <a:ext cx="19050" cy="17463"/>
            </a:xfrm>
            <a:custGeom>
              <a:avLst/>
              <a:gdLst>
                <a:gd name="T0" fmla="*/ 12 w 12"/>
                <a:gd name="T1" fmla="*/ 11 h 11"/>
                <a:gd name="T2" fmla="*/ 1 w 12"/>
                <a:gd name="T3" fmla="*/ 11 h 11"/>
                <a:gd name="T4" fmla="*/ 0 w 12"/>
                <a:gd name="T5" fmla="*/ 0 h 11"/>
                <a:gd name="T6" fmla="*/ 12 w 12"/>
                <a:gd name="T7" fmla="*/ 0 h 11"/>
                <a:gd name="T8" fmla="*/ 12 w 12"/>
                <a:gd name="T9" fmla="*/ 11 h 11"/>
              </a:gdLst>
              <a:ahLst/>
              <a:cxnLst>
                <a:cxn ang="0">
                  <a:pos x="T0" y="T1"/>
                </a:cxn>
                <a:cxn ang="0">
                  <a:pos x="T2" y="T3"/>
                </a:cxn>
                <a:cxn ang="0">
                  <a:pos x="T4" y="T5"/>
                </a:cxn>
                <a:cxn ang="0">
                  <a:pos x="T6" y="T7"/>
                </a:cxn>
                <a:cxn ang="0">
                  <a:pos x="T8" y="T9"/>
                </a:cxn>
              </a:cxnLst>
              <a:rect l="0" t="0" r="r" b="b"/>
              <a:pathLst>
                <a:path w="12" h="11">
                  <a:moveTo>
                    <a:pt x="12" y="11"/>
                  </a:moveTo>
                  <a:lnTo>
                    <a:pt x="1" y="11"/>
                  </a:lnTo>
                  <a:lnTo>
                    <a:pt x="0" y="0"/>
                  </a:lnTo>
                  <a:lnTo>
                    <a:pt x="12" y="0"/>
                  </a:lnTo>
                  <a:lnTo>
                    <a:pt x="12"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2" name="Freeform 392">
              <a:extLst>
                <a:ext uri="{FF2B5EF4-FFF2-40B4-BE49-F238E27FC236}">
                  <a16:creationId xmlns:a16="http://schemas.microsoft.com/office/drawing/2014/main" id="{7F08F582-F055-FF65-227D-F3C26B7BB4B1}"/>
                </a:ext>
              </a:extLst>
            </p:cNvPr>
            <p:cNvSpPr>
              <a:spLocks/>
            </p:cNvSpPr>
            <p:nvPr/>
          </p:nvSpPr>
          <p:spPr bwMode="auto">
            <a:xfrm>
              <a:off x="6010276" y="3429000"/>
              <a:ext cx="17463" cy="17463"/>
            </a:xfrm>
            <a:custGeom>
              <a:avLst/>
              <a:gdLst>
                <a:gd name="T0" fmla="*/ 11 w 11"/>
                <a:gd name="T1" fmla="*/ 11 h 11"/>
                <a:gd name="T2" fmla="*/ 1 w 11"/>
                <a:gd name="T3" fmla="*/ 11 h 11"/>
                <a:gd name="T4" fmla="*/ 0 w 11"/>
                <a:gd name="T5" fmla="*/ 0 h 11"/>
                <a:gd name="T6" fmla="*/ 11 w 11"/>
                <a:gd name="T7" fmla="*/ 0 h 11"/>
                <a:gd name="T8" fmla="*/ 11 w 11"/>
                <a:gd name="T9" fmla="*/ 11 h 11"/>
              </a:gdLst>
              <a:ahLst/>
              <a:cxnLst>
                <a:cxn ang="0">
                  <a:pos x="T0" y="T1"/>
                </a:cxn>
                <a:cxn ang="0">
                  <a:pos x="T2" y="T3"/>
                </a:cxn>
                <a:cxn ang="0">
                  <a:pos x="T4" y="T5"/>
                </a:cxn>
                <a:cxn ang="0">
                  <a:pos x="T6" y="T7"/>
                </a:cxn>
                <a:cxn ang="0">
                  <a:pos x="T8" y="T9"/>
                </a:cxn>
              </a:cxnLst>
              <a:rect l="0" t="0" r="r" b="b"/>
              <a:pathLst>
                <a:path w="11" h="11">
                  <a:moveTo>
                    <a:pt x="11" y="11"/>
                  </a:moveTo>
                  <a:lnTo>
                    <a:pt x="1" y="11"/>
                  </a:lnTo>
                  <a:lnTo>
                    <a:pt x="0" y="0"/>
                  </a:lnTo>
                  <a:lnTo>
                    <a:pt x="11" y="0"/>
                  </a:ln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3" name="Freeform 393">
              <a:extLst>
                <a:ext uri="{FF2B5EF4-FFF2-40B4-BE49-F238E27FC236}">
                  <a16:creationId xmlns:a16="http://schemas.microsoft.com/office/drawing/2014/main" id="{57D9BDBC-3823-CE3C-F691-698F37489FC9}"/>
                </a:ext>
              </a:extLst>
            </p:cNvPr>
            <p:cNvSpPr>
              <a:spLocks/>
            </p:cNvSpPr>
            <p:nvPr/>
          </p:nvSpPr>
          <p:spPr bwMode="auto">
            <a:xfrm>
              <a:off x="6080126" y="3395663"/>
              <a:ext cx="23813" cy="22225"/>
            </a:xfrm>
            <a:custGeom>
              <a:avLst/>
              <a:gdLst>
                <a:gd name="T0" fmla="*/ 8 w 15"/>
                <a:gd name="T1" fmla="*/ 14 h 14"/>
                <a:gd name="T2" fmla="*/ 0 w 15"/>
                <a:gd name="T3" fmla="*/ 8 h 14"/>
                <a:gd name="T4" fmla="*/ 8 w 15"/>
                <a:gd name="T5" fmla="*/ 0 h 14"/>
                <a:gd name="T6" fmla="*/ 15 w 15"/>
                <a:gd name="T7" fmla="*/ 8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8"/>
                  </a:lnTo>
                  <a:lnTo>
                    <a:pt x="8" y="0"/>
                  </a:lnTo>
                  <a:lnTo>
                    <a:pt x="15" y="8"/>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4" name="Freeform 394">
              <a:extLst>
                <a:ext uri="{FF2B5EF4-FFF2-40B4-BE49-F238E27FC236}">
                  <a16:creationId xmlns:a16="http://schemas.microsoft.com/office/drawing/2014/main" id="{98C9DCB6-E263-65F0-F82B-AFD400F2F755}"/>
                </a:ext>
              </a:extLst>
            </p:cNvPr>
            <p:cNvSpPr>
              <a:spLocks/>
            </p:cNvSpPr>
            <p:nvPr/>
          </p:nvSpPr>
          <p:spPr bwMode="auto">
            <a:xfrm>
              <a:off x="6019801" y="3455988"/>
              <a:ext cx="23813" cy="22225"/>
            </a:xfrm>
            <a:custGeom>
              <a:avLst/>
              <a:gdLst>
                <a:gd name="T0" fmla="*/ 8 w 15"/>
                <a:gd name="T1" fmla="*/ 14 h 14"/>
                <a:gd name="T2" fmla="*/ 0 w 15"/>
                <a:gd name="T3" fmla="*/ 7 h 14"/>
                <a:gd name="T4" fmla="*/ 8 w 15"/>
                <a:gd name="T5" fmla="*/ 0 h 14"/>
                <a:gd name="T6" fmla="*/ 15 w 15"/>
                <a:gd name="T7" fmla="*/ 7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7"/>
                  </a:lnTo>
                  <a:lnTo>
                    <a:pt x="8" y="0"/>
                  </a:lnTo>
                  <a:lnTo>
                    <a:pt x="15" y="7"/>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5" name="Freeform 395">
              <a:extLst>
                <a:ext uri="{FF2B5EF4-FFF2-40B4-BE49-F238E27FC236}">
                  <a16:creationId xmlns:a16="http://schemas.microsoft.com/office/drawing/2014/main" id="{0B7EA6DF-EB24-FE3C-A1EE-DED81A10DE3D}"/>
                </a:ext>
              </a:extLst>
            </p:cNvPr>
            <p:cNvSpPr>
              <a:spLocks/>
            </p:cNvSpPr>
            <p:nvPr/>
          </p:nvSpPr>
          <p:spPr bwMode="auto">
            <a:xfrm>
              <a:off x="6019801" y="3395663"/>
              <a:ext cx="23813" cy="23813"/>
            </a:xfrm>
            <a:custGeom>
              <a:avLst/>
              <a:gdLst>
                <a:gd name="T0" fmla="*/ 8 w 15"/>
                <a:gd name="T1" fmla="*/ 15 h 15"/>
                <a:gd name="T2" fmla="*/ 0 w 15"/>
                <a:gd name="T3" fmla="*/ 8 h 15"/>
                <a:gd name="T4" fmla="*/ 8 w 15"/>
                <a:gd name="T5" fmla="*/ 0 h 15"/>
                <a:gd name="T6" fmla="*/ 15 w 15"/>
                <a:gd name="T7" fmla="*/ 8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8"/>
                  </a:lnTo>
                  <a:lnTo>
                    <a:pt x="8" y="0"/>
                  </a:lnTo>
                  <a:lnTo>
                    <a:pt x="15" y="8"/>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6" name="Freeform 396">
              <a:extLst>
                <a:ext uri="{FF2B5EF4-FFF2-40B4-BE49-F238E27FC236}">
                  <a16:creationId xmlns:a16="http://schemas.microsoft.com/office/drawing/2014/main" id="{45E7ABD9-981F-EAE9-B893-BEC1529307A6}"/>
                </a:ext>
              </a:extLst>
            </p:cNvPr>
            <p:cNvSpPr>
              <a:spLocks/>
            </p:cNvSpPr>
            <p:nvPr/>
          </p:nvSpPr>
          <p:spPr bwMode="auto">
            <a:xfrm>
              <a:off x="6080126" y="3455988"/>
              <a:ext cx="23813" cy="23813"/>
            </a:xfrm>
            <a:custGeom>
              <a:avLst/>
              <a:gdLst>
                <a:gd name="T0" fmla="*/ 8 w 15"/>
                <a:gd name="T1" fmla="*/ 15 h 15"/>
                <a:gd name="T2" fmla="*/ 0 w 15"/>
                <a:gd name="T3" fmla="*/ 7 h 15"/>
                <a:gd name="T4" fmla="*/ 8 w 15"/>
                <a:gd name="T5" fmla="*/ 0 h 15"/>
                <a:gd name="T6" fmla="*/ 15 w 15"/>
                <a:gd name="T7" fmla="*/ 7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7"/>
                  </a:lnTo>
                  <a:lnTo>
                    <a:pt x="8" y="0"/>
                  </a:lnTo>
                  <a:lnTo>
                    <a:pt x="15" y="7"/>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7" name="Freeform 397">
              <a:extLst>
                <a:ext uri="{FF2B5EF4-FFF2-40B4-BE49-F238E27FC236}">
                  <a16:creationId xmlns:a16="http://schemas.microsoft.com/office/drawing/2014/main" id="{929F376A-CC84-C9C0-C7A9-202424A34A54}"/>
                </a:ext>
              </a:extLst>
            </p:cNvPr>
            <p:cNvSpPr>
              <a:spLocks/>
            </p:cNvSpPr>
            <p:nvPr/>
          </p:nvSpPr>
          <p:spPr bwMode="auto">
            <a:xfrm>
              <a:off x="5999163" y="3244850"/>
              <a:ext cx="34925" cy="95250"/>
            </a:xfrm>
            <a:custGeom>
              <a:avLst/>
              <a:gdLst>
                <a:gd name="T0" fmla="*/ 26 w 26"/>
                <a:gd name="T1" fmla="*/ 70 h 70"/>
                <a:gd name="T2" fmla="*/ 13 w 26"/>
                <a:gd name="T3" fmla="*/ 70 h 70"/>
                <a:gd name="T4" fmla="*/ 13 w 26"/>
                <a:gd name="T5" fmla="*/ 13 h 70"/>
                <a:gd name="T6" fmla="*/ 0 w 26"/>
                <a:gd name="T7" fmla="*/ 13 h 70"/>
                <a:gd name="T8" fmla="*/ 0 w 26"/>
                <a:gd name="T9" fmla="*/ 0 h 70"/>
                <a:gd name="T10" fmla="*/ 20 w 26"/>
                <a:gd name="T11" fmla="*/ 0 h 70"/>
                <a:gd name="T12" fmla="*/ 26 w 26"/>
                <a:gd name="T13" fmla="*/ 7 h 70"/>
                <a:gd name="T14" fmla="*/ 26 w 26"/>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70">
                  <a:moveTo>
                    <a:pt x="26" y="70"/>
                  </a:moveTo>
                  <a:lnTo>
                    <a:pt x="13" y="70"/>
                  </a:lnTo>
                  <a:lnTo>
                    <a:pt x="13" y="13"/>
                  </a:lnTo>
                  <a:lnTo>
                    <a:pt x="0" y="13"/>
                  </a:lnTo>
                  <a:lnTo>
                    <a:pt x="0" y="0"/>
                  </a:lnTo>
                  <a:lnTo>
                    <a:pt x="20" y="0"/>
                  </a:lnTo>
                  <a:cubicBezTo>
                    <a:pt x="23" y="0"/>
                    <a:pt x="26" y="3"/>
                    <a:pt x="26" y="7"/>
                  </a:cubicBezTo>
                  <a:lnTo>
                    <a:pt x="26"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8" name="Freeform 398">
              <a:extLst>
                <a:ext uri="{FF2B5EF4-FFF2-40B4-BE49-F238E27FC236}">
                  <a16:creationId xmlns:a16="http://schemas.microsoft.com/office/drawing/2014/main" id="{288E6CAC-035E-51C3-F758-7995558954D1}"/>
                </a:ext>
              </a:extLst>
            </p:cNvPr>
            <p:cNvSpPr>
              <a:spLocks noEditPoints="1"/>
            </p:cNvSpPr>
            <p:nvPr/>
          </p:nvSpPr>
          <p:spPr bwMode="auto">
            <a:xfrm>
              <a:off x="6046788" y="3244850"/>
              <a:ext cx="49213" cy="95250"/>
            </a:xfrm>
            <a:custGeom>
              <a:avLst/>
              <a:gdLst>
                <a:gd name="T0" fmla="*/ 13 w 36"/>
                <a:gd name="T1" fmla="*/ 58 h 70"/>
                <a:gd name="T2" fmla="*/ 24 w 36"/>
                <a:gd name="T3" fmla="*/ 58 h 70"/>
                <a:gd name="T4" fmla="*/ 24 w 36"/>
                <a:gd name="T5" fmla="*/ 13 h 70"/>
                <a:gd name="T6" fmla="*/ 13 w 36"/>
                <a:gd name="T7" fmla="*/ 13 h 70"/>
                <a:gd name="T8" fmla="*/ 13 w 36"/>
                <a:gd name="T9" fmla="*/ 58 h 70"/>
                <a:gd name="T10" fmla="*/ 30 w 36"/>
                <a:gd name="T11" fmla="*/ 70 h 70"/>
                <a:gd name="T12" fmla="*/ 6 w 36"/>
                <a:gd name="T13" fmla="*/ 70 h 70"/>
                <a:gd name="T14" fmla="*/ 0 w 36"/>
                <a:gd name="T15" fmla="*/ 64 h 70"/>
                <a:gd name="T16" fmla="*/ 0 w 36"/>
                <a:gd name="T17" fmla="*/ 7 h 70"/>
                <a:gd name="T18" fmla="*/ 6 w 36"/>
                <a:gd name="T19" fmla="*/ 0 h 70"/>
                <a:gd name="T20" fmla="*/ 30 w 36"/>
                <a:gd name="T21" fmla="*/ 0 h 70"/>
                <a:gd name="T22" fmla="*/ 36 w 36"/>
                <a:gd name="T23" fmla="*/ 7 h 70"/>
                <a:gd name="T24" fmla="*/ 36 w 36"/>
                <a:gd name="T25" fmla="*/ 64 h 70"/>
                <a:gd name="T26" fmla="*/ 30 w 36"/>
                <a:gd name="T2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70">
                  <a:moveTo>
                    <a:pt x="13" y="58"/>
                  </a:moveTo>
                  <a:lnTo>
                    <a:pt x="24" y="58"/>
                  </a:lnTo>
                  <a:lnTo>
                    <a:pt x="24" y="13"/>
                  </a:lnTo>
                  <a:lnTo>
                    <a:pt x="13" y="13"/>
                  </a:lnTo>
                  <a:lnTo>
                    <a:pt x="13" y="58"/>
                  </a:lnTo>
                  <a:close/>
                  <a:moveTo>
                    <a:pt x="30" y="70"/>
                  </a:moveTo>
                  <a:lnTo>
                    <a:pt x="6" y="70"/>
                  </a:lnTo>
                  <a:cubicBezTo>
                    <a:pt x="3" y="70"/>
                    <a:pt x="0" y="68"/>
                    <a:pt x="0" y="64"/>
                  </a:cubicBezTo>
                  <a:lnTo>
                    <a:pt x="0" y="7"/>
                  </a:lnTo>
                  <a:cubicBezTo>
                    <a:pt x="0" y="3"/>
                    <a:pt x="3" y="0"/>
                    <a:pt x="6" y="0"/>
                  </a:cubicBezTo>
                  <a:lnTo>
                    <a:pt x="30" y="0"/>
                  </a:lnTo>
                  <a:cubicBezTo>
                    <a:pt x="33" y="0"/>
                    <a:pt x="36" y="3"/>
                    <a:pt x="36" y="7"/>
                  </a:cubicBezTo>
                  <a:lnTo>
                    <a:pt x="36" y="64"/>
                  </a:lnTo>
                  <a:cubicBezTo>
                    <a:pt x="36" y="68"/>
                    <a:pt x="33" y="70"/>
                    <a:pt x="3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9" name="Freeform 399">
              <a:extLst>
                <a:ext uri="{FF2B5EF4-FFF2-40B4-BE49-F238E27FC236}">
                  <a16:creationId xmlns:a16="http://schemas.microsoft.com/office/drawing/2014/main" id="{F6E301A9-A978-1809-6F54-DC389DD6022C}"/>
                </a:ext>
              </a:extLst>
            </p:cNvPr>
            <p:cNvSpPr>
              <a:spLocks/>
            </p:cNvSpPr>
            <p:nvPr/>
          </p:nvSpPr>
          <p:spPr bwMode="auto">
            <a:xfrm>
              <a:off x="6107113" y="3238500"/>
              <a:ext cx="15875" cy="15875"/>
            </a:xfrm>
            <a:custGeom>
              <a:avLst/>
              <a:gdLst>
                <a:gd name="T0" fmla="*/ 6 w 12"/>
                <a:gd name="T1" fmla="*/ 12 h 12"/>
                <a:gd name="T2" fmla="*/ 0 w 12"/>
                <a:gd name="T3" fmla="*/ 6 h 12"/>
                <a:gd name="T4" fmla="*/ 6 w 12"/>
                <a:gd name="T5" fmla="*/ 0 h 12"/>
                <a:gd name="T6" fmla="*/ 6 w 12"/>
                <a:gd name="T7" fmla="*/ 0 h 12"/>
                <a:gd name="T8" fmla="*/ 12 w 12"/>
                <a:gd name="T9" fmla="*/ 6 h 12"/>
                <a:gd name="T10" fmla="*/ 6 w 12"/>
                <a:gd name="T11" fmla="*/ 12 h 12"/>
              </a:gdLst>
              <a:ahLst/>
              <a:cxnLst>
                <a:cxn ang="0">
                  <a:pos x="T0" y="T1"/>
                </a:cxn>
                <a:cxn ang="0">
                  <a:pos x="T2" y="T3"/>
                </a:cxn>
                <a:cxn ang="0">
                  <a:pos x="T4" y="T5"/>
                </a:cxn>
                <a:cxn ang="0">
                  <a:pos x="T6" y="T7"/>
                </a:cxn>
                <a:cxn ang="0">
                  <a:pos x="T8" y="T9"/>
                </a:cxn>
                <a:cxn ang="0">
                  <a:pos x="T10" y="T11"/>
                </a:cxn>
              </a:cxnLst>
              <a:rect l="0" t="0" r="r" b="b"/>
              <a:pathLst>
                <a:path w="12" h="12">
                  <a:moveTo>
                    <a:pt x="6" y="12"/>
                  </a:moveTo>
                  <a:cubicBezTo>
                    <a:pt x="3" y="12"/>
                    <a:pt x="0" y="9"/>
                    <a:pt x="0" y="6"/>
                  </a:cubicBezTo>
                  <a:cubicBezTo>
                    <a:pt x="0" y="2"/>
                    <a:pt x="2" y="0"/>
                    <a:pt x="6" y="0"/>
                  </a:cubicBezTo>
                  <a:lnTo>
                    <a:pt x="6" y="0"/>
                  </a:lnTo>
                  <a:cubicBezTo>
                    <a:pt x="9" y="0"/>
                    <a:pt x="12" y="2"/>
                    <a:pt x="12" y="6"/>
                  </a:cubicBezTo>
                  <a:cubicBezTo>
                    <a:pt x="12" y="9"/>
                    <a:pt x="9" y="12"/>
                    <a:pt x="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60" name="Connection" descr="{&quot;Key&quot;:&quot;POWER_USER_SHAPE_ICON&quot;,&quot;Value&quot;:&quot;POWER_USER_SHAPE_ICON_STYLE_1&quot;}">
            <a:extLst>
              <a:ext uri="{FF2B5EF4-FFF2-40B4-BE49-F238E27FC236}">
                <a16:creationId xmlns:a16="http://schemas.microsoft.com/office/drawing/2014/main" id="{DA308A3B-BC75-148F-49F3-DAF801CFB3D7}"/>
              </a:ext>
            </a:extLst>
          </p:cNvPr>
          <p:cNvGrpSpPr>
            <a:grpSpLocks noChangeAspect="1"/>
          </p:cNvGrpSpPr>
          <p:nvPr/>
        </p:nvGrpSpPr>
        <p:grpSpPr>
          <a:xfrm>
            <a:off x="5789306" y="3891600"/>
            <a:ext cx="649598" cy="762000"/>
            <a:chOff x="3716338" y="287338"/>
            <a:chExt cx="706438" cy="828675"/>
          </a:xfrm>
          <a:noFill/>
        </p:grpSpPr>
        <p:sp>
          <p:nvSpPr>
            <p:cNvPr id="161" name="Oval 127">
              <a:extLst>
                <a:ext uri="{FF2B5EF4-FFF2-40B4-BE49-F238E27FC236}">
                  <a16:creationId xmlns:a16="http://schemas.microsoft.com/office/drawing/2014/main" id="{BEB1A14A-F79D-4BBD-AE10-73F1769759A2}"/>
                </a:ext>
              </a:extLst>
            </p:cNvPr>
            <p:cNvSpPr>
              <a:spLocks noChangeArrowheads="1"/>
            </p:cNvSpPr>
            <p:nvPr/>
          </p:nvSpPr>
          <p:spPr bwMode="auto">
            <a:xfrm>
              <a:off x="3721100"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2" name="Oval 128">
              <a:extLst>
                <a:ext uri="{FF2B5EF4-FFF2-40B4-BE49-F238E27FC236}">
                  <a16:creationId xmlns:a16="http://schemas.microsoft.com/office/drawing/2014/main" id="{E65C16DD-A5AD-D65E-19CE-D245E7234C73}"/>
                </a:ext>
              </a:extLst>
            </p:cNvPr>
            <p:cNvSpPr>
              <a:spLocks noChangeArrowheads="1"/>
            </p:cNvSpPr>
            <p:nvPr/>
          </p:nvSpPr>
          <p:spPr bwMode="auto">
            <a:xfrm>
              <a:off x="4037013" y="954088"/>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3" name="Oval 129">
              <a:extLst>
                <a:ext uri="{FF2B5EF4-FFF2-40B4-BE49-F238E27FC236}">
                  <a16:creationId xmlns:a16="http://schemas.microsoft.com/office/drawing/2014/main" id="{AF268868-A566-5D3D-6CEB-091EB41947E4}"/>
                </a:ext>
              </a:extLst>
            </p:cNvPr>
            <p:cNvSpPr>
              <a:spLocks noChangeArrowheads="1"/>
            </p:cNvSpPr>
            <p:nvPr/>
          </p:nvSpPr>
          <p:spPr bwMode="auto">
            <a:xfrm>
              <a:off x="4354513"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4" name="Oval 130">
              <a:extLst>
                <a:ext uri="{FF2B5EF4-FFF2-40B4-BE49-F238E27FC236}">
                  <a16:creationId xmlns:a16="http://schemas.microsoft.com/office/drawing/2014/main" id="{5E5B40AB-9FD8-20FC-C782-650E365033E1}"/>
                </a:ext>
              </a:extLst>
            </p:cNvPr>
            <p:cNvSpPr>
              <a:spLocks noChangeArrowheads="1"/>
            </p:cNvSpPr>
            <p:nvPr/>
          </p:nvSpPr>
          <p:spPr bwMode="auto">
            <a:xfrm>
              <a:off x="3822700"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5" name="Oval 131">
              <a:extLst>
                <a:ext uri="{FF2B5EF4-FFF2-40B4-BE49-F238E27FC236}">
                  <a16:creationId xmlns:a16="http://schemas.microsoft.com/office/drawing/2014/main" id="{3A655D3C-0C09-6BC9-AA7D-B75D78473C70}"/>
                </a:ext>
              </a:extLst>
            </p:cNvPr>
            <p:cNvSpPr>
              <a:spLocks noChangeArrowheads="1"/>
            </p:cNvSpPr>
            <p:nvPr/>
          </p:nvSpPr>
          <p:spPr bwMode="auto">
            <a:xfrm>
              <a:off x="4252913"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6" name="Oval 132">
              <a:extLst>
                <a:ext uri="{FF2B5EF4-FFF2-40B4-BE49-F238E27FC236}">
                  <a16:creationId xmlns:a16="http://schemas.microsoft.com/office/drawing/2014/main" id="{804E8C6C-58D5-16E9-2B6F-73E6058A0396}"/>
                </a:ext>
              </a:extLst>
            </p:cNvPr>
            <p:cNvSpPr>
              <a:spLocks noChangeArrowheads="1"/>
            </p:cNvSpPr>
            <p:nvPr/>
          </p:nvSpPr>
          <p:spPr bwMode="auto">
            <a:xfrm>
              <a:off x="42100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7" name="Oval 133">
              <a:extLst>
                <a:ext uri="{FF2B5EF4-FFF2-40B4-BE49-F238E27FC236}">
                  <a16:creationId xmlns:a16="http://schemas.microsoft.com/office/drawing/2014/main" id="{A9A523EC-7A91-FA6C-7D5F-DB9AB98CA433}"/>
                </a:ext>
              </a:extLst>
            </p:cNvPr>
            <p:cNvSpPr>
              <a:spLocks noChangeArrowheads="1"/>
            </p:cNvSpPr>
            <p:nvPr/>
          </p:nvSpPr>
          <p:spPr bwMode="auto">
            <a:xfrm>
              <a:off x="38671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8" name="Freeform 134">
              <a:extLst>
                <a:ext uri="{FF2B5EF4-FFF2-40B4-BE49-F238E27FC236}">
                  <a16:creationId xmlns:a16="http://schemas.microsoft.com/office/drawing/2014/main" id="{BA95829F-9987-96AB-F29D-A0095217DAFC}"/>
                </a:ext>
              </a:extLst>
            </p:cNvPr>
            <p:cNvSpPr>
              <a:spLocks/>
            </p:cNvSpPr>
            <p:nvPr/>
          </p:nvSpPr>
          <p:spPr bwMode="auto">
            <a:xfrm>
              <a:off x="3724275" y="293688"/>
              <a:ext cx="690563" cy="423863"/>
            </a:xfrm>
            <a:custGeom>
              <a:avLst/>
              <a:gdLst>
                <a:gd name="T0" fmla="*/ 720 w 1026"/>
                <a:gd name="T1" fmla="*/ 628 h 628"/>
                <a:gd name="T2" fmla="*/ 835 w 1026"/>
                <a:gd name="T3" fmla="*/ 628 h 628"/>
                <a:gd name="T4" fmla="*/ 1026 w 1026"/>
                <a:gd name="T5" fmla="*/ 437 h 628"/>
                <a:gd name="T6" fmla="*/ 895 w 1026"/>
                <a:gd name="T7" fmla="*/ 257 h 628"/>
                <a:gd name="T8" fmla="*/ 898 w 1026"/>
                <a:gd name="T9" fmla="*/ 233 h 628"/>
                <a:gd name="T10" fmla="*/ 739 w 1026"/>
                <a:gd name="T11" fmla="*/ 74 h 628"/>
                <a:gd name="T12" fmla="*/ 663 w 1026"/>
                <a:gd name="T13" fmla="*/ 93 h 628"/>
                <a:gd name="T14" fmla="*/ 472 w 1026"/>
                <a:gd name="T15" fmla="*/ 0 h 628"/>
                <a:gd name="T16" fmla="*/ 230 w 1026"/>
                <a:gd name="T17" fmla="*/ 215 h 628"/>
                <a:gd name="T18" fmla="*/ 207 w 1026"/>
                <a:gd name="T19" fmla="*/ 214 h 628"/>
                <a:gd name="T20" fmla="*/ 0 w 1026"/>
                <a:gd name="T21" fmla="*/ 421 h 628"/>
                <a:gd name="T22" fmla="*/ 184 w 1026"/>
                <a:gd name="T23" fmla="*/ 626 h 628"/>
                <a:gd name="T24" fmla="*/ 305 w 1026"/>
                <a:gd name="T25" fmla="*/ 626 h 628"/>
                <a:gd name="T26" fmla="*/ 720 w 1026"/>
                <a:gd name="T27"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6" h="628">
                  <a:moveTo>
                    <a:pt x="720" y="628"/>
                  </a:moveTo>
                  <a:lnTo>
                    <a:pt x="835" y="628"/>
                  </a:lnTo>
                  <a:cubicBezTo>
                    <a:pt x="940" y="628"/>
                    <a:pt x="1026" y="542"/>
                    <a:pt x="1026" y="437"/>
                  </a:cubicBezTo>
                  <a:cubicBezTo>
                    <a:pt x="1026" y="353"/>
                    <a:pt x="971" y="282"/>
                    <a:pt x="895" y="257"/>
                  </a:cubicBezTo>
                  <a:cubicBezTo>
                    <a:pt x="897" y="249"/>
                    <a:pt x="898" y="241"/>
                    <a:pt x="898" y="233"/>
                  </a:cubicBezTo>
                  <a:cubicBezTo>
                    <a:pt x="898" y="145"/>
                    <a:pt x="827" y="74"/>
                    <a:pt x="739" y="74"/>
                  </a:cubicBezTo>
                  <a:cubicBezTo>
                    <a:pt x="711" y="74"/>
                    <a:pt x="686" y="81"/>
                    <a:pt x="663" y="93"/>
                  </a:cubicBezTo>
                  <a:cubicBezTo>
                    <a:pt x="619" y="36"/>
                    <a:pt x="550" y="0"/>
                    <a:pt x="472" y="0"/>
                  </a:cubicBezTo>
                  <a:cubicBezTo>
                    <a:pt x="347" y="0"/>
                    <a:pt x="244" y="94"/>
                    <a:pt x="230" y="215"/>
                  </a:cubicBezTo>
                  <a:cubicBezTo>
                    <a:pt x="223" y="214"/>
                    <a:pt x="215" y="214"/>
                    <a:pt x="207" y="214"/>
                  </a:cubicBezTo>
                  <a:cubicBezTo>
                    <a:pt x="93" y="214"/>
                    <a:pt x="0" y="306"/>
                    <a:pt x="0" y="421"/>
                  </a:cubicBezTo>
                  <a:cubicBezTo>
                    <a:pt x="0" y="527"/>
                    <a:pt x="75" y="628"/>
                    <a:pt x="184" y="626"/>
                  </a:cubicBezTo>
                  <a:lnTo>
                    <a:pt x="305" y="626"/>
                  </a:lnTo>
                  <a:lnTo>
                    <a:pt x="720" y="628"/>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9" name="Freeform 135">
              <a:extLst>
                <a:ext uri="{FF2B5EF4-FFF2-40B4-BE49-F238E27FC236}">
                  <a16:creationId xmlns:a16="http://schemas.microsoft.com/office/drawing/2014/main" id="{67932FE1-10D7-154E-DD78-9ADA86A971F9}"/>
                </a:ext>
              </a:extLst>
            </p:cNvPr>
            <p:cNvSpPr>
              <a:spLocks/>
            </p:cNvSpPr>
            <p:nvPr/>
          </p:nvSpPr>
          <p:spPr bwMode="auto">
            <a:xfrm>
              <a:off x="3717925" y="287338"/>
              <a:ext cx="703263" cy="434975"/>
            </a:xfrm>
            <a:custGeom>
              <a:avLst/>
              <a:gdLst>
                <a:gd name="T0" fmla="*/ 843 w 1042"/>
                <a:gd name="T1" fmla="*/ 645 h 645"/>
                <a:gd name="T2" fmla="*/ 728 w 1042"/>
                <a:gd name="T3" fmla="*/ 645 h 645"/>
                <a:gd name="T4" fmla="*/ 728 w 1042"/>
                <a:gd name="T5" fmla="*/ 628 h 645"/>
                <a:gd name="T6" fmla="*/ 843 w 1042"/>
                <a:gd name="T7" fmla="*/ 628 h 645"/>
                <a:gd name="T8" fmla="*/ 1025 w 1042"/>
                <a:gd name="T9" fmla="*/ 446 h 645"/>
                <a:gd name="T10" fmla="*/ 901 w 1042"/>
                <a:gd name="T11" fmla="*/ 274 h 645"/>
                <a:gd name="T12" fmla="*/ 894 w 1042"/>
                <a:gd name="T13" fmla="*/ 271 h 645"/>
                <a:gd name="T14" fmla="*/ 895 w 1042"/>
                <a:gd name="T15" fmla="*/ 265 h 645"/>
                <a:gd name="T16" fmla="*/ 897 w 1042"/>
                <a:gd name="T17" fmla="*/ 242 h 645"/>
                <a:gd name="T18" fmla="*/ 747 w 1042"/>
                <a:gd name="T19" fmla="*/ 91 h 645"/>
                <a:gd name="T20" fmla="*/ 675 w 1042"/>
                <a:gd name="T21" fmla="*/ 110 h 645"/>
                <a:gd name="T22" fmla="*/ 669 w 1042"/>
                <a:gd name="T23" fmla="*/ 113 h 645"/>
                <a:gd name="T24" fmla="*/ 665 w 1042"/>
                <a:gd name="T25" fmla="*/ 108 h 645"/>
                <a:gd name="T26" fmla="*/ 480 w 1042"/>
                <a:gd name="T27" fmla="*/ 17 h 645"/>
                <a:gd name="T28" fmla="*/ 247 w 1042"/>
                <a:gd name="T29" fmla="*/ 225 h 645"/>
                <a:gd name="T30" fmla="*/ 246 w 1042"/>
                <a:gd name="T31" fmla="*/ 233 h 645"/>
                <a:gd name="T32" fmla="*/ 237 w 1042"/>
                <a:gd name="T33" fmla="*/ 232 h 645"/>
                <a:gd name="T34" fmla="*/ 215 w 1042"/>
                <a:gd name="T35" fmla="*/ 231 h 645"/>
                <a:gd name="T36" fmla="*/ 17 w 1042"/>
                <a:gd name="T37" fmla="*/ 430 h 645"/>
                <a:gd name="T38" fmla="*/ 77 w 1042"/>
                <a:gd name="T39" fmla="*/ 580 h 645"/>
                <a:gd name="T40" fmla="*/ 192 w 1042"/>
                <a:gd name="T41" fmla="*/ 627 h 645"/>
                <a:gd name="T42" fmla="*/ 313 w 1042"/>
                <a:gd name="T43" fmla="*/ 627 h 645"/>
                <a:gd name="T44" fmla="*/ 313 w 1042"/>
                <a:gd name="T45" fmla="*/ 644 h 645"/>
                <a:gd name="T46" fmla="*/ 192 w 1042"/>
                <a:gd name="T47" fmla="*/ 644 h 645"/>
                <a:gd name="T48" fmla="*/ 65 w 1042"/>
                <a:gd name="T49" fmla="*/ 591 h 645"/>
                <a:gd name="T50" fmla="*/ 0 w 1042"/>
                <a:gd name="T51" fmla="*/ 430 h 645"/>
                <a:gd name="T52" fmla="*/ 215 w 1042"/>
                <a:gd name="T53" fmla="*/ 214 h 645"/>
                <a:gd name="T54" fmla="*/ 231 w 1042"/>
                <a:gd name="T55" fmla="*/ 215 h 645"/>
                <a:gd name="T56" fmla="*/ 480 w 1042"/>
                <a:gd name="T57" fmla="*/ 0 h 645"/>
                <a:gd name="T58" fmla="*/ 673 w 1042"/>
                <a:gd name="T59" fmla="*/ 92 h 645"/>
                <a:gd name="T60" fmla="*/ 747 w 1042"/>
                <a:gd name="T61" fmla="*/ 74 h 645"/>
                <a:gd name="T62" fmla="*/ 914 w 1042"/>
                <a:gd name="T63" fmla="*/ 242 h 645"/>
                <a:gd name="T64" fmla="*/ 913 w 1042"/>
                <a:gd name="T65" fmla="*/ 260 h 645"/>
                <a:gd name="T66" fmla="*/ 1042 w 1042"/>
                <a:gd name="T67" fmla="*/ 446 h 645"/>
                <a:gd name="T68" fmla="*/ 843 w 1042"/>
                <a:gd name="T69" fmla="*/ 645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42" h="645">
                  <a:moveTo>
                    <a:pt x="843" y="645"/>
                  </a:moveTo>
                  <a:lnTo>
                    <a:pt x="728" y="645"/>
                  </a:lnTo>
                  <a:lnTo>
                    <a:pt x="728" y="628"/>
                  </a:lnTo>
                  <a:lnTo>
                    <a:pt x="843" y="628"/>
                  </a:lnTo>
                  <a:cubicBezTo>
                    <a:pt x="944" y="628"/>
                    <a:pt x="1025" y="547"/>
                    <a:pt x="1025" y="446"/>
                  </a:cubicBezTo>
                  <a:cubicBezTo>
                    <a:pt x="1025" y="368"/>
                    <a:pt x="975" y="298"/>
                    <a:pt x="901" y="274"/>
                  </a:cubicBezTo>
                  <a:lnTo>
                    <a:pt x="894" y="271"/>
                  </a:lnTo>
                  <a:lnTo>
                    <a:pt x="895" y="265"/>
                  </a:lnTo>
                  <a:cubicBezTo>
                    <a:pt x="896" y="257"/>
                    <a:pt x="897" y="249"/>
                    <a:pt x="897" y="242"/>
                  </a:cubicBezTo>
                  <a:cubicBezTo>
                    <a:pt x="897" y="159"/>
                    <a:pt x="830" y="91"/>
                    <a:pt x="747" y="91"/>
                  </a:cubicBezTo>
                  <a:cubicBezTo>
                    <a:pt x="722" y="91"/>
                    <a:pt x="698" y="97"/>
                    <a:pt x="675" y="110"/>
                  </a:cubicBezTo>
                  <a:lnTo>
                    <a:pt x="669" y="113"/>
                  </a:lnTo>
                  <a:lnTo>
                    <a:pt x="665" y="108"/>
                  </a:lnTo>
                  <a:cubicBezTo>
                    <a:pt x="620" y="50"/>
                    <a:pt x="552" y="17"/>
                    <a:pt x="480" y="17"/>
                  </a:cubicBezTo>
                  <a:cubicBezTo>
                    <a:pt x="360" y="17"/>
                    <a:pt x="260" y="106"/>
                    <a:pt x="247" y="225"/>
                  </a:cubicBezTo>
                  <a:lnTo>
                    <a:pt x="246" y="233"/>
                  </a:lnTo>
                  <a:lnTo>
                    <a:pt x="237" y="232"/>
                  </a:lnTo>
                  <a:cubicBezTo>
                    <a:pt x="229" y="231"/>
                    <a:pt x="222" y="231"/>
                    <a:pt x="215" y="231"/>
                  </a:cubicBezTo>
                  <a:cubicBezTo>
                    <a:pt x="106" y="231"/>
                    <a:pt x="17" y="320"/>
                    <a:pt x="17" y="430"/>
                  </a:cubicBezTo>
                  <a:cubicBezTo>
                    <a:pt x="17" y="486"/>
                    <a:pt x="39" y="542"/>
                    <a:pt x="77" y="580"/>
                  </a:cubicBezTo>
                  <a:cubicBezTo>
                    <a:pt x="109" y="611"/>
                    <a:pt x="149" y="628"/>
                    <a:pt x="192" y="627"/>
                  </a:cubicBezTo>
                  <a:lnTo>
                    <a:pt x="313" y="627"/>
                  </a:lnTo>
                  <a:lnTo>
                    <a:pt x="313" y="644"/>
                  </a:lnTo>
                  <a:lnTo>
                    <a:pt x="192" y="644"/>
                  </a:lnTo>
                  <a:cubicBezTo>
                    <a:pt x="144" y="644"/>
                    <a:pt x="100" y="626"/>
                    <a:pt x="65" y="591"/>
                  </a:cubicBezTo>
                  <a:cubicBezTo>
                    <a:pt x="24" y="551"/>
                    <a:pt x="0" y="492"/>
                    <a:pt x="0" y="430"/>
                  </a:cubicBezTo>
                  <a:cubicBezTo>
                    <a:pt x="0" y="311"/>
                    <a:pt x="96" y="214"/>
                    <a:pt x="215" y="214"/>
                  </a:cubicBezTo>
                  <a:cubicBezTo>
                    <a:pt x="220" y="214"/>
                    <a:pt x="226" y="215"/>
                    <a:pt x="231" y="215"/>
                  </a:cubicBezTo>
                  <a:cubicBezTo>
                    <a:pt x="249" y="92"/>
                    <a:pt x="354" y="0"/>
                    <a:pt x="480" y="0"/>
                  </a:cubicBezTo>
                  <a:cubicBezTo>
                    <a:pt x="555" y="0"/>
                    <a:pt x="625" y="34"/>
                    <a:pt x="673" y="92"/>
                  </a:cubicBezTo>
                  <a:cubicBezTo>
                    <a:pt x="697" y="80"/>
                    <a:pt x="722" y="74"/>
                    <a:pt x="747" y="74"/>
                  </a:cubicBezTo>
                  <a:cubicBezTo>
                    <a:pt x="839" y="74"/>
                    <a:pt x="914" y="149"/>
                    <a:pt x="914" y="242"/>
                  </a:cubicBezTo>
                  <a:cubicBezTo>
                    <a:pt x="914" y="248"/>
                    <a:pt x="913" y="254"/>
                    <a:pt x="913" y="260"/>
                  </a:cubicBezTo>
                  <a:cubicBezTo>
                    <a:pt x="990" y="289"/>
                    <a:pt x="1042" y="363"/>
                    <a:pt x="1042" y="446"/>
                  </a:cubicBezTo>
                  <a:cubicBezTo>
                    <a:pt x="1042" y="556"/>
                    <a:pt x="953" y="645"/>
                    <a:pt x="843" y="645"/>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0" name="Freeform 136">
              <a:extLst>
                <a:ext uri="{FF2B5EF4-FFF2-40B4-BE49-F238E27FC236}">
                  <a16:creationId xmlns:a16="http://schemas.microsoft.com/office/drawing/2014/main" id="{AECB577E-BF8F-AA71-DFC9-C87E22D5D948}"/>
                </a:ext>
              </a:extLst>
            </p:cNvPr>
            <p:cNvSpPr>
              <a:spLocks/>
            </p:cNvSpPr>
            <p:nvPr/>
          </p:nvSpPr>
          <p:spPr bwMode="auto">
            <a:xfrm>
              <a:off x="3848100" y="704850"/>
              <a:ext cx="119063" cy="130175"/>
            </a:xfrm>
            <a:custGeom>
              <a:avLst/>
              <a:gdLst>
                <a:gd name="T0" fmla="*/ 17 w 177"/>
                <a:gd name="T1" fmla="*/ 193 h 193"/>
                <a:gd name="T2" fmla="*/ 0 w 177"/>
                <a:gd name="T3" fmla="*/ 193 h 193"/>
                <a:gd name="T4" fmla="*/ 0 w 177"/>
                <a:gd name="T5" fmla="*/ 149 h 193"/>
                <a:gd name="T6" fmla="*/ 54 w 177"/>
                <a:gd name="T7" fmla="*/ 95 h 193"/>
                <a:gd name="T8" fmla="*/ 123 w 177"/>
                <a:gd name="T9" fmla="*/ 95 h 193"/>
                <a:gd name="T10" fmla="*/ 161 w 177"/>
                <a:gd name="T11" fmla="*/ 58 h 193"/>
                <a:gd name="T12" fmla="*/ 161 w 177"/>
                <a:gd name="T13" fmla="*/ 0 h 193"/>
                <a:gd name="T14" fmla="*/ 177 w 177"/>
                <a:gd name="T15" fmla="*/ 0 h 193"/>
                <a:gd name="T16" fmla="*/ 177 w 177"/>
                <a:gd name="T17" fmla="*/ 58 h 193"/>
                <a:gd name="T18" fmla="*/ 123 w 177"/>
                <a:gd name="T19" fmla="*/ 112 h 193"/>
                <a:gd name="T20" fmla="*/ 54 w 177"/>
                <a:gd name="T21" fmla="*/ 112 h 193"/>
                <a:gd name="T22" fmla="*/ 17 w 177"/>
                <a:gd name="T23" fmla="*/ 149 h 193"/>
                <a:gd name="T24" fmla="*/ 17 w 177"/>
                <a:gd name="T25"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3">
                  <a:moveTo>
                    <a:pt x="17" y="193"/>
                  </a:moveTo>
                  <a:lnTo>
                    <a:pt x="0" y="193"/>
                  </a:lnTo>
                  <a:lnTo>
                    <a:pt x="0" y="149"/>
                  </a:lnTo>
                  <a:cubicBezTo>
                    <a:pt x="0" y="119"/>
                    <a:pt x="24" y="95"/>
                    <a:pt x="54" y="95"/>
                  </a:cubicBezTo>
                  <a:lnTo>
                    <a:pt x="123" y="95"/>
                  </a:lnTo>
                  <a:cubicBezTo>
                    <a:pt x="144" y="95"/>
                    <a:pt x="161" y="78"/>
                    <a:pt x="161" y="58"/>
                  </a:cubicBezTo>
                  <a:lnTo>
                    <a:pt x="161" y="0"/>
                  </a:lnTo>
                  <a:lnTo>
                    <a:pt x="177" y="0"/>
                  </a:lnTo>
                  <a:lnTo>
                    <a:pt x="177" y="58"/>
                  </a:lnTo>
                  <a:cubicBezTo>
                    <a:pt x="177" y="87"/>
                    <a:pt x="153" y="112"/>
                    <a:pt x="123" y="112"/>
                  </a:cubicBezTo>
                  <a:lnTo>
                    <a:pt x="54" y="112"/>
                  </a:lnTo>
                  <a:cubicBezTo>
                    <a:pt x="33" y="112"/>
                    <a:pt x="17" y="128"/>
                    <a:pt x="17" y="149"/>
                  </a:cubicBezTo>
                  <a:lnTo>
                    <a:pt x="17" y="19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1" name="Freeform 137">
              <a:extLst>
                <a:ext uri="{FF2B5EF4-FFF2-40B4-BE49-F238E27FC236}">
                  <a16:creationId xmlns:a16="http://schemas.microsoft.com/office/drawing/2014/main" id="{2E5E16AD-C5FD-4C03-DB63-7C1B230E5DEB}"/>
                </a:ext>
              </a:extLst>
            </p:cNvPr>
            <p:cNvSpPr>
              <a:spLocks/>
            </p:cNvSpPr>
            <p:nvPr/>
          </p:nvSpPr>
          <p:spPr bwMode="auto">
            <a:xfrm>
              <a:off x="3784600" y="806450"/>
              <a:ext cx="182563" cy="150813"/>
            </a:xfrm>
            <a:custGeom>
              <a:avLst/>
              <a:gdLst>
                <a:gd name="T0" fmla="*/ 182 w 272"/>
                <a:gd name="T1" fmla="*/ 223 h 223"/>
                <a:gd name="T2" fmla="*/ 0 w 272"/>
                <a:gd name="T3" fmla="*/ 223 h 223"/>
                <a:gd name="T4" fmla="*/ 0 w 272"/>
                <a:gd name="T5" fmla="*/ 206 h 223"/>
                <a:gd name="T6" fmla="*/ 182 w 272"/>
                <a:gd name="T7" fmla="*/ 206 h 223"/>
                <a:gd name="T8" fmla="*/ 256 w 272"/>
                <a:gd name="T9" fmla="*/ 133 h 223"/>
                <a:gd name="T10" fmla="*/ 256 w 272"/>
                <a:gd name="T11" fmla="*/ 0 h 223"/>
                <a:gd name="T12" fmla="*/ 272 w 272"/>
                <a:gd name="T13" fmla="*/ 0 h 223"/>
                <a:gd name="T14" fmla="*/ 272 w 272"/>
                <a:gd name="T15" fmla="*/ 133 h 223"/>
                <a:gd name="T16" fmla="*/ 18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182" y="223"/>
                  </a:moveTo>
                  <a:lnTo>
                    <a:pt x="0" y="223"/>
                  </a:lnTo>
                  <a:lnTo>
                    <a:pt x="0" y="206"/>
                  </a:lnTo>
                  <a:lnTo>
                    <a:pt x="182" y="206"/>
                  </a:lnTo>
                  <a:cubicBezTo>
                    <a:pt x="223" y="206"/>
                    <a:pt x="256" y="174"/>
                    <a:pt x="256" y="133"/>
                  </a:cubicBezTo>
                  <a:lnTo>
                    <a:pt x="256" y="0"/>
                  </a:lnTo>
                  <a:lnTo>
                    <a:pt x="272" y="0"/>
                  </a:lnTo>
                  <a:lnTo>
                    <a:pt x="272" y="133"/>
                  </a:lnTo>
                  <a:cubicBezTo>
                    <a:pt x="272" y="183"/>
                    <a:pt x="232" y="223"/>
                    <a:pt x="182" y="22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2" name="Freeform 138">
              <a:extLst>
                <a:ext uri="{FF2B5EF4-FFF2-40B4-BE49-F238E27FC236}">
                  <a16:creationId xmlns:a16="http://schemas.microsoft.com/office/drawing/2014/main" id="{8F0905A8-7DD9-9A3F-FBDB-C85D8E7A45CB}"/>
                </a:ext>
              </a:extLst>
            </p:cNvPr>
            <p:cNvSpPr>
              <a:spLocks noEditPoints="1"/>
            </p:cNvSpPr>
            <p:nvPr/>
          </p:nvSpPr>
          <p:spPr bwMode="auto">
            <a:xfrm>
              <a:off x="3716338" y="914400"/>
              <a:ext cx="73025"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4" y="76"/>
                    <a:pt x="94" y="55"/>
                  </a:cubicBezTo>
                  <a:cubicBezTo>
                    <a:pt x="94" y="34"/>
                    <a:pt x="76"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3" name="Freeform 139">
              <a:extLst>
                <a:ext uri="{FF2B5EF4-FFF2-40B4-BE49-F238E27FC236}">
                  <a16:creationId xmlns:a16="http://schemas.microsoft.com/office/drawing/2014/main" id="{CBA3D9C5-88BE-93F2-F0C3-285C7921E58C}"/>
                </a:ext>
              </a:extLst>
            </p:cNvPr>
            <p:cNvSpPr>
              <a:spLocks noEditPoints="1"/>
            </p:cNvSpPr>
            <p:nvPr/>
          </p:nvSpPr>
          <p:spPr bwMode="auto">
            <a:xfrm>
              <a:off x="3816350" y="828675"/>
              <a:ext cx="74613" cy="74613"/>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4" name="Freeform 140">
              <a:extLst>
                <a:ext uri="{FF2B5EF4-FFF2-40B4-BE49-F238E27FC236}">
                  <a16:creationId xmlns:a16="http://schemas.microsoft.com/office/drawing/2014/main" id="{B62CCDDE-1BDF-5FE5-19F1-92BFF4CD4671}"/>
                </a:ext>
              </a:extLst>
            </p:cNvPr>
            <p:cNvSpPr>
              <a:spLocks/>
            </p:cNvSpPr>
            <p:nvPr/>
          </p:nvSpPr>
          <p:spPr bwMode="auto">
            <a:xfrm>
              <a:off x="4171950" y="706438"/>
              <a:ext cx="119063" cy="128588"/>
            </a:xfrm>
            <a:custGeom>
              <a:avLst/>
              <a:gdLst>
                <a:gd name="T0" fmla="*/ 177 w 177"/>
                <a:gd name="T1" fmla="*/ 190 h 190"/>
                <a:gd name="T2" fmla="*/ 160 w 177"/>
                <a:gd name="T3" fmla="*/ 190 h 190"/>
                <a:gd name="T4" fmla="*/ 160 w 177"/>
                <a:gd name="T5" fmla="*/ 146 h 190"/>
                <a:gd name="T6" fmla="*/ 123 w 177"/>
                <a:gd name="T7" fmla="*/ 109 h 190"/>
                <a:gd name="T8" fmla="*/ 53 w 177"/>
                <a:gd name="T9" fmla="*/ 109 h 190"/>
                <a:gd name="T10" fmla="*/ 0 w 177"/>
                <a:gd name="T11" fmla="*/ 55 h 190"/>
                <a:gd name="T12" fmla="*/ 0 w 177"/>
                <a:gd name="T13" fmla="*/ 0 h 190"/>
                <a:gd name="T14" fmla="*/ 16 w 177"/>
                <a:gd name="T15" fmla="*/ 0 h 190"/>
                <a:gd name="T16" fmla="*/ 16 w 177"/>
                <a:gd name="T17" fmla="*/ 55 h 190"/>
                <a:gd name="T18" fmla="*/ 53 w 177"/>
                <a:gd name="T19" fmla="*/ 92 h 190"/>
                <a:gd name="T20" fmla="*/ 123 w 177"/>
                <a:gd name="T21" fmla="*/ 92 h 190"/>
                <a:gd name="T22" fmla="*/ 177 w 177"/>
                <a:gd name="T23" fmla="*/ 146 h 190"/>
                <a:gd name="T24" fmla="*/ 177 w 177"/>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0">
                  <a:moveTo>
                    <a:pt x="177" y="190"/>
                  </a:moveTo>
                  <a:lnTo>
                    <a:pt x="160" y="190"/>
                  </a:lnTo>
                  <a:lnTo>
                    <a:pt x="160" y="146"/>
                  </a:lnTo>
                  <a:cubicBezTo>
                    <a:pt x="160" y="125"/>
                    <a:pt x="144" y="109"/>
                    <a:pt x="123" y="109"/>
                  </a:cubicBezTo>
                  <a:lnTo>
                    <a:pt x="53" y="109"/>
                  </a:lnTo>
                  <a:cubicBezTo>
                    <a:pt x="24" y="109"/>
                    <a:pt x="0" y="84"/>
                    <a:pt x="0" y="55"/>
                  </a:cubicBezTo>
                  <a:lnTo>
                    <a:pt x="0" y="0"/>
                  </a:lnTo>
                  <a:lnTo>
                    <a:pt x="16" y="0"/>
                  </a:lnTo>
                  <a:lnTo>
                    <a:pt x="16" y="55"/>
                  </a:lnTo>
                  <a:cubicBezTo>
                    <a:pt x="16" y="75"/>
                    <a:pt x="33" y="92"/>
                    <a:pt x="53" y="92"/>
                  </a:cubicBezTo>
                  <a:lnTo>
                    <a:pt x="123" y="92"/>
                  </a:lnTo>
                  <a:cubicBezTo>
                    <a:pt x="153" y="92"/>
                    <a:pt x="177" y="116"/>
                    <a:pt x="177" y="146"/>
                  </a:cubicBezTo>
                  <a:lnTo>
                    <a:pt x="177" y="19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5" name="Freeform 141">
              <a:extLst>
                <a:ext uri="{FF2B5EF4-FFF2-40B4-BE49-F238E27FC236}">
                  <a16:creationId xmlns:a16="http://schemas.microsoft.com/office/drawing/2014/main" id="{CB384D83-8FDB-E606-7CE4-77A0CDC59938}"/>
                </a:ext>
              </a:extLst>
            </p:cNvPr>
            <p:cNvSpPr>
              <a:spLocks noEditPoints="1"/>
            </p:cNvSpPr>
            <p:nvPr/>
          </p:nvSpPr>
          <p:spPr bwMode="auto">
            <a:xfrm>
              <a:off x="4248150" y="828675"/>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6" name="Rectangle 142">
              <a:extLst>
                <a:ext uri="{FF2B5EF4-FFF2-40B4-BE49-F238E27FC236}">
                  <a16:creationId xmlns:a16="http://schemas.microsoft.com/office/drawing/2014/main" id="{A4285E75-8331-4015-94DD-2A76364221D2}"/>
                </a:ext>
              </a:extLst>
            </p:cNvPr>
            <p:cNvSpPr>
              <a:spLocks noChangeArrowheads="1"/>
            </p:cNvSpPr>
            <p:nvPr/>
          </p:nvSpPr>
          <p:spPr bwMode="auto">
            <a:xfrm>
              <a:off x="4064000" y="762000"/>
              <a:ext cx="11113" cy="1905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7" name="Rectangle 143">
              <a:extLst>
                <a:ext uri="{FF2B5EF4-FFF2-40B4-BE49-F238E27FC236}">
                  <a16:creationId xmlns:a16="http://schemas.microsoft.com/office/drawing/2014/main" id="{C6EF175E-CC7D-2AFB-DFF4-F39CB6173F42}"/>
                </a:ext>
              </a:extLst>
            </p:cNvPr>
            <p:cNvSpPr>
              <a:spLocks noChangeArrowheads="1"/>
            </p:cNvSpPr>
            <p:nvPr/>
          </p:nvSpPr>
          <p:spPr bwMode="auto">
            <a:xfrm>
              <a:off x="4064000" y="615950"/>
              <a:ext cx="11113" cy="11747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8" name="Freeform 144">
              <a:extLst>
                <a:ext uri="{FF2B5EF4-FFF2-40B4-BE49-F238E27FC236}">
                  <a16:creationId xmlns:a16="http://schemas.microsoft.com/office/drawing/2014/main" id="{BA61B538-B708-9A62-3247-2D86B60CF296}"/>
                </a:ext>
              </a:extLst>
            </p:cNvPr>
            <p:cNvSpPr>
              <a:spLocks noEditPoints="1"/>
            </p:cNvSpPr>
            <p:nvPr/>
          </p:nvSpPr>
          <p:spPr bwMode="auto">
            <a:xfrm>
              <a:off x="4032250" y="949325"/>
              <a:ext cx="74613" cy="73025"/>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9" name="Freeform 145">
              <a:extLst>
                <a:ext uri="{FF2B5EF4-FFF2-40B4-BE49-F238E27FC236}">
                  <a16:creationId xmlns:a16="http://schemas.microsoft.com/office/drawing/2014/main" id="{BB92AA63-2625-325B-C434-AA727708FEE9}"/>
                </a:ext>
              </a:extLst>
            </p:cNvPr>
            <p:cNvSpPr>
              <a:spLocks/>
            </p:cNvSpPr>
            <p:nvPr/>
          </p:nvSpPr>
          <p:spPr bwMode="auto">
            <a:xfrm>
              <a:off x="4171950" y="806450"/>
              <a:ext cx="182563" cy="150813"/>
            </a:xfrm>
            <a:custGeom>
              <a:avLst/>
              <a:gdLst>
                <a:gd name="T0" fmla="*/ 272 w 272"/>
                <a:gd name="T1" fmla="*/ 223 h 223"/>
                <a:gd name="T2" fmla="*/ 90 w 272"/>
                <a:gd name="T3" fmla="*/ 223 h 223"/>
                <a:gd name="T4" fmla="*/ 0 w 272"/>
                <a:gd name="T5" fmla="*/ 133 h 223"/>
                <a:gd name="T6" fmla="*/ 0 w 272"/>
                <a:gd name="T7" fmla="*/ 0 h 223"/>
                <a:gd name="T8" fmla="*/ 16 w 272"/>
                <a:gd name="T9" fmla="*/ 0 h 223"/>
                <a:gd name="T10" fmla="*/ 16 w 272"/>
                <a:gd name="T11" fmla="*/ 133 h 223"/>
                <a:gd name="T12" fmla="*/ 90 w 272"/>
                <a:gd name="T13" fmla="*/ 206 h 223"/>
                <a:gd name="T14" fmla="*/ 272 w 272"/>
                <a:gd name="T15" fmla="*/ 206 h 223"/>
                <a:gd name="T16" fmla="*/ 27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272" y="223"/>
                  </a:moveTo>
                  <a:lnTo>
                    <a:pt x="90" y="223"/>
                  </a:lnTo>
                  <a:cubicBezTo>
                    <a:pt x="40" y="223"/>
                    <a:pt x="0" y="183"/>
                    <a:pt x="0" y="133"/>
                  </a:cubicBezTo>
                  <a:lnTo>
                    <a:pt x="0" y="0"/>
                  </a:lnTo>
                  <a:lnTo>
                    <a:pt x="16" y="0"/>
                  </a:lnTo>
                  <a:lnTo>
                    <a:pt x="16" y="133"/>
                  </a:lnTo>
                  <a:cubicBezTo>
                    <a:pt x="16" y="174"/>
                    <a:pt x="49" y="206"/>
                    <a:pt x="90" y="206"/>
                  </a:cubicBezTo>
                  <a:lnTo>
                    <a:pt x="272" y="206"/>
                  </a:lnTo>
                  <a:lnTo>
                    <a:pt x="272" y="22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0" name="Freeform 146">
              <a:extLst>
                <a:ext uri="{FF2B5EF4-FFF2-40B4-BE49-F238E27FC236}">
                  <a16:creationId xmlns:a16="http://schemas.microsoft.com/office/drawing/2014/main" id="{2BDF8249-6C56-047F-3678-381656DD79C5}"/>
                </a:ext>
              </a:extLst>
            </p:cNvPr>
            <p:cNvSpPr>
              <a:spLocks/>
            </p:cNvSpPr>
            <p:nvPr/>
          </p:nvSpPr>
          <p:spPr bwMode="auto">
            <a:xfrm>
              <a:off x="4117975" y="877888"/>
              <a:ext cx="111125" cy="179388"/>
            </a:xfrm>
            <a:custGeom>
              <a:avLst/>
              <a:gdLst>
                <a:gd name="T0" fmla="*/ 150 w 163"/>
                <a:gd name="T1" fmla="*/ 267 h 267"/>
                <a:gd name="T2" fmla="*/ 25 w 163"/>
                <a:gd name="T3" fmla="*/ 111 h 267"/>
                <a:gd name="T4" fmla="*/ 0 w 163"/>
                <a:gd name="T5" fmla="*/ 40 h 267"/>
                <a:gd name="T6" fmla="*/ 0 w 163"/>
                <a:gd name="T7" fmla="*/ 0 h 267"/>
                <a:gd name="T8" fmla="*/ 16 w 163"/>
                <a:gd name="T9" fmla="*/ 0 h 267"/>
                <a:gd name="T10" fmla="*/ 16 w 163"/>
                <a:gd name="T11" fmla="*/ 40 h 267"/>
                <a:gd name="T12" fmla="*/ 38 w 163"/>
                <a:gd name="T13" fmla="*/ 100 h 267"/>
                <a:gd name="T14" fmla="*/ 163 w 163"/>
                <a:gd name="T15" fmla="*/ 257 h 267"/>
                <a:gd name="T16" fmla="*/ 150 w 163"/>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67">
                  <a:moveTo>
                    <a:pt x="150" y="267"/>
                  </a:moveTo>
                  <a:lnTo>
                    <a:pt x="25" y="111"/>
                  </a:lnTo>
                  <a:cubicBezTo>
                    <a:pt x="8" y="91"/>
                    <a:pt x="0" y="65"/>
                    <a:pt x="0" y="40"/>
                  </a:cubicBezTo>
                  <a:lnTo>
                    <a:pt x="0" y="0"/>
                  </a:lnTo>
                  <a:lnTo>
                    <a:pt x="16" y="0"/>
                  </a:lnTo>
                  <a:lnTo>
                    <a:pt x="16" y="40"/>
                  </a:lnTo>
                  <a:cubicBezTo>
                    <a:pt x="16" y="62"/>
                    <a:pt x="24" y="83"/>
                    <a:pt x="38" y="100"/>
                  </a:cubicBezTo>
                  <a:lnTo>
                    <a:pt x="163" y="257"/>
                  </a:lnTo>
                  <a:lnTo>
                    <a:pt x="150" y="26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1" name="Rectangle 147">
              <a:extLst>
                <a:ext uri="{FF2B5EF4-FFF2-40B4-BE49-F238E27FC236}">
                  <a16:creationId xmlns:a16="http://schemas.microsoft.com/office/drawing/2014/main" id="{70DC8007-F3D7-113E-C875-95ED7CDF9281}"/>
                </a:ext>
              </a:extLst>
            </p:cNvPr>
            <p:cNvSpPr>
              <a:spLocks noChangeArrowheads="1"/>
            </p:cNvSpPr>
            <p:nvPr/>
          </p:nvSpPr>
          <p:spPr bwMode="auto">
            <a:xfrm>
              <a:off x="4117975" y="669925"/>
              <a:ext cx="11113" cy="1619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2" name="Rectangle 148">
              <a:extLst>
                <a:ext uri="{FF2B5EF4-FFF2-40B4-BE49-F238E27FC236}">
                  <a16:creationId xmlns:a16="http://schemas.microsoft.com/office/drawing/2014/main" id="{F1A2FDDE-DA00-DC8E-BDB5-CFA7FF9FE13B}"/>
                </a:ext>
              </a:extLst>
            </p:cNvPr>
            <p:cNvSpPr>
              <a:spLocks noChangeArrowheads="1"/>
            </p:cNvSpPr>
            <p:nvPr/>
          </p:nvSpPr>
          <p:spPr bwMode="auto">
            <a:xfrm>
              <a:off x="4117975" y="6270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3" name="Freeform 149">
              <a:extLst>
                <a:ext uri="{FF2B5EF4-FFF2-40B4-BE49-F238E27FC236}">
                  <a16:creationId xmlns:a16="http://schemas.microsoft.com/office/drawing/2014/main" id="{07272162-3C82-6EBE-539D-93B13E5D214B}"/>
                </a:ext>
              </a:extLst>
            </p:cNvPr>
            <p:cNvSpPr>
              <a:spLocks noEditPoints="1"/>
            </p:cNvSpPr>
            <p:nvPr/>
          </p:nvSpPr>
          <p:spPr bwMode="auto">
            <a:xfrm>
              <a:off x="4348163" y="914400"/>
              <a:ext cx="74613"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7" y="93"/>
                    <a:pt x="94" y="76"/>
                    <a:pt x="94" y="55"/>
                  </a:cubicBezTo>
                  <a:cubicBezTo>
                    <a:pt x="94" y="34"/>
                    <a:pt x="77"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4" name="Freeform 150">
              <a:extLst>
                <a:ext uri="{FF2B5EF4-FFF2-40B4-BE49-F238E27FC236}">
                  <a16:creationId xmlns:a16="http://schemas.microsoft.com/office/drawing/2014/main" id="{F8B4F26D-C518-13D6-DE5C-4A8970D4DE4F}"/>
                </a:ext>
              </a:extLst>
            </p:cNvPr>
            <p:cNvSpPr>
              <a:spLocks noEditPoints="1"/>
            </p:cNvSpPr>
            <p:nvPr/>
          </p:nvSpPr>
          <p:spPr bwMode="auto">
            <a:xfrm>
              <a:off x="42052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5" name="Freeform 151">
              <a:extLst>
                <a:ext uri="{FF2B5EF4-FFF2-40B4-BE49-F238E27FC236}">
                  <a16:creationId xmlns:a16="http://schemas.microsoft.com/office/drawing/2014/main" id="{703D0C22-34C1-08FE-8E01-452B4C675247}"/>
                </a:ext>
              </a:extLst>
            </p:cNvPr>
            <p:cNvSpPr>
              <a:spLocks/>
            </p:cNvSpPr>
            <p:nvPr/>
          </p:nvSpPr>
          <p:spPr bwMode="auto">
            <a:xfrm>
              <a:off x="3913188" y="696913"/>
              <a:ext cx="109538" cy="360363"/>
            </a:xfrm>
            <a:custGeom>
              <a:avLst/>
              <a:gdLst>
                <a:gd name="T0" fmla="*/ 13 w 164"/>
                <a:gd name="T1" fmla="*/ 535 h 535"/>
                <a:gd name="T2" fmla="*/ 0 w 164"/>
                <a:gd name="T3" fmla="*/ 525 h 535"/>
                <a:gd name="T4" fmla="*/ 126 w 164"/>
                <a:gd name="T5" fmla="*/ 368 h 535"/>
                <a:gd name="T6" fmla="*/ 147 w 164"/>
                <a:gd name="T7" fmla="*/ 308 h 535"/>
                <a:gd name="T8" fmla="*/ 147 w 164"/>
                <a:gd name="T9" fmla="*/ 0 h 535"/>
                <a:gd name="T10" fmla="*/ 164 w 164"/>
                <a:gd name="T11" fmla="*/ 0 h 535"/>
                <a:gd name="T12" fmla="*/ 164 w 164"/>
                <a:gd name="T13" fmla="*/ 308 h 535"/>
                <a:gd name="T14" fmla="*/ 139 w 164"/>
                <a:gd name="T15" fmla="*/ 379 h 535"/>
                <a:gd name="T16" fmla="*/ 13 w 164"/>
                <a:gd name="T1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35">
                  <a:moveTo>
                    <a:pt x="13" y="535"/>
                  </a:moveTo>
                  <a:lnTo>
                    <a:pt x="0" y="525"/>
                  </a:lnTo>
                  <a:lnTo>
                    <a:pt x="126" y="368"/>
                  </a:lnTo>
                  <a:cubicBezTo>
                    <a:pt x="140" y="351"/>
                    <a:pt x="147" y="330"/>
                    <a:pt x="147" y="308"/>
                  </a:cubicBezTo>
                  <a:lnTo>
                    <a:pt x="147" y="0"/>
                  </a:lnTo>
                  <a:lnTo>
                    <a:pt x="164" y="0"/>
                  </a:lnTo>
                  <a:lnTo>
                    <a:pt x="164" y="308"/>
                  </a:lnTo>
                  <a:cubicBezTo>
                    <a:pt x="164" y="333"/>
                    <a:pt x="155" y="359"/>
                    <a:pt x="139" y="379"/>
                  </a:cubicBezTo>
                  <a:lnTo>
                    <a:pt x="13" y="53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6" name="Rectangle 152">
              <a:extLst>
                <a:ext uri="{FF2B5EF4-FFF2-40B4-BE49-F238E27FC236}">
                  <a16:creationId xmlns:a16="http://schemas.microsoft.com/office/drawing/2014/main" id="{44793F19-1542-D761-5BE9-ECCC8151F1C9}"/>
                </a:ext>
              </a:extLst>
            </p:cNvPr>
            <p:cNvSpPr>
              <a:spLocks noChangeArrowheads="1"/>
            </p:cNvSpPr>
            <p:nvPr/>
          </p:nvSpPr>
          <p:spPr bwMode="auto">
            <a:xfrm>
              <a:off x="4011613" y="6524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7" name="Freeform 153">
              <a:extLst>
                <a:ext uri="{FF2B5EF4-FFF2-40B4-BE49-F238E27FC236}">
                  <a16:creationId xmlns:a16="http://schemas.microsoft.com/office/drawing/2014/main" id="{E08A7348-88C4-CA1D-0935-FC0BFF4A76E9}"/>
                </a:ext>
              </a:extLst>
            </p:cNvPr>
            <p:cNvSpPr>
              <a:spLocks noEditPoints="1"/>
            </p:cNvSpPr>
            <p:nvPr/>
          </p:nvSpPr>
          <p:spPr bwMode="auto">
            <a:xfrm>
              <a:off x="38623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8" name="Contact5" descr="{&quot;Key&quot;:&quot;POWER_USER_SHAPE_ICON&quot;,&quot;Value&quot;:&quot;POWER_USER_SHAPE_ICON_STYLE_1&quot;}">
            <a:extLst>
              <a:ext uri="{FF2B5EF4-FFF2-40B4-BE49-F238E27FC236}">
                <a16:creationId xmlns:a16="http://schemas.microsoft.com/office/drawing/2014/main" id="{D078E380-6395-49F4-7A65-E618480A9D04}"/>
              </a:ext>
            </a:extLst>
          </p:cNvPr>
          <p:cNvSpPr>
            <a:spLocks noChangeAspect="1" noChangeArrowheads="1"/>
          </p:cNvSpPr>
          <p:nvPr>
            <p:custDataLst>
              <p:tags r:id="rId3"/>
            </p:custDataLst>
          </p:nvPr>
        </p:nvSpPr>
        <p:spPr bwMode="auto">
          <a:xfrm>
            <a:off x="7550725" y="2508867"/>
            <a:ext cx="653760" cy="762000"/>
          </a:xfrm>
          <a:custGeom>
            <a:avLst/>
            <a:gdLst>
              <a:gd name="T0" fmla="*/ 592 w 664"/>
              <a:gd name="T1" fmla="*/ 0 h 777"/>
              <a:gd name="T2" fmla="*/ 78 w 664"/>
              <a:gd name="T3" fmla="*/ 0 h 777"/>
              <a:gd name="T4" fmla="*/ 0 w 664"/>
              <a:gd name="T5" fmla="*/ 71 h 777"/>
              <a:gd name="T6" fmla="*/ 0 w 664"/>
              <a:gd name="T7" fmla="*/ 592 h 777"/>
              <a:gd name="T8" fmla="*/ 78 w 664"/>
              <a:gd name="T9" fmla="*/ 663 h 777"/>
              <a:gd name="T10" fmla="*/ 219 w 664"/>
              <a:gd name="T11" fmla="*/ 663 h 777"/>
              <a:gd name="T12" fmla="*/ 332 w 664"/>
              <a:gd name="T13" fmla="*/ 776 h 777"/>
              <a:gd name="T14" fmla="*/ 444 w 664"/>
              <a:gd name="T15" fmla="*/ 663 h 777"/>
              <a:gd name="T16" fmla="*/ 592 w 664"/>
              <a:gd name="T17" fmla="*/ 663 h 777"/>
              <a:gd name="T18" fmla="*/ 663 w 664"/>
              <a:gd name="T19" fmla="*/ 592 h 777"/>
              <a:gd name="T20" fmla="*/ 663 w 664"/>
              <a:gd name="T21" fmla="*/ 71 h 777"/>
              <a:gd name="T22" fmla="*/ 592 w 664"/>
              <a:gd name="T23" fmla="*/ 0 h 777"/>
              <a:gd name="T24" fmla="*/ 332 w 664"/>
              <a:gd name="T25" fmla="*/ 120 h 777"/>
              <a:gd name="T26" fmla="*/ 430 w 664"/>
              <a:gd name="T27" fmla="*/ 219 h 777"/>
              <a:gd name="T28" fmla="*/ 332 w 664"/>
              <a:gd name="T29" fmla="*/ 317 h 777"/>
              <a:gd name="T30" fmla="*/ 233 w 664"/>
              <a:gd name="T31" fmla="*/ 219 h 777"/>
              <a:gd name="T32" fmla="*/ 332 w 664"/>
              <a:gd name="T33" fmla="*/ 120 h 777"/>
              <a:gd name="T34" fmla="*/ 557 w 664"/>
              <a:gd name="T35" fmla="*/ 515 h 777"/>
              <a:gd name="T36" fmla="*/ 113 w 664"/>
              <a:gd name="T37" fmla="*/ 515 h 777"/>
              <a:gd name="T38" fmla="*/ 113 w 664"/>
              <a:gd name="T39" fmla="*/ 480 h 777"/>
              <a:gd name="T40" fmla="*/ 332 w 664"/>
              <a:gd name="T41" fmla="*/ 367 h 777"/>
              <a:gd name="T42" fmla="*/ 557 w 664"/>
              <a:gd name="T43" fmla="*/ 480 h 777"/>
              <a:gd name="T44" fmla="*/ 557 w 664"/>
              <a:gd name="T45" fmla="*/ 515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4" h="777">
                <a:moveTo>
                  <a:pt x="592" y="0"/>
                </a:moveTo>
                <a:lnTo>
                  <a:pt x="78" y="0"/>
                </a:lnTo>
                <a:cubicBezTo>
                  <a:pt x="36" y="0"/>
                  <a:pt x="0" y="36"/>
                  <a:pt x="0" y="71"/>
                </a:cubicBezTo>
                <a:lnTo>
                  <a:pt x="0" y="592"/>
                </a:lnTo>
                <a:cubicBezTo>
                  <a:pt x="0" y="628"/>
                  <a:pt x="36" y="663"/>
                  <a:pt x="78" y="663"/>
                </a:cubicBezTo>
                <a:lnTo>
                  <a:pt x="219" y="663"/>
                </a:lnTo>
                <a:lnTo>
                  <a:pt x="332" y="776"/>
                </a:lnTo>
                <a:lnTo>
                  <a:pt x="444" y="663"/>
                </a:lnTo>
                <a:lnTo>
                  <a:pt x="592" y="663"/>
                </a:lnTo>
                <a:cubicBezTo>
                  <a:pt x="635" y="663"/>
                  <a:pt x="663" y="628"/>
                  <a:pt x="663" y="592"/>
                </a:cubicBezTo>
                <a:lnTo>
                  <a:pt x="663" y="71"/>
                </a:lnTo>
                <a:cubicBezTo>
                  <a:pt x="663" y="36"/>
                  <a:pt x="635" y="0"/>
                  <a:pt x="592" y="0"/>
                </a:cubicBezTo>
                <a:close/>
                <a:moveTo>
                  <a:pt x="332" y="120"/>
                </a:moveTo>
                <a:cubicBezTo>
                  <a:pt x="388" y="120"/>
                  <a:pt x="430" y="162"/>
                  <a:pt x="430" y="219"/>
                </a:cubicBezTo>
                <a:cubicBezTo>
                  <a:pt x="430" y="275"/>
                  <a:pt x="388" y="317"/>
                  <a:pt x="332" y="317"/>
                </a:cubicBezTo>
                <a:cubicBezTo>
                  <a:pt x="275" y="317"/>
                  <a:pt x="233" y="275"/>
                  <a:pt x="233" y="219"/>
                </a:cubicBezTo>
                <a:cubicBezTo>
                  <a:pt x="233" y="162"/>
                  <a:pt x="275" y="120"/>
                  <a:pt x="332" y="120"/>
                </a:cubicBezTo>
                <a:close/>
                <a:moveTo>
                  <a:pt x="557" y="515"/>
                </a:moveTo>
                <a:lnTo>
                  <a:pt x="113" y="515"/>
                </a:lnTo>
                <a:lnTo>
                  <a:pt x="113" y="480"/>
                </a:lnTo>
                <a:cubicBezTo>
                  <a:pt x="113" y="409"/>
                  <a:pt x="258" y="367"/>
                  <a:pt x="332" y="367"/>
                </a:cubicBezTo>
                <a:cubicBezTo>
                  <a:pt x="406" y="367"/>
                  <a:pt x="557" y="409"/>
                  <a:pt x="557" y="480"/>
                </a:cubicBezTo>
                <a:lnTo>
                  <a:pt x="557" y="515"/>
                </a:lnTo>
                <a:close/>
              </a:path>
            </a:pathLst>
          </a:custGeom>
          <a:noFill/>
          <a:ln w="19050">
            <a:solidFill>
              <a:schemeClr val="lt1"/>
            </a:solid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89" name="Credit_card4" descr="{&quot;Key&quot;:&quot;POWER_USER_SHAPE_ICON&quot;,&quot;Value&quot;:&quot;POWER_USER_SHAPE_ICON_STYLE_1&quot;}">
            <a:extLst>
              <a:ext uri="{FF2B5EF4-FFF2-40B4-BE49-F238E27FC236}">
                <a16:creationId xmlns:a16="http://schemas.microsoft.com/office/drawing/2014/main" id="{0B876BEF-B2CC-4689-1D08-1A33CF9791C9}"/>
              </a:ext>
            </a:extLst>
          </p:cNvPr>
          <p:cNvGrpSpPr>
            <a:grpSpLocks noChangeAspect="1"/>
          </p:cNvGrpSpPr>
          <p:nvPr/>
        </p:nvGrpSpPr>
        <p:grpSpPr>
          <a:xfrm>
            <a:off x="9363206" y="4018600"/>
            <a:ext cx="752973" cy="508000"/>
            <a:chOff x="7319963" y="1101725"/>
            <a:chExt cx="463550" cy="312738"/>
          </a:xfrm>
          <a:solidFill>
            <a:schemeClr val="lt1"/>
          </a:solidFill>
        </p:grpSpPr>
        <p:sp>
          <p:nvSpPr>
            <p:cNvPr id="190" name="Freeform 326">
              <a:extLst>
                <a:ext uri="{FF2B5EF4-FFF2-40B4-BE49-F238E27FC236}">
                  <a16:creationId xmlns:a16="http://schemas.microsoft.com/office/drawing/2014/main" id="{A2EB97FC-EDF8-2D16-4344-5D67AE543677}"/>
                </a:ext>
              </a:extLst>
            </p:cNvPr>
            <p:cNvSpPr>
              <a:spLocks noEditPoints="1"/>
            </p:cNvSpPr>
            <p:nvPr/>
          </p:nvSpPr>
          <p:spPr bwMode="auto">
            <a:xfrm>
              <a:off x="7319963" y="1101725"/>
              <a:ext cx="463550" cy="312738"/>
            </a:xfrm>
            <a:custGeom>
              <a:avLst/>
              <a:gdLst>
                <a:gd name="T0" fmla="*/ 26 w 508"/>
                <a:gd name="T1" fmla="*/ 14 h 343"/>
                <a:gd name="T2" fmla="*/ 15 w 508"/>
                <a:gd name="T3" fmla="*/ 25 h 343"/>
                <a:gd name="T4" fmla="*/ 15 w 508"/>
                <a:gd name="T5" fmla="*/ 317 h 343"/>
                <a:gd name="T6" fmla="*/ 26 w 508"/>
                <a:gd name="T7" fmla="*/ 328 h 343"/>
                <a:gd name="T8" fmla="*/ 482 w 508"/>
                <a:gd name="T9" fmla="*/ 328 h 343"/>
                <a:gd name="T10" fmla="*/ 493 w 508"/>
                <a:gd name="T11" fmla="*/ 317 h 343"/>
                <a:gd name="T12" fmla="*/ 493 w 508"/>
                <a:gd name="T13" fmla="*/ 25 h 343"/>
                <a:gd name="T14" fmla="*/ 482 w 508"/>
                <a:gd name="T15" fmla="*/ 14 h 343"/>
                <a:gd name="T16" fmla="*/ 26 w 508"/>
                <a:gd name="T17" fmla="*/ 14 h 343"/>
                <a:gd name="T18" fmla="*/ 482 w 508"/>
                <a:gd name="T19" fmla="*/ 343 h 343"/>
                <a:gd name="T20" fmla="*/ 26 w 508"/>
                <a:gd name="T21" fmla="*/ 343 h 343"/>
                <a:gd name="T22" fmla="*/ 0 w 508"/>
                <a:gd name="T23" fmla="*/ 317 h 343"/>
                <a:gd name="T24" fmla="*/ 0 w 508"/>
                <a:gd name="T25" fmla="*/ 25 h 343"/>
                <a:gd name="T26" fmla="*/ 26 w 508"/>
                <a:gd name="T27" fmla="*/ 0 h 343"/>
                <a:gd name="T28" fmla="*/ 482 w 508"/>
                <a:gd name="T29" fmla="*/ 0 h 343"/>
                <a:gd name="T30" fmla="*/ 508 w 508"/>
                <a:gd name="T31" fmla="*/ 25 h 343"/>
                <a:gd name="T32" fmla="*/ 508 w 508"/>
                <a:gd name="T33" fmla="*/ 317 h 343"/>
                <a:gd name="T34" fmla="*/ 482 w 508"/>
                <a:gd name="T35"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8" h="343">
                  <a:moveTo>
                    <a:pt x="26" y="14"/>
                  </a:moveTo>
                  <a:cubicBezTo>
                    <a:pt x="20" y="14"/>
                    <a:pt x="15" y="19"/>
                    <a:pt x="15" y="25"/>
                  </a:cubicBezTo>
                  <a:lnTo>
                    <a:pt x="15" y="317"/>
                  </a:lnTo>
                  <a:cubicBezTo>
                    <a:pt x="15" y="323"/>
                    <a:pt x="20" y="328"/>
                    <a:pt x="26" y="328"/>
                  </a:cubicBezTo>
                  <a:lnTo>
                    <a:pt x="482" y="328"/>
                  </a:lnTo>
                  <a:cubicBezTo>
                    <a:pt x="488" y="328"/>
                    <a:pt x="493" y="323"/>
                    <a:pt x="493" y="317"/>
                  </a:cubicBezTo>
                  <a:lnTo>
                    <a:pt x="493" y="25"/>
                  </a:lnTo>
                  <a:cubicBezTo>
                    <a:pt x="493" y="19"/>
                    <a:pt x="488" y="14"/>
                    <a:pt x="482" y="14"/>
                  </a:cubicBezTo>
                  <a:lnTo>
                    <a:pt x="26" y="14"/>
                  </a:lnTo>
                  <a:close/>
                  <a:moveTo>
                    <a:pt x="482" y="343"/>
                  </a:moveTo>
                  <a:lnTo>
                    <a:pt x="26" y="343"/>
                  </a:lnTo>
                  <a:cubicBezTo>
                    <a:pt x="12" y="343"/>
                    <a:pt x="0" y="331"/>
                    <a:pt x="0" y="317"/>
                  </a:cubicBezTo>
                  <a:lnTo>
                    <a:pt x="0" y="25"/>
                  </a:lnTo>
                  <a:cubicBezTo>
                    <a:pt x="0" y="11"/>
                    <a:pt x="12" y="0"/>
                    <a:pt x="26" y="0"/>
                  </a:cubicBezTo>
                  <a:lnTo>
                    <a:pt x="482" y="0"/>
                  </a:lnTo>
                  <a:cubicBezTo>
                    <a:pt x="497" y="0"/>
                    <a:pt x="508" y="11"/>
                    <a:pt x="508" y="25"/>
                  </a:cubicBezTo>
                  <a:lnTo>
                    <a:pt x="508" y="317"/>
                  </a:lnTo>
                  <a:cubicBezTo>
                    <a:pt x="508" y="331"/>
                    <a:pt x="497" y="343"/>
                    <a:pt x="482" y="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1" name="Freeform 327">
              <a:extLst>
                <a:ext uri="{FF2B5EF4-FFF2-40B4-BE49-F238E27FC236}">
                  <a16:creationId xmlns:a16="http://schemas.microsoft.com/office/drawing/2014/main" id="{AC61AF20-51CC-181B-BF06-B2BE90368C15}"/>
                </a:ext>
              </a:extLst>
            </p:cNvPr>
            <p:cNvSpPr>
              <a:spLocks/>
            </p:cNvSpPr>
            <p:nvPr/>
          </p:nvSpPr>
          <p:spPr bwMode="auto">
            <a:xfrm>
              <a:off x="7319963" y="1149350"/>
              <a:ext cx="463550" cy="14288"/>
            </a:xfrm>
            <a:custGeom>
              <a:avLst/>
              <a:gdLst>
                <a:gd name="T0" fmla="*/ 501 w 508"/>
                <a:gd name="T1" fmla="*/ 15 h 15"/>
                <a:gd name="T2" fmla="*/ 8 w 508"/>
                <a:gd name="T3" fmla="*/ 15 h 15"/>
                <a:gd name="T4" fmla="*/ 0 w 508"/>
                <a:gd name="T5" fmla="*/ 7 h 15"/>
                <a:gd name="T6" fmla="*/ 8 w 508"/>
                <a:gd name="T7" fmla="*/ 0 h 15"/>
                <a:gd name="T8" fmla="*/ 501 w 508"/>
                <a:gd name="T9" fmla="*/ 0 h 15"/>
                <a:gd name="T10" fmla="*/ 508 w 508"/>
                <a:gd name="T11" fmla="*/ 7 h 15"/>
                <a:gd name="T12" fmla="*/ 501 w 508"/>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508" h="15">
                  <a:moveTo>
                    <a:pt x="501" y="15"/>
                  </a:moveTo>
                  <a:lnTo>
                    <a:pt x="8" y="15"/>
                  </a:lnTo>
                  <a:cubicBezTo>
                    <a:pt x="4" y="15"/>
                    <a:pt x="0" y="12"/>
                    <a:pt x="0" y="7"/>
                  </a:cubicBezTo>
                  <a:cubicBezTo>
                    <a:pt x="0" y="3"/>
                    <a:pt x="4" y="0"/>
                    <a:pt x="8" y="0"/>
                  </a:cubicBezTo>
                  <a:lnTo>
                    <a:pt x="501" y="0"/>
                  </a:lnTo>
                  <a:cubicBezTo>
                    <a:pt x="505" y="0"/>
                    <a:pt x="508" y="3"/>
                    <a:pt x="508" y="7"/>
                  </a:cubicBezTo>
                  <a:cubicBezTo>
                    <a:pt x="508" y="12"/>
                    <a:pt x="505" y="15"/>
                    <a:pt x="50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2" name="Freeform 328">
              <a:extLst>
                <a:ext uri="{FF2B5EF4-FFF2-40B4-BE49-F238E27FC236}">
                  <a16:creationId xmlns:a16="http://schemas.microsoft.com/office/drawing/2014/main" id="{D87BD778-B66E-9676-6F15-A01DC04A595A}"/>
                </a:ext>
              </a:extLst>
            </p:cNvPr>
            <p:cNvSpPr>
              <a:spLocks/>
            </p:cNvSpPr>
            <p:nvPr/>
          </p:nvSpPr>
          <p:spPr bwMode="auto">
            <a:xfrm>
              <a:off x="7319963" y="1212850"/>
              <a:ext cx="463550" cy="12700"/>
            </a:xfrm>
            <a:custGeom>
              <a:avLst/>
              <a:gdLst>
                <a:gd name="T0" fmla="*/ 501 w 508"/>
                <a:gd name="T1" fmla="*/ 14 h 14"/>
                <a:gd name="T2" fmla="*/ 8 w 508"/>
                <a:gd name="T3" fmla="*/ 14 h 14"/>
                <a:gd name="T4" fmla="*/ 0 w 508"/>
                <a:gd name="T5" fmla="*/ 7 h 14"/>
                <a:gd name="T6" fmla="*/ 8 w 508"/>
                <a:gd name="T7" fmla="*/ 0 h 14"/>
                <a:gd name="T8" fmla="*/ 501 w 508"/>
                <a:gd name="T9" fmla="*/ 0 h 14"/>
                <a:gd name="T10" fmla="*/ 508 w 508"/>
                <a:gd name="T11" fmla="*/ 7 h 14"/>
                <a:gd name="T12" fmla="*/ 501 w 508"/>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08" h="14">
                  <a:moveTo>
                    <a:pt x="501" y="14"/>
                  </a:moveTo>
                  <a:lnTo>
                    <a:pt x="8" y="14"/>
                  </a:lnTo>
                  <a:cubicBezTo>
                    <a:pt x="4" y="14"/>
                    <a:pt x="0" y="11"/>
                    <a:pt x="0" y="7"/>
                  </a:cubicBezTo>
                  <a:cubicBezTo>
                    <a:pt x="0" y="3"/>
                    <a:pt x="4" y="0"/>
                    <a:pt x="8" y="0"/>
                  </a:cubicBezTo>
                  <a:lnTo>
                    <a:pt x="501" y="0"/>
                  </a:lnTo>
                  <a:cubicBezTo>
                    <a:pt x="505" y="0"/>
                    <a:pt x="508" y="3"/>
                    <a:pt x="508" y="7"/>
                  </a:cubicBezTo>
                  <a:cubicBezTo>
                    <a:pt x="508" y="11"/>
                    <a:pt x="505" y="14"/>
                    <a:pt x="501"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3" name="Freeform 329">
              <a:extLst>
                <a:ext uri="{FF2B5EF4-FFF2-40B4-BE49-F238E27FC236}">
                  <a16:creationId xmlns:a16="http://schemas.microsoft.com/office/drawing/2014/main" id="{D0C9831E-781E-A7A4-117D-D2AA729CF6EF}"/>
                </a:ext>
              </a:extLst>
            </p:cNvPr>
            <p:cNvSpPr>
              <a:spLocks/>
            </p:cNvSpPr>
            <p:nvPr/>
          </p:nvSpPr>
          <p:spPr bwMode="auto">
            <a:xfrm>
              <a:off x="7364413" y="1273175"/>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4" name="Freeform 330">
              <a:extLst>
                <a:ext uri="{FF2B5EF4-FFF2-40B4-BE49-F238E27FC236}">
                  <a16:creationId xmlns:a16="http://schemas.microsoft.com/office/drawing/2014/main" id="{B7C23B0A-336A-7C7B-940A-EC303ECE9570}"/>
                </a:ext>
              </a:extLst>
            </p:cNvPr>
            <p:cNvSpPr>
              <a:spLocks/>
            </p:cNvSpPr>
            <p:nvPr/>
          </p:nvSpPr>
          <p:spPr bwMode="auto">
            <a:xfrm>
              <a:off x="7364413" y="1322388"/>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5" name="Freeform 331">
              <a:extLst>
                <a:ext uri="{FF2B5EF4-FFF2-40B4-BE49-F238E27FC236}">
                  <a16:creationId xmlns:a16="http://schemas.microsoft.com/office/drawing/2014/main" id="{C0F9FC13-AE3E-1368-616E-94AF3F3798A3}"/>
                </a:ext>
              </a:extLst>
            </p:cNvPr>
            <p:cNvSpPr>
              <a:spLocks noEditPoints="1"/>
            </p:cNvSpPr>
            <p:nvPr/>
          </p:nvSpPr>
          <p:spPr bwMode="auto">
            <a:xfrm>
              <a:off x="7631113" y="1260475"/>
              <a:ext cx="87313" cy="87313"/>
            </a:xfrm>
            <a:custGeom>
              <a:avLst/>
              <a:gdLst>
                <a:gd name="T0" fmla="*/ 48 w 95"/>
                <a:gd name="T1" fmla="*/ 15 h 95"/>
                <a:gd name="T2" fmla="*/ 15 w 95"/>
                <a:gd name="T3" fmla="*/ 48 h 95"/>
                <a:gd name="T4" fmla="*/ 48 w 95"/>
                <a:gd name="T5" fmla="*/ 80 h 95"/>
                <a:gd name="T6" fmla="*/ 81 w 95"/>
                <a:gd name="T7" fmla="*/ 48 h 95"/>
                <a:gd name="T8" fmla="*/ 48 w 95"/>
                <a:gd name="T9" fmla="*/ 15 h 95"/>
                <a:gd name="T10" fmla="*/ 48 w 95"/>
                <a:gd name="T11" fmla="*/ 95 h 95"/>
                <a:gd name="T12" fmla="*/ 0 w 95"/>
                <a:gd name="T13" fmla="*/ 48 h 95"/>
                <a:gd name="T14" fmla="*/ 48 w 95"/>
                <a:gd name="T15" fmla="*/ 0 h 95"/>
                <a:gd name="T16" fmla="*/ 95 w 95"/>
                <a:gd name="T17" fmla="*/ 48 h 95"/>
                <a:gd name="T18" fmla="*/ 48 w 95"/>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95">
                  <a:moveTo>
                    <a:pt x="48" y="15"/>
                  </a:moveTo>
                  <a:cubicBezTo>
                    <a:pt x="30" y="15"/>
                    <a:pt x="15" y="29"/>
                    <a:pt x="15" y="48"/>
                  </a:cubicBezTo>
                  <a:cubicBezTo>
                    <a:pt x="15" y="66"/>
                    <a:pt x="30" y="80"/>
                    <a:pt x="48" y="80"/>
                  </a:cubicBezTo>
                  <a:cubicBezTo>
                    <a:pt x="66" y="80"/>
                    <a:pt x="81" y="66"/>
                    <a:pt x="81" y="48"/>
                  </a:cubicBezTo>
                  <a:cubicBezTo>
                    <a:pt x="81" y="29"/>
                    <a:pt x="66" y="15"/>
                    <a:pt x="48" y="15"/>
                  </a:cubicBezTo>
                  <a:close/>
                  <a:moveTo>
                    <a:pt x="48" y="95"/>
                  </a:moveTo>
                  <a:cubicBezTo>
                    <a:pt x="22" y="95"/>
                    <a:pt x="0" y="74"/>
                    <a:pt x="0" y="48"/>
                  </a:cubicBezTo>
                  <a:cubicBezTo>
                    <a:pt x="0" y="21"/>
                    <a:pt x="22" y="0"/>
                    <a:pt x="48" y="0"/>
                  </a:cubicBezTo>
                  <a:cubicBezTo>
                    <a:pt x="74" y="0"/>
                    <a:pt x="95" y="21"/>
                    <a:pt x="95" y="48"/>
                  </a:cubicBezTo>
                  <a:cubicBezTo>
                    <a:pt x="95" y="74"/>
                    <a:pt x="74" y="95"/>
                    <a:pt x="48"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425967214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02999429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F84F06-1BF3-3F91-AA93-7A5A1C26AD4F}"/>
              </a:ext>
            </a:extLst>
          </p:cNvPr>
          <p:cNvSpPr>
            <a:spLocks noGrp="1"/>
          </p:cNvSpPr>
          <p:nvPr>
            <p:ph type="title"/>
          </p:nvPr>
        </p:nvSpPr>
        <p:spPr>
          <a:xfrm>
            <a:off x="214184" y="13663"/>
            <a:ext cx="9728886" cy="678316"/>
          </a:xfrm>
        </p:spPr>
        <p:txBody>
          <a:bodyPr>
            <a:normAutofit/>
          </a:bodyPr>
          <a:lstStyle/>
          <a:p>
            <a:r>
              <a:rPr lang="en-US" dirty="0"/>
              <a:t>Project phases 7</a:t>
            </a:r>
          </a:p>
        </p:txBody>
      </p:sp>
      <p:sp>
        <p:nvSpPr>
          <p:cNvPr id="3" name="Shape">
            <a:extLst>
              <a:ext uri="{FF2B5EF4-FFF2-40B4-BE49-F238E27FC236}">
                <a16:creationId xmlns:a16="http://schemas.microsoft.com/office/drawing/2014/main" id="{F5946E88-DE62-183B-D70F-6F1ECF27289E}"/>
              </a:ext>
            </a:extLst>
          </p:cNvPr>
          <p:cNvSpPr/>
          <p:nvPr/>
        </p:nvSpPr>
        <p:spPr>
          <a:xfrm flipH="1">
            <a:off x="6491728"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10221" y="21600"/>
                </a:moveTo>
                <a:lnTo>
                  <a:pt x="21600" y="4909"/>
                </a:lnTo>
                <a:cubicBezTo>
                  <a:pt x="15236" y="1800"/>
                  <a:pt x="7859" y="0"/>
                  <a:pt x="0" y="0"/>
                </a:cubicBezTo>
                <a:lnTo>
                  <a:pt x="0" y="19309"/>
                </a:lnTo>
                <a:cubicBezTo>
                  <a:pt x="3713" y="19268"/>
                  <a:pt x="7232" y="20086"/>
                  <a:pt x="10221" y="21600"/>
                </a:cubicBezTo>
                <a:close/>
              </a:path>
            </a:pathLst>
          </a:custGeom>
          <a:solidFill>
            <a:schemeClr val="accent5"/>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4" name="Shape">
            <a:extLst>
              <a:ext uri="{FF2B5EF4-FFF2-40B4-BE49-F238E27FC236}">
                <a16:creationId xmlns:a16="http://schemas.microsoft.com/office/drawing/2014/main" id="{E7B66D1F-D553-8FD5-F3B9-27C03CE2005D}"/>
              </a:ext>
            </a:extLst>
          </p:cNvPr>
          <p:cNvSpPr/>
          <p:nvPr/>
        </p:nvSpPr>
        <p:spPr>
          <a:xfrm flipH="1">
            <a:off x="5739499" y="2801590"/>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2291" y="21600"/>
                </a:moveTo>
                <a:lnTo>
                  <a:pt x="21600" y="21600"/>
                </a:lnTo>
                <a:cubicBezTo>
                  <a:pt x="21600" y="13741"/>
                  <a:pt x="19800" y="6364"/>
                  <a:pt x="16691" y="0"/>
                </a:cubicBezTo>
                <a:lnTo>
                  <a:pt x="0" y="11379"/>
                </a:lnTo>
                <a:cubicBezTo>
                  <a:pt x="1432" y="14368"/>
                  <a:pt x="2291" y="17839"/>
                  <a:pt x="2291" y="21600"/>
                </a:cubicBezTo>
                <a:close/>
              </a:path>
            </a:pathLst>
          </a:custGeom>
          <a:solidFill>
            <a:schemeClr val="accent4"/>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5" name="Shape">
            <a:extLst>
              <a:ext uri="{FF2B5EF4-FFF2-40B4-BE49-F238E27FC236}">
                <a16:creationId xmlns:a16="http://schemas.microsoft.com/office/drawing/2014/main" id="{C6C076D0-0046-7A29-2295-0AC0C6F6CFFE}"/>
              </a:ext>
            </a:extLst>
          </p:cNvPr>
          <p:cNvSpPr/>
          <p:nvPr/>
        </p:nvSpPr>
        <p:spPr>
          <a:xfrm flipH="1">
            <a:off x="5966641"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5974" y="21600"/>
                </a:moveTo>
                <a:lnTo>
                  <a:pt x="21600" y="12562"/>
                </a:lnTo>
                <a:cubicBezTo>
                  <a:pt x="18574" y="7353"/>
                  <a:pt x="14247" y="3026"/>
                  <a:pt x="9038" y="0"/>
                </a:cubicBezTo>
                <a:lnTo>
                  <a:pt x="0" y="15626"/>
                </a:lnTo>
                <a:cubicBezTo>
                  <a:pt x="2489" y="17081"/>
                  <a:pt x="4557" y="19111"/>
                  <a:pt x="5974" y="21600"/>
                </a:cubicBezTo>
                <a:close/>
              </a:path>
            </a:pathLst>
          </a:custGeom>
          <a:solidFill>
            <a:schemeClr val="accent4">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6" name="Shape">
            <a:extLst>
              <a:ext uri="{FF2B5EF4-FFF2-40B4-BE49-F238E27FC236}">
                <a16:creationId xmlns:a16="http://schemas.microsoft.com/office/drawing/2014/main" id="{33B31DD6-7EF3-519B-09B6-380AB6376A02}"/>
              </a:ext>
            </a:extLst>
          </p:cNvPr>
          <p:cNvSpPr/>
          <p:nvPr/>
        </p:nvSpPr>
        <p:spPr>
          <a:xfrm flipH="1">
            <a:off x="7589099"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21600" y="15626"/>
                </a:moveTo>
                <a:lnTo>
                  <a:pt x="12562" y="0"/>
                </a:lnTo>
                <a:cubicBezTo>
                  <a:pt x="7353" y="3026"/>
                  <a:pt x="3026" y="7353"/>
                  <a:pt x="0" y="12562"/>
                </a:cubicBezTo>
                <a:lnTo>
                  <a:pt x="15626" y="21600"/>
                </a:lnTo>
                <a:cubicBezTo>
                  <a:pt x="17081" y="19111"/>
                  <a:pt x="19149" y="17081"/>
                  <a:pt x="21600" y="15626"/>
                </a:cubicBezTo>
                <a:close/>
              </a:path>
            </a:pathLst>
          </a:custGeom>
          <a:solidFill>
            <a:schemeClr val="accent6"/>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7" name="Shape">
            <a:extLst>
              <a:ext uri="{FF2B5EF4-FFF2-40B4-BE49-F238E27FC236}">
                <a16:creationId xmlns:a16="http://schemas.microsoft.com/office/drawing/2014/main" id="{CD5653E1-9085-E735-0494-C1F83035A305}"/>
              </a:ext>
            </a:extLst>
          </p:cNvPr>
          <p:cNvSpPr/>
          <p:nvPr/>
        </p:nvSpPr>
        <p:spPr>
          <a:xfrm flipH="1">
            <a:off x="7214460"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19309"/>
                </a:moveTo>
                <a:lnTo>
                  <a:pt x="21600" y="19309"/>
                </a:lnTo>
                <a:lnTo>
                  <a:pt x="21600" y="0"/>
                </a:lnTo>
                <a:lnTo>
                  <a:pt x="21600" y="0"/>
                </a:lnTo>
                <a:cubicBezTo>
                  <a:pt x="13741" y="0"/>
                  <a:pt x="6364" y="1800"/>
                  <a:pt x="0" y="4909"/>
                </a:cubicBezTo>
                <a:lnTo>
                  <a:pt x="11379" y="21600"/>
                </a:lnTo>
                <a:cubicBezTo>
                  <a:pt x="14368" y="20127"/>
                  <a:pt x="17839" y="19309"/>
                  <a:pt x="21600" y="19309"/>
                </a:cubicBezTo>
                <a:close/>
              </a:path>
            </a:pathLst>
          </a:custGeom>
          <a:solidFill>
            <a:schemeClr val="accent5">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8" name="Shape">
            <a:extLst>
              <a:ext uri="{FF2B5EF4-FFF2-40B4-BE49-F238E27FC236}">
                <a16:creationId xmlns:a16="http://schemas.microsoft.com/office/drawing/2014/main" id="{86179F37-407B-6250-1EC2-E06D59AD03E7}"/>
              </a:ext>
            </a:extLst>
          </p:cNvPr>
          <p:cNvSpPr/>
          <p:nvPr/>
        </p:nvSpPr>
        <p:spPr>
          <a:xfrm rot="21395949" flipH="1">
            <a:off x="7723657" y="2801590"/>
            <a:ext cx="1066064" cy="1167595"/>
          </a:xfrm>
          <a:custGeom>
            <a:avLst/>
            <a:gdLst/>
            <a:ahLst/>
            <a:cxnLst>
              <a:cxn ang="0">
                <a:pos x="wd2" y="hd2"/>
              </a:cxn>
              <a:cxn ang="5400000">
                <a:pos x="wd2" y="hd2"/>
              </a:cxn>
              <a:cxn ang="10800000">
                <a:pos x="wd2" y="hd2"/>
              </a:cxn>
              <a:cxn ang="16200000">
                <a:pos x="wd2" y="hd2"/>
              </a:cxn>
            </a:cxnLst>
            <a:rect l="0" t="0" r="r" b="b"/>
            <a:pathLst>
              <a:path w="20927" h="21400" extrusionOk="0">
                <a:moveTo>
                  <a:pt x="17210" y="7829"/>
                </a:moveTo>
                <a:cubicBezTo>
                  <a:pt x="17499" y="7027"/>
                  <a:pt x="17876" y="6272"/>
                  <a:pt x="18397" y="5565"/>
                </a:cubicBezTo>
                <a:lnTo>
                  <a:pt x="6583" y="0"/>
                </a:lnTo>
                <a:cubicBezTo>
                  <a:pt x="4788" y="2547"/>
                  <a:pt x="3601" y="5424"/>
                  <a:pt x="3225" y="8489"/>
                </a:cubicBezTo>
                <a:cubicBezTo>
                  <a:pt x="3109" y="9503"/>
                  <a:pt x="2095" y="10281"/>
                  <a:pt x="850" y="10281"/>
                </a:cubicBezTo>
                <a:lnTo>
                  <a:pt x="850" y="10281"/>
                </a:lnTo>
                <a:cubicBezTo>
                  <a:pt x="126" y="10281"/>
                  <a:pt x="-250" y="10941"/>
                  <a:pt x="184" y="11413"/>
                </a:cubicBezTo>
                <a:lnTo>
                  <a:pt x="9218" y="20798"/>
                </a:lnTo>
                <a:cubicBezTo>
                  <a:pt x="10000" y="21600"/>
                  <a:pt x="11505" y="21600"/>
                  <a:pt x="12287" y="20798"/>
                </a:cubicBezTo>
                <a:lnTo>
                  <a:pt x="20626" y="12121"/>
                </a:lnTo>
                <a:cubicBezTo>
                  <a:pt x="21350" y="11366"/>
                  <a:pt x="20684" y="10281"/>
                  <a:pt x="19526" y="10281"/>
                </a:cubicBezTo>
                <a:lnTo>
                  <a:pt x="19526" y="10281"/>
                </a:lnTo>
                <a:cubicBezTo>
                  <a:pt x="17962" y="10281"/>
                  <a:pt x="16775" y="9079"/>
                  <a:pt x="17210" y="7829"/>
                </a:cubicBezTo>
                <a:close/>
              </a:path>
            </a:pathLst>
          </a:custGeom>
          <a:solidFill>
            <a:schemeClr val="accent6">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grpSp>
        <p:nvGrpSpPr>
          <p:cNvPr id="9" name="Groupe 34">
            <a:extLst>
              <a:ext uri="{FF2B5EF4-FFF2-40B4-BE49-F238E27FC236}">
                <a16:creationId xmlns:a16="http://schemas.microsoft.com/office/drawing/2014/main" id="{8F0444B0-3D2A-B37E-DABB-8D551C133C71}"/>
              </a:ext>
            </a:extLst>
          </p:cNvPr>
          <p:cNvGrpSpPr/>
          <p:nvPr/>
        </p:nvGrpSpPr>
        <p:grpSpPr>
          <a:xfrm>
            <a:off x="3402281" y="3265738"/>
            <a:ext cx="3042251" cy="1945022"/>
            <a:chOff x="3402281" y="2968561"/>
            <a:chExt cx="3042251" cy="1945022"/>
          </a:xfrm>
        </p:grpSpPr>
        <p:sp>
          <p:nvSpPr>
            <p:cNvPr id="10" name="Shape">
              <a:extLst>
                <a:ext uri="{FF2B5EF4-FFF2-40B4-BE49-F238E27FC236}">
                  <a16:creationId xmlns:a16="http://schemas.microsoft.com/office/drawing/2014/main" id="{A39FD007-7385-B682-5C73-FFD5FD1FBBD3}"/>
                </a:ext>
              </a:extLst>
            </p:cNvPr>
            <p:cNvSpPr/>
            <p:nvPr/>
          </p:nvSpPr>
          <p:spPr>
            <a:xfrm flipH="1">
              <a:off x="5391406"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15626" y="0"/>
                  </a:moveTo>
                  <a:lnTo>
                    <a:pt x="0" y="9038"/>
                  </a:lnTo>
                  <a:cubicBezTo>
                    <a:pt x="3026" y="14247"/>
                    <a:pt x="7353" y="18574"/>
                    <a:pt x="12562" y="21600"/>
                  </a:cubicBezTo>
                  <a:lnTo>
                    <a:pt x="21600" y="5974"/>
                  </a:lnTo>
                  <a:cubicBezTo>
                    <a:pt x="19111" y="4519"/>
                    <a:pt x="17043" y="2451"/>
                    <a:pt x="15626" y="0"/>
                  </a:cubicBezTo>
                  <a:close/>
                </a:path>
              </a:pathLst>
            </a:custGeom>
            <a:solidFill>
              <a:schemeClr val="accent3">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1" name="Shape">
              <a:extLst>
                <a:ext uri="{FF2B5EF4-FFF2-40B4-BE49-F238E27FC236}">
                  <a16:creationId xmlns:a16="http://schemas.microsoft.com/office/drawing/2014/main" id="{D7602EC3-55A4-1859-4BB5-E282271CE340}"/>
                </a:ext>
              </a:extLst>
            </p:cNvPr>
            <p:cNvSpPr/>
            <p:nvPr/>
          </p:nvSpPr>
          <p:spPr>
            <a:xfrm flipH="1">
              <a:off x="5030041" y="4134803"/>
              <a:ext cx="662259"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2332"/>
                  </a:moveTo>
                  <a:cubicBezTo>
                    <a:pt x="17896" y="2332"/>
                    <a:pt x="14384" y="1473"/>
                    <a:pt x="11353" y="0"/>
                  </a:cubicBezTo>
                  <a:lnTo>
                    <a:pt x="0" y="16691"/>
                  </a:lnTo>
                  <a:cubicBezTo>
                    <a:pt x="6350" y="19800"/>
                    <a:pt x="13710" y="21600"/>
                    <a:pt x="21552" y="21600"/>
                  </a:cubicBezTo>
                  <a:lnTo>
                    <a:pt x="21552" y="21600"/>
                  </a:lnTo>
                  <a:lnTo>
                    <a:pt x="21552" y="2332"/>
                  </a:lnTo>
                  <a:lnTo>
                    <a:pt x="21600" y="2332"/>
                  </a:lnTo>
                  <a:close/>
                </a:path>
              </a:pathLst>
            </a:custGeom>
            <a:solidFill>
              <a:schemeClr val="accent2"/>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2" name="Shape">
              <a:extLst>
                <a:ext uri="{FF2B5EF4-FFF2-40B4-BE49-F238E27FC236}">
                  <a16:creationId xmlns:a16="http://schemas.microsoft.com/office/drawing/2014/main" id="{C1C2DD66-A0AC-16B6-A285-540E480AB530}"/>
                </a:ext>
              </a:extLst>
            </p:cNvPr>
            <p:cNvSpPr/>
            <p:nvPr/>
          </p:nvSpPr>
          <p:spPr>
            <a:xfrm flipH="1">
              <a:off x="4308785" y="4134803"/>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0" y="2291"/>
                  </a:moveTo>
                  <a:lnTo>
                    <a:pt x="0" y="21600"/>
                  </a:lnTo>
                  <a:cubicBezTo>
                    <a:pt x="7859" y="21600"/>
                    <a:pt x="15236" y="19800"/>
                    <a:pt x="21600" y="16691"/>
                  </a:cubicBezTo>
                  <a:lnTo>
                    <a:pt x="10221" y="0"/>
                  </a:lnTo>
                  <a:cubicBezTo>
                    <a:pt x="7232" y="1432"/>
                    <a:pt x="3761" y="2291"/>
                    <a:pt x="0" y="2291"/>
                  </a:cubicBezTo>
                  <a:close/>
                </a:path>
              </a:pathLst>
            </a:custGeom>
            <a:solidFill>
              <a:schemeClr val="accent2">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3" name="Shape">
              <a:extLst>
                <a:ext uri="{FF2B5EF4-FFF2-40B4-BE49-F238E27FC236}">
                  <a16:creationId xmlns:a16="http://schemas.microsoft.com/office/drawing/2014/main" id="{C7EA4B3E-B299-CE60-513A-BE2D42FF2A78}"/>
                </a:ext>
              </a:extLst>
            </p:cNvPr>
            <p:cNvSpPr/>
            <p:nvPr/>
          </p:nvSpPr>
          <p:spPr>
            <a:xfrm flipH="1">
              <a:off x="3768948"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0" y="5974"/>
                  </a:moveTo>
                  <a:lnTo>
                    <a:pt x="9038" y="21600"/>
                  </a:lnTo>
                  <a:cubicBezTo>
                    <a:pt x="14247" y="18574"/>
                    <a:pt x="18574" y="14247"/>
                    <a:pt x="21600" y="9038"/>
                  </a:cubicBezTo>
                  <a:lnTo>
                    <a:pt x="5974" y="0"/>
                  </a:lnTo>
                  <a:cubicBezTo>
                    <a:pt x="4519" y="2489"/>
                    <a:pt x="2451" y="4557"/>
                    <a:pt x="0" y="5974"/>
                  </a:cubicBezTo>
                  <a:close/>
                </a:path>
              </a:pathLst>
            </a:custGeom>
            <a:solidFill>
              <a:schemeClr val="accent1"/>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4" name="Shape">
              <a:extLst>
                <a:ext uri="{FF2B5EF4-FFF2-40B4-BE49-F238E27FC236}">
                  <a16:creationId xmlns:a16="http://schemas.microsoft.com/office/drawing/2014/main" id="{F05BA3B7-9FAB-7CD0-F74A-0EF40C9F33FF}"/>
                </a:ext>
              </a:extLst>
            </p:cNvPr>
            <p:cNvSpPr/>
            <p:nvPr/>
          </p:nvSpPr>
          <p:spPr>
            <a:xfrm flipH="1">
              <a:off x="5665751" y="3500569"/>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19309" y="0"/>
                  </a:moveTo>
                  <a:lnTo>
                    <a:pt x="0" y="0"/>
                  </a:lnTo>
                  <a:cubicBezTo>
                    <a:pt x="0" y="7859"/>
                    <a:pt x="1800" y="15236"/>
                    <a:pt x="4909" y="21600"/>
                  </a:cubicBezTo>
                  <a:lnTo>
                    <a:pt x="21600" y="10221"/>
                  </a:lnTo>
                  <a:cubicBezTo>
                    <a:pt x="20168" y="7232"/>
                    <a:pt x="19309" y="3761"/>
                    <a:pt x="19309" y="0"/>
                  </a:cubicBezTo>
                  <a:close/>
                </a:path>
              </a:pathLst>
            </a:custGeom>
            <a:solidFill>
              <a:schemeClr val="accent3"/>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5" name="Shape">
              <a:extLst>
                <a:ext uri="{FF2B5EF4-FFF2-40B4-BE49-F238E27FC236}">
                  <a16:creationId xmlns:a16="http://schemas.microsoft.com/office/drawing/2014/main" id="{93B96606-5122-7727-0822-49208D156DFD}"/>
                </a:ext>
              </a:extLst>
            </p:cNvPr>
            <p:cNvSpPr/>
            <p:nvPr/>
          </p:nvSpPr>
          <p:spPr>
            <a:xfrm flipH="1">
              <a:off x="3402281" y="2968561"/>
              <a:ext cx="1065802" cy="1192053"/>
            </a:xfrm>
            <a:custGeom>
              <a:avLst/>
              <a:gdLst/>
              <a:ahLst/>
              <a:cxnLst>
                <a:cxn ang="0">
                  <a:pos x="wd2" y="hd2"/>
                </a:cxn>
                <a:cxn ang="5400000">
                  <a:pos x="wd2" y="hd2"/>
                </a:cxn>
                <a:cxn ang="10800000">
                  <a:pos x="wd2" y="hd2"/>
                </a:cxn>
                <a:cxn ang="16200000">
                  <a:pos x="wd2" y="hd2"/>
                </a:cxn>
              </a:cxnLst>
              <a:rect l="0" t="0" r="r" b="b"/>
              <a:pathLst>
                <a:path w="20922" h="21400" extrusionOk="0">
                  <a:moveTo>
                    <a:pt x="20743" y="9987"/>
                  </a:moveTo>
                  <a:lnTo>
                    <a:pt x="11709" y="602"/>
                  </a:lnTo>
                  <a:cubicBezTo>
                    <a:pt x="10927" y="-200"/>
                    <a:pt x="9422" y="-200"/>
                    <a:pt x="8640" y="602"/>
                  </a:cubicBezTo>
                  <a:lnTo>
                    <a:pt x="301" y="9279"/>
                  </a:lnTo>
                  <a:cubicBezTo>
                    <a:pt x="-423" y="10034"/>
                    <a:pt x="243" y="11119"/>
                    <a:pt x="1401" y="11119"/>
                  </a:cubicBezTo>
                  <a:lnTo>
                    <a:pt x="1401" y="11119"/>
                  </a:lnTo>
                  <a:cubicBezTo>
                    <a:pt x="2965" y="11119"/>
                    <a:pt x="4152" y="12345"/>
                    <a:pt x="3717" y="13571"/>
                  </a:cubicBezTo>
                  <a:cubicBezTo>
                    <a:pt x="3428" y="14373"/>
                    <a:pt x="3052" y="15128"/>
                    <a:pt x="2530" y="15835"/>
                  </a:cubicBezTo>
                  <a:lnTo>
                    <a:pt x="14344" y="21400"/>
                  </a:lnTo>
                  <a:cubicBezTo>
                    <a:pt x="16139" y="18853"/>
                    <a:pt x="17326" y="15976"/>
                    <a:pt x="17703" y="12911"/>
                  </a:cubicBezTo>
                  <a:cubicBezTo>
                    <a:pt x="17818" y="11897"/>
                    <a:pt x="18832" y="11119"/>
                    <a:pt x="20077" y="11119"/>
                  </a:cubicBezTo>
                  <a:lnTo>
                    <a:pt x="20077" y="11119"/>
                  </a:lnTo>
                  <a:cubicBezTo>
                    <a:pt x="20772" y="11119"/>
                    <a:pt x="21177" y="10435"/>
                    <a:pt x="20743" y="9987"/>
                  </a:cubicBezTo>
                  <a:close/>
                </a:path>
              </a:pathLst>
            </a:custGeom>
            <a:solidFill>
              <a:schemeClr val="accent1">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6" name="Rectangle 15">
              <a:extLst>
                <a:ext uri="{FF2B5EF4-FFF2-40B4-BE49-F238E27FC236}">
                  <a16:creationId xmlns:a16="http://schemas.microsoft.com/office/drawing/2014/main" id="{3597D738-3E83-E21C-639F-881C4AA7244F}"/>
                </a:ext>
              </a:extLst>
            </p:cNvPr>
            <p:cNvSpPr/>
            <p:nvPr/>
          </p:nvSpPr>
          <p:spPr>
            <a:xfrm flipH="1">
              <a:off x="4018864" y="398981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7" name="Rectangle 16">
              <a:extLst>
                <a:ext uri="{FF2B5EF4-FFF2-40B4-BE49-F238E27FC236}">
                  <a16:creationId xmlns:a16="http://schemas.microsoft.com/office/drawing/2014/main" id="{F2540CEE-E164-AD38-15A4-19307AE90803}"/>
                </a:ext>
              </a:extLst>
            </p:cNvPr>
            <p:cNvSpPr/>
            <p:nvPr/>
          </p:nvSpPr>
          <p:spPr>
            <a:xfrm flipH="1">
              <a:off x="5094088" y="427133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A6538226-D4C4-89C3-71CC-79F85A1D0987}"/>
                </a:ext>
              </a:extLst>
            </p:cNvPr>
            <p:cNvSpPr/>
            <p:nvPr/>
          </p:nvSpPr>
          <p:spPr>
            <a:xfrm flipH="1">
              <a:off x="5879954" y="3448611"/>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9" name="Rectangle 18">
            <a:extLst>
              <a:ext uri="{FF2B5EF4-FFF2-40B4-BE49-F238E27FC236}">
                <a16:creationId xmlns:a16="http://schemas.microsoft.com/office/drawing/2014/main" id="{9FB99B97-C2A6-9443-D137-57E8001C5AAF}"/>
              </a:ext>
            </a:extLst>
          </p:cNvPr>
          <p:cNvSpPr/>
          <p:nvPr/>
        </p:nvSpPr>
        <p:spPr>
          <a:xfrm flipH="1">
            <a:off x="5911423" y="291147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ABEB9995-F6D4-7CCE-C3CF-8474E415BCED}"/>
              </a:ext>
            </a:extLst>
          </p:cNvPr>
          <p:cNvSpPr/>
          <p:nvPr/>
        </p:nvSpPr>
        <p:spPr>
          <a:xfrm flipH="1">
            <a:off x="6703627" y="2148298"/>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5</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C1FE2659-0EF3-723F-5490-C105ABC59D95}"/>
              </a:ext>
            </a:extLst>
          </p:cNvPr>
          <p:cNvSpPr/>
          <p:nvPr/>
        </p:nvSpPr>
        <p:spPr>
          <a:xfrm flipH="1">
            <a:off x="7810341" y="237755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6</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TextBox 82">
            <a:extLst>
              <a:ext uri="{FF2B5EF4-FFF2-40B4-BE49-F238E27FC236}">
                <a16:creationId xmlns:a16="http://schemas.microsoft.com/office/drawing/2014/main" id="{2738AB33-78E4-0FA3-F760-8869CF012809}"/>
              </a:ext>
            </a:extLst>
          </p:cNvPr>
          <p:cNvSpPr txBox="1"/>
          <p:nvPr/>
        </p:nvSpPr>
        <p:spPr>
          <a:xfrm>
            <a:off x="1423770" y="3997650"/>
            <a:ext cx="2582713" cy="1169551"/>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3" name="TextBox 82">
            <a:extLst>
              <a:ext uri="{FF2B5EF4-FFF2-40B4-BE49-F238E27FC236}">
                <a16:creationId xmlns:a16="http://schemas.microsoft.com/office/drawing/2014/main" id="{79561082-4B36-EE60-7C53-3AB4A93473C1}"/>
              </a:ext>
            </a:extLst>
          </p:cNvPr>
          <p:cNvSpPr txBox="1"/>
          <p:nvPr/>
        </p:nvSpPr>
        <p:spPr>
          <a:xfrm>
            <a:off x="6515198" y="3779991"/>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4" name="TextBox 82">
            <a:extLst>
              <a:ext uri="{FF2B5EF4-FFF2-40B4-BE49-F238E27FC236}">
                <a16:creationId xmlns:a16="http://schemas.microsoft.com/office/drawing/2014/main" id="{19BB943E-2050-0985-BBED-03B88DDFE200}"/>
              </a:ext>
            </a:extLst>
          </p:cNvPr>
          <p:cNvSpPr txBox="1"/>
          <p:nvPr/>
        </p:nvSpPr>
        <p:spPr>
          <a:xfrm>
            <a:off x="6444532" y="1130822"/>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5" name="TextBox 82">
            <a:extLst>
              <a:ext uri="{FF2B5EF4-FFF2-40B4-BE49-F238E27FC236}">
                <a16:creationId xmlns:a16="http://schemas.microsoft.com/office/drawing/2014/main" id="{74B009A8-67DA-E274-1E35-21D83F614CE9}"/>
              </a:ext>
            </a:extLst>
          </p:cNvPr>
          <p:cNvSpPr txBox="1"/>
          <p:nvPr/>
        </p:nvSpPr>
        <p:spPr>
          <a:xfrm>
            <a:off x="5017830" y="5251218"/>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6" name="TextBox 82">
            <a:extLst>
              <a:ext uri="{FF2B5EF4-FFF2-40B4-BE49-F238E27FC236}">
                <a16:creationId xmlns:a16="http://schemas.microsoft.com/office/drawing/2014/main" id="{E8A044DC-E894-CFB8-5332-4DDE9E962BDF}"/>
              </a:ext>
            </a:extLst>
          </p:cNvPr>
          <p:cNvSpPr txBox="1"/>
          <p:nvPr/>
        </p:nvSpPr>
        <p:spPr>
          <a:xfrm>
            <a:off x="2925676" y="2290556"/>
            <a:ext cx="2746410"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7" name="TextBox 82">
            <a:extLst>
              <a:ext uri="{FF2B5EF4-FFF2-40B4-BE49-F238E27FC236}">
                <a16:creationId xmlns:a16="http://schemas.microsoft.com/office/drawing/2014/main" id="{A653DDA1-0D52-71A2-70E2-EC1E72FB19F4}"/>
              </a:ext>
            </a:extLst>
          </p:cNvPr>
          <p:cNvSpPr txBox="1"/>
          <p:nvPr/>
        </p:nvSpPr>
        <p:spPr>
          <a:xfrm>
            <a:off x="8673076" y="2349958"/>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25374538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a:normAutofit/>
          </a:bodyPr>
          <a:lstStyle/>
          <a:p>
            <a:r>
              <a:rPr lang="en-US" dirty="0"/>
              <a:t>Petals 3</a:t>
            </a:r>
          </a:p>
        </p:txBody>
      </p:sp>
      <p:sp>
        <p:nvSpPr>
          <p:cNvPr id="4" name="Teardrop 3"/>
          <p:cNvSpPr>
            <a:spLocks noChangeAspect="1"/>
          </p:cNvSpPr>
          <p:nvPr/>
        </p:nvSpPr>
        <p:spPr>
          <a:xfrm rot="17100000">
            <a:off x="6257138" y="4592136"/>
            <a:ext cx="1472650" cy="1472652"/>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Teardrop 4"/>
          <p:cNvSpPr>
            <a:spLocks noChangeAspect="1"/>
          </p:cNvSpPr>
          <p:nvPr/>
        </p:nvSpPr>
        <p:spPr>
          <a:xfrm rot="13500000">
            <a:off x="7075272" y="3056801"/>
            <a:ext cx="1472652" cy="1472650"/>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Teardrop 5"/>
          <p:cNvSpPr>
            <a:spLocks noChangeAspect="1"/>
          </p:cNvSpPr>
          <p:nvPr/>
        </p:nvSpPr>
        <p:spPr>
          <a:xfrm rot="9900000">
            <a:off x="6257139" y="1518900"/>
            <a:ext cx="1472650" cy="1472652"/>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Teardrop 6"/>
          <p:cNvSpPr>
            <a:spLocks noChangeAspect="1"/>
          </p:cNvSpPr>
          <p:nvPr/>
        </p:nvSpPr>
        <p:spPr>
          <a:xfrm rot="6300000">
            <a:off x="4498803" y="1518899"/>
            <a:ext cx="1472650" cy="1472652"/>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Teardrop 7"/>
          <p:cNvSpPr>
            <a:spLocks noChangeAspect="1"/>
          </p:cNvSpPr>
          <p:nvPr/>
        </p:nvSpPr>
        <p:spPr>
          <a:xfrm rot="2700000">
            <a:off x="3644077" y="3054719"/>
            <a:ext cx="1472652" cy="1472650"/>
          </a:xfrm>
          <a:prstGeom prst="teardrop">
            <a:avLst>
              <a:gd name="adj" fmla="val 165168"/>
            </a:avLst>
          </a:prstGeom>
          <a:solidFill>
            <a:schemeClr val="accent6">
              <a:lumMod val="20000"/>
              <a:lumOff val="80000"/>
            </a:schemeClr>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Teardrop 8"/>
          <p:cNvSpPr>
            <a:spLocks noChangeAspect="1"/>
          </p:cNvSpPr>
          <p:nvPr/>
        </p:nvSpPr>
        <p:spPr>
          <a:xfrm rot="20700000">
            <a:off x="4498802" y="4592135"/>
            <a:ext cx="1472650" cy="1472652"/>
          </a:xfrm>
          <a:prstGeom prst="teardrop">
            <a:avLst>
              <a:gd name="adj" fmla="val 165168"/>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62" name="Businessman7" descr="{&quot;Key&quot;:&quot;POWER_USER_SHAPE_ICON&quot;,&quot;Value&quot;:&quot;POWER_USER_SHAPE_ICON_STYLE_1&quot;}">
            <a:extLst>
              <a:ext uri="{FF2B5EF4-FFF2-40B4-BE49-F238E27FC236}">
                <a16:creationId xmlns:a16="http://schemas.microsoft.com/office/drawing/2014/main" id="{C25A20EE-1DED-4C20-9DB6-837F0AF49F27}"/>
              </a:ext>
            </a:extLst>
          </p:cNvPr>
          <p:cNvGrpSpPr>
            <a:grpSpLocks noChangeAspect="1"/>
          </p:cNvGrpSpPr>
          <p:nvPr/>
        </p:nvGrpSpPr>
        <p:grpSpPr>
          <a:xfrm>
            <a:off x="4909174" y="1783053"/>
            <a:ext cx="694616" cy="794897"/>
            <a:chOff x="3597276" y="2606676"/>
            <a:chExt cx="450850" cy="515938"/>
          </a:xfrm>
          <a:solidFill>
            <a:schemeClr val="accent1"/>
          </a:solidFill>
        </p:grpSpPr>
        <p:sp>
          <p:nvSpPr>
            <p:cNvPr id="63" name="Freeform 587">
              <a:extLst>
                <a:ext uri="{FF2B5EF4-FFF2-40B4-BE49-F238E27FC236}">
                  <a16:creationId xmlns:a16="http://schemas.microsoft.com/office/drawing/2014/main" id="{F99822AA-AF57-4DC9-BEE0-01A5ACC60018}"/>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588">
              <a:extLst>
                <a:ext uri="{FF2B5EF4-FFF2-40B4-BE49-F238E27FC236}">
                  <a16:creationId xmlns:a16="http://schemas.microsoft.com/office/drawing/2014/main" id="{4B10ABD9-8D90-4C9C-8388-4ABC17D847D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589">
              <a:extLst>
                <a:ext uri="{FF2B5EF4-FFF2-40B4-BE49-F238E27FC236}">
                  <a16:creationId xmlns:a16="http://schemas.microsoft.com/office/drawing/2014/main" id="{20A7C65F-9855-4AE3-B08F-3187586BEBEA}"/>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90">
              <a:extLst>
                <a:ext uri="{FF2B5EF4-FFF2-40B4-BE49-F238E27FC236}">
                  <a16:creationId xmlns:a16="http://schemas.microsoft.com/office/drawing/2014/main" id="{1EE0FFDB-E346-4CA8-A704-F7474E9C3ECD}"/>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91">
              <a:extLst>
                <a:ext uri="{FF2B5EF4-FFF2-40B4-BE49-F238E27FC236}">
                  <a16:creationId xmlns:a16="http://schemas.microsoft.com/office/drawing/2014/main" id="{A154E151-9FD9-4E56-B84B-546E8874051A}"/>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92">
              <a:extLst>
                <a:ext uri="{FF2B5EF4-FFF2-40B4-BE49-F238E27FC236}">
                  <a16:creationId xmlns:a16="http://schemas.microsoft.com/office/drawing/2014/main" id="{5091936D-024E-4336-A529-91F624324F58}"/>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593">
              <a:extLst>
                <a:ext uri="{FF2B5EF4-FFF2-40B4-BE49-F238E27FC236}">
                  <a16:creationId xmlns:a16="http://schemas.microsoft.com/office/drawing/2014/main" id="{7B462910-B15E-4DFD-91D9-C839A4F66145}"/>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94">
              <a:extLst>
                <a:ext uri="{FF2B5EF4-FFF2-40B4-BE49-F238E27FC236}">
                  <a16:creationId xmlns:a16="http://schemas.microsoft.com/office/drawing/2014/main" id="{20E5FE92-4111-4FCA-9BAD-22BDBCE49086}"/>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595">
              <a:extLst>
                <a:ext uri="{FF2B5EF4-FFF2-40B4-BE49-F238E27FC236}">
                  <a16:creationId xmlns:a16="http://schemas.microsoft.com/office/drawing/2014/main" id="{43D70597-D753-4127-B9E2-C3AB2C867760}"/>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96">
              <a:extLst>
                <a:ext uri="{FF2B5EF4-FFF2-40B4-BE49-F238E27FC236}">
                  <a16:creationId xmlns:a16="http://schemas.microsoft.com/office/drawing/2014/main" id="{E58EDF41-A906-4956-ACD5-2BEFD6CB1BE0}"/>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597">
              <a:extLst>
                <a:ext uri="{FF2B5EF4-FFF2-40B4-BE49-F238E27FC236}">
                  <a16:creationId xmlns:a16="http://schemas.microsoft.com/office/drawing/2014/main" id="{0DE895D8-626E-4FCE-BC55-9FF62B76F262}"/>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98">
              <a:extLst>
                <a:ext uri="{FF2B5EF4-FFF2-40B4-BE49-F238E27FC236}">
                  <a16:creationId xmlns:a16="http://schemas.microsoft.com/office/drawing/2014/main" id="{97300537-2CE1-48E2-970C-68E51830EBBD}"/>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99">
              <a:extLst>
                <a:ext uri="{FF2B5EF4-FFF2-40B4-BE49-F238E27FC236}">
                  <a16:creationId xmlns:a16="http://schemas.microsoft.com/office/drawing/2014/main" id="{55FB6858-EC46-49FD-A164-5F872E6BA029}"/>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600">
              <a:extLst>
                <a:ext uri="{FF2B5EF4-FFF2-40B4-BE49-F238E27FC236}">
                  <a16:creationId xmlns:a16="http://schemas.microsoft.com/office/drawing/2014/main" id="{25F3BFAC-F311-455D-A010-823D990040B0}"/>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Rectangle 601">
              <a:extLst>
                <a:ext uri="{FF2B5EF4-FFF2-40B4-BE49-F238E27FC236}">
                  <a16:creationId xmlns:a16="http://schemas.microsoft.com/office/drawing/2014/main" id="{1FFB728A-7A11-42DE-8BB0-7F35E7855F2A}"/>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are11" descr="{&quot;Key&quot;:&quot;POWER_USER_SHAPE_ICON&quot;,&quot;Value&quot;:&quot;POWER_USER_SHAPE_ICON_STYLE_1&quot;}">
            <a:extLst>
              <a:ext uri="{FF2B5EF4-FFF2-40B4-BE49-F238E27FC236}">
                <a16:creationId xmlns:a16="http://schemas.microsoft.com/office/drawing/2014/main" id="{F0F1C396-1544-4B18-B3FD-DE61A7BCBFF8}"/>
              </a:ext>
            </a:extLst>
          </p:cNvPr>
          <p:cNvGrpSpPr>
            <a:grpSpLocks noChangeAspect="1"/>
          </p:cNvGrpSpPr>
          <p:nvPr>
            <p:custDataLst>
              <p:tags r:id="rId2"/>
            </p:custDataLst>
          </p:nvPr>
        </p:nvGrpSpPr>
        <p:grpSpPr>
          <a:xfrm>
            <a:off x="6569757" y="1826246"/>
            <a:ext cx="806644" cy="794897"/>
            <a:chOff x="3140075" y="371476"/>
            <a:chExt cx="327026" cy="322263"/>
          </a:xfrm>
          <a:solidFill>
            <a:schemeClr val="accent2"/>
          </a:solidFill>
        </p:grpSpPr>
        <p:sp>
          <p:nvSpPr>
            <p:cNvPr id="79" name="Freeform 131">
              <a:extLst>
                <a:ext uri="{FF2B5EF4-FFF2-40B4-BE49-F238E27FC236}">
                  <a16:creationId xmlns:a16="http://schemas.microsoft.com/office/drawing/2014/main" id="{FDD3C45D-B3F0-4297-AD6B-6884617B5C6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32">
              <a:extLst>
                <a:ext uri="{FF2B5EF4-FFF2-40B4-BE49-F238E27FC236}">
                  <a16:creationId xmlns:a16="http://schemas.microsoft.com/office/drawing/2014/main" id="{48541977-3D90-4659-9FB6-536D1D68FADD}"/>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33">
              <a:extLst>
                <a:ext uri="{FF2B5EF4-FFF2-40B4-BE49-F238E27FC236}">
                  <a16:creationId xmlns:a16="http://schemas.microsoft.com/office/drawing/2014/main" id="{071CEAFB-0FEE-4580-B4FA-E81E4BA73317}"/>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34">
              <a:extLst>
                <a:ext uri="{FF2B5EF4-FFF2-40B4-BE49-F238E27FC236}">
                  <a16:creationId xmlns:a16="http://schemas.microsoft.com/office/drawing/2014/main" id="{238E9B00-750D-437C-BDE0-1E14C12471B5}"/>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35">
              <a:extLst>
                <a:ext uri="{FF2B5EF4-FFF2-40B4-BE49-F238E27FC236}">
                  <a16:creationId xmlns:a16="http://schemas.microsoft.com/office/drawing/2014/main" id="{BDBFE19A-D7B6-4246-9D31-BE8609A29957}"/>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36">
              <a:extLst>
                <a:ext uri="{FF2B5EF4-FFF2-40B4-BE49-F238E27FC236}">
                  <a16:creationId xmlns:a16="http://schemas.microsoft.com/office/drawing/2014/main" id="{32B7DB4A-5802-43B1-9B6C-FEBC26424707}"/>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37">
              <a:extLst>
                <a:ext uri="{FF2B5EF4-FFF2-40B4-BE49-F238E27FC236}">
                  <a16:creationId xmlns:a16="http://schemas.microsoft.com/office/drawing/2014/main" id="{37B9A901-648C-4828-95DB-F54D5C1A0168}"/>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38">
              <a:extLst>
                <a:ext uri="{FF2B5EF4-FFF2-40B4-BE49-F238E27FC236}">
                  <a16:creationId xmlns:a16="http://schemas.microsoft.com/office/drawing/2014/main" id="{31CA498E-A7B4-4322-9E30-FB94EA659B72}"/>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39">
              <a:extLst>
                <a:ext uri="{FF2B5EF4-FFF2-40B4-BE49-F238E27FC236}">
                  <a16:creationId xmlns:a16="http://schemas.microsoft.com/office/drawing/2014/main" id="{AC64635F-4230-44F9-B8C2-2B80A1D4CFA1}"/>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8" name="Energy_efficiency" descr="{&quot;Key&quot;:&quot;POWER_USER_SHAPE_ICON&quot;,&quot;Value&quot;:&quot;POWER_USER_SHAPE_ICON_STYLE_1&quot;}">
            <a:extLst>
              <a:ext uri="{FF2B5EF4-FFF2-40B4-BE49-F238E27FC236}">
                <a16:creationId xmlns:a16="http://schemas.microsoft.com/office/drawing/2014/main" id="{0FF5BDA4-846A-4D23-940F-E5EC8FE54CD2}"/>
              </a:ext>
            </a:extLst>
          </p:cNvPr>
          <p:cNvGrpSpPr>
            <a:grpSpLocks noChangeAspect="1"/>
          </p:cNvGrpSpPr>
          <p:nvPr/>
        </p:nvGrpSpPr>
        <p:grpSpPr>
          <a:xfrm>
            <a:off x="7366314" y="3358155"/>
            <a:ext cx="910679" cy="722634"/>
            <a:chOff x="6280150" y="2770188"/>
            <a:chExt cx="538163" cy="427038"/>
          </a:xfrm>
          <a:solidFill>
            <a:schemeClr val="accent3"/>
          </a:solidFill>
        </p:grpSpPr>
        <p:sp>
          <p:nvSpPr>
            <p:cNvPr id="89" name="Freeform 1435">
              <a:extLst>
                <a:ext uri="{FF2B5EF4-FFF2-40B4-BE49-F238E27FC236}">
                  <a16:creationId xmlns:a16="http://schemas.microsoft.com/office/drawing/2014/main" id="{4BAB947C-53E3-4336-A0B9-96F8024DE90D}"/>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436">
              <a:extLst>
                <a:ext uri="{FF2B5EF4-FFF2-40B4-BE49-F238E27FC236}">
                  <a16:creationId xmlns:a16="http://schemas.microsoft.com/office/drawing/2014/main" id="{25FE916B-BCD3-45EF-9387-DB825A303A06}"/>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437">
              <a:extLst>
                <a:ext uri="{FF2B5EF4-FFF2-40B4-BE49-F238E27FC236}">
                  <a16:creationId xmlns:a16="http://schemas.microsoft.com/office/drawing/2014/main" id="{7F3328A3-DBAB-47AB-835E-0B7E7502D036}"/>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438">
              <a:extLst>
                <a:ext uri="{FF2B5EF4-FFF2-40B4-BE49-F238E27FC236}">
                  <a16:creationId xmlns:a16="http://schemas.microsoft.com/office/drawing/2014/main" id="{FE0098D3-7005-41F3-B980-BFADC9CD874D}"/>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439">
              <a:extLst>
                <a:ext uri="{FF2B5EF4-FFF2-40B4-BE49-F238E27FC236}">
                  <a16:creationId xmlns:a16="http://schemas.microsoft.com/office/drawing/2014/main" id="{4793FDB4-EE70-48BC-BFAE-FA7EEA56A625}"/>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440">
              <a:extLst>
                <a:ext uri="{FF2B5EF4-FFF2-40B4-BE49-F238E27FC236}">
                  <a16:creationId xmlns:a16="http://schemas.microsoft.com/office/drawing/2014/main" id="{5874BFE9-0A23-4078-9336-A0120AC8F2EE}"/>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441">
              <a:extLst>
                <a:ext uri="{FF2B5EF4-FFF2-40B4-BE49-F238E27FC236}">
                  <a16:creationId xmlns:a16="http://schemas.microsoft.com/office/drawing/2014/main" id="{49655D62-C1B1-4C18-AD0C-4744A042D229}"/>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442">
              <a:extLst>
                <a:ext uri="{FF2B5EF4-FFF2-40B4-BE49-F238E27FC236}">
                  <a16:creationId xmlns:a16="http://schemas.microsoft.com/office/drawing/2014/main" id="{09865277-063B-4FAC-9090-183C15D9618F}"/>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443">
              <a:extLst>
                <a:ext uri="{FF2B5EF4-FFF2-40B4-BE49-F238E27FC236}">
                  <a16:creationId xmlns:a16="http://schemas.microsoft.com/office/drawing/2014/main" id="{532B8432-BBB1-43F3-9CD5-364D47E25F7D}"/>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444">
              <a:extLst>
                <a:ext uri="{FF2B5EF4-FFF2-40B4-BE49-F238E27FC236}">
                  <a16:creationId xmlns:a16="http://schemas.microsoft.com/office/drawing/2014/main" id="{B61CE8D9-5107-4036-8846-A1DD9BF3235C}"/>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45">
              <a:extLst>
                <a:ext uri="{FF2B5EF4-FFF2-40B4-BE49-F238E27FC236}">
                  <a16:creationId xmlns:a16="http://schemas.microsoft.com/office/drawing/2014/main" id="{A9ECD87C-A8A0-4AC1-8DB6-F850A79EC3B3}"/>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46">
              <a:extLst>
                <a:ext uri="{FF2B5EF4-FFF2-40B4-BE49-F238E27FC236}">
                  <a16:creationId xmlns:a16="http://schemas.microsoft.com/office/drawing/2014/main" id="{87C069C8-375F-41C6-B1F6-CA144AFDDCA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47">
              <a:extLst>
                <a:ext uri="{FF2B5EF4-FFF2-40B4-BE49-F238E27FC236}">
                  <a16:creationId xmlns:a16="http://schemas.microsoft.com/office/drawing/2014/main" id="{714B3CE3-336B-4762-8BC3-6F1423013EA6}"/>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48">
              <a:extLst>
                <a:ext uri="{FF2B5EF4-FFF2-40B4-BE49-F238E27FC236}">
                  <a16:creationId xmlns:a16="http://schemas.microsoft.com/office/drawing/2014/main" id="{D57077D1-5804-4AA9-9DCE-A6115450FDCD}"/>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49">
              <a:extLst>
                <a:ext uri="{FF2B5EF4-FFF2-40B4-BE49-F238E27FC236}">
                  <a16:creationId xmlns:a16="http://schemas.microsoft.com/office/drawing/2014/main" id="{B60EFFB1-6F06-48BF-8FF6-EFA961AC8781}"/>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50">
              <a:extLst>
                <a:ext uri="{FF2B5EF4-FFF2-40B4-BE49-F238E27FC236}">
                  <a16:creationId xmlns:a16="http://schemas.microsoft.com/office/drawing/2014/main" id="{AF250981-E617-4401-B9BA-0DE1FC320456}"/>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Fighter_jet4" descr="{&quot;Key&quot;:&quot;POWER_USER_SHAPE_ICON&quot;,&quot;Value&quot;:&quot;POWER_USER_SHAPE_ICON_STYLE_1&quot;}">
            <a:extLst>
              <a:ext uri="{FF2B5EF4-FFF2-40B4-BE49-F238E27FC236}">
                <a16:creationId xmlns:a16="http://schemas.microsoft.com/office/drawing/2014/main" id="{13D9D823-7A0F-4C89-A37A-78038C216F28}"/>
              </a:ext>
            </a:extLst>
          </p:cNvPr>
          <p:cNvGrpSpPr>
            <a:grpSpLocks noChangeAspect="1"/>
          </p:cNvGrpSpPr>
          <p:nvPr/>
        </p:nvGrpSpPr>
        <p:grpSpPr>
          <a:xfrm>
            <a:off x="6600567" y="4956784"/>
            <a:ext cx="828366" cy="828366"/>
            <a:chOff x="3908425" y="263525"/>
            <a:chExt cx="447676" cy="447676"/>
          </a:xfrm>
        </p:grpSpPr>
        <p:sp>
          <p:nvSpPr>
            <p:cNvPr id="106" name="Freeform 17">
              <a:extLst>
                <a:ext uri="{FF2B5EF4-FFF2-40B4-BE49-F238E27FC236}">
                  <a16:creationId xmlns:a16="http://schemas.microsoft.com/office/drawing/2014/main" id="{AB6A8FE6-044B-48BA-BA8F-94BB0D5247D9}"/>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8">
              <a:extLst>
                <a:ext uri="{FF2B5EF4-FFF2-40B4-BE49-F238E27FC236}">
                  <a16:creationId xmlns:a16="http://schemas.microsoft.com/office/drawing/2014/main" id="{E1AFADC6-E5CE-4111-85BC-284484CB6792}"/>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
              <a:extLst>
                <a:ext uri="{FF2B5EF4-FFF2-40B4-BE49-F238E27FC236}">
                  <a16:creationId xmlns:a16="http://schemas.microsoft.com/office/drawing/2014/main" id="{616C4BF5-4DD2-491A-81F0-B01CF87A67BB}"/>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20">
              <a:extLst>
                <a:ext uri="{FF2B5EF4-FFF2-40B4-BE49-F238E27FC236}">
                  <a16:creationId xmlns:a16="http://schemas.microsoft.com/office/drawing/2014/main" id="{869C3F2C-0895-4763-840E-7F77116524A0}"/>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21">
              <a:extLst>
                <a:ext uri="{FF2B5EF4-FFF2-40B4-BE49-F238E27FC236}">
                  <a16:creationId xmlns:a16="http://schemas.microsoft.com/office/drawing/2014/main" id="{D410B8D1-30D4-47FA-BAB6-8978A5764C9F}"/>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22">
              <a:extLst>
                <a:ext uri="{FF2B5EF4-FFF2-40B4-BE49-F238E27FC236}">
                  <a16:creationId xmlns:a16="http://schemas.microsoft.com/office/drawing/2014/main" id="{40031D27-C1C8-4E45-AA48-FA8C37E43E7C}"/>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23">
              <a:extLst>
                <a:ext uri="{FF2B5EF4-FFF2-40B4-BE49-F238E27FC236}">
                  <a16:creationId xmlns:a16="http://schemas.microsoft.com/office/drawing/2014/main" id="{F14D0E24-10DB-48EC-90D3-7ED269B07C29}"/>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4">
              <a:extLst>
                <a:ext uri="{FF2B5EF4-FFF2-40B4-BE49-F238E27FC236}">
                  <a16:creationId xmlns:a16="http://schemas.microsoft.com/office/drawing/2014/main" id="{54480ABA-59A8-428A-983A-C551FD0D2A08}"/>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Line 25">
              <a:extLst>
                <a:ext uri="{FF2B5EF4-FFF2-40B4-BE49-F238E27FC236}">
                  <a16:creationId xmlns:a16="http://schemas.microsoft.com/office/drawing/2014/main" id="{C2237673-B74F-433A-9EE3-18DA0BB727AF}"/>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6">
              <a:extLst>
                <a:ext uri="{FF2B5EF4-FFF2-40B4-BE49-F238E27FC236}">
                  <a16:creationId xmlns:a16="http://schemas.microsoft.com/office/drawing/2014/main" id="{72D37FD7-0753-48FC-B2C8-01CA3CD4AC5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7">
              <a:extLst>
                <a:ext uri="{FF2B5EF4-FFF2-40B4-BE49-F238E27FC236}">
                  <a16:creationId xmlns:a16="http://schemas.microsoft.com/office/drawing/2014/main" id="{C4D01484-1B6D-4385-92C6-9A05D4565651}"/>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Line 28">
              <a:extLst>
                <a:ext uri="{FF2B5EF4-FFF2-40B4-BE49-F238E27FC236}">
                  <a16:creationId xmlns:a16="http://schemas.microsoft.com/office/drawing/2014/main" id="{89748801-3B48-4E22-B109-63EF2D9A86B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29">
              <a:extLst>
                <a:ext uri="{FF2B5EF4-FFF2-40B4-BE49-F238E27FC236}">
                  <a16:creationId xmlns:a16="http://schemas.microsoft.com/office/drawing/2014/main" id="{85F5AB51-8C8C-49CB-8232-FC30561D5CA6}"/>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Line 30">
              <a:extLst>
                <a:ext uri="{FF2B5EF4-FFF2-40B4-BE49-F238E27FC236}">
                  <a16:creationId xmlns:a16="http://schemas.microsoft.com/office/drawing/2014/main" id="{03490739-5487-4A28-B45A-59FDA9715784}"/>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Line 31">
              <a:extLst>
                <a:ext uri="{FF2B5EF4-FFF2-40B4-BE49-F238E27FC236}">
                  <a16:creationId xmlns:a16="http://schemas.microsoft.com/office/drawing/2014/main" id="{02F80712-80BD-420C-B277-4008ACC60C68}"/>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32">
              <a:extLst>
                <a:ext uri="{FF2B5EF4-FFF2-40B4-BE49-F238E27FC236}">
                  <a16:creationId xmlns:a16="http://schemas.microsoft.com/office/drawing/2014/main" id="{7484CF72-8011-4E14-9F05-E512A79D8E70}"/>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33">
              <a:extLst>
                <a:ext uri="{FF2B5EF4-FFF2-40B4-BE49-F238E27FC236}">
                  <a16:creationId xmlns:a16="http://schemas.microsoft.com/office/drawing/2014/main" id="{943E8CE6-B2D0-41B5-9932-86A6E1FFC624}"/>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34">
              <a:extLst>
                <a:ext uri="{FF2B5EF4-FFF2-40B4-BE49-F238E27FC236}">
                  <a16:creationId xmlns:a16="http://schemas.microsoft.com/office/drawing/2014/main" id="{9C3D52CB-F75B-45E1-9E1F-ED1FB21B67E1}"/>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Explosives" descr="{&quot;Key&quot;:&quot;POWER_USER_SHAPE_ICON&quot;,&quot;Value&quot;:&quot;POWER_USER_SHAPE_ICON_STYLE_1&quot;}">
            <a:extLst>
              <a:ext uri="{FF2B5EF4-FFF2-40B4-BE49-F238E27FC236}">
                <a16:creationId xmlns:a16="http://schemas.microsoft.com/office/drawing/2014/main" id="{ACB6DCCA-D35E-4BFA-9EDF-40DFDA8E95E0}"/>
              </a:ext>
            </a:extLst>
          </p:cNvPr>
          <p:cNvGrpSpPr>
            <a:grpSpLocks noChangeAspect="1"/>
          </p:cNvGrpSpPr>
          <p:nvPr/>
        </p:nvGrpSpPr>
        <p:grpSpPr>
          <a:xfrm>
            <a:off x="4879391" y="4994003"/>
            <a:ext cx="747623" cy="753060"/>
            <a:chOff x="6831013" y="5138738"/>
            <a:chExt cx="436563" cy="439738"/>
          </a:xfrm>
        </p:grpSpPr>
        <p:sp>
          <p:nvSpPr>
            <p:cNvPr id="125" name="Oval 349">
              <a:extLst>
                <a:ext uri="{FF2B5EF4-FFF2-40B4-BE49-F238E27FC236}">
                  <a16:creationId xmlns:a16="http://schemas.microsoft.com/office/drawing/2014/main" id="{858B060A-16CF-4C0E-992A-748682B6DFC2}"/>
                </a:ext>
              </a:extLst>
            </p:cNvPr>
            <p:cNvSpPr>
              <a:spLocks noChangeArrowheads="1"/>
            </p:cNvSpPr>
            <p:nvPr/>
          </p:nvSpPr>
          <p:spPr bwMode="auto">
            <a:xfrm>
              <a:off x="6959600" y="5268913"/>
              <a:ext cx="179388" cy="179388"/>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Oval 350">
              <a:extLst>
                <a:ext uri="{FF2B5EF4-FFF2-40B4-BE49-F238E27FC236}">
                  <a16:creationId xmlns:a16="http://schemas.microsoft.com/office/drawing/2014/main" id="{7E202B9F-3D7B-4358-979F-FFE21E03292E}"/>
                </a:ext>
              </a:extLst>
            </p:cNvPr>
            <p:cNvSpPr>
              <a:spLocks noChangeArrowheads="1"/>
            </p:cNvSpPr>
            <p:nvPr/>
          </p:nvSpPr>
          <p:spPr bwMode="auto">
            <a:xfrm>
              <a:off x="6992938" y="5302250"/>
              <a:ext cx="112713" cy="112713"/>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51">
              <a:extLst>
                <a:ext uri="{FF2B5EF4-FFF2-40B4-BE49-F238E27FC236}">
                  <a16:creationId xmlns:a16="http://schemas.microsoft.com/office/drawing/2014/main" id="{62887DCE-98CF-429A-91D8-7BA723199DD4}"/>
                </a:ext>
              </a:extLst>
            </p:cNvPr>
            <p:cNvSpPr>
              <a:spLocks/>
            </p:cNvSpPr>
            <p:nvPr/>
          </p:nvSpPr>
          <p:spPr bwMode="auto">
            <a:xfrm>
              <a:off x="7050088" y="5334000"/>
              <a:ext cx="23813" cy="25400"/>
            </a:xfrm>
            <a:custGeom>
              <a:avLst/>
              <a:gdLst>
                <a:gd name="T0" fmla="*/ 0 w 25"/>
                <a:gd name="T1" fmla="*/ 0 h 25"/>
                <a:gd name="T2" fmla="*/ 0 w 25"/>
                <a:gd name="T3" fmla="*/ 25 h 25"/>
                <a:gd name="T4" fmla="*/ 25 w 25"/>
                <a:gd name="T5" fmla="*/ 25 h 25"/>
              </a:gdLst>
              <a:ahLst/>
              <a:cxnLst>
                <a:cxn ang="0">
                  <a:pos x="T0" y="T1"/>
                </a:cxn>
                <a:cxn ang="0">
                  <a:pos x="T2" y="T3"/>
                </a:cxn>
                <a:cxn ang="0">
                  <a:pos x="T4" y="T5"/>
                </a:cxn>
              </a:cxnLst>
              <a:rect l="0" t="0" r="r" b="b"/>
              <a:pathLst>
                <a:path w="25" h="25">
                  <a:moveTo>
                    <a:pt x="0" y="0"/>
                  </a:moveTo>
                  <a:lnTo>
                    <a:pt x="0" y="25"/>
                  </a:lnTo>
                  <a:lnTo>
                    <a:pt x="25" y="25"/>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52">
              <a:extLst>
                <a:ext uri="{FF2B5EF4-FFF2-40B4-BE49-F238E27FC236}">
                  <a16:creationId xmlns:a16="http://schemas.microsoft.com/office/drawing/2014/main" id="{7169D104-CB91-4090-85F3-3EC63533EAD6}"/>
                </a:ext>
              </a:extLst>
            </p:cNvPr>
            <p:cNvSpPr>
              <a:spLocks/>
            </p:cNvSpPr>
            <p:nvPr/>
          </p:nvSpPr>
          <p:spPr bwMode="auto">
            <a:xfrm>
              <a:off x="6992938" y="5138738"/>
              <a:ext cx="112713" cy="150813"/>
            </a:xfrm>
            <a:custGeom>
              <a:avLst/>
              <a:gdLst>
                <a:gd name="T0" fmla="*/ 0 w 116"/>
                <a:gd name="T1" fmla="*/ 154 h 154"/>
                <a:gd name="T2" fmla="*/ 0 w 116"/>
                <a:gd name="T3" fmla="*/ 0 h 154"/>
                <a:gd name="T4" fmla="*/ 116 w 116"/>
                <a:gd name="T5" fmla="*/ 0 h 154"/>
                <a:gd name="T6" fmla="*/ 116 w 116"/>
                <a:gd name="T7" fmla="*/ 154 h 154"/>
              </a:gdLst>
              <a:ahLst/>
              <a:cxnLst>
                <a:cxn ang="0">
                  <a:pos x="T0" y="T1"/>
                </a:cxn>
                <a:cxn ang="0">
                  <a:pos x="T2" y="T3"/>
                </a:cxn>
                <a:cxn ang="0">
                  <a:pos x="T4" y="T5"/>
                </a:cxn>
                <a:cxn ang="0">
                  <a:pos x="T6" y="T7"/>
                </a:cxn>
              </a:cxnLst>
              <a:rect l="0" t="0" r="r" b="b"/>
              <a:pathLst>
                <a:path w="116" h="154">
                  <a:moveTo>
                    <a:pt x="0" y="154"/>
                  </a:moveTo>
                  <a:lnTo>
                    <a:pt x="0" y="0"/>
                  </a:lnTo>
                  <a:lnTo>
                    <a:pt x="116" y="0"/>
                  </a:lnTo>
                  <a:lnTo>
                    <a:pt x="116" y="15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353">
              <a:extLst>
                <a:ext uri="{FF2B5EF4-FFF2-40B4-BE49-F238E27FC236}">
                  <a16:creationId xmlns:a16="http://schemas.microsoft.com/office/drawing/2014/main" id="{C5CBAEEC-4DA8-45CF-91E0-60F28961CD49}"/>
                </a:ext>
              </a:extLst>
            </p:cNvPr>
            <p:cNvSpPr>
              <a:spLocks noChangeShapeType="1"/>
            </p:cNvSpPr>
            <p:nvPr/>
          </p:nvSpPr>
          <p:spPr bwMode="auto">
            <a:xfrm>
              <a:off x="7024688"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354">
              <a:extLst>
                <a:ext uri="{FF2B5EF4-FFF2-40B4-BE49-F238E27FC236}">
                  <a16:creationId xmlns:a16="http://schemas.microsoft.com/office/drawing/2014/main" id="{C5A0BFC6-4428-41C9-9AFD-782C4A1241BE}"/>
                </a:ext>
              </a:extLst>
            </p:cNvPr>
            <p:cNvSpPr>
              <a:spLocks noChangeShapeType="1"/>
            </p:cNvSpPr>
            <p:nvPr/>
          </p:nvSpPr>
          <p:spPr bwMode="auto">
            <a:xfrm>
              <a:off x="7073900"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55">
              <a:extLst>
                <a:ext uri="{FF2B5EF4-FFF2-40B4-BE49-F238E27FC236}">
                  <a16:creationId xmlns:a16="http://schemas.microsoft.com/office/drawing/2014/main" id="{A66045A8-2338-4B19-B562-700DB50FD2F7}"/>
                </a:ext>
              </a:extLst>
            </p:cNvPr>
            <p:cNvSpPr>
              <a:spLocks/>
            </p:cNvSpPr>
            <p:nvPr/>
          </p:nvSpPr>
          <p:spPr bwMode="auto">
            <a:xfrm>
              <a:off x="6992938" y="5427663"/>
              <a:ext cx="112713" cy="150813"/>
            </a:xfrm>
            <a:custGeom>
              <a:avLst/>
              <a:gdLst>
                <a:gd name="T0" fmla="*/ 0 w 116"/>
                <a:gd name="T1" fmla="*/ 0 h 154"/>
                <a:gd name="T2" fmla="*/ 0 w 116"/>
                <a:gd name="T3" fmla="*/ 154 h 154"/>
                <a:gd name="T4" fmla="*/ 116 w 116"/>
                <a:gd name="T5" fmla="*/ 154 h 154"/>
                <a:gd name="T6" fmla="*/ 116 w 116"/>
                <a:gd name="T7" fmla="*/ 0 h 154"/>
              </a:gdLst>
              <a:ahLst/>
              <a:cxnLst>
                <a:cxn ang="0">
                  <a:pos x="T0" y="T1"/>
                </a:cxn>
                <a:cxn ang="0">
                  <a:pos x="T2" y="T3"/>
                </a:cxn>
                <a:cxn ang="0">
                  <a:pos x="T4" y="T5"/>
                </a:cxn>
                <a:cxn ang="0">
                  <a:pos x="T6" y="T7"/>
                </a:cxn>
              </a:cxnLst>
              <a:rect l="0" t="0" r="r" b="b"/>
              <a:pathLst>
                <a:path w="116" h="154">
                  <a:moveTo>
                    <a:pt x="0" y="0"/>
                  </a:moveTo>
                  <a:lnTo>
                    <a:pt x="0" y="154"/>
                  </a:lnTo>
                  <a:lnTo>
                    <a:pt x="116" y="154"/>
                  </a:lnTo>
                  <a:lnTo>
                    <a:pt x="116"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356">
              <a:extLst>
                <a:ext uri="{FF2B5EF4-FFF2-40B4-BE49-F238E27FC236}">
                  <a16:creationId xmlns:a16="http://schemas.microsoft.com/office/drawing/2014/main" id="{6B203BD6-C05F-47E0-8ECD-9F118078CC58}"/>
                </a:ext>
              </a:extLst>
            </p:cNvPr>
            <p:cNvSpPr>
              <a:spLocks noChangeShapeType="1"/>
            </p:cNvSpPr>
            <p:nvPr/>
          </p:nvSpPr>
          <p:spPr bwMode="auto">
            <a:xfrm flipV="1">
              <a:off x="7024688"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57">
              <a:extLst>
                <a:ext uri="{FF2B5EF4-FFF2-40B4-BE49-F238E27FC236}">
                  <a16:creationId xmlns:a16="http://schemas.microsoft.com/office/drawing/2014/main" id="{D4729C16-372C-456C-8A15-13664E1D6739}"/>
                </a:ext>
              </a:extLst>
            </p:cNvPr>
            <p:cNvSpPr>
              <a:spLocks noChangeShapeType="1"/>
            </p:cNvSpPr>
            <p:nvPr/>
          </p:nvSpPr>
          <p:spPr bwMode="auto">
            <a:xfrm flipV="1">
              <a:off x="7073900"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58">
              <a:extLst>
                <a:ext uri="{FF2B5EF4-FFF2-40B4-BE49-F238E27FC236}">
                  <a16:creationId xmlns:a16="http://schemas.microsoft.com/office/drawing/2014/main" id="{6C057317-FF7A-43C1-B095-08CF6CF830EB}"/>
                </a:ext>
              </a:extLst>
            </p:cNvPr>
            <p:cNvSpPr>
              <a:spLocks/>
            </p:cNvSpPr>
            <p:nvPr/>
          </p:nvSpPr>
          <p:spPr bwMode="auto">
            <a:xfrm>
              <a:off x="7105650" y="5164138"/>
              <a:ext cx="161925" cy="128588"/>
            </a:xfrm>
            <a:custGeom>
              <a:avLst/>
              <a:gdLst>
                <a:gd name="T0" fmla="*/ 5 w 167"/>
                <a:gd name="T1" fmla="*/ 133 h 133"/>
                <a:gd name="T2" fmla="*/ 100 w 167"/>
                <a:gd name="T3" fmla="*/ 133 h 133"/>
                <a:gd name="T4" fmla="*/ 167 w 167"/>
                <a:gd name="T5" fmla="*/ 67 h 133"/>
                <a:gd name="T6" fmla="*/ 167 w 167"/>
                <a:gd name="T7" fmla="*/ 67 h 133"/>
                <a:gd name="T8" fmla="*/ 100 w 167"/>
                <a:gd name="T9" fmla="*/ 0 h 133"/>
                <a:gd name="T10" fmla="*/ 0 w 167"/>
                <a:gd name="T11" fmla="*/ 0 h 133"/>
              </a:gdLst>
              <a:ahLst/>
              <a:cxnLst>
                <a:cxn ang="0">
                  <a:pos x="T0" y="T1"/>
                </a:cxn>
                <a:cxn ang="0">
                  <a:pos x="T2" y="T3"/>
                </a:cxn>
                <a:cxn ang="0">
                  <a:pos x="T4" y="T5"/>
                </a:cxn>
                <a:cxn ang="0">
                  <a:pos x="T6" y="T7"/>
                </a:cxn>
                <a:cxn ang="0">
                  <a:pos x="T8" y="T9"/>
                </a:cxn>
                <a:cxn ang="0">
                  <a:pos x="T10" y="T11"/>
                </a:cxn>
              </a:cxnLst>
              <a:rect l="0" t="0" r="r" b="b"/>
              <a:pathLst>
                <a:path w="167" h="133">
                  <a:moveTo>
                    <a:pt x="5" y="133"/>
                  </a:moveTo>
                  <a:lnTo>
                    <a:pt x="100" y="133"/>
                  </a:lnTo>
                  <a:cubicBezTo>
                    <a:pt x="137" y="133"/>
                    <a:pt x="167" y="103"/>
                    <a:pt x="167" y="67"/>
                  </a:cubicBezTo>
                  <a:lnTo>
                    <a:pt x="167" y="67"/>
                  </a:lnTo>
                  <a:cubicBezTo>
                    <a:pt x="167" y="30"/>
                    <a:pt x="137" y="0"/>
                    <a:pt x="100" y="0"/>
                  </a:cubicBezTo>
                  <a:lnTo>
                    <a:pt x="0"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59">
              <a:extLst>
                <a:ext uri="{FF2B5EF4-FFF2-40B4-BE49-F238E27FC236}">
                  <a16:creationId xmlns:a16="http://schemas.microsoft.com/office/drawing/2014/main" id="{50AA0601-172A-414E-B815-2F1A1940CF74}"/>
                </a:ext>
              </a:extLst>
            </p:cNvPr>
            <p:cNvSpPr>
              <a:spLocks/>
            </p:cNvSpPr>
            <p:nvPr/>
          </p:nvSpPr>
          <p:spPr bwMode="auto">
            <a:xfrm>
              <a:off x="6831013" y="5164138"/>
              <a:ext cx="161925" cy="128588"/>
            </a:xfrm>
            <a:custGeom>
              <a:avLst/>
              <a:gdLst>
                <a:gd name="T0" fmla="*/ 167 w 167"/>
                <a:gd name="T1" fmla="*/ 0 h 133"/>
                <a:gd name="T2" fmla="*/ 67 w 167"/>
                <a:gd name="T3" fmla="*/ 0 h 133"/>
                <a:gd name="T4" fmla="*/ 0 w 167"/>
                <a:gd name="T5" fmla="*/ 67 h 133"/>
                <a:gd name="T6" fmla="*/ 0 w 167"/>
                <a:gd name="T7" fmla="*/ 67 h 133"/>
                <a:gd name="T8" fmla="*/ 67 w 167"/>
                <a:gd name="T9" fmla="*/ 133 h 133"/>
                <a:gd name="T10" fmla="*/ 162 w 167"/>
                <a:gd name="T11" fmla="*/ 133 h 133"/>
              </a:gdLst>
              <a:ahLst/>
              <a:cxnLst>
                <a:cxn ang="0">
                  <a:pos x="T0" y="T1"/>
                </a:cxn>
                <a:cxn ang="0">
                  <a:pos x="T2" y="T3"/>
                </a:cxn>
                <a:cxn ang="0">
                  <a:pos x="T4" y="T5"/>
                </a:cxn>
                <a:cxn ang="0">
                  <a:pos x="T6" y="T7"/>
                </a:cxn>
                <a:cxn ang="0">
                  <a:pos x="T8" y="T9"/>
                </a:cxn>
                <a:cxn ang="0">
                  <a:pos x="T10" y="T11"/>
                </a:cxn>
              </a:cxnLst>
              <a:rect l="0" t="0" r="r" b="b"/>
              <a:pathLst>
                <a:path w="167" h="133">
                  <a:moveTo>
                    <a:pt x="167" y="0"/>
                  </a:moveTo>
                  <a:lnTo>
                    <a:pt x="67" y="0"/>
                  </a:lnTo>
                  <a:cubicBezTo>
                    <a:pt x="30" y="0"/>
                    <a:pt x="0" y="30"/>
                    <a:pt x="0" y="67"/>
                  </a:cubicBezTo>
                  <a:lnTo>
                    <a:pt x="0" y="67"/>
                  </a:lnTo>
                  <a:cubicBezTo>
                    <a:pt x="0" y="103"/>
                    <a:pt x="30" y="133"/>
                    <a:pt x="67" y="133"/>
                  </a:cubicBezTo>
                  <a:lnTo>
                    <a:pt x="162"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60">
              <a:extLst>
                <a:ext uri="{FF2B5EF4-FFF2-40B4-BE49-F238E27FC236}">
                  <a16:creationId xmlns:a16="http://schemas.microsoft.com/office/drawing/2014/main" id="{CCDB3404-757D-4AD9-A1B4-EA5EC40F5CEC}"/>
                </a:ext>
              </a:extLst>
            </p:cNvPr>
            <p:cNvSpPr>
              <a:spLocks/>
            </p:cNvSpPr>
            <p:nvPr/>
          </p:nvSpPr>
          <p:spPr bwMode="auto">
            <a:xfrm>
              <a:off x="7110413" y="5292725"/>
              <a:ext cx="157163" cy="131763"/>
            </a:xfrm>
            <a:custGeom>
              <a:avLst/>
              <a:gdLst>
                <a:gd name="T0" fmla="*/ 0 w 162"/>
                <a:gd name="T1" fmla="*/ 134 h 134"/>
                <a:gd name="T2" fmla="*/ 95 w 162"/>
                <a:gd name="T3" fmla="*/ 134 h 134"/>
                <a:gd name="T4" fmla="*/ 162 w 162"/>
                <a:gd name="T5" fmla="*/ 67 h 134"/>
                <a:gd name="T6" fmla="*/ 162 w 162"/>
                <a:gd name="T7" fmla="*/ 67 h 134"/>
                <a:gd name="T8" fmla="*/ 95 w 162"/>
                <a:gd name="T9" fmla="*/ 0 h 134"/>
              </a:gdLst>
              <a:ahLst/>
              <a:cxnLst>
                <a:cxn ang="0">
                  <a:pos x="T0" y="T1"/>
                </a:cxn>
                <a:cxn ang="0">
                  <a:pos x="T2" y="T3"/>
                </a:cxn>
                <a:cxn ang="0">
                  <a:pos x="T4" y="T5"/>
                </a:cxn>
                <a:cxn ang="0">
                  <a:pos x="T6" y="T7"/>
                </a:cxn>
                <a:cxn ang="0">
                  <a:pos x="T8" y="T9"/>
                </a:cxn>
              </a:cxnLst>
              <a:rect l="0" t="0" r="r" b="b"/>
              <a:pathLst>
                <a:path w="162" h="134">
                  <a:moveTo>
                    <a:pt x="0" y="134"/>
                  </a:moveTo>
                  <a:lnTo>
                    <a:pt x="95" y="134"/>
                  </a:lnTo>
                  <a:cubicBezTo>
                    <a:pt x="132" y="134"/>
                    <a:pt x="162" y="104"/>
                    <a:pt x="162" y="67"/>
                  </a:cubicBezTo>
                  <a:lnTo>
                    <a:pt x="162" y="67"/>
                  </a:lnTo>
                  <a:cubicBezTo>
                    <a:pt x="162" y="30"/>
                    <a:pt x="132" y="0"/>
                    <a:pt x="95"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61">
              <a:extLst>
                <a:ext uri="{FF2B5EF4-FFF2-40B4-BE49-F238E27FC236}">
                  <a16:creationId xmlns:a16="http://schemas.microsoft.com/office/drawing/2014/main" id="{1C6B7964-9FDA-470E-AD2D-4873A7A5DA01}"/>
                </a:ext>
              </a:extLst>
            </p:cNvPr>
            <p:cNvSpPr>
              <a:spLocks/>
            </p:cNvSpPr>
            <p:nvPr/>
          </p:nvSpPr>
          <p:spPr bwMode="auto">
            <a:xfrm>
              <a:off x="6831013" y="5292725"/>
              <a:ext cx="157163" cy="131763"/>
            </a:xfrm>
            <a:custGeom>
              <a:avLst/>
              <a:gdLst>
                <a:gd name="T0" fmla="*/ 67 w 162"/>
                <a:gd name="T1" fmla="*/ 0 h 134"/>
                <a:gd name="T2" fmla="*/ 0 w 162"/>
                <a:gd name="T3" fmla="*/ 67 h 134"/>
                <a:gd name="T4" fmla="*/ 0 w 162"/>
                <a:gd name="T5" fmla="*/ 67 h 134"/>
                <a:gd name="T6" fmla="*/ 67 w 162"/>
                <a:gd name="T7" fmla="*/ 134 h 134"/>
                <a:gd name="T8" fmla="*/ 162 w 162"/>
                <a:gd name="T9" fmla="*/ 134 h 134"/>
              </a:gdLst>
              <a:ahLst/>
              <a:cxnLst>
                <a:cxn ang="0">
                  <a:pos x="T0" y="T1"/>
                </a:cxn>
                <a:cxn ang="0">
                  <a:pos x="T2" y="T3"/>
                </a:cxn>
                <a:cxn ang="0">
                  <a:pos x="T4" y="T5"/>
                </a:cxn>
                <a:cxn ang="0">
                  <a:pos x="T6" y="T7"/>
                </a:cxn>
                <a:cxn ang="0">
                  <a:pos x="T8" y="T9"/>
                </a:cxn>
              </a:cxnLst>
              <a:rect l="0" t="0" r="r" b="b"/>
              <a:pathLst>
                <a:path w="162" h="134">
                  <a:moveTo>
                    <a:pt x="67" y="0"/>
                  </a:moveTo>
                  <a:cubicBezTo>
                    <a:pt x="30" y="0"/>
                    <a:pt x="0" y="30"/>
                    <a:pt x="0" y="67"/>
                  </a:cubicBezTo>
                  <a:lnTo>
                    <a:pt x="0" y="67"/>
                  </a:lnTo>
                  <a:cubicBezTo>
                    <a:pt x="0" y="104"/>
                    <a:pt x="30" y="134"/>
                    <a:pt x="67" y="134"/>
                  </a:cubicBezTo>
                  <a:lnTo>
                    <a:pt x="162" y="13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62">
              <a:extLst>
                <a:ext uri="{FF2B5EF4-FFF2-40B4-BE49-F238E27FC236}">
                  <a16:creationId xmlns:a16="http://schemas.microsoft.com/office/drawing/2014/main" id="{1963585E-E979-401F-B05A-4ADF6FD46AC9}"/>
                </a:ext>
              </a:extLst>
            </p:cNvPr>
            <p:cNvSpPr>
              <a:spLocks/>
            </p:cNvSpPr>
            <p:nvPr/>
          </p:nvSpPr>
          <p:spPr bwMode="auto">
            <a:xfrm>
              <a:off x="6831013" y="5424488"/>
              <a:ext cx="161925" cy="128588"/>
            </a:xfrm>
            <a:custGeom>
              <a:avLst/>
              <a:gdLst>
                <a:gd name="T0" fmla="*/ 67 w 167"/>
                <a:gd name="T1" fmla="*/ 0 h 133"/>
                <a:gd name="T2" fmla="*/ 0 w 167"/>
                <a:gd name="T3" fmla="*/ 66 h 133"/>
                <a:gd name="T4" fmla="*/ 0 w 167"/>
                <a:gd name="T5" fmla="*/ 66 h 133"/>
                <a:gd name="T6" fmla="*/ 67 w 167"/>
                <a:gd name="T7" fmla="*/ 133 h 133"/>
                <a:gd name="T8" fmla="*/ 167 w 167"/>
                <a:gd name="T9" fmla="*/ 133 h 133"/>
              </a:gdLst>
              <a:ahLst/>
              <a:cxnLst>
                <a:cxn ang="0">
                  <a:pos x="T0" y="T1"/>
                </a:cxn>
                <a:cxn ang="0">
                  <a:pos x="T2" y="T3"/>
                </a:cxn>
                <a:cxn ang="0">
                  <a:pos x="T4" y="T5"/>
                </a:cxn>
                <a:cxn ang="0">
                  <a:pos x="T6" y="T7"/>
                </a:cxn>
                <a:cxn ang="0">
                  <a:pos x="T8" y="T9"/>
                </a:cxn>
              </a:cxnLst>
              <a:rect l="0" t="0" r="r" b="b"/>
              <a:pathLst>
                <a:path w="167" h="133">
                  <a:moveTo>
                    <a:pt x="67" y="0"/>
                  </a:moveTo>
                  <a:cubicBezTo>
                    <a:pt x="30" y="0"/>
                    <a:pt x="0" y="30"/>
                    <a:pt x="0" y="66"/>
                  </a:cubicBezTo>
                  <a:lnTo>
                    <a:pt x="0" y="66"/>
                  </a:lnTo>
                  <a:cubicBezTo>
                    <a:pt x="0" y="103"/>
                    <a:pt x="30" y="133"/>
                    <a:pt x="67" y="133"/>
                  </a:cubicBezTo>
                  <a:lnTo>
                    <a:pt x="167"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363">
              <a:extLst>
                <a:ext uri="{FF2B5EF4-FFF2-40B4-BE49-F238E27FC236}">
                  <a16:creationId xmlns:a16="http://schemas.microsoft.com/office/drawing/2014/main" id="{D4ABB8DD-C664-4828-8AA4-01AE9BCA2153}"/>
                </a:ext>
              </a:extLst>
            </p:cNvPr>
            <p:cNvSpPr>
              <a:spLocks/>
            </p:cNvSpPr>
            <p:nvPr/>
          </p:nvSpPr>
          <p:spPr bwMode="auto">
            <a:xfrm>
              <a:off x="7105650" y="5424488"/>
              <a:ext cx="161925" cy="128588"/>
            </a:xfrm>
            <a:custGeom>
              <a:avLst/>
              <a:gdLst>
                <a:gd name="T0" fmla="*/ 0 w 167"/>
                <a:gd name="T1" fmla="*/ 133 h 133"/>
                <a:gd name="T2" fmla="*/ 100 w 167"/>
                <a:gd name="T3" fmla="*/ 133 h 133"/>
                <a:gd name="T4" fmla="*/ 167 w 167"/>
                <a:gd name="T5" fmla="*/ 66 h 133"/>
                <a:gd name="T6" fmla="*/ 167 w 167"/>
                <a:gd name="T7" fmla="*/ 66 h 133"/>
                <a:gd name="T8" fmla="*/ 100 w 167"/>
                <a:gd name="T9" fmla="*/ 0 h 133"/>
              </a:gdLst>
              <a:ahLst/>
              <a:cxnLst>
                <a:cxn ang="0">
                  <a:pos x="T0" y="T1"/>
                </a:cxn>
                <a:cxn ang="0">
                  <a:pos x="T2" y="T3"/>
                </a:cxn>
                <a:cxn ang="0">
                  <a:pos x="T4" y="T5"/>
                </a:cxn>
                <a:cxn ang="0">
                  <a:pos x="T6" y="T7"/>
                </a:cxn>
                <a:cxn ang="0">
                  <a:pos x="T8" y="T9"/>
                </a:cxn>
              </a:cxnLst>
              <a:rect l="0" t="0" r="r" b="b"/>
              <a:pathLst>
                <a:path w="167" h="133">
                  <a:moveTo>
                    <a:pt x="0" y="133"/>
                  </a:moveTo>
                  <a:lnTo>
                    <a:pt x="100" y="133"/>
                  </a:lnTo>
                  <a:cubicBezTo>
                    <a:pt x="137" y="133"/>
                    <a:pt x="167" y="103"/>
                    <a:pt x="167" y="66"/>
                  </a:cubicBezTo>
                  <a:lnTo>
                    <a:pt x="167" y="66"/>
                  </a:lnTo>
                  <a:cubicBezTo>
                    <a:pt x="167" y="30"/>
                    <a:pt x="137" y="0"/>
                    <a:pt x="100"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0" name="Hologram" descr="{&quot;Key&quot;:&quot;POWER_USER_SHAPE_ICON&quot;,&quot;Value&quot;:&quot;POWER_USER_SHAPE_ICON_STYLE_1&quot;}">
            <a:extLst>
              <a:ext uri="{FF2B5EF4-FFF2-40B4-BE49-F238E27FC236}">
                <a16:creationId xmlns:a16="http://schemas.microsoft.com/office/drawing/2014/main" id="{7DA66804-59BB-4D56-B8CF-D4CD7F7579BF}"/>
              </a:ext>
            </a:extLst>
          </p:cNvPr>
          <p:cNvGrpSpPr>
            <a:grpSpLocks noChangeAspect="1"/>
          </p:cNvGrpSpPr>
          <p:nvPr/>
        </p:nvGrpSpPr>
        <p:grpSpPr>
          <a:xfrm>
            <a:off x="4008268" y="3380114"/>
            <a:ext cx="727274" cy="874387"/>
            <a:chOff x="5300663" y="5657850"/>
            <a:chExt cx="557213" cy="669926"/>
          </a:xfrm>
          <a:solidFill>
            <a:schemeClr val="accent6"/>
          </a:solidFill>
        </p:grpSpPr>
        <p:sp>
          <p:nvSpPr>
            <p:cNvPr id="141" name="Freeform 427">
              <a:extLst>
                <a:ext uri="{FF2B5EF4-FFF2-40B4-BE49-F238E27FC236}">
                  <a16:creationId xmlns:a16="http://schemas.microsoft.com/office/drawing/2014/main" id="{BC6293BD-877D-41D0-9F3E-885807B449C2}"/>
                </a:ext>
              </a:extLst>
            </p:cNvPr>
            <p:cNvSpPr>
              <a:spLocks noEditPoints="1"/>
            </p:cNvSpPr>
            <p:nvPr/>
          </p:nvSpPr>
          <p:spPr bwMode="auto">
            <a:xfrm>
              <a:off x="5337176" y="6240463"/>
              <a:ext cx="482600" cy="87313"/>
            </a:xfrm>
            <a:custGeom>
              <a:avLst/>
              <a:gdLst>
                <a:gd name="T0" fmla="*/ 25 w 650"/>
                <a:gd name="T1" fmla="*/ 17 h 117"/>
                <a:gd name="T2" fmla="*/ 16 w 650"/>
                <a:gd name="T3" fmla="*/ 25 h 117"/>
                <a:gd name="T4" fmla="*/ 16 w 650"/>
                <a:gd name="T5" fmla="*/ 92 h 117"/>
                <a:gd name="T6" fmla="*/ 25 w 650"/>
                <a:gd name="T7" fmla="*/ 100 h 117"/>
                <a:gd name="T8" fmla="*/ 625 w 650"/>
                <a:gd name="T9" fmla="*/ 100 h 117"/>
                <a:gd name="T10" fmla="*/ 633 w 650"/>
                <a:gd name="T11" fmla="*/ 92 h 117"/>
                <a:gd name="T12" fmla="*/ 633 w 650"/>
                <a:gd name="T13" fmla="*/ 25 h 117"/>
                <a:gd name="T14" fmla="*/ 625 w 650"/>
                <a:gd name="T15" fmla="*/ 17 h 117"/>
                <a:gd name="T16" fmla="*/ 25 w 650"/>
                <a:gd name="T17" fmla="*/ 17 h 117"/>
                <a:gd name="T18" fmla="*/ 625 w 650"/>
                <a:gd name="T19" fmla="*/ 117 h 117"/>
                <a:gd name="T20" fmla="*/ 25 w 650"/>
                <a:gd name="T21" fmla="*/ 117 h 117"/>
                <a:gd name="T22" fmla="*/ 0 w 650"/>
                <a:gd name="T23" fmla="*/ 92 h 117"/>
                <a:gd name="T24" fmla="*/ 0 w 650"/>
                <a:gd name="T25" fmla="*/ 25 h 117"/>
                <a:gd name="T26" fmla="*/ 25 w 650"/>
                <a:gd name="T27" fmla="*/ 0 h 117"/>
                <a:gd name="T28" fmla="*/ 625 w 650"/>
                <a:gd name="T29" fmla="*/ 0 h 117"/>
                <a:gd name="T30" fmla="*/ 650 w 650"/>
                <a:gd name="T31" fmla="*/ 25 h 117"/>
                <a:gd name="T32" fmla="*/ 650 w 650"/>
                <a:gd name="T33" fmla="*/ 92 h 117"/>
                <a:gd name="T34" fmla="*/ 625 w 650"/>
                <a:gd name="T35"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0" h="117">
                  <a:moveTo>
                    <a:pt x="25" y="17"/>
                  </a:moveTo>
                  <a:cubicBezTo>
                    <a:pt x="20" y="17"/>
                    <a:pt x="16" y="21"/>
                    <a:pt x="16" y="25"/>
                  </a:cubicBezTo>
                  <a:lnTo>
                    <a:pt x="16" y="92"/>
                  </a:lnTo>
                  <a:cubicBezTo>
                    <a:pt x="16" y="97"/>
                    <a:pt x="20" y="100"/>
                    <a:pt x="25" y="100"/>
                  </a:cubicBezTo>
                  <a:lnTo>
                    <a:pt x="625" y="100"/>
                  </a:lnTo>
                  <a:cubicBezTo>
                    <a:pt x="629" y="100"/>
                    <a:pt x="633" y="97"/>
                    <a:pt x="633" y="92"/>
                  </a:cubicBezTo>
                  <a:lnTo>
                    <a:pt x="633" y="25"/>
                  </a:lnTo>
                  <a:cubicBezTo>
                    <a:pt x="633" y="21"/>
                    <a:pt x="629" y="17"/>
                    <a:pt x="625" y="17"/>
                  </a:cubicBezTo>
                  <a:lnTo>
                    <a:pt x="25" y="17"/>
                  </a:lnTo>
                  <a:close/>
                  <a:moveTo>
                    <a:pt x="625" y="117"/>
                  </a:moveTo>
                  <a:lnTo>
                    <a:pt x="25" y="117"/>
                  </a:lnTo>
                  <a:cubicBezTo>
                    <a:pt x="11" y="117"/>
                    <a:pt x="0" y="106"/>
                    <a:pt x="0" y="92"/>
                  </a:cubicBezTo>
                  <a:lnTo>
                    <a:pt x="0" y="25"/>
                  </a:lnTo>
                  <a:cubicBezTo>
                    <a:pt x="0" y="12"/>
                    <a:pt x="11" y="0"/>
                    <a:pt x="25" y="0"/>
                  </a:cubicBezTo>
                  <a:lnTo>
                    <a:pt x="625" y="0"/>
                  </a:lnTo>
                  <a:cubicBezTo>
                    <a:pt x="638" y="0"/>
                    <a:pt x="650" y="12"/>
                    <a:pt x="650" y="25"/>
                  </a:cubicBezTo>
                  <a:lnTo>
                    <a:pt x="650" y="92"/>
                  </a:lnTo>
                  <a:cubicBezTo>
                    <a:pt x="650" y="106"/>
                    <a:pt x="638" y="117"/>
                    <a:pt x="625"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428">
              <a:extLst>
                <a:ext uri="{FF2B5EF4-FFF2-40B4-BE49-F238E27FC236}">
                  <a16:creationId xmlns:a16="http://schemas.microsoft.com/office/drawing/2014/main" id="{5F95649A-5EF1-41CB-A395-7862748AEA27}"/>
                </a:ext>
              </a:extLst>
            </p:cNvPr>
            <p:cNvSpPr>
              <a:spLocks noEditPoints="1"/>
            </p:cNvSpPr>
            <p:nvPr/>
          </p:nvSpPr>
          <p:spPr bwMode="auto">
            <a:xfrm>
              <a:off x="5461001" y="6191250"/>
              <a:ext cx="234950" cy="61913"/>
            </a:xfrm>
            <a:custGeom>
              <a:avLst/>
              <a:gdLst>
                <a:gd name="T0" fmla="*/ 17 w 317"/>
                <a:gd name="T1" fmla="*/ 66 h 83"/>
                <a:gd name="T2" fmla="*/ 300 w 317"/>
                <a:gd name="T3" fmla="*/ 66 h 83"/>
                <a:gd name="T4" fmla="*/ 300 w 317"/>
                <a:gd name="T5" fmla="*/ 41 h 83"/>
                <a:gd name="T6" fmla="*/ 275 w 317"/>
                <a:gd name="T7" fmla="*/ 16 h 83"/>
                <a:gd name="T8" fmla="*/ 42 w 317"/>
                <a:gd name="T9" fmla="*/ 16 h 83"/>
                <a:gd name="T10" fmla="*/ 17 w 317"/>
                <a:gd name="T11" fmla="*/ 41 h 83"/>
                <a:gd name="T12" fmla="*/ 17 w 317"/>
                <a:gd name="T13" fmla="*/ 66 h 83"/>
                <a:gd name="T14" fmla="*/ 317 w 317"/>
                <a:gd name="T15" fmla="*/ 83 h 83"/>
                <a:gd name="T16" fmla="*/ 0 w 317"/>
                <a:gd name="T17" fmla="*/ 83 h 83"/>
                <a:gd name="T18" fmla="*/ 0 w 317"/>
                <a:gd name="T19" fmla="*/ 41 h 83"/>
                <a:gd name="T20" fmla="*/ 42 w 317"/>
                <a:gd name="T21" fmla="*/ 0 h 83"/>
                <a:gd name="T22" fmla="*/ 275 w 317"/>
                <a:gd name="T23" fmla="*/ 0 h 83"/>
                <a:gd name="T24" fmla="*/ 317 w 317"/>
                <a:gd name="T25" fmla="*/ 41 h 83"/>
                <a:gd name="T26" fmla="*/ 317 w 317"/>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7" h="83">
                  <a:moveTo>
                    <a:pt x="17" y="66"/>
                  </a:moveTo>
                  <a:lnTo>
                    <a:pt x="300" y="66"/>
                  </a:lnTo>
                  <a:lnTo>
                    <a:pt x="300" y="41"/>
                  </a:lnTo>
                  <a:cubicBezTo>
                    <a:pt x="300" y="28"/>
                    <a:pt x="289" y="16"/>
                    <a:pt x="275" y="16"/>
                  </a:cubicBezTo>
                  <a:lnTo>
                    <a:pt x="42" y="16"/>
                  </a:lnTo>
                  <a:cubicBezTo>
                    <a:pt x="28" y="16"/>
                    <a:pt x="17" y="28"/>
                    <a:pt x="17" y="41"/>
                  </a:cubicBezTo>
                  <a:lnTo>
                    <a:pt x="17" y="66"/>
                  </a:lnTo>
                  <a:close/>
                  <a:moveTo>
                    <a:pt x="317" y="83"/>
                  </a:moveTo>
                  <a:lnTo>
                    <a:pt x="0" y="83"/>
                  </a:lnTo>
                  <a:lnTo>
                    <a:pt x="0" y="41"/>
                  </a:lnTo>
                  <a:cubicBezTo>
                    <a:pt x="0" y="18"/>
                    <a:pt x="19" y="0"/>
                    <a:pt x="42" y="0"/>
                  </a:cubicBezTo>
                  <a:lnTo>
                    <a:pt x="275" y="0"/>
                  </a:lnTo>
                  <a:cubicBezTo>
                    <a:pt x="298" y="0"/>
                    <a:pt x="317" y="18"/>
                    <a:pt x="317" y="41"/>
                  </a:cubicBezTo>
                  <a:lnTo>
                    <a:pt x="317"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Rectangle 429">
              <a:extLst>
                <a:ext uri="{FF2B5EF4-FFF2-40B4-BE49-F238E27FC236}">
                  <a16:creationId xmlns:a16="http://schemas.microsoft.com/office/drawing/2014/main" id="{9E30305C-9FC9-424B-BF00-AAFD915E3C40}"/>
                </a:ext>
              </a:extLst>
            </p:cNvPr>
            <p:cNvSpPr>
              <a:spLocks noChangeArrowheads="1"/>
            </p:cNvSpPr>
            <p:nvPr/>
          </p:nvSpPr>
          <p:spPr bwMode="auto">
            <a:xfrm>
              <a:off x="58070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430">
              <a:extLst>
                <a:ext uri="{FF2B5EF4-FFF2-40B4-BE49-F238E27FC236}">
                  <a16:creationId xmlns:a16="http://schemas.microsoft.com/office/drawing/2014/main" id="{80F8C162-CF31-4F0A-878D-4FD8479FAFFF}"/>
                </a:ext>
              </a:extLst>
            </p:cNvPr>
            <p:cNvSpPr>
              <a:spLocks noChangeArrowheads="1"/>
            </p:cNvSpPr>
            <p:nvPr/>
          </p:nvSpPr>
          <p:spPr bwMode="auto">
            <a:xfrm>
              <a:off x="5783263" y="571976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431">
              <a:extLst>
                <a:ext uri="{FF2B5EF4-FFF2-40B4-BE49-F238E27FC236}">
                  <a16:creationId xmlns:a16="http://schemas.microsoft.com/office/drawing/2014/main" id="{80FBD19E-9227-40EF-9ADC-BF26E7D92A5C}"/>
                </a:ext>
              </a:extLst>
            </p:cNvPr>
            <p:cNvSpPr>
              <a:spLocks noChangeArrowheads="1"/>
            </p:cNvSpPr>
            <p:nvPr/>
          </p:nvSpPr>
          <p:spPr bwMode="auto">
            <a:xfrm>
              <a:off x="5360988" y="57197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Rectangle 432">
              <a:extLst>
                <a:ext uri="{FF2B5EF4-FFF2-40B4-BE49-F238E27FC236}">
                  <a16:creationId xmlns:a16="http://schemas.microsoft.com/office/drawing/2014/main" id="{540733B4-62C1-484B-A0F5-839A23C26ABC}"/>
                </a:ext>
              </a:extLst>
            </p:cNvPr>
            <p:cNvSpPr>
              <a:spLocks noChangeArrowheads="1"/>
            </p:cNvSpPr>
            <p:nvPr/>
          </p:nvSpPr>
          <p:spPr bwMode="auto">
            <a:xfrm>
              <a:off x="5746751" y="569595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Rectangle 433">
              <a:extLst>
                <a:ext uri="{FF2B5EF4-FFF2-40B4-BE49-F238E27FC236}">
                  <a16:creationId xmlns:a16="http://schemas.microsoft.com/office/drawing/2014/main" id="{47405BCB-1C20-43E7-BF9D-19F7CF31DC6B}"/>
                </a:ext>
              </a:extLst>
            </p:cNvPr>
            <p:cNvSpPr>
              <a:spLocks noChangeArrowheads="1"/>
            </p:cNvSpPr>
            <p:nvPr/>
          </p:nvSpPr>
          <p:spPr bwMode="auto">
            <a:xfrm>
              <a:off x="5399088" y="569595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434">
              <a:extLst>
                <a:ext uri="{FF2B5EF4-FFF2-40B4-BE49-F238E27FC236}">
                  <a16:creationId xmlns:a16="http://schemas.microsoft.com/office/drawing/2014/main" id="{0DC324E1-8377-4CFB-87CC-D5C778F137B7}"/>
                </a:ext>
              </a:extLst>
            </p:cNvPr>
            <p:cNvSpPr>
              <a:spLocks noChangeArrowheads="1"/>
            </p:cNvSpPr>
            <p:nvPr/>
          </p:nvSpPr>
          <p:spPr bwMode="auto">
            <a:xfrm>
              <a:off x="5794376" y="56832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435">
              <a:extLst>
                <a:ext uri="{FF2B5EF4-FFF2-40B4-BE49-F238E27FC236}">
                  <a16:creationId xmlns:a16="http://schemas.microsoft.com/office/drawing/2014/main" id="{2D2672B4-D2D0-4827-9B86-4921716C2668}"/>
                </a:ext>
              </a:extLst>
            </p:cNvPr>
            <p:cNvSpPr>
              <a:spLocks noChangeArrowheads="1"/>
            </p:cNvSpPr>
            <p:nvPr/>
          </p:nvSpPr>
          <p:spPr bwMode="auto">
            <a:xfrm>
              <a:off x="5349876" y="56832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436">
              <a:extLst>
                <a:ext uri="{FF2B5EF4-FFF2-40B4-BE49-F238E27FC236}">
                  <a16:creationId xmlns:a16="http://schemas.microsoft.com/office/drawing/2014/main" id="{5B1AF0C9-8120-4197-85CB-1BBB909D1937}"/>
                </a:ext>
              </a:extLst>
            </p:cNvPr>
            <p:cNvSpPr>
              <a:spLocks noChangeArrowheads="1"/>
            </p:cNvSpPr>
            <p:nvPr/>
          </p:nvSpPr>
          <p:spPr bwMode="auto">
            <a:xfrm>
              <a:off x="5300663" y="5657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437">
              <a:extLst>
                <a:ext uri="{FF2B5EF4-FFF2-40B4-BE49-F238E27FC236}">
                  <a16:creationId xmlns:a16="http://schemas.microsoft.com/office/drawing/2014/main" id="{192ED823-E625-4BB9-B882-6D1DD7FBF63D}"/>
                </a:ext>
              </a:extLst>
            </p:cNvPr>
            <p:cNvSpPr>
              <a:spLocks noChangeArrowheads="1"/>
            </p:cNvSpPr>
            <p:nvPr/>
          </p:nvSpPr>
          <p:spPr bwMode="auto">
            <a:xfrm>
              <a:off x="5845176" y="5657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Rectangle 438">
              <a:extLst>
                <a:ext uri="{FF2B5EF4-FFF2-40B4-BE49-F238E27FC236}">
                  <a16:creationId xmlns:a16="http://schemas.microsoft.com/office/drawing/2014/main" id="{03C0D6C6-E5A5-4125-9139-EC4A1F2DA3FC}"/>
                </a:ext>
              </a:extLst>
            </p:cNvPr>
            <p:cNvSpPr>
              <a:spLocks noChangeArrowheads="1"/>
            </p:cNvSpPr>
            <p:nvPr/>
          </p:nvSpPr>
          <p:spPr bwMode="auto">
            <a:xfrm>
              <a:off x="58197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Rectangle 439">
              <a:extLst>
                <a:ext uri="{FF2B5EF4-FFF2-40B4-BE49-F238E27FC236}">
                  <a16:creationId xmlns:a16="http://schemas.microsoft.com/office/drawing/2014/main" id="{1440EAF0-C6D3-4CB3-B1EF-0ABB6C84BA15}"/>
                </a:ext>
              </a:extLst>
            </p:cNvPr>
            <p:cNvSpPr>
              <a:spLocks noChangeArrowheads="1"/>
            </p:cNvSpPr>
            <p:nvPr/>
          </p:nvSpPr>
          <p:spPr bwMode="auto">
            <a:xfrm>
              <a:off x="53244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Rectangle 440">
              <a:extLst>
                <a:ext uri="{FF2B5EF4-FFF2-40B4-BE49-F238E27FC236}">
                  <a16:creationId xmlns:a16="http://schemas.microsoft.com/office/drawing/2014/main" id="{1FBB8870-3EC2-431A-B8D1-B240EE0CFC8C}"/>
                </a:ext>
              </a:extLst>
            </p:cNvPr>
            <p:cNvSpPr>
              <a:spLocks noChangeArrowheads="1"/>
            </p:cNvSpPr>
            <p:nvPr/>
          </p:nvSpPr>
          <p:spPr bwMode="auto">
            <a:xfrm>
              <a:off x="53371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Rectangle 441">
              <a:extLst>
                <a:ext uri="{FF2B5EF4-FFF2-40B4-BE49-F238E27FC236}">
                  <a16:creationId xmlns:a16="http://schemas.microsoft.com/office/drawing/2014/main" id="{B24DE30E-D98D-4786-8C36-D2A6B5B950D7}"/>
                </a:ext>
              </a:extLst>
            </p:cNvPr>
            <p:cNvSpPr>
              <a:spLocks noChangeArrowheads="1"/>
            </p:cNvSpPr>
            <p:nvPr/>
          </p:nvSpPr>
          <p:spPr bwMode="auto">
            <a:xfrm>
              <a:off x="5794376" y="57689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442">
              <a:extLst>
                <a:ext uri="{FF2B5EF4-FFF2-40B4-BE49-F238E27FC236}">
                  <a16:creationId xmlns:a16="http://schemas.microsoft.com/office/drawing/2014/main" id="{914E488E-6FE2-4E06-874D-154CA91E4709}"/>
                </a:ext>
              </a:extLst>
            </p:cNvPr>
            <p:cNvSpPr>
              <a:spLocks noChangeArrowheads="1"/>
            </p:cNvSpPr>
            <p:nvPr/>
          </p:nvSpPr>
          <p:spPr bwMode="auto">
            <a:xfrm>
              <a:off x="5349876" y="57689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Rectangle 443">
              <a:extLst>
                <a:ext uri="{FF2B5EF4-FFF2-40B4-BE49-F238E27FC236}">
                  <a16:creationId xmlns:a16="http://schemas.microsoft.com/office/drawing/2014/main" id="{1DE3B80A-A6B8-496B-BA1B-44EC867D8655}"/>
                </a:ext>
              </a:extLst>
            </p:cNvPr>
            <p:cNvSpPr>
              <a:spLocks noChangeArrowheads="1"/>
            </p:cNvSpPr>
            <p:nvPr/>
          </p:nvSpPr>
          <p:spPr bwMode="auto">
            <a:xfrm>
              <a:off x="5783263" y="57943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444">
              <a:extLst>
                <a:ext uri="{FF2B5EF4-FFF2-40B4-BE49-F238E27FC236}">
                  <a16:creationId xmlns:a16="http://schemas.microsoft.com/office/drawing/2014/main" id="{EEDD1E60-6278-4C28-B412-1C268B076195}"/>
                </a:ext>
              </a:extLst>
            </p:cNvPr>
            <p:cNvSpPr>
              <a:spLocks noChangeArrowheads="1"/>
            </p:cNvSpPr>
            <p:nvPr/>
          </p:nvSpPr>
          <p:spPr bwMode="auto">
            <a:xfrm>
              <a:off x="5360988" y="57943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Rectangle 445">
              <a:extLst>
                <a:ext uri="{FF2B5EF4-FFF2-40B4-BE49-F238E27FC236}">
                  <a16:creationId xmlns:a16="http://schemas.microsoft.com/office/drawing/2014/main" id="{A98ED813-6C47-469D-969B-9EF0ED076124}"/>
                </a:ext>
              </a:extLst>
            </p:cNvPr>
            <p:cNvSpPr>
              <a:spLocks noChangeArrowheads="1"/>
            </p:cNvSpPr>
            <p:nvPr/>
          </p:nvSpPr>
          <p:spPr bwMode="auto">
            <a:xfrm>
              <a:off x="5770563"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446">
              <a:extLst>
                <a:ext uri="{FF2B5EF4-FFF2-40B4-BE49-F238E27FC236}">
                  <a16:creationId xmlns:a16="http://schemas.microsoft.com/office/drawing/2014/main" id="{220F58B3-13DC-4491-AB46-7B96A7CC5026}"/>
                </a:ext>
              </a:extLst>
            </p:cNvPr>
            <p:cNvSpPr>
              <a:spLocks noChangeArrowheads="1"/>
            </p:cNvSpPr>
            <p:nvPr/>
          </p:nvSpPr>
          <p:spPr bwMode="auto">
            <a:xfrm>
              <a:off x="5373688"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Rectangle 447">
              <a:extLst>
                <a:ext uri="{FF2B5EF4-FFF2-40B4-BE49-F238E27FC236}">
                  <a16:creationId xmlns:a16="http://schemas.microsoft.com/office/drawing/2014/main" id="{B09FD995-6E63-4D5E-837D-9A7A201F7A78}"/>
                </a:ext>
              </a:extLst>
            </p:cNvPr>
            <p:cNvSpPr>
              <a:spLocks noChangeArrowheads="1"/>
            </p:cNvSpPr>
            <p:nvPr/>
          </p:nvSpPr>
          <p:spPr bwMode="auto">
            <a:xfrm>
              <a:off x="5757863"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Rectangle 448">
              <a:extLst>
                <a:ext uri="{FF2B5EF4-FFF2-40B4-BE49-F238E27FC236}">
                  <a16:creationId xmlns:a16="http://schemas.microsoft.com/office/drawing/2014/main" id="{DCE6AEFA-A31B-4FA8-B36F-1B5FCE691D60}"/>
                </a:ext>
              </a:extLst>
            </p:cNvPr>
            <p:cNvSpPr>
              <a:spLocks noChangeArrowheads="1"/>
            </p:cNvSpPr>
            <p:nvPr/>
          </p:nvSpPr>
          <p:spPr bwMode="auto">
            <a:xfrm>
              <a:off x="5734051"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449">
              <a:extLst>
                <a:ext uri="{FF2B5EF4-FFF2-40B4-BE49-F238E27FC236}">
                  <a16:creationId xmlns:a16="http://schemas.microsoft.com/office/drawing/2014/main" id="{5696FC83-2D57-4236-AFA2-B69665FB721E}"/>
                </a:ext>
              </a:extLst>
            </p:cNvPr>
            <p:cNvSpPr>
              <a:spLocks noChangeArrowheads="1"/>
            </p:cNvSpPr>
            <p:nvPr/>
          </p:nvSpPr>
          <p:spPr bwMode="auto">
            <a:xfrm>
              <a:off x="5411788" y="58435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Rectangle 450">
              <a:extLst>
                <a:ext uri="{FF2B5EF4-FFF2-40B4-BE49-F238E27FC236}">
                  <a16:creationId xmlns:a16="http://schemas.microsoft.com/office/drawing/2014/main" id="{9F7DF6F5-7F61-4B43-972A-0ECEAC82629A}"/>
                </a:ext>
              </a:extLst>
            </p:cNvPr>
            <p:cNvSpPr>
              <a:spLocks noChangeArrowheads="1"/>
            </p:cNvSpPr>
            <p:nvPr/>
          </p:nvSpPr>
          <p:spPr bwMode="auto">
            <a:xfrm>
              <a:off x="5386388"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451">
              <a:extLst>
                <a:ext uri="{FF2B5EF4-FFF2-40B4-BE49-F238E27FC236}">
                  <a16:creationId xmlns:a16="http://schemas.microsoft.com/office/drawing/2014/main" id="{7EF3A549-7B2B-4392-910C-E08DDD265ABE}"/>
                </a:ext>
              </a:extLst>
            </p:cNvPr>
            <p:cNvSpPr>
              <a:spLocks noChangeArrowheads="1"/>
            </p:cNvSpPr>
            <p:nvPr/>
          </p:nvSpPr>
          <p:spPr bwMode="auto">
            <a:xfrm>
              <a:off x="5746751" y="58689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452">
              <a:extLst>
                <a:ext uri="{FF2B5EF4-FFF2-40B4-BE49-F238E27FC236}">
                  <a16:creationId xmlns:a16="http://schemas.microsoft.com/office/drawing/2014/main" id="{4ACCB1EB-AA57-48F5-ADF8-2BEFC8D4DC3B}"/>
                </a:ext>
              </a:extLst>
            </p:cNvPr>
            <p:cNvSpPr>
              <a:spLocks noChangeArrowheads="1"/>
            </p:cNvSpPr>
            <p:nvPr/>
          </p:nvSpPr>
          <p:spPr bwMode="auto">
            <a:xfrm>
              <a:off x="572135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453">
              <a:extLst>
                <a:ext uri="{FF2B5EF4-FFF2-40B4-BE49-F238E27FC236}">
                  <a16:creationId xmlns:a16="http://schemas.microsoft.com/office/drawing/2014/main" id="{518DDD4C-9CDB-4A04-B338-F189E3E99976}"/>
                </a:ext>
              </a:extLst>
            </p:cNvPr>
            <p:cNvSpPr>
              <a:spLocks noChangeArrowheads="1"/>
            </p:cNvSpPr>
            <p:nvPr/>
          </p:nvSpPr>
          <p:spPr bwMode="auto">
            <a:xfrm>
              <a:off x="542290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454">
              <a:extLst>
                <a:ext uri="{FF2B5EF4-FFF2-40B4-BE49-F238E27FC236}">
                  <a16:creationId xmlns:a16="http://schemas.microsoft.com/office/drawing/2014/main" id="{CA40ED23-A273-43A8-9756-E74795EAC9FD}"/>
                </a:ext>
              </a:extLst>
            </p:cNvPr>
            <p:cNvSpPr>
              <a:spLocks noChangeArrowheads="1"/>
            </p:cNvSpPr>
            <p:nvPr/>
          </p:nvSpPr>
          <p:spPr bwMode="auto">
            <a:xfrm>
              <a:off x="5399088"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455">
              <a:extLst>
                <a:ext uri="{FF2B5EF4-FFF2-40B4-BE49-F238E27FC236}">
                  <a16:creationId xmlns:a16="http://schemas.microsoft.com/office/drawing/2014/main" id="{329A27B4-CA31-4040-831B-6732A175106F}"/>
                </a:ext>
              </a:extLst>
            </p:cNvPr>
            <p:cNvSpPr>
              <a:spLocks noChangeArrowheads="1"/>
            </p:cNvSpPr>
            <p:nvPr/>
          </p:nvSpPr>
          <p:spPr bwMode="auto">
            <a:xfrm>
              <a:off x="57340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Rectangle 456">
              <a:extLst>
                <a:ext uri="{FF2B5EF4-FFF2-40B4-BE49-F238E27FC236}">
                  <a16:creationId xmlns:a16="http://schemas.microsoft.com/office/drawing/2014/main" id="{F1B05084-D33A-470D-A259-3B85F28D7519}"/>
                </a:ext>
              </a:extLst>
            </p:cNvPr>
            <p:cNvSpPr>
              <a:spLocks noChangeArrowheads="1"/>
            </p:cNvSpPr>
            <p:nvPr/>
          </p:nvSpPr>
          <p:spPr bwMode="auto">
            <a:xfrm>
              <a:off x="57086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Rectangle 457">
              <a:extLst>
                <a:ext uri="{FF2B5EF4-FFF2-40B4-BE49-F238E27FC236}">
                  <a16:creationId xmlns:a16="http://schemas.microsoft.com/office/drawing/2014/main" id="{E196C5C0-296C-401F-A6F2-5AEDF3ECAEF9}"/>
                </a:ext>
              </a:extLst>
            </p:cNvPr>
            <p:cNvSpPr>
              <a:spLocks noChangeArrowheads="1"/>
            </p:cNvSpPr>
            <p:nvPr/>
          </p:nvSpPr>
          <p:spPr bwMode="auto">
            <a:xfrm>
              <a:off x="543560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458">
              <a:extLst>
                <a:ext uri="{FF2B5EF4-FFF2-40B4-BE49-F238E27FC236}">
                  <a16:creationId xmlns:a16="http://schemas.microsoft.com/office/drawing/2014/main" id="{227D30C7-994A-4396-A2D5-ABF78BB8133D}"/>
                </a:ext>
              </a:extLst>
            </p:cNvPr>
            <p:cNvSpPr>
              <a:spLocks noChangeArrowheads="1"/>
            </p:cNvSpPr>
            <p:nvPr/>
          </p:nvSpPr>
          <p:spPr bwMode="auto">
            <a:xfrm>
              <a:off x="5411788" y="5894388"/>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459">
              <a:extLst>
                <a:ext uri="{FF2B5EF4-FFF2-40B4-BE49-F238E27FC236}">
                  <a16:creationId xmlns:a16="http://schemas.microsoft.com/office/drawing/2014/main" id="{1B99A185-8D46-428A-8B8D-27C4B5F0C59C}"/>
                </a:ext>
              </a:extLst>
            </p:cNvPr>
            <p:cNvSpPr>
              <a:spLocks noChangeArrowheads="1"/>
            </p:cNvSpPr>
            <p:nvPr/>
          </p:nvSpPr>
          <p:spPr bwMode="auto">
            <a:xfrm>
              <a:off x="57213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460">
              <a:extLst>
                <a:ext uri="{FF2B5EF4-FFF2-40B4-BE49-F238E27FC236}">
                  <a16:creationId xmlns:a16="http://schemas.microsoft.com/office/drawing/2014/main" id="{84567604-D15F-4DA4-924E-E3615E695F66}"/>
                </a:ext>
              </a:extLst>
            </p:cNvPr>
            <p:cNvSpPr>
              <a:spLocks noChangeArrowheads="1"/>
            </p:cNvSpPr>
            <p:nvPr/>
          </p:nvSpPr>
          <p:spPr bwMode="auto">
            <a:xfrm>
              <a:off x="56959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Rectangle 461">
              <a:extLst>
                <a:ext uri="{FF2B5EF4-FFF2-40B4-BE49-F238E27FC236}">
                  <a16:creationId xmlns:a16="http://schemas.microsoft.com/office/drawing/2014/main" id="{D56DEBF7-8B35-4ADD-A06B-4793B3EC0A07}"/>
                </a:ext>
              </a:extLst>
            </p:cNvPr>
            <p:cNvSpPr>
              <a:spLocks noChangeArrowheads="1"/>
            </p:cNvSpPr>
            <p:nvPr/>
          </p:nvSpPr>
          <p:spPr bwMode="auto">
            <a:xfrm>
              <a:off x="5672138" y="59182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462">
              <a:extLst>
                <a:ext uri="{FF2B5EF4-FFF2-40B4-BE49-F238E27FC236}">
                  <a16:creationId xmlns:a16="http://schemas.microsoft.com/office/drawing/2014/main" id="{FD31F2D4-11FC-4186-B4FA-D92956C45A95}"/>
                </a:ext>
              </a:extLst>
            </p:cNvPr>
            <p:cNvSpPr>
              <a:spLocks noChangeArrowheads="1"/>
            </p:cNvSpPr>
            <p:nvPr/>
          </p:nvSpPr>
          <p:spPr bwMode="auto">
            <a:xfrm>
              <a:off x="54737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Rectangle 463">
              <a:extLst>
                <a:ext uri="{FF2B5EF4-FFF2-40B4-BE49-F238E27FC236}">
                  <a16:creationId xmlns:a16="http://schemas.microsoft.com/office/drawing/2014/main" id="{AA05029A-D425-4725-948D-3EAF773ABBE6}"/>
                </a:ext>
              </a:extLst>
            </p:cNvPr>
            <p:cNvSpPr>
              <a:spLocks noChangeArrowheads="1"/>
            </p:cNvSpPr>
            <p:nvPr/>
          </p:nvSpPr>
          <p:spPr bwMode="auto">
            <a:xfrm>
              <a:off x="54483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464">
              <a:extLst>
                <a:ext uri="{FF2B5EF4-FFF2-40B4-BE49-F238E27FC236}">
                  <a16:creationId xmlns:a16="http://schemas.microsoft.com/office/drawing/2014/main" id="{7CF9A3EE-4981-4EE4-A4EA-CE1978B5A5DC}"/>
                </a:ext>
              </a:extLst>
            </p:cNvPr>
            <p:cNvSpPr>
              <a:spLocks noChangeArrowheads="1"/>
            </p:cNvSpPr>
            <p:nvPr/>
          </p:nvSpPr>
          <p:spPr bwMode="auto">
            <a:xfrm>
              <a:off x="54229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465">
              <a:extLst>
                <a:ext uri="{FF2B5EF4-FFF2-40B4-BE49-F238E27FC236}">
                  <a16:creationId xmlns:a16="http://schemas.microsoft.com/office/drawing/2014/main" id="{E5E4DF07-E5EE-4040-9314-64B93EED53CE}"/>
                </a:ext>
              </a:extLst>
            </p:cNvPr>
            <p:cNvSpPr>
              <a:spLocks noChangeArrowheads="1"/>
            </p:cNvSpPr>
            <p:nvPr/>
          </p:nvSpPr>
          <p:spPr bwMode="auto">
            <a:xfrm>
              <a:off x="57086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466">
              <a:extLst>
                <a:ext uri="{FF2B5EF4-FFF2-40B4-BE49-F238E27FC236}">
                  <a16:creationId xmlns:a16="http://schemas.microsoft.com/office/drawing/2014/main" id="{CDFE05C7-00F4-4570-A4E5-1D7481CCE9BC}"/>
                </a:ext>
              </a:extLst>
            </p:cNvPr>
            <p:cNvSpPr>
              <a:spLocks noChangeArrowheads="1"/>
            </p:cNvSpPr>
            <p:nvPr/>
          </p:nvSpPr>
          <p:spPr bwMode="auto">
            <a:xfrm>
              <a:off x="56832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Rectangle 467">
              <a:extLst>
                <a:ext uri="{FF2B5EF4-FFF2-40B4-BE49-F238E27FC236}">
                  <a16:creationId xmlns:a16="http://schemas.microsoft.com/office/drawing/2014/main" id="{560F150C-1DCC-49C5-BAB7-EA8FA76C227E}"/>
                </a:ext>
              </a:extLst>
            </p:cNvPr>
            <p:cNvSpPr>
              <a:spLocks noChangeArrowheads="1"/>
            </p:cNvSpPr>
            <p:nvPr/>
          </p:nvSpPr>
          <p:spPr bwMode="auto">
            <a:xfrm>
              <a:off x="5659438"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468">
              <a:extLst>
                <a:ext uri="{FF2B5EF4-FFF2-40B4-BE49-F238E27FC236}">
                  <a16:creationId xmlns:a16="http://schemas.microsoft.com/office/drawing/2014/main" id="{080AF8A6-0A8E-4A45-8C62-0FF31227AB1D}"/>
                </a:ext>
              </a:extLst>
            </p:cNvPr>
            <p:cNvSpPr>
              <a:spLocks noChangeArrowheads="1"/>
            </p:cNvSpPr>
            <p:nvPr/>
          </p:nvSpPr>
          <p:spPr bwMode="auto">
            <a:xfrm>
              <a:off x="5486401" y="59436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Rectangle 469">
              <a:extLst>
                <a:ext uri="{FF2B5EF4-FFF2-40B4-BE49-F238E27FC236}">
                  <a16:creationId xmlns:a16="http://schemas.microsoft.com/office/drawing/2014/main" id="{F840049C-CC05-4952-B31B-C7A6004BD636}"/>
                </a:ext>
              </a:extLst>
            </p:cNvPr>
            <p:cNvSpPr>
              <a:spLocks noChangeArrowheads="1"/>
            </p:cNvSpPr>
            <p:nvPr/>
          </p:nvSpPr>
          <p:spPr bwMode="auto">
            <a:xfrm>
              <a:off x="54610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470">
              <a:extLst>
                <a:ext uri="{FF2B5EF4-FFF2-40B4-BE49-F238E27FC236}">
                  <a16:creationId xmlns:a16="http://schemas.microsoft.com/office/drawing/2014/main" id="{5D09DBF5-410B-43DA-A872-0B7DE74F723B}"/>
                </a:ext>
              </a:extLst>
            </p:cNvPr>
            <p:cNvSpPr>
              <a:spLocks noChangeArrowheads="1"/>
            </p:cNvSpPr>
            <p:nvPr/>
          </p:nvSpPr>
          <p:spPr bwMode="auto">
            <a:xfrm>
              <a:off x="54356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Rectangle 471">
              <a:extLst>
                <a:ext uri="{FF2B5EF4-FFF2-40B4-BE49-F238E27FC236}">
                  <a16:creationId xmlns:a16="http://schemas.microsoft.com/office/drawing/2014/main" id="{231DBC7A-296D-49D4-A646-E61467272379}"/>
                </a:ext>
              </a:extLst>
            </p:cNvPr>
            <p:cNvSpPr>
              <a:spLocks noChangeArrowheads="1"/>
            </p:cNvSpPr>
            <p:nvPr/>
          </p:nvSpPr>
          <p:spPr bwMode="auto">
            <a:xfrm>
              <a:off x="569595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Rectangle 472">
              <a:extLst>
                <a:ext uri="{FF2B5EF4-FFF2-40B4-BE49-F238E27FC236}">
                  <a16:creationId xmlns:a16="http://schemas.microsoft.com/office/drawing/2014/main" id="{88E20EC9-10E5-497C-B5E2-AB5F8CCA1A6C}"/>
                </a:ext>
              </a:extLst>
            </p:cNvPr>
            <p:cNvSpPr>
              <a:spLocks noChangeArrowheads="1"/>
            </p:cNvSpPr>
            <p:nvPr/>
          </p:nvSpPr>
          <p:spPr bwMode="auto">
            <a:xfrm>
              <a:off x="5672138" y="596900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Rectangle 473">
              <a:extLst>
                <a:ext uri="{FF2B5EF4-FFF2-40B4-BE49-F238E27FC236}">
                  <a16:creationId xmlns:a16="http://schemas.microsoft.com/office/drawing/2014/main" id="{ED6A97ED-BFF9-4518-932E-DC7FAB98E7C9}"/>
                </a:ext>
              </a:extLst>
            </p:cNvPr>
            <p:cNvSpPr>
              <a:spLocks noChangeArrowheads="1"/>
            </p:cNvSpPr>
            <p:nvPr/>
          </p:nvSpPr>
          <p:spPr bwMode="auto">
            <a:xfrm>
              <a:off x="5646738"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74">
              <a:extLst>
                <a:ext uri="{FF2B5EF4-FFF2-40B4-BE49-F238E27FC236}">
                  <a16:creationId xmlns:a16="http://schemas.microsoft.com/office/drawing/2014/main" id="{7FAEC13A-8BC7-4F84-8F51-29483FC184F3}"/>
                </a:ext>
              </a:extLst>
            </p:cNvPr>
            <p:cNvSpPr>
              <a:spLocks noChangeArrowheads="1"/>
            </p:cNvSpPr>
            <p:nvPr/>
          </p:nvSpPr>
          <p:spPr bwMode="auto">
            <a:xfrm>
              <a:off x="5497513"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75">
              <a:extLst>
                <a:ext uri="{FF2B5EF4-FFF2-40B4-BE49-F238E27FC236}">
                  <a16:creationId xmlns:a16="http://schemas.microsoft.com/office/drawing/2014/main" id="{1556C34E-E504-46A5-971F-112882BDCF78}"/>
                </a:ext>
              </a:extLst>
            </p:cNvPr>
            <p:cNvSpPr>
              <a:spLocks noChangeArrowheads="1"/>
            </p:cNvSpPr>
            <p:nvPr/>
          </p:nvSpPr>
          <p:spPr bwMode="auto">
            <a:xfrm>
              <a:off x="54737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76">
              <a:extLst>
                <a:ext uri="{FF2B5EF4-FFF2-40B4-BE49-F238E27FC236}">
                  <a16:creationId xmlns:a16="http://schemas.microsoft.com/office/drawing/2014/main" id="{14B5F262-5132-49BA-87F2-5A002E25A67C}"/>
                </a:ext>
              </a:extLst>
            </p:cNvPr>
            <p:cNvSpPr>
              <a:spLocks noChangeArrowheads="1"/>
            </p:cNvSpPr>
            <p:nvPr/>
          </p:nvSpPr>
          <p:spPr bwMode="auto">
            <a:xfrm>
              <a:off x="54483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77">
              <a:extLst>
                <a:ext uri="{FF2B5EF4-FFF2-40B4-BE49-F238E27FC236}">
                  <a16:creationId xmlns:a16="http://schemas.microsoft.com/office/drawing/2014/main" id="{59C26BD9-AA28-47D8-A91F-5EAFC61CBE19}"/>
                </a:ext>
              </a:extLst>
            </p:cNvPr>
            <p:cNvSpPr>
              <a:spLocks noChangeArrowheads="1"/>
            </p:cNvSpPr>
            <p:nvPr/>
          </p:nvSpPr>
          <p:spPr bwMode="auto">
            <a:xfrm>
              <a:off x="568325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8">
              <a:extLst>
                <a:ext uri="{FF2B5EF4-FFF2-40B4-BE49-F238E27FC236}">
                  <a16:creationId xmlns:a16="http://schemas.microsoft.com/office/drawing/2014/main" id="{32DDE508-AC48-4897-98D4-AAAA8F749297}"/>
                </a:ext>
              </a:extLst>
            </p:cNvPr>
            <p:cNvSpPr>
              <a:spLocks noChangeArrowheads="1"/>
            </p:cNvSpPr>
            <p:nvPr/>
          </p:nvSpPr>
          <p:spPr bwMode="auto">
            <a:xfrm>
              <a:off x="56594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Rectangle 479">
              <a:extLst>
                <a:ext uri="{FF2B5EF4-FFF2-40B4-BE49-F238E27FC236}">
                  <a16:creationId xmlns:a16="http://schemas.microsoft.com/office/drawing/2014/main" id="{17CE9B21-7327-4BBA-A3B2-677B2BA62974}"/>
                </a:ext>
              </a:extLst>
            </p:cNvPr>
            <p:cNvSpPr>
              <a:spLocks noChangeArrowheads="1"/>
            </p:cNvSpPr>
            <p:nvPr/>
          </p:nvSpPr>
          <p:spPr bwMode="auto">
            <a:xfrm>
              <a:off x="56340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Rectangle 480">
              <a:extLst>
                <a:ext uri="{FF2B5EF4-FFF2-40B4-BE49-F238E27FC236}">
                  <a16:creationId xmlns:a16="http://schemas.microsoft.com/office/drawing/2014/main" id="{31112485-BC63-4FC6-961A-21E71445192A}"/>
                </a:ext>
              </a:extLst>
            </p:cNvPr>
            <p:cNvSpPr>
              <a:spLocks noChangeArrowheads="1"/>
            </p:cNvSpPr>
            <p:nvPr/>
          </p:nvSpPr>
          <p:spPr bwMode="auto">
            <a:xfrm>
              <a:off x="56086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Rectangle 481">
              <a:extLst>
                <a:ext uri="{FF2B5EF4-FFF2-40B4-BE49-F238E27FC236}">
                  <a16:creationId xmlns:a16="http://schemas.microsoft.com/office/drawing/2014/main" id="{1F67BDED-44F7-428C-862D-95500A16EB5C}"/>
                </a:ext>
              </a:extLst>
            </p:cNvPr>
            <p:cNvSpPr>
              <a:spLocks noChangeArrowheads="1"/>
            </p:cNvSpPr>
            <p:nvPr/>
          </p:nvSpPr>
          <p:spPr bwMode="auto">
            <a:xfrm>
              <a:off x="55356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Rectangle 482">
              <a:extLst>
                <a:ext uri="{FF2B5EF4-FFF2-40B4-BE49-F238E27FC236}">
                  <a16:creationId xmlns:a16="http://schemas.microsoft.com/office/drawing/2014/main" id="{890ED86F-B711-4C69-8137-3CB8C745C90F}"/>
                </a:ext>
              </a:extLst>
            </p:cNvPr>
            <p:cNvSpPr>
              <a:spLocks noChangeArrowheads="1"/>
            </p:cNvSpPr>
            <p:nvPr/>
          </p:nvSpPr>
          <p:spPr bwMode="auto">
            <a:xfrm>
              <a:off x="55102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Rectangle 483">
              <a:extLst>
                <a:ext uri="{FF2B5EF4-FFF2-40B4-BE49-F238E27FC236}">
                  <a16:creationId xmlns:a16="http://schemas.microsoft.com/office/drawing/2014/main" id="{D94550D5-1834-4EC4-A06C-CAAAFD02BA01}"/>
                </a:ext>
              </a:extLst>
            </p:cNvPr>
            <p:cNvSpPr>
              <a:spLocks noChangeArrowheads="1"/>
            </p:cNvSpPr>
            <p:nvPr/>
          </p:nvSpPr>
          <p:spPr bwMode="auto">
            <a:xfrm>
              <a:off x="5486401" y="59928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484">
              <a:extLst>
                <a:ext uri="{FF2B5EF4-FFF2-40B4-BE49-F238E27FC236}">
                  <a16:creationId xmlns:a16="http://schemas.microsoft.com/office/drawing/2014/main" id="{41C62E37-A591-4A2B-8ED7-573D9249452F}"/>
                </a:ext>
              </a:extLst>
            </p:cNvPr>
            <p:cNvSpPr>
              <a:spLocks noChangeArrowheads="1"/>
            </p:cNvSpPr>
            <p:nvPr/>
          </p:nvSpPr>
          <p:spPr bwMode="auto">
            <a:xfrm>
              <a:off x="546100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485">
              <a:extLst>
                <a:ext uri="{FF2B5EF4-FFF2-40B4-BE49-F238E27FC236}">
                  <a16:creationId xmlns:a16="http://schemas.microsoft.com/office/drawing/2014/main" id="{D077C70D-CBD0-486D-962F-C20865EAE41A}"/>
                </a:ext>
              </a:extLst>
            </p:cNvPr>
            <p:cNvSpPr>
              <a:spLocks noChangeArrowheads="1"/>
            </p:cNvSpPr>
            <p:nvPr/>
          </p:nvSpPr>
          <p:spPr bwMode="auto">
            <a:xfrm>
              <a:off x="5672138"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486">
              <a:extLst>
                <a:ext uri="{FF2B5EF4-FFF2-40B4-BE49-F238E27FC236}">
                  <a16:creationId xmlns:a16="http://schemas.microsoft.com/office/drawing/2014/main" id="{FA31770D-201D-4F83-8163-787E16538C51}"/>
                </a:ext>
              </a:extLst>
            </p:cNvPr>
            <p:cNvSpPr>
              <a:spLocks noChangeArrowheads="1"/>
            </p:cNvSpPr>
            <p:nvPr/>
          </p:nvSpPr>
          <p:spPr bwMode="auto">
            <a:xfrm>
              <a:off x="56467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487">
              <a:extLst>
                <a:ext uri="{FF2B5EF4-FFF2-40B4-BE49-F238E27FC236}">
                  <a16:creationId xmlns:a16="http://schemas.microsoft.com/office/drawing/2014/main" id="{72194C1F-197C-4EAF-A808-BFF7D4AC8A7D}"/>
                </a:ext>
              </a:extLst>
            </p:cNvPr>
            <p:cNvSpPr>
              <a:spLocks noChangeArrowheads="1"/>
            </p:cNvSpPr>
            <p:nvPr/>
          </p:nvSpPr>
          <p:spPr bwMode="auto">
            <a:xfrm>
              <a:off x="56213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488">
              <a:extLst>
                <a:ext uri="{FF2B5EF4-FFF2-40B4-BE49-F238E27FC236}">
                  <a16:creationId xmlns:a16="http://schemas.microsoft.com/office/drawing/2014/main" id="{BB962163-16DD-4FF9-A6F5-80BE822158E1}"/>
                </a:ext>
              </a:extLst>
            </p:cNvPr>
            <p:cNvSpPr>
              <a:spLocks noChangeArrowheads="1"/>
            </p:cNvSpPr>
            <p:nvPr/>
          </p:nvSpPr>
          <p:spPr bwMode="auto">
            <a:xfrm>
              <a:off x="5597526"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489">
              <a:extLst>
                <a:ext uri="{FF2B5EF4-FFF2-40B4-BE49-F238E27FC236}">
                  <a16:creationId xmlns:a16="http://schemas.microsoft.com/office/drawing/2014/main" id="{B5214D58-8114-490C-8C02-D6B573EE140C}"/>
                </a:ext>
              </a:extLst>
            </p:cNvPr>
            <p:cNvSpPr>
              <a:spLocks noChangeArrowheads="1"/>
            </p:cNvSpPr>
            <p:nvPr/>
          </p:nvSpPr>
          <p:spPr bwMode="auto">
            <a:xfrm>
              <a:off x="5548313"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490">
              <a:extLst>
                <a:ext uri="{FF2B5EF4-FFF2-40B4-BE49-F238E27FC236}">
                  <a16:creationId xmlns:a16="http://schemas.microsoft.com/office/drawing/2014/main" id="{D082AF8B-15C2-4743-B343-DD1BC28C25CF}"/>
                </a:ext>
              </a:extLst>
            </p:cNvPr>
            <p:cNvSpPr>
              <a:spLocks noChangeArrowheads="1"/>
            </p:cNvSpPr>
            <p:nvPr/>
          </p:nvSpPr>
          <p:spPr bwMode="auto">
            <a:xfrm>
              <a:off x="55229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491">
              <a:extLst>
                <a:ext uri="{FF2B5EF4-FFF2-40B4-BE49-F238E27FC236}">
                  <a16:creationId xmlns:a16="http://schemas.microsoft.com/office/drawing/2014/main" id="{031A8A78-413F-4368-9ADF-C7E183E3BCF2}"/>
                </a:ext>
              </a:extLst>
            </p:cNvPr>
            <p:cNvSpPr>
              <a:spLocks noChangeArrowheads="1"/>
            </p:cNvSpPr>
            <p:nvPr/>
          </p:nvSpPr>
          <p:spPr bwMode="auto">
            <a:xfrm>
              <a:off x="54975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492">
              <a:extLst>
                <a:ext uri="{FF2B5EF4-FFF2-40B4-BE49-F238E27FC236}">
                  <a16:creationId xmlns:a16="http://schemas.microsoft.com/office/drawing/2014/main" id="{607C136F-5FAC-41AD-ACC4-458E8870175C}"/>
                </a:ext>
              </a:extLst>
            </p:cNvPr>
            <p:cNvSpPr>
              <a:spLocks noChangeArrowheads="1"/>
            </p:cNvSpPr>
            <p:nvPr/>
          </p:nvSpPr>
          <p:spPr bwMode="auto">
            <a:xfrm>
              <a:off x="5473701"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493">
              <a:extLst>
                <a:ext uri="{FF2B5EF4-FFF2-40B4-BE49-F238E27FC236}">
                  <a16:creationId xmlns:a16="http://schemas.microsoft.com/office/drawing/2014/main" id="{F7446E61-5A48-4A90-9573-E67D4940085B}"/>
                </a:ext>
              </a:extLst>
            </p:cNvPr>
            <p:cNvSpPr>
              <a:spLocks noChangeArrowheads="1"/>
            </p:cNvSpPr>
            <p:nvPr/>
          </p:nvSpPr>
          <p:spPr bwMode="auto">
            <a:xfrm>
              <a:off x="56594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494">
              <a:extLst>
                <a:ext uri="{FF2B5EF4-FFF2-40B4-BE49-F238E27FC236}">
                  <a16:creationId xmlns:a16="http://schemas.microsoft.com/office/drawing/2014/main" id="{350698F9-9F1B-49A5-978D-56E83B8A1B5E}"/>
                </a:ext>
              </a:extLst>
            </p:cNvPr>
            <p:cNvSpPr>
              <a:spLocks noChangeArrowheads="1"/>
            </p:cNvSpPr>
            <p:nvPr/>
          </p:nvSpPr>
          <p:spPr bwMode="auto">
            <a:xfrm>
              <a:off x="56340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495">
              <a:extLst>
                <a:ext uri="{FF2B5EF4-FFF2-40B4-BE49-F238E27FC236}">
                  <a16:creationId xmlns:a16="http://schemas.microsoft.com/office/drawing/2014/main" id="{4DB33815-5084-49D6-9C8C-3E682CAB99D5}"/>
                </a:ext>
              </a:extLst>
            </p:cNvPr>
            <p:cNvSpPr>
              <a:spLocks noChangeArrowheads="1"/>
            </p:cNvSpPr>
            <p:nvPr/>
          </p:nvSpPr>
          <p:spPr bwMode="auto">
            <a:xfrm>
              <a:off x="56086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496">
              <a:extLst>
                <a:ext uri="{FF2B5EF4-FFF2-40B4-BE49-F238E27FC236}">
                  <a16:creationId xmlns:a16="http://schemas.microsoft.com/office/drawing/2014/main" id="{195F0757-CB9E-4207-B20F-ACB30A04508E}"/>
                </a:ext>
              </a:extLst>
            </p:cNvPr>
            <p:cNvSpPr>
              <a:spLocks noChangeArrowheads="1"/>
            </p:cNvSpPr>
            <p:nvPr/>
          </p:nvSpPr>
          <p:spPr bwMode="auto">
            <a:xfrm>
              <a:off x="55848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497">
              <a:extLst>
                <a:ext uri="{FF2B5EF4-FFF2-40B4-BE49-F238E27FC236}">
                  <a16:creationId xmlns:a16="http://schemas.microsoft.com/office/drawing/2014/main" id="{2D504057-C953-41C4-907A-C692B6838567}"/>
                </a:ext>
              </a:extLst>
            </p:cNvPr>
            <p:cNvSpPr>
              <a:spLocks noChangeArrowheads="1"/>
            </p:cNvSpPr>
            <p:nvPr/>
          </p:nvSpPr>
          <p:spPr bwMode="auto">
            <a:xfrm>
              <a:off x="55594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498">
              <a:extLst>
                <a:ext uri="{FF2B5EF4-FFF2-40B4-BE49-F238E27FC236}">
                  <a16:creationId xmlns:a16="http://schemas.microsoft.com/office/drawing/2014/main" id="{C47CBFA9-0A88-4183-A0AB-A04DCED759F5}"/>
                </a:ext>
              </a:extLst>
            </p:cNvPr>
            <p:cNvSpPr>
              <a:spLocks noChangeArrowheads="1"/>
            </p:cNvSpPr>
            <p:nvPr/>
          </p:nvSpPr>
          <p:spPr bwMode="auto">
            <a:xfrm>
              <a:off x="55356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499">
              <a:extLst>
                <a:ext uri="{FF2B5EF4-FFF2-40B4-BE49-F238E27FC236}">
                  <a16:creationId xmlns:a16="http://schemas.microsoft.com/office/drawing/2014/main" id="{20358FE5-D148-4CEF-A1D9-E4C423200C93}"/>
                </a:ext>
              </a:extLst>
            </p:cNvPr>
            <p:cNvSpPr>
              <a:spLocks noChangeArrowheads="1"/>
            </p:cNvSpPr>
            <p:nvPr/>
          </p:nvSpPr>
          <p:spPr bwMode="auto">
            <a:xfrm>
              <a:off x="55102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500">
              <a:extLst>
                <a:ext uri="{FF2B5EF4-FFF2-40B4-BE49-F238E27FC236}">
                  <a16:creationId xmlns:a16="http://schemas.microsoft.com/office/drawing/2014/main" id="{CDFCFFB0-2A7E-44E9-B96E-FEC7FEA9FBD1}"/>
                </a:ext>
              </a:extLst>
            </p:cNvPr>
            <p:cNvSpPr>
              <a:spLocks noChangeArrowheads="1"/>
            </p:cNvSpPr>
            <p:nvPr/>
          </p:nvSpPr>
          <p:spPr bwMode="auto">
            <a:xfrm>
              <a:off x="5486401" y="6043613"/>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Rectangle 501">
              <a:extLst>
                <a:ext uri="{FF2B5EF4-FFF2-40B4-BE49-F238E27FC236}">
                  <a16:creationId xmlns:a16="http://schemas.microsoft.com/office/drawing/2014/main" id="{3E30C968-9456-475C-9930-ECCDE001CDF7}"/>
                </a:ext>
              </a:extLst>
            </p:cNvPr>
            <p:cNvSpPr>
              <a:spLocks noChangeArrowheads="1"/>
            </p:cNvSpPr>
            <p:nvPr/>
          </p:nvSpPr>
          <p:spPr bwMode="auto">
            <a:xfrm>
              <a:off x="56467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Rectangle 502">
              <a:extLst>
                <a:ext uri="{FF2B5EF4-FFF2-40B4-BE49-F238E27FC236}">
                  <a16:creationId xmlns:a16="http://schemas.microsoft.com/office/drawing/2014/main" id="{D9824380-E977-43A6-A082-70EC5CBA3647}"/>
                </a:ext>
              </a:extLst>
            </p:cNvPr>
            <p:cNvSpPr>
              <a:spLocks noChangeArrowheads="1"/>
            </p:cNvSpPr>
            <p:nvPr/>
          </p:nvSpPr>
          <p:spPr bwMode="auto">
            <a:xfrm>
              <a:off x="56213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Rectangle 503">
              <a:extLst>
                <a:ext uri="{FF2B5EF4-FFF2-40B4-BE49-F238E27FC236}">
                  <a16:creationId xmlns:a16="http://schemas.microsoft.com/office/drawing/2014/main" id="{669D7F58-4BBD-401A-A5B2-330DE6C8F710}"/>
                </a:ext>
              </a:extLst>
            </p:cNvPr>
            <p:cNvSpPr>
              <a:spLocks noChangeArrowheads="1"/>
            </p:cNvSpPr>
            <p:nvPr/>
          </p:nvSpPr>
          <p:spPr bwMode="auto">
            <a:xfrm>
              <a:off x="5597526"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504">
              <a:extLst>
                <a:ext uri="{FF2B5EF4-FFF2-40B4-BE49-F238E27FC236}">
                  <a16:creationId xmlns:a16="http://schemas.microsoft.com/office/drawing/2014/main" id="{E29DBFE1-5889-49A3-8B3C-69E121FD8690}"/>
                </a:ext>
              </a:extLst>
            </p:cNvPr>
            <p:cNvSpPr>
              <a:spLocks noChangeArrowheads="1"/>
            </p:cNvSpPr>
            <p:nvPr/>
          </p:nvSpPr>
          <p:spPr bwMode="auto">
            <a:xfrm>
              <a:off x="5572126"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Rectangle 505">
              <a:extLst>
                <a:ext uri="{FF2B5EF4-FFF2-40B4-BE49-F238E27FC236}">
                  <a16:creationId xmlns:a16="http://schemas.microsoft.com/office/drawing/2014/main" id="{9A6052F3-9BCE-4A3F-ABA4-313C97EF3FF4}"/>
                </a:ext>
              </a:extLst>
            </p:cNvPr>
            <p:cNvSpPr>
              <a:spLocks noChangeArrowheads="1"/>
            </p:cNvSpPr>
            <p:nvPr/>
          </p:nvSpPr>
          <p:spPr bwMode="auto">
            <a:xfrm>
              <a:off x="5548313"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Rectangle 506">
              <a:extLst>
                <a:ext uri="{FF2B5EF4-FFF2-40B4-BE49-F238E27FC236}">
                  <a16:creationId xmlns:a16="http://schemas.microsoft.com/office/drawing/2014/main" id="{0C49B012-206F-49C3-B574-0F04F0828809}"/>
                </a:ext>
              </a:extLst>
            </p:cNvPr>
            <p:cNvSpPr>
              <a:spLocks noChangeArrowheads="1"/>
            </p:cNvSpPr>
            <p:nvPr/>
          </p:nvSpPr>
          <p:spPr bwMode="auto">
            <a:xfrm>
              <a:off x="55229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Rectangle 507">
              <a:extLst>
                <a:ext uri="{FF2B5EF4-FFF2-40B4-BE49-F238E27FC236}">
                  <a16:creationId xmlns:a16="http://schemas.microsoft.com/office/drawing/2014/main" id="{8D438F1A-359E-4E5E-BCBE-515A82D3B4CC}"/>
                </a:ext>
              </a:extLst>
            </p:cNvPr>
            <p:cNvSpPr>
              <a:spLocks noChangeArrowheads="1"/>
            </p:cNvSpPr>
            <p:nvPr/>
          </p:nvSpPr>
          <p:spPr bwMode="auto">
            <a:xfrm>
              <a:off x="54975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Rectangle 508">
              <a:extLst>
                <a:ext uri="{FF2B5EF4-FFF2-40B4-BE49-F238E27FC236}">
                  <a16:creationId xmlns:a16="http://schemas.microsoft.com/office/drawing/2014/main" id="{D92C4767-D71C-4206-8420-419AE40F20BD}"/>
                </a:ext>
              </a:extLst>
            </p:cNvPr>
            <p:cNvSpPr>
              <a:spLocks noChangeArrowheads="1"/>
            </p:cNvSpPr>
            <p:nvPr/>
          </p:nvSpPr>
          <p:spPr bwMode="auto">
            <a:xfrm>
              <a:off x="56340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509">
              <a:extLst>
                <a:ext uri="{FF2B5EF4-FFF2-40B4-BE49-F238E27FC236}">
                  <a16:creationId xmlns:a16="http://schemas.microsoft.com/office/drawing/2014/main" id="{479176AC-342E-4925-8E1C-3A4CB53AC202}"/>
                </a:ext>
              </a:extLst>
            </p:cNvPr>
            <p:cNvSpPr>
              <a:spLocks noChangeArrowheads="1"/>
            </p:cNvSpPr>
            <p:nvPr/>
          </p:nvSpPr>
          <p:spPr bwMode="auto">
            <a:xfrm>
              <a:off x="56086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Rectangle 510">
              <a:extLst>
                <a:ext uri="{FF2B5EF4-FFF2-40B4-BE49-F238E27FC236}">
                  <a16:creationId xmlns:a16="http://schemas.microsoft.com/office/drawing/2014/main" id="{E265042F-4CB0-4A0A-98D7-F01802436B0D}"/>
                </a:ext>
              </a:extLst>
            </p:cNvPr>
            <p:cNvSpPr>
              <a:spLocks noChangeArrowheads="1"/>
            </p:cNvSpPr>
            <p:nvPr/>
          </p:nvSpPr>
          <p:spPr bwMode="auto">
            <a:xfrm>
              <a:off x="55848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Rectangle 511">
              <a:extLst>
                <a:ext uri="{FF2B5EF4-FFF2-40B4-BE49-F238E27FC236}">
                  <a16:creationId xmlns:a16="http://schemas.microsoft.com/office/drawing/2014/main" id="{01CCB3AB-032E-428D-96CA-19F4FBA6D9E8}"/>
                </a:ext>
              </a:extLst>
            </p:cNvPr>
            <p:cNvSpPr>
              <a:spLocks noChangeArrowheads="1"/>
            </p:cNvSpPr>
            <p:nvPr/>
          </p:nvSpPr>
          <p:spPr bwMode="auto">
            <a:xfrm>
              <a:off x="55594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512">
              <a:extLst>
                <a:ext uri="{FF2B5EF4-FFF2-40B4-BE49-F238E27FC236}">
                  <a16:creationId xmlns:a16="http://schemas.microsoft.com/office/drawing/2014/main" id="{5E28A88B-CD0F-447E-A66E-5D9B44711724}"/>
                </a:ext>
              </a:extLst>
            </p:cNvPr>
            <p:cNvSpPr>
              <a:spLocks noChangeArrowheads="1"/>
            </p:cNvSpPr>
            <p:nvPr/>
          </p:nvSpPr>
          <p:spPr bwMode="auto">
            <a:xfrm>
              <a:off x="55356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Rectangle 513">
              <a:extLst>
                <a:ext uri="{FF2B5EF4-FFF2-40B4-BE49-F238E27FC236}">
                  <a16:creationId xmlns:a16="http://schemas.microsoft.com/office/drawing/2014/main" id="{361D0B69-3659-4C51-AF4A-25A63DE8037E}"/>
                </a:ext>
              </a:extLst>
            </p:cNvPr>
            <p:cNvSpPr>
              <a:spLocks noChangeArrowheads="1"/>
            </p:cNvSpPr>
            <p:nvPr/>
          </p:nvSpPr>
          <p:spPr bwMode="auto">
            <a:xfrm>
              <a:off x="55102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Rectangle 514">
              <a:extLst>
                <a:ext uri="{FF2B5EF4-FFF2-40B4-BE49-F238E27FC236}">
                  <a16:creationId xmlns:a16="http://schemas.microsoft.com/office/drawing/2014/main" id="{60EBCC90-7B20-43E9-9149-C92A993BA236}"/>
                </a:ext>
              </a:extLst>
            </p:cNvPr>
            <p:cNvSpPr>
              <a:spLocks noChangeArrowheads="1"/>
            </p:cNvSpPr>
            <p:nvPr/>
          </p:nvSpPr>
          <p:spPr bwMode="auto">
            <a:xfrm>
              <a:off x="5621338"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Rectangle 515">
              <a:extLst>
                <a:ext uri="{FF2B5EF4-FFF2-40B4-BE49-F238E27FC236}">
                  <a16:creationId xmlns:a16="http://schemas.microsoft.com/office/drawing/2014/main" id="{DB501A7C-5B12-4555-AEE3-F15D812D6C34}"/>
                </a:ext>
              </a:extLst>
            </p:cNvPr>
            <p:cNvSpPr>
              <a:spLocks noChangeArrowheads="1"/>
            </p:cNvSpPr>
            <p:nvPr/>
          </p:nvSpPr>
          <p:spPr bwMode="auto">
            <a:xfrm>
              <a:off x="5597526"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Rectangle 516">
              <a:extLst>
                <a:ext uri="{FF2B5EF4-FFF2-40B4-BE49-F238E27FC236}">
                  <a16:creationId xmlns:a16="http://schemas.microsoft.com/office/drawing/2014/main" id="{876311B6-FADF-48EA-A8F9-7D6B40E9436D}"/>
                </a:ext>
              </a:extLst>
            </p:cNvPr>
            <p:cNvSpPr>
              <a:spLocks noChangeArrowheads="1"/>
            </p:cNvSpPr>
            <p:nvPr/>
          </p:nvSpPr>
          <p:spPr bwMode="auto">
            <a:xfrm>
              <a:off x="5572126"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517">
              <a:extLst>
                <a:ext uri="{FF2B5EF4-FFF2-40B4-BE49-F238E27FC236}">
                  <a16:creationId xmlns:a16="http://schemas.microsoft.com/office/drawing/2014/main" id="{EEEAF8A6-5DA9-4BB8-85DD-F5862B1F7CEC}"/>
                </a:ext>
              </a:extLst>
            </p:cNvPr>
            <p:cNvSpPr>
              <a:spLocks noChangeArrowheads="1"/>
            </p:cNvSpPr>
            <p:nvPr/>
          </p:nvSpPr>
          <p:spPr bwMode="auto">
            <a:xfrm>
              <a:off x="5548313"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Rectangle 518">
              <a:extLst>
                <a:ext uri="{FF2B5EF4-FFF2-40B4-BE49-F238E27FC236}">
                  <a16:creationId xmlns:a16="http://schemas.microsoft.com/office/drawing/2014/main" id="{1E520D74-742D-4D72-9331-E553DD4E7749}"/>
                </a:ext>
              </a:extLst>
            </p:cNvPr>
            <p:cNvSpPr>
              <a:spLocks noChangeArrowheads="1"/>
            </p:cNvSpPr>
            <p:nvPr/>
          </p:nvSpPr>
          <p:spPr bwMode="auto">
            <a:xfrm>
              <a:off x="5522913"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Rectangle 519">
              <a:extLst>
                <a:ext uri="{FF2B5EF4-FFF2-40B4-BE49-F238E27FC236}">
                  <a16:creationId xmlns:a16="http://schemas.microsoft.com/office/drawing/2014/main" id="{936D144E-3626-4B9B-AA91-744BCE0142AE}"/>
                </a:ext>
              </a:extLst>
            </p:cNvPr>
            <p:cNvSpPr>
              <a:spLocks noChangeArrowheads="1"/>
            </p:cNvSpPr>
            <p:nvPr/>
          </p:nvSpPr>
          <p:spPr bwMode="auto">
            <a:xfrm>
              <a:off x="5597526"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Rectangle 520">
              <a:extLst>
                <a:ext uri="{FF2B5EF4-FFF2-40B4-BE49-F238E27FC236}">
                  <a16:creationId xmlns:a16="http://schemas.microsoft.com/office/drawing/2014/main" id="{3D71D482-4E42-4F2A-9EC9-5B2327FB799B}"/>
                </a:ext>
              </a:extLst>
            </p:cNvPr>
            <p:cNvSpPr>
              <a:spLocks noChangeArrowheads="1"/>
            </p:cNvSpPr>
            <p:nvPr/>
          </p:nvSpPr>
          <p:spPr bwMode="auto">
            <a:xfrm>
              <a:off x="5572126" y="6165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Rectangle 521">
              <a:extLst>
                <a:ext uri="{FF2B5EF4-FFF2-40B4-BE49-F238E27FC236}">
                  <a16:creationId xmlns:a16="http://schemas.microsoft.com/office/drawing/2014/main" id="{AA51408B-0FC3-41B4-A8D7-470453BE26CB}"/>
                </a:ext>
              </a:extLst>
            </p:cNvPr>
            <p:cNvSpPr>
              <a:spLocks noChangeArrowheads="1"/>
            </p:cNvSpPr>
            <p:nvPr/>
          </p:nvSpPr>
          <p:spPr bwMode="auto">
            <a:xfrm>
              <a:off x="5548313"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522">
              <a:extLst>
                <a:ext uri="{FF2B5EF4-FFF2-40B4-BE49-F238E27FC236}">
                  <a16:creationId xmlns:a16="http://schemas.microsoft.com/office/drawing/2014/main" id="{E3B54064-5D0F-47EB-BD4D-6C4CA08335C2}"/>
                </a:ext>
              </a:extLst>
            </p:cNvPr>
            <p:cNvSpPr>
              <a:spLocks noChangeArrowheads="1"/>
            </p:cNvSpPr>
            <p:nvPr/>
          </p:nvSpPr>
          <p:spPr bwMode="auto">
            <a:xfrm>
              <a:off x="5608638"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523">
              <a:extLst>
                <a:ext uri="{FF2B5EF4-FFF2-40B4-BE49-F238E27FC236}">
                  <a16:creationId xmlns:a16="http://schemas.microsoft.com/office/drawing/2014/main" id="{522B3764-E10A-4356-B560-AD51B2A99503}"/>
                </a:ext>
              </a:extLst>
            </p:cNvPr>
            <p:cNvSpPr>
              <a:spLocks noChangeArrowheads="1"/>
            </p:cNvSpPr>
            <p:nvPr/>
          </p:nvSpPr>
          <p:spPr bwMode="auto">
            <a:xfrm>
              <a:off x="55848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524">
              <a:extLst>
                <a:ext uri="{FF2B5EF4-FFF2-40B4-BE49-F238E27FC236}">
                  <a16:creationId xmlns:a16="http://schemas.microsoft.com/office/drawing/2014/main" id="{038D4C66-E52B-4761-898E-F32FB87903A6}"/>
                </a:ext>
              </a:extLst>
            </p:cNvPr>
            <p:cNvSpPr>
              <a:spLocks noChangeArrowheads="1"/>
            </p:cNvSpPr>
            <p:nvPr/>
          </p:nvSpPr>
          <p:spPr bwMode="auto">
            <a:xfrm>
              <a:off x="55594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525">
              <a:extLst>
                <a:ext uri="{FF2B5EF4-FFF2-40B4-BE49-F238E27FC236}">
                  <a16:creationId xmlns:a16="http://schemas.microsoft.com/office/drawing/2014/main" id="{CA33A13C-0424-4EFD-97FF-D2A157FDE74E}"/>
                </a:ext>
              </a:extLst>
            </p:cNvPr>
            <p:cNvSpPr>
              <a:spLocks noChangeArrowheads="1"/>
            </p:cNvSpPr>
            <p:nvPr/>
          </p:nvSpPr>
          <p:spPr bwMode="auto">
            <a:xfrm>
              <a:off x="5535613"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526">
              <a:extLst>
                <a:ext uri="{FF2B5EF4-FFF2-40B4-BE49-F238E27FC236}">
                  <a16:creationId xmlns:a16="http://schemas.microsoft.com/office/drawing/2014/main" id="{3771AAEC-1B42-4A9E-AD30-1AF7D62DC295}"/>
                </a:ext>
              </a:extLst>
            </p:cNvPr>
            <p:cNvSpPr>
              <a:spLocks noEditPoints="1"/>
            </p:cNvSpPr>
            <p:nvPr/>
          </p:nvSpPr>
          <p:spPr bwMode="auto">
            <a:xfrm>
              <a:off x="5378451" y="5657850"/>
              <a:ext cx="400050" cy="363538"/>
            </a:xfrm>
            <a:custGeom>
              <a:avLst/>
              <a:gdLst>
                <a:gd name="T0" fmla="*/ 152 w 539"/>
                <a:gd name="T1" fmla="*/ 17 h 488"/>
                <a:gd name="T2" fmla="*/ 250 w 539"/>
                <a:gd name="T3" fmla="*/ 17 h 488"/>
                <a:gd name="T4" fmla="*/ 139 w 539"/>
                <a:gd name="T5" fmla="*/ 134 h 488"/>
                <a:gd name="T6" fmla="*/ 152 w 539"/>
                <a:gd name="T7" fmla="*/ 17 h 488"/>
                <a:gd name="T8" fmla="*/ 270 w 539"/>
                <a:gd name="T9" fmla="*/ 20 h 488"/>
                <a:gd name="T10" fmla="*/ 392 w 539"/>
                <a:gd name="T11" fmla="*/ 150 h 488"/>
                <a:gd name="T12" fmla="*/ 147 w 539"/>
                <a:gd name="T13" fmla="*/ 150 h 488"/>
                <a:gd name="T14" fmla="*/ 270 w 539"/>
                <a:gd name="T15" fmla="*/ 20 h 488"/>
                <a:gd name="T16" fmla="*/ 387 w 539"/>
                <a:gd name="T17" fmla="*/ 17 h 488"/>
                <a:gd name="T18" fmla="*/ 400 w 539"/>
                <a:gd name="T19" fmla="*/ 134 h 488"/>
                <a:gd name="T20" fmla="*/ 289 w 539"/>
                <a:gd name="T21" fmla="*/ 17 h 488"/>
                <a:gd name="T22" fmla="*/ 387 w 539"/>
                <a:gd name="T23" fmla="*/ 17 h 488"/>
                <a:gd name="T24" fmla="*/ 510 w 539"/>
                <a:gd name="T25" fmla="*/ 143 h 488"/>
                <a:gd name="T26" fmla="*/ 419 w 539"/>
                <a:gd name="T27" fmla="*/ 149 h 488"/>
                <a:gd name="T28" fmla="*/ 406 w 539"/>
                <a:gd name="T29" fmla="*/ 32 h 488"/>
                <a:gd name="T30" fmla="*/ 510 w 539"/>
                <a:gd name="T31" fmla="*/ 143 h 488"/>
                <a:gd name="T32" fmla="*/ 304 w 539"/>
                <a:gd name="T33" fmla="*/ 418 h 488"/>
                <a:gd name="T34" fmla="*/ 417 w 539"/>
                <a:gd name="T35" fmla="*/ 166 h 488"/>
                <a:gd name="T36" fmla="*/ 510 w 539"/>
                <a:gd name="T37" fmla="*/ 160 h 488"/>
                <a:gd name="T38" fmla="*/ 304 w 539"/>
                <a:gd name="T39" fmla="*/ 418 h 488"/>
                <a:gd name="T40" fmla="*/ 270 w 539"/>
                <a:gd name="T41" fmla="*/ 455 h 488"/>
                <a:gd name="T42" fmla="*/ 141 w 539"/>
                <a:gd name="T43" fmla="*/ 167 h 488"/>
                <a:gd name="T44" fmla="*/ 398 w 539"/>
                <a:gd name="T45" fmla="*/ 167 h 488"/>
                <a:gd name="T46" fmla="*/ 270 w 539"/>
                <a:gd name="T47" fmla="*/ 455 h 488"/>
                <a:gd name="T48" fmla="*/ 30 w 539"/>
                <a:gd name="T49" fmla="*/ 160 h 488"/>
                <a:gd name="T50" fmla="*/ 122 w 539"/>
                <a:gd name="T51" fmla="*/ 166 h 488"/>
                <a:gd name="T52" fmla="*/ 235 w 539"/>
                <a:gd name="T53" fmla="*/ 418 h 488"/>
                <a:gd name="T54" fmla="*/ 30 w 539"/>
                <a:gd name="T55" fmla="*/ 160 h 488"/>
                <a:gd name="T56" fmla="*/ 134 w 539"/>
                <a:gd name="T57" fmla="*/ 32 h 488"/>
                <a:gd name="T58" fmla="*/ 122 w 539"/>
                <a:gd name="T59" fmla="*/ 137 h 488"/>
                <a:gd name="T60" fmla="*/ 121 w 539"/>
                <a:gd name="T61" fmla="*/ 149 h 488"/>
                <a:gd name="T62" fmla="*/ 29 w 539"/>
                <a:gd name="T63" fmla="*/ 143 h 488"/>
                <a:gd name="T64" fmla="*/ 134 w 539"/>
                <a:gd name="T65" fmla="*/ 32 h 488"/>
                <a:gd name="T66" fmla="*/ 0 w 539"/>
                <a:gd name="T67" fmla="*/ 150 h 488"/>
                <a:gd name="T68" fmla="*/ 270 w 539"/>
                <a:gd name="T69" fmla="*/ 488 h 488"/>
                <a:gd name="T70" fmla="*/ 539 w 539"/>
                <a:gd name="T71" fmla="*/ 150 h 488"/>
                <a:gd name="T72" fmla="*/ 539 w 539"/>
                <a:gd name="T73" fmla="*/ 150 h 488"/>
                <a:gd name="T74" fmla="*/ 539 w 539"/>
                <a:gd name="T75" fmla="*/ 150 h 488"/>
                <a:gd name="T76" fmla="*/ 398 w 539"/>
                <a:gd name="T77" fmla="*/ 0 h 488"/>
                <a:gd name="T78" fmla="*/ 141 w 539"/>
                <a:gd name="T79" fmla="*/ 0 h 488"/>
                <a:gd name="T80" fmla="*/ 0 w 539"/>
                <a:gd name="T81" fmla="*/ 150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9" h="488">
                  <a:moveTo>
                    <a:pt x="152" y="17"/>
                  </a:moveTo>
                  <a:lnTo>
                    <a:pt x="250" y="17"/>
                  </a:lnTo>
                  <a:lnTo>
                    <a:pt x="139" y="134"/>
                  </a:lnTo>
                  <a:lnTo>
                    <a:pt x="152" y="17"/>
                  </a:lnTo>
                  <a:close/>
                  <a:moveTo>
                    <a:pt x="270" y="20"/>
                  </a:moveTo>
                  <a:lnTo>
                    <a:pt x="392" y="150"/>
                  </a:lnTo>
                  <a:lnTo>
                    <a:pt x="147" y="150"/>
                  </a:lnTo>
                  <a:lnTo>
                    <a:pt x="270" y="20"/>
                  </a:lnTo>
                  <a:close/>
                  <a:moveTo>
                    <a:pt x="387" y="17"/>
                  </a:moveTo>
                  <a:lnTo>
                    <a:pt x="400" y="134"/>
                  </a:lnTo>
                  <a:lnTo>
                    <a:pt x="289" y="17"/>
                  </a:lnTo>
                  <a:lnTo>
                    <a:pt x="387" y="17"/>
                  </a:lnTo>
                  <a:close/>
                  <a:moveTo>
                    <a:pt x="510" y="143"/>
                  </a:moveTo>
                  <a:lnTo>
                    <a:pt x="419" y="149"/>
                  </a:lnTo>
                  <a:lnTo>
                    <a:pt x="406" y="32"/>
                  </a:lnTo>
                  <a:lnTo>
                    <a:pt x="510" y="143"/>
                  </a:lnTo>
                  <a:close/>
                  <a:moveTo>
                    <a:pt x="304" y="418"/>
                  </a:moveTo>
                  <a:lnTo>
                    <a:pt x="417" y="166"/>
                  </a:lnTo>
                  <a:lnTo>
                    <a:pt x="510" y="160"/>
                  </a:lnTo>
                  <a:lnTo>
                    <a:pt x="304" y="418"/>
                  </a:lnTo>
                  <a:close/>
                  <a:moveTo>
                    <a:pt x="270" y="455"/>
                  </a:moveTo>
                  <a:lnTo>
                    <a:pt x="141" y="167"/>
                  </a:lnTo>
                  <a:lnTo>
                    <a:pt x="398" y="167"/>
                  </a:lnTo>
                  <a:lnTo>
                    <a:pt x="270" y="455"/>
                  </a:lnTo>
                  <a:close/>
                  <a:moveTo>
                    <a:pt x="30" y="160"/>
                  </a:moveTo>
                  <a:lnTo>
                    <a:pt x="122" y="166"/>
                  </a:lnTo>
                  <a:lnTo>
                    <a:pt x="235" y="418"/>
                  </a:lnTo>
                  <a:lnTo>
                    <a:pt x="30" y="160"/>
                  </a:lnTo>
                  <a:close/>
                  <a:moveTo>
                    <a:pt x="134" y="32"/>
                  </a:moveTo>
                  <a:lnTo>
                    <a:pt x="122" y="137"/>
                  </a:lnTo>
                  <a:lnTo>
                    <a:pt x="121" y="149"/>
                  </a:lnTo>
                  <a:lnTo>
                    <a:pt x="29" y="143"/>
                  </a:lnTo>
                  <a:lnTo>
                    <a:pt x="134" y="32"/>
                  </a:lnTo>
                  <a:close/>
                  <a:moveTo>
                    <a:pt x="0" y="150"/>
                  </a:moveTo>
                  <a:lnTo>
                    <a:pt x="270" y="488"/>
                  </a:lnTo>
                  <a:lnTo>
                    <a:pt x="539" y="150"/>
                  </a:lnTo>
                  <a:lnTo>
                    <a:pt x="539" y="150"/>
                  </a:lnTo>
                  <a:lnTo>
                    <a:pt x="539" y="150"/>
                  </a:lnTo>
                  <a:lnTo>
                    <a:pt x="398" y="0"/>
                  </a:lnTo>
                  <a:lnTo>
                    <a:pt x="141" y="0"/>
                  </a:lnTo>
                  <a:lnTo>
                    <a:pt x="0" y="1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Rectangle 527">
              <a:extLst>
                <a:ext uri="{FF2B5EF4-FFF2-40B4-BE49-F238E27FC236}">
                  <a16:creationId xmlns:a16="http://schemas.microsoft.com/office/drawing/2014/main" id="{2A5D9BEE-D22E-429D-9116-58963A53130D}"/>
                </a:ext>
              </a:extLst>
            </p:cNvPr>
            <p:cNvSpPr>
              <a:spLocks noChangeArrowheads="1"/>
            </p:cNvSpPr>
            <p:nvPr/>
          </p:nvSpPr>
          <p:spPr bwMode="auto">
            <a:xfrm>
              <a:off x="577056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528">
              <a:extLst>
                <a:ext uri="{FF2B5EF4-FFF2-40B4-BE49-F238E27FC236}">
                  <a16:creationId xmlns:a16="http://schemas.microsoft.com/office/drawing/2014/main" id="{0D117D26-B7DA-4C71-ADA3-33EB2A00B865}"/>
                </a:ext>
              </a:extLst>
            </p:cNvPr>
            <p:cNvSpPr>
              <a:spLocks noChangeArrowheads="1"/>
            </p:cNvSpPr>
            <p:nvPr/>
          </p:nvSpPr>
          <p:spPr bwMode="auto">
            <a:xfrm>
              <a:off x="5746751"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529">
              <a:extLst>
                <a:ext uri="{FF2B5EF4-FFF2-40B4-BE49-F238E27FC236}">
                  <a16:creationId xmlns:a16="http://schemas.microsoft.com/office/drawing/2014/main" id="{A02331F9-10D5-44B0-9A67-06538D5335E6}"/>
                </a:ext>
              </a:extLst>
            </p:cNvPr>
            <p:cNvSpPr>
              <a:spLocks noChangeArrowheads="1"/>
            </p:cNvSpPr>
            <p:nvPr/>
          </p:nvSpPr>
          <p:spPr bwMode="auto">
            <a:xfrm>
              <a:off x="57213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Rectangle 530">
              <a:extLst>
                <a:ext uri="{FF2B5EF4-FFF2-40B4-BE49-F238E27FC236}">
                  <a16:creationId xmlns:a16="http://schemas.microsoft.com/office/drawing/2014/main" id="{FBBCE2BA-3498-4EDA-A369-BD86A84EFCE5}"/>
                </a:ext>
              </a:extLst>
            </p:cNvPr>
            <p:cNvSpPr>
              <a:spLocks noChangeArrowheads="1"/>
            </p:cNvSpPr>
            <p:nvPr/>
          </p:nvSpPr>
          <p:spPr bwMode="auto">
            <a:xfrm>
              <a:off x="56959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Rectangle 531">
              <a:extLst>
                <a:ext uri="{FF2B5EF4-FFF2-40B4-BE49-F238E27FC236}">
                  <a16:creationId xmlns:a16="http://schemas.microsoft.com/office/drawing/2014/main" id="{53158459-F340-4BA8-BBD3-58FE2F2FCA7E}"/>
                </a:ext>
              </a:extLst>
            </p:cNvPr>
            <p:cNvSpPr>
              <a:spLocks noChangeArrowheads="1"/>
            </p:cNvSpPr>
            <p:nvPr/>
          </p:nvSpPr>
          <p:spPr bwMode="auto">
            <a:xfrm>
              <a:off x="5672138"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Rectangle 532">
              <a:extLst>
                <a:ext uri="{FF2B5EF4-FFF2-40B4-BE49-F238E27FC236}">
                  <a16:creationId xmlns:a16="http://schemas.microsoft.com/office/drawing/2014/main" id="{9CCC3BDB-F504-4711-84F2-8220F965C896}"/>
                </a:ext>
              </a:extLst>
            </p:cNvPr>
            <p:cNvSpPr>
              <a:spLocks noChangeArrowheads="1"/>
            </p:cNvSpPr>
            <p:nvPr/>
          </p:nvSpPr>
          <p:spPr bwMode="auto">
            <a:xfrm>
              <a:off x="56467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533">
              <a:extLst>
                <a:ext uri="{FF2B5EF4-FFF2-40B4-BE49-F238E27FC236}">
                  <a16:creationId xmlns:a16="http://schemas.microsoft.com/office/drawing/2014/main" id="{9EC4DAF9-47FB-44A2-8884-F85E54464233}"/>
                </a:ext>
              </a:extLst>
            </p:cNvPr>
            <p:cNvSpPr>
              <a:spLocks noChangeArrowheads="1"/>
            </p:cNvSpPr>
            <p:nvPr/>
          </p:nvSpPr>
          <p:spPr bwMode="auto">
            <a:xfrm>
              <a:off x="56213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Rectangle 534">
              <a:extLst>
                <a:ext uri="{FF2B5EF4-FFF2-40B4-BE49-F238E27FC236}">
                  <a16:creationId xmlns:a16="http://schemas.microsoft.com/office/drawing/2014/main" id="{8272A93D-E1C9-4C03-9745-B7B9C1A7D19B}"/>
                </a:ext>
              </a:extLst>
            </p:cNvPr>
            <p:cNvSpPr>
              <a:spLocks noChangeArrowheads="1"/>
            </p:cNvSpPr>
            <p:nvPr/>
          </p:nvSpPr>
          <p:spPr bwMode="auto">
            <a:xfrm>
              <a:off x="5597526"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535">
              <a:extLst>
                <a:ext uri="{FF2B5EF4-FFF2-40B4-BE49-F238E27FC236}">
                  <a16:creationId xmlns:a16="http://schemas.microsoft.com/office/drawing/2014/main" id="{FBBD0B90-8333-4FF0-B867-AF3A2517BC5E}"/>
                </a:ext>
              </a:extLst>
            </p:cNvPr>
            <p:cNvSpPr>
              <a:spLocks noChangeArrowheads="1"/>
            </p:cNvSpPr>
            <p:nvPr/>
          </p:nvSpPr>
          <p:spPr bwMode="auto">
            <a:xfrm>
              <a:off x="5572126"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536">
              <a:extLst>
                <a:ext uri="{FF2B5EF4-FFF2-40B4-BE49-F238E27FC236}">
                  <a16:creationId xmlns:a16="http://schemas.microsoft.com/office/drawing/2014/main" id="{7ECA4997-0EAA-4585-8E58-62725FEED0D2}"/>
                </a:ext>
              </a:extLst>
            </p:cNvPr>
            <p:cNvSpPr>
              <a:spLocks noChangeArrowheads="1"/>
            </p:cNvSpPr>
            <p:nvPr/>
          </p:nvSpPr>
          <p:spPr bwMode="auto">
            <a:xfrm>
              <a:off x="5548313"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537">
              <a:extLst>
                <a:ext uri="{FF2B5EF4-FFF2-40B4-BE49-F238E27FC236}">
                  <a16:creationId xmlns:a16="http://schemas.microsoft.com/office/drawing/2014/main" id="{FB0133C2-E8F5-469E-A3EE-29DD229BEAF1}"/>
                </a:ext>
              </a:extLst>
            </p:cNvPr>
            <p:cNvSpPr>
              <a:spLocks noChangeArrowheads="1"/>
            </p:cNvSpPr>
            <p:nvPr/>
          </p:nvSpPr>
          <p:spPr bwMode="auto">
            <a:xfrm>
              <a:off x="55229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Rectangle 538">
              <a:extLst>
                <a:ext uri="{FF2B5EF4-FFF2-40B4-BE49-F238E27FC236}">
                  <a16:creationId xmlns:a16="http://schemas.microsoft.com/office/drawing/2014/main" id="{594AAF0E-5C66-423C-94ED-E6728A778452}"/>
                </a:ext>
              </a:extLst>
            </p:cNvPr>
            <p:cNvSpPr>
              <a:spLocks noChangeArrowheads="1"/>
            </p:cNvSpPr>
            <p:nvPr/>
          </p:nvSpPr>
          <p:spPr bwMode="auto">
            <a:xfrm>
              <a:off x="54975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539">
              <a:extLst>
                <a:ext uri="{FF2B5EF4-FFF2-40B4-BE49-F238E27FC236}">
                  <a16:creationId xmlns:a16="http://schemas.microsoft.com/office/drawing/2014/main" id="{0FDEBF77-DEEE-466C-A379-BED48B6FC34A}"/>
                </a:ext>
              </a:extLst>
            </p:cNvPr>
            <p:cNvSpPr>
              <a:spLocks noChangeArrowheads="1"/>
            </p:cNvSpPr>
            <p:nvPr/>
          </p:nvSpPr>
          <p:spPr bwMode="auto">
            <a:xfrm>
              <a:off x="54737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540">
              <a:extLst>
                <a:ext uri="{FF2B5EF4-FFF2-40B4-BE49-F238E27FC236}">
                  <a16:creationId xmlns:a16="http://schemas.microsoft.com/office/drawing/2014/main" id="{A1AD3D43-0CD8-47B8-B3FD-32E4AFCFB7AD}"/>
                </a:ext>
              </a:extLst>
            </p:cNvPr>
            <p:cNvSpPr>
              <a:spLocks noChangeArrowheads="1"/>
            </p:cNvSpPr>
            <p:nvPr/>
          </p:nvSpPr>
          <p:spPr bwMode="auto">
            <a:xfrm>
              <a:off x="54483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541">
              <a:extLst>
                <a:ext uri="{FF2B5EF4-FFF2-40B4-BE49-F238E27FC236}">
                  <a16:creationId xmlns:a16="http://schemas.microsoft.com/office/drawing/2014/main" id="{D1DDA5DD-4A96-48CB-BEDB-1DBC148804FA}"/>
                </a:ext>
              </a:extLst>
            </p:cNvPr>
            <p:cNvSpPr>
              <a:spLocks noChangeArrowheads="1"/>
            </p:cNvSpPr>
            <p:nvPr/>
          </p:nvSpPr>
          <p:spPr bwMode="auto">
            <a:xfrm>
              <a:off x="54229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542">
              <a:extLst>
                <a:ext uri="{FF2B5EF4-FFF2-40B4-BE49-F238E27FC236}">
                  <a16:creationId xmlns:a16="http://schemas.microsoft.com/office/drawing/2014/main" id="{6F129311-4F5F-4FBE-A82F-A5C5C615F41C}"/>
                </a:ext>
              </a:extLst>
            </p:cNvPr>
            <p:cNvSpPr>
              <a:spLocks noChangeArrowheads="1"/>
            </p:cNvSpPr>
            <p:nvPr/>
          </p:nvSpPr>
          <p:spPr bwMode="auto">
            <a:xfrm>
              <a:off x="53990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Rectangle 543">
              <a:extLst>
                <a:ext uri="{FF2B5EF4-FFF2-40B4-BE49-F238E27FC236}">
                  <a16:creationId xmlns:a16="http://schemas.microsoft.com/office/drawing/2014/main" id="{1F0C8717-4B77-4A08-9B80-54E470FB3A3A}"/>
                </a:ext>
              </a:extLst>
            </p:cNvPr>
            <p:cNvSpPr>
              <a:spLocks noChangeArrowheads="1"/>
            </p:cNvSpPr>
            <p:nvPr/>
          </p:nvSpPr>
          <p:spPr bwMode="auto">
            <a:xfrm>
              <a:off x="53736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Rectangle 544">
              <a:extLst>
                <a:ext uri="{FF2B5EF4-FFF2-40B4-BE49-F238E27FC236}">
                  <a16:creationId xmlns:a16="http://schemas.microsoft.com/office/drawing/2014/main" id="{C40EC77C-C408-4AA3-AB15-13C3887FB363}"/>
                </a:ext>
              </a:extLst>
            </p:cNvPr>
            <p:cNvSpPr>
              <a:spLocks noChangeArrowheads="1"/>
            </p:cNvSpPr>
            <p:nvPr/>
          </p:nvSpPr>
          <p:spPr bwMode="auto">
            <a:xfrm>
              <a:off x="5422901"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545">
              <a:extLst>
                <a:ext uri="{FF2B5EF4-FFF2-40B4-BE49-F238E27FC236}">
                  <a16:creationId xmlns:a16="http://schemas.microsoft.com/office/drawing/2014/main" id="{2EF83645-84BE-4900-94A5-4518CC025507}"/>
                </a:ext>
              </a:extLst>
            </p:cNvPr>
            <p:cNvSpPr>
              <a:spLocks noChangeArrowheads="1"/>
            </p:cNvSpPr>
            <p:nvPr/>
          </p:nvSpPr>
          <p:spPr bwMode="auto">
            <a:xfrm>
              <a:off x="53990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546">
              <a:extLst>
                <a:ext uri="{FF2B5EF4-FFF2-40B4-BE49-F238E27FC236}">
                  <a16:creationId xmlns:a16="http://schemas.microsoft.com/office/drawing/2014/main" id="{FF8762BE-A355-4728-9E9B-60574A9140A5}"/>
                </a:ext>
              </a:extLst>
            </p:cNvPr>
            <p:cNvSpPr>
              <a:spLocks noChangeArrowheads="1"/>
            </p:cNvSpPr>
            <p:nvPr/>
          </p:nvSpPr>
          <p:spPr bwMode="auto">
            <a:xfrm>
              <a:off x="53736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TextBox 260">
            <a:extLst>
              <a:ext uri="{FF2B5EF4-FFF2-40B4-BE49-F238E27FC236}">
                <a16:creationId xmlns:a16="http://schemas.microsoft.com/office/drawing/2014/main" id="{FF2E0ECB-F256-B13E-AB3B-F5F1AE27B2B2}"/>
              </a:ext>
            </a:extLst>
          </p:cNvPr>
          <p:cNvSpPr txBox="1"/>
          <p:nvPr/>
        </p:nvSpPr>
        <p:spPr>
          <a:xfrm>
            <a:off x="838200" y="1602754"/>
            <a:ext cx="3049201" cy="1111211"/>
          </a:xfrm>
          <a:prstGeom prst="rect">
            <a:avLst/>
          </a:prstGeom>
          <a:noFill/>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2" name="TextBox 261">
            <a:extLst>
              <a:ext uri="{FF2B5EF4-FFF2-40B4-BE49-F238E27FC236}">
                <a16:creationId xmlns:a16="http://schemas.microsoft.com/office/drawing/2014/main" id="{2A54A98C-4351-0103-3874-B2AFA03B50EB}"/>
              </a:ext>
            </a:extLst>
          </p:cNvPr>
          <p:cNvSpPr txBox="1"/>
          <p:nvPr/>
        </p:nvSpPr>
        <p:spPr>
          <a:xfrm>
            <a:off x="838200" y="4969651"/>
            <a:ext cx="3049201"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3" name="TextBox 262">
            <a:extLst>
              <a:ext uri="{FF2B5EF4-FFF2-40B4-BE49-F238E27FC236}">
                <a16:creationId xmlns:a16="http://schemas.microsoft.com/office/drawing/2014/main" id="{B3D0F12F-BF35-CCA2-2855-0D22209F35CA}"/>
              </a:ext>
            </a:extLst>
          </p:cNvPr>
          <p:cNvSpPr txBox="1"/>
          <p:nvPr/>
        </p:nvSpPr>
        <p:spPr>
          <a:xfrm>
            <a:off x="8304599" y="1496640"/>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solidFill>
                  <a:sysClr val="windowText" lastClr="000000"/>
                </a:solidFill>
              </a:rPr>
              <a:t>.</a:t>
            </a:r>
          </a:p>
        </p:txBody>
      </p:sp>
      <p:sp>
        <p:nvSpPr>
          <p:cNvPr id="264" name="TextBox 263">
            <a:extLst>
              <a:ext uri="{FF2B5EF4-FFF2-40B4-BE49-F238E27FC236}">
                <a16:creationId xmlns:a16="http://schemas.microsoft.com/office/drawing/2014/main" id="{CE47D7EB-C080-4ADB-24ED-245DC43CD90D}"/>
              </a:ext>
            </a:extLst>
          </p:cNvPr>
          <p:cNvSpPr txBox="1"/>
          <p:nvPr/>
        </p:nvSpPr>
        <p:spPr>
          <a:xfrm>
            <a:off x="8304599" y="3233145"/>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5" name="TextBox 264">
            <a:extLst>
              <a:ext uri="{FF2B5EF4-FFF2-40B4-BE49-F238E27FC236}">
                <a16:creationId xmlns:a16="http://schemas.microsoft.com/office/drawing/2014/main" id="{841BF8E3-B448-429B-B0F9-691D6D0FE461}"/>
              </a:ext>
            </a:extLst>
          </p:cNvPr>
          <p:cNvSpPr txBox="1"/>
          <p:nvPr/>
        </p:nvSpPr>
        <p:spPr>
          <a:xfrm>
            <a:off x="8304599"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6" name="TextBox 265">
            <a:extLst>
              <a:ext uri="{FF2B5EF4-FFF2-40B4-BE49-F238E27FC236}">
                <a16:creationId xmlns:a16="http://schemas.microsoft.com/office/drawing/2014/main" id="{B9E4457A-FD76-5031-8698-48DFD0D09F5F}"/>
              </a:ext>
            </a:extLst>
          </p:cNvPr>
          <p:cNvSpPr txBox="1"/>
          <p:nvPr/>
        </p:nvSpPr>
        <p:spPr>
          <a:xfrm>
            <a:off x="838200" y="3233145"/>
            <a:ext cx="3049201"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custDataLst>
      <p:tags r:id="rId1"/>
    </p:custDataLst>
    <p:extLst>
      <p:ext uri="{BB962C8B-B14F-4D97-AF65-F5344CB8AC3E}">
        <p14:creationId xmlns:p14="http://schemas.microsoft.com/office/powerpoint/2010/main" val="343371403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0A95A7-3A44-87F7-B3FF-0F22DE63F68F}"/>
              </a:ext>
            </a:extLst>
          </p:cNvPr>
          <p:cNvSpPr>
            <a:spLocks noGrp="1"/>
          </p:cNvSpPr>
          <p:nvPr>
            <p:ph type="title"/>
          </p:nvPr>
        </p:nvSpPr>
        <p:spPr>
          <a:xfrm>
            <a:off x="214184" y="13663"/>
            <a:ext cx="9728886" cy="678316"/>
          </a:xfrm>
        </p:spPr>
        <p:txBody>
          <a:bodyPr>
            <a:normAutofit/>
          </a:bodyPr>
          <a:lstStyle/>
          <a:p>
            <a:r>
              <a:rPr lang="en-US" dirty="0"/>
              <a:t>Puzzle pieces 11</a:t>
            </a:r>
          </a:p>
        </p:txBody>
      </p:sp>
      <p:cxnSp>
        <p:nvCxnSpPr>
          <p:cNvPr id="4" name="Straight Connector 43">
            <a:extLst>
              <a:ext uri="{FF2B5EF4-FFF2-40B4-BE49-F238E27FC236}">
                <a16:creationId xmlns:a16="http://schemas.microsoft.com/office/drawing/2014/main" id="{5523A267-7DBB-B627-5CA5-E36D1808F934}"/>
              </a:ext>
            </a:extLst>
          </p:cNvPr>
          <p:cNvCxnSpPr>
            <a:cxnSpLocks/>
          </p:cNvCxnSpPr>
          <p:nvPr/>
        </p:nvCxnSpPr>
        <p:spPr>
          <a:xfrm flipH="1">
            <a:off x="3919043"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5" name="Straight Connector 43">
            <a:extLst>
              <a:ext uri="{FF2B5EF4-FFF2-40B4-BE49-F238E27FC236}">
                <a16:creationId xmlns:a16="http://schemas.microsoft.com/office/drawing/2014/main" id="{2AB88B26-3214-9F1D-2758-064D14354507}"/>
              </a:ext>
            </a:extLst>
          </p:cNvPr>
          <p:cNvCxnSpPr>
            <a:cxnSpLocks/>
          </p:cNvCxnSpPr>
          <p:nvPr/>
        </p:nvCxnSpPr>
        <p:spPr>
          <a:xfrm flipH="1">
            <a:off x="3603613"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6" name="Straight Connector 43">
            <a:extLst>
              <a:ext uri="{FF2B5EF4-FFF2-40B4-BE49-F238E27FC236}">
                <a16:creationId xmlns:a16="http://schemas.microsoft.com/office/drawing/2014/main" id="{32D5D87F-39C8-E554-1786-C91BEB5F93B2}"/>
              </a:ext>
            </a:extLst>
          </p:cNvPr>
          <p:cNvCxnSpPr>
            <a:cxnSpLocks/>
          </p:cNvCxnSpPr>
          <p:nvPr/>
        </p:nvCxnSpPr>
        <p:spPr>
          <a:xfrm flipH="1">
            <a:off x="3603613"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 name="Straight Connector 43">
            <a:extLst>
              <a:ext uri="{FF2B5EF4-FFF2-40B4-BE49-F238E27FC236}">
                <a16:creationId xmlns:a16="http://schemas.microsoft.com/office/drawing/2014/main" id="{715406B2-5222-3DF1-7AFE-367392EECB05}"/>
              </a:ext>
            </a:extLst>
          </p:cNvPr>
          <p:cNvCxnSpPr>
            <a:cxnSpLocks/>
          </p:cNvCxnSpPr>
          <p:nvPr/>
        </p:nvCxnSpPr>
        <p:spPr>
          <a:xfrm>
            <a:off x="7520437"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 name="Straight Connector 43">
            <a:extLst>
              <a:ext uri="{FF2B5EF4-FFF2-40B4-BE49-F238E27FC236}">
                <a16:creationId xmlns:a16="http://schemas.microsoft.com/office/drawing/2014/main" id="{29F6F002-082E-AD81-2ECA-BED71A16DF26}"/>
              </a:ext>
            </a:extLst>
          </p:cNvPr>
          <p:cNvCxnSpPr>
            <a:cxnSpLocks/>
          </p:cNvCxnSpPr>
          <p:nvPr/>
        </p:nvCxnSpPr>
        <p:spPr>
          <a:xfrm>
            <a:off x="7231144"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9" name="Straight Connector 43">
            <a:extLst>
              <a:ext uri="{FF2B5EF4-FFF2-40B4-BE49-F238E27FC236}">
                <a16:creationId xmlns:a16="http://schemas.microsoft.com/office/drawing/2014/main" id="{1E6A63CB-E041-141F-CB7E-E1C507589553}"/>
              </a:ext>
            </a:extLst>
          </p:cNvPr>
          <p:cNvCxnSpPr>
            <a:cxnSpLocks/>
          </p:cNvCxnSpPr>
          <p:nvPr/>
        </p:nvCxnSpPr>
        <p:spPr>
          <a:xfrm>
            <a:off x="7520437"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10" name="Groupe 28">
            <a:extLst>
              <a:ext uri="{FF2B5EF4-FFF2-40B4-BE49-F238E27FC236}">
                <a16:creationId xmlns:a16="http://schemas.microsoft.com/office/drawing/2014/main" id="{054C467F-6EAD-387E-81C2-B038CEB6876A}"/>
              </a:ext>
            </a:extLst>
          </p:cNvPr>
          <p:cNvGrpSpPr/>
          <p:nvPr/>
        </p:nvGrpSpPr>
        <p:grpSpPr>
          <a:xfrm>
            <a:off x="4153729" y="1439695"/>
            <a:ext cx="3994222" cy="3978612"/>
            <a:chOff x="5829300" y="1194288"/>
            <a:chExt cx="4705060" cy="4686673"/>
          </a:xfrm>
          <a:effectLst/>
        </p:grpSpPr>
        <p:sp>
          <p:nvSpPr>
            <p:cNvPr id="17" name="Freeform: Shape 16">
              <a:extLst>
                <a:ext uri="{FF2B5EF4-FFF2-40B4-BE49-F238E27FC236}">
                  <a16:creationId xmlns:a16="http://schemas.microsoft.com/office/drawing/2014/main" id="{ACB4D538-1278-41E6-0B42-9ACC126FC7B0}"/>
                </a:ext>
              </a:extLst>
            </p:cNvPr>
            <p:cNvSpPr/>
            <p:nvPr/>
          </p:nvSpPr>
          <p:spPr>
            <a:xfrm>
              <a:off x="7118544" y="2309892"/>
              <a:ext cx="1063279" cy="985220"/>
            </a:xfrm>
            <a:custGeom>
              <a:avLst/>
              <a:gdLst>
                <a:gd name="connsiteX0" fmla="*/ 880967 w 880967"/>
                <a:gd name="connsiteY0" fmla="*/ 615315 h 816292"/>
                <a:gd name="connsiteX1" fmla="*/ 880967 w 880967"/>
                <a:gd name="connsiteY1" fmla="*/ 0 h 816292"/>
                <a:gd name="connsiteX2" fmla="*/ 0 w 880967"/>
                <a:gd name="connsiteY2" fmla="*/ 508635 h 816292"/>
                <a:gd name="connsiteX3" fmla="*/ 532924 w 880967"/>
                <a:gd name="connsiteY3" fmla="*/ 816293 h 816292"/>
                <a:gd name="connsiteX4" fmla="*/ 880967 w 880967"/>
                <a:gd name="connsiteY4" fmla="*/ 615315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880967" y="615315"/>
                  </a:moveTo>
                  <a:lnTo>
                    <a:pt x="880967" y="0"/>
                  </a:lnTo>
                  <a:cubicBezTo>
                    <a:pt x="506825" y="0"/>
                    <a:pt x="187071" y="184595"/>
                    <a:pt x="0" y="508635"/>
                  </a:cubicBezTo>
                  <a:lnTo>
                    <a:pt x="532924" y="816293"/>
                  </a:lnTo>
                  <a:cubicBezTo>
                    <a:pt x="602456" y="696182"/>
                    <a:pt x="732187" y="615315"/>
                    <a:pt x="880967" y="615315"/>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8" name="Freeform: Shape 17">
              <a:extLst>
                <a:ext uri="{FF2B5EF4-FFF2-40B4-BE49-F238E27FC236}">
                  <a16:creationId xmlns:a16="http://schemas.microsoft.com/office/drawing/2014/main" id="{28EE8ED5-3EAA-26C1-5876-ED81BD8EFEE0}"/>
                </a:ext>
              </a:extLst>
            </p:cNvPr>
            <p:cNvSpPr/>
            <p:nvPr/>
          </p:nvSpPr>
          <p:spPr>
            <a:xfrm>
              <a:off x="6949205" y="2923787"/>
              <a:ext cx="812548" cy="1227789"/>
            </a:xfrm>
            <a:custGeom>
              <a:avLst/>
              <a:gdLst>
                <a:gd name="connsiteX0" fmla="*/ 619316 w 673227"/>
                <a:gd name="connsiteY0" fmla="*/ 508635 h 1017270"/>
                <a:gd name="connsiteX1" fmla="*/ 673227 w 673227"/>
                <a:gd name="connsiteY1" fmla="*/ 307658 h 1017270"/>
                <a:gd name="connsiteX2" fmla="*/ 140303 w 673227"/>
                <a:gd name="connsiteY2" fmla="*/ 0 h 1017270"/>
                <a:gd name="connsiteX3" fmla="*/ 140303 w 673227"/>
                <a:gd name="connsiteY3" fmla="*/ 1017270 h 1017270"/>
                <a:gd name="connsiteX4" fmla="*/ 673227 w 673227"/>
                <a:gd name="connsiteY4" fmla="*/ 709613 h 1017270"/>
                <a:gd name="connsiteX5" fmla="*/ 619316 w 673227"/>
                <a:gd name="connsiteY5" fmla="*/ 508635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619316" y="508635"/>
                  </a:moveTo>
                  <a:cubicBezTo>
                    <a:pt x="619316" y="435388"/>
                    <a:pt x="639032" y="366808"/>
                    <a:pt x="673227" y="307658"/>
                  </a:cubicBezTo>
                  <a:lnTo>
                    <a:pt x="140303" y="0"/>
                  </a:lnTo>
                  <a:cubicBezTo>
                    <a:pt x="-46768" y="324041"/>
                    <a:pt x="-46768" y="693230"/>
                    <a:pt x="140303" y="1017270"/>
                  </a:cubicBezTo>
                  <a:lnTo>
                    <a:pt x="673227" y="709613"/>
                  </a:lnTo>
                  <a:cubicBezTo>
                    <a:pt x="639032" y="650462"/>
                    <a:pt x="619316" y="581882"/>
                    <a:pt x="619316" y="508635"/>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9" name="Freeform: Shape 18">
              <a:extLst>
                <a:ext uri="{FF2B5EF4-FFF2-40B4-BE49-F238E27FC236}">
                  <a16:creationId xmlns:a16="http://schemas.microsoft.com/office/drawing/2014/main" id="{DA4F7F40-7708-E0BE-2CB6-170F71B77B82}"/>
                </a:ext>
              </a:extLst>
            </p:cNvPr>
            <p:cNvSpPr/>
            <p:nvPr/>
          </p:nvSpPr>
          <p:spPr>
            <a:xfrm>
              <a:off x="7118544" y="3780251"/>
              <a:ext cx="1063279" cy="985220"/>
            </a:xfrm>
            <a:custGeom>
              <a:avLst/>
              <a:gdLst>
                <a:gd name="connsiteX0" fmla="*/ 532924 w 880967"/>
                <a:gd name="connsiteY0" fmla="*/ 0 h 816292"/>
                <a:gd name="connsiteX1" fmla="*/ 0 w 880967"/>
                <a:gd name="connsiteY1" fmla="*/ 307658 h 816292"/>
                <a:gd name="connsiteX2" fmla="*/ 880967 w 880967"/>
                <a:gd name="connsiteY2" fmla="*/ 816293 h 816292"/>
                <a:gd name="connsiteX3" fmla="*/ 880967 w 880967"/>
                <a:gd name="connsiteY3" fmla="*/ 200978 h 816292"/>
                <a:gd name="connsiteX4" fmla="*/ 53292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532924" y="0"/>
                  </a:moveTo>
                  <a:lnTo>
                    <a:pt x="0" y="307658"/>
                  </a:lnTo>
                  <a:cubicBezTo>
                    <a:pt x="187071" y="631698"/>
                    <a:pt x="506825" y="816293"/>
                    <a:pt x="880967" y="816293"/>
                  </a:cubicBezTo>
                  <a:lnTo>
                    <a:pt x="880967" y="200978"/>
                  </a:lnTo>
                  <a:cubicBezTo>
                    <a:pt x="732187" y="200978"/>
                    <a:pt x="602456" y="120110"/>
                    <a:pt x="532924" y="0"/>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0" name="Freeform: Shape 19">
              <a:extLst>
                <a:ext uri="{FF2B5EF4-FFF2-40B4-BE49-F238E27FC236}">
                  <a16:creationId xmlns:a16="http://schemas.microsoft.com/office/drawing/2014/main" id="{C013E884-25B3-EFFE-CE74-2679FA314E20}"/>
                </a:ext>
              </a:extLst>
            </p:cNvPr>
            <p:cNvSpPr/>
            <p:nvPr/>
          </p:nvSpPr>
          <p:spPr>
            <a:xfrm>
              <a:off x="8181937" y="3780251"/>
              <a:ext cx="1063279" cy="985220"/>
            </a:xfrm>
            <a:custGeom>
              <a:avLst/>
              <a:gdLst>
                <a:gd name="connsiteX0" fmla="*/ 348044 w 880967"/>
                <a:gd name="connsiteY0" fmla="*/ 0 h 816292"/>
                <a:gd name="connsiteX1" fmla="*/ 0 w 880967"/>
                <a:gd name="connsiteY1" fmla="*/ 200978 h 816292"/>
                <a:gd name="connsiteX2" fmla="*/ 0 w 880967"/>
                <a:gd name="connsiteY2" fmla="*/ 816293 h 816292"/>
                <a:gd name="connsiteX3" fmla="*/ 880967 w 880967"/>
                <a:gd name="connsiteY3" fmla="*/ 307658 h 816292"/>
                <a:gd name="connsiteX4" fmla="*/ 34804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0"/>
                  </a:moveTo>
                  <a:cubicBezTo>
                    <a:pt x="278511" y="120110"/>
                    <a:pt x="148781" y="200978"/>
                    <a:pt x="0" y="200978"/>
                  </a:cubicBezTo>
                  <a:lnTo>
                    <a:pt x="0" y="816293"/>
                  </a:lnTo>
                  <a:cubicBezTo>
                    <a:pt x="374142" y="816293"/>
                    <a:pt x="693896" y="631698"/>
                    <a:pt x="880967" y="307658"/>
                  </a:cubicBezTo>
                  <a:lnTo>
                    <a:pt x="348044" y="0"/>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1" name="Freeform: Shape 20">
              <a:extLst>
                <a:ext uri="{FF2B5EF4-FFF2-40B4-BE49-F238E27FC236}">
                  <a16:creationId xmlns:a16="http://schemas.microsoft.com/office/drawing/2014/main" id="{8D37EF55-FBFF-7953-FED6-44038A2ABBB3}"/>
                </a:ext>
              </a:extLst>
            </p:cNvPr>
            <p:cNvSpPr/>
            <p:nvPr/>
          </p:nvSpPr>
          <p:spPr>
            <a:xfrm>
              <a:off x="8602008" y="2923787"/>
              <a:ext cx="812548" cy="1227789"/>
            </a:xfrm>
            <a:custGeom>
              <a:avLst/>
              <a:gdLst>
                <a:gd name="connsiteX0" fmla="*/ 532924 w 673227"/>
                <a:gd name="connsiteY0" fmla="*/ 0 h 1017270"/>
                <a:gd name="connsiteX1" fmla="*/ 0 w 673227"/>
                <a:gd name="connsiteY1" fmla="*/ 307658 h 1017270"/>
                <a:gd name="connsiteX2" fmla="*/ 53912 w 673227"/>
                <a:gd name="connsiteY2" fmla="*/ 508635 h 1017270"/>
                <a:gd name="connsiteX3" fmla="*/ 0 w 673227"/>
                <a:gd name="connsiteY3" fmla="*/ 709613 h 1017270"/>
                <a:gd name="connsiteX4" fmla="*/ 532924 w 673227"/>
                <a:gd name="connsiteY4" fmla="*/ 1017270 h 1017270"/>
                <a:gd name="connsiteX5" fmla="*/ 532924 w 673227"/>
                <a:gd name="connsiteY5" fmla="*/ 0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532924" y="0"/>
                  </a:moveTo>
                  <a:lnTo>
                    <a:pt x="0" y="307658"/>
                  </a:lnTo>
                  <a:cubicBezTo>
                    <a:pt x="34195" y="366808"/>
                    <a:pt x="53912" y="435388"/>
                    <a:pt x="53912" y="508635"/>
                  </a:cubicBezTo>
                  <a:cubicBezTo>
                    <a:pt x="53912" y="581882"/>
                    <a:pt x="34195" y="650462"/>
                    <a:pt x="0" y="709613"/>
                  </a:cubicBezTo>
                  <a:lnTo>
                    <a:pt x="532924" y="1017270"/>
                  </a:lnTo>
                  <a:cubicBezTo>
                    <a:pt x="719995" y="693230"/>
                    <a:pt x="719995" y="324041"/>
                    <a:pt x="53292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2" name="Freeform: Shape 21">
              <a:extLst>
                <a:ext uri="{FF2B5EF4-FFF2-40B4-BE49-F238E27FC236}">
                  <a16:creationId xmlns:a16="http://schemas.microsoft.com/office/drawing/2014/main" id="{8E9CD914-0CC0-E4E6-94EE-EA86CAD5D5CE}"/>
                </a:ext>
              </a:extLst>
            </p:cNvPr>
            <p:cNvSpPr/>
            <p:nvPr/>
          </p:nvSpPr>
          <p:spPr>
            <a:xfrm>
              <a:off x="8181937" y="2309892"/>
              <a:ext cx="1063279" cy="985220"/>
            </a:xfrm>
            <a:custGeom>
              <a:avLst/>
              <a:gdLst>
                <a:gd name="connsiteX0" fmla="*/ 348044 w 880967"/>
                <a:gd name="connsiteY0" fmla="*/ 816293 h 816292"/>
                <a:gd name="connsiteX1" fmla="*/ 880967 w 880967"/>
                <a:gd name="connsiteY1" fmla="*/ 508635 h 816292"/>
                <a:gd name="connsiteX2" fmla="*/ 0 w 880967"/>
                <a:gd name="connsiteY2" fmla="*/ 0 h 816292"/>
                <a:gd name="connsiteX3" fmla="*/ 0 w 880967"/>
                <a:gd name="connsiteY3" fmla="*/ 615315 h 816292"/>
                <a:gd name="connsiteX4" fmla="*/ 348044 w 880967"/>
                <a:gd name="connsiteY4" fmla="*/ 816293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816293"/>
                  </a:moveTo>
                  <a:lnTo>
                    <a:pt x="880967" y="508635"/>
                  </a:lnTo>
                  <a:cubicBezTo>
                    <a:pt x="693896" y="184595"/>
                    <a:pt x="374142" y="0"/>
                    <a:pt x="0" y="0"/>
                  </a:cubicBezTo>
                  <a:lnTo>
                    <a:pt x="0" y="615315"/>
                  </a:lnTo>
                  <a:cubicBezTo>
                    <a:pt x="148685" y="615315"/>
                    <a:pt x="278511" y="696182"/>
                    <a:pt x="348044" y="816293"/>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3" name="Freeform: Shape 22">
              <a:extLst>
                <a:ext uri="{FF2B5EF4-FFF2-40B4-BE49-F238E27FC236}">
                  <a16:creationId xmlns:a16="http://schemas.microsoft.com/office/drawing/2014/main" id="{7EC14FDC-9D39-B693-5307-E79E1229460A}"/>
                </a:ext>
              </a:extLst>
            </p:cNvPr>
            <p:cNvSpPr/>
            <p:nvPr/>
          </p:nvSpPr>
          <p:spPr>
            <a:xfrm>
              <a:off x="6175383" y="1194288"/>
              <a:ext cx="2218126" cy="1600190"/>
            </a:xfrm>
            <a:custGeom>
              <a:avLst/>
              <a:gdLst>
                <a:gd name="connsiteX0" fmla="*/ 1495044 w 1652777"/>
                <a:gd name="connsiteY0" fmla="*/ 199168 h 1192339"/>
                <a:gd name="connsiteX1" fmla="*/ 1495044 w 1652777"/>
                <a:gd name="connsiteY1" fmla="*/ 0 h 1192339"/>
                <a:gd name="connsiteX2" fmla="*/ 0 w 1652777"/>
                <a:gd name="connsiteY2" fmla="*/ 844487 h 1192339"/>
                <a:gd name="connsiteX3" fmla="*/ 143256 w 1652777"/>
                <a:gd name="connsiteY3" fmla="*/ 927259 h 1192339"/>
                <a:gd name="connsiteX4" fmla="*/ 290703 w 1652777"/>
                <a:gd name="connsiteY4" fmla="*/ 861917 h 1192339"/>
                <a:gd name="connsiteX5" fmla="*/ 389668 w 1652777"/>
                <a:gd name="connsiteY5" fmla="*/ 888492 h 1192339"/>
                <a:gd name="connsiteX6" fmla="*/ 479298 w 1652777"/>
                <a:gd name="connsiteY6" fmla="*/ 1121283 h 1192339"/>
                <a:gd name="connsiteX7" fmla="*/ 602361 w 1652777"/>
                <a:gd name="connsiteY7" fmla="*/ 1192340 h 1192339"/>
                <a:gd name="connsiteX8" fmla="*/ 1495139 w 1652777"/>
                <a:gd name="connsiteY8" fmla="*/ 695611 h 1192339"/>
                <a:gd name="connsiteX9" fmla="*/ 1495139 w 1652777"/>
                <a:gd name="connsiteY9" fmla="*/ 529114 h 1192339"/>
                <a:gd name="connsiteX10" fmla="*/ 1652778 w 1652777"/>
                <a:gd name="connsiteY10" fmla="*/ 364141 h 1192339"/>
                <a:gd name="connsiteX11" fmla="*/ 1495044 w 1652777"/>
                <a:gd name="connsiteY11" fmla="*/ 199168 h 1192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777" h="1192339">
                  <a:moveTo>
                    <a:pt x="1495044" y="199168"/>
                  </a:moveTo>
                  <a:lnTo>
                    <a:pt x="1495044" y="0"/>
                  </a:lnTo>
                  <a:cubicBezTo>
                    <a:pt x="863918" y="0"/>
                    <a:pt x="323279" y="306134"/>
                    <a:pt x="0" y="844487"/>
                  </a:cubicBezTo>
                  <a:lnTo>
                    <a:pt x="143256" y="927259"/>
                  </a:lnTo>
                  <a:cubicBezTo>
                    <a:pt x="180594" y="885825"/>
                    <a:pt x="233744" y="861917"/>
                    <a:pt x="290703" y="861917"/>
                  </a:cubicBezTo>
                  <a:cubicBezTo>
                    <a:pt x="325279" y="861917"/>
                    <a:pt x="359569" y="871061"/>
                    <a:pt x="389668" y="888492"/>
                  </a:cubicBezTo>
                  <a:cubicBezTo>
                    <a:pt x="471869" y="935927"/>
                    <a:pt x="507683" y="1033653"/>
                    <a:pt x="479298" y="1121283"/>
                  </a:cubicBezTo>
                  <a:lnTo>
                    <a:pt x="602361" y="1192340"/>
                  </a:lnTo>
                  <a:cubicBezTo>
                    <a:pt x="797243" y="876205"/>
                    <a:pt x="1120807" y="695611"/>
                    <a:pt x="1495139" y="695611"/>
                  </a:cubicBezTo>
                  <a:lnTo>
                    <a:pt x="1495139" y="529114"/>
                  </a:lnTo>
                  <a:cubicBezTo>
                    <a:pt x="1582865" y="525113"/>
                    <a:pt x="1652778" y="452914"/>
                    <a:pt x="1652778" y="364141"/>
                  </a:cubicBezTo>
                  <a:cubicBezTo>
                    <a:pt x="1652778" y="275463"/>
                    <a:pt x="1582769" y="203168"/>
                    <a:pt x="1495044" y="199168"/>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4" name="Freeform: Shape 23">
              <a:extLst>
                <a:ext uri="{FF2B5EF4-FFF2-40B4-BE49-F238E27FC236}">
                  <a16:creationId xmlns:a16="http://schemas.microsoft.com/office/drawing/2014/main" id="{570966AA-5174-053C-2091-6A0D628EB78C}"/>
                </a:ext>
              </a:extLst>
            </p:cNvPr>
            <p:cNvSpPr/>
            <p:nvPr/>
          </p:nvSpPr>
          <p:spPr>
            <a:xfrm>
              <a:off x="5829300" y="2365988"/>
              <a:ext cx="1131479" cy="2304411"/>
            </a:xfrm>
            <a:custGeom>
              <a:avLst/>
              <a:gdLst>
                <a:gd name="connsiteX0" fmla="*/ 843092 w 843091"/>
                <a:gd name="connsiteY0" fmla="*/ 347758 h 1717071"/>
                <a:gd name="connsiteX1" fmla="*/ 695263 w 843091"/>
                <a:gd name="connsiteY1" fmla="*/ 262414 h 1717071"/>
                <a:gd name="connsiteX2" fmla="*/ 630875 w 843091"/>
                <a:gd name="connsiteY2" fmla="*/ 44196 h 1717071"/>
                <a:gd name="connsiteX3" fmla="*/ 409704 w 843091"/>
                <a:gd name="connsiteY3" fmla="*/ 97536 h 1717071"/>
                <a:gd name="connsiteX4" fmla="*/ 240730 w 843091"/>
                <a:gd name="connsiteY4" fmla="*/ 0 h 1717071"/>
                <a:gd name="connsiteX5" fmla="*/ 224538 w 843091"/>
                <a:gd name="connsiteY5" fmla="*/ 1717072 h 1717071"/>
                <a:gd name="connsiteX6" fmla="*/ 366937 w 843091"/>
                <a:gd name="connsiteY6" fmla="*/ 1634871 h 1717071"/>
                <a:gd name="connsiteX7" fmla="*/ 456662 w 843091"/>
                <a:gd name="connsiteY7" fmla="*/ 1402461 h 1717071"/>
                <a:gd name="connsiteX8" fmla="*/ 555627 w 843091"/>
                <a:gd name="connsiteY8" fmla="*/ 1375886 h 1717071"/>
                <a:gd name="connsiteX9" fmla="*/ 702788 w 843091"/>
                <a:gd name="connsiteY9" fmla="*/ 1440942 h 1717071"/>
                <a:gd name="connsiteX10" fmla="*/ 826994 w 843091"/>
                <a:gd name="connsiteY10" fmla="*/ 1369219 h 1717071"/>
                <a:gd name="connsiteX11" fmla="*/ 843092 w 843091"/>
                <a:gd name="connsiteY11" fmla="*/ 347758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3091" h="1717071">
                  <a:moveTo>
                    <a:pt x="843092" y="347758"/>
                  </a:moveTo>
                  <a:lnTo>
                    <a:pt x="695263" y="262414"/>
                  </a:lnTo>
                  <a:cubicBezTo>
                    <a:pt x="735078" y="184594"/>
                    <a:pt x="707455" y="88392"/>
                    <a:pt x="630875" y="44196"/>
                  </a:cubicBezTo>
                  <a:cubicBezTo>
                    <a:pt x="554293" y="0"/>
                    <a:pt x="457138" y="24098"/>
                    <a:pt x="409704" y="97536"/>
                  </a:cubicBezTo>
                  <a:lnTo>
                    <a:pt x="240730" y="0"/>
                  </a:lnTo>
                  <a:cubicBezTo>
                    <a:pt x="-74833" y="546544"/>
                    <a:pt x="-80072" y="1167860"/>
                    <a:pt x="224538" y="1717072"/>
                  </a:cubicBezTo>
                  <a:lnTo>
                    <a:pt x="366937" y="1634871"/>
                  </a:lnTo>
                  <a:cubicBezTo>
                    <a:pt x="338743" y="1547336"/>
                    <a:pt x="374652" y="1449800"/>
                    <a:pt x="456662" y="1402461"/>
                  </a:cubicBezTo>
                  <a:cubicBezTo>
                    <a:pt x="486761" y="1385030"/>
                    <a:pt x="521051" y="1375886"/>
                    <a:pt x="555627" y="1375886"/>
                  </a:cubicBezTo>
                  <a:cubicBezTo>
                    <a:pt x="612396" y="1375886"/>
                    <a:pt x="665450" y="1399794"/>
                    <a:pt x="702788" y="1440942"/>
                  </a:cubicBezTo>
                  <a:lnTo>
                    <a:pt x="826994" y="1369219"/>
                  </a:lnTo>
                  <a:cubicBezTo>
                    <a:pt x="650591" y="1042416"/>
                    <a:pt x="656021" y="671989"/>
                    <a:pt x="843092" y="347758"/>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5" name="Freeform: Shape 24">
              <a:extLst>
                <a:ext uri="{FF2B5EF4-FFF2-40B4-BE49-F238E27FC236}">
                  <a16:creationId xmlns:a16="http://schemas.microsoft.com/office/drawing/2014/main" id="{C42EF3B0-73DE-E65A-772E-700EB939966C}"/>
                </a:ext>
              </a:extLst>
            </p:cNvPr>
            <p:cNvSpPr/>
            <p:nvPr/>
          </p:nvSpPr>
          <p:spPr>
            <a:xfrm>
              <a:off x="6152374" y="4242677"/>
              <a:ext cx="1984834" cy="1637772"/>
            </a:xfrm>
            <a:custGeom>
              <a:avLst/>
              <a:gdLst>
                <a:gd name="connsiteX0" fmla="*/ 1478947 w 1478946"/>
                <a:gd name="connsiteY0" fmla="*/ 662369 h 1220342"/>
                <a:gd name="connsiteX1" fmla="*/ 1478947 w 1478946"/>
                <a:gd name="connsiteY1" fmla="*/ 524732 h 1220342"/>
                <a:gd name="connsiteX2" fmla="*/ 602361 w 1478946"/>
                <a:gd name="connsiteY2" fmla="*/ 0 h 1220342"/>
                <a:gd name="connsiteX3" fmla="*/ 453485 w 1478946"/>
                <a:gd name="connsiteY3" fmla="*/ 86011 h 1220342"/>
                <a:gd name="connsiteX4" fmla="*/ 232505 w 1478946"/>
                <a:gd name="connsiteY4" fmla="*/ 32956 h 1220342"/>
                <a:gd name="connsiteX5" fmla="*/ 167926 w 1478946"/>
                <a:gd name="connsiteY5" fmla="*/ 250793 h 1220342"/>
                <a:gd name="connsiteX6" fmla="*/ 0 w 1478946"/>
                <a:gd name="connsiteY6" fmla="*/ 347758 h 1220342"/>
                <a:gd name="connsiteX7" fmla="*/ 1478947 w 1478946"/>
                <a:gd name="connsiteY7" fmla="*/ 1220343 h 1220342"/>
                <a:gd name="connsiteX8" fmla="*/ 1478947 w 1478946"/>
                <a:gd name="connsiteY8" fmla="*/ 1051084 h 1220342"/>
                <a:gd name="connsiteX9" fmla="*/ 1320832 w 1478946"/>
                <a:gd name="connsiteY9" fmla="*/ 856774 h 1220342"/>
                <a:gd name="connsiteX10" fmla="*/ 1478947 w 1478946"/>
                <a:gd name="connsiteY10" fmla="*/ 662369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946" h="1220342">
                  <a:moveTo>
                    <a:pt x="1478947" y="662369"/>
                  </a:moveTo>
                  <a:lnTo>
                    <a:pt x="1478947" y="524732"/>
                  </a:lnTo>
                  <a:cubicBezTo>
                    <a:pt x="1107758" y="514064"/>
                    <a:pt x="789527" y="324136"/>
                    <a:pt x="602361" y="0"/>
                  </a:cubicBezTo>
                  <a:lnTo>
                    <a:pt x="453485" y="86011"/>
                  </a:lnTo>
                  <a:cubicBezTo>
                    <a:pt x="405956" y="12859"/>
                    <a:pt x="308991" y="-11144"/>
                    <a:pt x="232505" y="32956"/>
                  </a:cubicBezTo>
                  <a:cubicBezTo>
                    <a:pt x="156020" y="77057"/>
                    <a:pt x="128397" y="173069"/>
                    <a:pt x="167926" y="250793"/>
                  </a:cubicBezTo>
                  <a:lnTo>
                    <a:pt x="0" y="347758"/>
                  </a:lnTo>
                  <a:cubicBezTo>
                    <a:pt x="315563" y="894302"/>
                    <a:pt x="851059" y="1209485"/>
                    <a:pt x="1478947" y="1220343"/>
                  </a:cubicBezTo>
                  <a:lnTo>
                    <a:pt x="1478947" y="1051084"/>
                  </a:lnTo>
                  <a:cubicBezTo>
                    <a:pt x="1388078" y="1032510"/>
                    <a:pt x="1320832" y="952500"/>
                    <a:pt x="1320832" y="856774"/>
                  </a:cubicBezTo>
                  <a:cubicBezTo>
                    <a:pt x="1320832" y="760952"/>
                    <a:pt x="1388078" y="680942"/>
                    <a:pt x="1478947" y="662369"/>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reeform: Shape 25">
              <a:extLst>
                <a:ext uri="{FF2B5EF4-FFF2-40B4-BE49-F238E27FC236}">
                  <a16:creationId xmlns:a16="http://schemas.microsoft.com/office/drawing/2014/main" id="{80D4921A-D5CB-D185-F062-26227D536AFA}"/>
                </a:ext>
              </a:extLst>
            </p:cNvPr>
            <p:cNvSpPr/>
            <p:nvPr/>
          </p:nvSpPr>
          <p:spPr>
            <a:xfrm>
              <a:off x="7969752" y="4280899"/>
              <a:ext cx="2218767" cy="1600062"/>
            </a:xfrm>
            <a:custGeom>
              <a:avLst/>
              <a:gdLst>
                <a:gd name="connsiteX0" fmla="*/ 1502759 w 1653254"/>
                <a:gd name="connsiteY0" fmla="*/ 260985 h 1192244"/>
                <a:gd name="connsiteX1" fmla="*/ 1355122 w 1653254"/>
                <a:gd name="connsiteY1" fmla="*/ 326612 h 1192244"/>
                <a:gd name="connsiteX2" fmla="*/ 1256157 w 1653254"/>
                <a:gd name="connsiteY2" fmla="*/ 300037 h 1192244"/>
                <a:gd name="connsiteX3" fmla="*/ 1166622 w 1653254"/>
                <a:gd name="connsiteY3" fmla="*/ 66865 h 1192244"/>
                <a:gd name="connsiteX4" fmla="*/ 1050798 w 1653254"/>
                <a:gd name="connsiteY4" fmla="*/ 0 h 1192244"/>
                <a:gd name="connsiteX5" fmla="*/ 158115 w 1653254"/>
                <a:gd name="connsiteY5" fmla="*/ 496729 h 1192244"/>
                <a:gd name="connsiteX6" fmla="*/ 158115 w 1653254"/>
                <a:gd name="connsiteY6" fmla="*/ 663130 h 1192244"/>
                <a:gd name="connsiteX7" fmla="*/ 0 w 1653254"/>
                <a:gd name="connsiteY7" fmla="*/ 828103 h 1192244"/>
                <a:gd name="connsiteX8" fmla="*/ 158115 w 1653254"/>
                <a:gd name="connsiteY8" fmla="*/ 993076 h 1192244"/>
                <a:gd name="connsiteX9" fmla="*/ 158115 w 1653254"/>
                <a:gd name="connsiteY9" fmla="*/ 1192244 h 1192244"/>
                <a:gd name="connsiteX10" fmla="*/ 1653254 w 1653254"/>
                <a:gd name="connsiteY10" fmla="*/ 347758 h 1192244"/>
                <a:gd name="connsiteX11" fmla="*/ 1502759 w 1653254"/>
                <a:gd name="connsiteY11" fmla="*/ 260985 h 119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3254" h="1192244">
                  <a:moveTo>
                    <a:pt x="1502759" y="260985"/>
                  </a:moveTo>
                  <a:cubicBezTo>
                    <a:pt x="1465421" y="302609"/>
                    <a:pt x="1412272" y="326612"/>
                    <a:pt x="1355122" y="326612"/>
                  </a:cubicBezTo>
                  <a:cubicBezTo>
                    <a:pt x="1320546" y="326612"/>
                    <a:pt x="1286256" y="317468"/>
                    <a:pt x="1256157" y="300037"/>
                  </a:cubicBezTo>
                  <a:cubicBezTo>
                    <a:pt x="1173766" y="252412"/>
                    <a:pt x="1137952" y="154591"/>
                    <a:pt x="1166622" y="66865"/>
                  </a:cubicBezTo>
                  <a:lnTo>
                    <a:pt x="1050798" y="0"/>
                  </a:lnTo>
                  <a:cubicBezTo>
                    <a:pt x="855916" y="316135"/>
                    <a:pt x="532352" y="496729"/>
                    <a:pt x="158115" y="496729"/>
                  </a:cubicBezTo>
                  <a:lnTo>
                    <a:pt x="158115" y="663130"/>
                  </a:lnTo>
                  <a:cubicBezTo>
                    <a:pt x="70199" y="666845"/>
                    <a:pt x="0" y="739235"/>
                    <a:pt x="0" y="828103"/>
                  </a:cubicBezTo>
                  <a:cubicBezTo>
                    <a:pt x="0" y="916972"/>
                    <a:pt x="70199" y="989362"/>
                    <a:pt x="158115" y="993076"/>
                  </a:cubicBezTo>
                  <a:lnTo>
                    <a:pt x="158115" y="1192244"/>
                  </a:lnTo>
                  <a:cubicBezTo>
                    <a:pt x="789242" y="1192244"/>
                    <a:pt x="1329976" y="886111"/>
                    <a:pt x="1653254" y="347758"/>
                  </a:cubicBezTo>
                  <a:lnTo>
                    <a:pt x="1502759" y="260985"/>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7" name="Freeform: Shape 26">
              <a:extLst>
                <a:ext uri="{FF2B5EF4-FFF2-40B4-BE49-F238E27FC236}">
                  <a16:creationId xmlns:a16="http://schemas.microsoft.com/office/drawing/2014/main" id="{DDA347BF-077B-2955-8948-FA2DF552E05B}"/>
                </a:ext>
              </a:extLst>
            </p:cNvPr>
            <p:cNvSpPr/>
            <p:nvPr/>
          </p:nvSpPr>
          <p:spPr>
            <a:xfrm>
              <a:off x="9402867" y="2404976"/>
              <a:ext cx="1131493" cy="2304411"/>
            </a:xfrm>
            <a:custGeom>
              <a:avLst/>
              <a:gdLst>
                <a:gd name="connsiteX0" fmla="*/ 618554 w 843102"/>
                <a:gd name="connsiteY0" fmla="*/ 0 h 1717071"/>
                <a:gd name="connsiteX1" fmla="*/ 466725 w 843102"/>
                <a:gd name="connsiteY1" fmla="*/ 87630 h 1717071"/>
                <a:gd name="connsiteX2" fmla="*/ 377381 w 843102"/>
                <a:gd name="connsiteY2" fmla="*/ 321373 h 1717071"/>
                <a:gd name="connsiteX3" fmla="*/ 278416 w 843102"/>
                <a:gd name="connsiteY3" fmla="*/ 347948 h 1717071"/>
                <a:gd name="connsiteX4" fmla="*/ 278416 w 843102"/>
                <a:gd name="connsiteY4" fmla="*/ 347948 h 1717071"/>
                <a:gd name="connsiteX5" fmla="*/ 130302 w 843102"/>
                <a:gd name="connsiteY5" fmla="*/ 281845 h 1717071"/>
                <a:gd name="connsiteX6" fmla="*/ 16193 w 843102"/>
                <a:gd name="connsiteY6" fmla="*/ 347758 h 1717071"/>
                <a:gd name="connsiteX7" fmla="*/ 0 w 843102"/>
                <a:gd name="connsiteY7" fmla="*/ 1369219 h 1717071"/>
                <a:gd name="connsiteX8" fmla="*/ 140684 w 843102"/>
                <a:gd name="connsiteY8" fmla="*/ 1450467 h 1717071"/>
                <a:gd name="connsiteX9" fmla="*/ 204883 w 843102"/>
                <a:gd name="connsiteY9" fmla="*/ 1669066 h 1717071"/>
                <a:gd name="connsiteX10" fmla="*/ 426339 w 843102"/>
                <a:gd name="connsiteY10" fmla="*/ 1615440 h 1717071"/>
                <a:gd name="connsiteX11" fmla="*/ 602456 w 843102"/>
                <a:gd name="connsiteY11" fmla="*/ 1717072 h 1717071"/>
                <a:gd name="connsiteX12" fmla="*/ 618554 w 843102"/>
                <a:gd name="connsiteY12" fmla="*/ 0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3102" h="1717071">
                  <a:moveTo>
                    <a:pt x="618554" y="0"/>
                  </a:moveTo>
                  <a:lnTo>
                    <a:pt x="466725" y="87630"/>
                  </a:lnTo>
                  <a:cubicBezTo>
                    <a:pt x="495776" y="175546"/>
                    <a:pt x="460153" y="273653"/>
                    <a:pt x="377381" y="321373"/>
                  </a:cubicBezTo>
                  <a:cubicBezTo>
                    <a:pt x="347282" y="338804"/>
                    <a:pt x="312992" y="347948"/>
                    <a:pt x="278416" y="347948"/>
                  </a:cubicBezTo>
                  <a:lnTo>
                    <a:pt x="278416" y="347948"/>
                  </a:lnTo>
                  <a:cubicBezTo>
                    <a:pt x="221075" y="347948"/>
                    <a:pt x="167640" y="323660"/>
                    <a:pt x="130302" y="281845"/>
                  </a:cubicBezTo>
                  <a:lnTo>
                    <a:pt x="16193" y="347758"/>
                  </a:lnTo>
                  <a:cubicBezTo>
                    <a:pt x="192500" y="674561"/>
                    <a:pt x="187166" y="1045083"/>
                    <a:pt x="0" y="1369219"/>
                  </a:cubicBezTo>
                  <a:lnTo>
                    <a:pt x="140684" y="1450467"/>
                  </a:lnTo>
                  <a:cubicBezTo>
                    <a:pt x="100584" y="1528286"/>
                    <a:pt x="128207" y="1624775"/>
                    <a:pt x="204883" y="1669066"/>
                  </a:cubicBezTo>
                  <a:cubicBezTo>
                    <a:pt x="281559" y="1713357"/>
                    <a:pt x="378905" y="1689068"/>
                    <a:pt x="426339" y="1615440"/>
                  </a:cubicBezTo>
                  <a:lnTo>
                    <a:pt x="602456" y="1717072"/>
                  </a:lnTo>
                  <a:cubicBezTo>
                    <a:pt x="917925" y="1170527"/>
                    <a:pt x="923163" y="549211"/>
                    <a:pt x="61855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8" name="Freeform: Shape 27">
              <a:extLst>
                <a:ext uri="{FF2B5EF4-FFF2-40B4-BE49-F238E27FC236}">
                  <a16:creationId xmlns:a16="http://schemas.microsoft.com/office/drawing/2014/main" id="{B71AFA34-3903-9EFD-A5E2-FE1FB2EEDB42}"/>
                </a:ext>
              </a:extLst>
            </p:cNvPr>
            <p:cNvSpPr/>
            <p:nvPr/>
          </p:nvSpPr>
          <p:spPr>
            <a:xfrm>
              <a:off x="8226564" y="1194926"/>
              <a:ext cx="1984707" cy="1637772"/>
            </a:xfrm>
            <a:custGeom>
              <a:avLst/>
              <a:gdLst>
                <a:gd name="connsiteX0" fmla="*/ 1478852 w 1478851"/>
                <a:gd name="connsiteY0" fmla="*/ 872585 h 1220342"/>
                <a:gd name="connsiteX1" fmla="*/ 0 w 1478851"/>
                <a:gd name="connsiteY1" fmla="*/ 0 h 1220342"/>
                <a:gd name="connsiteX2" fmla="*/ 0 w 1478851"/>
                <a:gd name="connsiteY2" fmla="*/ 169450 h 1220342"/>
                <a:gd name="connsiteX3" fmla="*/ 157639 w 1478851"/>
                <a:gd name="connsiteY3" fmla="*/ 363665 h 1220342"/>
                <a:gd name="connsiteX4" fmla="*/ 0 w 1478851"/>
                <a:gd name="connsiteY4" fmla="*/ 557879 h 1220342"/>
                <a:gd name="connsiteX5" fmla="*/ 0 w 1478851"/>
                <a:gd name="connsiteY5" fmla="*/ 695611 h 1220342"/>
                <a:gd name="connsiteX6" fmla="*/ 876586 w 1478851"/>
                <a:gd name="connsiteY6" fmla="*/ 1220343 h 1220342"/>
                <a:gd name="connsiteX7" fmla="*/ 876586 w 1478851"/>
                <a:gd name="connsiteY7" fmla="*/ 1220343 h 1220342"/>
                <a:gd name="connsiteX8" fmla="*/ 1015651 w 1478851"/>
                <a:gd name="connsiteY8" fmla="*/ 1140047 h 1220342"/>
                <a:gd name="connsiteX9" fmla="*/ 1237393 w 1478851"/>
                <a:gd name="connsiteY9" fmla="*/ 1194245 h 1220342"/>
                <a:gd name="connsiteX10" fmla="*/ 1301401 w 1478851"/>
                <a:gd name="connsiteY10" fmla="*/ 975074 h 1220342"/>
                <a:gd name="connsiteX11" fmla="*/ 1478852 w 1478851"/>
                <a:gd name="connsiteY11" fmla="*/ 872585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51" h="1220342">
                  <a:moveTo>
                    <a:pt x="1478852" y="872585"/>
                  </a:moveTo>
                  <a:cubicBezTo>
                    <a:pt x="1163288" y="326041"/>
                    <a:pt x="627888" y="10859"/>
                    <a:pt x="0" y="0"/>
                  </a:cubicBezTo>
                  <a:lnTo>
                    <a:pt x="0" y="169450"/>
                  </a:lnTo>
                  <a:cubicBezTo>
                    <a:pt x="90583" y="188214"/>
                    <a:pt x="157639" y="268224"/>
                    <a:pt x="157639" y="363665"/>
                  </a:cubicBezTo>
                  <a:cubicBezTo>
                    <a:pt x="157639" y="459105"/>
                    <a:pt x="90583" y="539115"/>
                    <a:pt x="0" y="557879"/>
                  </a:cubicBezTo>
                  <a:lnTo>
                    <a:pt x="0" y="695611"/>
                  </a:lnTo>
                  <a:cubicBezTo>
                    <a:pt x="371284" y="706279"/>
                    <a:pt x="689420" y="896207"/>
                    <a:pt x="876586" y="1220343"/>
                  </a:cubicBezTo>
                  <a:lnTo>
                    <a:pt x="876586" y="1220343"/>
                  </a:lnTo>
                  <a:lnTo>
                    <a:pt x="1015651" y="1140047"/>
                  </a:lnTo>
                  <a:cubicBezTo>
                    <a:pt x="1062895" y="1214152"/>
                    <a:pt x="1160526" y="1238631"/>
                    <a:pt x="1237393" y="1194245"/>
                  </a:cubicBezTo>
                  <a:cubicBezTo>
                    <a:pt x="1314260" y="1149858"/>
                    <a:pt x="1341882" y="1053084"/>
                    <a:pt x="1301401" y="975074"/>
                  </a:cubicBezTo>
                  <a:lnTo>
                    <a:pt x="1478852" y="872585"/>
                  </a:ln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1" name="Rectangle 10">
            <a:extLst>
              <a:ext uri="{FF2B5EF4-FFF2-40B4-BE49-F238E27FC236}">
                <a16:creationId xmlns:a16="http://schemas.microsoft.com/office/drawing/2014/main" id="{99F63FC5-02E2-15B1-17C4-9CBF64A50E95}"/>
              </a:ext>
            </a:extLst>
          </p:cNvPr>
          <p:cNvSpPr/>
          <p:nvPr/>
        </p:nvSpPr>
        <p:spPr>
          <a:xfrm flipH="1">
            <a:off x="5222731" y="1643270"/>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2" name="Rectangle 11">
            <a:extLst>
              <a:ext uri="{FF2B5EF4-FFF2-40B4-BE49-F238E27FC236}">
                <a16:creationId xmlns:a16="http://schemas.microsoft.com/office/drawing/2014/main" id="{3F649ADE-70E3-5808-C727-71516335986C}"/>
              </a:ext>
            </a:extLst>
          </p:cNvPr>
          <p:cNvSpPr/>
          <p:nvPr/>
        </p:nvSpPr>
        <p:spPr>
          <a:xfrm flipH="1">
            <a:off x="6797721" y="1643270"/>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 name="Rectangle 12">
            <a:extLst>
              <a:ext uri="{FF2B5EF4-FFF2-40B4-BE49-F238E27FC236}">
                <a16:creationId xmlns:a16="http://schemas.microsoft.com/office/drawing/2014/main" id="{90BF2596-22E6-80ED-CE6C-96DFD6B22EEF}"/>
              </a:ext>
            </a:extLst>
          </p:cNvPr>
          <p:cNvSpPr/>
          <p:nvPr/>
        </p:nvSpPr>
        <p:spPr>
          <a:xfrm flipH="1">
            <a:off x="5222731" y="4424338"/>
            <a:ext cx="332601"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C01BA73A-0580-39F5-3742-9010280A6CD2}"/>
              </a:ext>
            </a:extLst>
          </p:cNvPr>
          <p:cNvSpPr/>
          <p:nvPr/>
        </p:nvSpPr>
        <p:spPr>
          <a:xfrm flipH="1">
            <a:off x="6797721" y="4424338"/>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805D7920-699D-44D2-8A06-A9BB05BC37DE}"/>
              </a:ext>
            </a:extLst>
          </p:cNvPr>
          <p:cNvSpPr/>
          <p:nvPr/>
        </p:nvSpPr>
        <p:spPr>
          <a:xfrm flipH="1">
            <a:off x="4424476" y="3076271"/>
            <a:ext cx="332601"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6</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B2E0F368-9C14-3FB4-5ACF-A08684438426}"/>
              </a:ext>
            </a:extLst>
          </p:cNvPr>
          <p:cNvSpPr/>
          <p:nvPr/>
        </p:nvSpPr>
        <p:spPr>
          <a:xfrm flipH="1">
            <a:off x="7520437" y="3076271"/>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29" name="TextBox 82">
            <a:extLst>
              <a:ext uri="{FF2B5EF4-FFF2-40B4-BE49-F238E27FC236}">
                <a16:creationId xmlns:a16="http://schemas.microsoft.com/office/drawing/2014/main" id="{458CEEC3-972D-EE15-46D8-4A434E3C7EE7}"/>
              </a:ext>
            </a:extLst>
          </p:cNvPr>
          <p:cNvSpPr txBox="1"/>
          <p:nvPr/>
        </p:nvSpPr>
        <p:spPr>
          <a:xfrm>
            <a:off x="337444" y="1412253"/>
            <a:ext cx="3126820"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0" name="TextBox 82">
            <a:extLst>
              <a:ext uri="{FF2B5EF4-FFF2-40B4-BE49-F238E27FC236}">
                <a16:creationId xmlns:a16="http://schemas.microsoft.com/office/drawing/2014/main" id="{0E98F314-F643-0A92-6E5D-34DE5F94F0D5}"/>
              </a:ext>
            </a:extLst>
          </p:cNvPr>
          <p:cNvSpPr txBox="1"/>
          <p:nvPr/>
        </p:nvSpPr>
        <p:spPr>
          <a:xfrm>
            <a:off x="337444" y="2873896"/>
            <a:ext cx="3126820" cy="1077218"/>
          </a:xfrm>
          <a:prstGeom prst="rect">
            <a:avLst/>
          </a:prstGeom>
          <a:noFill/>
        </p:spPr>
        <p:txBody>
          <a:bodyPr wrap="square" lIns="0" rIns="0" rtlCol="0" anchor="ctr">
            <a:spAutoFit/>
          </a:bodyPr>
          <a:lstStyle/>
          <a:p>
            <a:pPr algn="r"/>
            <a:r>
              <a:rPr lang="en-US" sz="1600" b="1" dirty="0">
                <a:solidFill>
                  <a:schemeClr val="accent6"/>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1" name="TextBox 82">
            <a:extLst>
              <a:ext uri="{FF2B5EF4-FFF2-40B4-BE49-F238E27FC236}">
                <a16:creationId xmlns:a16="http://schemas.microsoft.com/office/drawing/2014/main" id="{FBA2CA11-70CE-FBA5-3B6E-0D62244089A3}"/>
              </a:ext>
            </a:extLst>
          </p:cNvPr>
          <p:cNvSpPr txBox="1"/>
          <p:nvPr/>
        </p:nvSpPr>
        <p:spPr>
          <a:xfrm>
            <a:off x="687243" y="4480136"/>
            <a:ext cx="3126820"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2" name="TextBox 82">
            <a:extLst>
              <a:ext uri="{FF2B5EF4-FFF2-40B4-BE49-F238E27FC236}">
                <a16:creationId xmlns:a16="http://schemas.microsoft.com/office/drawing/2014/main" id="{8EF7F4AB-1DAD-BBB0-D2E3-F0CE1D0C9A6D}"/>
              </a:ext>
            </a:extLst>
          </p:cNvPr>
          <p:cNvSpPr txBox="1"/>
          <p:nvPr/>
        </p:nvSpPr>
        <p:spPr>
          <a:xfrm>
            <a:off x="8953364" y="1412253"/>
            <a:ext cx="3126820"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3" name="TextBox 82">
            <a:extLst>
              <a:ext uri="{FF2B5EF4-FFF2-40B4-BE49-F238E27FC236}">
                <a16:creationId xmlns:a16="http://schemas.microsoft.com/office/drawing/2014/main" id="{C2A88840-B37D-AF08-14E0-A1A121068863}"/>
              </a:ext>
            </a:extLst>
          </p:cNvPr>
          <p:cNvSpPr txBox="1"/>
          <p:nvPr/>
        </p:nvSpPr>
        <p:spPr>
          <a:xfrm>
            <a:off x="8972545" y="2873896"/>
            <a:ext cx="3126820"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TextBox 82">
            <a:extLst>
              <a:ext uri="{FF2B5EF4-FFF2-40B4-BE49-F238E27FC236}">
                <a16:creationId xmlns:a16="http://schemas.microsoft.com/office/drawing/2014/main" id="{4C547602-88F3-72F2-65A5-CB6A5FA218A7}"/>
              </a:ext>
            </a:extLst>
          </p:cNvPr>
          <p:cNvSpPr txBox="1"/>
          <p:nvPr/>
        </p:nvSpPr>
        <p:spPr>
          <a:xfrm>
            <a:off x="8610600" y="4480136"/>
            <a:ext cx="3126820" cy="1077218"/>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36224506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01A42E-4234-DC0A-6932-F575A6C69956}"/>
              </a:ext>
            </a:extLst>
          </p:cNvPr>
          <p:cNvSpPr>
            <a:spLocks noGrp="1"/>
          </p:cNvSpPr>
          <p:nvPr>
            <p:ph type="title"/>
          </p:nvPr>
        </p:nvSpPr>
        <p:spPr>
          <a:xfrm>
            <a:off x="214184" y="13663"/>
            <a:ext cx="9728886" cy="678316"/>
          </a:xfrm>
        </p:spPr>
        <p:txBody>
          <a:bodyPr>
            <a:normAutofit/>
          </a:bodyPr>
          <a:lstStyle/>
          <a:p>
            <a:r>
              <a:rPr lang="en-US" dirty="0"/>
              <a:t>Pillars 4</a:t>
            </a:r>
          </a:p>
        </p:txBody>
      </p:sp>
      <p:pic>
        <p:nvPicPr>
          <p:cNvPr id="3" name="Picture 2">
            <a:extLst>
              <a:ext uri="{FF2B5EF4-FFF2-40B4-BE49-F238E27FC236}">
                <a16:creationId xmlns:a16="http://schemas.microsoft.com/office/drawing/2014/main" id="{E519DA97-F365-BB80-C0A1-A91261235DBC}"/>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6554976" y="1794018"/>
            <a:ext cx="882056" cy="1833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Freeform 8">
            <a:extLst>
              <a:ext uri="{FF2B5EF4-FFF2-40B4-BE49-F238E27FC236}">
                <a16:creationId xmlns:a16="http://schemas.microsoft.com/office/drawing/2014/main" id="{11D67863-0A7B-2C3C-839B-A1F553B00A2A}"/>
              </a:ext>
            </a:extLst>
          </p:cNvPr>
          <p:cNvSpPr>
            <a:spLocks noChangeArrowheads="1"/>
          </p:cNvSpPr>
          <p:nvPr/>
        </p:nvSpPr>
        <p:spPr bwMode="auto">
          <a:xfrm>
            <a:off x="7878996" y="4204065"/>
            <a:ext cx="598753" cy="598753"/>
          </a:xfrm>
          <a:custGeom>
            <a:avLst/>
            <a:gdLst>
              <a:gd name="T0" fmla="*/ 2147483646 w 2630"/>
              <a:gd name="T1" fmla="*/ 2147483646 h 2630"/>
              <a:gd name="T2" fmla="*/ 2147483646 w 2630"/>
              <a:gd name="T3" fmla="*/ 2147483646 h 2630"/>
              <a:gd name="T4" fmla="*/ 884600244 w 2630"/>
              <a:gd name="T5" fmla="*/ 2147483646 h 2630"/>
              <a:gd name="T6" fmla="*/ 2147483646 w 2630"/>
              <a:gd name="T7" fmla="*/ 2147483646 h 2630"/>
              <a:gd name="T8" fmla="*/ 2147483646 w 2630"/>
              <a:gd name="T9" fmla="*/ 2147483646 h 2630"/>
              <a:gd name="T10" fmla="*/ 2147483646 w 2630"/>
              <a:gd name="T11" fmla="*/ 884600244 h 2630"/>
              <a:gd name="T12" fmla="*/ 2147483646 w 2630"/>
              <a:gd name="T13" fmla="*/ 2147483646 h 2630"/>
              <a:gd name="T14" fmla="*/ 2147483646 w 2630"/>
              <a:gd name="T15" fmla="*/ 2147483646 h 2630"/>
              <a:gd name="T16" fmla="*/ 2147483646 w 2630"/>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30">
                <a:moveTo>
                  <a:pt x="67" y="2629"/>
                </a:moveTo>
                <a:lnTo>
                  <a:pt x="67" y="2629"/>
                </a:lnTo>
                <a:cubicBezTo>
                  <a:pt x="48" y="2629"/>
                  <a:pt x="29" y="2619"/>
                  <a:pt x="19" y="2600"/>
                </a:cubicBezTo>
                <a:cubicBezTo>
                  <a:pt x="0" y="2572"/>
                  <a:pt x="19" y="2534"/>
                  <a:pt x="48" y="2514"/>
                </a:cubicBezTo>
                <a:cubicBezTo>
                  <a:pt x="1114" y="1990"/>
                  <a:pt x="1981" y="1114"/>
                  <a:pt x="2505" y="47"/>
                </a:cubicBezTo>
                <a:cubicBezTo>
                  <a:pt x="2524" y="19"/>
                  <a:pt x="2553" y="0"/>
                  <a:pt x="2581" y="19"/>
                </a:cubicBezTo>
                <a:cubicBezTo>
                  <a:pt x="2610" y="28"/>
                  <a:pt x="2629" y="67"/>
                  <a:pt x="2610" y="95"/>
                </a:cubicBezTo>
                <a:cubicBezTo>
                  <a:pt x="2077" y="1190"/>
                  <a:pt x="1181" y="2086"/>
                  <a:pt x="95" y="2619"/>
                </a:cubicBezTo>
                <a:cubicBezTo>
                  <a:pt x="86" y="2629"/>
                  <a:pt x="76" y="2629"/>
                  <a:pt x="67" y="2629"/>
                </a:cubicBezTo>
              </a:path>
            </a:pathLst>
          </a:custGeom>
          <a:solidFill>
            <a:srgbClr val="BFBFBF"/>
          </a:solidFill>
          <a:ln>
            <a:noFill/>
          </a:ln>
          <a:effectLst/>
        </p:spPr>
        <p:txBody>
          <a:bodyPr wrap="none" anchor="ctr"/>
          <a:lstStyle/>
          <a:p>
            <a:endParaRPr lang="en-US" dirty="0"/>
          </a:p>
        </p:txBody>
      </p:sp>
      <p:sp>
        <p:nvSpPr>
          <p:cNvPr id="5" name="Freeform 11">
            <a:extLst>
              <a:ext uri="{FF2B5EF4-FFF2-40B4-BE49-F238E27FC236}">
                <a16:creationId xmlns:a16="http://schemas.microsoft.com/office/drawing/2014/main" id="{99EC6771-9A1D-9B14-4131-442676200E5E}"/>
              </a:ext>
            </a:extLst>
          </p:cNvPr>
          <p:cNvSpPr>
            <a:spLocks noChangeArrowheads="1"/>
          </p:cNvSpPr>
          <p:nvPr/>
        </p:nvSpPr>
        <p:spPr bwMode="auto">
          <a:xfrm>
            <a:off x="7874978" y="2544433"/>
            <a:ext cx="598753" cy="594735"/>
          </a:xfrm>
          <a:custGeom>
            <a:avLst/>
            <a:gdLst>
              <a:gd name="T0" fmla="*/ 2147483646 w 2630"/>
              <a:gd name="T1" fmla="*/ 2147483646 h 2611"/>
              <a:gd name="T2" fmla="*/ 2147483646 w 2630"/>
              <a:gd name="T3" fmla="*/ 2147483646 h 2611"/>
              <a:gd name="T4" fmla="*/ 2147483646 w 2630"/>
              <a:gd name="T5" fmla="*/ 2147483646 h 2611"/>
              <a:gd name="T6" fmla="*/ 1769329640 w 2630"/>
              <a:gd name="T7" fmla="*/ 2147483646 h 2611"/>
              <a:gd name="T8" fmla="*/ 465660853 w 2630"/>
              <a:gd name="T9" fmla="*/ 1772065428 h 2611"/>
              <a:gd name="T10" fmla="*/ 2147483646 w 2630"/>
              <a:gd name="T11" fmla="*/ 466271458 h 2611"/>
              <a:gd name="T12" fmla="*/ 2147483646 w 2630"/>
              <a:gd name="T13" fmla="*/ 2147483646 h 2611"/>
              <a:gd name="T14" fmla="*/ 2147483646 w 2630"/>
              <a:gd name="T15" fmla="*/ 2147483646 h 2611"/>
              <a:gd name="T16" fmla="*/ 2147483646 w 2630"/>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11">
                <a:moveTo>
                  <a:pt x="2562" y="2610"/>
                </a:moveTo>
                <a:lnTo>
                  <a:pt x="2562" y="2610"/>
                </a:lnTo>
                <a:cubicBezTo>
                  <a:pt x="2543" y="2610"/>
                  <a:pt x="2524" y="2601"/>
                  <a:pt x="2515" y="2582"/>
                </a:cubicBezTo>
                <a:cubicBezTo>
                  <a:pt x="1991" y="1515"/>
                  <a:pt x="1105" y="639"/>
                  <a:pt x="38" y="115"/>
                </a:cubicBezTo>
                <a:cubicBezTo>
                  <a:pt x="10" y="105"/>
                  <a:pt x="0" y="67"/>
                  <a:pt x="10" y="38"/>
                </a:cubicBezTo>
                <a:cubicBezTo>
                  <a:pt x="28" y="10"/>
                  <a:pt x="67" y="0"/>
                  <a:pt x="95" y="10"/>
                </a:cubicBezTo>
                <a:cubicBezTo>
                  <a:pt x="1181" y="543"/>
                  <a:pt x="2076" y="1439"/>
                  <a:pt x="2619" y="2524"/>
                </a:cubicBezTo>
                <a:cubicBezTo>
                  <a:pt x="2629" y="2553"/>
                  <a:pt x="2619" y="2591"/>
                  <a:pt x="2591" y="2601"/>
                </a:cubicBezTo>
                <a:cubicBezTo>
                  <a:pt x="2581" y="2610"/>
                  <a:pt x="2572" y="2610"/>
                  <a:pt x="2562" y="2610"/>
                </a:cubicBezTo>
              </a:path>
            </a:pathLst>
          </a:custGeom>
          <a:solidFill>
            <a:srgbClr val="BFBFBF"/>
          </a:solidFill>
          <a:ln>
            <a:noFill/>
          </a:ln>
          <a:effectLst/>
        </p:spPr>
        <p:txBody>
          <a:bodyPr wrap="none" anchor="ctr"/>
          <a:lstStyle/>
          <a:p>
            <a:endParaRPr lang="en-US" dirty="0"/>
          </a:p>
        </p:txBody>
      </p:sp>
      <p:sp>
        <p:nvSpPr>
          <p:cNvPr id="6" name="Freeform 13">
            <a:extLst>
              <a:ext uri="{FF2B5EF4-FFF2-40B4-BE49-F238E27FC236}">
                <a16:creationId xmlns:a16="http://schemas.microsoft.com/office/drawing/2014/main" id="{79DB8844-52AE-34B6-9005-F627C0EFC6B1}"/>
              </a:ext>
            </a:extLst>
          </p:cNvPr>
          <p:cNvSpPr>
            <a:spLocks noChangeArrowheads="1"/>
          </p:cNvSpPr>
          <p:nvPr/>
        </p:nvSpPr>
        <p:spPr bwMode="auto">
          <a:xfrm>
            <a:off x="3729922" y="4210092"/>
            <a:ext cx="600762" cy="594735"/>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7" name="Freeform 14">
            <a:extLst>
              <a:ext uri="{FF2B5EF4-FFF2-40B4-BE49-F238E27FC236}">
                <a16:creationId xmlns:a16="http://schemas.microsoft.com/office/drawing/2014/main" id="{D2C31051-7055-C75A-0B8B-4B50B2A12EE4}"/>
              </a:ext>
            </a:extLst>
          </p:cNvPr>
          <p:cNvSpPr>
            <a:spLocks noChangeArrowheads="1"/>
          </p:cNvSpPr>
          <p:nvPr/>
        </p:nvSpPr>
        <p:spPr bwMode="auto">
          <a:xfrm>
            <a:off x="3727912" y="2546443"/>
            <a:ext cx="596744" cy="598753"/>
          </a:xfrm>
          <a:custGeom>
            <a:avLst/>
            <a:gdLst>
              <a:gd name="T0" fmla="*/ 2147483646 w 2621"/>
              <a:gd name="T1" fmla="*/ 2147483646 h 2630"/>
              <a:gd name="T2" fmla="*/ 2147483646 w 2621"/>
              <a:gd name="T3" fmla="*/ 2147483646 h 2630"/>
              <a:gd name="T4" fmla="*/ 1769694602 w 2621"/>
              <a:gd name="T5" fmla="*/ 2147483646 h 2630"/>
              <a:gd name="T6" fmla="*/ 465722796 w 2621"/>
              <a:gd name="T7" fmla="*/ 2147483646 h 2630"/>
              <a:gd name="T8" fmla="*/ 2147483646 w 2621"/>
              <a:gd name="T9" fmla="*/ 419068902 h 2630"/>
              <a:gd name="T10" fmla="*/ 2147483646 w 2621"/>
              <a:gd name="T11" fmla="*/ 1769329640 h 2630"/>
              <a:gd name="T12" fmla="*/ 2147483646 w 2621"/>
              <a:gd name="T13" fmla="*/ 2147483646 h 2630"/>
              <a:gd name="T14" fmla="*/ 2147483646 w 2621"/>
              <a:gd name="T15" fmla="*/ 2147483646 h 2630"/>
              <a:gd name="T16" fmla="*/ 2147483646 w 2621"/>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21" h="2630">
                <a:moveTo>
                  <a:pt x="67" y="2629"/>
                </a:moveTo>
                <a:lnTo>
                  <a:pt x="67" y="2629"/>
                </a:lnTo>
                <a:cubicBezTo>
                  <a:pt x="57" y="2629"/>
                  <a:pt x="48" y="2619"/>
                  <a:pt x="38" y="2619"/>
                </a:cubicBezTo>
                <a:cubicBezTo>
                  <a:pt x="10" y="2610"/>
                  <a:pt x="0" y="2572"/>
                  <a:pt x="10" y="2543"/>
                </a:cubicBezTo>
                <a:cubicBezTo>
                  <a:pt x="543" y="1448"/>
                  <a:pt x="1439" y="552"/>
                  <a:pt x="2534" y="9"/>
                </a:cubicBezTo>
                <a:cubicBezTo>
                  <a:pt x="2562" y="0"/>
                  <a:pt x="2591" y="9"/>
                  <a:pt x="2610" y="38"/>
                </a:cubicBezTo>
                <a:cubicBezTo>
                  <a:pt x="2620" y="66"/>
                  <a:pt x="2610" y="105"/>
                  <a:pt x="2582" y="114"/>
                </a:cubicBezTo>
                <a:cubicBezTo>
                  <a:pt x="1515" y="647"/>
                  <a:pt x="639" y="1524"/>
                  <a:pt x="124" y="2591"/>
                </a:cubicBezTo>
                <a:cubicBezTo>
                  <a:pt x="105" y="2610"/>
                  <a:pt x="86" y="2629"/>
                  <a:pt x="67" y="2629"/>
                </a:cubicBezTo>
              </a:path>
            </a:pathLst>
          </a:custGeom>
          <a:solidFill>
            <a:srgbClr val="BFBFBF"/>
          </a:solidFill>
          <a:ln>
            <a:noFill/>
          </a:ln>
          <a:effectLst/>
        </p:spPr>
        <p:txBody>
          <a:bodyPr wrap="none" anchor="ctr"/>
          <a:lstStyle/>
          <a:p>
            <a:endParaRPr lang="en-US" dirty="0"/>
          </a:p>
        </p:txBody>
      </p:sp>
      <p:grpSp>
        <p:nvGrpSpPr>
          <p:cNvPr id="8" name="Group 9">
            <a:extLst>
              <a:ext uri="{FF2B5EF4-FFF2-40B4-BE49-F238E27FC236}">
                <a16:creationId xmlns:a16="http://schemas.microsoft.com/office/drawing/2014/main" id="{08D73613-DEE3-57FA-453B-A548F1D3AC02}"/>
              </a:ext>
            </a:extLst>
          </p:cNvPr>
          <p:cNvGrpSpPr/>
          <p:nvPr/>
        </p:nvGrpSpPr>
        <p:grpSpPr>
          <a:xfrm>
            <a:off x="6089769" y="3852447"/>
            <a:ext cx="1833430" cy="1809320"/>
            <a:chOff x="7296150" y="4845050"/>
            <a:chExt cx="2897188" cy="2859088"/>
          </a:xfrm>
        </p:grpSpPr>
        <p:pic>
          <p:nvPicPr>
            <p:cNvPr id="9" name="Picture 2">
              <a:extLst>
                <a:ext uri="{FF2B5EF4-FFF2-40B4-BE49-F238E27FC236}">
                  <a16:creationId xmlns:a16="http://schemas.microsoft.com/office/drawing/2014/main" id="{5BA450C5-364C-34A1-F6EA-C965B3B76468}"/>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8047037" y="5557838"/>
              <a:ext cx="1395413"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Group 6">
              <a:extLst>
                <a:ext uri="{FF2B5EF4-FFF2-40B4-BE49-F238E27FC236}">
                  <a16:creationId xmlns:a16="http://schemas.microsoft.com/office/drawing/2014/main" id="{FECC67E6-15EF-07E3-7BFA-C8AF83AD4E5C}"/>
                </a:ext>
              </a:extLst>
            </p:cNvPr>
            <p:cNvGrpSpPr>
              <a:grpSpLocks/>
            </p:cNvGrpSpPr>
            <p:nvPr/>
          </p:nvGrpSpPr>
          <p:grpSpPr bwMode="auto">
            <a:xfrm>
              <a:off x="8518525" y="4845050"/>
              <a:ext cx="1516063" cy="2322513"/>
              <a:chOff x="8518525" y="4845050"/>
              <a:chExt cx="1516063" cy="2322513"/>
            </a:xfrm>
          </p:grpSpPr>
          <p:sp>
            <p:nvSpPr>
              <p:cNvPr id="11" name="Freeform 22">
                <a:extLst>
                  <a:ext uri="{FF2B5EF4-FFF2-40B4-BE49-F238E27FC236}">
                    <a16:creationId xmlns:a16="http://schemas.microsoft.com/office/drawing/2014/main" id="{1A999645-E4B6-BDAD-4342-12336E199DD0}"/>
                  </a:ext>
                </a:extLst>
              </p:cNvPr>
              <p:cNvSpPr>
                <a:spLocks noChangeArrowheads="1"/>
              </p:cNvSpPr>
              <p:nvPr/>
            </p:nvSpPr>
            <p:spPr bwMode="auto">
              <a:xfrm>
                <a:off x="8521700" y="5634038"/>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10" y="3439"/>
                      <a:pt x="1057" y="4258"/>
                      <a:pt x="2095" y="4258"/>
                    </a:cubicBezTo>
                    <a:cubicBezTo>
                      <a:pt x="3134" y="4258"/>
                      <a:pt x="3981" y="3439"/>
                      <a:pt x="4038" y="2410"/>
                    </a:cubicBezTo>
                    <a:lnTo>
                      <a:pt x="4191" y="10"/>
                    </a:lnTo>
                  </a:path>
                </a:pathLst>
              </a:custGeom>
              <a:solidFill>
                <a:schemeClr val="accent4">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2" name="Freeform 23">
                <a:extLst>
                  <a:ext uri="{FF2B5EF4-FFF2-40B4-BE49-F238E27FC236}">
                    <a16:creationId xmlns:a16="http://schemas.microsoft.com/office/drawing/2014/main" id="{26A5E129-0541-3C68-FE65-7DE9140453D9}"/>
                  </a:ext>
                </a:extLst>
              </p:cNvPr>
              <p:cNvSpPr>
                <a:spLocks noChangeArrowheads="1"/>
              </p:cNvSpPr>
              <p:nvPr/>
            </p:nvSpPr>
            <p:spPr bwMode="auto">
              <a:xfrm>
                <a:off x="8518525" y="4845050"/>
                <a:ext cx="1516063" cy="1516063"/>
              </a:xfrm>
              <a:custGeom>
                <a:avLst/>
                <a:gdLst>
                  <a:gd name="T0" fmla="*/ 2147483646 w 4212"/>
                  <a:gd name="T1" fmla="*/ 2147483646 h 4211"/>
                  <a:gd name="T2" fmla="*/ 2147483646 w 4212"/>
                  <a:gd name="T3" fmla="*/ 2147483646 h 4211"/>
                  <a:gd name="T4" fmla="*/ 2147483646 w 4212"/>
                  <a:gd name="T5" fmla="*/ 2147483646 h 4211"/>
                  <a:gd name="T6" fmla="*/ 0 w 4212"/>
                  <a:gd name="T7" fmla="*/ 2147483646 h 4211"/>
                  <a:gd name="T8" fmla="*/ 2147483646 w 4212"/>
                  <a:gd name="T9" fmla="*/ 0 h 4211"/>
                  <a:gd name="T10" fmla="*/ 2147483646 w 4212"/>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2" h="4211">
                    <a:moveTo>
                      <a:pt x="4211" y="2105"/>
                    </a:moveTo>
                    <a:lnTo>
                      <a:pt x="4211" y="2105"/>
                    </a:lnTo>
                    <a:cubicBezTo>
                      <a:pt x="4211" y="3267"/>
                      <a:pt x="3268" y="4210"/>
                      <a:pt x="2105" y="4210"/>
                    </a:cubicBezTo>
                    <a:cubicBezTo>
                      <a:pt x="943" y="4210"/>
                      <a:pt x="0" y="3267"/>
                      <a:pt x="0" y="2105"/>
                    </a:cubicBezTo>
                    <a:cubicBezTo>
                      <a:pt x="0" y="943"/>
                      <a:pt x="943" y="0"/>
                      <a:pt x="2105" y="0"/>
                    </a:cubicBezTo>
                    <a:cubicBezTo>
                      <a:pt x="3268" y="0"/>
                      <a:pt x="4211" y="943"/>
                      <a:pt x="4211" y="2105"/>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3" name="Group 15">
            <a:extLst>
              <a:ext uri="{FF2B5EF4-FFF2-40B4-BE49-F238E27FC236}">
                <a16:creationId xmlns:a16="http://schemas.microsoft.com/office/drawing/2014/main" id="{E51A504C-31B6-A37B-9565-C04DD4EFBFD2}"/>
              </a:ext>
            </a:extLst>
          </p:cNvPr>
          <p:cNvGrpSpPr/>
          <p:nvPr/>
        </p:nvGrpSpPr>
        <p:grpSpPr>
          <a:xfrm>
            <a:off x="7426260" y="2700048"/>
            <a:ext cx="1832425" cy="1807309"/>
            <a:chOff x="9264961" y="2898775"/>
            <a:chExt cx="2895600" cy="2855911"/>
          </a:xfrm>
        </p:grpSpPr>
        <p:pic>
          <p:nvPicPr>
            <p:cNvPr id="14" name="Picture 2">
              <a:extLst>
                <a:ext uri="{FF2B5EF4-FFF2-40B4-BE49-F238E27FC236}">
                  <a16:creationId xmlns:a16="http://schemas.microsoft.com/office/drawing/2014/main" id="{B9DC5F9C-FE52-40EB-D23E-0F326079CED6}"/>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10015848" y="3609974"/>
              <a:ext cx="1393825"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5">
              <a:extLst>
                <a:ext uri="{FF2B5EF4-FFF2-40B4-BE49-F238E27FC236}">
                  <a16:creationId xmlns:a16="http://schemas.microsoft.com/office/drawing/2014/main" id="{FAA8724A-F565-8E40-7546-F067FAAC6C27}"/>
                </a:ext>
              </a:extLst>
            </p:cNvPr>
            <p:cNvGrpSpPr>
              <a:grpSpLocks/>
            </p:cNvGrpSpPr>
            <p:nvPr/>
          </p:nvGrpSpPr>
          <p:grpSpPr bwMode="auto">
            <a:xfrm>
              <a:off x="10487025" y="2898775"/>
              <a:ext cx="1512888" cy="2317750"/>
              <a:chOff x="10487025" y="2898775"/>
              <a:chExt cx="1512888" cy="2317750"/>
            </a:xfrm>
          </p:grpSpPr>
          <p:sp>
            <p:nvSpPr>
              <p:cNvPr id="16" name="Freeform 24">
                <a:extLst>
                  <a:ext uri="{FF2B5EF4-FFF2-40B4-BE49-F238E27FC236}">
                    <a16:creationId xmlns:a16="http://schemas.microsoft.com/office/drawing/2014/main" id="{2A40ED82-104A-CFE0-F8B6-641999822706}"/>
                  </a:ext>
                </a:extLst>
              </p:cNvPr>
              <p:cNvSpPr>
                <a:spLocks noChangeArrowheads="1"/>
              </p:cNvSpPr>
              <p:nvPr/>
            </p:nvSpPr>
            <p:spPr bwMode="auto">
              <a:xfrm>
                <a:off x="10487025" y="3686175"/>
                <a:ext cx="1512888" cy="1530350"/>
              </a:xfrm>
              <a:custGeom>
                <a:avLst/>
                <a:gdLst>
                  <a:gd name="T0" fmla="*/ 2147483646 w 4201"/>
                  <a:gd name="T1" fmla="*/ 467252700 h 4249"/>
                  <a:gd name="T2" fmla="*/ 2147483646 w 4201"/>
                  <a:gd name="T3" fmla="*/ 467252700 h 4249"/>
                  <a:gd name="T4" fmla="*/ 0 w 4201"/>
                  <a:gd name="T5" fmla="*/ 0 h 4249"/>
                  <a:gd name="T6" fmla="*/ 2147483646 w 4201"/>
                  <a:gd name="T7" fmla="*/ 2147483646 h 4249"/>
                  <a:gd name="T8" fmla="*/ 2147483646 w 4201"/>
                  <a:gd name="T9" fmla="*/ 2147483646 h 4249"/>
                  <a:gd name="T10" fmla="*/ 2147483646 w 4201"/>
                  <a:gd name="T11" fmla="*/ 2147483646 h 4249"/>
                  <a:gd name="T12" fmla="*/ 2147483646 w 4201"/>
                  <a:gd name="T13" fmla="*/ 2147483646 h 4249"/>
                  <a:gd name="T14" fmla="*/ 2147483646 w 4201"/>
                  <a:gd name="T15" fmla="*/ 2147483646 h 4249"/>
                  <a:gd name="T16" fmla="*/ 2147483646 w 4201"/>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49">
                    <a:moveTo>
                      <a:pt x="4200" y="10"/>
                    </a:moveTo>
                    <a:lnTo>
                      <a:pt x="4200" y="10"/>
                    </a:lnTo>
                    <a:cubicBezTo>
                      <a:pt x="0" y="0"/>
                      <a:pt x="0" y="0"/>
                      <a:pt x="0" y="0"/>
                    </a:cubicBezTo>
                    <a:cubicBezTo>
                      <a:pt x="152" y="2409"/>
                      <a:pt x="152" y="2409"/>
                      <a:pt x="152" y="2409"/>
                    </a:cubicBezTo>
                    <a:cubicBezTo>
                      <a:pt x="162" y="2409"/>
                      <a:pt x="162" y="2409"/>
                      <a:pt x="162" y="2409"/>
                    </a:cubicBezTo>
                    <a:cubicBezTo>
                      <a:pt x="209" y="3438"/>
                      <a:pt x="1057" y="4248"/>
                      <a:pt x="2095" y="4248"/>
                    </a:cubicBezTo>
                    <a:cubicBezTo>
                      <a:pt x="3133" y="4248"/>
                      <a:pt x="3990" y="3438"/>
                      <a:pt x="4038" y="2409"/>
                    </a:cubicBezTo>
                    <a:lnTo>
                      <a:pt x="4200" y="10"/>
                    </a:lnTo>
                  </a:path>
                </a:pathLst>
              </a:custGeom>
              <a:solidFill>
                <a:schemeClr val="accent3">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7" name="Freeform 25">
                <a:extLst>
                  <a:ext uri="{FF2B5EF4-FFF2-40B4-BE49-F238E27FC236}">
                    <a16:creationId xmlns:a16="http://schemas.microsoft.com/office/drawing/2014/main" id="{090F208E-DA81-6960-4838-10EA455D1FFB}"/>
                  </a:ext>
                </a:extLst>
              </p:cNvPr>
              <p:cNvSpPr>
                <a:spLocks noChangeArrowheads="1"/>
              </p:cNvSpPr>
              <p:nvPr/>
            </p:nvSpPr>
            <p:spPr bwMode="auto">
              <a:xfrm>
                <a:off x="10487025" y="2898775"/>
                <a:ext cx="1512888" cy="1516063"/>
              </a:xfrm>
              <a:custGeom>
                <a:avLst/>
                <a:gdLst>
                  <a:gd name="T0" fmla="*/ 2147483646 w 4201"/>
                  <a:gd name="T1" fmla="*/ 2147483646 h 4210"/>
                  <a:gd name="T2" fmla="*/ 2147483646 w 4201"/>
                  <a:gd name="T3" fmla="*/ 2147483646 h 4210"/>
                  <a:gd name="T4" fmla="*/ 2147483646 w 4201"/>
                  <a:gd name="T5" fmla="*/ 2147483646 h 4210"/>
                  <a:gd name="T6" fmla="*/ 0 w 4201"/>
                  <a:gd name="T7" fmla="*/ 2147483646 h 4210"/>
                  <a:gd name="T8" fmla="*/ 2147483646 w 4201"/>
                  <a:gd name="T9" fmla="*/ 0 h 4210"/>
                  <a:gd name="T10" fmla="*/ 2147483646 w 4201"/>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0">
                    <a:moveTo>
                      <a:pt x="4200" y="2105"/>
                    </a:moveTo>
                    <a:lnTo>
                      <a:pt x="4200" y="2105"/>
                    </a:lnTo>
                    <a:cubicBezTo>
                      <a:pt x="4200" y="3267"/>
                      <a:pt x="3257" y="4209"/>
                      <a:pt x="2095" y="4209"/>
                    </a:cubicBezTo>
                    <a:cubicBezTo>
                      <a:pt x="943" y="4209"/>
                      <a:pt x="0" y="3267"/>
                      <a:pt x="0" y="2105"/>
                    </a:cubicBezTo>
                    <a:cubicBezTo>
                      <a:pt x="0" y="942"/>
                      <a:pt x="943" y="0"/>
                      <a:pt x="2095" y="0"/>
                    </a:cubicBezTo>
                    <a:cubicBezTo>
                      <a:pt x="3257" y="0"/>
                      <a:pt x="4200" y="942"/>
                      <a:pt x="4200" y="2105"/>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8" name="Group 21">
            <a:extLst>
              <a:ext uri="{FF2B5EF4-FFF2-40B4-BE49-F238E27FC236}">
                <a16:creationId xmlns:a16="http://schemas.microsoft.com/office/drawing/2014/main" id="{50230282-DEB1-65D6-9890-40F95680D079}"/>
              </a:ext>
            </a:extLst>
          </p:cNvPr>
          <p:cNvGrpSpPr/>
          <p:nvPr/>
        </p:nvGrpSpPr>
        <p:grpSpPr>
          <a:xfrm>
            <a:off x="3615395" y="3852447"/>
            <a:ext cx="1832425" cy="1809320"/>
            <a:chOff x="3386138" y="4845050"/>
            <a:chExt cx="2895600" cy="2859088"/>
          </a:xfrm>
        </p:grpSpPr>
        <p:pic>
          <p:nvPicPr>
            <p:cNvPr id="19" name="Picture 2">
              <a:extLst>
                <a:ext uri="{FF2B5EF4-FFF2-40B4-BE49-F238E27FC236}">
                  <a16:creationId xmlns:a16="http://schemas.microsoft.com/office/drawing/2014/main" id="{4B4941E9-1C26-6DA8-F979-A9C63757C29C}"/>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4136231" y="5558632"/>
              <a:ext cx="1395413"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 name="Group 3">
              <a:extLst>
                <a:ext uri="{FF2B5EF4-FFF2-40B4-BE49-F238E27FC236}">
                  <a16:creationId xmlns:a16="http://schemas.microsoft.com/office/drawing/2014/main" id="{843ED969-4FC4-855A-68CA-549821216EF6}"/>
                </a:ext>
              </a:extLst>
            </p:cNvPr>
            <p:cNvGrpSpPr>
              <a:grpSpLocks/>
            </p:cNvGrpSpPr>
            <p:nvPr/>
          </p:nvGrpSpPr>
          <p:grpSpPr bwMode="auto">
            <a:xfrm>
              <a:off x="4606925" y="4845050"/>
              <a:ext cx="1512888" cy="2322513"/>
              <a:chOff x="4606925" y="4845050"/>
              <a:chExt cx="1512888" cy="2322513"/>
            </a:xfrm>
          </p:grpSpPr>
          <p:sp>
            <p:nvSpPr>
              <p:cNvPr id="21" name="Freeform 20">
                <a:extLst>
                  <a:ext uri="{FF2B5EF4-FFF2-40B4-BE49-F238E27FC236}">
                    <a16:creationId xmlns:a16="http://schemas.microsoft.com/office/drawing/2014/main" id="{30734123-1AD3-0CE3-E836-60A790E4704F}"/>
                  </a:ext>
                </a:extLst>
              </p:cNvPr>
              <p:cNvSpPr>
                <a:spLocks noChangeArrowheads="1"/>
              </p:cNvSpPr>
              <p:nvPr/>
            </p:nvSpPr>
            <p:spPr bwMode="auto">
              <a:xfrm>
                <a:off x="4606925" y="5634038"/>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2" name="Freeform 21">
                <a:extLst>
                  <a:ext uri="{FF2B5EF4-FFF2-40B4-BE49-F238E27FC236}">
                    <a16:creationId xmlns:a16="http://schemas.microsoft.com/office/drawing/2014/main" id="{B3686061-7AC6-A7B4-4746-A211A93088CD}"/>
                  </a:ext>
                </a:extLst>
              </p:cNvPr>
              <p:cNvSpPr>
                <a:spLocks noChangeArrowheads="1"/>
              </p:cNvSpPr>
              <p:nvPr/>
            </p:nvSpPr>
            <p:spPr bwMode="auto">
              <a:xfrm>
                <a:off x="4606925" y="4845050"/>
                <a:ext cx="1512888" cy="1516063"/>
              </a:xfrm>
              <a:custGeom>
                <a:avLst/>
                <a:gdLst>
                  <a:gd name="T0" fmla="*/ 2147483646 w 4201"/>
                  <a:gd name="T1" fmla="*/ 2147483646 h 4211"/>
                  <a:gd name="T2" fmla="*/ 2147483646 w 4201"/>
                  <a:gd name="T3" fmla="*/ 2147483646 h 4211"/>
                  <a:gd name="T4" fmla="*/ 2147483646 w 4201"/>
                  <a:gd name="T5" fmla="*/ 2147483646 h 4211"/>
                  <a:gd name="T6" fmla="*/ 0 w 4201"/>
                  <a:gd name="T7" fmla="*/ 2147483646 h 4211"/>
                  <a:gd name="T8" fmla="*/ 2147483646 w 4201"/>
                  <a:gd name="T9" fmla="*/ 0 h 4211"/>
                  <a:gd name="T10" fmla="*/ 2147483646 w 4201"/>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1">
                    <a:moveTo>
                      <a:pt x="4200" y="2105"/>
                    </a:moveTo>
                    <a:lnTo>
                      <a:pt x="4200" y="2105"/>
                    </a:lnTo>
                    <a:cubicBezTo>
                      <a:pt x="4200" y="3267"/>
                      <a:pt x="3257" y="4210"/>
                      <a:pt x="2095" y="4210"/>
                    </a:cubicBezTo>
                    <a:cubicBezTo>
                      <a:pt x="943" y="4210"/>
                      <a:pt x="0" y="3267"/>
                      <a:pt x="0" y="2105"/>
                    </a:cubicBezTo>
                    <a:cubicBezTo>
                      <a:pt x="0" y="943"/>
                      <a:pt x="943" y="0"/>
                      <a:pt x="2095" y="0"/>
                    </a:cubicBezTo>
                    <a:cubicBezTo>
                      <a:pt x="3257" y="0"/>
                      <a:pt x="4200" y="943"/>
                      <a:pt x="4200" y="2105"/>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3" name="Group 27">
            <a:extLst>
              <a:ext uri="{FF2B5EF4-FFF2-40B4-BE49-F238E27FC236}">
                <a16:creationId xmlns:a16="http://schemas.microsoft.com/office/drawing/2014/main" id="{BFD0C831-CC21-E94D-6805-737241FEB30D}"/>
              </a:ext>
            </a:extLst>
          </p:cNvPr>
          <p:cNvGrpSpPr/>
          <p:nvPr/>
        </p:nvGrpSpPr>
        <p:grpSpPr>
          <a:xfrm>
            <a:off x="2364644" y="2700048"/>
            <a:ext cx="1833430" cy="1807311"/>
            <a:chOff x="1409700" y="2898775"/>
            <a:chExt cx="2897188" cy="2855913"/>
          </a:xfrm>
        </p:grpSpPr>
        <p:pic>
          <p:nvPicPr>
            <p:cNvPr id="24" name="Picture 2">
              <a:extLst>
                <a:ext uri="{FF2B5EF4-FFF2-40B4-BE49-F238E27FC236}">
                  <a16:creationId xmlns:a16="http://schemas.microsoft.com/office/drawing/2014/main" id="{C55C2AC4-7011-4303-EFF2-8C6E3E93A465}"/>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2161381" y="3609182"/>
              <a:ext cx="1393825"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 name="Group 2">
              <a:extLst>
                <a:ext uri="{FF2B5EF4-FFF2-40B4-BE49-F238E27FC236}">
                  <a16:creationId xmlns:a16="http://schemas.microsoft.com/office/drawing/2014/main" id="{698DF541-47D8-3A1C-F553-DC5659D7B1C8}"/>
                </a:ext>
              </a:extLst>
            </p:cNvPr>
            <p:cNvGrpSpPr>
              <a:grpSpLocks/>
            </p:cNvGrpSpPr>
            <p:nvPr/>
          </p:nvGrpSpPr>
          <p:grpSpPr bwMode="auto">
            <a:xfrm>
              <a:off x="2632075" y="2898775"/>
              <a:ext cx="1516063" cy="2317750"/>
              <a:chOff x="2632075" y="2898775"/>
              <a:chExt cx="1516063" cy="2317750"/>
            </a:xfrm>
          </p:grpSpPr>
          <p:sp>
            <p:nvSpPr>
              <p:cNvPr id="26" name="Freeform 28">
                <a:extLst>
                  <a:ext uri="{FF2B5EF4-FFF2-40B4-BE49-F238E27FC236}">
                    <a16:creationId xmlns:a16="http://schemas.microsoft.com/office/drawing/2014/main" id="{56BF5249-2104-498D-9B0C-1A58C2568C21}"/>
                  </a:ext>
                </a:extLst>
              </p:cNvPr>
              <p:cNvSpPr>
                <a:spLocks noChangeArrowheads="1"/>
              </p:cNvSpPr>
              <p:nvPr/>
            </p:nvSpPr>
            <p:spPr bwMode="auto">
              <a:xfrm>
                <a:off x="2635250" y="3686175"/>
                <a:ext cx="1509713" cy="1530350"/>
              </a:xfrm>
              <a:custGeom>
                <a:avLst/>
                <a:gdLst>
                  <a:gd name="T0" fmla="*/ 2147483646 w 4192"/>
                  <a:gd name="T1" fmla="*/ 467252700 h 4249"/>
                  <a:gd name="T2" fmla="*/ 2147483646 w 4192"/>
                  <a:gd name="T3" fmla="*/ 467252700 h 4249"/>
                  <a:gd name="T4" fmla="*/ 0 w 4192"/>
                  <a:gd name="T5" fmla="*/ 0 h 4249"/>
                  <a:gd name="T6" fmla="*/ 2147483646 w 4192"/>
                  <a:gd name="T7" fmla="*/ 2147483646 h 4249"/>
                  <a:gd name="T8" fmla="*/ 2147483646 w 4192"/>
                  <a:gd name="T9" fmla="*/ 2147483646 h 4249"/>
                  <a:gd name="T10" fmla="*/ 2147483646 w 4192"/>
                  <a:gd name="T11" fmla="*/ 2147483646 h 4249"/>
                  <a:gd name="T12" fmla="*/ 2147483646 w 4192"/>
                  <a:gd name="T13" fmla="*/ 2147483646 h 4249"/>
                  <a:gd name="T14" fmla="*/ 2147483646 w 4192"/>
                  <a:gd name="T15" fmla="*/ 2147483646 h 4249"/>
                  <a:gd name="T16" fmla="*/ 2147483646 w 4192"/>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49">
                    <a:moveTo>
                      <a:pt x="4191" y="10"/>
                    </a:moveTo>
                    <a:lnTo>
                      <a:pt x="4191" y="10"/>
                    </a:lnTo>
                    <a:cubicBezTo>
                      <a:pt x="0" y="0"/>
                      <a:pt x="0" y="0"/>
                      <a:pt x="0" y="0"/>
                    </a:cubicBezTo>
                    <a:cubicBezTo>
                      <a:pt x="152" y="2409"/>
                      <a:pt x="152" y="2409"/>
                      <a:pt x="152" y="2409"/>
                    </a:cubicBezTo>
                    <a:cubicBezTo>
                      <a:pt x="210" y="3438"/>
                      <a:pt x="1057" y="4248"/>
                      <a:pt x="2095" y="4248"/>
                    </a:cubicBezTo>
                    <a:cubicBezTo>
                      <a:pt x="3134" y="4248"/>
                      <a:pt x="3981" y="3438"/>
                      <a:pt x="4038" y="2409"/>
                    </a:cubicBezTo>
                    <a:lnTo>
                      <a:pt x="4191" y="10"/>
                    </a:lnTo>
                  </a:path>
                </a:pathLst>
              </a:custGeom>
              <a:solidFill>
                <a:schemeClr val="accent6">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7" name="Freeform 29">
                <a:extLst>
                  <a:ext uri="{FF2B5EF4-FFF2-40B4-BE49-F238E27FC236}">
                    <a16:creationId xmlns:a16="http://schemas.microsoft.com/office/drawing/2014/main" id="{DF70B2EB-965A-58E2-8406-6C86269046BE}"/>
                  </a:ext>
                </a:extLst>
              </p:cNvPr>
              <p:cNvSpPr>
                <a:spLocks noChangeArrowheads="1"/>
              </p:cNvSpPr>
              <p:nvPr/>
            </p:nvSpPr>
            <p:spPr bwMode="auto">
              <a:xfrm>
                <a:off x="2632075" y="2898775"/>
                <a:ext cx="1516063" cy="1516063"/>
              </a:xfrm>
              <a:custGeom>
                <a:avLst/>
                <a:gdLst>
                  <a:gd name="T0" fmla="*/ 2147483646 w 4210"/>
                  <a:gd name="T1" fmla="*/ 2147483646 h 4210"/>
                  <a:gd name="T2" fmla="*/ 2147483646 w 4210"/>
                  <a:gd name="T3" fmla="*/ 2147483646 h 4210"/>
                  <a:gd name="T4" fmla="*/ 2147483646 w 4210"/>
                  <a:gd name="T5" fmla="*/ 2147483646 h 4210"/>
                  <a:gd name="T6" fmla="*/ 0 w 4210"/>
                  <a:gd name="T7" fmla="*/ 2147483646 h 4210"/>
                  <a:gd name="T8" fmla="*/ 2147483646 w 4210"/>
                  <a:gd name="T9" fmla="*/ 0 h 4210"/>
                  <a:gd name="T10" fmla="*/ 2147483646 w 4210"/>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0" h="4210">
                    <a:moveTo>
                      <a:pt x="4209" y="2105"/>
                    </a:moveTo>
                    <a:lnTo>
                      <a:pt x="4209" y="2105"/>
                    </a:lnTo>
                    <a:cubicBezTo>
                      <a:pt x="4209" y="3267"/>
                      <a:pt x="3267" y="4209"/>
                      <a:pt x="2104" y="4209"/>
                    </a:cubicBezTo>
                    <a:cubicBezTo>
                      <a:pt x="943" y="4209"/>
                      <a:pt x="0" y="3267"/>
                      <a:pt x="0" y="2105"/>
                    </a:cubicBezTo>
                    <a:cubicBezTo>
                      <a:pt x="0" y="942"/>
                      <a:pt x="943" y="0"/>
                      <a:pt x="2104" y="0"/>
                    </a:cubicBezTo>
                    <a:cubicBezTo>
                      <a:pt x="3267" y="0"/>
                      <a:pt x="4209" y="942"/>
                      <a:pt x="4209" y="2105"/>
                    </a:cubicBez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8" name="Group 39">
            <a:extLst>
              <a:ext uri="{FF2B5EF4-FFF2-40B4-BE49-F238E27FC236}">
                <a16:creationId xmlns:a16="http://schemas.microsoft.com/office/drawing/2014/main" id="{F5B1830B-96BB-82F8-88BD-201A18E12EE8}"/>
              </a:ext>
            </a:extLst>
          </p:cNvPr>
          <p:cNvGrpSpPr/>
          <p:nvPr/>
        </p:nvGrpSpPr>
        <p:grpSpPr>
          <a:xfrm>
            <a:off x="3616615" y="1340433"/>
            <a:ext cx="1832424" cy="1856205"/>
            <a:chOff x="3372192" y="942975"/>
            <a:chExt cx="2895600" cy="2933177"/>
          </a:xfrm>
        </p:grpSpPr>
        <p:pic>
          <p:nvPicPr>
            <p:cNvPr id="29" name="Picture 2">
              <a:extLst>
                <a:ext uri="{FF2B5EF4-FFF2-40B4-BE49-F238E27FC236}">
                  <a16:creationId xmlns:a16="http://schemas.microsoft.com/office/drawing/2014/main" id="{BF732AE2-F2D4-2100-F399-F99478C49F40}"/>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4123079" y="1731439"/>
              <a:ext cx="1393826"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 name="Group 1">
              <a:extLst>
                <a:ext uri="{FF2B5EF4-FFF2-40B4-BE49-F238E27FC236}">
                  <a16:creationId xmlns:a16="http://schemas.microsoft.com/office/drawing/2014/main" id="{03E3E8EB-34FC-5256-4B37-AFBF31968A3D}"/>
                </a:ext>
              </a:extLst>
            </p:cNvPr>
            <p:cNvGrpSpPr>
              <a:grpSpLocks/>
            </p:cNvGrpSpPr>
            <p:nvPr/>
          </p:nvGrpSpPr>
          <p:grpSpPr bwMode="auto">
            <a:xfrm>
              <a:off x="4606925" y="942975"/>
              <a:ext cx="1512888" cy="2322513"/>
              <a:chOff x="4606925" y="942975"/>
              <a:chExt cx="1512888" cy="2322513"/>
            </a:xfrm>
          </p:grpSpPr>
          <p:sp>
            <p:nvSpPr>
              <p:cNvPr id="31" name="Freeform 18">
                <a:extLst>
                  <a:ext uri="{FF2B5EF4-FFF2-40B4-BE49-F238E27FC236}">
                    <a16:creationId xmlns:a16="http://schemas.microsoft.com/office/drawing/2014/main" id="{296D085F-D0F2-E38C-7435-AF346EEF3A6E}"/>
                  </a:ext>
                </a:extLst>
              </p:cNvPr>
              <p:cNvSpPr>
                <a:spLocks noChangeArrowheads="1"/>
              </p:cNvSpPr>
              <p:nvPr/>
            </p:nvSpPr>
            <p:spPr bwMode="auto">
              <a:xfrm>
                <a:off x="4606925" y="1731963"/>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2" name="Freeform 19">
                <a:extLst>
                  <a:ext uri="{FF2B5EF4-FFF2-40B4-BE49-F238E27FC236}">
                    <a16:creationId xmlns:a16="http://schemas.microsoft.com/office/drawing/2014/main" id="{DF888065-D02F-6B66-A8B3-A603903B5BB7}"/>
                  </a:ext>
                </a:extLst>
              </p:cNvPr>
              <p:cNvSpPr>
                <a:spLocks noChangeArrowheads="1"/>
              </p:cNvSpPr>
              <p:nvPr/>
            </p:nvSpPr>
            <p:spPr bwMode="auto">
              <a:xfrm>
                <a:off x="4606925" y="942975"/>
                <a:ext cx="1512888" cy="1516063"/>
              </a:xfrm>
              <a:custGeom>
                <a:avLst/>
                <a:gdLst>
                  <a:gd name="T0" fmla="*/ 2147483646 w 4201"/>
                  <a:gd name="T1" fmla="*/ 2147483646 h 4212"/>
                  <a:gd name="T2" fmla="*/ 2147483646 w 4201"/>
                  <a:gd name="T3" fmla="*/ 2147483646 h 4212"/>
                  <a:gd name="T4" fmla="*/ 2147483646 w 4201"/>
                  <a:gd name="T5" fmla="*/ 2147483646 h 4212"/>
                  <a:gd name="T6" fmla="*/ 0 w 4201"/>
                  <a:gd name="T7" fmla="*/ 2147483646 h 4212"/>
                  <a:gd name="T8" fmla="*/ 2147483646 w 4201"/>
                  <a:gd name="T9" fmla="*/ 0 h 4212"/>
                  <a:gd name="T10" fmla="*/ 2147483646 w 420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2">
                    <a:moveTo>
                      <a:pt x="4200" y="2105"/>
                    </a:moveTo>
                    <a:lnTo>
                      <a:pt x="4200" y="2105"/>
                    </a:lnTo>
                    <a:cubicBezTo>
                      <a:pt x="4200" y="3268"/>
                      <a:pt x="3257" y="4211"/>
                      <a:pt x="2095" y="4211"/>
                    </a:cubicBezTo>
                    <a:cubicBezTo>
                      <a:pt x="943" y="4211"/>
                      <a:pt x="0" y="3268"/>
                      <a:pt x="0" y="2105"/>
                    </a:cubicBezTo>
                    <a:cubicBezTo>
                      <a:pt x="0" y="943"/>
                      <a:pt x="943" y="0"/>
                      <a:pt x="2095" y="0"/>
                    </a:cubicBezTo>
                    <a:cubicBezTo>
                      <a:pt x="3257" y="0"/>
                      <a:pt x="4200" y="943"/>
                      <a:pt x="4200" y="2105"/>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33" name="Group 7">
            <a:extLst>
              <a:ext uri="{FF2B5EF4-FFF2-40B4-BE49-F238E27FC236}">
                <a16:creationId xmlns:a16="http://schemas.microsoft.com/office/drawing/2014/main" id="{391ECC15-29F5-231C-ADCD-1824925932B6}"/>
              </a:ext>
            </a:extLst>
          </p:cNvPr>
          <p:cNvGrpSpPr>
            <a:grpSpLocks/>
          </p:cNvGrpSpPr>
          <p:nvPr/>
        </p:nvGrpSpPr>
        <p:grpSpPr bwMode="auto">
          <a:xfrm>
            <a:off x="6880606" y="1340433"/>
            <a:ext cx="959411" cy="1469758"/>
            <a:chOff x="8521700" y="942975"/>
            <a:chExt cx="1516063" cy="2322513"/>
          </a:xfrm>
        </p:grpSpPr>
        <p:sp>
          <p:nvSpPr>
            <p:cNvPr id="34" name="Freeform 16">
              <a:extLst>
                <a:ext uri="{FF2B5EF4-FFF2-40B4-BE49-F238E27FC236}">
                  <a16:creationId xmlns:a16="http://schemas.microsoft.com/office/drawing/2014/main" id="{71A4B5BA-941E-DE24-7B9E-379E0F71E57A}"/>
                </a:ext>
              </a:extLst>
            </p:cNvPr>
            <p:cNvSpPr>
              <a:spLocks noChangeArrowheads="1"/>
            </p:cNvSpPr>
            <p:nvPr/>
          </p:nvSpPr>
          <p:spPr bwMode="auto">
            <a:xfrm>
              <a:off x="8524875" y="1731963"/>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09" y="3439"/>
                    <a:pt x="1057" y="4258"/>
                    <a:pt x="2095" y="4258"/>
                  </a:cubicBezTo>
                  <a:cubicBezTo>
                    <a:pt x="3133" y="4258"/>
                    <a:pt x="3981" y="3439"/>
                    <a:pt x="4038" y="2410"/>
                  </a:cubicBezTo>
                  <a:lnTo>
                    <a:pt x="4191" y="10"/>
                  </a:lnTo>
                </a:path>
              </a:pathLst>
            </a:custGeom>
            <a:solidFill>
              <a:schemeClr val="accent2">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5" name="Freeform 17">
              <a:extLst>
                <a:ext uri="{FF2B5EF4-FFF2-40B4-BE49-F238E27FC236}">
                  <a16:creationId xmlns:a16="http://schemas.microsoft.com/office/drawing/2014/main" id="{28523E11-11C2-50BE-CF9E-3BBADAD7D042}"/>
                </a:ext>
              </a:extLst>
            </p:cNvPr>
            <p:cNvSpPr>
              <a:spLocks noChangeArrowheads="1"/>
            </p:cNvSpPr>
            <p:nvPr/>
          </p:nvSpPr>
          <p:spPr bwMode="auto">
            <a:xfrm>
              <a:off x="8521700" y="942975"/>
              <a:ext cx="1516063" cy="1516063"/>
            </a:xfrm>
            <a:custGeom>
              <a:avLst/>
              <a:gdLst>
                <a:gd name="T0" fmla="*/ 2147483646 w 4211"/>
                <a:gd name="T1" fmla="*/ 2147483646 h 4212"/>
                <a:gd name="T2" fmla="*/ 2147483646 w 4211"/>
                <a:gd name="T3" fmla="*/ 2147483646 h 4212"/>
                <a:gd name="T4" fmla="*/ 2147483646 w 4211"/>
                <a:gd name="T5" fmla="*/ 2147483646 h 4212"/>
                <a:gd name="T6" fmla="*/ 0 w 4211"/>
                <a:gd name="T7" fmla="*/ 2147483646 h 4212"/>
                <a:gd name="T8" fmla="*/ 2147483646 w 4211"/>
                <a:gd name="T9" fmla="*/ 0 h 4212"/>
                <a:gd name="T10" fmla="*/ 2147483646 w 421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1" h="4212">
                  <a:moveTo>
                    <a:pt x="4210" y="2105"/>
                  </a:moveTo>
                  <a:lnTo>
                    <a:pt x="4210" y="2105"/>
                  </a:lnTo>
                  <a:cubicBezTo>
                    <a:pt x="4210" y="3268"/>
                    <a:pt x="3267" y="4211"/>
                    <a:pt x="2105" y="4211"/>
                  </a:cubicBezTo>
                  <a:cubicBezTo>
                    <a:pt x="943" y="4211"/>
                    <a:pt x="0" y="3268"/>
                    <a:pt x="0" y="2105"/>
                  </a:cubicBezTo>
                  <a:cubicBezTo>
                    <a:pt x="0" y="943"/>
                    <a:pt x="943" y="0"/>
                    <a:pt x="2105" y="0"/>
                  </a:cubicBezTo>
                  <a:cubicBezTo>
                    <a:pt x="3267" y="0"/>
                    <a:pt x="4210" y="943"/>
                    <a:pt x="4210" y="2105"/>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sp>
        <p:nvSpPr>
          <p:cNvPr id="36" name="Freeform 13">
            <a:extLst>
              <a:ext uri="{FF2B5EF4-FFF2-40B4-BE49-F238E27FC236}">
                <a16:creationId xmlns:a16="http://schemas.microsoft.com/office/drawing/2014/main" id="{87023731-785C-DFD8-329C-950A26C82198}"/>
              </a:ext>
            </a:extLst>
          </p:cNvPr>
          <p:cNvSpPr>
            <a:spLocks noChangeArrowheads="1"/>
          </p:cNvSpPr>
          <p:nvPr/>
        </p:nvSpPr>
        <p:spPr bwMode="auto">
          <a:xfrm rot="8100000">
            <a:off x="5713840" y="1845645"/>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7" name="Freeform 13">
            <a:extLst>
              <a:ext uri="{FF2B5EF4-FFF2-40B4-BE49-F238E27FC236}">
                <a16:creationId xmlns:a16="http://schemas.microsoft.com/office/drawing/2014/main" id="{807C46B7-1926-C506-36E8-1EC6EEECC66F}"/>
              </a:ext>
            </a:extLst>
          </p:cNvPr>
          <p:cNvSpPr>
            <a:spLocks noChangeArrowheads="1"/>
          </p:cNvSpPr>
          <p:nvPr/>
        </p:nvSpPr>
        <p:spPr bwMode="auto">
          <a:xfrm rot="13500000" flipV="1">
            <a:off x="5713839" y="4676343"/>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8" name="TextBox 72">
            <a:extLst>
              <a:ext uri="{FF2B5EF4-FFF2-40B4-BE49-F238E27FC236}">
                <a16:creationId xmlns:a16="http://schemas.microsoft.com/office/drawing/2014/main" id="{4CB5A042-7978-EA31-517B-334F1936F2BD}"/>
              </a:ext>
            </a:extLst>
          </p:cNvPr>
          <p:cNvSpPr txBox="1"/>
          <p:nvPr/>
        </p:nvSpPr>
        <p:spPr>
          <a:xfrm>
            <a:off x="4343843"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1</a:t>
            </a:r>
            <a:endParaRPr lang="en-US" sz="2000" b="1" dirty="0">
              <a:solidFill>
                <a:schemeClr val="lt1"/>
              </a:solidFill>
              <a:cs typeface="Arial" panose="020B0604020202020204" pitchFamily="34" charset="0"/>
            </a:endParaRPr>
          </a:p>
        </p:txBody>
      </p:sp>
      <p:sp>
        <p:nvSpPr>
          <p:cNvPr id="39" name="TextBox 72">
            <a:extLst>
              <a:ext uri="{FF2B5EF4-FFF2-40B4-BE49-F238E27FC236}">
                <a16:creationId xmlns:a16="http://schemas.microsoft.com/office/drawing/2014/main" id="{888F5A2E-4717-FE91-EE60-841BEB15178A}"/>
              </a:ext>
            </a:extLst>
          </p:cNvPr>
          <p:cNvSpPr txBox="1"/>
          <p:nvPr/>
        </p:nvSpPr>
        <p:spPr>
          <a:xfrm>
            <a:off x="6842618"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2</a:t>
            </a:r>
            <a:endParaRPr lang="en-US" sz="2000" b="1" dirty="0">
              <a:solidFill>
                <a:schemeClr val="lt1"/>
              </a:solidFill>
              <a:cs typeface="Arial" panose="020B0604020202020204" pitchFamily="34" charset="0"/>
            </a:endParaRPr>
          </a:p>
        </p:txBody>
      </p:sp>
      <p:sp>
        <p:nvSpPr>
          <p:cNvPr id="40" name="TextBox 72">
            <a:extLst>
              <a:ext uri="{FF2B5EF4-FFF2-40B4-BE49-F238E27FC236}">
                <a16:creationId xmlns:a16="http://schemas.microsoft.com/office/drawing/2014/main" id="{11BD1C4F-B2E0-150D-352D-6872CCAEC0E7}"/>
              </a:ext>
            </a:extLst>
          </p:cNvPr>
          <p:cNvSpPr txBox="1"/>
          <p:nvPr/>
        </p:nvSpPr>
        <p:spPr>
          <a:xfrm>
            <a:off x="4343843"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5</a:t>
            </a:r>
            <a:endParaRPr lang="en-US" sz="2000" b="1" dirty="0">
              <a:solidFill>
                <a:schemeClr val="lt1"/>
              </a:solidFill>
              <a:cs typeface="Arial" panose="020B0604020202020204" pitchFamily="34" charset="0"/>
            </a:endParaRPr>
          </a:p>
        </p:txBody>
      </p:sp>
      <p:sp>
        <p:nvSpPr>
          <p:cNvPr id="41" name="TextBox 72">
            <a:extLst>
              <a:ext uri="{FF2B5EF4-FFF2-40B4-BE49-F238E27FC236}">
                <a16:creationId xmlns:a16="http://schemas.microsoft.com/office/drawing/2014/main" id="{4E542A5D-7905-284F-9657-D4C6CEBEB5BF}"/>
              </a:ext>
            </a:extLst>
          </p:cNvPr>
          <p:cNvSpPr txBox="1"/>
          <p:nvPr/>
        </p:nvSpPr>
        <p:spPr>
          <a:xfrm>
            <a:off x="6815799"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4</a:t>
            </a:r>
            <a:endParaRPr lang="en-US" sz="2000" b="1" dirty="0">
              <a:solidFill>
                <a:schemeClr val="lt1"/>
              </a:solidFill>
              <a:cs typeface="Arial" panose="020B0604020202020204" pitchFamily="34" charset="0"/>
            </a:endParaRPr>
          </a:p>
        </p:txBody>
      </p:sp>
      <p:sp>
        <p:nvSpPr>
          <p:cNvPr id="42" name="TextBox 72">
            <a:extLst>
              <a:ext uri="{FF2B5EF4-FFF2-40B4-BE49-F238E27FC236}">
                <a16:creationId xmlns:a16="http://schemas.microsoft.com/office/drawing/2014/main" id="{A5F45CE4-756F-19E7-1BC2-366FDF26F7D4}"/>
              </a:ext>
            </a:extLst>
          </p:cNvPr>
          <p:cNvSpPr txBox="1"/>
          <p:nvPr/>
        </p:nvSpPr>
        <p:spPr>
          <a:xfrm>
            <a:off x="8162141"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3</a:t>
            </a:r>
            <a:endParaRPr lang="en-US" sz="2000" b="1" dirty="0">
              <a:solidFill>
                <a:schemeClr val="lt1"/>
              </a:solidFill>
              <a:cs typeface="Arial" panose="020B0604020202020204" pitchFamily="34" charset="0"/>
            </a:endParaRPr>
          </a:p>
        </p:txBody>
      </p:sp>
      <p:sp>
        <p:nvSpPr>
          <p:cNvPr id="43" name="TextBox 72">
            <a:extLst>
              <a:ext uri="{FF2B5EF4-FFF2-40B4-BE49-F238E27FC236}">
                <a16:creationId xmlns:a16="http://schemas.microsoft.com/office/drawing/2014/main" id="{7E31B23A-A36D-1311-EAC8-83176ED0C5C5}"/>
              </a:ext>
            </a:extLst>
          </p:cNvPr>
          <p:cNvSpPr txBox="1"/>
          <p:nvPr/>
        </p:nvSpPr>
        <p:spPr>
          <a:xfrm>
            <a:off x="3101726"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6</a:t>
            </a:r>
            <a:endParaRPr lang="en-US" sz="2000" b="1" dirty="0">
              <a:solidFill>
                <a:schemeClr val="lt1"/>
              </a:solidFill>
              <a:cs typeface="Arial" panose="020B0604020202020204" pitchFamily="34" charset="0"/>
            </a:endParaRPr>
          </a:p>
        </p:txBody>
      </p:sp>
      <p:sp>
        <p:nvSpPr>
          <p:cNvPr id="44" name="TextBox 82">
            <a:extLst>
              <a:ext uri="{FF2B5EF4-FFF2-40B4-BE49-F238E27FC236}">
                <a16:creationId xmlns:a16="http://schemas.microsoft.com/office/drawing/2014/main" id="{9F910754-3D48-3CB9-4109-54BB88AE0F49}"/>
              </a:ext>
            </a:extLst>
          </p:cNvPr>
          <p:cNvSpPr txBox="1"/>
          <p:nvPr/>
        </p:nvSpPr>
        <p:spPr>
          <a:xfrm>
            <a:off x="838200" y="1267443"/>
            <a:ext cx="3295886"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5" name="TextBox 82 - 1">
            <a:extLst>
              <a:ext uri="{FF2B5EF4-FFF2-40B4-BE49-F238E27FC236}">
                <a16:creationId xmlns:a16="http://schemas.microsoft.com/office/drawing/2014/main" id="{747A8E08-2839-91B0-56D6-EDCFA71EE231}"/>
              </a:ext>
            </a:extLst>
          </p:cNvPr>
          <p:cNvSpPr txBox="1"/>
          <p:nvPr/>
        </p:nvSpPr>
        <p:spPr>
          <a:xfrm>
            <a:off x="8057914" y="1267443"/>
            <a:ext cx="3295886"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6" name="TextBox 82">
            <a:extLst>
              <a:ext uri="{FF2B5EF4-FFF2-40B4-BE49-F238E27FC236}">
                <a16:creationId xmlns:a16="http://schemas.microsoft.com/office/drawing/2014/main" id="{3F8C4393-5149-53D3-C5A7-3784D2C24BA8}"/>
              </a:ext>
            </a:extLst>
          </p:cNvPr>
          <p:cNvSpPr txBox="1"/>
          <p:nvPr/>
        </p:nvSpPr>
        <p:spPr>
          <a:xfrm>
            <a:off x="838200" y="2713064"/>
            <a:ext cx="2181029" cy="1569660"/>
          </a:xfrm>
          <a:prstGeom prst="rect">
            <a:avLst/>
          </a:prstGeom>
          <a:noFill/>
        </p:spPr>
        <p:txBody>
          <a:bodyPr wrap="square" lIns="0" rIns="0" rtlCol="0" anchor="ctr">
            <a:spAutoFit/>
          </a:bodyPr>
          <a:lstStyle/>
          <a:p>
            <a:pPr algn="r"/>
            <a:r>
              <a:rPr lang="en-US" sz="1600" b="1" dirty="0">
                <a:solidFill>
                  <a:schemeClr val="accent6"/>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7" name="TextBox 82">
            <a:extLst>
              <a:ext uri="{FF2B5EF4-FFF2-40B4-BE49-F238E27FC236}">
                <a16:creationId xmlns:a16="http://schemas.microsoft.com/office/drawing/2014/main" id="{1B2FD89C-023A-9725-77E7-1D479A2BCBBB}"/>
              </a:ext>
            </a:extLst>
          </p:cNvPr>
          <p:cNvSpPr txBox="1"/>
          <p:nvPr/>
        </p:nvSpPr>
        <p:spPr>
          <a:xfrm>
            <a:off x="9275534" y="2713064"/>
            <a:ext cx="2181029" cy="1569660"/>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8" name="TextBox 82">
            <a:extLst>
              <a:ext uri="{FF2B5EF4-FFF2-40B4-BE49-F238E27FC236}">
                <a16:creationId xmlns:a16="http://schemas.microsoft.com/office/drawing/2014/main" id="{F11DA98E-4160-FE2E-E41D-AA82C198EDA1}"/>
              </a:ext>
            </a:extLst>
          </p:cNvPr>
          <p:cNvSpPr txBox="1"/>
          <p:nvPr/>
        </p:nvSpPr>
        <p:spPr>
          <a:xfrm>
            <a:off x="838200" y="4930719"/>
            <a:ext cx="3497677"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9" name="TextBox 82 - 1">
            <a:extLst>
              <a:ext uri="{FF2B5EF4-FFF2-40B4-BE49-F238E27FC236}">
                <a16:creationId xmlns:a16="http://schemas.microsoft.com/office/drawing/2014/main" id="{AA0483DF-C383-0D74-935E-EA8130BB6CC9}"/>
              </a:ext>
            </a:extLst>
          </p:cNvPr>
          <p:cNvSpPr txBox="1"/>
          <p:nvPr/>
        </p:nvSpPr>
        <p:spPr>
          <a:xfrm>
            <a:off x="7856124" y="4930719"/>
            <a:ext cx="3497677" cy="1077218"/>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248019363"/>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0" name="Object 9"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Puzzle pieces 02</a:t>
            </a:r>
          </a:p>
        </p:txBody>
      </p:sp>
      <p:sp>
        <p:nvSpPr>
          <p:cNvPr id="15" name="Freeform 14"/>
          <p:cNvSpPr>
            <a:spLocks noChangeAspect="1"/>
          </p:cNvSpPr>
          <p:nvPr/>
        </p:nvSpPr>
        <p:spPr>
          <a:xfrm>
            <a:off x="60625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26" name="Freeform 25"/>
          <p:cNvSpPr>
            <a:spLocks noChangeAspect="1"/>
          </p:cNvSpPr>
          <p:nvPr/>
        </p:nvSpPr>
        <p:spPr>
          <a:xfrm>
            <a:off x="416414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defRPr/>
            </a:pPr>
            <a:r>
              <a:rPr lang="en-US" kern="0" dirty="0"/>
              <a:t>Lorem ipsum</a:t>
            </a:r>
          </a:p>
        </p:txBody>
      </p:sp>
      <p:sp>
        <p:nvSpPr>
          <p:cNvPr id="28" name="Freeform 27"/>
          <p:cNvSpPr/>
          <p:nvPr/>
        </p:nvSpPr>
        <p:spPr>
          <a:xfrm>
            <a:off x="620623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29" name="Freeform 28"/>
          <p:cNvSpPr>
            <a:spLocks noChangeAspect="1"/>
          </p:cNvSpPr>
          <p:nvPr/>
        </p:nvSpPr>
        <p:spPr>
          <a:xfrm>
            <a:off x="7722038"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30" name="Freeform 29"/>
          <p:cNvSpPr/>
          <p:nvPr/>
        </p:nvSpPr>
        <p:spPr>
          <a:xfrm>
            <a:off x="976412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43" name="Freeform 42"/>
          <p:cNvSpPr/>
          <p:nvPr/>
        </p:nvSpPr>
        <p:spPr>
          <a:xfrm>
            <a:off x="2648345" y="1180831"/>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53" name="Rectangle 52"/>
          <p:cNvSpPr/>
          <p:nvPr/>
        </p:nvSpPr>
        <p:spPr>
          <a:xfrm>
            <a:off x="2660537"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4" name="Rectangle 53"/>
          <p:cNvSpPr/>
          <p:nvPr/>
        </p:nvSpPr>
        <p:spPr>
          <a:xfrm>
            <a:off x="875496"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5" name="Rectangle 54"/>
          <p:cNvSpPr/>
          <p:nvPr/>
        </p:nvSpPr>
        <p:spPr>
          <a:xfrm>
            <a:off x="4445578" y="3761396"/>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6" name="Rectangle 55"/>
          <p:cNvSpPr/>
          <p:nvPr/>
        </p:nvSpPr>
        <p:spPr>
          <a:xfrm>
            <a:off x="6230619" y="3760568"/>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7" name="Rectangle 56"/>
          <p:cNvSpPr/>
          <p:nvPr/>
        </p:nvSpPr>
        <p:spPr>
          <a:xfrm>
            <a:off x="8015660" y="3759740"/>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8" name="Rectangle 57"/>
          <p:cNvSpPr/>
          <p:nvPr/>
        </p:nvSpPr>
        <p:spPr>
          <a:xfrm>
            <a:off x="9800703" y="3758912"/>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cxnSp>
        <p:nvCxnSpPr>
          <p:cNvPr id="5" name="Straight Connector 4">
            <a:extLst>
              <a:ext uri="{FF2B5EF4-FFF2-40B4-BE49-F238E27FC236}">
                <a16:creationId xmlns:a16="http://schemas.microsoft.com/office/drawing/2014/main" id="{06AE5185-1E48-4EDC-978C-477790C90B91}"/>
              </a:ext>
            </a:extLst>
          </p:cNvPr>
          <p:cNvCxnSpPr/>
          <p:nvPr/>
        </p:nvCxnSpPr>
        <p:spPr>
          <a:xfrm>
            <a:off x="2660537"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0DAEAE9-8172-4891-A968-050447E16E6D}"/>
              </a:ext>
            </a:extLst>
          </p:cNvPr>
          <p:cNvCxnSpPr/>
          <p:nvPr/>
        </p:nvCxnSpPr>
        <p:spPr>
          <a:xfrm>
            <a:off x="4445578"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6AEAC24-1E13-4CB7-8600-0E15AB95BD01}"/>
              </a:ext>
            </a:extLst>
          </p:cNvPr>
          <p:cNvCxnSpPr/>
          <p:nvPr/>
        </p:nvCxnSpPr>
        <p:spPr>
          <a:xfrm>
            <a:off x="6230619"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2A4CAA0-251F-4BF6-B213-5D1D083FD803}"/>
              </a:ext>
            </a:extLst>
          </p:cNvPr>
          <p:cNvCxnSpPr/>
          <p:nvPr/>
        </p:nvCxnSpPr>
        <p:spPr>
          <a:xfrm>
            <a:off x="8015660"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F454A57-BE92-4381-83C2-C9012E0AAA4B}"/>
              </a:ext>
            </a:extLst>
          </p:cNvPr>
          <p:cNvCxnSpPr/>
          <p:nvPr/>
        </p:nvCxnSpPr>
        <p:spPr>
          <a:xfrm>
            <a:off x="9800701"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541699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0916E7FF-6F01-40EB-91E6-764DBEBE5DB7}"/>
              </a:ext>
            </a:extLst>
          </p:cNvPr>
          <p:cNvSpPr>
            <a:spLocks noGrp="1"/>
          </p:cNvSpPr>
          <p:nvPr>
            <p:ph type="title"/>
          </p:nvPr>
        </p:nvSpPr>
        <p:spPr>
          <a:xfrm>
            <a:off x="214184" y="13663"/>
            <a:ext cx="9728886" cy="678316"/>
          </a:xfrm>
        </p:spPr>
        <p:txBody>
          <a:bodyPr>
            <a:normAutofit/>
          </a:bodyPr>
          <a:lstStyle/>
          <a:p>
            <a:r>
              <a:rPr lang="en-US" dirty="0"/>
              <a:t>Petals 6</a:t>
            </a:r>
          </a:p>
        </p:txBody>
      </p:sp>
      <p:grpSp>
        <p:nvGrpSpPr>
          <p:cNvPr id="9" name="Group 8">
            <a:extLst>
              <a:ext uri="{FF2B5EF4-FFF2-40B4-BE49-F238E27FC236}">
                <a16:creationId xmlns:a16="http://schemas.microsoft.com/office/drawing/2014/main" id="{4C68EF81-7BBC-4958-BF8A-7DCBA111551C}"/>
              </a:ext>
            </a:extLst>
          </p:cNvPr>
          <p:cNvGrpSpPr>
            <a:grpSpLocks noChangeAspect="1"/>
          </p:cNvGrpSpPr>
          <p:nvPr/>
        </p:nvGrpSpPr>
        <p:grpSpPr>
          <a:xfrm>
            <a:off x="4154809" y="1567186"/>
            <a:ext cx="3882381" cy="4477128"/>
            <a:chOff x="3506237" y="435435"/>
            <a:chExt cx="5167449" cy="5959058"/>
          </a:xfrm>
        </p:grpSpPr>
        <p:sp>
          <p:nvSpPr>
            <p:cNvPr id="3" name="Freeform: Shape 2">
              <a:extLst>
                <a:ext uri="{FF2B5EF4-FFF2-40B4-BE49-F238E27FC236}">
                  <a16:creationId xmlns:a16="http://schemas.microsoft.com/office/drawing/2014/main" id="{76B9ED3A-81AD-49C0-9B7C-4FB861DBC8F5}"/>
                </a:ext>
              </a:extLst>
            </p:cNvPr>
            <p:cNvSpPr>
              <a:spLocks noChangeAspect="1"/>
            </p:cNvSpPr>
            <p:nvPr/>
          </p:nvSpPr>
          <p:spPr>
            <a:xfrm>
              <a:off x="3512330" y="435435"/>
              <a:ext cx="5161355" cy="2979528"/>
            </a:xfrm>
            <a:custGeom>
              <a:avLst/>
              <a:gdLst>
                <a:gd name="connsiteX0" fmla="*/ 2580678 w 5161355"/>
                <a:gd name="connsiteY0" fmla="*/ 0 h 2979528"/>
                <a:gd name="connsiteX1" fmla="*/ 3790214 w 5161355"/>
                <a:gd name="connsiteY1" fmla="*/ 891467 h 2979528"/>
                <a:gd name="connsiteX2" fmla="*/ 5161355 w 5161355"/>
                <a:gd name="connsiteY2" fmla="*/ 1495563 h 2979528"/>
                <a:gd name="connsiteX3" fmla="*/ 4985730 w 5161355"/>
                <a:gd name="connsiteY3" fmla="*/ 2977106 h 2979528"/>
                <a:gd name="connsiteX4" fmla="*/ 4986012 w 5161355"/>
                <a:gd name="connsiteY4" fmla="*/ 2979528 h 2979528"/>
                <a:gd name="connsiteX5" fmla="*/ 3473209 w 5161355"/>
                <a:gd name="connsiteY5" fmla="*/ 2979528 h 2979528"/>
                <a:gd name="connsiteX6" fmla="*/ 3456523 w 5161355"/>
                <a:gd name="connsiteY6" fmla="*/ 2814008 h 2979528"/>
                <a:gd name="connsiteX7" fmla="*/ 2583670 w 5161355"/>
                <a:gd name="connsiteY7" fmla="*/ 2102612 h 2979528"/>
                <a:gd name="connsiteX8" fmla="*/ 1710817 w 5161355"/>
                <a:gd name="connsiteY8" fmla="*/ 2814008 h 2979528"/>
                <a:gd name="connsiteX9" fmla="*/ 1694131 w 5161355"/>
                <a:gd name="connsiteY9" fmla="*/ 2979528 h 2979528"/>
                <a:gd name="connsiteX10" fmla="*/ 189340 w 5161355"/>
                <a:gd name="connsiteY10" fmla="*/ 2979528 h 2979528"/>
                <a:gd name="connsiteX11" fmla="*/ 189644 w 5161355"/>
                <a:gd name="connsiteY11" fmla="*/ 2977106 h 2979528"/>
                <a:gd name="connsiteX12" fmla="*/ 0 w 5161355"/>
                <a:gd name="connsiteY12" fmla="*/ 1495563 h 2979528"/>
                <a:gd name="connsiteX13" fmla="*/ 1357119 w 5161355"/>
                <a:gd name="connsiteY13" fmla="*/ 905487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2580678" y="0"/>
                  </a:moveTo>
                  <a:lnTo>
                    <a:pt x="3790214" y="891467"/>
                  </a:lnTo>
                  <a:lnTo>
                    <a:pt x="5161355" y="1495563"/>
                  </a:lnTo>
                  <a:lnTo>
                    <a:pt x="4985730" y="2977106"/>
                  </a:lnTo>
                  <a:lnTo>
                    <a:pt x="4986012" y="2979528"/>
                  </a:lnTo>
                  <a:lnTo>
                    <a:pt x="3473209" y="2979528"/>
                  </a:lnTo>
                  <a:lnTo>
                    <a:pt x="3456523" y="2814008"/>
                  </a:lnTo>
                  <a:cubicBezTo>
                    <a:pt x="3373445" y="2408015"/>
                    <a:pt x="3014223" y="2102612"/>
                    <a:pt x="2583670" y="2102612"/>
                  </a:cubicBezTo>
                  <a:cubicBezTo>
                    <a:pt x="2153118" y="2102612"/>
                    <a:pt x="1793896" y="2408015"/>
                    <a:pt x="1710817" y="2814008"/>
                  </a:cubicBezTo>
                  <a:lnTo>
                    <a:pt x="1694131" y="2979528"/>
                  </a:lnTo>
                  <a:lnTo>
                    <a:pt x="189340" y="2979528"/>
                  </a:lnTo>
                  <a:lnTo>
                    <a:pt x="189644" y="2977106"/>
                  </a:lnTo>
                  <a:lnTo>
                    <a:pt x="0" y="1495563"/>
                  </a:lnTo>
                  <a:lnTo>
                    <a:pt x="1357119" y="905487"/>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4" name="Freeform: Shape 3">
              <a:extLst>
                <a:ext uri="{FF2B5EF4-FFF2-40B4-BE49-F238E27FC236}">
                  <a16:creationId xmlns:a16="http://schemas.microsoft.com/office/drawing/2014/main" id="{1FC1AF33-D71D-4FA6-978E-29A668056402}"/>
                </a:ext>
              </a:extLst>
            </p:cNvPr>
            <p:cNvSpPr>
              <a:spLocks noChangeAspect="1"/>
            </p:cNvSpPr>
            <p:nvPr/>
          </p:nvSpPr>
          <p:spPr>
            <a:xfrm>
              <a:off x="6550574" y="1333875"/>
              <a:ext cx="2123112" cy="2081089"/>
            </a:xfrm>
            <a:custGeom>
              <a:avLst/>
              <a:gdLst>
                <a:gd name="connsiteX0" fmla="*/ 767798 w 2123112"/>
                <a:gd name="connsiteY0" fmla="*/ 0 h 2081089"/>
                <a:gd name="connsiteX1" fmla="*/ 2123112 w 2123112"/>
                <a:gd name="connsiteY1" fmla="*/ 597124 h 2081089"/>
                <a:gd name="connsiteX2" fmla="*/ 1947487 w 2123112"/>
                <a:gd name="connsiteY2" fmla="*/ 2078667 h 2081089"/>
                <a:gd name="connsiteX3" fmla="*/ 1947769 w 2123112"/>
                <a:gd name="connsiteY3" fmla="*/ 2081089 h 2081089"/>
                <a:gd name="connsiteX4" fmla="*/ 435671 w 2123112"/>
                <a:gd name="connsiteY4" fmla="*/ 2081089 h 2081089"/>
                <a:gd name="connsiteX5" fmla="*/ 431780 w 2123112"/>
                <a:gd name="connsiteY5" fmla="*/ 2004031 h 2081089"/>
                <a:gd name="connsiteX6" fmla="*/ 43567 w 2123112"/>
                <a:gd name="connsiteY6" fmla="*/ 1356333 h 2081089"/>
                <a:gd name="connsiteX7" fmla="*/ 0 w 2123112"/>
                <a:gd name="connsiteY7" fmla="*/ 1329866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3112" h="2081089">
                  <a:moveTo>
                    <a:pt x="767798" y="0"/>
                  </a:moveTo>
                  <a:lnTo>
                    <a:pt x="2123112" y="597124"/>
                  </a:lnTo>
                  <a:lnTo>
                    <a:pt x="1947487" y="2078667"/>
                  </a:lnTo>
                  <a:lnTo>
                    <a:pt x="1947769" y="2081089"/>
                  </a:lnTo>
                  <a:lnTo>
                    <a:pt x="435671" y="2081089"/>
                  </a:lnTo>
                  <a:lnTo>
                    <a:pt x="431780" y="2004031"/>
                  </a:lnTo>
                  <a:cubicBezTo>
                    <a:pt x="404405" y="1734470"/>
                    <a:pt x="256863" y="1500433"/>
                    <a:pt x="43567" y="1356333"/>
                  </a:cubicBezTo>
                  <a:lnTo>
                    <a:pt x="0" y="1329866"/>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5" name="Freeform: Shape 4">
              <a:extLst>
                <a:ext uri="{FF2B5EF4-FFF2-40B4-BE49-F238E27FC236}">
                  <a16:creationId xmlns:a16="http://schemas.microsoft.com/office/drawing/2014/main" id="{294E5DCA-8F60-4F61-A087-25ACC86DD07B}"/>
                </a:ext>
              </a:extLst>
            </p:cNvPr>
            <p:cNvSpPr>
              <a:spLocks noChangeAspect="1"/>
            </p:cNvSpPr>
            <p:nvPr/>
          </p:nvSpPr>
          <p:spPr>
            <a:xfrm>
              <a:off x="3512331" y="1330543"/>
              <a:ext cx="2137811" cy="2084421"/>
            </a:xfrm>
            <a:custGeom>
              <a:avLst/>
              <a:gdLst>
                <a:gd name="connsiteX0" fmla="*/ 1371145 w 2137811"/>
                <a:gd name="connsiteY0" fmla="*/ 0 h 2084421"/>
                <a:gd name="connsiteX1" fmla="*/ 2137811 w 2137811"/>
                <a:gd name="connsiteY1" fmla="*/ 1327904 h 2084421"/>
                <a:gd name="connsiteX2" fmla="*/ 2085530 w 2137811"/>
                <a:gd name="connsiteY2" fmla="*/ 1359665 h 2084421"/>
                <a:gd name="connsiteX3" fmla="*/ 1697316 w 2137811"/>
                <a:gd name="connsiteY3" fmla="*/ 2007363 h 2084421"/>
                <a:gd name="connsiteX4" fmla="*/ 1693425 w 2137811"/>
                <a:gd name="connsiteY4" fmla="*/ 2084421 h 2084421"/>
                <a:gd name="connsiteX5" fmla="*/ 189340 w 2137811"/>
                <a:gd name="connsiteY5" fmla="*/ 2084421 h 2084421"/>
                <a:gd name="connsiteX6" fmla="*/ 189645 w 2137811"/>
                <a:gd name="connsiteY6" fmla="*/ 2081999 h 2084421"/>
                <a:gd name="connsiteX7" fmla="*/ 0 w 2137811"/>
                <a:gd name="connsiteY7" fmla="*/ 600456 h 2084421"/>
                <a:gd name="connsiteX8" fmla="*/ 1357119 w 2137811"/>
                <a:gd name="connsiteY8" fmla="*/ 10380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7811" h="2084421">
                  <a:moveTo>
                    <a:pt x="1371145" y="0"/>
                  </a:moveTo>
                  <a:lnTo>
                    <a:pt x="2137811" y="1327904"/>
                  </a:lnTo>
                  <a:lnTo>
                    <a:pt x="2085530" y="1359665"/>
                  </a:lnTo>
                  <a:cubicBezTo>
                    <a:pt x="1872234" y="1503765"/>
                    <a:pt x="1724692" y="1737802"/>
                    <a:pt x="1697316" y="2007363"/>
                  </a:cubicBezTo>
                  <a:lnTo>
                    <a:pt x="1693425" y="2084421"/>
                  </a:lnTo>
                  <a:lnTo>
                    <a:pt x="189340" y="2084421"/>
                  </a:lnTo>
                  <a:lnTo>
                    <a:pt x="189645" y="2081999"/>
                  </a:lnTo>
                  <a:lnTo>
                    <a:pt x="0" y="600456"/>
                  </a:lnTo>
                  <a:lnTo>
                    <a:pt x="1357119" y="10380"/>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6" name="Freeform: Shape 5">
              <a:extLst>
                <a:ext uri="{FF2B5EF4-FFF2-40B4-BE49-F238E27FC236}">
                  <a16:creationId xmlns:a16="http://schemas.microsoft.com/office/drawing/2014/main" id="{75BA0268-A24B-44F6-ADC2-F2A3EB3F2504}"/>
                </a:ext>
              </a:extLst>
            </p:cNvPr>
            <p:cNvSpPr>
              <a:spLocks noChangeAspect="1"/>
            </p:cNvSpPr>
            <p:nvPr/>
          </p:nvSpPr>
          <p:spPr>
            <a:xfrm rot="10800000">
              <a:off x="3506239" y="3414965"/>
              <a:ext cx="5161355" cy="2979528"/>
            </a:xfrm>
            <a:custGeom>
              <a:avLst/>
              <a:gdLst>
                <a:gd name="connsiteX0" fmla="*/ 4986012 w 5161355"/>
                <a:gd name="connsiteY0" fmla="*/ 2979528 h 2979528"/>
                <a:gd name="connsiteX1" fmla="*/ 3461133 w 5161355"/>
                <a:gd name="connsiteY1" fmla="*/ 2979528 h 2979528"/>
                <a:gd name="connsiteX2" fmla="*/ 3462548 w 5161355"/>
                <a:gd name="connsiteY2" fmla="*/ 2965492 h 2979528"/>
                <a:gd name="connsiteX3" fmla="*/ 2571594 w 5161355"/>
                <a:gd name="connsiteY3" fmla="*/ 2074538 h 2979528"/>
                <a:gd name="connsiteX4" fmla="*/ 1680640 w 5161355"/>
                <a:gd name="connsiteY4" fmla="*/ 2965492 h 2979528"/>
                <a:gd name="connsiteX5" fmla="*/ 1682055 w 5161355"/>
                <a:gd name="connsiteY5" fmla="*/ 2979528 h 2979528"/>
                <a:gd name="connsiteX6" fmla="*/ 189340 w 5161355"/>
                <a:gd name="connsiteY6" fmla="*/ 2979528 h 2979528"/>
                <a:gd name="connsiteX7" fmla="*/ 189644 w 5161355"/>
                <a:gd name="connsiteY7" fmla="*/ 2977106 h 2979528"/>
                <a:gd name="connsiteX8" fmla="*/ 0 w 5161355"/>
                <a:gd name="connsiteY8" fmla="*/ 1495563 h 2979528"/>
                <a:gd name="connsiteX9" fmla="*/ 1357119 w 5161355"/>
                <a:gd name="connsiteY9" fmla="*/ 905487 h 2979528"/>
                <a:gd name="connsiteX10" fmla="*/ 2580678 w 5161355"/>
                <a:gd name="connsiteY10" fmla="*/ 0 h 2979528"/>
                <a:gd name="connsiteX11" fmla="*/ 3790214 w 5161355"/>
                <a:gd name="connsiteY11" fmla="*/ 891467 h 2979528"/>
                <a:gd name="connsiteX12" fmla="*/ 5161355 w 5161355"/>
                <a:gd name="connsiteY12" fmla="*/ 1495563 h 2979528"/>
                <a:gd name="connsiteX13" fmla="*/ 4985730 w 5161355"/>
                <a:gd name="connsiteY13" fmla="*/ 2977106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4986012" y="2979528"/>
                  </a:moveTo>
                  <a:lnTo>
                    <a:pt x="3461133" y="2979528"/>
                  </a:lnTo>
                  <a:lnTo>
                    <a:pt x="3462548" y="2965492"/>
                  </a:lnTo>
                  <a:cubicBezTo>
                    <a:pt x="3462548" y="2473432"/>
                    <a:pt x="3063654" y="2074538"/>
                    <a:pt x="2571594" y="2074538"/>
                  </a:cubicBezTo>
                  <a:cubicBezTo>
                    <a:pt x="2079534" y="2074538"/>
                    <a:pt x="1680640" y="2473432"/>
                    <a:pt x="1680640" y="2965492"/>
                  </a:cubicBezTo>
                  <a:lnTo>
                    <a:pt x="1682055" y="2979528"/>
                  </a:lnTo>
                  <a:lnTo>
                    <a:pt x="189340" y="2979528"/>
                  </a:lnTo>
                  <a:lnTo>
                    <a:pt x="189644" y="2977106"/>
                  </a:lnTo>
                  <a:lnTo>
                    <a:pt x="0" y="1495563"/>
                  </a:lnTo>
                  <a:lnTo>
                    <a:pt x="1357119" y="905487"/>
                  </a:lnTo>
                  <a:lnTo>
                    <a:pt x="2580678" y="0"/>
                  </a:lnTo>
                  <a:lnTo>
                    <a:pt x="3790214" y="891467"/>
                  </a:lnTo>
                  <a:lnTo>
                    <a:pt x="5161355" y="1495563"/>
                  </a:lnTo>
                  <a:lnTo>
                    <a:pt x="4985730" y="2977106"/>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7" name="Freeform: Shape 6">
              <a:extLst>
                <a:ext uri="{FF2B5EF4-FFF2-40B4-BE49-F238E27FC236}">
                  <a16:creationId xmlns:a16="http://schemas.microsoft.com/office/drawing/2014/main" id="{8C2DA62D-273F-4AA2-8242-46908DD1FBC0}"/>
                </a:ext>
              </a:extLst>
            </p:cNvPr>
            <p:cNvSpPr>
              <a:spLocks noChangeAspect="1"/>
            </p:cNvSpPr>
            <p:nvPr/>
          </p:nvSpPr>
          <p:spPr>
            <a:xfrm rot="10800000">
              <a:off x="3506237" y="3414964"/>
              <a:ext cx="2114248" cy="2081089"/>
            </a:xfrm>
            <a:custGeom>
              <a:avLst/>
              <a:gdLst>
                <a:gd name="connsiteX0" fmla="*/ 1938905 w 2114248"/>
                <a:gd name="connsiteY0" fmla="*/ 2081089 h 2081089"/>
                <a:gd name="connsiteX1" fmla="*/ 414731 w 2114248"/>
                <a:gd name="connsiteY1" fmla="*/ 2081089 h 2081089"/>
                <a:gd name="connsiteX2" fmla="*/ 415440 w 2114248"/>
                <a:gd name="connsiteY2" fmla="*/ 2067052 h 2081089"/>
                <a:gd name="connsiteX3" fmla="*/ 22627 w 2114248"/>
                <a:gd name="connsiteY3" fmla="*/ 1328259 h 2081089"/>
                <a:gd name="connsiteX4" fmla="*/ 0 w 2114248"/>
                <a:gd name="connsiteY4" fmla="*/ 1314513 h 2081089"/>
                <a:gd name="connsiteX5" fmla="*/ 758934 w 2114248"/>
                <a:gd name="connsiteY5" fmla="*/ 0 h 2081089"/>
                <a:gd name="connsiteX6" fmla="*/ 2114248 w 2114248"/>
                <a:gd name="connsiteY6" fmla="*/ 597124 h 2081089"/>
                <a:gd name="connsiteX7" fmla="*/ 1938623 w 2114248"/>
                <a:gd name="connsiteY7" fmla="*/ 2078667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4248" h="2081089">
                  <a:moveTo>
                    <a:pt x="1938905" y="2081089"/>
                  </a:moveTo>
                  <a:lnTo>
                    <a:pt x="414731" y="2081089"/>
                  </a:lnTo>
                  <a:lnTo>
                    <a:pt x="415440" y="2067052"/>
                  </a:lnTo>
                  <a:cubicBezTo>
                    <a:pt x="415440" y="1759515"/>
                    <a:pt x="259622" y="1488370"/>
                    <a:pt x="22627" y="1328259"/>
                  </a:cubicBezTo>
                  <a:lnTo>
                    <a:pt x="0" y="1314513"/>
                  </a:lnTo>
                  <a:lnTo>
                    <a:pt x="758934" y="0"/>
                  </a:lnTo>
                  <a:lnTo>
                    <a:pt x="2114248" y="597124"/>
                  </a:lnTo>
                  <a:lnTo>
                    <a:pt x="1938623" y="2078667"/>
                  </a:ln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8" name="Freeform: Shape 7">
              <a:extLst>
                <a:ext uri="{FF2B5EF4-FFF2-40B4-BE49-F238E27FC236}">
                  <a16:creationId xmlns:a16="http://schemas.microsoft.com/office/drawing/2014/main" id="{7D28B12F-60CC-4FD9-A899-E541B6D0866A}"/>
                </a:ext>
              </a:extLst>
            </p:cNvPr>
            <p:cNvSpPr>
              <a:spLocks noChangeAspect="1"/>
            </p:cNvSpPr>
            <p:nvPr/>
          </p:nvSpPr>
          <p:spPr>
            <a:xfrm rot="10800000">
              <a:off x="6544919" y="3414964"/>
              <a:ext cx="2122675" cy="2084421"/>
            </a:xfrm>
            <a:custGeom>
              <a:avLst/>
              <a:gdLst>
                <a:gd name="connsiteX0" fmla="*/ 1681349 w 2122675"/>
                <a:gd name="connsiteY0" fmla="*/ 2084421 h 2084421"/>
                <a:gd name="connsiteX1" fmla="*/ 189340 w 2122675"/>
                <a:gd name="connsiteY1" fmla="*/ 2084421 h 2084421"/>
                <a:gd name="connsiteX2" fmla="*/ 189645 w 2122675"/>
                <a:gd name="connsiteY2" fmla="*/ 2081999 h 2084421"/>
                <a:gd name="connsiteX3" fmla="*/ 0 w 2122675"/>
                <a:gd name="connsiteY3" fmla="*/ 600456 h 2084421"/>
                <a:gd name="connsiteX4" fmla="*/ 1357119 w 2122675"/>
                <a:gd name="connsiteY4" fmla="*/ 10380 h 2084421"/>
                <a:gd name="connsiteX5" fmla="*/ 1371145 w 2122675"/>
                <a:gd name="connsiteY5" fmla="*/ 0 h 2084421"/>
                <a:gd name="connsiteX6" fmla="*/ 2122675 w 2122675"/>
                <a:gd name="connsiteY6" fmla="*/ 1301688 h 2084421"/>
                <a:gd name="connsiteX7" fmla="*/ 2073453 w 2122675"/>
                <a:gd name="connsiteY7" fmla="*/ 1331591 h 2084421"/>
                <a:gd name="connsiteX8" fmla="*/ 1680640 w 2122675"/>
                <a:gd name="connsiteY8" fmla="*/ 2070384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2675" h="2084421">
                  <a:moveTo>
                    <a:pt x="1681349" y="2084421"/>
                  </a:moveTo>
                  <a:lnTo>
                    <a:pt x="189340" y="2084421"/>
                  </a:lnTo>
                  <a:lnTo>
                    <a:pt x="189645" y="2081999"/>
                  </a:lnTo>
                  <a:lnTo>
                    <a:pt x="0" y="600456"/>
                  </a:lnTo>
                  <a:lnTo>
                    <a:pt x="1357119" y="10380"/>
                  </a:lnTo>
                  <a:lnTo>
                    <a:pt x="1371145" y="0"/>
                  </a:lnTo>
                  <a:lnTo>
                    <a:pt x="2122675" y="1301688"/>
                  </a:lnTo>
                  <a:lnTo>
                    <a:pt x="2073453" y="1331591"/>
                  </a:lnTo>
                  <a:cubicBezTo>
                    <a:pt x="1836458" y="1491702"/>
                    <a:pt x="1680640" y="1762847"/>
                    <a:pt x="1680640" y="207038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pic>
        <p:nvPicPr>
          <p:cNvPr id="11" name="Graphic 10" descr="{&quot;Key&quot;:&quot;POWER_USER_SHAPE_ICON&quot;,&quot;Value&quot;:&quot;POWER_USER_SHAPE_ICON_STYLE_1&quot;}">
            <a:extLst>
              <a:ext uri="{FF2B5EF4-FFF2-40B4-BE49-F238E27FC236}">
                <a16:creationId xmlns:a16="http://schemas.microsoft.com/office/drawing/2014/main" id="{B2C52901-C74E-4997-8EE2-D61E26C7EB0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499327" y="2682239"/>
            <a:ext cx="670035" cy="762000"/>
          </a:xfrm>
          <a:prstGeom prst="rect">
            <a:avLst/>
          </a:prstGeom>
        </p:spPr>
      </p:pic>
      <p:pic>
        <p:nvPicPr>
          <p:cNvPr id="13" name="Graphic 12" descr="{&quot;Key&quot;:&quot;POWER_USER_SHAPE_ICON&quot;,&quot;Value&quot;:&quot;POWER_USER_SHAPE_ICON_STYLE_1&quot;}">
            <a:extLst>
              <a:ext uri="{FF2B5EF4-FFF2-40B4-BE49-F238E27FC236}">
                <a16:creationId xmlns:a16="http://schemas.microsoft.com/office/drawing/2014/main" id="{F367419F-46ED-45EA-A46C-F7859D4B772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70633" y="1920239"/>
            <a:ext cx="735724" cy="762000"/>
          </a:xfrm>
          <a:prstGeom prst="rect">
            <a:avLst/>
          </a:prstGeom>
        </p:spPr>
      </p:pic>
      <p:pic>
        <p:nvPicPr>
          <p:cNvPr id="15" name="Graphic 14" descr="{&quot;Key&quot;:&quot;POWER_USER_SHAPE_ICON&quot;,&quot;Value&quot;:&quot;POWER_USER_SHAPE_ICON_STYLE_1&quot;}">
            <a:extLst>
              <a:ext uri="{FF2B5EF4-FFF2-40B4-BE49-F238E27FC236}">
                <a16:creationId xmlns:a16="http://schemas.microsoft.com/office/drawing/2014/main" id="{2AA8A6E3-5168-41D0-B2DE-166AF0B13D9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131433" y="2777051"/>
            <a:ext cx="745958" cy="685800"/>
          </a:xfrm>
          <a:prstGeom prst="rect">
            <a:avLst/>
          </a:prstGeom>
        </p:spPr>
      </p:pic>
      <p:pic>
        <p:nvPicPr>
          <p:cNvPr id="17" name="Graphic 16" descr="{&quot;Key&quot;:&quot;POWER_USER_SHAPE_ICON&quot;,&quot;Value&quot;:&quot;POWER_USER_SHAPE_ICON_STYLE_1&quot;}">
            <a:extLst>
              <a:ext uri="{FF2B5EF4-FFF2-40B4-BE49-F238E27FC236}">
                <a16:creationId xmlns:a16="http://schemas.microsoft.com/office/drawing/2014/main" id="{11C0DE62-E08B-46A1-8FA5-91B907F5810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415245" y="4337739"/>
            <a:ext cx="754117" cy="533400"/>
          </a:xfrm>
          <a:prstGeom prst="rect">
            <a:avLst/>
          </a:prstGeom>
        </p:spPr>
      </p:pic>
      <p:pic>
        <p:nvPicPr>
          <p:cNvPr id="19" name="Graphic 18" descr="{&quot;Key&quot;:&quot;POWER_USER_SHAPE_ICON&quot;,&quot;Value&quot;:&quot;POWER_USER_SHAPE_ICON_STYLE_1&quot;}">
            <a:extLst>
              <a:ext uri="{FF2B5EF4-FFF2-40B4-BE49-F238E27FC236}">
                <a16:creationId xmlns:a16="http://schemas.microsoft.com/office/drawing/2014/main" id="{9A9023AA-7B0C-46D4-BE80-23ACDD00FCA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770633" y="5036961"/>
            <a:ext cx="754337" cy="673100"/>
          </a:xfrm>
          <a:prstGeom prst="rect">
            <a:avLst/>
          </a:prstGeom>
        </p:spPr>
      </p:pic>
      <p:pic>
        <p:nvPicPr>
          <p:cNvPr id="21" name="Graphic 20" descr="{&quot;Key&quot;:&quot;POWER_USER_SHAPE_ICON&quot;,&quot;Value&quot;:&quot;POWER_USER_SHAPE_ICON_STYLE_1&quot;}">
            <a:extLst>
              <a:ext uri="{FF2B5EF4-FFF2-40B4-BE49-F238E27FC236}">
                <a16:creationId xmlns:a16="http://schemas.microsoft.com/office/drawing/2014/main" id="{82C00E3B-29F4-477F-A378-C939D4B96E8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226333" y="4232357"/>
            <a:ext cx="499242" cy="762000"/>
          </a:xfrm>
          <a:prstGeom prst="rect">
            <a:avLst/>
          </a:prstGeom>
        </p:spPr>
      </p:pic>
      <p:sp>
        <p:nvSpPr>
          <p:cNvPr id="16" name="Rectangle 15">
            <a:extLst>
              <a:ext uri="{FF2B5EF4-FFF2-40B4-BE49-F238E27FC236}">
                <a16:creationId xmlns:a16="http://schemas.microsoft.com/office/drawing/2014/main" id="{33E9373F-8BB9-479A-8E80-F71AEA90BB85}"/>
              </a:ext>
            </a:extLst>
          </p:cNvPr>
          <p:cNvSpPr/>
          <p:nvPr/>
        </p:nvSpPr>
        <p:spPr>
          <a:xfrm>
            <a:off x="838200" y="1697400"/>
            <a:ext cx="3800475" cy="830997"/>
          </a:xfrm>
          <a:prstGeom prst="rect">
            <a:avLst/>
          </a:prstGeom>
        </p:spPr>
        <p:txBody>
          <a:bodyPr wrap="square" anchor="t">
            <a:spAutoFit/>
          </a:bodyPr>
          <a:lstStyle/>
          <a:p>
            <a:pPr lvl="0">
              <a:defRPr/>
            </a:pPr>
            <a:r>
              <a:rPr lang="en-US" sz="1600" b="1" kern="0" dirty="0">
                <a:solidFill>
                  <a:schemeClr val="accent1"/>
                </a:solidFill>
              </a:rPr>
              <a:t>Lorem ipsum dolor sit </a:t>
            </a:r>
            <a:r>
              <a:rPr lang="en-US" sz="1600" b="1" kern="0" dirty="0" err="1">
                <a:solidFill>
                  <a:schemeClr val="accent1"/>
                </a:solidFill>
              </a:rPr>
              <a:t>amet</a:t>
            </a:r>
            <a:endParaRPr lang="en-US" sz="1600" b="1" kern="0" dirty="0">
              <a:solidFill>
                <a:schemeClr val="accent1"/>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8" name="Rectangle 17">
            <a:extLst>
              <a:ext uri="{FF2B5EF4-FFF2-40B4-BE49-F238E27FC236}">
                <a16:creationId xmlns:a16="http://schemas.microsoft.com/office/drawing/2014/main" id="{543BA9FB-E495-4902-A03F-63BFBA80C323}"/>
              </a:ext>
            </a:extLst>
          </p:cNvPr>
          <p:cNvSpPr/>
          <p:nvPr/>
        </p:nvSpPr>
        <p:spPr>
          <a:xfrm>
            <a:off x="838198" y="3286057"/>
            <a:ext cx="3133674" cy="1077218"/>
          </a:xfrm>
          <a:prstGeom prst="rect">
            <a:avLst/>
          </a:prstGeom>
        </p:spPr>
        <p:txBody>
          <a:bodyPr wrap="square" anchor="ctr">
            <a:spAutoFit/>
          </a:bodyPr>
          <a:lstStyle/>
          <a:p>
            <a:pPr lvl="0">
              <a:defRPr/>
            </a:pPr>
            <a:r>
              <a:rPr lang="en-US" sz="1600" b="1" kern="0" dirty="0">
                <a:solidFill>
                  <a:schemeClr val="accent6"/>
                </a:solidFill>
              </a:rPr>
              <a:t>Lorem ipsum dolor sit </a:t>
            </a:r>
            <a:r>
              <a:rPr lang="en-US" sz="1600" b="1" kern="0" dirty="0" err="1">
                <a:solidFill>
                  <a:schemeClr val="accent6"/>
                </a:solidFill>
              </a:rPr>
              <a:t>amet</a:t>
            </a:r>
            <a:endParaRPr lang="en-US" sz="1600" b="1" kern="0" dirty="0">
              <a:solidFill>
                <a:schemeClr val="accent6"/>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0" name="Rectangle 19">
            <a:extLst>
              <a:ext uri="{FF2B5EF4-FFF2-40B4-BE49-F238E27FC236}">
                <a16:creationId xmlns:a16="http://schemas.microsoft.com/office/drawing/2014/main" id="{A160DA58-5C35-485A-879D-143EFE6A973B}"/>
              </a:ext>
            </a:extLst>
          </p:cNvPr>
          <p:cNvSpPr/>
          <p:nvPr/>
        </p:nvSpPr>
        <p:spPr>
          <a:xfrm>
            <a:off x="838198" y="5120933"/>
            <a:ext cx="3800475" cy="830997"/>
          </a:xfrm>
          <a:prstGeom prst="rect">
            <a:avLst/>
          </a:prstGeom>
        </p:spPr>
        <p:txBody>
          <a:bodyPr wrap="square" anchor="b">
            <a:spAutoFit/>
          </a:bodyPr>
          <a:lstStyle/>
          <a:p>
            <a:pPr lvl="0">
              <a:defRPr/>
            </a:pPr>
            <a:r>
              <a:rPr lang="en-US" sz="1600" b="1" kern="0" dirty="0">
                <a:solidFill>
                  <a:schemeClr val="accent5"/>
                </a:solidFill>
              </a:rPr>
              <a:t>Lorem ipsum dolor sit </a:t>
            </a:r>
            <a:r>
              <a:rPr lang="en-US" sz="1600" b="1" kern="0" dirty="0" err="1">
                <a:solidFill>
                  <a:schemeClr val="accent5"/>
                </a:solidFill>
              </a:rPr>
              <a:t>amet</a:t>
            </a:r>
            <a:endParaRPr lang="en-US" sz="1600" b="1" kern="0" dirty="0">
              <a:solidFill>
                <a:schemeClr val="accent5"/>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2" name="Rectangle 21">
            <a:extLst>
              <a:ext uri="{FF2B5EF4-FFF2-40B4-BE49-F238E27FC236}">
                <a16:creationId xmlns:a16="http://schemas.microsoft.com/office/drawing/2014/main" id="{0151F61A-E5CD-4EAA-9646-23E3E525C229}"/>
              </a:ext>
            </a:extLst>
          </p:cNvPr>
          <p:cNvSpPr/>
          <p:nvPr/>
        </p:nvSpPr>
        <p:spPr>
          <a:xfrm>
            <a:off x="7553325" y="1697400"/>
            <a:ext cx="3800475" cy="830997"/>
          </a:xfrm>
          <a:prstGeom prst="rect">
            <a:avLst/>
          </a:prstGeom>
        </p:spPr>
        <p:txBody>
          <a:bodyPr wrap="square" anchor="t">
            <a:spAutoFit/>
          </a:bodyPr>
          <a:lstStyle/>
          <a:p>
            <a:pPr lvl="0" algn="r">
              <a:defRPr/>
            </a:pPr>
            <a:r>
              <a:rPr lang="en-US" sz="1600" b="1" kern="0" dirty="0">
                <a:solidFill>
                  <a:schemeClr val="accent2"/>
                </a:solidFill>
              </a:rPr>
              <a:t>Lorem ipsum dolor sit </a:t>
            </a:r>
            <a:r>
              <a:rPr lang="en-US" sz="1600" b="1" kern="0" dirty="0" err="1">
                <a:solidFill>
                  <a:schemeClr val="accent2"/>
                </a:solidFill>
              </a:rPr>
              <a:t>amet</a:t>
            </a:r>
            <a:endParaRPr lang="en-US" sz="1600" b="1" kern="0" dirty="0">
              <a:solidFill>
                <a:schemeClr val="accent2"/>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3" name="Rectangle 22">
            <a:extLst>
              <a:ext uri="{FF2B5EF4-FFF2-40B4-BE49-F238E27FC236}">
                <a16:creationId xmlns:a16="http://schemas.microsoft.com/office/drawing/2014/main" id="{48623FAC-C7F6-4B42-9800-73D74B9FC711}"/>
              </a:ext>
            </a:extLst>
          </p:cNvPr>
          <p:cNvSpPr/>
          <p:nvPr/>
        </p:nvSpPr>
        <p:spPr>
          <a:xfrm>
            <a:off x="8208947" y="3409167"/>
            <a:ext cx="3356125" cy="830997"/>
          </a:xfrm>
          <a:prstGeom prst="rect">
            <a:avLst/>
          </a:prstGeom>
        </p:spPr>
        <p:txBody>
          <a:bodyPr wrap="square" anchor="ctr">
            <a:spAutoFit/>
          </a:bodyPr>
          <a:lstStyle/>
          <a:p>
            <a:pPr lvl="0" algn="r">
              <a:defRPr/>
            </a:pPr>
            <a:r>
              <a:rPr lang="en-US" sz="1600" b="1" kern="0" dirty="0">
                <a:solidFill>
                  <a:schemeClr val="accent3"/>
                </a:solidFill>
              </a:rPr>
              <a:t>Lorem ipsum dolor sit </a:t>
            </a:r>
            <a:r>
              <a:rPr lang="en-US" sz="1600" b="1" kern="0" dirty="0" err="1">
                <a:solidFill>
                  <a:schemeClr val="accent3"/>
                </a:solidFill>
              </a:rPr>
              <a:t>amet</a:t>
            </a:r>
            <a:endParaRPr lang="en-US" sz="1600" b="1" kern="0" dirty="0">
              <a:solidFill>
                <a:schemeClr val="accent3"/>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4" name="Rectangle 23">
            <a:extLst>
              <a:ext uri="{FF2B5EF4-FFF2-40B4-BE49-F238E27FC236}">
                <a16:creationId xmlns:a16="http://schemas.microsoft.com/office/drawing/2014/main" id="{6A8EA385-F3E1-4DAC-8740-B4E05D9BB7DF}"/>
              </a:ext>
            </a:extLst>
          </p:cNvPr>
          <p:cNvSpPr/>
          <p:nvPr/>
        </p:nvSpPr>
        <p:spPr>
          <a:xfrm>
            <a:off x="7553327" y="5120933"/>
            <a:ext cx="3800475" cy="830997"/>
          </a:xfrm>
          <a:prstGeom prst="rect">
            <a:avLst/>
          </a:prstGeom>
        </p:spPr>
        <p:txBody>
          <a:bodyPr wrap="square" anchor="b">
            <a:spAutoFit/>
          </a:bodyPr>
          <a:lstStyle/>
          <a:p>
            <a:pPr lvl="0" algn="r">
              <a:defRPr/>
            </a:pPr>
            <a:r>
              <a:rPr lang="en-US" sz="1600" b="1" kern="0" dirty="0">
                <a:solidFill>
                  <a:schemeClr val="accent4"/>
                </a:solidFill>
              </a:rPr>
              <a:t>Lorem ipsum dolor sit </a:t>
            </a:r>
            <a:r>
              <a:rPr lang="en-US" sz="1600" b="1" kern="0" dirty="0" err="1">
                <a:solidFill>
                  <a:schemeClr val="accent4"/>
                </a:solidFill>
              </a:rPr>
              <a:t>amet</a:t>
            </a:r>
            <a:endParaRPr lang="en-US" sz="1600" b="1" kern="0" dirty="0">
              <a:solidFill>
                <a:schemeClr val="accent4"/>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extLst>
      <p:ext uri="{BB962C8B-B14F-4D97-AF65-F5344CB8AC3E}">
        <p14:creationId xmlns:p14="http://schemas.microsoft.com/office/powerpoint/2010/main" val="2087062459"/>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B34995-ADC5-E363-7841-D4FA7514021F}"/>
              </a:ext>
            </a:extLst>
          </p:cNvPr>
          <p:cNvSpPr>
            <a:spLocks noGrp="1"/>
          </p:cNvSpPr>
          <p:nvPr>
            <p:ph type="title"/>
          </p:nvPr>
        </p:nvSpPr>
        <p:spPr>
          <a:xfrm>
            <a:off x="214184" y="13663"/>
            <a:ext cx="9728886" cy="678316"/>
          </a:xfrm>
        </p:spPr>
        <p:txBody>
          <a:bodyPr>
            <a:normAutofit/>
          </a:bodyPr>
          <a:lstStyle/>
          <a:p>
            <a:r>
              <a:rPr lang="en-US" dirty="0"/>
              <a:t>Cycle 20</a:t>
            </a:r>
          </a:p>
        </p:txBody>
      </p:sp>
      <p:grpSp>
        <p:nvGrpSpPr>
          <p:cNvPr id="3" name="Groupe 22">
            <a:extLst>
              <a:ext uri="{FF2B5EF4-FFF2-40B4-BE49-F238E27FC236}">
                <a16:creationId xmlns:a16="http://schemas.microsoft.com/office/drawing/2014/main" id="{714976D4-4A6D-C791-8088-BA3DF66E045B}"/>
              </a:ext>
            </a:extLst>
          </p:cNvPr>
          <p:cNvGrpSpPr/>
          <p:nvPr/>
        </p:nvGrpSpPr>
        <p:grpSpPr>
          <a:xfrm>
            <a:off x="4267473" y="1730829"/>
            <a:ext cx="3657054" cy="3657598"/>
            <a:chOff x="4113676" y="1577009"/>
            <a:chExt cx="3964648" cy="3965238"/>
          </a:xfrm>
        </p:grpSpPr>
        <p:grpSp>
          <p:nvGrpSpPr>
            <p:cNvPr id="4" name="Google Shape;5802;p60">
              <a:extLst>
                <a:ext uri="{FF2B5EF4-FFF2-40B4-BE49-F238E27FC236}">
                  <a16:creationId xmlns:a16="http://schemas.microsoft.com/office/drawing/2014/main" id="{2D9A9525-DC21-82B7-0F2C-F26B109C0472}"/>
                </a:ext>
              </a:extLst>
            </p:cNvPr>
            <p:cNvGrpSpPr/>
            <p:nvPr/>
          </p:nvGrpSpPr>
          <p:grpSpPr>
            <a:xfrm>
              <a:off x="4113676" y="1577009"/>
              <a:ext cx="3964648" cy="3965238"/>
              <a:chOff x="2565073" y="2075876"/>
              <a:chExt cx="672482" cy="672518"/>
            </a:xfrm>
          </p:grpSpPr>
          <p:sp>
            <p:nvSpPr>
              <p:cNvPr id="11" name="Google Shape;5803;p60">
                <a:extLst>
                  <a:ext uri="{FF2B5EF4-FFF2-40B4-BE49-F238E27FC236}">
                    <a16:creationId xmlns:a16="http://schemas.microsoft.com/office/drawing/2014/main" id="{8CDF38FD-31E2-5BFC-4926-5CDF03CBF817}"/>
                  </a:ext>
                </a:extLst>
              </p:cNvPr>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04;p60">
                <a:extLst>
                  <a:ext uri="{FF2B5EF4-FFF2-40B4-BE49-F238E27FC236}">
                    <a16:creationId xmlns:a16="http://schemas.microsoft.com/office/drawing/2014/main" id="{6500117C-170A-A056-BA17-21FF81F4CEBB}"/>
                  </a:ext>
                </a:extLst>
              </p:cNvPr>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805;p60">
                <a:extLst>
                  <a:ext uri="{FF2B5EF4-FFF2-40B4-BE49-F238E27FC236}">
                    <a16:creationId xmlns:a16="http://schemas.microsoft.com/office/drawing/2014/main" id="{EDBF8A95-E751-2180-7F84-D059C8418F6A}"/>
                  </a:ext>
                </a:extLst>
              </p:cNvPr>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06;p60">
                <a:extLst>
                  <a:ext uri="{FF2B5EF4-FFF2-40B4-BE49-F238E27FC236}">
                    <a16:creationId xmlns:a16="http://schemas.microsoft.com/office/drawing/2014/main" id="{DE5D2D5A-E318-62B6-8957-190BD1E9D675}"/>
                  </a:ext>
                </a:extLst>
              </p:cNvPr>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07;p60">
                <a:extLst>
                  <a:ext uri="{FF2B5EF4-FFF2-40B4-BE49-F238E27FC236}">
                    <a16:creationId xmlns:a16="http://schemas.microsoft.com/office/drawing/2014/main" id="{328F4691-7117-002F-8C82-B8E5CB11172C}"/>
                  </a:ext>
                </a:extLst>
              </p:cNvPr>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08;p60">
                <a:extLst>
                  <a:ext uri="{FF2B5EF4-FFF2-40B4-BE49-F238E27FC236}">
                    <a16:creationId xmlns:a16="http://schemas.microsoft.com/office/drawing/2014/main" id="{E1CB22F1-F912-2B12-47F7-C13F8056F0E2}"/>
                  </a:ext>
                </a:extLst>
              </p:cNvPr>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5" name="Rectangle 4">
              <a:extLst>
                <a:ext uri="{FF2B5EF4-FFF2-40B4-BE49-F238E27FC236}">
                  <a16:creationId xmlns:a16="http://schemas.microsoft.com/office/drawing/2014/main" id="{40876CFD-119C-A36F-D633-FBB70CE29FF2}"/>
                </a:ext>
              </a:extLst>
            </p:cNvPr>
            <p:cNvSpPr/>
            <p:nvPr/>
          </p:nvSpPr>
          <p:spPr>
            <a:xfrm flipH="1">
              <a:off x="6491756" y="186367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6" name="Rectangle 5">
              <a:extLst>
                <a:ext uri="{FF2B5EF4-FFF2-40B4-BE49-F238E27FC236}">
                  <a16:creationId xmlns:a16="http://schemas.microsoft.com/office/drawing/2014/main" id="{F457334A-0CBD-2CE0-4BE2-38C24B08F767}"/>
                </a:ext>
              </a:extLst>
            </p:cNvPr>
            <p:cNvSpPr/>
            <p:nvPr/>
          </p:nvSpPr>
          <p:spPr>
            <a:xfrm flipH="1">
              <a:off x="7452625" y="3104270"/>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7" name="Rectangle 6">
              <a:extLst>
                <a:ext uri="{FF2B5EF4-FFF2-40B4-BE49-F238E27FC236}">
                  <a16:creationId xmlns:a16="http://schemas.microsoft.com/office/drawing/2014/main" id="{ABBC9140-6037-7212-722C-5819AADA7142}"/>
                </a:ext>
              </a:extLst>
            </p:cNvPr>
            <p:cNvSpPr/>
            <p:nvPr/>
          </p:nvSpPr>
          <p:spPr>
            <a:xfrm flipH="1">
              <a:off x="6834036" y="4513785"/>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8" name="Rectangle 7">
              <a:extLst>
                <a:ext uri="{FF2B5EF4-FFF2-40B4-BE49-F238E27FC236}">
                  <a16:creationId xmlns:a16="http://schemas.microsoft.com/office/drawing/2014/main" id="{4105652C-7A6C-3B5F-53D1-A6C858F743CF}"/>
                </a:ext>
              </a:extLst>
            </p:cNvPr>
            <p:cNvSpPr/>
            <p:nvPr/>
          </p:nvSpPr>
          <p:spPr>
            <a:xfrm flipH="1">
              <a:off x="5298275" y="464822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9" name="Rectangle 8">
              <a:extLst>
                <a:ext uri="{FF2B5EF4-FFF2-40B4-BE49-F238E27FC236}">
                  <a16:creationId xmlns:a16="http://schemas.microsoft.com/office/drawing/2014/main" id="{52C8F131-D9CD-53A9-1948-B55EB79DFE04}"/>
                </a:ext>
              </a:extLst>
            </p:cNvPr>
            <p:cNvSpPr/>
            <p:nvPr/>
          </p:nvSpPr>
          <p:spPr>
            <a:xfrm flipH="1">
              <a:off x="4415696" y="337000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5</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9A1B827A-4D53-E53C-80B1-310ABCD87D47}"/>
                </a:ext>
              </a:extLst>
            </p:cNvPr>
            <p:cNvSpPr/>
            <p:nvPr/>
          </p:nvSpPr>
          <p:spPr>
            <a:xfrm flipH="1">
              <a:off x="4978831" y="210388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6</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7" name="TextBox 82">
            <a:extLst>
              <a:ext uri="{FF2B5EF4-FFF2-40B4-BE49-F238E27FC236}">
                <a16:creationId xmlns:a16="http://schemas.microsoft.com/office/drawing/2014/main" id="{590AF697-C927-9833-526C-526D23045AEE}"/>
              </a:ext>
            </a:extLst>
          </p:cNvPr>
          <p:cNvSpPr txBox="1"/>
          <p:nvPr/>
        </p:nvSpPr>
        <p:spPr>
          <a:xfrm>
            <a:off x="7433685" y="1133909"/>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8" name="TextBox 82">
            <a:extLst>
              <a:ext uri="{FF2B5EF4-FFF2-40B4-BE49-F238E27FC236}">
                <a16:creationId xmlns:a16="http://schemas.microsoft.com/office/drawing/2014/main" id="{A21A6390-D2CE-1BED-BCD7-436119177670}"/>
              </a:ext>
            </a:extLst>
          </p:cNvPr>
          <p:cNvSpPr txBox="1"/>
          <p:nvPr/>
        </p:nvSpPr>
        <p:spPr>
          <a:xfrm>
            <a:off x="8084332" y="2791747"/>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9" name="TextBox 82">
            <a:extLst>
              <a:ext uri="{FF2B5EF4-FFF2-40B4-BE49-F238E27FC236}">
                <a16:creationId xmlns:a16="http://schemas.microsoft.com/office/drawing/2014/main" id="{8FB7B9E6-6971-5228-7092-F2C2B7AE257F}"/>
              </a:ext>
            </a:extLst>
          </p:cNvPr>
          <p:cNvSpPr txBox="1"/>
          <p:nvPr/>
        </p:nvSpPr>
        <p:spPr>
          <a:xfrm>
            <a:off x="7725589" y="4657838"/>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0" name="TextBox 82">
            <a:extLst>
              <a:ext uri="{FF2B5EF4-FFF2-40B4-BE49-F238E27FC236}">
                <a16:creationId xmlns:a16="http://schemas.microsoft.com/office/drawing/2014/main" id="{FD4903EA-80D8-E3E8-C1C6-ADDE35BAB36A}"/>
              </a:ext>
            </a:extLst>
          </p:cNvPr>
          <p:cNvSpPr txBox="1"/>
          <p:nvPr/>
        </p:nvSpPr>
        <p:spPr>
          <a:xfrm>
            <a:off x="1492532" y="4913097"/>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TextBox 82">
            <a:extLst>
              <a:ext uri="{FF2B5EF4-FFF2-40B4-BE49-F238E27FC236}">
                <a16:creationId xmlns:a16="http://schemas.microsoft.com/office/drawing/2014/main" id="{65567EDE-6782-9AB0-2B66-0808FABE2E7A}"/>
              </a:ext>
            </a:extLst>
          </p:cNvPr>
          <p:cNvSpPr txBox="1"/>
          <p:nvPr/>
        </p:nvSpPr>
        <p:spPr>
          <a:xfrm>
            <a:off x="765720" y="3175764"/>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2" name="TextBox 82">
            <a:extLst>
              <a:ext uri="{FF2B5EF4-FFF2-40B4-BE49-F238E27FC236}">
                <a16:creationId xmlns:a16="http://schemas.microsoft.com/office/drawing/2014/main" id="{3945DBE4-38B4-D0F8-D106-4A75AE71CFF6}"/>
              </a:ext>
            </a:extLst>
          </p:cNvPr>
          <p:cNvSpPr txBox="1"/>
          <p:nvPr/>
        </p:nvSpPr>
        <p:spPr>
          <a:xfrm>
            <a:off x="1232699" y="1519830"/>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85086820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3421D9-0DFC-FD8C-7FB2-48A5530B0BD6}"/>
              </a:ext>
            </a:extLst>
          </p:cNvPr>
          <p:cNvSpPr>
            <a:spLocks noGrp="1"/>
          </p:cNvSpPr>
          <p:nvPr>
            <p:ph type="title"/>
          </p:nvPr>
        </p:nvSpPr>
        <p:spPr>
          <a:xfrm>
            <a:off x="214184" y="13663"/>
            <a:ext cx="9728886" cy="678316"/>
          </a:xfrm>
        </p:spPr>
        <p:txBody>
          <a:bodyPr>
            <a:normAutofit/>
          </a:bodyPr>
          <a:lstStyle/>
          <a:p>
            <a:r>
              <a:rPr lang="en-US" dirty="0"/>
              <a:t>Pencil 2</a:t>
            </a:r>
          </a:p>
        </p:txBody>
      </p:sp>
      <p:grpSp>
        <p:nvGrpSpPr>
          <p:cNvPr id="3" name="Groupe 44">
            <a:extLst>
              <a:ext uri="{FF2B5EF4-FFF2-40B4-BE49-F238E27FC236}">
                <a16:creationId xmlns:a16="http://schemas.microsoft.com/office/drawing/2014/main" id="{C7777845-1BB8-848E-8245-A5319B0898C5}"/>
              </a:ext>
            </a:extLst>
          </p:cNvPr>
          <p:cNvGrpSpPr/>
          <p:nvPr/>
        </p:nvGrpSpPr>
        <p:grpSpPr>
          <a:xfrm>
            <a:off x="1770896" y="1223891"/>
            <a:ext cx="8648355" cy="5124878"/>
            <a:chOff x="1721945" y="837553"/>
            <a:chExt cx="8746257" cy="5182895"/>
          </a:xfrm>
        </p:grpSpPr>
        <p:sp>
          <p:nvSpPr>
            <p:cNvPr id="4" name="Rectangle : coins arrondis 43">
              <a:extLst>
                <a:ext uri="{FF2B5EF4-FFF2-40B4-BE49-F238E27FC236}">
                  <a16:creationId xmlns:a16="http://schemas.microsoft.com/office/drawing/2014/main" id="{DF742DE8-94CA-0F8F-2FF1-E3FDD935ACB0}"/>
                </a:ext>
              </a:extLst>
            </p:cNvPr>
            <p:cNvSpPr/>
            <p:nvPr/>
          </p:nvSpPr>
          <p:spPr>
            <a:xfrm>
              <a:off x="1721945" y="4808301"/>
              <a:ext cx="4270601" cy="655470"/>
            </a:xfrm>
            <a:prstGeom prst="roundRect">
              <a:avLst>
                <a:gd name="adj" fmla="val 21511"/>
              </a:avLst>
            </a:prstGeom>
            <a:gradFill flip="none" rotWithShape="1">
              <a:gsLst>
                <a:gs pos="100000">
                  <a:schemeClr val="accent6">
                    <a:lumMod val="50000"/>
                  </a:schemeClr>
                </a:gs>
                <a:gs pos="0">
                  <a:schemeClr val="accent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5" name="Rectangle : coins arrondis 42">
              <a:extLst>
                <a:ext uri="{FF2B5EF4-FFF2-40B4-BE49-F238E27FC236}">
                  <a16:creationId xmlns:a16="http://schemas.microsoft.com/office/drawing/2014/main" id="{48FE003B-E672-C840-E769-500A5CC62DDF}"/>
                </a:ext>
              </a:extLst>
            </p:cNvPr>
            <p:cNvSpPr/>
            <p:nvPr/>
          </p:nvSpPr>
          <p:spPr>
            <a:xfrm>
              <a:off x="1722708" y="3486159"/>
              <a:ext cx="4269839" cy="655470"/>
            </a:xfrm>
            <a:prstGeom prst="roundRect">
              <a:avLst>
                <a:gd name="adj" fmla="val 21511"/>
              </a:avLst>
            </a:prstGeom>
            <a:gradFill flip="none" rotWithShape="1">
              <a:gsLst>
                <a:gs pos="100000">
                  <a:schemeClr val="accent4">
                    <a:lumMod val="50000"/>
                  </a:schemeClr>
                </a:gs>
                <a:gs pos="0">
                  <a:schemeClr val="accent4"/>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6" name="Rectangle : coins arrondis 40">
              <a:extLst>
                <a:ext uri="{FF2B5EF4-FFF2-40B4-BE49-F238E27FC236}">
                  <a16:creationId xmlns:a16="http://schemas.microsoft.com/office/drawing/2014/main" id="{F2059BEE-B4DB-82E0-C5EE-B2BBD5B578B2}"/>
                </a:ext>
              </a:extLst>
            </p:cNvPr>
            <p:cNvSpPr/>
            <p:nvPr/>
          </p:nvSpPr>
          <p:spPr>
            <a:xfrm>
              <a:off x="6197599" y="2831850"/>
              <a:ext cx="4270602" cy="655470"/>
            </a:xfrm>
            <a:prstGeom prst="roundRect">
              <a:avLst>
                <a:gd name="adj" fmla="val 21511"/>
              </a:avLst>
            </a:prstGeom>
            <a:gradFill flip="none" rotWithShape="1">
              <a:gsLst>
                <a:gs pos="100000">
                  <a:schemeClr val="accent3"/>
                </a:gs>
                <a:gs pos="0">
                  <a:schemeClr val="accent3">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7" name="Rectangle : coins arrondis 41">
              <a:extLst>
                <a:ext uri="{FF2B5EF4-FFF2-40B4-BE49-F238E27FC236}">
                  <a16:creationId xmlns:a16="http://schemas.microsoft.com/office/drawing/2014/main" id="{EEA96029-AC0B-11D7-ADAD-A7E15866F0EA}"/>
                </a:ext>
              </a:extLst>
            </p:cNvPr>
            <p:cNvSpPr/>
            <p:nvPr/>
          </p:nvSpPr>
          <p:spPr>
            <a:xfrm>
              <a:off x="6197600" y="4152832"/>
              <a:ext cx="4270601" cy="655470"/>
            </a:xfrm>
            <a:prstGeom prst="roundRect">
              <a:avLst>
                <a:gd name="adj" fmla="val 21511"/>
              </a:avLst>
            </a:prstGeom>
            <a:gradFill flip="none" rotWithShape="1">
              <a:gsLst>
                <a:gs pos="100000">
                  <a:schemeClr val="accent5"/>
                </a:gs>
                <a:gs pos="0">
                  <a:schemeClr val="accent5">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8" name="Rectangle : coins arrondis 39">
              <a:extLst>
                <a:ext uri="{FF2B5EF4-FFF2-40B4-BE49-F238E27FC236}">
                  <a16:creationId xmlns:a16="http://schemas.microsoft.com/office/drawing/2014/main" id="{49815B4E-4B30-C118-0F89-4B87A6CA7AEA}"/>
                </a:ext>
              </a:extLst>
            </p:cNvPr>
            <p:cNvSpPr/>
            <p:nvPr/>
          </p:nvSpPr>
          <p:spPr>
            <a:xfrm>
              <a:off x="1722707" y="2166053"/>
              <a:ext cx="4269835" cy="655470"/>
            </a:xfrm>
            <a:prstGeom prst="roundRect">
              <a:avLst>
                <a:gd name="adj" fmla="val 21511"/>
              </a:avLst>
            </a:prstGeom>
            <a:gradFill flip="none" rotWithShape="1">
              <a:gsLst>
                <a:gs pos="100000">
                  <a:schemeClr val="accent2">
                    <a:lumMod val="50000"/>
                  </a:schemeClr>
                </a:gs>
                <a:gs pos="0">
                  <a:schemeClr val="accent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9" name="Rectangle : coins arrondis 38">
              <a:extLst>
                <a:ext uri="{FF2B5EF4-FFF2-40B4-BE49-F238E27FC236}">
                  <a16:creationId xmlns:a16="http://schemas.microsoft.com/office/drawing/2014/main" id="{B624ABF4-1FB0-A615-635A-9BEB9EAD5E4F}"/>
                </a:ext>
              </a:extLst>
            </p:cNvPr>
            <p:cNvSpPr/>
            <p:nvPr/>
          </p:nvSpPr>
          <p:spPr>
            <a:xfrm>
              <a:off x="6197599" y="1511961"/>
              <a:ext cx="4270603" cy="655470"/>
            </a:xfrm>
            <a:prstGeom prst="roundRect">
              <a:avLst>
                <a:gd name="adj" fmla="val 21511"/>
              </a:avLst>
            </a:prstGeom>
            <a:gradFill flip="none" rotWithShape="1">
              <a:gsLst>
                <a:gs pos="100000">
                  <a:schemeClr val="accent1"/>
                </a:gs>
                <a:gs pos="0">
                  <a:schemeClr val="accent1">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grpSp>
          <p:nvGrpSpPr>
            <p:cNvPr id="10" name="Groupe 37">
              <a:extLst>
                <a:ext uri="{FF2B5EF4-FFF2-40B4-BE49-F238E27FC236}">
                  <a16:creationId xmlns:a16="http://schemas.microsoft.com/office/drawing/2014/main" id="{C209154A-7C99-AC73-E550-5C8AC1824831}"/>
                </a:ext>
              </a:extLst>
            </p:cNvPr>
            <p:cNvGrpSpPr/>
            <p:nvPr/>
          </p:nvGrpSpPr>
          <p:grpSpPr>
            <a:xfrm>
              <a:off x="5861399" y="837553"/>
              <a:ext cx="469203" cy="5182895"/>
              <a:chOff x="5861398" y="836905"/>
              <a:chExt cx="469203" cy="5182895"/>
            </a:xfrm>
          </p:grpSpPr>
          <p:grpSp>
            <p:nvGrpSpPr>
              <p:cNvPr id="11" name="Groupe 4">
                <a:extLst>
                  <a:ext uri="{FF2B5EF4-FFF2-40B4-BE49-F238E27FC236}">
                    <a16:creationId xmlns:a16="http://schemas.microsoft.com/office/drawing/2014/main" id="{374F9AB1-83C7-B127-5409-E257F69FCB8D}"/>
                  </a:ext>
                </a:extLst>
              </p:cNvPr>
              <p:cNvGrpSpPr/>
              <p:nvPr/>
            </p:nvGrpSpPr>
            <p:grpSpPr>
              <a:xfrm flipH="1">
                <a:off x="5861398" y="836905"/>
                <a:ext cx="469203" cy="5182895"/>
                <a:chOff x="-449643" y="-1293141"/>
                <a:chExt cx="820476" cy="8616680"/>
              </a:xfrm>
              <a:effectLst/>
            </p:grpSpPr>
            <p:sp>
              <p:nvSpPr>
                <p:cNvPr id="33" name="Rectangle : avec coins arrondis en haut 7">
                  <a:extLst>
                    <a:ext uri="{FF2B5EF4-FFF2-40B4-BE49-F238E27FC236}">
                      <a16:creationId xmlns:a16="http://schemas.microsoft.com/office/drawing/2014/main" id="{1E9081DA-157E-10DE-F936-FBECCA3F6AA9}"/>
                    </a:ext>
                  </a:extLst>
                </p:cNvPr>
                <p:cNvSpPr/>
                <p:nvPr/>
              </p:nvSpPr>
              <p:spPr>
                <a:xfrm rot="10800000">
                  <a:off x="-446403" y="-675265"/>
                  <a:ext cx="277455" cy="7184088"/>
                </a:xfrm>
                <a:prstGeom prst="round2SameRect">
                  <a:avLst>
                    <a:gd name="adj1" fmla="val 50000"/>
                    <a:gd name="adj2" fmla="val 0"/>
                  </a:avLst>
                </a:prstGeom>
                <a:gradFill flip="none" rotWithShape="1">
                  <a:gsLst>
                    <a:gs pos="100000">
                      <a:srgbClr val="FED42F"/>
                    </a:gs>
                    <a:gs pos="19000">
                      <a:srgbClr val="E6A30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 avec coins arrondis en haut 8">
                  <a:extLst>
                    <a:ext uri="{FF2B5EF4-FFF2-40B4-BE49-F238E27FC236}">
                      <a16:creationId xmlns:a16="http://schemas.microsoft.com/office/drawing/2014/main" id="{1EC37EF0-E1B7-4958-6AA8-5ECF8319A037}"/>
                    </a:ext>
                  </a:extLst>
                </p:cNvPr>
                <p:cNvSpPr/>
                <p:nvPr/>
              </p:nvSpPr>
              <p:spPr>
                <a:xfrm rot="10800000">
                  <a:off x="93376" y="-672886"/>
                  <a:ext cx="277455" cy="7184088"/>
                </a:xfrm>
                <a:prstGeom prst="round2SameRect">
                  <a:avLst>
                    <a:gd name="adj1" fmla="val 50000"/>
                    <a:gd name="adj2" fmla="val 0"/>
                  </a:avLst>
                </a:prstGeom>
                <a:gradFill>
                  <a:gsLst>
                    <a:gs pos="100000">
                      <a:srgbClr val="FED42F"/>
                    </a:gs>
                    <a:gs pos="49000">
                      <a:srgbClr val="B05302"/>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 avec coins arrondis en haut 6">
                  <a:extLst>
                    <a:ext uri="{FF2B5EF4-FFF2-40B4-BE49-F238E27FC236}">
                      <a16:creationId xmlns:a16="http://schemas.microsoft.com/office/drawing/2014/main" id="{E001DA18-90FC-C073-A90D-3DCADC3FD4D1}"/>
                    </a:ext>
                  </a:extLst>
                </p:cNvPr>
                <p:cNvSpPr/>
                <p:nvPr/>
              </p:nvSpPr>
              <p:spPr>
                <a:xfrm rot="10800000">
                  <a:off x="-177594" y="-675265"/>
                  <a:ext cx="277455" cy="7184088"/>
                </a:xfrm>
                <a:prstGeom prst="round2SameRect">
                  <a:avLst>
                    <a:gd name="adj1" fmla="val 50000"/>
                    <a:gd name="adj2" fmla="val 0"/>
                  </a:avLst>
                </a:prstGeom>
                <a:gradFill>
                  <a:gsLst>
                    <a:gs pos="100000">
                      <a:srgbClr val="FED42F"/>
                    </a:gs>
                    <a:gs pos="42000">
                      <a:srgbClr val="BA730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riangle isocèle 9">
                  <a:extLst>
                    <a:ext uri="{FF2B5EF4-FFF2-40B4-BE49-F238E27FC236}">
                      <a16:creationId xmlns:a16="http://schemas.microsoft.com/office/drawing/2014/main" id="{574B8229-86D6-7FE2-D396-C8918BF7748E}"/>
                    </a:ext>
                  </a:extLst>
                </p:cNvPr>
                <p:cNvSpPr/>
                <p:nvPr/>
              </p:nvSpPr>
              <p:spPr>
                <a:xfrm rot="10800000">
                  <a:off x="-440165" y="6392458"/>
                  <a:ext cx="810998" cy="931081"/>
                </a:xfrm>
                <a:prstGeom prst="triangle">
                  <a:avLst/>
                </a:prstGeom>
                <a:gradFill flip="none" rotWithShape="1">
                  <a:gsLst>
                    <a:gs pos="81000">
                      <a:srgbClr val="7E5C21"/>
                    </a:gs>
                    <a:gs pos="34800">
                      <a:srgbClr val="A28160"/>
                    </a:gs>
                    <a:gs pos="0">
                      <a:srgbClr val="CDCBC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Forme libre : forme 10">
                  <a:extLst>
                    <a:ext uri="{FF2B5EF4-FFF2-40B4-BE49-F238E27FC236}">
                      <a16:creationId xmlns:a16="http://schemas.microsoft.com/office/drawing/2014/main" id="{AEC587FF-C97C-B186-0DA2-C7E61768D9AF}"/>
                    </a:ext>
                  </a:extLst>
                </p:cNvPr>
                <p:cNvSpPr/>
                <p:nvPr/>
              </p:nvSpPr>
              <p:spPr>
                <a:xfrm rot="10800000">
                  <a:off x="-193562" y="6968337"/>
                  <a:ext cx="309390" cy="355202"/>
                </a:xfrm>
                <a:custGeom>
                  <a:avLst/>
                  <a:gdLst>
                    <a:gd name="connsiteX0" fmla="*/ 309390 w 309390"/>
                    <a:gd name="connsiteY0" fmla="*/ 355202 h 355202"/>
                    <a:gd name="connsiteX1" fmla="*/ 0 w 309390"/>
                    <a:gd name="connsiteY1" fmla="*/ 355202 h 355202"/>
                    <a:gd name="connsiteX2" fmla="*/ 154695 w 309390"/>
                    <a:gd name="connsiteY2" fmla="*/ 0 h 355202"/>
                  </a:gdLst>
                  <a:ahLst/>
                  <a:cxnLst>
                    <a:cxn ang="0">
                      <a:pos x="connsiteX0" y="connsiteY0"/>
                    </a:cxn>
                    <a:cxn ang="0">
                      <a:pos x="connsiteX1" y="connsiteY1"/>
                    </a:cxn>
                    <a:cxn ang="0">
                      <a:pos x="connsiteX2" y="connsiteY2"/>
                    </a:cxn>
                  </a:cxnLst>
                  <a:rect l="l" t="t" r="r" b="b"/>
                  <a:pathLst>
                    <a:path w="309390" h="355202">
                      <a:moveTo>
                        <a:pt x="309390" y="355202"/>
                      </a:moveTo>
                      <a:lnTo>
                        <a:pt x="0" y="355202"/>
                      </a:lnTo>
                      <a:lnTo>
                        <a:pt x="154695" y="0"/>
                      </a:lnTo>
                      <a:close/>
                    </a:path>
                  </a:pathLst>
                </a:custGeom>
                <a:gradFill flip="none" rotWithShape="1">
                  <a:gsLst>
                    <a:gs pos="100000">
                      <a:srgbClr val="E5E9EC"/>
                    </a:gs>
                    <a:gs pos="59000">
                      <a:schemeClr val="tx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37">
                  <a:extLst>
                    <a:ext uri="{FF2B5EF4-FFF2-40B4-BE49-F238E27FC236}">
                      <a16:creationId xmlns:a16="http://schemas.microsoft.com/office/drawing/2014/main" id="{5232C38D-0577-BF86-EEFB-3B462F48528D}"/>
                    </a:ext>
                  </a:extLst>
                </p:cNvPr>
                <p:cNvSpPr/>
                <p:nvPr/>
              </p:nvSpPr>
              <p:spPr>
                <a:xfrm>
                  <a:off x="-446404" y="-675265"/>
                  <a:ext cx="817200" cy="504992"/>
                </a:xfrm>
                <a:prstGeom prst="rect">
                  <a:avLst/>
                </a:prstGeom>
                <a:gradFill flip="none" rotWithShape="1">
                  <a:gsLst>
                    <a:gs pos="87000">
                      <a:srgbClr val="7F7F7F"/>
                    </a:gs>
                    <a:gs pos="9000">
                      <a:srgbClr val="A0A0AA"/>
                    </a:gs>
                    <a:gs pos="25000">
                      <a:srgbClr val="D4D7DC"/>
                    </a:gs>
                    <a:gs pos="68000">
                      <a:srgbClr val="E5E9EC"/>
                    </a:gs>
                    <a:gs pos="47611">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38">
                  <a:extLst>
                    <a:ext uri="{FF2B5EF4-FFF2-40B4-BE49-F238E27FC236}">
                      <a16:creationId xmlns:a16="http://schemas.microsoft.com/office/drawing/2014/main" id="{FABE877B-1272-2A00-96DC-65231D5F0639}"/>
                    </a:ext>
                  </a:extLst>
                </p:cNvPr>
                <p:cNvSpPr/>
                <p:nvPr/>
              </p:nvSpPr>
              <p:spPr>
                <a:xfrm>
                  <a:off x="-446441" y="-570864"/>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39">
                  <a:extLst>
                    <a:ext uri="{FF2B5EF4-FFF2-40B4-BE49-F238E27FC236}">
                      <a16:creationId xmlns:a16="http://schemas.microsoft.com/office/drawing/2014/main" id="{F67B89BA-F2A7-FF22-79C8-81EC059F7E7C}"/>
                    </a:ext>
                  </a:extLst>
                </p:cNvPr>
                <p:cNvSpPr/>
                <p:nvPr/>
              </p:nvSpPr>
              <p:spPr>
                <a:xfrm>
                  <a:off x="-446441" y="-488970"/>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6CECEBDB-A915-255B-4D55-BADD5C818A8A}"/>
                    </a:ext>
                  </a:extLst>
                </p:cNvPr>
                <p:cNvSpPr/>
                <p:nvPr/>
              </p:nvSpPr>
              <p:spPr>
                <a:xfrm>
                  <a:off x="-446467" y="-407076"/>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 avec coins arrondis en haut 15">
                  <a:extLst>
                    <a:ext uri="{FF2B5EF4-FFF2-40B4-BE49-F238E27FC236}">
                      <a16:creationId xmlns:a16="http://schemas.microsoft.com/office/drawing/2014/main" id="{E2B6A9AD-2B5E-9410-E48A-C8249BBD1F73}"/>
                    </a:ext>
                  </a:extLst>
                </p:cNvPr>
                <p:cNvSpPr/>
                <p:nvPr/>
              </p:nvSpPr>
              <p:spPr>
                <a:xfrm>
                  <a:off x="-449643" y="-1293141"/>
                  <a:ext cx="817199" cy="617785"/>
                </a:xfrm>
                <a:prstGeom prst="round2SameRect">
                  <a:avLst/>
                </a:prstGeom>
                <a:gradFill flip="none" rotWithShape="1">
                  <a:gsLst>
                    <a:gs pos="99465">
                      <a:srgbClr val="F2F2F2"/>
                    </a:gs>
                    <a:gs pos="71000">
                      <a:srgbClr val="D9D9D9"/>
                    </a:gs>
                    <a:gs pos="41000">
                      <a:srgbClr val="BFBFBF"/>
                    </a:gs>
                    <a:gs pos="23000">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e 22">
                <a:extLst>
                  <a:ext uri="{FF2B5EF4-FFF2-40B4-BE49-F238E27FC236}">
                    <a16:creationId xmlns:a16="http://schemas.microsoft.com/office/drawing/2014/main" id="{4440970C-32DE-7DFA-F4F1-213D685A5753}"/>
                  </a:ext>
                </a:extLst>
              </p:cNvPr>
              <p:cNvGrpSpPr/>
              <p:nvPr/>
            </p:nvGrpSpPr>
            <p:grpSpPr>
              <a:xfrm>
                <a:off x="5861398" y="1512472"/>
                <a:ext cx="160523" cy="3946955"/>
                <a:chOff x="5861398" y="1512474"/>
                <a:chExt cx="468000" cy="3024555"/>
              </a:xfrm>
            </p:grpSpPr>
            <p:sp>
              <p:nvSpPr>
                <p:cNvPr id="27" name="Rectangle 26">
                  <a:extLst>
                    <a:ext uri="{FF2B5EF4-FFF2-40B4-BE49-F238E27FC236}">
                      <a16:creationId xmlns:a16="http://schemas.microsoft.com/office/drawing/2014/main" id="{9EFE703A-2AF2-2A17-8BF1-EF03E48A2A4D}"/>
                    </a:ext>
                  </a:extLst>
                </p:cNvPr>
                <p:cNvSpPr/>
                <p:nvPr/>
              </p:nvSpPr>
              <p:spPr>
                <a:xfrm>
                  <a:off x="5861398" y="1512474"/>
                  <a:ext cx="468000" cy="50400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27">
                  <a:extLst>
                    <a:ext uri="{FF2B5EF4-FFF2-40B4-BE49-F238E27FC236}">
                      <a16:creationId xmlns:a16="http://schemas.microsoft.com/office/drawing/2014/main" id="{101F2901-97E3-4D64-7799-FB4C6F8A4EE6}"/>
                    </a:ext>
                  </a:extLst>
                </p:cNvPr>
                <p:cNvSpPr/>
                <p:nvPr/>
              </p:nvSpPr>
              <p:spPr>
                <a:xfrm>
                  <a:off x="5861398" y="2016474"/>
                  <a:ext cx="468000" cy="5040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37F2A69D-EDC7-968B-6645-AF73678B7477}"/>
                    </a:ext>
                  </a:extLst>
                </p:cNvPr>
                <p:cNvSpPr/>
                <p:nvPr/>
              </p:nvSpPr>
              <p:spPr>
                <a:xfrm>
                  <a:off x="5861398" y="2521362"/>
                  <a:ext cx="468000" cy="5040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ectangle 29">
                  <a:extLst>
                    <a:ext uri="{FF2B5EF4-FFF2-40B4-BE49-F238E27FC236}">
                      <a16:creationId xmlns:a16="http://schemas.microsoft.com/office/drawing/2014/main" id="{15BECBE6-6A71-9139-7F7A-A8620C510164}"/>
                    </a:ext>
                  </a:extLst>
                </p:cNvPr>
                <p:cNvSpPr/>
                <p:nvPr/>
              </p:nvSpPr>
              <p:spPr>
                <a:xfrm>
                  <a:off x="5861398" y="3025030"/>
                  <a:ext cx="468000" cy="50400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Rectangle 30">
                  <a:extLst>
                    <a:ext uri="{FF2B5EF4-FFF2-40B4-BE49-F238E27FC236}">
                      <a16:creationId xmlns:a16="http://schemas.microsoft.com/office/drawing/2014/main" id="{C79B8B14-8704-C789-1A7C-8190996CE87B}"/>
                    </a:ext>
                  </a:extLst>
                </p:cNvPr>
                <p:cNvSpPr/>
                <p:nvPr/>
              </p:nvSpPr>
              <p:spPr>
                <a:xfrm>
                  <a:off x="5861398" y="3529030"/>
                  <a:ext cx="468000" cy="504000"/>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8C2A15CE-4858-BDF4-BD8D-FD70ECB28EC0}"/>
                    </a:ext>
                  </a:extLst>
                </p:cNvPr>
                <p:cNvSpPr/>
                <p:nvPr/>
              </p:nvSpPr>
              <p:spPr>
                <a:xfrm>
                  <a:off x="5861398" y="4033029"/>
                  <a:ext cx="468000" cy="50400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23">
                <a:extLst>
                  <a:ext uri="{FF2B5EF4-FFF2-40B4-BE49-F238E27FC236}">
                    <a16:creationId xmlns:a16="http://schemas.microsoft.com/office/drawing/2014/main" id="{6AE49EF0-90B2-A6FE-3CAC-488951716CD4}"/>
                  </a:ext>
                </a:extLst>
              </p:cNvPr>
              <p:cNvGrpSpPr/>
              <p:nvPr/>
            </p:nvGrpSpPr>
            <p:grpSpPr>
              <a:xfrm>
                <a:off x="6168225" y="1512472"/>
                <a:ext cx="160523" cy="3946955"/>
                <a:chOff x="5861398" y="1512474"/>
                <a:chExt cx="468000" cy="3024555"/>
              </a:xfrm>
            </p:grpSpPr>
            <p:sp>
              <p:nvSpPr>
                <p:cNvPr id="21" name="Rectangle 20">
                  <a:extLst>
                    <a:ext uri="{FF2B5EF4-FFF2-40B4-BE49-F238E27FC236}">
                      <a16:creationId xmlns:a16="http://schemas.microsoft.com/office/drawing/2014/main" id="{EA1D8F77-646C-4D6B-2FF0-73FCD70D4D55}"/>
                    </a:ext>
                  </a:extLst>
                </p:cNvPr>
                <p:cNvSpPr/>
                <p:nvPr/>
              </p:nvSpPr>
              <p:spPr>
                <a:xfrm>
                  <a:off x="5861398" y="1512474"/>
                  <a:ext cx="468000" cy="504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6F21E27-0CBF-551A-9BE3-ECDD48AD0B17}"/>
                    </a:ext>
                  </a:extLst>
                </p:cNvPr>
                <p:cNvSpPr/>
                <p:nvPr/>
              </p:nvSpPr>
              <p:spPr>
                <a:xfrm>
                  <a:off x="5861398" y="2016474"/>
                  <a:ext cx="468000" cy="504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EAB50F0F-E67E-6E24-DC90-72A11DE84624}"/>
                    </a:ext>
                  </a:extLst>
                </p:cNvPr>
                <p:cNvSpPr/>
                <p:nvPr/>
              </p:nvSpPr>
              <p:spPr>
                <a:xfrm>
                  <a:off x="5861398" y="2521362"/>
                  <a:ext cx="468000" cy="504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5C7658DE-D503-4E26-792B-237004452572}"/>
                    </a:ext>
                  </a:extLst>
                </p:cNvPr>
                <p:cNvSpPr/>
                <p:nvPr/>
              </p:nvSpPr>
              <p:spPr>
                <a:xfrm>
                  <a:off x="5861398" y="3025030"/>
                  <a:ext cx="468000" cy="5040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611055B3-6393-1241-373E-68D8787EC69E}"/>
                    </a:ext>
                  </a:extLst>
                </p:cNvPr>
                <p:cNvSpPr/>
                <p:nvPr/>
              </p:nvSpPr>
              <p:spPr>
                <a:xfrm>
                  <a:off x="5861398" y="3529030"/>
                  <a:ext cx="468000" cy="5040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BB830797-C462-BCAA-275B-9FAD24BD480E}"/>
                    </a:ext>
                  </a:extLst>
                </p:cNvPr>
                <p:cNvSpPr/>
                <p:nvPr/>
              </p:nvSpPr>
              <p:spPr>
                <a:xfrm>
                  <a:off x="5861398" y="4033029"/>
                  <a:ext cx="468000" cy="5040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e 30">
                <a:extLst>
                  <a:ext uri="{FF2B5EF4-FFF2-40B4-BE49-F238E27FC236}">
                    <a16:creationId xmlns:a16="http://schemas.microsoft.com/office/drawing/2014/main" id="{742C0D1C-0942-4860-30EF-6D7B4B620C7F}"/>
                  </a:ext>
                </a:extLst>
              </p:cNvPr>
              <p:cNvGrpSpPr/>
              <p:nvPr/>
            </p:nvGrpSpPr>
            <p:grpSpPr>
              <a:xfrm>
                <a:off x="6021921" y="1512305"/>
                <a:ext cx="145913" cy="3946955"/>
                <a:chOff x="5861398" y="1512474"/>
                <a:chExt cx="468000" cy="3024555"/>
              </a:xfrm>
            </p:grpSpPr>
            <p:sp>
              <p:nvSpPr>
                <p:cNvPr id="15" name="Rectangle 14">
                  <a:extLst>
                    <a:ext uri="{FF2B5EF4-FFF2-40B4-BE49-F238E27FC236}">
                      <a16:creationId xmlns:a16="http://schemas.microsoft.com/office/drawing/2014/main" id="{6CCC023A-CA60-4D7F-A45F-76DA03104D67}"/>
                    </a:ext>
                  </a:extLst>
                </p:cNvPr>
                <p:cNvSpPr/>
                <p:nvPr/>
              </p:nvSpPr>
              <p:spPr>
                <a:xfrm>
                  <a:off x="5861398" y="1512474"/>
                  <a:ext cx="468000" cy="504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872EFE6E-B104-B26D-E3C9-79FF0D2897ED}"/>
                    </a:ext>
                  </a:extLst>
                </p:cNvPr>
                <p:cNvSpPr/>
                <p:nvPr/>
              </p:nvSpPr>
              <p:spPr>
                <a:xfrm>
                  <a:off x="5861398" y="2016474"/>
                  <a:ext cx="468000" cy="50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9802959-70E3-2F33-D44E-AB7B1412F541}"/>
                    </a:ext>
                  </a:extLst>
                </p:cNvPr>
                <p:cNvSpPr/>
                <p:nvPr/>
              </p:nvSpPr>
              <p:spPr>
                <a:xfrm>
                  <a:off x="5861398" y="2521362"/>
                  <a:ext cx="468000" cy="50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E5D0CC57-2201-6343-BDF9-4D91F30EA9C8}"/>
                    </a:ext>
                  </a:extLst>
                </p:cNvPr>
                <p:cNvSpPr/>
                <p:nvPr/>
              </p:nvSpPr>
              <p:spPr>
                <a:xfrm>
                  <a:off x="5861398" y="3025030"/>
                  <a:ext cx="468000" cy="504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ABDA22B9-86C4-EC3F-8C13-AF88446E596F}"/>
                    </a:ext>
                  </a:extLst>
                </p:cNvPr>
                <p:cNvSpPr/>
                <p:nvPr/>
              </p:nvSpPr>
              <p:spPr>
                <a:xfrm>
                  <a:off x="5861398" y="3529030"/>
                  <a:ext cx="468000" cy="504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1E83F911-E763-5191-8ED9-A347D42DFAAF}"/>
                    </a:ext>
                  </a:extLst>
                </p:cNvPr>
                <p:cNvSpPr/>
                <p:nvPr/>
              </p:nvSpPr>
              <p:spPr>
                <a:xfrm>
                  <a:off x="5861398" y="4033029"/>
                  <a:ext cx="468000" cy="50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Tree>
    <p:extLst>
      <p:ext uri="{BB962C8B-B14F-4D97-AF65-F5344CB8AC3E}">
        <p14:creationId xmlns:p14="http://schemas.microsoft.com/office/powerpoint/2010/main" val="1279984322"/>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2E2B45-589B-D295-8557-2D35F21EAEBC}"/>
              </a:ext>
            </a:extLst>
          </p:cNvPr>
          <p:cNvSpPr>
            <a:spLocks noGrp="1"/>
          </p:cNvSpPr>
          <p:nvPr>
            <p:ph type="title"/>
          </p:nvPr>
        </p:nvSpPr>
        <p:spPr>
          <a:xfrm>
            <a:off x="214184" y="13663"/>
            <a:ext cx="9728886" cy="678316"/>
          </a:xfrm>
        </p:spPr>
        <p:txBody>
          <a:bodyPr>
            <a:normAutofit/>
          </a:bodyPr>
          <a:lstStyle/>
          <a:p>
            <a:r>
              <a:rPr lang="en-US" dirty="0"/>
              <a:t>Stripes 6</a:t>
            </a:r>
          </a:p>
        </p:txBody>
      </p:sp>
      <p:sp>
        <p:nvSpPr>
          <p:cNvPr id="4" name="Forme libre : forme 14">
            <a:extLst>
              <a:ext uri="{FF2B5EF4-FFF2-40B4-BE49-F238E27FC236}">
                <a16:creationId xmlns:a16="http://schemas.microsoft.com/office/drawing/2014/main" id="{356D0381-7DEF-F3B1-BBAF-CA2FBF248D4B}"/>
              </a:ext>
            </a:extLst>
          </p:cNvPr>
          <p:cNvSpPr/>
          <p:nvPr/>
        </p:nvSpPr>
        <p:spPr>
          <a:xfrm>
            <a:off x="643811"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 name="Larme 15">
            <a:extLst>
              <a:ext uri="{FF2B5EF4-FFF2-40B4-BE49-F238E27FC236}">
                <a16:creationId xmlns:a16="http://schemas.microsoft.com/office/drawing/2014/main" id="{CA834B77-12F7-E270-1389-EF96B44CBA25}"/>
              </a:ext>
            </a:extLst>
          </p:cNvPr>
          <p:cNvSpPr/>
          <p:nvPr/>
        </p:nvSpPr>
        <p:spPr>
          <a:xfrm rot="10800000">
            <a:off x="5175604" y="1711738"/>
            <a:ext cx="857956" cy="844231"/>
          </a:xfrm>
          <a:prstGeom prst="teardrop">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23">
            <a:extLst>
              <a:ext uri="{FF2B5EF4-FFF2-40B4-BE49-F238E27FC236}">
                <a16:creationId xmlns:a16="http://schemas.microsoft.com/office/drawing/2014/main" id="{24C41FD8-E2FE-730B-1615-77D0C069B199}"/>
              </a:ext>
            </a:extLst>
          </p:cNvPr>
          <p:cNvSpPr/>
          <p:nvPr/>
        </p:nvSpPr>
        <p:spPr>
          <a:xfrm>
            <a:off x="643811"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9" name="Forme libre : forme 28">
            <a:extLst>
              <a:ext uri="{FF2B5EF4-FFF2-40B4-BE49-F238E27FC236}">
                <a16:creationId xmlns:a16="http://schemas.microsoft.com/office/drawing/2014/main" id="{4FDBC099-E6F6-5942-58DB-B8F8A251AE08}"/>
              </a:ext>
            </a:extLst>
          </p:cNvPr>
          <p:cNvSpPr/>
          <p:nvPr/>
        </p:nvSpPr>
        <p:spPr>
          <a:xfrm>
            <a:off x="643811"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1" name="ZoneTexte 40">
            <a:extLst>
              <a:ext uri="{FF2B5EF4-FFF2-40B4-BE49-F238E27FC236}">
                <a16:creationId xmlns:a16="http://schemas.microsoft.com/office/drawing/2014/main" id="{06E288B7-68AB-1244-7E16-E591356CCB2E}"/>
              </a:ext>
            </a:extLst>
          </p:cNvPr>
          <p:cNvSpPr txBox="1"/>
          <p:nvPr/>
        </p:nvSpPr>
        <p:spPr>
          <a:xfrm flipH="1">
            <a:off x="5344556" y="1769268"/>
            <a:ext cx="498855" cy="769441"/>
          </a:xfrm>
          <a:prstGeom prst="rect">
            <a:avLst/>
          </a:prstGeom>
          <a:noFill/>
          <a:effectLst/>
        </p:spPr>
        <p:txBody>
          <a:bodyPr wrap="none" rtlCol="0">
            <a:spAutoFit/>
          </a:bodyPr>
          <a:lstStyle/>
          <a:p>
            <a:r>
              <a:rPr lang="en-US" sz="4400" b="1" dirty="0">
                <a:latin typeface="+mj-lt"/>
              </a:rPr>
              <a:t>1</a:t>
            </a:r>
          </a:p>
        </p:txBody>
      </p:sp>
      <p:sp>
        <p:nvSpPr>
          <p:cNvPr id="12" name="ZoneTexte 47">
            <a:extLst>
              <a:ext uri="{FF2B5EF4-FFF2-40B4-BE49-F238E27FC236}">
                <a16:creationId xmlns:a16="http://schemas.microsoft.com/office/drawing/2014/main" id="{24EBF024-8FF0-DA13-B823-C4F28D1BDB92}"/>
              </a:ext>
            </a:extLst>
          </p:cNvPr>
          <p:cNvSpPr txBox="1"/>
          <p:nvPr/>
        </p:nvSpPr>
        <p:spPr>
          <a:xfrm flipH="1">
            <a:off x="5344556" y="3338705"/>
            <a:ext cx="498855" cy="769441"/>
          </a:xfrm>
          <a:prstGeom prst="rect">
            <a:avLst/>
          </a:prstGeom>
          <a:noFill/>
          <a:effectLst/>
        </p:spPr>
        <p:txBody>
          <a:bodyPr wrap="none" rtlCol="0">
            <a:spAutoFit/>
          </a:bodyPr>
          <a:lstStyle/>
          <a:p>
            <a:r>
              <a:rPr lang="en-US" sz="4400" b="1" dirty="0">
                <a:latin typeface="+mj-lt"/>
              </a:rPr>
              <a:t>2</a:t>
            </a:r>
          </a:p>
        </p:txBody>
      </p:sp>
      <p:sp>
        <p:nvSpPr>
          <p:cNvPr id="13" name="ZoneTexte 54">
            <a:extLst>
              <a:ext uri="{FF2B5EF4-FFF2-40B4-BE49-F238E27FC236}">
                <a16:creationId xmlns:a16="http://schemas.microsoft.com/office/drawing/2014/main" id="{C82D57D6-5CC8-2FB6-579F-6B49F94191CD}"/>
              </a:ext>
            </a:extLst>
          </p:cNvPr>
          <p:cNvSpPr txBox="1"/>
          <p:nvPr/>
        </p:nvSpPr>
        <p:spPr>
          <a:xfrm flipH="1">
            <a:off x="5344556" y="4935621"/>
            <a:ext cx="498855" cy="769441"/>
          </a:xfrm>
          <a:prstGeom prst="rect">
            <a:avLst/>
          </a:prstGeom>
          <a:noFill/>
          <a:effectLst/>
        </p:spPr>
        <p:txBody>
          <a:bodyPr wrap="none" rtlCol="0">
            <a:spAutoFit/>
          </a:bodyPr>
          <a:lstStyle/>
          <a:p>
            <a:r>
              <a:rPr lang="en-US" sz="4400" b="1" dirty="0">
                <a:latin typeface="+mj-lt"/>
              </a:rPr>
              <a:t>3</a:t>
            </a:r>
          </a:p>
        </p:txBody>
      </p:sp>
      <p:sp>
        <p:nvSpPr>
          <p:cNvPr id="14" name="Larme 61">
            <a:extLst>
              <a:ext uri="{FF2B5EF4-FFF2-40B4-BE49-F238E27FC236}">
                <a16:creationId xmlns:a16="http://schemas.microsoft.com/office/drawing/2014/main" id="{F33D8B57-1D4A-864D-AAFF-A2770C19B7FC}"/>
              </a:ext>
            </a:extLst>
          </p:cNvPr>
          <p:cNvSpPr/>
          <p:nvPr/>
        </p:nvSpPr>
        <p:spPr>
          <a:xfrm rot="10800000">
            <a:off x="5175604" y="3306890"/>
            <a:ext cx="857956" cy="844231"/>
          </a:xfrm>
          <a:prstGeom prst="teardrop">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Larme 62">
            <a:extLst>
              <a:ext uri="{FF2B5EF4-FFF2-40B4-BE49-F238E27FC236}">
                <a16:creationId xmlns:a16="http://schemas.microsoft.com/office/drawing/2014/main" id="{23F48956-9345-4BF9-95B6-73405EB590B1}"/>
              </a:ext>
            </a:extLst>
          </p:cNvPr>
          <p:cNvSpPr/>
          <p:nvPr/>
        </p:nvSpPr>
        <p:spPr>
          <a:xfrm rot="10800000">
            <a:off x="5175604" y="4825435"/>
            <a:ext cx="857956" cy="844231"/>
          </a:xfrm>
          <a:prstGeom prst="teardrop">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orme libre : forme 5122">
            <a:extLst>
              <a:ext uri="{FF2B5EF4-FFF2-40B4-BE49-F238E27FC236}">
                <a16:creationId xmlns:a16="http://schemas.microsoft.com/office/drawing/2014/main" id="{68CC4B67-1532-2523-1AFC-F8A0D1099382}"/>
              </a:ext>
            </a:extLst>
          </p:cNvPr>
          <p:cNvSpPr/>
          <p:nvPr/>
        </p:nvSpPr>
        <p:spPr>
          <a:xfrm flipH="1">
            <a:off x="7266154"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Larme 5123">
            <a:extLst>
              <a:ext uri="{FF2B5EF4-FFF2-40B4-BE49-F238E27FC236}">
                <a16:creationId xmlns:a16="http://schemas.microsoft.com/office/drawing/2014/main" id="{E04AF75B-2D7C-48AF-DEA0-47AC5B056928}"/>
              </a:ext>
            </a:extLst>
          </p:cNvPr>
          <p:cNvSpPr/>
          <p:nvPr/>
        </p:nvSpPr>
        <p:spPr>
          <a:xfrm rot="10800000" flipH="1">
            <a:off x="6158440" y="1711738"/>
            <a:ext cx="857956" cy="844231"/>
          </a:xfrm>
          <a:prstGeom prst="teardrop">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125">
            <a:extLst>
              <a:ext uri="{FF2B5EF4-FFF2-40B4-BE49-F238E27FC236}">
                <a16:creationId xmlns:a16="http://schemas.microsoft.com/office/drawing/2014/main" id="{7E2E91DB-D564-C498-F924-7D16843BD09C}"/>
              </a:ext>
            </a:extLst>
          </p:cNvPr>
          <p:cNvSpPr/>
          <p:nvPr/>
        </p:nvSpPr>
        <p:spPr>
          <a:xfrm flipH="1">
            <a:off x="7266154"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Forme libre : forme 5127">
            <a:extLst>
              <a:ext uri="{FF2B5EF4-FFF2-40B4-BE49-F238E27FC236}">
                <a16:creationId xmlns:a16="http://schemas.microsoft.com/office/drawing/2014/main" id="{D6D5A23C-5DA6-8576-5EB5-477A9750223B}"/>
              </a:ext>
            </a:extLst>
          </p:cNvPr>
          <p:cNvSpPr/>
          <p:nvPr/>
        </p:nvSpPr>
        <p:spPr>
          <a:xfrm flipH="1">
            <a:off x="7266154"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5129">
            <a:extLst>
              <a:ext uri="{FF2B5EF4-FFF2-40B4-BE49-F238E27FC236}">
                <a16:creationId xmlns:a16="http://schemas.microsoft.com/office/drawing/2014/main" id="{B3B42B6C-677F-26F2-DA75-009188F87F65}"/>
              </a:ext>
            </a:extLst>
          </p:cNvPr>
          <p:cNvSpPr txBox="1"/>
          <p:nvPr/>
        </p:nvSpPr>
        <p:spPr>
          <a:xfrm>
            <a:off x="6382252" y="1769268"/>
            <a:ext cx="498855" cy="769441"/>
          </a:xfrm>
          <a:prstGeom prst="rect">
            <a:avLst/>
          </a:prstGeom>
          <a:noFill/>
          <a:effectLst/>
        </p:spPr>
        <p:txBody>
          <a:bodyPr wrap="none" rtlCol="0">
            <a:spAutoFit/>
          </a:bodyPr>
          <a:lstStyle/>
          <a:p>
            <a:r>
              <a:rPr lang="en-US" sz="4400" b="1" dirty="0">
                <a:latin typeface="+mj-lt"/>
              </a:rPr>
              <a:t>4</a:t>
            </a:r>
          </a:p>
        </p:txBody>
      </p:sp>
      <p:sp>
        <p:nvSpPr>
          <p:cNvPr id="25" name="ZoneTexte 5130">
            <a:extLst>
              <a:ext uri="{FF2B5EF4-FFF2-40B4-BE49-F238E27FC236}">
                <a16:creationId xmlns:a16="http://schemas.microsoft.com/office/drawing/2014/main" id="{5F83C850-4889-8923-7C0E-395BE0CC62A9}"/>
              </a:ext>
            </a:extLst>
          </p:cNvPr>
          <p:cNvSpPr txBox="1"/>
          <p:nvPr/>
        </p:nvSpPr>
        <p:spPr>
          <a:xfrm>
            <a:off x="6382252" y="3338705"/>
            <a:ext cx="498855" cy="769441"/>
          </a:xfrm>
          <a:prstGeom prst="rect">
            <a:avLst/>
          </a:prstGeom>
          <a:noFill/>
          <a:ln>
            <a:noFill/>
          </a:ln>
          <a:effectLst/>
        </p:spPr>
        <p:txBody>
          <a:bodyPr wrap="none" rtlCol="0">
            <a:spAutoFit/>
          </a:bodyPr>
          <a:lstStyle/>
          <a:p>
            <a:r>
              <a:rPr lang="en-US" sz="4400" b="1" dirty="0">
                <a:latin typeface="+mj-lt"/>
              </a:rPr>
              <a:t>5</a:t>
            </a:r>
          </a:p>
        </p:txBody>
      </p:sp>
      <p:sp>
        <p:nvSpPr>
          <p:cNvPr id="26" name="ZoneTexte 5131">
            <a:extLst>
              <a:ext uri="{FF2B5EF4-FFF2-40B4-BE49-F238E27FC236}">
                <a16:creationId xmlns:a16="http://schemas.microsoft.com/office/drawing/2014/main" id="{9E374DF9-CB22-F9D0-0C2B-C0BF97AF7BA2}"/>
              </a:ext>
            </a:extLst>
          </p:cNvPr>
          <p:cNvSpPr txBox="1"/>
          <p:nvPr/>
        </p:nvSpPr>
        <p:spPr>
          <a:xfrm>
            <a:off x="6382252" y="4935621"/>
            <a:ext cx="498855" cy="769441"/>
          </a:xfrm>
          <a:prstGeom prst="rect">
            <a:avLst/>
          </a:prstGeom>
          <a:noFill/>
          <a:effectLst/>
        </p:spPr>
        <p:txBody>
          <a:bodyPr wrap="none" rtlCol="0">
            <a:spAutoFit/>
          </a:bodyPr>
          <a:lstStyle/>
          <a:p>
            <a:r>
              <a:rPr lang="en-US" sz="4400" b="1" dirty="0">
                <a:latin typeface="+mj-lt"/>
              </a:rPr>
              <a:t>6</a:t>
            </a:r>
          </a:p>
        </p:txBody>
      </p:sp>
      <p:sp>
        <p:nvSpPr>
          <p:cNvPr id="27" name="Larme 5132">
            <a:extLst>
              <a:ext uri="{FF2B5EF4-FFF2-40B4-BE49-F238E27FC236}">
                <a16:creationId xmlns:a16="http://schemas.microsoft.com/office/drawing/2014/main" id="{F7ADFE3E-5D48-81E4-DEC9-203EBADAEE95}"/>
              </a:ext>
            </a:extLst>
          </p:cNvPr>
          <p:cNvSpPr/>
          <p:nvPr/>
        </p:nvSpPr>
        <p:spPr>
          <a:xfrm rot="10800000" flipH="1">
            <a:off x="6158440" y="3306890"/>
            <a:ext cx="857956" cy="844231"/>
          </a:xfrm>
          <a:prstGeom prst="teardrop">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Larme 5133">
            <a:extLst>
              <a:ext uri="{FF2B5EF4-FFF2-40B4-BE49-F238E27FC236}">
                <a16:creationId xmlns:a16="http://schemas.microsoft.com/office/drawing/2014/main" id="{E2320F97-0BD4-90DA-F962-E8F14759790A}"/>
              </a:ext>
            </a:extLst>
          </p:cNvPr>
          <p:cNvSpPr/>
          <p:nvPr/>
        </p:nvSpPr>
        <p:spPr>
          <a:xfrm rot="10800000" flipH="1">
            <a:off x="6158440" y="4825435"/>
            <a:ext cx="857956" cy="844231"/>
          </a:xfrm>
          <a:prstGeom prst="teardrop">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7612689"/>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2827301"/>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BC0A5-68E6-97A2-C89D-C0B7C43E76B9}"/>
              </a:ext>
            </a:extLst>
          </p:cNvPr>
          <p:cNvSpPr>
            <a:spLocks noGrp="1"/>
          </p:cNvSpPr>
          <p:nvPr>
            <p:ph type="title"/>
          </p:nvPr>
        </p:nvSpPr>
        <p:spPr>
          <a:xfrm>
            <a:off x="214184" y="13663"/>
            <a:ext cx="9728886" cy="678316"/>
          </a:xfrm>
        </p:spPr>
        <p:txBody>
          <a:bodyPr>
            <a:normAutofit/>
          </a:bodyPr>
          <a:lstStyle/>
          <a:p>
            <a:r>
              <a:rPr lang="en-US" dirty="0"/>
              <a:t>Arrows 08</a:t>
            </a:r>
          </a:p>
        </p:txBody>
      </p:sp>
      <p:sp>
        <p:nvSpPr>
          <p:cNvPr id="4" name="Google Shape;121;p17">
            <a:extLst>
              <a:ext uri="{FF2B5EF4-FFF2-40B4-BE49-F238E27FC236}">
                <a16:creationId xmlns:a16="http://schemas.microsoft.com/office/drawing/2014/main" id="{8E3A1E9B-5542-67FA-B725-345A012B4C58}"/>
              </a:ext>
            </a:extLst>
          </p:cNvPr>
          <p:cNvSpPr/>
          <p:nvPr/>
        </p:nvSpPr>
        <p:spPr>
          <a:xfrm>
            <a:off x="9097160" y="2841854"/>
            <a:ext cx="2005181" cy="1174295"/>
          </a:xfrm>
          <a:custGeom>
            <a:avLst/>
            <a:gdLst/>
            <a:ahLst/>
            <a:cxnLst/>
            <a:rect l="l" t="t" r="r" b="b"/>
            <a:pathLst>
              <a:path w="56710" h="44204" extrusionOk="0">
                <a:moveTo>
                  <a:pt x="29933" y="1"/>
                </a:moveTo>
                <a:cubicBezTo>
                  <a:pt x="28768" y="1"/>
                  <a:pt x="27613" y="515"/>
                  <a:pt x="26837" y="1496"/>
                </a:cubicBezTo>
                <a:lnTo>
                  <a:pt x="26349" y="2104"/>
                </a:lnTo>
                <a:cubicBezTo>
                  <a:pt x="25004" y="3806"/>
                  <a:pt x="25277" y="6283"/>
                  <a:pt x="26992"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7" y="25178"/>
                </a:cubicBezTo>
                <a:cubicBezTo>
                  <a:pt x="56222" y="24392"/>
                  <a:pt x="56710" y="23237"/>
                  <a:pt x="56686" y="22070"/>
                </a:cubicBezTo>
                <a:cubicBezTo>
                  <a:pt x="56710" y="20915"/>
                  <a:pt x="56222" y="19761"/>
                  <a:pt x="55257" y="18975"/>
                </a:cubicBezTo>
                <a:cubicBezTo>
                  <a:pt x="54924" y="18582"/>
                  <a:pt x="54531" y="18272"/>
                  <a:pt x="54102" y="18046"/>
                </a:cubicBezTo>
                <a:lnTo>
                  <a:pt x="32374" y="854"/>
                </a:lnTo>
                <a:cubicBezTo>
                  <a:pt x="31652" y="279"/>
                  <a:pt x="30790" y="1"/>
                  <a:pt x="299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6</a:t>
            </a:r>
          </a:p>
        </p:txBody>
      </p:sp>
      <p:sp>
        <p:nvSpPr>
          <p:cNvPr id="5" name="Google Shape;129;p17">
            <a:extLst>
              <a:ext uri="{FF2B5EF4-FFF2-40B4-BE49-F238E27FC236}">
                <a16:creationId xmlns:a16="http://schemas.microsoft.com/office/drawing/2014/main" id="{512C69BA-9E8F-44F2-BD43-DFC24481E516}"/>
              </a:ext>
            </a:extLst>
          </p:cNvPr>
          <p:cNvSpPr/>
          <p:nvPr/>
        </p:nvSpPr>
        <p:spPr>
          <a:xfrm>
            <a:off x="7495660"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89" y="9462"/>
                </a:lnTo>
                <a:lnTo>
                  <a:pt x="3881" y="9462"/>
                </a:lnTo>
                <a:cubicBezTo>
                  <a:pt x="1738" y="9462"/>
                  <a:pt x="0" y="11200"/>
                  <a:pt x="0" y="13343"/>
                </a:cubicBezTo>
                <a:lnTo>
                  <a:pt x="0" y="30929"/>
                </a:lnTo>
                <a:cubicBezTo>
                  <a:pt x="0" y="33072"/>
                  <a:pt x="1738" y="34810"/>
                  <a:pt x="3881" y="34810"/>
                </a:cubicBezTo>
                <a:lnTo>
                  <a:pt x="29170" y="34810"/>
                </a:lnTo>
                <a:lnTo>
                  <a:pt x="26956" y="36572"/>
                </a:lnTo>
                <a:cubicBezTo>
                  <a:pt x="25241" y="37918"/>
                  <a:pt x="24956" y="40394"/>
                  <a:pt x="26301" y="42109"/>
                </a:cubicBezTo>
                <a:lnTo>
                  <a:pt x="26789" y="42704"/>
                </a:lnTo>
                <a:cubicBezTo>
                  <a:pt x="27563" y="43690"/>
                  <a:pt x="28711" y="44204"/>
                  <a:pt x="29873" y="44204"/>
                </a:cubicBezTo>
                <a:cubicBezTo>
                  <a:pt x="30731" y="44204"/>
                  <a:pt x="31597" y="43923"/>
                  <a:pt x="32325" y="43347"/>
                </a:cubicBezTo>
                <a:lnTo>
                  <a:pt x="54078" y="26107"/>
                </a:lnTo>
                <a:cubicBezTo>
                  <a:pt x="54519" y="25880"/>
                  <a:pt x="54912" y="25571"/>
                  <a:pt x="55245" y="25178"/>
                </a:cubicBezTo>
                <a:cubicBezTo>
                  <a:pt x="56209" y="24392"/>
                  <a:pt x="56698" y="23237"/>
                  <a:pt x="56686" y="22070"/>
                </a:cubicBezTo>
                <a:cubicBezTo>
                  <a:pt x="56709" y="20915"/>
                  <a:pt x="56209" y="19761"/>
                  <a:pt x="55257" y="18975"/>
                </a:cubicBezTo>
                <a:cubicBezTo>
                  <a:pt x="54924" y="18582"/>
                  <a:pt x="54531" y="18272"/>
                  <a:pt x="54090" y="18046"/>
                </a:cubicBezTo>
                <a:lnTo>
                  <a:pt x="32361" y="854"/>
                </a:lnTo>
                <a:cubicBezTo>
                  <a:pt x="31640" y="279"/>
                  <a:pt x="30780" y="1"/>
                  <a:pt x="29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5</a:t>
            </a:r>
          </a:p>
        </p:txBody>
      </p:sp>
      <p:sp>
        <p:nvSpPr>
          <p:cNvPr id="6" name="Google Shape;136;p17">
            <a:extLst>
              <a:ext uri="{FF2B5EF4-FFF2-40B4-BE49-F238E27FC236}">
                <a16:creationId xmlns:a16="http://schemas.microsoft.com/office/drawing/2014/main" id="{B8F173FE-A57E-E9C8-0F61-ACAE1A140069}"/>
              </a:ext>
            </a:extLst>
          </p:cNvPr>
          <p:cNvSpPr/>
          <p:nvPr/>
        </p:nvSpPr>
        <p:spPr>
          <a:xfrm>
            <a:off x="5894143" y="2841854"/>
            <a:ext cx="2005216" cy="1174295"/>
          </a:xfrm>
          <a:custGeom>
            <a:avLst/>
            <a:gdLst/>
            <a:ahLst/>
            <a:cxnLst/>
            <a:rect l="l" t="t" r="r" b="b"/>
            <a:pathLst>
              <a:path w="56711" h="44204" extrusionOk="0">
                <a:moveTo>
                  <a:pt x="29934" y="1"/>
                </a:moveTo>
                <a:cubicBezTo>
                  <a:pt x="28768" y="1"/>
                  <a:pt x="27613" y="515"/>
                  <a:pt x="26837"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8" y="25178"/>
                </a:cubicBezTo>
                <a:cubicBezTo>
                  <a:pt x="56222" y="24392"/>
                  <a:pt x="56710" y="23237"/>
                  <a:pt x="56686" y="22070"/>
                </a:cubicBezTo>
                <a:cubicBezTo>
                  <a:pt x="56710" y="20915"/>
                  <a:pt x="56222" y="19761"/>
                  <a:pt x="55258" y="18975"/>
                </a:cubicBezTo>
                <a:cubicBezTo>
                  <a:pt x="54924" y="18582"/>
                  <a:pt x="54531" y="18272"/>
                  <a:pt x="54103" y="18046"/>
                </a:cubicBezTo>
                <a:lnTo>
                  <a:pt x="32374" y="854"/>
                </a:lnTo>
                <a:cubicBezTo>
                  <a:pt x="31652" y="279"/>
                  <a:pt x="30790" y="1"/>
                  <a:pt x="29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4</a:t>
            </a:r>
          </a:p>
        </p:txBody>
      </p:sp>
      <p:sp>
        <p:nvSpPr>
          <p:cNvPr id="7" name="Google Shape;145;p17">
            <a:extLst>
              <a:ext uri="{FF2B5EF4-FFF2-40B4-BE49-F238E27FC236}">
                <a16:creationId xmlns:a16="http://schemas.microsoft.com/office/drawing/2014/main" id="{E22DA397-2981-59BD-DDB0-BBB690DE0726}"/>
              </a:ext>
            </a:extLst>
          </p:cNvPr>
          <p:cNvSpPr/>
          <p:nvPr/>
        </p:nvSpPr>
        <p:spPr>
          <a:xfrm>
            <a:off x="4292662"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2" y="34810"/>
                </a:lnTo>
                <a:lnTo>
                  <a:pt x="26956" y="36572"/>
                </a:lnTo>
                <a:cubicBezTo>
                  <a:pt x="25241" y="37918"/>
                  <a:pt x="24956" y="40394"/>
                  <a:pt x="26313" y="42109"/>
                </a:cubicBezTo>
                <a:lnTo>
                  <a:pt x="26789" y="42704"/>
                </a:lnTo>
                <a:cubicBezTo>
                  <a:pt x="27563" y="43690"/>
                  <a:pt x="28711" y="44204"/>
                  <a:pt x="29873" y="44204"/>
                </a:cubicBezTo>
                <a:cubicBezTo>
                  <a:pt x="30731" y="44204"/>
                  <a:pt x="31597" y="43923"/>
                  <a:pt x="32326" y="43347"/>
                </a:cubicBezTo>
                <a:lnTo>
                  <a:pt x="54078" y="26107"/>
                </a:lnTo>
                <a:cubicBezTo>
                  <a:pt x="54519" y="25880"/>
                  <a:pt x="54912" y="25571"/>
                  <a:pt x="55245" y="25178"/>
                </a:cubicBezTo>
                <a:cubicBezTo>
                  <a:pt x="56210" y="24392"/>
                  <a:pt x="56698" y="23237"/>
                  <a:pt x="56686" y="22070"/>
                </a:cubicBezTo>
                <a:cubicBezTo>
                  <a:pt x="56710" y="20915"/>
                  <a:pt x="56222" y="19761"/>
                  <a:pt x="55257" y="18975"/>
                </a:cubicBezTo>
                <a:cubicBezTo>
                  <a:pt x="54924" y="18582"/>
                  <a:pt x="54531" y="18272"/>
                  <a:pt x="54090" y="18046"/>
                </a:cubicBezTo>
                <a:lnTo>
                  <a:pt x="32361" y="854"/>
                </a:lnTo>
                <a:cubicBezTo>
                  <a:pt x="31640" y="279"/>
                  <a:pt x="30780" y="1"/>
                  <a:pt x="299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3</a:t>
            </a:r>
          </a:p>
        </p:txBody>
      </p:sp>
      <p:sp>
        <p:nvSpPr>
          <p:cNvPr id="8" name="Google Shape;170;p17">
            <a:extLst>
              <a:ext uri="{FF2B5EF4-FFF2-40B4-BE49-F238E27FC236}">
                <a16:creationId xmlns:a16="http://schemas.microsoft.com/office/drawing/2014/main" id="{C7B7AFD9-26EC-27B2-4F96-91BB515B81BC}"/>
              </a:ext>
            </a:extLst>
          </p:cNvPr>
          <p:cNvSpPr/>
          <p:nvPr/>
        </p:nvSpPr>
        <p:spPr>
          <a:xfrm>
            <a:off x="2691143" y="2841854"/>
            <a:ext cx="2005216" cy="1174295"/>
          </a:xfrm>
          <a:custGeom>
            <a:avLst/>
            <a:gdLst/>
            <a:ahLst/>
            <a:cxnLst/>
            <a:rect l="l" t="t" r="r" b="b"/>
            <a:pathLst>
              <a:path w="56711" h="44204" extrusionOk="0">
                <a:moveTo>
                  <a:pt x="29934" y="1"/>
                </a:moveTo>
                <a:cubicBezTo>
                  <a:pt x="28768" y="1"/>
                  <a:pt x="27613" y="515"/>
                  <a:pt x="26838"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7" y="36572"/>
                </a:lnTo>
                <a:cubicBezTo>
                  <a:pt x="25254" y="37918"/>
                  <a:pt x="24968" y="40394"/>
                  <a:pt x="26314" y="42109"/>
                </a:cubicBezTo>
                <a:lnTo>
                  <a:pt x="26790" y="42704"/>
                </a:lnTo>
                <a:cubicBezTo>
                  <a:pt x="27571" y="43690"/>
                  <a:pt x="28722" y="44204"/>
                  <a:pt x="29885" y="44204"/>
                </a:cubicBezTo>
                <a:cubicBezTo>
                  <a:pt x="30744" y="44204"/>
                  <a:pt x="31610" y="43923"/>
                  <a:pt x="32338" y="43347"/>
                </a:cubicBezTo>
                <a:lnTo>
                  <a:pt x="54091" y="26107"/>
                </a:lnTo>
                <a:cubicBezTo>
                  <a:pt x="54520" y="25880"/>
                  <a:pt x="54924" y="25571"/>
                  <a:pt x="55258" y="25178"/>
                </a:cubicBezTo>
                <a:cubicBezTo>
                  <a:pt x="56222" y="24392"/>
                  <a:pt x="56710" y="23237"/>
                  <a:pt x="56698" y="22070"/>
                </a:cubicBezTo>
                <a:cubicBezTo>
                  <a:pt x="56710" y="20915"/>
                  <a:pt x="56222" y="19761"/>
                  <a:pt x="55270" y="18975"/>
                </a:cubicBezTo>
                <a:cubicBezTo>
                  <a:pt x="54924" y="18582"/>
                  <a:pt x="54531" y="18272"/>
                  <a:pt x="54103" y="18046"/>
                </a:cubicBezTo>
                <a:lnTo>
                  <a:pt x="32374" y="854"/>
                </a:lnTo>
                <a:cubicBezTo>
                  <a:pt x="31653" y="279"/>
                  <a:pt x="30790" y="1"/>
                  <a:pt x="299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2</a:t>
            </a:r>
          </a:p>
        </p:txBody>
      </p:sp>
      <p:sp>
        <p:nvSpPr>
          <p:cNvPr id="9" name="Google Shape;178;p17">
            <a:extLst>
              <a:ext uri="{FF2B5EF4-FFF2-40B4-BE49-F238E27FC236}">
                <a16:creationId xmlns:a16="http://schemas.microsoft.com/office/drawing/2014/main" id="{83878955-42B7-8276-FE87-87DB203D7B7E}"/>
              </a:ext>
            </a:extLst>
          </p:cNvPr>
          <p:cNvSpPr/>
          <p:nvPr/>
        </p:nvSpPr>
        <p:spPr>
          <a:xfrm>
            <a:off x="1089661" y="2841854"/>
            <a:ext cx="2005181" cy="1174295"/>
          </a:xfrm>
          <a:custGeom>
            <a:avLst/>
            <a:gdLst/>
            <a:ahLst/>
            <a:cxnLst/>
            <a:rect l="l" t="t" r="r" b="b"/>
            <a:pathLst>
              <a:path w="56710" h="44204" extrusionOk="0">
                <a:moveTo>
                  <a:pt x="29925" y="1"/>
                </a:moveTo>
                <a:cubicBezTo>
                  <a:pt x="28762" y="1"/>
                  <a:pt x="27608" y="515"/>
                  <a:pt x="26825" y="1496"/>
                </a:cubicBezTo>
                <a:lnTo>
                  <a:pt x="26349" y="2104"/>
                </a:lnTo>
                <a:cubicBezTo>
                  <a:pt x="24992"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56" y="40394"/>
                  <a:pt x="26313" y="42109"/>
                </a:cubicBezTo>
                <a:lnTo>
                  <a:pt x="26789" y="42704"/>
                </a:lnTo>
                <a:cubicBezTo>
                  <a:pt x="27563" y="43690"/>
                  <a:pt x="28715" y="44204"/>
                  <a:pt x="29878" y="44204"/>
                </a:cubicBezTo>
                <a:cubicBezTo>
                  <a:pt x="30738" y="44204"/>
                  <a:pt x="31603" y="43923"/>
                  <a:pt x="32326" y="43347"/>
                </a:cubicBezTo>
                <a:lnTo>
                  <a:pt x="54091" y="26107"/>
                </a:lnTo>
                <a:cubicBezTo>
                  <a:pt x="54519" y="25880"/>
                  <a:pt x="54912" y="25571"/>
                  <a:pt x="55257" y="25178"/>
                </a:cubicBezTo>
                <a:cubicBezTo>
                  <a:pt x="56210" y="24392"/>
                  <a:pt x="56710" y="23237"/>
                  <a:pt x="56686" y="22070"/>
                </a:cubicBezTo>
                <a:cubicBezTo>
                  <a:pt x="56710" y="20915"/>
                  <a:pt x="56222" y="19761"/>
                  <a:pt x="55257" y="18975"/>
                </a:cubicBezTo>
                <a:cubicBezTo>
                  <a:pt x="54924" y="18582"/>
                  <a:pt x="54531" y="18272"/>
                  <a:pt x="54091" y="18046"/>
                </a:cubicBezTo>
                <a:lnTo>
                  <a:pt x="32362" y="854"/>
                </a:lnTo>
                <a:cubicBezTo>
                  <a:pt x="31640" y="279"/>
                  <a:pt x="30780" y="1"/>
                  <a:pt x="299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b="1" dirty="0">
                <a:solidFill>
                  <a:schemeClr val="bg1"/>
                </a:solidFill>
                <a:latin typeface="+mj-lt"/>
              </a:rPr>
              <a:t>1</a:t>
            </a:r>
            <a:endParaRPr lang="en-US" sz="4400" dirty="0">
              <a:solidFill>
                <a:schemeClr val="bg1"/>
              </a:solidFill>
            </a:endParaRPr>
          </a:p>
        </p:txBody>
      </p:sp>
      <p:sp>
        <p:nvSpPr>
          <p:cNvPr id="16" name="TextBox 37">
            <a:extLst>
              <a:ext uri="{FF2B5EF4-FFF2-40B4-BE49-F238E27FC236}">
                <a16:creationId xmlns:a16="http://schemas.microsoft.com/office/drawing/2014/main" id="{CCA255C4-6FAD-F1FC-9FCF-1224AACA049E}"/>
              </a:ext>
            </a:extLst>
          </p:cNvPr>
          <p:cNvSpPr txBox="1"/>
          <p:nvPr/>
        </p:nvSpPr>
        <p:spPr>
          <a:xfrm>
            <a:off x="431899" y="4187796"/>
            <a:ext cx="2829828" cy="1323439"/>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 name="TextBox 37">
            <a:extLst>
              <a:ext uri="{FF2B5EF4-FFF2-40B4-BE49-F238E27FC236}">
                <a16:creationId xmlns:a16="http://schemas.microsoft.com/office/drawing/2014/main" id="{4E28ACBA-D63D-1B9A-EF27-D749E2525EBC}"/>
              </a:ext>
            </a:extLst>
          </p:cNvPr>
          <p:cNvSpPr txBox="1"/>
          <p:nvPr/>
        </p:nvSpPr>
        <p:spPr>
          <a:xfrm>
            <a:off x="1957221" y="1432591"/>
            <a:ext cx="2982185" cy="1323439"/>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37">
            <a:extLst>
              <a:ext uri="{FF2B5EF4-FFF2-40B4-BE49-F238E27FC236}">
                <a16:creationId xmlns:a16="http://schemas.microsoft.com/office/drawing/2014/main" id="{54507691-3B4D-5ACE-B3F7-B522871641AA}"/>
              </a:ext>
            </a:extLst>
          </p:cNvPr>
          <p:cNvSpPr txBox="1"/>
          <p:nvPr/>
        </p:nvSpPr>
        <p:spPr>
          <a:xfrm>
            <a:off x="3575345" y="4187796"/>
            <a:ext cx="2998145" cy="1323439"/>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37">
            <a:extLst>
              <a:ext uri="{FF2B5EF4-FFF2-40B4-BE49-F238E27FC236}">
                <a16:creationId xmlns:a16="http://schemas.microsoft.com/office/drawing/2014/main" id="{7328C9AA-B59F-A820-8002-32BBA58E7C07}"/>
              </a:ext>
            </a:extLst>
          </p:cNvPr>
          <p:cNvSpPr txBox="1"/>
          <p:nvPr/>
        </p:nvSpPr>
        <p:spPr>
          <a:xfrm>
            <a:off x="5256475" y="1432591"/>
            <a:ext cx="2634029" cy="1323439"/>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37">
            <a:extLst>
              <a:ext uri="{FF2B5EF4-FFF2-40B4-BE49-F238E27FC236}">
                <a16:creationId xmlns:a16="http://schemas.microsoft.com/office/drawing/2014/main" id="{CDF85BB7-CA8D-2C97-DEE4-4796A9074E82}"/>
              </a:ext>
            </a:extLst>
          </p:cNvPr>
          <p:cNvSpPr txBox="1"/>
          <p:nvPr/>
        </p:nvSpPr>
        <p:spPr>
          <a:xfrm>
            <a:off x="8537315" y="1432591"/>
            <a:ext cx="2634029" cy="1323439"/>
          </a:xfrm>
          <a:prstGeom prst="rect">
            <a:avLst/>
          </a:prstGeom>
          <a:noFill/>
        </p:spPr>
        <p:txBody>
          <a:bodyPr wrap="square" rtlCol="0">
            <a:spAutoFit/>
          </a:bodyPr>
          <a:lstStyle/>
          <a:p>
            <a:pPr algn="ctr"/>
            <a:r>
              <a:rPr lang="en-US" sz="1600" b="1" dirty="0">
                <a:solidFill>
                  <a:schemeClr val="accent6"/>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B5EA2552-F195-DD99-4108-048EAFDEB76F}"/>
              </a:ext>
            </a:extLst>
          </p:cNvPr>
          <p:cNvSpPr txBox="1"/>
          <p:nvPr/>
        </p:nvSpPr>
        <p:spPr>
          <a:xfrm>
            <a:off x="6749961" y="4187796"/>
            <a:ext cx="2998145" cy="1323439"/>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88801754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C336D67-1D30-431D-AFD6-F4BADCEB0F30}"/>
              </a:ext>
            </a:extLst>
          </p:cNvPr>
          <p:cNvSpPr>
            <a:spLocks noGrp="1"/>
          </p:cNvSpPr>
          <p:nvPr>
            <p:ph type="title"/>
          </p:nvPr>
        </p:nvSpPr>
        <p:spPr>
          <a:xfrm>
            <a:off x="214184" y="13663"/>
            <a:ext cx="9728886" cy="678316"/>
          </a:xfrm>
        </p:spPr>
        <p:txBody>
          <a:bodyPr>
            <a:normAutofit/>
          </a:bodyPr>
          <a:lstStyle/>
          <a:p>
            <a:r>
              <a:rPr lang="en-US" dirty="0"/>
              <a:t>Triangle 5</a:t>
            </a:r>
          </a:p>
        </p:txBody>
      </p:sp>
      <p:sp>
        <p:nvSpPr>
          <p:cNvPr id="14" name="Rectangle 13">
            <a:extLst>
              <a:ext uri="{FF2B5EF4-FFF2-40B4-BE49-F238E27FC236}">
                <a16:creationId xmlns:a16="http://schemas.microsoft.com/office/drawing/2014/main" id="{190CD20E-BB53-471D-8E15-6277EAC6F67E}"/>
              </a:ext>
            </a:extLst>
          </p:cNvPr>
          <p:cNvSpPr/>
          <p:nvPr/>
        </p:nvSpPr>
        <p:spPr>
          <a:xfrm>
            <a:off x="838200"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856BC3E9-CFE7-4E05-A097-6D5770B3EA21}"/>
              </a:ext>
            </a:extLst>
          </p:cNvPr>
          <p:cNvSpPr/>
          <p:nvPr/>
        </p:nvSpPr>
        <p:spPr>
          <a:xfrm>
            <a:off x="838200"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6"/>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15">
            <a:extLst>
              <a:ext uri="{FF2B5EF4-FFF2-40B4-BE49-F238E27FC236}">
                <a16:creationId xmlns:a16="http://schemas.microsoft.com/office/drawing/2014/main" id="{CD41D0A6-9F58-49E3-80C4-D0720643DA73}"/>
              </a:ext>
            </a:extLst>
          </p:cNvPr>
          <p:cNvSpPr/>
          <p:nvPr/>
        </p:nvSpPr>
        <p:spPr>
          <a:xfrm>
            <a:off x="838200"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5"/>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16">
            <a:extLst>
              <a:ext uri="{FF2B5EF4-FFF2-40B4-BE49-F238E27FC236}">
                <a16:creationId xmlns:a16="http://schemas.microsoft.com/office/drawing/2014/main" id="{77089445-C4F6-45A8-9075-FB5F6227255B}"/>
              </a:ext>
            </a:extLst>
          </p:cNvPr>
          <p:cNvSpPr/>
          <p:nvPr/>
        </p:nvSpPr>
        <p:spPr>
          <a:xfrm>
            <a:off x="8650175"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8" name="Rectangle 17">
            <a:extLst>
              <a:ext uri="{FF2B5EF4-FFF2-40B4-BE49-F238E27FC236}">
                <a16:creationId xmlns:a16="http://schemas.microsoft.com/office/drawing/2014/main" id="{BC078D55-C985-4F2C-BD55-69D8F2FF83D3}"/>
              </a:ext>
            </a:extLst>
          </p:cNvPr>
          <p:cNvSpPr/>
          <p:nvPr/>
        </p:nvSpPr>
        <p:spPr>
          <a:xfrm>
            <a:off x="8650175"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3"/>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9" name="Rectangle 18">
            <a:extLst>
              <a:ext uri="{FF2B5EF4-FFF2-40B4-BE49-F238E27FC236}">
                <a16:creationId xmlns:a16="http://schemas.microsoft.com/office/drawing/2014/main" id="{9960A92A-EB56-47B2-8D5F-F6C5DAF9B236}"/>
              </a:ext>
            </a:extLst>
          </p:cNvPr>
          <p:cNvSpPr/>
          <p:nvPr/>
        </p:nvSpPr>
        <p:spPr>
          <a:xfrm>
            <a:off x="8650175"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4"/>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6" name="Freeform: Shape 38 - 1">
            <a:extLst>
              <a:ext uri="{FF2B5EF4-FFF2-40B4-BE49-F238E27FC236}">
                <a16:creationId xmlns:a16="http://schemas.microsoft.com/office/drawing/2014/main" id="{5022D2E1-FEA1-4FEE-B2F6-A96E240A70D3}"/>
              </a:ext>
            </a:extLst>
          </p:cNvPr>
          <p:cNvSpPr>
            <a:spLocks noChangeAspect="1"/>
          </p:cNvSpPr>
          <p:nvPr/>
        </p:nvSpPr>
        <p:spPr>
          <a:xfrm rot="1800000">
            <a:off x="4310696" y="3804814"/>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Freeform: Shape 38">
            <a:extLst>
              <a:ext uri="{FF2B5EF4-FFF2-40B4-BE49-F238E27FC236}">
                <a16:creationId xmlns:a16="http://schemas.microsoft.com/office/drawing/2014/main" id="{416E2476-7F2A-4385-BF25-4D477B6DF3F1}"/>
              </a:ext>
            </a:extLst>
          </p:cNvPr>
          <p:cNvSpPr>
            <a:spLocks noChangeAspect="1"/>
          </p:cNvSpPr>
          <p:nvPr/>
        </p:nvSpPr>
        <p:spPr>
          <a:xfrm rot="12600000">
            <a:off x="5588657" y="1591317"/>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Freeform: Shape 38 - 1">
            <a:extLst>
              <a:ext uri="{FF2B5EF4-FFF2-40B4-BE49-F238E27FC236}">
                <a16:creationId xmlns:a16="http://schemas.microsoft.com/office/drawing/2014/main" id="{8D42775D-01E8-4C37-BF0F-C5C038F08E25}"/>
              </a:ext>
            </a:extLst>
          </p:cNvPr>
          <p:cNvSpPr>
            <a:spLocks noChangeAspect="1"/>
          </p:cNvSpPr>
          <p:nvPr/>
        </p:nvSpPr>
        <p:spPr>
          <a:xfrm rot="5400000">
            <a:off x="3671714" y="2698066"/>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Freeform: Shape 38">
            <a:extLst>
              <a:ext uri="{FF2B5EF4-FFF2-40B4-BE49-F238E27FC236}">
                <a16:creationId xmlns:a16="http://schemas.microsoft.com/office/drawing/2014/main" id="{4CCA4874-9C3E-4896-8770-1C6431892F2C}"/>
              </a:ext>
            </a:extLst>
          </p:cNvPr>
          <p:cNvSpPr>
            <a:spLocks noChangeAspect="1"/>
          </p:cNvSpPr>
          <p:nvPr/>
        </p:nvSpPr>
        <p:spPr>
          <a:xfrm rot="16200000">
            <a:off x="6227639" y="2698065"/>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Freeform: Shape 38 - 1">
            <a:extLst>
              <a:ext uri="{FF2B5EF4-FFF2-40B4-BE49-F238E27FC236}">
                <a16:creationId xmlns:a16="http://schemas.microsoft.com/office/drawing/2014/main" id="{B606A1C6-D11F-4666-9AD2-4B94F3150184}"/>
              </a:ext>
            </a:extLst>
          </p:cNvPr>
          <p:cNvSpPr>
            <a:spLocks noChangeAspect="1"/>
          </p:cNvSpPr>
          <p:nvPr/>
        </p:nvSpPr>
        <p:spPr>
          <a:xfrm rot="9000000">
            <a:off x="4310695" y="1591318"/>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Freeform: Shape 38">
            <a:extLst>
              <a:ext uri="{FF2B5EF4-FFF2-40B4-BE49-F238E27FC236}">
                <a16:creationId xmlns:a16="http://schemas.microsoft.com/office/drawing/2014/main" id="{FC11CF52-7F77-427E-914D-C66088B738FC}"/>
              </a:ext>
            </a:extLst>
          </p:cNvPr>
          <p:cNvSpPr>
            <a:spLocks noChangeAspect="1"/>
          </p:cNvSpPr>
          <p:nvPr/>
        </p:nvSpPr>
        <p:spPr>
          <a:xfrm rot="19800000">
            <a:off x="5588658" y="3804813"/>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21" name="Graphic 20" descr="{&quot;Key&quot;:&quot;POWER_USER_SHAPE_ICON&quot;,&quot;Value&quot;:&quot;POWER_USER_SHAPE_ICON_STYLE_1&quot;}">
            <a:extLst>
              <a:ext uri="{FF2B5EF4-FFF2-40B4-BE49-F238E27FC236}">
                <a16:creationId xmlns:a16="http://schemas.microsoft.com/office/drawing/2014/main" id="{FA7C73F7-CBC4-474D-A735-82BDBA71D35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104601" y="3404501"/>
            <a:ext cx="755431" cy="635000"/>
          </a:xfrm>
          <a:prstGeom prst="rect">
            <a:avLst/>
          </a:prstGeom>
        </p:spPr>
      </p:pic>
      <p:pic>
        <p:nvPicPr>
          <p:cNvPr id="23" name="Graphic 22" descr="{&quot;Key&quot;:&quot;POWER_USER_SHAPE_ICON&quot;,&quot;Value&quot;:&quot;POWER_USER_SHAPE_ICON_STYLE_1&quot;}">
            <a:extLst>
              <a:ext uri="{FF2B5EF4-FFF2-40B4-BE49-F238E27FC236}">
                <a16:creationId xmlns:a16="http://schemas.microsoft.com/office/drawing/2014/main" id="{6DF2BEDF-5E46-43C3-A57F-C306220C637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936304" y="2034504"/>
            <a:ext cx="748862" cy="762000"/>
          </a:xfrm>
          <a:prstGeom prst="rect">
            <a:avLst/>
          </a:prstGeom>
        </p:spPr>
      </p:pic>
      <p:pic>
        <p:nvPicPr>
          <p:cNvPr id="25" name="Graphic 24" descr="{&quot;Key&quot;:&quot;POWER_USER_SHAPE_ICON&quot;,&quot;Value&quot;:&quot;POWER_USER_SHAPE_ICON_STYLE_1&quot;}">
            <a:extLst>
              <a:ext uri="{FF2B5EF4-FFF2-40B4-BE49-F238E27FC236}">
                <a16:creationId xmlns:a16="http://schemas.microsoft.com/office/drawing/2014/main" id="{B48DD073-E6DA-498F-BEAC-D7BB6A9CFEE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544156" y="1925940"/>
            <a:ext cx="677333" cy="762000"/>
          </a:xfrm>
          <a:prstGeom prst="rect">
            <a:avLst/>
          </a:prstGeom>
        </p:spPr>
      </p:pic>
      <p:pic>
        <p:nvPicPr>
          <p:cNvPr id="27" name="Graphic 26" descr="{&quot;Key&quot;:&quot;POWER_USER_SHAPE_ICON&quot;,&quot;Value&quot;:&quot;POWER_USER_SHAPE_ICON_STYLE_1&quot;}">
            <a:extLst>
              <a:ext uri="{FF2B5EF4-FFF2-40B4-BE49-F238E27FC236}">
                <a16:creationId xmlns:a16="http://schemas.microsoft.com/office/drawing/2014/main" id="{5B819FAB-7AD3-493A-ADE8-ECB5B7E7C10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35004" y="3478438"/>
            <a:ext cx="748862" cy="457200"/>
          </a:xfrm>
          <a:prstGeom prst="rect">
            <a:avLst/>
          </a:prstGeom>
        </p:spPr>
      </p:pic>
      <p:pic>
        <p:nvPicPr>
          <p:cNvPr id="29" name="Graphic 28" descr="{&quot;Key&quot;:&quot;POWER_USER_SHAPE_ICON&quot;,&quot;Value&quot;:&quot;POWER_USER_SHAPE_ICON_STYLE_1&quot;}">
            <a:extLst>
              <a:ext uri="{FF2B5EF4-FFF2-40B4-BE49-F238E27FC236}">
                <a16:creationId xmlns:a16="http://schemas.microsoft.com/office/drawing/2014/main" id="{E9AC2CF9-4104-4C04-9282-0ADEAF4861F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507573" y="4649758"/>
            <a:ext cx="750498" cy="685800"/>
          </a:xfrm>
          <a:prstGeom prst="rect">
            <a:avLst/>
          </a:prstGeom>
        </p:spPr>
      </p:pic>
      <p:pic>
        <p:nvPicPr>
          <p:cNvPr id="31" name="Graphic 30" descr="{&quot;Key&quot;:&quot;POWER_USER_SHAPE_ICON&quot;,&quot;Value&quot;:&quot;POWER_USER_SHAPE_ICON_STYLE_1&quot;}">
            <a:extLst>
              <a:ext uri="{FF2B5EF4-FFF2-40B4-BE49-F238E27FC236}">
                <a16:creationId xmlns:a16="http://schemas.microsoft.com/office/drawing/2014/main" id="{61513643-70BA-45F2-8E78-E8A0DC95661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894847" y="4795054"/>
            <a:ext cx="753241" cy="508000"/>
          </a:xfrm>
          <a:prstGeom prst="rect">
            <a:avLst/>
          </a:prstGeom>
        </p:spPr>
      </p:pic>
    </p:spTree>
    <p:extLst>
      <p:ext uri="{BB962C8B-B14F-4D97-AF65-F5344CB8AC3E}">
        <p14:creationId xmlns:p14="http://schemas.microsoft.com/office/powerpoint/2010/main" val="4003757652"/>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C5EDA2-0296-150E-1D26-36BD1A181A07}"/>
              </a:ext>
            </a:extLst>
          </p:cNvPr>
          <p:cNvSpPr>
            <a:spLocks noGrp="1"/>
          </p:cNvSpPr>
          <p:nvPr>
            <p:ph type="title"/>
          </p:nvPr>
        </p:nvSpPr>
        <p:spPr>
          <a:xfrm>
            <a:off x="214184" y="13663"/>
            <a:ext cx="9728886" cy="678316"/>
          </a:xfrm>
        </p:spPr>
        <p:txBody>
          <a:bodyPr/>
          <a:lstStyle/>
          <a:p>
            <a:r>
              <a:rPr lang="en-US" dirty="0"/>
              <a:t>Timeline 28</a:t>
            </a:r>
          </a:p>
        </p:txBody>
      </p:sp>
      <p:grpSp>
        <p:nvGrpSpPr>
          <p:cNvPr id="3" name="Groupe 31">
            <a:extLst>
              <a:ext uri="{FF2B5EF4-FFF2-40B4-BE49-F238E27FC236}">
                <a16:creationId xmlns:a16="http://schemas.microsoft.com/office/drawing/2014/main" id="{A9DEE85C-F3EE-C42C-62F2-9A69179D1617}"/>
              </a:ext>
            </a:extLst>
          </p:cNvPr>
          <p:cNvGrpSpPr/>
          <p:nvPr/>
        </p:nvGrpSpPr>
        <p:grpSpPr>
          <a:xfrm>
            <a:off x="3405978" y="1580927"/>
            <a:ext cx="5770484" cy="3696148"/>
            <a:chOff x="2636827" y="1213307"/>
            <a:chExt cx="6918346" cy="4431387"/>
          </a:xfrm>
        </p:grpSpPr>
        <p:grpSp>
          <p:nvGrpSpPr>
            <p:cNvPr id="4" name="Graphic 5">
              <a:extLst>
                <a:ext uri="{FF2B5EF4-FFF2-40B4-BE49-F238E27FC236}">
                  <a16:creationId xmlns:a16="http://schemas.microsoft.com/office/drawing/2014/main" id="{7D661B4B-3DCD-A3FA-452A-3A28CE08EE3B}"/>
                </a:ext>
              </a:extLst>
            </p:cNvPr>
            <p:cNvGrpSpPr/>
            <p:nvPr/>
          </p:nvGrpSpPr>
          <p:grpSpPr>
            <a:xfrm>
              <a:off x="8552204" y="1213307"/>
              <a:ext cx="1002969" cy="1624569"/>
              <a:chOff x="9037986" y="952341"/>
              <a:chExt cx="1202150" cy="1947195"/>
            </a:xfrm>
            <a:solidFill>
              <a:schemeClr val="accent6"/>
            </a:solidFill>
          </p:grpSpPr>
          <p:sp>
            <p:nvSpPr>
              <p:cNvPr id="29" name="Freeform: Shape 30">
                <a:extLst>
                  <a:ext uri="{FF2B5EF4-FFF2-40B4-BE49-F238E27FC236}">
                    <a16:creationId xmlns:a16="http://schemas.microsoft.com/office/drawing/2014/main" id="{608ED34C-CA7E-7B93-8443-B0F1CB78AF80}"/>
                  </a:ext>
                </a:extLst>
              </p:cNvPr>
              <p:cNvSpPr/>
              <p:nvPr/>
            </p:nvSpPr>
            <p:spPr>
              <a:xfrm>
                <a:off x="9037986" y="2715418"/>
                <a:ext cx="547782" cy="184022"/>
              </a:xfrm>
              <a:custGeom>
                <a:avLst/>
                <a:gdLst>
                  <a:gd name="connsiteX0" fmla="*/ 547783 w 547782"/>
                  <a:gd name="connsiteY0" fmla="*/ 184023 h 184022"/>
                  <a:gd name="connsiteX1" fmla="*/ 83820 w 547782"/>
                  <a:gd name="connsiteY1" fmla="*/ 52006 h 184022"/>
                  <a:gd name="connsiteX2" fmla="*/ 0 w 547782"/>
                  <a:gd name="connsiteY2" fmla="*/ 0 h 184022"/>
                  <a:gd name="connsiteX3" fmla="*/ 463963 w 547782"/>
                  <a:gd name="connsiteY3" fmla="*/ 132017 h 184022"/>
                </a:gdLst>
                <a:ahLst/>
                <a:cxnLst>
                  <a:cxn ang="0">
                    <a:pos x="connsiteX0" y="connsiteY0"/>
                  </a:cxn>
                  <a:cxn ang="0">
                    <a:pos x="connsiteX1" y="connsiteY1"/>
                  </a:cxn>
                  <a:cxn ang="0">
                    <a:pos x="connsiteX2" y="connsiteY2"/>
                  </a:cxn>
                  <a:cxn ang="0">
                    <a:pos x="connsiteX3" y="connsiteY3"/>
                  </a:cxn>
                </a:cxnLst>
                <a:rect l="l" t="t" r="r" b="b"/>
                <a:pathLst>
                  <a:path w="547782" h="184022">
                    <a:moveTo>
                      <a:pt x="547783" y="184023"/>
                    </a:moveTo>
                    <a:lnTo>
                      <a:pt x="83820" y="52006"/>
                    </a:lnTo>
                    <a:lnTo>
                      <a:pt x="0" y="0"/>
                    </a:lnTo>
                    <a:lnTo>
                      <a:pt x="463963" y="132017"/>
                    </a:lnTo>
                    <a:close/>
                  </a:path>
                </a:pathLst>
              </a:custGeom>
              <a:grpFill/>
              <a:ln w="9525" cap="flat">
                <a:noFill/>
                <a:prstDash val="solid"/>
                <a:miter/>
              </a:ln>
            </p:spPr>
            <p:txBody>
              <a:bodyPr rtlCol="0" anchor="ctr"/>
              <a:lstStyle/>
              <a:p>
                <a:endParaRPr lang="en-US" dirty="0"/>
              </a:p>
            </p:txBody>
          </p:sp>
          <p:sp>
            <p:nvSpPr>
              <p:cNvPr id="30" name="Freeform: Shape 31">
                <a:extLst>
                  <a:ext uri="{FF2B5EF4-FFF2-40B4-BE49-F238E27FC236}">
                    <a16:creationId xmlns:a16="http://schemas.microsoft.com/office/drawing/2014/main" id="{5A9E1374-9CDA-4A30-B791-AB264FBE56FA}"/>
                  </a:ext>
                </a:extLst>
              </p:cNvPr>
              <p:cNvSpPr/>
              <p:nvPr/>
            </p:nvSpPr>
            <p:spPr>
              <a:xfrm>
                <a:off x="9037986" y="952341"/>
                <a:ext cx="1121568" cy="1894998"/>
              </a:xfrm>
              <a:custGeom>
                <a:avLst/>
                <a:gdLst>
                  <a:gd name="connsiteX0" fmla="*/ 557784 w 1121568"/>
                  <a:gd name="connsiteY0" fmla="*/ 359950 h 1894998"/>
                  <a:gd name="connsiteX1" fmla="*/ 291560 w 1121568"/>
                  <a:gd name="connsiteY1" fmla="*/ 1098518 h 1894998"/>
                  <a:gd name="connsiteX2" fmla="*/ 0 w 1121568"/>
                  <a:gd name="connsiteY2" fmla="*/ 1762982 h 1894998"/>
                  <a:gd name="connsiteX3" fmla="*/ 463963 w 1121568"/>
                  <a:gd name="connsiteY3" fmla="*/ 1894999 h 1894998"/>
                  <a:gd name="connsiteX4" fmla="*/ 755523 w 1121568"/>
                  <a:gd name="connsiteY4" fmla="*/ 1230535 h 1894998"/>
                  <a:gd name="connsiteX5" fmla="*/ 1028129 w 1121568"/>
                  <a:gd name="connsiteY5" fmla="*/ 472154 h 1894998"/>
                  <a:gd name="connsiteX6" fmla="*/ 1121569 w 1121568"/>
                  <a:gd name="connsiteY6" fmla="*/ 499967 h 1894998"/>
                  <a:gd name="connsiteX7" fmla="*/ 943927 w 1121568"/>
                  <a:gd name="connsiteY7" fmla="*/ 0 h 1894998"/>
                  <a:gd name="connsiteX8" fmla="*/ 483013 w 1121568"/>
                  <a:gd name="connsiteY8" fmla="*/ 328803 h 1894998"/>
                  <a:gd name="connsiteX9" fmla="*/ 557784 w 1121568"/>
                  <a:gd name="connsiteY9" fmla="*/ 359950 h 1894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568" h="1894998">
                    <a:moveTo>
                      <a:pt x="557784" y="359950"/>
                    </a:moveTo>
                    <a:cubicBezTo>
                      <a:pt x="478060" y="610362"/>
                      <a:pt x="391763" y="847820"/>
                      <a:pt x="291560" y="1098518"/>
                    </a:cubicBezTo>
                    <a:cubicBezTo>
                      <a:pt x="199454" y="1328833"/>
                      <a:pt x="100965" y="1553718"/>
                      <a:pt x="0" y="1762982"/>
                    </a:cubicBezTo>
                    <a:lnTo>
                      <a:pt x="463963" y="1894999"/>
                    </a:lnTo>
                    <a:cubicBezTo>
                      <a:pt x="564928" y="1685735"/>
                      <a:pt x="663417" y="1460849"/>
                      <a:pt x="755523" y="1230535"/>
                    </a:cubicBezTo>
                    <a:cubicBezTo>
                      <a:pt x="855821" y="979742"/>
                      <a:pt x="948404" y="722567"/>
                      <a:pt x="1028129" y="472154"/>
                    </a:cubicBezTo>
                    <a:lnTo>
                      <a:pt x="1121569" y="499967"/>
                    </a:lnTo>
                    <a:lnTo>
                      <a:pt x="943927" y="0"/>
                    </a:lnTo>
                    <a:lnTo>
                      <a:pt x="483013" y="328803"/>
                    </a:lnTo>
                    <a:lnTo>
                      <a:pt x="557784" y="359950"/>
                    </a:lnTo>
                    <a:close/>
                  </a:path>
                </a:pathLst>
              </a:custGeom>
              <a:grpFill/>
              <a:ln w="9525" cap="flat">
                <a:noFill/>
                <a:prstDash val="solid"/>
                <a:miter/>
              </a:ln>
            </p:spPr>
            <p:txBody>
              <a:bodyPr rtlCol="0" anchor="ctr"/>
              <a:lstStyle/>
              <a:p>
                <a:endParaRPr lang="en-US" dirty="0"/>
              </a:p>
            </p:txBody>
          </p:sp>
          <p:sp>
            <p:nvSpPr>
              <p:cNvPr id="31" name="Freeform: Shape 32">
                <a:extLst>
                  <a:ext uri="{FF2B5EF4-FFF2-40B4-BE49-F238E27FC236}">
                    <a16:creationId xmlns:a16="http://schemas.microsoft.com/office/drawing/2014/main" id="{DDB8B3D6-5A89-AE95-66BC-F9CD713AAB41}"/>
                  </a:ext>
                </a:extLst>
              </p:cNvPr>
              <p:cNvSpPr/>
              <p:nvPr/>
            </p:nvSpPr>
            <p:spPr>
              <a:xfrm>
                <a:off x="9501949" y="1424590"/>
                <a:ext cx="657605" cy="1474946"/>
              </a:xfrm>
              <a:custGeom>
                <a:avLst/>
                <a:gdLst>
                  <a:gd name="connsiteX0" fmla="*/ 564166 w 657605"/>
                  <a:gd name="connsiteY0" fmla="*/ 0 h 1474946"/>
                  <a:gd name="connsiteX1" fmla="*/ 657606 w 657605"/>
                  <a:gd name="connsiteY1" fmla="*/ 27813 h 1474946"/>
                  <a:gd name="connsiteX2" fmla="*/ 83820 w 657605"/>
                  <a:gd name="connsiteY2" fmla="*/ 1474946 h 1474946"/>
                  <a:gd name="connsiteX3" fmla="*/ 0 w 657605"/>
                  <a:gd name="connsiteY3" fmla="*/ 1422940 h 1474946"/>
                  <a:gd name="connsiteX4" fmla="*/ 564166 w 657605"/>
                  <a:gd name="connsiteY4" fmla="*/ 0 h 1474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605" h="1474946">
                    <a:moveTo>
                      <a:pt x="564166" y="0"/>
                    </a:moveTo>
                    <a:lnTo>
                      <a:pt x="657606" y="27813"/>
                    </a:lnTo>
                    <a:cubicBezTo>
                      <a:pt x="502158" y="516255"/>
                      <a:pt x="298323" y="1030129"/>
                      <a:pt x="83820" y="1474946"/>
                    </a:cubicBezTo>
                    <a:lnTo>
                      <a:pt x="0" y="1422940"/>
                    </a:lnTo>
                    <a:cubicBezTo>
                      <a:pt x="210883" y="985742"/>
                      <a:pt x="411194" y="480346"/>
                      <a:pt x="564166" y="0"/>
                    </a:cubicBezTo>
                    <a:close/>
                  </a:path>
                </a:pathLst>
              </a:custGeom>
              <a:grpFill/>
              <a:ln w="9525" cap="flat">
                <a:noFill/>
                <a:prstDash val="solid"/>
                <a:miter/>
              </a:ln>
            </p:spPr>
            <p:txBody>
              <a:bodyPr rtlCol="0" anchor="ctr"/>
              <a:lstStyle/>
              <a:p>
                <a:endParaRPr lang="en-US" dirty="0"/>
              </a:p>
            </p:txBody>
          </p:sp>
          <p:sp>
            <p:nvSpPr>
              <p:cNvPr id="32" name="Freeform: Shape 33">
                <a:extLst>
                  <a:ext uri="{FF2B5EF4-FFF2-40B4-BE49-F238E27FC236}">
                    <a16:creationId xmlns:a16="http://schemas.microsoft.com/office/drawing/2014/main" id="{B40B2C12-98F9-684D-96B9-7C5DC80A9217}"/>
                  </a:ext>
                </a:extLst>
              </p:cNvPr>
              <p:cNvSpPr/>
              <p:nvPr/>
            </p:nvSpPr>
            <p:spPr>
              <a:xfrm>
                <a:off x="9981913" y="952341"/>
                <a:ext cx="258223" cy="509682"/>
              </a:xfrm>
              <a:custGeom>
                <a:avLst/>
                <a:gdLst>
                  <a:gd name="connsiteX0" fmla="*/ 177641 w 258223"/>
                  <a:gd name="connsiteY0" fmla="*/ 500063 h 509682"/>
                  <a:gd name="connsiteX1" fmla="*/ 0 w 258223"/>
                  <a:gd name="connsiteY1" fmla="*/ 0 h 509682"/>
                  <a:gd name="connsiteX2" fmla="*/ 71247 w 258223"/>
                  <a:gd name="connsiteY2" fmla="*/ 8573 h 509682"/>
                  <a:gd name="connsiteX3" fmla="*/ 258223 w 258223"/>
                  <a:gd name="connsiteY3" fmla="*/ 509683 h 509682"/>
                </a:gdLst>
                <a:ahLst/>
                <a:cxnLst>
                  <a:cxn ang="0">
                    <a:pos x="connsiteX0" y="connsiteY0"/>
                  </a:cxn>
                  <a:cxn ang="0">
                    <a:pos x="connsiteX1" y="connsiteY1"/>
                  </a:cxn>
                  <a:cxn ang="0">
                    <a:pos x="connsiteX2" y="connsiteY2"/>
                  </a:cxn>
                  <a:cxn ang="0">
                    <a:pos x="connsiteX3" y="connsiteY3"/>
                  </a:cxn>
                </a:cxnLst>
                <a:rect l="l" t="t" r="r" b="b"/>
                <a:pathLst>
                  <a:path w="258223" h="509682">
                    <a:moveTo>
                      <a:pt x="177641" y="500063"/>
                    </a:moveTo>
                    <a:lnTo>
                      <a:pt x="0" y="0"/>
                    </a:lnTo>
                    <a:lnTo>
                      <a:pt x="71247" y="8573"/>
                    </a:lnTo>
                    <a:lnTo>
                      <a:pt x="258223" y="509683"/>
                    </a:lnTo>
                    <a:close/>
                  </a:path>
                </a:pathLst>
              </a:custGeom>
              <a:grpFill/>
              <a:ln w="9525" cap="flat">
                <a:noFill/>
                <a:prstDash val="solid"/>
                <a:miter/>
              </a:ln>
            </p:spPr>
            <p:txBody>
              <a:bodyPr rtlCol="0" anchor="ctr"/>
              <a:lstStyle/>
              <a:p>
                <a:endParaRPr lang="en-US" dirty="0"/>
              </a:p>
            </p:txBody>
          </p:sp>
        </p:grpSp>
        <p:grpSp>
          <p:nvGrpSpPr>
            <p:cNvPr id="5" name="Graphic 5">
              <a:extLst>
                <a:ext uri="{FF2B5EF4-FFF2-40B4-BE49-F238E27FC236}">
                  <a16:creationId xmlns:a16="http://schemas.microsoft.com/office/drawing/2014/main" id="{FBBA9A89-824F-2AC4-F17B-D7B87AB9A3C9}"/>
                </a:ext>
              </a:extLst>
            </p:cNvPr>
            <p:cNvGrpSpPr/>
            <p:nvPr/>
          </p:nvGrpSpPr>
          <p:grpSpPr>
            <a:xfrm>
              <a:off x="7243124" y="2777480"/>
              <a:ext cx="1717865" cy="1212072"/>
              <a:chOff x="7468933" y="2827146"/>
              <a:chExt cx="2059019" cy="1452780"/>
            </a:xfrm>
            <a:solidFill>
              <a:schemeClr val="accent5"/>
            </a:solidFill>
          </p:grpSpPr>
          <p:sp>
            <p:nvSpPr>
              <p:cNvPr id="25" name="Freeform: Shape 26">
                <a:extLst>
                  <a:ext uri="{FF2B5EF4-FFF2-40B4-BE49-F238E27FC236}">
                    <a16:creationId xmlns:a16="http://schemas.microsoft.com/office/drawing/2014/main" id="{E992CD61-BFFD-F4BE-81A3-AEAD291E65DA}"/>
                  </a:ext>
                </a:extLst>
              </p:cNvPr>
              <p:cNvSpPr/>
              <p:nvPr/>
            </p:nvSpPr>
            <p:spPr>
              <a:xfrm>
                <a:off x="7857362" y="2827146"/>
                <a:ext cx="1588865" cy="1321780"/>
              </a:xfrm>
              <a:custGeom>
                <a:avLst/>
                <a:gdLst>
                  <a:gd name="connsiteX0" fmla="*/ 1124903 w 1588865"/>
                  <a:gd name="connsiteY0" fmla="*/ 0 h 1321780"/>
                  <a:gd name="connsiteX1" fmla="*/ 1113187 w 1588865"/>
                  <a:gd name="connsiteY1" fmla="*/ 22670 h 1321780"/>
                  <a:gd name="connsiteX2" fmla="*/ 762286 w 1588865"/>
                  <a:gd name="connsiteY2" fmla="*/ 618363 h 1321780"/>
                  <a:gd name="connsiteX3" fmla="*/ 405099 w 1588865"/>
                  <a:gd name="connsiteY3" fmla="*/ 1041654 h 1321780"/>
                  <a:gd name="connsiteX4" fmla="*/ 332327 w 1588865"/>
                  <a:gd name="connsiteY4" fmla="*/ 1099376 h 1321780"/>
                  <a:gd name="connsiteX5" fmla="*/ 183166 w 1588865"/>
                  <a:gd name="connsiteY5" fmla="*/ 1176337 h 1321780"/>
                  <a:gd name="connsiteX6" fmla="*/ 139541 w 1588865"/>
                  <a:gd name="connsiteY6" fmla="*/ 1185862 h 1321780"/>
                  <a:gd name="connsiteX7" fmla="*/ 119158 w 1588865"/>
                  <a:gd name="connsiteY7" fmla="*/ 1188149 h 1321780"/>
                  <a:gd name="connsiteX8" fmla="*/ 93250 w 1588865"/>
                  <a:gd name="connsiteY8" fmla="*/ 1189673 h 1321780"/>
                  <a:gd name="connsiteX9" fmla="*/ 55340 w 1588865"/>
                  <a:gd name="connsiteY9" fmla="*/ 1188529 h 1321780"/>
                  <a:gd name="connsiteX10" fmla="*/ 5049 w 1588865"/>
                  <a:gd name="connsiteY10" fmla="*/ 1179862 h 1321780"/>
                  <a:gd name="connsiteX11" fmla="*/ 0 w 1588865"/>
                  <a:gd name="connsiteY11" fmla="*/ 1178433 h 1321780"/>
                  <a:gd name="connsiteX12" fmla="*/ 463963 w 1588865"/>
                  <a:gd name="connsiteY12" fmla="*/ 1310450 h 1321780"/>
                  <a:gd name="connsiteX13" fmla="*/ 469011 w 1588865"/>
                  <a:gd name="connsiteY13" fmla="*/ 1311878 h 1321780"/>
                  <a:gd name="connsiteX14" fmla="*/ 519303 w 1588865"/>
                  <a:gd name="connsiteY14" fmla="*/ 1320546 h 1321780"/>
                  <a:gd name="connsiteX15" fmla="*/ 557213 w 1588865"/>
                  <a:gd name="connsiteY15" fmla="*/ 1321689 h 1321780"/>
                  <a:gd name="connsiteX16" fmla="*/ 583121 w 1588865"/>
                  <a:gd name="connsiteY16" fmla="*/ 1320165 h 1321780"/>
                  <a:gd name="connsiteX17" fmla="*/ 603504 w 1588865"/>
                  <a:gd name="connsiteY17" fmla="*/ 1317879 h 1321780"/>
                  <a:gd name="connsiteX18" fmla="*/ 647129 w 1588865"/>
                  <a:gd name="connsiteY18" fmla="*/ 1308354 h 1321780"/>
                  <a:gd name="connsiteX19" fmla="*/ 796290 w 1588865"/>
                  <a:gd name="connsiteY19" fmla="*/ 1231392 h 1321780"/>
                  <a:gd name="connsiteX20" fmla="*/ 869061 w 1588865"/>
                  <a:gd name="connsiteY20" fmla="*/ 1173670 h 1321780"/>
                  <a:gd name="connsiteX21" fmla="*/ 1226248 w 1588865"/>
                  <a:gd name="connsiteY21" fmla="*/ 750379 h 1321780"/>
                  <a:gd name="connsiteX22" fmla="*/ 1577150 w 1588865"/>
                  <a:gd name="connsiteY22" fmla="*/ 154686 h 1321780"/>
                  <a:gd name="connsiteX23" fmla="*/ 1588865 w 1588865"/>
                  <a:gd name="connsiteY23" fmla="*/ 132017 h 1321780"/>
                  <a:gd name="connsiteX24" fmla="*/ 1124903 w 1588865"/>
                  <a:gd name="connsiteY24" fmla="*/ 0 h 132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88865" h="1321780">
                    <a:moveTo>
                      <a:pt x="1124903" y="0"/>
                    </a:moveTo>
                    <a:cubicBezTo>
                      <a:pt x="1120997" y="7620"/>
                      <a:pt x="1117092" y="15145"/>
                      <a:pt x="1113187" y="22670"/>
                    </a:cubicBezTo>
                    <a:cubicBezTo>
                      <a:pt x="993934" y="252317"/>
                      <a:pt x="875919" y="452152"/>
                      <a:pt x="762286" y="618363"/>
                    </a:cubicBezTo>
                    <a:cubicBezTo>
                      <a:pt x="636556" y="802195"/>
                      <a:pt x="516064" y="944975"/>
                      <a:pt x="405099" y="1041654"/>
                    </a:cubicBezTo>
                    <a:cubicBezTo>
                      <a:pt x="380333" y="1063181"/>
                      <a:pt x="356045" y="1082516"/>
                      <a:pt x="332327" y="1099376"/>
                    </a:cubicBezTo>
                    <a:cubicBezTo>
                      <a:pt x="279940" y="1136618"/>
                      <a:pt x="230029" y="1162526"/>
                      <a:pt x="183166" y="1176337"/>
                    </a:cubicBezTo>
                    <a:cubicBezTo>
                      <a:pt x="168307" y="1180719"/>
                      <a:pt x="153734" y="1183862"/>
                      <a:pt x="139541" y="1185862"/>
                    </a:cubicBezTo>
                    <a:cubicBezTo>
                      <a:pt x="132588" y="1186815"/>
                      <a:pt x="125825" y="1187577"/>
                      <a:pt x="119158" y="1188149"/>
                    </a:cubicBezTo>
                    <a:cubicBezTo>
                      <a:pt x="110300" y="1188910"/>
                      <a:pt x="101727" y="1189387"/>
                      <a:pt x="93250" y="1189673"/>
                    </a:cubicBezTo>
                    <a:cubicBezTo>
                      <a:pt x="80201" y="1189958"/>
                      <a:pt x="67533" y="1189577"/>
                      <a:pt x="55340" y="1188529"/>
                    </a:cubicBezTo>
                    <a:cubicBezTo>
                      <a:pt x="37719" y="1187006"/>
                      <a:pt x="20955" y="1184053"/>
                      <a:pt x="5049" y="1179862"/>
                    </a:cubicBezTo>
                    <a:cubicBezTo>
                      <a:pt x="3334" y="1179385"/>
                      <a:pt x="1620" y="1178909"/>
                      <a:pt x="0" y="1178433"/>
                    </a:cubicBezTo>
                    <a:lnTo>
                      <a:pt x="463963" y="1310450"/>
                    </a:lnTo>
                    <a:cubicBezTo>
                      <a:pt x="465677" y="1310926"/>
                      <a:pt x="467392" y="1311402"/>
                      <a:pt x="469011" y="1311878"/>
                    </a:cubicBezTo>
                    <a:cubicBezTo>
                      <a:pt x="484918" y="1316069"/>
                      <a:pt x="501682" y="1319022"/>
                      <a:pt x="519303" y="1320546"/>
                    </a:cubicBezTo>
                    <a:cubicBezTo>
                      <a:pt x="531495" y="1321594"/>
                      <a:pt x="544068" y="1321975"/>
                      <a:pt x="557213" y="1321689"/>
                    </a:cubicBezTo>
                    <a:cubicBezTo>
                      <a:pt x="565690" y="1321499"/>
                      <a:pt x="574263" y="1321022"/>
                      <a:pt x="583121" y="1320165"/>
                    </a:cubicBezTo>
                    <a:cubicBezTo>
                      <a:pt x="589788" y="1319593"/>
                      <a:pt x="596646" y="1318832"/>
                      <a:pt x="603504" y="1317879"/>
                    </a:cubicBezTo>
                    <a:cubicBezTo>
                      <a:pt x="617697" y="1315974"/>
                      <a:pt x="632270" y="1312735"/>
                      <a:pt x="647129" y="1308354"/>
                    </a:cubicBezTo>
                    <a:cubicBezTo>
                      <a:pt x="693992" y="1294543"/>
                      <a:pt x="743903" y="1268635"/>
                      <a:pt x="796290" y="1231392"/>
                    </a:cubicBezTo>
                    <a:cubicBezTo>
                      <a:pt x="820103" y="1214437"/>
                      <a:pt x="844296" y="1195197"/>
                      <a:pt x="869061" y="1173670"/>
                    </a:cubicBezTo>
                    <a:cubicBezTo>
                      <a:pt x="980027" y="1076992"/>
                      <a:pt x="1100519" y="934307"/>
                      <a:pt x="1226248" y="750379"/>
                    </a:cubicBezTo>
                    <a:cubicBezTo>
                      <a:pt x="1339882" y="584168"/>
                      <a:pt x="1457897" y="384334"/>
                      <a:pt x="1577150" y="154686"/>
                    </a:cubicBezTo>
                    <a:cubicBezTo>
                      <a:pt x="1581055" y="147161"/>
                      <a:pt x="1584960" y="139637"/>
                      <a:pt x="1588865" y="132017"/>
                    </a:cubicBezTo>
                    <a:lnTo>
                      <a:pt x="1124903" y="0"/>
                    </a:lnTo>
                    <a:close/>
                  </a:path>
                </a:pathLst>
              </a:custGeom>
              <a:grpFill/>
              <a:ln w="9525" cap="flat">
                <a:noFill/>
                <a:prstDash val="solid"/>
                <a:miter/>
              </a:ln>
            </p:spPr>
            <p:txBody>
              <a:bodyPr rtlCol="0" anchor="ctr"/>
              <a:lstStyle/>
              <a:p>
                <a:endParaRPr lang="en-US" dirty="0"/>
              </a:p>
            </p:txBody>
          </p:sp>
          <p:sp>
            <p:nvSpPr>
              <p:cNvPr id="26" name="Freeform: Shape 27">
                <a:extLst>
                  <a:ext uri="{FF2B5EF4-FFF2-40B4-BE49-F238E27FC236}">
                    <a16:creationId xmlns:a16="http://schemas.microsoft.com/office/drawing/2014/main" id="{F35157A3-6B8D-4A64-0545-39B56E65AE56}"/>
                  </a:ext>
                </a:extLst>
              </p:cNvPr>
              <p:cNvSpPr/>
              <p:nvPr/>
            </p:nvSpPr>
            <p:spPr>
              <a:xfrm>
                <a:off x="7468933" y="3637438"/>
                <a:ext cx="555783" cy="211074"/>
              </a:xfrm>
              <a:custGeom>
                <a:avLst/>
                <a:gdLst>
                  <a:gd name="connsiteX0" fmla="*/ 463962 w 555783"/>
                  <a:gd name="connsiteY0" fmla="*/ 211074 h 211074"/>
                  <a:gd name="connsiteX1" fmla="*/ 0 w 555783"/>
                  <a:gd name="connsiteY1" fmla="*/ 79058 h 211074"/>
                  <a:gd name="connsiteX2" fmla="*/ 91821 w 555783"/>
                  <a:gd name="connsiteY2" fmla="*/ 0 h 211074"/>
                  <a:gd name="connsiteX3" fmla="*/ 555784 w 555783"/>
                  <a:gd name="connsiteY3" fmla="*/ 132017 h 211074"/>
                </a:gdLst>
                <a:ahLst/>
                <a:cxnLst>
                  <a:cxn ang="0">
                    <a:pos x="connsiteX0" y="connsiteY0"/>
                  </a:cxn>
                  <a:cxn ang="0">
                    <a:pos x="connsiteX1" y="connsiteY1"/>
                  </a:cxn>
                  <a:cxn ang="0">
                    <a:pos x="connsiteX2" y="connsiteY2"/>
                  </a:cxn>
                  <a:cxn ang="0">
                    <a:pos x="connsiteX3" y="connsiteY3"/>
                  </a:cxn>
                </a:cxnLst>
                <a:rect l="l" t="t" r="r" b="b"/>
                <a:pathLst>
                  <a:path w="555783" h="211074">
                    <a:moveTo>
                      <a:pt x="463962" y="211074"/>
                    </a:moveTo>
                    <a:lnTo>
                      <a:pt x="0" y="79058"/>
                    </a:lnTo>
                    <a:lnTo>
                      <a:pt x="91821" y="0"/>
                    </a:lnTo>
                    <a:lnTo>
                      <a:pt x="555784" y="132017"/>
                    </a:lnTo>
                    <a:close/>
                  </a:path>
                </a:pathLst>
              </a:custGeom>
              <a:grpFill/>
              <a:ln w="9525" cap="flat">
                <a:noFill/>
                <a:prstDash val="solid"/>
                <a:miter/>
              </a:ln>
            </p:spPr>
            <p:txBody>
              <a:bodyPr rtlCol="0" anchor="ctr"/>
              <a:lstStyle/>
              <a:p>
                <a:endParaRPr lang="en-US" dirty="0"/>
              </a:p>
            </p:txBody>
          </p:sp>
          <p:sp>
            <p:nvSpPr>
              <p:cNvPr id="27" name="Freeform: Shape 28">
                <a:extLst>
                  <a:ext uri="{FF2B5EF4-FFF2-40B4-BE49-F238E27FC236}">
                    <a16:creationId xmlns:a16="http://schemas.microsoft.com/office/drawing/2014/main" id="{17EFF8DA-9A11-FE76-35C2-46DF7E689957}"/>
                  </a:ext>
                </a:extLst>
              </p:cNvPr>
              <p:cNvSpPr/>
              <p:nvPr/>
            </p:nvSpPr>
            <p:spPr>
              <a:xfrm>
                <a:off x="7468933" y="3716496"/>
                <a:ext cx="812767" cy="549592"/>
              </a:xfrm>
              <a:custGeom>
                <a:avLst/>
                <a:gdLst>
                  <a:gd name="connsiteX0" fmla="*/ 812768 w 812767"/>
                  <a:gd name="connsiteY0" fmla="*/ 549592 h 549592"/>
                  <a:gd name="connsiteX1" fmla="*/ 348805 w 812767"/>
                  <a:gd name="connsiteY1" fmla="*/ 417576 h 549592"/>
                  <a:gd name="connsiteX2" fmla="*/ 0 w 812767"/>
                  <a:gd name="connsiteY2" fmla="*/ 0 h 549592"/>
                  <a:gd name="connsiteX3" fmla="*/ 463962 w 812767"/>
                  <a:gd name="connsiteY3" fmla="*/ 132016 h 549592"/>
                  <a:gd name="connsiteX4" fmla="*/ 812768 w 812767"/>
                  <a:gd name="connsiteY4" fmla="*/ 549592 h 549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767" h="549592">
                    <a:moveTo>
                      <a:pt x="812768" y="549592"/>
                    </a:moveTo>
                    <a:lnTo>
                      <a:pt x="348805" y="417576"/>
                    </a:lnTo>
                    <a:cubicBezTo>
                      <a:pt x="171164" y="366998"/>
                      <a:pt x="78771" y="186309"/>
                      <a:pt x="0" y="0"/>
                    </a:cubicBezTo>
                    <a:lnTo>
                      <a:pt x="463962" y="132016"/>
                    </a:lnTo>
                    <a:cubicBezTo>
                      <a:pt x="542734" y="318325"/>
                      <a:pt x="635127" y="499015"/>
                      <a:pt x="812768" y="549592"/>
                    </a:cubicBezTo>
                  </a:path>
                </a:pathLst>
              </a:custGeom>
              <a:grpFill/>
              <a:ln w="9525" cap="flat">
                <a:noFill/>
                <a:prstDash val="solid"/>
                <a:miter/>
              </a:ln>
            </p:spPr>
            <p:txBody>
              <a:bodyPr rtlCol="0" anchor="ctr"/>
              <a:lstStyle/>
              <a:p>
                <a:endParaRPr lang="en-US" dirty="0"/>
              </a:p>
            </p:txBody>
          </p:sp>
          <p:sp>
            <p:nvSpPr>
              <p:cNvPr id="28" name="Freeform: Shape 29">
                <a:extLst>
                  <a:ext uri="{FF2B5EF4-FFF2-40B4-BE49-F238E27FC236}">
                    <a16:creationId xmlns:a16="http://schemas.microsoft.com/office/drawing/2014/main" id="{2C3D0BE5-DA82-27F2-1737-514B8FB0C6A8}"/>
                  </a:ext>
                </a:extLst>
              </p:cNvPr>
              <p:cNvSpPr/>
              <p:nvPr/>
            </p:nvSpPr>
            <p:spPr>
              <a:xfrm>
                <a:off x="7932990" y="2959163"/>
                <a:ext cx="1594961" cy="1320764"/>
              </a:xfrm>
              <a:custGeom>
                <a:avLst/>
                <a:gdLst>
                  <a:gd name="connsiteX0" fmla="*/ 1513237 w 1594961"/>
                  <a:gd name="connsiteY0" fmla="*/ 0 h 1320764"/>
                  <a:gd name="connsiteX1" fmla="*/ 1594961 w 1594961"/>
                  <a:gd name="connsiteY1" fmla="*/ 56293 h 1320764"/>
                  <a:gd name="connsiteX2" fmla="*/ 1054322 w 1594961"/>
                  <a:gd name="connsiteY2" fmla="*/ 919163 h 1320764"/>
                  <a:gd name="connsiteX3" fmla="*/ 518732 w 1594961"/>
                  <a:gd name="connsiteY3" fmla="*/ 1316164 h 1320764"/>
                  <a:gd name="connsiteX4" fmla="*/ 463296 w 1594961"/>
                  <a:gd name="connsiteY4" fmla="*/ 1320641 h 1320764"/>
                  <a:gd name="connsiteX5" fmla="*/ 0 w 1594961"/>
                  <a:gd name="connsiteY5" fmla="*/ 889254 h 1320764"/>
                  <a:gd name="connsiteX6" fmla="*/ 91821 w 1594961"/>
                  <a:gd name="connsiteY6" fmla="*/ 810197 h 1320764"/>
                  <a:gd name="connsiteX7" fmla="*/ 481679 w 1594961"/>
                  <a:gd name="connsiteY7" fmla="*/ 1189577 h 1320764"/>
                  <a:gd name="connsiteX8" fmla="*/ 527971 w 1594961"/>
                  <a:gd name="connsiteY8" fmla="*/ 1185767 h 1320764"/>
                  <a:gd name="connsiteX9" fmla="*/ 1513237 w 1594961"/>
                  <a:gd name="connsiteY9" fmla="*/ 0 h 1320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4961" h="1320764">
                    <a:moveTo>
                      <a:pt x="1513237" y="0"/>
                    </a:moveTo>
                    <a:lnTo>
                      <a:pt x="1594961" y="56293"/>
                    </a:lnTo>
                    <a:cubicBezTo>
                      <a:pt x="1409891" y="415671"/>
                      <a:pt x="1227963" y="705993"/>
                      <a:pt x="1054322" y="919163"/>
                    </a:cubicBezTo>
                    <a:cubicBezTo>
                      <a:pt x="857345" y="1160907"/>
                      <a:pt x="677133" y="1294448"/>
                      <a:pt x="518732" y="1316164"/>
                    </a:cubicBezTo>
                    <a:cubicBezTo>
                      <a:pt x="499491" y="1318736"/>
                      <a:pt x="481013" y="1320260"/>
                      <a:pt x="463296" y="1320641"/>
                    </a:cubicBezTo>
                    <a:cubicBezTo>
                      <a:pt x="207836" y="1326642"/>
                      <a:pt x="94202" y="1111948"/>
                      <a:pt x="0" y="889254"/>
                    </a:cubicBezTo>
                    <a:lnTo>
                      <a:pt x="91821" y="810197"/>
                    </a:lnTo>
                    <a:cubicBezTo>
                      <a:pt x="180690" y="1020413"/>
                      <a:pt x="272510" y="1194530"/>
                      <a:pt x="481679" y="1189577"/>
                    </a:cubicBezTo>
                    <a:cubicBezTo>
                      <a:pt x="496538" y="1189196"/>
                      <a:pt x="511969" y="1187958"/>
                      <a:pt x="527971" y="1185767"/>
                    </a:cubicBezTo>
                    <a:cubicBezTo>
                      <a:pt x="784003" y="1150811"/>
                      <a:pt x="1143191" y="718566"/>
                      <a:pt x="1513237" y="0"/>
                    </a:cubicBezTo>
                    <a:close/>
                  </a:path>
                </a:pathLst>
              </a:custGeom>
              <a:grpFill/>
              <a:ln w="9525" cap="flat">
                <a:noFill/>
                <a:prstDash val="solid"/>
                <a:miter/>
              </a:ln>
            </p:spPr>
            <p:txBody>
              <a:bodyPr rtlCol="0" anchor="ctr"/>
              <a:lstStyle/>
              <a:p>
                <a:endParaRPr lang="en-US" dirty="0"/>
              </a:p>
            </p:txBody>
          </p:sp>
        </p:grpSp>
        <p:grpSp>
          <p:nvGrpSpPr>
            <p:cNvPr id="6" name="Graphic 5">
              <a:extLst>
                <a:ext uri="{FF2B5EF4-FFF2-40B4-BE49-F238E27FC236}">
                  <a16:creationId xmlns:a16="http://schemas.microsoft.com/office/drawing/2014/main" id="{E7D1F19A-F8D1-35BE-8BF9-C5833B223203}"/>
                </a:ext>
              </a:extLst>
            </p:cNvPr>
            <p:cNvGrpSpPr/>
            <p:nvPr/>
          </p:nvGrpSpPr>
          <p:grpSpPr>
            <a:xfrm>
              <a:off x="5867767" y="2827660"/>
              <a:ext cx="1797651" cy="898750"/>
              <a:chOff x="5820441" y="2887291"/>
              <a:chExt cx="2154650" cy="1077235"/>
            </a:xfrm>
            <a:solidFill>
              <a:schemeClr val="accent4"/>
            </a:solidFill>
          </p:grpSpPr>
          <p:sp>
            <p:nvSpPr>
              <p:cNvPr id="21" name="Freeform: Shape 22">
                <a:extLst>
                  <a:ext uri="{FF2B5EF4-FFF2-40B4-BE49-F238E27FC236}">
                    <a16:creationId xmlns:a16="http://schemas.microsoft.com/office/drawing/2014/main" id="{452850F2-40B5-9ED0-68D8-16D268B30818}"/>
                  </a:ext>
                </a:extLst>
              </p:cNvPr>
              <p:cNvSpPr/>
              <p:nvPr/>
            </p:nvSpPr>
            <p:spPr>
              <a:xfrm>
                <a:off x="7009351" y="3043745"/>
                <a:ext cx="870013" cy="567404"/>
              </a:xfrm>
              <a:custGeom>
                <a:avLst/>
                <a:gdLst>
                  <a:gd name="connsiteX0" fmla="*/ 870013 w 870013"/>
                  <a:gd name="connsiteY0" fmla="*/ 567404 h 567404"/>
                  <a:gd name="connsiteX1" fmla="*/ 440531 w 870013"/>
                  <a:gd name="connsiteY1" fmla="*/ 443198 h 567404"/>
                  <a:gd name="connsiteX2" fmla="*/ 0 w 870013"/>
                  <a:gd name="connsiteY2" fmla="*/ 0 h 567404"/>
                  <a:gd name="connsiteX3" fmla="*/ 429482 w 870013"/>
                  <a:gd name="connsiteY3" fmla="*/ 124206 h 567404"/>
                  <a:gd name="connsiteX4" fmla="*/ 870013 w 870013"/>
                  <a:gd name="connsiteY4" fmla="*/ 567404 h 567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0013" h="567404">
                    <a:moveTo>
                      <a:pt x="870013" y="567404"/>
                    </a:moveTo>
                    <a:lnTo>
                      <a:pt x="440531" y="443198"/>
                    </a:lnTo>
                    <a:cubicBezTo>
                      <a:pt x="348139" y="258318"/>
                      <a:pt x="231171" y="66865"/>
                      <a:pt x="0" y="0"/>
                    </a:cubicBezTo>
                    <a:lnTo>
                      <a:pt x="429482" y="124206"/>
                    </a:lnTo>
                    <a:cubicBezTo>
                      <a:pt x="660654" y="191167"/>
                      <a:pt x="777621" y="382524"/>
                      <a:pt x="870013" y="567404"/>
                    </a:cubicBezTo>
                  </a:path>
                </a:pathLst>
              </a:custGeom>
              <a:grpFill/>
              <a:ln w="9525" cap="flat">
                <a:noFill/>
                <a:prstDash val="solid"/>
                <a:miter/>
              </a:ln>
            </p:spPr>
            <p:txBody>
              <a:bodyPr rtlCol="0" anchor="ctr"/>
              <a:lstStyle/>
              <a:p>
                <a:endParaRPr lang="en-US" dirty="0"/>
              </a:p>
            </p:txBody>
          </p:sp>
          <p:sp>
            <p:nvSpPr>
              <p:cNvPr id="22" name="Freeform: Shape 23">
                <a:extLst>
                  <a:ext uri="{FF2B5EF4-FFF2-40B4-BE49-F238E27FC236}">
                    <a16:creationId xmlns:a16="http://schemas.microsoft.com/office/drawing/2014/main" id="{A57F1A6B-2D2B-D9BF-BA3A-F0B563BD3CC0}"/>
                  </a:ext>
                </a:extLst>
              </p:cNvPr>
              <p:cNvSpPr/>
              <p:nvPr/>
            </p:nvSpPr>
            <p:spPr>
              <a:xfrm>
                <a:off x="5820441" y="3791362"/>
                <a:ext cx="523017" cy="173164"/>
              </a:xfrm>
              <a:custGeom>
                <a:avLst/>
                <a:gdLst>
                  <a:gd name="connsiteX0" fmla="*/ 523018 w 523017"/>
                  <a:gd name="connsiteY0" fmla="*/ 173164 h 173164"/>
                  <a:gd name="connsiteX1" fmla="*/ 93536 w 523017"/>
                  <a:gd name="connsiteY1" fmla="*/ 48959 h 173164"/>
                  <a:gd name="connsiteX2" fmla="*/ 0 w 523017"/>
                  <a:gd name="connsiteY2" fmla="*/ 0 h 173164"/>
                  <a:gd name="connsiteX3" fmla="*/ 429482 w 523017"/>
                  <a:gd name="connsiteY3" fmla="*/ 124206 h 173164"/>
                </a:gdLst>
                <a:ahLst/>
                <a:cxnLst>
                  <a:cxn ang="0">
                    <a:pos x="connsiteX0" y="connsiteY0"/>
                  </a:cxn>
                  <a:cxn ang="0">
                    <a:pos x="connsiteX1" y="connsiteY1"/>
                  </a:cxn>
                  <a:cxn ang="0">
                    <a:pos x="connsiteX2" y="connsiteY2"/>
                  </a:cxn>
                  <a:cxn ang="0">
                    <a:pos x="connsiteX3" y="connsiteY3"/>
                  </a:cxn>
                </a:cxnLst>
                <a:rect l="l" t="t" r="r" b="b"/>
                <a:pathLst>
                  <a:path w="523017" h="173164">
                    <a:moveTo>
                      <a:pt x="523018" y="173164"/>
                    </a:moveTo>
                    <a:lnTo>
                      <a:pt x="93536" y="48959"/>
                    </a:lnTo>
                    <a:lnTo>
                      <a:pt x="0" y="0"/>
                    </a:lnTo>
                    <a:lnTo>
                      <a:pt x="429482" y="124206"/>
                    </a:lnTo>
                    <a:close/>
                  </a:path>
                </a:pathLst>
              </a:custGeom>
              <a:grpFill/>
              <a:ln w="9525" cap="flat">
                <a:noFill/>
                <a:prstDash val="solid"/>
                <a:miter/>
              </a:ln>
            </p:spPr>
            <p:txBody>
              <a:bodyPr rtlCol="0" anchor="ctr"/>
              <a:lstStyle/>
              <a:p>
                <a:endParaRPr lang="en-US" dirty="0"/>
              </a:p>
            </p:txBody>
          </p:sp>
          <p:sp>
            <p:nvSpPr>
              <p:cNvPr id="23" name="Freeform: Shape 24">
                <a:extLst>
                  <a:ext uri="{FF2B5EF4-FFF2-40B4-BE49-F238E27FC236}">
                    <a16:creationId xmlns:a16="http://schemas.microsoft.com/office/drawing/2014/main" id="{9D7499F7-14C9-096D-64DA-7CB35D4D9CD9}"/>
                  </a:ext>
                </a:extLst>
              </p:cNvPr>
              <p:cNvSpPr/>
              <p:nvPr/>
            </p:nvSpPr>
            <p:spPr>
              <a:xfrm>
                <a:off x="5820441" y="2887291"/>
                <a:ext cx="1659635" cy="1028277"/>
              </a:xfrm>
              <a:custGeom>
                <a:avLst/>
                <a:gdLst>
                  <a:gd name="connsiteX0" fmla="*/ 1230153 w 1659635"/>
                  <a:gd name="connsiteY0" fmla="*/ 27867 h 1028277"/>
                  <a:gd name="connsiteX1" fmla="*/ 1220724 w 1659635"/>
                  <a:gd name="connsiteY1" fmla="*/ 25200 h 1028277"/>
                  <a:gd name="connsiteX2" fmla="*/ 1083278 w 1659635"/>
                  <a:gd name="connsiteY2" fmla="*/ 2149 h 1028277"/>
                  <a:gd name="connsiteX3" fmla="*/ 1006030 w 1659635"/>
                  <a:gd name="connsiteY3" fmla="*/ 149 h 1028277"/>
                  <a:gd name="connsiteX4" fmla="*/ 896017 w 1659635"/>
                  <a:gd name="connsiteY4" fmla="*/ 8055 h 1028277"/>
                  <a:gd name="connsiteX5" fmla="*/ 874014 w 1659635"/>
                  <a:gd name="connsiteY5" fmla="*/ 11103 h 1028277"/>
                  <a:gd name="connsiteX6" fmla="*/ 334232 w 1659635"/>
                  <a:gd name="connsiteY6" fmla="*/ 339810 h 1028277"/>
                  <a:gd name="connsiteX7" fmla="*/ 181165 w 1659635"/>
                  <a:gd name="connsiteY7" fmla="*/ 555837 h 1028277"/>
                  <a:gd name="connsiteX8" fmla="*/ 0 w 1659635"/>
                  <a:gd name="connsiteY8" fmla="*/ 904071 h 1028277"/>
                  <a:gd name="connsiteX9" fmla="*/ 429482 w 1659635"/>
                  <a:gd name="connsiteY9" fmla="*/ 1028277 h 1028277"/>
                  <a:gd name="connsiteX10" fmla="*/ 610648 w 1659635"/>
                  <a:gd name="connsiteY10" fmla="*/ 680043 h 1028277"/>
                  <a:gd name="connsiteX11" fmla="*/ 763714 w 1659635"/>
                  <a:gd name="connsiteY11" fmla="*/ 464016 h 1028277"/>
                  <a:gd name="connsiteX12" fmla="*/ 1303496 w 1659635"/>
                  <a:gd name="connsiteY12" fmla="*/ 135309 h 1028277"/>
                  <a:gd name="connsiteX13" fmla="*/ 1325499 w 1659635"/>
                  <a:gd name="connsiteY13" fmla="*/ 132261 h 1028277"/>
                  <a:gd name="connsiteX14" fmla="*/ 1435513 w 1659635"/>
                  <a:gd name="connsiteY14" fmla="*/ 124355 h 1028277"/>
                  <a:gd name="connsiteX15" fmla="*/ 1512761 w 1659635"/>
                  <a:gd name="connsiteY15" fmla="*/ 126355 h 1028277"/>
                  <a:gd name="connsiteX16" fmla="*/ 1650206 w 1659635"/>
                  <a:gd name="connsiteY16" fmla="*/ 149406 h 1028277"/>
                  <a:gd name="connsiteX17" fmla="*/ 1659636 w 1659635"/>
                  <a:gd name="connsiteY17" fmla="*/ 152073 h 1028277"/>
                  <a:gd name="connsiteX18" fmla="*/ 1230153 w 1659635"/>
                  <a:gd name="connsiteY18" fmla="*/ 27867 h 102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9635" h="1028277">
                    <a:moveTo>
                      <a:pt x="1230153" y="27867"/>
                    </a:moveTo>
                    <a:cubicBezTo>
                      <a:pt x="1227011" y="27009"/>
                      <a:pt x="1223867" y="26057"/>
                      <a:pt x="1220724" y="25200"/>
                    </a:cubicBezTo>
                    <a:cubicBezTo>
                      <a:pt x="1178243" y="13579"/>
                      <a:pt x="1132522" y="5769"/>
                      <a:pt x="1083278" y="2149"/>
                    </a:cubicBezTo>
                    <a:cubicBezTo>
                      <a:pt x="1058418" y="339"/>
                      <a:pt x="1032700" y="-327"/>
                      <a:pt x="1006030" y="149"/>
                    </a:cubicBezTo>
                    <a:cubicBezTo>
                      <a:pt x="971074" y="720"/>
                      <a:pt x="934403" y="3292"/>
                      <a:pt x="896017" y="8055"/>
                    </a:cubicBezTo>
                    <a:cubicBezTo>
                      <a:pt x="888682" y="9007"/>
                      <a:pt x="881348" y="9960"/>
                      <a:pt x="874014" y="11103"/>
                    </a:cubicBezTo>
                    <a:cubicBezTo>
                      <a:pt x="650367" y="45107"/>
                      <a:pt x="476059" y="170932"/>
                      <a:pt x="334232" y="339810"/>
                    </a:cubicBezTo>
                    <a:cubicBezTo>
                      <a:pt x="278511" y="406200"/>
                      <a:pt x="227838" y="479161"/>
                      <a:pt x="181165" y="555837"/>
                    </a:cubicBezTo>
                    <a:cubicBezTo>
                      <a:pt x="113347" y="667185"/>
                      <a:pt x="54007" y="786342"/>
                      <a:pt x="0" y="904071"/>
                    </a:cubicBezTo>
                    <a:lnTo>
                      <a:pt x="429482" y="1028277"/>
                    </a:lnTo>
                    <a:cubicBezTo>
                      <a:pt x="483489" y="910548"/>
                      <a:pt x="542830" y="791486"/>
                      <a:pt x="610648" y="680043"/>
                    </a:cubicBezTo>
                    <a:cubicBezTo>
                      <a:pt x="657320" y="603367"/>
                      <a:pt x="707993" y="530405"/>
                      <a:pt x="763714" y="464016"/>
                    </a:cubicBezTo>
                    <a:cubicBezTo>
                      <a:pt x="905447" y="295138"/>
                      <a:pt x="1079849" y="169218"/>
                      <a:pt x="1303496" y="135309"/>
                    </a:cubicBezTo>
                    <a:cubicBezTo>
                      <a:pt x="1310735" y="134166"/>
                      <a:pt x="1318070" y="133213"/>
                      <a:pt x="1325499" y="132261"/>
                    </a:cubicBezTo>
                    <a:cubicBezTo>
                      <a:pt x="1363885" y="127498"/>
                      <a:pt x="1400556" y="124926"/>
                      <a:pt x="1435513" y="124355"/>
                    </a:cubicBezTo>
                    <a:cubicBezTo>
                      <a:pt x="1462183" y="123879"/>
                      <a:pt x="1487995" y="124641"/>
                      <a:pt x="1512761" y="126355"/>
                    </a:cubicBezTo>
                    <a:cubicBezTo>
                      <a:pt x="1562100" y="129879"/>
                      <a:pt x="1607725" y="137785"/>
                      <a:pt x="1650206" y="149406"/>
                    </a:cubicBezTo>
                    <a:cubicBezTo>
                      <a:pt x="1653350" y="150263"/>
                      <a:pt x="1656493" y="151120"/>
                      <a:pt x="1659636" y="152073"/>
                    </a:cubicBezTo>
                    <a:lnTo>
                      <a:pt x="1230153" y="27867"/>
                    </a:lnTo>
                    <a:close/>
                  </a:path>
                </a:pathLst>
              </a:custGeom>
              <a:grpFill/>
              <a:ln w="9525" cap="flat">
                <a:noFill/>
                <a:prstDash val="solid"/>
                <a:miter/>
              </a:ln>
            </p:spPr>
            <p:txBody>
              <a:bodyPr rtlCol="0" anchor="ctr"/>
              <a:lstStyle/>
              <a:p>
                <a:endParaRPr lang="en-US" dirty="0"/>
              </a:p>
            </p:txBody>
          </p:sp>
          <p:sp>
            <p:nvSpPr>
              <p:cNvPr id="24" name="Freeform: Shape 25">
                <a:extLst>
                  <a:ext uri="{FF2B5EF4-FFF2-40B4-BE49-F238E27FC236}">
                    <a16:creationId xmlns:a16="http://schemas.microsoft.com/office/drawing/2014/main" id="{667A882E-C9A6-917C-32E6-504C50FCF944}"/>
                  </a:ext>
                </a:extLst>
              </p:cNvPr>
              <p:cNvSpPr/>
              <p:nvPr/>
            </p:nvSpPr>
            <p:spPr>
              <a:xfrm>
                <a:off x="6250018" y="3011607"/>
                <a:ext cx="1725072" cy="952919"/>
              </a:xfrm>
              <a:custGeom>
                <a:avLst/>
                <a:gdLst>
                  <a:gd name="connsiteX0" fmla="*/ 1005840 w 1725072"/>
                  <a:gd name="connsiteY0" fmla="*/ 134 h 952919"/>
                  <a:gd name="connsiteX1" fmla="*/ 1725073 w 1725072"/>
                  <a:gd name="connsiteY1" fmla="*/ 519437 h 952919"/>
                  <a:gd name="connsiteX2" fmla="*/ 1629346 w 1725072"/>
                  <a:gd name="connsiteY2" fmla="*/ 599542 h 952919"/>
                  <a:gd name="connsiteX3" fmla="*/ 988695 w 1725072"/>
                  <a:gd name="connsiteY3" fmla="*/ 131674 h 952919"/>
                  <a:gd name="connsiteX4" fmla="*/ 889920 w 1725072"/>
                  <a:gd name="connsiteY4" fmla="*/ 138723 h 952919"/>
                  <a:gd name="connsiteX5" fmla="*/ 93535 w 1725072"/>
                  <a:gd name="connsiteY5" fmla="*/ 952920 h 952919"/>
                  <a:gd name="connsiteX6" fmla="*/ 0 w 1725072"/>
                  <a:gd name="connsiteY6" fmla="*/ 903961 h 952919"/>
                  <a:gd name="connsiteX7" fmla="*/ 895921 w 1725072"/>
                  <a:gd name="connsiteY7" fmla="*/ 8040 h 952919"/>
                  <a:gd name="connsiteX8" fmla="*/ 1005840 w 1725072"/>
                  <a:gd name="connsiteY8" fmla="*/ 134 h 95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5072" h="952919">
                    <a:moveTo>
                      <a:pt x="1005840" y="134"/>
                    </a:moveTo>
                    <a:cubicBezTo>
                      <a:pt x="1403509" y="-6629"/>
                      <a:pt x="1587151" y="243498"/>
                      <a:pt x="1725073" y="519437"/>
                    </a:cubicBezTo>
                    <a:lnTo>
                      <a:pt x="1629346" y="599542"/>
                    </a:lnTo>
                    <a:cubicBezTo>
                      <a:pt x="1513427" y="367608"/>
                      <a:pt x="1358932" y="125388"/>
                      <a:pt x="988695" y="131674"/>
                    </a:cubicBezTo>
                    <a:cubicBezTo>
                      <a:pt x="957358" y="132246"/>
                      <a:pt x="924496" y="134532"/>
                      <a:pt x="889920" y="138723"/>
                    </a:cubicBezTo>
                    <a:cubicBezTo>
                      <a:pt x="495967" y="187300"/>
                      <a:pt x="274320" y="558680"/>
                      <a:pt x="93535" y="952920"/>
                    </a:cubicBezTo>
                    <a:lnTo>
                      <a:pt x="0" y="903961"/>
                    </a:lnTo>
                    <a:cubicBezTo>
                      <a:pt x="188881" y="492195"/>
                      <a:pt x="443008" y="63761"/>
                      <a:pt x="895921" y="8040"/>
                    </a:cubicBezTo>
                    <a:cubicBezTo>
                      <a:pt x="934212" y="3277"/>
                      <a:pt x="970883" y="706"/>
                      <a:pt x="1005840" y="134"/>
                    </a:cubicBezTo>
                    <a:close/>
                  </a:path>
                </a:pathLst>
              </a:custGeom>
              <a:grpFill/>
              <a:ln w="9525" cap="flat">
                <a:noFill/>
                <a:prstDash val="solid"/>
                <a:miter/>
              </a:ln>
            </p:spPr>
            <p:txBody>
              <a:bodyPr rtlCol="0" anchor="ctr"/>
              <a:lstStyle/>
              <a:p>
                <a:endParaRPr lang="en-US" dirty="0"/>
              </a:p>
            </p:txBody>
          </p:sp>
        </p:grpSp>
        <p:grpSp>
          <p:nvGrpSpPr>
            <p:cNvPr id="7" name="Graphic 5">
              <a:extLst>
                <a:ext uri="{FF2B5EF4-FFF2-40B4-BE49-F238E27FC236}">
                  <a16:creationId xmlns:a16="http://schemas.microsoft.com/office/drawing/2014/main" id="{7F73456C-410D-F2AC-6ED6-58E46FCF81C0}"/>
                </a:ext>
              </a:extLst>
            </p:cNvPr>
            <p:cNvGrpSpPr/>
            <p:nvPr/>
          </p:nvGrpSpPr>
          <p:grpSpPr>
            <a:xfrm>
              <a:off x="4570925" y="3748582"/>
              <a:ext cx="1646899" cy="1113386"/>
              <a:chOff x="4266056" y="3991101"/>
              <a:chExt cx="1973960" cy="1334496"/>
            </a:xfrm>
            <a:solidFill>
              <a:schemeClr val="accent3"/>
            </a:solidFill>
          </p:grpSpPr>
          <p:sp>
            <p:nvSpPr>
              <p:cNvPr id="17" name="Freeform: Shape 18">
                <a:extLst>
                  <a:ext uri="{FF2B5EF4-FFF2-40B4-BE49-F238E27FC236}">
                    <a16:creationId xmlns:a16="http://schemas.microsoft.com/office/drawing/2014/main" id="{F9622863-8474-30A3-C650-1DC1573116AA}"/>
                  </a:ext>
                </a:extLst>
              </p:cNvPr>
              <p:cNvSpPr/>
              <p:nvPr/>
            </p:nvSpPr>
            <p:spPr>
              <a:xfrm>
                <a:off x="4685156" y="3991101"/>
                <a:ext cx="1457229" cy="1201678"/>
              </a:xfrm>
              <a:custGeom>
                <a:avLst/>
                <a:gdLst>
                  <a:gd name="connsiteX0" fmla="*/ 1075087 w 1457229"/>
                  <a:gd name="connsiteY0" fmla="*/ 0 h 1201678"/>
                  <a:gd name="connsiteX1" fmla="*/ 990981 w 1457229"/>
                  <a:gd name="connsiteY1" fmla="*/ 152305 h 1201678"/>
                  <a:gd name="connsiteX2" fmla="*/ 775811 w 1457229"/>
                  <a:gd name="connsiteY2" fmla="*/ 530257 h 1201678"/>
                  <a:gd name="connsiteX3" fmla="*/ 517779 w 1457229"/>
                  <a:gd name="connsiteY3" fmla="*/ 880015 h 1201678"/>
                  <a:gd name="connsiteX4" fmla="*/ 122111 w 1457229"/>
                  <a:gd name="connsiteY4" fmla="*/ 1109472 h 1201678"/>
                  <a:gd name="connsiteX5" fmla="*/ 50006 w 1457229"/>
                  <a:gd name="connsiteY5" fmla="*/ 1113092 h 1201678"/>
                  <a:gd name="connsiteX6" fmla="*/ 40481 w 1457229"/>
                  <a:gd name="connsiteY6" fmla="*/ 1112425 h 1201678"/>
                  <a:gd name="connsiteX7" fmla="*/ 0 w 1457229"/>
                  <a:gd name="connsiteY7" fmla="*/ 1105948 h 1201678"/>
                  <a:gd name="connsiteX8" fmla="*/ 382143 w 1457229"/>
                  <a:gd name="connsiteY8" fmla="*/ 1193959 h 1201678"/>
                  <a:gd name="connsiteX9" fmla="*/ 422624 w 1457229"/>
                  <a:gd name="connsiteY9" fmla="*/ 1200436 h 1201678"/>
                  <a:gd name="connsiteX10" fmla="*/ 432149 w 1457229"/>
                  <a:gd name="connsiteY10" fmla="*/ 1201103 h 1201678"/>
                  <a:gd name="connsiteX11" fmla="*/ 504254 w 1457229"/>
                  <a:gd name="connsiteY11" fmla="*/ 1197483 h 1201678"/>
                  <a:gd name="connsiteX12" fmla="*/ 899922 w 1457229"/>
                  <a:gd name="connsiteY12" fmla="*/ 968026 h 1201678"/>
                  <a:gd name="connsiteX13" fmla="*/ 1157954 w 1457229"/>
                  <a:gd name="connsiteY13" fmla="*/ 618268 h 1201678"/>
                  <a:gd name="connsiteX14" fmla="*/ 1373124 w 1457229"/>
                  <a:gd name="connsiteY14" fmla="*/ 240316 h 1201678"/>
                  <a:gd name="connsiteX15" fmla="*/ 1457230 w 1457229"/>
                  <a:gd name="connsiteY15" fmla="*/ 88011 h 1201678"/>
                  <a:gd name="connsiteX16" fmla="*/ 1075087 w 1457229"/>
                  <a:gd name="connsiteY16" fmla="*/ 0 h 120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57229" h="1201678">
                    <a:moveTo>
                      <a:pt x="1075087" y="0"/>
                    </a:moveTo>
                    <a:cubicBezTo>
                      <a:pt x="1046797" y="50673"/>
                      <a:pt x="1018508" y="102298"/>
                      <a:pt x="990981" y="152305"/>
                    </a:cubicBezTo>
                    <a:cubicBezTo>
                      <a:pt x="919258" y="282988"/>
                      <a:pt x="848678" y="411575"/>
                      <a:pt x="775811" y="530257"/>
                    </a:cubicBezTo>
                    <a:cubicBezTo>
                      <a:pt x="694182" y="663226"/>
                      <a:pt x="609695" y="783527"/>
                      <a:pt x="517779" y="880015"/>
                    </a:cubicBezTo>
                    <a:cubicBezTo>
                      <a:pt x="401193" y="1002411"/>
                      <a:pt x="272510" y="1086517"/>
                      <a:pt x="122111" y="1109472"/>
                    </a:cubicBezTo>
                    <a:cubicBezTo>
                      <a:pt x="97441" y="1113282"/>
                      <a:pt x="73438" y="1114520"/>
                      <a:pt x="50006" y="1113092"/>
                    </a:cubicBezTo>
                    <a:cubicBezTo>
                      <a:pt x="46863" y="1112901"/>
                      <a:pt x="43624" y="1112711"/>
                      <a:pt x="40481" y="1112425"/>
                    </a:cubicBezTo>
                    <a:cubicBezTo>
                      <a:pt x="26861" y="1111187"/>
                      <a:pt x="13335" y="1108996"/>
                      <a:pt x="0" y="1105948"/>
                    </a:cubicBezTo>
                    <a:lnTo>
                      <a:pt x="382143" y="1193959"/>
                    </a:lnTo>
                    <a:cubicBezTo>
                      <a:pt x="395478" y="1197007"/>
                      <a:pt x="409004" y="1199198"/>
                      <a:pt x="422624" y="1200436"/>
                    </a:cubicBezTo>
                    <a:cubicBezTo>
                      <a:pt x="425767" y="1200722"/>
                      <a:pt x="428911" y="1200912"/>
                      <a:pt x="432149" y="1201103"/>
                    </a:cubicBezTo>
                    <a:cubicBezTo>
                      <a:pt x="455581" y="1202531"/>
                      <a:pt x="479584" y="1201293"/>
                      <a:pt x="504254" y="1197483"/>
                    </a:cubicBezTo>
                    <a:cubicBezTo>
                      <a:pt x="654653" y="1174432"/>
                      <a:pt x="783336" y="1090327"/>
                      <a:pt x="899922" y="968026"/>
                    </a:cubicBezTo>
                    <a:cubicBezTo>
                      <a:pt x="991933" y="871442"/>
                      <a:pt x="1076325" y="751142"/>
                      <a:pt x="1157954" y="618268"/>
                    </a:cubicBezTo>
                    <a:cubicBezTo>
                      <a:pt x="1230821" y="499681"/>
                      <a:pt x="1301401" y="370999"/>
                      <a:pt x="1373124" y="240316"/>
                    </a:cubicBezTo>
                    <a:cubicBezTo>
                      <a:pt x="1400556" y="190405"/>
                      <a:pt x="1428940" y="138684"/>
                      <a:pt x="1457230" y="88011"/>
                    </a:cubicBezTo>
                    <a:lnTo>
                      <a:pt x="1075087" y="0"/>
                    </a:lnTo>
                    <a:close/>
                  </a:path>
                </a:pathLst>
              </a:custGeom>
              <a:grpFill/>
              <a:ln w="9525" cap="flat">
                <a:noFill/>
                <a:prstDash val="solid"/>
                <a:miter/>
              </a:ln>
            </p:spPr>
            <p:txBody>
              <a:bodyPr rtlCol="0" anchor="ctr"/>
              <a:lstStyle/>
              <a:p>
                <a:endParaRPr lang="en-US" dirty="0"/>
              </a:p>
            </p:txBody>
          </p:sp>
          <p:sp>
            <p:nvSpPr>
              <p:cNvPr id="18" name="Freeform: Shape 19">
                <a:extLst>
                  <a:ext uri="{FF2B5EF4-FFF2-40B4-BE49-F238E27FC236}">
                    <a16:creationId xmlns:a16="http://schemas.microsoft.com/office/drawing/2014/main" id="{3DE16285-CFAD-9CB5-7D65-102DDFE4D540}"/>
                  </a:ext>
                </a:extLst>
              </p:cNvPr>
              <p:cNvSpPr/>
              <p:nvPr/>
            </p:nvSpPr>
            <p:spPr>
              <a:xfrm>
                <a:off x="4266056" y="4814728"/>
                <a:ext cx="477869" cy="173355"/>
              </a:xfrm>
              <a:custGeom>
                <a:avLst/>
                <a:gdLst>
                  <a:gd name="connsiteX0" fmla="*/ 382143 w 477869"/>
                  <a:gd name="connsiteY0" fmla="*/ 173355 h 173355"/>
                  <a:gd name="connsiteX1" fmla="*/ 0 w 477869"/>
                  <a:gd name="connsiteY1" fmla="*/ 85344 h 173355"/>
                  <a:gd name="connsiteX2" fmla="*/ 95821 w 477869"/>
                  <a:gd name="connsiteY2" fmla="*/ 0 h 173355"/>
                  <a:gd name="connsiteX3" fmla="*/ 477869 w 477869"/>
                  <a:gd name="connsiteY3" fmla="*/ 88011 h 173355"/>
                </a:gdLst>
                <a:ahLst/>
                <a:cxnLst>
                  <a:cxn ang="0">
                    <a:pos x="connsiteX0" y="connsiteY0"/>
                  </a:cxn>
                  <a:cxn ang="0">
                    <a:pos x="connsiteX1" y="connsiteY1"/>
                  </a:cxn>
                  <a:cxn ang="0">
                    <a:pos x="connsiteX2" y="connsiteY2"/>
                  </a:cxn>
                  <a:cxn ang="0">
                    <a:pos x="connsiteX3" y="connsiteY3"/>
                  </a:cxn>
                </a:cxnLst>
                <a:rect l="l" t="t" r="r" b="b"/>
                <a:pathLst>
                  <a:path w="477869" h="173355">
                    <a:moveTo>
                      <a:pt x="382143" y="173355"/>
                    </a:moveTo>
                    <a:lnTo>
                      <a:pt x="0" y="85344"/>
                    </a:lnTo>
                    <a:lnTo>
                      <a:pt x="95821" y="0"/>
                    </a:lnTo>
                    <a:lnTo>
                      <a:pt x="477869" y="88011"/>
                    </a:lnTo>
                    <a:close/>
                  </a:path>
                </a:pathLst>
              </a:custGeom>
              <a:grpFill/>
              <a:ln w="9525" cap="flat">
                <a:noFill/>
                <a:prstDash val="solid"/>
                <a:miter/>
              </a:ln>
            </p:spPr>
            <p:txBody>
              <a:bodyPr rtlCol="0" anchor="ctr"/>
              <a:lstStyle/>
              <a:p>
                <a:endParaRPr lang="en-US" dirty="0"/>
              </a:p>
            </p:txBody>
          </p:sp>
          <p:sp>
            <p:nvSpPr>
              <p:cNvPr id="19" name="Freeform: Shape 20">
                <a:extLst>
                  <a:ext uri="{FF2B5EF4-FFF2-40B4-BE49-F238E27FC236}">
                    <a16:creationId xmlns:a16="http://schemas.microsoft.com/office/drawing/2014/main" id="{A8815F98-058D-1F8D-5B5C-0801440481EA}"/>
                  </a:ext>
                </a:extLst>
              </p:cNvPr>
              <p:cNvSpPr/>
              <p:nvPr/>
            </p:nvSpPr>
            <p:spPr>
              <a:xfrm>
                <a:off x="4266056" y="4899977"/>
                <a:ext cx="769239" cy="415194"/>
              </a:xfrm>
              <a:custGeom>
                <a:avLst/>
                <a:gdLst>
                  <a:gd name="connsiteX0" fmla="*/ 769239 w 769239"/>
                  <a:gd name="connsiteY0" fmla="*/ 415195 h 415194"/>
                  <a:gd name="connsiteX1" fmla="*/ 387096 w 769239"/>
                  <a:gd name="connsiteY1" fmla="*/ 327184 h 415194"/>
                  <a:gd name="connsiteX2" fmla="*/ 0 w 769239"/>
                  <a:gd name="connsiteY2" fmla="*/ 0 h 415194"/>
                  <a:gd name="connsiteX3" fmla="*/ 382143 w 769239"/>
                  <a:gd name="connsiteY3" fmla="*/ 88011 h 415194"/>
                  <a:gd name="connsiteX4" fmla="*/ 769239 w 769239"/>
                  <a:gd name="connsiteY4" fmla="*/ 415195 h 415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239" h="415194">
                    <a:moveTo>
                      <a:pt x="769239" y="415195"/>
                    </a:moveTo>
                    <a:lnTo>
                      <a:pt x="387096" y="327184"/>
                    </a:lnTo>
                    <a:cubicBezTo>
                      <a:pt x="212884" y="287083"/>
                      <a:pt x="90964" y="137160"/>
                      <a:pt x="0" y="0"/>
                    </a:cubicBezTo>
                    <a:lnTo>
                      <a:pt x="382143" y="88011"/>
                    </a:lnTo>
                    <a:cubicBezTo>
                      <a:pt x="473107" y="225266"/>
                      <a:pt x="595027" y="375094"/>
                      <a:pt x="769239" y="415195"/>
                    </a:cubicBezTo>
                  </a:path>
                </a:pathLst>
              </a:custGeom>
              <a:grpFill/>
              <a:ln w="9525" cap="flat">
                <a:noFill/>
                <a:prstDash val="solid"/>
                <a:miter/>
              </a:ln>
            </p:spPr>
            <p:txBody>
              <a:bodyPr rtlCol="0" anchor="ctr"/>
              <a:lstStyle/>
              <a:p>
                <a:endParaRPr lang="en-US" dirty="0"/>
              </a:p>
            </p:txBody>
          </p:sp>
          <p:sp>
            <p:nvSpPr>
              <p:cNvPr id="20" name="Freeform: Shape 21">
                <a:extLst>
                  <a:ext uri="{FF2B5EF4-FFF2-40B4-BE49-F238E27FC236}">
                    <a16:creationId xmlns:a16="http://schemas.microsoft.com/office/drawing/2014/main" id="{F12E7E29-4BC2-A7BD-7C31-47969CEE4201}"/>
                  </a:ext>
                </a:extLst>
              </p:cNvPr>
              <p:cNvSpPr/>
              <p:nvPr/>
            </p:nvSpPr>
            <p:spPr>
              <a:xfrm>
                <a:off x="4648199" y="4079112"/>
                <a:ext cx="1591817" cy="1246485"/>
              </a:xfrm>
              <a:custGeom>
                <a:avLst/>
                <a:gdLst>
                  <a:gd name="connsiteX0" fmla="*/ 1494187 w 1591817"/>
                  <a:gd name="connsiteY0" fmla="*/ 0 h 1246485"/>
                  <a:gd name="connsiteX1" fmla="*/ 1591818 w 1591817"/>
                  <a:gd name="connsiteY1" fmla="*/ 64199 h 1246485"/>
                  <a:gd name="connsiteX2" fmla="*/ 1508284 w 1591817"/>
                  <a:gd name="connsiteY2" fmla="*/ 215551 h 1246485"/>
                  <a:gd name="connsiteX3" fmla="*/ 547306 w 1591817"/>
                  <a:gd name="connsiteY3" fmla="*/ 1241203 h 1246485"/>
                  <a:gd name="connsiteX4" fmla="*/ 454057 w 1591817"/>
                  <a:gd name="connsiteY4" fmla="*/ 1245775 h 1246485"/>
                  <a:gd name="connsiteX5" fmla="*/ 0 w 1591817"/>
                  <a:gd name="connsiteY5" fmla="*/ 908971 h 1246485"/>
                  <a:gd name="connsiteX6" fmla="*/ 95726 w 1591817"/>
                  <a:gd name="connsiteY6" fmla="*/ 823627 h 1246485"/>
                  <a:gd name="connsiteX7" fmla="*/ 469106 w 1591817"/>
                  <a:gd name="connsiteY7" fmla="*/ 1113092 h 1246485"/>
                  <a:gd name="connsiteX8" fmla="*/ 541211 w 1591817"/>
                  <a:gd name="connsiteY8" fmla="*/ 1109472 h 1246485"/>
                  <a:gd name="connsiteX9" fmla="*/ 1410081 w 1591817"/>
                  <a:gd name="connsiteY9" fmla="*/ 152210 h 1246485"/>
                  <a:gd name="connsiteX10" fmla="*/ 1494187 w 1591817"/>
                  <a:gd name="connsiteY10" fmla="*/ 0 h 1246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1817" h="1246485">
                    <a:moveTo>
                      <a:pt x="1494187" y="0"/>
                    </a:moveTo>
                    <a:lnTo>
                      <a:pt x="1591818" y="64199"/>
                    </a:lnTo>
                    <a:cubicBezTo>
                      <a:pt x="1563814" y="114395"/>
                      <a:pt x="1535525" y="165830"/>
                      <a:pt x="1508284" y="215551"/>
                    </a:cubicBezTo>
                    <a:cubicBezTo>
                      <a:pt x="1249394" y="687134"/>
                      <a:pt x="981647" y="1174718"/>
                      <a:pt x="547306" y="1241203"/>
                    </a:cubicBezTo>
                    <a:cubicBezTo>
                      <a:pt x="514826" y="1246156"/>
                      <a:pt x="483775" y="1247489"/>
                      <a:pt x="454057" y="1245775"/>
                    </a:cubicBezTo>
                    <a:cubicBezTo>
                      <a:pt x="243459" y="1233202"/>
                      <a:pt x="102203" y="1063085"/>
                      <a:pt x="0" y="908971"/>
                    </a:cubicBezTo>
                    <a:lnTo>
                      <a:pt x="95726" y="823627"/>
                    </a:lnTo>
                    <a:cubicBezTo>
                      <a:pt x="222504" y="1014794"/>
                      <a:pt x="337661" y="1105281"/>
                      <a:pt x="469106" y="1113092"/>
                    </a:cubicBezTo>
                    <a:cubicBezTo>
                      <a:pt x="492538" y="1114520"/>
                      <a:pt x="516541" y="1113282"/>
                      <a:pt x="541211" y="1109472"/>
                    </a:cubicBezTo>
                    <a:cubicBezTo>
                      <a:pt x="916114" y="1052132"/>
                      <a:pt x="1156145" y="615029"/>
                      <a:pt x="1410081" y="152210"/>
                    </a:cubicBezTo>
                    <a:cubicBezTo>
                      <a:pt x="1437513" y="102299"/>
                      <a:pt x="1465898" y="50673"/>
                      <a:pt x="1494187" y="0"/>
                    </a:cubicBezTo>
                    <a:close/>
                  </a:path>
                </a:pathLst>
              </a:custGeom>
              <a:grpFill/>
              <a:ln w="9525" cap="flat">
                <a:noFill/>
                <a:prstDash val="solid"/>
                <a:miter/>
              </a:ln>
            </p:spPr>
            <p:txBody>
              <a:bodyPr rtlCol="0" anchor="ctr"/>
              <a:lstStyle/>
              <a:p>
                <a:endParaRPr lang="en-US" dirty="0"/>
              </a:p>
            </p:txBody>
          </p:sp>
        </p:grpSp>
        <p:grpSp>
          <p:nvGrpSpPr>
            <p:cNvPr id="8" name="Graphic 5">
              <a:extLst>
                <a:ext uri="{FF2B5EF4-FFF2-40B4-BE49-F238E27FC236}">
                  <a16:creationId xmlns:a16="http://schemas.microsoft.com/office/drawing/2014/main" id="{DF38933B-AAE8-77B4-31CB-80458B27BC7E}"/>
                </a:ext>
              </a:extLst>
            </p:cNvPr>
            <p:cNvGrpSpPr/>
            <p:nvPr/>
          </p:nvGrpSpPr>
          <p:grpSpPr>
            <a:xfrm>
              <a:off x="3279645" y="3710326"/>
              <a:ext cx="1616463" cy="694346"/>
              <a:chOff x="2718339" y="3945248"/>
              <a:chExt cx="1937480" cy="832237"/>
            </a:xfrm>
            <a:solidFill>
              <a:schemeClr val="accent2"/>
            </a:solidFill>
          </p:grpSpPr>
          <p:sp>
            <p:nvSpPr>
              <p:cNvPr id="13" name="Freeform: Shape 14">
                <a:extLst>
                  <a:ext uri="{FF2B5EF4-FFF2-40B4-BE49-F238E27FC236}">
                    <a16:creationId xmlns:a16="http://schemas.microsoft.com/office/drawing/2014/main" id="{1B3BB408-048C-3F8C-71EB-1712224EEA5E}"/>
                  </a:ext>
                </a:extLst>
              </p:cNvPr>
              <p:cNvSpPr/>
              <p:nvPr/>
            </p:nvSpPr>
            <p:spPr>
              <a:xfrm>
                <a:off x="3603116" y="4093590"/>
                <a:ext cx="967930" cy="683894"/>
              </a:xfrm>
              <a:custGeom>
                <a:avLst/>
                <a:gdLst>
                  <a:gd name="connsiteX0" fmla="*/ 967930 w 967930"/>
                  <a:gd name="connsiteY0" fmla="*/ 683895 h 683894"/>
                  <a:gd name="connsiteX1" fmla="*/ 532924 w 967930"/>
                  <a:gd name="connsiteY1" fmla="*/ 573500 h 683894"/>
                  <a:gd name="connsiteX2" fmla="*/ 411861 w 967930"/>
                  <a:gd name="connsiteY2" fmla="*/ 391668 h 683894"/>
                  <a:gd name="connsiteX3" fmla="*/ 0 w 967930"/>
                  <a:gd name="connsiteY3" fmla="*/ 0 h 683894"/>
                  <a:gd name="connsiteX4" fmla="*/ 435007 w 967930"/>
                  <a:gd name="connsiteY4" fmla="*/ 110395 h 683894"/>
                  <a:gd name="connsiteX5" fmla="*/ 846868 w 967930"/>
                  <a:gd name="connsiteY5" fmla="*/ 502063 h 683894"/>
                  <a:gd name="connsiteX6" fmla="*/ 967930 w 967930"/>
                  <a:gd name="connsiteY6" fmla="*/ 683895 h 683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7930" h="683894">
                    <a:moveTo>
                      <a:pt x="967930" y="683895"/>
                    </a:moveTo>
                    <a:lnTo>
                      <a:pt x="532924" y="573500"/>
                    </a:lnTo>
                    <a:cubicBezTo>
                      <a:pt x="488823" y="513016"/>
                      <a:pt x="449675" y="451295"/>
                      <a:pt x="411861" y="391668"/>
                    </a:cubicBezTo>
                    <a:cubicBezTo>
                      <a:pt x="294799" y="206788"/>
                      <a:pt x="195167" y="49530"/>
                      <a:pt x="0" y="0"/>
                    </a:cubicBezTo>
                    <a:lnTo>
                      <a:pt x="435007" y="110395"/>
                    </a:lnTo>
                    <a:cubicBezTo>
                      <a:pt x="630174" y="159925"/>
                      <a:pt x="729805" y="317182"/>
                      <a:pt x="846868" y="502063"/>
                    </a:cubicBezTo>
                    <a:cubicBezTo>
                      <a:pt x="884777" y="561689"/>
                      <a:pt x="923830" y="623411"/>
                      <a:pt x="967930" y="683895"/>
                    </a:cubicBezTo>
                  </a:path>
                </a:pathLst>
              </a:custGeom>
              <a:grpFill/>
              <a:ln w="9525" cap="flat">
                <a:noFill/>
                <a:prstDash val="solid"/>
                <a:miter/>
              </a:ln>
            </p:spPr>
            <p:txBody>
              <a:bodyPr rtlCol="0" anchor="ctr"/>
              <a:lstStyle/>
              <a:p>
                <a:endParaRPr lang="en-US" dirty="0"/>
              </a:p>
            </p:txBody>
          </p:sp>
          <p:sp>
            <p:nvSpPr>
              <p:cNvPr id="14" name="Freeform: Shape 15">
                <a:extLst>
                  <a:ext uri="{FF2B5EF4-FFF2-40B4-BE49-F238E27FC236}">
                    <a16:creationId xmlns:a16="http://schemas.microsoft.com/office/drawing/2014/main" id="{6A34D597-C29D-D465-36E0-5ADE7F2E280C}"/>
                  </a:ext>
                </a:extLst>
              </p:cNvPr>
              <p:cNvSpPr/>
              <p:nvPr/>
            </p:nvSpPr>
            <p:spPr>
              <a:xfrm>
                <a:off x="2718339" y="3945248"/>
                <a:ext cx="1355693" cy="649452"/>
              </a:xfrm>
              <a:custGeom>
                <a:avLst/>
                <a:gdLst>
                  <a:gd name="connsiteX0" fmla="*/ 920687 w 1355693"/>
                  <a:gd name="connsiteY0" fmla="*/ 18898 h 649452"/>
                  <a:gd name="connsiteX1" fmla="*/ 885444 w 1355693"/>
                  <a:gd name="connsiteY1" fmla="*/ 11088 h 649452"/>
                  <a:gd name="connsiteX2" fmla="*/ 740664 w 1355693"/>
                  <a:gd name="connsiteY2" fmla="*/ 229 h 649452"/>
                  <a:gd name="connsiteX3" fmla="*/ 740664 w 1355693"/>
                  <a:gd name="connsiteY3" fmla="*/ 229 h 649452"/>
                  <a:gd name="connsiteX4" fmla="*/ 715137 w 1355693"/>
                  <a:gd name="connsiteY4" fmla="*/ 1277 h 649452"/>
                  <a:gd name="connsiteX5" fmla="*/ 590836 w 1355693"/>
                  <a:gd name="connsiteY5" fmla="*/ 15945 h 649452"/>
                  <a:gd name="connsiteX6" fmla="*/ 551212 w 1355693"/>
                  <a:gd name="connsiteY6" fmla="*/ 25184 h 649452"/>
                  <a:gd name="connsiteX7" fmla="*/ 191357 w 1355693"/>
                  <a:gd name="connsiteY7" fmla="*/ 289122 h 649452"/>
                  <a:gd name="connsiteX8" fmla="*/ 0 w 1355693"/>
                  <a:gd name="connsiteY8" fmla="*/ 539058 h 649452"/>
                  <a:gd name="connsiteX9" fmla="*/ 435007 w 1355693"/>
                  <a:gd name="connsiteY9" fmla="*/ 649453 h 649452"/>
                  <a:gd name="connsiteX10" fmla="*/ 626364 w 1355693"/>
                  <a:gd name="connsiteY10" fmla="*/ 399517 h 649452"/>
                  <a:gd name="connsiteX11" fmla="*/ 986218 w 1355693"/>
                  <a:gd name="connsiteY11" fmla="*/ 135579 h 649452"/>
                  <a:gd name="connsiteX12" fmla="*/ 1025843 w 1355693"/>
                  <a:gd name="connsiteY12" fmla="*/ 126340 h 649452"/>
                  <a:gd name="connsiteX13" fmla="*/ 1150144 w 1355693"/>
                  <a:gd name="connsiteY13" fmla="*/ 111671 h 649452"/>
                  <a:gd name="connsiteX14" fmla="*/ 1175671 w 1355693"/>
                  <a:gd name="connsiteY14" fmla="*/ 110624 h 649452"/>
                  <a:gd name="connsiteX15" fmla="*/ 1320451 w 1355693"/>
                  <a:gd name="connsiteY15" fmla="*/ 121482 h 649452"/>
                  <a:gd name="connsiteX16" fmla="*/ 1355693 w 1355693"/>
                  <a:gd name="connsiteY16" fmla="*/ 129293 h 649452"/>
                  <a:gd name="connsiteX17" fmla="*/ 920687 w 1355693"/>
                  <a:gd name="connsiteY17" fmla="*/ 18898 h 64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55693" h="649452">
                    <a:moveTo>
                      <a:pt x="920687" y="18898"/>
                    </a:moveTo>
                    <a:cubicBezTo>
                      <a:pt x="909257" y="15945"/>
                      <a:pt x="897446" y="13373"/>
                      <a:pt x="885444" y="11088"/>
                    </a:cubicBezTo>
                    <a:cubicBezTo>
                      <a:pt x="841438" y="2801"/>
                      <a:pt x="793337" y="-1009"/>
                      <a:pt x="740664" y="229"/>
                    </a:cubicBezTo>
                    <a:lnTo>
                      <a:pt x="740664" y="229"/>
                    </a:lnTo>
                    <a:cubicBezTo>
                      <a:pt x="732282" y="420"/>
                      <a:pt x="723709" y="800"/>
                      <a:pt x="715137" y="1277"/>
                    </a:cubicBezTo>
                    <a:cubicBezTo>
                      <a:pt x="676275" y="3372"/>
                      <a:pt x="634937" y="8135"/>
                      <a:pt x="590836" y="15945"/>
                    </a:cubicBezTo>
                    <a:cubicBezTo>
                      <a:pt x="577691" y="18231"/>
                      <a:pt x="564547" y="21374"/>
                      <a:pt x="551212" y="25184"/>
                    </a:cubicBezTo>
                    <a:cubicBezTo>
                      <a:pt x="438531" y="57950"/>
                      <a:pt x="318135" y="146247"/>
                      <a:pt x="191357" y="289122"/>
                    </a:cubicBezTo>
                    <a:cubicBezTo>
                      <a:pt x="129064" y="359321"/>
                      <a:pt x="65246" y="442665"/>
                      <a:pt x="0" y="539058"/>
                    </a:cubicBezTo>
                    <a:lnTo>
                      <a:pt x="435007" y="649453"/>
                    </a:lnTo>
                    <a:cubicBezTo>
                      <a:pt x="500253" y="553060"/>
                      <a:pt x="564071" y="469716"/>
                      <a:pt x="626364" y="399517"/>
                    </a:cubicBezTo>
                    <a:cubicBezTo>
                      <a:pt x="753142" y="256642"/>
                      <a:pt x="873538" y="168345"/>
                      <a:pt x="986218" y="135579"/>
                    </a:cubicBezTo>
                    <a:cubicBezTo>
                      <a:pt x="999554" y="131674"/>
                      <a:pt x="1012793" y="128626"/>
                      <a:pt x="1025843" y="126340"/>
                    </a:cubicBezTo>
                    <a:cubicBezTo>
                      <a:pt x="1069943" y="118625"/>
                      <a:pt x="1111282" y="113767"/>
                      <a:pt x="1150144" y="111671"/>
                    </a:cubicBezTo>
                    <a:cubicBezTo>
                      <a:pt x="1158812" y="111195"/>
                      <a:pt x="1167289" y="110909"/>
                      <a:pt x="1175671" y="110624"/>
                    </a:cubicBezTo>
                    <a:cubicBezTo>
                      <a:pt x="1228439" y="109386"/>
                      <a:pt x="1276445" y="113196"/>
                      <a:pt x="1320451" y="121482"/>
                    </a:cubicBezTo>
                    <a:cubicBezTo>
                      <a:pt x="1332452" y="123768"/>
                      <a:pt x="1344263" y="126340"/>
                      <a:pt x="1355693" y="129293"/>
                    </a:cubicBezTo>
                    <a:lnTo>
                      <a:pt x="920687" y="18898"/>
                    </a:lnTo>
                    <a:close/>
                  </a:path>
                </a:pathLst>
              </a:custGeom>
              <a:grpFill/>
              <a:ln w="9525" cap="flat">
                <a:noFill/>
                <a:prstDash val="solid"/>
                <a:miter/>
              </a:ln>
            </p:spPr>
            <p:txBody>
              <a:bodyPr rtlCol="0" anchor="ctr"/>
              <a:lstStyle/>
              <a:p>
                <a:endParaRPr lang="en-US" dirty="0"/>
              </a:p>
            </p:txBody>
          </p:sp>
          <p:sp>
            <p:nvSpPr>
              <p:cNvPr id="15" name="Freeform: Shape 16">
                <a:extLst>
                  <a:ext uri="{FF2B5EF4-FFF2-40B4-BE49-F238E27FC236}">
                    <a16:creationId xmlns:a16="http://schemas.microsoft.com/office/drawing/2014/main" id="{5AF9806F-DFE2-A720-8C7A-8DB2A11083F8}"/>
                  </a:ext>
                </a:extLst>
              </p:cNvPr>
              <p:cNvSpPr/>
              <p:nvPr/>
            </p:nvSpPr>
            <p:spPr>
              <a:xfrm>
                <a:off x="2718339" y="4484306"/>
                <a:ext cx="514159" cy="185832"/>
              </a:xfrm>
              <a:custGeom>
                <a:avLst/>
                <a:gdLst>
                  <a:gd name="connsiteX0" fmla="*/ 514159 w 514159"/>
                  <a:gd name="connsiteY0" fmla="*/ 185833 h 185832"/>
                  <a:gd name="connsiteX1" fmla="*/ 79248 w 514159"/>
                  <a:gd name="connsiteY1" fmla="*/ 75438 h 185832"/>
                  <a:gd name="connsiteX2" fmla="*/ 0 w 514159"/>
                  <a:gd name="connsiteY2" fmla="*/ 0 h 185832"/>
                  <a:gd name="connsiteX3" fmla="*/ 434912 w 514159"/>
                  <a:gd name="connsiteY3" fmla="*/ 110490 h 185832"/>
                </a:gdLst>
                <a:ahLst/>
                <a:cxnLst>
                  <a:cxn ang="0">
                    <a:pos x="connsiteX0" y="connsiteY0"/>
                  </a:cxn>
                  <a:cxn ang="0">
                    <a:pos x="connsiteX1" y="connsiteY1"/>
                  </a:cxn>
                  <a:cxn ang="0">
                    <a:pos x="connsiteX2" y="connsiteY2"/>
                  </a:cxn>
                  <a:cxn ang="0">
                    <a:pos x="connsiteX3" y="connsiteY3"/>
                  </a:cxn>
                </a:cxnLst>
                <a:rect l="l" t="t" r="r" b="b"/>
                <a:pathLst>
                  <a:path w="514159" h="185832">
                    <a:moveTo>
                      <a:pt x="514159" y="185833"/>
                    </a:moveTo>
                    <a:lnTo>
                      <a:pt x="79248" y="75438"/>
                    </a:lnTo>
                    <a:lnTo>
                      <a:pt x="0" y="0"/>
                    </a:lnTo>
                    <a:lnTo>
                      <a:pt x="434912" y="110490"/>
                    </a:lnTo>
                    <a:close/>
                  </a:path>
                </a:pathLst>
              </a:custGeom>
              <a:grpFill/>
              <a:ln w="9525" cap="flat">
                <a:noFill/>
                <a:prstDash val="solid"/>
                <a:miter/>
              </a:ln>
            </p:spPr>
            <p:txBody>
              <a:bodyPr rtlCol="0" anchor="ctr"/>
              <a:lstStyle/>
              <a:p>
                <a:endParaRPr lang="en-US" dirty="0"/>
              </a:p>
            </p:txBody>
          </p:sp>
          <p:sp>
            <p:nvSpPr>
              <p:cNvPr id="16" name="Freeform: Shape 17">
                <a:extLst>
                  <a:ext uri="{FF2B5EF4-FFF2-40B4-BE49-F238E27FC236}">
                    <a16:creationId xmlns:a16="http://schemas.microsoft.com/office/drawing/2014/main" id="{D2AB384C-22A6-0B93-6BD0-C7DA02678317}"/>
                  </a:ext>
                </a:extLst>
              </p:cNvPr>
              <p:cNvSpPr/>
              <p:nvPr/>
            </p:nvSpPr>
            <p:spPr>
              <a:xfrm>
                <a:off x="3153060" y="4055769"/>
                <a:ext cx="1502759" cy="721716"/>
              </a:xfrm>
              <a:custGeom>
                <a:avLst/>
                <a:gdLst>
                  <a:gd name="connsiteX0" fmla="*/ 715328 w 1502759"/>
                  <a:gd name="connsiteY0" fmla="*/ 1246 h 721716"/>
                  <a:gd name="connsiteX1" fmla="*/ 1385697 w 1502759"/>
                  <a:gd name="connsiteY1" fmla="*/ 450349 h 721716"/>
                  <a:gd name="connsiteX2" fmla="*/ 1502759 w 1502759"/>
                  <a:gd name="connsiteY2" fmla="*/ 626466 h 721716"/>
                  <a:gd name="connsiteX3" fmla="*/ 1417892 w 1502759"/>
                  <a:gd name="connsiteY3" fmla="*/ 721716 h 721716"/>
                  <a:gd name="connsiteX4" fmla="*/ 1296829 w 1502759"/>
                  <a:gd name="connsiteY4" fmla="*/ 539884 h 721716"/>
                  <a:gd name="connsiteX5" fmla="*/ 705803 w 1502759"/>
                  <a:gd name="connsiteY5" fmla="*/ 133072 h 721716"/>
                  <a:gd name="connsiteX6" fmla="*/ 591407 w 1502759"/>
                  <a:gd name="connsiteY6" fmla="*/ 146597 h 721716"/>
                  <a:gd name="connsiteX7" fmla="*/ 79248 w 1502759"/>
                  <a:gd name="connsiteY7" fmla="*/ 614370 h 721716"/>
                  <a:gd name="connsiteX8" fmla="*/ 0 w 1502759"/>
                  <a:gd name="connsiteY8" fmla="*/ 539027 h 721716"/>
                  <a:gd name="connsiteX9" fmla="*/ 590836 w 1502759"/>
                  <a:gd name="connsiteY9" fmla="*/ 15914 h 721716"/>
                  <a:gd name="connsiteX10" fmla="*/ 715328 w 1502759"/>
                  <a:gd name="connsiteY10" fmla="*/ 1246 h 721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2759" h="721716">
                    <a:moveTo>
                      <a:pt x="715328" y="1246"/>
                    </a:moveTo>
                    <a:cubicBezTo>
                      <a:pt x="1088517" y="-18948"/>
                      <a:pt x="1233297" y="209652"/>
                      <a:pt x="1385697" y="450349"/>
                    </a:cubicBezTo>
                    <a:cubicBezTo>
                      <a:pt x="1422559" y="508547"/>
                      <a:pt x="1460754" y="568745"/>
                      <a:pt x="1502759" y="626466"/>
                    </a:cubicBezTo>
                    <a:lnTo>
                      <a:pt x="1417892" y="721716"/>
                    </a:lnTo>
                    <a:cubicBezTo>
                      <a:pt x="1373791" y="661233"/>
                      <a:pt x="1334643" y="599511"/>
                      <a:pt x="1296829" y="539884"/>
                    </a:cubicBezTo>
                    <a:cubicBezTo>
                      <a:pt x="1148429" y="305569"/>
                      <a:pt x="1028129" y="115641"/>
                      <a:pt x="705803" y="133072"/>
                    </a:cubicBezTo>
                    <a:cubicBezTo>
                      <a:pt x="670274" y="134976"/>
                      <a:pt x="632174" y="139453"/>
                      <a:pt x="591407" y="146597"/>
                    </a:cubicBezTo>
                    <a:cubicBezTo>
                      <a:pt x="446056" y="172219"/>
                      <a:pt x="268891" y="333954"/>
                      <a:pt x="79248" y="614370"/>
                    </a:cubicBezTo>
                    <a:lnTo>
                      <a:pt x="0" y="539027"/>
                    </a:lnTo>
                    <a:cubicBezTo>
                      <a:pt x="213550" y="223368"/>
                      <a:pt x="412337" y="47346"/>
                      <a:pt x="590836" y="15914"/>
                    </a:cubicBezTo>
                    <a:cubicBezTo>
                      <a:pt x="635127" y="8104"/>
                      <a:pt x="676466" y="3341"/>
                      <a:pt x="715328" y="1246"/>
                    </a:cubicBezTo>
                    <a:close/>
                  </a:path>
                </a:pathLst>
              </a:custGeom>
              <a:grpFill/>
              <a:ln w="9525" cap="flat">
                <a:noFill/>
                <a:prstDash val="solid"/>
                <a:miter/>
              </a:ln>
            </p:spPr>
            <p:txBody>
              <a:bodyPr rtlCol="0" anchor="ctr"/>
              <a:lstStyle/>
              <a:p>
                <a:endParaRPr lang="en-US" dirty="0"/>
              </a:p>
            </p:txBody>
          </p:sp>
        </p:grpSp>
        <p:grpSp>
          <p:nvGrpSpPr>
            <p:cNvPr id="9" name="Graphic 5">
              <a:extLst>
                <a:ext uri="{FF2B5EF4-FFF2-40B4-BE49-F238E27FC236}">
                  <a16:creationId xmlns:a16="http://schemas.microsoft.com/office/drawing/2014/main" id="{638364DB-5631-05D0-49EF-3EB76195C21D}"/>
                </a:ext>
              </a:extLst>
            </p:cNvPr>
            <p:cNvGrpSpPr/>
            <p:nvPr/>
          </p:nvGrpSpPr>
          <p:grpSpPr>
            <a:xfrm>
              <a:off x="2636827" y="4301204"/>
              <a:ext cx="976187" cy="1343490"/>
              <a:chOff x="1947862" y="4653470"/>
              <a:chExt cx="1170050" cy="1610296"/>
            </a:xfrm>
            <a:solidFill>
              <a:schemeClr val="accent1"/>
            </a:solidFill>
            <a:scene3d>
              <a:camera prst="orthographicFront"/>
              <a:lightRig rig="threePt" dir="t"/>
            </a:scene3d>
          </p:grpSpPr>
          <p:sp>
            <p:nvSpPr>
              <p:cNvPr id="10" name="Freeform: Shape 11">
                <a:extLst>
                  <a:ext uri="{FF2B5EF4-FFF2-40B4-BE49-F238E27FC236}">
                    <a16:creationId xmlns:a16="http://schemas.microsoft.com/office/drawing/2014/main" id="{C5B83F21-7739-EF76-04CB-BF883D899D21}"/>
                  </a:ext>
                </a:extLst>
              </p:cNvPr>
              <p:cNvSpPr/>
              <p:nvPr/>
            </p:nvSpPr>
            <p:spPr>
              <a:xfrm>
                <a:off x="1947862" y="6102889"/>
                <a:ext cx="557117" cy="160782"/>
              </a:xfrm>
              <a:custGeom>
                <a:avLst/>
                <a:gdLst>
                  <a:gd name="connsiteX0" fmla="*/ 557117 w 557117"/>
                  <a:gd name="connsiteY0" fmla="*/ 160782 h 160782"/>
                  <a:gd name="connsiteX1" fmla="*/ 93155 w 557117"/>
                  <a:gd name="connsiteY1" fmla="*/ 28766 h 160782"/>
                  <a:gd name="connsiteX2" fmla="*/ 0 w 557117"/>
                  <a:gd name="connsiteY2" fmla="*/ 0 h 160782"/>
                  <a:gd name="connsiteX3" fmla="*/ 463963 w 557117"/>
                  <a:gd name="connsiteY3" fmla="*/ 132016 h 160782"/>
                </a:gdLst>
                <a:ahLst/>
                <a:cxnLst>
                  <a:cxn ang="0">
                    <a:pos x="connsiteX0" y="connsiteY0"/>
                  </a:cxn>
                  <a:cxn ang="0">
                    <a:pos x="connsiteX1" y="connsiteY1"/>
                  </a:cxn>
                  <a:cxn ang="0">
                    <a:pos x="connsiteX2" y="connsiteY2"/>
                  </a:cxn>
                  <a:cxn ang="0">
                    <a:pos x="connsiteX3" y="connsiteY3"/>
                  </a:cxn>
                </a:cxnLst>
                <a:rect l="l" t="t" r="r" b="b"/>
                <a:pathLst>
                  <a:path w="557117" h="160782">
                    <a:moveTo>
                      <a:pt x="557117" y="160782"/>
                    </a:moveTo>
                    <a:lnTo>
                      <a:pt x="93155" y="28766"/>
                    </a:lnTo>
                    <a:lnTo>
                      <a:pt x="0" y="0"/>
                    </a:lnTo>
                    <a:lnTo>
                      <a:pt x="463963" y="132016"/>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1" name="Freeform: Shape 12">
                <a:extLst>
                  <a:ext uri="{FF2B5EF4-FFF2-40B4-BE49-F238E27FC236}">
                    <a16:creationId xmlns:a16="http://schemas.microsoft.com/office/drawing/2014/main" id="{BFC724D4-F96D-FB2D-D44F-A53347FDE695}"/>
                  </a:ext>
                </a:extLst>
              </p:cNvPr>
              <p:cNvSpPr/>
              <p:nvPr/>
            </p:nvSpPr>
            <p:spPr>
              <a:xfrm>
                <a:off x="1947862" y="4653470"/>
                <a:ext cx="1094041" cy="1581435"/>
              </a:xfrm>
              <a:custGeom>
                <a:avLst/>
                <a:gdLst>
                  <a:gd name="connsiteX0" fmla="*/ 629984 w 1094041"/>
                  <a:gd name="connsiteY0" fmla="*/ 0 h 1581435"/>
                  <a:gd name="connsiteX1" fmla="*/ 486251 w 1094041"/>
                  <a:gd name="connsiteY1" fmla="*/ 257746 h 1581435"/>
                  <a:gd name="connsiteX2" fmla="*/ 209836 w 1094041"/>
                  <a:gd name="connsiteY2" fmla="*/ 866680 h 1581435"/>
                  <a:gd name="connsiteX3" fmla="*/ 0 w 1094041"/>
                  <a:gd name="connsiteY3" fmla="*/ 1449419 h 1581435"/>
                  <a:gd name="connsiteX4" fmla="*/ 463963 w 1094041"/>
                  <a:gd name="connsiteY4" fmla="*/ 1581436 h 1581435"/>
                  <a:gd name="connsiteX5" fmla="*/ 673894 w 1094041"/>
                  <a:gd name="connsiteY5" fmla="*/ 998696 h 1581435"/>
                  <a:gd name="connsiteX6" fmla="*/ 950309 w 1094041"/>
                  <a:gd name="connsiteY6" fmla="*/ 389763 h 1581435"/>
                  <a:gd name="connsiteX7" fmla="*/ 1094042 w 1094041"/>
                  <a:gd name="connsiteY7" fmla="*/ 132016 h 1581435"/>
                  <a:gd name="connsiteX8" fmla="*/ 629984 w 1094041"/>
                  <a:gd name="connsiteY8" fmla="*/ 0 h 1581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4041" h="1581435">
                    <a:moveTo>
                      <a:pt x="629984" y="0"/>
                    </a:moveTo>
                    <a:cubicBezTo>
                      <a:pt x="581597" y="80486"/>
                      <a:pt x="533591" y="166592"/>
                      <a:pt x="486251" y="257746"/>
                    </a:cubicBezTo>
                    <a:cubicBezTo>
                      <a:pt x="390811" y="441579"/>
                      <a:pt x="298037" y="645986"/>
                      <a:pt x="209836" y="866680"/>
                    </a:cubicBezTo>
                    <a:cubicBezTo>
                      <a:pt x="136398" y="1050512"/>
                      <a:pt x="66104" y="1245584"/>
                      <a:pt x="0" y="1449419"/>
                    </a:cubicBezTo>
                    <a:lnTo>
                      <a:pt x="463963" y="1581436"/>
                    </a:lnTo>
                    <a:cubicBezTo>
                      <a:pt x="530066" y="1377601"/>
                      <a:pt x="600361" y="1182528"/>
                      <a:pt x="673894" y="998696"/>
                    </a:cubicBezTo>
                    <a:cubicBezTo>
                      <a:pt x="762095" y="778002"/>
                      <a:pt x="854869" y="573596"/>
                      <a:pt x="950309" y="389763"/>
                    </a:cubicBezTo>
                    <a:cubicBezTo>
                      <a:pt x="997649" y="298609"/>
                      <a:pt x="1045559" y="212503"/>
                      <a:pt x="1094042" y="132016"/>
                    </a:cubicBezTo>
                    <a:lnTo>
                      <a:pt x="629984" y="0"/>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2" name="Freeform: Shape 13">
                <a:extLst>
                  <a:ext uri="{FF2B5EF4-FFF2-40B4-BE49-F238E27FC236}">
                    <a16:creationId xmlns:a16="http://schemas.microsoft.com/office/drawing/2014/main" id="{AE6A69BD-BF89-8A07-B4E3-50BBB11DA6FA}"/>
                  </a:ext>
                </a:extLst>
              </p:cNvPr>
              <p:cNvSpPr/>
              <p:nvPr/>
            </p:nvSpPr>
            <p:spPr>
              <a:xfrm>
                <a:off x="2411824" y="4785582"/>
                <a:ext cx="706088" cy="1478184"/>
              </a:xfrm>
              <a:custGeom>
                <a:avLst/>
                <a:gdLst>
                  <a:gd name="connsiteX0" fmla="*/ 630079 w 706088"/>
                  <a:gd name="connsiteY0" fmla="*/ 0 h 1478184"/>
                  <a:gd name="connsiteX1" fmla="*/ 706088 w 706088"/>
                  <a:gd name="connsiteY1" fmla="*/ 66485 h 1478184"/>
                  <a:gd name="connsiteX2" fmla="*/ 93155 w 706088"/>
                  <a:gd name="connsiteY2" fmla="*/ 1478185 h 1478184"/>
                  <a:gd name="connsiteX3" fmla="*/ 0 w 706088"/>
                  <a:gd name="connsiteY3" fmla="*/ 1449419 h 1478184"/>
                  <a:gd name="connsiteX4" fmla="*/ 630079 w 706088"/>
                  <a:gd name="connsiteY4" fmla="*/ 0 h 147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088" h="1478184">
                    <a:moveTo>
                      <a:pt x="630079" y="0"/>
                    </a:moveTo>
                    <a:lnTo>
                      <a:pt x="706088" y="66485"/>
                    </a:lnTo>
                    <a:cubicBezTo>
                      <a:pt x="485680" y="433102"/>
                      <a:pt x="273748" y="921258"/>
                      <a:pt x="93155" y="1478185"/>
                    </a:cubicBezTo>
                    <a:lnTo>
                      <a:pt x="0" y="1449419"/>
                    </a:lnTo>
                    <a:cubicBezTo>
                      <a:pt x="184880" y="879348"/>
                      <a:pt x="402717" y="378143"/>
                      <a:pt x="630079" y="0"/>
                    </a:cubicBez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grpSp>
      </p:grpSp>
      <p:cxnSp>
        <p:nvCxnSpPr>
          <p:cNvPr id="33" name="Connecteur droit 32">
            <a:extLst>
              <a:ext uri="{FF2B5EF4-FFF2-40B4-BE49-F238E27FC236}">
                <a16:creationId xmlns:a16="http://schemas.microsoft.com/office/drawing/2014/main" id="{2C1C8734-53D3-96D9-657A-723D41A38B4F}"/>
              </a:ext>
            </a:extLst>
          </p:cNvPr>
          <p:cNvCxnSpPr>
            <a:cxnSpLocks/>
          </p:cNvCxnSpPr>
          <p:nvPr/>
        </p:nvCxnSpPr>
        <p:spPr>
          <a:xfrm rot="16200000">
            <a:off x="2928699" y="4403328"/>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4" name="TextBox 82">
            <a:extLst>
              <a:ext uri="{FF2B5EF4-FFF2-40B4-BE49-F238E27FC236}">
                <a16:creationId xmlns:a16="http://schemas.microsoft.com/office/drawing/2014/main" id="{91E50B3B-9426-4EC8-9F50-CDF80C842E1C}"/>
              </a:ext>
            </a:extLst>
          </p:cNvPr>
          <p:cNvSpPr txBox="1"/>
          <p:nvPr/>
        </p:nvSpPr>
        <p:spPr>
          <a:xfrm>
            <a:off x="456430" y="4088652"/>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5" name="TextBox 82">
            <a:extLst>
              <a:ext uri="{FF2B5EF4-FFF2-40B4-BE49-F238E27FC236}">
                <a16:creationId xmlns:a16="http://schemas.microsoft.com/office/drawing/2014/main" id="{2F892A06-AE54-6590-22B3-1399B209A9C0}"/>
              </a:ext>
            </a:extLst>
          </p:cNvPr>
          <p:cNvSpPr txBox="1"/>
          <p:nvPr/>
        </p:nvSpPr>
        <p:spPr>
          <a:xfrm>
            <a:off x="698753" y="2379164"/>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36" name="Groupe 35">
            <a:extLst>
              <a:ext uri="{FF2B5EF4-FFF2-40B4-BE49-F238E27FC236}">
                <a16:creationId xmlns:a16="http://schemas.microsoft.com/office/drawing/2014/main" id="{DE291966-F3BF-03F6-9AC6-EFAC43D07631}"/>
              </a:ext>
            </a:extLst>
          </p:cNvPr>
          <p:cNvGrpSpPr/>
          <p:nvPr/>
        </p:nvGrpSpPr>
        <p:grpSpPr>
          <a:xfrm flipH="1" flipV="1">
            <a:off x="2972432" y="3073536"/>
            <a:ext cx="1044036" cy="569942"/>
            <a:chOff x="6180811" y="3698108"/>
            <a:chExt cx="1613070" cy="1105072"/>
          </a:xfrm>
        </p:grpSpPr>
        <p:cxnSp>
          <p:nvCxnSpPr>
            <p:cNvPr id="37" name="Connecteur droit 36">
              <a:extLst>
                <a:ext uri="{FF2B5EF4-FFF2-40B4-BE49-F238E27FC236}">
                  <a16:creationId xmlns:a16="http://schemas.microsoft.com/office/drawing/2014/main" id="{4C2E03EA-30E5-DDBE-F9EA-5A2B67B1F24D}"/>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37">
              <a:extLst>
                <a:ext uri="{FF2B5EF4-FFF2-40B4-BE49-F238E27FC236}">
                  <a16:creationId xmlns:a16="http://schemas.microsoft.com/office/drawing/2014/main" id="{F4D3641D-676E-142B-C399-4292EDE3B15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39" name="TextBox 82">
            <a:extLst>
              <a:ext uri="{FF2B5EF4-FFF2-40B4-BE49-F238E27FC236}">
                <a16:creationId xmlns:a16="http://schemas.microsoft.com/office/drawing/2014/main" id="{14F3D8F8-E682-C73E-2C28-D211B1D4E6E6}"/>
              </a:ext>
            </a:extLst>
          </p:cNvPr>
          <p:cNvSpPr txBox="1"/>
          <p:nvPr/>
        </p:nvSpPr>
        <p:spPr>
          <a:xfrm>
            <a:off x="9549378" y="1548419"/>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40" name="Connecteur droit 40">
            <a:extLst>
              <a:ext uri="{FF2B5EF4-FFF2-40B4-BE49-F238E27FC236}">
                <a16:creationId xmlns:a16="http://schemas.microsoft.com/office/drawing/2014/main" id="{39BA351D-4602-63F5-229E-420F1DC654F1}"/>
              </a:ext>
            </a:extLst>
          </p:cNvPr>
          <p:cNvCxnSpPr>
            <a:cxnSpLocks/>
          </p:cNvCxnSpPr>
          <p:nvPr/>
        </p:nvCxnSpPr>
        <p:spPr>
          <a:xfrm flipH="1">
            <a:off x="9120386" y="2303938"/>
            <a:ext cx="428992" cy="1754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43">
            <a:extLst>
              <a:ext uri="{FF2B5EF4-FFF2-40B4-BE49-F238E27FC236}">
                <a16:creationId xmlns:a16="http://schemas.microsoft.com/office/drawing/2014/main" id="{80A78683-D349-0247-E777-E565594E33D2}"/>
              </a:ext>
            </a:extLst>
          </p:cNvPr>
          <p:cNvCxnSpPr>
            <a:cxnSpLocks/>
          </p:cNvCxnSpPr>
          <p:nvPr/>
        </p:nvCxnSpPr>
        <p:spPr>
          <a:xfrm flipV="1">
            <a:off x="6090785" y="4503959"/>
            <a:ext cx="0" cy="4358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2" name="TextBox 82">
            <a:extLst>
              <a:ext uri="{FF2B5EF4-FFF2-40B4-BE49-F238E27FC236}">
                <a16:creationId xmlns:a16="http://schemas.microsoft.com/office/drawing/2014/main" id="{0B0EA2B7-8E59-982F-E15D-54042591B843}"/>
              </a:ext>
            </a:extLst>
          </p:cNvPr>
          <p:cNvSpPr txBox="1"/>
          <p:nvPr/>
        </p:nvSpPr>
        <p:spPr>
          <a:xfrm>
            <a:off x="4933552" y="4867284"/>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43" name="Connecteur droit 49">
            <a:extLst>
              <a:ext uri="{FF2B5EF4-FFF2-40B4-BE49-F238E27FC236}">
                <a16:creationId xmlns:a16="http://schemas.microsoft.com/office/drawing/2014/main" id="{C1024645-D88D-7B10-2319-CB850D1A7118}"/>
              </a:ext>
            </a:extLst>
          </p:cNvPr>
          <p:cNvCxnSpPr>
            <a:cxnSpLocks/>
          </p:cNvCxnSpPr>
          <p:nvPr/>
        </p:nvCxnSpPr>
        <p:spPr>
          <a:xfrm rot="5400000" flipH="1">
            <a:off x="8669065" y="3526282"/>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DD90E869-111A-EAD7-BC71-FA64B0F0B63A}"/>
              </a:ext>
            </a:extLst>
          </p:cNvPr>
          <p:cNvSpPr txBox="1"/>
          <p:nvPr/>
        </p:nvSpPr>
        <p:spPr>
          <a:xfrm>
            <a:off x="9017599" y="3189016"/>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45" name="TextBox 82">
            <a:extLst>
              <a:ext uri="{FF2B5EF4-FFF2-40B4-BE49-F238E27FC236}">
                <a16:creationId xmlns:a16="http://schemas.microsoft.com/office/drawing/2014/main" id="{849904AE-E6F6-AA51-4D61-886C422A1B12}"/>
              </a:ext>
            </a:extLst>
          </p:cNvPr>
          <p:cNvSpPr txBox="1"/>
          <p:nvPr/>
        </p:nvSpPr>
        <p:spPr>
          <a:xfrm>
            <a:off x="3336085" y="1439522"/>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6" name="Groupe 54">
            <a:extLst>
              <a:ext uri="{FF2B5EF4-FFF2-40B4-BE49-F238E27FC236}">
                <a16:creationId xmlns:a16="http://schemas.microsoft.com/office/drawing/2014/main" id="{BC36AAFA-0501-4327-F3F9-E69AD795E9D9}"/>
              </a:ext>
            </a:extLst>
          </p:cNvPr>
          <p:cNvGrpSpPr/>
          <p:nvPr/>
        </p:nvGrpSpPr>
        <p:grpSpPr>
          <a:xfrm flipH="1" flipV="1">
            <a:off x="5649404" y="2266938"/>
            <a:ext cx="1014067" cy="569942"/>
            <a:chOff x="6180811" y="3698108"/>
            <a:chExt cx="1613070" cy="1105072"/>
          </a:xfrm>
        </p:grpSpPr>
        <p:cxnSp>
          <p:nvCxnSpPr>
            <p:cNvPr id="47" name="Connecteur droit 55">
              <a:extLst>
                <a:ext uri="{FF2B5EF4-FFF2-40B4-BE49-F238E27FC236}">
                  <a16:creationId xmlns:a16="http://schemas.microsoft.com/office/drawing/2014/main" id="{36AEB6FA-7A83-5009-AC34-488DAE0D617B}"/>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8" name="Connecteur droit 56">
              <a:extLst>
                <a:ext uri="{FF2B5EF4-FFF2-40B4-BE49-F238E27FC236}">
                  <a16:creationId xmlns:a16="http://schemas.microsoft.com/office/drawing/2014/main" id="{D6D5047C-8A5D-2778-B976-1036DD70099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58945890"/>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0" name="TextBox 19"/>
          <p:cNvSpPr txBox="1"/>
          <p:nvPr/>
        </p:nvSpPr>
        <p:spPr>
          <a:xfrm>
            <a:off x="6095392"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1" name="TextBox 20"/>
          <p:cNvSpPr txBox="1"/>
          <p:nvPr/>
        </p:nvSpPr>
        <p:spPr>
          <a:xfrm>
            <a:off x="1426410"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2" name="TextBox 21"/>
          <p:cNvSpPr txBox="1"/>
          <p:nvPr/>
        </p:nvSpPr>
        <p:spPr>
          <a:xfrm>
            <a:off x="6095392"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3" name="TextBox 22"/>
          <p:cNvSpPr txBox="1"/>
          <p:nvPr/>
        </p:nvSpPr>
        <p:spPr>
          <a:xfrm>
            <a:off x="1426410"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4" name="TextBox 23"/>
          <p:cNvSpPr txBox="1"/>
          <p:nvPr/>
        </p:nvSpPr>
        <p:spPr>
          <a:xfrm>
            <a:off x="6095392"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Tree>
    <p:extLst>
      <p:ext uri="{BB962C8B-B14F-4D97-AF65-F5344CB8AC3E}">
        <p14:creationId xmlns:p14="http://schemas.microsoft.com/office/powerpoint/2010/main" val="285985340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AAF21B-8322-D37A-496F-2B59C760A654}"/>
              </a:ext>
            </a:extLst>
          </p:cNvPr>
          <p:cNvSpPr>
            <a:spLocks noGrp="1"/>
          </p:cNvSpPr>
          <p:nvPr>
            <p:ph type="title"/>
          </p:nvPr>
        </p:nvSpPr>
        <p:spPr>
          <a:xfrm>
            <a:off x="214184" y="13663"/>
            <a:ext cx="9728886" cy="678316"/>
          </a:xfrm>
        </p:spPr>
        <p:txBody>
          <a:bodyPr>
            <a:normAutofit/>
          </a:bodyPr>
          <a:lstStyle/>
          <a:p>
            <a:r>
              <a:rPr lang="en-US" dirty="0"/>
              <a:t>Stack 6</a:t>
            </a:r>
          </a:p>
        </p:txBody>
      </p:sp>
      <p:sp>
        <p:nvSpPr>
          <p:cNvPr id="26" name="Oval 3">
            <a:extLst>
              <a:ext uri="{FF2B5EF4-FFF2-40B4-BE49-F238E27FC236}">
                <a16:creationId xmlns:a16="http://schemas.microsoft.com/office/drawing/2014/main" id="{C1D09C8F-48C1-7711-E78B-5AB82E7E4EBD}"/>
              </a:ext>
            </a:extLst>
          </p:cNvPr>
          <p:cNvSpPr/>
          <p:nvPr/>
        </p:nvSpPr>
        <p:spPr>
          <a:xfrm>
            <a:off x="5031792" y="4019143"/>
            <a:ext cx="2128416" cy="2787200"/>
          </a:xfrm>
          <a:prstGeom prst="ellipse">
            <a:avLst/>
          </a:prstGeom>
          <a:solidFill>
            <a:schemeClr val="accent1">
              <a:alpha val="80000"/>
            </a:schemeClr>
          </a:solidFill>
          <a:ln>
            <a:noFill/>
          </a:ln>
          <a:scene3d>
            <a:camera prst="isometricOffAxis2Top"/>
            <a:lightRig rig="threePt" dir="t"/>
          </a:scene3d>
          <a:sp3d extrusionH="1270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Oval 9">
            <a:extLst>
              <a:ext uri="{FF2B5EF4-FFF2-40B4-BE49-F238E27FC236}">
                <a16:creationId xmlns:a16="http://schemas.microsoft.com/office/drawing/2014/main" id="{1DD6730C-FB33-7231-8ED5-C0BB83EBAD98}"/>
              </a:ext>
            </a:extLst>
          </p:cNvPr>
          <p:cNvSpPr/>
          <p:nvPr/>
        </p:nvSpPr>
        <p:spPr>
          <a:xfrm>
            <a:off x="5031792" y="3429000"/>
            <a:ext cx="2128416" cy="2787200"/>
          </a:xfrm>
          <a:prstGeom prst="ellipse">
            <a:avLst/>
          </a:prstGeom>
          <a:solidFill>
            <a:schemeClr val="accent2">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10">
            <a:extLst>
              <a:ext uri="{FF2B5EF4-FFF2-40B4-BE49-F238E27FC236}">
                <a16:creationId xmlns:a16="http://schemas.microsoft.com/office/drawing/2014/main" id="{4DD1BB12-DCDA-CEBB-87A4-ACF696BCC22D}"/>
              </a:ext>
            </a:extLst>
          </p:cNvPr>
          <p:cNvSpPr/>
          <p:nvPr/>
        </p:nvSpPr>
        <p:spPr>
          <a:xfrm>
            <a:off x="5031792" y="2684468"/>
            <a:ext cx="2128416" cy="2787200"/>
          </a:xfrm>
          <a:prstGeom prst="ellipse">
            <a:avLst/>
          </a:prstGeom>
          <a:solidFill>
            <a:schemeClr val="accent3">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11">
            <a:extLst>
              <a:ext uri="{FF2B5EF4-FFF2-40B4-BE49-F238E27FC236}">
                <a16:creationId xmlns:a16="http://schemas.microsoft.com/office/drawing/2014/main" id="{3FC0DC1B-C21A-15C1-1C70-DE4586D38747}"/>
              </a:ext>
            </a:extLst>
          </p:cNvPr>
          <p:cNvSpPr/>
          <p:nvPr/>
        </p:nvSpPr>
        <p:spPr>
          <a:xfrm>
            <a:off x="5031792" y="2140243"/>
            <a:ext cx="2128416" cy="2787200"/>
          </a:xfrm>
          <a:prstGeom prst="ellipse">
            <a:avLst/>
          </a:prstGeom>
          <a:solidFill>
            <a:schemeClr val="accent4">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12">
            <a:extLst>
              <a:ext uri="{FF2B5EF4-FFF2-40B4-BE49-F238E27FC236}">
                <a16:creationId xmlns:a16="http://schemas.microsoft.com/office/drawing/2014/main" id="{2E1651EC-602D-41F7-67BF-D31E38F58290}"/>
              </a:ext>
            </a:extLst>
          </p:cNvPr>
          <p:cNvSpPr/>
          <p:nvPr/>
        </p:nvSpPr>
        <p:spPr>
          <a:xfrm>
            <a:off x="5031792" y="1395711"/>
            <a:ext cx="2128416" cy="2787200"/>
          </a:xfrm>
          <a:prstGeom prst="ellipse">
            <a:avLst/>
          </a:prstGeom>
          <a:solidFill>
            <a:schemeClr val="accent5">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13">
            <a:extLst>
              <a:ext uri="{FF2B5EF4-FFF2-40B4-BE49-F238E27FC236}">
                <a16:creationId xmlns:a16="http://schemas.microsoft.com/office/drawing/2014/main" id="{7CC88FCA-8396-540E-1BDA-AFB900201FE8}"/>
              </a:ext>
            </a:extLst>
          </p:cNvPr>
          <p:cNvSpPr/>
          <p:nvPr/>
        </p:nvSpPr>
        <p:spPr>
          <a:xfrm>
            <a:off x="5031792" y="798901"/>
            <a:ext cx="2128416" cy="2787200"/>
          </a:xfrm>
          <a:prstGeom prst="ellipse">
            <a:avLst/>
          </a:prstGeom>
          <a:solidFill>
            <a:schemeClr val="accent6">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2" name="Connecteur droit 20">
            <a:extLst>
              <a:ext uri="{FF2B5EF4-FFF2-40B4-BE49-F238E27FC236}">
                <a16:creationId xmlns:a16="http://schemas.microsoft.com/office/drawing/2014/main" id="{5F17B879-AC75-584B-F1AC-7264EF09A01E}"/>
              </a:ext>
            </a:extLst>
          </p:cNvPr>
          <p:cNvCxnSpPr>
            <a:cxnSpLocks/>
          </p:cNvCxnSpPr>
          <p:nvPr/>
        </p:nvCxnSpPr>
        <p:spPr>
          <a:xfrm>
            <a:off x="3945966" y="2240585"/>
            <a:ext cx="972000" cy="0"/>
          </a:xfrm>
          <a:prstGeom prst="line">
            <a:avLst/>
          </a:prstGeom>
          <a:ln>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34" name="TextBox 37">
            <a:extLst>
              <a:ext uri="{FF2B5EF4-FFF2-40B4-BE49-F238E27FC236}">
                <a16:creationId xmlns:a16="http://schemas.microsoft.com/office/drawing/2014/main" id="{1892AB93-A501-DC88-BA61-BBFABFC02823}"/>
              </a:ext>
            </a:extLst>
          </p:cNvPr>
          <p:cNvSpPr txBox="1"/>
          <p:nvPr/>
        </p:nvSpPr>
        <p:spPr>
          <a:xfrm>
            <a:off x="639582" y="1705094"/>
            <a:ext cx="3306383" cy="1077218"/>
          </a:xfrm>
          <a:prstGeom prst="rect">
            <a:avLst/>
          </a:prstGeom>
          <a:noFill/>
        </p:spPr>
        <p:txBody>
          <a:bodyPr wrap="square" rtlCol="0" anchor="ctr">
            <a:spAutoFit/>
          </a:bodyPr>
          <a:lstStyle/>
          <a:p>
            <a:pPr algn="r"/>
            <a:r>
              <a:rPr lang="en-US" sz="1600" b="1" dirty="0">
                <a:solidFill>
                  <a:schemeClr val="accent6"/>
                </a:solidFill>
              </a:rPr>
              <a:t>6.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35" name="Connecteur droit 23">
            <a:extLst>
              <a:ext uri="{FF2B5EF4-FFF2-40B4-BE49-F238E27FC236}">
                <a16:creationId xmlns:a16="http://schemas.microsoft.com/office/drawing/2014/main" id="{815DFE4C-F0AC-1653-4408-58784E2CA972}"/>
              </a:ext>
            </a:extLst>
          </p:cNvPr>
          <p:cNvCxnSpPr>
            <a:cxnSpLocks/>
          </p:cNvCxnSpPr>
          <p:nvPr/>
        </p:nvCxnSpPr>
        <p:spPr>
          <a:xfrm>
            <a:off x="3945966" y="3508791"/>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7" name="TextBox 37">
            <a:extLst>
              <a:ext uri="{FF2B5EF4-FFF2-40B4-BE49-F238E27FC236}">
                <a16:creationId xmlns:a16="http://schemas.microsoft.com/office/drawing/2014/main" id="{1F7FEE36-6D6A-266A-1052-068704C7AC1C}"/>
              </a:ext>
            </a:extLst>
          </p:cNvPr>
          <p:cNvSpPr txBox="1"/>
          <p:nvPr/>
        </p:nvSpPr>
        <p:spPr>
          <a:xfrm>
            <a:off x="639583" y="2970182"/>
            <a:ext cx="3306383" cy="1077218"/>
          </a:xfrm>
          <a:prstGeom prst="rect">
            <a:avLst/>
          </a:prstGeom>
          <a:noFill/>
        </p:spPr>
        <p:txBody>
          <a:bodyPr wrap="square" rtlCol="0" anchor="ctr">
            <a:spAutoFit/>
          </a:bodyPr>
          <a:lstStyle/>
          <a:p>
            <a:pPr algn="r"/>
            <a:r>
              <a:rPr lang="en-US" sz="1600" b="1" dirty="0">
                <a:solidFill>
                  <a:schemeClr val="accent4"/>
                </a:solidFill>
              </a:rPr>
              <a:t>4.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38" name="Connecteur droit 26">
            <a:extLst>
              <a:ext uri="{FF2B5EF4-FFF2-40B4-BE49-F238E27FC236}">
                <a16:creationId xmlns:a16="http://schemas.microsoft.com/office/drawing/2014/main" id="{C417C0A9-7168-3584-F393-72816FB45B2B}"/>
              </a:ext>
            </a:extLst>
          </p:cNvPr>
          <p:cNvCxnSpPr>
            <a:cxnSpLocks/>
          </p:cNvCxnSpPr>
          <p:nvPr/>
        </p:nvCxnSpPr>
        <p:spPr>
          <a:xfrm flipH="1">
            <a:off x="6553200" y="2942412"/>
            <a:ext cx="1431678"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0" name="TextBox 37">
            <a:extLst>
              <a:ext uri="{FF2B5EF4-FFF2-40B4-BE49-F238E27FC236}">
                <a16:creationId xmlns:a16="http://schemas.microsoft.com/office/drawing/2014/main" id="{75902F8A-58E0-5149-EF86-D68CACEBCDE3}"/>
              </a:ext>
            </a:extLst>
          </p:cNvPr>
          <p:cNvSpPr txBox="1"/>
          <p:nvPr/>
        </p:nvSpPr>
        <p:spPr>
          <a:xfrm>
            <a:off x="8047416" y="2398190"/>
            <a:ext cx="3306383" cy="1077218"/>
          </a:xfrm>
          <a:prstGeom prst="rect">
            <a:avLst/>
          </a:prstGeom>
          <a:noFill/>
        </p:spPr>
        <p:txBody>
          <a:bodyPr wrap="square" rtlCol="0" anchor="ctr">
            <a:spAutoFit/>
          </a:bodyPr>
          <a:lstStyle/>
          <a:p>
            <a:r>
              <a:rPr lang="en-US" sz="1600" b="1" dirty="0">
                <a:solidFill>
                  <a:schemeClr val="accent5"/>
                </a:solidFill>
              </a:rPr>
              <a:t>5.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1" name="Connecteur droit 30">
            <a:extLst>
              <a:ext uri="{FF2B5EF4-FFF2-40B4-BE49-F238E27FC236}">
                <a16:creationId xmlns:a16="http://schemas.microsoft.com/office/drawing/2014/main" id="{C34FA105-D014-B761-64D3-1E5B3E2181F0}"/>
              </a:ext>
            </a:extLst>
          </p:cNvPr>
          <p:cNvCxnSpPr>
            <a:cxnSpLocks/>
          </p:cNvCxnSpPr>
          <p:nvPr/>
        </p:nvCxnSpPr>
        <p:spPr>
          <a:xfrm>
            <a:off x="3945966" y="4770763"/>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43" name="TextBox 37">
            <a:extLst>
              <a:ext uri="{FF2B5EF4-FFF2-40B4-BE49-F238E27FC236}">
                <a16:creationId xmlns:a16="http://schemas.microsoft.com/office/drawing/2014/main" id="{58B5D71E-B8BF-21C6-387D-911CB207A195}"/>
              </a:ext>
            </a:extLst>
          </p:cNvPr>
          <p:cNvSpPr txBox="1"/>
          <p:nvPr/>
        </p:nvSpPr>
        <p:spPr>
          <a:xfrm>
            <a:off x="639582" y="4234448"/>
            <a:ext cx="3306383" cy="1077218"/>
          </a:xfrm>
          <a:prstGeom prst="rect">
            <a:avLst/>
          </a:prstGeom>
          <a:noFill/>
        </p:spPr>
        <p:txBody>
          <a:bodyPr wrap="square" rtlCol="0" anchor="ctr">
            <a:spAutoFit/>
          </a:bodyPr>
          <a:lstStyle/>
          <a:p>
            <a:pPr algn="r"/>
            <a:r>
              <a:rPr lang="en-US" sz="1600" b="1" dirty="0">
                <a:solidFill>
                  <a:schemeClr val="accent2"/>
                </a:solidFill>
              </a:rPr>
              <a:t>2.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4" name="Connecteur droit 33">
            <a:extLst>
              <a:ext uri="{FF2B5EF4-FFF2-40B4-BE49-F238E27FC236}">
                <a16:creationId xmlns:a16="http://schemas.microsoft.com/office/drawing/2014/main" id="{18297AE4-442E-F671-2456-9763D3EC71CF}"/>
              </a:ext>
            </a:extLst>
          </p:cNvPr>
          <p:cNvCxnSpPr>
            <a:cxnSpLocks/>
          </p:cNvCxnSpPr>
          <p:nvPr/>
        </p:nvCxnSpPr>
        <p:spPr>
          <a:xfrm flipH="1">
            <a:off x="6553200" y="4281965"/>
            <a:ext cx="1431678"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46" name="TextBox 37">
            <a:extLst>
              <a:ext uri="{FF2B5EF4-FFF2-40B4-BE49-F238E27FC236}">
                <a16:creationId xmlns:a16="http://schemas.microsoft.com/office/drawing/2014/main" id="{BA618862-CB4A-8EE1-BBE4-BC693F13DC6E}"/>
              </a:ext>
            </a:extLst>
          </p:cNvPr>
          <p:cNvSpPr txBox="1"/>
          <p:nvPr/>
        </p:nvSpPr>
        <p:spPr>
          <a:xfrm>
            <a:off x="8047417" y="3743356"/>
            <a:ext cx="3306383" cy="1077218"/>
          </a:xfrm>
          <a:prstGeom prst="rect">
            <a:avLst/>
          </a:prstGeom>
          <a:noFill/>
        </p:spPr>
        <p:txBody>
          <a:bodyPr wrap="square" rtlCol="0" anchor="ctr">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7" name="Connecteur droit 37">
            <a:extLst>
              <a:ext uri="{FF2B5EF4-FFF2-40B4-BE49-F238E27FC236}">
                <a16:creationId xmlns:a16="http://schemas.microsoft.com/office/drawing/2014/main" id="{EF6DC14C-F3F4-F973-EA0B-7A391E80996B}"/>
              </a:ext>
            </a:extLst>
          </p:cNvPr>
          <p:cNvCxnSpPr>
            <a:cxnSpLocks/>
          </p:cNvCxnSpPr>
          <p:nvPr/>
        </p:nvCxnSpPr>
        <p:spPr>
          <a:xfrm flipH="1">
            <a:off x="6553200" y="5627131"/>
            <a:ext cx="1431678"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
        <p:nvSpPr>
          <p:cNvPr id="49" name="TextBox 37">
            <a:extLst>
              <a:ext uri="{FF2B5EF4-FFF2-40B4-BE49-F238E27FC236}">
                <a16:creationId xmlns:a16="http://schemas.microsoft.com/office/drawing/2014/main" id="{263C198B-2644-817E-59F4-0A0DCB35DE83}"/>
              </a:ext>
            </a:extLst>
          </p:cNvPr>
          <p:cNvSpPr txBox="1"/>
          <p:nvPr/>
        </p:nvSpPr>
        <p:spPr>
          <a:xfrm>
            <a:off x="8047417" y="5088522"/>
            <a:ext cx="3306383" cy="1077218"/>
          </a:xfrm>
          <a:prstGeom prst="rect">
            <a:avLst/>
          </a:prstGeom>
          <a:noFill/>
        </p:spPr>
        <p:txBody>
          <a:bodyPr wrap="square" rtlCol="0" anchor="ctr">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96188627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0" name="TextBox 19"/>
          <p:cNvSpPr txBox="1"/>
          <p:nvPr/>
        </p:nvSpPr>
        <p:spPr>
          <a:xfrm>
            <a:off x="6095392"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1" name="TextBox 20"/>
          <p:cNvSpPr txBox="1"/>
          <p:nvPr/>
        </p:nvSpPr>
        <p:spPr>
          <a:xfrm>
            <a:off x="1426410"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2" name="TextBox 21"/>
          <p:cNvSpPr txBox="1"/>
          <p:nvPr/>
        </p:nvSpPr>
        <p:spPr>
          <a:xfrm>
            <a:off x="6095392"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3" name="TextBox 22"/>
          <p:cNvSpPr txBox="1"/>
          <p:nvPr/>
        </p:nvSpPr>
        <p:spPr>
          <a:xfrm>
            <a:off x="1426410"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4" name="TextBox 23"/>
          <p:cNvSpPr txBox="1"/>
          <p:nvPr/>
        </p:nvSpPr>
        <p:spPr>
          <a:xfrm>
            <a:off x="6095392"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Tree>
    <p:extLst>
      <p:ext uri="{BB962C8B-B14F-4D97-AF65-F5344CB8AC3E}">
        <p14:creationId xmlns:p14="http://schemas.microsoft.com/office/powerpoint/2010/main" val="2704168909"/>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6B522E-2C9E-F58F-8250-9F7EB3CC7FBC}"/>
              </a:ext>
            </a:extLst>
          </p:cNvPr>
          <p:cNvSpPr>
            <a:spLocks noGrp="1"/>
          </p:cNvSpPr>
          <p:nvPr>
            <p:ph type="title"/>
          </p:nvPr>
        </p:nvSpPr>
        <p:spPr>
          <a:xfrm>
            <a:off x="214184" y="13663"/>
            <a:ext cx="9728886" cy="678316"/>
          </a:xfrm>
        </p:spPr>
        <p:txBody>
          <a:bodyPr>
            <a:normAutofit/>
          </a:bodyPr>
          <a:lstStyle/>
          <a:p>
            <a:r>
              <a:rPr lang="en-US" dirty="0"/>
              <a:t>Chevrons 2</a:t>
            </a:r>
          </a:p>
        </p:txBody>
      </p:sp>
      <p:sp>
        <p:nvSpPr>
          <p:cNvPr id="3" name="Flèche : pentagone 6">
            <a:extLst>
              <a:ext uri="{FF2B5EF4-FFF2-40B4-BE49-F238E27FC236}">
                <a16:creationId xmlns:a16="http://schemas.microsoft.com/office/drawing/2014/main" id="{5D6AD8A9-A748-F704-B38E-652A7942419A}"/>
              </a:ext>
            </a:extLst>
          </p:cNvPr>
          <p:cNvSpPr/>
          <p:nvPr/>
        </p:nvSpPr>
        <p:spPr>
          <a:xfrm rot="10800000" flipV="1">
            <a:off x="979673" y="1622415"/>
            <a:ext cx="983879" cy="1232034"/>
          </a:xfrm>
          <a:prstGeom prst="homePlate">
            <a:avLst>
              <a:gd name="adj" fmla="val 22727"/>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1</a:t>
            </a:r>
          </a:p>
        </p:txBody>
      </p:sp>
      <p:sp>
        <p:nvSpPr>
          <p:cNvPr id="4" name="Rectangle 3">
            <a:extLst>
              <a:ext uri="{FF2B5EF4-FFF2-40B4-BE49-F238E27FC236}">
                <a16:creationId xmlns:a16="http://schemas.microsoft.com/office/drawing/2014/main" id="{76A85CC1-9BFB-9D49-F7D2-5AD7F21E7DE0}"/>
              </a:ext>
            </a:extLst>
          </p:cNvPr>
          <p:cNvSpPr/>
          <p:nvPr/>
        </p:nvSpPr>
        <p:spPr>
          <a:xfrm>
            <a:off x="1963553" y="1622415"/>
            <a:ext cx="3383146" cy="123203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5" name="Rectangle 4">
            <a:extLst>
              <a:ext uri="{FF2B5EF4-FFF2-40B4-BE49-F238E27FC236}">
                <a16:creationId xmlns:a16="http://schemas.microsoft.com/office/drawing/2014/main" id="{61190171-D2C3-4FEA-6078-FDBBEE547F3F}"/>
              </a:ext>
            </a:extLst>
          </p:cNvPr>
          <p:cNvSpPr/>
          <p:nvPr/>
        </p:nvSpPr>
        <p:spPr>
          <a:xfrm>
            <a:off x="1963553" y="3222286"/>
            <a:ext cx="3383146" cy="1232035"/>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6" name="Flèche : pentagone 6">
            <a:extLst>
              <a:ext uri="{FF2B5EF4-FFF2-40B4-BE49-F238E27FC236}">
                <a16:creationId xmlns:a16="http://schemas.microsoft.com/office/drawing/2014/main" id="{1EDBC541-9B61-D3CB-1C21-0C8C26482DCE}"/>
              </a:ext>
            </a:extLst>
          </p:cNvPr>
          <p:cNvSpPr/>
          <p:nvPr/>
        </p:nvSpPr>
        <p:spPr>
          <a:xfrm rot="10800000" flipV="1">
            <a:off x="979673" y="4822157"/>
            <a:ext cx="983879" cy="1232034"/>
          </a:xfrm>
          <a:prstGeom prst="homePlate">
            <a:avLst>
              <a:gd name="adj" fmla="val 22727"/>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3</a:t>
            </a:r>
          </a:p>
        </p:txBody>
      </p:sp>
      <p:sp>
        <p:nvSpPr>
          <p:cNvPr id="7" name="Rectangle 6">
            <a:extLst>
              <a:ext uri="{FF2B5EF4-FFF2-40B4-BE49-F238E27FC236}">
                <a16:creationId xmlns:a16="http://schemas.microsoft.com/office/drawing/2014/main" id="{33477CB7-0546-5FF9-2F45-CB726190F308}"/>
              </a:ext>
            </a:extLst>
          </p:cNvPr>
          <p:cNvSpPr/>
          <p:nvPr/>
        </p:nvSpPr>
        <p:spPr>
          <a:xfrm>
            <a:off x="1963553" y="4822157"/>
            <a:ext cx="3383146" cy="1232035"/>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8" name="Flèche : pentagone 6">
            <a:extLst>
              <a:ext uri="{FF2B5EF4-FFF2-40B4-BE49-F238E27FC236}">
                <a16:creationId xmlns:a16="http://schemas.microsoft.com/office/drawing/2014/main" id="{29D0DF57-1B09-7DE9-D681-D4DE0512F3B2}"/>
              </a:ext>
            </a:extLst>
          </p:cNvPr>
          <p:cNvSpPr/>
          <p:nvPr/>
        </p:nvSpPr>
        <p:spPr>
          <a:xfrm rot="10800000" flipV="1">
            <a:off x="6845301" y="1622415"/>
            <a:ext cx="983879" cy="1232034"/>
          </a:xfrm>
          <a:prstGeom prst="homePlate">
            <a:avLst>
              <a:gd name="adj" fmla="val 22727"/>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4</a:t>
            </a:r>
          </a:p>
        </p:txBody>
      </p:sp>
      <p:sp>
        <p:nvSpPr>
          <p:cNvPr id="9" name="Rectangle 8">
            <a:extLst>
              <a:ext uri="{FF2B5EF4-FFF2-40B4-BE49-F238E27FC236}">
                <a16:creationId xmlns:a16="http://schemas.microsoft.com/office/drawing/2014/main" id="{23F5B178-B2A0-DCC5-F0C5-BE14CA9F1B62}"/>
              </a:ext>
            </a:extLst>
          </p:cNvPr>
          <p:cNvSpPr/>
          <p:nvPr/>
        </p:nvSpPr>
        <p:spPr>
          <a:xfrm>
            <a:off x="7829181" y="1622415"/>
            <a:ext cx="3383146" cy="1232035"/>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0" name="Flèche : pentagone 6">
            <a:extLst>
              <a:ext uri="{FF2B5EF4-FFF2-40B4-BE49-F238E27FC236}">
                <a16:creationId xmlns:a16="http://schemas.microsoft.com/office/drawing/2014/main" id="{C5E75B72-6BA6-8520-8FA4-EEB98BFC5E3A}"/>
              </a:ext>
            </a:extLst>
          </p:cNvPr>
          <p:cNvSpPr/>
          <p:nvPr/>
        </p:nvSpPr>
        <p:spPr>
          <a:xfrm rot="10800000" flipV="1">
            <a:off x="6845301" y="3222286"/>
            <a:ext cx="983879" cy="1232034"/>
          </a:xfrm>
          <a:prstGeom prst="homePlate">
            <a:avLst>
              <a:gd name="adj" fmla="val 22727"/>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5</a:t>
            </a:r>
          </a:p>
        </p:txBody>
      </p:sp>
      <p:sp>
        <p:nvSpPr>
          <p:cNvPr id="11" name="Rectangle 10">
            <a:extLst>
              <a:ext uri="{FF2B5EF4-FFF2-40B4-BE49-F238E27FC236}">
                <a16:creationId xmlns:a16="http://schemas.microsoft.com/office/drawing/2014/main" id="{61168FFF-9655-781C-6F64-DB0838FB2612}"/>
              </a:ext>
            </a:extLst>
          </p:cNvPr>
          <p:cNvSpPr/>
          <p:nvPr/>
        </p:nvSpPr>
        <p:spPr>
          <a:xfrm>
            <a:off x="7829181" y="3222286"/>
            <a:ext cx="3383146" cy="1232035"/>
          </a:xfrm>
          <a:prstGeom prst="rect">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Flèche : pentagone 6">
            <a:extLst>
              <a:ext uri="{FF2B5EF4-FFF2-40B4-BE49-F238E27FC236}">
                <a16:creationId xmlns:a16="http://schemas.microsoft.com/office/drawing/2014/main" id="{9120C137-804F-D987-818C-52E8FE49B5F0}"/>
              </a:ext>
            </a:extLst>
          </p:cNvPr>
          <p:cNvSpPr/>
          <p:nvPr/>
        </p:nvSpPr>
        <p:spPr>
          <a:xfrm rot="10800000" flipV="1">
            <a:off x="979673" y="3222286"/>
            <a:ext cx="983879" cy="1232034"/>
          </a:xfrm>
          <a:prstGeom prst="homePlate">
            <a:avLst>
              <a:gd name="adj" fmla="val 22727"/>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2</a:t>
            </a:r>
          </a:p>
        </p:txBody>
      </p:sp>
      <p:sp>
        <p:nvSpPr>
          <p:cNvPr id="15" name="Flèche : pentagone 6">
            <a:extLst>
              <a:ext uri="{FF2B5EF4-FFF2-40B4-BE49-F238E27FC236}">
                <a16:creationId xmlns:a16="http://schemas.microsoft.com/office/drawing/2014/main" id="{0048FCB2-CB30-28E4-8AA4-02814FE7BE25}"/>
              </a:ext>
            </a:extLst>
          </p:cNvPr>
          <p:cNvSpPr/>
          <p:nvPr/>
        </p:nvSpPr>
        <p:spPr>
          <a:xfrm rot="10800000" flipV="1">
            <a:off x="6845300" y="4822157"/>
            <a:ext cx="983879" cy="1232034"/>
          </a:xfrm>
          <a:prstGeom prst="homePlate">
            <a:avLst>
              <a:gd name="adj" fmla="val 22727"/>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6</a:t>
            </a:r>
          </a:p>
        </p:txBody>
      </p:sp>
      <p:sp>
        <p:nvSpPr>
          <p:cNvPr id="16" name="Rectangle 15">
            <a:extLst>
              <a:ext uri="{FF2B5EF4-FFF2-40B4-BE49-F238E27FC236}">
                <a16:creationId xmlns:a16="http://schemas.microsoft.com/office/drawing/2014/main" id="{768CB016-D4DE-FC62-6A5B-115CFEFD32A6}"/>
              </a:ext>
            </a:extLst>
          </p:cNvPr>
          <p:cNvSpPr/>
          <p:nvPr/>
        </p:nvSpPr>
        <p:spPr>
          <a:xfrm>
            <a:off x="7829180" y="4822157"/>
            <a:ext cx="3383146" cy="1232035"/>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2915480144"/>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1380C8-BE57-B31E-2CC4-F87EBAA8211E}"/>
              </a:ext>
            </a:extLst>
          </p:cNvPr>
          <p:cNvSpPr>
            <a:spLocks noGrp="1"/>
          </p:cNvSpPr>
          <p:nvPr>
            <p:ph type="title"/>
          </p:nvPr>
        </p:nvSpPr>
        <p:spPr>
          <a:xfrm>
            <a:off x="214184" y="13663"/>
            <a:ext cx="9728886" cy="678316"/>
          </a:xfrm>
        </p:spPr>
        <p:txBody>
          <a:bodyPr>
            <a:normAutofit/>
          </a:bodyPr>
          <a:lstStyle/>
          <a:p>
            <a:r>
              <a:rPr lang="en-US" dirty="0"/>
              <a:t>Chip</a:t>
            </a:r>
          </a:p>
        </p:txBody>
      </p:sp>
      <p:sp>
        <p:nvSpPr>
          <p:cNvPr id="3" name="Google Shape;5400;p58">
            <a:extLst>
              <a:ext uri="{FF2B5EF4-FFF2-40B4-BE49-F238E27FC236}">
                <a16:creationId xmlns:a16="http://schemas.microsoft.com/office/drawing/2014/main" id="{A58D4C56-5CE3-6B04-7FFB-D51EE6F47595}"/>
              </a:ext>
            </a:extLst>
          </p:cNvPr>
          <p:cNvSpPr/>
          <p:nvPr/>
        </p:nvSpPr>
        <p:spPr>
          <a:xfrm flipV="1">
            <a:off x="3493183"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5386;p58">
            <a:extLst>
              <a:ext uri="{FF2B5EF4-FFF2-40B4-BE49-F238E27FC236}">
                <a16:creationId xmlns:a16="http://schemas.microsoft.com/office/drawing/2014/main" id="{F722A5C8-D1F8-F988-9DA5-54E2C0B9DCC2}"/>
              </a:ext>
            </a:extLst>
          </p:cNvPr>
          <p:cNvSpPr/>
          <p:nvPr/>
        </p:nvSpPr>
        <p:spPr>
          <a:xfrm>
            <a:off x="6089936" y="4334442"/>
            <a:ext cx="12113" cy="465984"/>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5392;p58">
            <a:extLst>
              <a:ext uri="{FF2B5EF4-FFF2-40B4-BE49-F238E27FC236}">
                <a16:creationId xmlns:a16="http://schemas.microsoft.com/office/drawing/2014/main" id="{48229812-70D3-94B4-34B4-8515C63A5AE2}"/>
              </a:ext>
            </a:extLst>
          </p:cNvPr>
          <p:cNvSpPr/>
          <p:nvPr/>
        </p:nvSpPr>
        <p:spPr>
          <a:xfrm>
            <a:off x="6053949" y="4752334"/>
            <a:ext cx="84065" cy="84088"/>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393;p58">
            <a:extLst>
              <a:ext uri="{FF2B5EF4-FFF2-40B4-BE49-F238E27FC236}">
                <a16:creationId xmlns:a16="http://schemas.microsoft.com/office/drawing/2014/main" id="{F861F651-99F2-A3BA-1D7E-2BB64416D607}"/>
              </a:ext>
            </a:extLst>
          </p:cNvPr>
          <p:cNvSpPr/>
          <p:nvPr/>
        </p:nvSpPr>
        <p:spPr>
          <a:xfrm>
            <a:off x="8632011" y="4752334"/>
            <a:ext cx="84088" cy="84088"/>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394;p58">
            <a:extLst>
              <a:ext uri="{FF2B5EF4-FFF2-40B4-BE49-F238E27FC236}">
                <a16:creationId xmlns:a16="http://schemas.microsoft.com/office/drawing/2014/main" id="{1D6FC616-85DE-3884-4FBE-30D7679A4333}"/>
              </a:ext>
            </a:extLst>
          </p:cNvPr>
          <p:cNvSpPr/>
          <p:nvPr/>
        </p:nvSpPr>
        <p:spPr>
          <a:xfrm>
            <a:off x="3471174" y="4745436"/>
            <a:ext cx="84088" cy="84088"/>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395;p58">
            <a:extLst>
              <a:ext uri="{FF2B5EF4-FFF2-40B4-BE49-F238E27FC236}">
                <a16:creationId xmlns:a16="http://schemas.microsoft.com/office/drawing/2014/main" id="{66CC5169-8014-F207-24B1-296BA44A2EB8}"/>
              </a:ext>
            </a:extLst>
          </p:cNvPr>
          <p:cNvSpPr/>
          <p:nvPr/>
        </p:nvSpPr>
        <p:spPr>
          <a:xfrm>
            <a:off x="6053949" y="4298482"/>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396;p58">
            <a:extLst>
              <a:ext uri="{FF2B5EF4-FFF2-40B4-BE49-F238E27FC236}">
                <a16:creationId xmlns:a16="http://schemas.microsoft.com/office/drawing/2014/main" id="{F4C2C6BB-D8E7-67BA-AA5D-999F4EAC8D03}"/>
              </a:ext>
            </a:extLst>
          </p:cNvPr>
          <p:cNvSpPr/>
          <p:nvPr/>
        </p:nvSpPr>
        <p:spPr>
          <a:xfrm>
            <a:off x="6329914" y="4298482"/>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397;p58">
            <a:extLst>
              <a:ext uri="{FF2B5EF4-FFF2-40B4-BE49-F238E27FC236}">
                <a16:creationId xmlns:a16="http://schemas.microsoft.com/office/drawing/2014/main" id="{A87CF765-A4EC-05ED-AEE5-11DB0C4C0243}"/>
              </a:ext>
            </a:extLst>
          </p:cNvPr>
          <p:cNvSpPr/>
          <p:nvPr/>
        </p:nvSpPr>
        <p:spPr>
          <a:xfrm>
            <a:off x="5777961" y="4298482"/>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398;p58">
            <a:extLst>
              <a:ext uri="{FF2B5EF4-FFF2-40B4-BE49-F238E27FC236}">
                <a16:creationId xmlns:a16="http://schemas.microsoft.com/office/drawing/2014/main" id="{8D6C8564-AB6A-DA41-8F8F-0F1F6BFE062A}"/>
              </a:ext>
            </a:extLst>
          </p:cNvPr>
          <p:cNvSpPr/>
          <p:nvPr/>
        </p:nvSpPr>
        <p:spPr>
          <a:xfrm>
            <a:off x="6089936" y="2659241"/>
            <a:ext cx="12113" cy="465955"/>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403;p58">
            <a:extLst>
              <a:ext uri="{FF2B5EF4-FFF2-40B4-BE49-F238E27FC236}">
                <a16:creationId xmlns:a16="http://schemas.microsoft.com/office/drawing/2014/main" id="{73D38094-1326-B458-B177-99415982EA37}"/>
              </a:ext>
            </a:extLst>
          </p:cNvPr>
          <p:cNvSpPr/>
          <p:nvPr/>
        </p:nvSpPr>
        <p:spPr>
          <a:xfrm>
            <a:off x="2384306"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13" name="Google Shape;5404;p58">
            <a:extLst>
              <a:ext uri="{FF2B5EF4-FFF2-40B4-BE49-F238E27FC236}">
                <a16:creationId xmlns:a16="http://schemas.microsoft.com/office/drawing/2014/main" id="{0243E292-A354-B551-4640-5340729305DC}"/>
              </a:ext>
            </a:extLst>
          </p:cNvPr>
          <p:cNvSpPr/>
          <p:nvPr/>
        </p:nvSpPr>
        <p:spPr>
          <a:xfrm>
            <a:off x="6053949" y="2623254"/>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407;p58">
            <a:extLst>
              <a:ext uri="{FF2B5EF4-FFF2-40B4-BE49-F238E27FC236}">
                <a16:creationId xmlns:a16="http://schemas.microsoft.com/office/drawing/2014/main" id="{5DA65A99-035E-D7D2-061D-D7CC4BC7398C}"/>
              </a:ext>
            </a:extLst>
          </p:cNvPr>
          <p:cNvSpPr/>
          <p:nvPr/>
        </p:nvSpPr>
        <p:spPr>
          <a:xfrm>
            <a:off x="6053949" y="3077105"/>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400;p58">
            <a:extLst>
              <a:ext uri="{FF2B5EF4-FFF2-40B4-BE49-F238E27FC236}">
                <a16:creationId xmlns:a16="http://schemas.microsoft.com/office/drawing/2014/main" id="{3CF1E78D-FB76-DD7F-60B0-D2E8B89BF3A9}"/>
              </a:ext>
            </a:extLst>
          </p:cNvPr>
          <p:cNvSpPr/>
          <p:nvPr/>
        </p:nvSpPr>
        <p:spPr>
          <a:xfrm>
            <a:off x="3486833"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406;p58">
            <a:extLst>
              <a:ext uri="{FF2B5EF4-FFF2-40B4-BE49-F238E27FC236}">
                <a16:creationId xmlns:a16="http://schemas.microsoft.com/office/drawing/2014/main" id="{FA99EEE2-9D2A-AEF1-00E9-FE4B33CE518B}"/>
              </a:ext>
            </a:extLst>
          </p:cNvPr>
          <p:cNvSpPr/>
          <p:nvPr/>
        </p:nvSpPr>
        <p:spPr>
          <a:xfrm>
            <a:off x="3454052" y="2623254"/>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409;p58">
            <a:extLst>
              <a:ext uri="{FF2B5EF4-FFF2-40B4-BE49-F238E27FC236}">
                <a16:creationId xmlns:a16="http://schemas.microsoft.com/office/drawing/2014/main" id="{56B6E505-A227-D207-CC65-6AD34EF5557E}"/>
              </a:ext>
            </a:extLst>
          </p:cNvPr>
          <p:cNvSpPr/>
          <p:nvPr/>
        </p:nvSpPr>
        <p:spPr>
          <a:xfrm>
            <a:off x="5777961" y="3077105"/>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18" name="Groupe 37">
            <a:extLst>
              <a:ext uri="{FF2B5EF4-FFF2-40B4-BE49-F238E27FC236}">
                <a16:creationId xmlns:a16="http://schemas.microsoft.com/office/drawing/2014/main" id="{8273ED67-FEF7-625B-E680-7E42DF41B169}"/>
              </a:ext>
            </a:extLst>
          </p:cNvPr>
          <p:cNvGrpSpPr/>
          <p:nvPr/>
        </p:nvGrpSpPr>
        <p:grpSpPr>
          <a:xfrm>
            <a:off x="4254496" y="3033321"/>
            <a:ext cx="3683004" cy="1393052"/>
            <a:chOff x="4433312" y="2985209"/>
            <a:chExt cx="3325372" cy="1257782"/>
          </a:xfrm>
        </p:grpSpPr>
        <p:sp>
          <p:nvSpPr>
            <p:cNvPr id="19" name="Google Shape;5384;p58">
              <a:extLst>
                <a:ext uri="{FF2B5EF4-FFF2-40B4-BE49-F238E27FC236}">
                  <a16:creationId xmlns:a16="http://schemas.microsoft.com/office/drawing/2014/main" id="{E7C0C8DE-870E-CBEB-E3DE-EFBBFF52E935}"/>
                </a:ext>
              </a:extLst>
            </p:cNvPr>
            <p:cNvSpPr/>
            <p:nvPr/>
          </p:nvSpPr>
          <p:spPr>
            <a:xfrm>
              <a:off x="4643630" y="3160535"/>
              <a:ext cx="2904739" cy="90711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85;p58">
              <a:extLst>
                <a:ext uri="{FF2B5EF4-FFF2-40B4-BE49-F238E27FC236}">
                  <a16:creationId xmlns:a16="http://schemas.microsoft.com/office/drawing/2014/main" id="{901C5220-FE5F-B49D-926F-97FD812DB561}"/>
                </a:ext>
              </a:extLst>
            </p:cNvPr>
            <p:cNvSpPr/>
            <p:nvPr/>
          </p:nvSpPr>
          <p:spPr>
            <a:xfrm>
              <a:off x="4433312" y="2985209"/>
              <a:ext cx="1165720" cy="1257782"/>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416;p58">
              <a:extLst>
                <a:ext uri="{FF2B5EF4-FFF2-40B4-BE49-F238E27FC236}">
                  <a16:creationId xmlns:a16="http://schemas.microsoft.com/office/drawing/2014/main" id="{1276C765-624C-957E-B90B-A23BA5E87E87}"/>
                </a:ext>
              </a:extLst>
            </p:cNvPr>
            <p:cNvSpPr/>
            <p:nvPr/>
          </p:nvSpPr>
          <p:spPr>
            <a:xfrm>
              <a:off x="6592865" y="2985209"/>
              <a:ext cx="1165819" cy="1257782"/>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Google Shape;5400;p58">
            <a:extLst>
              <a:ext uri="{FF2B5EF4-FFF2-40B4-BE49-F238E27FC236}">
                <a16:creationId xmlns:a16="http://schemas.microsoft.com/office/drawing/2014/main" id="{9ECA2FE9-C1CC-10AA-44D9-2408B5BE93A6}"/>
              </a:ext>
            </a:extLst>
          </p:cNvPr>
          <p:cNvSpPr/>
          <p:nvPr/>
        </p:nvSpPr>
        <p:spPr>
          <a:xfrm flipH="1">
            <a:off x="6365860"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5408;p58">
            <a:extLst>
              <a:ext uri="{FF2B5EF4-FFF2-40B4-BE49-F238E27FC236}">
                <a16:creationId xmlns:a16="http://schemas.microsoft.com/office/drawing/2014/main" id="{80F68DC2-3E7C-0A45-E067-58B485C3F075}"/>
              </a:ext>
            </a:extLst>
          </p:cNvPr>
          <p:cNvSpPr/>
          <p:nvPr/>
        </p:nvSpPr>
        <p:spPr>
          <a:xfrm>
            <a:off x="6329914" y="3077105"/>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5405;p58">
            <a:extLst>
              <a:ext uri="{FF2B5EF4-FFF2-40B4-BE49-F238E27FC236}">
                <a16:creationId xmlns:a16="http://schemas.microsoft.com/office/drawing/2014/main" id="{24A53611-FA61-92A6-FC53-891EE3A375A8}"/>
              </a:ext>
            </a:extLst>
          </p:cNvPr>
          <p:cNvSpPr/>
          <p:nvPr/>
        </p:nvSpPr>
        <p:spPr>
          <a:xfrm>
            <a:off x="8653823" y="2623254"/>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5403;p58">
            <a:extLst>
              <a:ext uri="{FF2B5EF4-FFF2-40B4-BE49-F238E27FC236}">
                <a16:creationId xmlns:a16="http://schemas.microsoft.com/office/drawing/2014/main" id="{EA0022A6-3CDF-660F-4033-C18DA3801EF7}"/>
              </a:ext>
            </a:extLst>
          </p:cNvPr>
          <p:cNvSpPr/>
          <p:nvPr/>
        </p:nvSpPr>
        <p:spPr>
          <a:xfrm>
            <a:off x="7499989"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28" name="Google Shape;5403;p58">
            <a:extLst>
              <a:ext uri="{FF2B5EF4-FFF2-40B4-BE49-F238E27FC236}">
                <a16:creationId xmlns:a16="http://schemas.microsoft.com/office/drawing/2014/main" id="{B3F2EC6F-104A-F71C-5996-128EE847D56E}"/>
              </a:ext>
            </a:extLst>
          </p:cNvPr>
          <p:cNvSpPr/>
          <p:nvPr/>
        </p:nvSpPr>
        <p:spPr>
          <a:xfrm>
            <a:off x="4991810"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0" name="Google Shape;5400;p58">
            <a:extLst>
              <a:ext uri="{FF2B5EF4-FFF2-40B4-BE49-F238E27FC236}">
                <a16:creationId xmlns:a16="http://schemas.microsoft.com/office/drawing/2014/main" id="{97BB6EF7-CFBC-1EE3-0F20-0320B9808611}"/>
              </a:ext>
            </a:extLst>
          </p:cNvPr>
          <p:cNvSpPr/>
          <p:nvPr/>
        </p:nvSpPr>
        <p:spPr>
          <a:xfrm flipH="1" flipV="1">
            <a:off x="6356597"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403;p58">
            <a:extLst>
              <a:ext uri="{FF2B5EF4-FFF2-40B4-BE49-F238E27FC236}">
                <a16:creationId xmlns:a16="http://schemas.microsoft.com/office/drawing/2014/main" id="{BED616D7-034A-C5CA-6BC3-2433981F08B8}"/>
              </a:ext>
            </a:extLst>
          </p:cNvPr>
          <p:cNvSpPr/>
          <p:nvPr/>
        </p:nvSpPr>
        <p:spPr>
          <a:xfrm>
            <a:off x="2384306"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2" name="Google Shape;5404;p58">
            <a:extLst>
              <a:ext uri="{FF2B5EF4-FFF2-40B4-BE49-F238E27FC236}">
                <a16:creationId xmlns:a16="http://schemas.microsoft.com/office/drawing/2014/main" id="{8D06001A-AF88-13B1-16A7-C241329C0B42}"/>
              </a:ext>
            </a:extLst>
          </p:cNvPr>
          <p:cNvSpPr/>
          <p:nvPr/>
        </p:nvSpPr>
        <p:spPr>
          <a:xfrm>
            <a:off x="6053949" y="6184019"/>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Google Shape;5406;p58">
            <a:extLst>
              <a:ext uri="{FF2B5EF4-FFF2-40B4-BE49-F238E27FC236}">
                <a16:creationId xmlns:a16="http://schemas.microsoft.com/office/drawing/2014/main" id="{CEAD72E7-868A-6869-2D27-0EBDC817CCC7}"/>
              </a:ext>
            </a:extLst>
          </p:cNvPr>
          <p:cNvSpPr/>
          <p:nvPr/>
        </p:nvSpPr>
        <p:spPr>
          <a:xfrm>
            <a:off x="3454052" y="6184019"/>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5" name="Google Shape;5405;p58">
            <a:extLst>
              <a:ext uri="{FF2B5EF4-FFF2-40B4-BE49-F238E27FC236}">
                <a16:creationId xmlns:a16="http://schemas.microsoft.com/office/drawing/2014/main" id="{5183FA6A-4B17-2501-7EDD-AC2673B2FC55}"/>
              </a:ext>
            </a:extLst>
          </p:cNvPr>
          <p:cNvSpPr/>
          <p:nvPr/>
        </p:nvSpPr>
        <p:spPr>
          <a:xfrm>
            <a:off x="8653823" y="6184019"/>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Google Shape;5403;p58">
            <a:extLst>
              <a:ext uri="{FF2B5EF4-FFF2-40B4-BE49-F238E27FC236}">
                <a16:creationId xmlns:a16="http://schemas.microsoft.com/office/drawing/2014/main" id="{ACF375ED-354C-28B7-4D0F-DB91D512A22B}"/>
              </a:ext>
            </a:extLst>
          </p:cNvPr>
          <p:cNvSpPr/>
          <p:nvPr/>
        </p:nvSpPr>
        <p:spPr>
          <a:xfrm>
            <a:off x="7499989"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8" name="Google Shape;5403;p58">
            <a:extLst>
              <a:ext uri="{FF2B5EF4-FFF2-40B4-BE49-F238E27FC236}">
                <a16:creationId xmlns:a16="http://schemas.microsoft.com/office/drawing/2014/main" id="{B416D5DF-3017-8C36-277D-FE69303A9A56}"/>
              </a:ext>
            </a:extLst>
          </p:cNvPr>
          <p:cNvSpPr/>
          <p:nvPr/>
        </p:nvSpPr>
        <p:spPr>
          <a:xfrm>
            <a:off x="4991810"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Tree>
    <p:extLst>
      <p:ext uri="{BB962C8B-B14F-4D97-AF65-F5344CB8AC3E}">
        <p14:creationId xmlns:p14="http://schemas.microsoft.com/office/powerpoint/2010/main" val="3715488696"/>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4779CB-BA39-C5B8-89FC-344CDBB55E2A}"/>
              </a:ext>
            </a:extLst>
          </p:cNvPr>
          <p:cNvSpPr>
            <a:spLocks noGrp="1"/>
          </p:cNvSpPr>
          <p:nvPr>
            <p:ph type="title"/>
          </p:nvPr>
        </p:nvSpPr>
        <p:spPr>
          <a:xfrm>
            <a:off x="214184" y="13663"/>
            <a:ext cx="9728886" cy="678316"/>
          </a:xfrm>
        </p:spPr>
        <p:txBody>
          <a:bodyPr/>
          <a:lstStyle/>
          <a:p>
            <a:r>
              <a:rPr lang="en-US" dirty="0"/>
              <a:t>Key </a:t>
            </a:r>
            <a:r>
              <a:rPr lang="en-US"/>
              <a:t>points 13</a:t>
            </a:r>
            <a:endParaRPr lang="en-US" dirty="0"/>
          </a:p>
        </p:txBody>
      </p:sp>
      <p:grpSp>
        <p:nvGrpSpPr>
          <p:cNvPr id="3" name="Groupe 15">
            <a:extLst>
              <a:ext uri="{FF2B5EF4-FFF2-40B4-BE49-F238E27FC236}">
                <a16:creationId xmlns:a16="http://schemas.microsoft.com/office/drawing/2014/main" id="{77694303-D278-1D46-586E-5BE8B850F724}"/>
              </a:ext>
            </a:extLst>
          </p:cNvPr>
          <p:cNvGrpSpPr/>
          <p:nvPr/>
        </p:nvGrpSpPr>
        <p:grpSpPr>
          <a:xfrm>
            <a:off x="1060125" y="2056900"/>
            <a:ext cx="5035875" cy="1077218"/>
            <a:chOff x="2615926" y="1107898"/>
            <a:chExt cx="5035875" cy="1077218"/>
          </a:xfrm>
        </p:grpSpPr>
        <p:sp>
          <p:nvSpPr>
            <p:cNvPr id="4" name="Rectangle : coins arrondis 9">
              <a:extLst>
                <a:ext uri="{FF2B5EF4-FFF2-40B4-BE49-F238E27FC236}">
                  <a16:creationId xmlns:a16="http://schemas.microsoft.com/office/drawing/2014/main" id="{70317961-DF04-2886-052A-A9E1E77B09A3}"/>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Box 37">
              <a:extLst>
                <a:ext uri="{FF2B5EF4-FFF2-40B4-BE49-F238E27FC236}">
                  <a16:creationId xmlns:a16="http://schemas.microsoft.com/office/drawing/2014/main" id="{3B389B3D-AA2C-B992-D6FE-41BD73064353}"/>
                </a:ext>
              </a:extLst>
            </p:cNvPr>
            <p:cNvSpPr txBox="1"/>
            <p:nvPr/>
          </p:nvSpPr>
          <p:spPr>
            <a:xfrm>
              <a:off x="3263045" y="1107898"/>
              <a:ext cx="4388756"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 name="ZoneTexte 13">
              <a:extLst>
                <a:ext uri="{FF2B5EF4-FFF2-40B4-BE49-F238E27FC236}">
                  <a16:creationId xmlns:a16="http://schemas.microsoft.com/office/drawing/2014/main" id="{C7EB5C1B-E28E-6471-EB5D-9B553A23307D}"/>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7" name="Groupe 16">
            <a:extLst>
              <a:ext uri="{FF2B5EF4-FFF2-40B4-BE49-F238E27FC236}">
                <a16:creationId xmlns:a16="http://schemas.microsoft.com/office/drawing/2014/main" id="{423DBBF4-C151-74F4-AE3A-4B3AE78E33E1}"/>
              </a:ext>
            </a:extLst>
          </p:cNvPr>
          <p:cNvGrpSpPr/>
          <p:nvPr/>
        </p:nvGrpSpPr>
        <p:grpSpPr>
          <a:xfrm>
            <a:off x="1060125" y="3754994"/>
            <a:ext cx="5035875" cy="1077218"/>
            <a:chOff x="2615926" y="1107898"/>
            <a:chExt cx="5035875" cy="1077218"/>
          </a:xfrm>
        </p:grpSpPr>
        <p:sp>
          <p:nvSpPr>
            <p:cNvPr id="8" name="Rectangle : coins arrondis 17">
              <a:extLst>
                <a:ext uri="{FF2B5EF4-FFF2-40B4-BE49-F238E27FC236}">
                  <a16:creationId xmlns:a16="http://schemas.microsoft.com/office/drawing/2014/main" id="{F50D3E31-DC68-B943-F596-928D76BA7D69}"/>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TextBox 37">
              <a:extLst>
                <a:ext uri="{FF2B5EF4-FFF2-40B4-BE49-F238E27FC236}">
                  <a16:creationId xmlns:a16="http://schemas.microsoft.com/office/drawing/2014/main" id="{F3B4D25C-C906-E86C-EDC9-DD8AB6E61B01}"/>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 name="ZoneTexte 19">
              <a:extLst>
                <a:ext uri="{FF2B5EF4-FFF2-40B4-BE49-F238E27FC236}">
                  <a16:creationId xmlns:a16="http://schemas.microsoft.com/office/drawing/2014/main" id="{998746FA-FE94-3D4E-1409-C621B8B8FF2B}"/>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1" name="Groupe 20">
            <a:extLst>
              <a:ext uri="{FF2B5EF4-FFF2-40B4-BE49-F238E27FC236}">
                <a16:creationId xmlns:a16="http://schemas.microsoft.com/office/drawing/2014/main" id="{B526E04B-058F-39EA-7933-FB0051FBFBDD}"/>
              </a:ext>
            </a:extLst>
          </p:cNvPr>
          <p:cNvGrpSpPr/>
          <p:nvPr/>
        </p:nvGrpSpPr>
        <p:grpSpPr>
          <a:xfrm>
            <a:off x="1060125" y="5453088"/>
            <a:ext cx="4978921" cy="1077218"/>
            <a:chOff x="2615926" y="1107898"/>
            <a:chExt cx="4978921" cy="1077218"/>
          </a:xfrm>
        </p:grpSpPr>
        <p:sp>
          <p:nvSpPr>
            <p:cNvPr id="12" name="Rectangle : coins arrondis 21">
              <a:extLst>
                <a:ext uri="{FF2B5EF4-FFF2-40B4-BE49-F238E27FC236}">
                  <a16:creationId xmlns:a16="http://schemas.microsoft.com/office/drawing/2014/main" id="{8F66BF7D-4D1B-C5B8-F247-328D7113FBED}"/>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Box 37">
              <a:extLst>
                <a:ext uri="{FF2B5EF4-FFF2-40B4-BE49-F238E27FC236}">
                  <a16:creationId xmlns:a16="http://schemas.microsoft.com/office/drawing/2014/main" id="{89D132E2-60BF-E6D7-4F30-AE5F3F8E8D77}"/>
                </a:ext>
              </a:extLst>
            </p:cNvPr>
            <p:cNvSpPr txBox="1"/>
            <p:nvPr/>
          </p:nvSpPr>
          <p:spPr>
            <a:xfrm>
              <a:off x="3263044" y="1107898"/>
              <a:ext cx="4331803"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ZoneTexte 23">
              <a:extLst>
                <a:ext uri="{FF2B5EF4-FFF2-40B4-BE49-F238E27FC236}">
                  <a16:creationId xmlns:a16="http://schemas.microsoft.com/office/drawing/2014/main" id="{FE0A13B1-23AE-0437-8C08-0FC202D5E0A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5" name="Groupe 24">
            <a:extLst>
              <a:ext uri="{FF2B5EF4-FFF2-40B4-BE49-F238E27FC236}">
                <a16:creationId xmlns:a16="http://schemas.microsoft.com/office/drawing/2014/main" id="{72FBAAD5-122B-5D9F-9543-D1A902C0215C}"/>
              </a:ext>
            </a:extLst>
          </p:cNvPr>
          <p:cNvGrpSpPr/>
          <p:nvPr/>
        </p:nvGrpSpPr>
        <p:grpSpPr>
          <a:xfrm>
            <a:off x="6186234" y="2083283"/>
            <a:ext cx="5035874" cy="1077218"/>
            <a:chOff x="2615927" y="1107898"/>
            <a:chExt cx="5035874" cy="1077218"/>
          </a:xfrm>
        </p:grpSpPr>
        <p:sp>
          <p:nvSpPr>
            <p:cNvPr id="16" name="Rectangle : coins arrondis 25">
              <a:extLst>
                <a:ext uri="{FF2B5EF4-FFF2-40B4-BE49-F238E27FC236}">
                  <a16:creationId xmlns:a16="http://schemas.microsoft.com/office/drawing/2014/main" id="{E9C02DEA-ECA1-2291-3DC2-F04C472B5284}"/>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Box 37">
              <a:extLst>
                <a:ext uri="{FF2B5EF4-FFF2-40B4-BE49-F238E27FC236}">
                  <a16:creationId xmlns:a16="http://schemas.microsoft.com/office/drawing/2014/main" id="{CC60DEC5-1371-005A-BCF7-66D6DB59292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ZoneTexte 27">
              <a:extLst>
                <a:ext uri="{FF2B5EF4-FFF2-40B4-BE49-F238E27FC236}">
                  <a16:creationId xmlns:a16="http://schemas.microsoft.com/office/drawing/2014/main" id="{59D658F6-8160-D435-1E30-493D13BEFAA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19" name="Groupe 28">
            <a:extLst>
              <a:ext uri="{FF2B5EF4-FFF2-40B4-BE49-F238E27FC236}">
                <a16:creationId xmlns:a16="http://schemas.microsoft.com/office/drawing/2014/main" id="{E329F2F2-8018-78D4-3DBB-4221272E208C}"/>
              </a:ext>
            </a:extLst>
          </p:cNvPr>
          <p:cNvGrpSpPr/>
          <p:nvPr/>
        </p:nvGrpSpPr>
        <p:grpSpPr>
          <a:xfrm>
            <a:off x="6186234" y="3768185"/>
            <a:ext cx="5035874" cy="1077218"/>
            <a:chOff x="2615927" y="1107898"/>
            <a:chExt cx="5035874" cy="1077218"/>
          </a:xfrm>
        </p:grpSpPr>
        <p:sp>
          <p:nvSpPr>
            <p:cNvPr id="20" name="Rectangle : coins arrondis 29">
              <a:extLst>
                <a:ext uri="{FF2B5EF4-FFF2-40B4-BE49-F238E27FC236}">
                  <a16:creationId xmlns:a16="http://schemas.microsoft.com/office/drawing/2014/main" id="{995869CE-26CF-2822-D9AC-076E75561CF6}"/>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Box 37">
              <a:extLst>
                <a:ext uri="{FF2B5EF4-FFF2-40B4-BE49-F238E27FC236}">
                  <a16:creationId xmlns:a16="http://schemas.microsoft.com/office/drawing/2014/main" id="{4ECAB6D5-BBFC-C476-B5E1-89030E6BB699}"/>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ZoneTexte 31">
              <a:extLst>
                <a:ext uri="{FF2B5EF4-FFF2-40B4-BE49-F238E27FC236}">
                  <a16:creationId xmlns:a16="http://schemas.microsoft.com/office/drawing/2014/main" id="{9BB665AC-C9BD-C9B4-1C05-5679651BA4B5}"/>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grpSp>
        <p:nvGrpSpPr>
          <p:cNvPr id="23" name="Groupe 28">
            <a:extLst>
              <a:ext uri="{FF2B5EF4-FFF2-40B4-BE49-F238E27FC236}">
                <a16:creationId xmlns:a16="http://schemas.microsoft.com/office/drawing/2014/main" id="{ECF71D56-F903-2129-D8C1-11FFC7118483}"/>
              </a:ext>
            </a:extLst>
          </p:cNvPr>
          <p:cNvGrpSpPr/>
          <p:nvPr/>
        </p:nvGrpSpPr>
        <p:grpSpPr>
          <a:xfrm>
            <a:off x="6186234" y="5453088"/>
            <a:ext cx="5035874" cy="1077218"/>
            <a:chOff x="2615927" y="1107898"/>
            <a:chExt cx="5035874" cy="1077218"/>
          </a:xfrm>
        </p:grpSpPr>
        <p:sp>
          <p:nvSpPr>
            <p:cNvPr id="24" name="Rectangle : coins arrondis 29">
              <a:extLst>
                <a:ext uri="{FF2B5EF4-FFF2-40B4-BE49-F238E27FC236}">
                  <a16:creationId xmlns:a16="http://schemas.microsoft.com/office/drawing/2014/main" id="{E1496203-0691-BC14-701E-E50E2A86B0FD}"/>
                </a:ext>
              </a:extLst>
            </p:cNvPr>
            <p:cNvSpPr/>
            <p:nvPr/>
          </p:nvSpPr>
          <p:spPr>
            <a:xfrm>
              <a:off x="3102233" y="1127396"/>
              <a:ext cx="56953" cy="792000"/>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37">
              <a:extLst>
                <a:ext uri="{FF2B5EF4-FFF2-40B4-BE49-F238E27FC236}">
                  <a16:creationId xmlns:a16="http://schemas.microsoft.com/office/drawing/2014/main" id="{ABB53354-FF07-D092-CF91-F581A8760502}"/>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6"/>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ZoneTexte 31">
              <a:extLst>
                <a:ext uri="{FF2B5EF4-FFF2-40B4-BE49-F238E27FC236}">
                  <a16:creationId xmlns:a16="http://schemas.microsoft.com/office/drawing/2014/main" id="{4F804208-A60D-5530-7C68-14DFAF7FF50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6</a:t>
              </a:r>
            </a:p>
          </p:txBody>
        </p:sp>
      </p:grpSp>
    </p:spTree>
    <p:extLst>
      <p:ext uri="{BB962C8B-B14F-4D97-AF65-F5344CB8AC3E}">
        <p14:creationId xmlns:p14="http://schemas.microsoft.com/office/powerpoint/2010/main" val="17286425"/>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Folders 4</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1483987"/>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533855" y="3164936"/>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845885"/>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2" name="Groupe 1">
            <a:extLst>
              <a:ext uri="{FF2B5EF4-FFF2-40B4-BE49-F238E27FC236}">
                <a16:creationId xmlns:a16="http://schemas.microsoft.com/office/drawing/2014/main" id="{06B91AD9-C669-43E4-9C5D-E1990B84F1F6}"/>
              </a:ext>
            </a:extLst>
          </p:cNvPr>
          <p:cNvGrpSpPr/>
          <p:nvPr/>
        </p:nvGrpSpPr>
        <p:grpSpPr>
          <a:xfrm>
            <a:off x="6127117" y="1483987"/>
            <a:ext cx="2110791" cy="1335778"/>
            <a:chOff x="4136627" y="2734860"/>
            <a:chExt cx="2110791" cy="1335778"/>
          </a:xfrm>
        </p:grpSpPr>
        <p:sp>
          <p:nvSpPr>
            <p:cNvPr id="33"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33"/>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34"/>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35"/>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38"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9" name="Groupe 1">
            <a:extLst>
              <a:ext uri="{FF2B5EF4-FFF2-40B4-BE49-F238E27FC236}">
                <a16:creationId xmlns:a16="http://schemas.microsoft.com/office/drawing/2014/main" id="{06B91AD9-C669-43E4-9C5D-E1990B84F1F6}"/>
              </a:ext>
            </a:extLst>
          </p:cNvPr>
          <p:cNvGrpSpPr/>
          <p:nvPr/>
        </p:nvGrpSpPr>
        <p:grpSpPr>
          <a:xfrm>
            <a:off x="6127117" y="3164936"/>
            <a:ext cx="2110791" cy="1335778"/>
            <a:chOff x="4136627" y="2734860"/>
            <a:chExt cx="2110791" cy="1335778"/>
          </a:xfrm>
        </p:grpSpPr>
        <p:sp>
          <p:nvSpPr>
            <p:cNvPr id="40"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1" name="Rectangle 40"/>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2" name="Rectangle 41"/>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3" name="Rectangle 42"/>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4"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05</a:t>
              </a:r>
            </a:p>
          </p:txBody>
        </p:sp>
        <p:sp>
          <p:nvSpPr>
            <p:cNvPr id="45"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845885"/>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06</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8" name="Rectangle 47"/>
          <p:cNvSpPr/>
          <p:nvPr/>
        </p:nvSpPr>
        <p:spPr>
          <a:xfrm>
            <a:off x="2644646"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1"/>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9" name="Rectangle 48"/>
          <p:cNvSpPr/>
          <p:nvPr/>
        </p:nvSpPr>
        <p:spPr>
          <a:xfrm>
            <a:off x="8237908"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4"/>
                </a:solidFill>
                <a:cs typeface="Arial" pitchFamily="34" charset="0"/>
              </a:rPr>
              <a:t>LOREM IPSUM</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50" name="Rectangle 49"/>
          <p:cNvSpPr/>
          <p:nvPr/>
        </p:nvSpPr>
        <p:spPr>
          <a:xfrm>
            <a:off x="2644646"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2"/>
                </a:solidFill>
                <a:cs typeface="Arial" pitchFamily="34" charset="0"/>
              </a:rPr>
              <a:t>LOREM IPSUM</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51" name="Rectangle 50"/>
          <p:cNvSpPr/>
          <p:nvPr/>
        </p:nvSpPr>
        <p:spPr>
          <a:xfrm>
            <a:off x="8237908"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5"/>
                </a:solidFill>
                <a:cs typeface="Arial" pitchFamily="34" charset="0"/>
              </a:rPr>
              <a:t>LOREM IPSUM</a:t>
            </a:r>
            <a:endParaRPr lang="en-US" sz="1600" kern="0" dirty="0">
              <a:solidFill>
                <a:schemeClr val="accent5"/>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7" name="Rectangle 46"/>
          <p:cNvSpPr/>
          <p:nvPr/>
        </p:nvSpPr>
        <p:spPr>
          <a:xfrm>
            <a:off x="2644646"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3"/>
                </a:solidFill>
                <a:cs typeface="Arial" pitchFamily="34" charset="0"/>
              </a:rPr>
              <a:t>LOREM IPSUM</a:t>
            </a:r>
            <a:endParaRPr lang="en-US" sz="1600" kern="0" dirty="0">
              <a:solidFill>
                <a:schemeClr val="accent3"/>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6" name="Rectangle 45"/>
          <p:cNvSpPr/>
          <p:nvPr/>
        </p:nvSpPr>
        <p:spPr>
          <a:xfrm>
            <a:off x="8237908"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6"/>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Tree>
    <p:extLst>
      <p:ext uri="{BB962C8B-B14F-4D97-AF65-F5344CB8AC3E}">
        <p14:creationId xmlns:p14="http://schemas.microsoft.com/office/powerpoint/2010/main" val="3038390004"/>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5</a:t>
            </a:r>
          </a:p>
        </p:txBody>
      </p:sp>
      <p:sp>
        <p:nvSpPr>
          <p:cNvPr id="55" name="ZoneTexte 54 - 3"/>
          <p:cNvSpPr txBox="1"/>
          <p:nvPr/>
        </p:nvSpPr>
        <p:spPr>
          <a:xfrm>
            <a:off x="2213811" y="1530425"/>
            <a:ext cx="9448800" cy="811420"/>
          </a:xfrm>
          <a:prstGeom prst="rect">
            <a:avLst/>
          </a:prstGeom>
          <a:noFill/>
        </p:spPr>
        <p:txBody>
          <a:bodyPr wrap="square" rtlCol="0" anchor="ctr">
            <a:normAutofit fontScale="92500"/>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83" name="ZoneTexte 54 - 1 - 1">
            <a:extLst>
              <a:ext uri="{FF2B5EF4-FFF2-40B4-BE49-F238E27FC236}">
                <a16:creationId xmlns:a16="http://schemas.microsoft.com/office/drawing/2014/main" id="{BDD58D29-3E35-4E37-A237-59E91A73C0CF}"/>
              </a:ext>
            </a:extLst>
          </p:cNvPr>
          <p:cNvSpPr txBox="1"/>
          <p:nvPr/>
        </p:nvSpPr>
        <p:spPr>
          <a:xfrm>
            <a:off x="2213811" y="2332547"/>
            <a:ext cx="9448800" cy="811420"/>
          </a:xfrm>
          <a:prstGeom prst="rect">
            <a:avLst/>
          </a:prstGeom>
          <a:noFill/>
        </p:spPr>
        <p:txBody>
          <a:bodyPr wrap="square" rtlCol="0" anchor="ctr">
            <a:normAutofit fontScale="92500"/>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134669"/>
            <a:ext cx="9448800" cy="811420"/>
          </a:xfrm>
          <a:prstGeom prst="rect">
            <a:avLst/>
          </a:prstGeom>
          <a:noFill/>
        </p:spPr>
        <p:txBody>
          <a:bodyPr wrap="square" rtlCol="0" anchor="ctr">
            <a:normAutofit fontScale="92500"/>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sp>
        <p:nvSpPr>
          <p:cNvPr id="88" name="ZoneTexte 54 - 1">
            <a:extLst>
              <a:ext uri="{FF2B5EF4-FFF2-40B4-BE49-F238E27FC236}">
                <a16:creationId xmlns:a16="http://schemas.microsoft.com/office/drawing/2014/main" id="{D5862997-1C12-4E42-A276-A2608BC2BB53}"/>
              </a:ext>
            </a:extLst>
          </p:cNvPr>
          <p:cNvSpPr txBox="1"/>
          <p:nvPr/>
        </p:nvSpPr>
        <p:spPr>
          <a:xfrm>
            <a:off x="2213811" y="3936791"/>
            <a:ext cx="9448800" cy="811420"/>
          </a:xfrm>
          <a:prstGeom prst="rect">
            <a:avLst/>
          </a:prstGeom>
          <a:noFill/>
        </p:spPr>
        <p:txBody>
          <a:bodyPr wrap="square" rtlCol="0" anchor="ctr">
            <a:normAutofit fontScale="92500"/>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33719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941440"/>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545684"/>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998082" y="2385855"/>
            <a:ext cx="667048" cy="722634"/>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983710" y="3238530"/>
            <a:ext cx="695793" cy="597218"/>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1003913" y="4035074"/>
            <a:ext cx="655386" cy="656940"/>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994519" y="1504986"/>
            <a:ext cx="674174" cy="722634"/>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 name="ZoneTexte 54">
            <a:extLst>
              <a:ext uri="{FF2B5EF4-FFF2-40B4-BE49-F238E27FC236}">
                <a16:creationId xmlns:a16="http://schemas.microsoft.com/office/drawing/2014/main" id="{04F2B6FB-987A-412C-816F-7782DE60F83C}"/>
              </a:ext>
            </a:extLst>
          </p:cNvPr>
          <p:cNvSpPr txBox="1"/>
          <p:nvPr/>
        </p:nvSpPr>
        <p:spPr>
          <a:xfrm>
            <a:off x="2213811" y="5541030"/>
            <a:ext cx="9448800" cy="811420"/>
          </a:xfrm>
          <a:prstGeom prst="rect">
            <a:avLst/>
          </a:prstGeom>
          <a:noFill/>
        </p:spPr>
        <p:txBody>
          <a:bodyPr wrap="square" rtlCol="0" anchor="ctr">
            <a:normAutofit fontScale="92500"/>
          </a:bodyPr>
          <a:lstStyle/>
          <a:p>
            <a:r>
              <a:rPr lang="en-US" sz="1600" b="1" dirty="0">
                <a:solidFill>
                  <a:schemeClr val="accent6"/>
                </a:solidFill>
              </a:rPr>
              <a:t>Lorem ipsum dolor sit </a:t>
            </a:r>
            <a:r>
              <a:rPr lang="en-US" sz="1600" b="1" dirty="0" err="1">
                <a:solidFill>
                  <a:schemeClr val="accent6"/>
                </a:solidFill>
              </a:rPr>
              <a:t>amet</a:t>
            </a:r>
            <a:endParaRPr lang="en-US" sz="1600" b="1" dirty="0">
              <a:solidFill>
                <a:schemeClr val="accent6"/>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grpSp>
        <p:nvGrpSpPr>
          <p:cNvPr id="69" name="ATM3" descr="{&quot;Key&quot;:&quot;POWER_USER_SHAPE_ICON&quot;,&quot;Value&quot;:&quot;POWER_USER_SHAPE_ICON_STYLE_1&quot;}">
            <a:extLst>
              <a:ext uri="{FF2B5EF4-FFF2-40B4-BE49-F238E27FC236}">
                <a16:creationId xmlns:a16="http://schemas.microsoft.com/office/drawing/2014/main" id="{1DC648FF-869F-42AA-BA85-4C5C7A27C047}"/>
              </a:ext>
            </a:extLst>
          </p:cNvPr>
          <p:cNvGrpSpPr>
            <a:grpSpLocks noChangeAspect="1"/>
          </p:cNvGrpSpPr>
          <p:nvPr/>
        </p:nvGrpSpPr>
        <p:grpSpPr>
          <a:xfrm>
            <a:off x="1087656" y="4905019"/>
            <a:ext cx="487900" cy="542925"/>
            <a:chOff x="9676988" y="3463177"/>
            <a:chExt cx="374044" cy="416228"/>
          </a:xfrm>
          <a:solidFill>
            <a:schemeClr val="accent5"/>
          </a:solidFill>
        </p:grpSpPr>
        <p:sp>
          <p:nvSpPr>
            <p:cNvPr id="70" name="Freeform 2519">
              <a:extLst>
                <a:ext uri="{FF2B5EF4-FFF2-40B4-BE49-F238E27FC236}">
                  <a16:creationId xmlns:a16="http://schemas.microsoft.com/office/drawing/2014/main" id="{9AB4F83E-167D-41F8-A8C1-5BCFFBDC3C6A}"/>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2520">
              <a:extLst>
                <a:ext uri="{FF2B5EF4-FFF2-40B4-BE49-F238E27FC236}">
                  <a16:creationId xmlns:a16="http://schemas.microsoft.com/office/drawing/2014/main" id="{4FD9CC73-441C-4B50-8427-3070378D5C68}"/>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2521">
              <a:extLst>
                <a:ext uri="{FF2B5EF4-FFF2-40B4-BE49-F238E27FC236}">
                  <a16:creationId xmlns:a16="http://schemas.microsoft.com/office/drawing/2014/main" id="{E75F0FE5-658C-4312-B5E4-87B901974A8A}"/>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2522">
              <a:extLst>
                <a:ext uri="{FF2B5EF4-FFF2-40B4-BE49-F238E27FC236}">
                  <a16:creationId xmlns:a16="http://schemas.microsoft.com/office/drawing/2014/main" id="{D554E6F9-0BE4-4083-B3B2-1A80D7D34C98}"/>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2523">
              <a:extLst>
                <a:ext uri="{FF2B5EF4-FFF2-40B4-BE49-F238E27FC236}">
                  <a16:creationId xmlns:a16="http://schemas.microsoft.com/office/drawing/2014/main" id="{5E83E1AD-3ABA-4BB3-BB8E-589554770A7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2524">
              <a:extLst>
                <a:ext uri="{FF2B5EF4-FFF2-40B4-BE49-F238E27FC236}">
                  <a16:creationId xmlns:a16="http://schemas.microsoft.com/office/drawing/2014/main" id="{D2AFC4D2-6C25-4013-A8B1-6F365C72618E}"/>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2525">
              <a:extLst>
                <a:ext uri="{FF2B5EF4-FFF2-40B4-BE49-F238E27FC236}">
                  <a16:creationId xmlns:a16="http://schemas.microsoft.com/office/drawing/2014/main" id="{96F365B3-0186-4C2E-AD66-EE072DCBE69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2526">
              <a:extLst>
                <a:ext uri="{FF2B5EF4-FFF2-40B4-BE49-F238E27FC236}">
                  <a16:creationId xmlns:a16="http://schemas.microsoft.com/office/drawing/2014/main" id="{A3E753BC-B38D-4DD4-A7B2-54A45C67F5D8}"/>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2527">
              <a:extLst>
                <a:ext uri="{FF2B5EF4-FFF2-40B4-BE49-F238E27FC236}">
                  <a16:creationId xmlns:a16="http://schemas.microsoft.com/office/drawing/2014/main" id="{584AEC9A-D027-4574-B0A3-0A03FDD4C502}"/>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2528">
              <a:extLst>
                <a:ext uri="{FF2B5EF4-FFF2-40B4-BE49-F238E27FC236}">
                  <a16:creationId xmlns:a16="http://schemas.microsoft.com/office/drawing/2014/main" id="{3C9389C8-4BC8-467E-96E1-106920E74DDF}"/>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2529">
              <a:extLst>
                <a:ext uri="{FF2B5EF4-FFF2-40B4-BE49-F238E27FC236}">
                  <a16:creationId xmlns:a16="http://schemas.microsoft.com/office/drawing/2014/main" id="{39696E1E-EC6B-4BDF-B84C-50CFE905D4B5}"/>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2530">
              <a:extLst>
                <a:ext uri="{FF2B5EF4-FFF2-40B4-BE49-F238E27FC236}">
                  <a16:creationId xmlns:a16="http://schemas.microsoft.com/office/drawing/2014/main" id="{E2FEBA14-60A6-41B7-8412-FD0591233741}"/>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2531">
              <a:extLst>
                <a:ext uri="{FF2B5EF4-FFF2-40B4-BE49-F238E27FC236}">
                  <a16:creationId xmlns:a16="http://schemas.microsoft.com/office/drawing/2014/main" id="{1EC271E5-D731-4822-86DC-468C5DA5FE10}"/>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2532">
              <a:extLst>
                <a:ext uri="{FF2B5EF4-FFF2-40B4-BE49-F238E27FC236}">
                  <a16:creationId xmlns:a16="http://schemas.microsoft.com/office/drawing/2014/main" id="{1C994B4E-0310-46AD-81E7-745D88A4CC4D}"/>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86" name="Straight Connector 85">
            <a:extLst>
              <a:ext uri="{FF2B5EF4-FFF2-40B4-BE49-F238E27FC236}">
                <a16:creationId xmlns:a16="http://schemas.microsoft.com/office/drawing/2014/main" id="{38F651AA-2709-451A-99C7-EA445FF3E0AE}"/>
              </a:ext>
            </a:extLst>
          </p:cNvPr>
          <p:cNvCxnSpPr/>
          <p:nvPr/>
        </p:nvCxnSpPr>
        <p:spPr>
          <a:xfrm>
            <a:off x="609600" y="4743562"/>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87" name="Artification_Intelligence" descr="{&quot;Key&quot;:&quot;POWER_USER_SHAPE_ICON&quot;,&quot;Value&quot;:&quot;POWER_USER_SHAPE_ICON_STYLE_1&quot;}">
            <a:extLst>
              <a:ext uri="{FF2B5EF4-FFF2-40B4-BE49-F238E27FC236}">
                <a16:creationId xmlns:a16="http://schemas.microsoft.com/office/drawing/2014/main" id="{26611CD4-1319-46F6-AA79-FCB871A77694}"/>
              </a:ext>
            </a:extLst>
          </p:cNvPr>
          <p:cNvGrpSpPr>
            <a:grpSpLocks noChangeAspect="1"/>
          </p:cNvGrpSpPr>
          <p:nvPr/>
        </p:nvGrpSpPr>
        <p:grpSpPr>
          <a:xfrm>
            <a:off x="1034263" y="5700677"/>
            <a:ext cx="594687" cy="542925"/>
            <a:chOff x="2311400" y="3027363"/>
            <a:chExt cx="820738" cy="749300"/>
          </a:xfrm>
          <a:noFill/>
        </p:grpSpPr>
        <p:sp>
          <p:nvSpPr>
            <p:cNvPr id="91" name="Freeform 6">
              <a:extLst>
                <a:ext uri="{FF2B5EF4-FFF2-40B4-BE49-F238E27FC236}">
                  <a16:creationId xmlns:a16="http://schemas.microsoft.com/office/drawing/2014/main" id="{469CB31E-A983-408F-9EAF-FD43F40CB9B2}"/>
                </a:ext>
              </a:extLst>
            </p:cNvPr>
            <p:cNvSpPr>
              <a:spLocks/>
            </p:cNvSpPr>
            <p:nvPr/>
          </p:nvSpPr>
          <p:spPr bwMode="auto">
            <a:xfrm>
              <a:off x="2316163" y="3032125"/>
              <a:ext cx="379413" cy="739775"/>
            </a:xfrm>
            <a:custGeom>
              <a:avLst/>
              <a:gdLst>
                <a:gd name="T0" fmla="*/ 564 w 564"/>
                <a:gd name="T1" fmla="*/ 183 h 1095"/>
                <a:gd name="T2" fmla="*/ 381 w 564"/>
                <a:gd name="T3" fmla="*/ 0 h 1095"/>
                <a:gd name="T4" fmla="*/ 198 w 564"/>
                <a:gd name="T5" fmla="*/ 183 h 1095"/>
                <a:gd name="T6" fmla="*/ 61 w 564"/>
                <a:gd name="T7" fmla="*/ 321 h 1095"/>
                <a:gd name="T8" fmla="*/ 86 w 564"/>
                <a:gd name="T9" fmla="*/ 400 h 1095"/>
                <a:gd name="T10" fmla="*/ 0 w 564"/>
                <a:gd name="T11" fmla="*/ 564 h 1095"/>
                <a:gd name="T12" fmla="*/ 96 w 564"/>
                <a:gd name="T13" fmla="*/ 733 h 1095"/>
                <a:gd name="T14" fmla="*/ 86 w 564"/>
                <a:gd name="T15" fmla="*/ 785 h 1095"/>
                <a:gd name="T16" fmla="*/ 241 w 564"/>
                <a:gd name="T17" fmla="*/ 940 h 1095"/>
                <a:gd name="T18" fmla="*/ 254 w 564"/>
                <a:gd name="T19" fmla="*/ 938 h 1095"/>
                <a:gd name="T20" fmla="*/ 253 w 564"/>
                <a:gd name="T21" fmla="*/ 940 h 1095"/>
                <a:gd name="T22" fmla="*/ 409 w 564"/>
                <a:gd name="T23" fmla="*/ 1095 h 1095"/>
                <a:gd name="T24" fmla="*/ 564 w 564"/>
                <a:gd name="T25" fmla="*/ 940 h 1095"/>
                <a:gd name="T26" fmla="*/ 564 w 564"/>
                <a:gd name="T27" fmla="*/ 183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564" y="183"/>
                  </a:moveTo>
                  <a:cubicBezTo>
                    <a:pt x="564" y="82"/>
                    <a:pt x="482" y="0"/>
                    <a:pt x="381" y="0"/>
                  </a:cubicBezTo>
                  <a:cubicBezTo>
                    <a:pt x="280" y="0"/>
                    <a:pt x="198" y="82"/>
                    <a:pt x="198" y="183"/>
                  </a:cubicBezTo>
                  <a:cubicBezTo>
                    <a:pt x="122" y="183"/>
                    <a:pt x="61" y="245"/>
                    <a:pt x="61" y="321"/>
                  </a:cubicBezTo>
                  <a:cubicBezTo>
                    <a:pt x="61" y="351"/>
                    <a:pt x="70" y="378"/>
                    <a:pt x="86" y="400"/>
                  </a:cubicBezTo>
                  <a:cubicBezTo>
                    <a:pt x="34" y="436"/>
                    <a:pt x="0" y="496"/>
                    <a:pt x="0" y="564"/>
                  </a:cubicBezTo>
                  <a:cubicBezTo>
                    <a:pt x="0" y="636"/>
                    <a:pt x="39" y="698"/>
                    <a:pt x="96" y="733"/>
                  </a:cubicBezTo>
                  <a:cubicBezTo>
                    <a:pt x="90" y="749"/>
                    <a:pt x="86" y="766"/>
                    <a:pt x="86" y="785"/>
                  </a:cubicBezTo>
                  <a:cubicBezTo>
                    <a:pt x="86" y="870"/>
                    <a:pt x="156" y="940"/>
                    <a:pt x="241" y="940"/>
                  </a:cubicBezTo>
                  <a:cubicBezTo>
                    <a:pt x="245" y="940"/>
                    <a:pt x="249" y="939"/>
                    <a:pt x="254" y="938"/>
                  </a:cubicBezTo>
                  <a:cubicBezTo>
                    <a:pt x="254" y="939"/>
                    <a:pt x="253" y="939"/>
                    <a:pt x="253" y="940"/>
                  </a:cubicBezTo>
                  <a:cubicBezTo>
                    <a:pt x="253" y="1025"/>
                    <a:pt x="323" y="1095"/>
                    <a:pt x="409" y="1095"/>
                  </a:cubicBezTo>
                  <a:cubicBezTo>
                    <a:pt x="494" y="1095"/>
                    <a:pt x="564" y="1025"/>
                    <a:pt x="564" y="940"/>
                  </a:cubicBezTo>
                  <a:lnTo>
                    <a:pt x="564" y="183"/>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
              <a:extLst>
                <a:ext uri="{FF2B5EF4-FFF2-40B4-BE49-F238E27FC236}">
                  <a16:creationId xmlns:a16="http://schemas.microsoft.com/office/drawing/2014/main" id="{01A97113-3A68-49E2-9B2B-15B387D99A14}"/>
                </a:ext>
              </a:extLst>
            </p:cNvPr>
            <p:cNvSpPr>
              <a:spLocks/>
            </p:cNvSpPr>
            <p:nvPr/>
          </p:nvSpPr>
          <p:spPr bwMode="auto">
            <a:xfrm>
              <a:off x="2746375" y="3032125"/>
              <a:ext cx="379413" cy="739775"/>
            </a:xfrm>
            <a:custGeom>
              <a:avLst/>
              <a:gdLst>
                <a:gd name="T0" fmla="*/ 0 w 564"/>
                <a:gd name="T1" fmla="*/ 912 h 1095"/>
                <a:gd name="T2" fmla="*/ 183 w 564"/>
                <a:gd name="T3" fmla="*/ 1095 h 1095"/>
                <a:gd name="T4" fmla="*/ 366 w 564"/>
                <a:gd name="T5" fmla="*/ 912 h 1095"/>
                <a:gd name="T6" fmla="*/ 503 w 564"/>
                <a:gd name="T7" fmla="*/ 774 h 1095"/>
                <a:gd name="T8" fmla="*/ 477 w 564"/>
                <a:gd name="T9" fmla="*/ 695 h 1095"/>
                <a:gd name="T10" fmla="*/ 564 w 564"/>
                <a:gd name="T11" fmla="*/ 531 h 1095"/>
                <a:gd name="T12" fmla="*/ 468 w 564"/>
                <a:gd name="T13" fmla="*/ 362 h 1095"/>
                <a:gd name="T14" fmla="*/ 478 w 564"/>
                <a:gd name="T15" fmla="*/ 311 h 1095"/>
                <a:gd name="T16" fmla="*/ 323 w 564"/>
                <a:gd name="T17" fmla="*/ 156 h 1095"/>
                <a:gd name="T18" fmla="*/ 310 w 564"/>
                <a:gd name="T19" fmla="*/ 157 h 1095"/>
                <a:gd name="T20" fmla="*/ 310 w 564"/>
                <a:gd name="T21" fmla="*/ 156 h 1095"/>
                <a:gd name="T22" fmla="*/ 155 w 564"/>
                <a:gd name="T23" fmla="*/ 0 h 1095"/>
                <a:gd name="T24" fmla="*/ 0 w 564"/>
                <a:gd name="T25" fmla="*/ 156 h 1095"/>
                <a:gd name="T26" fmla="*/ 0 w 564"/>
                <a:gd name="T27" fmla="*/ 912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0" y="912"/>
                  </a:moveTo>
                  <a:cubicBezTo>
                    <a:pt x="0" y="1013"/>
                    <a:pt x="82" y="1095"/>
                    <a:pt x="183" y="1095"/>
                  </a:cubicBezTo>
                  <a:cubicBezTo>
                    <a:pt x="284" y="1095"/>
                    <a:pt x="366" y="1013"/>
                    <a:pt x="366" y="912"/>
                  </a:cubicBezTo>
                  <a:cubicBezTo>
                    <a:pt x="442" y="912"/>
                    <a:pt x="503" y="850"/>
                    <a:pt x="503" y="774"/>
                  </a:cubicBezTo>
                  <a:cubicBezTo>
                    <a:pt x="503" y="745"/>
                    <a:pt x="493" y="717"/>
                    <a:pt x="477" y="695"/>
                  </a:cubicBezTo>
                  <a:cubicBezTo>
                    <a:pt x="529" y="659"/>
                    <a:pt x="564" y="599"/>
                    <a:pt x="564" y="531"/>
                  </a:cubicBezTo>
                  <a:cubicBezTo>
                    <a:pt x="564" y="459"/>
                    <a:pt x="525" y="397"/>
                    <a:pt x="468" y="362"/>
                  </a:cubicBezTo>
                  <a:cubicBezTo>
                    <a:pt x="474" y="346"/>
                    <a:pt x="478" y="329"/>
                    <a:pt x="478" y="311"/>
                  </a:cubicBezTo>
                  <a:cubicBezTo>
                    <a:pt x="478" y="225"/>
                    <a:pt x="408" y="156"/>
                    <a:pt x="323" y="156"/>
                  </a:cubicBezTo>
                  <a:cubicBezTo>
                    <a:pt x="318" y="156"/>
                    <a:pt x="314" y="156"/>
                    <a:pt x="310" y="157"/>
                  </a:cubicBezTo>
                  <a:cubicBezTo>
                    <a:pt x="310" y="156"/>
                    <a:pt x="310" y="156"/>
                    <a:pt x="310" y="156"/>
                  </a:cubicBezTo>
                  <a:cubicBezTo>
                    <a:pt x="310" y="70"/>
                    <a:pt x="241" y="0"/>
                    <a:pt x="155" y="0"/>
                  </a:cubicBezTo>
                  <a:cubicBezTo>
                    <a:pt x="70" y="0"/>
                    <a:pt x="0" y="70"/>
                    <a:pt x="0" y="156"/>
                  </a:cubicBezTo>
                  <a:lnTo>
                    <a:pt x="0" y="91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Oval 8">
              <a:extLst>
                <a:ext uri="{FF2B5EF4-FFF2-40B4-BE49-F238E27FC236}">
                  <a16:creationId xmlns:a16="http://schemas.microsoft.com/office/drawing/2014/main" id="{DD0AA6DD-A586-4FD9-BB25-4D98AFA08590}"/>
                </a:ext>
              </a:extLst>
            </p:cNvPr>
            <p:cNvSpPr>
              <a:spLocks noChangeArrowheads="1"/>
            </p:cNvSpPr>
            <p:nvPr/>
          </p:nvSpPr>
          <p:spPr bwMode="auto">
            <a:xfrm>
              <a:off x="2881313" y="3354388"/>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
              <a:extLst>
                <a:ext uri="{FF2B5EF4-FFF2-40B4-BE49-F238E27FC236}">
                  <a16:creationId xmlns:a16="http://schemas.microsoft.com/office/drawing/2014/main" id="{64F506BD-C415-42B3-A4F9-7A22C30F4722}"/>
                </a:ext>
              </a:extLst>
            </p:cNvPr>
            <p:cNvSpPr>
              <a:spLocks noChangeArrowheads="1"/>
            </p:cNvSpPr>
            <p:nvPr/>
          </p:nvSpPr>
          <p:spPr bwMode="auto">
            <a:xfrm>
              <a:off x="2887663" y="3544888"/>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10">
              <a:extLst>
                <a:ext uri="{FF2B5EF4-FFF2-40B4-BE49-F238E27FC236}">
                  <a16:creationId xmlns:a16="http://schemas.microsoft.com/office/drawing/2014/main" id="{BF200DFD-A5EA-4897-9B46-81FD91644E51}"/>
                </a:ext>
              </a:extLst>
            </p:cNvPr>
            <p:cNvSpPr>
              <a:spLocks noChangeArrowheads="1"/>
            </p:cNvSpPr>
            <p:nvPr/>
          </p:nvSpPr>
          <p:spPr bwMode="auto">
            <a:xfrm>
              <a:off x="2987675" y="3433763"/>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Oval 11">
              <a:extLst>
                <a:ext uri="{FF2B5EF4-FFF2-40B4-BE49-F238E27FC236}">
                  <a16:creationId xmlns:a16="http://schemas.microsoft.com/office/drawing/2014/main" id="{26455D05-1908-4AB9-8E3C-8D0756998DCB}"/>
                </a:ext>
              </a:extLst>
            </p:cNvPr>
            <p:cNvSpPr>
              <a:spLocks noChangeArrowheads="1"/>
            </p:cNvSpPr>
            <p:nvPr/>
          </p:nvSpPr>
          <p:spPr bwMode="auto">
            <a:xfrm>
              <a:off x="2984500" y="3314700"/>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Oval 12">
              <a:extLst>
                <a:ext uri="{FF2B5EF4-FFF2-40B4-BE49-F238E27FC236}">
                  <a16:creationId xmlns:a16="http://schemas.microsoft.com/office/drawing/2014/main" id="{FD37759E-54EF-4101-94AD-4E1F021727BE}"/>
                </a:ext>
              </a:extLst>
            </p:cNvPr>
            <p:cNvSpPr>
              <a:spLocks noChangeArrowheads="1"/>
            </p:cNvSpPr>
            <p:nvPr/>
          </p:nvSpPr>
          <p:spPr bwMode="auto">
            <a:xfrm>
              <a:off x="2835275" y="3167063"/>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Oval 13">
              <a:extLst>
                <a:ext uri="{FF2B5EF4-FFF2-40B4-BE49-F238E27FC236}">
                  <a16:creationId xmlns:a16="http://schemas.microsoft.com/office/drawing/2014/main" id="{856E1CB6-B426-452D-BC9D-402DD5397F36}"/>
                </a:ext>
              </a:extLst>
            </p:cNvPr>
            <p:cNvSpPr>
              <a:spLocks noChangeArrowheads="1"/>
            </p:cNvSpPr>
            <p:nvPr/>
          </p:nvSpPr>
          <p:spPr bwMode="auto">
            <a:xfrm>
              <a:off x="2508250" y="3397250"/>
              <a:ext cx="52388"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Oval 14">
              <a:extLst>
                <a:ext uri="{FF2B5EF4-FFF2-40B4-BE49-F238E27FC236}">
                  <a16:creationId xmlns:a16="http://schemas.microsoft.com/office/drawing/2014/main" id="{3B9F2FF6-B1F4-4088-8334-A28483672F8F}"/>
                </a:ext>
              </a:extLst>
            </p:cNvPr>
            <p:cNvSpPr>
              <a:spLocks noChangeArrowheads="1"/>
            </p:cNvSpPr>
            <p:nvPr/>
          </p:nvSpPr>
          <p:spPr bwMode="auto">
            <a:xfrm>
              <a:off x="2500313" y="3205163"/>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15">
              <a:extLst>
                <a:ext uri="{FF2B5EF4-FFF2-40B4-BE49-F238E27FC236}">
                  <a16:creationId xmlns:a16="http://schemas.microsoft.com/office/drawing/2014/main" id="{7171CAC4-55FA-4497-BF5F-F8652A43026E}"/>
                </a:ext>
              </a:extLst>
            </p:cNvPr>
            <p:cNvSpPr>
              <a:spLocks noChangeArrowheads="1"/>
            </p:cNvSpPr>
            <p:nvPr/>
          </p:nvSpPr>
          <p:spPr bwMode="auto">
            <a:xfrm>
              <a:off x="2400300" y="3317875"/>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Oval 16">
              <a:extLst>
                <a:ext uri="{FF2B5EF4-FFF2-40B4-BE49-F238E27FC236}">
                  <a16:creationId xmlns:a16="http://schemas.microsoft.com/office/drawing/2014/main" id="{DCFB7056-8210-4C76-96FB-0F4490286F50}"/>
                </a:ext>
              </a:extLst>
            </p:cNvPr>
            <p:cNvSpPr>
              <a:spLocks noChangeArrowheads="1"/>
            </p:cNvSpPr>
            <p:nvPr/>
          </p:nvSpPr>
          <p:spPr bwMode="auto">
            <a:xfrm>
              <a:off x="2405063" y="3435350"/>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Oval 17">
              <a:extLst>
                <a:ext uri="{FF2B5EF4-FFF2-40B4-BE49-F238E27FC236}">
                  <a16:creationId xmlns:a16="http://schemas.microsoft.com/office/drawing/2014/main" id="{0EFF5E83-808B-4349-8F82-A27024F7B0FA}"/>
                </a:ext>
              </a:extLst>
            </p:cNvPr>
            <p:cNvSpPr>
              <a:spLocks noChangeArrowheads="1"/>
            </p:cNvSpPr>
            <p:nvPr/>
          </p:nvSpPr>
          <p:spPr bwMode="auto">
            <a:xfrm>
              <a:off x="2554288" y="3582988"/>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8">
              <a:extLst>
                <a:ext uri="{FF2B5EF4-FFF2-40B4-BE49-F238E27FC236}">
                  <a16:creationId xmlns:a16="http://schemas.microsoft.com/office/drawing/2014/main" id="{F2341A15-3E61-4D21-9ED5-C9AFD3B861B9}"/>
                </a:ext>
              </a:extLst>
            </p:cNvPr>
            <p:cNvSpPr>
              <a:spLocks noEditPoints="1"/>
            </p:cNvSpPr>
            <p:nvPr/>
          </p:nvSpPr>
          <p:spPr bwMode="auto">
            <a:xfrm>
              <a:off x="2311400" y="3027363"/>
              <a:ext cx="390525" cy="749300"/>
            </a:xfrm>
            <a:custGeom>
              <a:avLst/>
              <a:gdLst>
                <a:gd name="T0" fmla="*/ 270 w 580"/>
                <a:gd name="T1" fmla="*/ 937 h 1111"/>
                <a:gd name="T2" fmla="*/ 270 w 580"/>
                <a:gd name="T3" fmla="*/ 948 h 1111"/>
                <a:gd name="T4" fmla="*/ 417 w 580"/>
                <a:gd name="T5" fmla="*/ 1094 h 1111"/>
                <a:gd name="T6" fmla="*/ 563 w 580"/>
                <a:gd name="T7" fmla="*/ 948 h 1111"/>
                <a:gd name="T8" fmla="*/ 563 w 580"/>
                <a:gd name="T9" fmla="*/ 191 h 1111"/>
                <a:gd name="T10" fmla="*/ 389 w 580"/>
                <a:gd name="T11" fmla="*/ 17 h 1111"/>
                <a:gd name="T12" fmla="*/ 214 w 580"/>
                <a:gd name="T13" fmla="*/ 191 h 1111"/>
                <a:gd name="T14" fmla="*/ 214 w 580"/>
                <a:gd name="T15" fmla="*/ 200 h 1111"/>
                <a:gd name="T16" fmla="*/ 206 w 580"/>
                <a:gd name="T17" fmla="*/ 200 h 1111"/>
                <a:gd name="T18" fmla="*/ 77 w 580"/>
                <a:gd name="T19" fmla="*/ 329 h 1111"/>
                <a:gd name="T20" fmla="*/ 101 w 580"/>
                <a:gd name="T21" fmla="*/ 404 h 1111"/>
                <a:gd name="T22" fmla="*/ 106 w 580"/>
                <a:gd name="T23" fmla="*/ 411 h 1111"/>
                <a:gd name="T24" fmla="*/ 99 w 580"/>
                <a:gd name="T25" fmla="*/ 415 h 1111"/>
                <a:gd name="T26" fmla="*/ 16 w 580"/>
                <a:gd name="T27" fmla="*/ 572 h 1111"/>
                <a:gd name="T28" fmla="*/ 108 w 580"/>
                <a:gd name="T29" fmla="*/ 734 h 1111"/>
                <a:gd name="T30" fmla="*/ 114 w 580"/>
                <a:gd name="T31" fmla="*/ 737 h 1111"/>
                <a:gd name="T32" fmla="*/ 112 w 580"/>
                <a:gd name="T33" fmla="*/ 743 h 1111"/>
                <a:gd name="T34" fmla="*/ 102 w 580"/>
                <a:gd name="T35" fmla="*/ 793 h 1111"/>
                <a:gd name="T36" fmla="*/ 249 w 580"/>
                <a:gd name="T37" fmla="*/ 939 h 1111"/>
                <a:gd name="T38" fmla="*/ 256 w 580"/>
                <a:gd name="T39" fmla="*/ 939 h 1111"/>
                <a:gd name="T40" fmla="*/ 261 w 580"/>
                <a:gd name="T41" fmla="*/ 938 h 1111"/>
                <a:gd name="T42" fmla="*/ 270 w 580"/>
                <a:gd name="T43" fmla="*/ 937 h 1111"/>
                <a:gd name="T44" fmla="*/ 417 w 580"/>
                <a:gd name="T45" fmla="*/ 1111 h 1111"/>
                <a:gd name="T46" fmla="*/ 253 w 580"/>
                <a:gd name="T47" fmla="*/ 956 h 1111"/>
                <a:gd name="T48" fmla="*/ 249 w 580"/>
                <a:gd name="T49" fmla="*/ 956 h 1111"/>
                <a:gd name="T50" fmla="*/ 86 w 580"/>
                <a:gd name="T51" fmla="*/ 793 h 1111"/>
                <a:gd name="T52" fmla="*/ 94 w 580"/>
                <a:gd name="T53" fmla="*/ 744 h 1111"/>
                <a:gd name="T54" fmla="*/ 0 w 580"/>
                <a:gd name="T55" fmla="*/ 572 h 1111"/>
                <a:gd name="T56" fmla="*/ 83 w 580"/>
                <a:gd name="T57" fmla="*/ 406 h 1111"/>
                <a:gd name="T58" fmla="*/ 60 w 580"/>
                <a:gd name="T59" fmla="*/ 329 h 1111"/>
                <a:gd name="T60" fmla="*/ 198 w 580"/>
                <a:gd name="T61" fmla="*/ 183 h 1111"/>
                <a:gd name="T62" fmla="*/ 389 w 580"/>
                <a:gd name="T63" fmla="*/ 0 h 1111"/>
                <a:gd name="T64" fmla="*/ 580 w 580"/>
                <a:gd name="T65" fmla="*/ 191 h 1111"/>
                <a:gd name="T66" fmla="*/ 580 w 580"/>
                <a:gd name="T67" fmla="*/ 948 h 1111"/>
                <a:gd name="T68" fmla="*/ 417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270" y="937"/>
                  </a:moveTo>
                  <a:lnTo>
                    <a:pt x="270" y="948"/>
                  </a:lnTo>
                  <a:cubicBezTo>
                    <a:pt x="270" y="1028"/>
                    <a:pt x="336" y="1094"/>
                    <a:pt x="417" y="1094"/>
                  </a:cubicBezTo>
                  <a:cubicBezTo>
                    <a:pt x="497" y="1094"/>
                    <a:pt x="563" y="1028"/>
                    <a:pt x="563" y="948"/>
                  </a:cubicBezTo>
                  <a:lnTo>
                    <a:pt x="563" y="191"/>
                  </a:lnTo>
                  <a:cubicBezTo>
                    <a:pt x="563" y="95"/>
                    <a:pt x="485" y="17"/>
                    <a:pt x="389" y="17"/>
                  </a:cubicBezTo>
                  <a:cubicBezTo>
                    <a:pt x="293" y="17"/>
                    <a:pt x="214" y="95"/>
                    <a:pt x="214" y="191"/>
                  </a:cubicBezTo>
                  <a:lnTo>
                    <a:pt x="214" y="200"/>
                  </a:lnTo>
                  <a:lnTo>
                    <a:pt x="206" y="200"/>
                  </a:lnTo>
                  <a:cubicBezTo>
                    <a:pt x="135" y="200"/>
                    <a:pt x="77" y="257"/>
                    <a:pt x="77" y="329"/>
                  </a:cubicBezTo>
                  <a:cubicBezTo>
                    <a:pt x="77" y="356"/>
                    <a:pt x="85" y="381"/>
                    <a:pt x="101" y="404"/>
                  </a:cubicBezTo>
                  <a:lnTo>
                    <a:pt x="106" y="411"/>
                  </a:lnTo>
                  <a:lnTo>
                    <a:pt x="99" y="415"/>
                  </a:lnTo>
                  <a:cubicBezTo>
                    <a:pt x="47" y="451"/>
                    <a:pt x="16" y="509"/>
                    <a:pt x="16" y="572"/>
                  </a:cubicBezTo>
                  <a:cubicBezTo>
                    <a:pt x="16" y="638"/>
                    <a:pt x="51" y="699"/>
                    <a:pt x="108" y="734"/>
                  </a:cubicBezTo>
                  <a:lnTo>
                    <a:pt x="114" y="737"/>
                  </a:lnTo>
                  <a:lnTo>
                    <a:pt x="112" y="743"/>
                  </a:lnTo>
                  <a:cubicBezTo>
                    <a:pt x="105" y="761"/>
                    <a:pt x="102" y="777"/>
                    <a:pt x="102" y="793"/>
                  </a:cubicBezTo>
                  <a:cubicBezTo>
                    <a:pt x="102" y="873"/>
                    <a:pt x="168" y="939"/>
                    <a:pt x="249" y="939"/>
                  </a:cubicBezTo>
                  <a:cubicBezTo>
                    <a:pt x="251" y="939"/>
                    <a:pt x="254" y="939"/>
                    <a:pt x="256" y="939"/>
                  </a:cubicBezTo>
                  <a:cubicBezTo>
                    <a:pt x="257" y="938"/>
                    <a:pt x="259" y="938"/>
                    <a:pt x="261" y="938"/>
                  </a:cubicBezTo>
                  <a:lnTo>
                    <a:pt x="270" y="937"/>
                  </a:lnTo>
                  <a:close/>
                  <a:moveTo>
                    <a:pt x="417" y="1111"/>
                  </a:moveTo>
                  <a:cubicBezTo>
                    <a:pt x="329" y="1111"/>
                    <a:pt x="258" y="1042"/>
                    <a:pt x="253" y="956"/>
                  </a:cubicBezTo>
                  <a:cubicBezTo>
                    <a:pt x="252" y="956"/>
                    <a:pt x="251" y="956"/>
                    <a:pt x="249" y="956"/>
                  </a:cubicBezTo>
                  <a:cubicBezTo>
                    <a:pt x="159" y="956"/>
                    <a:pt x="86" y="883"/>
                    <a:pt x="86" y="793"/>
                  </a:cubicBezTo>
                  <a:cubicBezTo>
                    <a:pt x="86" y="777"/>
                    <a:pt x="88" y="761"/>
                    <a:pt x="94" y="744"/>
                  </a:cubicBezTo>
                  <a:cubicBezTo>
                    <a:pt x="35" y="706"/>
                    <a:pt x="0" y="642"/>
                    <a:pt x="0" y="572"/>
                  </a:cubicBezTo>
                  <a:cubicBezTo>
                    <a:pt x="0" y="507"/>
                    <a:pt x="31" y="445"/>
                    <a:pt x="83" y="406"/>
                  </a:cubicBezTo>
                  <a:cubicBezTo>
                    <a:pt x="68" y="383"/>
                    <a:pt x="60" y="356"/>
                    <a:pt x="60" y="329"/>
                  </a:cubicBezTo>
                  <a:cubicBezTo>
                    <a:pt x="60" y="251"/>
                    <a:pt x="121" y="187"/>
                    <a:pt x="198" y="183"/>
                  </a:cubicBezTo>
                  <a:cubicBezTo>
                    <a:pt x="202" y="81"/>
                    <a:pt x="286" y="0"/>
                    <a:pt x="389" y="0"/>
                  </a:cubicBezTo>
                  <a:cubicBezTo>
                    <a:pt x="494" y="0"/>
                    <a:pt x="580" y="86"/>
                    <a:pt x="580" y="191"/>
                  </a:cubicBezTo>
                  <a:lnTo>
                    <a:pt x="580" y="948"/>
                  </a:lnTo>
                  <a:cubicBezTo>
                    <a:pt x="580" y="1038"/>
                    <a:pt x="507" y="1111"/>
                    <a:pt x="417" y="1111"/>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9">
              <a:extLst>
                <a:ext uri="{FF2B5EF4-FFF2-40B4-BE49-F238E27FC236}">
                  <a16:creationId xmlns:a16="http://schemas.microsoft.com/office/drawing/2014/main" id="{F30E7674-B41D-4248-9634-F3DF75C6F60A}"/>
                </a:ext>
              </a:extLst>
            </p:cNvPr>
            <p:cNvSpPr>
              <a:spLocks/>
            </p:cNvSpPr>
            <p:nvPr/>
          </p:nvSpPr>
          <p:spPr bwMode="auto">
            <a:xfrm>
              <a:off x="2444750" y="3155950"/>
              <a:ext cx="61913" cy="82550"/>
            </a:xfrm>
            <a:custGeom>
              <a:avLst/>
              <a:gdLst>
                <a:gd name="T0" fmla="*/ 91 w 93"/>
                <a:gd name="T1" fmla="*/ 122 h 122"/>
                <a:gd name="T2" fmla="*/ 0 w 93"/>
                <a:gd name="T3" fmla="*/ 0 h 122"/>
                <a:gd name="T4" fmla="*/ 16 w 93"/>
                <a:gd name="T5" fmla="*/ 0 h 122"/>
                <a:gd name="T6" fmla="*/ 93 w 93"/>
                <a:gd name="T7" fmla="*/ 106 h 122"/>
                <a:gd name="T8" fmla="*/ 91 w 93"/>
                <a:gd name="T9" fmla="*/ 122 h 122"/>
              </a:gdLst>
              <a:ahLst/>
              <a:cxnLst>
                <a:cxn ang="0">
                  <a:pos x="T0" y="T1"/>
                </a:cxn>
                <a:cxn ang="0">
                  <a:pos x="T2" y="T3"/>
                </a:cxn>
                <a:cxn ang="0">
                  <a:pos x="T4" y="T5"/>
                </a:cxn>
                <a:cxn ang="0">
                  <a:pos x="T6" y="T7"/>
                </a:cxn>
                <a:cxn ang="0">
                  <a:pos x="T8" y="T9"/>
                </a:cxn>
              </a:cxnLst>
              <a:rect l="0" t="0" r="r" b="b"/>
              <a:pathLst>
                <a:path w="93" h="122">
                  <a:moveTo>
                    <a:pt x="91" y="122"/>
                  </a:moveTo>
                  <a:cubicBezTo>
                    <a:pt x="0" y="110"/>
                    <a:pt x="0" y="1"/>
                    <a:pt x="0" y="0"/>
                  </a:cubicBezTo>
                  <a:lnTo>
                    <a:pt x="16" y="0"/>
                  </a:lnTo>
                  <a:cubicBezTo>
                    <a:pt x="16" y="4"/>
                    <a:pt x="17" y="96"/>
                    <a:pt x="93" y="106"/>
                  </a:cubicBezTo>
                  <a:lnTo>
                    <a:pt x="91" y="12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
              <a:extLst>
                <a:ext uri="{FF2B5EF4-FFF2-40B4-BE49-F238E27FC236}">
                  <a16:creationId xmlns:a16="http://schemas.microsoft.com/office/drawing/2014/main" id="{AABE7D79-6B19-4DEA-A612-6192ADD4EC5A}"/>
                </a:ext>
              </a:extLst>
            </p:cNvPr>
            <p:cNvSpPr>
              <a:spLocks/>
            </p:cNvSpPr>
            <p:nvPr/>
          </p:nvSpPr>
          <p:spPr bwMode="auto">
            <a:xfrm>
              <a:off x="2370138" y="3300413"/>
              <a:ext cx="39688" cy="36513"/>
            </a:xfrm>
            <a:custGeom>
              <a:avLst/>
              <a:gdLst>
                <a:gd name="T0" fmla="*/ 51 w 59"/>
                <a:gd name="T1" fmla="*/ 54 h 54"/>
                <a:gd name="T2" fmla="*/ 0 w 59"/>
                <a:gd name="T3" fmla="*/ 7 h 54"/>
                <a:gd name="T4" fmla="*/ 15 w 59"/>
                <a:gd name="T5" fmla="*/ 0 h 54"/>
                <a:gd name="T6" fmla="*/ 59 w 59"/>
                <a:gd name="T7" fmla="*/ 40 h 54"/>
                <a:gd name="T8" fmla="*/ 51 w 59"/>
                <a:gd name="T9" fmla="*/ 54 h 54"/>
              </a:gdLst>
              <a:ahLst/>
              <a:cxnLst>
                <a:cxn ang="0">
                  <a:pos x="T0" y="T1"/>
                </a:cxn>
                <a:cxn ang="0">
                  <a:pos x="T2" y="T3"/>
                </a:cxn>
                <a:cxn ang="0">
                  <a:pos x="T4" y="T5"/>
                </a:cxn>
                <a:cxn ang="0">
                  <a:pos x="T6" y="T7"/>
                </a:cxn>
                <a:cxn ang="0">
                  <a:pos x="T8" y="T9"/>
                </a:cxn>
              </a:cxnLst>
              <a:rect l="0" t="0" r="r" b="b"/>
              <a:pathLst>
                <a:path w="59" h="54">
                  <a:moveTo>
                    <a:pt x="51" y="54"/>
                  </a:moveTo>
                  <a:cubicBezTo>
                    <a:pt x="15" y="34"/>
                    <a:pt x="1" y="9"/>
                    <a:pt x="0" y="7"/>
                  </a:cubicBezTo>
                  <a:lnTo>
                    <a:pt x="15" y="0"/>
                  </a:lnTo>
                  <a:cubicBezTo>
                    <a:pt x="15" y="0"/>
                    <a:pt x="27" y="22"/>
                    <a:pt x="59" y="40"/>
                  </a:cubicBezTo>
                  <a:lnTo>
                    <a:pt x="51" y="54"/>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1">
              <a:extLst>
                <a:ext uri="{FF2B5EF4-FFF2-40B4-BE49-F238E27FC236}">
                  <a16:creationId xmlns:a16="http://schemas.microsoft.com/office/drawing/2014/main" id="{87ECAB18-3A47-4D5C-B20F-F01A137E55E3}"/>
                </a:ext>
              </a:extLst>
            </p:cNvPr>
            <p:cNvSpPr>
              <a:spLocks/>
            </p:cNvSpPr>
            <p:nvPr/>
          </p:nvSpPr>
          <p:spPr bwMode="auto">
            <a:xfrm>
              <a:off x="2374900" y="3479800"/>
              <a:ext cx="38100" cy="49213"/>
            </a:xfrm>
            <a:custGeom>
              <a:avLst/>
              <a:gdLst>
                <a:gd name="T0" fmla="*/ 15 w 55"/>
                <a:gd name="T1" fmla="*/ 74 h 74"/>
                <a:gd name="T2" fmla="*/ 0 w 55"/>
                <a:gd name="T3" fmla="*/ 68 h 74"/>
                <a:gd name="T4" fmla="*/ 42 w 55"/>
                <a:gd name="T5" fmla="*/ 0 h 74"/>
                <a:gd name="T6" fmla="*/ 55 w 55"/>
                <a:gd name="T7" fmla="*/ 11 h 74"/>
                <a:gd name="T8" fmla="*/ 15 w 55"/>
                <a:gd name="T9" fmla="*/ 74 h 74"/>
              </a:gdLst>
              <a:ahLst/>
              <a:cxnLst>
                <a:cxn ang="0">
                  <a:pos x="T0" y="T1"/>
                </a:cxn>
                <a:cxn ang="0">
                  <a:pos x="T2" y="T3"/>
                </a:cxn>
                <a:cxn ang="0">
                  <a:pos x="T4" y="T5"/>
                </a:cxn>
                <a:cxn ang="0">
                  <a:pos x="T6" y="T7"/>
                </a:cxn>
                <a:cxn ang="0">
                  <a:pos x="T8" y="T9"/>
                </a:cxn>
              </a:cxnLst>
              <a:rect l="0" t="0" r="r" b="b"/>
              <a:pathLst>
                <a:path w="55" h="74">
                  <a:moveTo>
                    <a:pt x="15" y="74"/>
                  </a:moveTo>
                  <a:lnTo>
                    <a:pt x="0" y="68"/>
                  </a:lnTo>
                  <a:cubicBezTo>
                    <a:pt x="0" y="66"/>
                    <a:pt x="14" y="31"/>
                    <a:pt x="42" y="0"/>
                  </a:cubicBezTo>
                  <a:lnTo>
                    <a:pt x="55" y="11"/>
                  </a:lnTo>
                  <a:cubicBezTo>
                    <a:pt x="28" y="40"/>
                    <a:pt x="16" y="73"/>
                    <a:pt x="15"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2">
              <a:extLst>
                <a:ext uri="{FF2B5EF4-FFF2-40B4-BE49-F238E27FC236}">
                  <a16:creationId xmlns:a16="http://schemas.microsoft.com/office/drawing/2014/main" id="{DDE1FB6C-4BF8-422C-A7E4-553FCFA80F58}"/>
                </a:ext>
              </a:extLst>
            </p:cNvPr>
            <p:cNvSpPr>
              <a:spLocks/>
            </p:cNvSpPr>
            <p:nvPr/>
          </p:nvSpPr>
          <p:spPr bwMode="auto">
            <a:xfrm>
              <a:off x="2486025" y="3625850"/>
              <a:ext cx="80963" cy="46038"/>
            </a:xfrm>
            <a:custGeom>
              <a:avLst/>
              <a:gdLst>
                <a:gd name="T0" fmla="*/ 10 w 121"/>
                <a:gd name="T1" fmla="*/ 68 h 68"/>
                <a:gd name="T2" fmla="*/ 0 w 121"/>
                <a:gd name="T3" fmla="*/ 68 h 68"/>
                <a:gd name="T4" fmla="*/ 3 w 121"/>
                <a:gd name="T5" fmla="*/ 51 h 68"/>
                <a:gd name="T6" fmla="*/ 107 w 121"/>
                <a:gd name="T7" fmla="*/ 0 h 68"/>
                <a:gd name="T8" fmla="*/ 121 w 121"/>
                <a:gd name="T9" fmla="*/ 9 h 68"/>
                <a:gd name="T10" fmla="*/ 10 w 121"/>
                <a:gd name="T11" fmla="*/ 68 h 68"/>
              </a:gdLst>
              <a:ahLst/>
              <a:cxnLst>
                <a:cxn ang="0">
                  <a:pos x="T0" y="T1"/>
                </a:cxn>
                <a:cxn ang="0">
                  <a:pos x="T2" y="T3"/>
                </a:cxn>
                <a:cxn ang="0">
                  <a:pos x="T4" y="T5"/>
                </a:cxn>
                <a:cxn ang="0">
                  <a:pos x="T6" y="T7"/>
                </a:cxn>
                <a:cxn ang="0">
                  <a:pos x="T8" y="T9"/>
                </a:cxn>
                <a:cxn ang="0">
                  <a:pos x="T10" y="T11"/>
                </a:cxn>
              </a:cxnLst>
              <a:rect l="0" t="0" r="r" b="b"/>
              <a:pathLst>
                <a:path w="121" h="68">
                  <a:moveTo>
                    <a:pt x="10" y="68"/>
                  </a:moveTo>
                  <a:cubicBezTo>
                    <a:pt x="5" y="68"/>
                    <a:pt x="1" y="68"/>
                    <a:pt x="0" y="68"/>
                  </a:cubicBezTo>
                  <a:lnTo>
                    <a:pt x="3" y="51"/>
                  </a:lnTo>
                  <a:cubicBezTo>
                    <a:pt x="5" y="52"/>
                    <a:pt x="65" y="58"/>
                    <a:pt x="107" y="0"/>
                  </a:cubicBezTo>
                  <a:lnTo>
                    <a:pt x="121" y="9"/>
                  </a:lnTo>
                  <a:cubicBezTo>
                    <a:pt x="83" y="62"/>
                    <a:pt x="32" y="68"/>
                    <a:pt x="10" y="68"/>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3">
              <a:extLst>
                <a:ext uri="{FF2B5EF4-FFF2-40B4-BE49-F238E27FC236}">
                  <a16:creationId xmlns:a16="http://schemas.microsoft.com/office/drawing/2014/main" id="{33050C60-F72C-4CD2-9E64-B6E00BB6D2B5}"/>
                </a:ext>
              </a:extLst>
            </p:cNvPr>
            <p:cNvSpPr>
              <a:spLocks/>
            </p:cNvSpPr>
            <p:nvPr/>
          </p:nvSpPr>
          <p:spPr bwMode="auto">
            <a:xfrm>
              <a:off x="2528888" y="3446463"/>
              <a:ext cx="171450" cy="85725"/>
            </a:xfrm>
            <a:custGeom>
              <a:avLst/>
              <a:gdLst>
                <a:gd name="T0" fmla="*/ 128 w 256"/>
                <a:gd name="T1" fmla="*/ 128 h 128"/>
                <a:gd name="T2" fmla="*/ 0 w 256"/>
                <a:gd name="T3" fmla="*/ 0 h 128"/>
                <a:gd name="T4" fmla="*/ 17 w 256"/>
                <a:gd name="T5" fmla="*/ 0 h 128"/>
                <a:gd name="T6" fmla="*/ 128 w 256"/>
                <a:gd name="T7" fmla="*/ 111 h 128"/>
                <a:gd name="T8" fmla="*/ 240 w 256"/>
                <a:gd name="T9" fmla="*/ 0 h 128"/>
                <a:gd name="T10" fmla="*/ 256 w 256"/>
                <a:gd name="T11" fmla="*/ 0 h 128"/>
                <a:gd name="T12" fmla="*/ 128 w 256"/>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6" h="128">
                  <a:moveTo>
                    <a:pt x="128" y="128"/>
                  </a:moveTo>
                  <a:cubicBezTo>
                    <a:pt x="58" y="128"/>
                    <a:pt x="0" y="71"/>
                    <a:pt x="0" y="0"/>
                  </a:cubicBezTo>
                  <a:lnTo>
                    <a:pt x="17" y="0"/>
                  </a:lnTo>
                  <a:cubicBezTo>
                    <a:pt x="17" y="61"/>
                    <a:pt x="67" y="111"/>
                    <a:pt x="128" y="111"/>
                  </a:cubicBezTo>
                  <a:cubicBezTo>
                    <a:pt x="190" y="111"/>
                    <a:pt x="240" y="61"/>
                    <a:pt x="240" y="0"/>
                  </a:cubicBezTo>
                  <a:lnTo>
                    <a:pt x="256" y="0"/>
                  </a:lnTo>
                  <a:cubicBezTo>
                    <a:pt x="256" y="71"/>
                    <a:pt x="199" y="128"/>
                    <a:pt x="128"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4">
              <a:extLst>
                <a:ext uri="{FF2B5EF4-FFF2-40B4-BE49-F238E27FC236}">
                  <a16:creationId xmlns:a16="http://schemas.microsoft.com/office/drawing/2014/main" id="{64960C62-DBDA-4D07-BC4A-B13D6A10A055}"/>
                </a:ext>
              </a:extLst>
            </p:cNvPr>
            <p:cNvSpPr>
              <a:spLocks noEditPoints="1"/>
            </p:cNvSpPr>
            <p:nvPr/>
          </p:nvSpPr>
          <p:spPr bwMode="auto">
            <a:xfrm>
              <a:off x="2501900" y="3390900"/>
              <a:ext cx="65088" cy="65088"/>
            </a:xfrm>
            <a:custGeom>
              <a:avLst/>
              <a:gdLst>
                <a:gd name="T0" fmla="*/ 48 w 96"/>
                <a:gd name="T1" fmla="*/ 17 h 96"/>
                <a:gd name="T2" fmla="*/ 17 w 96"/>
                <a:gd name="T3" fmla="*/ 48 h 96"/>
                <a:gd name="T4" fmla="*/ 48 w 96"/>
                <a:gd name="T5" fmla="*/ 80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6" y="80"/>
                    <a:pt x="80" y="66"/>
                    <a:pt x="80" y="48"/>
                  </a:cubicBezTo>
                  <a:cubicBezTo>
                    <a:pt x="80" y="31"/>
                    <a:pt x="66"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13D63097-E909-4845-81DF-AC1F04F5B7D8}"/>
                </a:ext>
              </a:extLst>
            </p:cNvPr>
            <p:cNvSpPr>
              <a:spLocks noEditPoints="1"/>
            </p:cNvSpPr>
            <p:nvPr/>
          </p:nvSpPr>
          <p:spPr bwMode="auto">
            <a:xfrm>
              <a:off x="2495550" y="3200400"/>
              <a:ext cx="63500"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4"/>
                    <a:pt x="0" y="48"/>
                  </a:cubicBezTo>
                  <a:cubicBezTo>
                    <a:pt x="0" y="21"/>
                    <a:pt x="22" y="0"/>
                    <a:pt x="48" y="0"/>
                  </a:cubicBezTo>
                  <a:cubicBezTo>
                    <a:pt x="74" y="0"/>
                    <a:pt x="96" y="21"/>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51FBBE56-604C-4773-BC5A-D433C69E6601}"/>
                </a:ext>
              </a:extLst>
            </p:cNvPr>
            <p:cNvSpPr>
              <a:spLocks noEditPoints="1"/>
            </p:cNvSpPr>
            <p:nvPr/>
          </p:nvSpPr>
          <p:spPr bwMode="auto">
            <a:xfrm>
              <a:off x="2395538" y="3311525"/>
              <a:ext cx="65088" cy="65088"/>
            </a:xfrm>
            <a:custGeom>
              <a:avLst/>
              <a:gdLst>
                <a:gd name="T0" fmla="*/ 48 w 96"/>
                <a:gd name="T1" fmla="*/ 17 h 96"/>
                <a:gd name="T2" fmla="*/ 16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6"/>
                    <a:pt x="30"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69B537EC-4E69-4668-96A6-FA570C70D7B1}"/>
                </a:ext>
              </a:extLst>
            </p:cNvPr>
            <p:cNvSpPr>
              <a:spLocks noEditPoints="1"/>
            </p:cNvSpPr>
            <p:nvPr/>
          </p:nvSpPr>
          <p:spPr bwMode="auto">
            <a:xfrm>
              <a:off x="2398713" y="3430588"/>
              <a:ext cx="65088" cy="65088"/>
            </a:xfrm>
            <a:custGeom>
              <a:avLst/>
              <a:gdLst>
                <a:gd name="T0" fmla="*/ 48 w 96"/>
                <a:gd name="T1" fmla="*/ 16 h 96"/>
                <a:gd name="T2" fmla="*/ 17 w 96"/>
                <a:gd name="T3" fmla="*/ 48 h 96"/>
                <a:gd name="T4" fmla="*/ 48 w 96"/>
                <a:gd name="T5" fmla="*/ 79 h 96"/>
                <a:gd name="T6" fmla="*/ 80 w 96"/>
                <a:gd name="T7" fmla="*/ 48 h 96"/>
                <a:gd name="T8" fmla="*/ 48 w 96"/>
                <a:gd name="T9" fmla="*/ 16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6"/>
                  </a:moveTo>
                  <a:cubicBezTo>
                    <a:pt x="31" y="16"/>
                    <a:pt x="17" y="30"/>
                    <a:pt x="17" y="48"/>
                  </a:cubicBezTo>
                  <a:cubicBezTo>
                    <a:pt x="17" y="65"/>
                    <a:pt x="31" y="79"/>
                    <a:pt x="48" y="79"/>
                  </a:cubicBezTo>
                  <a:cubicBezTo>
                    <a:pt x="66" y="79"/>
                    <a:pt x="80" y="65"/>
                    <a:pt x="80" y="48"/>
                  </a:cubicBezTo>
                  <a:cubicBezTo>
                    <a:pt x="80" y="30"/>
                    <a:pt x="66" y="16"/>
                    <a:pt x="48" y="16"/>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44F8B4E-F68E-4306-9267-A68EEBC58E9F}"/>
                </a:ext>
              </a:extLst>
            </p:cNvPr>
            <p:cNvSpPr>
              <a:spLocks noEditPoints="1"/>
            </p:cNvSpPr>
            <p:nvPr/>
          </p:nvSpPr>
          <p:spPr bwMode="auto">
            <a:xfrm>
              <a:off x="2547938" y="3576638"/>
              <a:ext cx="65088"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C04105DF-71BF-41A6-A68F-A89A4D5E32FC}"/>
                </a:ext>
              </a:extLst>
            </p:cNvPr>
            <p:cNvSpPr>
              <a:spLocks noEditPoints="1"/>
            </p:cNvSpPr>
            <p:nvPr/>
          </p:nvSpPr>
          <p:spPr bwMode="auto">
            <a:xfrm>
              <a:off x="2740025" y="3027363"/>
              <a:ext cx="392113" cy="749300"/>
            </a:xfrm>
            <a:custGeom>
              <a:avLst/>
              <a:gdLst>
                <a:gd name="T0" fmla="*/ 163 w 580"/>
                <a:gd name="T1" fmla="*/ 17 h 1111"/>
                <a:gd name="T2" fmla="*/ 17 w 580"/>
                <a:gd name="T3" fmla="*/ 164 h 1111"/>
                <a:gd name="T4" fmla="*/ 17 w 580"/>
                <a:gd name="T5" fmla="*/ 920 h 1111"/>
                <a:gd name="T6" fmla="*/ 191 w 580"/>
                <a:gd name="T7" fmla="*/ 1094 h 1111"/>
                <a:gd name="T8" fmla="*/ 365 w 580"/>
                <a:gd name="T9" fmla="*/ 920 h 1111"/>
                <a:gd name="T10" fmla="*/ 365 w 580"/>
                <a:gd name="T11" fmla="*/ 912 h 1111"/>
                <a:gd name="T12" fmla="*/ 374 w 580"/>
                <a:gd name="T13" fmla="*/ 912 h 1111"/>
                <a:gd name="T14" fmla="*/ 503 w 580"/>
                <a:gd name="T15" fmla="*/ 782 h 1111"/>
                <a:gd name="T16" fmla="*/ 479 w 580"/>
                <a:gd name="T17" fmla="*/ 707 h 1111"/>
                <a:gd name="T18" fmla="*/ 474 w 580"/>
                <a:gd name="T19" fmla="*/ 701 h 1111"/>
                <a:gd name="T20" fmla="*/ 481 w 580"/>
                <a:gd name="T21" fmla="*/ 696 h 1111"/>
                <a:gd name="T22" fmla="*/ 563 w 580"/>
                <a:gd name="T23" fmla="*/ 539 h 1111"/>
                <a:gd name="T24" fmla="*/ 472 w 580"/>
                <a:gd name="T25" fmla="*/ 378 h 1111"/>
                <a:gd name="T26" fmla="*/ 466 w 580"/>
                <a:gd name="T27" fmla="*/ 374 h 1111"/>
                <a:gd name="T28" fmla="*/ 468 w 580"/>
                <a:gd name="T29" fmla="*/ 368 h 1111"/>
                <a:gd name="T30" fmla="*/ 477 w 580"/>
                <a:gd name="T31" fmla="*/ 319 h 1111"/>
                <a:gd name="T32" fmla="*/ 331 w 580"/>
                <a:gd name="T33" fmla="*/ 172 h 1111"/>
                <a:gd name="T34" fmla="*/ 325 w 580"/>
                <a:gd name="T35" fmla="*/ 172 h 1111"/>
                <a:gd name="T36" fmla="*/ 319 w 580"/>
                <a:gd name="T37" fmla="*/ 171 h 1111"/>
                <a:gd name="T38" fmla="*/ 310 w 580"/>
                <a:gd name="T39" fmla="*/ 172 h 1111"/>
                <a:gd name="T40" fmla="*/ 310 w 580"/>
                <a:gd name="T41" fmla="*/ 158 h 1111"/>
                <a:gd name="T42" fmla="*/ 163 w 580"/>
                <a:gd name="T43" fmla="*/ 17 h 1111"/>
                <a:gd name="T44" fmla="*/ 191 w 580"/>
                <a:gd name="T45" fmla="*/ 1111 h 1111"/>
                <a:gd name="T46" fmla="*/ 0 w 580"/>
                <a:gd name="T47" fmla="*/ 920 h 1111"/>
                <a:gd name="T48" fmla="*/ 0 w 580"/>
                <a:gd name="T49" fmla="*/ 164 h 1111"/>
                <a:gd name="T50" fmla="*/ 163 w 580"/>
                <a:gd name="T51" fmla="*/ 0 h 1111"/>
                <a:gd name="T52" fmla="*/ 326 w 580"/>
                <a:gd name="T53" fmla="*/ 155 h 1111"/>
                <a:gd name="T54" fmla="*/ 331 w 580"/>
                <a:gd name="T55" fmla="*/ 155 h 1111"/>
                <a:gd name="T56" fmla="*/ 494 w 580"/>
                <a:gd name="T57" fmla="*/ 319 h 1111"/>
                <a:gd name="T58" fmla="*/ 486 w 580"/>
                <a:gd name="T59" fmla="*/ 367 h 1111"/>
                <a:gd name="T60" fmla="*/ 580 w 580"/>
                <a:gd name="T61" fmla="*/ 539 h 1111"/>
                <a:gd name="T62" fmla="*/ 497 w 580"/>
                <a:gd name="T63" fmla="*/ 705 h 1111"/>
                <a:gd name="T64" fmla="*/ 520 w 580"/>
                <a:gd name="T65" fmla="*/ 782 h 1111"/>
                <a:gd name="T66" fmla="*/ 382 w 580"/>
                <a:gd name="T67" fmla="*/ 928 h 1111"/>
                <a:gd name="T68" fmla="*/ 191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163" y="17"/>
                  </a:moveTo>
                  <a:cubicBezTo>
                    <a:pt x="82" y="17"/>
                    <a:pt x="17" y="83"/>
                    <a:pt x="17" y="164"/>
                  </a:cubicBezTo>
                  <a:lnTo>
                    <a:pt x="17" y="920"/>
                  </a:lnTo>
                  <a:cubicBezTo>
                    <a:pt x="17" y="1016"/>
                    <a:pt x="95" y="1094"/>
                    <a:pt x="191" y="1094"/>
                  </a:cubicBezTo>
                  <a:cubicBezTo>
                    <a:pt x="287" y="1094"/>
                    <a:pt x="365" y="1016"/>
                    <a:pt x="365" y="920"/>
                  </a:cubicBezTo>
                  <a:lnTo>
                    <a:pt x="365" y="912"/>
                  </a:lnTo>
                  <a:lnTo>
                    <a:pt x="374" y="912"/>
                  </a:lnTo>
                  <a:cubicBezTo>
                    <a:pt x="445" y="912"/>
                    <a:pt x="503" y="854"/>
                    <a:pt x="503" y="782"/>
                  </a:cubicBezTo>
                  <a:cubicBezTo>
                    <a:pt x="503" y="756"/>
                    <a:pt x="494" y="730"/>
                    <a:pt x="479" y="707"/>
                  </a:cubicBezTo>
                  <a:lnTo>
                    <a:pt x="474" y="701"/>
                  </a:lnTo>
                  <a:lnTo>
                    <a:pt x="481" y="696"/>
                  </a:lnTo>
                  <a:cubicBezTo>
                    <a:pt x="532" y="660"/>
                    <a:pt x="563" y="602"/>
                    <a:pt x="563" y="539"/>
                  </a:cubicBezTo>
                  <a:cubicBezTo>
                    <a:pt x="563" y="473"/>
                    <a:pt x="529" y="412"/>
                    <a:pt x="472" y="378"/>
                  </a:cubicBezTo>
                  <a:lnTo>
                    <a:pt x="466" y="374"/>
                  </a:lnTo>
                  <a:lnTo>
                    <a:pt x="468" y="368"/>
                  </a:lnTo>
                  <a:cubicBezTo>
                    <a:pt x="474" y="351"/>
                    <a:pt x="477" y="334"/>
                    <a:pt x="477" y="319"/>
                  </a:cubicBezTo>
                  <a:cubicBezTo>
                    <a:pt x="477" y="238"/>
                    <a:pt x="412" y="172"/>
                    <a:pt x="331" y="172"/>
                  </a:cubicBezTo>
                  <a:cubicBezTo>
                    <a:pt x="329" y="172"/>
                    <a:pt x="327" y="172"/>
                    <a:pt x="325" y="172"/>
                  </a:cubicBezTo>
                  <a:cubicBezTo>
                    <a:pt x="323" y="171"/>
                    <a:pt x="321" y="171"/>
                    <a:pt x="319" y="171"/>
                  </a:cubicBezTo>
                  <a:lnTo>
                    <a:pt x="310" y="172"/>
                  </a:lnTo>
                  <a:lnTo>
                    <a:pt x="310" y="158"/>
                  </a:lnTo>
                  <a:cubicBezTo>
                    <a:pt x="310" y="79"/>
                    <a:pt x="245" y="17"/>
                    <a:pt x="163" y="17"/>
                  </a:cubicBezTo>
                  <a:close/>
                  <a:moveTo>
                    <a:pt x="191" y="1111"/>
                  </a:moveTo>
                  <a:cubicBezTo>
                    <a:pt x="86" y="1111"/>
                    <a:pt x="0" y="1025"/>
                    <a:pt x="0" y="920"/>
                  </a:cubicBezTo>
                  <a:lnTo>
                    <a:pt x="0" y="164"/>
                  </a:lnTo>
                  <a:cubicBezTo>
                    <a:pt x="0" y="73"/>
                    <a:pt x="73" y="0"/>
                    <a:pt x="163" y="0"/>
                  </a:cubicBezTo>
                  <a:cubicBezTo>
                    <a:pt x="254" y="0"/>
                    <a:pt x="325" y="68"/>
                    <a:pt x="326" y="155"/>
                  </a:cubicBezTo>
                  <a:cubicBezTo>
                    <a:pt x="328" y="155"/>
                    <a:pt x="329" y="155"/>
                    <a:pt x="331" y="155"/>
                  </a:cubicBezTo>
                  <a:cubicBezTo>
                    <a:pt x="421" y="155"/>
                    <a:pt x="494" y="228"/>
                    <a:pt x="494" y="319"/>
                  </a:cubicBezTo>
                  <a:cubicBezTo>
                    <a:pt x="494" y="334"/>
                    <a:pt x="491" y="350"/>
                    <a:pt x="486" y="367"/>
                  </a:cubicBezTo>
                  <a:cubicBezTo>
                    <a:pt x="545" y="405"/>
                    <a:pt x="580" y="469"/>
                    <a:pt x="580" y="539"/>
                  </a:cubicBezTo>
                  <a:cubicBezTo>
                    <a:pt x="580" y="604"/>
                    <a:pt x="549" y="666"/>
                    <a:pt x="497" y="705"/>
                  </a:cubicBezTo>
                  <a:cubicBezTo>
                    <a:pt x="512" y="728"/>
                    <a:pt x="520" y="755"/>
                    <a:pt x="520" y="782"/>
                  </a:cubicBezTo>
                  <a:cubicBezTo>
                    <a:pt x="520" y="860"/>
                    <a:pt x="458" y="924"/>
                    <a:pt x="382" y="928"/>
                  </a:cubicBezTo>
                  <a:cubicBezTo>
                    <a:pt x="378" y="1030"/>
                    <a:pt x="294" y="1111"/>
                    <a:pt x="191" y="1111"/>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60E014A9-9565-42E0-8B62-14A738655857}"/>
                </a:ext>
              </a:extLst>
            </p:cNvPr>
            <p:cNvSpPr>
              <a:spLocks/>
            </p:cNvSpPr>
            <p:nvPr/>
          </p:nvSpPr>
          <p:spPr bwMode="auto">
            <a:xfrm>
              <a:off x="2935288" y="3565525"/>
              <a:ext cx="63500" cy="82550"/>
            </a:xfrm>
            <a:custGeom>
              <a:avLst/>
              <a:gdLst>
                <a:gd name="T0" fmla="*/ 93 w 93"/>
                <a:gd name="T1" fmla="*/ 122 h 122"/>
                <a:gd name="T2" fmla="*/ 76 w 93"/>
                <a:gd name="T3" fmla="*/ 122 h 122"/>
                <a:gd name="T4" fmla="*/ 0 w 93"/>
                <a:gd name="T5" fmla="*/ 17 h 122"/>
                <a:gd name="T6" fmla="*/ 2 w 93"/>
                <a:gd name="T7" fmla="*/ 0 h 122"/>
                <a:gd name="T8" fmla="*/ 93 w 93"/>
                <a:gd name="T9" fmla="*/ 122 h 122"/>
              </a:gdLst>
              <a:ahLst/>
              <a:cxnLst>
                <a:cxn ang="0">
                  <a:pos x="T0" y="T1"/>
                </a:cxn>
                <a:cxn ang="0">
                  <a:pos x="T2" y="T3"/>
                </a:cxn>
                <a:cxn ang="0">
                  <a:pos x="T4" y="T5"/>
                </a:cxn>
                <a:cxn ang="0">
                  <a:pos x="T6" y="T7"/>
                </a:cxn>
                <a:cxn ang="0">
                  <a:pos x="T8" y="T9"/>
                </a:cxn>
              </a:cxnLst>
              <a:rect l="0" t="0" r="r" b="b"/>
              <a:pathLst>
                <a:path w="93" h="122">
                  <a:moveTo>
                    <a:pt x="93" y="122"/>
                  </a:moveTo>
                  <a:lnTo>
                    <a:pt x="76" y="122"/>
                  </a:lnTo>
                  <a:cubicBezTo>
                    <a:pt x="76" y="118"/>
                    <a:pt x="76" y="26"/>
                    <a:pt x="0" y="17"/>
                  </a:cubicBezTo>
                  <a:lnTo>
                    <a:pt x="2" y="0"/>
                  </a:lnTo>
                  <a:cubicBezTo>
                    <a:pt x="92" y="12"/>
                    <a:pt x="93" y="121"/>
                    <a:pt x="93" y="122"/>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EF3B0A07-46AA-452F-9D87-AEC0BC3A379F}"/>
                </a:ext>
              </a:extLst>
            </p:cNvPr>
            <p:cNvSpPr>
              <a:spLocks/>
            </p:cNvSpPr>
            <p:nvPr/>
          </p:nvSpPr>
          <p:spPr bwMode="auto">
            <a:xfrm>
              <a:off x="3033713" y="3467100"/>
              <a:ext cx="39688" cy="36513"/>
            </a:xfrm>
            <a:custGeom>
              <a:avLst/>
              <a:gdLst>
                <a:gd name="T0" fmla="*/ 44 w 59"/>
                <a:gd name="T1" fmla="*/ 55 h 55"/>
                <a:gd name="T2" fmla="*/ 0 w 59"/>
                <a:gd name="T3" fmla="*/ 14 h 55"/>
                <a:gd name="T4" fmla="*/ 8 w 59"/>
                <a:gd name="T5" fmla="*/ 0 h 55"/>
                <a:gd name="T6" fmla="*/ 59 w 59"/>
                <a:gd name="T7" fmla="*/ 47 h 55"/>
                <a:gd name="T8" fmla="*/ 44 w 59"/>
                <a:gd name="T9" fmla="*/ 55 h 55"/>
              </a:gdLst>
              <a:ahLst/>
              <a:cxnLst>
                <a:cxn ang="0">
                  <a:pos x="T0" y="T1"/>
                </a:cxn>
                <a:cxn ang="0">
                  <a:pos x="T2" y="T3"/>
                </a:cxn>
                <a:cxn ang="0">
                  <a:pos x="T4" y="T5"/>
                </a:cxn>
                <a:cxn ang="0">
                  <a:pos x="T6" y="T7"/>
                </a:cxn>
                <a:cxn ang="0">
                  <a:pos x="T8" y="T9"/>
                </a:cxn>
              </a:cxnLst>
              <a:rect l="0" t="0" r="r" b="b"/>
              <a:pathLst>
                <a:path w="59" h="55">
                  <a:moveTo>
                    <a:pt x="44" y="55"/>
                  </a:moveTo>
                  <a:cubicBezTo>
                    <a:pt x="44" y="54"/>
                    <a:pt x="31" y="32"/>
                    <a:pt x="0" y="14"/>
                  </a:cubicBezTo>
                  <a:lnTo>
                    <a:pt x="8" y="0"/>
                  </a:lnTo>
                  <a:cubicBezTo>
                    <a:pt x="44" y="20"/>
                    <a:pt x="58" y="46"/>
                    <a:pt x="59" y="47"/>
                  </a:cubicBezTo>
                  <a:lnTo>
                    <a:pt x="44" y="55"/>
                  </a:ln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6836E820-53BF-4445-A509-0E602DBD26A6}"/>
                </a:ext>
              </a:extLst>
            </p:cNvPr>
            <p:cNvSpPr>
              <a:spLocks/>
            </p:cNvSpPr>
            <p:nvPr/>
          </p:nvSpPr>
          <p:spPr bwMode="auto">
            <a:xfrm>
              <a:off x="3030538" y="3275013"/>
              <a:ext cx="36513" cy="50800"/>
            </a:xfrm>
            <a:custGeom>
              <a:avLst/>
              <a:gdLst>
                <a:gd name="T0" fmla="*/ 13 w 55"/>
                <a:gd name="T1" fmla="*/ 74 h 74"/>
                <a:gd name="T2" fmla="*/ 0 w 55"/>
                <a:gd name="T3" fmla="*/ 62 h 74"/>
                <a:gd name="T4" fmla="*/ 39 w 55"/>
                <a:gd name="T5" fmla="*/ 0 h 74"/>
                <a:gd name="T6" fmla="*/ 55 w 55"/>
                <a:gd name="T7" fmla="*/ 5 h 74"/>
                <a:gd name="T8" fmla="*/ 13 w 55"/>
                <a:gd name="T9" fmla="*/ 74 h 74"/>
              </a:gdLst>
              <a:ahLst/>
              <a:cxnLst>
                <a:cxn ang="0">
                  <a:pos x="T0" y="T1"/>
                </a:cxn>
                <a:cxn ang="0">
                  <a:pos x="T2" y="T3"/>
                </a:cxn>
                <a:cxn ang="0">
                  <a:pos x="T4" y="T5"/>
                </a:cxn>
                <a:cxn ang="0">
                  <a:pos x="T6" y="T7"/>
                </a:cxn>
                <a:cxn ang="0">
                  <a:pos x="T8" y="T9"/>
                </a:cxn>
              </a:cxnLst>
              <a:rect l="0" t="0" r="r" b="b"/>
              <a:pathLst>
                <a:path w="55" h="74">
                  <a:moveTo>
                    <a:pt x="13" y="74"/>
                  </a:moveTo>
                  <a:lnTo>
                    <a:pt x="0" y="62"/>
                  </a:lnTo>
                  <a:cubicBezTo>
                    <a:pt x="27" y="33"/>
                    <a:pt x="39" y="0"/>
                    <a:pt x="39" y="0"/>
                  </a:cubicBezTo>
                  <a:lnTo>
                    <a:pt x="55" y="5"/>
                  </a:lnTo>
                  <a:cubicBezTo>
                    <a:pt x="54" y="7"/>
                    <a:pt x="41" y="42"/>
                    <a:pt x="13"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8CCC8570-5D2B-400E-B33E-CC35DA97FA65}"/>
                </a:ext>
              </a:extLst>
            </p:cNvPr>
            <p:cNvSpPr>
              <a:spLocks/>
            </p:cNvSpPr>
            <p:nvPr/>
          </p:nvSpPr>
          <p:spPr bwMode="auto">
            <a:xfrm>
              <a:off x="2874963" y="3125788"/>
              <a:ext cx="80963" cy="52388"/>
            </a:xfrm>
            <a:custGeom>
              <a:avLst/>
              <a:gdLst>
                <a:gd name="T0" fmla="*/ 14 w 120"/>
                <a:gd name="T1" fmla="*/ 76 h 76"/>
                <a:gd name="T2" fmla="*/ 0 w 120"/>
                <a:gd name="T3" fmla="*/ 67 h 76"/>
                <a:gd name="T4" fmla="*/ 120 w 120"/>
                <a:gd name="T5" fmla="*/ 8 h 76"/>
                <a:gd name="T6" fmla="*/ 118 w 120"/>
                <a:gd name="T7" fmla="*/ 25 h 76"/>
                <a:gd name="T8" fmla="*/ 14 w 120"/>
                <a:gd name="T9" fmla="*/ 76 h 76"/>
              </a:gdLst>
              <a:ahLst/>
              <a:cxnLst>
                <a:cxn ang="0">
                  <a:pos x="T0" y="T1"/>
                </a:cxn>
                <a:cxn ang="0">
                  <a:pos x="T2" y="T3"/>
                </a:cxn>
                <a:cxn ang="0">
                  <a:pos x="T4" y="T5"/>
                </a:cxn>
                <a:cxn ang="0">
                  <a:pos x="T6" y="T7"/>
                </a:cxn>
                <a:cxn ang="0">
                  <a:pos x="T8" y="T9"/>
                </a:cxn>
              </a:cxnLst>
              <a:rect l="0" t="0" r="r" b="b"/>
              <a:pathLst>
                <a:path w="120" h="76">
                  <a:moveTo>
                    <a:pt x="14" y="76"/>
                  </a:moveTo>
                  <a:lnTo>
                    <a:pt x="0" y="67"/>
                  </a:lnTo>
                  <a:cubicBezTo>
                    <a:pt x="48" y="0"/>
                    <a:pt x="117" y="8"/>
                    <a:pt x="120" y="8"/>
                  </a:cubicBezTo>
                  <a:lnTo>
                    <a:pt x="118" y="25"/>
                  </a:lnTo>
                  <a:cubicBezTo>
                    <a:pt x="116" y="24"/>
                    <a:pt x="55" y="18"/>
                    <a:pt x="14" y="7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2998DBBE-7637-48EC-BBCC-6A203E0682BA}"/>
                </a:ext>
              </a:extLst>
            </p:cNvPr>
            <p:cNvSpPr>
              <a:spLocks/>
            </p:cNvSpPr>
            <p:nvPr/>
          </p:nvSpPr>
          <p:spPr bwMode="auto">
            <a:xfrm>
              <a:off x="2740025" y="3271838"/>
              <a:ext cx="174625" cy="85725"/>
            </a:xfrm>
            <a:custGeom>
              <a:avLst/>
              <a:gdLst>
                <a:gd name="T0" fmla="*/ 257 w 257"/>
                <a:gd name="T1" fmla="*/ 128 h 128"/>
                <a:gd name="T2" fmla="*/ 240 w 257"/>
                <a:gd name="T3" fmla="*/ 128 h 128"/>
                <a:gd name="T4" fmla="*/ 129 w 257"/>
                <a:gd name="T5" fmla="*/ 17 h 128"/>
                <a:gd name="T6" fmla="*/ 17 w 257"/>
                <a:gd name="T7" fmla="*/ 128 h 128"/>
                <a:gd name="T8" fmla="*/ 0 w 257"/>
                <a:gd name="T9" fmla="*/ 128 h 128"/>
                <a:gd name="T10" fmla="*/ 129 w 257"/>
                <a:gd name="T11" fmla="*/ 0 h 128"/>
                <a:gd name="T12" fmla="*/ 257 w 257"/>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7" h="128">
                  <a:moveTo>
                    <a:pt x="257" y="128"/>
                  </a:moveTo>
                  <a:lnTo>
                    <a:pt x="240" y="128"/>
                  </a:lnTo>
                  <a:cubicBezTo>
                    <a:pt x="240" y="67"/>
                    <a:pt x="190" y="17"/>
                    <a:pt x="129" y="17"/>
                  </a:cubicBezTo>
                  <a:cubicBezTo>
                    <a:pt x="67" y="17"/>
                    <a:pt x="17" y="67"/>
                    <a:pt x="17" y="128"/>
                  </a:cubicBezTo>
                  <a:lnTo>
                    <a:pt x="0" y="128"/>
                  </a:lnTo>
                  <a:cubicBezTo>
                    <a:pt x="0" y="58"/>
                    <a:pt x="58" y="0"/>
                    <a:pt x="129" y="0"/>
                  </a:cubicBezTo>
                  <a:cubicBezTo>
                    <a:pt x="199" y="0"/>
                    <a:pt x="257" y="58"/>
                    <a:pt x="257"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FA3F0B2E-37EE-4A7C-8D6C-7F6F9F089081}"/>
                </a:ext>
              </a:extLst>
            </p:cNvPr>
            <p:cNvSpPr>
              <a:spLocks noEditPoints="1"/>
            </p:cNvSpPr>
            <p:nvPr/>
          </p:nvSpPr>
          <p:spPr bwMode="auto">
            <a:xfrm>
              <a:off x="2874963" y="3348038"/>
              <a:ext cx="65088"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1784B09B-E188-4C1B-94BE-2B597221A159}"/>
                </a:ext>
              </a:extLst>
            </p:cNvPr>
            <p:cNvSpPr>
              <a:spLocks noEditPoints="1"/>
            </p:cNvSpPr>
            <p:nvPr/>
          </p:nvSpPr>
          <p:spPr bwMode="auto">
            <a:xfrm>
              <a:off x="2882900" y="3538538"/>
              <a:ext cx="65088" cy="65088"/>
            </a:xfrm>
            <a:custGeom>
              <a:avLst/>
              <a:gdLst>
                <a:gd name="T0" fmla="*/ 48 w 96"/>
                <a:gd name="T1" fmla="*/ 17 h 96"/>
                <a:gd name="T2" fmla="*/ 17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7">
              <a:extLst>
                <a:ext uri="{FF2B5EF4-FFF2-40B4-BE49-F238E27FC236}">
                  <a16:creationId xmlns:a16="http://schemas.microsoft.com/office/drawing/2014/main" id="{7851E138-3329-4678-A350-61DC9DCF8B3F}"/>
                </a:ext>
              </a:extLst>
            </p:cNvPr>
            <p:cNvSpPr>
              <a:spLocks noEditPoints="1"/>
            </p:cNvSpPr>
            <p:nvPr/>
          </p:nvSpPr>
          <p:spPr bwMode="auto">
            <a:xfrm>
              <a:off x="2982913" y="3427413"/>
              <a:ext cx="63500"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8">
              <a:extLst>
                <a:ext uri="{FF2B5EF4-FFF2-40B4-BE49-F238E27FC236}">
                  <a16:creationId xmlns:a16="http://schemas.microsoft.com/office/drawing/2014/main" id="{196C55AB-A3D8-4D04-9D1F-2290FA81F138}"/>
                </a:ext>
              </a:extLst>
            </p:cNvPr>
            <p:cNvSpPr>
              <a:spLocks noEditPoints="1"/>
            </p:cNvSpPr>
            <p:nvPr/>
          </p:nvSpPr>
          <p:spPr bwMode="auto">
            <a:xfrm>
              <a:off x="2979738" y="3309938"/>
              <a:ext cx="65088" cy="63500"/>
            </a:xfrm>
            <a:custGeom>
              <a:avLst/>
              <a:gdLst>
                <a:gd name="T0" fmla="*/ 48 w 96"/>
                <a:gd name="T1" fmla="*/ 16 h 95"/>
                <a:gd name="T2" fmla="*/ 16 w 96"/>
                <a:gd name="T3" fmla="*/ 48 h 95"/>
                <a:gd name="T4" fmla="*/ 48 w 96"/>
                <a:gd name="T5" fmla="*/ 79 h 95"/>
                <a:gd name="T6" fmla="*/ 79 w 96"/>
                <a:gd name="T7" fmla="*/ 48 h 95"/>
                <a:gd name="T8" fmla="*/ 48 w 96"/>
                <a:gd name="T9" fmla="*/ 16 h 95"/>
                <a:gd name="T10" fmla="*/ 48 w 96"/>
                <a:gd name="T11" fmla="*/ 95 h 95"/>
                <a:gd name="T12" fmla="*/ 0 w 96"/>
                <a:gd name="T13" fmla="*/ 48 h 95"/>
                <a:gd name="T14" fmla="*/ 48 w 96"/>
                <a:gd name="T15" fmla="*/ 0 h 95"/>
                <a:gd name="T16" fmla="*/ 96 w 96"/>
                <a:gd name="T17" fmla="*/ 48 h 95"/>
                <a:gd name="T18" fmla="*/ 48 w 96"/>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5">
                  <a:moveTo>
                    <a:pt x="48" y="16"/>
                  </a:moveTo>
                  <a:cubicBezTo>
                    <a:pt x="30" y="16"/>
                    <a:pt x="16" y="30"/>
                    <a:pt x="16" y="48"/>
                  </a:cubicBezTo>
                  <a:cubicBezTo>
                    <a:pt x="16" y="65"/>
                    <a:pt x="30" y="79"/>
                    <a:pt x="48" y="79"/>
                  </a:cubicBezTo>
                  <a:cubicBezTo>
                    <a:pt x="65" y="79"/>
                    <a:pt x="79" y="65"/>
                    <a:pt x="79" y="48"/>
                  </a:cubicBezTo>
                  <a:cubicBezTo>
                    <a:pt x="79" y="30"/>
                    <a:pt x="65" y="16"/>
                    <a:pt x="48" y="16"/>
                  </a:cubicBezTo>
                  <a:close/>
                  <a:moveTo>
                    <a:pt x="48" y="95"/>
                  </a:moveTo>
                  <a:cubicBezTo>
                    <a:pt x="21" y="95"/>
                    <a:pt x="0" y="74"/>
                    <a:pt x="0" y="48"/>
                  </a:cubicBezTo>
                  <a:cubicBezTo>
                    <a:pt x="0" y="21"/>
                    <a:pt x="21" y="0"/>
                    <a:pt x="48" y="0"/>
                  </a:cubicBezTo>
                  <a:cubicBezTo>
                    <a:pt x="74" y="0"/>
                    <a:pt x="96" y="21"/>
                    <a:pt x="96" y="48"/>
                  </a:cubicBezTo>
                  <a:cubicBezTo>
                    <a:pt x="96" y="74"/>
                    <a:pt x="74" y="95"/>
                    <a:pt x="48" y="95"/>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9">
              <a:extLst>
                <a:ext uri="{FF2B5EF4-FFF2-40B4-BE49-F238E27FC236}">
                  <a16:creationId xmlns:a16="http://schemas.microsoft.com/office/drawing/2014/main" id="{5CD983A6-259E-47D8-B9DC-4C6DA505AE3B}"/>
                </a:ext>
              </a:extLst>
            </p:cNvPr>
            <p:cNvSpPr>
              <a:spLocks noEditPoints="1"/>
            </p:cNvSpPr>
            <p:nvPr/>
          </p:nvSpPr>
          <p:spPr bwMode="auto">
            <a:xfrm>
              <a:off x="2830513" y="3162300"/>
              <a:ext cx="63500" cy="65088"/>
            </a:xfrm>
            <a:custGeom>
              <a:avLst/>
              <a:gdLst>
                <a:gd name="T0" fmla="*/ 48 w 96"/>
                <a:gd name="T1" fmla="*/ 17 h 96"/>
                <a:gd name="T2" fmla="*/ 16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5"/>
                    <a:pt x="30" y="79"/>
                    <a:pt x="48" y="79"/>
                  </a:cubicBezTo>
                  <a:cubicBezTo>
                    <a:pt x="65" y="79"/>
                    <a:pt x="79" y="65"/>
                    <a:pt x="79" y="48"/>
                  </a:cubicBezTo>
                  <a:cubicBezTo>
                    <a:pt x="79" y="31"/>
                    <a:pt x="65" y="17"/>
                    <a:pt x="48" y="17"/>
                  </a:cubicBezTo>
                  <a:close/>
                  <a:moveTo>
                    <a:pt x="48" y="96"/>
                  </a:moveTo>
                  <a:cubicBezTo>
                    <a:pt x="21" y="96"/>
                    <a:pt x="0" y="74"/>
                    <a:pt x="0" y="48"/>
                  </a:cubicBezTo>
                  <a:cubicBezTo>
                    <a:pt x="0" y="22"/>
                    <a:pt x="21" y="0"/>
                    <a:pt x="48" y="0"/>
                  </a:cubicBezTo>
                  <a:cubicBezTo>
                    <a:pt x="74" y="0"/>
                    <a:pt x="96" y="22"/>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2" name="ZoneTexte 54 - 1 - 2">
            <a:extLst>
              <a:ext uri="{FF2B5EF4-FFF2-40B4-BE49-F238E27FC236}">
                <a16:creationId xmlns:a16="http://schemas.microsoft.com/office/drawing/2014/main" id="{1D477E28-EE03-423B-934A-8C014AD73170}"/>
              </a:ext>
            </a:extLst>
          </p:cNvPr>
          <p:cNvSpPr txBox="1"/>
          <p:nvPr/>
        </p:nvSpPr>
        <p:spPr>
          <a:xfrm>
            <a:off x="2213811" y="4738913"/>
            <a:ext cx="9448800" cy="811420"/>
          </a:xfrm>
          <a:prstGeom prst="rect">
            <a:avLst/>
          </a:prstGeom>
          <a:noFill/>
        </p:spPr>
        <p:txBody>
          <a:bodyPr wrap="square" rtlCol="0" anchor="ctr">
            <a:normAutofit fontScale="92500"/>
          </a:bodyPr>
          <a:lstStyle/>
          <a:p>
            <a:r>
              <a:rPr lang="en-US" sz="1600" b="1" dirty="0">
                <a:solidFill>
                  <a:schemeClr val="accent5"/>
                </a:solidFill>
              </a:rPr>
              <a:t>Lorem ipsum dolor sit </a:t>
            </a:r>
            <a:r>
              <a:rPr lang="en-US" sz="1600" b="1" dirty="0" err="1">
                <a:solidFill>
                  <a:schemeClr val="accent5"/>
                </a:solidFill>
              </a:rPr>
              <a:t>amet</a:t>
            </a:r>
            <a:endParaRPr lang="en-US" sz="1600" b="1" dirty="0">
              <a:solidFill>
                <a:schemeClr val="accent5"/>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183" name="Straight Connector 182">
            <a:extLst>
              <a:ext uri="{FF2B5EF4-FFF2-40B4-BE49-F238E27FC236}">
                <a16:creationId xmlns:a16="http://schemas.microsoft.com/office/drawing/2014/main" id="{46081686-D906-47E6-B889-CC8A806BF4D4}"/>
              </a:ext>
            </a:extLst>
          </p:cNvPr>
          <p:cNvCxnSpPr/>
          <p:nvPr/>
        </p:nvCxnSpPr>
        <p:spPr>
          <a:xfrm>
            <a:off x="609600" y="3139318"/>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1814794"/>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03</a:t>
            </a:r>
          </a:p>
        </p:txBody>
      </p:sp>
      <p:grpSp>
        <p:nvGrpSpPr>
          <p:cNvPr id="6" name="Group 5">
            <a:extLst>
              <a:ext uri="{FF2B5EF4-FFF2-40B4-BE49-F238E27FC236}">
                <a16:creationId xmlns:a16="http://schemas.microsoft.com/office/drawing/2014/main" id="{24D8180A-B263-4D82-90D3-0AD15C63FF7E}"/>
              </a:ext>
            </a:extLst>
          </p:cNvPr>
          <p:cNvGrpSpPr/>
          <p:nvPr/>
        </p:nvGrpSpPr>
        <p:grpSpPr>
          <a:xfrm>
            <a:off x="1215713" y="2687470"/>
            <a:ext cx="2041126" cy="2041126"/>
            <a:chOff x="2754415" y="2687470"/>
            <a:chExt cx="2041126" cy="2041126"/>
          </a:xfrm>
        </p:grpSpPr>
        <p:sp>
          <p:nvSpPr>
            <p:cNvPr id="323" name="Circle: Hollow 322"/>
            <p:cNvSpPr>
              <a:spLocks noChangeAspect="1"/>
            </p:cNvSpPr>
            <p:nvPr/>
          </p:nvSpPr>
          <p:spPr>
            <a:xfrm>
              <a:off x="291662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368745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368745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368745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368745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368745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368745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06856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 name="Group 6">
            <a:extLst>
              <a:ext uri="{FF2B5EF4-FFF2-40B4-BE49-F238E27FC236}">
                <a16:creationId xmlns:a16="http://schemas.microsoft.com/office/drawing/2014/main" id="{193A0182-A565-47EF-B757-E1D04762A00A}"/>
              </a:ext>
            </a:extLst>
          </p:cNvPr>
          <p:cNvGrpSpPr/>
          <p:nvPr/>
        </p:nvGrpSpPr>
        <p:grpSpPr>
          <a:xfrm>
            <a:off x="2759603" y="2687470"/>
            <a:ext cx="2041126" cy="2041126"/>
            <a:chOff x="4293117" y="2687470"/>
            <a:chExt cx="2041126" cy="2041126"/>
          </a:xfrm>
        </p:grpSpPr>
        <p:sp>
          <p:nvSpPr>
            <p:cNvPr id="343" name="Circle: Hollow 342"/>
            <p:cNvSpPr>
              <a:spLocks noChangeAspect="1"/>
            </p:cNvSpPr>
            <p:nvPr/>
          </p:nvSpPr>
          <p:spPr>
            <a:xfrm>
              <a:off x="445532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522616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522616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522616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522616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522616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522616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460726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a:extLst>
              <a:ext uri="{FF2B5EF4-FFF2-40B4-BE49-F238E27FC236}">
                <a16:creationId xmlns:a16="http://schemas.microsoft.com/office/drawing/2014/main" id="{0749653C-F55D-4FAA-A453-7A6CB937DDA3}"/>
              </a:ext>
            </a:extLst>
          </p:cNvPr>
          <p:cNvGrpSpPr/>
          <p:nvPr/>
        </p:nvGrpSpPr>
        <p:grpSpPr>
          <a:xfrm>
            <a:off x="4303493" y="2687470"/>
            <a:ext cx="2041126" cy="2041126"/>
            <a:chOff x="5831819" y="2687470"/>
            <a:chExt cx="2041126" cy="2041126"/>
          </a:xfrm>
        </p:grpSpPr>
        <p:sp>
          <p:nvSpPr>
            <p:cNvPr id="363" name="Circle: Hollow 362"/>
            <p:cNvSpPr>
              <a:spLocks noChangeAspect="1"/>
            </p:cNvSpPr>
            <p:nvPr/>
          </p:nvSpPr>
          <p:spPr>
            <a:xfrm>
              <a:off x="5994027" y="2849678"/>
              <a:ext cx="1716710" cy="1716710"/>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6764862" y="2687470"/>
              <a:ext cx="175040" cy="2041126"/>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6764862" y="2687470"/>
              <a:ext cx="175040" cy="2041126"/>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6764862" y="2687470"/>
              <a:ext cx="175040" cy="2041126"/>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6764862" y="2687470"/>
              <a:ext cx="175040" cy="2041126"/>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6764862" y="2687470"/>
              <a:ext cx="175040" cy="2041126"/>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6764862" y="2687470"/>
              <a:ext cx="175040" cy="2041126"/>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6145968" y="3007403"/>
              <a:ext cx="1408186" cy="140818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BB15A83F-49C1-464B-9FA3-19241AE468AA}"/>
              </a:ext>
            </a:extLst>
          </p:cNvPr>
          <p:cNvGrpSpPr/>
          <p:nvPr/>
        </p:nvGrpSpPr>
        <p:grpSpPr>
          <a:xfrm>
            <a:off x="5847383" y="2687470"/>
            <a:ext cx="2041126" cy="2041126"/>
            <a:chOff x="7370521" y="2687470"/>
            <a:chExt cx="2041126" cy="2041126"/>
          </a:xfrm>
        </p:grpSpPr>
        <p:sp>
          <p:nvSpPr>
            <p:cNvPr id="383" name="Circle: Hollow 382"/>
            <p:cNvSpPr>
              <a:spLocks noChangeAspect="1"/>
            </p:cNvSpPr>
            <p:nvPr/>
          </p:nvSpPr>
          <p:spPr>
            <a:xfrm>
              <a:off x="7532729" y="2849678"/>
              <a:ext cx="1716710" cy="1716710"/>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84" name="Group 383"/>
            <p:cNvGrpSpPr/>
            <p:nvPr/>
          </p:nvGrpSpPr>
          <p:grpSpPr>
            <a:xfrm>
              <a:off x="8303564" y="2687470"/>
              <a:ext cx="175040" cy="2041126"/>
              <a:chOff x="8229799" y="2768458"/>
              <a:chExt cx="175040" cy="2041126"/>
            </a:xfrm>
            <a:solidFill>
              <a:schemeClr val="accent4"/>
            </a:solidFill>
          </p:grpSpPr>
          <p:sp>
            <p:nvSpPr>
              <p:cNvPr id="385" name="Trapezoid 38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 name="Trapezoid 38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87" name="Group 386"/>
            <p:cNvGrpSpPr/>
            <p:nvPr/>
          </p:nvGrpSpPr>
          <p:grpSpPr>
            <a:xfrm rot="5400000">
              <a:off x="8303564" y="2687470"/>
              <a:ext cx="175040" cy="2041126"/>
              <a:chOff x="8229799" y="2768458"/>
              <a:chExt cx="175040" cy="2041126"/>
            </a:xfrm>
            <a:solidFill>
              <a:schemeClr val="accent4"/>
            </a:solidFill>
          </p:grpSpPr>
          <p:sp>
            <p:nvSpPr>
              <p:cNvPr id="388" name="Trapezoid 38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 name="Trapezoid 38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0" name="Group 389"/>
            <p:cNvGrpSpPr/>
            <p:nvPr/>
          </p:nvGrpSpPr>
          <p:grpSpPr>
            <a:xfrm rot="1800000">
              <a:off x="8303564" y="2687470"/>
              <a:ext cx="175040" cy="2041126"/>
              <a:chOff x="8229799" y="2768458"/>
              <a:chExt cx="175040" cy="2041126"/>
            </a:xfrm>
            <a:solidFill>
              <a:schemeClr val="accent4"/>
            </a:solidFill>
          </p:grpSpPr>
          <p:sp>
            <p:nvSpPr>
              <p:cNvPr id="391" name="Trapezoid 39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 name="Trapezoid 39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3" name="Group 392"/>
            <p:cNvGrpSpPr/>
            <p:nvPr/>
          </p:nvGrpSpPr>
          <p:grpSpPr>
            <a:xfrm rot="3600000">
              <a:off x="8303564" y="2687470"/>
              <a:ext cx="175040" cy="2041126"/>
              <a:chOff x="8229799" y="2768458"/>
              <a:chExt cx="175040" cy="2041126"/>
            </a:xfrm>
            <a:solidFill>
              <a:schemeClr val="accent4"/>
            </a:solidFill>
          </p:grpSpPr>
          <p:sp>
            <p:nvSpPr>
              <p:cNvPr id="394" name="Trapezoid 39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 name="Trapezoid 39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6" name="Group 395"/>
            <p:cNvGrpSpPr/>
            <p:nvPr/>
          </p:nvGrpSpPr>
          <p:grpSpPr>
            <a:xfrm rot="7200000">
              <a:off x="8303564" y="2687470"/>
              <a:ext cx="175040" cy="2041126"/>
              <a:chOff x="8229799" y="2768458"/>
              <a:chExt cx="175040" cy="2041126"/>
            </a:xfrm>
            <a:solidFill>
              <a:schemeClr val="accent4"/>
            </a:solidFill>
          </p:grpSpPr>
          <p:sp>
            <p:nvSpPr>
              <p:cNvPr id="397" name="Trapezoid 39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 name="Trapezoid 39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9" name="Group 398"/>
            <p:cNvGrpSpPr/>
            <p:nvPr/>
          </p:nvGrpSpPr>
          <p:grpSpPr>
            <a:xfrm rot="9000000">
              <a:off x="8303564" y="2687470"/>
              <a:ext cx="175040" cy="2041126"/>
              <a:chOff x="8229799" y="2768458"/>
              <a:chExt cx="175040" cy="2041126"/>
            </a:xfrm>
            <a:solidFill>
              <a:schemeClr val="accent4"/>
            </a:solidFill>
          </p:grpSpPr>
          <p:sp>
            <p:nvSpPr>
              <p:cNvPr id="400" name="Trapezoid 39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 name="Trapezoid 40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02" name="Oval 401"/>
            <p:cNvSpPr>
              <a:spLocks noChangeAspect="1"/>
            </p:cNvSpPr>
            <p:nvPr/>
          </p:nvSpPr>
          <p:spPr>
            <a:xfrm>
              <a:off x="7684670" y="3007403"/>
              <a:ext cx="1408186" cy="140818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a:extLst>
              <a:ext uri="{FF2B5EF4-FFF2-40B4-BE49-F238E27FC236}">
                <a16:creationId xmlns:a16="http://schemas.microsoft.com/office/drawing/2014/main" id="{7A272904-F57B-4C3D-8B28-2DCFC078AA6A}"/>
              </a:ext>
            </a:extLst>
          </p:cNvPr>
          <p:cNvGrpSpPr/>
          <p:nvPr/>
        </p:nvGrpSpPr>
        <p:grpSpPr>
          <a:xfrm>
            <a:off x="7391273" y="2687470"/>
            <a:ext cx="2041126" cy="2041126"/>
            <a:chOff x="8957475" y="2687470"/>
            <a:chExt cx="2041126" cy="2041126"/>
          </a:xfrm>
        </p:grpSpPr>
        <p:sp>
          <p:nvSpPr>
            <p:cNvPr id="129" name="Circle: Hollow 128">
              <a:extLst>
                <a:ext uri="{FF2B5EF4-FFF2-40B4-BE49-F238E27FC236}">
                  <a16:creationId xmlns:a16="http://schemas.microsoft.com/office/drawing/2014/main" id="{3EB7A5EF-4E2A-42BB-8795-E5764F988CF9}"/>
                </a:ext>
              </a:extLst>
            </p:cNvPr>
            <p:cNvSpPr>
              <a:spLocks noChangeAspect="1"/>
            </p:cNvSpPr>
            <p:nvPr/>
          </p:nvSpPr>
          <p:spPr>
            <a:xfrm>
              <a:off x="9119683" y="2849678"/>
              <a:ext cx="1716710" cy="1716710"/>
            </a:xfrm>
            <a:prstGeom prst="donut">
              <a:avLst>
                <a:gd name="adj" fmla="val 7139"/>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30" name="Group 129">
              <a:extLst>
                <a:ext uri="{FF2B5EF4-FFF2-40B4-BE49-F238E27FC236}">
                  <a16:creationId xmlns:a16="http://schemas.microsoft.com/office/drawing/2014/main" id="{DDF25259-5F36-42EA-8ACF-F45159F90482}"/>
                </a:ext>
              </a:extLst>
            </p:cNvPr>
            <p:cNvGrpSpPr/>
            <p:nvPr/>
          </p:nvGrpSpPr>
          <p:grpSpPr>
            <a:xfrm>
              <a:off x="9890518" y="2687470"/>
              <a:ext cx="175040" cy="2041126"/>
              <a:chOff x="8229799" y="2768458"/>
              <a:chExt cx="175040" cy="2041126"/>
            </a:xfrm>
            <a:solidFill>
              <a:schemeClr val="accent4"/>
            </a:solidFill>
          </p:grpSpPr>
          <p:sp>
            <p:nvSpPr>
              <p:cNvPr id="147" name="Trapezoid 146">
                <a:extLst>
                  <a:ext uri="{FF2B5EF4-FFF2-40B4-BE49-F238E27FC236}">
                    <a16:creationId xmlns:a16="http://schemas.microsoft.com/office/drawing/2014/main" id="{729C8F83-36C0-411A-AA33-6BCDA19E3DCB}"/>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 name="Trapezoid 147">
                <a:extLst>
                  <a:ext uri="{FF2B5EF4-FFF2-40B4-BE49-F238E27FC236}">
                    <a16:creationId xmlns:a16="http://schemas.microsoft.com/office/drawing/2014/main" id="{D1502F7B-63BF-45CB-A0A4-4E6F1365619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1" name="Group 130">
              <a:extLst>
                <a:ext uri="{FF2B5EF4-FFF2-40B4-BE49-F238E27FC236}">
                  <a16:creationId xmlns:a16="http://schemas.microsoft.com/office/drawing/2014/main" id="{BBB94125-780E-4B9B-94D7-EE841EDA4C8D}"/>
                </a:ext>
              </a:extLst>
            </p:cNvPr>
            <p:cNvGrpSpPr/>
            <p:nvPr/>
          </p:nvGrpSpPr>
          <p:grpSpPr>
            <a:xfrm rot="5400000">
              <a:off x="9890518" y="2687470"/>
              <a:ext cx="175040" cy="2041126"/>
              <a:chOff x="8229799" y="2768458"/>
              <a:chExt cx="175040" cy="2041126"/>
            </a:xfrm>
            <a:solidFill>
              <a:schemeClr val="accent4"/>
            </a:solidFill>
          </p:grpSpPr>
          <p:sp>
            <p:nvSpPr>
              <p:cNvPr id="145" name="Trapezoid 144">
                <a:extLst>
                  <a:ext uri="{FF2B5EF4-FFF2-40B4-BE49-F238E27FC236}">
                    <a16:creationId xmlns:a16="http://schemas.microsoft.com/office/drawing/2014/main" id="{73758EEB-C592-4488-AA31-A53824D81F19}"/>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 name="Trapezoid 145">
                <a:extLst>
                  <a:ext uri="{FF2B5EF4-FFF2-40B4-BE49-F238E27FC236}">
                    <a16:creationId xmlns:a16="http://schemas.microsoft.com/office/drawing/2014/main" id="{D58AF22B-FC56-4AFB-A88B-86E6F06591A1}"/>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2" name="Group 131">
              <a:extLst>
                <a:ext uri="{FF2B5EF4-FFF2-40B4-BE49-F238E27FC236}">
                  <a16:creationId xmlns:a16="http://schemas.microsoft.com/office/drawing/2014/main" id="{BD69B430-2588-4633-9DAE-B6F1624B2511}"/>
                </a:ext>
              </a:extLst>
            </p:cNvPr>
            <p:cNvGrpSpPr/>
            <p:nvPr/>
          </p:nvGrpSpPr>
          <p:grpSpPr>
            <a:xfrm rot="1800000">
              <a:off x="9890518" y="2687470"/>
              <a:ext cx="175040" cy="2041126"/>
              <a:chOff x="8229799" y="2768458"/>
              <a:chExt cx="175040" cy="2041126"/>
            </a:xfrm>
            <a:solidFill>
              <a:schemeClr val="accent4"/>
            </a:solidFill>
          </p:grpSpPr>
          <p:sp>
            <p:nvSpPr>
              <p:cNvPr id="143" name="Trapezoid 142">
                <a:extLst>
                  <a:ext uri="{FF2B5EF4-FFF2-40B4-BE49-F238E27FC236}">
                    <a16:creationId xmlns:a16="http://schemas.microsoft.com/office/drawing/2014/main" id="{CE2CE9F8-4B6E-48E5-BF11-09921F691D22}"/>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Trapezoid 143">
                <a:extLst>
                  <a:ext uri="{FF2B5EF4-FFF2-40B4-BE49-F238E27FC236}">
                    <a16:creationId xmlns:a16="http://schemas.microsoft.com/office/drawing/2014/main" id="{F569F329-2E74-4F50-9CE4-955AB10CB504}"/>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3" name="Group 132">
              <a:extLst>
                <a:ext uri="{FF2B5EF4-FFF2-40B4-BE49-F238E27FC236}">
                  <a16:creationId xmlns:a16="http://schemas.microsoft.com/office/drawing/2014/main" id="{D6D4B89B-BC60-4ABD-B079-48CB0A0C1054}"/>
                </a:ext>
              </a:extLst>
            </p:cNvPr>
            <p:cNvGrpSpPr/>
            <p:nvPr/>
          </p:nvGrpSpPr>
          <p:grpSpPr>
            <a:xfrm rot="3600000">
              <a:off x="9890518" y="2687470"/>
              <a:ext cx="175040" cy="2041126"/>
              <a:chOff x="8229799" y="2768458"/>
              <a:chExt cx="175040" cy="2041126"/>
            </a:xfrm>
            <a:solidFill>
              <a:schemeClr val="accent4"/>
            </a:solidFill>
          </p:grpSpPr>
          <p:sp>
            <p:nvSpPr>
              <p:cNvPr id="141" name="Trapezoid 140">
                <a:extLst>
                  <a:ext uri="{FF2B5EF4-FFF2-40B4-BE49-F238E27FC236}">
                    <a16:creationId xmlns:a16="http://schemas.microsoft.com/office/drawing/2014/main" id="{A3B6D468-EC6E-40A5-A087-7BF6ACFF96E7}"/>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Trapezoid 141">
                <a:extLst>
                  <a:ext uri="{FF2B5EF4-FFF2-40B4-BE49-F238E27FC236}">
                    <a16:creationId xmlns:a16="http://schemas.microsoft.com/office/drawing/2014/main" id="{65A9610C-01D5-4455-9A81-9BD33DE3704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4" name="Group 133">
              <a:extLst>
                <a:ext uri="{FF2B5EF4-FFF2-40B4-BE49-F238E27FC236}">
                  <a16:creationId xmlns:a16="http://schemas.microsoft.com/office/drawing/2014/main" id="{AFE0D02A-29E1-4D5F-A862-1521A826489C}"/>
                </a:ext>
              </a:extLst>
            </p:cNvPr>
            <p:cNvGrpSpPr/>
            <p:nvPr/>
          </p:nvGrpSpPr>
          <p:grpSpPr>
            <a:xfrm rot="7200000">
              <a:off x="9890518" y="2687470"/>
              <a:ext cx="175040" cy="2041126"/>
              <a:chOff x="8229799" y="2768458"/>
              <a:chExt cx="175040" cy="2041126"/>
            </a:xfrm>
            <a:solidFill>
              <a:schemeClr val="accent4"/>
            </a:solidFill>
          </p:grpSpPr>
          <p:sp>
            <p:nvSpPr>
              <p:cNvPr id="139" name="Trapezoid 138">
                <a:extLst>
                  <a:ext uri="{FF2B5EF4-FFF2-40B4-BE49-F238E27FC236}">
                    <a16:creationId xmlns:a16="http://schemas.microsoft.com/office/drawing/2014/main" id="{22508BC8-5645-46CD-B075-1D6460DB14E3}"/>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Trapezoid 139">
                <a:extLst>
                  <a:ext uri="{FF2B5EF4-FFF2-40B4-BE49-F238E27FC236}">
                    <a16:creationId xmlns:a16="http://schemas.microsoft.com/office/drawing/2014/main" id="{3CBB3C50-65EF-443C-A651-5A4B12E83085}"/>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5" name="Group 134">
              <a:extLst>
                <a:ext uri="{FF2B5EF4-FFF2-40B4-BE49-F238E27FC236}">
                  <a16:creationId xmlns:a16="http://schemas.microsoft.com/office/drawing/2014/main" id="{D35CB965-D1AD-4682-8BCE-E5185EFE24BE}"/>
                </a:ext>
              </a:extLst>
            </p:cNvPr>
            <p:cNvGrpSpPr/>
            <p:nvPr/>
          </p:nvGrpSpPr>
          <p:grpSpPr>
            <a:xfrm rot="9000000">
              <a:off x="9890518" y="2687470"/>
              <a:ext cx="175040" cy="2041126"/>
              <a:chOff x="8229799" y="2768458"/>
              <a:chExt cx="175040" cy="2041126"/>
            </a:xfrm>
            <a:solidFill>
              <a:schemeClr val="accent4"/>
            </a:solidFill>
          </p:grpSpPr>
          <p:sp>
            <p:nvSpPr>
              <p:cNvPr id="137" name="Trapezoid 136">
                <a:extLst>
                  <a:ext uri="{FF2B5EF4-FFF2-40B4-BE49-F238E27FC236}">
                    <a16:creationId xmlns:a16="http://schemas.microsoft.com/office/drawing/2014/main" id="{963861EA-706D-431E-BEB8-2675D832C900}"/>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Trapezoid 137">
                <a:extLst>
                  <a:ext uri="{FF2B5EF4-FFF2-40B4-BE49-F238E27FC236}">
                    <a16:creationId xmlns:a16="http://schemas.microsoft.com/office/drawing/2014/main" id="{58310484-BF4E-4735-805B-541D4E993388}"/>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36" name="Oval 135">
              <a:extLst>
                <a:ext uri="{FF2B5EF4-FFF2-40B4-BE49-F238E27FC236}">
                  <a16:creationId xmlns:a16="http://schemas.microsoft.com/office/drawing/2014/main" id="{5A90B17B-4398-4490-9CAA-D2EB445F9501}"/>
                </a:ext>
              </a:extLst>
            </p:cNvPr>
            <p:cNvSpPr>
              <a:spLocks noChangeAspect="1"/>
            </p:cNvSpPr>
            <p:nvPr/>
          </p:nvSpPr>
          <p:spPr>
            <a:xfrm>
              <a:off x="9271624" y="3007403"/>
              <a:ext cx="1408186" cy="1408186"/>
            </a:xfrm>
            <a:prstGeom prst="ellipse">
              <a:avLst/>
            </a:prstGeom>
            <a:solidFill>
              <a:schemeClr val="lt1"/>
            </a:solidFill>
            <a:ln w="889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1499951"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4575244"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 name="Arc 403"/>
          <p:cNvSpPr/>
          <p:nvPr/>
        </p:nvSpPr>
        <p:spPr>
          <a:xfrm>
            <a:off x="7650536"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6092485"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974193" y="13674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1"/>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09" name="TextBox 408"/>
          <p:cNvSpPr txBox="1"/>
          <p:nvPr/>
        </p:nvSpPr>
        <p:spPr>
          <a:xfrm>
            <a:off x="4049624" y="1354905"/>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3"/>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12" name="TextBox 411"/>
          <p:cNvSpPr txBox="1"/>
          <p:nvPr/>
        </p:nvSpPr>
        <p:spPr>
          <a:xfrm>
            <a:off x="7125055" y="1342361"/>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5"/>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06" name="Arc 405"/>
          <p:cNvSpPr/>
          <p:nvPr/>
        </p:nvSpPr>
        <p:spPr>
          <a:xfrm rot="10800000">
            <a:off x="3000587"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 name="TextBox 414"/>
          <p:cNvSpPr txBox="1"/>
          <p:nvPr/>
        </p:nvSpPr>
        <p:spPr>
          <a:xfrm>
            <a:off x="2507935" y="51602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2"/>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18" name="TextBox 417"/>
          <p:cNvSpPr txBox="1"/>
          <p:nvPr/>
        </p:nvSpPr>
        <p:spPr>
          <a:xfrm>
            <a:off x="5599833" y="5147706"/>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4"/>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grpSp>
        <p:nvGrpSpPr>
          <p:cNvPr id="5" name="Group 4">
            <a:extLst>
              <a:ext uri="{FF2B5EF4-FFF2-40B4-BE49-F238E27FC236}">
                <a16:creationId xmlns:a16="http://schemas.microsoft.com/office/drawing/2014/main" id="{190B90FA-9F05-404A-8FAA-0E2ED044D424}"/>
              </a:ext>
            </a:extLst>
          </p:cNvPr>
          <p:cNvGrpSpPr/>
          <p:nvPr/>
        </p:nvGrpSpPr>
        <p:grpSpPr>
          <a:xfrm>
            <a:off x="8935161" y="2687470"/>
            <a:ext cx="2041126" cy="2041126"/>
            <a:chOff x="1215713" y="2687470"/>
            <a:chExt cx="2041126" cy="2041126"/>
          </a:xfrm>
        </p:grpSpPr>
        <p:sp>
          <p:nvSpPr>
            <p:cNvPr id="152" name="Circle: Hollow 151"/>
            <p:cNvSpPr>
              <a:spLocks noChangeAspect="1"/>
            </p:cNvSpPr>
            <p:nvPr/>
          </p:nvSpPr>
          <p:spPr>
            <a:xfrm>
              <a:off x="1377921" y="2849678"/>
              <a:ext cx="1716710" cy="1716710"/>
            </a:xfrm>
            <a:prstGeom prst="donut">
              <a:avLst>
                <a:gd name="adj" fmla="val 713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3" name="Group 152"/>
            <p:cNvGrpSpPr/>
            <p:nvPr/>
          </p:nvGrpSpPr>
          <p:grpSpPr>
            <a:xfrm>
              <a:off x="2148756" y="2687470"/>
              <a:ext cx="175040" cy="2041126"/>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4" name="Group 153"/>
            <p:cNvGrpSpPr/>
            <p:nvPr/>
          </p:nvGrpSpPr>
          <p:grpSpPr>
            <a:xfrm rot="5400000">
              <a:off x="2148756" y="2687470"/>
              <a:ext cx="175040" cy="2041126"/>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148756" y="2687470"/>
              <a:ext cx="175040" cy="2041126"/>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148756" y="2687470"/>
              <a:ext cx="175040" cy="2041126"/>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148756" y="2687470"/>
              <a:ext cx="175040" cy="2041126"/>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148756" y="2687470"/>
              <a:ext cx="175040" cy="2041126"/>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1529862" y="3007403"/>
              <a:ext cx="1408186" cy="1408186"/>
            </a:xfrm>
            <a:prstGeom prst="ellipse">
              <a:avLst/>
            </a:prstGeom>
            <a:solidFill>
              <a:schemeClr val="lt1"/>
            </a:solidFill>
            <a:ln w="889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71" name="Arc 170">
            <a:extLst>
              <a:ext uri="{FF2B5EF4-FFF2-40B4-BE49-F238E27FC236}">
                <a16:creationId xmlns:a16="http://schemas.microsoft.com/office/drawing/2014/main" id="{2B8F75A5-A366-4F2B-9953-CBFB952B7349}"/>
              </a:ext>
            </a:extLst>
          </p:cNvPr>
          <p:cNvSpPr/>
          <p:nvPr/>
        </p:nvSpPr>
        <p:spPr>
          <a:xfrm rot="10800000">
            <a:off x="9184382"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 name="TextBox 173">
            <a:extLst>
              <a:ext uri="{FF2B5EF4-FFF2-40B4-BE49-F238E27FC236}">
                <a16:creationId xmlns:a16="http://schemas.microsoft.com/office/drawing/2014/main" id="{9EC59A12-2153-4E1D-97B4-FE7686B4E65A}"/>
              </a:ext>
            </a:extLst>
          </p:cNvPr>
          <p:cNvSpPr txBox="1"/>
          <p:nvPr/>
        </p:nvSpPr>
        <p:spPr>
          <a:xfrm>
            <a:off x="8691730" y="51602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6"/>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108678676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a:normAutofit/>
          </a:bodyPr>
          <a:lstStyle/>
          <a:p>
            <a:r>
              <a:rPr lang="en-US" dirty="0"/>
              <a:t>Pyramid 12</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1694373"/>
            <a:ext cx="2747045" cy="4504844"/>
            <a:chOff x="4399811" y="1022194"/>
            <a:chExt cx="3392378" cy="5563119"/>
          </a:xfrm>
        </p:grpSpPr>
        <p:grpSp>
          <p:nvGrpSpPr>
            <p:cNvPr id="4" name="Groupe 80">
              <a:extLst>
                <a:ext uri="{FF2B5EF4-FFF2-40B4-BE49-F238E27FC236}">
                  <a16:creationId xmlns:a16="http://schemas.microsoft.com/office/drawing/2014/main" id="{1FC5D018-4FD0-0469-C48B-CBA56CA092C9}"/>
                </a:ext>
              </a:extLst>
            </p:cNvPr>
            <p:cNvGrpSpPr/>
            <p:nvPr/>
          </p:nvGrpSpPr>
          <p:grpSpPr>
            <a:xfrm>
              <a:off x="4399811" y="4389181"/>
              <a:ext cx="3392378" cy="2196132"/>
              <a:chOff x="4399811" y="4002887"/>
              <a:chExt cx="3392378" cy="2196132"/>
            </a:xfrm>
          </p:grpSpPr>
          <p:grpSp>
            <p:nvGrpSpPr>
              <p:cNvPr id="35" name="Group 420">
                <a:extLst>
                  <a:ext uri="{FF2B5EF4-FFF2-40B4-BE49-F238E27FC236}">
                    <a16:creationId xmlns:a16="http://schemas.microsoft.com/office/drawing/2014/main" id="{CBC90675-2D19-6F43-9C28-EAAC94345B80}"/>
                  </a:ext>
                </a:extLst>
              </p:cNvPr>
              <p:cNvGrpSpPr/>
              <p:nvPr/>
            </p:nvGrpSpPr>
            <p:grpSpPr>
              <a:xfrm>
                <a:off x="4399811" y="4002887"/>
                <a:ext cx="3392378" cy="2196132"/>
                <a:chOff x="3733796" y="3522083"/>
                <a:chExt cx="4724404" cy="2590260"/>
              </a:xfrm>
            </p:grpSpPr>
            <p:sp>
              <p:nvSpPr>
                <p:cNvPr id="37" name="Freeform 106">
                  <a:extLst>
                    <a:ext uri="{FF2B5EF4-FFF2-40B4-BE49-F238E27FC236}">
                      <a16:creationId xmlns:a16="http://schemas.microsoft.com/office/drawing/2014/main" id="{D749B922-33C4-F359-3810-3CACA6C061BB}"/>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5"/>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8" name="Freeform 108">
                  <a:extLst>
                    <a:ext uri="{FF2B5EF4-FFF2-40B4-BE49-F238E27FC236}">
                      <a16:creationId xmlns:a16="http://schemas.microsoft.com/office/drawing/2014/main" id="{DCAFD52B-FBB6-B67F-E0F2-C66A6E5A2285}"/>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5">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9" name="Freeform 419">
                  <a:extLst>
                    <a:ext uri="{FF2B5EF4-FFF2-40B4-BE49-F238E27FC236}">
                      <a16:creationId xmlns:a16="http://schemas.microsoft.com/office/drawing/2014/main" id="{B21D4D31-7044-4D40-2ADB-2191494F40C7}"/>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36" name="ZoneTexte 79">
                <a:extLst>
                  <a:ext uri="{FF2B5EF4-FFF2-40B4-BE49-F238E27FC236}">
                    <a16:creationId xmlns:a16="http://schemas.microsoft.com/office/drawing/2014/main" id="{6CF4A04F-C8C2-4171-B171-0E3226C938D5}"/>
                  </a:ext>
                </a:extLst>
              </p:cNvPr>
              <p:cNvSpPr txBox="1"/>
              <p:nvPr/>
            </p:nvSpPr>
            <p:spPr>
              <a:xfrm flipH="1">
                <a:off x="5926309" y="5024476"/>
                <a:ext cx="351397" cy="798167"/>
              </a:xfrm>
              <a:prstGeom prst="rect">
                <a:avLst/>
              </a:prstGeom>
              <a:noFill/>
              <a:effectLst/>
            </p:spPr>
            <p:txBody>
              <a:bodyPr wrap="square" rtlCol="0" anchor="ctr">
                <a:spAutoFit/>
              </a:bodyPr>
              <a:lstStyle/>
              <a:p>
                <a:pPr algn="ctr"/>
                <a:r>
                  <a:rPr lang="en-US" sz="3600" b="1" dirty="0">
                    <a:solidFill>
                      <a:schemeClr val="accent5"/>
                    </a:solidFill>
                    <a:latin typeface="+mj-lt"/>
                  </a:rPr>
                  <a:t>5</a:t>
                </a:r>
              </a:p>
            </p:txBody>
          </p:sp>
        </p:grpSp>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1670332"/>
            <a:ext cx="3969787"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590372"/>
            <a:ext cx="396978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281487"/>
            <a:ext cx="3969787"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3" name="TextBox 37 - 2">
            <a:extLst>
              <a:ext uri="{FF2B5EF4-FFF2-40B4-BE49-F238E27FC236}">
                <a16:creationId xmlns:a16="http://schemas.microsoft.com/office/drawing/2014/main" id="{28A753EA-12B9-721E-DA52-5BFAB23F9297}"/>
              </a:ext>
            </a:extLst>
          </p:cNvPr>
          <p:cNvSpPr txBox="1"/>
          <p:nvPr/>
        </p:nvSpPr>
        <p:spPr>
          <a:xfrm>
            <a:off x="282620" y="4892641"/>
            <a:ext cx="3969787" cy="1077218"/>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013030"/>
            <a:ext cx="396978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328199413"/>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itle 138">
            <a:extLst>
              <a:ext uri="{FF2B5EF4-FFF2-40B4-BE49-F238E27FC236}">
                <a16:creationId xmlns:a16="http://schemas.microsoft.com/office/drawing/2014/main" id="{29747840-1435-45C3-9C7A-D03494BF0FAC}"/>
              </a:ext>
            </a:extLst>
          </p:cNvPr>
          <p:cNvSpPr>
            <a:spLocks noGrp="1"/>
          </p:cNvSpPr>
          <p:nvPr>
            <p:ph type="title"/>
          </p:nvPr>
        </p:nvSpPr>
        <p:spPr>
          <a:xfrm>
            <a:off x="214184" y="13663"/>
            <a:ext cx="9728886" cy="678316"/>
          </a:xfrm>
        </p:spPr>
        <p:txBody>
          <a:bodyPr>
            <a:normAutofit/>
          </a:bodyPr>
          <a:lstStyle/>
          <a:p>
            <a:r>
              <a:rPr lang="en-US" dirty="0"/>
              <a:t>Network 2</a:t>
            </a:r>
          </a:p>
        </p:txBody>
      </p:sp>
      <p:sp>
        <p:nvSpPr>
          <p:cNvPr id="3" name="Oval 2">
            <a:extLst>
              <a:ext uri="{FF2B5EF4-FFF2-40B4-BE49-F238E27FC236}">
                <a16:creationId xmlns:a16="http://schemas.microsoft.com/office/drawing/2014/main" id="{87A04DB6-C2F7-452F-822B-E15585E28493}"/>
              </a:ext>
            </a:extLst>
          </p:cNvPr>
          <p:cNvSpPr>
            <a:spLocks noChangeAspect="1"/>
          </p:cNvSpPr>
          <p:nvPr/>
        </p:nvSpPr>
        <p:spPr>
          <a:xfrm>
            <a:off x="3646068" y="1802362"/>
            <a:ext cx="1106424" cy="110642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D3B9AB1F-AED4-4EEF-AF87-C2755105F806}"/>
              </a:ext>
            </a:extLst>
          </p:cNvPr>
          <p:cNvSpPr>
            <a:spLocks noChangeAspect="1"/>
          </p:cNvSpPr>
          <p:nvPr/>
        </p:nvSpPr>
        <p:spPr>
          <a:xfrm>
            <a:off x="3646068" y="3223658"/>
            <a:ext cx="1106424" cy="11064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3F3A9C1D-B59B-4B05-975D-5A4F2F512DCE}"/>
              </a:ext>
            </a:extLst>
          </p:cNvPr>
          <p:cNvSpPr>
            <a:spLocks noChangeAspect="1"/>
          </p:cNvSpPr>
          <p:nvPr/>
        </p:nvSpPr>
        <p:spPr>
          <a:xfrm>
            <a:off x="3646068" y="4644954"/>
            <a:ext cx="1106424" cy="110642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0DC5588C-C3AB-4408-B480-9E25561A59DE}"/>
              </a:ext>
            </a:extLst>
          </p:cNvPr>
          <p:cNvSpPr>
            <a:spLocks noChangeAspect="1"/>
          </p:cNvSpPr>
          <p:nvPr/>
        </p:nvSpPr>
        <p:spPr>
          <a:xfrm>
            <a:off x="7439508" y="1802362"/>
            <a:ext cx="1106424" cy="110642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a:extLst>
              <a:ext uri="{FF2B5EF4-FFF2-40B4-BE49-F238E27FC236}">
                <a16:creationId xmlns:a16="http://schemas.microsoft.com/office/drawing/2014/main" id="{E435BCBA-DD70-4511-915B-C10BF8A116EA}"/>
              </a:ext>
            </a:extLst>
          </p:cNvPr>
          <p:cNvSpPr>
            <a:spLocks noChangeAspect="1"/>
          </p:cNvSpPr>
          <p:nvPr/>
        </p:nvSpPr>
        <p:spPr>
          <a:xfrm>
            <a:off x="7439508" y="3223658"/>
            <a:ext cx="1106424" cy="110642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a:extLst>
              <a:ext uri="{FF2B5EF4-FFF2-40B4-BE49-F238E27FC236}">
                <a16:creationId xmlns:a16="http://schemas.microsoft.com/office/drawing/2014/main" id="{DD9B4577-7BF1-4EA5-A95A-5F60A28E660F}"/>
              </a:ext>
            </a:extLst>
          </p:cNvPr>
          <p:cNvSpPr>
            <a:spLocks noChangeAspect="1"/>
          </p:cNvSpPr>
          <p:nvPr/>
        </p:nvSpPr>
        <p:spPr>
          <a:xfrm>
            <a:off x="7439508" y="4644954"/>
            <a:ext cx="1106424" cy="110642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a:extLst>
              <a:ext uri="{FF2B5EF4-FFF2-40B4-BE49-F238E27FC236}">
                <a16:creationId xmlns:a16="http://schemas.microsoft.com/office/drawing/2014/main" id="{1DC7BB82-FAAD-4EE1-A3DA-418D6872F0CB}"/>
              </a:ext>
            </a:extLst>
          </p:cNvPr>
          <p:cNvSpPr>
            <a:spLocks noChangeAspect="1"/>
          </p:cNvSpPr>
          <p:nvPr/>
        </p:nvSpPr>
        <p:spPr>
          <a:xfrm>
            <a:off x="5205047" y="2885917"/>
            <a:ext cx="1781907" cy="1781907"/>
          </a:xfrm>
          <a:prstGeom prst="ellips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dirty="0"/>
              <a:t>Lorem ipsum</a:t>
            </a:r>
          </a:p>
        </p:txBody>
      </p:sp>
      <p:cxnSp>
        <p:nvCxnSpPr>
          <p:cNvPr id="10" name="Connector: Elbow 9">
            <a:extLst>
              <a:ext uri="{FF2B5EF4-FFF2-40B4-BE49-F238E27FC236}">
                <a16:creationId xmlns:a16="http://schemas.microsoft.com/office/drawing/2014/main" id="{499D6E82-1B5D-4AD8-AF81-BD4A3EFB92C3}"/>
              </a:ext>
            </a:extLst>
          </p:cNvPr>
          <p:cNvCxnSpPr>
            <a:stCxn id="9" idx="6"/>
            <a:endCxn id="6" idx="2"/>
          </p:cNvCxnSpPr>
          <p:nvPr/>
        </p:nvCxnSpPr>
        <p:spPr>
          <a:xfrm flipV="1">
            <a:off x="6986954" y="2355574"/>
            <a:ext cx="452554" cy="1421297"/>
          </a:xfrm>
          <a:prstGeom prst="bentConnector3">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nector: Elbow 10">
            <a:extLst>
              <a:ext uri="{FF2B5EF4-FFF2-40B4-BE49-F238E27FC236}">
                <a16:creationId xmlns:a16="http://schemas.microsoft.com/office/drawing/2014/main" id="{ACC2BE8E-32CC-4B3C-91DC-5A00A946143B}"/>
              </a:ext>
            </a:extLst>
          </p:cNvPr>
          <p:cNvCxnSpPr>
            <a:cxnSpLocks/>
            <a:stCxn id="9" idx="6"/>
            <a:endCxn id="8" idx="2"/>
          </p:cNvCxnSpPr>
          <p:nvPr/>
        </p:nvCxnSpPr>
        <p:spPr>
          <a:xfrm>
            <a:off x="6986954" y="3776871"/>
            <a:ext cx="452554"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or: Elbow 11">
            <a:extLst>
              <a:ext uri="{FF2B5EF4-FFF2-40B4-BE49-F238E27FC236}">
                <a16:creationId xmlns:a16="http://schemas.microsoft.com/office/drawing/2014/main" id="{58A639B1-A609-44C3-82D5-C3741C02C735}"/>
              </a:ext>
            </a:extLst>
          </p:cNvPr>
          <p:cNvCxnSpPr>
            <a:cxnSpLocks/>
            <a:stCxn id="3" idx="6"/>
            <a:endCxn id="9" idx="2"/>
          </p:cNvCxnSpPr>
          <p:nvPr/>
        </p:nvCxnSpPr>
        <p:spPr>
          <a:xfrm>
            <a:off x="4752492" y="2355574"/>
            <a:ext cx="452555" cy="1421297"/>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or: Elbow 12">
            <a:extLst>
              <a:ext uri="{FF2B5EF4-FFF2-40B4-BE49-F238E27FC236}">
                <a16:creationId xmlns:a16="http://schemas.microsoft.com/office/drawing/2014/main" id="{9D7906B0-ACF3-4A41-AA03-2F0A35B0C898}"/>
              </a:ext>
            </a:extLst>
          </p:cNvPr>
          <p:cNvCxnSpPr>
            <a:cxnSpLocks/>
            <a:stCxn id="5" idx="6"/>
            <a:endCxn id="9" idx="2"/>
          </p:cNvCxnSpPr>
          <p:nvPr/>
        </p:nvCxnSpPr>
        <p:spPr>
          <a:xfrm flipV="1">
            <a:off x="4752492" y="3776871"/>
            <a:ext cx="452555"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0A15B2F-95E3-438B-9F16-99A8799686B3}"/>
              </a:ext>
            </a:extLst>
          </p:cNvPr>
          <p:cNvCxnSpPr>
            <a:cxnSpLocks/>
            <a:stCxn id="9" idx="2"/>
            <a:endCxn id="4" idx="6"/>
          </p:cNvCxnSpPr>
          <p:nvPr/>
        </p:nvCxnSpPr>
        <p:spPr>
          <a:xfrm flipH="1" flipV="1">
            <a:off x="4752492" y="3776870"/>
            <a:ext cx="452555"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074EEED-B593-4FCF-93EB-D433DF063262}"/>
              </a:ext>
            </a:extLst>
          </p:cNvPr>
          <p:cNvCxnSpPr>
            <a:cxnSpLocks/>
            <a:stCxn id="7" idx="2"/>
            <a:endCxn id="9" idx="6"/>
          </p:cNvCxnSpPr>
          <p:nvPr/>
        </p:nvCxnSpPr>
        <p:spPr>
          <a:xfrm flipH="1">
            <a:off x="6986954" y="3776870"/>
            <a:ext cx="45255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AI3" descr="{&quot;Key&quot;:&quot;POWER_USER_SHAPE_ICON&quot;,&quot;Value&quot;:&quot;POWER_USER_SHAPE_ICON_STYLE_1&quot;}">
            <a:extLst>
              <a:ext uri="{FF2B5EF4-FFF2-40B4-BE49-F238E27FC236}">
                <a16:creationId xmlns:a16="http://schemas.microsoft.com/office/drawing/2014/main" id="{438B1823-A66F-4F16-9739-5EF939574591}"/>
              </a:ext>
            </a:extLst>
          </p:cNvPr>
          <p:cNvGrpSpPr>
            <a:grpSpLocks noChangeAspect="1"/>
          </p:cNvGrpSpPr>
          <p:nvPr/>
        </p:nvGrpSpPr>
        <p:grpSpPr>
          <a:xfrm>
            <a:off x="3834179" y="3421643"/>
            <a:ext cx="780623" cy="722634"/>
            <a:chOff x="5936234" y="2219065"/>
            <a:chExt cx="3630213" cy="3360535"/>
          </a:xfrm>
          <a:solidFill>
            <a:schemeClr val="lt1"/>
          </a:solidFill>
        </p:grpSpPr>
        <p:sp>
          <p:nvSpPr>
            <p:cNvPr id="17" name="Freeform: Shape 16">
              <a:extLst>
                <a:ext uri="{FF2B5EF4-FFF2-40B4-BE49-F238E27FC236}">
                  <a16:creationId xmlns:a16="http://schemas.microsoft.com/office/drawing/2014/main" id="{9C63E327-F9F4-47DE-984A-7C277F0A11E9}"/>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14">
              <a:extLst>
                <a:ext uri="{FF2B5EF4-FFF2-40B4-BE49-F238E27FC236}">
                  <a16:creationId xmlns:a16="http://schemas.microsoft.com/office/drawing/2014/main" id="{EC202C14-F366-44A0-8762-E100F722E4D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15">
              <a:extLst>
                <a:ext uri="{FF2B5EF4-FFF2-40B4-BE49-F238E27FC236}">
                  <a16:creationId xmlns:a16="http://schemas.microsoft.com/office/drawing/2014/main" id="{A09C780D-E37A-4A9F-9C27-8DDFEFF39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16">
              <a:extLst>
                <a:ext uri="{FF2B5EF4-FFF2-40B4-BE49-F238E27FC236}">
                  <a16:creationId xmlns:a16="http://schemas.microsoft.com/office/drawing/2014/main" id="{92B153C5-8486-4BC6-BF3A-03C893620AF9}"/>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17">
              <a:extLst>
                <a:ext uri="{FF2B5EF4-FFF2-40B4-BE49-F238E27FC236}">
                  <a16:creationId xmlns:a16="http://schemas.microsoft.com/office/drawing/2014/main" id="{2F397BC9-54EB-4E11-8AB4-82849FDC1B83}"/>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C49101F6-E9AC-4853-8859-71532B4ACDA1}"/>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9">
              <a:extLst>
                <a:ext uri="{FF2B5EF4-FFF2-40B4-BE49-F238E27FC236}">
                  <a16:creationId xmlns:a16="http://schemas.microsoft.com/office/drawing/2014/main" id="{59B3E7D6-E02E-41DE-9523-BDAC8CD5DB35}"/>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20">
              <a:extLst>
                <a:ext uri="{FF2B5EF4-FFF2-40B4-BE49-F238E27FC236}">
                  <a16:creationId xmlns:a16="http://schemas.microsoft.com/office/drawing/2014/main" id="{0673840E-5AE4-4E34-B58E-0300183BF17E}"/>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21">
              <a:extLst>
                <a:ext uri="{FF2B5EF4-FFF2-40B4-BE49-F238E27FC236}">
                  <a16:creationId xmlns:a16="http://schemas.microsoft.com/office/drawing/2014/main" id="{80C6CE89-8ACD-42A8-BD7F-AD8FC92804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122">
              <a:extLst>
                <a:ext uri="{FF2B5EF4-FFF2-40B4-BE49-F238E27FC236}">
                  <a16:creationId xmlns:a16="http://schemas.microsoft.com/office/drawing/2014/main" id="{215599F7-27A1-4354-8E9E-96E977031226}"/>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124">
              <a:extLst>
                <a:ext uri="{FF2B5EF4-FFF2-40B4-BE49-F238E27FC236}">
                  <a16:creationId xmlns:a16="http://schemas.microsoft.com/office/drawing/2014/main" id="{EDC127A7-5687-41F6-9F15-59F8D1665A0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126">
              <a:extLst>
                <a:ext uri="{FF2B5EF4-FFF2-40B4-BE49-F238E27FC236}">
                  <a16:creationId xmlns:a16="http://schemas.microsoft.com/office/drawing/2014/main" id="{709013E9-7F0E-417B-B41A-5424B7B619B8}"/>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Rectangle 127">
              <a:extLst>
                <a:ext uri="{FF2B5EF4-FFF2-40B4-BE49-F238E27FC236}">
                  <a16:creationId xmlns:a16="http://schemas.microsoft.com/office/drawing/2014/main" id="{010A0A24-2DE0-4DD3-973F-2225EF2EAD7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128">
              <a:extLst>
                <a:ext uri="{FF2B5EF4-FFF2-40B4-BE49-F238E27FC236}">
                  <a16:creationId xmlns:a16="http://schemas.microsoft.com/office/drawing/2014/main" id="{4D2143FE-2598-4273-9E60-DB87A46AEC4B}"/>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129">
              <a:extLst>
                <a:ext uri="{FF2B5EF4-FFF2-40B4-BE49-F238E27FC236}">
                  <a16:creationId xmlns:a16="http://schemas.microsoft.com/office/drawing/2014/main" id="{3A88E984-5C32-42B4-91D1-92D67786D6E5}"/>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130">
              <a:extLst>
                <a:ext uri="{FF2B5EF4-FFF2-40B4-BE49-F238E27FC236}">
                  <a16:creationId xmlns:a16="http://schemas.microsoft.com/office/drawing/2014/main" id="{F0FA02FB-D68D-46A8-AFBA-E7A9BB3D740D}"/>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131">
              <a:extLst>
                <a:ext uri="{FF2B5EF4-FFF2-40B4-BE49-F238E27FC236}">
                  <a16:creationId xmlns:a16="http://schemas.microsoft.com/office/drawing/2014/main" id="{6A515ADE-23AE-4983-B104-E91BEFC542E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132">
              <a:extLst>
                <a:ext uri="{FF2B5EF4-FFF2-40B4-BE49-F238E27FC236}">
                  <a16:creationId xmlns:a16="http://schemas.microsoft.com/office/drawing/2014/main" id="{4105D8BA-DEEA-4338-85EA-AC39B4C9DDE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133">
              <a:extLst>
                <a:ext uri="{FF2B5EF4-FFF2-40B4-BE49-F238E27FC236}">
                  <a16:creationId xmlns:a16="http://schemas.microsoft.com/office/drawing/2014/main" id="{A94A0B7E-1A4B-4835-8C88-6128B7FB2F5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134">
              <a:extLst>
                <a:ext uri="{FF2B5EF4-FFF2-40B4-BE49-F238E27FC236}">
                  <a16:creationId xmlns:a16="http://schemas.microsoft.com/office/drawing/2014/main" id="{F3ADC1ED-A9F2-4FC3-84C2-E256F5CC426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135">
              <a:extLst>
                <a:ext uri="{FF2B5EF4-FFF2-40B4-BE49-F238E27FC236}">
                  <a16:creationId xmlns:a16="http://schemas.microsoft.com/office/drawing/2014/main" id="{BE324BED-2232-43B8-A401-D19879886BCC}"/>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136">
              <a:extLst>
                <a:ext uri="{FF2B5EF4-FFF2-40B4-BE49-F238E27FC236}">
                  <a16:creationId xmlns:a16="http://schemas.microsoft.com/office/drawing/2014/main" id="{080EDC97-FF01-4B4E-A28F-4FC0F7AFE522}"/>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37">
              <a:extLst>
                <a:ext uri="{FF2B5EF4-FFF2-40B4-BE49-F238E27FC236}">
                  <a16:creationId xmlns:a16="http://schemas.microsoft.com/office/drawing/2014/main" id="{E0F37626-694E-472B-A1A5-637C3EE0C0AE}"/>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138">
              <a:extLst>
                <a:ext uri="{FF2B5EF4-FFF2-40B4-BE49-F238E27FC236}">
                  <a16:creationId xmlns:a16="http://schemas.microsoft.com/office/drawing/2014/main" id="{958D014B-B995-43A1-8A2C-270214C1DC6A}"/>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139">
              <a:extLst>
                <a:ext uri="{FF2B5EF4-FFF2-40B4-BE49-F238E27FC236}">
                  <a16:creationId xmlns:a16="http://schemas.microsoft.com/office/drawing/2014/main" id="{11064E4C-AB7F-474A-BB6C-F2474006E2C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140">
              <a:extLst>
                <a:ext uri="{FF2B5EF4-FFF2-40B4-BE49-F238E27FC236}">
                  <a16:creationId xmlns:a16="http://schemas.microsoft.com/office/drawing/2014/main" id="{A557565B-BFC3-4926-869F-1C9F3F3BEE61}"/>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41">
              <a:extLst>
                <a:ext uri="{FF2B5EF4-FFF2-40B4-BE49-F238E27FC236}">
                  <a16:creationId xmlns:a16="http://schemas.microsoft.com/office/drawing/2014/main" id="{FFA6507A-C80C-4B8C-9B6B-D78A9D946B57}"/>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42">
              <a:extLst>
                <a:ext uri="{FF2B5EF4-FFF2-40B4-BE49-F238E27FC236}">
                  <a16:creationId xmlns:a16="http://schemas.microsoft.com/office/drawing/2014/main" id="{37A14919-7FFA-482B-9E06-1B5116F215DD}"/>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43">
              <a:extLst>
                <a:ext uri="{FF2B5EF4-FFF2-40B4-BE49-F238E27FC236}">
                  <a16:creationId xmlns:a16="http://schemas.microsoft.com/office/drawing/2014/main" id="{1CB70BD0-D982-4513-981C-FA97C9672E0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44">
              <a:extLst>
                <a:ext uri="{FF2B5EF4-FFF2-40B4-BE49-F238E27FC236}">
                  <a16:creationId xmlns:a16="http://schemas.microsoft.com/office/drawing/2014/main" id="{E5528565-6435-43AC-B013-B269E6A99705}"/>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45">
              <a:extLst>
                <a:ext uri="{FF2B5EF4-FFF2-40B4-BE49-F238E27FC236}">
                  <a16:creationId xmlns:a16="http://schemas.microsoft.com/office/drawing/2014/main" id="{695F2E5E-40B2-4358-9942-ECB803FC1C35}"/>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6">
              <a:extLst>
                <a:ext uri="{FF2B5EF4-FFF2-40B4-BE49-F238E27FC236}">
                  <a16:creationId xmlns:a16="http://schemas.microsoft.com/office/drawing/2014/main" id="{BB69DA65-097A-4F9C-B432-0E640D02FD53}"/>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47">
              <a:extLst>
                <a:ext uri="{FF2B5EF4-FFF2-40B4-BE49-F238E27FC236}">
                  <a16:creationId xmlns:a16="http://schemas.microsoft.com/office/drawing/2014/main" id="{700C59B0-BFD2-4DBA-A9DC-157865605E92}"/>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48">
              <a:extLst>
                <a:ext uri="{FF2B5EF4-FFF2-40B4-BE49-F238E27FC236}">
                  <a16:creationId xmlns:a16="http://schemas.microsoft.com/office/drawing/2014/main" id="{DDBF660E-0E7E-441E-8176-B1823AD3B1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49">
              <a:extLst>
                <a:ext uri="{FF2B5EF4-FFF2-40B4-BE49-F238E27FC236}">
                  <a16:creationId xmlns:a16="http://schemas.microsoft.com/office/drawing/2014/main" id="{E3C98E6E-ACB6-4976-9362-762B2203E9A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50">
              <a:extLst>
                <a:ext uri="{FF2B5EF4-FFF2-40B4-BE49-F238E27FC236}">
                  <a16:creationId xmlns:a16="http://schemas.microsoft.com/office/drawing/2014/main" id="{C0928FEC-665C-444F-A0D5-B271E07EA5A5}"/>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51">
              <a:extLst>
                <a:ext uri="{FF2B5EF4-FFF2-40B4-BE49-F238E27FC236}">
                  <a16:creationId xmlns:a16="http://schemas.microsoft.com/office/drawing/2014/main" id="{50AFEE34-41AC-4EF3-8F89-7B75F1367DB3}"/>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52">
              <a:extLst>
                <a:ext uri="{FF2B5EF4-FFF2-40B4-BE49-F238E27FC236}">
                  <a16:creationId xmlns:a16="http://schemas.microsoft.com/office/drawing/2014/main" id="{EB417AAE-447A-4CAC-A6E2-E642775402ED}"/>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53">
              <a:extLst>
                <a:ext uri="{FF2B5EF4-FFF2-40B4-BE49-F238E27FC236}">
                  <a16:creationId xmlns:a16="http://schemas.microsoft.com/office/drawing/2014/main" id="{743E60E4-975B-4DC9-9919-ECC598DAF778}"/>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54">
              <a:extLst>
                <a:ext uri="{FF2B5EF4-FFF2-40B4-BE49-F238E27FC236}">
                  <a16:creationId xmlns:a16="http://schemas.microsoft.com/office/drawing/2014/main" id="{40D50C48-1253-49D0-862A-7DB18DAE95EF}"/>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Air_hostess" descr="{&quot;Key&quot;:&quot;POWER_USER_SHAPE_ICON&quot;,&quot;Value&quot;:&quot;POWER_USER_SHAPE_ICON_STYLE_1&quot;}">
            <a:extLst>
              <a:ext uri="{FF2B5EF4-FFF2-40B4-BE49-F238E27FC236}">
                <a16:creationId xmlns:a16="http://schemas.microsoft.com/office/drawing/2014/main" id="{564A6762-4981-49A0-9891-88B0F0CF5C29}"/>
              </a:ext>
            </a:extLst>
          </p:cNvPr>
          <p:cNvGrpSpPr>
            <a:grpSpLocks noChangeAspect="1"/>
          </p:cNvGrpSpPr>
          <p:nvPr/>
        </p:nvGrpSpPr>
        <p:grpSpPr>
          <a:xfrm>
            <a:off x="3901192" y="1946805"/>
            <a:ext cx="597512" cy="722634"/>
            <a:chOff x="7264401" y="4197351"/>
            <a:chExt cx="371475" cy="449263"/>
          </a:xfrm>
          <a:solidFill>
            <a:schemeClr val="lt1"/>
          </a:solidFill>
        </p:grpSpPr>
        <p:sp>
          <p:nvSpPr>
            <p:cNvPr id="58" name="Freeform 618">
              <a:extLst>
                <a:ext uri="{FF2B5EF4-FFF2-40B4-BE49-F238E27FC236}">
                  <a16:creationId xmlns:a16="http://schemas.microsoft.com/office/drawing/2014/main" id="{DA92BD35-5434-4429-94BD-AB74CE8870E7}"/>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19">
              <a:extLst>
                <a:ext uri="{FF2B5EF4-FFF2-40B4-BE49-F238E27FC236}">
                  <a16:creationId xmlns:a16="http://schemas.microsoft.com/office/drawing/2014/main" id="{E786AFAF-651C-483D-A06D-33DF2619400A}"/>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20">
              <a:extLst>
                <a:ext uri="{FF2B5EF4-FFF2-40B4-BE49-F238E27FC236}">
                  <a16:creationId xmlns:a16="http://schemas.microsoft.com/office/drawing/2014/main" id="{2814F70B-0642-4121-A3B7-23C5556A2F68}"/>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21">
              <a:extLst>
                <a:ext uri="{FF2B5EF4-FFF2-40B4-BE49-F238E27FC236}">
                  <a16:creationId xmlns:a16="http://schemas.microsoft.com/office/drawing/2014/main" id="{012980F8-1FCE-4971-8943-3A18ED9BCD10}"/>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22">
              <a:extLst>
                <a:ext uri="{FF2B5EF4-FFF2-40B4-BE49-F238E27FC236}">
                  <a16:creationId xmlns:a16="http://schemas.microsoft.com/office/drawing/2014/main" id="{7756D905-24BB-4B3E-8584-225A06B62E1A}"/>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23">
              <a:extLst>
                <a:ext uri="{FF2B5EF4-FFF2-40B4-BE49-F238E27FC236}">
                  <a16:creationId xmlns:a16="http://schemas.microsoft.com/office/drawing/2014/main" id="{94BE3191-6353-4582-A1C4-DDA0B651AA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624">
              <a:extLst>
                <a:ext uri="{FF2B5EF4-FFF2-40B4-BE49-F238E27FC236}">
                  <a16:creationId xmlns:a16="http://schemas.microsoft.com/office/drawing/2014/main" id="{6688512B-04F6-4DD7-BE14-3FF3E61E1B41}"/>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625">
              <a:extLst>
                <a:ext uri="{FF2B5EF4-FFF2-40B4-BE49-F238E27FC236}">
                  <a16:creationId xmlns:a16="http://schemas.microsoft.com/office/drawing/2014/main" id="{E56BA15D-2AFA-45B9-ABA0-13F32F471DCE}"/>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26">
              <a:extLst>
                <a:ext uri="{FF2B5EF4-FFF2-40B4-BE49-F238E27FC236}">
                  <a16:creationId xmlns:a16="http://schemas.microsoft.com/office/drawing/2014/main" id="{F02A6C28-A444-4D3C-8D40-2D95A9619D62}"/>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27">
              <a:extLst>
                <a:ext uri="{FF2B5EF4-FFF2-40B4-BE49-F238E27FC236}">
                  <a16:creationId xmlns:a16="http://schemas.microsoft.com/office/drawing/2014/main" id="{BB24AAD9-1235-446D-A522-81948D786B3E}"/>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28">
              <a:extLst>
                <a:ext uri="{FF2B5EF4-FFF2-40B4-BE49-F238E27FC236}">
                  <a16:creationId xmlns:a16="http://schemas.microsoft.com/office/drawing/2014/main" id="{FB4FBE36-1198-46E4-9CC1-D3025015E2A7}"/>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629">
              <a:extLst>
                <a:ext uri="{FF2B5EF4-FFF2-40B4-BE49-F238E27FC236}">
                  <a16:creationId xmlns:a16="http://schemas.microsoft.com/office/drawing/2014/main" id="{2896F83E-3C60-415F-8C90-E7BD66AF4F9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0" name="Airport2" descr="{&quot;Key&quot;:&quot;POWER_USER_SHAPE_ICON&quot;,&quot;Value&quot;:&quot;POWER_USER_SHAPE_ICON_STYLE_1&quot;}">
            <a:extLst>
              <a:ext uri="{FF2B5EF4-FFF2-40B4-BE49-F238E27FC236}">
                <a16:creationId xmlns:a16="http://schemas.microsoft.com/office/drawing/2014/main" id="{C84CEA8A-659F-450B-B211-66D5F63D74F6}"/>
              </a:ext>
            </a:extLst>
          </p:cNvPr>
          <p:cNvGrpSpPr>
            <a:grpSpLocks noChangeAspect="1"/>
          </p:cNvGrpSpPr>
          <p:nvPr/>
        </p:nvGrpSpPr>
        <p:grpSpPr>
          <a:xfrm>
            <a:off x="3719779" y="4826093"/>
            <a:ext cx="907268" cy="656940"/>
            <a:chOff x="2843213" y="1681163"/>
            <a:chExt cx="1041400" cy="754062"/>
          </a:xfrm>
        </p:grpSpPr>
        <p:sp>
          <p:nvSpPr>
            <p:cNvPr id="71" name="Freeform 116">
              <a:extLst>
                <a:ext uri="{FF2B5EF4-FFF2-40B4-BE49-F238E27FC236}">
                  <a16:creationId xmlns:a16="http://schemas.microsoft.com/office/drawing/2014/main" id="{DE9478C9-5500-40BE-A3AE-B7B106F950FE}"/>
                </a:ext>
              </a:extLst>
            </p:cNvPr>
            <p:cNvSpPr>
              <a:spLocks noEditPoints="1"/>
            </p:cNvSpPr>
            <p:nvPr/>
          </p:nvSpPr>
          <p:spPr bwMode="auto">
            <a:xfrm>
              <a:off x="3216275" y="2203450"/>
              <a:ext cx="668338" cy="231775"/>
            </a:xfrm>
            <a:custGeom>
              <a:avLst/>
              <a:gdLst>
                <a:gd name="T0" fmla="*/ 890 w 890"/>
                <a:gd name="T1" fmla="*/ 307 h 307"/>
                <a:gd name="T2" fmla="*/ 537 w 890"/>
                <a:gd name="T3" fmla="*/ 0 h 307"/>
                <a:gd name="T4" fmla="*/ 353 w 890"/>
                <a:gd name="T5" fmla="*/ 0 h 307"/>
                <a:gd name="T6" fmla="*/ 0 w 890"/>
                <a:gd name="T7" fmla="*/ 307 h 307"/>
              </a:gdLst>
              <a:ahLst/>
              <a:cxnLst>
                <a:cxn ang="0">
                  <a:pos x="T0" y="T1"/>
                </a:cxn>
                <a:cxn ang="0">
                  <a:pos x="T2" y="T3"/>
                </a:cxn>
                <a:cxn ang="0">
                  <a:pos x="T4" y="T5"/>
                </a:cxn>
                <a:cxn ang="0">
                  <a:pos x="T6" y="T7"/>
                </a:cxn>
              </a:cxnLst>
              <a:rect l="0" t="0" r="r" b="b"/>
              <a:pathLst>
                <a:path w="890" h="307">
                  <a:moveTo>
                    <a:pt x="890" y="307"/>
                  </a:moveTo>
                  <a:lnTo>
                    <a:pt x="537" y="0"/>
                  </a:lnTo>
                  <a:moveTo>
                    <a:pt x="353" y="0"/>
                  </a:moveTo>
                  <a:lnTo>
                    <a:pt x="0" y="307"/>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117">
              <a:extLst>
                <a:ext uri="{FF2B5EF4-FFF2-40B4-BE49-F238E27FC236}">
                  <a16:creationId xmlns:a16="http://schemas.microsoft.com/office/drawing/2014/main" id="{EC9A1BFB-31C9-40D2-917A-350E2C85ED0F}"/>
                </a:ext>
              </a:extLst>
            </p:cNvPr>
            <p:cNvSpPr>
              <a:spLocks noChangeShapeType="1"/>
            </p:cNvSpPr>
            <p:nvPr/>
          </p:nvSpPr>
          <p:spPr bwMode="auto">
            <a:xfrm flipH="1">
              <a:off x="3089275" y="2232025"/>
              <a:ext cx="280988" cy="20161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18">
              <a:extLst>
                <a:ext uri="{FF2B5EF4-FFF2-40B4-BE49-F238E27FC236}">
                  <a16:creationId xmlns:a16="http://schemas.microsoft.com/office/drawing/2014/main" id="{A5A33D45-A017-40E0-BC65-B5EA280CB28D}"/>
                </a:ext>
              </a:extLst>
            </p:cNvPr>
            <p:cNvSpPr>
              <a:spLocks/>
            </p:cNvSpPr>
            <p:nvPr/>
          </p:nvSpPr>
          <p:spPr bwMode="auto">
            <a:xfrm>
              <a:off x="3255963" y="1770063"/>
              <a:ext cx="187325" cy="84138"/>
            </a:xfrm>
            <a:custGeom>
              <a:avLst/>
              <a:gdLst>
                <a:gd name="T0" fmla="*/ 229 w 250"/>
                <a:gd name="T1" fmla="*/ 110 h 110"/>
                <a:gd name="T2" fmla="*/ 21 w 250"/>
                <a:gd name="T3" fmla="*/ 110 h 110"/>
                <a:gd name="T4" fmla="*/ 0 w 250"/>
                <a:gd name="T5" fmla="*/ 0 h 110"/>
                <a:gd name="T6" fmla="*/ 250 w 250"/>
                <a:gd name="T7" fmla="*/ 0 h 110"/>
                <a:gd name="T8" fmla="*/ 229 w 250"/>
                <a:gd name="T9" fmla="*/ 110 h 110"/>
              </a:gdLst>
              <a:ahLst/>
              <a:cxnLst>
                <a:cxn ang="0">
                  <a:pos x="T0" y="T1"/>
                </a:cxn>
                <a:cxn ang="0">
                  <a:pos x="T2" y="T3"/>
                </a:cxn>
                <a:cxn ang="0">
                  <a:pos x="T4" y="T5"/>
                </a:cxn>
                <a:cxn ang="0">
                  <a:pos x="T6" y="T7"/>
                </a:cxn>
                <a:cxn ang="0">
                  <a:pos x="T8" y="T9"/>
                </a:cxn>
              </a:cxnLst>
              <a:rect l="0" t="0" r="r" b="b"/>
              <a:pathLst>
                <a:path w="250" h="110">
                  <a:moveTo>
                    <a:pt x="229" y="110"/>
                  </a:moveTo>
                  <a:lnTo>
                    <a:pt x="21" y="110"/>
                  </a:lnTo>
                  <a:lnTo>
                    <a:pt x="0" y="0"/>
                  </a:lnTo>
                  <a:lnTo>
                    <a:pt x="250" y="0"/>
                  </a:lnTo>
                  <a:lnTo>
                    <a:pt x="229" y="11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19">
              <a:extLst>
                <a:ext uri="{FF2B5EF4-FFF2-40B4-BE49-F238E27FC236}">
                  <a16:creationId xmlns:a16="http://schemas.microsoft.com/office/drawing/2014/main" id="{B4FA6F0D-5526-4BEF-8546-CE38F13B4913}"/>
                </a:ext>
              </a:extLst>
            </p:cNvPr>
            <p:cNvSpPr>
              <a:spLocks/>
            </p:cNvSpPr>
            <p:nvPr/>
          </p:nvSpPr>
          <p:spPr bwMode="auto">
            <a:xfrm>
              <a:off x="3265488" y="1728788"/>
              <a:ext cx="168275" cy="41275"/>
            </a:xfrm>
            <a:custGeom>
              <a:avLst/>
              <a:gdLst>
                <a:gd name="T0" fmla="*/ 224 w 224"/>
                <a:gd name="T1" fmla="*/ 55 h 55"/>
                <a:gd name="T2" fmla="*/ 205 w 224"/>
                <a:gd name="T3" fmla="*/ 0 h 55"/>
                <a:gd name="T4" fmla="*/ 19 w 224"/>
                <a:gd name="T5" fmla="*/ 0 h 55"/>
                <a:gd name="T6" fmla="*/ 0 w 224"/>
                <a:gd name="T7" fmla="*/ 55 h 55"/>
              </a:gdLst>
              <a:ahLst/>
              <a:cxnLst>
                <a:cxn ang="0">
                  <a:pos x="T0" y="T1"/>
                </a:cxn>
                <a:cxn ang="0">
                  <a:pos x="T2" y="T3"/>
                </a:cxn>
                <a:cxn ang="0">
                  <a:pos x="T4" y="T5"/>
                </a:cxn>
                <a:cxn ang="0">
                  <a:pos x="T6" y="T7"/>
                </a:cxn>
              </a:cxnLst>
              <a:rect l="0" t="0" r="r" b="b"/>
              <a:pathLst>
                <a:path w="224" h="55">
                  <a:moveTo>
                    <a:pt x="224" y="55"/>
                  </a:moveTo>
                  <a:lnTo>
                    <a:pt x="205" y="0"/>
                  </a:lnTo>
                  <a:lnTo>
                    <a:pt x="19" y="0"/>
                  </a:lnTo>
                  <a:lnTo>
                    <a:pt x="0" y="55"/>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0">
              <a:extLst>
                <a:ext uri="{FF2B5EF4-FFF2-40B4-BE49-F238E27FC236}">
                  <a16:creationId xmlns:a16="http://schemas.microsoft.com/office/drawing/2014/main" id="{E6CDD3B2-FED3-4ECB-9385-0A38C708799F}"/>
                </a:ext>
              </a:extLst>
            </p:cNvPr>
            <p:cNvSpPr>
              <a:spLocks/>
            </p:cNvSpPr>
            <p:nvPr/>
          </p:nvSpPr>
          <p:spPr bwMode="auto">
            <a:xfrm>
              <a:off x="3276600" y="1854200"/>
              <a:ext cx="144463" cy="49213"/>
            </a:xfrm>
            <a:custGeom>
              <a:avLst/>
              <a:gdLst>
                <a:gd name="T0" fmla="*/ 192 w 192"/>
                <a:gd name="T1" fmla="*/ 0 h 66"/>
                <a:gd name="T2" fmla="*/ 173 w 192"/>
                <a:gd name="T3" fmla="*/ 66 h 66"/>
                <a:gd name="T4" fmla="*/ 20 w 192"/>
                <a:gd name="T5" fmla="*/ 66 h 66"/>
                <a:gd name="T6" fmla="*/ 0 w 192"/>
                <a:gd name="T7" fmla="*/ 0 h 66"/>
              </a:gdLst>
              <a:ahLst/>
              <a:cxnLst>
                <a:cxn ang="0">
                  <a:pos x="T0" y="T1"/>
                </a:cxn>
                <a:cxn ang="0">
                  <a:pos x="T2" y="T3"/>
                </a:cxn>
                <a:cxn ang="0">
                  <a:pos x="T4" y="T5"/>
                </a:cxn>
                <a:cxn ang="0">
                  <a:pos x="T6" y="T7"/>
                </a:cxn>
              </a:cxnLst>
              <a:rect l="0" t="0" r="r" b="b"/>
              <a:pathLst>
                <a:path w="192" h="66">
                  <a:moveTo>
                    <a:pt x="192" y="0"/>
                  </a:moveTo>
                  <a:lnTo>
                    <a:pt x="173" y="66"/>
                  </a:lnTo>
                  <a:lnTo>
                    <a:pt x="20" y="66"/>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121">
              <a:extLst>
                <a:ext uri="{FF2B5EF4-FFF2-40B4-BE49-F238E27FC236}">
                  <a16:creationId xmlns:a16="http://schemas.microsoft.com/office/drawing/2014/main" id="{7914B8BE-4710-4CA5-8B59-C21CFA1C54B9}"/>
                </a:ext>
              </a:extLst>
            </p:cNvPr>
            <p:cNvSpPr>
              <a:spLocks noChangeShapeType="1"/>
            </p:cNvSpPr>
            <p:nvPr/>
          </p:nvSpPr>
          <p:spPr bwMode="auto">
            <a:xfrm>
              <a:off x="3349625" y="1770063"/>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122">
              <a:extLst>
                <a:ext uri="{FF2B5EF4-FFF2-40B4-BE49-F238E27FC236}">
                  <a16:creationId xmlns:a16="http://schemas.microsoft.com/office/drawing/2014/main" id="{809E1910-24D0-4CC7-9EAB-CC430E91A604}"/>
                </a:ext>
              </a:extLst>
            </p:cNvPr>
            <p:cNvSpPr>
              <a:spLocks noChangeShapeType="1"/>
            </p:cNvSpPr>
            <p:nvPr/>
          </p:nvSpPr>
          <p:spPr bwMode="auto">
            <a:xfrm flipV="1">
              <a:off x="3406775" y="1681163"/>
              <a:ext cx="0" cy="47625"/>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23">
              <a:extLst>
                <a:ext uri="{FF2B5EF4-FFF2-40B4-BE49-F238E27FC236}">
                  <a16:creationId xmlns:a16="http://schemas.microsoft.com/office/drawing/2014/main" id="{4C21B4E5-6809-4550-87AA-D9D83297C23F}"/>
                </a:ext>
              </a:extLst>
            </p:cNvPr>
            <p:cNvSpPr>
              <a:spLocks/>
            </p:cNvSpPr>
            <p:nvPr/>
          </p:nvSpPr>
          <p:spPr bwMode="auto">
            <a:xfrm>
              <a:off x="2873375" y="1936750"/>
              <a:ext cx="471488" cy="257175"/>
            </a:xfrm>
            <a:custGeom>
              <a:avLst/>
              <a:gdLst>
                <a:gd name="T0" fmla="*/ 628 w 628"/>
                <a:gd name="T1" fmla="*/ 343 h 343"/>
                <a:gd name="T2" fmla="*/ 628 w 628"/>
                <a:gd name="T3" fmla="*/ 135 h 343"/>
                <a:gd name="T4" fmla="*/ 615 w 628"/>
                <a:gd name="T5" fmla="*/ 122 h 343"/>
                <a:gd name="T6" fmla="*/ 511 w 628"/>
                <a:gd name="T7" fmla="*/ 122 h 343"/>
                <a:gd name="T8" fmla="*/ 511 w 628"/>
                <a:gd name="T9" fmla="*/ 48 h 343"/>
                <a:gd name="T10" fmla="*/ 502 w 628"/>
                <a:gd name="T11" fmla="*/ 36 h 343"/>
                <a:gd name="T12" fmla="*/ 255 w 628"/>
                <a:gd name="T13" fmla="*/ 0 h 343"/>
                <a:gd name="T14" fmla="*/ 9 w 628"/>
                <a:gd name="T15" fmla="*/ 36 h 343"/>
                <a:gd name="T16" fmla="*/ 0 w 628"/>
                <a:gd name="T17" fmla="*/ 48 h 343"/>
                <a:gd name="T18" fmla="*/ 0 w 628"/>
                <a:gd name="T19"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8" h="343">
                  <a:moveTo>
                    <a:pt x="628" y="343"/>
                  </a:moveTo>
                  <a:lnTo>
                    <a:pt x="628" y="135"/>
                  </a:lnTo>
                  <a:cubicBezTo>
                    <a:pt x="628" y="128"/>
                    <a:pt x="622" y="122"/>
                    <a:pt x="615" y="122"/>
                  </a:cubicBezTo>
                  <a:lnTo>
                    <a:pt x="511" y="122"/>
                  </a:lnTo>
                  <a:lnTo>
                    <a:pt x="511" y="48"/>
                  </a:lnTo>
                  <a:cubicBezTo>
                    <a:pt x="511" y="42"/>
                    <a:pt x="507" y="37"/>
                    <a:pt x="502" y="36"/>
                  </a:cubicBezTo>
                  <a:cubicBezTo>
                    <a:pt x="417" y="12"/>
                    <a:pt x="336" y="0"/>
                    <a:pt x="255" y="0"/>
                  </a:cubicBezTo>
                  <a:cubicBezTo>
                    <a:pt x="175" y="0"/>
                    <a:pt x="94" y="12"/>
                    <a:pt x="9" y="36"/>
                  </a:cubicBezTo>
                  <a:cubicBezTo>
                    <a:pt x="4" y="37"/>
                    <a:pt x="0" y="42"/>
                    <a:pt x="0" y="48"/>
                  </a:cubicBezTo>
                  <a:lnTo>
                    <a:pt x="0" y="343"/>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124">
              <a:extLst>
                <a:ext uri="{FF2B5EF4-FFF2-40B4-BE49-F238E27FC236}">
                  <a16:creationId xmlns:a16="http://schemas.microsoft.com/office/drawing/2014/main" id="{3E13883F-69A6-4015-BACA-E1271D651908}"/>
                </a:ext>
              </a:extLst>
            </p:cNvPr>
            <p:cNvSpPr>
              <a:spLocks noChangeShapeType="1"/>
            </p:cNvSpPr>
            <p:nvPr/>
          </p:nvSpPr>
          <p:spPr bwMode="auto">
            <a:xfrm>
              <a:off x="3163888" y="2092325"/>
              <a:ext cx="0" cy="10160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125">
              <a:extLst>
                <a:ext uri="{FF2B5EF4-FFF2-40B4-BE49-F238E27FC236}">
                  <a16:creationId xmlns:a16="http://schemas.microsoft.com/office/drawing/2014/main" id="{1A980E00-9121-4FF9-BE0A-5E4F1B89D31A}"/>
                </a:ext>
              </a:extLst>
            </p:cNvPr>
            <p:cNvSpPr>
              <a:spLocks noChangeArrowheads="1"/>
            </p:cNvSpPr>
            <p:nvPr/>
          </p:nvSpPr>
          <p:spPr bwMode="auto">
            <a:xfrm>
              <a:off x="2941638" y="1992313"/>
              <a:ext cx="55563"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126">
              <a:extLst>
                <a:ext uri="{FF2B5EF4-FFF2-40B4-BE49-F238E27FC236}">
                  <a16:creationId xmlns:a16="http://schemas.microsoft.com/office/drawing/2014/main" id="{7BCFA807-7B2B-4AFC-8FCD-60CAB4A4E6F9}"/>
                </a:ext>
              </a:extLst>
            </p:cNvPr>
            <p:cNvSpPr>
              <a:spLocks noChangeArrowheads="1"/>
            </p:cNvSpPr>
            <p:nvPr/>
          </p:nvSpPr>
          <p:spPr bwMode="auto">
            <a:xfrm>
              <a:off x="3043238" y="1992313"/>
              <a:ext cx="53975"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127">
              <a:extLst>
                <a:ext uri="{FF2B5EF4-FFF2-40B4-BE49-F238E27FC236}">
                  <a16:creationId xmlns:a16="http://schemas.microsoft.com/office/drawing/2014/main" id="{C86C12C3-FF8F-4A9F-81CF-1AB01FF4B5EE}"/>
                </a:ext>
              </a:extLst>
            </p:cNvPr>
            <p:cNvSpPr>
              <a:spLocks noChangeArrowheads="1"/>
            </p:cNvSpPr>
            <p:nvPr/>
          </p:nvSpPr>
          <p:spPr bwMode="auto">
            <a:xfrm>
              <a:off x="2941638" y="2085975"/>
              <a:ext cx="55563" cy="555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28">
              <a:extLst>
                <a:ext uri="{FF2B5EF4-FFF2-40B4-BE49-F238E27FC236}">
                  <a16:creationId xmlns:a16="http://schemas.microsoft.com/office/drawing/2014/main" id="{10D51678-E5F9-4B35-90EE-739B38430842}"/>
                </a:ext>
              </a:extLst>
            </p:cNvPr>
            <p:cNvSpPr>
              <a:spLocks/>
            </p:cNvSpPr>
            <p:nvPr/>
          </p:nvSpPr>
          <p:spPr bwMode="auto">
            <a:xfrm>
              <a:off x="3074988" y="2092325"/>
              <a:ext cx="179388" cy="101600"/>
            </a:xfrm>
            <a:custGeom>
              <a:avLst/>
              <a:gdLst>
                <a:gd name="T0" fmla="*/ 0 w 239"/>
                <a:gd name="T1" fmla="*/ 136 h 136"/>
                <a:gd name="T2" fmla="*/ 0 w 239"/>
                <a:gd name="T3" fmla="*/ 0 h 136"/>
                <a:gd name="T4" fmla="*/ 239 w 239"/>
                <a:gd name="T5" fmla="*/ 0 h 136"/>
                <a:gd name="T6" fmla="*/ 239 w 239"/>
                <a:gd name="T7" fmla="*/ 136 h 136"/>
              </a:gdLst>
              <a:ahLst/>
              <a:cxnLst>
                <a:cxn ang="0">
                  <a:pos x="T0" y="T1"/>
                </a:cxn>
                <a:cxn ang="0">
                  <a:pos x="T2" y="T3"/>
                </a:cxn>
                <a:cxn ang="0">
                  <a:pos x="T4" y="T5"/>
                </a:cxn>
                <a:cxn ang="0">
                  <a:pos x="T6" y="T7"/>
                </a:cxn>
              </a:cxnLst>
              <a:rect l="0" t="0" r="r" b="b"/>
              <a:pathLst>
                <a:path w="239" h="136">
                  <a:moveTo>
                    <a:pt x="0" y="136"/>
                  </a:moveTo>
                  <a:lnTo>
                    <a:pt x="0" y="0"/>
                  </a:lnTo>
                  <a:lnTo>
                    <a:pt x="239" y="0"/>
                  </a:lnTo>
                  <a:lnTo>
                    <a:pt x="239" y="13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29">
              <a:extLst>
                <a:ext uri="{FF2B5EF4-FFF2-40B4-BE49-F238E27FC236}">
                  <a16:creationId xmlns:a16="http://schemas.microsoft.com/office/drawing/2014/main" id="{E1398DC0-CE70-433A-B5AF-BC9D5337E085}"/>
                </a:ext>
              </a:extLst>
            </p:cNvPr>
            <p:cNvSpPr>
              <a:spLocks noChangeShapeType="1"/>
            </p:cNvSpPr>
            <p:nvPr/>
          </p:nvSpPr>
          <p:spPr bwMode="auto">
            <a:xfrm>
              <a:off x="2843213" y="2193925"/>
              <a:ext cx="590550" cy="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30">
              <a:extLst>
                <a:ext uri="{FF2B5EF4-FFF2-40B4-BE49-F238E27FC236}">
                  <a16:creationId xmlns:a16="http://schemas.microsoft.com/office/drawing/2014/main" id="{46745D32-60CB-4E5F-8795-DC969BACDEE0}"/>
                </a:ext>
              </a:extLst>
            </p:cNvPr>
            <p:cNvSpPr>
              <a:spLocks noChangeShapeType="1"/>
            </p:cNvSpPr>
            <p:nvPr/>
          </p:nvSpPr>
          <p:spPr bwMode="auto">
            <a:xfrm>
              <a:off x="3303588" y="1905000"/>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Line 131">
              <a:extLst>
                <a:ext uri="{FF2B5EF4-FFF2-40B4-BE49-F238E27FC236}">
                  <a16:creationId xmlns:a16="http://schemas.microsoft.com/office/drawing/2014/main" id="{CE6C2135-8107-4BA2-8F5E-E85FCE1935AA}"/>
                </a:ext>
              </a:extLst>
            </p:cNvPr>
            <p:cNvSpPr>
              <a:spLocks noChangeShapeType="1"/>
            </p:cNvSpPr>
            <p:nvPr/>
          </p:nvSpPr>
          <p:spPr bwMode="auto">
            <a:xfrm>
              <a:off x="3394075" y="1905000"/>
              <a:ext cx="0" cy="2905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132">
              <a:extLst>
                <a:ext uri="{FF2B5EF4-FFF2-40B4-BE49-F238E27FC236}">
                  <a16:creationId xmlns:a16="http://schemas.microsoft.com/office/drawing/2014/main" id="{F24E8C04-5E43-4A84-9F49-3920EEF4AB97}"/>
                </a:ext>
              </a:extLst>
            </p:cNvPr>
            <p:cNvSpPr>
              <a:spLocks noChangeShapeType="1"/>
            </p:cNvSpPr>
            <p:nvPr/>
          </p:nvSpPr>
          <p:spPr bwMode="auto">
            <a:xfrm>
              <a:off x="3549650" y="2209800"/>
              <a:ext cx="0" cy="26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Line 133">
              <a:extLst>
                <a:ext uri="{FF2B5EF4-FFF2-40B4-BE49-F238E27FC236}">
                  <a16:creationId xmlns:a16="http://schemas.microsoft.com/office/drawing/2014/main" id="{47611C7A-455D-4288-BBA1-5CB62C952493}"/>
                </a:ext>
              </a:extLst>
            </p:cNvPr>
            <p:cNvSpPr>
              <a:spLocks noChangeShapeType="1"/>
            </p:cNvSpPr>
            <p:nvPr/>
          </p:nvSpPr>
          <p:spPr bwMode="auto">
            <a:xfrm>
              <a:off x="3549650" y="2287588"/>
              <a:ext cx="0" cy="412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134">
              <a:extLst>
                <a:ext uri="{FF2B5EF4-FFF2-40B4-BE49-F238E27FC236}">
                  <a16:creationId xmlns:a16="http://schemas.microsoft.com/office/drawing/2014/main" id="{629738D0-E4D8-4BB2-B191-548F75C51451}"/>
                </a:ext>
              </a:extLst>
            </p:cNvPr>
            <p:cNvSpPr>
              <a:spLocks noChangeShapeType="1"/>
            </p:cNvSpPr>
            <p:nvPr/>
          </p:nvSpPr>
          <p:spPr bwMode="auto">
            <a:xfrm>
              <a:off x="3549650" y="2379663"/>
              <a:ext cx="0" cy="539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Analytics18" descr="{&quot;Key&quot;:&quot;POWER_USER_SHAPE_ICON&quot;,&quot;Value&quot;:&quot;POWER_USER_SHAPE_ICON_STYLE_1&quot;}">
            <a:extLst>
              <a:ext uri="{FF2B5EF4-FFF2-40B4-BE49-F238E27FC236}">
                <a16:creationId xmlns:a16="http://schemas.microsoft.com/office/drawing/2014/main" id="{E3A95831-2898-4680-BAE9-46AE6AB11D3D}"/>
              </a:ext>
            </a:extLst>
          </p:cNvPr>
          <p:cNvGrpSpPr>
            <a:grpSpLocks noChangeAspect="1"/>
          </p:cNvGrpSpPr>
          <p:nvPr/>
        </p:nvGrpSpPr>
        <p:grpSpPr>
          <a:xfrm>
            <a:off x="7568352" y="1979652"/>
            <a:ext cx="777601" cy="656940"/>
            <a:chOff x="8405813" y="5819775"/>
            <a:chExt cx="828675" cy="700088"/>
          </a:xfrm>
        </p:grpSpPr>
        <p:sp>
          <p:nvSpPr>
            <p:cNvPr id="91" name="Freeform 272">
              <a:extLst>
                <a:ext uri="{FF2B5EF4-FFF2-40B4-BE49-F238E27FC236}">
                  <a16:creationId xmlns:a16="http://schemas.microsoft.com/office/drawing/2014/main" id="{0585007B-9EF6-4D85-9FDE-F3CFEBF182A2}"/>
                </a:ext>
              </a:extLst>
            </p:cNvPr>
            <p:cNvSpPr>
              <a:spLocks/>
            </p:cNvSpPr>
            <p:nvPr/>
          </p:nvSpPr>
          <p:spPr bwMode="auto">
            <a:xfrm>
              <a:off x="8796338" y="6154738"/>
              <a:ext cx="438150" cy="365125"/>
            </a:xfrm>
            <a:custGeom>
              <a:avLst/>
              <a:gdLst>
                <a:gd name="T0" fmla="*/ 584 w 584"/>
                <a:gd name="T1" fmla="*/ 486 h 486"/>
                <a:gd name="T2" fmla="*/ 584 w 584"/>
                <a:gd name="T3" fmla="*/ 303 h 486"/>
                <a:gd name="T4" fmla="*/ 365 w 584"/>
                <a:gd name="T5" fmla="*/ 41 h 486"/>
                <a:gd name="T6" fmla="*/ 202 w 584"/>
                <a:gd name="T7" fmla="*/ 130 h 486"/>
                <a:gd name="T8" fmla="*/ 105 w 584"/>
                <a:gd name="T9" fmla="*/ 9 h 486"/>
                <a:gd name="T10" fmla="*/ 0 w 584"/>
                <a:gd name="T11" fmla="*/ 0 h 486"/>
              </a:gdLst>
              <a:ahLst/>
              <a:cxnLst>
                <a:cxn ang="0">
                  <a:pos x="T0" y="T1"/>
                </a:cxn>
                <a:cxn ang="0">
                  <a:pos x="T2" y="T3"/>
                </a:cxn>
                <a:cxn ang="0">
                  <a:pos x="T4" y="T5"/>
                </a:cxn>
                <a:cxn ang="0">
                  <a:pos x="T6" y="T7"/>
                </a:cxn>
                <a:cxn ang="0">
                  <a:pos x="T8" y="T9"/>
                </a:cxn>
                <a:cxn ang="0">
                  <a:pos x="T10" y="T11"/>
                </a:cxn>
              </a:cxnLst>
              <a:rect l="0" t="0" r="r" b="b"/>
              <a:pathLst>
                <a:path w="584" h="486">
                  <a:moveTo>
                    <a:pt x="584" y="486"/>
                  </a:moveTo>
                  <a:lnTo>
                    <a:pt x="584" y="303"/>
                  </a:lnTo>
                  <a:cubicBezTo>
                    <a:pt x="584" y="142"/>
                    <a:pt x="509" y="62"/>
                    <a:pt x="365" y="41"/>
                  </a:cubicBezTo>
                  <a:lnTo>
                    <a:pt x="202" y="130"/>
                  </a:lnTo>
                  <a:lnTo>
                    <a:pt x="105" y="9"/>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Oval 273">
              <a:extLst>
                <a:ext uri="{FF2B5EF4-FFF2-40B4-BE49-F238E27FC236}">
                  <a16:creationId xmlns:a16="http://schemas.microsoft.com/office/drawing/2014/main" id="{4496A0C9-9878-4964-814C-2E8FC5859B55}"/>
                </a:ext>
              </a:extLst>
            </p:cNvPr>
            <p:cNvSpPr>
              <a:spLocks noChangeArrowheads="1"/>
            </p:cNvSpPr>
            <p:nvPr/>
          </p:nvSpPr>
          <p:spPr bwMode="auto">
            <a:xfrm>
              <a:off x="8851900" y="5819775"/>
              <a:ext cx="314325" cy="3095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274">
              <a:extLst>
                <a:ext uri="{FF2B5EF4-FFF2-40B4-BE49-F238E27FC236}">
                  <a16:creationId xmlns:a16="http://schemas.microsoft.com/office/drawing/2014/main" id="{1A93C6FE-7977-46C0-B1F4-891D02BD7F02}"/>
                </a:ext>
              </a:extLst>
            </p:cNvPr>
            <p:cNvSpPr>
              <a:spLocks/>
            </p:cNvSpPr>
            <p:nvPr/>
          </p:nvSpPr>
          <p:spPr bwMode="auto">
            <a:xfrm>
              <a:off x="8405813" y="6119813"/>
              <a:ext cx="131763" cy="173038"/>
            </a:xfrm>
            <a:custGeom>
              <a:avLst/>
              <a:gdLst>
                <a:gd name="T0" fmla="*/ 98 w 174"/>
                <a:gd name="T1" fmla="*/ 3 h 230"/>
                <a:gd name="T2" fmla="*/ 174 w 174"/>
                <a:gd name="T3" fmla="*/ 123 h 230"/>
                <a:gd name="T4" fmla="*/ 79 w 174"/>
                <a:gd name="T5" fmla="*/ 229 h 230"/>
                <a:gd name="T6" fmla="*/ 56 w 174"/>
                <a:gd name="T7" fmla="*/ 230 h 230"/>
                <a:gd name="T8" fmla="*/ 15 w 174"/>
                <a:gd name="T9" fmla="*/ 211 h 230"/>
                <a:gd name="T10" fmla="*/ 1 w 174"/>
                <a:gd name="T11" fmla="*/ 112 h 230"/>
                <a:gd name="T12" fmla="*/ 55 w 174"/>
                <a:gd name="T13" fmla="*/ 3 h 230"/>
                <a:gd name="T14" fmla="*/ 98 w 174"/>
                <a:gd name="T15" fmla="*/ 3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230">
                  <a:moveTo>
                    <a:pt x="98" y="3"/>
                  </a:moveTo>
                  <a:cubicBezTo>
                    <a:pt x="139" y="14"/>
                    <a:pt x="174" y="65"/>
                    <a:pt x="174" y="123"/>
                  </a:cubicBezTo>
                  <a:cubicBezTo>
                    <a:pt x="173" y="184"/>
                    <a:pt x="131" y="224"/>
                    <a:pt x="79" y="229"/>
                  </a:cubicBezTo>
                  <a:cubicBezTo>
                    <a:pt x="70" y="230"/>
                    <a:pt x="62" y="230"/>
                    <a:pt x="56" y="230"/>
                  </a:cubicBezTo>
                  <a:cubicBezTo>
                    <a:pt x="36" y="230"/>
                    <a:pt x="25" y="226"/>
                    <a:pt x="15" y="211"/>
                  </a:cubicBezTo>
                  <a:cubicBezTo>
                    <a:pt x="0" y="189"/>
                    <a:pt x="1" y="152"/>
                    <a:pt x="1" y="112"/>
                  </a:cubicBezTo>
                  <a:cubicBezTo>
                    <a:pt x="2" y="50"/>
                    <a:pt x="1" y="13"/>
                    <a:pt x="55" y="3"/>
                  </a:cubicBezTo>
                  <a:cubicBezTo>
                    <a:pt x="62" y="1"/>
                    <a:pt x="82" y="0"/>
                    <a:pt x="98"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5">
              <a:extLst>
                <a:ext uri="{FF2B5EF4-FFF2-40B4-BE49-F238E27FC236}">
                  <a16:creationId xmlns:a16="http://schemas.microsoft.com/office/drawing/2014/main" id="{D4E30CDC-E5DC-4892-A9BE-14DF258F922D}"/>
                </a:ext>
              </a:extLst>
            </p:cNvPr>
            <p:cNvSpPr>
              <a:spLocks noChangeShapeType="1"/>
            </p:cNvSpPr>
            <p:nvPr/>
          </p:nvSpPr>
          <p:spPr bwMode="auto">
            <a:xfrm flipV="1">
              <a:off x="8583613" y="6137275"/>
              <a:ext cx="0" cy="1492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6">
              <a:extLst>
                <a:ext uri="{FF2B5EF4-FFF2-40B4-BE49-F238E27FC236}">
                  <a16:creationId xmlns:a16="http://schemas.microsoft.com/office/drawing/2014/main" id="{8BBFCBD6-8FA1-4BBC-9755-708D0E9445A5}"/>
                </a:ext>
              </a:extLst>
            </p:cNvPr>
            <p:cNvSpPr>
              <a:spLocks noChangeShapeType="1"/>
            </p:cNvSpPr>
            <p:nvPr/>
          </p:nvSpPr>
          <p:spPr bwMode="auto">
            <a:xfrm flipV="1">
              <a:off x="8656638" y="6067425"/>
              <a:ext cx="0" cy="2190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7">
              <a:extLst>
                <a:ext uri="{FF2B5EF4-FFF2-40B4-BE49-F238E27FC236}">
                  <a16:creationId xmlns:a16="http://schemas.microsoft.com/office/drawing/2014/main" id="{85D455A2-8BEE-4ED5-8FEA-8754B135EC92}"/>
                </a:ext>
              </a:extLst>
            </p:cNvPr>
            <p:cNvSpPr>
              <a:spLocks noChangeShapeType="1"/>
            </p:cNvSpPr>
            <p:nvPr/>
          </p:nvSpPr>
          <p:spPr bwMode="auto">
            <a:xfrm flipV="1">
              <a:off x="8728075" y="6200775"/>
              <a:ext cx="0" cy="857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8">
              <a:extLst>
                <a:ext uri="{FF2B5EF4-FFF2-40B4-BE49-F238E27FC236}">
                  <a16:creationId xmlns:a16="http://schemas.microsoft.com/office/drawing/2014/main" id="{D1D14DC1-96A7-4B77-AF9C-FAC9941FAFB9}"/>
                </a:ext>
              </a:extLst>
            </p:cNvPr>
            <p:cNvSpPr>
              <a:spLocks noChangeShapeType="1"/>
            </p:cNvSpPr>
            <p:nvPr/>
          </p:nvSpPr>
          <p:spPr bwMode="auto">
            <a:xfrm>
              <a:off x="9075738" y="6402388"/>
              <a:ext cx="0" cy="1174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79">
              <a:extLst>
                <a:ext uri="{FF2B5EF4-FFF2-40B4-BE49-F238E27FC236}">
                  <a16:creationId xmlns:a16="http://schemas.microsoft.com/office/drawing/2014/main" id="{5008CF8C-0291-43A6-A301-7E00A15BBD4C}"/>
                </a:ext>
              </a:extLst>
            </p:cNvPr>
            <p:cNvSpPr>
              <a:spLocks noChangeShapeType="1"/>
            </p:cNvSpPr>
            <p:nvPr/>
          </p:nvSpPr>
          <p:spPr bwMode="auto">
            <a:xfrm>
              <a:off x="8769350" y="6365875"/>
              <a:ext cx="0" cy="153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80">
              <a:extLst>
                <a:ext uri="{FF2B5EF4-FFF2-40B4-BE49-F238E27FC236}">
                  <a16:creationId xmlns:a16="http://schemas.microsoft.com/office/drawing/2014/main" id="{BB1F35BD-1A38-48B6-A1C5-5A4BB0B003FC}"/>
                </a:ext>
              </a:extLst>
            </p:cNvPr>
            <p:cNvSpPr>
              <a:spLocks/>
            </p:cNvSpPr>
            <p:nvPr/>
          </p:nvSpPr>
          <p:spPr bwMode="auto">
            <a:xfrm>
              <a:off x="8472488" y="5991225"/>
              <a:ext cx="323850" cy="374650"/>
            </a:xfrm>
            <a:custGeom>
              <a:avLst/>
              <a:gdLst>
                <a:gd name="T0" fmla="*/ 0 w 431"/>
                <a:gd name="T1" fmla="*/ 172 h 499"/>
                <a:gd name="T2" fmla="*/ 0 w 431"/>
                <a:gd name="T3" fmla="*/ 0 h 499"/>
                <a:gd name="T4" fmla="*/ 431 w 431"/>
                <a:gd name="T5" fmla="*/ 0 h 499"/>
                <a:gd name="T6" fmla="*/ 431 w 431"/>
                <a:gd name="T7" fmla="*/ 499 h 499"/>
                <a:gd name="T8" fmla="*/ 0 w 431"/>
                <a:gd name="T9" fmla="*/ 499 h 499"/>
                <a:gd name="T10" fmla="*/ 0 w 431"/>
                <a:gd name="T11" fmla="*/ 401 h 499"/>
              </a:gdLst>
              <a:ahLst/>
              <a:cxnLst>
                <a:cxn ang="0">
                  <a:pos x="T0" y="T1"/>
                </a:cxn>
                <a:cxn ang="0">
                  <a:pos x="T2" y="T3"/>
                </a:cxn>
                <a:cxn ang="0">
                  <a:pos x="T4" y="T5"/>
                </a:cxn>
                <a:cxn ang="0">
                  <a:pos x="T6" y="T7"/>
                </a:cxn>
                <a:cxn ang="0">
                  <a:pos x="T8" y="T9"/>
                </a:cxn>
                <a:cxn ang="0">
                  <a:pos x="T10" y="T11"/>
                </a:cxn>
              </a:cxnLst>
              <a:rect l="0" t="0" r="r" b="b"/>
              <a:pathLst>
                <a:path w="431" h="499">
                  <a:moveTo>
                    <a:pt x="0" y="172"/>
                  </a:moveTo>
                  <a:lnTo>
                    <a:pt x="0" y="0"/>
                  </a:lnTo>
                  <a:lnTo>
                    <a:pt x="431" y="0"/>
                  </a:lnTo>
                  <a:lnTo>
                    <a:pt x="431" y="499"/>
                  </a:lnTo>
                  <a:lnTo>
                    <a:pt x="0" y="499"/>
                  </a:lnTo>
                  <a:lnTo>
                    <a:pt x="0" y="40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0" name="Antenna5" descr="{&quot;Key&quot;:&quot;POWER_USER_SHAPE_ICON&quot;,&quot;Value&quot;:&quot;POWER_USER_SHAPE_ICON_STYLE_1&quot;}">
            <a:extLst>
              <a:ext uri="{FF2B5EF4-FFF2-40B4-BE49-F238E27FC236}">
                <a16:creationId xmlns:a16="http://schemas.microsoft.com/office/drawing/2014/main" id="{43D466CC-44B3-4950-B1BC-00911180F04D}"/>
              </a:ext>
            </a:extLst>
          </p:cNvPr>
          <p:cNvGrpSpPr>
            <a:grpSpLocks noChangeAspect="1"/>
          </p:cNvGrpSpPr>
          <p:nvPr>
            <p:custDataLst>
              <p:tags r:id="rId1"/>
            </p:custDataLst>
          </p:nvPr>
        </p:nvGrpSpPr>
        <p:grpSpPr>
          <a:xfrm>
            <a:off x="7694821" y="3389926"/>
            <a:ext cx="682625" cy="727076"/>
            <a:chOff x="5751513" y="4175125"/>
            <a:chExt cx="682625" cy="727076"/>
          </a:xfrm>
          <a:solidFill>
            <a:schemeClr val="lt1"/>
          </a:solidFill>
        </p:grpSpPr>
        <p:sp>
          <p:nvSpPr>
            <p:cNvPr id="101" name="Freeform 94">
              <a:extLst>
                <a:ext uri="{FF2B5EF4-FFF2-40B4-BE49-F238E27FC236}">
                  <a16:creationId xmlns:a16="http://schemas.microsoft.com/office/drawing/2014/main" id="{30B21A25-14F3-4701-84B7-7A700045D174}"/>
                </a:ext>
              </a:extLst>
            </p:cNvPr>
            <p:cNvSpPr>
              <a:spLocks noEditPoints="1"/>
            </p:cNvSpPr>
            <p:nvPr/>
          </p:nvSpPr>
          <p:spPr bwMode="auto">
            <a:xfrm>
              <a:off x="5895976" y="4286250"/>
              <a:ext cx="436563" cy="417513"/>
            </a:xfrm>
            <a:custGeom>
              <a:avLst/>
              <a:gdLst>
                <a:gd name="T0" fmla="*/ 304 w 319"/>
                <a:gd name="T1" fmla="*/ 251 h 304"/>
                <a:gd name="T2" fmla="*/ 304 w 319"/>
                <a:gd name="T3" fmla="*/ 251 h 304"/>
                <a:gd name="T4" fmla="*/ 194 w 319"/>
                <a:gd name="T5" fmla="*/ 304 h 304"/>
                <a:gd name="T6" fmla="*/ 114 w 319"/>
                <a:gd name="T7" fmla="*/ 284 h 304"/>
                <a:gd name="T8" fmla="*/ 122 w 319"/>
                <a:gd name="T9" fmla="*/ 269 h 304"/>
                <a:gd name="T10" fmla="*/ 299 w 319"/>
                <a:gd name="T11" fmla="*/ 246 h 304"/>
                <a:gd name="T12" fmla="*/ 73 w 319"/>
                <a:gd name="T13" fmla="*/ 20 h 304"/>
                <a:gd name="T14" fmla="*/ 49 w 319"/>
                <a:gd name="T15" fmla="*/ 195 h 304"/>
                <a:gd name="T16" fmla="*/ 34 w 319"/>
                <a:gd name="T17" fmla="*/ 202 h 304"/>
                <a:gd name="T18" fmla="*/ 66 w 319"/>
                <a:gd name="T19" fmla="*/ 4 h 304"/>
                <a:gd name="T20" fmla="*/ 80 w 319"/>
                <a:gd name="T21" fmla="*/ 4 h 304"/>
                <a:gd name="T22" fmla="*/ 318 w 319"/>
                <a:gd name="T23" fmla="*/ 242 h 304"/>
                <a:gd name="T24" fmla="*/ 319 w 319"/>
                <a:gd name="T25" fmla="*/ 247 h 304"/>
                <a:gd name="T26" fmla="*/ 316 w 319"/>
                <a:gd name="T27" fmla="*/ 254 h 304"/>
                <a:gd name="T28" fmla="*/ 194 w 319"/>
                <a:gd name="T29"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04">
                  <a:moveTo>
                    <a:pt x="304" y="251"/>
                  </a:moveTo>
                  <a:cubicBezTo>
                    <a:pt x="304" y="251"/>
                    <a:pt x="304" y="251"/>
                    <a:pt x="304" y="251"/>
                  </a:cubicBezTo>
                  <a:close/>
                  <a:moveTo>
                    <a:pt x="194" y="304"/>
                  </a:moveTo>
                  <a:cubicBezTo>
                    <a:pt x="167" y="304"/>
                    <a:pt x="139" y="297"/>
                    <a:pt x="114" y="284"/>
                  </a:cubicBezTo>
                  <a:lnTo>
                    <a:pt x="122" y="269"/>
                  </a:lnTo>
                  <a:cubicBezTo>
                    <a:pt x="179" y="300"/>
                    <a:pt x="251" y="291"/>
                    <a:pt x="299" y="246"/>
                  </a:cubicBezTo>
                  <a:lnTo>
                    <a:pt x="73" y="20"/>
                  </a:lnTo>
                  <a:cubicBezTo>
                    <a:pt x="29" y="67"/>
                    <a:pt x="19" y="137"/>
                    <a:pt x="49" y="195"/>
                  </a:cubicBezTo>
                  <a:lnTo>
                    <a:pt x="34" y="202"/>
                  </a:lnTo>
                  <a:cubicBezTo>
                    <a:pt x="0" y="136"/>
                    <a:pt x="13" y="56"/>
                    <a:pt x="66" y="4"/>
                  </a:cubicBezTo>
                  <a:cubicBezTo>
                    <a:pt x="70" y="0"/>
                    <a:pt x="76" y="0"/>
                    <a:pt x="80" y="4"/>
                  </a:cubicBezTo>
                  <a:lnTo>
                    <a:pt x="318" y="242"/>
                  </a:lnTo>
                  <a:lnTo>
                    <a:pt x="319" y="247"/>
                  </a:lnTo>
                  <a:cubicBezTo>
                    <a:pt x="319" y="249"/>
                    <a:pt x="317" y="252"/>
                    <a:pt x="316" y="254"/>
                  </a:cubicBezTo>
                  <a:cubicBezTo>
                    <a:pt x="283" y="287"/>
                    <a:pt x="239" y="304"/>
                    <a:pt x="194" y="3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95">
              <a:extLst>
                <a:ext uri="{FF2B5EF4-FFF2-40B4-BE49-F238E27FC236}">
                  <a16:creationId xmlns:a16="http://schemas.microsoft.com/office/drawing/2014/main" id="{0B764AB2-B772-4EE3-B576-A9ADA41848B9}"/>
                </a:ext>
              </a:extLst>
            </p:cNvPr>
            <p:cNvSpPr>
              <a:spLocks noEditPoints="1"/>
            </p:cNvSpPr>
            <p:nvPr/>
          </p:nvSpPr>
          <p:spPr bwMode="auto">
            <a:xfrm>
              <a:off x="5922963" y="4552950"/>
              <a:ext cx="142875" cy="141288"/>
            </a:xfrm>
            <a:custGeom>
              <a:avLst/>
              <a:gdLst>
                <a:gd name="T0" fmla="*/ 53 w 105"/>
                <a:gd name="T1" fmla="*/ 17 h 104"/>
                <a:gd name="T2" fmla="*/ 17 w 105"/>
                <a:gd name="T3" fmla="*/ 52 h 104"/>
                <a:gd name="T4" fmla="*/ 53 w 105"/>
                <a:gd name="T5" fmla="*/ 88 h 104"/>
                <a:gd name="T6" fmla="*/ 88 w 105"/>
                <a:gd name="T7" fmla="*/ 52 h 104"/>
                <a:gd name="T8" fmla="*/ 53 w 105"/>
                <a:gd name="T9" fmla="*/ 17 h 104"/>
                <a:gd name="T10" fmla="*/ 53 w 105"/>
                <a:gd name="T11" fmla="*/ 104 h 104"/>
                <a:gd name="T12" fmla="*/ 0 w 105"/>
                <a:gd name="T13" fmla="*/ 52 h 104"/>
                <a:gd name="T14" fmla="*/ 53 w 105"/>
                <a:gd name="T15" fmla="*/ 0 h 104"/>
                <a:gd name="T16" fmla="*/ 105 w 105"/>
                <a:gd name="T17" fmla="*/ 52 h 104"/>
                <a:gd name="T18" fmla="*/ 53 w 105"/>
                <a:gd name="T1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04">
                  <a:moveTo>
                    <a:pt x="53" y="17"/>
                  </a:moveTo>
                  <a:cubicBezTo>
                    <a:pt x="33" y="17"/>
                    <a:pt x="17" y="33"/>
                    <a:pt x="17" y="52"/>
                  </a:cubicBezTo>
                  <a:cubicBezTo>
                    <a:pt x="17" y="72"/>
                    <a:pt x="33" y="88"/>
                    <a:pt x="53" y="88"/>
                  </a:cubicBezTo>
                  <a:cubicBezTo>
                    <a:pt x="72" y="88"/>
                    <a:pt x="88" y="72"/>
                    <a:pt x="88" y="52"/>
                  </a:cubicBezTo>
                  <a:cubicBezTo>
                    <a:pt x="88" y="33"/>
                    <a:pt x="72" y="17"/>
                    <a:pt x="53" y="17"/>
                  </a:cubicBezTo>
                  <a:close/>
                  <a:moveTo>
                    <a:pt x="53" y="104"/>
                  </a:moveTo>
                  <a:cubicBezTo>
                    <a:pt x="24" y="104"/>
                    <a:pt x="0" y="81"/>
                    <a:pt x="0" y="52"/>
                  </a:cubicBezTo>
                  <a:cubicBezTo>
                    <a:pt x="0" y="23"/>
                    <a:pt x="24" y="0"/>
                    <a:pt x="53" y="0"/>
                  </a:cubicBezTo>
                  <a:cubicBezTo>
                    <a:pt x="81" y="0"/>
                    <a:pt x="105" y="23"/>
                    <a:pt x="105" y="52"/>
                  </a:cubicBezTo>
                  <a:cubicBezTo>
                    <a:pt x="105" y="81"/>
                    <a:pt x="81" y="104"/>
                    <a:pt x="53"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96">
              <a:extLst>
                <a:ext uri="{FF2B5EF4-FFF2-40B4-BE49-F238E27FC236}">
                  <a16:creationId xmlns:a16="http://schemas.microsoft.com/office/drawing/2014/main" id="{32E6E619-FFDA-4818-A8D2-31ECBED22314}"/>
                </a:ext>
              </a:extLst>
            </p:cNvPr>
            <p:cNvSpPr>
              <a:spLocks noEditPoints="1"/>
            </p:cNvSpPr>
            <p:nvPr/>
          </p:nvSpPr>
          <p:spPr bwMode="auto">
            <a:xfrm>
              <a:off x="5954713" y="4583113"/>
              <a:ext cx="79375" cy="80963"/>
            </a:xfrm>
            <a:custGeom>
              <a:avLst/>
              <a:gdLst>
                <a:gd name="T0" fmla="*/ 30 w 59"/>
                <a:gd name="T1" fmla="*/ 17 h 60"/>
                <a:gd name="T2" fmla="*/ 16 w 59"/>
                <a:gd name="T3" fmla="*/ 30 h 60"/>
                <a:gd name="T4" fmla="*/ 30 w 59"/>
                <a:gd name="T5" fmla="*/ 43 h 60"/>
                <a:gd name="T6" fmla="*/ 43 w 59"/>
                <a:gd name="T7" fmla="*/ 30 h 60"/>
                <a:gd name="T8" fmla="*/ 30 w 59"/>
                <a:gd name="T9" fmla="*/ 17 h 60"/>
                <a:gd name="T10" fmla="*/ 30 w 59"/>
                <a:gd name="T11" fmla="*/ 60 h 60"/>
                <a:gd name="T12" fmla="*/ 0 w 59"/>
                <a:gd name="T13" fmla="*/ 30 h 60"/>
                <a:gd name="T14" fmla="*/ 30 w 59"/>
                <a:gd name="T15" fmla="*/ 0 h 60"/>
                <a:gd name="T16" fmla="*/ 59 w 59"/>
                <a:gd name="T17" fmla="*/ 30 h 60"/>
                <a:gd name="T18" fmla="*/ 30 w 59"/>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60">
                  <a:moveTo>
                    <a:pt x="30" y="17"/>
                  </a:moveTo>
                  <a:cubicBezTo>
                    <a:pt x="22" y="17"/>
                    <a:pt x="16" y="23"/>
                    <a:pt x="16" y="30"/>
                  </a:cubicBezTo>
                  <a:cubicBezTo>
                    <a:pt x="16" y="37"/>
                    <a:pt x="22" y="43"/>
                    <a:pt x="30" y="43"/>
                  </a:cubicBezTo>
                  <a:cubicBezTo>
                    <a:pt x="37" y="43"/>
                    <a:pt x="43" y="37"/>
                    <a:pt x="43" y="30"/>
                  </a:cubicBezTo>
                  <a:cubicBezTo>
                    <a:pt x="43" y="23"/>
                    <a:pt x="37" y="17"/>
                    <a:pt x="30" y="17"/>
                  </a:cubicBezTo>
                  <a:close/>
                  <a:moveTo>
                    <a:pt x="30" y="60"/>
                  </a:moveTo>
                  <a:cubicBezTo>
                    <a:pt x="13" y="60"/>
                    <a:pt x="0" y="47"/>
                    <a:pt x="0" y="30"/>
                  </a:cubicBezTo>
                  <a:cubicBezTo>
                    <a:pt x="0" y="14"/>
                    <a:pt x="13" y="0"/>
                    <a:pt x="30" y="0"/>
                  </a:cubicBezTo>
                  <a:cubicBezTo>
                    <a:pt x="46" y="0"/>
                    <a:pt x="59" y="14"/>
                    <a:pt x="59" y="30"/>
                  </a:cubicBezTo>
                  <a:cubicBezTo>
                    <a:pt x="59" y="47"/>
                    <a:pt x="46"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97">
              <a:extLst>
                <a:ext uri="{FF2B5EF4-FFF2-40B4-BE49-F238E27FC236}">
                  <a16:creationId xmlns:a16="http://schemas.microsoft.com/office/drawing/2014/main" id="{5B051FD9-D506-4C67-BB69-5546C0A263D0}"/>
                </a:ext>
              </a:extLst>
            </p:cNvPr>
            <p:cNvSpPr>
              <a:spLocks/>
            </p:cNvSpPr>
            <p:nvPr/>
          </p:nvSpPr>
          <p:spPr bwMode="auto">
            <a:xfrm>
              <a:off x="5837238" y="4638675"/>
              <a:ext cx="107950" cy="109538"/>
            </a:xfrm>
            <a:custGeom>
              <a:avLst/>
              <a:gdLst>
                <a:gd name="T0" fmla="*/ 9 w 68"/>
                <a:gd name="T1" fmla="*/ 69 h 69"/>
                <a:gd name="T2" fmla="*/ 0 w 68"/>
                <a:gd name="T3" fmla="*/ 59 h 69"/>
                <a:gd name="T4" fmla="*/ 58 w 68"/>
                <a:gd name="T5" fmla="*/ 0 h 69"/>
                <a:gd name="T6" fmla="*/ 68 w 68"/>
                <a:gd name="T7" fmla="*/ 10 h 69"/>
                <a:gd name="T8" fmla="*/ 9 w 68"/>
                <a:gd name="T9" fmla="*/ 69 h 69"/>
              </a:gdLst>
              <a:ahLst/>
              <a:cxnLst>
                <a:cxn ang="0">
                  <a:pos x="T0" y="T1"/>
                </a:cxn>
                <a:cxn ang="0">
                  <a:pos x="T2" y="T3"/>
                </a:cxn>
                <a:cxn ang="0">
                  <a:pos x="T4" y="T5"/>
                </a:cxn>
                <a:cxn ang="0">
                  <a:pos x="T6" y="T7"/>
                </a:cxn>
                <a:cxn ang="0">
                  <a:pos x="T8" y="T9"/>
                </a:cxn>
              </a:cxnLst>
              <a:rect l="0" t="0" r="r" b="b"/>
              <a:pathLst>
                <a:path w="68" h="69">
                  <a:moveTo>
                    <a:pt x="9" y="69"/>
                  </a:moveTo>
                  <a:lnTo>
                    <a:pt x="0" y="59"/>
                  </a:lnTo>
                  <a:lnTo>
                    <a:pt x="58" y="0"/>
                  </a:lnTo>
                  <a:lnTo>
                    <a:pt x="68" y="10"/>
                  </a:lnTo>
                  <a:lnTo>
                    <a:pt x="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98">
              <a:extLst>
                <a:ext uri="{FF2B5EF4-FFF2-40B4-BE49-F238E27FC236}">
                  <a16:creationId xmlns:a16="http://schemas.microsoft.com/office/drawing/2014/main" id="{89D67052-E654-4FA4-99E7-712EF29CB163}"/>
                </a:ext>
              </a:extLst>
            </p:cNvPr>
            <p:cNvSpPr>
              <a:spLocks/>
            </p:cNvSpPr>
            <p:nvPr/>
          </p:nvSpPr>
          <p:spPr bwMode="auto">
            <a:xfrm>
              <a:off x="5891213" y="4665663"/>
              <a:ext cx="82550" cy="82550"/>
            </a:xfrm>
            <a:custGeom>
              <a:avLst/>
              <a:gdLst>
                <a:gd name="T0" fmla="*/ 10 w 52"/>
                <a:gd name="T1" fmla="*/ 52 h 52"/>
                <a:gd name="T2" fmla="*/ 0 w 52"/>
                <a:gd name="T3" fmla="*/ 42 h 52"/>
                <a:gd name="T4" fmla="*/ 41 w 52"/>
                <a:gd name="T5" fmla="*/ 0 h 52"/>
                <a:gd name="T6" fmla="*/ 52 w 52"/>
                <a:gd name="T7" fmla="*/ 11 h 52"/>
                <a:gd name="T8" fmla="*/ 10 w 52"/>
                <a:gd name="T9" fmla="*/ 52 h 52"/>
              </a:gdLst>
              <a:ahLst/>
              <a:cxnLst>
                <a:cxn ang="0">
                  <a:pos x="T0" y="T1"/>
                </a:cxn>
                <a:cxn ang="0">
                  <a:pos x="T2" y="T3"/>
                </a:cxn>
                <a:cxn ang="0">
                  <a:pos x="T4" y="T5"/>
                </a:cxn>
                <a:cxn ang="0">
                  <a:pos x="T6" y="T7"/>
                </a:cxn>
                <a:cxn ang="0">
                  <a:pos x="T8" y="T9"/>
                </a:cxn>
              </a:cxnLst>
              <a:rect l="0" t="0" r="r" b="b"/>
              <a:pathLst>
                <a:path w="52" h="52">
                  <a:moveTo>
                    <a:pt x="10" y="52"/>
                  </a:moveTo>
                  <a:lnTo>
                    <a:pt x="0" y="42"/>
                  </a:lnTo>
                  <a:lnTo>
                    <a:pt x="41" y="0"/>
                  </a:lnTo>
                  <a:lnTo>
                    <a:pt x="52" y="11"/>
                  </a:lnTo>
                  <a:lnTo>
                    <a:pt x="1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9">
              <a:extLst>
                <a:ext uri="{FF2B5EF4-FFF2-40B4-BE49-F238E27FC236}">
                  <a16:creationId xmlns:a16="http://schemas.microsoft.com/office/drawing/2014/main" id="{3473F0D6-E741-4FF3-96F4-CB4AB4B4338D}"/>
                </a:ext>
              </a:extLst>
            </p:cNvPr>
            <p:cNvSpPr>
              <a:spLocks/>
            </p:cNvSpPr>
            <p:nvPr/>
          </p:nvSpPr>
          <p:spPr bwMode="auto">
            <a:xfrm>
              <a:off x="6165851" y="4418013"/>
              <a:ext cx="57150" cy="68263"/>
            </a:xfrm>
            <a:custGeom>
              <a:avLst/>
              <a:gdLst>
                <a:gd name="T0" fmla="*/ 12 w 36"/>
                <a:gd name="T1" fmla="*/ 43 h 43"/>
                <a:gd name="T2" fmla="*/ 0 w 36"/>
                <a:gd name="T3" fmla="*/ 35 h 43"/>
                <a:gd name="T4" fmla="*/ 24 w 36"/>
                <a:gd name="T5" fmla="*/ 0 h 43"/>
                <a:gd name="T6" fmla="*/ 36 w 36"/>
                <a:gd name="T7" fmla="*/ 9 h 43"/>
                <a:gd name="T8" fmla="*/ 12 w 36"/>
                <a:gd name="T9" fmla="*/ 43 h 43"/>
              </a:gdLst>
              <a:ahLst/>
              <a:cxnLst>
                <a:cxn ang="0">
                  <a:pos x="T0" y="T1"/>
                </a:cxn>
                <a:cxn ang="0">
                  <a:pos x="T2" y="T3"/>
                </a:cxn>
                <a:cxn ang="0">
                  <a:pos x="T4" y="T5"/>
                </a:cxn>
                <a:cxn ang="0">
                  <a:pos x="T6" y="T7"/>
                </a:cxn>
                <a:cxn ang="0">
                  <a:pos x="T8" y="T9"/>
                </a:cxn>
              </a:cxnLst>
              <a:rect l="0" t="0" r="r" b="b"/>
              <a:pathLst>
                <a:path w="36" h="43">
                  <a:moveTo>
                    <a:pt x="12" y="43"/>
                  </a:moveTo>
                  <a:lnTo>
                    <a:pt x="0" y="35"/>
                  </a:lnTo>
                  <a:lnTo>
                    <a:pt x="24" y="0"/>
                  </a:lnTo>
                  <a:lnTo>
                    <a:pt x="36" y="9"/>
                  </a:lnTo>
                  <a:lnTo>
                    <a:pt x="12"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00">
              <a:extLst>
                <a:ext uri="{FF2B5EF4-FFF2-40B4-BE49-F238E27FC236}">
                  <a16:creationId xmlns:a16="http://schemas.microsoft.com/office/drawing/2014/main" id="{007F1A45-5F66-4767-8F4F-81FF8D821249}"/>
                </a:ext>
              </a:extLst>
            </p:cNvPr>
            <p:cNvSpPr>
              <a:spLocks/>
            </p:cNvSpPr>
            <p:nvPr/>
          </p:nvSpPr>
          <p:spPr bwMode="auto">
            <a:xfrm>
              <a:off x="6130926" y="4395788"/>
              <a:ext cx="68263" cy="53975"/>
            </a:xfrm>
            <a:custGeom>
              <a:avLst/>
              <a:gdLst>
                <a:gd name="T0" fmla="*/ 7 w 43"/>
                <a:gd name="T1" fmla="*/ 34 h 34"/>
                <a:gd name="T2" fmla="*/ 0 w 43"/>
                <a:gd name="T3" fmla="*/ 22 h 34"/>
                <a:gd name="T4" fmla="*/ 36 w 43"/>
                <a:gd name="T5" fmla="*/ 0 h 34"/>
                <a:gd name="T6" fmla="*/ 43 w 43"/>
                <a:gd name="T7" fmla="*/ 12 h 34"/>
                <a:gd name="T8" fmla="*/ 7 w 43"/>
                <a:gd name="T9" fmla="*/ 34 h 34"/>
              </a:gdLst>
              <a:ahLst/>
              <a:cxnLst>
                <a:cxn ang="0">
                  <a:pos x="T0" y="T1"/>
                </a:cxn>
                <a:cxn ang="0">
                  <a:pos x="T2" y="T3"/>
                </a:cxn>
                <a:cxn ang="0">
                  <a:pos x="T4" y="T5"/>
                </a:cxn>
                <a:cxn ang="0">
                  <a:pos x="T6" y="T7"/>
                </a:cxn>
                <a:cxn ang="0">
                  <a:pos x="T8" y="T9"/>
                </a:cxn>
              </a:cxnLst>
              <a:rect l="0" t="0" r="r" b="b"/>
              <a:pathLst>
                <a:path w="43" h="34">
                  <a:moveTo>
                    <a:pt x="7" y="34"/>
                  </a:moveTo>
                  <a:lnTo>
                    <a:pt x="0" y="22"/>
                  </a:lnTo>
                  <a:lnTo>
                    <a:pt x="36" y="0"/>
                  </a:lnTo>
                  <a:lnTo>
                    <a:pt x="43" y="12"/>
                  </a:lnTo>
                  <a:lnTo>
                    <a:pt x="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1">
              <a:extLst>
                <a:ext uri="{FF2B5EF4-FFF2-40B4-BE49-F238E27FC236}">
                  <a16:creationId xmlns:a16="http://schemas.microsoft.com/office/drawing/2014/main" id="{B75A3884-35C4-4900-A3FD-FAD032E2ED0C}"/>
                </a:ext>
              </a:extLst>
            </p:cNvPr>
            <p:cNvSpPr>
              <a:spLocks noEditPoints="1"/>
            </p:cNvSpPr>
            <p:nvPr/>
          </p:nvSpPr>
          <p:spPr bwMode="auto">
            <a:xfrm>
              <a:off x="5751513" y="4833938"/>
              <a:ext cx="620713" cy="68263"/>
            </a:xfrm>
            <a:custGeom>
              <a:avLst/>
              <a:gdLst>
                <a:gd name="T0" fmla="*/ 23 w 454"/>
                <a:gd name="T1" fmla="*/ 16 h 50"/>
                <a:gd name="T2" fmla="*/ 16 w 454"/>
                <a:gd name="T3" fmla="*/ 23 h 50"/>
                <a:gd name="T4" fmla="*/ 16 w 454"/>
                <a:gd name="T5" fmla="*/ 27 h 50"/>
                <a:gd name="T6" fmla="*/ 23 w 454"/>
                <a:gd name="T7" fmla="*/ 33 h 50"/>
                <a:gd name="T8" fmla="*/ 431 w 454"/>
                <a:gd name="T9" fmla="*/ 33 h 50"/>
                <a:gd name="T10" fmla="*/ 438 w 454"/>
                <a:gd name="T11" fmla="*/ 27 h 50"/>
                <a:gd name="T12" fmla="*/ 438 w 454"/>
                <a:gd name="T13" fmla="*/ 23 h 50"/>
                <a:gd name="T14" fmla="*/ 431 w 454"/>
                <a:gd name="T15" fmla="*/ 16 h 50"/>
                <a:gd name="T16" fmla="*/ 23 w 454"/>
                <a:gd name="T17" fmla="*/ 16 h 50"/>
                <a:gd name="T18" fmla="*/ 431 w 454"/>
                <a:gd name="T19" fmla="*/ 50 h 50"/>
                <a:gd name="T20" fmla="*/ 23 w 454"/>
                <a:gd name="T21" fmla="*/ 50 h 50"/>
                <a:gd name="T22" fmla="*/ 0 w 454"/>
                <a:gd name="T23" fmla="*/ 27 h 50"/>
                <a:gd name="T24" fmla="*/ 0 w 454"/>
                <a:gd name="T25" fmla="*/ 23 h 50"/>
                <a:gd name="T26" fmla="*/ 23 w 454"/>
                <a:gd name="T27" fmla="*/ 0 h 50"/>
                <a:gd name="T28" fmla="*/ 431 w 454"/>
                <a:gd name="T29" fmla="*/ 0 h 50"/>
                <a:gd name="T30" fmla="*/ 454 w 454"/>
                <a:gd name="T31" fmla="*/ 23 h 50"/>
                <a:gd name="T32" fmla="*/ 454 w 454"/>
                <a:gd name="T33" fmla="*/ 27 h 50"/>
                <a:gd name="T34" fmla="*/ 431 w 454"/>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4" h="50">
                  <a:moveTo>
                    <a:pt x="23" y="16"/>
                  </a:moveTo>
                  <a:cubicBezTo>
                    <a:pt x="19" y="16"/>
                    <a:pt x="16" y="19"/>
                    <a:pt x="16" y="23"/>
                  </a:cubicBezTo>
                  <a:lnTo>
                    <a:pt x="16" y="27"/>
                  </a:lnTo>
                  <a:cubicBezTo>
                    <a:pt x="16" y="30"/>
                    <a:pt x="19" y="33"/>
                    <a:pt x="23" y="33"/>
                  </a:cubicBezTo>
                  <a:lnTo>
                    <a:pt x="431" y="33"/>
                  </a:lnTo>
                  <a:cubicBezTo>
                    <a:pt x="435" y="33"/>
                    <a:pt x="438" y="30"/>
                    <a:pt x="438" y="27"/>
                  </a:cubicBezTo>
                  <a:lnTo>
                    <a:pt x="438" y="23"/>
                  </a:lnTo>
                  <a:cubicBezTo>
                    <a:pt x="438" y="19"/>
                    <a:pt x="435" y="16"/>
                    <a:pt x="431" y="16"/>
                  </a:cubicBezTo>
                  <a:lnTo>
                    <a:pt x="23" y="16"/>
                  </a:lnTo>
                  <a:close/>
                  <a:moveTo>
                    <a:pt x="431" y="50"/>
                  </a:moveTo>
                  <a:lnTo>
                    <a:pt x="23" y="50"/>
                  </a:lnTo>
                  <a:cubicBezTo>
                    <a:pt x="10" y="50"/>
                    <a:pt x="0" y="40"/>
                    <a:pt x="0" y="27"/>
                  </a:cubicBezTo>
                  <a:lnTo>
                    <a:pt x="0" y="23"/>
                  </a:lnTo>
                  <a:cubicBezTo>
                    <a:pt x="0" y="10"/>
                    <a:pt x="10" y="0"/>
                    <a:pt x="23" y="0"/>
                  </a:cubicBezTo>
                  <a:lnTo>
                    <a:pt x="431" y="0"/>
                  </a:lnTo>
                  <a:cubicBezTo>
                    <a:pt x="444" y="0"/>
                    <a:pt x="454" y="10"/>
                    <a:pt x="454" y="23"/>
                  </a:cubicBezTo>
                  <a:lnTo>
                    <a:pt x="454" y="27"/>
                  </a:lnTo>
                  <a:cubicBezTo>
                    <a:pt x="454" y="40"/>
                    <a:pt x="444" y="50"/>
                    <a:pt x="431"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02">
              <a:extLst>
                <a:ext uri="{FF2B5EF4-FFF2-40B4-BE49-F238E27FC236}">
                  <a16:creationId xmlns:a16="http://schemas.microsoft.com/office/drawing/2014/main" id="{D602CAE5-CCFF-4106-8FDA-9369E6A38153}"/>
                </a:ext>
              </a:extLst>
            </p:cNvPr>
            <p:cNvSpPr>
              <a:spLocks noEditPoints="1"/>
            </p:cNvSpPr>
            <p:nvPr/>
          </p:nvSpPr>
          <p:spPr bwMode="auto">
            <a:xfrm>
              <a:off x="5786438" y="4727575"/>
              <a:ext cx="195263" cy="127000"/>
            </a:xfrm>
            <a:custGeom>
              <a:avLst/>
              <a:gdLst>
                <a:gd name="T0" fmla="*/ 17 w 143"/>
                <a:gd name="T1" fmla="*/ 77 h 93"/>
                <a:gd name="T2" fmla="*/ 127 w 143"/>
                <a:gd name="T3" fmla="*/ 77 h 93"/>
                <a:gd name="T4" fmla="*/ 127 w 143"/>
                <a:gd name="T5" fmla="*/ 38 h 93"/>
                <a:gd name="T6" fmla="*/ 106 w 143"/>
                <a:gd name="T7" fmla="*/ 17 h 93"/>
                <a:gd name="T8" fmla="*/ 38 w 143"/>
                <a:gd name="T9" fmla="*/ 17 h 93"/>
                <a:gd name="T10" fmla="*/ 17 w 143"/>
                <a:gd name="T11" fmla="*/ 38 h 93"/>
                <a:gd name="T12" fmla="*/ 17 w 143"/>
                <a:gd name="T13" fmla="*/ 77 h 93"/>
                <a:gd name="T14" fmla="*/ 143 w 143"/>
                <a:gd name="T15" fmla="*/ 93 h 93"/>
                <a:gd name="T16" fmla="*/ 0 w 143"/>
                <a:gd name="T17" fmla="*/ 93 h 93"/>
                <a:gd name="T18" fmla="*/ 0 w 143"/>
                <a:gd name="T19" fmla="*/ 38 h 93"/>
                <a:gd name="T20" fmla="*/ 38 w 143"/>
                <a:gd name="T21" fmla="*/ 0 h 93"/>
                <a:gd name="T22" fmla="*/ 106 w 143"/>
                <a:gd name="T23" fmla="*/ 0 h 93"/>
                <a:gd name="T24" fmla="*/ 143 w 143"/>
                <a:gd name="T25" fmla="*/ 38 h 93"/>
                <a:gd name="T26" fmla="*/ 143 w 143"/>
                <a:gd name="T2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93">
                  <a:moveTo>
                    <a:pt x="17" y="77"/>
                  </a:moveTo>
                  <a:lnTo>
                    <a:pt x="127" y="77"/>
                  </a:lnTo>
                  <a:lnTo>
                    <a:pt x="127" y="38"/>
                  </a:lnTo>
                  <a:cubicBezTo>
                    <a:pt x="127" y="26"/>
                    <a:pt x="117" y="17"/>
                    <a:pt x="106" y="17"/>
                  </a:cubicBezTo>
                  <a:lnTo>
                    <a:pt x="38" y="17"/>
                  </a:lnTo>
                  <a:cubicBezTo>
                    <a:pt x="26" y="17"/>
                    <a:pt x="17" y="26"/>
                    <a:pt x="17" y="38"/>
                  </a:cubicBezTo>
                  <a:lnTo>
                    <a:pt x="17" y="77"/>
                  </a:lnTo>
                  <a:close/>
                  <a:moveTo>
                    <a:pt x="143" y="93"/>
                  </a:moveTo>
                  <a:lnTo>
                    <a:pt x="0" y="93"/>
                  </a:lnTo>
                  <a:lnTo>
                    <a:pt x="0" y="38"/>
                  </a:lnTo>
                  <a:cubicBezTo>
                    <a:pt x="0" y="17"/>
                    <a:pt x="17" y="0"/>
                    <a:pt x="38" y="0"/>
                  </a:cubicBezTo>
                  <a:lnTo>
                    <a:pt x="106" y="0"/>
                  </a:lnTo>
                  <a:cubicBezTo>
                    <a:pt x="126" y="0"/>
                    <a:pt x="143" y="17"/>
                    <a:pt x="143" y="38"/>
                  </a:cubicBezTo>
                  <a:lnTo>
                    <a:pt x="143" y="9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3">
              <a:extLst>
                <a:ext uri="{FF2B5EF4-FFF2-40B4-BE49-F238E27FC236}">
                  <a16:creationId xmlns:a16="http://schemas.microsoft.com/office/drawing/2014/main" id="{C96A5275-A5B5-4DEE-A376-BB10BD060C97}"/>
                </a:ext>
              </a:extLst>
            </p:cNvPr>
            <p:cNvSpPr>
              <a:spLocks noEditPoints="1"/>
            </p:cNvSpPr>
            <p:nvPr/>
          </p:nvSpPr>
          <p:spPr bwMode="auto">
            <a:xfrm>
              <a:off x="6180138" y="4351338"/>
              <a:ext cx="84138" cy="84138"/>
            </a:xfrm>
            <a:custGeom>
              <a:avLst/>
              <a:gdLst>
                <a:gd name="T0" fmla="*/ 31 w 62"/>
                <a:gd name="T1" fmla="*/ 17 h 62"/>
                <a:gd name="T2" fmla="*/ 17 w 62"/>
                <a:gd name="T3" fmla="*/ 31 h 62"/>
                <a:gd name="T4" fmla="*/ 31 w 62"/>
                <a:gd name="T5" fmla="*/ 45 h 62"/>
                <a:gd name="T6" fmla="*/ 45 w 62"/>
                <a:gd name="T7" fmla="*/ 31 h 62"/>
                <a:gd name="T8" fmla="*/ 31 w 62"/>
                <a:gd name="T9" fmla="*/ 17 h 62"/>
                <a:gd name="T10" fmla="*/ 31 w 62"/>
                <a:gd name="T11" fmla="*/ 62 h 62"/>
                <a:gd name="T12" fmla="*/ 0 w 62"/>
                <a:gd name="T13" fmla="*/ 31 h 62"/>
                <a:gd name="T14" fmla="*/ 31 w 62"/>
                <a:gd name="T15" fmla="*/ 0 h 62"/>
                <a:gd name="T16" fmla="*/ 62 w 62"/>
                <a:gd name="T17" fmla="*/ 31 h 62"/>
                <a:gd name="T18" fmla="*/ 31 w 62"/>
                <a:gd name="T1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31" y="17"/>
                  </a:moveTo>
                  <a:cubicBezTo>
                    <a:pt x="23" y="17"/>
                    <a:pt x="17" y="23"/>
                    <a:pt x="17" y="31"/>
                  </a:cubicBezTo>
                  <a:cubicBezTo>
                    <a:pt x="17" y="39"/>
                    <a:pt x="23" y="45"/>
                    <a:pt x="31" y="45"/>
                  </a:cubicBezTo>
                  <a:cubicBezTo>
                    <a:pt x="39" y="45"/>
                    <a:pt x="45" y="39"/>
                    <a:pt x="45" y="31"/>
                  </a:cubicBezTo>
                  <a:cubicBezTo>
                    <a:pt x="45" y="23"/>
                    <a:pt x="39" y="17"/>
                    <a:pt x="31" y="17"/>
                  </a:cubicBezTo>
                  <a:close/>
                  <a:moveTo>
                    <a:pt x="31" y="62"/>
                  </a:moveTo>
                  <a:cubicBezTo>
                    <a:pt x="14" y="62"/>
                    <a:pt x="0" y="48"/>
                    <a:pt x="0" y="31"/>
                  </a:cubicBezTo>
                  <a:cubicBezTo>
                    <a:pt x="0" y="14"/>
                    <a:pt x="14" y="0"/>
                    <a:pt x="31" y="0"/>
                  </a:cubicBezTo>
                  <a:cubicBezTo>
                    <a:pt x="48" y="0"/>
                    <a:pt x="62" y="14"/>
                    <a:pt x="62" y="31"/>
                  </a:cubicBezTo>
                  <a:cubicBezTo>
                    <a:pt x="62" y="48"/>
                    <a:pt x="48" y="62"/>
                    <a:pt x="31"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04">
              <a:extLst>
                <a:ext uri="{FF2B5EF4-FFF2-40B4-BE49-F238E27FC236}">
                  <a16:creationId xmlns:a16="http://schemas.microsoft.com/office/drawing/2014/main" id="{5FB14D35-462D-402F-B42F-1D3579ADD532}"/>
                </a:ext>
              </a:extLst>
            </p:cNvPr>
            <p:cNvSpPr>
              <a:spLocks/>
            </p:cNvSpPr>
            <p:nvPr/>
          </p:nvSpPr>
          <p:spPr bwMode="auto">
            <a:xfrm>
              <a:off x="6213476" y="4292600"/>
              <a:ext cx="103188" cy="103188"/>
            </a:xfrm>
            <a:custGeom>
              <a:avLst/>
              <a:gdLst>
                <a:gd name="T0" fmla="*/ 70 w 75"/>
                <a:gd name="T1" fmla="*/ 75 h 75"/>
                <a:gd name="T2" fmla="*/ 54 w 75"/>
                <a:gd name="T3" fmla="*/ 71 h 75"/>
                <a:gd name="T4" fmla="*/ 43 w 75"/>
                <a:gd name="T5" fmla="*/ 32 h 75"/>
                <a:gd name="T6" fmla="*/ 4 w 75"/>
                <a:gd name="T7" fmla="*/ 21 h 75"/>
                <a:gd name="T8" fmla="*/ 0 w 75"/>
                <a:gd name="T9" fmla="*/ 5 h 75"/>
                <a:gd name="T10" fmla="*/ 55 w 75"/>
                <a:gd name="T11" fmla="*/ 20 h 75"/>
                <a:gd name="T12" fmla="*/ 70 w 75"/>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75" h="75">
                  <a:moveTo>
                    <a:pt x="70" y="75"/>
                  </a:moveTo>
                  <a:lnTo>
                    <a:pt x="54" y="71"/>
                  </a:lnTo>
                  <a:cubicBezTo>
                    <a:pt x="58" y="57"/>
                    <a:pt x="53" y="42"/>
                    <a:pt x="43" y="32"/>
                  </a:cubicBezTo>
                  <a:cubicBezTo>
                    <a:pt x="33" y="22"/>
                    <a:pt x="18" y="18"/>
                    <a:pt x="4" y="21"/>
                  </a:cubicBezTo>
                  <a:lnTo>
                    <a:pt x="0" y="5"/>
                  </a:lnTo>
                  <a:cubicBezTo>
                    <a:pt x="20" y="0"/>
                    <a:pt x="40" y="6"/>
                    <a:pt x="55" y="20"/>
                  </a:cubicBezTo>
                  <a:cubicBezTo>
                    <a:pt x="69" y="35"/>
                    <a:pt x="75" y="55"/>
                    <a:pt x="70" y="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05">
              <a:extLst>
                <a:ext uri="{FF2B5EF4-FFF2-40B4-BE49-F238E27FC236}">
                  <a16:creationId xmlns:a16="http://schemas.microsoft.com/office/drawing/2014/main" id="{7B663C01-7413-43F0-96D8-20293BC51B24}"/>
                </a:ext>
              </a:extLst>
            </p:cNvPr>
            <p:cNvSpPr>
              <a:spLocks/>
            </p:cNvSpPr>
            <p:nvPr/>
          </p:nvSpPr>
          <p:spPr bwMode="auto">
            <a:xfrm>
              <a:off x="6208713" y="4232275"/>
              <a:ext cx="168275" cy="169863"/>
            </a:xfrm>
            <a:custGeom>
              <a:avLst/>
              <a:gdLst>
                <a:gd name="T0" fmla="*/ 119 w 123"/>
                <a:gd name="T1" fmla="*/ 124 h 124"/>
                <a:gd name="T2" fmla="*/ 103 w 123"/>
                <a:gd name="T3" fmla="*/ 122 h 124"/>
                <a:gd name="T4" fmla="*/ 76 w 123"/>
                <a:gd name="T5" fmla="*/ 47 h 124"/>
                <a:gd name="T6" fmla="*/ 1 w 123"/>
                <a:gd name="T7" fmla="*/ 21 h 124"/>
                <a:gd name="T8" fmla="*/ 0 w 123"/>
                <a:gd name="T9" fmla="*/ 4 h 124"/>
                <a:gd name="T10" fmla="*/ 88 w 123"/>
                <a:gd name="T11" fmla="*/ 35 h 124"/>
                <a:gd name="T12" fmla="*/ 119 w 123"/>
                <a:gd name="T13" fmla="*/ 124 h 124"/>
              </a:gdLst>
              <a:ahLst/>
              <a:cxnLst>
                <a:cxn ang="0">
                  <a:pos x="T0" y="T1"/>
                </a:cxn>
                <a:cxn ang="0">
                  <a:pos x="T2" y="T3"/>
                </a:cxn>
                <a:cxn ang="0">
                  <a:pos x="T4" y="T5"/>
                </a:cxn>
                <a:cxn ang="0">
                  <a:pos x="T6" y="T7"/>
                </a:cxn>
                <a:cxn ang="0">
                  <a:pos x="T8" y="T9"/>
                </a:cxn>
                <a:cxn ang="0">
                  <a:pos x="T10" y="T11"/>
                </a:cxn>
                <a:cxn ang="0">
                  <a:pos x="T12" y="T13"/>
                </a:cxn>
              </a:cxnLst>
              <a:rect l="0" t="0" r="r" b="b"/>
              <a:pathLst>
                <a:path w="123" h="124">
                  <a:moveTo>
                    <a:pt x="119" y="124"/>
                  </a:moveTo>
                  <a:lnTo>
                    <a:pt x="103" y="122"/>
                  </a:lnTo>
                  <a:cubicBezTo>
                    <a:pt x="106" y="94"/>
                    <a:pt x="96" y="67"/>
                    <a:pt x="76" y="47"/>
                  </a:cubicBezTo>
                  <a:cubicBezTo>
                    <a:pt x="56" y="27"/>
                    <a:pt x="29" y="18"/>
                    <a:pt x="1" y="21"/>
                  </a:cubicBezTo>
                  <a:lnTo>
                    <a:pt x="0" y="4"/>
                  </a:lnTo>
                  <a:cubicBezTo>
                    <a:pt x="32" y="0"/>
                    <a:pt x="65" y="12"/>
                    <a:pt x="88" y="35"/>
                  </a:cubicBezTo>
                  <a:cubicBezTo>
                    <a:pt x="111" y="59"/>
                    <a:pt x="123" y="91"/>
                    <a:pt x="119"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06">
              <a:extLst>
                <a:ext uri="{FF2B5EF4-FFF2-40B4-BE49-F238E27FC236}">
                  <a16:creationId xmlns:a16="http://schemas.microsoft.com/office/drawing/2014/main" id="{DC914D6D-158F-4D49-B717-BD2B456D407B}"/>
                </a:ext>
              </a:extLst>
            </p:cNvPr>
            <p:cNvSpPr>
              <a:spLocks/>
            </p:cNvSpPr>
            <p:nvPr/>
          </p:nvSpPr>
          <p:spPr bwMode="auto">
            <a:xfrm>
              <a:off x="6199188" y="4175125"/>
              <a:ext cx="234950" cy="234950"/>
            </a:xfrm>
            <a:custGeom>
              <a:avLst/>
              <a:gdLst>
                <a:gd name="T0" fmla="*/ 169 w 172"/>
                <a:gd name="T1" fmla="*/ 172 h 172"/>
                <a:gd name="T2" fmla="*/ 152 w 172"/>
                <a:gd name="T3" fmla="*/ 171 h 172"/>
                <a:gd name="T4" fmla="*/ 111 w 172"/>
                <a:gd name="T5" fmla="*/ 61 h 172"/>
                <a:gd name="T6" fmla="*/ 1 w 172"/>
                <a:gd name="T7" fmla="*/ 20 h 172"/>
                <a:gd name="T8" fmla="*/ 0 w 172"/>
                <a:gd name="T9" fmla="*/ 3 h 172"/>
                <a:gd name="T10" fmla="*/ 123 w 172"/>
                <a:gd name="T11" fmla="*/ 49 h 172"/>
                <a:gd name="T12" fmla="*/ 169 w 172"/>
                <a:gd name="T13" fmla="*/ 172 h 172"/>
              </a:gdLst>
              <a:ahLst/>
              <a:cxnLst>
                <a:cxn ang="0">
                  <a:pos x="T0" y="T1"/>
                </a:cxn>
                <a:cxn ang="0">
                  <a:pos x="T2" y="T3"/>
                </a:cxn>
                <a:cxn ang="0">
                  <a:pos x="T4" y="T5"/>
                </a:cxn>
                <a:cxn ang="0">
                  <a:pos x="T6" y="T7"/>
                </a:cxn>
                <a:cxn ang="0">
                  <a:pos x="T8" y="T9"/>
                </a:cxn>
                <a:cxn ang="0">
                  <a:pos x="T10" y="T11"/>
                </a:cxn>
                <a:cxn ang="0">
                  <a:pos x="T12" y="T13"/>
                </a:cxn>
              </a:cxnLst>
              <a:rect l="0" t="0" r="r" b="b"/>
              <a:pathLst>
                <a:path w="172" h="172">
                  <a:moveTo>
                    <a:pt x="169" y="172"/>
                  </a:moveTo>
                  <a:lnTo>
                    <a:pt x="152" y="171"/>
                  </a:lnTo>
                  <a:cubicBezTo>
                    <a:pt x="155" y="130"/>
                    <a:pt x="140" y="90"/>
                    <a:pt x="111" y="61"/>
                  </a:cubicBezTo>
                  <a:cubicBezTo>
                    <a:pt x="82" y="32"/>
                    <a:pt x="42" y="17"/>
                    <a:pt x="1" y="20"/>
                  </a:cubicBezTo>
                  <a:lnTo>
                    <a:pt x="0" y="3"/>
                  </a:lnTo>
                  <a:cubicBezTo>
                    <a:pt x="46" y="0"/>
                    <a:pt x="91" y="17"/>
                    <a:pt x="123" y="49"/>
                  </a:cubicBezTo>
                  <a:cubicBezTo>
                    <a:pt x="155" y="82"/>
                    <a:pt x="172" y="126"/>
                    <a:pt x="169" y="17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4" name="Automation9" descr="{&quot;Key&quot;:&quot;POWER_USER_SHAPE_ICON&quot;,&quot;Value&quot;:&quot;POWER_USER_SHAPE_ICON_STYLE_1&quot;}">
            <a:extLst>
              <a:ext uri="{FF2B5EF4-FFF2-40B4-BE49-F238E27FC236}">
                <a16:creationId xmlns:a16="http://schemas.microsoft.com/office/drawing/2014/main" id="{49B31C0C-3399-46B2-B962-A1E8411BCC83}"/>
              </a:ext>
            </a:extLst>
          </p:cNvPr>
          <p:cNvGrpSpPr>
            <a:grpSpLocks noChangeAspect="1"/>
          </p:cNvGrpSpPr>
          <p:nvPr/>
        </p:nvGrpSpPr>
        <p:grpSpPr>
          <a:xfrm>
            <a:off x="7667349" y="4757112"/>
            <a:ext cx="731664" cy="794897"/>
            <a:chOff x="7217200" y="2973718"/>
            <a:chExt cx="2056129" cy="2233827"/>
          </a:xfrm>
          <a:solidFill>
            <a:schemeClr val="lt1"/>
          </a:solidFill>
        </p:grpSpPr>
        <p:sp>
          <p:nvSpPr>
            <p:cNvPr id="115" name="Freeform 707">
              <a:extLst>
                <a:ext uri="{FF2B5EF4-FFF2-40B4-BE49-F238E27FC236}">
                  <a16:creationId xmlns:a16="http://schemas.microsoft.com/office/drawing/2014/main" id="{86DD5DC4-93AB-4BA0-945E-76B678F10D41}"/>
                </a:ext>
              </a:extLst>
            </p:cNvPr>
            <p:cNvSpPr>
              <a:spLocks/>
            </p:cNvSpPr>
            <p:nvPr/>
          </p:nvSpPr>
          <p:spPr bwMode="auto">
            <a:xfrm>
              <a:off x="7267969" y="4611010"/>
              <a:ext cx="672688" cy="596535"/>
            </a:xfrm>
            <a:custGeom>
              <a:avLst/>
              <a:gdLst>
                <a:gd name="T0" fmla="*/ 2 w 53"/>
                <a:gd name="T1" fmla="*/ 2 h 47"/>
                <a:gd name="T2" fmla="*/ 2 w 53"/>
                <a:gd name="T3" fmla="*/ 4 h 47"/>
                <a:gd name="T4" fmla="*/ 49 w 53"/>
                <a:gd name="T5" fmla="*/ 4 h 47"/>
                <a:gd name="T6" fmla="*/ 49 w 53"/>
                <a:gd name="T7" fmla="*/ 42 h 47"/>
                <a:gd name="T8" fmla="*/ 4 w 53"/>
                <a:gd name="T9" fmla="*/ 42 h 47"/>
                <a:gd name="T10" fmla="*/ 4 w 53"/>
                <a:gd name="T11" fmla="*/ 2 h 47"/>
                <a:gd name="T12" fmla="*/ 2 w 53"/>
                <a:gd name="T13" fmla="*/ 2 h 47"/>
                <a:gd name="T14" fmla="*/ 2 w 53"/>
                <a:gd name="T15" fmla="*/ 4 h 47"/>
                <a:gd name="T16" fmla="*/ 2 w 53"/>
                <a:gd name="T17" fmla="*/ 2 h 47"/>
                <a:gd name="T18" fmla="*/ 0 w 53"/>
                <a:gd name="T19" fmla="*/ 2 h 47"/>
                <a:gd name="T20" fmla="*/ 0 w 53"/>
                <a:gd name="T21" fmla="*/ 47 h 47"/>
                <a:gd name="T22" fmla="*/ 53 w 53"/>
                <a:gd name="T23" fmla="*/ 47 h 47"/>
                <a:gd name="T24" fmla="*/ 53 w 53"/>
                <a:gd name="T25" fmla="*/ 0 h 47"/>
                <a:gd name="T26" fmla="*/ 0 w 53"/>
                <a:gd name="T27" fmla="*/ 0 h 47"/>
                <a:gd name="T28" fmla="*/ 0 w 53"/>
                <a:gd name="T29" fmla="*/ 2 h 47"/>
                <a:gd name="T30" fmla="*/ 2 w 53"/>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47">
                  <a:moveTo>
                    <a:pt x="2" y="2"/>
                  </a:moveTo>
                  <a:lnTo>
                    <a:pt x="2" y="4"/>
                  </a:lnTo>
                  <a:lnTo>
                    <a:pt x="49" y="4"/>
                  </a:lnTo>
                  <a:lnTo>
                    <a:pt x="49" y="42"/>
                  </a:lnTo>
                  <a:lnTo>
                    <a:pt x="4" y="42"/>
                  </a:lnTo>
                  <a:lnTo>
                    <a:pt x="4" y="2"/>
                  </a:lnTo>
                  <a:lnTo>
                    <a:pt x="2" y="2"/>
                  </a:lnTo>
                  <a:lnTo>
                    <a:pt x="2" y="4"/>
                  </a:lnTo>
                  <a:lnTo>
                    <a:pt x="2" y="2"/>
                  </a:lnTo>
                  <a:lnTo>
                    <a:pt x="0" y="2"/>
                  </a:lnTo>
                  <a:lnTo>
                    <a:pt x="0" y="47"/>
                  </a:lnTo>
                  <a:lnTo>
                    <a:pt x="53" y="47"/>
                  </a:lnTo>
                  <a:lnTo>
                    <a:pt x="53" y="0"/>
                  </a:lnTo>
                  <a:lnTo>
                    <a:pt x="0" y="0"/>
                  </a:lnTo>
                  <a:lnTo>
                    <a:pt x="0" y="2"/>
                  </a:lnTo>
                  <a:lnTo>
                    <a:pt x="2"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708">
              <a:extLst>
                <a:ext uri="{FF2B5EF4-FFF2-40B4-BE49-F238E27FC236}">
                  <a16:creationId xmlns:a16="http://schemas.microsoft.com/office/drawing/2014/main" id="{6513C2AD-BCCC-4C9B-9A4D-F919703ADFA8}"/>
                </a:ext>
              </a:extLst>
            </p:cNvPr>
            <p:cNvSpPr>
              <a:spLocks/>
            </p:cNvSpPr>
            <p:nvPr/>
          </p:nvSpPr>
          <p:spPr bwMode="auto">
            <a:xfrm>
              <a:off x="7585268" y="3202177"/>
              <a:ext cx="799610" cy="698072"/>
            </a:xfrm>
            <a:custGeom>
              <a:avLst/>
              <a:gdLst>
                <a:gd name="T0" fmla="*/ 457 w 490"/>
                <a:gd name="T1" fmla="*/ 131 h 431"/>
                <a:gd name="T2" fmla="*/ 446 w 490"/>
                <a:gd name="T3" fmla="*/ 118 h 431"/>
                <a:gd name="T4" fmla="*/ 99 w 490"/>
                <a:gd name="T5" fmla="*/ 394 h 431"/>
                <a:gd name="T6" fmla="*/ 89 w 490"/>
                <a:gd name="T7" fmla="*/ 398 h 431"/>
                <a:gd name="T8" fmla="*/ 77 w 490"/>
                <a:gd name="T9" fmla="*/ 392 h 431"/>
                <a:gd name="T10" fmla="*/ 37 w 490"/>
                <a:gd name="T11" fmla="*/ 342 h 431"/>
                <a:gd name="T12" fmla="*/ 34 w 490"/>
                <a:gd name="T13" fmla="*/ 332 h 431"/>
                <a:gd name="T14" fmla="*/ 40 w 490"/>
                <a:gd name="T15" fmla="*/ 320 h 431"/>
                <a:gd name="T16" fmla="*/ 40 w 490"/>
                <a:gd name="T17" fmla="*/ 320 h 431"/>
                <a:gd name="T18" fmla="*/ 387 w 490"/>
                <a:gd name="T19" fmla="*/ 44 h 431"/>
                <a:gd name="T20" fmla="*/ 376 w 490"/>
                <a:gd name="T21" fmla="*/ 30 h 431"/>
                <a:gd name="T22" fmla="*/ 360 w 490"/>
                <a:gd name="T23" fmla="*/ 33 h 431"/>
                <a:gd name="T24" fmla="*/ 450 w 490"/>
                <a:gd name="T25" fmla="*/ 147 h 431"/>
                <a:gd name="T26" fmla="*/ 457 w 490"/>
                <a:gd name="T27" fmla="*/ 131 h 431"/>
                <a:gd name="T28" fmla="*/ 446 w 490"/>
                <a:gd name="T29" fmla="*/ 118 h 431"/>
                <a:gd name="T30" fmla="*/ 457 w 490"/>
                <a:gd name="T31" fmla="*/ 131 h 431"/>
                <a:gd name="T32" fmla="*/ 463 w 490"/>
                <a:gd name="T33" fmla="*/ 116 h 431"/>
                <a:gd name="T34" fmla="*/ 393 w 490"/>
                <a:gd name="T35" fmla="*/ 28 h 431"/>
                <a:gd name="T36" fmla="*/ 388 w 490"/>
                <a:gd name="T37" fmla="*/ 0 h 431"/>
                <a:gd name="T38" fmla="*/ 19 w 490"/>
                <a:gd name="T39" fmla="*/ 294 h 431"/>
                <a:gd name="T40" fmla="*/ 19 w 490"/>
                <a:gd name="T41" fmla="*/ 294 h 431"/>
                <a:gd name="T42" fmla="*/ 0 w 490"/>
                <a:gd name="T43" fmla="*/ 332 h 431"/>
                <a:gd name="T44" fmla="*/ 11 w 490"/>
                <a:gd name="T45" fmla="*/ 362 h 431"/>
                <a:gd name="T46" fmla="*/ 51 w 490"/>
                <a:gd name="T47" fmla="*/ 413 h 431"/>
                <a:gd name="T48" fmla="*/ 89 w 490"/>
                <a:gd name="T49" fmla="*/ 431 h 431"/>
                <a:gd name="T50" fmla="*/ 120 w 490"/>
                <a:gd name="T51" fmla="*/ 421 h 431"/>
                <a:gd name="T52" fmla="*/ 490 w 490"/>
                <a:gd name="T53" fmla="*/ 126 h 431"/>
                <a:gd name="T54" fmla="*/ 463 w 490"/>
                <a:gd name="T55" fmla="*/ 116 h 431"/>
                <a:gd name="T56" fmla="*/ 457 w 490"/>
                <a:gd name="T57" fmla="*/ 1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0" h="431">
                  <a:moveTo>
                    <a:pt x="457" y="131"/>
                  </a:moveTo>
                  <a:lnTo>
                    <a:pt x="446" y="118"/>
                  </a:lnTo>
                  <a:lnTo>
                    <a:pt x="99" y="394"/>
                  </a:lnTo>
                  <a:cubicBezTo>
                    <a:pt x="96" y="397"/>
                    <a:pt x="93" y="398"/>
                    <a:pt x="89" y="398"/>
                  </a:cubicBezTo>
                  <a:cubicBezTo>
                    <a:pt x="85" y="398"/>
                    <a:pt x="80" y="396"/>
                    <a:pt x="77" y="392"/>
                  </a:cubicBezTo>
                  <a:lnTo>
                    <a:pt x="37" y="342"/>
                  </a:lnTo>
                  <a:cubicBezTo>
                    <a:pt x="35" y="339"/>
                    <a:pt x="34" y="335"/>
                    <a:pt x="34" y="332"/>
                  </a:cubicBezTo>
                  <a:cubicBezTo>
                    <a:pt x="34" y="327"/>
                    <a:pt x="36" y="323"/>
                    <a:pt x="40" y="320"/>
                  </a:cubicBezTo>
                  <a:lnTo>
                    <a:pt x="40" y="320"/>
                  </a:lnTo>
                  <a:lnTo>
                    <a:pt x="387" y="44"/>
                  </a:lnTo>
                  <a:lnTo>
                    <a:pt x="376" y="30"/>
                  </a:lnTo>
                  <a:lnTo>
                    <a:pt x="360" y="33"/>
                  </a:lnTo>
                  <a:cubicBezTo>
                    <a:pt x="368" y="85"/>
                    <a:pt x="403" y="128"/>
                    <a:pt x="450" y="147"/>
                  </a:cubicBezTo>
                  <a:lnTo>
                    <a:pt x="457" y="131"/>
                  </a:lnTo>
                  <a:lnTo>
                    <a:pt x="446" y="118"/>
                  </a:lnTo>
                  <a:lnTo>
                    <a:pt x="457" y="131"/>
                  </a:lnTo>
                  <a:lnTo>
                    <a:pt x="463" y="116"/>
                  </a:lnTo>
                  <a:cubicBezTo>
                    <a:pt x="426" y="101"/>
                    <a:pt x="399" y="68"/>
                    <a:pt x="393" y="28"/>
                  </a:cubicBezTo>
                  <a:lnTo>
                    <a:pt x="388" y="0"/>
                  </a:lnTo>
                  <a:lnTo>
                    <a:pt x="19" y="294"/>
                  </a:lnTo>
                  <a:lnTo>
                    <a:pt x="19" y="294"/>
                  </a:lnTo>
                  <a:cubicBezTo>
                    <a:pt x="7" y="303"/>
                    <a:pt x="0" y="318"/>
                    <a:pt x="0" y="332"/>
                  </a:cubicBezTo>
                  <a:cubicBezTo>
                    <a:pt x="0" y="343"/>
                    <a:pt x="4" y="353"/>
                    <a:pt x="11" y="362"/>
                  </a:cubicBezTo>
                  <a:lnTo>
                    <a:pt x="51" y="413"/>
                  </a:lnTo>
                  <a:cubicBezTo>
                    <a:pt x="61" y="425"/>
                    <a:pt x="75" y="431"/>
                    <a:pt x="89" y="431"/>
                  </a:cubicBezTo>
                  <a:cubicBezTo>
                    <a:pt x="100" y="431"/>
                    <a:pt x="111" y="428"/>
                    <a:pt x="120" y="421"/>
                  </a:cubicBezTo>
                  <a:lnTo>
                    <a:pt x="490" y="126"/>
                  </a:lnTo>
                  <a:lnTo>
                    <a:pt x="463" y="116"/>
                  </a:lnTo>
                  <a:lnTo>
                    <a:pt x="457" y="13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09">
              <a:extLst>
                <a:ext uri="{FF2B5EF4-FFF2-40B4-BE49-F238E27FC236}">
                  <a16:creationId xmlns:a16="http://schemas.microsoft.com/office/drawing/2014/main" id="{9D1C1F36-4208-47E3-87CC-AF0200C851E3}"/>
                </a:ext>
              </a:extLst>
            </p:cNvPr>
            <p:cNvSpPr>
              <a:spLocks/>
            </p:cNvSpPr>
            <p:nvPr/>
          </p:nvSpPr>
          <p:spPr bwMode="auto">
            <a:xfrm>
              <a:off x="8410263" y="3214873"/>
              <a:ext cx="456918" cy="456918"/>
            </a:xfrm>
            <a:custGeom>
              <a:avLst/>
              <a:gdLst>
                <a:gd name="T0" fmla="*/ 245 w 277"/>
                <a:gd name="T1" fmla="*/ 153 h 276"/>
                <a:gd name="T2" fmla="*/ 241 w 277"/>
                <a:gd name="T3" fmla="*/ 137 h 276"/>
                <a:gd name="T4" fmla="*/ 138 w 277"/>
                <a:gd name="T5" fmla="*/ 240 h 276"/>
                <a:gd name="T6" fmla="*/ 154 w 277"/>
                <a:gd name="T7" fmla="*/ 244 h 276"/>
                <a:gd name="T8" fmla="*/ 166 w 277"/>
                <a:gd name="T9" fmla="*/ 232 h 276"/>
                <a:gd name="T10" fmla="*/ 44 w 277"/>
                <a:gd name="T11" fmla="*/ 111 h 276"/>
                <a:gd name="T12" fmla="*/ 32 w 277"/>
                <a:gd name="T13" fmla="*/ 123 h 276"/>
                <a:gd name="T14" fmla="*/ 37 w 277"/>
                <a:gd name="T15" fmla="*/ 139 h 276"/>
                <a:gd name="T16" fmla="*/ 140 w 277"/>
                <a:gd name="T17" fmla="*/ 36 h 276"/>
                <a:gd name="T18" fmla="*/ 123 w 277"/>
                <a:gd name="T19" fmla="*/ 32 h 276"/>
                <a:gd name="T20" fmla="*/ 112 w 277"/>
                <a:gd name="T21" fmla="*/ 43 h 276"/>
                <a:gd name="T22" fmla="*/ 233 w 277"/>
                <a:gd name="T23" fmla="*/ 165 h 276"/>
                <a:gd name="T24" fmla="*/ 245 w 277"/>
                <a:gd name="T25" fmla="*/ 153 h 276"/>
                <a:gd name="T26" fmla="*/ 241 w 277"/>
                <a:gd name="T27" fmla="*/ 137 h 276"/>
                <a:gd name="T28" fmla="*/ 245 w 277"/>
                <a:gd name="T29" fmla="*/ 153 h 276"/>
                <a:gd name="T30" fmla="*/ 257 w 277"/>
                <a:gd name="T31" fmla="*/ 141 h 276"/>
                <a:gd name="T32" fmla="*/ 115 w 277"/>
                <a:gd name="T33" fmla="*/ 0 h 276"/>
                <a:gd name="T34" fmla="*/ 107 w 277"/>
                <a:gd name="T35" fmla="*/ 27 h 276"/>
                <a:gd name="T36" fmla="*/ 28 w 277"/>
                <a:gd name="T37" fmla="*/ 107 h 276"/>
                <a:gd name="T38" fmla="*/ 0 w 277"/>
                <a:gd name="T39" fmla="*/ 114 h 276"/>
                <a:gd name="T40" fmla="*/ 162 w 277"/>
                <a:gd name="T41" fmla="*/ 276 h 276"/>
                <a:gd name="T42" fmla="*/ 170 w 277"/>
                <a:gd name="T43" fmla="*/ 249 h 276"/>
                <a:gd name="T44" fmla="*/ 249 w 277"/>
                <a:gd name="T45" fmla="*/ 169 h 276"/>
                <a:gd name="T46" fmla="*/ 277 w 277"/>
                <a:gd name="T47" fmla="*/ 162 h 276"/>
                <a:gd name="T48" fmla="*/ 257 w 277"/>
                <a:gd name="T49" fmla="*/ 141 h 276"/>
                <a:gd name="T50" fmla="*/ 245 w 277"/>
                <a:gd name="T51" fmla="*/ 15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7" h="276">
                  <a:moveTo>
                    <a:pt x="245" y="153"/>
                  </a:moveTo>
                  <a:lnTo>
                    <a:pt x="241" y="137"/>
                  </a:lnTo>
                  <a:cubicBezTo>
                    <a:pt x="191" y="151"/>
                    <a:pt x="151" y="190"/>
                    <a:pt x="138" y="240"/>
                  </a:cubicBezTo>
                  <a:lnTo>
                    <a:pt x="154" y="244"/>
                  </a:lnTo>
                  <a:lnTo>
                    <a:pt x="166" y="232"/>
                  </a:lnTo>
                  <a:lnTo>
                    <a:pt x="44" y="111"/>
                  </a:lnTo>
                  <a:lnTo>
                    <a:pt x="32" y="123"/>
                  </a:lnTo>
                  <a:lnTo>
                    <a:pt x="37" y="139"/>
                  </a:lnTo>
                  <a:cubicBezTo>
                    <a:pt x="87" y="125"/>
                    <a:pt x="126" y="86"/>
                    <a:pt x="140" y="36"/>
                  </a:cubicBezTo>
                  <a:lnTo>
                    <a:pt x="123" y="32"/>
                  </a:lnTo>
                  <a:lnTo>
                    <a:pt x="112" y="43"/>
                  </a:lnTo>
                  <a:lnTo>
                    <a:pt x="233" y="165"/>
                  </a:lnTo>
                  <a:lnTo>
                    <a:pt x="245" y="153"/>
                  </a:lnTo>
                  <a:lnTo>
                    <a:pt x="241" y="137"/>
                  </a:lnTo>
                  <a:lnTo>
                    <a:pt x="245" y="153"/>
                  </a:lnTo>
                  <a:lnTo>
                    <a:pt x="257" y="141"/>
                  </a:lnTo>
                  <a:lnTo>
                    <a:pt x="115" y="0"/>
                  </a:lnTo>
                  <a:lnTo>
                    <a:pt x="107" y="27"/>
                  </a:lnTo>
                  <a:cubicBezTo>
                    <a:pt x="97" y="66"/>
                    <a:pt x="67" y="96"/>
                    <a:pt x="28" y="107"/>
                  </a:cubicBezTo>
                  <a:lnTo>
                    <a:pt x="0" y="114"/>
                  </a:lnTo>
                  <a:lnTo>
                    <a:pt x="162" y="276"/>
                  </a:lnTo>
                  <a:lnTo>
                    <a:pt x="170" y="249"/>
                  </a:lnTo>
                  <a:cubicBezTo>
                    <a:pt x="180" y="210"/>
                    <a:pt x="211" y="180"/>
                    <a:pt x="249" y="169"/>
                  </a:cubicBezTo>
                  <a:lnTo>
                    <a:pt x="277" y="162"/>
                  </a:lnTo>
                  <a:lnTo>
                    <a:pt x="257" y="141"/>
                  </a:lnTo>
                  <a:lnTo>
                    <a:pt x="245" y="15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10">
              <a:extLst>
                <a:ext uri="{FF2B5EF4-FFF2-40B4-BE49-F238E27FC236}">
                  <a16:creationId xmlns:a16="http://schemas.microsoft.com/office/drawing/2014/main" id="{A5379AC3-843F-4167-A773-E12229281262}"/>
                </a:ext>
              </a:extLst>
            </p:cNvPr>
            <p:cNvSpPr>
              <a:spLocks/>
            </p:cNvSpPr>
            <p:nvPr/>
          </p:nvSpPr>
          <p:spPr bwMode="auto">
            <a:xfrm>
              <a:off x="8638721" y="3824096"/>
              <a:ext cx="456918" cy="342692"/>
            </a:xfrm>
            <a:custGeom>
              <a:avLst/>
              <a:gdLst>
                <a:gd name="T0" fmla="*/ 201 w 274"/>
                <a:gd name="T1" fmla="*/ 25 h 213"/>
                <a:gd name="T2" fmla="*/ 185 w 274"/>
                <a:gd name="T3" fmla="*/ 29 h 213"/>
                <a:gd name="T4" fmla="*/ 229 w 274"/>
                <a:gd name="T5" fmla="*/ 180 h 213"/>
                <a:gd name="T6" fmla="*/ 45 w 274"/>
                <a:gd name="T7" fmla="*/ 180 h 213"/>
                <a:gd name="T8" fmla="*/ 88 w 274"/>
                <a:gd name="T9" fmla="*/ 29 h 213"/>
                <a:gd name="T10" fmla="*/ 72 w 274"/>
                <a:gd name="T11" fmla="*/ 25 h 213"/>
                <a:gd name="T12" fmla="*/ 64 w 274"/>
                <a:gd name="T13" fmla="*/ 39 h 213"/>
                <a:gd name="T14" fmla="*/ 137 w 274"/>
                <a:gd name="T15" fmla="*/ 58 h 213"/>
                <a:gd name="T16" fmla="*/ 210 w 274"/>
                <a:gd name="T17" fmla="*/ 39 h 213"/>
                <a:gd name="T18" fmla="*/ 201 w 274"/>
                <a:gd name="T19" fmla="*/ 25 h 213"/>
                <a:gd name="T20" fmla="*/ 185 w 274"/>
                <a:gd name="T21" fmla="*/ 29 h 213"/>
                <a:gd name="T22" fmla="*/ 201 w 274"/>
                <a:gd name="T23" fmla="*/ 25 h 213"/>
                <a:gd name="T24" fmla="*/ 193 w 274"/>
                <a:gd name="T25" fmla="*/ 10 h 213"/>
                <a:gd name="T26" fmla="*/ 137 w 274"/>
                <a:gd name="T27" fmla="*/ 25 h 213"/>
                <a:gd name="T28" fmla="*/ 81 w 274"/>
                <a:gd name="T29" fmla="*/ 10 h 213"/>
                <a:gd name="T30" fmla="*/ 62 w 274"/>
                <a:gd name="T31" fmla="*/ 0 h 213"/>
                <a:gd name="T32" fmla="*/ 0 w 274"/>
                <a:gd name="T33" fmla="*/ 213 h 213"/>
                <a:gd name="T34" fmla="*/ 274 w 274"/>
                <a:gd name="T35" fmla="*/ 213 h 213"/>
                <a:gd name="T36" fmla="*/ 211 w 274"/>
                <a:gd name="T37" fmla="*/ 0 h 213"/>
                <a:gd name="T38" fmla="*/ 193 w 274"/>
                <a:gd name="T39" fmla="*/ 10 h 213"/>
                <a:gd name="T40" fmla="*/ 201 w 274"/>
                <a:gd name="T41" fmla="*/ 25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4" h="213">
                  <a:moveTo>
                    <a:pt x="201" y="25"/>
                  </a:moveTo>
                  <a:lnTo>
                    <a:pt x="185" y="29"/>
                  </a:lnTo>
                  <a:lnTo>
                    <a:pt x="229" y="180"/>
                  </a:lnTo>
                  <a:lnTo>
                    <a:pt x="45" y="180"/>
                  </a:lnTo>
                  <a:lnTo>
                    <a:pt x="88" y="29"/>
                  </a:lnTo>
                  <a:lnTo>
                    <a:pt x="72" y="25"/>
                  </a:lnTo>
                  <a:lnTo>
                    <a:pt x="64" y="39"/>
                  </a:lnTo>
                  <a:cubicBezTo>
                    <a:pt x="85" y="51"/>
                    <a:pt x="110" y="58"/>
                    <a:pt x="137" y="58"/>
                  </a:cubicBezTo>
                  <a:cubicBezTo>
                    <a:pt x="163" y="58"/>
                    <a:pt x="188" y="51"/>
                    <a:pt x="210" y="39"/>
                  </a:cubicBezTo>
                  <a:lnTo>
                    <a:pt x="201" y="25"/>
                  </a:lnTo>
                  <a:lnTo>
                    <a:pt x="185" y="29"/>
                  </a:lnTo>
                  <a:lnTo>
                    <a:pt x="201" y="25"/>
                  </a:lnTo>
                  <a:lnTo>
                    <a:pt x="193" y="10"/>
                  </a:lnTo>
                  <a:cubicBezTo>
                    <a:pt x="176" y="20"/>
                    <a:pt x="157" y="25"/>
                    <a:pt x="137" y="25"/>
                  </a:cubicBezTo>
                  <a:cubicBezTo>
                    <a:pt x="116" y="25"/>
                    <a:pt x="97" y="20"/>
                    <a:pt x="81" y="10"/>
                  </a:cubicBezTo>
                  <a:lnTo>
                    <a:pt x="62" y="0"/>
                  </a:lnTo>
                  <a:lnTo>
                    <a:pt x="0" y="213"/>
                  </a:lnTo>
                  <a:lnTo>
                    <a:pt x="274" y="213"/>
                  </a:lnTo>
                  <a:lnTo>
                    <a:pt x="211" y="0"/>
                  </a:lnTo>
                  <a:lnTo>
                    <a:pt x="193" y="10"/>
                  </a:lnTo>
                  <a:lnTo>
                    <a:pt x="201" y="25"/>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11">
              <a:extLst>
                <a:ext uri="{FF2B5EF4-FFF2-40B4-BE49-F238E27FC236}">
                  <a16:creationId xmlns:a16="http://schemas.microsoft.com/office/drawing/2014/main" id="{701649E2-E3BD-4045-A8D8-28175EB3BB97}"/>
                </a:ext>
              </a:extLst>
            </p:cNvPr>
            <p:cNvSpPr>
              <a:spLocks/>
            </p:cNvSpPr>
            <p:nvPr/>
          </p:nvSpPr>
          <p:spPr bwMode="auto">
            <a:xfrm>
              <a:off x="8626025" y="3430636"/>
              <a:ext cx="482302" cy="482302"/>
            </a:xfrm>
            <a:custGeom>
              <a:avLst/>
              <a:gdLst>
                <a:gd name="T0" fmla="*/ 275 w 292"/>
                <a:gd name="T1" fmla="*/ 146 h 292"/>
                <a:gd name="T2" fmla="*/ 259 w 292"/>
                <a:gd name="T3" fmla="*/ 146 h 292"/>
                <a:gd name="T4" fmla="*/ 202 w 292"/>
                <a:gd name="T5" fmla="*/ 244 h 292"/>
                <a:gd name="T6" fmla="*/ 202 w 292"/>
                <a:gd name="T7" fmla="*/ 244 h 292"/>
                <a:gd name="T8" fmla="*/ 146 w 292"/>
                <a:gd name="T9" fmla="*/ 259 h 292"/>
                <a:gd name="T10" fmla="*/ 90 w 292"/>
                <a:gd name="T11" fmla="*/ 244 h 292"/>
                <a:gd name="T12" fmla="*/ 90 w 292"/>
                <a:gd name="T13" fmla="*/ 244 h 292"/>
                <a:gd name="T14" fmla="*/ 33 w 292"/>
                <a:gd name="T15" fmla="*/ 146 h 292"/>
                <a:gd name="T16" fmla="*/ 37 w 292"/>
                <a:gd name="T17" fmla="*/ 117 h 292"/>
                <a:gd name="T18" fmla="*/ 37 w 292"/>
                <a:gd name="T19" fmla="*/ 117 h 292"/>
                <a:gd name="T20" fmla="*/ 116 w 292"/>
                <a:gd name="T21" fmla="*/ 37 h 292"/>
                <a:gd name="T22" fmla="*/ 146 w 292"/>
                <a:gd name="T23" fmla="*/ 33 h 292"/>
                <a:gd name="T24" fmla="*/ 226 w 292"/>
                <a:gd name="T25" fmla="*/ 66 h 292"/>
                <a:gd name="T26" fmla="*/ 259 w 292"/>
                <a:gd name="T27" fmla="*/ 146 h 292"/>
                <a:gd name="T28" fmla="*/ 275 w 292"/>
                <a:gd name="T29" fmla="*/ 146 h 292"/>
                <a:gd name="T30" fmla="*/ 292 w 292"/>
                <a:gd name="T31" fmla="*/ 146 h 292"/>
                <a:gd name="T32" fmla="*/ 146 w 292"/>
                <a:gd name="T33" fmla="*/ 0 h 292"/>
                <a:gd name="T34" fmla="*/ 108 w 292"/>
                <a:gd name="T35" fmla="*/ 5 h 292"/>
                <a:gd name="T36" fmla="*/ 5 w 292"/>
                <a:gd name="T37" fmla="*/ 108 h 292"/>
                <a:gd name="T38" fmla="*/ 5 w 292"/>
                <a:gd name="T39" fmla="*/ 108 h 292"/>
                <a:gd name="T40" fmla="*/ 0 w 292"/>
                <a:gd name="T41" fmla="*/ 146 h 292"/>
                <a:gd name="T42" fmla="*/ 73 w 292"/>
                <a:gd name="T43" fmla="*/ 273 h 292"/>
                <a:gd name="T44" fmla="*/ 73 w 292"/>
                <a:gd name="T45" fmla="*/ 273 h 292"/>
                <a:gd name="T46" fmla="*/ 146 w 292"/>
                <a:gd name="T47" fmla="*/ 292 h 292"/>
                <a:gd name="T48" fmla="*/ 219 w 292"/>
                <a:gd name="T49" fmla="*/ 273 h 292"/>
                <a:gd name="T50" fmla="*/ 219 w 292"/>
                <a:gd name="T51" fmla="*/ 273 h 292"/>
                <a:gd name="T52" fmla="*/ 292 w 292"/>
                <a:gd name="T53" fmla="*/ 146 h 292"/>
                <a:gd name="T54" fmla="*/ 275 w 292"/>
                <a:gd name="T55"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2" h="292">
                  <a:moveTo>
                    <a:pt x="275" y="146"/>
                  </a:moveTo>
                  <a:lnTo>
                    <a:pt x="259" y="146"/>
                  </a:lnTo>
                  <a:cubicBezTo>
                    <a:pt x="259" y="188"/>
                    <a:pt x="236" y="225"/>
                    <a:pt x="202" y="244"/>
                  </a:cubicBezTo>
                  <a:lnTo>
                    <a:pt x="202" y="244"/>
                  </a:lnTo>
                  <a:cubicBezTo>
                    <a:pt x="185" y="254"/>
                    <a:pt x="166" y="259"/>
                    <a:pt x="146" y="259"/>
                  </a:cubicBezTo>
                  <a:cubicBezTo>
                    <a:pt x="125" y="259"/>
                    <a:pt x="106" y="254"/>
                    <a:pt x="90" y="244"/>
                  </a:cubicBezTo>
                  <a:lnTo>
                    <a:pt x="90" y="244"/>
                  </a:lnTo>
                  <a:cubicBezTo>
                    <a:pt x="56" y="225"/>
                    <a:pt x="33" y="188"/>
                    <a:pt x="33" y="146"/>
                  </a:cubicBezTo>
                  <a:cubicBezTo>
                    <a:pt x="33" y="136"/>
                    <a:pt x="34" y="126"/>
                    <a:pt x="37" y="117"/>
                  </a:cubicBezTo>
                  <a:lnTo>
                    <a:pt x="37" y="117"/>
                  </a:lnTo>
                  <a:cubicBezTo>
                    <a:pt x="47" y="78"/>
                    <a:pt x="78" y="48"/>
                    <a:pt x="116" y="37"/>
                  </a:cubicBezTo>
                  <a:cubicBezTo>
                    <a:pt x="126" y="35"/>
                    <a:pt x="136" y="33"/>
                    <a:pt x="146" y="33"/>
                  </a:cubicBezTo>
                  <a:cubicBezTo>
                    <a:pt x="177" y="33"/>
                    <a:pt x="205" y="46"/>
                    <a:pt x="226" y="66"/>
                  </a:cubicBezTo>
                  <a:cubicBezTo>
                    <a:pt x="246" y="87"/>
                    <a:pt x="259" y="115"/>
                    <a:pt x="259" y="146"/>
                  </a:cubicBezTo>
                  <a:lnTo>
                    <a:pt x="275" y="146"/>
                  </a:lnTo>
                  <a:lnTo>
                    <a:pt x="292" y="146"/>
                  </a:lnTo>
                  <a:cubicBezTo>
                    <a:pt x="292" y="65"/>
                    <a:pt x="227" y="0"/>
                    <a:pt x="146" y="0"/>
                  </a:cubicBezTo>
                  <a:cubicBezTo>
                    <a:pt x="133" y="0"/>
                    <a:pt x="120" y="2"/>
                    <a:pt x="108" y="5"/>
                  </a:cubicBezTo>
                  <a:cubicBezTo>
                    <a:pt x="58" y="19"/>
                    <a:pt x="18" y="58"/>
                    <a:pt x="5" y="108"/>
                  </a:cubicBezTo>
                  <a:lnTo>
                    <a:pt x="5" y="108"/>
                  </a:lnTo>
                  <a:cubicBezTo>
                    <a:pt x="1" y="120"/>
                    <a:pt x="0" y="133"/>
                    <a:pt x="0" y="146"/>
                  </a:cubicBezTo>
                  <a:cubicBezTo>
                    <a:pt x="0" y="200"/>
                    <a:pt x="29" y="248"/>
                    <a:pt x="73" y="273"/>
                  </a:cubicBezTo>
                  <a:lnTo>
                    <a:pt x="73" y="273"/>
                  </a:lnTo>
                  <a:cubicBezTo>
                    <a:pt x="94" y="285"/>
                    <a:pt x="119" y="292"/>
                    <a:pt x="146" y="292"/>
                  </a:cubicBezTo>
                  <a:cubicBezTo>
                    <a:pt x="172" y="292"/>
                    <a:pt x="197" y="285"/>
                    <a:pt x="219" y="273"/>
                  </a:cubicBezTo>
                  <a:lnTo>
                    <a:pt x="219" y="273"/>
                  </a:lnTo>
                  <a:cubicBezTo>
                    <a:pt x="262" y="248"/>
                    <a:pt x="292" y="200"/>
                    <a:pt x="292" y="146"/>
                  </a:cubicBezTo>
                  <a:lnTo>
                    <a:pt x="275" y="14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12">
              <a:extLst>
                <a:ext uri="{FF2B5EF4-FFF2-40B4-BE49-F238E27FC236}">
                  <a16:creationId xmlns:a16="http://schemas.microsoft.com/office/drawing/2014/main" id="{C456526F-13F9-42A6-8A69-BA2346A9D517}"/>
                </a:ext>
              </a:extLst>
            </p:cNvPr>
            <p:cNvSpPr>
              <a:spLocks/>
            </p:cNvSpPr>
            <p:nvPr/>
          </p:nvSpPr>
          <p:spPr bwMode="auto">
            <a:xfrm>
              <a:off x="8169108" y="2973718"/>
              <a:ext cx="482302" cy="482302"/>
            </a:xfrm>
            <a:custGeom>
              <a:avLst/>
              <a:gdLst>
                <a:gd name="T0" fmla="*/ 276 w 293"/>
                <a:gd name="T1" fmla="*/ 146 h 292"/>
                <a:gd name="T2" fmla="*/ 259 w 293"/>
                <a:gd name="T3" fmla="*/ 146 h 292"/>
                <a:gd name="T4" fmla="*/ 255 w 293"/>
                <a:gd name="T5" fmla="*/ 175 h 292"/>
                <a:gd name="T6" fmla="*/ 176 w 293"/>
                <a:gd name="T7" fmla="*/ 255 h 292"/>
                <a:gd name="T8" fmla="*/ 176 w 293"/>
                <a:gd name="T9" fmla="*/ 255 h 292"/>
                <a:gd name="T10" fmla="*/ 146 w 293"/>
                <a:gd name="T11" fmla="*/ 259 h 292"/>
                <a:gd name="T12" fmla="*/ 105 w 293"/>
                <a:gd name="T13" fmla="*/ 251 h 292"/>
                <a:gd name="T14" fmla="*/ 105 w 293"/>
                <a:gd name="T15" fmla="*/ 251 h 292"/>
                <a:gd name="T16" fmla="*/ 35 w 293"/>
                <a:gd name="T17" fmla="*/ 163 h 292"/>
                <a:gd name="T18" fmla="*/ 33 w 293"/>
                <a:gd name="T19" fmla="*/ 146 h 292"/>
                <a:gd name="T20" fmla="*/ 67 w 293"/>
                <a:gd name="T21" fmla="*/ 66 h 292"/>
                <a:gd name="T22" fmla="*/ 146 w 293"/>
                <a:gd name="T23" fmla="*/ 33 h 292"/>
                <a:gd name="T24" fmla="*/ 226 w 293"/>
                <a:gd name="T25" fmla="*/ 66 h 292"/>
                <a:gd name="T26" fmla="*/ 259 w 293"/>
                <a:gd name="T27" fmla="*/ 146 h 292"/>
                <a:gd name="T28" fmla="*/ 276 w 293"/>
                <a:gd name="T29" fmla="*/ 146 h 292"/>
                <a:gd name="T30" fmla="*/ 293 w 293"/>
                <a:gd name="T31" fmla="*/ 146 h 292"/>
                <a:gd name="T32" fmla="*/ 146 w 293"/>
                <a:gd name="T33" fmla="*/ 0 h 292"/>
                <a:gd name="T34" fmla="*/ 0 w 293"/>
                <a:gd name="T35" fmla="*/ 146 h 292"/>
                <a:gd name="T36" fmla="*/ 2 w 293"/>
                <a:gd name="T37" fmla="*/ 168 h 292"/>
                <a:gd name="T38" fmla="*/ 92 w 293"/>
                <a:gd name="T39" fmla="*/ 282 h 292"/>
                <a:gd name="T40" fmla="*/ 92 w 293"/>
                <a:gd name="T41" fmla="*/ 282 h 292"/>
                <a:gd name="T42" fmla="*/ 146 w 293"/>
                <a:gd name="T43" fmla="*/ 292 h 292"/>
                <a:gd name="T44" fmla="*/ 185 w 293"/>
                <a:gd name="T45" fmla="*/ 287 h 292"/>
                <a:gd name="T46" fmla="*/ 185 w 293"/>
                <a:gd name="T47" fmla="*/ 287 h 292"/>
                <a:gd name="T48" fmla="*/ 288 w 293"/>
                <a:gd name="T49" fmla="*/ 184 h 292"/>
                <a:gd name="T50" fmla="*/ 293 w 293"/>
                <a:gd name="T51" fmla="*/ 146 h 292"/>
                <a:gd name="T52" fmla="*/ 276 w 293"/>
                <a:gd name="T53"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3" h="292">
                  <a:moveTo>
                    <a:pt x="276" y="146"/>
                  </a:moveTo>
                  <a:lnTo>
                    <a:pt x="259" y="146"/>
                  </a:lnTo>
                  <a:cubicBezTo>
                    <a:pt x="259" y="156"/>
                    <a:pt x="258" y="166"/>
                    <a:pt x="255" y="175"/>
                  </a:cubicBezTo>
                  <a:cubicBezTo>
                    <a:pt x="245" y="214"/>
                    <a:pt x="215" y="244"/>
                    <a:pt x="176" y="255"/>
                  </a:cubicBezTo>
                  <a:lnTo>
                    <a:pt x="176" y="255"/>
                  </a:lnTo>
                  <a:cubicBezTo>
                    <a:pt x="167" y="257"/>
                    <a:pt x="157" y="259"/>
                    <a:pt x="146" y="259"/>
                  </a:cubicBezTo>
                  <a:cubicBezTo>
                    <a:pt x="132" y="259"/>
                    <a:pt x="118" y="256"/>
                    <a:pt x="105" y="251"/>
                  </a:cubicBezTo>
                  <a:lnTo>
                    <a:pt x="105" y="251"/>
                  </a:lnTo>
                  <a:cubicBezTo>
                    <a:pt x="68" y="236"/>
                    <a:pt x="41" y="203"/>
                    <a:pt x="35" y="163"/>
                  </a:cubicBezTo>
                  <a:cubicBezTo>
                    <a:pt x="34" y="158"/>
                    <a:pt x="33" y="152"/>
                    <a:pt x="33" y="146"/>
                  </a:cubicBezTo>
                  <a:cubicBezTo>
                    <a:pt x="34" y="115"/>
                    <a:pt x="46" y="86"/>
                    <a:pt x="67" y="66"/>
                  </a:cubicBezTo>
                  <a:cubicBezTo>
                    <a:pt x="87" y="46"/>
                    <a:pt x="115" y="33"/>
                    <a:pt x="146" y="33"/>
                  </a:cubicBezTo>
                  <a:cubicBezTo>
                    <a:pt x="178" y="33"/>
                    <a:pt x="206" y="46"/>
                    <a:pt x="226" y="66"/>
                  </a:cubicBezTo>
                  <a:cubicBezTo>
                    <a:pt x="247" y="86"/>
                    <a:pt x="259" y="115"/>
                    <a:pt x="259" y="146"/>
                  </a:cubicBezTo>
                  <a:lnTo>
                    <a:pt x="276" y="146"/>
                  </a:lnTo>
                  <a:lnTo>
                    <a:pt x="293" y="146"/>
                  </a:lnTo>
                  <a:cubicBezTo>
                    <a:pt x="293" y="65"/>
                    <a:pt x="227" y="0"/>
                    <a:pt x="146" y="0"/>
                  </a:cubicBezTo>
                  <a:cubicBezTo>
                    <a:pt x="66" y="0"/>
                    <a:pt x="0" y="65"/>
                    <a:pt x="0" y="146"/>
                  </a:cubicBezTo>
                  <a:cubicBezTo>
                    <a:pt x="0" y="153"/>
                    <a:pt x="1" y="161"/>
                    <a:pt x="2" y="168"/>
                  </a:cubicBezTo>
                  <a:cubicBezTo>
                    <a:pt x="10" y="220"/>
                    <a:pt x="45" y="263"/>
                    <a:pt x="92" y="282"/>
                  </a:cubicBezTo>
                  <a:lnTo>
                    <a:pt x="92" y="282"/>
                  </a:lnTo>
                  <a:cubicBezTo>
                    <a:pt x="109" y="288"/>
                    <a:pt x="127" y="292"/>
                    <a:pt x="146" y="292"/>
                  </a:cubicBezTo>
                  <a:cubicBezTo>
                    <a:pt x="160" y="292"/>
                    <a:pt x="173" y="290"/>
                    <a:pt x="185" y="287"/>
                  </a:cubicBezTo>
                  <a:lnTo>
                    <a:pt x="185" y="287"/>
                  </a:lnTo>
                  <a:cubicBezTo>
                    <a:pt x="235" y="273"/>
                    <a:pt x="274" y="234"/>
                    <a:pt x="288" y="184"/>
                  </a:cubicBezTo>
                  <a:cubicBezTo>
                    <a:pt x="291" y="172"/>
                    <a:pt x="293" y="159"/>
                    <a:pt x="293" y="146"/>
                  </a:cubicBezTo>
                  <a:lnTo>
                    <a:pt x="276" y="14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13">
              <a:extLst>
                <a:ext uri="{FF2B5EF4-FFF2-40B4-BE49-F238E27FC236}">
                  <a16:creationId xmlns:a16="http://schemas.microsoft.com/office/drawing/2014/main" id="{E851069D-1DA8-4593-A419-A92881966D85}"/>
                </a:ext>
              </a:extLst>
            </p:cNvPr>
            <p:cNvSpPr>
              <a:spLocks/>
            </p:cNvSpPr>
            <p:nvPr/>
          </p:nvSpPr>
          <p:spPr bwMode="auto">
            <a:xfrm>
              <a:off x="7382194" y="4141396"/>
              <a:ext cx="444229" cy="355380"/>
            </a:xfrm>
            <a:custGeom>
              <a:avLst/>
              <a:gdLst>
                <a:gd name="T0" fmla="*/ 225 w 275"/>
                <a:gd name="T1" fmla="*/ 197 h 214"/>
                <a:gd name="T2" fmla="*/ 225 w 275"/>
                <a:gd name="T3" fmla="*/ 181 h 214"/>
                <a:gd name="T4" fmla="*/ 50 w 275"/>
                <a:gd name="T5" fmla="*/ 181 h 214"/>
                <a:gd name="T6" fmla="*/ 33 w 275"/>
                <a:gd name="T7" fmla="*/ 164 h 214"/>
                <a:gd name="T8" fmla="*/ 33 w 275"/>
                <a:gd name="T9" fmla="*/ 50 h 214"/>
                <a:gd name="T10" fmla="*/ 50 w 275"/>
                <a:gd name="T11" fmla="*/ 33 h 214"/>
                <a:gd name="T12" fmla="*/ 225 w 275"/>
                <a:gd name="T13" fmla="*/ 33 h 214"/>
                <a:gd name="T14" fmla="*/ 242 w 275"/>
                <a:gd name="T15" fmla="*/ 50 h 214"/>
                <a:gd name="T16" fmla="*/ 242 w 275"/>
                <a:gd name="T17" fmla="*/ 164 h 214"/>
                <a:gd name="T18" fmla="*/ 225 w 275"/>
                <a:gd name="T19" fmla="*/ 181 h 214"/>
                <a:gd name="T20" fmla="*/ 225 w 275"/>
                <a:gd name="T21" fmla="*/ 197 h 214"/>
                <a:gd name="T22" fmla="*/ 225 w 275"/>
                <a:gd name="T23" fmla="*/ 214 h 214"/>
                <a:gd name="T24" fmla="*/ 275 w 275"/>
                <a:gd name="T25" fmla="*/ 164 h 214"/>
                <a:gd name="T26" fmla="*/ 275 w 275"/>
                <a:gd name="T27" fmla="*/ 50 h 214"/>
                <a:gd name="T28" fmla="*/ 225 w 275"/>
                <a:gd name="T29" fmla="*/ 0 h 214"/>
                <a:gd name="T30" fmla="*/ 50 w 275"/>
                <a:gd name="T31" fmla="*/ 0 h 214"/>
                <a:gd name="T32" fmla="*/ 0 w 275"/>
                <a:gd name="T33" fmla="*/ 50 h 214"/>
                <a:gd name="T34" fmla="*/ 0 w 275"/>
                <a:gd name="T35" fmla="*/ 164 h 214"/>
                <a:gd name="T36" fmla="*/ 50 w 275"/>
                <a:gd name="T37" fmla="*/ 214 h 214"/>
                <a:gd name="T38" fmla="*/ 225 w 275"/>
                <a:gd name="T39" fmla="*/ 214 h 214"/>
                <a:gd name="T40" fmla="*/ 225 w 275"/>
                <a:gd name="T41" fmla="*/ 19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5" h="214">
                  <a:moveTo>
                    <a:pt x="225" y="197"/>
                  </a:moveTo>
                  <a:lnTo>
                    <a:pt x="225" y="181"/>
                  </a:lnTo>
                  <a:lnTo>
                    <a:pt x="50" y="181"/>
                  </a:lnTo>
                  <a:cubicBezTo>
                    <a:pt x="40" y="181"/>
                    <a:pt x="33" y="173"/>
                    <a:pt x="33" y="164"/>
                  </a:cubicBezTo>
                  <a:lnTo>
                    <a:pt x="33" y="50"/>
                  </a:lnTo>
                  <a:cubicBezTo>
                    <a:pt x="33" y="41"/>
                    <a:pt x="40" y="33"/>
                    <a:pt x="50" y="33"/>
                  </a:cubicBezTo>
                  <a:lnTo>
                    <a:pt x="225" y="33"/>
                  </a:lnTo>
                  <a:cubicBezTo>
                    <a:pt x="234" y="33"/>
                    <a:pt x="242" y="41"/>
                    <a:pt x="242" y="50"/>
                  </a:cubicBezTo>
                  <a:lnTo>
                    <a:pt x="242" y="164"/>
                  </a:lnTo>
                  <a:cubicBezTo>
                    <a:pt x="242" y="173"/>
                    <a:pt x="234" y="181"/>
                    <a:pt x="225" y="181"/>
                  </a:cubicBezTo>
                  <a:lnTo>
                    <a:pt x="225" y="197"/>
                  </a:lnTo>
                  <a:lnTo>
                    <a:pt x="225" y="214"/>
                  </a:lnTo>
                  <a:cubicBezTo>
                    <a:pt x="253" y="214"/>
                    <a:pt x="275" y="192"/>
                    <a:pt x="275" y="164"/>
                  </a:cubicBezTo>
                  <a:lnTo>
                    <a:pt x="275" y="50"/>
                  </a:lnTo>
                  <a:cubicBezTo>
                    <a:pt x="275" y="22"/>
                    <a:pt x="253" y="0"/>
                    <a:pt x="225" y="0"/>
                  </a:cubicBezTo>
                  <a:lnTo>
                    <a:pt x="50" y="0"/>
                  </a:lnTo>
                  <a:cubicBezTo>
                    <a:pt x="22" y="0"/>
                    <a:pt x="0" y="22"/>
                    <a:pt x="0" y="50"/>
                  </a:cubicBezTo>
                  <a:lnTo>
                    <a:pt x="0" y="164"/>
                  </a:lnTo>
                  <a:cubicBezTo>
                    <a:pt x="0" y="192"/>
                    <a:pt x="22" y="214"/>
                    <a:pt x="50" y="214"/>
                  </a:cubicBezTo>
                  <a:lnTo>
                    <a:pt x="225" y="214"/>
                  </a:lnTo>
                  <a:lnTo>
                    <a:pt x="225" y="19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714">
              <a:extLst>
                <a:ext uri="{FF2B5EF4-FFF2-40B4-BE49-F238E27FC236}">
                  <a16:creationId xmlns:a16="http://schemas.microsoft.com/office/drawing/2014/main" id="{7B35AF33-91B5-499D-9925-6D2BADC556FA}"/>
                </a:ext>
              </a:extLst>
            </p:cNvPr>
            <p:cNvSpPr>
              <a:spLocks noChangeArrowheads="1"/>
            </p:cNvSpPr>
            <p:nvPr/>
          </p:nvSpPr>
          <p:spPr bwMode="auto">
            <a:xfrm>
              <a:off x="7572580" y="4014475"/>
              <a:ext cx="63465" cy="76153"/>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15">
              <a:extLst>
                <a:ext uri="{FF2B5EF4-FFF2-40B4-BE49-F238E27FC236}">
                  <a16:creationId xmlns:a16="http://schemas.microsoft.com/office/drawing/2014/main" id="{58FB4DBE-53E7-4ADE-8904-1DAFCF4849AE}"/>
                </a:ext>
              </a:extLst>
            </p:cNvPr>
            <p:cNvSpPr>
              <a:spLocks/>
            </p:cNvSpPr>
            <p:nvPr/>
          </p:nvSpPr>
          <p:spPr bwMode="auto">
            <a:xfrm>
              <a:off x="7471043" y="3798712"/>
              <a:ext cx="203074" cy="190386"/>
            </a:xfrm>
            <a:custGeom>
              <a:avLst/>
              <a:gdLst>
                <a:gd name="T0" fmla="*/ 21 w 128"/>
                <a:gd name="T1" fmla="*/ 112 h 112"/>
                <a:gd name="T2" fmla="*/ 128 w 128"/>
                <a:gd name="T3" fmla="*/ 26 h 112"/>
                <a:gd name="T4" fmla="*/ 107 w 128"/>
                <a:gd name="T5" fmla="*/ 0 h 112"/>
                <a:gd name="T6" fmla="*/ 0 w 128"/>
                <a:gd name="T7" fmla="*/ 86 h 112"/>
              </a:gdLst>
              <a:ahLst/>
              <a:cxnLst>
                <a:cxn ang="0">
                  <a:pos x="T0" y="T1"/>
                </a:cxn>
                <a:cxn ang="0">
                  <a:pos x="T2" y="T3"/>
                </a:cxn>
                <a:cxn ang="0">
                  <a:pos x="T4" y="T5"/>
                </a:cxn>
                <a:cxn ang="0">
                  <a:pos x="T6" y="T7"/>
                </a:cxn>
              </a:cxnLst>
              <a:rect l="0" t="0" r="r" b="b"/>
              <a:pathLst>
                <a:path w="128" h="112">
                  <a:moveTo>
                    <a:pt x="21" y="112"/>
                  </a:moveTo>
                  <a:lnTo>
                    <a:pt x="128" y="26"/>
                  </a:lnTo>
                  <a:lnTo>
                    <a:pt x="107" y="0"/>
                  </a:lnTo>
                  <a:lnTo>
                    <a:pt x="0" y="8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16">
              <a:extLst>
                <a:ext uri="{FF2B5EF4-FFF2-40B4-BE49-F238E27FC236}">
                  <a16:creationId xmlns:a16="http://schemas.microsoft.com/office/drawing/2014/main" id="{8D5F8D4F-5E40-4552-8A92-C93C6A102E27}"/>
                </a:ext>
              </a:extLst>
            </p:cNvPr>
            <p:cNvSpPr>
              <a:spLocks/>
            </p:cNvSpPr>
            <p:nvPr/>
          </p:nvSpPr>
          <p:spPr bwMode="auto">
            <a:xfrm>
              <a:off x="7813727" y="3989090"/>
              <a:ext cx="139618" cy="126922"/>
            </a:xfrm>
            <a:custGeom>
              <a:avLst/>
              <a:gdLst>
                <a:gd name="T0" fmla="*/ 21 w 85"/>
                <a:gd name="T1" fmla="*/ 78 h 78"/>
                <a:gd name="T2" fmla="*/ 85 w 85"/>
                <a:gd name="T3" fmla="*/ 26 h 78"/>
                <a:gd name="T4" fmla="*/ 64 w 85"/>
                <a:gd name="T5" fmla="*/ 0 h 78"/>
                <a:gd name="T6" fmla="*/ 0 w 85"/>
                <a:gd name="T7" fmla="*/ 52 h 78"/>
              </a:gdLst>
              <a:ahLst/>
              <a:cxnLst>
                <a:cxn ang="0">
                  <a:pos x="T0" y="T1"/>
                </a:cxn>
                <a:cxn ang="0">
                  <a:pos x="T2" y="T3"/>
                </a:cxn>
                <a:cxn ang="0">
                  <a:pos x="T4" y="T5"/>
                </a:cxn>
                <a:cxn ang="0">
                  <a:pos x="T6" y="T7"/>
                </a:cxn>
              </a:cxnLst>
              <a:rect l="0" t="0" r="r" b="b"/>
              <a:pathLst>
                <a:path w="85" h="78">
                  <a:moveTo>
                    <a:pt x="21" y="78"/>
                  </a:moveTo>
                  <a:lnTo>
                    <a:pt x="85" y="26"/>
                  </a:lnTo>
                  <a:lnTo>
                    <a:pt x="64" y="0"/>
                  </a:lnTo>
                  <a:lnTo>
                    <a:pt x="0" y="5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17">
              <a:extLst>
                <a:ext uri="{FF2B5EF4-FFF2-40B4-BE49-F238E27FC236}">
                  <a16:creationId xmlns:a16="http://schemas.microsoft.com/office/drawing/2014/main" id="{58A74CE9-D2B1-405B-94E2-8D375791EFB9}"/>
                </a:ext>
              </a:extLst>
            </p:cNvPr>
            <p:cNvSpPr>
              <a:spLocks/>
            </p:cNvSpPr>
            <p:nvPr/>
          </p:nvSpPr>
          <p:spPr bwMode="auto">
            <a:xfrm>
              <a:off x="7255272" y="3989090"/>
              <a:ext cx="165002" cy="152306"/>
            </a:xfrm>
            <a:custGeom>
              <a:avLst/>
              <a:gdLst>
                <a:gd name="T0" fmla="*/ 103 w 103"/>
                <a:gd name="T1" fmla="*/ 71 h 96"/>
                <a:gd name="T2" fmla="*/ 22 w 103"/>
                <a:gd name="T3" fmla="*/ 0 h 96"/>
                <a:gd name="T4" fmla="*/ 0 w 103"/>
                <a:gd name="T5" fmla="*/ 25 h 96"/>
                <a:gd name="T6" fmla="*/ 81 w 103"/>
                <a:gd name="T7" fmla="*/ 96 h 96"/>
              </a:gdLst>
              <a:ahLst/>
              <a:cxnLst>
                <a:cxn ang="0">
                  <a:pos x="T0" y="T1"/>
                </a:cxn>
                <a:cxn ang="0">
                  <a:pos x="T2" y="T3"/>
                </a:cxn>
                <a:cxn ang="0">
                  <a:pos x="T4" y="T5"/>
                </a:cxn>
                <a:cxn ang="0">
                  <a:pos x="T6" y="T7"/>
                </a:cxn>
              </a:cxnLst>
              <a:rect l="0" t="0" r="r" b="b"/>
              <a:pathLst>
                <a:path w="103" h="96">
                  <a:moveTo>
                    <a:pt x="103" y="71"/>
                  </a:moveTo>
                  <a:lnTo>
                    <a:pt x="22" y="0"/>
                  </a:lnTo>
                  <a:lnTo>
                    <a:pt x="0" y="25"/>
                  </a:lnTo>
                  <a:lnTo>
                    <a:pt x="81" y="9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18">
              <a:extLst>
                <a:ext uri="{FF2B5EF4-FFF2-40B4-BE49-F238E27FC236}">
                  <a16:creationId xmlns:a16="http://schemas.microsoft.com/office/drawing/2014/main" id="{65E9AB79-4FD6-4546-B1B6-D93020725F57}"/>
                </a:ext>
              </a:extLst>
            </p:cNvPr>
            <p:cNvSpPr>
              <a:spLocks/>
            </p:cNvSpPr>
            <p:nvPr/>
          </p:nvSpPr>
          <p:spPr bwMode="auto">
            <a:xfrm>
              <a:off x="8486415" y="4116012"/>
              <a:ext cx="786914" cy="215771"/>
            </a:xfrm>
            <a:custGeom>
              <a:avLst/>
              <a:gdLst>
                <a:gd name="T0" fmla="*/ 60 w 62"/>
                <a:gd name="T1" fmla="*/ 15 h 17"/>
                <a:gd name="T2" fmla="*/ 60 w 62"/>
                <a:gd name="T3" fmla="*/ 13 h 17"/>
                <a:gd name="T4" fmla="*/ 5 w 62"/>
                <a:gd name="T5" fmla="*/ 13 h 17"/>
                <a:gd name="T6" fmla="*/ 5 w 62"/>
                <a:gd name="T7" fmla="*/ 4 h 17"/>
                <a:gd name="T8" fmla="*/ 58 w 62"/>
                <a:gd name="T9" fmla="*/ 4 h 17"/>
                <a:gd name="T10" fmla="*/ 58 w 62"/>
                <a:gd name="T11" fmla="*/ 15 h 17"/>
                <a:gd name="T12" fmla="*/ 60 w 62"/>
                <a:gd name="T13" fmla="*/ 15 h 17"/>
                <a:gd name="T14" fmla="*/ 60 w 62"/>
                <a:gd name="T15" fmla="*/ 13 h 17"/>
                <a:gd name="T16" fmla="*/ 60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60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60" y="15"/>
                  </a:moveTo>
                  <a:lnTo>
                    <a:pt x="60" y="13"/>
                  </a:lnTo>
                  <a:lnTo>
                    <a:pt x="5" y="13"/>
                  </a:lnTo>
                  <a:lnTo>
                    <a:pt x="5" y="4"/>
                  </a:lnTo>
                  <a:lnTo>
                    <a:pt x="58" y="4"/>
                  </a:lnTo>
                  <a:lnTo>
                    <a:pt x="58" y="15"/>
                  </a:lnTo>
                  <a:lnTo>
                    <a:pt x="60" y="15"/>
                  </a:lnTo>
                  <a:lnTo>
                    <a:pt x="60" y="13"/>
                  </a:lnTo>
                  <a:lnTo>
                    <a:pt x="60" y="15"/>
                  </a:lnTo>
                  <a:lnTo>
                    <a:pt x="62" y="15"/>
                  </a:lnTo>
                  <a:lnTo>
                    <a:pt x="62" y="0"/>
                  </a:lnTo>
                  <a:lnTo>
                    <a:pt x="0" y="0"/>
                  </a:lnTo>
                  <a:lnTo>
                    <a:pt x="0" y="17"/>
                  </a:lnTo>
                  <a:lnTo>
                    <a:pt x="62" y="17"/>
                  </a:lnTo>
                  <a:lnTo>
                    <a:pt x="62" y="15"/>
                  </a:lnTo>
                  <a:lnTo>
                    <a:pt x="60"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19">
              <a:extLst>
                <a:ext uri="{FF2B5EF4-FFF2-40B4-BE49-F238E27FC236}">
                  <a16:creationId xmlns:a16="http://schemas.microsoft.com/office/drawing/2014/main" id="{EB279EFF-B8C0-4689-9E5E-61367524DB41}"/>
                </a:ext>
              </a:extLst>
            </p:cNvPr>
            <p:cNvSpPr>
              <a:spLocks/>
            </p:cNvSpPr>
            <p:nvPr/>
          </p:nvSpPr>
          <p:spPr bwMode="auto">
            <a:xfrm>
              <a:off x="7217200" y="4446008"/>
              <a:ext cx="786914" cy="215771"/>
            </a:xfrm>
            <a:custGeom>
              <a:avLst/>
              <a:gdLst>
                <a:gd name="T0" fmla="*/ 59 w 62"/>
                <a:gd name="T1" fmla="*/ 15 h 17"/>
                <a:gd name="T2" fmla="*/ 59 w 62"/>
                <a:gd name="T3" fmla="*/ 13 h 17"/>
                <a:gd name="T4" fmla="*/ 4 w 62"/>
                <a:gd name="T5" fmla="*/ 13 h 17"/>
                <a:gd name="T6" fmla="*/ 4 w 62"/>
                <a:gd name="T7" fmla="*/ 4 h 17"/>
                <a:gd name="T8" fmla="*/ 57 w 62"/>
                <a:gd name="T9" fmla="*/ 4 h 17"/>
                <a:gd name="T10" fmla="*/ 57 w 62"/>
                <a:gd name="T11" fmla="*/ 15 h 17"/>
                <a:gd name="T12" fmla="*/ 59 w 62"/>
                <a:gd name="T13" fmla="*/ 15 h 17"/>
                <a:gd name="T14" fmla="*/ 59 w 62"/>
                <a:gd name="T15" fmla="*/ 13 h 17"/>
                <a:gd name="T16" fmla="*/ 59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59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59" y="15"/>
                  </a:moveTo>
                  <a:lnTo>
                    <a:pt x="59" y="13"/>
                  </a:lnTo>
                  <a:lnTo>
                    <a:pt x="4" y="13"/>
                  </a:lnTo>
                  <a:lnTo>
                    <a:pt x="4" y="4"/>
                  </a:lnTo>
                  <a:lnTo>
                    <a:pt x="57" y="4"/>
                  </a:lnTo>
                  <a:lnTo>
                    <a:pt x="57" y="15"/>
                  </a:lnTo>
                  <a:lnTo>
                    <a:pt x="59" y="15"/>
                  </a:lnTo>
                  <a:lnTo>
                    <a:pt x="59" y="13"/>
                  </a:lnTo>
                  <a:lnTo>
                    <a:pt x="59" y="15"/>
                  </a:lnTo>
                  <a:lnTo>
                    <a:pt x="62" y="15"/>
                  </a:lnTo>
                  <a:lnTo>
                    <a:pt x="62" y="0"/>
                  </a:lnTo>
                  <a:lnTo>
                    <a:pt x="0" y="0"/>
                  </a:lnTo>
                  <a:lnTo>
                    <a:pt x="0" y="17"/>
                  </a:lnTo>
                  <a:lnTo>
                    <a:pt x="62" y="17"/>
                  </a:lnTo>
                  <a:lnTo>
                    <a:pt x="62" y="15"/>
                  </a:lnTo>
                  <a:lnTo>
                    <a:pt x="59"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20">
              <a:extLst>
                <a:ext uri="{FF2B5EF4-FFF2-40B4-BE49-F238E27FC236}">
                  <a16:creationId xmlns:a16="http://schemas.microsoft.com/office/drawing/2014/main" id="{AD0E9B9E-935A-48E3-8F8E-F83715F8F057}"/>
                </a:ext>
              </a:extLst>
            </p:cNvPr>
            <p:cNvSpPr>
              <a:spLocks/>
            </p:cNvSpPr>
            <p:nvPr/>
          </p:nvSpPr>
          <p:spPr bwMode="auto">
            <a:xfrm>
              <a:off x="8524488" y="4281014"/>
              <a:ext cx="710761" cy="926531"/>
            </a:xfrm>
            <a:custGeom>
              <a:avLst/>
              <a:gdLst>
                <a:gd name="T0" fmla="*/ 47 w 56"/>
                <a:gd name="T1" fmla="*/ 20 h 73"/>
                <a:gd name="T2" fmla="*/ 49 w 56"/>
                <a:gd name="T3" fmla="*/ 21 h 73"/>
                <a:gd name="T4" fmla="*/ 52 w 56"/>
                <a:gd name="T5" fmla="*/ 0 h 73"/>
                <a:gd name="T6" fmla="*/ 4 w 56"/>
                <a:gd name="T7" fmla="*/ 0 h 73"/>
                <a:gd name="T8" fmla="*/ 8 w 56"/>
                <a:gd name="T9" fmla="*/ 20 h 73"/>
                <a:gd name="T10" fmla="*/ 0 w 56"/>
                <a:gd name="T11" fmla="*/ 46 h 73"/>
                <a:gd name="T12" fmla="*/ 0 w 56"/>
                <a:gd name="T13" fmla="*/ 73 h 73"/>
                <a:gd name="T14" fmla="*/ 56 w 56"/>
                <a:gd name="T15" fmla="*/ 73 h 73"/>
                <a:gd name="T16" fmla="*/ 56 w 56"/>
                <a:gd name="T17" fmla="*/ 46 h 73"/>
                <a:gd name="T18" fmla="*/ 49 w 56"/>
                <a:gd name="T19" fmla="*/ 20 h 73"/>
                <a:gd name="T20" fmla="*/ 47 w 56"/>
                <a:gd name="T21" fmla="*/ 20 h 73"/>
                <a:gd name="T22" fmla="*/ 49 w 56"/>
                <a:gd name="T23" fmla="*/ 21 h 73"/>
                <a:gd name="T24" fmla="*/ 47 w 56"/>
                <a:gd name="T25" fmla="*/ 20 h 73"/>
                <a:gd name="T26" fmla="*/ 45 w 56"/>
                <a:gd name="T27" fmla="*/ 21 h 73"/>
                <a:gd name="T28" fmla="*/ 52 w 56"/>
                <a:gd name="T29" fmla="*/ 47 h 73"/>
                <a:gd name="T30" fmla="*/ 52 w 56"/>
                <a:gd name="T31" fmla="*/ 68 h 73"/>
                <a:gd name="T32" fmla="*/ 5 w 56"/>
                <a:gd name="T33" fmla="*/ 68 h 73"/>
                <a:gd name="T34" fmla="*/ 5 w 56"/>
                <a:gd name="T35" fmla="*/ 47 h 73"/>
                <a:gd name="T36" fmla="*/ 12 w 56"/>
                <a:gd name="T37" fmla="*/ 20 h 73"/>
                <a:gd name="T38" fmla="*/ 10 w 56"/>
                <a:gd name="T39" fmla="*/ 4 h 73"/>
                <a:gd name="T40" fmla="*/ 47 w 56"/>
                <a:gd name="T41" fmla="*/ 4 h 73"/>
                <a:gd name="T42" fmla="*/ 44 w 56"/>
                <a:gd name="T43" fmla="*/ 20 h 73"/>
                <a:gd name="T44" fmla="*/ 45 w 56"/>
                <a:gd name="T45" fmla="*/ 21 h 73"/>
                <a:gd name="T46" fmla="*/ 47 w 56"/>
                <a:gd name="T47" fmla="*/ 2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3">
                  <a:moveTo>
                    <a:pt x="47" y="20"/>
                  </a:moveTo>
                  <a:lnTo>
                    <a:pt x="49" y="21"/>
                  </a:lnTo>
                  <a:lnTo>
                    <a:pt x="52" y="0"/>
                  </a:lnTo>
                  <a:lnTo>
                    <a:pt x="4" y="0"/>
                  </a:lnTo>
                  <a:lnTo>
                    <a:pt x="8" y="20"/>
                  </a:lnTo>
                  <a:lnTo>
                    <a:pt x="0" y="46"/>
                  </a:lnTo>
                  <a:lnTo>
                    <a:pt x="0" y="73"/>
                  </a:lnTo>
                  <a:lnTo>
                    <a:pt x="56" y="73"/>
                  </a:lnTo>
                  <a:lnTo>
                    <a:pt x="56" y="46"/>
                  </a:lnTo>
                  <a:lnTo>
                    <a:pt x="49" y="20"/>
                  </a:lnTo>
                  <a:lnTo>
                    <a:pt x="47" y="20"/>
                  </a:lnTo>
                  <a:lnTo>
                    <a:pt x="49" y="21"/>
                  </a:lnTo>
                  <a:lnTo>
                    <a:pt x="47" y="20"/>
                  </a:lnTo>
                  <a:lnTo>
                    <a:pt x="45" y="21"/>
                  </a:lnTo>
                  <a:lnTo>
                    <a:pt x="52" y="47"/>
                  </a:lnTo>
                  <a:lnTo>
                    <a:pt x="52" y="68"/>
                  </a:lnTo>
                  <a:lnTo>
                    <a:pt x="5" y="68"/>
                  </a:lnTo>
                  <a:lnTo>
                    <a:pt x="5" y="47"/>
                  </a:lnTo>
                  <a:lnTo>
                    <a:pt x="12" y="20"/>
                  </a:lnTo>
                  <a:lnTo>
                    <a:pt x="10" y="4"/>
                  </a:lnTo>
                  <a:lnTo>
                    <a:pt x="47" y="4"/>
                  </a:lnTo>
                  <a:lnTo>
                    <a:pt x="44" y="20"/>
                  </a:lnTo>
                  <a:lnTo>
                    <a:pt x="45" y="21"/>
                  </a:lnTo>
                  <a:lnTo>
                    <a:pt x="47" y="2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721">
              <a:extLst>
                <a:ext uri="{FF2B5EF4-FFF2-40B4-BE49-F238E27FC236}">
                  <a16:creationId xmlns:a16="http://schemas.microsoft.com/office/drawing/2014/main" id="{1BBB439A-9D90-422C-9607-EBFC6D32F83F}"/>
                </a:ext>
              </a:extLst>
            </p:cNvPr>
            <p:cNvSpPr>
              <a:spLocks noChangeArrowheads="1"/>
            </p:cNvSpPr>
            <p:nvPr/>
          </p:nvSpPr>
          <p:spPr bwMode="auto">
            <a:xfrm>
              <a:off x="8651409" y="4509473"/>
              <a:ext cx="469614"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Rectangle 722">
              <a:extLst>
                <a:ext uri="{FF2B5EF4-FFF2-40B4-BE49-F238E27FC236}">
                  <a16:creationId xmlns:a16="http://schemas.microsoft.com/office/drawing/2014/main" id="{73960941-837A-4433-9D8A-C1027C666353}"/>
                </a:ext>
              </a:extLst>
            </p:cNvPr>
            <p:cNvSpPr>
              <a:spLocks noChangeArrowheads="1"/>
            </p:cNvSpPr>
            <p:nvPr/>
          </p:nvSpPr>
          <p:spPr bwMode="auto">
            <a:xfrm>
              <a:off x="8562568" y="4839469"/>
              <a:ext cx="647304"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23">
              <a:extLst>
                <a:ext uri="{FF2B5EF4-FFF2-40B4-BE49-F238E27FC236}">
                  <a16:creationId xmlns:a16="http://schemas.microsoft.com/office/drawing/2014/main" id="{4B6B46A9-C22B-4BE4-9EF5-9C450FCECE13}"/>
                </a:ext>
              </a:extLst>
            </p:cNvPr>
            <p:cNvSpPr>
              <a:spLocks/>
            </p:cNvSpPr>
            <p:nvPr/>
          </p:nvSpPr>
          <p:spPr bwMode="auto">
            <a:xfrm>
              <a:off x="7432963" y="4141396"/>
              <a:ext cx="342692" cy="215771"/>
            </a:xfrm>
            <a:custGeom>
              <a:avLst/>
              <a:gdLst>
                <a:gd name="T0" fmla="*/ 21 w 27"/>
                <a:gd name="T1" fmla="*/ 2 h 17"/>
                <a:gd name="T2" fmla="*/ 21 w 27"/>
                <a:gd name="T3" fmla="*/ 0 h 17"/>
                <a:gd name="T4" fmla="*/ 5 w 27"/>
                <a:gd name="T5" fmla="*/ 0 h 17"/>
                <a:gd name="T6" fmla="*/ 0 w 27"/>
                <a:gd name="T7" fmla="*/ 11 h 17"/>
                <a:gd name="T8" fmla="*/ 8 w 27"/>
                <a:gd name="T9" fmla="*/ 11 h 17"/>
                <a:gd name="T10" fmla="*/ 14 w 27"/>
                <a:gd name="T11" fmla="*/ 17 h 17"/>
                <a:gd name="T12" fmla="*/ 19 w 27"/>
                <a:gd name="T13" fmla="*/ 11 h 17"/>
                <a:gd name="T14" fmla="*/ 27 w 27"/>
                <a:gd name="T15" fmla="*/ 11 h 17"/>
                <a:gd name="T16" fmla="*/ 22 w 27"/>
                <a:gd name="T17" fmla="*/ 0 h 17"/>
                <a:gd name="T18" fmla="*/ 21 w 27"/>
                <a:gd name="T19" fmla="*/ 0 h 17"/>
                <a:gd name="T20" fmla="*/ 21 w 27"/>
                <a:gd name="T21" fmla="*/ 2 h 17"/>
                <a:gd name="T22" fmla="*/ 19 w 27"/>
                <a:gd name="T23" fmla="*/ 3 h 17"/>
                <a:gd name="T24" fmla="*/ 20 w 27"/>
                <a:gd name="T25" fmla="*/ 7 h 17"/>
                <a:gd name="T26" fmla="*/ 18 w 27"/>
                <a:gd name="T27" fmla="*/ 7 h 17"/>
                <a:gd name="T28" fmla="*/ 17 w 27"/>
                <a:gd name="T29" fmla="*/ 7 h 17"/>
                <a:gd name="T30" fmla="*/ 14 w 27"/>
                <a:gd name="T31" fmla="*/ 11 h 17"/>
                <a:gd name="T32" fmla="*/ 10 w 27"/>
                <a:gd name="T33" fmla="*/ 7 h 17"/>
                <a:gd name="T34" fmla="*/ 7 w 27"/>
                <a:gd name="T35" fmla="*/ 7 h 17"/>
                <a:gd name="T36" fmla="*/ 8 w 27"/>
                <a:gd name="T37" fmla="*/ 4 h 17"/>
                <a:gd name="T38" fmla="*/ 21 w 27"/>
                <a:gd name="T39" fmla="*/ 4 h 17"/>
                <a:gd name="T40" fmla="*/ 21 w 27"/>
                <a:gd name="T41" fmla="*/ 2 h 17"/>
                <a:gd name="T42" fmla="*/ 19 w 27"/>
                <a:gd name="T43" fmla="*/ 3 h 17"/>
                <a:gd name="T44" fmla="*/ 21 w 27"/>
                <a:gd name="T45"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17">
                  <a:moveTo>
                    <a:pt x="21" y="2"/>
                  </a:moveTo>
                  <a:lnTo>
                    <a:pt x="21" y="0"/>
                  </a:lnTo>
                  <a:lnTo>
                    <a:pt x="5" y="0"/>
                  </a:lnTo>
                  <a:lnTo>
                    <a:pt x="0" y="11"/>
                  </a:lnTo>
                  <a:lnTo>
                    <a:pt x="8" y="11"/>
                  </a:lnTo>
                  <a:lnTo>
                    <a:pt x="14" y="17"/>
                  </a:lnTo>
                  <a:lnTo>
                    <a:pt x="19" y="11"/>
                  </a:lnTo>
                  <a:lnTo>
                    <a:pt x="27" y="11"/>
                  </a:lnTo>
                  <a:lnTo>
                    <a:pt x="22" y="0"/>
                  </a:lnTo>
                  <a:lnTo>
                    <a:pt x="21" y="0"/>
                  </a:lnTo>
                  <a:lnTo>
                    <a:pt x="21" y="2"/>
                  </a:lnTo>
                  <a:lnTo>
                    <a:pt x="19" y="3"/>
                  </a:lnTo>
                  <a:lnTo>
                    <a:pt x="20" y="7"/>
                  </a:lnTo>
                  <a:lnTo>
                    <a:pt x="18" y="7"/>
                  </a:lnTo>
                  <a:lnTo>
                    <a:pt x="17" y="7"/>
                  </a:lnTo>
                  <a:lnTo>
                    <a:pt x="14" y="11"/>
                  </a:lnTo>
                  <a:lnTo>
                    <a:pt x="10" y="7"/>
                  </a:lnTo>
                  <a:lnTo>
                    <a:pt x="7" y="7"/>
                  </a:lnTo>
                  <a:lnTo>
                    <a:pt x="8" y="4"/>
                  </a:lnTo>
                  <a:lnTo>
                    <a:pt x="21" y="4"/>
                  </a:lnTo>
                  <a:lnTo>
                    <a:pt x="21" y="2"/>
                  </a:lnTo>
                  <a:lnTo>
                    <a:pt x="19" y="3"/>
                  </a:lnTo>
                  <a:lnTo>
                    <a:pt x="21"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Rectangle 724">
              <a:extLst>
                <a:ext uri="{FF2B5EF4-FFF2-40B4-BE49-F238E27FC236}">
                  <a16:creationId xmlns:a16="http://schemas.microsoft.com/office/drawing/2014/main" id="{DE59EF70-261D-4B2B-A5B1-CC6909667918}"/>
                </a:ext>
              </a:extLst>
            </p:cNvPr>
            <p:cNvSpPr>
              <a:spLocks noChangeArrowheads="1"/>
            </p:cNvSpPr>
            <p:nvPr/>
          </p:nvSpPr>
          <p:spPr bwMode="auto">
            <a:xfrm>
              <a:off x="7420274" y="4763316"/>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Rectangle 725">
              <a:extLst>
                <a:ext uri="{FF2B5EF4-FFF2-40B4-BE49-F238E27FC236}">
                  <a16:creationId xmlns:a16="http://schemas.microsoft.com/office/drawing/2014/main" id="{F7E1E4B2-082D-427D-BD3E-B53B7EBCDE2E}"/>
                </a:ext>
              </a:extLst>
            </p:cNvPr>
            <p:cNvSpPr>
              <a:spLocks noChangeArrowheads="1"/>
            </p:cNvSpPr>
            <p:nvPr/>
          </p:nvSpPr>
          <p:spPr bwMode="auto">
            <a:xfrm>
              <a:off x="7420274" y="4877541"/>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Rectangle 726">
              <a:extLst>
                <a:ext uri="{FF2B5EF4-FFF2-40B4-BE49-F238E27FC236}">
                  <a16:creationId xmlns:a16="http://schemas.microsoft.com/office/drawing/2014/main" id="{44C147D0-B9E1-4008-AD9C-81D602E41A19}"/>
                </a:ext>
              </a:extLst>
            </p:cNvPr>
            <p:cNvSpPr>
              <a:spLocks noChangeArrowheads="1"/>
            </p:cNvSpPr>
            <p:nvPr/>
          </p:nvSpPr>
          <p:spPr bwMode="auto">
            <a:xfrm>
              <a:off x="7420274" y="4991774"/>
              <a:ext cx="368076"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27">
              <a:extLst>
                <a:ext uri="{FF2B5EF4-FFF2-40B4-BE49-F238E27FC236}">
                  <a16:creationId xmlns:a16="http://schemas.microsoft.com/office/drawing/2014/main" id="{A3A00D93-B077-4246-A95E-E2242A15954F}"/>
                </a:ext>
              </a:extLst>
            </p:cNvPr>
            <p:cNvSpPr>
              <a:spLocks/>
            </p:cNvSpPr>
            <p:nvPr/>
          </p:nvSpPr>
          <p:spPr bwMode="auto">
            <a:xfrm>
              <a:off x="8308725" y="3113336"/>
              <a:ext cx="203074" cy="203074"/>
            </a:xfrm>
            <a:custGeom>
              <a:avLst/>
              <a:gdLst>
                <a:gd name="T0" fmla="*/ 104 w 121"/>
                <a:gd name="T1" fmla="*/ 61 h 122"/>
                <a:gd name="T2" fmla="*/ 88 w 121"/>
                <a:gd name="T3" fmla="*/ 61 h 122"/>
                <a:gd name="T4" fmla="*/ 60 w 121"/>
                <a:gd name="T5" fmla="*/ 88 h 122"/>
                <a:gd name="T6" fmla="*/ 33 w 121"/>
                <a:gd name="T7" fmla="*/ 61 h 122"/>
                <a:gd name="T8" fmla="*/ 60 w 121"/>
                <a:gd name="T9" fmla="*/ 33 h 122"/>
                <a:gd name="T10" fmla="*/ 88 w 121"/>
                <a:gd name="T11" fmla="*/ 61 h 122"/>
                <a:gd name="T12" fmla="*/ 104 w 121"/>
                <a:gd name="T13" fmla="*/ 61 h 122"/>
                <a:gd name="T14" fmla="*/ 121 w 121"/>
                <a:gd name="T15" fmla="*/ 61 h 122"/>
                <a:gd name="T16" fmla="*/ 60 w 121"/>
                <a:gd name="T17" fmla="*/ 0 h 122"/>
                <a:gd name="T18" fmla="*/ 0 w 121"/>
                <a:gd name="T19" fmla="*/ 61 h 122"/>
                <a:gd name="T20" fmla="*/ 60 w 121"/>
                <a:gd name="T21" fmla="*/ 122 h 122"/>
                <a:gd name="T22" fmla="*/ 121 w 121"/>
                <a:gd name="T23" fmla="*/ 61 h 122"/>
                <a:gd name="T24" fmla="*/ 104 w 121"/>
                <a:gd name="T25" fmla="*/ 6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2">
                  <a:moveTo>
                    <a:pt x="104" y="61"/>
                  </a:moveTo>
                  <a:lnTo>
                    <a:pt x="88" y="61"/>
                  </a:lnTo>
                  <a:cubicBezTo>
                    <a:pt x="88" y="76"/>
                    <a:pt x="76" y="88"/>
                    <a:pt x="60" y="88"/>
                  </a:cubicBezTo>
                  <a:cubicBezTo>
                    <a:pt x="45" y="88"/>
                    <a:pt x="33" y="76"/>
                    <a:pt x="33" y="61"/>
                  </a:cubicBezTo>
                  <a:cubicBezTo>
                    <a:pt x="33" y="46"/>
                    <a:pt x="45" y="33"/>
                    <a:pt x="60" y="33"/>
                  </a:cubicBezTo>
                  <a:cubicBezTo>
                    <a:pt x="76" y="33"/>
                    <a:pt x="88" y="46"/>
                    <a:pt x="88" y="61"/>
                  </a:cubicBezTo>
                  <a:lnTo>
                    <a:pt x="104" y="61"/>
                  </a:lnTo>
                  <a:lnTo>
                    <a:pt x="121" y="61"/>
                  </a:lnTo>
                  <a:cubicBezTo>
                    <a:pt x="121" y="27"/>
                    <a:pt x="94" y="0"/>
                    <a:pt x="60" y="0"/>
                  </a:cubicBezTo>
                  <a:cubicBezTo>
                    <a:pt x="27" y="0"/>
                    <a:pt x="0" y="27"/>
                    <a:pt x="0" y="61"/>
                  </a:cubicBezTo>
                  <a:cubicBezTo>
                    <a:pt x="0" y="94"/>
                    <a:pt x="27" y="122"/>
                    <a:pt x="60" y="122"/>
                  </a:cubicBezTo>
                  <a:cubicBezTo>
                    <a:pt x="94" y="122"/>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28">
              <a:extLst>
                <a:ext uri="{FF2B5EF4-FFF2-40B4-BE49-F238E27FC236}">
                  <a16:creationId xmlns:a16="http://schemas.microsoft.com/office/drawing/2014/main" id="{E55E91B8-E80A-43F8-9558-4C6F0E7DC9CA}"/>
                </a:ext>
              </a:extLst>
            </p:cNvPr>
            <p:cNvSpPr>
              <a:spLocks/>
            </p:cNvSpPr>
            <p:nvPr/>
          </p:nvSpPr>
          <p:spPr bwMode="auto">
            <a:xfrm>
              <a:off x="8765643" y="3582941"/>
              <a:ext cx="203074" cy="190386"/>
            </a:xfrm>
            <a:custGeom>
              <a:avLst/>
              <a:gdLst>
                <a:gd name="T0" fmla="*/ 105 w 122"/>
                <a:gd name="T1" fmla="*/ 60 h 121"/>
                <a:gd name="T2" fmla="*/ 88 w 122"/>
                <a:gd name="T3" fmla="*/ 60 h 121"/>
                <a:gd name="T4" fmla="*/ 61 w 122"/>
                <a:gd name="T5" fmla="*/ 88 h 121"/>
                <a:gd name="T6" fmla="*/ 33 w 122"/>
                <a:gd name="T7" fmla="*/ 60 h 121"/>
                <a:gd name="T8" fmla="*/ 61 w 122"/>
                <a:gd name="T9" fmla="*/ 33 h 121"/>
                <a:gd name="T10" fmla="*/ 88 w 122"/>
                <a:gd name="T11" fmla="*/ 60 h 121"/>
                <a:gd name="T12" fmla="*/ 105 w 122"/>
                <a:gd name="T13" fmla="*/ 60 h 121"/>
                <a:gd name="T14" fmla="*/ 122 w 122"/>
                <a:gd name="T15" fmla="*/ 60 h 121"/>
                <a:gd name="T16" fmla="*/ 61 w 122"/>
                <a:gd name="T17" fmla="*/ 0 h 121"/>
                <a:gd name="T18" fmla="*/ 0 w 122"/>
                <a:gd name="T19" fmla="*/ 60 h 121"/>
                <a:gd name="T20" fmla="*/ 61 w 122"/>
                <a:gd name="T21" fmla="*/ 121 h 121"/>
                <a:gd name="T22" fmla="*/ 122 w 122"/>
                <a:gd name="T23" fmla="*/ 60 h 121"/>
                <a:gd name="T24" fmla="*/ 105 w 122"/>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2" h="121">
                  <a:moveTo>
                    <a:pt x="105" y="60"/>
                  </a:moveTo>
                  <a:lnTo>
                    <a:pt x="88" y="60"/>
                  </a:lnTo>
                  <a:cubicBezTo>
                    <a:pt x="88" y="75"/>
                    <a:pt x="76" y="88"/>
                    <a:pt x="61" y="88"/>
                  </a:cubicBezTo>
                  <a:cubicBezTo>
                    <a:pt x="46" y="88"/>
                    <a:pt x="33" y="75"/>
                    <a:pt x="33" y="60"/>
                  </a:cubicBezTo>
                  <a:cubicBezTo>
                    <a:pt x="33" y="45"/>
                    <a:pt x="46" y="33"/>
                    <a:pt x="61" y="33"/>
                  </a:cubicBezTo>
                  <a:cubicBezTo>
                    <a:pt x="76" y="33"/>
                    <a:pt x="88" y="45"/>
                    <a:pt x="88" y="60"/>
                  </a:cubicBezTo>
                  <a:lnTo>
                    <a:pt x="105" y="60"/>
                  </a:lnTo>
                  <a:lnTo>
                    <a:pt x="122" y="60"/>
                  </a:lnTo>
                  <a:cubicBezTo>
                    <a:pt x="122" y="27"/>
                    <a:pt x="94" y="0"/>
                    <a:pt x="61" y="0"/>
                  </a:cubicBezTo>
                  <a:cubicBezTo>
                    <a:pt x="27" y="0"/>
                    <a:pt x="0" y="27"/>
                    <a:pt x="0" y="60"/>
                  </a:cubicBezTo>
                  <a:cubicBezTo>
                    <a:pt x="0" y="94"/>
                    <a:pt x="27" y="121"/>
                    <a:pt x="61" y="121"/>
                  </a:cubicBezTo>
                  <a:cubicBezTo>
                    <a:pt x="94" y="121"/>
                    <a:pt x="122" y="94"/>
                    <a:pt x="122" y="60"/>
                  </a:cubicBezTo>
                  <a:lnTo>
                    <a:pt x="105" y="6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29">
              <a:extLst>
                <a:ext uri="{FF2B5EF4-FFF2-40B4-BE49-F238E27FC236}">
                  <a16:creationId xmlns:a16="http://schemas.microsoft.com/office/drawing/2014/main" id="{1218E52D-9345-41DF-A748-02112B784A63}"/>
                </a:ext>
              </a:extLst>
            </p:cNvPr>
            <p:cNvSpPr>
              <a:spLocks/>
            </p:cNvSpPr>
            <p:nvPr/>
          </p:nvSpPr>
          <p:spPr bwMode="auto">
            <a:xfrm>
              <a:off x="8587953" y="3087951"/>
              <a:ext cx="177690" cy="291924"/>
            </a:xfrm>
            <a:custGeom>
              <a:avLst/>
              <a:gdLst>
                <a:gd name="T0" fmla="*/ 0 w 113"/>
                <a:gd name="T1" fmla="*/ 32 h 173"/>
                <a:gd name="T2" fmla="*/ 0 w 113"/>
                <a:gd name="T3" fmla="*/ 32 h 173"/>
                <a:gd name="T4" fmla="*/ 44 w 113"/>
                <a:gd name="T5" fmla="*/ 50 h 173"/>
                <a:gd name="T6" fmla="*/ 69 w 113"/>
                <a:gd name="T7" fmla="*/ 72 h 173"/>
                <a:gd name="T8" fmla="*/ 80 w 113"/>
                <a:gd name="T9" fmla="*/ 102 h 173"/>
                <a:gd name="T10" fmla="*/ 60 w 113"/>
                <a:gd name="T11" fmla="*/ 154 h 173"/>
                <a:gd name="T12" fmla="*/ 87 w 113"/>
                <a:gd name="T13" fmla="*/ 173 h 173"/>
                <a:gd name="T14" fmla="*/ 113 w 113"/>
                <a:gd name="T15" fmla="*/ 102 h 173"/>
                <a:gd name="T16" fmla="*/ 95 w 113"/>
                <a:gd name="T17" fmla="*/ 51 h 173"/>
                <a:gd name="T18" fmla="*/ 40 w 113"/>
                <a:gd name="T19" fmla="*/ 11 h 173"/>
                <a:gd name="T20" fmla="*/ 7 w 113"/>
                <a:gd name="T21" fmla="*/ 0 h 173"/>
                <a:gd name="T22" fmla="*/ 0 w 113"/>
                <a:gd name="T23" fmla="*/ 3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73">
                  <a:moveTo>
                    <a:pt x="0" y="32"/>
                  </a:moveTo>
                  <a:lnTo>
                    <a:pt x="0" y="32"/>
                  </a:lnTo>
                  <a:cubicBezTo>
                    <a:pt x="2" y="33"/>
                    <a:pt x="24" y="38"/>
                    <a:pt x="44" y="50"/>
                  </a:cubicBezTo>
                  <a:cubicBezTo>
                    <a:pt x="54" y="56"/>
                    <a:pt x="63" y="64"/>
                    <a:pt x="69" y="72"/>
                  </a:cubicBezTo>
                  <a:cubicBezTo>
                    <a:pt x="76" y="81"/>
                    <a:pt x="80" y="90"/>
                    <a:pt x="80" y="102"/>
                  </a:cubicBezTo>
                  <a:cubicBezTo>
                    <a:pt x="80" y="115"/>
                    <a:pt x="75" y="132"/>
                    <a:pt x="60" y="154"/>
                  </a:cubicBezTo>
                  <a:lnTo>
                    <a:pt x="87" y="173"/>
                  </a:lnTo>
                  <a:cubicBezTo>
                    <a:pt x="105" y="147"/>
                    <a:pt x="113" y="124"/>
                    <a:pt x="113" y="102"/>
                  </a:cubicBezTo>
                  <a:cubicBezTo>
                    <a:pt x="113" y="82"/>
                    <a:pt x="106" y="64"/>
                    <a:pt x="95" y="51"/>
                  </a:cubicBezTo>
                  <a:cubicBezTo>
                    <a:pt x="79" y="31"/>
                    <a:pt x="57" y="19"/>
                    <a:pt x="40" y="11"/>
                  </a:cubicBezTo>
                  <a:cubicBezTo>
                    <a:pt x="22" y="3"/>
                    <a:pt x="8" y="0"/>
                    <a:pt x="7" y="0"/>
                  </a:cubicBezTo>
                  <a:lnTo>
                    <a:pt x="0" y="3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30">
              <a:extLst>
                <a:ext uri="{FF2B5EF4-FFF2-40B4-BE49-F238E27FC236}">
                  <a16:creationId xmlns:a16="http://schemas.microsoft.com/office/drawing/2014/main" id="{31C5FF96-B513-4AFF-8D8A-8E0881EAE645}"/>
                </a:ext>
              </a:extLst>
            </p:cNvPr>
            <p:cNvSpPr>
              <a:spLocks/>
            </p:cNvSpPr>
            <p:nvPr/>
          </p:nvSpPr>
          <p:spPr bwMode="auto">
            <a:xfrm>
              <a:off x="8994102" y="3709863"/>
              <a:ext cx="152306" cy="279227"/>
            </a:xfrm>
            <a:custGeom>
              <a:avLst/>
              <a:gdLst>
                <a:gd name="T0" fmla="*/ 34 w 91"/>
                <a:gd name="T1" fmla="*/ 21 h 170"/>
                <a:gd name="T2" fmla="*/ 36 w 91"/>
                <a:gd name="T3" fmla="*/ 20 h 170"/>
                <a:gd name="T4" fmla="*/ 34 w 91"/>
                <a:gd name="T5" fmla="*/ 21 h 170"/>
                <a:gd name="T6" fmla="*/ 34 w 91"/>
                <a:gd name="T7" fmla="*/ 21 h 170"/>
                <a:gd name="T8" fmla="*/ 36 w 91"/>
                <a:gd name="T9" fmla="*/ 20 h 170"/>
                <a:gd name="T10" fmla="*/ 34 w 91"/>
                <a:gd name="T11" fmla="*/ 21 h 170"/>
                <a:gd name="T12" fmla="*/ 47 w 91"/>
                <a:gd name="T13" fmla="*/ 41 h 170"/>
                <a:gd name="T14" fmla="*/ 58 w 91"/>
                <a:gd name="T15" fmla="*/ 81 h 170"/>
                <a:gd name="T16" fmla="*/ 47 w 91"/>
                <a:gd name="T17" fmla="*/ 111 h 170"/>
                <a:gd name="T18" fmla="*/ 0 w 91"/>
                <a:gd name="T19" fmla="*/ 138 h 170"/>
                <a:gd name="T20" fmla="*/ 10 w 91"/>
                <a:gd name="T21" fmla="*/ 170 h 170"/>
                <a:gd name="T22" fmla="*/ 73 w 91"/>
                <a:gd name="T23" fmla="*/ 132 h 170"/>
                <a:gd name="T24" fmla="*/ 91 w 91"/>
                <a:gd name="T25" fmla="*/ 81 h 170"/>
                <a:gd name="T26" fmla="*/ 76 w 91"/>
                <a:gd name="T27" fmla="*/ 24 h 170"/>
                <a:gd name="T28" fmla="*/ 60 w 91"/>
                <a:gd name="T29" fmla="*/ 0 h 170"/>
                <a:gd name="T30" fmla="*/ 34 w 91"/>
                <a:gd name="T31" fmla="*/ 2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 h="170">
                  <a:moveTo>
                    <a:pt x="34" y="21"/>
                  </a:moveTo>
                  <a:lnTo>
                    <a:pt x="36" y="20"/>
                  </a:lnTo>
                  <a:lnTo>
                    <a:pt x="34" y="21"/>
                  </a:lnTo>
                  <a:lnTo>
                    <a:pt x="34" y="21"/>
                  </a:lnTo>
                  <a:lnTo>
                    <a:pt x="36" y="20"/>
                  </a:lnTo>
                  <a:lnTo>
                    <a:pt x="34" y="21"/>
                  </a:lnTo>
                  <a:cubicBezTo>
                    <a:pt x="35" y="21"/>
                    <a:pt x="41" y="29"/>
                    <a:pt x="47" y="41"/>
                  </a:cubicBezTo>
                  <a:cubicBezTo>
                    <a:pt x="53" y="52"/>
                    <a:pt x="58" y="67"/>
                    <a:pt x="58" y="81"/>
                  </a:cubicBezTo>
                  <a:cubicBezTo>
                    <a:pt x="58" y="92"/>
                    <a:pt x="55" y="101"/>
                    <a:pt x="47" y="111"/>
                  </a:cubicBezTo>
                  <a:cubicBezTo>
                    <a:pt x="39" y="121"/>
                    <a:pt x="25" y="131"/>
                    <a:pt x="0" y="138"/>
                  </a:cubicBezTo>
                  <a:lnTo>
                    <a:pt x="10" y="170"/>
                  </a:lnTo>
                  <a:cubicBezTo>
                    <a:pt x="39" y="161"/>
                    <a:pt x="59" y="148"/>
                    <a:pt x="73" y="132"/>
                  </a:cubicBezTo>
                  <a:cubicBezTo>
                    <a:pt x="86" y="116"/>
                    <a:pt x="91" y="98"/>
                    <a:pt x="91" y="81"/>
                  </a:cubicBezTo>
                  <a:cubicBezTo>
                    <a:pt x="91" y="59"/>
                    <a:pt x="83" y="39"/>
                    <a:pt x="76" y="24"/>
                  </a:cubicBezTo>
                  <a:cubicBezTo>
                    <a:pt x="68" y="10"/>
                    <a:pt x="61" y="1"/>
                    <a:pt x="60" y="0"/>
                  </a:cubicBezTo>
                  <a:lnTo>
                    <a:pt x="34" y="2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1" name="TextBox 140">
            <a:extLst>
              <a:ext uri="{FF2B5EF4-FFF2-40B4-BE49-F238E27FC236}">
                <a16:creationId xmlns:a16="http://schemas.microsoft.com/office/drawing/2014/main" id="{84540E66-884D-4E8B-B0CE-4301630E5422}"/>
              </a:ext>
            </a:extLst>
          </p:cNvPr>
          <p:cNvSpPr txBox="1"/>
          <p:nvPr/>
        </p:nvSpPr>
        <p:spPr>
          <a:xfrm>
            <a:off x="516833" y="1816965"/>
            <a:ext cx="3329214" cy="1077218"/>
          </a:xfrm>
          <a:prstGeom prst="rect">
            <a:avLst/>
          </a:prstGeom>
          <a:noFill/>
        </p:spPr>
        <p:txBody>
          <a:bodyPr wrap="square" rtlCol="0" anchor="ctr">
            <a:spAutoFit/>
          </a:bodyPr>
          <a:lstStyle/>
          <a:p>
            <a:r>
              <a:rPr lang="en-US" sz="1600" b="1" dirty="0">
                <a:solidFill>
                  <a:schemeClr val="accent1"/>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2" name="TextBox 141">
            <a:extLst>
              <a:ext uri="{FF2B5EF4-FFF2-40B4-BE49-F238E27FC236}">
                <a16:creationId xmlns:a16="http://schemas.microsoft.com/office/drawing/2014/main" id="{C1A2546E-E209-4BA7-8E67-33ECEF0171DF}"/>
              </a:ext>
            </a:extLst>
          </p:cNvPr>
          <p:cNvSpPr txBox="1"/>
          <p:nvPr/>
        </p:nvSpPr>
        <p:spPr>
          <a:xfrm>
            <a:off x="516833" y="3238261"/>
            <a:ext cx="3329214" cy="1077218"/>
          </a:xfrm>
          <a:prstGeom prst="rect">
            <a:avLst/>
          </a:prstGeom>
          <a:noFill/>
        </p:spPr>
        <p:txBody>
          <a:bodyPr wrap="square" rtlCol="0" anchor="ctr">
            <a:spAutoFit/>
          </a:bodyPr>
          <a:lstStyle/>
          <a:p>
            <a:r>
              <a:rPr lang="en-US" sz="1600" b="1" dirty="0">
                <a:solidFill>
                  <a:schemeClr val="accent2"/>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3" name="TextBox 142">
            <a:extLst>
              <a:ext uri="{FF2B5EF4-FFF2-40B4-BE49-F238E27FC236}">
                <a16:creationId xmlns:a16="http://schemas.microsoft.com/office/drawing/2014/main" id="{DEAE1767-2776-4EF4-8007-D90C252B53B3}"/>
              </a:ext>
            </a:extLst>
          </p:cNvPr>
          <p:cNvSpPr txBox="1"/>
          <p:nvPr/>
        </p:nvSpPr>
        <p:spPr>
          <a:xfrm>
            <a:off x="516833" y="4659557"/>
            <a:ext cx="3329214" cy="1077218"/>
          </a:xfrm>
          <a:prstGeom prst="rect">
            <a:avLst/>
          </a:prstGeom>
          <a:noFill/>
        </p:spPr>
        <p:txBody>
          <a:bodyPr wrap="square" rtlCol="0" anchor="ctr">
            <a:spAutoFit/>
          </a:bodyPr>
          <a:lstStyle/>
          <a:p>
            <a:r>
              <a:rPr lang="en-US" sz="1600" b="1" dirty="0">
                <a:solidFill>
                  <a:schemeClr val="accent3"/>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4" name="TextBox 143">
            <a:extLst>
              <a:ext uri="{FF2B5EF4-FFF2-40B4-BE49-F238E27FC236}">
                <a16:creationId xmlns:a16="http://schemas.microsoft.com/office/drawing/2014/main" id="{17C4FF8A-CD12-44A1-AD25-7FD11C58031F}"/>
              </a:ext>
            </a:extLst>
          </p:cNvPr>
          <p:cNvSpPr txBox="1"/>
          <p:nvPr/>
        </p:nvSpPr>
        <p:spPr>
          <a:xfrm>
            <a:off x="8345953" y="1816965"/>
            <a:ext cx="3329214" cy="1077218"/>
          </a:xfrm>
          <a:prstGeom prst="rect">
            <a:avLst/>
          </a:prstGeom>
          <a:noFill/>
        </p:spPr>
        <p:txBody>
          <a:bodyPr wrap="square" rtlCol="0" anchor="ctr">
            <a:spAutoFit/>
          </a:bodyPr>
          <a:lstStyle/>
          <a:p>
            <a:pPr algn="r"/>
            <a:r>
              <a:rPr lang="en-US" sz="1600" b="1" dirty="0">
                <a:solidFill>
                  <a:schemeClr val="accent4"/>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
        <p:nvSpPr>
          <p:cNvPr id="145" name="TextBox 144">
            <a:extLst>
              <a:ext uri="{FF2B5EF4-FFF2-40B4-BE49-F238E27FC236}">
                <a16:creationId xmlns:a16="http://schemas.microsoft.com/office/drawing/2014/main" id="{84632FB5-5B42-4FC8-A5E5-376780A9012C}"/>
              </a:ext>
            </a:extLst>
          </p:cNvPr>
          <p:cNvSpPr txBox="1"/>
          <p:nvPr/>
        </p:nvSpPr>
        <p:spPr>
          <a:xfrm>
            <a:off x="8345953" y="3238261"/>
            <a:ext cx="3329214" cy="1077218"/>
          </a:xfrm>
          <a:prstGeom prst="rect">
            <a:avLst/>
          </a:prstGeom>
          <a:noFill/>
        </p:spPr>
        <p:txBody>
          <a:bodyPr wrap="square" rtlCol="0" anchor="ctr">
            <a:spAutoFit/>
          </a:bodyPr>
          <a:lstStyle/>
          <a:p>
            <a:pPr algn="r"/>
            <a:r>
              <a:rPr lang="en-US" sz="1600" b="1" dirty="0">
                <a:solidFill>
                  <a:schemeClr val="accent5"/>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
        <p:nvSpPr>
          <p:cNvPr id="146" name="TextBox 145">
            <a:extLst>
              <a:ext uri="{FF2B5EF4-FFF2-40B4-BE49-F238E27FC236}">
                <a16:creationId xmlns:a16="http://schemas.microsoft.com/office/drawing/2014/main" id="{19827202-6A4E-4B98-92C0-AF4F83119DC5}"/>
              </a:ext>
            </a:extLst>
          </p:cNvPr>
          <p:cNvSpPr txBox="1"/>
          <p:nvPr/>
        </p:nvSpPr>
        <p:spPr>
          <a:xfrm>
            <a:off x="8345953" y="4659557"/>
            <a:ext cx="3329214" cy="1077218"/>
          </a:xfrm>
          <a:prstGeom prst="rect">
            <a:avLst/>
          </a:prstGeom>
          <a:noFill/>
        </p:spPr>
        <p:txBody>
          <a:bodyPr wrap="square" rtlCol="0" anchor="ctr">
            <a:spAutoFit/>
          </a:bodyPr>
          <a:lstStyle/>
          <a:p>
            <a:pPr algn="r"/>
            <a:r>
              <a:rPr lang="en-US" sz="1600" b="1" dirty="0">
                <a:solidFill>
                  <a:schemeClr val="accent6"/>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Tree>
    <p:extLst>
      <p:ext uri="{BB962C8B-B14F-4D97-AF65-F5344CB8AC3E}">
        <p14:creationId xmlns:p14="http://schemas.microsoft.com/office/powerpoint/2010/main" val="2907612621"/>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 name="Rectangle 195">
            <a:extLst>
              <a:ext uri="{FF2B5EF4-FFF2-40B4-BE49-F238E27FC236}">
                <a16:creationId xmlns:a16="http://schemas.microsoft.com/office/drawing/2014/main" id="{7D9277F1-C8C1-438D-B0F8-449F2D8816C0}"/>
              </a:ext>
            </a:extLst>
          </p:cNvPr>
          <p:cNvSpPr/>
          <p:nvPr/>
        </p:nvSpPr>
        <p:spPr>
          <a:xfrm>
            <a:off x="7878076"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7" name="Rectangle 196">
            <a:extLst>
              <a:ext uri="{FF2B5EF4-FFF2-40B4-BE49-F238E27FC236}">
                <a16:creationId xmlns:a16="http://schemas.microsoft.com/office/drawing/2014/main" id="{AB15198C-93F2-40CC-B643-E6A0DA398740}"/>
              </a:ext>
            </a:extLst>
          </p:cNvPr>
          <p:cNvSpPr/>
          <p:nvPr/>
        </p:nvSpPr>
        <p:spPr>
          <a:xfrm>
            <a:off x="7878076"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8" name="Rectangle 197">
            <a:extLst>
              <a:ext uri="{FF2B5EF4-FFF2-40B4-BE49-F238E27FC236}">
                <a16:creationId xmlns:a16="http://schemas.microsoft.com/office/drawing/2014/main" id="{2AD7E1E1-9163-483F-8BBE-2166D64AF23A}"/>
              </a:ext>
            </a:extLst>
          </p:cNvPr>
          <p:cNvSpPr/>
          <p:nvPr/>
        </p:nvSpPr>
        <p:spPr>
          <a:xfrm>
            <a:off x="7878076"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9" name="Rectangle 198">
            <a:extLst>
              <a:ext uri="{FF2B5EF4-FFF2-40B4-BE49-F238E27FC236}">
                <a16:creationId xmlns:a16="http://schemas.microsoft.com/office/drawing/2014/main" id="{14D64A54-035C-4BBF-9748-33973934DCC3}"/>
              </a:ext>
            </a:extLst>
          </p:cNvPr>
          <p:cNvSpPr/>
          <p:nvPr/>
        </p:nvSpPr>
        <p:spPr>
          <a:xfrm>
            <a:off x="7878076"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0" name="Rectangle 199">
            <a:extLst>
              <a:ext uri="{FF2B5EF4-FFF2-40B4-BE49-F238E27FC236}">
                <a16:creationId xmlns:a16="http://schemas.microsoft.com/office/drawing/2014/main" id="{D75EB93E-6DB9-42CC-A5D2-C39F630EFBF0}"/>
              </a:ext>
            </a:extLst>
          </p:cNvPr>
          <p:cNvSpPr/>
          <p:nvPr/>
        </p:nvSpPr>
        <p:spPr>
          <a:xfrm flipH="1">
            <a:off x="609600"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1" name="Rectangle 200">
            <a:extLst>
              <a:ext uri="{FF2B5EF4-FFF2-40B4-BE49-F238E27FC236}">
                <a16:creationId xmlns:a16="http://schemas.microsoft.com/office/drawing/2014/main" id="{A8699C89-5A39-47C1-B8D9-FD7D43ED1FD1}"/>
              </a:ext>
            </a:extLst>
          </p:cNvPr>
          <p:cNvSpPr/>
          <p:nvPr/>
        </p:nvSpPr>
        <p:spPr>
          <a:xfrm flipH="1">
            <a:off x="609600"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2" name="Rectangle 201">
            <a:extLst>
              <a:ext uri="{FF2B5EF4-FFF2-40B4-BE49-F238E27FC236}">
                <a16:creationId xmlns:a16="http://schemas.microsoft.com/office/drawing/2014/main" id="{5B71A82D-1954-49DF-9DB0-3BB7C4314075}"/>
              </a:ext>
            </a:extLst>
          </p:cNvPr>
          <p:cNvSpPr/>
          <p:nvPr/>
        </p:nvSpPr>
        <p:spPr>
          <a:xfrm flipH="1">
            <a:off x="609600"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3" name="Rectangle 202">
            <a:extLst>
              <a:ext uri="{FF2B5EF4-FFF2-40B4-BE49-F238E27FC236}">
                <a16:creationId xmlns:a16="http://schemas.microsoft.com/office/drawing/2014/main" id="{BAA7081F-2014-4705-BB40-22201F58BC57}"/>
              </a:ext>
            </a:extLst>
          </p:cNvPr>
          <p:cNvSpPr/>
          <p:nvPr/>
        </p:nvSpPr>
        <p:spPr>
          <a:xfrm flipH="1">
            <a:off x="609600"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4" name="Freeform 32">
            <a:extLst>
              <a:ext uri="{FF2B5EF4-FFF2-40B4-BE49-F238E27FC236}">
                <a16:creationId xmlns:a16="http://schemas.microsoft.com/office/drawing/2014/main" id="{0F294D7A-F48D-4E90-89DE-6F16872F5502}"/>
              </a:ext>
            </a:extLst>
          </p:cNvPr>
          <p:cNvSpPr/>
          <p:nvPr/>
        </p:nvSpPr>
        <p:spPr>
          <a:xfrm flipH="1" flipV="1">
            <a:off x="4328414"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5" name="Freeform 33">
            <a:extLst>
              <a:ext uri="{FF2B5EF4-FFF2-40B4-BE49-F238E27FC236}">
                <a16:creationId xmlns:a16="http://schemas.microsoft.com/office/drawing/2014/main" id="{5BB894FF-F626-4D25-AE37-21FC874DD5D9}"/>
              </a:ext>
            </a:extLst>
          </p:cNvPr>
          <p:cNvSpPr/>
          <p:nvPr/>
        </p:nvSpPr>
        <p:spPr>
          <a:xfrm flipH="1" flipV="1">
            <a:off x="4328412"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6" name="Freeform 38">
            <a:extLst>
              <a:ext uri="{FF2B5EF4-FFF2-40B4-BE49-F238E27FC236}">
                <a16:creationId xmlns:a16="http://schemas.microsoft.com/office/drawing/2014/main" id="{B88828EE-9D82-4F45-B037-712AD16F92E6}"/>
              </a:ext>
            </a:extLst>
          </p:cNvPr>
          <p:cNvSpPr/>
          <p:nvPr/>
        </p:nvSpPr>
        <p:spPr>
          <a:xfrm flipH="1">
            <a:off x="4328414"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7" name="Freeform 39">
            <a:extLst>
              <a:ext uri="{FF2B5EF4-FFF2-40B4-BE49-F238E27FC236}">
                <a16:creationId xmlns:a16="http://schemas.microsoft.com/office/drawing/2014/main" id="{92D013B1-C65B-46B5-B7AC-FEF48BE162A6}"/>
              </a:ext>
            </a:extLst>
          </p:cNvPr>
          <p:cNvSpPr/>
          <p:nvPr/>
        </p:nvSpPr>
        <p:spPr>
          <a:xfrm flipH="1">
            <a:off x="4328411"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8" name="Rectangle 207">
            <a:extLst>
              <a:ext uri="{FF2B5EF4-FFF2-40B4-BE49-F238E27FC236}">
                <a16:creationId xmlns:a16="http://schemas.microsoft.com/office/drawing/2014/main" id="{6ED334F5-F54C-4F89-91A1-0793A3D684FF}"/>
              </a:ext>
            </a:extLst>
          </p:cNvPr>
          <p:cNvSpPr/>
          <p:nvPr/>
        </p:nvSpPr>
        <p:spPr>
          <a:xfrm>
            <a:off x="10934400"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9" name="Rectangle 208">
            <a:extLst>
              <a:ext uri="{FF2B5EF4-FFF2-40B4-BE49-F238E27FC236}">
                <a16:creationId xmlns:a16="http://schemas.microsoft.com/office/drawing/2014/main" id="{7CE61A17-8364-472E-9382-3AD640D686DF}"/>
              </a:ext>
            </a:extLst>
          </p:cNvPr>
          <p:cNvSpPr/>
          <p:nvPr/>
        </p:nvSpPr>
        <p:spPr>
          <a:xfrm>
            <a:off x="10934400" y="272880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0" name="Rectangle 209">
            <a:extLst>
              <a:ext uri="{FF2B5EF4-FFF2-40B4-BE49-F238E27FC236}">
                <a16:creationId xmlns:a16="http://schemas.microsoft.com/office/drawing/2014/main" id="{35911596-FF24-40EE-84BB-741093041AE3}"/>
              </a:ext>
            </a:extLst>
          </p:cNvPr>
          <p:cNvSpPr/>
          <p:nvPr/>
        </p:nvSpPr>
        <p:spPr>
          <a:xfrm>
            <a:off x="10934400"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1" name="Rectangle 210">
            <a:extLst>
              <a:ext uri="{FF2B5EF4-FFF2-40B4-BE49-F238E27FC236}">
                <a16:creationId xmlns:a16="http://schemas.microsoft.com/office/drawing/2014/main" id="{1F60A018-222D-456C-88BC-D42AD2EE2E7B}"/>
              </a:ext>
            </a:extLst>
          </p:cNvPr>
          <p:cNvSpPr/>
          <p:nvPr/>
        </p:nvSpPr>
        <p:spPr>
          <a:xfrm>
            <a:off x="10934400"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2" name="Rectangle 211">
            <a:extLst>
              <a:ext uri="{FF2B5EF4-FFF2-40B4-BE49-F238E27FC236}">
                <a16:creationId xmlns:a16="http://schemas.microsoft.com/office/drawing/2014/main" id="{0E3DA78E-1DEC-4C27-B4DF-C17C7E892804}"/>
              </a:ext>
            </a:extLst>
          </p:cNvPr>
          <p:cNvSpPr/>
          <p:nvPr/>
        </p:nvSpPr>
        <p:spPr>
          <a:xfrm>
            <a:off x="609599"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3" name="Rectangle 212">
            <a:extLst>
              <a:ext uri="{FF2B5EF4-FFF2-40B4-BE49-F238E27FC236}">
                <a16:creationId xmlns:a16="http://schemas.microsoft.com/office/drawing/2014/main" id="{8832CD77-E462-469E-8DA7-FC9481B49109}"/>
              </a:ext>
            </a:extLst>
          </p:cNvPr>
          <p:cNvSpPr/>
          <p:nvPr/>
        </p:nvSpPr>
        <p:spPr>
          <a:xfrm>
            <a:off x="609599" y="273808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4" name="Rectangle 213">
            <a:extLst>
              <a:ext uri="{FF2B5EF4-FFF2-40B4-BE49-F238E27FC236}">
                <a16:creationId xmlns:a16="http://schemas.microsoft.com/office/drawing/2014/main" id="{3832D483-3A0A-4A5C-895B-9317914B6D48}"/>
              </a:ext>
            </a:extLst>
          </p:cNvPr>
          <p:cNvSpPr/>
          <p:nvPr/>
        </p:nvSpPr>
        <p:spPr>
          <a:xfrm>
            <a:off x="609599"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5" name="Rectangle 214">
            <a:extLst>
              <a:ext uri="{FF2B5EF4-FFF2-40B4-BE49-F238E27FC236}">
                <a16:creationId xmlns:a16="http://schemas.microsoft.com/office/drawing/2014/main" id="{5DD9D51F-C10B-4DB0-942C-C5EFB59B6DD7}"/>
              </a:ext>
            </a:extLst>
          </p:cNvPr>
          <p:cNvSpPr/>
          <p:nvPr/>
        </p:nvSpPr>
        <p:spPr>
          <a:xfrm>
            <a:off x="609599"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6" name="Freeform 32">
            <a:extLst>
              <a:ext uri="{FF2B5EF4-FFF2-40B4-BE49-F238E27FC236}">
                <a16:creationId xmlns:a16="http://schemas.microsoft.com/office/drawing/2014/main" id="{FBCD692C-79E5-4940-A900-13147DF3608A}"/>
              </a:ext>
            </a:extLst>
          </p:cNvPr>
          <p:cNvSpPr/>
          <p:nvPr/>
        </p:nvSpPr>
        <p:spPr>
          <a:xfrm flipV="1">
            <a:off x="6838492"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7" name="Freeform 33">
            <a:extLst>
              <a:ext uri="{FF2B5EF4-FFF2-40B4-BE49-F238E27FC236}">
                <a16:creationId xmlns:a16="http://schemas.microsoft.com/office/drawing/2014/main" id="{45BBB694-6AEF-4C0C-870B-6924EAB2B9DC}"/>
              </a:ext>
            </a:extLst>
          </p:cNvPr>
          <p:cNvSpPr/>
          <p:nvPr/>
        </p:nvSpPr>
        <p:spPr>
          <a:xfrm flipV="1">
            <a:off x="6838494"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8" name="Freeform 38">
            <a:extLst>
              <a:ext uri="{FF2B5EF4-FFF2-40B4-BE49-F238E27FC236}">
                <a16:creationId xmlns:a16="http://schemas.microsoft.com/office/drawing/2014/main" id="{6D6F2B8D-8CD0-4BA7-93BC-C2AB68BCBF6C}"/>
              </a:ext>
            </a:extLst>
          </p:cNvPr>
          <p:cNvSpPr/>
          <p:nvPr/>
        </p:nvSpPr>
        <p:spPr>
          <a:xfrm>
            <a:off x="6838492"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9" name="Freeform 39">
            <a:extLst>
              <a:ext uri="{FF2B5EF4-FFF2-40B4-BE49-F238E27FC236}">
                <a16:creationId xmlns:a16="http://schemas.microsoft.com/office/drawing/2014/main" id="{8763BE0A-4FFB-41A3-9199-CE0DF277C34D}"/>
              </a:ext>
            </a:extLst>
          </p:cNvPr>
          <p:cNvSpPr/>
          <p:nvPr/>
        </p:nvSpPr>
        <p:spPr>
          <a:xfrm>
            <a:off x="6838495"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Corridor 1</a:t>
            </a:r>
          </a:p>
        </p:txBody>
      </p:sp>
      <p:grpSp>
        <p:nvGrpSpPr>
          <p:cNvPr id="229" name="Accounting2" descr="{&quot;Key&quot;:&quot;POWER_USER_SHAPE_ICON&quot;,&quot;Value&quot;:&quot;POWER_USER_SHAPE_ICON_STYLE_1&quot;}">
            <a:extLst>
              <a:ext uri="{FF2B5EF4-FFF2-40B4-BE49-F238E27FC236}">
                <a16:creationId xmlns:a16="http://schemas.microsoft.com/office/drawing/2014/main" id="{0198CC52-6D06-42C6-BD68-58DE45AB908D}"/>
              </a:ext>
            </a:extLst>
          </p:cNvPr>
          <p:cNvGrpSpPr>
            <a:grpSpLocks noChangeAspect="1"/>
          </p:cNvGrpSpPr>
          <p:nvPr/>
        </p:nvGrpSpPr>
        <p:grpSpPr>
          <a:xfrm>
            <a:off x="697684" y="1977858"/>
            <a:ext cx="504763" cy="407907"/>
            <a:chOff x="2951163" y="365125"/>
            <a:chExt cx="860425" cy="695325"/>
          </a:xfrm>
        </p:grpSpPr>
        <p:sp>
          <p:nvSpPr>
            <p:cNvPr id="232" name="Freeform 140">
              <a:extLst>
                <a:ext uri="{FF2B5EF4-FFF2-40B4-BE49-F238E27FC236}">
                  <a16:creationId xmlns:a16="http://schemas.microsoft.com/office/drawing/2014/main" id="{FF4A4D49-F310-4C32-B27F-DF2BD51CA01E}"/>
                </a:ext>
              </a:extLst>
            </p:cNvPr>
            <p:cNvSpPr>
              <a:spLocks/>
            </p:cNvSpPr>
            <p:nvPr/>
          </p:nvSpPr>
          <p:spPr bwMode="auto">
            <a:xfrm>
              <a:off x="2968625" y="365125"/>
              <a:ext cx="842963" cy="446088"/>
            </a:xfrm>
            <a:custGeom>
              <a:avLst/>
              <a:gdLst>
                <a:gd name="T0" fmla="*/ 245 w 1122"/>
                <a:gd name="T1" fmla="*/ 439 h 594"/>
                <a:gd name="T2" fmla="*/ 0 w 1122"/>
                <a:gd name="T3" fmla="*/ 299 h 594"/>
                <a:gd name="T4" fmla="*/ 519 w 1122"/>
                <a:gd name="T5" fmla="*/ 0 h 594"/>
                <a:gd name="T6" fmla="*/ 1122 w 1122"/>
                <a:gd name="T7" fmla="*/ 348 h 594"/>
                <a:gd name="T8" fmla="*/ 693 w 1122"/>
                <a:gd name="T9" fmla="*/ 594 h 594"/>
              </a:gdLst>
              <a:ahLst/>
              <a:cxnLst>
                <a:cxn ang="0">
                  <a:pos x="T0" y="T1"/>
                </a:cxn>
                <a:cxn ang="0">
                  <a:pos x="T2" y="T3"/>
                </a:cxn>
                <a:cxn ang="0">
                  <a:pos x="T4" y="T5"/>
                </a:cxn>
                <a:cxn ang="0">
                  <a:pos x="T6" y="T7"/>
                </a:cxn>
                <a:cxn ang="0">
                  <a:pos x="T8" y="T9"/>
                </a:cxn>
              </a:cxnLst>
              <a:rect l="0" t="0" r="r" b="b"/>
              <a:pathLst>
                <a:path w="1122" h="594">
                  <a:moveTo>
                    <a:pt x="245" y="439"/>
                  </a:moveTo>
                  <a:lnTo>
                    <a:pt x="0" y="299"/>
                  </a:lnTo>
                  <a:lnTo>
                    <a:pt x="519" y="0"/>
                  </a:lnTo>
                  <a:lnTo>
                    <a:pt x="1122" y="348"/>
                  </a:lnTo>
                  <a:lnTo>
                    <a:pt x="693" y="59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3" name="Freeform 141">
              <a:extLst>
                <a:ext uri="{FF2B5EF4-FFF2-40B4-BE49-F238E27FC236}">
                  <a16:creationId xmlns:a16="http://schemas.microsoft.com/office/drawing/2014/main" id="{34C41388-25D5-4901-8CBA-175BAEF18EB1}"/>
                </a:ext>
              </a:extLst>
            </p:cNvPr>
            <p:cNvSpPr>
              <a:spLocks/>
            </p:cNvSpPr>
            <p:nvPr/>
          </p:nvSpPr>
          <p:spPr bwMode="auto">
            <a:xfrm>
              <a:off x="2951163" y="647700"/>
              <a:ext cx="609600" cy="412750"/>
            </a:xfrm>
            <a:custGeom>
              <a:avLst/>
              <a:gdLst>
                <a:gd name="T0" fmla="*/ 0 w 811"/>
                <a:gd name="T1" fmla="*/ 269 h 550"/>
                <a:gd name="T2" fmla="*/ 0 w 811"/>
                <a:gd name="T3" fmla="*/ 229 h 550"/>
                <a:gd name="T4" fmla="*/ 9 w 811"/>
                <a:gd name="T5" fmla="*/ 215 h 550"/>
                <a:gd name="T6" fmla="*/ 372 w 811"/>
                <a:gd name="T7" fmla="*/ 5 h 550"/>
                <a:gd name="T8" fmla="*/ 406 w 811"/>
                <a:gd name="T9" fmla="*/ 5 h 550"/>
                <a:gd name="T10" fmla="*/ 558 w 811"/>
                <a:gd name="T11" fmla="*/ 127 h 550"/>
                <a:gd name="T12" fmla="*/ 802 w 811"/>
                <a:gd name="T13" fmla="*/ 268 h 550"/>
                <a:gd name="T14" fmla="*/ 811 w 811"/>
                <a:gd name="T15" fmla="*/ 281 h 550"/>
                <a:gd name="T16" fmla="*/ 811 w 811"/>
                <a:gd name="T17" fmla="*/ 322 h 550"/>
                <a:gd name="T18" fmla="*/ 802 w 811"/>
                <a:gd name="T19" fmla="*/ 335 h 550"/>
                <a:gd name="T20" fmla="*/ 439 w 811"/>
                <a:gd name="T21" fmla="*/ 545 h 550"/>
                <a:gd name="T22" fmla="*/ 404 w 811"/>
                <a:gd name="T23" fmla="*/ 545 h 550"/>
                <a:gd name="T24" fmla="*/ 151 w 811"/>
                <a:gd name="T25" fmla="*/ 399 h 550"/>
                <a:gd name="T26" fmla="*/ 6 w 811"/>
                <a:gd name="T27" fmla="*/ 279 h 550"/>
                <a:gd name="T28" fmla="*/ 0 w 811"/>
                <a:gd name="T29" fmla="*/ 269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11" h="550">
                  <a:moveTo>
                    <a:pt x="0" y="269"/>
                  </a:moveTo>
                  <a:lnTo>
                    <a:pt x="0" y="229"/>
                  </a:lnTo>
                  <a:cubicBezTo>
                    <a:pt x="0" y="223"/>
                    <a:pt x="3" y="218"/>
                    <a:pt x="9" y="215"/>
                  </a:cubicBezTo>
                  <a:lnTo>
                    <a:pt x="372" y="5"/>
                  </a:lnTo>
                  <a:cubicBezTo>
                    <a:pt x="381" y="0"/>
                    <a:pt x="397" y="0"/>
                    <a:pt x="406" y="5"/>
                  </a:cubicBezTo>
                  <a:lnTo>
                    <a:pt x="558" y="127"/>
                  </a:lnTo>
                  <a:lnTo>
                    <a:pt x="802" y="268"/>
                  </a:lnTo>
                  <a:cubicBezTo>
                    <a:pt x="805" y="270"/>
                    <a:pt x="811" y="274"/>
                    <a:pt x="811" y="281"/>
                  </a:cubicBezTo>
                  <a:lnTo>
                    <a:pt x="811" y="322"/>
                  </a:lnTo>
                  <a:cubicBezTo>
                    <a:pt x="811" y="329"/>
                    <a:pt x="805" y="333"/>
                    <a:pt x="802" y="335"/>
                  </a:cubicBezTo>
                  <a:lnTo>
                    <a:pt x="439" y="545"/>
                  </a:lnTo>
                  <a:cubicBezTo>
                    <a:pt x="429" y="550"/>
                    <a:pt x="413" y="550"/>
                    <a:pt x="404" y="545"/>
                  </a:cubicBezTo>
                  <a:lnTo>
                    <a:pt x="151" y="399"/>
                  </a:lnTo>
                  <a:cubicBezTo>
                    <a:pt x="141" y="390"/>
                    <a:pt x="33" y="303"/>
                    <a:pt x="6" y="279"/>
                  </a:cubicBezTo>
                  <a:cubicBezTo>
                    <a:pt x="2" y="276"/>
                    <a:pt x="0" y="273"/>
                    <a:pt x="0" y="26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4" name="Freeform 142">
              <a:extLst>
                <a:ext uri="{FF2B5EF4-FFF2-40B4-BE49-F238E27FC236}">
                  <a16:creationId xmlns:a16="http://schemas.microsoft.com/office/drawing/2014/main" id="{78AFB6DE-47AF-4766-9437-F4FEDB50377E}"/>
                </a:ext>
              </a:extLst>
            </p:cNvPr>
            <p:cNvSpPr>
              <a:spLocks/>
            </p:cNvSpPr>
            <p:nvPr/>
          </p:nvSpPr>
          <p:spPr bwMode="auto">
            <a:xfrm>
              <a:off x="3028950" y="703263"/>
              <a:ext cx="273050" cy="173038"/>
            </a:xfrm>
            <a:custGeom>
              <a:avLst/>
              <a:gdLst>
                <a:gd name="T0" fmla="*/ 95 w 364"/>
                <a:gd name="T1" fmla="*/ 232 h 232"/>
                <a:gd name="T2" fmla="*/ 364 w 364"/>
                <a:gd name="T3" fmla="*/ 77 h 232"/>
                <a:gd name="T4" fmla="*/ 269 w 364"/>
                <a:gd name="T5" fmla="*/ 0 h 232"/>
                <a:gd name="T6" fmla="*/ 0 w 364"/>
                <a:gd name="T7" fmla="*/ 154 h 232"/>
                <a:gd name="T8" fmla="*/ 95 w 364"/>
                <a:gd name="T9" fmla="*/ 232 h 232"/>
              </a:gdLst>
              <a:ahLst/>
              <a:cxnLst>
                <a:cxn ang="0">
                  <a:pos x="T0" y="T1"/>
                </a:cxn>
                <a:cxn ang="0">
                  <a:pos x="T2" y="T3"/>
                </a:cxn>
                <a:cxn ang="0">
                  <a:pos x="T4" y="T5"/>
                </a:cxn>
                <a:cxn ang="0">
                  <a:pos x="T6" y="T7"/>
                </a:cxn>
                <a:cxn ang="0">
                  <a:pos x="T8" y="T9"/>
                </a:cxn>
              </a:cxnLst>
              <a:rect l="0" t="0" r="r" b="b"/>
              <a:pathLst>
                <a:path w="364" h="232">
                  <a:moveTo>
                    <a:pt x="95" y="232"/>
                  </a:moveTo>
                  <a:lnTo>
                    <a:pt x="364" y="77"/>
                  </a:lnTo>
                  <a:lnTo>
                    <a:pt x="269" y="0"/>
                  </a:lnTo>
                  <a:lnTo>
                    <a:pt x="0" y="154"/>
                  </a:lnTo>
                  <a:lnTo>
                    <a:pt x="95" y="232"/>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5" name="Line 143">
              <a:extLst>
                <a:ext uri="{FF2B5EF4-FFF2-40B4-BE49-F238E27FC236}">
                  <a16:creationId xmlns:a16="http://schemas.microsoft.com/office/drawing/2014/main" id="{CB084006-E365-44ED-BB25-E822A5A05728}"/>
                </a:ext>
              </a:extLst>
            </p:cNvPr>
            <p:cNvSpPr>
              <a:spLocks noChangeShapeType="1"/>
            </p:cNvSpPr>
            <p:nvPr/>
          </p:nvSpPr>
          <p:spPr bwMode="auto">
            <a:xfrm flipH="1">
              <a:off x="3313113" y="831850"/>
              <a:ext cx="11113" cy="476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6" name="Line 144">
              <a:extLst>
                <a:ext uri="{FF2B5EF4-FFF2-40B4-BE49-F238E27FC236}">
                  <a16:creationId xmlns:a16="http://schemas.microsoft.com/office/drawing/2014/main" id="{508ED53D-8732-42B0-99A9-F06A7BE5C84C}"/>
                </a:ext>
              </a:extLst>
            </p:cNvPr>
            <p:cNvSpPr>
              <a:spLocks noChangeShapeType="1"/>
            </p:cNvSpPr>
            <p:nvPr/>
          </p:nvSpPr>
          <p:spPr bwMode="auto">
            <a:xfrm flipH="1">
              <a:off x="3208338" y="890588"/>
              <a:ext cx="9525"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7" name="Line 145">
              <a:extLst>
                <a:ext uri="{FF2B5EF4-FFF2-40B4-BE49-F238E27FC236}">
                  <a16:creationId xmlns:a16="http://schemas.microsoft.com/office/drawing/2014/main" id="{9F6082F6-1077-4C02-98E0-DC3CB78E24EF}"/>
                </a:ext>
              </a:extLst>
            </p:cNvPr>
            <p:cNvSpPr>
              <a:spLocks noChangeShapeType="1"/>
            </p:cNvSpPr>
            <p:nvPr/>
          </p:nvSpPr>
          <p:spPr bwMode="auto">
            <a:xfrm flipH="1">
              <a:off x="3389313" y="869950"/>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8" name="Line 146">
              <a:extLst>
                <a:ext uri="{FF2B5EF4-FFF2-40B4-BE49-F238E27FC236}">
                  <a16:creationId xmlns:a16="http://schemas.microsoft.com/office/drawing/2014/main" id="{68517593-D48D-4791-BB71-89697B1FBD45}"/>
                </a:ext>
              </a:extLst>
            </p:cNvPr>
            <p:cNvSpPr>
              <a:spLocks noChangeShapeType="1"/>
            </p:cNvSpPr>
            <p:nvPr/>
          </p:nvSpPr>
          <p:spPr bwMode="auto">
            <a:xfrm flipH="1">
              <a:off x="3284538" y="930275"/>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9" name="Freeform 147">
              <a:extLst>
                <a:ext uri="{FF2B5EF4-FFF2-40B4-BE49-F238E27FC236}">
                  <a16:creationId xmlns:a16="http://schemas.microsoft.com/office/drawing/2014/main" id="{60967122-5BF4-47A9-9EAA-2E24BAECA36B}"/>
                </a:ext>
              </a:extLst>
            </p:cNvPr>
            <p:cNvSpPr>
              <a:spLocks/>
            </p:cNvSpPr>
            <p:nvPr/>
          </p:nvSpPr>
          <p:spPr bwMode="auto">
            <a:xfrm>
              <a:off x="3209925" y="514350"/>
              <a:ext cx="180975" cy="211138"/>
            </a:xfrm>
            <a:custGeom>
              <a:avLst/>
              <a:gdLst>
                <a:gd name="T0" fmla="*/ 11 w 241"/>
                <a:gd name="T1" fmla="*/ 192 h 282"/>
                <a:gd name="T2" fmla="*/ 13 w 241"/>
                <a:gd name="T3" fmla="*/ 99 h 282"/>
                <a:gd name="T4" fmla="*/ 112 w 241"/>
                <a:gd name="T5" fmla="*/ 0 h 282"/>
                <a:gd name="T6" fmla="*/ 241 w 241"/>
                <a:gd name="T7" fmla="*/ 145 h 282"/>
                <a:gd name="T8" fmla="*/ 187 w 241"/>
                <a:gd name="T9" fmla="*/ 282 h 282"/>
              </a:gdLst>
              <a:ahLst/>
              <a:cxnLst>
                <a:cxn ang="0">
                  <a:pos x="T0" y="T1"/>
                </a:cxn>
                <a:cxn ang="0">
                  <a:pos x="T2" y="T3"/>
                </a:cxn>
                <a:cxn ang="0">
                  <a:pos x="T4" y="T5"/>
                </a:cxn>
                <a:cxn ang="0">
                  <a:pos x="T6" y="T7"/>
                </a:cxn>
                <a:cxn ang="0">
                  <a:pos x="T8" y="T9"/>
                </a:cxn>
              </a:cxnLst>
              <a:rect l="0" t="0" r="r" b="b"/>
              <a:pathLst>
                <a:path w="241" h="282">
                  <a:moveTo>
                    <a:pt x="11" y="192"/>
                  </a:moveTo>
                  <a:cubicBezTo>
                    <a:pt x="0" y="162"/>
                    <a:pt x="0" y="131"/>
                    <a:pt x="13" y="99"/>
                  </a:cubicBezTo>
                  <a:cubicBezTo>
                    <a:pt x="29" y="57"/>
                    <a:pt x="62" y="24"/>
                    <a:pt x="112" y="0"/>
                  </a:cubicBezTo>
                  <a:lnTo>
                    <a:pt x="241" y="145"/>
                  </a:lnTo>
                  <a:lnTo>
                    <a:pt x="187" y="28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0" name="Freeform 148">
              <a:extLst>
                <a:ext uri="{FF2B5EF4-FFF2-40B4-BE49-F238E27FC236}">
                  <a16:creationId xmlns:a16="http://schemas.microsoft.com/office/drawing/2014/main" id="{EB7F3875-AF45-4A3C-A507-C4EBDDB19AB0}"/>
                </a:ext>
              </a:extLst>
            </p:cNvPr>
            <p:cNvSpPr>
              <a:spLocks/>
            </p:cNvSpPr>
            <p:nvPr/>
          </p:nvSpPr>
          <p:spPr bwMode="auto">
            <a:xfrm>
              <a:off x="3390900" y="565150"/>
              <a:ext cx="203200" cy="188913"/>
            </a:xfrm>
            <a:custGeom>
              <a:avLst/>
              <a:gdLst>
                <a:gd name="T0" fmla="*/ 0 w 271"/>
                <a:gd name="T1" fmla="*/ 76 h 251"/>
                <a:gd name="T2" fmla="*/ 216 w 271"/>
                <a:gd name="T3" fmla="*/ 0 h 251"/>
                <a:gd name="T4" fmla="*/ 100 w 271"/>
                <a:gd name="T5" fmla="*/ 234 h 251"/>
                <a:gd name="T6" fmla="*/ 0 w 271"/>
                <a:gd name="T7" fmla="*/ 251 h 251"/>
              </a:gdLst>
              <a:ahLst/>
              <a:cxnLst>
                <a:cxn ang="0">
                  <a:pos x="T0" y="T1"/>
                </a:cxn>
                <a:cxn ang="0">
                  <a:pos x="T2" y="T3"/>
                </a:cxn>
                <a:cxn ang="0">
                  <a:pos x="T4" y="T5"/>
                </a:cxn>
                <a:cxn ang="0">
                  <a:pos x="T6" y="T7"/>
                </a:cxn>
              </a:cxnLst>
              <a:rect l="0" t="0" r="r" b="b"/>
              <a:pathLst>
                <a:path w="271" h="251">
                  <a:moveTo>
                    <a:pt x="0" y="76"/>
                  </a:moveTo>
                  <a:lnTo>
                    <a:pt x="216" y="0"/>
                  </a:lnTo>
                  <a:cubicBezTo>
                    <a:pt x="271" y="87"/>
                    <a:pt x="219" y="192"/>
                    <a:pt x="100" y="234"/>
                  </a:cubicBezTo>
                  <a:cubicBezTo>
                    <a:pt x="67" y="245"/>
                    <a:pt x="34" y="251"/>
                    <a:pt x="0" y="25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1" name="Freeform 149">
              <a:extLst>
                <a:ext uri="{FF2B5EF4-FFF2-40B4-BE49-F238E27FC236}">
                  <a16:creationId xmlns:a16="http://schemas.microsoft.com/office/drawing/2014/main" id="{8AF9DB19-2903-48DB-A2B1-94CA2BF04DE2}"/>
                </a:ext>
              </a:extLst>
            </p:cNvPr>
            <p:cNvSpPr>
              <a:spLocks/>
            </p:cNvSpPr>
            <p:nvPr/>
          </p:nvSpPr>
          <p:spPr bwMode="auto">
            <a:xfrm>
              <a:off x="3294063" y="473075"/>
              <a:ext cx="258763" cy="149225"/>
            </a:xfrm>
            <a:custGeom>
              <a:avLst/>
              <a:gdLst>
                <a:gd name="T0" fmla="*/ 129 w 345"/>
                <a:gd name="T1" fmla="*/ 199 h 199"/>
                <a:gd name="T2" fmla="*/ 0 w 345"/>
                <a:gd name="T3" fmla="*/ 54 h 199"/>
                <a:gd name="T4" fmla="*/ 329 w 345"/>
                <a:gd name="T5" fmla="*/ 102 h 199"/>
                <a:gd name="T6" fmla="*/ 345 w 345"/>
                <a:gd name="T7" fmla="*/ 123 h 199"/>
                <a:gd name="T8" fmla="*/ 129 w 345"/>
                <a:gd name="T9" fmla="*/ 199 h 199"/>
              </a:gdLst>
              <a:ahLst/>
              <a:cxnLst>
                <a:cxn ang="0">
                  <a:pos x="T0" y="T1"/>
                </a:cxn>
                <a:cxn ang="0">
                  <a:pos x="T2" y="T3"/>
                </a:cxn>
                <a:cxn ang="0">
                  <a:pos x="T4" y="T5"/>
                </a:cxn>
                <a:cxn ang="0">
                  <a:pos x="T6" y="T7"/>
                </a:cxn>
                <a:cxn ang="0">
                  <a:pos x="T8" y="T9"/>
                </a:cxn>
              </a:cxnLst>
              <a:rect l="0" t="0" r="r" b="b"/>
              <a:pathLst>
                <a:path w="345" h="199">
                  <a:moveTo>
                    <a:pt x="129" y="199"/>
                  </a:moveTo>
                  <a:lnTo>
                    <a:pt x="0" y="54"/>
                  </a:lnTo>
                  <a:cubicBezTo>
                    <a:pt x="110" y="0"/>
                    <a:pt x="258" y="22"/>
                    <a:pt x="329" y="102"/>
                  </a:cubicBezTo>
                  <a:cubicBezTo>
                    <a:pt x="335" y="109"/>
                    <a:pt x="340" y="116"/>
                    <a:pt x="345" y="123"/>
                  </a:cubicBezTo>
                  <a:lnTo>
                    <a:pt x="129" y="199"/>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42" name="Agriculture6" descr="{&quot;Key&quot;:&quot;POWER_USER_SHAPE_ICON&quot;,&quot;Value&quot;:&quot;POWER_USER_SHAPE_ICON_STYLE_1&quot;}">
            <a:extLst>
              <a:ext uri="{FF2B5EF4-FFF2-40B4-BE49-F238E27FC236}">
                <a16:creationId xmlns:a16="http://schemas.microsoft.com/office/drawing/2014/main" id="{16EF2C27-AE1B-4B48-98D6-2CC72397034E}"/>
              </a:ext>
            </a:extLst>
          </p:cNvPr>
          <p:cNvGrpSpPr>
            <a:grpSpLocks noChangeAspect="1"/>
          </p:cNvGrpSpPr>
          <p:nvPr>
            <p:custDataLst>
              <p:tags r:id="rId2"/>
            </p:custDataLst>
          </p:nvPr>
        </p:nvGrpSpPr>
        <p:grpSpPr>
          <a:xfrm>
            <a:off x="746174" y="3092476"/>
            <a:ext cx="392511" cy="400101"/>
            <a:chOff x="3398839" y="258763"/>
            <a:chExt cx="574675" cy="585787"/>
          </a:xfrm>
          <a:solidFill>
            <a:schemeClr val="lt1"/>
          </a:solidFill>
        </p:grpSpPr>
        <p:sp>
          <p:nvSpPr>
            <p:cNvPr id="243" name="Freeform 121">
              <a:extLst>
                <a:ext uri="{FF2B5EF4-FFF2-40B4-BE49-F238E27FC236}">
                  <a16:creationId xmlns:a16="http://schemas.microsoft.com/office/drawing/2014/main" id="{2E6639B2-E49E-4492-A66E-2A0ECF153527}"/>
                </a:ext>
              </a:extLst>
            </p:cNvPr>
            <p:cNvSpPr>
              <a:spLocks/>
            </p:cNvSpPr>
            <p:nvPr/>
          </p:nvSpPr>
          <p:spPr bwMode="auto">
            <a:xfrm>
              <a:off x="3503614" y="471488"/>
              <a:ext cx="25400" cy="360363"/>
            </a:xfrm>
            <a:custGeom>
              <a:avLst/>
              <a:gdLst>
                <a:gd name="T0" fmla="*/ 19 w 37"/>
                <a:gd name="T1" fmla="*/ 0 h 527"/>
                <a:gd name="T2" fmla="*/ 0 w 37"/>
                <a:gd name="T3" fmla="*/ 18 h 527"/>
                <a:gd name="T4" fmla="*/ 0 w 37"/>
                <a:gd name="T5" fmla="*/ 509 h 527"/>
                <a:gd name="T6" fmla="*/ 19 w 37"/>
                <a:gd name="T7" fmla="*/ 527 h 527"/>
                <a:gd name="T8" fmla="*/ 37 w 37"/>
                <a:gd name="T9" fmla="*/ 509 h 527"/>
                <a:gd name="T10" fmla="*/ 37 w 37"/>
                <a:gd name="T11" fmla="*/ 18 h 527"/>
                <a:gd name="T12" fmla="*/ 19 w 37"/>
                <a:gd name="T13" fmla="*/ 0 h 527"/>
              </a:gdLst>
              <a:ahLst/>
              <a:cxnLst>
                <a:cxn ang="0">
                  <a:pos x="T0" y="T1"/>
                </a:cxn>
                <a:cxn ang="0">
                  <a:pos x="T2" y="T3"/>
                </a:cxn>
                <a:cxn ang="0">
                  <a:pos x="T4" y="T5"/>
                </a:cxn>
                <a:cxn ang="0">
                  <a:pos x="T6" y="T7"/>
                </a:cxn>
                <a:cxn ang="0">
                  <a:pos x="T8" y="T9"/>
                </a:cxn>
                <a:cxn ang="0">
                  <a:pos x="T10" y="T11"/>
                </a:cxn>
                <a:cxn ang="0">
                  <a:pos x="T12" y="T13"/>
                </a:cxn>
              </a:cxnLst>
              <a:rect l="0" t="0" r="r" b="b"/>
              <a:pathLst>
                <a:path w="37" h="527">
                  <a:moveTo>
                    <a:pt x="19" y="0"/>
                  </a:moveTo>
                  <a:cubicBezTo>
                    <a:pt x="9" y="0"/>
                    <a:pt x="0" y="8"/>
                    <a:pt x="0" y="18"/>
                  </a:cubicBezTo>
                  <a:lnTo>
                    <a:pt x="0" y="509"/>
                  </a:lnTo>
                  <a:cubicBezTo>
                    <a:pt x="0" y="519"/>
                    <a:pt x="9" y="527"/>
                    <a:pt x="19" y="527"/>
                  </a:cubicBezTo>
                  <a:cubicBezTo>
                    <a:pt x="29" y="527"/>
                    <a:pt x="37" y="519"/>
                    <a:pt x="37" y="509"/>
                  </a:cubicBezTo>
                  <a:lnTo>
                    <a:pt x="37" y="18"/>
                  </a:lnTo>
                  <a:cubicBezTo>
                    <a:pt x="37" y="8"/>
                    <a:pt x="29" y="0"/>
                    <a:pt x="1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4" name="Freeform 122">
              <a:extLst>
                <a:ext uri="{FF2B5EF4-FFF2-40B4-BE49-F238E27FC236}">
                  <a16:creationId xmlns:a16="http://schemas.microsoft.com/office/drawing/2014/main" id="{12EDFCFB-3AA6-4EF4-9F82-CD3A330E8C55}"/>
                </a:ext>
              </a:extLst>
            </p:cNvPr>
            <p:cNvSpPr>
              <a:spLocks noEditPoints="1"/>
            </p:cNvSpPr>
            <p:nvPr/>
          </p:nvSpPr>
          <p:spPr bwMode="auto">
            <a:xfrm>
              <a:off x="3475039" y="258763"/>
              <a:ext cx="82550" cy="209550"/>
            </a:xfrm>
            <a:custGeom>
              <a:avLst/>
              <a:gdLst>
                <a:gd name="T0" fmla="*/ 61 w 121"/>
                <a:gd name="T1" fmla="*/ 137 h 306"/>
                <a:gd name="T2" fmla="*/ 84 w 121"/>
                <a:gd name="T3" fmla="*/ 200 h 306"/>
                <a:gd name="T4" fmla="*/ 60 w 121"/>
                <a:gd name="T5" fmla="*/ 260 h 306"/>
                <a:gd name="T6" fmla="*/ 37 w 121"/>
                <a:gd name="T7" fmla="*/ 200 h 306"/>
                <a:gd name="T8" fmla="*/ 61 w 121"/>
                <a:gd name="T9" fmla="*/ 137 h 306"/>
                <a:gd name="T10" fmla="*/ 1 w 121"/>
                <a:gd name="T11" fmla="*/ 201 h 306"/>
                <a:gd name="T12" fmla="*/ 48 w 121"/>
                <a:gd name="T13" fmla="*/ 301 h 306"/>
                <a:gd name="T14" fmla="*/ 61 w 121"/>
                <a:gd name="T15" fmla="*/ 306 h 306"/>
                <a:gd name="T16" fmla="*/ 73 w 121"/>
                <a:gd name="T17" fmla="*/ 301 h 306"/>
                <a:gd name="T18" fmla="*/ 120 w 121"/>
                <a:gd name="T19" fmla="*/ 201 h 306"/>
                <a:gd name="T20" fmla="*/ 79 w 121"/>
                <a:gd name="T21" fmla="*/ 103 h 306"/>
                <a:gd name="T22" fmla="*/ 79 w 121"/>
                <a:gd name="T23" fmla="*/ 18 h 306"/>
                <a:gd name="T24" fmla="*/ 61 w 121"/>
                <a:gd name="T25" fmla="*/ 0 h 306"/>
                <a:gd name="T26" fmla="*/ 42 w 121"/>
                <a:gd name="T27" fmla="*/ 18 h 306"/>
                <a:gd name="T28" fmla="*/ 42 w 121"/>
                <a:gd name="T29" fmla="*/ 103 h 306"/>
                <a:gd name="T30" fmla="*/ 1 w 121"/>
                <a:gd name="T31" fmla="*/ 20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1" h="306">
                  <a:moveTo>
                    <a:pt x="61" y="137"/>
                  </a:moveTo>
                  <a:cubicBezTo>
                    <a:pt x="77" y="158"/>
                    <a:pt x="85" y="179"/>
                    <a:pt x="84" y="200"/>
                  </a:cubicBezTo>
                  <a:cubicBezTo>
                    <a:pt x="83" y="226"/>
                    <a:pt x="71" y="247"/>
                    <a:pt x="60" y="260"/>
                  </a:cubicBezTo>
                  <a:cubicBezTo>
                    <a:pt x="50" y="247"/>
                    <a:pt x="38" y="226"/>
                    <a:pt x="37" y="200"/>
                  </a:cubicBezTo>
                  <a:cubicBezTo>
                    <a:pt x="36" y="179"/>
                    <a:pt x="44" y="158"/>
                    <a:pt x="61" y="137"/>
                  </a:cubicBezTo>
                  <a:close/>
                  <a:moveTo>
                    <a:pt x="1" y="201"/>
                  </a:moveTo>
                  <a:cubicBezTo>
                    <a:pt x="2" y="259"/>
                    <a:pt x="47" y="299"/>
                    <a:pt x="48" y="301"/>
                  </a:cubicBezTo>
                  <a:cubicBezTo>
                    <a:pt x="52" y="304"/>
                    <a:pt x="56" y="306"/>
                    <a:pt x="61" y="306"/>
                  </a:cubicBezTo>
                  <a:cubicBezTo>
                    <a:pt x="65" y="306"/>
                    <a:pt x="69" y="304"/>
                    <a:pt x="73" y="301"/>
                  </a:cubicBezTo>
                  <a:cubicBezTo>
                    <a:pt x="74" y="299"/>
                    <a:pt x="119" y="259"/>
                    <a:pt x="120" y="201"/>
                  </a:cubicBezTo>
                  <a:cubicBezTo>
                    <a:pt x="121" y="167"/>
                    <a:pt x="107" y="133"/>
                    <a:pt x="79" y="103"/>
                  </a:cubicBezTo>
                  <a:lnTo>
                    <a:pt x="79" y="18"/>
                  </a:lnTo>
                  <a:cubicBezTo>
                    <a:pt x="79" y="8"/>
                    <a:pt x="71" y="0"/>
                    <a:pt x="61" y="0"/>
                  </a:cubicBezTo>
                  <a:cubicBezTo>
                    <a:pt x="51" y="0"/>
                    <a:pt x="42" y="8"/>
                    <a:pt x="42" y="18"/>
                  </a:cubicBezTo>
                  <a:lnTo>
                    <a:pt x="42" y="103"/>
                  </a:lnTo>
                  <a:cubicBezTo>
                    <a:pt x="14" y="133"/>
                    <a:pt x="0" y="167"/>
                    <a:pt x="1" y="2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5" name="Freeform 123">
              <a:extLst>
                <a:ext uri="{FF2B5EF4-FFF2-40B4-BE49-F238E27FC236}">
                  <a16:creationId xmlns:a16="http://schemas.microsoft.com/office/drawing/2014/main" id="{542129A8-8DBB-44DF-9A19-9BC334077B5C}"/>
                </a:ext>
              </a:extLst>
            </p:cNvPr>
            <p:cNvSpPr>
              <a:spLocks noEditPoints="1"/>
            </p:cNvSpPr>
            <p:nvPr/>
          </p:nvSpPr>
          <p:spPr bwMode="auto">
            <a:xfrm>
              <a:off x="3525839" y="355600"/>
              <a:ext cx="106363" cy="171450"/>
            </a:xfrm>
            <a:custGeom>
              <a:avLst/>
              <a:gdLst>
                <a:gd name="T0" fmla="*/ 61 w 155"/>
                <a:gd name="T1" fmla="*/ 146 h 250"/>
                <a:gd name="T2" fmla="*/ 116 w 155"/>
                <a:gd name="T3" fmla="*/ 106 h 250"/>
                <a:gd name="T4" fmla="*/ 48 w 155"/>
                <a:gd name="T5" fmla="*/ 210 h 250"/>
                <a:gd name="T6" fmla="*/ 61 w 155"/>
                <a:gd name="T7" fmla="*/ 146 h 250"/>
                <a:gd name="T8" fmla="*/ 33 w 155"/>
                <a:gd name="T9" fmla="*/ 250 h 250"/>
                <a:gd name="T10" fmla="*/ 36 w 155"/>
                <a:gd name="T11" fmla="*/ 250 h 250"/>
                <a:gd name="T12" fmla="*/ 42 w 155"/>
                <a:gd name="T13" fmla="*/ 249 h 250"/>
                <a:gd name="T14" fmla="*/ 114 w 155"/>
                <a:gd name="T15" fmla="*/ 212 h 250"/>
                <a:gd name="T16" fmla="*/ 152 w 155"/>
                <a:gd name="T17" fmla="*/ 110 h 250"/>
                <a:gd name="T18" fmla="*/ 152 w 155"/>
                <a:gd name="T19" fmla="*/ 107 h 250"/>
                <a:gd name="T20" fmla="*/ 152 w 155"/>
                <a:gd name="T21" fmla="*/ 18 h 250"/>
                <a:gd name="T22" fmla="*/ 134 w 155"/>
                <a:gd name="T23" fmla="*/ 0 h 250"/>
                <a:gd name="T24" fmla="*/ 116 w 155"/>
                <a:gd name="T25" fmla="*/ 18 h 250"/>
                <a:gd name="T26" fmla="*/ 116 w 155"/>
                <a:gd name="T27" fmla="*/ 68 h 250"/>
                <a:gd name="T28" fmla="*/ 30 w 155"/>
                <a:gd name="T29" fmla="*/ 127 h 250"/>
                <a:gd name="T30" fmla="*/ 16 w 155"/>
                <a:gd name="T31" fmla="*/ 237 h 250"/>
                <a:gd name="T32" fmla="*/ 33 w 155"/>
                <a:gd name="T33"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5" h="250">
                  <a:moveTo>
                    <a:pt x="61" y="146"/>
                  </a:moveTo>
                  <a:cubicBezTo>
                    <a:pt x="73" y="128"/>
                    <a:pt x="91" y="115"/>
                    <a:pt x="116" y="106"/>
                  </a:cubicBezTo>
                  <a:cubicBezTo>
                    <a:pt x="122" y="173"/>
                    <a:pt x="78" y="200"/>
                    <a:pt x="48" y="210"/>
                  </a:cubicBezTo>
                  <a:cubicBezTo>
                    <a:pt x="47" y="193"/>
                    <a:pt x="48" y="168"/>
                    <a:pt x="61" y="146"/>
                  </a:cubicBezTo>
                  <a:close/>
                  <a:moveTo>
                    <a:pt x="33" y="250"/>
                  </a:moveTo>
                  <a:cubicBezTo>
                    <a:pt x="34" y="250"/>
                    <a:pt x="35" y="250"/>
                    <a:pt x="36" y="250"/>
                  </a:cubicBezTo>
                  <a:cubicBezTo>
                    <a:pt x="36" y="250"/>
                    <a:pt x="38" y="250"/>
                    <a:pt x="42" y="249"/>
                  </a:cubicBezTo>
                  <a:cubicBezTo>
                    <a:pt x="55" y="246"/>
                    <a:pt x="87" y="237"/>
                    <a:pt x="114" y="212"/>
                  </a:cubicBezTo>
                  <a:cubicBezTo>
                    <a:pt x="134" y="193"/>
                    <a:pt x="155" y="161"/>
                    <a:pt x="152" y="110"/>
                  </a:cubicBezTo>
                  <a:cubicBezTo>
                    <a:pt x="152" y="109"/>
                    <a:pt x="152" y="108"/>
                    <a:pt x="152" y="107"/>
                  </a:cubicBezTo>
                  <a:lnTo>
                    <a:pt x="152" y="18"/>
                  </a:lnTo>
                  <a:cubicBezTo>
                    <a:pt x="152" y="8"/>
                    <a:pt x="144" y="0"/>
                    <a:pt x="134" y="0"/>
                  </a:cubicBezTo>
                  <a:cubicBezTo>
                    <a:pt x="124" y="0"/>
                    <a:pt x="116" y="8"/>
                    <a:pt x="116" y="18"/>
                  </a:cubicBezTo>
                  <a:lnTo>
                    <a:pt x="116" y="68"/>
                  </a:lnTo>
                  <a:cubicBezTo>
                    <a:pt x="77" y="79"/>
                    <a:pt x="48" y="98"/>
                    <a:pt x="30" y="127"/>
                  </a:cubicBezTo>
                  <a:cubicBezTo>
                    <a:pt x="0" y="177"/>
                    <a:pt x="15" y="234"/>
                    <a:pt x="16" y="237"/>
                  </a:cubicBezTo>
                  <a:cubicBezTo>
                    <a:pt x="18" y="245"/>
                    <a:pt x="25" y="250"/>
                    <a:pt x="33" y="2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6" name="Freeform 124">
              <a:extLst>
                <a:ext uri="{FF2B5EF4-FFF2-40B4-BE49-F238E27FC236}">
                  <a16:creationId xmlns:a16="http://schemas.microsoft.com/office/drawing/2014/main" id="{299B3EEC-0A22-47BA-B1A3-5EE63038EA34}"/>
                </a:ext>
              </a:extLst>
            </p:cNvPr>
            <p:cNvSpPr>
              <a:spLocks noEditPoints="1"/>
            </p:cNvSpPr>
            <p:nvPr/>
          </p:nvSpPr>
          <p:spPr bwMode="auto">
            <a:xfrm>
              <a:off x="3525839" y="508000"/>
              <a:ext cx="112713" cy="127000"/>
            </a:xfrm>
            <a:custGeom>
              <a:avLst/>
              <a:gdLst>
                <a:gd name="T0" fmla="*/ 62 w 163"/>
                <a:gd name="T1" fmla="*/ 82 h 186"/>
                <a:gd name="T2" fmla="*/ 116 w 163"/>
                <a:gd name="T3" fmla="*/ 43 h 186"/>
                <a:gd name="T4" fmla="*/ 48 w 163"/>
                <a:gd name="T5" fmla="*/ 146 h 186"/>
                <a:gd name="T6" fmla="*/ 62 w 163"/>
                <a:gd name="T7" fmla="*/ 82 h 186"/>
                <a:gd name="T8" fmla="*/ 33 w 163"/>
                <a:gd name="T9" fmla="*/ 186 h 186"/>
                <a:gd name="T10" fmla="*/ 36 w 163"/>
                <a:gd name="T11" fmla="*/ 186 h 186"/>
                <a:gd name="T12" fmla="*/ 42 w 163"/>
                <a:gd name="T13" fmla="*/ 185 h 186"/>
                <a:gd name="T14" fmla="*/ 114 w 163"/>
                <a:gd name="T15" fmla="*/ 148 h 186"/>
                <a:gd name="T16" fmla="*/ 148 w 163"/>
                <a:gd name="T17" fmla="*/ 16 h 186"/>
                <a:gd name="T18" fmla="*/ 127 w 163"/>
                <a:gd name="T19" fmla="*/ 2 h 186"/>
                <a:gd name="T20" fmla="*/ 30 w 163"/>
                <a:gd name="T21" fmla="*/ 63 h 186"/>
                <a:gd name="T22" fmla="*/ 16 w 163"/>
                <a:gd name="T23" fmla="*/ 173 h 186"/>
                <a:gd name="T24" fmla="*/ 33 w 163"/>
                <a:gd name="T2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186">
                  <a:moveTo>
                    <a:pt x="62" y="82"/>
                  </a:moveTo>
                  <a:cubicBezTo>
                    <a:pt x="73" y="64"/>
                    <a:pt x="91" y="51"/>
                    <a:pt x="116" y="43"/>
                  </a:cubicBezTo>
                  <a:cubicBezTo>
                    <a:pt x="122" y="109"/>
                    <a:pt x="78" y="136"/>
                    <a:pt x="48" y="146"/>
                  </a:cubicBezTo>
                  <a:cubicBezTo>
                    <a:pt x="47" y="129"/>
                    <a:pt x="48" y="104"/>
                    <a:pt x="62" y="82"/>
                  </a:cubicBezTo>
                  <a:close/>
                  <a:moveTo>
                    <a:pt x="33" y="186"/>
                  </a:moveTo>
                  <a:cubicBezTo>
                    <a:pt x="34" y="186"/>
                    <a:pt x="35" y="186"/>
                    <a:pt x="36" y="186"/>
                  </a:cubicBezTo>
                  <a:cubicBezTo>
                    <a:pt x="36" y="186"/>
                    <a:pt x="38" y="186"/>
                    <a:pt x="42" y="185"/>
                  </a:cubicBezTo>
                  <a:cubicBezTo>
                    <a:pt x="55" y="182"/>
                    <a:pt x="87" y="173"/>
                    <a:pt x="114" y="148"/>
                  </a:cubicBezTo>
                  <a:cubicBezTo>
                    <a:pt x="137" y="126"/>
                    <a:pt x="163" y="85"/>
                    <a:pt x="148" y="16"/>
                  </a:cubicBezTo>
                  <a:cubicBezTo>
                    <a:pt x="146" y="6"/>
                    <a:pt x="137" y="0"/>
                    <a:pt x="127" y="2"/>
                  </a:cubicBezTo>
                  <a:cubicBezTo>
                    <a:pt x="82" y="11"/>
                    <a:pt x="50" y="32"/>
                    <a:pt x="30" y="63"/>
                  </a:cubicBezTo>
                  <a:cubicBezTo>
                    <a:pt x="0" y="113"/>
                    <a:pt x="15" y="171"/>
                    <a:pt x="16" y="173"/>
                  </a:cubicBezTo>
                  <a:cubicBezTo>
                    <a:pt x="18" y="181"/>
                    <a:pt x="25" y="186"/>
                    <a:pt x="33" y="1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7" name="Freeform 125">
              <a:extLst>
                <a:ext uri="{FF2B5EF4-FFF2-40B4-BE49-F238E27FC236}">
                  <a16:creationId xmlns:a16="http://schemas.microsoft.com/office/drawing/2014/main" id="{DF4075FE-DAAF-4128-A755-D09D348ECE14}"/>
                </a:ext>
              </a:extLst>
            </p:cNvPr>
            <p:cNvSpPr>
              <a:spLocks noEditPoints="1"/>
            </p:cNvSpPr>
            <p:nvPr/>
          </p:nvSpPr>
          <p:spPr bwMode="auto">
            <a:xfrm>
              <a:off x="3525839" y="614363"/>
              <a:ext cx="107950" cy="128588"/>
            </a:xfrm>
            <a:custGeom>
              <a:avLst/>
              <a:gdLst>
                <a:gd name="T0" fmla="*/ 101 w 158"/>
                <a:gd name="T1" fmla="*/ 108 h 187"/>
                <a:gd name="T2" fmla="*/ 48 w 158"/>
                <a:gd name="T3" fmla="*/ 146 h 187"/>
                <a:gd name="T4" fmla="*/ 61 w 158"/>
                <a:gd name="T5" fmla="*/ 82 h 187"/>
                <a:gd name="T6" fmla="*/ 116 w 158"/>
                <a:gd name="T7" fmla="*/ 43 h 187"/>
                <a:gd name="T8" fmla="*/ 101 w 158"/>
                <a:gd name="T9" fmla="*/ 108 h 187"/>
                <a:gd name="T10" fmla="*/ 127 w 158"/>
                <a:gd name="T11" fmla="*/ 2 h 187"/>
                <a:gd name="T12" fmla="*/ 30 w 158"/>
                <a:gd name="T13" fmla="*/ 63 h 187"/>
                <a:gd name="T14" fmla="*/ 16 w 158"/>
                <a:gd name="T15" fmla="*/ 173 h 187"/>
                <a:gd name="T16" fmla="*/ 33 w 158"/>
                <a:gd name="T17" fmla="*/ 187 h 187"/>
                <a:gd name="T18" fmla="*/ 36 w 158"/>
                <a:gd name="T19" fmla="*/ 186 h 187"/>
                <a:gd name="T20" fmla="*/ 131 w 158"/>
                <a:gd name="T21" fmla="*/ 129 h 187"/>
                <a:gd name="T22" fmla="*/ 148 w 158"/>
                <a:gd name="T23" fmla="*/ 16 h 187"/>
                <a:gd name="T24" fmla="*/ 127 w 158"/>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87">
                  <a:moveTo>
                    <a:pt x="101" y="108"/>
                  </a:moveTo>
                  <a:cubicBezTo>
                    <a:pt x="86" y="129"/>
                    <a:pt x="64" y="140"/>
                    <a:pt x="48" y="146"/>
                  </a:cubicBezTo>
                  <a:cubicBezTo>
                    <a:pt x="47" y="129"/>
                    <a:pt x="48" y="104"/>
                    <a:pt x="61" y="82"/>
                  </a:cubicBezTo>
                  <a:cubicBezTo>
                    <a:pt x="73" y="64"/>
                    <a:pt x="91" y="51"/>
                    <a:pt x="116" y="43"/>
                  </a:cubicBezTo>
                  <a:cubicBezTo>
                    <a:pt x="118" y="69"/>
                    <a:pt x="113" y="91"/>
                    <a:pt x="101" y="108"/>
                  </a:cubicBezTo>
                  <a:close/>
                  <a:moveTo>
                    <a:pt x="127" y="2"/>
                  </a:moveTo>
                  <a:cubicBezTo>
                    <a:pt x="82" y="11"/>
                    <a:pt x="50" y="32"/>
                    <a:pt x="30" y="63"/>
                  </a:cubicBezTo>
                  <a:cubicBezTo>
                    <a:pt x="0" y="113"/>
                    <a:pt x="15" y="171"/>
                    <a:pt x="16" y="173"/>
                  </a:cubicBezTo>
                  <a:cubicBezTo>
                    <a:pt x="18" y="181"/>
                    <a:pt x="25" y="187"/>
                    <a:pt x="33" y="187"/>
                  </a:cubicBezTo>
                  <a:cubicBezTo>
                    <a:pt x="34" y="187"/>
                    <a:pt x="35" y="186"/>
                    <a:pt x="36" y="186"/>
                  </a:cubicBezTo>
                  <a:cubicBezTo>
                    <a:pt x="38" y="186"/>
                    <a:pt x="97" y="177"/>
                    <a:pt x="131" y="129"/>
                  </a:cubicBezTo>
                  <a:cubicBezTo>
                    <a:pt x="152" y="99"/>
                    <a:pt x="158" y="61"/>
                    <a:pt x="148" y="16"/>
                  </a:cubicBezTo>
                  <a:cubicBezTo>
                    <a:pt x="146" y="6"/>
                    <a:pt x="137" y="0"/>
                    <a:pt x="127"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8" name="Freeform 126">
              <a:extLst>
                <a:ext uri="{FF2B5EF4-FFF2-40B4-BE49-F238E27FC236}">
                  <a16:creationId xmlns:a16="http://schemas.microsoft.com/office/drawing/2014/main" id="{4FF9871F-00B9-4057-99A5-BC3F973E2511}"/>
                </a:ext>
              </a:extLst>
            </p:cNvPr>
            <p:cNvSpPr>
              <a:spLocks noEditPoints="1"/>
            </p:cNvSpPr>
            <p:nvPr/>
          </p:nvSpPr>
          <p:spPr bwMode="auto">
            <a:xfrm>
              <a:off x="3402014" y="355600"/>
              <a:ext cx="104775" cy="171450"/>
            </a:xfrm>
            <a:custGeom>
              <a:avLst/>
              <a:gdLst>
                <a:gd name="T0" fmla="*/ 106 w 154"/>
                <a:gd name="T1" fmla="*/ 209 h 250"/>
                <a:gd name="T2" fmla="*/ 53 w 154"/>
                <a:gd name="T3" fmla="*/ 172 h 250"/>
                <a:gd name="T4" fmla="*/ 39 w 154"/>
                <a:gd name="T5" fmla="*/ 106 h 250"/>
                <a:gd name="T6" fmla="*/ 93 w 154"/>
                <a:gd name="T7" fmla="*/ 146 h 250"/>
                <a:gd name="T8" fmla="*/ 106 w 154"/>
                <a:gd name="T9" fmla="*/ 209 h 250"/>
                <a:gd name="T10" fmla="*/ 38 w 154"/>
                <a:gd name="T11" fmla="*/ 68 h 250"/>
                <a:gd name="T12" fmla="*/ 38 w 154"/>
                <a:gd name="T13" fmla="*/ 18 h 250"/>
                <a:gd name="T14" fmla="*/ 20 w 154"/>
                <a:gd name="T15" fmla="*/ 0 h 250"/>
                <a:gd name="T16" fmla="*/ 2 w 154"/>
                <a:gd name="T17" fmla="*/ 18 h 250"/>
                <a:gd name="T18" fmla="*/ 2 w 154"/>
                <a:gd name="T19" fmla="*/ 107 h 250"/>
                <a:gd name="T20" fmla="*/ 2 w 154"/>
                <a:gd name="T21" fmla="*/ 110 h 250"/>
                <a:gd name="T22" fmla="*/ 24 w 154"/>
                <a:gd name="T23" fmla="*/ 193 h 250"/>
                <a:gd name="T24" fmla="*/ 118 w 154"/>
                <a:gd name="T25" fmla="*/ 250 h 250"/>
                <a:gd name="T26" fmla="*/ 121 w 154"/>
                <a:gd name="T27" fmla="*/ 250 h 250"/>
                <a:gd name="T28" fmla="*/ 138 w 154"/>
                <a:gd name="T29" fmla="*/ 237 h 250"/>
                <a:gd name="T30" fmla="*/ 124 w 154"/>
                <a:gd name="T31" fmla="*/ 127 h 250"/>
                <a:gd name="T32" fmla="*/ 38 w 154"/>
                <a:gd name="T33" fmla="*/ 68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250">
                  <a:moveTo>
                    <a:pt x="106" y="209"/>
                  </a:moveTo>
                  <a:cubicBezTo>
                    <a:pt x="90" y="204"/>
                    <a:pt x="68" y="193"/>
                    <a:pt x="53" y="172"/>
                  </a:cubicBezTo>
                  <a:cubicBezTo>
                    <a:pt x="41" y="154"/>
                    <a:pt x="36" y="132"/>
                    <a:pt x="39" y="106"/>
                  </a:cubicBezTo>
                  <a:cubicBezTo>
                    <a:pt x="63" y="115"/>
                    <a:pt x="81" y="128"/>
                    <a:pt x="93" y="146"/>
                  </a:cubicBezTo>
                  <a:cubicBezTo>
                    <a:pt x="106" y="168"/>
                    <a:pt x="107" y="193"/>
                    <a:pt x="106" y="209"/>
                  </a:cubicBezTo>
                  <a:close/>
                  <a:moveTo>
                    <a:pt x="38" y="68"/>
                  </a:moveTo>
                  <a:lnTo>
                    <a:pt x="38" y="18"/>
                  </a:lnTo>
                  <a:cubicBezTo>
                    <a:pt x="38" y="8"/>
                    <a:pt x="30" y="0"/>
                    <a:pt x="20" y="0"/>
                  </a:cubicBezTo>
                  <a:cubicBezTo>
                    <a:pt x="10" y="0"/>
                    <a:pt x="2" y="8"/>
                    <a:pt x="2" y="18"/>
                  </a:cubicBezTo>
                  <a:lnTo>
                    <a:pt x="2" y="107"/>
                  </a:lnTo>
                  <a:cubicBezTo>
                    <a:pt x="2" y="108"/>
                    <a:pt x="2" y="109"/>
                    <a:pt x="2" y="110"/>
                  </a:cubicBezTo>
                  <a:cubicBezTo>
                    <a:pt x="0" y="142"/>
                    <a:pt x="7" y="170"/>
                    <a:pt x="24" y="193"/>
                  </a:cubicBezTo>
                  <a:cubicBezTo>
                    <a:pt x="57" y="241"/>
                    <a:pt x="116" y="250"/>
                    <a:pt x="118" y="250"/>
                  </a:cubicBezTo>
                  <a:cubicBezTo>
                    <a:pt x="119" y="250"/>
                    <a:pt x="120" y="250"/>
                    <a:pt x="121" y="250"/>
                  </a:cubicBezTo>
                  <a:cubicBezTo>
                    <a:pt x="129" y="250"/>
                    <a:pt x="136" y="245"/>
                    <a:pt x="138" y="237"/>
                  </a:cubicBezTo>
                  <a:cubicBezTo>
                    <a:pt x="139" y="234"/>
                    <a:pt x="154" y="177"/>
                    <a:pt x="124" y="127"/>
                  </a:cubicBezTo>
                  <a:cubicBezTo>
                    <a:pt x="106" y="98"/>
                    <a:pt x="77" y="79"/>
                    <a:pt x="38" y="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9" name="Freeform 127">
              <a:extLst>
                <a:ext uri="{FF2B5EF4-FFF2-40B4-BE49-F238E27FC236}">
                  <a16:creationId xmlns:a16="http://schemas.microsoft.com/office/drawing/2014/main" id="{44E0C5F6-93D8-452F-A65B-88AE8E6BCAEE}"/>
                </a:ext>
              </a:extLst>
            </p:cNvPr>
            <p:cNvSpPr>
              <a:spLocks noEditPoints="1"/>
            </p:cNvSpPr>
            <p:nvPr/>
          </p:nvSpPr>
          <p:spPr bwMode="auto">
            <a:xfrm>
              <a:off x="3398839" y="508000"/>
              <a:ext cx="107950" cy="127000"/>
            </a:xfrm>
            <a:custGeom>
              <a:avLst/>
              <a:gdLst>
                <a:gd name="T0" fmla="*/ 109 w 157"/>
                <a:gd name="T1" fmla="*/ 145 h 185"/>
                <a:gd name="T2" fmla="*/ 56 w 157"/>
                <a:gd name="T3" fmla="*/ 107 h 185"/>
                <a:gd name="T4" fmla="*/ 42 w 157"/>
                <a:gd name="T5" fmla="*/ 42 h 185"/>
                <a:gd name="T6" fmla="*/ 96 w 157"/>
                <a:gd name="T7" fmla="*/ 81 h 185"/>
                <a:gd name="T8" fmla="*/ 109 w 157"/>
                <a:gd name="T9" fmla="*/ 145 h 185"/>
                <a:gd name="T10" fmla="*/ 30 w 157"/>
                <a:gd name="T11" fmla="*/ 1 h 185"/>
                <a:gd name="T12" fmla="*/ 17 w 157"/>
                <a:gd name="T13" fmla="*/ 4 h 185"/>
                <a:gd name="T14" fmla="*/ 9 w 157"/>
                <a:gd name="T15" fmla="*/ 15 h 185"/>
                <a:gd name="T16" fmla="*/ 27 w 157"/>
                <a:gd name="T17" fmla="*/ 128 h 185"/>
                <a:gd name="T18" fmla="*/ 121 w 157"/>
                <a:gd name="T19" fmla="*/ 185 h 185"/>
                <a:gd name="T20" fmla="*/ 124 w 157"/>
                <a:gd name="T21" fmla="*/ 185 h 185"/>
                <a:gd name="T22" fmla="*/ 141 w 157"/>
                <a:gd name="T23" fmla="*/ 172 h 185"/>
                <a:gd name="T24" fmla="*/ 127 w 157"/>
                <a:gd name="T25" fmla="*/ 62 h 185"/>
                <a:gd name="T26" fmla="*/ 30 w 157"/>
                <a:gd name="T27" fmla="*/ 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7" h="185">
                  <a:moveTo>
                    <a:pt x="109" y="145"/>
                  </a:moveTo>
                  <a:cubicBezTo>
                    <a:pt x="93" y="139"/>
                    <a:pt x="71" y="128"/>
                    <a:pt x="56" y="107"/>
                  </a:cubicBezTo>
                  <a:cubicBezTo>
                    <a:pt x="44" y="89"/>
                    <a:pt x="39" y="67"/>
                    <a:pt x="42" y="42"/>
                  </a:cubicBezTo>
                  <a:cubicBezTo>
                    <a:pt x="66" y="50"/>
                    <a:pt x="84" y="63"/>
                    <a:pt x="96" y="81"/>
                  </a:cubicBezTo>
                  <a:cubicBezTo>
                    <a:pt x="109" y="103"/>
                    <a:pt x="110" y="128"/>
                    <a:pt x="109" y="145"/>
                  </a:cubicBezTo>
                  <a:close/>
                  <a:moveTo>
                    <a:pt x="30" y="1"/>
                  </a:moveTo>
                  <a:cubicBezTo>
                    <a:pt x="26" y="0"/>
                    <a:pt x="21" y="1"/>
                    <a:pt x="17" y="4"/>
                  </a:cubicBezTo>
                  <a:cubicBezTo>
                    <a:pt x="13" y="6"/>
                    <a:pt x="10" y="10"/>
                    <a:pt x="9" y="15"/>
                  </a:cubicBezTo>
                  <a:cubicBezTo>
                    <a:pt x="0" y="60"/>
                    <a:pt x="6" y="98"/>
                    <a:pt x="27" y="128"/>
                  </a:cubicBezTo>
                  <a:cubicBezTo>
                    <a:pt x="60" y="176"/>
                    <a:pt x="119" y="185"/>
                    <a:pt x="121" y="185"/>
                  </a:cubicBezTo>
                  <a:cubicBezTo>
                    <a:pt x="122" y="185"/>
                    <a:pt x="123" y="185"/>
                    <a:pt x="124" y="185"/>
                  </a:cubicBezTo>
                  <a:cubicBezTo>
                    <a:pt x="132" y="185"/>
                    <a:pt x="139" y="180"/>
                    <a:pt x="141" y="172"/>
                  </a:cubicBezTo>
                  <a:cubicBezTo>
                    <a:pt x="142" y="170"/>
                    <a:pt x="157" y="112"/>
                    <a:pt x="127" y="62"/>
                  </a:cubicBezTo>
                  <a:cubicBezTo>
                    <a:pt x="107" y="31"/>
                    <a:pt x="75" y="10"/>
                    <a:pt x="3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0" name="Freeform 128">
              <a:extLst>
                <a:ext uri="{FF2B5EF4-FFF2-40B4-BE49-F238E27FC236}">
                  <a16:creationId xmlns:a16="http://schemas.microsoft.com/office/drawing/2014/main" id="{024AA845-1C00-4310-BB89-D1C1ED091425}"/>
                </a:ext>
              </a:extLst>
            </p:cNvPr>
            <p:cNvSpPr>
              <a:spLocks noEditPoints="1"/>
            </p:cNvSpPr>
            <p:nvPr/>
          </p:nvSpPr>
          <p:spPr bwMode="auto">
            <a:xfrm>
              <a:off x="3398839" y="614363"/>
              <a:ext cx="107950" cy="128588"/>
            </a:xfrm>
            <a:custGeom>
              <a:avLst/>
              <a:gdLst>
                <a:gd name="T0" fmla="*/ 109 w 157"/>
                <a:gd name="T1" fmla="*/ 146 h 187"/>
                <a:gd name="T2" fmla="*/ 56 w 157"/>
                <a:gd name="T3" fmla="*/ 108 h 187"/>
                <a:gd name="T4" fmla="*/ 42 w 157"/>
                <a:gd name="T5" fmla="*/ 43 h 187"/>
                <a:gd name="T6" fmla="*/ 96 w 157"/>
                <a:gd name="T7" fmla="*/ 82 h 187"/>
                <a:gd name="T8" fmla="*/ 109 w 157"/>
                <a:gd name="T9" fmla="*/ 146 h 187"/>
                <a:gd name="T10" fmla="*/ 30 w 157"/>
                <a:gd name="T11" fmla="*/ 2 h 187"/>
                <a:gd name="T12" fmla="*/ 9 w 157"/>
                <a:gd name="T13" fmla="*/ 16 h 187"/>
                <a:gd name="T14" fmla="*/ 27 w 157"/>
                <a:gd name="T15" fmla="*/ 129 h 187"/>
                <a:gd name="T16" fmla="*/ 121 w 157"/>
                <a:gd name="T17" fmla="*/ 186 h 187"/>
                <a:gd name="T18" fmla="*/ 124 w 157"/>
                <a:gd name="T19" fmla="*/ 187 h 187"/>
                <a:gd name="T20" fmla="*/ 141 w 157"/>
                <a:gd name="T21" fmla="*/ 173 h 187"/>
                <a:gd name="T22" fmla="*/ 127 w 157"/>
                <a:gd name="T23" fmla="*/ 63 h 187"/>
                <a:gd name="T24" fmla="*/ 30 w 157"/>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187">
                  <a:moveTo>
                    <a:pt x="109" y="146"/>
                  </a:moveTo>
                  <a:cubicBezTo>
                    <a:pt x="93" y="140"/>
                    <a:pt x="71" y="129"/>
                    <a:pt x="56" y="108"/>
                  </a:cubicBezTo>
                  <a:cubicBezTo>
                    <a:pt x="44" y="91"/>
                    <a:pt x="39" y="69"/>
                    <a:pt x="42" y="43"/>
                  </a:cubicBezTo>
                  <a:cubicBezTo>
                    <a:pt x="66" y="51"/>
                    <a:pt x="84" y="64"/>
                    <a:pt x="96" y="82"/>
                  </a:cubicBezTo>
                  <a:cubicBezTo>
                    <a:pt x="109" y="104"/>
                    <a:pt x="110" y="129"/>
                    <a:pt x="109" y="146"/>
                  </a:cubicBezTo>
                  <a:close/>
                  <a:moveTo>
                    <a:pt x="30" y="2"/>
                  </a:moveTo>
                  <a:cubicBezTo>
                    <a:pt x="21" y="0"/>
                    <a:pt x="11" y="6"/>
                    <a:pt x="9" y="16"/>
                  </a:cubicBezTo>
                  <a:cubicBezTo>
                    <a:pt x="0" y="61"/>
                    <a:pt x="6" y="99"/>
                    <a:pt x="27" y="129"/>
                  </a:cubicBezTo>
                  <a:cubicBezTo>
                    <a:pt x="60" y="177"/>
                    <a:pt x="119" y="186"/>
                    <a:pt x="121" y="186"/>
                  </a:cubicBezTo>
                  <a:cubicBezTo>
                    <a:pt x="122" y="186"/>
                    <a:pt x="123" y="187"/>
                    <a:pt x="124" y="187"/>
                  </a:cubicBezTo>
                  <a:cubicBezTo>
                    <a:pt x="132" y="187"/>
                    <a:pt x="139" y="181"/>
                    <a:pt x="141" y="173"/>
                  </a:cubicBezTo>
                  <a:cubicBezTo>
                    <a:pt x="142" y="171"/>
                    <a:pt x="157" y="113"/>
                    <a:pt x="127" y="63"/>
                  </a:cubicBezTo>
                  <a:cubicBezTo>
                    <a:pt x="107" y="32"/>
                    <a:pt x="75" y="11"/>
                    <a:pt x="30"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1" name="Freeform 129">
              <a:extLst>
                <a:ext uri="{FF2B5EF4-FFF2-40B4-BE49-F238E27FC236}">
                  <a16:creationId xmlns:a16="http://schemas.microsoft.com/office/drawing/2014/main" id="{2A281BC7-F1D4-42B0-8D6F-466AF79F304C}"/>
                </a:ext>
              </a:extLst>
            </p:cNvPr>
            <p:cNvSpPr>
              <a:spLocks/>
            </p:cNvSpPr>
            <p:nvPr/>
          </p:nvSpPr>
          <p:spPr bwMode="auto">
            <a:xfrm>
              <a:off x="3703639" y="498475"/>
              <a:ext cx="136525" cy="346075"/>
            </a:xfrm>
            <a:custGeom>
              <a:avLst/>
              <a:gdLst>
                <a:gd name="T0" fmla="*/ 184 w 199"/>
                <a:gd name="T1" fmla="*/ 4 h 504"/>
                <a:gd name="T2" fmla="*/ 161 w 199"/>
                <a:gd name="T3" fmla="*/ 15 h 504"/>
                <a:gd name="T4" fmla="*/ 4 w 199"/>
                <a:gd name="T5" fmla="*/ 480 h 504"/>
                <a:gd name="T6" fmla="*/ 15 w 199"/>
                <a:gd name="T7" fmla="*/ 503 h 504"/>
                <a:gd name="T8" fmla="*/ 21 w 199"/>
                <a:gd name="T9" fmla="*/ 504 h 504"/>
                <a:gd name="T10" fmla="*/ 38 w 199"/>
                <a:gd name="T11" fmla="*/ 491 h 504"/>
                <a:gd name="T12" fmla="*/ 196 w 199"/>
                <a:gd name="T13" fmla="*/ 27 h 504"/>
                <a:gd name="T14" fmla="*/ 184 w 199"/>
                <a:gd name="T15" fmla="*/ 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504">
                  <a:moveTo>
                    <a:pt x="184" y="4"/>
                  </a:moveTo>
                  <a:cubicBezTo>
                    <a:pt x="175" y="0"/>
                    <a:pt x="164" y="5"/>
                    <a:pt x="161" y="15"/>
                  </a:cubicBezTo>
                  <a:lnTo>
                    <a:pt x="4" y="480"/>
                  </a:lnTo>
                  <a:cubicBezTo>
                    <a:pt x="0" y="489"/>
                    <a:pt x="5" y="500"/>
                    <a:pt x="15" y="503"/>
                  </a:cubicBezTo>
                  <a:cubicBezTo>
                    <a:pt x="17" y="504"/>
                    <a:pt x="19" y="504"/>
                    <a:pt x="21" y="504"/>
                  </a:cubicBezTo>
                  <a:cubicBezTo>
                    <a:pt x="28" y="504"/>
                    <a:pt x="35" y="499"/>
                    <a:pt x="38" y="491"/>
                  </a:cubicBezTo>
                  <a:lnTo>
                    <a:pt x="196" y="27"/>
                  </a:lnTo>
                  <a:cubicBezTo>
                    <a:pt x="199" y="17"/>
                    <a:pt x="194" y="7"/>
                    <a:pt x="184"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2" name="Freeform 130">
              <a:extLst>
                <a:ext uri="{FF2B5EF4-FFF2-40B4-BE49-F238E27FC236}">
                  <a16:creationId xmlns:a16="http://schemas.microsoft.com/office/drawing/2014/main" id="{9973050F-2CBE-4FA3-A95A-4B6DE15A17F7}"/>
                </a:ext>
              </a:extLst>
            </p:cNvPr>
            <p:cNvSpPr>
              <a:spLocks noEditPoints="1"/>
            </p:cNvSpPr>
            <p:nvPr/>
          </p:nvSpPr>
          <p:spPr bwMode="auto">
            <a:xfrm>
              <a:off x="3833814" y="423863"/>
              <a:ext cx="139700" cy="142875"/>
            </a:xfrm>
            <a:custGeom>
              <a:avLst/>
              <a:gdLst>
                <a:gd name="T0" fmla="*/ 40 w 204"/>
                <a:gd name="T1" fmla="*/ 174 h 210"/>
                <a:gd name="T2" fmla="*/ 136 w 204"/>
                <a:gd name="T3" fmla="*/ 98 h 210"/>
                <a:gd name="T4" fmla="*/ 137 w 204"/>
                <a:gd name="T5" fmla="*/ 98 h 210"/>
                <a:gd name="T6" fmla="*/ 40 w 204"/>
                <a:gd name="T7" fmla="*/ 174 h 210"/>
                <a:gd name="T8" fmla="*/ 189 w 204"/>
                <a:gd name="T9" fmla="*/ 3 h 210"/>
                <a:gd name="T10" fmla="*/ 166 w 204"/>
                <a:gd name="T11" fmla="*/ 15 h 210"/>
                <a:gd name="T12" fmla="*/ 150 w 204"/>
                <a:gd name="T13" fmla="*/ 62 h 210"/>
                <a:gd name="T14" fmla="*/ 136 w 204"/>
                <a:gd name="T15" fmla="*/ 62 h 210"/>
                <a:gd name="T16" fmla="*/ 20 w 204"/>
                <a:gd name="T17" fmla="*/ 126 h 210"/>
                <a:gd name="T18" fmla="*/ 1 w 204"/>
                <a:gd name="T19" fmla="*/ 190 h 210"/>
                <a:gd name="T20" fmla="*/ 15 w 204"/>
                <a:gd name="T21" fmla="*/ 209 h 210"/>
                <a:gd name="T22" fmla="*/ 21 w 204"/>
                <a:gd name="T23" fmla="*/ 209 h 210"/>
                <a:gd name="T24" fmla="*/ 39 w 204"/>
                <a:gd name="T25" fmla="*/ 210 h 210"/>
                <a:gd name="T26" fmla="*/ 39 w 204"/>
                <a:gd name="T27" fmla="*/ 210 h 210"/>
                <a:gd name="T28" fmla="*/ 171 w 204"/>
                <a:gd name="T29" fmla="*/ 113 h 210"/>
                <a:gd name="T30" fmla="*/ 172 w 204"/>
                <a:gd name="T31" fmla="*/ 111 h 210"/>
                <a:gd name="T32" fmla="*/ 200 w 204"/>
                <a:gd name="T33" fmla="*/ 26 h 210"/>
                <a:gd name="T34" fmla="*/ 189 w 204"/>
                <a:gd name="T3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4" h="210">
                  <a:moveTo>
                    <a:pt x="40" y="174"/>
                  </a:moveTo>
                  <a:cubicBezTo>
                    <a:pt x="47" y="147"/>
                    <a:pt x="68" y="98"/>
                    <a:pt x="136" y="98"/>
                  </a:cubicBezTo>
                  <a:lnTo>
                    <a:pt x="137" y="98"/>
                  </a:lnTo>
                  <a:cubicBezTo>
                    <a:pt x="122" y="160"/>
                    <a:pt x="77" y="174"/>
                    <a:pt x="40" y="174"/>
                  </a:cubicBezTo>
                  <a:close/>
                  <a:moveTo>
                    <a:pt x="189" y="3"/>
                  </a:moveTo>
                  <a:cubicBezTo>
                    <a:pt x="180" y="0"/>
                    <a:pt x="169" y="5"/>
                    <a:pt x="166" y="15"/>
                  </a:cubicBezTo>
                  <a:lnTo>
                    <a:pt x="150" y="62"/>
                  </a:lnTo>
                  <a:cubicBezTo>
                    <a:pt x="145" y="62"/>
                    <a:pt x="140" y="62"/>
                    <a:pt x="136" y="62"/>
                  </a:cubicBezTo>
                  <a:cubicBezTo>
                    <a:pt x="70" y="62"/>
                    <a:pt x="37" y="97"/>
                    <a:pt x="20" y="126"/>
                  </a:cubicBezTo>
                  <a:cubicBezTo>
                    <a:pt x="3" y="157"/>
                    <a:pt x="1" y="188"/>
                    <a:pt x="1" y="190"/>
                  </a:cubicBezTo>
                  <a:cubicBezTo>
                    <a:pt x="0" y="199"/>
                    <a:pt x="6" y="207"/>
                    <a:pt x="15" y="209"/>
                  </a:cubicBezTo>
                  <a:cubicBezTo>
                    <a:pt x="15" y="209"/>
                    <a:pt x="17" y="209"/>
                    <a:pt x="21" y="209"/>
                  </a:cubicBezTo>
                  <a:cubicBezTo>
                    <a:pt x="25" y="210"/>
                    <a:pt x="31" y="210"/>
                    <a:pt x="39" y="210"/>
                  </a:cubicBezTo>
                  <a:lnTo>
                    <a:pt x="39" y="210"/>
                  </a:lnTo>
                  <a:cubicBezTo>
                    <a:pt x="72" y="210"/>
                    <a:pt x="147" y="200"/>
                    <a:pt x="171" y="113"/>
                  </a:cubicBezTo>
                  <a:cubicBezTo>
                    <a:pt x="171" y="112"/>
                    <a:pt x="171" y="112"/>
                    <a:pt x="172" y="111"/>
                  </a:cubicBezTo>
                  <a:lnTo>
                    <a:pt x="200" y="26"/>
                  </a:lnTo>
                  <a:cubicBezTo>
                    <a:pt x="204" y="17"/>
                    <a:pt x="199" y="7"/>
                    <a:pt x="189"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3" name="Freeform 131">
              <a:extLst>
                <a:ext uri="{FF2B5EF4-FFF2-40B4-BE49-F238E27FC236}">
                  <a16:creationId xmlns:a16="http://schemas.microsoft.com/office/drawing/2014/main" id="{A319F3E4-E6F6-44B8-8724-A377337CA4F4}"/>
                </a:ext>
              </a:extLst>
            </p:cNvPr>
            <p:cNvSpPr>
              <a:spLocks noEditPoints="1"/>
            </p:cNvSpPr>
            <p:nvPr/>
          </p:nvSpPr>
          <p:spPr bwMode="auto">
            <a:xfrm>
              <a:off x="3803651" y="298450"/>
              <a:ext cx="104775" cy="200025"/>
            </a:xfrm>
            <a:custGeom>
              <a:avLst/>
              <a:gdLst>
                <a:gd name="T0" fmla="*/ 52 w 153"/>
                <a:gd name="T1" fmla="*/ 185 h 293"/>
                <a:gd name="T2" fmla="*/ 94 w 153"/>
                <a:gd name="T3" fmla="*/ 133 h 293"/>
                <a:gd name="T4" fmla="*/ 96 w 153"/>
                <a:gd name="T5" fmla="*/ 200 h 293"/>
                <a:gd name="T6" fmla="*/ 54 w 153"/>
                <a:gd name="T7" fmla="*/ 250 h 293"/>
                <a:gd name="T8" fmla="*/ 52 w 153"/>
                <a:gd name="T9" fmla="*/ 185 h 293"/>
                <a:gd name="T10" fmla="*/ 46 w 153"/>
                <a:gd name="T11" fmla="*/ 293 h 293"/>
                <a:gd name="T12" fmla="*/ 53 w 153"/>
                <a:gd name="T13" fmla="*/ 292 h 293"/>
                <a:gd name="T14" fmla="*/ 130 w 153"/>
                <a:gd name="T15" fmla="*/ 213 h 293"/>
                <a:gd name="T16" fmla="*/ 122 w 153"/>
                <a:gd name="T17" fmla="*/ 106 h 293"/>
                <a:gd name="T18" fmla="*/ 149 w 153"/>
                <a:gd name="T19" fmla="*/ 26 h 293"/>
                <a:gd name="T20" fmla="*/ 138 w 153"/>
                <a:gd name="T21" fmla="*/ 3 h 293"/>
                <a:gd name="T22" fmla="*/ 115 w 153"/>
                <a:gd name="T23" fmla="*/ 15 h 293"/>
                <a:gd name="T24" fmla="*/ 88 w 153"/>
                <a:gd name="T25" fmla="*/ 95 h 293"/>
                <a:gd name="T26" fmla="*/ 17 w 153"/>
                <a:gd name="T27" fmla="*/ 174 h 293"/>
                <a:gd name="T28" fmla="*/ 30 w 153"/>
                <a:gd name="T29" fmla="*/ 284 h 293"/>
                <a:gd name="T30" fmla="*/ 46 w 153"/>
                <a:gd name="T31"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3" h="293">
                  <a:moveTo>
                    <a:pt x="52" y="185"/>
                  </a:moveTo>
                  <a:cubicBezTo>
                    <a:pt x="58" y="164"/>
                    <a:pt x="72" y="147"/>
                    <a:pt x="94" y="133"/>
                  </a:cubicBezTo>
                  <a:cubicBezTo>
                    <a:pt x="103" y="158"/>
                    <a:pt x="104" y="180"/>
                    <a:pt x="96" y="200"/>
                  </a:cubicBezTo>
                  <a:cubicBezTo>
                    <a:pt x="87" y="224"/>
                    <a:pt x="68" y="240"/>
                    <a:pt x="54" y="250"/>
                  </a:cubicBezTo>
                  <a:cubicBezTo>
                    <a:pt x="49" y="234"/>
                    <a:pt x="44" y="209"/>
                    <a:pt x="52" y="185"/>
                  </a:cubicBezTo>
                  <a:close/>
                  <a:moveTo>
                    <a:pt x="46" y="293"/>
                  </a:moveTo>
                  <a:cubicBezTo>
                    <a:pt x="48" y="293"/>
                    <a:pt x="50" y="293"/>
                    <a:pt x="53" y="292"/>
                  </a:cubicBezTo>
                  <a:cubicBezTo>
                    <a:pt x="55" y="291"/>
                    <a:pt x="110" y="267"/>
                    <a:pt x="130" y="213"/>
                  </a:cubicBezTo>
                  <a:cubicBezTo>
                    <a:pt x="142" y="180"/>
                    <a:pt x="140" y="145"/>
                    <a:pt x="122" y="106"/>
                  </a:cubicBezTo>
                  <a:lnTo>
                    <a:pt x="149" y="26"/>
                  </a:lnTo>
                  <a:cubicBezTo>
                    <a:pt x="153" y="17"/>
                    <a:pt x="147" y="6"/>
                    <a:pt x="138" y="3"/>
                  </a:cubicBezTo>
                  <a:cubicBezTo>
                    <a:pt x="129" y="0"/>
                    <a:pt x="118" y="5"/>
                    <a:pt x="115" y="15"/>
                  </a:cubicBezTo>
                  <a:lnTo>
                    <a:pt x="88" y="95"/>
                  </a:lnTo>
                  <a:cubicBezTo>
                    <a:pt x="51" y="114"/>
                    <a:pt x="27" y="141"/>
                    <a:pt x="17" y="174"/>
                  </a:cubicBezTo>
                  <a:cubicBezTo>
                    <a:pt x="0" y="230"/>
                    <a:pt x="29" y="282"/>
                    <a:pt x="30" y="284"/>
                  </a:cubicBezTo>
                  <a:cubicBezTo>
                    <a:pt x="33" y="290"/>
                    <a:pt x="39" y="293"/>
                    <a:pt x="46" y="2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4" name="Freeform 132">
              <a:extLst>
                <a:ext uri="{FF2B5EF4-FFF2-40B4-BE49-F238E27FC236}">
                  <a16:creationId xmlns:a16="http://schemas.microsoft.com/office/drawing/2014/main" id="{7662C6C7-2606-489C-A991-77F6AF59F4CC}"/>
                </a:ext>
              </a:extLst>
            </p:cNvPr>
            <p:cNvSpPr>
              <a:spLocks noEditPoints="1"/>
            </p:cNvSpPr>
            <p:nvPr/>
          </p:nvSpPr>
          <p:spPr bwMode="auto">
            <a:xfrm>
              <a:off x="3800476" y="568325"/>
              <a:ext cx="120650" cy="100013"/>
            </a:xfrm>
            <a:custGeom>
              <a:avLst/>
              <a:gdLst>
                <a:gd name="T0" fmla="*/ 40 w 177"/>
                <a:gd name="T1" fmla="*/ 112 h 148"/>
                <a:gd name="T2" fmla="*/ 136 w 177"/>
                <a:gd name="T3" fmla="*/ 36 h 148"/>
                <a:gd name="T4" fmla="*/ 137 w 177"/>
                <a:gd name="T5" fmla="*/ 36 h 148"/>
                <a:gd name="T6" fmla="*/ 40 w 177"/>
                <a:gd name="T7" fmla="*/ 112 h 148"/>
                <a:gd name="T8" fmla="*/ 160 w 177"/>
                <a:gd name="T9" fmla="*/ 1 h 148"/>
                <a:gd name="T10" fmla="*/ 136 w 177"/>
                <a:gd name="T11" fmla="*/ 0 h 148"/>
                <a:gd name="T12" fmla="*/ 20 w 177"/>
                <a:gd name="T13" fmla="*/ 64 h 148"/>
                <a:gd name="T14" fmla="*/ 0 w 177"/>
                <a:gd name="T15" fmla="*/ 127 h 148"/>
                <a:gd name="T16" fmla="*/ 15 w 177"/>
                <a:gd name="T17" fmla="*/ 146 h 148"/>
                <a:gd name="T18" fmla="*/ 21 w 177"/>
                <a:gd name="T19" fmla="*/ 147 h 148"/>
                <a:gd name="T20" fmla="*/ 39 w 177"/>
                <a:gd name="T21" fmla="*/ 148 h 148"/>
                <a:gd name="T22" fmla="*/ 39 w 177"/>
                <a:gd name="T23" fmla="*/ 148 h 148"/>
                <a:gd name="T24" fmla="*/ 176 w 177"/>
                <a:gd name="T25" fmla="*/ 21 h 148"/>
                <a:gd name="T26" fmla="*/ 160 w 177"/>
                <a:gd name="T27" fmla="*/ 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148">
                  <a:moveTo>
                    <a:pt x="40" y="112"/>
                  </a:moveTo>
                  <a:cubicBezTo>
                    <a:pt x="46" y="85"/>
                    <a:pt x="68" y="36"/>
                    <a:pt x="136" y="36"/>
                  </a:cubicBezTo>
                  <a:lnTo>
                    <a:pt x="137" y="36"/>
                  </a:lnTo>
                  <a:cubicBezTo>
                    <a:pt x="122" y="98"/>
                    <a:pt x="77" y="112"/>
                    <a:pt x="40" y="112"/>
                  </a:cubicBezTo>
                  <a:close/>
                  <a:moveTo>
                    <a:pt x="160" y="1"/>
                  </a:moveTo>
                  <a:cubicBezTo>
                    <a:pt x="152" y="0"/>
                    <a:pt x="143" y="0"/>
                    <a:pt x="136" y="0"/>
                  </a:cubicBezTo>
                  <a:cubicBezTo>
                    <a:pt x="70" y="0"/>
                    <a:pt x="36" y="35"/>
                    <a:pt x="20" y="64"/>
                  </a:cubicBezTo>
                  <a:cubicBezTo>
                    <a:pt x="2" y="95"/>
                    <a:pt x="0" y="126"/>
                    <a:pt x="0" y="127"/>
                  </a:cubicBezTo>
                  <a:cubicBezTo>
                    <a:pt x="0" y="136"/>
                    <a:pt x="6" y="145"/>
                    <a:pt x="15" y="146"/>
                  </a:cubicBezTo>
                  <a:cubicBezTo>
                    <a:pt x="15" y="146"/>
                    <a:pt x="17" y="147"/>
                    <a:pt x="21" y="147"/>
                  </a:cubicBezTo>
                  <a:cubicBezTo>
                    <a:pt x="25" y="148"/>
                    <a:pt x="31" y="148"/>
                    <a:pt x="39" y="148"/>
                  </a:cubicBezTo>
                  <a:lnTo>
                    <a:pt x="39" y="148"/>
                  </a:lnTo>
                  <a:cubicBezTo>
                    <a:pt x="75" y="148"/>
                    <a:pt x="162" y="136"/>
                    <a:pt x="176" y="21"/>
                  </a:cubicBezTo>
                  <a:cubicBezTo>
                    <a:pt x="177" y="11"/>
                    <a:pt x="170" y="2"/>
                    <a:pt x="16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5" name="Freeform 133">
              <a:extLst>
                <a:ext uri="{FF2B5EF4-FFF2-40B4-BE49-F238E27FC236}">
                  <a16:creationId xmlns:a16="http://schemas.microsoft.com/office/drawing/2014/main" id="{EB74D498-0F7E-4175-B1FA-9B41D49B364D}"/>
                </a:ext>
              </a:extLst>
            </p:cNvPr>
            <p:cNvSpPr>
              <a:spLocks noEditPoints="1"/>
            </p:cNvSpPr>
            <p:nvPr/>
          </p:nvSpPr>
          <p:spPr bwMode="auto">
            <a:xfrm>
              <a:off x="3765551" y="668338"/>
              <a:ext cx="120650" cy="103188"/>
            </a:xfrm>
            <a:custGeom>
              <a:avLst/>
              <a:gdLst>
                <a:gd name="T0" fmla="*/ 40 w 178"/>
                <a:gd name="T1" fmla="*/ 113 h 149"/>
                <a:gd name="T2" fmla="*/ 136 w 178"/>
                <a:gd name="T3" fmla="*/ 37 h 149"/>
                <a:gd name="T4" fmla="*/ 137 w 178"/>
                <a:gd name="T5" fmla="*/ 37 h 149"/>
                <a:gd name="T6" fmla="*/ 40 w 178"/>
                <a:gd name="T7" fmla="*/ 113 h 149"/>
                <a:gd name="T8" fmla="*/ 161 w 178"/>
                <a:gd name="T9" fmla="*/ 2 h 149"/>
                <a:gd name="T10" fmla="*/ 136 w 178"/>
                <a:gd name="T11" fmla="*/ 0 h 149"/>
                <a:gd name="T12" fmla="*/ 20 w 178"/>
                <a:gd name="T13" fmla="*/ 65 h 149"/>
                <a:gd name="T14" fmla="*/ 1 w 178"/>
                <a:gd name="T15" fmla="*/ 128 h 149"/>
                <a:gd name="T16" fmla="*/ 16 w 178"/>
                <a:gd name="T17" fmla="*/ 147 h 149"/>
                <a:gd name="T18" fmla="*/ 39 w 178"/>
                <a:gd name="T19" fmla="*/ 149 h 149"/>
                <a:gd name="T20" fmla="*/ 39 w 178"/>
                <a:gd name="T21" fmla="*/ 149 h 149"/>
                <a:gd name="T22" fmla="*/ 177 w 178"/>
                <a:gd name="T23" fmla="*/ 22 h 149"/>
                <a:gd name="T24" fmla="*/ 161 w 178"/>
                <a:gd name="T25" fmla="*/ 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8" h="149">
                  <a:moveTo>
                    <a:pt x="40" y="113"/>
                  </a:moveTo>
                  <a:cubicBezTo>
                    <a:pt x="47" y="85"/>
                    <a:pt x="69" y="37"/>
                    <a:pt x="136" y="37"/>
                  </a:cubicBezTo>
                  <a:lnTo>
                    <a:pt x="137" y="37"/>
                  </a:lnTo>
                  <a:cubicBezTo>
                    <a:pt x="122" y="98"/>
                    <a:pt x="77" y="112"/>
                    <a:pt x="40" y="113"/>
                  </a:cubicBezTo>
                  <a:close/>
                  <a:moveTo>
                    <a:pt x="161" y="2"/>
                  </a:moveTo>
                  <a:cubicBezTo>
                    <a:pt x="152" y="1"/>
                    <a:pt x="144" y="0"/>
                    <a:pt x="136" y="0"/>
                  </a:cubicBezTo>
                  <a:cubicBezTo>
                    <a:pt x="70" y="0"/>
                    <a:pt x="37" y="36"/>
                    <a:pt x="20" y="65"/>
                  </a:cubicBezTo>
                  <a:cubicBezTo>
                    <a:pt x="3" y="96"/>
                    <a:pt x="1" y="127"/>
                    <a:pt x="1" y="128"/>
                  </a:cubicBezTo>
                  <a:cubicBezTo>
                    <a:pt x="0" y="137"/>
                    <a:pt x="7" y="145"/>
                    <a:pt x="16" y="147"/>
                  </a:cubicBezTo>
                  <a:cubicBezTo>
                    <a:pt x="17" y="147"/>
                    <a:pt x="26" y="149"/>
                    <a:pt x="39" y="149"/>
                  </a:cubicBezTo>
                  <a:lnTo>
                    <a:pt x="39" y="149"/>
                  </a:lnTo>
                  <a:cubicBezTo>
                    <a:pt x="76" y="149"/>
                    <a:pt x="163" y="137"/>
                    <a:pt x="177" y="22"/>
                  </a:cubicBezTo>
                  <a:cubicBezTo>
                    <a:pt x="178" y="12"/>
                    <a:pt x="171" y="3"/>
                    <a:pt x="16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6" name="Freeform 134">
              <a:extLst>
                <a:ext uri="{FF2B5EF4-FFF2-40B4-BE49-F238E27FC236}">
                  <a16:creationId xmlns:a16="http://schemas.microsoft.com/office/drawing/2014/main" id="{3B12CB64-0587-4A06-A37B-1AD7BF482C8F}"/>
                </a:ext>
              </a:extLst>
            </p:cNvPr>
            <p:cNvSpPr>
              <a:spLocks noEditPoints="1"/>
            </p:cNvSpPr>
            <p:nvPr/>
          </p:nvSpPr>
          <p:spPr bwMode="auto">
            <a:xfrm>
              <a:off x="3725864" y="358775"/>
              <a:ext cx="93663" cy="185738"/>
            </a:xfrm>
            <a:custGeom>
              <a:avLst/>
              <a:gdLst>
                <a:gd name="T0" fmla="*/ 88 w 137"/>
                <a:gd name="T1" fmla="*/ 164 h 273"/>
                <a:gd name="T2" fmla="*/ 81 w 137"/>
                <a:gd name="T3" fmla="*/ 229 h 273"/>
                <a:gd name="T4" fmla="*/ 43 w 137"/>
                <a:gd name="T5" fmla="*/ 176 h 273"/>
                <a:gd name="T6" fmla="*/ 50 w 137"/>
                <a:gd name="T7" fmla="*/ 110 h 273"/>
                <a:gd name="T8" fmla="*/ 88 w 137"/>
                <a:gd name="T9" fmla="*/ 164 h 273"/>
                <a:gd name="T10" fmla="*/ 8 w 137"/>
                <a:gd name="T11" fmla="*/ 187 h 273"/>
                <a:gd name="T12" fmla="*/ 79 w 137"/>
                <a:gd name="T13" fmla="*/ 271 h 273"/>
                <a:gd name="T14" fmla="*/ 87 w 137"/>
                <a:gd name="T15" fmla="*/ 273 h 273"/>
                <a:gd name="T16" fmla="*/ 103 w 137"/>
                <a:gd name="T17" fmla="*/ 265 h 273"/>
                <a:gd name="T18" fmla="*/ 124 w 137"/>
                <a:gd name="T19" fmla="*/ 157 h 273"/>
                <a:gd name="T20" fmla="*/ 61 w 137"/>
                <a:gd name="T21" fmla="*/ 73 h 273"/>
                <a:gd name="T22" fmla="*/ 78 w 137"/>
                <a:gd name="T23" fmla="*/ 26 h 273"/>
                <a:gd name="T24" fmla="*/ 66 w 137"/>
                <a:gd name="T25" fmla="*/ 3 h 273"/>
                <a:gd name="T26" fmla="*/ 43 w 137"/>
                <a:gd name="T27" fmla="*/ 14 h 273"/>
                <a:gd name="T28" fmla="*/ 15 w 137"/>
                <a:gd name="T29" fmla="*/ 99 h 273"/>
                <a:gd name="T30" fmla="*/ 14 w 137"/>
                <a:gd name="T31" fmla="*/ 101 h 273"/>
                <a:gd name="T32" fmla="*/ 8 w 137"/>
                <a:gd name="T33" fmla="*/ 187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273">
                  <a:moveTo>
                    <a:pt x="88" y="164"/>
                  </a:moveTo>
                  <a:cubicBezTo>
                    <a:pt x="94" y="189"/>
                    <a:pt x="87" y="214"/>
                    <a:pt x="81" y="229"/>
                  </a:cubicBezTo>
                  <a:cubicBezTo>
                    <a:pt x="68" y="219"/>
                    <a:pt x="50" y="201"/>
                    <a:pt x="43" y="176"/>
                  </a:cubicBezTo>
                  <a:cubicBezTo>
                    <a:pt x="37" y="156"/>
                    <a:pt x="39" y="133"/>
                    <a:pt x="50" y="110"/>
                  </a:cubicBezTo>
                  <a:cubicBezTo>
                    <a:pt x="71" y="125"/>
                    <a:pt x="84" y="144"/>
                    <a:pt x="88" y="164"/>
                  </a:cubicBezTo>
                  <a:close/>
                  <a:moveTo>
                    <a:pt x="8" y="187"/>
                  </a:moveTo>
                  <a:cubicBezTo>
                    <a:pt x="24" y="243"/>
                    <a:pt x="77" y="270"/>
                    <a:pt x="79" y="271"/>
                  </a:cubicBezTo>
                  <a:cubicBezTo>
                    <a:pt x="82" y="273"/>
                    <a:pt x="85" y="273"/>
                    <a:pt x="87" y="273"/>
                  </a:cubicBezTo>
                  <a:cubicBezTo>
                    <a:pt x="93" y="273"/>
                    <a:pt x="99" y="270"/>
                    <a:pt x="103" y="265"/>
                  </a:cubicBezTo>
                  <a:cubicBezTo>
                    <a:pt x="104" y="263"/>
                    <a:pt x="137" y="213"/>
                    <a:pt x="124" y="157"/>
                  </a:cubicBezTo>
                  <a:cubicBezTo>
                    <a:pt x="116" y="124"/>
                    <a:pt x="95" y="96"/>
                    <a:pt x="61" y="73"/>
                  </a:cubicBezTo>
                  <a:lnTo>
                    <a:pt x="78" y="26"/>
                  </a:lnTo>
                  <a:cubicBezTo>
                    <a:pt x="81" y="16"/>
                    <a:pt x="76" y="6"/>
                    <a:pt x="66" y="3"/>
                  </a:cubicBezTo>
                  <a:cubicBezTo>
                    <a:pt x="57" y="0"/>
                    <a:pt x="46" y="5"/>
                    <a:pt x="43" y="14"/>
                  </a:cubicBezTo>
                  <a:lnTo>
                    <a:pt x="15" y="99"/>
                  </a:lnTo>
                  <a:cubicBezTo>
                    <a:pt x="14" y="100"/>
                    <a:pt x="14" y="100"/>
                    <a:pt x="14" y="101"/>
                  </a:cubicBezTo>
                  <a:cubicBezTo>
                    <a:pt x="2" y="131"/>
                    <a:pt x="0" y="160"/>
                    <a:pt x="8"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7" name="Freeform 135">
              <a:extLst>
                <a:ext uri="{FF2B5EF4-FFF2-40B4-BE49-F238E27FC236}">
                  <a16:creationId xmlns:a16="http://schemas.microsoft.com/office/drawing/2014/main" id="{283AD32A-91A0-42ED-95C8-D28BC2CE6C84}"/>
                </a:ext>
              </a:extLst>
            </p:cNvPr>
            <p:cNvSpPr>
              <a:spLocks noEditPoints="1"/>
            </p:cNvSpPr>
            <p:nvPr/>
          </p:nvSpPr>
          <p:spPr bwMode="auto">
            <a:xfrm>
              <a:off x="3689351" y="504825"/>
              <a:ext cx="95250" cy="142875"/>
            </a:xfrm>
            <a:custGeom>
              <a:avLst/>
              <a:gdLst>
                <a:gd name="T0" fmla="*/ 52 w 139"/>
                <a:gd name="T1" fmla="*/ 45 h 209"/>
                <a:gd name="T2" fmla="*/ 91 w 139"/>
                <a:gd name="T3" fmla="*/ 100 h 209"/>
                <a:gd name="T4" fmla="*/ 83 w 139"/>
                <a:gd name="T5" fmla="*/ 165 h 209"/>
                <a:gd name="T6" fmla="*/ 45 w 139"/>
                <a:gd name="T7" fmla="*/ 112 h 209"/>
                <a:gd name="T8" fmla="*/ 52 w 139"/>
                <a:gd name="T9" fmla="*/ 45 h 209"/>
                <a:gd name="T10" fmla="*/ 82 w 139"/>
                <a:gd name="T11" fmla="*/ 207 h 209"/>
                <a:gd name="T12" fmla="*/ 90 w 139"/>
                <a:gd name="T13" fmla="*/ 209 h 209"/>
                <a:gd name="T14" fmla="*/ 105 w 139"/>
                <a:gd name="T15" fmla="*/ 201 h 209"/>
                <a:gd name="T16" fmla="*/ 126 w 139"/>
                <a:gd name="T17" fmla="*/ 92 h 209"/>
                <a:gd name="T18" fmla="*/ 55 w 139"/>
                <a:gd name="T19" fmla="*/ 3 h 209"/>
                <a:gd name="T20" fmla="*/ 41 w 139"/>
                <a:gd name="T21" fmla="*/ 2 h 209"/>
                <a:gd name="T22" fmla="*/ 30 w 139"/>
                <a:gd name="T23" fmla="*/ 10 h 209"/>
                <a:gd name="T24" fmla="*/ 11 w 139"/>
                <a:gd name="T25" fmla="*/ 122 h 209"/>
                <a:gd name="T26" fmla="*/ 82 w 139"/>
                <a:gd name="T27" fmla="*/ 20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9" h="209">
                  <a:moveTo>
                    <a:pt x="52" y="45"/>
                  </a:moveTo>
                  <a:cubicBezTo>
                    <a:pt x="73" y="61"/>
                    <a:pt x="86" y="79"/>
                    <a:pt x="91" y="100"/>
                  </a:cubicBezTo>
                  <a:cubicBezTo>
                    <a:pt x="97" y="125"/>
                    <a:pt x="90" y="149"/>
                    <a:pt x="83" y="165"/>
                  </a:cubicBezTo>
                  <a:cubicBezTo>
                    <a:pt x="70" y="155"/>
                    <a:pt x="53" y="137"/>
                    <a:pt x="45" y="112"/>
                  </a:cubicBezTo>
                  <a:cubicBezTo>
                    <a:pt x="39" y="92"/>
                    <a:pt x="42" y="69"/>
                    <a:pt x="52" y="45"/>
                  </a:cubicBezTo>
                  <a:close/>
                  <a:moveTo>
                    <a:pt x="82" y="207"/>
                  </a:moveTo>
                  <a:cubicBezTo>
                    <a:pt x="84" y="208"/>
                    <a:pt x="87" y="209"/>
                    <a:pt x="90" y="209"/>
                  </a:cubicBezTo>
                  <a:cubicBezTo>
                    <a:pt x="96" y="209"/>
                    <a:pt x="102" y="206"/>
                    <a:pt x="105" y="201"/>
                  </a:cubicBezTo>
                  <a:cubicBezTo>
                    <a:pt x="107" y="199"/>
                    <a:pt x="139" y="149"/>
                    <a:pt x="126" y="92"/>
                  </a:cubicBezTo>
                  <a:cubicBezTo>
                    <a:pt x="118" y="56"/>
                    <a:pt x="94" y="27"/>
                    <a:pt x="55" y="3"/>
                  </a:cubicBezTo>
                  <a:cubicBezTo>
                    <a:pt x="51" y="1"/>
                    <a:pt x="46" y="0"/>
                    <a:pt x="41" y="2"/>
                  </a:cubicBezTo>
                  <a:cubicBezTo>
                    <a:pt x="36" y="3"/>
                    <a:pt x="32" y="6"/>
                    <a:pt x="30" y="10"/>
                  </a:cubicBezTo>
                  <a:cubicBezTo>
                    <a:pt x="7" y="49"/>
                    <a:pt x="0" y="87"/>
                    <a:pt x="11" y="122"/>
                  </a:cubicBezTo>
                  <a:cubicBezTo>
                    <a:pt x="27" y="178"/>
                    <a:pt x="80" y="206"/>
                    <a:pt x="82"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8" name="Freeform 136">
              <a:extLst>
                <a:ext uri="{FF2B5EF4-FFF2-40B4-BE49-F238E27FC236}">
                  <a16:creationId xmlns:a16="http://schemas.microsoft.com/office/drawing/2014/main" id="{693B8893-AF31-4222-99F8-32F9CC6F0649}"/>
                </a:ext>
              </a:extLst>
            </p:cNvPr>
            <p:cNvSpPr>
              <a:spLocks noEditPoints="1"/>
            </p:cNvSpPr>
            <p:nvPr/>
          </p:nvSpPr>
          <p:spPr bwMode="auto">
            <a:xfrm>
              <a:off x="3654426" y="604838"/>
              <a:ext cx="95250" cy="144463"/>
            </a:xfrm>
            <a:custGeom>
              <a:avLst/>
              <a:gdLst>
                <a:gd name="T0" fmla="*/ 45 w 139"/>
                <a:gd name="T1" fmla="*/ 114 h 211"/>
                <a:gd name="T2" fmla="*/ 52 w 139"/>
                <a:gd name="T3" fmla="*/ 47 h 211"/>
                <a:gd name="T4" fmla="*/ 90 w 139"/>
                <a:gd name="T5" fmla="*/ 102 h 211"/>
                <a:gd name="T6" fmla="*/ 83 w 139"/>
                <a:gd name="T7" fmla="*/ 166 h 211"/>
                <a:gd name="T8" fmla="*/ 45 w 139"/>
                <a:gd name="T9" fmla="*/ 114 h 211"/>
                <a:gd name="T10" fmla="*/ 90 w 139"/>
                <a:gd name="T11" fmla="*/ 211 h 211"/>
                <a:gd name="T12" fmla="*/ 105 w 139"/>
                <a:gd name="T13" fmla="*/ 203 h 211"/>
                <a:gd name="T14" fmla="*/ 126 w 139"/>
                <a:gd name="T15" fmla="*/ 94 h 211"/>
                <a:gd name="T16" fmla="*/ 54 w 139"/>
                <a:gd name="T17" fmla="*/ 5 h 211"/>
                <a:gd name="T18" fmla="*/ 29 w 139"/>
                <a:gd name="T19" fmla="*/ 12 h 211"/>
                <a:gd name="T20" fmla="*/ 10 w 139"/>
                <a:gd name="T21" fmla="*/ 124 h 211"/>
                <a:gd name="T22" fmla="*/ 81 w 139"/>
                <a:gd name="T23" fmla="*/ 209 h 211"/>
                <a:gd name="T24" fmla="*/ 90 w 13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211">
                  <a:moveTo>
                    <a:pt x="45" y="114"/>
                  </a:moveTo>
                  <a:cubicBezTo>
                    <a:pt x="39" y="93"/>
                    <a:pt x="41" y="71"/>
                    <a:pt x="52" y="47"/>
                  </a:cubicBezTo>
                  <a:cubicBezTo>
                    <a:pt x="73" y="63"/>
                    <a:pt x="86" y="81"/>
                    <a:pt x="90" y="102"/>
                  </a:cubicBezTo>
                  <a:cubicBezTo>
                    <a:pt x="96" y="127"/>
                    <a:pt x="89" y="151"/>
                    <a:pt x="83" y="166"/>
                  </a:cubicBezTo>
                  <a:cubicBezTo>
                    <a:pt x="70" y="156"/>
                    <a:pt x="52" y="138"/>
                    <a:pt x="45" y="114"/>
                  </a:cubicBezTo>
                  <a:close/>
                  <a:moveTo>
                    <a:pt x="90" y="211"/>
                  </a:moveTo>
                  <a:cubicBezTo>
                    <a:pt x="95" y="211"/>
                    <a:pt x="101" y="208"/>
                    <a:pt x="105" y="203"/>
                  </a:cubicBezTo>
                  <a:cubicBezTo>
                    <a:pt x="106" y="201"/>
                    <a:pt x="139" y="151"/>
                    <a:pt x="126" y="94"/>
                  </a:cubicBezTo>
                  <a:cubicBezTo>
                    <a:pt x="118" y="58"/>
                    <a:pt x="94" y="28"/>
                    <a:pt x="54" y="5"/>
                  </a:cubicBezTo>
                  <a:cubicBezTo>
                    <a:pt x="46" y="0"/>
                    <a:pt x="35" y="3"/>
                    <a:pt x="29" y="12"/>
                  </a:cubicBezTo>
                  <a:cubicBezTo>
                    <a:pt x="6" y="51"/>
                    <a:pt x="0" y="89"/>
                    <a:pt x="10" y="124"/>
                  </a:cubicBezTo>
                  <a:cubicBezTo>
                    <a:pt x="26" y="180"/>
                    <a:pt x="79" y="208"/>
                    <a:pt x="81" y="209"/>
                  </a:cubicBezTo>
                  <a:cubicBezTo>
                    <a:pt x="84" y="210"/>
                    <a:pt x="87" y="211"/>
                    <a:pt x="90" y="2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59" name="Alarm3" descr="{&quot;Key&quot;:&quot;POWER_USER_SHAPE_ICON&quot;,&quot;Value&quot;:&quot;POWER_USER_SHAPE_ICON_STYLE_1&quot;}">
            <a:extLst>
              <a:ext uri="{FF2B5EF4-FFF2-40B4-BE49-F238E27FC236}">
                <a16:creationId xmlns:a16="http://schemas.microsoft.com/office/drawing/2014/main" id="{9C75EF86-2EDD-400B-8D0A-DB6F44703F79}"/>
              </a:ext>
            </a:extLst>
          </p:cNvPr>
          <p:cNvGrpSpPr>
            <a:grpSpLocks noChangeAspect="1"/>
          </p:cNvGrpSpPr>
          <p:nvPr/>
        </p:nvGrpSpPr>
        <p:grpSpPr>
          <a:xfrm>
            <a:off x="683565" y="4119058"/>
            <a:ext cx="531115" cy="448698"/>
            <a:chOff x="6639646" y="3454741"/>
            <a:chExt cx="489352" cy="413416"/>
          </a:xfrm>
          <a:solidFill>
            <a:schemeClr val="lt1"/>
          </a:solidFill>
        </p:grpSpPr>
        <p:sp>
          <p:nvSpPr>
            <p:cNvPr id="260" name="Freeform 699">
              <a:extLst>
                <a:ext uri="{FF2B5EF4-FFF2-40B4-BE49-F238E27FC236}">
                  <a16:creationId xmlns:a16="http://schemas.microsoft.com/office/drawing/2014/main" id="{A982E450-10E8-4E08-B614-783D9563DB6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1" name="Freeform 700">
              <a:extLst>
                <a:ext uri="{FF2B5EF4-FFF2-40B4-BE49-F238E27FC236}">
                  <a16:creationId xmlns:a16="http://schemas.microsoft.com/office/drawing/2014/main" id="{80873B38-9430-423A-B60A-EB47FD2F55AD}"/>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2" name="Freeform 701">
              <a:extLst>
                <a:ext uri="{FF2B5EF4-FFF2-40B4-BE49-F238E27FC236}">
                  <a16:creationId xmlns:a16="http://schemas.microsoft.com/office/drawing/2014/main" id="{A0F4070F-CC4F-4F07-AB0D-51FE9743B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3" name="Freeform 702">
              <a:extLst>
                <a:ext uri="{FF2B5EF4-FFF2-40B4-BE49-F238E27FC236}">
                  <a16:creationId xmlns:a16="http://schemas.microsoft.com/office/drawing/2014/main" id="{2D05B647-B227-4E77-9A07-16917B42F291}"/>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4" name="Freeform 703">
              <a:extLst>
                <a:ext uri="{FF2B5EF4-FFF2-40B4-BE49-F238E27FC236}">
                  <a16:creationId xmlns:a16="http://schemas.microsoft.com/office/drawing/2014/main" id="{2FCA5495-4688-4F01-A661-4FD8DE57FBF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5" name="Freeform 704">
              <a:extLst>
                <a:ext uri="{FF2B5EF4-FFF2-40B4-BE49-F238E27FC236}">
                  <a16:creationId xmlns:a16="http://schemas.microsoft.com/office/drawing/2014/main" id="{3788E81D-73F0-4F11-A1DC-232041CD8C13}"/>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6" name="Freeform 705">
              <a:extLst>
                <a:ext uri="{FF2B5EF4-FFF2-40B4-BE49-F238E27FC236}">
                  <a16:creationId xmlns:a16="http://schemas.microsoft.com/office/drawing/2014/main" id="{1B5DC8B3-F6E0-4FE1-BE88-B188AC98E5F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7" name="Freeform 706">
              <a:extLst>
                <a:ext uri="{FF2B5EF4-FFF2-40B4-BE49-F238E27FC236}">
                  <a16:creationId xmlns:a16="http://schemas.microsoft.com/office/drawing/2014/main" id="{3276E56D-4408-4B5D-B390-104DEB302BE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8" name="Freeform 707">
              <a:extLst>
                <a:ext uri="{FF2B5EF4-FFF2-40B4-BE49-F238E27FC236}">
                  <a16:creationId xmlns:a16="http://schemas.microsoft.com/office/drawing/2014/main" id="{AE6B7212-8CCE-4F90-B318-CB59A87E14F4}"/>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9" name="Freeform 708">
              <a:extLst>
                <a:ext uri="{FF2B5EF4-FFF2-40B4-BE49-F238E27FC236}">
                  <a16:creationId xmlns:a16="http://schemas.microsoft.com/office/drawing/2014/main" id="{FA19F873-9864-47F0-8B66-A0B59261F2E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0" name="Freeform 709">
              <a:extLst>
                <a:ext uri="{FF2B5EF4-FFF2-40B4-BE49-F238E27FC236}">
                  <a16:creationId xmlns:a16="http://schemas.microsoft.com/office/drawing/2014/main" id="{5BED66F5-DE54-41E2-8817-978E413997D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1" name="Freeform 710">
              <a:extLst>
                <a:ext uri="{FF2B5EF4-FFF2-40B4-BE49-F238E27FC236}">
                  <a16:creationId xmlns:a16="http://schemas.microsoft.com/office/drawing/2014/main" id="{B66484FB-B14F-458D-8F08-4BA9D9541E55}"/>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2" name="Freeform 711">
              <a:extLst>
                <a:ext uri="{FF2B5EF4-FFF2-40B4-BE49-F238E27FC236}">
                  <a16:creationId xmlns:a16="http://schemas.microsoft.com/office/drawing/2014/main" id="{F53066F9-EAC5-494D-938D-5BF38E13CA20}"/>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3" name="Freeform 712">
              <a:extLst>
                <a:ext uri="{FF2B5EF4-FFF2-40B4-BE49-F238E27FC236}">
                  <a16:creationId xmlns:a16="http://schemas.microsoft.com/office/drawing/2014/main" id="{09825D27-AF1C-4484-BD8E-6BA2517045CC}"/>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74" name="Analytics20" descr="{&quot;Key&quot;:&quot;POWER_USER_SHAPE_ICON&quot;,&quot;Value&quot;:&quot;POWER_USER_SHAPE_ICON_STYLE_1&quot;}">
            <a:extLst>
              <a:ext uri="{FF2B5EF4-FFF2-40B4-BE49-F238E27FC236}">
                <a16:creationId xmlns:a16="http://schemas.microsoft.com/office/drawing/2014/main" id="{8465F85D-E90A-48E2-84FA-222885365EE7}"/>
              </a:ext>
            </a:extLst>
          </p:cNvPr>
          <p:cNvGrpSpPr>
            <a:grpSpLocks noChangeAspect="1"/>
          </p:cNvGrpSpPr>
          <p:nvPr/>
        </p:nvGrpSpPr>
        <p:grpSpPr>
          <a:xfrm>
            <a:off x="699369" y="5197229"/>
            <a:ext cx="421680" cy="448698"/>
            <a:chOff x="4365625" y="5802313"/>
            <a:chExt cx="693738" cy="738188"/>
          </a:xfrm>
        </p:grpSpPr>
        <p:sp>
          <p:nvSpPr>
            <p:cNvPr id="275" name="Line 320">
              <a:extLst>
                <a:ext uri="{FF2B5EF4-FFF2-40B4-BE49-F238E27FC236}">
                  <a16:creationId xmlns:a16="http://schemas.microsoft.com/office/drawing/2014/main" id="{90973C9C-0B80-49F3-8455-E6DF83ADC891}"/>
                </a:ext>
              </a:extLst>
            </p:cNvPr>
            <p:cNvSpPr>
              <a:spLocks noChangeShapeType="1"/>
            </p:cNvSpPr>
            <p:nvPr/>
          </p:nvSpPr>
          <p:spPr bwMode="auto">
            <a:xfrm flipV="1">
              <a:off x="4611688" y="6370638"/>
              <a:ext cx="0" cy="16986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6" name="Line 321">
              <a:extLst>
                <a:ext uri="{FF2B5EF4-FFF2-40B4-BE49-F238E27FC236}">
                  <a16:creationId xmlns:a16="http://schemas.microsoft.com/office/drawing/2014/main" id="{451562E0-43EE-4BED-B554-01C544FA73A6}"/>
                </a:ext>
              </a:extLst>
            </p:cNvPr>
            <p:cNvSpPr>
              <a:spLocks noChangeShapeType="1"/>
            </p:cNvSpPr>
            <p:nvPr/>
          </p:nvSpPr>
          <p:spPr bwMode="auto">
            <a:xfrm>
              <a:off x="4892675" y="6418263"/>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7" name="Freeform 322">
              <a:extLst>
                <a:ext uri="{FF2B5EF4-FFF2-40B4-BE49-F238E27FC236}">
                  <a16:creationId xmlns:a16="http://schemas.microsoft.com/office/drawing/2014/main" id="{8F63C689-386E-4CE5-805A-2937517E2C1C}"/>
                </a:ext>
              </a:extLst>
            </p:cNvPr>
            <p:cNvSpPr>
              <a:spLocks/>
            </p:cNvSpPr>
            <p:nvPr/>
          </p:nvSpPr>
          <p:spPr bwMode="auto">
            <a:xfrm>
              <a:off x="4437063" y="6249988"/>
              <a:ext cx="255588" cy="120650"/>
            </a:xfrm>
            <a:custGeom>
              <a:avLst/>
              <a:gdLst>
                <a:gd name="T0" fmla="*/ 0 w 341"/>
                <a:gd name="T1" fmla="*/ 109 h 160"/>
                <a:gd name="T2" fmla="*/ 37 w 341"/>
                <a:gd name="T3" fmla="*/ 154 h 160"/>
                <a:gd name="T4" fmla="*/ 176 w 341"/>
                <a:gd name="T5" fmla="*/ 160 h 160"/>
                <a:gd name="T6" fmla="*/ 296 w 341"/>
                <a:gd name="T7" fmla="*/ 154 h 160"/>
                <a:gd name="T8" fmla="*/ 341 w 341"/>
                <a:gd name="T9" fmla="*/ 115 h 160"/>
                <a:gd name="T10" fmla="*/ 341 w 341"/>
                <a:gd name="T11" fmla="*/ 0 h 160"/>
              </a:gdLst>
              <a:ahLst/>
              <a:cxnLst>
                <a:cxn ang="0">
                  <a:pos x="T0" y="T1"/>
                </a:cxn>
                <a:cxn ang="0">
                  <a:pos x="T2" y="T3"/>
                </a:cxn>
                <a:cxn ang="0">
                  <a:pos x="T4" y="T5"/>
                </a:cxn>
                <a:cxn ang="0">
                  <a:pos x="T6" y="T7"/>
                </a:cxn>
                <a:cxn ang="0">
                  <a:pos x="T8" y="T9"/>
                </a:cxn>
                <a:cxn ang="0">
                  <a:pos x="T10" y="T11"/>
                </a:cxn>
              </a:cxnLst>
              <a:rect l="0" t="0" r="r" b="b"/>
              <a:pathLst>
                <a:path w="341" h="160">
                  <a:moveTo>
                    <a:pt x="0" y="109"/>
                  </a:moveTo>
                  <a:cubicBezTo>
                    <a:pt x="0" y="131"/>
                    <a:pt x="16" y="151"/>
                    <a:pt x="37" y="154"/>
                  </a:cubicBezTo>
                  <a:cubicBezTo>
                    <a:pt x="85" y="158"/>
                    <a:pt x="130" y="160"/>
                    <a:pt x="176" y="160"/>
                  </a:cubicBezTo>
                  <a:cubicBezTo>
                    <a:pt x="222" y="160"/>
                    <a:pt x="248" y="159"/>
                    <a:pt x="296" y="154"/>
                  </a:cubicBezTo>
                  <a:cubicBezTo>
                    <a:pt x="318" y="151"/>
                    <a:pt x="341" y="137"/>
                    <a:pt x="341" y="115"/>
                  </a:cubicBezTo>
                  <a:lnTo>
                    <a:pt x="341"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8" name="Line 323">
              <a:extLst>
                <a:ext uri="{FF2B5EF4-FFF2-40B4-BE49-F238E27FC236}">
                  <a16:creationId xmlns:a16="http://schemas.microsoft.com/office/drawing/2014/main" id="{95AA381C-B442-44B8-A34E-3AA01DDDCD13}"/>
                </a:ext>
              </a:extLst>
            </p:cNvPr>
            <p:cNvSpPr>
              <a:spLocks noChangeShapeType="1"/>
            </p:cNvSpPr>
            <p:nvPr/>
          </p:nvSpPr>
          <p:spPr bwMode="auto">
            <a:xfrm>
              <a:off x="4537075" y="6332538"/>
              <a:ext cx="5397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9" name="Line 324">
              <a:extLst>
                <a:ext uri="{FF2B5EF4-FFF2-40B4-BE49-F238E27FC236}">
                  <a16:creationId xmlns:a16="http://schemas.microsoft.com/office/drawing/2014/main" id="{76B6B2A3-1A11-416C-A0B6-B0AF9831FC48}"/>
                </a:ext>
              </a:extLst>
            </p:cNvPr>
            <p:cNvSpPr>
              <a:spLocks noChangeShapeType="1"/>
            </p:cNvSpPr>
            <p:nvPr/>
          </p:nvSpPr>
          <p:spPr bwMode="auto">
            <a:xfrm>
              <a:off x="4479925" y="6292850"/>
              <a:ext cx="21272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0" name="Line 325">
              <a:extLst>
                <a:ext uri="{FF2B5EF4-FFF2-40B4-BE49-F238E27FC236}">
                  <a16:creationId xmlns:a16="http://schemas.microsoft.com/office/drawing/2014/main" id="{4D6211F3-6442-4483-BC08-8CAD3571C579}"/>
                </a:ext>
              </a:extLst>
            </p:cNvPr>
            <p:cNvSpPr>
              <a:spLocks noChangeShapeType="1"/>
            </p:cNvSpPr>
            <p:nvPr/>
          </p:nvSpPr>
          <p:spPr bwMode="auto">
            <a:xfrm>
              <a:off x="4437063" y="5999163"/>
              <a:ext cx="25558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1" name="Oval 326">
              <a:extLst>
                <a:ext uri="{FF2B5EF4-FFF2-40B4-BE49-F238E27FC236}">
                  <a16:creationId xmlns:a16="http://schemas.microsoft.com/office/drawing/2014/main" id="{AD397355-E713-437B-9ED6-AD889CB949D9}"/>
                </a:ext>
              </a:extLst>
            </p:cNvPr>
            <p:cNvSpPr>
              <a:spLocks noChangeArrowheads="1"/>
            </p:cNvSpPr>
            <p:nvPr/>
          </p:nvSpPr>
          <p:spPr bwMode="auto">
            <a:xfrm>
              <a:off x="4652963" y="6151563"/>
              <a:ext cx="76200" cy="9842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2" name="Freeform 327">
              <a:extLst>
                <a:ext uri="{FF2B5EF4-FFF2-40B4-BE49-F238E27FC236}">
                  <a16:creationId xmlns:a16="http://schemas.microsoft.com/office/drawing/2014/main" id="{627EDCCE-F4B1-47EA-8116-EEB8DB491248}"/>
                </a:ext>
              </a:extLst>
            </p:cNvPr>
            <p:cNvSpPr>
              <a:spLocks/>
            </p:cNvSpPr>
            <p:nvPr/>
          </p:nvSpPr>
          <p:spPr bwMode="auto">
            <a:xfrm>
              <a:off x="4365625" y="6115050"/>
              <a:ext cx="130175" cy="220663"/>
            </a:xfrm>
            <a:custGeom>
              <a:avLst/>
              <a:gdLst>
                <a:gd name="T0" fmla="*/ 67 w 173"/>
                <a:gd name="T1" fmla="*/ 293 h 294"/>
                <a:gd name="T2" fmla="*/ 163 w 173"/>
                <a:gd name="T3" fmla="*/ 143 h 294"/>
                <a:gd name="T4" fmla="*/ 55 w 173"/>
                <a:gd name="T5" fmla="*/ 4 h 294"/>
                <a:gd name="T6" fmla="*/ 15 w 173"/>
                <a:gd name="T7" fmla="*/ 32 h 294"/>
                <a:gd name="T8" fmla="*/ 1 w 173"/>
                <a:gd name="T9" fmla="*/ 141 h 294"/>
                <a:gd name="T10" fmla="*/ 27 w 173"/>
                <a:gd name="T11" fmla="*/ 267 h 294"/>
                <a:gd name="T12" fmla="*/ 67 w 173"/>
                <a:gd name="T13" fmla="*/ 293 h 294"/>
              </a:gdLst>
              <a:ahLst/>
              <a:cxnLst>
                <a:cxn ang="0">
                  <a:pos x="T0" y="T1"/>
                </a:cxn>
                <a:cxn ang="0">
                  <a:pos x="T2" y="T3"/>
                </a:cxn>
                <a:cxn ang="0">
                  <a:pos x="T4" y="T5"/>
                </a:cxn>
                <a:cxn ang="0">
                  <a:pos x="T6" y="T7"/>
                </a:cxn>
                <a:cxn ang="0">
                  <a:pos x="T8" y="T9"/>
                </a:cxn>
                <a:cxn ang="0">
                  <a:pos x="T10" y="T11"/>
                </a:cxn>
                <a:cxn ang="0">
                  <a:pos x="T12" y="T13"/>
                </a:cxn>
              </a:cxnLst>
              <a:rect l="0" t="0" r="r" b="b"/>
              <a:pathLst>
                <a:path w="173" h="294">
                  <a:moveTo>
                    <a:pt x="67" y="293"/>
                  </a:moveTo>
                  <a:cubicBezTo>
                    <a:pt x="127" y="294"/>
                    <a:pt x="173" y="238"/>
                    <a:pt x="163" y="143"/>
                  </a:cubicBezTo>
                  <a:cubicBezTo>
                    <a:pt x="149" y="3"/>
                    <a:pt x="85" y="0"/>
                    <a:pt x="55" y="4"/>
                  </a:cubicBezTo>
                  <a:cubicBezTo>
                    <a:pt x="36" y="7"/>
                    <a:pt x="23" y="16"/>
                    <a:pt x="15" y="32"/>
                  </a:cubicBezTo>
                  <a:cubicBezTo>
                    <a:pt x="2" y="56"/>
                    <a:pt x="0" y="94"/>
                    <a:pt x="1" y="141"/>
                  </a:cubicBezTo>
                  <a:cubicBezTo>
                    <a:pt x="2" y="191"/>
                    <a:pt x="12" y="240"/>
                    <a:pt x="27" y="267"/>
                  </a:cubicBezTo>
                  <a:cubicBezTo>
                    <a:pt x="38" y="289"/>
                    <a:pt x="54" y="293"/>
                    <a:pt x="67" y="29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3" name="Freeform 328">
              <a:extLst>
                <a:ext uri="{FF2B5EF4-FFF2-40B4-BE49-F238E27FC236}">
                  <a16:creationId xmlns:a16="http://schemas.microsoft.com/office/drawing/2014/main" id="{55A808A9-5D53-4706-B939-72C4C601AB70}"/>
                </a:ext>
              </a:extLst>
            </p:cNvPr>
            <p:cNvSpPr>
              <a:spLocks/>
            </p:cNvSpPr>
            <p:nvPr/>
          </p:nvSpPr>
          <p:spPr bwMode="auto">
            <a:xfrm>
              <a:off x="4437063" y="5932488"/>
              <a:ext cx="255588" cy="219075"/>
            </a:xfrm>
            <a:custGeom>
              <a:avLst/>
              <a:gdLst>
                <a:gd name="T0" fmla="*/ 0 w 341"/>
                <a:gd name="T1" fmla="*/ 249 h 291"/>
                <a:gd name="T2" fmla="*/ 0 w 341"/>
                <a:gd name="T3" fmla="*/ 50 h 291"/>
                <a:gd name="T4" fmla="*/ 60 w 341"/>
                <a:gd name="T5" fmla="*/ 5 h 291"/>
                <a:gd name="T6" fmla="*/ 180 w 341"/>
                <a:gd name="T7" fmla="*/ 0 h 291"/>
                <a:gd name="T8" fmla="*/ 301 w 341"/>
                <a:gd name="T9" fmla="*/ 7 h 291"/>
                <a:gd name="T10" fmla="*/ 341 w 341"/>
                <a:gd name="T11" fmla="*/ 52 h 291"/>
                <a:gd name="T12" fmla="*/ 341 w 341"/>
                <a:gd name="T13" fmla="*/ 291 h 291"/>
              </a:gdLst>
              <a:ahLst/>
              <a:cxnLst>
                <a:cxn ang="0">
                  <a:pos x="T0" y="T1"/>
                </a:cxn>
                <a:cxn ang="0">
                  <a:pos x="T2" y="T3"/>
                </a:cxn>
                <a:cxn ang="0">
                  <a:pos x="T4" y="T5"/>
                </a:cxn>
                <a:cxn ang="0">
                  <a:pos x="T6" y="T7"/>
                </a:cxn>
                <a:cxn ang="0">
                  <a:pos x="T8" y="T9"/>
                </a:cxn>
                <a:cxn ang="0">
                  <a:pos x="T10" y="T11"/>
                </a:cxn>
                <a:cxn ang="0">
                  <a:pos x="T12" y="T13"/>
                </a:cxn>
              </a:cxnLst>
              <a:rect l="0" t="0" r="r" b="b"/>
              <a:pathLst>
                <a:path w="341" h="291">
                  <a:moveTo>
                    <a:pt x="0" y="249"/>
                  </a:moveTo>
                  <a:lnTo>
                    <a:pt x="0" y="50"/>
                  </a:lnTo>
                  <a:cubicBezTo>
                    <a:pt x="0" y="32"/>
                    <a:pt x="16" y="8"/>
                    <a:pt x="60" y="5"/>
                  </a:cubicBezTo>
                  <a:cubicBezTo>
                    <a:pt x="103" y="2"/>
                    <a:pt x="135" y="0"/>
                    <a:pt x="180" y="0"/>
                  </a:cubicBezTo>
                  <a:cubicBezTo>
                    <a:pt x="219" y="0"/>
                    <a:pt x="257" y="3"/>
                    <a:pt x="301" y="7"/>
                  </a:cubicBezTo>
                  <a:cubicBezTo>
                    <a:pt x="333" y="12"/>
                    <a:pt x="341" y="41"/>
                    <a:pt x="341" y="52"/>
                  </a:cubicBezTo>
                  <a:lnTo>
                    <a:pt x="341" y="291"/>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4" name="Line 329">
              <a:extLst>
                <a:ext uri="{FF2B5EF4-FFF2-40B4-BE49-F238E27FC236}">
                  <a16:creationId xmlns:a16="http://schemas.microsoft.com/office/drawing/2014/main" id="{FBA47CF9-76A4-483D-A5B8-D24CF985EB10}"/>
                </a:ext>
              </a:extLst>
            </p:cNvPr>
            <p:cNvSpPr>
              <a:spLocks noChangeShapeType="1"/>
            </p:cNvSpPr>
            <p:nvPr/>
          </p:nvSpPr>
          <p:spPr bwMode="auto">
            <a:xfrm>
              <a:off x="4557713" y="5965825"/>
              <a:ext cx="14288"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5" name="Line 330">
              <a:extLst>
                <a:ext uri="{FF2B5EF4-FFF2-40B4-BE49-F238E27FC236}">
                  <a16:creationId xmlns:a16="http://schemas.microsoft.com/office/drawing/2014/main" id="{569856AE-6767-40F8-87C9-6F59062BEF4B}"/>
                </a:ext>
              </a:extLst>
            </p:cNvPr>
            <p:cNvSpPr>
              <a:spLocks noChangeShapeType="1"/>
            </p:cNvSpPr>
            <p:nvPr/>
          </p:nvSpPr>
          <p:spPr bwMode="auto">
            <a:xfrm>
              <a:off x="4529138" y="6132513"/>
              <a:ext cx="0" cy="936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6" name="Line 331">
              <a:extLst>
                <a:ext uri="{FF2B5EF4-FFF2-40B4-BE49-F238E27FC236}">
                  <a16:creationId xmlns:a16="http://schemas.microsoft.com/office/drawing/2014/main" id="{13447CD1-4E3E-4CC6-B9E4-26ED81267BD7}"/>
                </a:ext>
              </a:extLst>
            </p:cNvPr>
            <p:cNvSpPr>
              <a:spLocks noChangeShapeType="1"/>
            </p:cNvSpPr>
            <p:nvPr/>
          </p:nvSpPr>
          <p:spPr bwMode="auto">
            <a:xfrm>
              <a:off x="4614863" y="6084888"/>
              <a:ext cx="0" cy="1412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7" name="Line 332">
              <a:extLst>
                <a:ext uri="{FF2B5EF4-FFF2-40B4-BE49-F238E27FC236}">
                  <a16:creationId xmlns:a16="http://schemas.microsoft.com/office/drawing/2014/main" id="{B7874FDF-5E84-4243-B685-9F26D06580D1}"/>
                </a:ext>
              </a:extLst>
            </p:cNvPr>
            <p:cNvSpPr>
              <a:spLocks noChangeShapeType="1"/>
            </p:cNvSpPr>
            <p:nvPr/>
          </p:nvSpPr>
          <p:spPr bwMode="auto">
            <a:xfrm>
              <a:off x="4572000" y="6178550"/>
              <a:ext cx="0" cy="476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8" name="Freeform 333">
              <a:extLst>
                <a:ext uri="{FF2B5EF4-FFF2-40B4-BE49-F238E27FC236}">
                  <a16:creationId xmlns:a16="http://schemas.microsoft.com/office/drawing/2014/main" id="{394E93E4-FE5F-477C-8A68-D708D596E65C}"/>
                </a:ext>
              </a:extLst>
            </p:cNvPr>
            <p:cNvSpPr>
              <a:spLocks/>
            </p:cNvSpPr>
            <p:nvPr/>
          </p:nvSpPr>
          <p:spPr bwMode="auto">
            <a:xfrm>
              <a:off x="4729163" y="6199188"/>
              <a:ext cx="330200" cy="341313"/>
            </a:xfrm>
            <a:custGeom>
              <a:avLst/>
              <a:gdLst>
                <a:gd name="T0" fmla="*/ 439 w 439"/>
                <a:gd name="T1" fmla="*/ 453 h 453"/>
                <a:gd name="T2" fmla="*/ 439 w 439"/>
                <a:gd name="T3" fmla="*/ 270 h 453"/>
                <a:gd name="T4" fmla="*/ 222 w 439"/>
                <a:gd name="T5" fmla="*/ 0 h 453"/>
                <a:gd name="T6" fmla="*/ 90 w 439"/>
                <a:gd name="T7" fmla="*/ 97 h 453"/>
                <a:gd name="T8" fmla="*/ 0 w 439"/>
                <a:gd name="T9" fmla="*/ 9 h 453"/>
              </a:gdLst>
              <a:ahLst/>
              <a:cxnLst>
                <a:cxn ang="0">
                  <a:pos x="T0" y="T1"/>
                </a:cxn>
                <a:cxn ang="0">
                  <a:pos x="T2" y="T3"/>
                </a:cxn>
                <a:cxn ang="0">
                  <a:pos x="T4" y="T5"/>
                </a:cxn>
                <a:cxn ang="0">
                  <a:pos x="T6" y="T7"/>
                </a:cxn>
                <a:cxn ang="0">
                  <a:pos x="T8" y="T9"/>
                </a:cxn>
              </a:cxnLst>
              <a:rect l="0" t="0" r="r" b="b"/>
              <a:pathLst>
                <a:path w="439" h="453">
                  <a:moveTo>
                    <a:pt x="439" y="453"/>
                  </a:moveTo>
                  <a:lnTo>
                    <a:pt x="439" y="270"/>
                  </a:lnTo>
                  <a:cubicBezTo>
                    <a:pt x="435" y="100"/>
                    <a:pt x="364" y="26"/>
                    <a:pt x="222" y="0"/>
                  </a:cubicBezTo>
                  <a:lnTo>
                    <a:pt x="90" y="97"/>
                  </a:lnTo>
                  <a:lnTo>
                    <a:pt x="0" y="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9" name="Freeform 334">
              <a:extLst>
                <a:ext uri="{FF2B5EF4-FFF2-40B4-BE49-F238E27FC236}">
                  <a16:creationId xmlns:a16="http://schemas.microsoft.com/office/drawing/2014/main" id="{2CF9FDB9-6DAF-4916-9549-4F88FCCCFF27}"/>
                </a:ext>
              </a:extLst>
            </p:cNvPr>
            <p:cNvSpPr>
              <a:spLocks/>
            </p:cNvSpPr>
            <p:nvPr/>
          </p:nvSpPr>
          <p:spPr bwMode="auto">
            <a:xfrm>
              <a:off x="4646613" y="5802313"/>
              <a:ext cx="339725" cy="344488"/>
            </a:xfrm>
            <a:custGeom>
              <a:avLst/>
              <a:gdLst>
                <a:gd name="T0" fmla="*/ 0 w 452"/>
                <a:gd name="T1" fmla="*/ 178 h 457"/>
                <a:gd name="T2" fmla="*/ 223 w 452"/>
                <a:gd name="T3" fmla="*/ 0 h 457"/>
                <a:gd name="T4" fmla="*/ 452 w 452"/>
                <a:gd name="T5" fmla="*/ 228 h 457"/>
                <a:gd name="T6" fmla="*/ 223 w 452"/>
                <a:gd name="T7" fmla="*/ 457 h 457"/>
                <a:gd name="T8" fmla="*/ 62 w 452"/>
                <a:gd name="T9" fmla="*/ 390 h 457"/>
              </a:gdLst>
              <a:ahLst/>
              <a:cxnLst>
                <a:cxn ang="0">
                  <a:pos x="T0" y="T1"/>
                </a:cxn>
                <a:cxn ang="0">
                  <a:pos x="T2" y="T3"/>
                </a:cxn>
                <a:cxn ang="0">
                  <a:pos x="T4" y="T5"/>
                </a:cxn>
                <a:cxn ang="0">
                  <a:pos x="T6" y="T7"/>
                </a:cxn>
                <a:cxn ang="0">
                  <a:pos x="T8" y="T9"/>
                </a:cxn>
              </a:cxnLst>
              <a:rect l="0" t="0" r="r" b="b"/>
              <a:pathLst>
                <a:path w="452" h="457">
                  <a:moveTo>
                    <a:pt x="0" y="178"/>
                  </a:moveTo>
                  <a:cubicBezTo>
                    <a:pt x="23" y="76"/>
                    <a:pt x="114" y="0"/>
                    <a:pt x="223" y="0"/>
                  </a:cubicBezTo>
                  <a:cubicBezTo>
                    <a:pt x="350" y="0"/>
                    <a:pt x="452" y="102"/>
                    <a:pt x="452" y="228"/>
                  </a:cubicBezTo>
                  <a:cubicBezTo>
                    <a:pt x="452" y="355"/>
                    <a:pt x="350" y="457"/>
                    <a:pt x="223" y="457"/>
                  </a:cubicBezTo>
                  <a:cubicBezTo>
                    <a:pt x="160" y="457"/>
                    <a:pt x="103" y="431"/>
                    <a:pt x="62" y="39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09" name="Hero2" descr="{&quot;Key&quot;:&quot;POWER_USER_SHAPE_ICON&quot;,&quot;Value&quot;:&quot;POWER_USER_SHAPE_ICON_STYLE_1&quot;}">
            <a:extLst>
              <a:ext uri="{FF2B5EF4-FFF2-40B4-BE49-F238E27FC236}">
                <a16:creationId xmlns:a16="http://schemas.microsoft.com/office/drawing/2014/main" id="{1D2CD1B6-07B7-411C-B014-EBA1EFF6A48F}"/>
              </a:ext>
            </a:extLst>
          </p:cNvPr>
          <p:cNvGrpSpPr>
            <a:grpSpLocks noChangeAspect="1"/>
          </p:cNvGrpSpPr>
          <p:nvPr/>
        </p:nvGrpSpPr>
        <p:grpSpPr>
          <a:xfrm>
            <a:off x="5442042" y="3445434"/>
            <a:ext cx="1330104" cy="1316868"/>
            <a:chOff x="2319338" y="1630363"/>
            <a:chExt cx="638175" cy="631825"/>
          </a:xfrm>
          <a:solidFill>
            <a:srgbClr val="7F7F7F"/>
          </a:solidFill>
        </p:grpSpPr>
        <p:sp>
          <p:nvSpPr>
            <p:cNvPr id="310" name="Freeform 108">
              <a:extLst>
                <a:ext uri="{FF2B5EF4-FFF2-40B4-BE49-F238E27FC236}">
                  <a16:creationId xmlns:a16="http://schemas.microsoft.com/office/drawing/2014/main" id="{E83202AF-CE95-4508-B579-769378D0247D}"/>
                </a:ext>
              </a:extLst>
            </p:cNvPr>
            <p:cNvSpPr>
              <a:spLocks noEditPoints="1"/>
            </p:cNvSpPr>
            <p:nvPr/>
          </p:nvSpPr>
          <p:spPr bwMode="auto">
            <a:xfrm>
              <a:off x="2505075" y="1701801"/>
              <a:ext cx="112713" cy="112713"/>
            </a:xfrm>
            <a:custGeom>
              <a:avLst/>
              <a:gdLst>
                <a:gd name="T0" fmla="*/ 94 w 188"/>
                <a:gd name="T1" fmla="*/ 33 h 189"/>
                <a:gd name="T2" fmla="*/ 155 w 188"/>
                <a:gd name="T3" fmla="*/ 94 h 189"/>
                <a:gd name="T4" fmla="*/ 94 w 188"/>
                <a:gd name="T5" fmla="*/ 155 h 189"/>
                <a:gd name="T6" fmla="*/ 33 w 188"/>
                <a:gd name="T7" fmla="*/ 94 h 189"/>
                <a:gd name="T8" fmla="*/ 94 w 188"/>
                <a:gd name="T9" fmla="*/ 33 h 189"/>
                <a:gd name="T10" fmla="*/ 94 w 188"/>
                <a:gd name="T11" fmla="*/ 189 h 189"/>
                <a:gd name="T12" fmla="*/ 188 w 188"/>
                <a:gd name="T13" fmla="*/ 94 h 189"/>
                <a:gd name="T14" fmla="*/ 94 w 188"/>
                <a:gd name="T15" fmla="*/ 0 h 189"/>
                <a:gd name="T16" fmla="*/ 0 w 188"/>
                <a:gd name="T17" fmla="*/ 94 h 189"/>
                <a:gd name="T18" fmla="*/ 94 w 188"/>
                <a:gd name="T19"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9">
                  <a:moveTo>
                    <a:pt x="94" y="33"/>
                  </a:moveTo>
                  <a:cubicBezTo>
                    <a:pt x="128" y="33"/>
                    <a:pt x="155" y="61"/>
                    <a:pt x="155" y="94"/>
                  </a:cubicBezTo>
                  <a:cubicBezTo>
                    <a:pt x="155" y="128"/>
                    <a:pt x="128" y="155"/>
                    <a:pt x="94" y="155"/>
                  </a:cubicBezTo>
                  <a:cubicBezTo>
                    <a:pt x="60" y="155"/>
                    <a:pt x="33" y="128"/>
                    <a:pt x="33" y="94"/>
                  </a:cubicBezTo>
                  <a:cubicBezTo>
                    <a:pt x="33" y="61"/>
                    <a:pt x="60" y="33"/>
                    <a:pt x="94" y="33"/>
                  </a:cubicBezTo>
                  <a:close/>
                  <a:moveTo>
                    <a:pt x="94" y="189"/>
                  </a:moveTo>
                  <a:cubicBezTo>
                    <a:pt x="146" y="189"/>
                    <a:pt x="188" y="146"/>
                    <a:pt x="188" y="94"/>
                  </a:cubicBezTo>
                  <a:cubicBezTo>
                    <a:pt x="188" y="42"/>
                    <a:pt x="146" y="0"/>
                    <a:pt x="94" y="0"/>
                  </a:cubicBezTo>
                  <a:cubicBezTo>
                    <a:pt x="42" y="0"/>
                    <a:pt x="0" y="42"/>
                    <a:pt x="0" y="94"/>
                  </a:cubicBezTo>
                  <a:cubicBezTo>
                    <a:pt x="0" y="146"/>
                    <a:pt x="42" y="189"/>
                    <a:pt x="94" y="1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11" name="Freeform 109">
              <a:extLst>
                <a:ext uri="{FF2B5EF4-FFF2-40B4-BE49-F238E27FC236}">
                  <a16:creationId xmlns:a16="http://schemas.microsoft.com/office/drawing/2014/main" id="{3EBE18FD-029A-497A-937C-41151139F7B0}"/>
                </a:ext>
              </a:extLst>
            </p:cNvPr>
            <p:cNvSpPr>
              <a:spLocks noEditPoints="1"/>
            </p:cNvSpPr>
            <p:nvPr/>
          </p:nvSpPr>
          <p:spPr bwMode="auto">
            <a:xfrm>
              <a:off x="2319338" y="1630363"/>
              <a:ext cx="638175" cy="631825"/>
            </a:xfrm>
            <a:custGeom>
              <a:avLst/>
              <a:gdLst>
                <a:gd name="T0" fmla="*/ 796 w 1069"/>
                <a:gd name="T1" fmla="*/ 85 h 1056"/>
                <a:gd name="T2" fmla="*/ 959 w 1069"/>
                <a:gd name="T3" fmla="*/ 148 h 1056"/>
                <a:gd name="T4" fmla="*/ 959 w 1069"/>
                <a:gd name="T5" fmla="*/ 171 h 1056"/>
                <a:gd name="T6" fmla="*/ 796 w 1069"/>
                <a:gd name="T7" fmla="*/ 234 h 1056"/>
                <a:gd name="T8" fmla="*/ 753 w 1069"/>
                <a:gd name="T9" fmla="*/ 1022 h 1056"/>
                <a:gd name="T10" fmla="*/ 743 w 1069"/>
                <a:gd name="T11" fmla="*/ 43 h 1056"/>
                <a:gd name="T12" fmla="*/ 762 w 1069"/>
                <a:gd name="T13" fmla="*/ 43 h 1056"/>
                <a:gd name="T14" fmla="*/ 547 w 1069"/>
                <a:gd name="T15" fmla="*/ 373 h 1056"/>
                <a:gd name="T16" fmla="*/ 488 w 1069"/>
                <a:gd name="T17" fmla="*/ 1004 h 1056"/>
                <a:gd name="T18" fmla="*/ 422 w 1069"/>
                <a:gd name="T19" fmla="*/ 1009 h 1056"/>
                <a:gd name="T20" fmla="*/ 405 w 1069"/>
                <a:gd name="T21" fmla="*/ 724 h 1056"/>
                <a:gd name="T22" fmla="*/ 388 w 1069"/>
                <a:gd name="T23" fmla="*/ 1011 h 1056"/>
                <a:gd name="T24" fmla="*/ 322 w 1069"/>
                <a:gd name="T25" fmla="*/ 1003 h 1056"/>
                <a:gd name="T26" fmla="*/ 305 w 1069"/>
                <a:gd name="T27" fmla="*/ 460 h 1056"/>
                <a:gd name="T28" fmla="*/ 288 w 1069"/>
                <a:gd name="T29" fmla="*/ 626 h 1056"/>
                <a:gd name="T30" fmla="*/ 204 w 1069"/>
                <a:gd name="T31" fmla="*/ 510 h 1056"/>
                <a:gd name="T32" fmla="*/ 344 w 1069"/>
                <a:gd name="T33" fmla="*/ 347 h 1056"/>
                <a:gd name="T34" fmla="*/ 406 w 1069"/>
                <a:gd name="T35" fmla="*/ 423 h 1056"/>
                <a:gd name="T36" fmla="*/ 455 w 1069"/>
                <a:gd name="T37" fmla="*/ 347 h 1056"/>
                <a:gd name="T38" fmla="*/ 710 w 1069"/>
                <a:gd name="T39" fmla="*/ 373 h 1056"/>
                <a:gd name="T40" fmla="*/ 208 w 1069"/>
                <a:gd name="T41" fmla="*/ 838 h 1056"/>
                <a:gd name="T42" fmla="*/ 226 w 1069"/>
                <a:gd name="T43" fmla="*/ 685 h 1056"/>
                <a:gd name="T44" fmla="*/ 206 w 1069"/>
                <a:gd name="T45" fmla="*/ 443 h 1056"/>
                <a:gd name="T46" fmla="*/ 180 w 1069"/>
                <a:gd name="T47" fmla="*/ 550 h 1056"/>
                <a:gd name="T48" fmla="*/ 288 w 1069"/>
                <a:gd name="T49" fmla="*/ 759 h 1056"/>
                <a:gd name="T50" fmla="*/ 995 w 1069"/>
                <a:gd name="T51" fmla="*/ 160 h 1056"/>
                <a:gd name="T52" fmla="*/ 1065 w 1069"/>
                <a:gd name="T53" fmla="*/ 67 h 1056"/>
                <a:gd name="T54" fmla="*/ 796 w 1069"/>
                <a:gd name="T55" fmla="*/ 52 h 1056"/>
                <a:gd name="T56" fmla="*/ 753 w 1069"/>
                <a:gd name="T57" fmla="*/ 0 h 1056"/>
                <a:gd name="T58" fmla="*/ 710 w 1069"/>
                <a:gd name="T59" fmla="*/ 314 h 1056"/>
                <a:gd name="T60" fmla="*/ 430 w 1069"/>
                <a:gd name="T61" fmla="*/ 323 h 1056"/>
                <a:gd name="T62" fmla="*/ 366 w 1069"/>
                <a:gd name="T63" fmla="*/ 321 h 1056"/>
                <a:gd name="T64" fmla="*/ 295 w 1069"/>
                <a:gd name="T65" fmla="*/ 314 h 1056"/>
                <a:gd name="T66" fmla="*/ 294 w 1069"/>
                <a:gd name="T67" fmla="*/ 314 h 1056"/>
                <a:gd name="T68" fmla="*/ 288 w 1069"/>
                <a:gd name="T69" fmla="*/ 315 h 1056"/>
                <a:gd name="T70" fmla="*/ 283 w 1069"/>
                <a:gd name="T71" fmla="*/ 319 h 1056"/>
                <a:gd name="T72" fmla="*/ 0 w 1069"/>
                <a:gd name="T73" fmla="*/ 563 h 1056"/>
                <a:gd name="T74" fmla="*/ 198 w 1069"/>
                <a:gd name="T75" fmla="*/ 707 h 1056"/>
                <a:gd name="T76" fmla="*/ 176 w 1069"/>
                <a:gd name="T77" fmla="*/ 885 h 1056"/>
                <a:gd name="T78" fmla="*/ 193 w 1069"/>
                <a:gd name="T79" fmla="*/ 887 h 1056"/>
                <a:gd name="T80" fmla="*/ 288 w 1069"/>
                <a:gd name="T81" fmla="*/ 1003 h 1056"/>
                <a:gd name="T82" fmla="*/ 357 w 1069"/>
                <a:gd name="T83" fmla="*/ 1055 h 1056"/>
                <a:gd name="T84" fmla="*/ 459 w 1069"/>
                <a:gd name="T85" fmla="*/ 1055 h 1056"/>
                <a:gd name="T86" fmla="*/ 521 w 1069"/>
                <a:gd name="T87" fmla="*/ 1004 h 1056"/>
                <a:gd name="T88" fmla="*/ 547 w 1069"/>
                <a:gd name="T89" fmla="*/ 406 h 1056"/>
                <a:gd name="T90" fmla="*/ 710 w 1069"/>
                <a:gd name="T91" fmla="*/ 1013 h 1056"/>
                <a:gd name="T92" fmla="*/ 796 w 1069"/>
                <a:gd name="T93" fmla="*/ 1013 h 1056"/>
                <a:gd name="T94" fmla="*/ 1042 w 1069"/>
                <a:gd name="T95" fmla="*/ 268 h 1056"/>
                <a:gd name="T96" fmla="*/ 1060 w 1069"/>
                <a:gd name="T97" fmla="*/ 225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9" h="1056">
                  <a:moveTo>
                    <a:pt x="796" y="234"/>
                  </a:moveTo>
                  <a:lnTo>
                    <a:pt x="796" y="85"/>
                  </a:lnTo>
                  <a:lnTo>
                    <a:pt x="1022" y="85"/>
                  </a:lnTo>
                  <a:lnTo>
                    <a:pt x="959" y="148"/>
                  </a:lnTo>
                  <a:cubicBezTo>
                    <a:pt x="956" y="151"/>
                    <a:pt x="954" y="155"/>
                    <a:pt x="954" y="160"/>
                  </a:cubicBezTo>
                  <a:cubicBezTo>
                    <a:pt x="954" y="164"/>
                    <a:pt x="956" y="168"/>
                    <a:pt x="959" y="171"/>
                  </a:cubicBezTo>
                  <a:lnTo>
                    <a:pt x="1022" y="234"/>
                  </a:lnTo>
                  <a:lnTo>
                    <a:pt x="796" y="234"/>
                  </a:lnTo>
                  <a:close/>
                  <a:moveTo>
                    <a:pt x="762" y="1013"/>
                  </a:moveTo>
                  <a:cubicBezTo>
                    <a:pt x="762" y="1018"/>
                    <a:pt x="758" y="1022"/>
                    <a:pt x="753" y="1022"/>
                  </a:cubicBezTo>
                  <a:cubicBezTo>
                    <a:pt x="748" y="1022"/>
                    <a:pt x="743" y="1018"/>
                    <a:pt x="743" y="1013"/>
                  </a:cubicBezTo>
                  <a:lnTo>
                    <a:pt x="743" y="43"/>
                  </a:lnTo>
                  <a:cubicBezTo>
                    <a:pt x="743" y="37"/>
                    <a:pt x="748" y="33"/>
                    <a:pt x="753" y="33"/>
                  </a:cubicBezTo>
                  <a:cubicBezTo>
                    <a:pt x="758" y="33"/>
                    <a:pt x="762" y="37"/>
                    <a:pt x="762" y="43"/>
                  </a:cubicBezTo>
                  <a:lnTo>
                    <a:pt x="762" y="1013"/>
                  </a:lnTo>
                  <a:close/>
                  <a:moveTo>
                    <a:pt x="547" y="373"/>
                  </a:moveTo>
                  <a:cubicBezTo>
                    <a:pt x="515" y="373"/>
                    <a:pt x="488" y="400"/>
                    <a:pt x="488" y="433"/>
                  </a:cubicBezTo>
                  <a:lnTo>
                    <a:pt x="488" y="1004"/>
                  </a:lnTo>
                  <a:cubicBezTo>
                    <a:pt x="488" y="1009"/>
                    <a:pt x="485" y="1013"/>
                    <a:pt x="482" y="1015"/>
                  </a:cubicBezTo>
                  <a:cubicBezTo>
                    <a:pt x="459" y="1029"/>
                    <a:pt x="433" y="1016"/>
                    <a:pt x="422" y="1009"/>
                  </a:cubicBezTo>
                  <a:lnTo>
                    <a:pt x="422" y="741"/>
                  </a:lnTo>
                  <a:cubicBezTo>
                    <a:pt x="422" y="732"/>
                    <a:pt x="414" y="724"/>
                    <a:pt x="405" y="724"/>
                  </a:cubicBezTo>
                  <a:cubicBezTo>
                    <a:pt x="396" y="724"/>
                    <a:pt x="388" y="732"/>
                    <a:pt x="388" y="741"/>
                  </a:cubicBezTo>
                  <a:lnTo>
                    <a:pt x="388" y="1011"/>
                  </a:lnTo>
                  <a:cubicBezTo>
                    <a:pt x="367" y="1028"/>
                    <a:pt x="345" y="1023"/>
                    <a:pt x="329" y="1015"/>
                  </a:cubicBezTo>
                  <a:cubicBezTo>
                    <a:pt x="324" y="1013"/>
                    <a:pt x="322" y="1008"/>
                    <a:pt x="322" y="1003"/>
                  </a:cubicBezTo>
                  <a:lnTo>
                    <a:pt x="322" y="476"/>
                  </a:lnTo>
                  <a:cubicBezTo>
                    <a:pt x="322" y="467"/>
                    <a:pt x="314" y="460"/>
                    <a:pt x="305" y="460"/>
                  </a:cubicBezTo>
                  <a:cubicBezTo>
                    <a:pt x="296" y="460"/>
                    <a:pt x="288" y="467"/>
                    <a:pt x="288" y="476"/>
                  </a:cubicBezTo>
                  <a:lnTo>
                    <a:pt x="288" y="626"/>
                  </a:lnTo>
                  <a:lnTo>
                    <a:pt x="206" y="529"/>
                  </a:lnTo>
                  <a:cubicBezTo>
                    <a:pt x="201" y="524"/>
                    <a:pt x="201" y="516"/>
                    <a:pt x="204" y="510"/>
                  </a:cubicBezTo>
                  <a:lnTo>
                    <a:pt x="305" y="347"/>
                  </a:lnTo>
                  <a:lnTo>
                    <a:pt x="344" y="347"/>
                  </a:lnTo>
                  <a:lnTo>
                    <a:pt x="391" y="416"/>
                  </a:lnTo>
                  <a:cubicBezTo>
                    <a:pt x="395" y="420"/>
                    <a:pt x="400" y="423"/>
                    <a:pt x="406" y="423"/>
                  </a:cubicBezTo>
                  <a:cubicBezTo>
                    <a:pt x="412" y="422"/>
                    <a:pt x="417" y="419"/>
                    <a:pt x="420" y="414"/>
                  </a:cubicBezTo>
                  <a:lnTo>
                    <a:pt x="455" y="347"/>
                  </a:lnTo>
                  <a:lnTo>
                    <a:pt x="710" y="347"/>
                  </a:lnTo>
                  <a:lnTo>
                    <a:pt x="710" y="373"/>
                  </a:lnTo>
                  <a:lnTo>
                    <a:pt x="547" y="373"/>
                  </a:lnTo>
                  <a:close/>
                  <a:moveTo>
                    <a:pt x="208" y="838"/>
                  </a:moveTo>
                  <a:lnTo>
                    <a:pt x="233" y="702"/>
                  </a:lnTo>
                  <a:cubicBezTo>
                    <a:pt x="234" y="695"/>
                    <a:pt x="231" y="689"/>
                    <a:pt x="226" y="685"/>
                  </a:cubicBezTo>
                  <a:lnTo>
                    <a:pt x="51" y="568"/>
                  </a:lnTo>
                  <a:cubicBezTo>
                    <a:pt x="97" y="542"/>
                    <a:pt x="156" y="491"/>
                    <a:pt x="206" y="443"/>
                  </a:cubicBezTo>
                  <a:lnTo>
                    <a:pt x="176" y="493"/>
                  </a:lnTo>
                  <a:cubicBezTo>
                    <a:pt x="165" y="511"/>
                    <a:pt x="167" y="534"/>
                    <a:pt x="180" y="550"/>
                  </a:cubicBezTo>
                  <a:lnTo>
                    <a:pt x="288" y="678"/>
                  </a:lnTo>
                  <a:lnTo>
                    <a:pt x="288" y="759"/>
                  </a:lnTo>
                  <a:cubicBezTo>
                    <a:pt x="270" y="792"/>
                    <a:pt x="234" y="820"/>
                    <a:pt x="208" y="838"/>
                  </a:cubicBezTo>
                  <a:close/>
                  <a:moveTo>
                    <a:pt x="995" y="160"/>
                  </a:moveTo>
                  <a:lnTo>
                    <a:pt x="1060" y="94"/>
                  </a:lnTo>
                  <a:cubicBezTo>
                    <a:pt x="1067" y="87"/>
                    <a:pt x="1069" y="76"/>
                    <a:pt x="1065" y="67"/>
                  </a:cubicBezTo>
                  <a:cubicBezTo>
                    <a:pt x="1061" y="58"/>
                    <a:pt x="1052" y="52"/>
                    <a:pt x="1042" y="52"/>
                  </a:cubicBezTo>
                  <a:lnTo>
                    <a:pt x="796" y="52"/>
                  </a:lnTo>
                  <a:lnTo>
                    <a:pt x="796" y="43"/>
                  </a:lnTo>
                  <a:cubicBezTo>
                    <a:pt x="796" y="19"/>
                    <a:pt x="776" y="0"/>
                    <a:pt x="753" y="0"/>
                  </a:cubicBezTo>
                  <a:cubicBezTo>
                    <a:pt x="729" y="0"/>
                    <a:pt x="710" y="19"/>
                    <a:pt x="710" y="43"/>
                  </a:cubicBezTo>
                  <a:lnTo>
                    <a:pt x="710" y="314"/>
                  </a:lnTo>
                  <a:lnTo>
                    <a:pt x="445" y="314"/>
                  </a:lnTo>
                  <a:cubicBezTo>
                    <a:pt x="439" y="314"/>
                    <a:pt x="433" y="317"/>
                    <a:pt x="430" y="323"/>
                  </a:cubicBezTo>
                  <a:lnTo>
                    <a:pt x="403" y="374"/>
                  </a:lnTo>
                  <a:lnTo>
                    <a:pt x="366" y="321"/>
                  </a:lnTo>
                  <a:cubicBezTo>
                    <a:pt x="363" y="316"/>
                    <a:pt x="358" y="314"/>
                    <a:pt x="353" y="314"/>
                  </a:cubicBezTo>
                  <a:lnTo>
                    <a:pt x="295" y="314"/>
                  </a:lnTo>
                  <a:cubicBezTo>
                    <a:pt x="295" y="314"/>
                    <a:pt x="295" y="314"/>
                    <a:pt x="295" y="314"/>
                  </a:cubicBezTo>
                  <a:cubicBezTo>
                    <a:pt x="295" y="314"/>
                    <a:pt x="294" y="314"/>
                    <a:pt x="294" y="314"/>
                  </a:cubicBezTo>
                  <a:cubicBezTo>
                    <a:pt x="292" y="314"/>
                    <a:pt x="291" y="314"/>
                    <a:pt x="289" y="315"/>
                  </a:cubicBezTo>
                  <a:cubicBezTo>
                    <a:pt x="289" y="315"/>
                    <a:pt x="288" y="315"/>
                    <a:pt x="288" y="315"/>
                  </a:cubicBezTo>
                  <a:cubicBezTo>
                    <a:pt x="286" y="316"/>
                    <a:pt x="285" y="317"/>
                    <a:pt x="283" y="319"/>
                  </a:cubicBezTo>
                  <a:cubicBezTo>
                    <a:pt x="283" y="319"/>
                    <a:pt x="283" y="319"/>
                    <a:pt x="283" y="319"/>
                  </a:cubicBezTo>
                  <a:cubicBezTo>
                    <a:pt x="230" y="376"/>
                    <a:pt x="78" y="528"/>
                    <a:pt x="12" y="550"/>
                  </a:cubicBezTo>
                  <a:cubicBezTo>
                    <a:pt x="6" y="552"/>
                    <a:pt x="1" y="557"/>
                    <a:pt x="0" y="563"/>
                  </a:cubicBezTo>
                  <a:cubicBezTo>
                    <a:pt x="0" y="570"/>
                    <a:pt x="2" y="576"/>
                    <a:pt x="8" y="579"/>
                  </a:cubicBezTo>
                  <a:lnTo>
                    <a:pt x="198" y="707"/>
                  </a:lnTo>
                  <a:lnTo>
                    <a:pt x="169" y="869"/>
                  </a:lnTo>
                  <a:cubicBezTo>
                    <a:pt x="168" y="875"/>
                    <a:pt x="170" y="882"/>
                    <a:pt x="176" y="885"/>
                  </a:cubicBezTo>
                  <a:cubicBezTo>
                    <a:pt x="178" y="888"/>
                    <a:pt x="182" y="889"/>
                    <a:pt x="185" y="889"/>
                  </a:cubicBezTo>
                  <a:cubicBezTo>
                    <a:pt x="188" y="889"/>
                    <a:pt x="191" y="888"/>
                    <a:pt x="193" y="887"/>
                  </a:cubicBezTo>
                  <a:cubicBezTo>
                    <a:pt x="196" y="885"/>
                    <a:pt x="249" y="857"/>
                    <a:pt x="288" y="814"/>
                  </a:cubicBezTo>
                  <a:lnTo>
                    <a:pt x="288" y="1003"/>
                  </a:lnTo>
                  <a:cubicBezTo>
                    <a:pt x="288" y="1021"/>
                    <a:pt x="298" y="1037"/>
                    <a:pt x="314" y="1045"/>
                  </a:cubicBezTo>
                  <a:cubicBezTo>
                    <a:pt x="328" y="1052"/>
                    <a:pt x="343" y="1055"/>
                    <a:pt x="357" y="1055"/>
                  </a:cubicBezTo>
                  <a:cubicBezTo>
                    <a:pt x="375" y="1055"/>
                    <a:pt x="391" y="1050"/>
                    <a:pt x="406" y="1039"/>
                  </a:cubicBezTo>
                  <a:cubicBezTo>
                    <a:pt x="418" y="1046"/>
                    <a:pt x="437" y="1055"/>
                    <a:pt x="459" y="1055"/>
                  </a:cubicBezTo>
                  <a:cubicBezTo>
                    <a:pt x="472" y="1055"/>
                    <a:pt x="485" y="1052"/>
                    <a:pt x="498" y="1044"/>
                  </a:cubicBezTo>
                  <a:cubicBezTo>
                    <a:pt x="512" y="1036"/>
                    <a:pt x="521" y="1020"/>
                    <a:pt x="521" y="1004"/>
                  </a:cubicBezTo>
                  <a:lnTo>
                    <a:pt x="521" y="433"/>
                  </a:lnTo>
                  <a:cubicBezTo>
                    <a:pt x="521" y="418"/>
                    <a:pt x="533" y="406"/>
                    <a:pt x="547" y="406"/>
                  </a:cubicBezTo>
                  <a:lnTo>
                    <a:pt x="710" y="406"/>
                  </a:lnTo>
                  <a:lnTo>
                    <a:pt x="710" y="1013"/>
                  </a:lnTo>
                  <a:cubicBezTo>
                    <a:pt x="710" y="1036"/>
                    <a:pt x="729" y="1056"/>
                    <a:pt x="753" y="1056"/>
                  </a:cubicBezTo>
                  <a:cubicBezTo>
                    <a:pt x="776" y="1056"/>
                    <a:pt x="796" y="1036"/>
                    <a:pt x="796" y="1013"/>
                  </a:cubicBezTo>
                  <a:lnTo>
                    <a:pt x="796" y="268"/>
                  </a:lnTo>
                  <a:lnTo>
                    <a:pt x="1042" y="268"/>
                  </a:lnTo>
                  <a:cubicBezTo>
                    <a:pt x="1052" y="268"/>
                    <a:pt x="1061" y="262"/>
                    <a:pt x="1065" y="252"/>
                  </a:cubicBezTo>
                  <a:cubicBezTo>
                    <a:pt x="1069" y="243"/>
                    <a:pt x="1067" y="232"/>
                    <a:pt x="1060" y="225"/>
                  </a:cubicBezTo>
                  <a:lnTo>
                    <a:pt x="995"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1" name="Nurse3" descr="{&quot;Key&quot;:&quot;POWER_USER_SHAPE_ICON&quot;,&quot;Value&quot;:&quot;POWER_USER_SHAPE_ICON_STYLE_1&quot;}">
            <a:extLst>
              <a:ext uri="{FF2B5EF4-FFF2-40B4-BE49-F238E27FC236}">
                <a16:creationId xmlns:a16="http://schemas.microsoft.com/office/drawing/2014/main" id="{EA459ABB-2D9E-4406-9563-D92FB4E2DF2E}"/>
              </a:ext>
            </a:extLst>
          </p:cNvPr>
          <p:cNvGrpSpPr>
            <a:grpSpLocks noChangeAspect="1"/>
          </p:cNvGrpSpPr>
          <p:nvPr>
            <p:custDataLst>
              <p:tags r:id="rId3"/>
            </p:custDataLst>
          </p:nvPr>
        </p:nvGrpSpPr>
        <p:grpSpPr>
          <a:xfrm>
            <a:off x="11041038" y="5150115"/>
            <a:ext cx="428941" cy="542925"/>
            <a:chOff x="7975601" y="2282826"/>
            <a:chExt cx="227013" cy="287338"/>
          </a:xfrm>
          <a:solidFill>
            <a:schemeClr val="lt1"/>
          </a:solidFill>
        </p:grpSpPr>
        <p:sp>
          <p:nvSpPr>
            <p:cNvPr id="322" name="Freeform 912">
              <a:extLst>
                <a:ext uri="{FF2B5EF4-FFF2-40B4-BE49-F238E27FC236}">
                  <a16:creationId xmlns:a16="http://schemas.microsoft.com/office/drawing/2014/main" id="{5F8B859A-91EB-4CFF-BF1B-61613A09A799}"/>
                </a:ext>
              </a:extLst>
            </p:cNvPr>
            <p:cNvSpPr>
              <a:spLocks noEditPoints="1"/>
            </p:cNvSpPr>
            <p:nvPr/>
          </p:nvSpPr>
          <p:spPr bwMode="auto">
            <a:xfrm>
              <a:off x="7975601" y="2282826"/>
              <a:ext cx="227013" cy="287338"/>
            </a:xfrm>
            <a:custGeom>
              <a:avLst/>
              <a:gdLst>
                <a:gd name="T0" fmla="*/ 244 w 299"/>
                <a:gd name="T1" fmla="*/ 344 h 376"/>
                <a:gd name="T2" fmla="*/ 232 w 299"/>
                <a:gd name="T3" fmla="*/ 342 h 376"/>
                <a:gd name="T4" fmla="*/ 164 w 299"/>
                <a:gd name="T5" fmla="*/ 367 h 376"/>
                <a:gd name="T6" fmla="*/ 205 w 299"/>
                <a:gd name="T7" fmla="*/ 325 h 376"/>
                <a:gd name="T8" fmla="*/ 244 w 299"/>
                <a:gd name="T9" fmla="*/ 278 h 376"/>
                <a:gd name="T10" fmla="*/ 290 w 299"/>
                <a:gd name="T11" fmla="*/ 345 h 376"/>
                <a:gd name="T12" fmla="*/ 37 w 299"/>
                <a:gd name="T13" fmla="*/ 286 h 376"/>
                <a:gd name="T14" fmla="*/ 78 w 299"/>
                <a:gd name="T15" fmla="*/ 321 h 376"/>
                <a:gd name="T16" fmla="*/ 94 w 299"/>
                <a:gd name="T17" fmla="*/ 334 h 376"/>
                <a:gd name="T18" fmla="*/ 65 w 299"/>
                <a:gd name="T19" fmla="*/ 367 h 376"/>
                <a:gd name="T20" fmla="*/ 62 w 299"/>
                <a:gd name="T21" fmla="*/ 339 h 376"/>
                <a:gd name="T22" fmla="*/ 56 w 299"/>
                <a:gd name="T23" fmla="*/ 367 h 376"/>
                <a:gd name="T24" fmla="*/ 56 w 299"/>
                <a:gd name="T25" fmla="*/ 268 h 376"/>
                <a:gd name="T26" fmla="*/ 95 w 299"/>
                <a:gd name="T27" fmla="*/ 57 h 376"/>
                <a:gd name="T28" fmla="*/ 217 w 299"/>
                <a:gd name="T29" fmla="*/ 57 h 376"/>
                <a:gd name="T30" fmla="*/ 244 w 299"/>
                <a:gd name="T31" fmla="*/ 268 h 376"/>
                <a:gd name="T32" fmla="*/ 188 w 299"/>
                <a:gd name="T33" fmla="*/ 253 h 376"/>
                <a:gd name="T34" fmla="*/ 234 w 299"/>
                <a:gd name="T35" fmla="*/ 121 h 376"/>
                <a:gd name="T36" fmla="*/ 178 w 299"/>
                <a:gd name="T37" fmla="*/ 94 h 376"/>
                <a:gd name="T38" fmla="*/ 179 w 299"/>
                <a:gd name="T39" fmla="*/ 69 h 376"/>
                <a:gd name="T40" fmla="*/ 67 w 299"/>
                <a:gd name="T41" fmla="*/ 114 h 376"/>
                <a:gd name="T42" fmla="*/ 115 w 299"/>
                <a:gd name="T43" fmla="*/ 240 h 376"/>
                <a:gd name="T44" fmla="*/ 77 w 299"/>
                <a:gd name="T45" fmla="*/ 264 h 376"/>
                <a:gd name="T46" fmla="*/ 104 w 299"/>
                <a:gd name="T47" fmla="*/ 23 h 376"/>
                <a:gd name="T48" fmla="*/ 208 w 299"/>
                <a:gd name="T49" fmla="*/ 53 h 376"/>
                <a:gd name="T50" fmla="*/ 193 w 299"/>
                <a:gd name="T51" fmla="*/ 273 h 376"/>
                <a:gd name="T52" fmla="*/ 111 w 299"/>
                <a:gd name="T53" fmla="*/ 283 h 376"/>
                <a:gd name="T54" fmla="*/ 193 w 299"/>
                <a:gd name="T55" fmla="*/ 273 h 376"/>
                <a:gd name="T56" fmla="*/ 138 w 299"/>
                <a:gd name="T57" fmla="*/ 246 h 376"/>
                <a:gd name="T58" fmla="*/ 163 w 299"/>
                <a:gd name="T59" fmla="*/ 245 h 376"/>
                <a:gd name="T60" fmla="*/ 188 w 299"/>
                <a:gd name="T61" fmla="*/ 264 h 376"/>
                <a:gd name="T62" fmla="*/ 117 w 299"/>
                <a:gd name="T63" fmla="*/ 260 h 376"/>
                <a:gd name="T64" fmla="*/ 225 w 299"/>
                <a:gd name="T65" fmla="*/ 127 h 376"/>
                <a:gd name="T66" fmla="*/ 171 w 299"/>
                <a:gd name="T67" fmla="*/ 234 h 376"/>
                <a:gd name="T68" fmla="*/ 164 w 299"/>
                <a:gd name="T69" fmla="*/ 236 h 376"/>
                <a:gd name="T70" fmla="*/ 129 w 299"/>
                <a:gd name="T71" fmla="*/ 234 h 376"/>
                <a:gd name="T72" fmla="*/ 75 w 299"/>
                <a:gd name="T73" fmla="*/ 166 h 376"/>
                <a:gd name="T74" fmla="*/ 100 w 299"/>
                <a:gd name="T75" fmla="*/ 316 h 376"/>
                <a:gd name="T76" fmla="*/ 66 w 299"/>
                <a:gd name="T77" fmla="*/ 276 h 376"/>
                <a:gd name="T78" fmla="*/ 103 w 299"/>
                <a:gd name="T79" fmla="*/ 287 h 376"/>
                <a:gd name="T80" fmla="*/ 104 w 299"/>
                <a:gd name="T81" fmla="*/ 321 h 376"/>
                <a:gd name="T82" fmla="*/ 161 w 299"/>
                <a:gd name="T83" fmla="*/ 358 h 376"/>
                <a:gd name="T84" fmla="*/ 220 w 299"/>
                <a:gd name="T85" fmla="*/ 273 h 376"/>
                <a:gd name="T86" fmla="*/ 215 w 299"/>
                <a:gd name="T87" fmla="*/ 314 h 376"/>
                <a:gd name="T88" fmla="*/ 196 w 299"/>
                <a:gd name="T89" fmla="*/ 332 h 376"/>
                <a:gd name="T90" fmla="*/ 253 w 299"/>
                <a:gd name="T91" fmla="*/ 111 h 376"/>
                <a:gd name="T92" fmla="*/ 216 w 299"/>
                <a:gd name="T93" fmla="*/ 18 h 376"/>
                <a:gd name="T94" fmla="*/ 95 w 299"/>
                <a:gd name="T95" fmla="*/ 21 h 376"/>
                <a:gd name="T96" fmla="*/ 46 w 299"/>
                <a:gd name="T97" fmla="*/ 271 h 376"/>
                <a:gd name="T98" fmla="*/ 0 w 299"/>
                <a:gd name="T99" fmla="*/ 372 h 376"/>
                <a:gd name="T100" fmla="*/ 299 w 299"/>
                <a:gd name="T101" fmla="*/ 37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9" h="376">
                  <a:moveTo>
                    <a:pt x="290" y="367"/>
                  </a:moveTo>
                  <a:lnTo>
                    <a:pt x="244" y="367"/>
                  </a:lnTo>
                  <a:lnTo>
                    <a:pt x="244" y="344"/>
                  </a:lnTo>
                  <a:cubicBezTo>
                    <a:pt x="244" y="342"/>
                    <a:pt x="242" y="340"/>
                    <a:pt x="240" y="340"/>
                  </a:cubicBezTo>
                  <a:lnTo>
                    <a:pt x="238" y="339"/>
                  </a:lnTo>
                  <a:cubicBezTo>
                    <a:pt x="235" y="338"/>
                    <a:pt x="233" y="339"/>
                    <a:pt x="232" y="342"/>
                  </a:cubicBezTo>
                  <a:cubicBezTo>
                    <a:pt x="231" y="344"/>
                    <a:pt x="232" y="347"/>
                    <a:pt x="234" y="348"/>
                  </a:cubicBezTo>
                  <a:lnTo>
                    <a:pt x="234" y="367"/>
                  </a:lnTo>
                  <a:lnTo>
                    <a:pt x="164" y="367"/>
                  </a:lnTo>
                  <a:cubicBezTo>
                    <a:pt x="189" y="352"/>
                    <a:pt x="203" y="338"/>
                    <a:pt x="204" y="338"/>
                  </a:cubicBezTo>
                  <a:cubicBezTo>
                    <a:pt x="205" y="337"/>
                    <a:pt x="205" y="335"/>
                    <a:pt x="205" y="334"/>
                  </a:cubicBezTo>
                  <a:lnTo>
                    <a:pt x="205" y="325"/>
                  </a:lnTo>
                  <a:lnTo>
                    <a:pt x="218" y="323"/>
                  </a:lnTo>
                  <a:cubicBezTo>
                    <a:pt x="219" y="323"/>
                    <a:pt x="220" y="322"/>
                    <a:pt x="221" y="321"/>
                  </a:cubicBezTo>
                  <a:cubicBezTo>
                    <a:pt x="228" y="313"/>
                    <a:pt x="240" y="288"/>
                    <a:pt x="244" y="278"/>
                  </a:cubicBezTo>
                  <a:cubicBezTo>
                    <a:pt x="244" y="278"/>
                    <a:pt x="245" y="279"/>
                    <a:pt x="245" y="279"/>
                  </a:cubicBezTo>
                  <a:cubicBezTo>
                    <a:pt x="251" y="281"/>
                    <a:pt x="257" y="283"/>
                    <a:pt x="262" y="286"/>
                  </a:cubicBezTo>
                  <a:cubicBezTo>
                    <a:pt x="281" y="298"/>
                    <a:pt x="290" y="317"/>
                    <a:pt x="290" y="345"/>
                  </a:cubicBezTo>
                  <a:lnTo>
                    <a:pt x="290" y="367"/>
                  </a:lnTo>
                  <a:close/>
                  <a:moveTo>
                    <a:pt x="10" y="345"/>
                  </a:moveTo>
                  <a:cubicBezTo>
                    <a:pt x="10" y="317"/>
                    <a:pt x="19" y="298"/>
                    <a:pt x="37" y="286"/>
                  </a:cubicBezTo>
                  <a:cubicBezTo>
                    <a:pt x="42" y="283"/>
                    <a:pt x="48" y="281"/>
                    <a:pt x="54" y="279"/>
                  </a:cubicBezTo>
                  <a:cubicBezTo>
                    <a:pt x="55" y="279"/>
                    <a:pt x="55" y="278"/>
                    <a:pt x="56" y="278"/>
                  </a:cubicBezTo>
                  <a:cubicBezTo>
                    <a:pt x="60" y="288"/>
                    <a:pt x="72" y="313"/>
                    <a:pt x="78" y="321"/>
                  </a:cubicBezTo>
                  <a:cubicBezTo>
                    <a:pt x="79" y="322"/>
                    <a:pt x="80" y="323"/>
                    <a:pt x="81" y="323"/>
                  </a:cubicBezTo>
                  <a:lnTo>
                    <a:pt x="94" y="325"/>
                  </a:lnTo>
                  <a:lnTo>
                    <a:pt x="94" y="334"/>
                  </a:lnTo>
                  <a:cubicBezTo>
                    <a:pt x="94" y="335"/>
                    <a:pt x="95" y="337"/>
                    <a:pt x="96" y="338"/>
                  </a:cubicBezTo>
                  <a:cubicBezTo>
                    <a:pt x="96" y="338"/>
                    <a:pt x="111" y="352"/>
                    <a:pt x="135" y="367"/>
                  </a:cubicBezTo>
                  <a:lnTo>
                    <a:pt x="65" y="367"/>
                  </a:lnTo>
                  <a:lnTo>
                    <a:pt x="65" y="348"/>
                  </a:lnTo>
                  <a:cubicBezTo>
                    <a:pt x="67" y="347"/>
                    <a:pt x="68" y="344"/>
                    <a:pt x="67" y="342"/>
                  </a:cubicBezTo>
                  <a:cubicBezTo>
                    <a:pt x="67" y="339"/>
                    <a:pt x="64" y="338"/>
                    <a:pt x="62" y="339"/>
                  </a:cubicBezTo>
                  <a:lnTo>
                    <a:pt x="59" y="340"/>
                  </a:lnTo>
                  <a:cubicBezTo>
                    <a:pt x="57" y="340"/>
                    <a:pt x="56" y="342"/>
                    <a:pt x="56" y="344"/>
                  </a:cubicBezTo>
                  <a:lnTo>
                    <a:pt x="56" y="367"/>
                  </a:lnTo>
                  <a:lnTo>
                    <a:pt x="10" y="367"/>
                  </a:lnTo>
                  <a:lnTo>
                    <a:pt x="10" y="345"/>
                  </a:lnTo>
                  <a:close/>
                  <a:moveTo>
                    <a:pt x="56" y="268"/>
                  </a:moveTo>
                  <a:lnTo>
                    <a:pt x="56" y="111"/>
                  </a:lnTo>
                  <a:cubicBezTo>
                    <a:pt x="56" y="76"/>
                    <a:pt x="75" y="56"/>
                    <a:pt x="95" y="45"/>
                  </a:cubicBezTo>
                  <a:lnTo>
                    <a:pt x="95" y="57"/>
                  </a:lnTo>
                  <a:cubicBezTo>
                    <a:pt x="95" y="60"/>
                    <a:pt x="97" y="62"/>
                    <a:pt x="99" y="62"/>
                  </a:cubicBezTo>
                  <a:lnTo>
                    <a:pt x="212" y="62"/>
                  </a:lnTo>
                  <a:cubicBezTo>
                    <a:pt x="215" y="62"/>
                    <a:pt x="217" y="60"/>
                    <a:pt x="217" y="57"/>
                  </a:cubicBezTo>
                  <a:lnTo>
                    <a:pt x="217" y="49"/>
                  </a:lnTo>
                  <a:cubicBezTo>
                    <a:pt x="234" y="61"/>
                    <a:pt x="244" y="84"/>
                    <a:pt x="244" y="111"/>
                  </a:cubicBezTo>
                  <a:lnTo>
                    <a:pt x="244" y="268"/>
                  </a:lnTo>
                  <a:cubicBezTo>
                    <a:pt x="242" y="268"/>
                    <a:pt x="240" y="268"/>
                    <a:pt x="239" y="267"/>
                  </a:cubicBezTo>
                  <a:cubicBezTo>
                    <a:pt x="233" y="266"/>
                    <a:pt x="227" y="265"/>
                    <a:pt x="222" y="264"/>
                  </a:cubicBezTo>
                  <a:cubicBezTo>
                    <a:pt x="208" y="261"/>
                    <a:pt x="196" y="259"/>
                    <a:pt x="188" y="253"/>
                  </a:cubicBezTo>
                  <a:cubicBezTo>
                    <a:pt x="184" y="249"/>
                    <a:pt x="184" y="245"/>
                    <a:pt x="184" y="240"/>
                  </a:cubicBezTo>
                  <a:cubicBezTo>
                    <a:pt x="214" y="228"/>
                    <a:pt x="234" y="200"/>
                    <a:pt x="234" y="166"/>
                  </a:cubicBezTo>
                  <a:lnTo>
                    <a:pt x="234" y="121"/>
                  </a:lnTo>
                  <a:cubicBezTo>
                    <a:pt x="234" y="120"/>
                    <a:pt x="234" y="118"/>
                    <a:pt x="233" y="117"/>
                  </a:cubicBezTo>
                  <a:cubicBezTo>
                    <a:pt x="231" y="116"/>
                    <a:pt x="230" y="116"/>
                    <a:pt x="229" y="116"/>
                  </a:cubicBezTo>
                  <a:cubicBezTo>
                    <a:pt x="197" y="123"/>
                    <a:pt x="182" y="101"/>
                    <a:pt x="178" y="94"/>
                  </a:cubicBezTo>
                  <a:cubicBezTo>
                    <a:pt x="180" y="91"/>
                    <a:pt x="184" y="83"/>
                    <a:pt x="188" y="72"/>
                  </a:cubicBezTo>
                  <a:cubicBezTo>
                    <a:pt x="189" y="70"/>
                    <a:pt x="188" y="67"/>
                    <a:pt x="185" y="66"/>
                  </a:cubicBezTo>
                  <a:cubicBezTo>
                    <a:pt x="183" y="65"/>
                    <a:pt x="180" y="67"/>
                    <a:pt x="179" y="69"/>
                  </a:cubicBezTo>
                  <a:cubicBezTo>
                    <a:pt x="175" y="83"/>
                    <a:pt x="169" y="90"/>
                    <a:pt x="169" y="91"/>
                  </a:cubicBezTo>
                  <a:cubicBezTo>
                    <a:pt x="167" y="93"/>
                    <a:pt x="133" y="133"/>
                    <a:pt x="71" y="114"/>
                  </a:cubicBezTo>
                  <a:cubicBezTo>
                    <a:pt x="70" y="113"/>
                    <a:pt x="68" y="113"/>
                    <a:pt x="67" y="114"/>
                  </a:cubicBezTo>
                  <a:cubicBezTo>
                    <a:pt x="66" y="115"/>
                    <a:pt x="65" y="117"/>
                    <a:pt x="65" y="118"/>
                  </a:cubicBezTo>
                  <a:lnTo>
                    <a:pt x="65" y="166"/>
                  </a:lnTo>
                  <a:cubicBezTo>
                    <a:pt x="65" y="200"/>
                    <a:pt x="85" y="228"/>
                    <a:pt x="115" y="240"/>
                  </a:cubicBezTo>
                  <a:cubicBezTo>
                    <a:pt x="115" y="241"/>
                    <a:pt x="115" y="242"/>
                    <a:pt x="115" y="243"/>
                  </a:cubicBezTo>
                  <a:cubicBezTo>
                    <a:pt x="115" y="247"/>
                    <a:pt x="114" y="250"/>
                    <a:pt x="111" y="253"/>
                  </a:cubicBezTo>
                  <a:cubicBezTo>
                    <a:pt x="104" y="259"/>
                    <a:pt x="91" y="261"/>
                    <a:pt x="77" y="264"/>
                  </a:cubicBezTo>
                  <a:cubicBezTo>
                    <a:pt x="72" y="265"/>
                    <a:pt x="66" y="266"/>
                    <a:pt x="61" y="267"/>
                  </a:cubicBezTo>
                  <a:cubicBezTo>
                    <a:pt x="59" y="268"/>
                    <a:pt x="57" y="268"/>
                    <a:pt x="56" y="268"/>
                  </a:cubicBezTo>
                  <a:close/>
                  <a:moveTo>
                    <a:pt x="104" y="23"/>
                  </a:moveTo>
                  <a:cubicBezTo>
                    <a:pt x="108" y="20"/>
                    <a:pt x="124" y="9"/>
                    <a:pt x="156" y="9"/>
                  </a:cubicBezTo>
                  <a:cubicBezTo>
                    <a:pt x="187" y="9"/>
                    <a:pt x="203" y="20"/>
                    <a:pt x="208" y="23"/>
                  </a:cubicBezTo>
                  <a:lnTo>
                    <a:pt x="208" y="53"/>
                  </a:lnTo>
                  <a:lnTo>
                    <a:pt x="104" y="53"/>
                  </a:lnTo>
                  <a:lnTo>
                    <a:pt x="104" y="23"/>
                  </a:lnTo>
                  <a:close/>
                  <a:moveTo>
                    <a:pt x="193" y="273"/>
                  </a:moveTo>
                  <a:cubicBezTo>
                    <a:pt x="192" y="276"/>
                    <a:pt x="190" y="279"/>
                    <a:pt x="188" y="283"/>
                  </a:cubicBezTo>
                  <a:cubicBezTo>
                    <a:pt x="178" y="305"/>
                    <a:pt x="164" y="335"/>
                    <a:pt x="150" y="359"/>
                  </a:cubicBezTo>
                  <a:cubicBezTo>
                    <a:pt x="135" y="335"/>
                    <a:pt x="122" y="305"/>
                    <a:pt x="111" y="283"/>
                  </a:cubicBezTo>
                  <a:cubicBezTo>
                    <a:pt x="109" y="279"/>
                    <a:pt x="108" y="276"/>
                    <a:pt x="106" y="273"/>
                  </a:cubicBezTo>
                  <a:cubicBezTo>
                    <a:pt x="114" y="279"/>
                    <a:pt x="129" y="287"/>
                    <a:pt x="150" y="287"/>
                  </a:cubicBezTo>
                  <a:cubicBezTo>
                    <a:pt x="170" y="287"/>
                    <a:pt x="185" y="279"/>
                    <a:pt x="193" y="273"/>
                  </a:cubicBezTo>
                  <a:close/>
                  <a:moveTo>
                    <a:pt x="125" y="243"/>
                  </a:moveTo>
                  <a:cubicBezTo>
                    <a:pt x="128" y="244"/>
                    <a:pt x="132" y="245"/>
                    <a:pt x="136" y="245"/>
                  </a:cubicBezTo>
                  <a:cubicBezTo>
                    <a:pt x="137" y="245"/>
                    <a:pt x="137" y="245"/>
                    <a:pt x="138" y="246"/>
                  </a:cubicBezTo>
                  <a:cubicBezTo>
                    <a:pt x="142" y="246"/>
                    <a:pt x="146" y="246"/>
                    <a:pt x="150" y="246"/>
                  </a:cubicBezTo>
                  <a:cubicBezTo>
                    <a:pt x="154" y="246"/>
                    <a:pt x="158" y="246"/>
                    <a:pt x="161" y="246"/>
                  </a:cubicBezTo>
                  <a:cubicBezTo>
                    <a:pt x="162" y="245"/>
                    <a:pt x="163" y="245"/>
                    <a:pt x="163" y="245"/>
                  </a:cubicBezTo>
                  <a:cubicBezTo>
                    <a:pt x="167" y="245"/>
                    <a:pt x="171" y="244"/>
                    <a:pt x="175" y="243"/>
                  </a:cubicBezTo>
                  <a:cubicBezTo>
                    <a:pt x="175" y="248"/>
                    <a:pt x="176" y="255"/>
                    <a:pt x="182" y="260"/>
                  </a:cubicBezTo>
                  <a:cubicBezTo>
                    <a:pt x="184" y="262"/>
                    <a:pt x="186" y="263"/>
                    <a:pt x="188" y="264"/>
                  </a:cubicBezTo>
                  <a:cubicBezTo>
                    <a:pt x="182" y="269"/>
                    <a:pt x="169" y="278"/>
                    <a:pt x="150" y="278"/>
                  </a:cubicBezTo>
                  <a:cubicBezTo>
                    <a:pt x="131" y="278"/>
                    <a:pt x="118" y="269"/>
                    <a:pt x="111" y="264"/>
                  </a:cubicBezTo>
                  <a:cubicBezTo>
                    <a:pt x="113" y="263"/>
                    <a:pt x="115" y="262"/>
                    <a:pt x="117" y="260"/>
                  </a:cubicBezTo>
                  <a:cubicBezTo>
                    <a:pt x="123" y="255"/>
                    <a:pt x="125" y="248"/>
                    <a:pt x="125" y="243"/>
                  </a:cubicBezTo>
                  <a:close/>
                  <a:moveTo>
                    <a:pt x="172" y="102"/>
                  </a:moveTo>
                  <a:cubicBezTo>
                    <a:pt x="178" y="112"/>
                    <a:pt x="195" y="130"/>
                    <a:pt x="225" y="127"/>
                  </a:cubicBezTo>
                  <a:lnTo>
                    <a:pt x="225" y="166"/>
                  </a:lnTo>
                  <a:cubicBezTo>
                    <a:pt x="225" y="197"/>
                    <a:pt x="206" y="222"/>
                    <a:pt x="177" y="232"/>
                  </a:cubicBezTo>
                  <a:cubicBezTo>
                    <a:pt x="175" y="233"/>
                    <a:pt x="173" y="234"/>
                    <a:pt x="171" y="234"/>
                  </a:cubicBezTo>
                  <a:cubicBezTo>
                    <a:pt x="171" y="234"/>
                    <a:pt x="171" y="234"/>
                    <a:pt x="171" y="234"/>
                  </a:cubicBezTo>
                  <a:cubicBezTo>
                    <a:pt x="169" y="235"/>
                    <a:pt x="166" y="235"/>
                    <a:pt x="164" y="236"/>
                  </a:cubicBezTo>
                  <a:cubicBezTo>
                    <a:pt x="164" y="236"/>
                    <a:pt x="164" y="236"/>
                    <a:pt x="164" y="236"/>
                  </a:cubicBezTo>
                  <a:cubicBezTo>
                    <a:pt x="155" y="237"/>
                    <a:pt x="145" y="237"/>
                    <a:pt x="136" y="236"/>
                  </a:cubicBezTo>
                  <a:cubicBezTo>
                    <a:pt x="135" y="236"/>
                    <a:pt x="135" y="236"/>
                    <a:pt x="135" y="236"/>
                  </a:cubicBezTo>
                  <a:cubicBezTo>
                    <a:pt x="133" y="235"/>
                    <a:pt x="131" y="235"/>
                    <a:pt x="129" y="234"/>
                  </a:cubicBezTo>
                  <a:cubicBezTo>
                    <a:pt x="129" y="234"/>
                    <a:pt x="128" y="234"/>
                    <a:pt x="128" y="234"/>
                  </a:cubicBezTo>
                  <a:cubicBezTo>
                    <a:pt x="126" y="234"/>
                    <a:pt x="124" y="233"/>
                    <a:pt x="122" y="232"/>
                  </a:cubicBezTo>
                  <a:cubicBezTo>
                    <a:pt x="94" y="222"/>
                    <a:pt x="75" y="197"/>
                    <a:pt x="75" y="166"/>
                  </a:cubicBezTo>
                  <a:lnTo>
                    <a:pt x="75" y="124"/>
                  </a:lnTo>
                  <a:cubicBezTo>
                    <a:pt x="126" y="138"/>
                    <a:pt x="160" y="113"/>
                    <a:pt x="172" y="102"/>
                  </a:cubicBezTo>
                  <a:close/>
                  <a:moveTo>
                    <a:pt x="100" y="316"/>
                  </a:moveTo>
                  <a:lnTo>
                    <a:pt x="85" y="314"/>
                  </a:lnTo>
                  <a:cubicBezTo>
                    <a:pt x="79" y="305"/>
                    <a:pt x="69" y="284"/>
                    <a:pt x="65" y="276"/>
                  </a:cubicBezTo>
                  <a:cubicBezTo>
                    <a:pt x="65" y="276"/>
                    <a:pt x="66" y="276"/>
                    <a:pt x="66" y="276"/>
                  </a:cubicBezTo>
                  <a:cubicBezTo>
                    <a:pt x="71" y="275"/>
                    <a:pt x="75" y="274"/>
                    <a:pt x="79" y="273"/>
                  </a:cubicBezTo>
                  <a:cubicBezTo>
                    <a:pt x="84" y="272"/>
                    <a:pt x="90" y="271"/>
                    <a:pt x="95" y="270"/>
                  </a:cubicBezTo>
                  <a:cubicBezTo>
                    <a:pt x="97" y="275"/>
                    <a:pt x="100" y="280"/>
                    <a:pt x="103" y="287"/>
                  </a:cubicBezTo>
                  <a:cubicBezTo>
                    <a:pt x="112" y="308"/>
                    <a:pt x="125" y="335"/>
                    <a:pt x="138" y="358"/>
                  </a:cubicBezTo>
                  <a:cubicBezTo>
                    <a:pt x="120" y="346"/>
                    <a:pt x="108" y="336"/>
                    <a:pt x="104" y="332"/>
                  </a:cubicBezTo>
                  <a:lnTo>
                    <a:pt x="104" y="321"/>
                  </a:lnTo>
                  <a:cubicBezTo>
                    <a:pt x="104" y="319"/>
                    <a:pt x="102" y="317"/>
                    <a:pt x="100" y="316"/>
                  </a:cubicBezTo>
                  <a:close/>
                  <a:moveTo>
                    <a:pt x="196" y="332"/>
                  </a:moveTo>
                  <a:cubicBezTo>
                    <a:pt x="192" y="336"/>
                    <a:pt x="179" y="346"/>
                    <a:pt x="161" y="358"/>
                  </a:cubicBezTo>
                  <a:cubicBezTo>
                    <a:pt x="174" y="335"/>
                    <a:pt x="187" y="308"/>
                    <a:pt x="197" y="287"/>
                  </a:cubicBezTo>
                  <a:cubicBezTo>
                    <a:pt x="200" y="280"/>
                    <a:pt x="202" y="275"/>
                    <a:pt x="205" y="270"/>
                  </a:cubicBezTo>
                  <a:cubicBezTo>
                    <a:pt x="210" y="271"/>
                    <a:pt x="215" y="272"/>
                    <a:pt x="220" y="273"/>
                  </a:cubicBezTo>
                  <a:cubicBezTo>
                    <a:pt x="225" y="274"/>
                    <a:pt x="229" y="275"/>
                    <a:pt x="233" y="276"/>
                  </a:cubicBezTo>
                  <a:cubicBezTo>
                    <a:pt x="233" y="276"/>
                    <a:pt x="234" y="276"/>
                    <a:pt x="234" y="276"/>
                  </a:cubicBezTo>
                  <a:cubicBezTo>
                    <a:pt x="231" y="284"/>
                    <a:pt x="221" y="305"/>
                    <a:pt x="215" y="314"/>
                  </a:cubicBezTo>
                  <a:lnTo>
                    <a:pt x="199" y="316"/>
                  </a:lnTo>
                  <a:cubicBezTo>
                    <a:pt x="197" y="317"/>
                    <a:pt x="195" y="319"/>
                    <a:pt x="195" y="321"/>
                  </a:cubicBezTo>
                  <a:lnTo>
                    <a:pt x="196" y="332"/>
                  </a:lnTo>
                  <a:close/>
                  <a:moveTo>
                    <a:pt x="267" y="278"/>
                  </a:moveTo>
                  <a:cubicBezTo>
                    <a:pt x="263" y="275"/>
                    <a:pt x="258" y="273"/>
                    <a:pt x="253" y="271"/>
                  </a:cubicBezTo>
                  <a:lnTo>
                    <a:pt x="253" y="111"/>
                  </a:lnTo>
                  <a:cubicBezTo>
                    <a:pt x="253" y="78"/>
                    <a:pt x="239" y="50"/>
                    <a:pt x="217" y="38"/>
                  </a:cubicBezTo>
                  <a:lnTo>
                    <a:pt x="217" y="21"/>
                  </a:lnTo>
                  <a:cubicBezTo>
                    <a:pt x="217" y="20"/>
                    <a:pt x="216" y="19"/>
                    <a:pt x="216" y="18"/>
                  </a:cubicBezTo>
                  <a:cubicBezTo>
                    <a:pt x="215" y="17"/>
                    <a:pt x="197" y="0"/>
                    <a:pt x="156" y="0"/>
                  </a:cubicBezTo>
                  <a:cubicBezTo>
                    <a:pt x="114" y="0"/>
                    <a:pt x="97" y="17"/>
                    <a:pt x="96" y="18"/>
                  </a:cubicBezTo>
                  <a:cubicBezTo>
                    <a:pt x="95" y="19"/>
                    <a:pt x="95" y="20"/>
                    <a:pt x="95" y="21"/>
                  </a:cubicBezTo>
                  <a:lnTo>
                    <a:pt x="95" y="34"/>
                  </a:lnTo>
                  <a:cubicBezTo>
                    <a:pt x="72" y="46"/>
                    <a:pt x="46" y="68"/>
                    <a:pt x="46" y="111"/>
                  </a:cubicBezTo>
                  <a:lnTo>
                    <a:pt x="46" y="271"/>
                  </a:lnTo>
                  <a:cubicBezTo>
                    <a:pt x="41" y="273"/>
                    <a:pt x="36" y="275"/>
                    <a:pt x="32" y="278"/>
                  </a:cubicBezTo>
                  <a:cubicBezTo>
                    <a:pt x="11" y="292"/>
                    <a:pt x="0" y="314"/>
                    <a:pt x="0" y="345"/>
                  </a:cubicBezTo>
                  <a:lnTo>
                    <a:pt x="0" y="372"/>
                  </a:lnTo>
                  <a:cubicBezTo>
                    <a:pt x="0" y="374"/>
                    <a:pt x="2" y="376"/>
                    <a:pt x="5" y="376"/>
                  </a:cubicBezTo>
                  <a:lnTo>
                    <a:pt x="295" y="376"/>
                  </a:lnTo>
                  <a:cubicBezTo>
                    <a:pt x="297" y="376"/>
                    <a:pt x="299" y="374"/>
                    <a:pt x="299" y="372"/>
                  </a:cubicBezTo>
                  <a:lnTo>
                    <a:pt x="299" y="345"/>
                  </a:lnTo>
                  <a:cubicBezTo>
                    <a:pt x="299" y="314"/>
                    <a:pt x="289" y="292"/>
                    <a:pt x="267" y="2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3" name="Freeform 922">
              <a:extLst>
                <a:ext uri="{FF2B5EF4-FFF2-40B4-BE49-F238E27FC236}">
                  <a16:creationId xmlns:a16="http://schemas.microsoft.com/office/drawing/2014/main" id="{2571BD77-4D84-4D67-9807-8F21B164C256}"/>
                </a:ext>
              </a:extLst>
            </p:cNvPr>
            <p:cNvSpPr>
              <a:spLocks/>
            </p:cNvSpPr>
            <p:nvPr/>
          </p:nvSpPr>
          <p:spPr bwMode="auto">
            <a:xfrm>
              <a:off x="8080376" y="2414588"/>
              <a:ext cx="17463" cy="9525"/>
            </a:xfrm>
            <a:custGeom>
              <a:avLst/>
              <a:gdLst>
                <a:gd name="T0" fmla="*/ 12 w 23"/>
                <a:gd name="T1" fmla="*/ 13 h 13"/>
                <a:gd name="T2" fmla="*/ 21 w 23"/>
                <a:gd name="T3" fmla="*/ 9 h 13"/>
                <a:gd name="T4" fmla="*/ 20 w 23"/>
                <a:gd name="T5" fmla="*/ 2 h 13"/>
                <a:gd name="T6" fmla="*/ 14 w 23"/>
                <a:gd name="T7" fmla="*/ 3 h 13"/>
                <a:gd name="T8" fmla="*/ 12 w 23"/>
                <a:gd name="T9" fmla="*/ 4 h 13"/>
                <a:gd name="T10" fmla="*/ 9 w 23"/>
                <a:gd name="T11" fmla="*/ 3 h 13"/>
                <a:gd name="T12" fmla="*/ 3 w 23"/>
                <a:gd name="T13" fmla="*/ 2 h 13"/>
                <a:gd name="T14" fmla="*/ 2 w 23"/>
                <a:gd name="T15" fmla="*/ 9 h 13"/>
                <a:gd name="T16" fmla="*/ 12 w 23"/>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3">
                  <a:moveTo>
                    <a:pt x="12" y="13"/>
                  </a:moveTo>
                  <a:cubicBezTo>
                    <a:pt x="18" y="13"/>
                    <a:pt x="21" y="9"/>
                    <a:pt x="21" y="9"/>
                  </a:cubicBezTo>
                  <a:cubicBezTo>
                    <a:pt x="23" y="7"/>
                    <a:pt x="23" y="3"/>
                    <a:pt x="20" y="2"/>
                  </a:cubicBezTo>
                  <a:cubicBezTo>
                    <a:pt x="18" y="0"/>
                    <a:pt x="15" y="1"/>
                    <a:pt x="14" y="3"/>
                  </a:cubicBezTo>
                  <a:cubicBezTo>
                    <a:pt x="14" y="3"/>
                    <a:pt x="13" y="4"/>
                    <a:pt x="12" y="4"/>
                  </a:cubicBezTo>
                  <a:cubicBezTo>
                    <a:pt x="10" y="4"/>
                    <a:pt x="10" y="3"/>
                    <a:pt x="9" y="3"/>
                  </a:cubicBezTo>
                  <a:cubicBezTo>
                    <a:pt x="8" y="1"/>
                    <a:pt x="5" y="1"/>
                    <a:pt x="3" y="2"/>
                  </a:cubicBezTo>
                  <a:cubicBezTo>
                    <a:pt x="1" y="4"/>
                    <a:pt x="0" y="7"/>
                    <a:pt x="2" y="9"/>
                  </a:cubicBezTo>
                  <a:cubicBezTo>
                    <a:pt x="2" y="9"/>
                    <a:pt x="5" y="13"/>
                    <a:pt x="12" y="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4" name="Freeform 923">
              <a:extLst>
                <a:ext uri="{FF2B5EF4-FFF2-40B4-BE49-F238E27FC236}">
                  <a16:creationId xmlns:a16="http://schemas.microsoft.com/office/drawing/2014/main" id="{4AF2530D-1632-440D-BF5A-7A32673EEC20}"/>
                </a:ext>
              </a:extLst>
            </p:cNvPr>
            <p:cNvSpPr>
              <a:spLocks/>
            </p:cNvSpPr>
            <p:nvPr/>
          </p:nvSpPr>
          <p:spPr bwMode="auto">
            <a:xfrm>
              <a:off x="8074026" y="2438401"/>
              <a:ext cx="31750" cy="11113"/>
            </a:xfrm>
            <a:custGeom>
              <a:avLst/>
              <a:gdLst>
                <a:gd name="T0" fmla="*/ 21 w 42"/>
                <a:gd name="T1" fmla="*/ 15 h 15"/>
                <a:gd name="T2" fmla="*/ 39 w 42"/>
                <a:gd name="T3" fmla="*/ 10 h 15"/>
                <a:gd name="T4" fmla="*/ 40 w 42"/>
                <a:gd name="T5" fmla="*/ 3 h 15"/>
                <a:gd name="T6" fmla="*/ 34 w 42"/>
                <a:gd name="T7" fmla="*/ 2 h 15"/>
                <a:gd name="T8" fmla="*/ 21 w 42"/>
                <a:gd name="T9" fmla="*/ 5 h 15"/>
                <a:gd name="T10" fmla="*/ 8 w 42"/>
                <a:gd name="T11" fmla="*/ 2 h 15"/>
                <a:gd name="T12" fmla="*/ 1 w 42"/>
                <a:gd name="T13" fmla="*/ 3 h 15"/>
                <a:gd name="T14" fmla="*/ 2 w 42"/>
                <a:gd name="T15" fmla="*/ 10 h 15"/>
                <a:gd name="T16" fmla="*/ 21 w 42"/>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5">
                  <a:moveTo>
                    <a:pt x="21" y="15"/>
                  </a:moveTo>
                  <a:cubicBezTo>
                    <a:pt x="31" y="15"/>
                    <a:pt x="39" y="10"/>
                    <a:pt x="39" y="10"/>
                  </a:cubicBezTo>
                  <a:cubicBezTo>
                    <a:pt x="41" y="8"/>
                    <a:pt x="42" y="5"/>
                    <a:pt x="40" y="3"/>
                  </a:cubicBezTo>
                  <a:cubicBezTo>
                    <a:pt x="39" y="1"/>
                    <a:pt x="36" y="0"/>
                    <a:pt x="34" y="2"/>
                  </a:cubicBezTo>
                  <a:cubicBezTo>
                    <a:pt x="34" y="2"/>
                    <a:pt x="28" y="5"/>
                    <a:pt x="21" y="5"/>
                  </a:cubicBezTo>
                  <a:cubicBezTo>
                    <a:pt x="13" y="5"/>
                    <a:pt x="8" y="2"/>
                    <a:pt x="8" y="2"/>
                  </a:cubicBezTo>
                  <a:cubicBezTo>
                    <a:pt x="5" y="0"/>
                    <a:pt x="2" y="1"/>
                    <a:pt x="1" y="3"/>
                  </a:cubicBezTo>
                  <a:cubicBezTo>
                    <a:pt x="0" y="5"/>
                    <a:pt x="0" y="8"/>
                    <a:pt x="2" y="10"/>
                  </a:cubicBezTo>
                  <a:cubicBezTo>
                    <a:pt x="3" y="10"/>
                    <a:pt x="10" y="15"/>
                    <a:pt x="2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5" name="Oval 924">
              <a:extLst>
                <a:ext uri="{FF2B5EF4-FFF2-40B4-BE49-F238E27FC236}">
                  <a16:creationId xmlns:a16="http://schemas.microsoft.com/office/drawing/2014/main" id="{092D7A4D-F571-414E-A19D-5D15757BFCE4}"/>
                </a:ext>
              </a:extLst>
            </p:cNvPr>
            <p:cNvSpPr>
              <a:spLocks noChangeArrowheads="1"/>
            </p:cNvSpPr>
            <p:nvPr/>
          </p:nvSpPr>
          <p:spPr bwMode="auto">
            <a:xfrm>
              <a:off x="8112126"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6" name="Oval 925">
              <a:extLst>
                <a:ext uri="{FF2B5EF4-FFF2-40B4-BE49-F238E27FC236}">
                  <a16:creationId xmlns:a16="http://schemas.microsoft.com/office/drawing/2014/main" id="{ABFD7DB2-F28D-47A3-A675-F1CAA8C24AB6}"/>
                </a:ext>
              </a:extLst>
            </p:cNvPr>
            <p:cNvSpPr>
              <a:spLocks noChangeArrowheads="1"/>
            </p:cNvSpPr>
            <p:nvPr/>
          </p:nvSpPr>
          <p:spPr bwMode="auto">
            <a:xfrm>
              <a:off x="8053389"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7" name="Freeform 926">
              <a:extLst>
                <a:ext uri="{FF2B5EF4-FFF2-40B4-BE49-F238E27FC236}">
                  <a16:creationId xmlns:a16="http://schemas.microsoft.com/office/drawing/2014/main" id="{579E393E-5082-4B93-8A8D-EF1B4E718DF7}"/>
                </a:ext>
              </a:extLst>
            </p:cNvPr>
            <p:cNvSpPr>
              <a:spLocks/>
            </p:cNvSpPr>
            <p:nvPr/>
          </p:nvSpPr>
          <p:spPr bwMode="auto">
            <a:xfrm>
              <a:off x="8081964" y="2293938"/>
              <a:ext cx="23813" cy="23813"/>
            </a:xfrm>
            <a:custGeom>
              <a:avLst/>
              <a:gdLst>
                <a:gd name="T0" fmla="*/ 27 w 31"/>
                <a:gd name="T1" fmla="*/ 11 h 31"/>
                <a:gd name="T2" fmla="*/ 20 w 31"/>
                <a:gd name="T3" fmla="*/ 11 h 31"/>
                <a:gd name="T4" fmla="*/ 20 w 31"/>
                <a:gd name="T5" fmla="*/ 4 h 31"/>
                <a:gd name="T6" fmla="*/ 16 w 31"/>
                <a:gd name="T7" fmla="*/ 0 h 31"/>
                <a:gd name="T8" fmla="*/ 11 w 31"/>
                <a:gd name="T9" fmla="*/ 4 h 31"/>
                <a:gd name="T10" fmla="*/ 11 w 31"/>
                <a:gd name="T11" fmla="*/ 11 h 31"/>
                <a:gd name="T12" fmla="*/ 5 w 31"/>
                <a:gd name="T13" fmla="*/ 11 h 31"/>
                <a:gd name="T14" fmla="*/ 0 w 31"/>
                <a:gd name="T15" fmla="*/ 15 h 31"/>
                <a:gd name="T16" fmla="*/ 5 w 31"/>
                <a:gd name="T17" fmla="*/ 20 h 31"/>
                <a:gd name="T18" fmla="*/ 11 w 31"/>
                <a:gd name="T19" fmla="*/ 20 h 31"/>
                <a:gd name="T20" fmla="*/ 11 w 31"/>
                <a:gd name="T21" fmla="*/ 26 h 31"/>
                <a:gd name="T22" fmla="*/ 16 w 31"/>
                <a:gd name="T23" fmla="*/ 31 h 31"/>
                <a:gd name="T24" fmla="*/ 20 w 31"/>
                <a:gd name="T25" fmla="*/ 26 h 31"/>
                <a:gd name="T26" fmla="*/ 20 w 31"/>
                <a:gd name="T27" fmla="*/ 20 h 31"/>
                <a:gd name="T28" fmla="*/ 27 w 31"/>
                <a:gd name="T29" fmla="*/ 20 h 31"/>
                <a:gd name="T30" fmla="*/ 31 w 31"/>
                <a:gd name="T31" fmla="*/ 15 h 31"/>
                <a:gd name="T32" fmla="*/ 27 w 31"/>
                <a:gd name="T33" fmla="*/ 1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31">
                  <a:moveTo>
                    <a:pt x="27" y="11"/>
                  </a:moveTo>
                  <a:lnTo>
                    <a:pt x="20" y="11"/>
                  </a:lnTo>
                  <a:lnTo>
                    <a:pt x="20" y="4"/>
                  </a:lnTo>
                  <a:cubicBezTo>
                    <a:pt x="20" y="2"/>
                    <a:pt x="18" y="0"/>
                    <a:pt x="16" y="0"/>
                  </a:cubicBezTo>
                  <a:cubicBezTo>
                    <a:pt x="13" y="0"/>
                    <a:pt x="11" y="2"/>
                    <a:pt x="11" y="4"/>
                  </a:cubicBezTo>
                  <a:lnTo>
                    <a:pt x="11" y="11"/>
                  </a:lnTo>
                  <a:lnTo>
                    <a:pt x="5" y="11"/>
                  </a:lnTo>
                  <a:cubicBezTo>
                    <a:pt x="2" y="11"/>
                    <a:pt x="0" y="13"/>
                    <a:pt x="0" y="15"/>
                  </a:cubicBezTo>
                  <a:cubicBezTo>
                    <a:pt x="0" y="18"/>
                    <a:pt x="2" y="20"/>
                    <a:pt x="5" y="20"/>
                  </a:cubicBezTo>
                  <a:lnTo>
                    <a:pt x="11" y="20"/>
                  </a:lnTo>
                  <a:lnTo>
                    <a:pt x="11" y="26"/>
                  </a:lnTo>
                  <a:cubicBezTo>
                    <a:pt x="11" y="29"/>
                    <a:pt x="13" y="31"/>
                    <a:pt x="16" y="31"/>
                  </a:cubicBezTo>
                  <a:cubicBezTo>
                    <a:pt x="18" y="31"/>
                    <a:pt x="20" y="29"/>
                    <a:pt x="20" y="26"/>
                  </a:cubicBezTo>
                  <a:lnTo>
                    <a:pt x="20" y="20"/>
                  </a:lnTo>
                  <a:lnTo>
                    <a:pt x="27" y="20"/>
                  </a:lnTo>
                  <a:cubicBezTo>
                    <a:pt x="29" y="20"/>
                    <a:pt x="31" y="18"/>
                    <a:pt x="31" y="15"/>
                  </a:cubicBezTo>
                  <a:cubicBezTo>
                    <a:pt x="31" y="13"/>
                    <a:pt x="29" y="11"/>
                    <a:pt x="27"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8" name="Operations2" descr="{&quot;Key&quot;:&quot;POWER_USER_SHAPE_ICON&quot;,&quot;Value&quot;:&quot;POWER_USER_SHAPE_ICON_STYLE_1&quot;}">
            <a:extLst>
              <a:ext uri="{FF2B5EF4-FFF2-40B4-BE49-F238E27FC236}">
                <a16:creationId xmlns:a16="http://schemas.microsoft.com/office/drawing/2014/main" id="{0901E911-8C7D-4F48-8658-217E66E17746}"/>
              </a:ext>
            </a:extLst>
          </p:cNvPr>
          <p:cNvGrpSpPr>
            <a:grpSpLocks noChangeAspect="1"/>
          </p:cNvGrpSpPr>
          <p:nvPr/>
        </p:nvGrpSpPr>
        <p:grpSpPr>
          <a:xfrm>
            <a:off x="11068335" y="4099239"/>
            <a:ext cx="458956" cy="542925"/>
            <a:chOff x="2054979" y="3725862"/>
            <a:chExt cx="531423" cy="628650"/>
          </a:xfrm>
          <a:solidFill>
            <a:schemeClr val="lt1"/>
          </a:solidFill>
        </p:grpSpPr>
        <p:grpSp>
          <p:nvGrpSpPr>
            <p:cNvPr id="329" name="Group 328">
              <a:extLst>
                <a:ext uri="{FF2B5EF4-FFF2-40B4-BE49-F238E27FC236}">
                  <a16:creationId xmlns:a16="http://schemas.microsoft.com/office/drawing/2014/main" id="{7B7C3BF1-AF17-43AB-83F7-341222DCC60C}"/>
                </a:ext>
              </a:extLst>
            </p:cNvPr>
            <p:cNvGrpSpPr/>
            <p:nvPr/>
          </p:nvGrpSpPr>
          <p:grpSpPr>
            <a:xfrm>
              <a:off x="2054979" y="3725862"/>
              <a:ext cx="473075" cy="628650"/>
              <a:chOff x="1289051" y="2987675"/>
              <a:chExt cx="473075" cy="628650"/>
            </a:xfrm>
            <a:grpFill/>
          </p:grpSpPr>
          <p:sp>
            <p:nvSpPr>
              <p:cNvPr id="331" name="Freeform 1059">
                <a:extLst>
                  <a:ext uri="{FF2B5EF4-FFF2-40B4-BE49-F238E27FC236}">
                    <a16:creationId xmlns:a16="http://schemas.microsoft.com/office/drawing/2014/main" id="{B236DE85-631C-43D4-AB47-1F5C70E10AA7}"/>
                  </a:ext>
                </a:extLst>
              </p:cNvPr>
              <p:cNvSpPr>
                <a:spLocks/>
              </p:cNvSpPr>
              <p:nvPr/>
            </p:nvSpPr>
            <p:spPr bwMode="auto">
              <a:xfrm>
                <a:off x="1289051" y="3013075"/>
                <a:ext cx="192088" cy="363538"/>
              </a:xfrm>
              <a:custGeom>
                <a:avLst/>
                <a:gdLst>
                  <a:gd name="T0" fmla="*/ 259 w 259"/>
                  <a:gd name="T1" fmla="*/ 100 h 487"/>
                  <a:gd name="T2" fmla="*/ 234 w 259"/>
                  <a:gd name="T3" fmla="*/ 18 h 487"/>
                  <a:gd name="T4" fmla="*/ 180 w 259"/>
                  <a:gd name="T5" fmla="*/ 2 h 487"/>
                  <a:gd name="T6" fmla="*/ 176 w 259"/>
                  <a:gd name="T7" fmla="*/ 2 h 487"/>
                  <a:gd name="T8" fmla="*/ 167 w 259"/>
                  <a:gd name="T9" fmla="*/ 2 h 487"/>
                  <a:gd name="T10" fmla="*/ 167 w 259"/>
                  <a:gd name="T11" fmla="*/ 282 h 487"/>
                  <a:gd name="T12" fmla="*/ 0 w 259"/>
                  <a:gd name="T13" fmla="*/ 476 h 487"/>
                  <a:gd name="T14" fmla="*/ 12 w 259"/>
                  <a:gd name="T15" fmla="*/ 487 h 487"/>
                  <a:gd name="T16" fmla="*/ 184 w 259"/>
                  <a:gd name="T17" fmla="*/ 288 h 487"/>
                  <a:gd name="T18" fmla="*/ 184 w 259"/>
                  <a:gd name="T19" fmla="*/ 19 h 487"/>
                  <a:gd name="T20" fmla="*/ 222 w 259"/>
                  <a:gd name="T21" fmla="*/ 30 h 487"/>
                  <a:gd name="T22" fmla="*/ 242 w 259"/>
                  <a:gd name="T23" fmla="*/ 100 h 487"/>
                  <a:gd name="T24" fmla="*/ 242 w 259"/>
                  <a:gd name="T25" fmla="*/ 159 h 487"/>
                  <a:gd name="T26" fmla="*/ 259 w 259"/>
                  <a:gd name="T27" fmla="*/ 126 h 487"/>
                  <a:gd name="T28" fmla="*/ 259 w 259"/>
                  <a:gd name="T29" fmla="*/ 10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9" h="487">
                    <a:moveTo>
                      <a:pt x="259" y="100"/>
                    </a:moveTo>
                    <a:cubicBezTo>
                      <a:pt x="259" y="61"/>
                      <a:pt x="250" y="33"/>
                      <a:pt x="234" y="18"/>
                    </a:cubicBezTo>
                    <a:cubicBezTo>
                      <a:pt x="215" y="0"/>
                      <a:pt x="191" y="2"/>
                      <a:pt x="180" y="2"/>
                    </a:cubicBezTo>
                    <a:cubicBezTo>
                      <a:pt x="178" y="2"/>
                      <a:pt x="177" y="2"/>
                      <a:pt x="176" y="2"/>
                    </a:cubicBezTo>
                    <a:lnTo>
                      <a:pt x="167" y="2"/>
                    </a:lnTo>
                    <a:lnTo>
                      <a:pt x="167" y="282"/>
                    </a:lnTo>
                    <a:lnTo>
                      <a:pt x="0" y="476"/>
                    </a:lnTo>
                    <a:lnTo>
                      <a:pt x="12" y="487"/>
                    </a:lnTo>
                    <a:lnTo>
                      <a:pt x="184" y="288"/>
                    </a:lnTo>
                    <a:lnTo>
                      <a:pt x="184" y="19"/>
                    </a:lnTo>
                    <a:cubicBezTo>
                      <a:pt x="194" y="18"/>
                      <a:pt x="210" y="18"/>
                      <a:pt x="222" y="30"/>
                    </a:cubicBezTo>
                    <a:cubicBezTo>
                      <a:pt x="235" y="42"/>
                      <a:pt x="242" y="66"/>
                      <a:pt x="242" y="100"/>
                    </a:cubicBezTo>
                    <a:lnTo>
                      <a:pt x="242" y="159"/>
                    </a:lnTo>
                    <a:lnTo>
                      <a:pt x="259" y="126"/>
                    </a:lnTo>
                    <a:lnTo>
                      <a:pt x="25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2" name="Freeform 1060">
                <a:extLst>
                  <a:ext uri="{FF2B5EF4-FFF2-40B4-BE49-F238E27FC236}">
                    <a16:creationId xmlns:a16="http://schemas.microsoft.com/office/drawing/2014/main" id="{0269433B-8841-4A0A-8D3F-51A52C8D1008}"/>
                  </a:ext>
                </a:extLst>
              </p:cNvPr>
              <p:cNvSpPr>
                <a:spLocks/>
              </p:cNvSpPr>
              <p:nvPr/>
            </p:nvSpPr>
            <p:spPr bwMode="auto">
              <a:xfrm>
                <a:off x="1289051" y="2987675"/>
                <a:ext cx="473075" cy="628650"/>
              </a:xfrm>
              <a:custGeom>
                <a:avLst/>
                <a:gdLst>
                  <a:gd name="T0" fmla="*/ 532 w 637"/>
                  <a:gd name="T1" fmla="*/ 636 h 846"/>
                  <a:gd name="T2" fmla="*/ 420 w 637"/>
                  <a:gd name="T3" fmla="*/ 637 h 846"/>
                  <a:gd name="T4" fmla="*/ 351 w 637"/>
                  <a:gd name="T5" fmla="*/ 571 h 846"/>
                  <a:gd name="T6" fmla="*/ 374 w 637"/>
                  <a:gd name="T7" fmla="*/ 425 h 846"/>
                  <a:gd name="T8" fmla="*/ 454 w 637"/>
                  <a:gd name="T9" fmla="*/ 321 h 846"/>
                  <a:gd name="T10" fmla="*/ 533 w 637"/>
                  <a:gd name="T11" fmla="*/ 321 h 846"/>
                  <a:gd name="T12" fmla="*/ 617 w 637"/>
                  <a:gd name="T13" fmla="*/ 294 h 846"/>
                  <a:gd name="T14" fmla="*/ 634 w 637"/>
                  <a:gd name="T15" fmla="*/ 233 h 846"/>
                  <a:gd name="T16" fmla="*/ 634 w 637"/>
                  <a:gd name="T17" fmla="*/ 228 h 846"/>
                  <a:gd name="T18" fmla="*/ 634 w 637"/>
                  <a:gd name="T19" fmla="*/ 220 h 846"/>
                  <a:gd name="T20" fmla="*/ 437 w 637"/>
                  <a:gd name="T21" fmla="*/ 220 h 846"/>
                  <a:gd name="T22" fmla="*/ 476 w 637"/>
                  <a:gd name="T23" fmla="*/ 169 h 846"/>
                  <a:gd name="T24" fmla="*/ 505 w 637"/>
                  <a:gd name="T25" fmla="*/ 85 h 846"/>
                  <a:gd name="T26" fmla="*/ 466 w 637"/>
                  <a:gd name="T27" fmla="*/ 31 h 846"/>
                  <a:gd name="T28" fmla="*/ 462 w 637"/>
                  <a:gd name="T29" fmla="*/ 29 h 846"/>
                  <a:gd name="T30" fmla="*/ 456 w 637"/>
                  <a:gd name="T31" fmla="*/ 24 h 846"/>
                  <a:gd name="T32" fmla="*/ 429 w 637"/>
                  <a:gd name="T33" fmla="*/ 60 h 846"/>
                  <a:gd name="T34" fmla="*/ 375 w 637"/>
                  <a:gd name="T35" fmla="*/ 5 h 846"/>
                  <a:gd name="T36" fmla="*/ 370 w 637"/>
                  <a:gd name="T37" fmla="*/ 3 h 846"/>
                  <a:gd name="T38" fmla="*/ 363 w 637"/>
                  <a:gd name="T39" fmla="*/ 0 h 846"/>
                  <a:gd name="T40" fmla="*/ 264 w 637"/>
                  <a:gd name="T41" fmla="*/ 185 h 846"/>
                  <a:gd name="T42" fmla="*/ 259 w 637"/>
                  <a:gd name="T43" fmla="*/ 231 h 846"/>
                  <a:gd name="T44" fmla="*/ 370 w 637"/>
                  <a:gd name="T45" fmla="*/ 22 h 846"/>
                  <a:gd name="T46" fmla="*/ 414 w 637"/>
                  <a:gd name="T47" fmla="*/ 81 h 846"/>
                  <a:gd name="T48" fmla="*/ 412 w 637"/>
                  <a:gd name="T49" fmla="*/ 109 h 846"/>
                  <a:gd name="T50" fmla="*/ 459 w 637"/>
                  <a:gd name="T51" fmla="*/ 47 h 846"/>
                  <a:gd name="T52" fmla="*/ 489 w 637"/>
                  <a:gd name="T53" fmla="*/ 88 h 846"/>
                  <a:gd name="T54" fmla="*/ 463 w 637"/>
                  <a:gd name="T55" fmla="*/ 159 h 846"/>
                  <a:gd name="T56" fmla="*/ 403 w 637"/>
                  <a:gd name="T57" fmla="*/ 237 h 846"/>
                  <a:gd name="T58" fmla="*/ 617 w 637"/>
                  <a:gd name="T59" fmla="*/ 237 h 846"/>
                  <a:gd name="T60" fmla="*/ 605 w 637"/>
                  <a:gd name="T61" fmla="*/ 283 h 846"/>
                  <a:gd name="T62" fmla="*/ 533 w 637"/>
                  <a:gd name="T63" fmla="*/ 304 h 846"/>
                  <a:gd name="T64" fmla="*/ 445 w 637"/>
                  <a:gd name="T65" fmla="*/ 304 h 846"/>
                  <a:gd name="T66" fmla="*/ 358 w 637"/>
                  <a:gd name="T67" fmla="*/ 419 h 846"/>
                  <a:gd name="T68" fmla="*/ 333 w 637"/>
                  <a:gd name="T69" fmla="*/ 577 h 846"/>
                  <a:gd name="T70" fmla="*/ 413 w 637"/>
                  <a:gd name="T71" fmla="*/ 653 h 846"/>
                  <a:gd name="T72" fmla="*/ 532 w 637"/>
                  <a:gd name="T73" fmla="*/ 653 h 846"/>
                  <a:gd name="T74" fmla="*/ 604 w 637"/>
                  <a:gd name="T75" fmla="*/ 675 h 846"/>
                  <a:gd name="T76" fmla="*/ 616 w 637"/>
                  <a:gd name="T77" fmla="*/ 720 h 846"/>
                  <a:gd name="T78" fmla="*/ 133 w 637"/>
                  <a:gd name="T79" fmla="*/ 720 h 846"/>
                  <a:gd name="T80" fmla="*/ 0 w 637"/>
                  <a:gd name="T81" fmla="*/ 833 h 846"/>
                  <a:gd name="T82" fmla="*/ 10 w 637"/>
                  <a:gd name="T83" fmla="*/ 846 h 846"/>
                  <a:gd name="T84" fmla="*/ 139 w 637"/>
                  <a:gd name="T85" fmla="*/ 737 h 846"/>
                  <a:gd name="T86" fmla="*/ 633 w 637"/>
                  <a:gd name="T87" fmla="*/ 737 h 846"/>
                  <a:gd name="T88" fmla="*/ 633 w 637"/>
                  <a:gd name="T89" fmla="*/ 728 h 846"/>
                  <a:gd name="T90" fmla="*/ 633 w 637"/>
                  <a:gd name="T91" fmla="*/ 724 h 846"/>
                  <a:gd name="T92" fmla="*/ 616 w 637"/>
                  <a:gd name="T93" fmla="*/ 663 h 846"/>
                  <a:gd name="T94" fmla="*/ 532 w 637"/>
                  <a:gd name="T95" fmla="*/ 636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7" h="846">
                    <a:moveTo>
                      <a:pt x="532" y="636"/>
                    </a:moveTo>
                    <a:lnTo>
                      <a:pt x="420" y="637"/>
                    </a:lnTo>
                    <a:lnTo>
                      <a:pt x="351" y="571"/>
                    </a:lnTo>
                    <a:lnTo>
                      <a:pt x="374" y="425"/>
                    </a:lnTo>
                    <a:lnTo>
                      <a:pt x="454" y="321"/>
                    </a:lnTo>
                    <a:lnTo>
                      <a:pt x="533" y="321"/>
                    </a:lnTo>
                    <a:cubicBezTo>
                      <a:pt x="572" y="321"/>
                      <a:pt x="600" y="312"/>
                      <a:pt x="617" y="294"/>
                    </a:cubicBezTo>
                    <a:cubicBezTo>
                      <a:pt x="637" y="273"/>
                      <a:pt x="635" y="246"/>
                      <a:pt x="634" y="233"/>
                    </a:cubicBezTo>
                    <a:cubicBezTo>
                      <a:pt x="634" y="231"/>
                      <a:pt x="634" y="230"/>
                      <a:pt x="634" y="228"/>
                    </a:cubicBezTo>
                    <a:lnTo>
                      <a:pt x="634" y="220"/>
                    </a:lnTo>
                    <a:lnTo>
                      <a:pt x="437" y="220"/>
                    </a:lnTo>
                    <a:lnTo>
                      <a:pt x="476" y="169"/>
                    </a:lnTo>
                    <a:cubicBezTo>
                      <a:pt x="500" y="138"/>
                      <a:pt x="509" y="110"/>
                      <a:pt x="505" y="85"/>
                    </a:cubicBezTo>
                    <a:cubicBezTo>
                      <a:pt x="500" y="55"/>
                      <a:pt x="476" y="38"/>
                      <a:pt x="466" y="31"/>
                    </a:cubicBezTo>
                    <a:cubicBezTo>
                      <a:pt x="464" y="30"/>
                      <a:pt x="463" y="29"/>
                      <a:pt x="462" y="29"/>
                    </a:cubicBezTo>
                    <a:lnTo>
                      <a:pt x="456" y="24"/>
                    </a:lnTo>
                    <a:lnTo>
                      <a:pt x="429" y="60"/>
                    </a:lnTo>
                    <a:cubicBezTo>
                      <a:pt x="420" y="25"/>
                      <a:pt x="388" y="11"/>
                      <a:pt x="375" y="5"/>
                    </a:cubicBezTo>
                    <a:cubicBezTo>
                      <a:pt x="373" y="5"/>
                      <a:pt x="371" y="4"/>
                      <a:pt x="370" y="3"/>
                    </a:cubicBezTo>
                    <a:lnTo>
                      <a:pt x="363" y="0"/>
                    </a:lnTo>
                    <a:lnTo>
                      <a:pt x="264" y="185"/>
                    </a:lnTo>
                    <a:lnTo>
                      <a:pt x="259" y="231"/>
                    </a:lnTo>
                    <a:lnTo>
                      <a:pt x="370" y="22"/>
                    </a:lnTo>
                    <a:cubicBezTo>
                      <a:pt x="387" y="29"/>
                      <a:pt x="416" y="43"/>
                      <a:pt x="414" y="81"/>
                    </a:cubicBezTo>
                    <a:lnTo>
                      <a:pt x="412" y="109"/>
                    </a:lnTo>
                    <a:lnTo>
                      <a:pt x="459" y="47"/>
                    </a:lnTo>
                    <a:cubicBezTo>
                      <a:pt x="469" y="54"/>
                      <a:pt x="486" y="67"/>
                      <a:pt x="489" y="88"/>
                    </a:cubicBezTo>
                    <a:cubicBezTo>
                      <a:pt x="492" y="108"/>
                      <a:pt x="483" y="132"/>
                      <a:pt x="463" y="159"/>
                    </a:cubicBezTo>
                    <a:lnTo>
                      <a:pt x="403" y="237"/>
                    </a:lnTo>
                    <a:lnTo>
                      <a:pt x="617" y="237"/>
                    </a:lnTo>
                    <a:cubicBezTo>
                      <a:pt x="618" y="249"/>
                      <a:pt x="618" y="268"/>
                      <a:pt x="605" y="283"/>
                    </a:cubicBezTo>
                    <a:cubicBezTo>
                      <a:pt x="591" y="297"/>
                      <a:pt x="567" y="304"/>
                      <a:pt x="533" y="304"/>
                    </a:cubicBezTo>
                    <a:lnTo>
                      <a:pt x="445" y="304"/>
                    </a:lnTo>
                    <a:lnTo>
                      <a:pt x="358" y="419"/>
                    </a:lnTo>
                    <a:lnTo>
                      <a:pt x="333" y="577"/>
                    </a:lnTo>
                    <a:lnTo>
                      <a:pt x="413" y="653"/>
                    </a:lnTo>
                    <a:lnTo>
                      <a:pt x="532" y="653"/>
                    </a:lnTo>
                    <a:cubicBezTo>
                      <a:pt x="567" y="653"/>
                      <a:pt x="591" y="660"/>
                      <a:pt x="604" y="675"/>
                    </a:cubicBezTo>
                    <a:cubicBezTo>
                      <a:pt x="618" y="689"/>
                      <a:pt x="617" y="708"/>
                      <a:pt x="616" y="720"/>
                    </a:cubicBezTo>
                    <a:lnTo>
                      <a:pt x="133" y="720"/>
                    </a:lnTo>
                    <a:lnTo>
                      <a:pt x="0" y="833"/>
                    </a:lnTo>
                    <a:lnTo>
                      <a:pt x="10" y="846"/>
                    </a:lnTo>
                    <a:lnTo>
                      <a:pt x="139" y="737"/>
                    </a:lnTo>
                    <a:lnTo>
                      <a:pt x="633" y="737"/>
                    </a:lnTo>
                    <a:lnTo>
                      <a:pt x="633" y="728"/>
                    </a:lnTo>
                    <a:cubicBezTo>
                      <a:pt x="633" y="727"/>
                      <a:pt x="633" y="726"/>
                      <a:pt x="633" y="724"/>
                    </a:cubicBezTo>
                    <a:cubicBezTo>
                      <a:pt x="634" y="711"/>
                      <a:pt x="636" y="684"/>
                      <a:pt x="616" y="663"/>
                    </a:cubicBezTo>
                    <a:cubicBezTo>
                      <a:pt x="600" y="645"/>
                      <a:pt x="571" y="636"/>
                      <a:pt x="532" y="6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3" name="Freeform 1061">
                <a:extLst>
                  <a:ext uri="{FF2B5EF4-FFF2-40B4-BE49-F238E27FC236}">
                    <a16:creationId xmlns:a16="http://schemas.microsoft.com/office/drawing/2014/main" id="{6F27FC8E-414B-43C6-8328-C162A8791384}"/>
                  </a:ext>
                </a:extLst>
              </p:cNvPr>
              <p:cNvSpPr>
                <a:spLocks/>
              </p:cNvSpPr>
              <p:nvPr/>
            </p:nvSpPr>
            <p:spPr bwMode="auto">
              <a:xfrm>
                <a:off x="1460501" y="3106737"/>
                <a:ext cx="46038" cy="73025"/>
              </a:xfrm>
              <a:custGeom>
                <a:avLst/>
                <a:gdLst>
                  <a:gd name="T0" fmla="*/ 7 w 29"/>
                  <a:gd name="T1" fmla="*/ 46 h 46"/>
                  <a:gd name="T2" fmla="*/ 0 w 29"/>
                  <a:gd name="T3" fmla="*/ 43 h 46"/>
                  <a:gd name="T4" fmla="*/ 22 w 29"/>
                  <a:gd name="T5" fmla="*/ 0 h 46"/>
                  <a:gd name="T6" fmla="*/ 29 w 29"/>
                  <a:gd name="T7" fmla="*/ 4 h 46"/>
                  <a:gd name="T8" fmla="*/ 7 w 29"/>
                  <a:gd name="T9" fmla="*/ 46 h 46"/>
                </a:gdLst>
                <a:ahLst/>
                <a:cxnLst>
                  <a:cxn ang="0">
                    <a:pos x="T0" y="T1"/>
                  </a:cxn>
                  <a:cxn ang="0">
                    <a:pos x="T2" y="T3"/>
                  </a:cxn>
                  <a:cxn ang="0">
                    <a:pos x="T4" y="T5"/>
                  </a:cxn>
                  <a:cxn ang="0">
                    <a:pos x="T6" y="T7"/>
                  </a:cxn>
                  <a:cxn ang="0">
                    <a:pos x="T8" y="T9"/>
                  </a:cxn>
                </a:cxnLst>
                <a:rect l="0" t="0" r="r" b="b"/>
                <a:pathLst>
                  <a:path w="29" h="46">
                    <a:moveTo>
                      <a:pt x="7" y="46"/>
                    </a:moveTo>
                    <a:lnTo>
                      <a:pt x="0" y="43"/>
                    </a:lnTo>
                    <a:lnTo>
                      <a:pt x="22" y="0"/>
                    </a:lnTo>
                    <a:lnTo>
                      <a:pt x="29" y="4"/>
                    </a:lnTo>
                    <a:lnTo>
                      <a:pt x="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4" name="Freeform 1062">
                <a:extLst>
                  <a:ext uri="{FF2B5EF4-FFF2-40B4-BE49-F238E27FC236}">
                    <a16:creationId xmlns:a16="http://schemas.microsoft.com/office/drawing/2014/main" id="{E44FA712-49DB-4F22-8CFA-2E7442B0F826}"/>
                  </a:ext>
                </a:extLst>
              </p:cNvPr>
              <p:cNvSpPr>
                <a:spLocks/>
              </p:cNvSpPr>
              <p:nvPr/>
            </p:nvSpPr>
            <p:spPr bwMode="auto">
              <a:xfrm>
                <a:off x="1482726" y="3151187"/>
                <a:ext cx="130175" cy="115888"/>
              </a:xfrm>
              <a:custGeom>
                <a:avLst/>
                <a:gdLst>
                  <a:gd name="T0" fmla="*/ 5 w 82"/>
                  <a:gd name="T1" fmla="*/ 73 h 73"/>
                  <a:gd name="T2" fmla="*/ 0 w 82"/>
                  <a:gd name="T3" fmla="*/ 67 h 73"/>
                  <a:gd name="T4" fmla="*/ 59 w 82"/>
                  <a:gd name="T5" fmla="*/ 0 h 73"/>
                  <a:gd name="T6" fmla="*/ 82 w 82"/>
                  <a:gd name="T7" fmla="*/ 0 h 73"/>
                  <a:gd name="T8" fmla="*/ 82 w 82"/>
                  <a:gd name="T9" fmla="*/ 8 h 73"/>
                  <a:gd name="T10" fmla="*/ 63 w 82"/>
                  <a:gd name="T11" fmla="*/ 8 h 73"/>
                  <a:gd name="T12" fmla="*/ 5 w 82"/>
                  <a:gd name="T13" fmla="*/ 73 h 73"/>
                </a:gdLst>
                <a:ahLst/>
                <a:cxnLst>
                  <a:cxn ang="0">
                    <a:pos x="T0" y="T1"/>
                  </a:cxn>
                  <a:cxn ang="0">
                    <a:pos x="T2" y="T3"/>
                  </a:cxn>
                  <a:cxn ang="0">
                    <a:pos x="T4" y="T5"/>
                  </a:cxn>
                  <a:cxn ang="0">
                    <a:pos x="T6" y="T7"/>
                  </a:cxn>
                  <a:cxn ang="0">
                    <a:pos x="T8" y="T9"/>
                  </a:cxn>
                  <a:cxn ang="0">
                    <a:pos x="T10" y="T11"/>
                  </a:cxn>
                  <a:cxn ang="0">
                    <a:pos x="T12" y="T13"/>
                  </a:cxn>
                </a:cxnLst>
                <a:rect l="0" t="0" r="r" b="b"/>
                <a:pathLst>
                  <a:path w="82" h="73">
                    <a:moveTo>
                      <a:pt x="5" y="73"/>
                    </a:moveTo>
                    <a:lnTo>
                      <a:pt x="0" y="67"/>
                    </a:lnTo>
                    <a:lnTo>
                      <a:pt x="59" y="0"/>
                    </a:lnTo>
                    <a:lnTo>
                      <a:pt x="82" y="0"/>
                    </a:lnTo>
                    <a:lnTo>
                      <a:pt x="82" y="8"/>
                    </a:lnTo>
                    <a:lnTo>
                      <a:pt x="63" y="8"/>
                    </a:lnTo>
                    <a:lnTo>
                      <a:pt x="5"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5" name="Freeform 1063">
                <a:extLst>
                  <a:ext uri="{FF2B5EF4-FFF2-40B4-BE49-F238E27FC236}">
                    <a16:creationId xmlns:a16="http://schemas.microsoft.com/office/drawing/2014/main" id="{F89C3D58-A2C5-45BB-B6B3-5D4BDE1EB5BD}"/>
                  </a:ext>
                </a:extLst>
              </p:cNvPr>
              <p:cNvSpPr>
                <a:spLocks/>
              </p:cNvSpPr>
              <p:nvPr/>
            </p:nvSpPr>
            <p:spPr bwMode="auto">
              <a:xfrm>
                <a:off x="1474789" y="3041650"/>
                <a:ext cx="134938" cy="171450"/>
              </a:xfrm>
              <a:custGeom>
                <a:avLst/>
                <a:gdLst>
                  <a:gd name="T0" fmla="*/ 6 w 85"/>
                  <a:gd name="T1" fmla="*/ 108 h 108"/>
                  <a:gd name="T2" fmla="*/ 0 w 85"/>
                  <a:gd name="T3" fmla="*/ 103 h 108"/>
                  <a:gd name="T4" fmla="*/ 79 w 85"/>
                  <a:gd name="T5" fmla="*/ 0 h 108"/>
                  <a:gd name="T6" fmla="*/ 85 w 85"/>
                  <a:gd name="T7" fmla="*/ 5 h 108"/>
                  <a:gd name="T8" fmla="*/ 6 w 85"/>
                  <a:gd name="T9" fmla="*/ 108 h 108"/>
                </a:gdLst>
                <a:ahLst/>
                <a:cxnLst>
                  <a:cxn ang="0">
                    <a:pos x="T0" y="T1"/>
                  </a:cxn>
                  <a:cxn ang="0">
                    <a:pos x="T2" y="T3"/>
                  </a:cxn>
                  <a:cxn ang="0">
                    <a:pos x="T4" y="T5"/>
                  </a:cxn>
                  <a:cxn ang="0">
                    <a:pos x="T6" y="T7"/>
                  </a:cxn>
                  <a:cxn ang="0">
                    <a:pos x="T8" y="T9"/>
                  </a:cxn>
                </a:cxnLst>
                <a:rect l="0" t="0" r="r" b="b"/>
                <a:pathLst>
                  <a:path w="85" h="108">
                    <a:moveTo>
                      <a:pt x="6" y="108"/>
                    </a:moveTo>
                    <a:lnTo>
                      <a:pt x="0" y="103"/>
                    </a:lnTo>
                    <a:lnTo>
                      <a:pt x="79" y="0"/>
                    </a:lnTo>
                    <a:lnTo>
                      <a:pt x="85" y="5"/>
                    </a:lnTo>
                    <a:lnTo>
                      <a:pt x="6"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330" name="Gear9" descr="{&quot;Key&quot;:&quot;POWER_USER_SHAPE_ICON&quot;,&quot;Value&quot;:&quot;POWER_USER_SHAPE_ICON_STYLE_1&quot;}">
              <a:extLst>
                <a:ext uri="{FF2B5EF4-FFF2-40B4-BE49-F238E27FC236}">
                  <a16:creationId xmlns:a16="http://schemas.microsoft.com/office/drawing/2014/main" id="{72138AD2-F55C-4469-AF3B-3E8C4BBAEE48}"/>
                </a:ext>
              </a:extLst>
            </p:cNvPr>
            <p:cNvSpPr>
              <a:spLocks noChangeAspect="1" noEditPoints="1"/>
            </p:cNvSpPr>
            <p:nvPr>
              <p:custDataLst>
                <p:tags r:id="rId4"/>
              </p:custDataLst>
            </p:nvPr>
          </p:nvSpPr>
          <p:spPr bwMode="auto">
            <a:xfrm>
              <a:off x="2375563" y="3976348"/>
              <a:ext cx="210839" cy="209321"/>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36" name="Plan4" descr="{&quot;Key&quot;:&quot;POWER_USER_SHAPE_ICON&quot;,&quot;Value&quot;:&quot;POWER_USER_SHAPE_ICON_STYLE_1&quot;}">
            <a:extLst>
              <a:ext uri="{FF2B5EF4-FFF2-40B4-BE49-F238E27FC236}">
                <a16:creationId xmlns:a16="http://schemas.microsoft.com/office/drawing/2014/main" id="{7E9376CB-26BC-44FD-99BC-C9988BDBAB68}"/>
              </a:ext>
            </a:extLst>
          </p:cNvPr>
          <p:cNvGrpSpPr>
            <a:grpSpLocks noChangeAspect="1"/>
          </p:cNvGrpSpPr>
          <p:nvPr/>
        </p:nvGrpSpPr>
        <p:grpSpPr>
          <a:xfrm>
            <a:off x="11038133" y="3027237"/>
            <a:ext cx="492243" cy="448698"/>
            <a:chOff x="2960688" y="5773738"/>
            <a:chExt cx="825500" cy="752475"/>
          </a:xfrm>
        </p:grpSpPr>
        <p:sp>
          <p:nvSpPr>
            <p:cNvPr id="337" name="Freeform 185">
              <a:extLst>
                <a:ext uri="{FF2B5EF4-FFF2-40B4-BE49-F238E27FC236}">
                  <a16:creationId xmlns:a16="http://schemas.microsoft.com/office/drawing/2014/main" id="{0672AE51-4958-430E-B8E7-D1678D0F12FD}"/>
                </a:ext>
              </a:extLst>
            </p:cNvPr>
            <p:cNvSpPr>
              <a:spLocks/>
            </p:cNvSpPr>
            <p:nvPr/>
          </p:nvSpPr>
          <p:spPr bwMode="auto">
            <a:xfrm>
              <a:off x="3365500" y="6122988"/>
              <a:ext cx="420688" cy="331788"/>
            </a:xfrm>
            <a:custGeom>
              <a:avLst/>
              <a:gdLst>
                <a:gd name="T0" fmla="*/ 340 w 562"/>
                <a:gd name="T1" fmla="*/ 440 h 440"/>
                <a:gd name="T2" fmla="*/ 562 w 562"/>
                <a:gd name="T3" fmla="*/ 148 h 440"/>
                <a:gd name="T4" fmla="*/ 0 w 562"/>
                <a:gd name="T5" fmla="*/ 0 h 440"/>
              </a:gdLst>
              <a:ahLst/>
              <a:cxnLst>
                <a:cxn ang="0">
                  <a:pos x="T0" y="T1"/>
                </a:cxn>
                <a:cxn ang="0">
                  <a:pos x="T2" y="T3"/>
                </a:cxn>
                <a:cxn ang="0">
                  <a:pos x="T4" y="T5"/>
                </a:cxn>
              </a:cxnLst>
              <a:rect l="0" t="0" r="r" b="b"/>
              <a:pathLst>
                <a:path w="562" h="440">
                  <a:moveTo>
                    <a:pt x="340" y="440"/>
                  </a:moveTo>
                  <a:lnTo>
                    <a:pt x="562" y="148"/>
                  </a:lnTo>
                  <a:cubicBezTo>
                    <a:pt x="562" y="148"/>
                    <a:pt x="286" y="84"/>
                    <a:pt x="0"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8" name="Freeform 186">
              <a:extLst>
                <a:ext uri="{FF2B5EF4-FFF2-40B4-BE49-F238E27FC236}">
                  <a16:creationId xmlns:a16="http://schemas.microsoft.com/office/drawing/2014/main" id="{A140A79A-9978-4F86-A8A6-5675493F805A}"/>
                </a:ext>
              </a:extLst>
            </p:cNvPr>
            <p:cNvSpPr>
              <a:spLocks/>
            </p:cNvSpPr>
            <p:nvPr/>
          </p:nvSpPr>
          <p:spPr bwMode="auto">
            <a:xfrm>
              <a:off x="3138488" y="5895975"/>
              <a:ext cx="276225" cy="203200"/>
            </a:xfrm>
            <a:custGeom>
              <a:avLst/>
              <a:gdLst>
                <a:gd name="T0" fmla="*/ 21 w 367"/>
                <a:gd name="T1" fmla="*/ 0 h 269"/>
                <a:gd name="T2" fmla="*/ 0 w 367"/>
                <a:gd name="T3" fmla="*/ 84 h 269"/>
                <a:gd name="T4" fmla="*/ 184 w 367"/>
                <a:gd name="T5" fmla="*/ 269 h 269"/>
                <a:gd name="T6" fmla="*/ 367 w 367"/>
                <a:gd name="T7" fmla="*/ 111 h 269"/>
              </a:gdLst>
              <a:ahLst/>
              <a:cxnLst>
                <a:cxn ang="0">
                  <a:pos x="T0" y="T1"/>
                </a:cxn>
                <a:cxn ang="0">
                  <a:pos x="T2" y="T3"/>
                </a:cxn>
                <a:cxn ang="0">
                  <a:pos x="T4" y="T5"/>
                </a:cxn>
                <a:cxn ang="0">
                  <a:pos x="T6" y="T7"/>
                </a:cxn>
              </a:cxnLst>
              <a:rect l="0" t="0" r="r" b="b"/>
              <a:pathLst>
                <a:path w="367" h="269">
                  <a:moveTo>
                    <a:pt x="21" y="0"/>
                  </a:moveTo>
                  <a:cubicBezTo>
                    <a:pt x="8" y="25"/>
                    <a:pt x="0" y="53"/>
                    <a:pt x="0" y="84"/>
                  </a:cubicBezTo>
                  <a:cubicBezTo>
                    <a:pt x="0" y="186"/>
                    <a:pt x="82" y="269"/>
                    <a:pt x="184" y="269"/>
                  </a:cubicBezTo>
                  <a:cubicBezTo>
                    <a:pt x="277" y="269"/>
                    <a:pt x="354" y="200"/>
                    <a:pt x="367" y="11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9" name="Freeform 187">
              <a:extLst>
                <a:ext uri="{FF2B5EF4-FFF2-40B4-BE49-F238E27FC236}">
                  <a16:creationId xmlns:a16="http://schemas.microsoft.com/office/drawing/2014/main" id="{F7F72E88-C714-4677-A96A-ED92F79DE59A}"/>
                </a:ext>
              </a:extLst>
            </p:cNvPr>
            <p:cNvSpPr>
              <a:spLocks/>
            </p:cNvSpPr>
            <p:nvPr/>
          </p:nvSpPr>
          <p:spPr bwMode="auto">
            <a:xfrm>
              <a:off x="3144838" y="5773738"/>
              <a:ext cx="309563" cy="201613"/>
            </a:xfrm>
            <a:custGeom>
              <a:avLst/>
              <a:gdLst>
                <a:gd name="T0" fmla="*/ 377 w 412"/>
                <a:gd name="T1" fmla="*/ 269 h 269"/>
                <a:gd name="T2" fmla="*/ 250 w 412"/>
                <a:gd name="T3" fmla="*/ 10 h 269"/>
                <a:gd name="T4" fmla="*/ 193 w 412"/>
                <a:gd name="T5" fmla="*/ 1 h 269"/>
                <a:gd name="T6" fmla="*/ 0 w 412"/>
                <a:gd name="T7" fmla="*/ 144 h 269"/>
              </a:gdLst>
              <a:ahLst/>
              <a:cxnLst>
                <a:cxn ang="0">
                  <a:pos x="T0" y="T1"/>
                </a:cxn>
                <a:cxn ang="0">
                  <a:pos x="T2" y="T3"/>
                </a:cxn>
                <a:cxn ang="0">
                  <a:pos x="T4" y="T5"/>
                </a:cxn>
                <a:cxn ang="0">
                  <a:pos x="T6" y="T7"/>
                </a:cxn>
              </a:cxnLst>
              <a:rect l="0" t="0" r="r" b="b"/>
              <a:pathLst>
                <a:path w="412" h="269">
                  <a:moveTo>
                    <a:pt x="377" y="269"/>
                  </a:moveTo>
                  <a:cubicBezTo>
                    <a:pt x="412" y="151"/>
                    <a:pt x="352" y="43"/>
                    <a:pt x="250" y="10"/>
                  </a:cubicBezTo>
                  <a:cubicBezTo>
                    <a:pt x="231" y="3"/>
                    <a:pt x="212" y="1"/>
                    <a:pt x="193" y="1"/>
                  </a:cubicBezTo>
                  <a:cubicBezTo>
                    <a:pt x="103" y="0"/>
                    <a:pt x="22" y="67"/>
                    <a:pt x="0" y="144"/>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0" name="Line 188">
              <a:extLst>
                <a:ext uri="{FF2B5EF4-FFF2-40B4-BE49-F238E27FC236}">
                  <a16:creationId xmlns:a16="http://schemas.microsoft.com/office/drawing/2014/main" id="{818C3DD0-E60D-4DB5-8689-DCFB390222EC}"/>
                </a:ext>
              </a:extLst>
            </p:cNvPr>
            <p:cNvSpPr>
              <a:spLocks noChangeShapeType="1"/>
            </p:cNvSpPr>
            <p:nvPr/>
          </p:nvSpPr>
          <p:spPr bwMode="auto">
            <a:xfrm>
              <a:off x="3133725" y="5881688"/>
              <a:ext cx="344488" cy="109538"/>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1" name="Freeform 189">
              <a:extLst>
                <a:ext uri="{FF2B5EF4-FFF2-40B4-BE49-F238E27FC236}">
                  <a16:creationId xmlns:a16="http://schemas.microsoft.com/office/drawing/2014/main" id="{B6AEB546-A26C-40E2-B7A2-6C72ABA2855D}"/>
                </a:ext>
              </a:extLst>
            </p:cNvPr>
            <p:cNvSpPr>
              <a:spLocks/>
            </p:cNvSpPr>
            <p:nvPr/>
          </p:nvSpPr>
          <p:spPr bwMode="auto">
            <a:xfrm>
              <a:off x="2960688" y="6121400"/>
              <a:ext cx="614363" cy="404813"/>
            </a:xfrm>
            <a:custGeom>
              <a:avLst/>
              <a:gdLst>
                <a:gd name="T0" fmla="*/ 318 w 818"/>
                <a:gd name="T1" fmla="*/ 511 h 537"/>
                <a:gd name="T2" fmla="*/ 0 w 818"/>
                <a:gd name="T3" fmla="*/ 511 h 537"/>
                <a:gd name="T4" fmla="*/ 43 w 818"/>
                <a:gd name="T5" fmla="*/ 199 h 537"/>
                <a:gd name="T6" fmla="*/ 248 w 818"/>
                <a:gd name="T7" fmla="*/ 0 h 537"/>
                <a:gd name="T8" fmla="*/ 433 w 818"/>
                <a:gd name="T9" fmla="*/ 140 h 537"/>
                <a:gd name="T10" fmla="*/ 529 w 818"/>
                <a:gd name="T11" fmla="*/ 367 h 537"/>
                <a:gd name="T12" fmla="*/ 770 w 818"/>
                <a:gd name="T13" fmla="*/ 392 h 537"/>
                <a:gd name="T14" fmla="*/ 818 w 818"/>
                <a:gd name="T15" fmla="*/ 463 h 537"/>
                <a:gd name="T16" fmla="*/ 733 w 818"/>
                <a:gd name="T17" fmla="*/ 537 h 537"/>
                <a:gd name="T18" fmla="*/ 458 w 818"/>
                <a:gd name="T19" fmla="*/ 537 h 537"/>
                <a:gd name="T20" fmla="*/ 367 w 818"/>
                <a:gd name="T21" fmla="*/ 475 h 537"/>
                <a:gd name="T22" fmla="*/ 266 w 818"/>
                <a:gd name="T23" fmla="*/ 267 h 537"/>
                <a:gd name="T24" fmla="*/ 266 w 818"/>
                <a:gd name="T25" fmla="*/ 26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8" h="537">
                  <a:moveTo>
                    <a:pt x="318" y="511"/>
                  </a:moveTo>
                  <a:lnTo>
                    <a:pt x="0" y="511"/>
                  </a:lnTo>
                  <a:lnTo>
                    <a:pt x="43" y="199"/>
                  </a:lnTo>
                  <a:cubicBezTo>
                    <a:pt x="65" y="61"/>
                    <a:pt x="144" y="0"/>
                    <a:pt x="248" y="0"/>
                  </a:cubicBezTo>
                  <a:cubicBezTo>
                    <a:pt x="323" y="0"/>
                    <a:pt x="393" y="42"/>
                    <a:pt x="433" y="140"/>
                  </a:cubicBezTo>
                  <a:lnTo>
                    <a:pt x="529" y="367"/>
                  </a:lnTo>
                  <a:lnTo>
                    <a:pt x="770" y="392"/>
                  </a:lnTo>
                  <a:cubicBezTo>
                    <a:pt x="798" y="401"/>
                    <a:pt x="818" y="422"/>
                    <a:pt x="818" y="463"/>
                  </a:cubicBezTo>
                  <a:cubicBezTo>
                    <a:pt x="818" y="511"/>
                    <a:pt x="787" y="537"/>
                    <a:pt x="733" y="537"/>
                  </a:cubicBezTo>
                  <a:lnTo>
                    <a:pt x="458" y="537"/>
                  </a:lnTo>
                  <a:cubicBezTo>
                    <a:pt x="418" y="537"/>
                    <a:pt x="387" y="515"/>
                    <a:pt x="367" y="475"/>
                  </a:cubicBezTo>
                  <a:cubicBezTo>
                    <a:pt x="341" y="420"/>
                    <a:pt x="295" y="326"/>
                    <a:pt x="266" y="267"/>
                  </a:cubicBezTo>
                  <a:lnTo>
                    <a:pt x="266" y="267"/>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2" name="Line 190">
              <a:extLst>
                <a:ext uri="{FF2B5EF4-FFF2-40B4-BE49-F238E27FC236}">
                  <a16:creationId xmlns:a16="http://schemas.microsoft.com/office/drawing/2014/main" id="{19CAA108-B486-4ED4-9CE5-3D8E8939ECD7}"/>
                </a:ext>
              </a:extLst>
            </p:cNvPr>
            <p:cNvSpPr>
              <a:spLocks noChangeShapeType="1"/>
            </p:cNvSpPr>
            <p:nvPr/>
          </p:nvSpPr>
          <p:spPr bwMode="auto">
            <a:xfrm flipV="1">
              <a:off x="3546475" y="6359525"/>
              <a:ext cx="46038" cy="60325"/>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3" name="Freeform 191">
              <a:extLst>
                <a:ext uri="{FF2B5EF4-FFF2-40B4-BE49-F238E27FC236}">
                  <a16:creationId xmlns:a16="http://schemas.microsoft.com/office/drawing/2014/main" id="{13C787DE-27DD-49B4-BBF1-96958A00AC57}"/>
                </a:ext>
              </a:extLst>
            </p:cNvPr>
            <p:cNvSpPr>
              <a:spLocks/>
            </p:cNvSpPr>
            <p:nvPr/>
          </p:nvSpPr>
          <p:spPr bwMode="auto">
            <a:xfrm>
              <a:off x="3311525" y="6199188"/>
              <a:ext cx="346075" cy="112713"/>
            </a:xfrm>
            <a:custGeom>
              <a:avLst/>
              <a:gdLst>
                <a:gd name="T0" fmla="*/ 422 w 461"/>
                <a:gd name="T1" fmla="*/ 150 h 150"/>
                <a:gd name="T2" fmla="*/ 461 w 461"/>
                <a:gd name="T3" fmla="*/ 101 h 150"/>
                <a:gd name="T4" fmla="*/ 87 w 461"/>
                <a:gd name="T5" fmla="*/ 0 h 150"/>
                <a:gd name="T6" fmla="*/ 0 w 461"/>
                <a:gd name="T7" fmla="*/ 104 h 150"/>
              </a:gdLst>
              <a:ahLst/>
              <a:cxnLst>
                <a:cxn ang="0">
                  <a:pos x="T0" y="T1"/>
                </a:cxn>
                <a:cxn ang="0">
                  <a:pos x="T2" y="T3"/>
                </a:cxn>
                <a:cxn ang="0">
                  <a:pos x="T4" y="T5"/>
                </a:cxn>
                <a:cxn ang="0">
                  <a:pos x="T6" y="T7"/>
                </a:cxn>
              </a:cxnLst>
              <a:rect l="0" t="0" r="r" b="b"/>
              <a:pathLst>
                <a:path w="461" h="150">
                  <a:moveTo>
                    <a:pt x="422" y="150"/>
                  </a:moveTo>
                  <a:lnTo>
                    <a:pt x="461" y="101"/>
                  </a:lnTo>
                  <a:lnTo>
                    <a:pt x="87" y="0"/>
                  </a:lnTo>
                  <a:lnTo>
                    <a:pt x="0" y="104"/>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4" name="Freeform 192">
              <a:extLst>
                <a:ext uri="{FF2B5EF4-FFF2-40B4-BE49-F238E27FC236}">
                  <a16:creationId xmlns:a16="http://schemas.microsoft.com/office/drawing/2014/main" id="{D3AB7036-8799-4AED-83C4-EA2E4FA86AB8}"/>
                </a:ext>
              </a:extLst>
            </p:cNvPr>
            <p:cNvSpPr>
              <a:spLocks/>
            </p:cNvSpPr>
            <p:nvPr/>
          </p:nvSpPr>
          <p:spPr bwMode="auto">
            <a:xfrm>
              <a:off x="3395663" y="6234113"/>
              <a:ext cx="109538" cy="88900"/>
            </a:xfrm>
            <a:custGeom>
              <a:avLst/>
              <a:gdLst>
                <a:gd name="T0" fmla="*/ 0 w 148"/>
                <a:gd name="T1" fmla="*/ 99 h 118"/>
                <a:gd name="T2" fmla="*/ 56 w 148"/>
                <a:gd name="T3" fmla="*/ 118 h 118"/>
                <a:gd name="T4" fmla="*/ 148 w 148"/>
                <a:gd name="T5" fmla="*/ 0 h 118"/>
              </a:gdLst>
              <a:ahLst/>
              <a:cxnLst>
                <a:cxn ang="0">
                  <a:pos x="T0" y="T1"/>
                </a:cxn>
                <a:cxn ang="0">
                  <a:pos x="T2" y="T3"/>
                </a:cxn>
                <a:cxn ang="0">
                  <a:pos x="T4" y="T5"/>
                </a:cxn>
              </a:cxnLst>
              <a:rect l="0" t="0" r="r" b="b"/>
              <a:pathLst>
                <a:path w="148" h="118">
                  <a:moveTo>
                    <a:pt x="0" y="99"/>
                  </a:moveTo>
                  <a:lnTo>
                    <a:pt x="56" y="118"/>
                  </a:lnTo>
                  <a:lnTo>
                    <a:pt x="148" y="0"/>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45" name="Optimization2" descr="{&quot;Key&quot;:&quot;POWER_USER_SHAPE_ICON&quot;,&quot;Value&quot;:&quot;POWER_USER_SHAPE_ICON_STYLE_1&quot;}">
            <a:extLst>
              <a:ext uri="{FF2B5EF4-FFF2-40B4-BE49-F238E27FC236}">
                <a16:creationId xmlns:a16="http://schemas.microsoft.com/office/drawing/2014/main" id="{ACB1152C-DCAC-4795-A1BE-64842495B429}"/>
              </a:ext>
            </a:extLst>
          </p:cNvPr>
          <p:cNvGrpSpPr>
            <a:grpSpLocks noChangeAspect="1"/>
          </p:cNvGrpSpPr>
          <p:nvPr/>
        </p:nvGrpSpPr>
        <p:grpSpPr>
          <a:xfrm>
            <a:off x="10983784" y="1994868"/>
            <a:ext cx="492617" cy="493568"/>
            <a:chOff x="4994275" y="1627188"/>
            <a:chExt cx="822326" cy="823913"/>
          </a:xfrm>
          <a:noFill/>
        </p:grpSpPr>
        <p:sp>
          <p:nvSpPr>
            <p:cNvPr id="346" name="Freeform 77">
              <a:extLst>
                <a:ext uri="{FF2B5EF4-FFF2-40B4-BE49-F238E27FC236}">
                  <a16:creationId xmlns:a16="http://schemas.microsoft.com/office/drawing/2014/main" id="{74A3D514-0596-4222-ADAC-126F36BFB90D}"/>
                </a:ext>
              </a:extLst>
            </p:cNvPr>
            <p:cNvSpPr>
              <a:spLocks/>
            </p:cNvSpPr>
            <p:nvPr/>
          </p:nvSpPr>
          <p:spPr bwMode="auto">
            <a:xfrm>
              <a:off x="5535613" y="2170113"/>
              <a:ext cx="90488" cy="90488"/>
            </a:xfrm>
            <a:custGeom>
              <a:avLst/>
              <a:gdLst>
                <a:gd name="T0" fmla="*/ 25 w 57"/>
                <a:gd name="T1" fmla="*/ 0 h 57"/>
                <a:gd name="T2" fmla="*/ 57 w 57"/>
                <a:gd name="T3" fmla="*/ 32 h 57"/>
                <a:gd name="T4" fmla="*/ 33 w 57"/>
                <a:gd name="T5" fmla="*/ 57 h 57"/>
                <a:gd name="T6" fmla="*/ 0 w 57"/>
                <a:gd name="T7" fmla="*/ 25 h 57"/>
                <a:gd name="T8" fmla="*/ 25 w 57"/>
                <a:gd name="T9" fmla="*/ 0 h 57"/>
              </a:gdLst>
              <a:ahLst/>
              <a:cxnLst>
                <a:cxn ang="0">
                  <a:pos x="T0" y="T1"/>
                </a:cxn>
                <a:cxn ang="0">
                  <a:pos x="T2" y="T3"/>
                </a:cxn>
                <a:cxn ang="0">
                  <a:pos x="T4" y="T5"/>
                </a:cxn>
                <a:cxn ang="0">
                  <a:pos x="T6" y="T7"/>
                </a:cxn>
                <a:cxn ang="0">
                  <a:pos x="T8" y="T9"/>
                </a:cxn>
              </a:cxnLst>
              <a:rect l="0" t="0" r="r" b="b"/>
              <a:pathLst>
                <a:path w="57" h="57">
                  <a:moveTo>
                    <a:pt x="25" y="0"/>
                  </a:moveTo>
                  <a:lnTo>
                    <a:pt x="57" y="32"/>
                  </a:lnTo>
                  <a:lnTo>
                    <a:pt x="33" y="57"/>
                  </a:lnTo>
                  <a:lnTo>
                    <a:pt x="0" y="25"/>
                  </a:lnTo>
                  <a:lnTo>
                    <a:pt x="25" y="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7" name="Freeform 78">
              <a:extLst>
                <a:ext uri="{FF2B5EF4-FFF2-40B4-BE49-F238E27FC236}">
                  <a16:creationId xmlns:a16="http://schemas.microsoft.com/office/drawing/2014/main" id="{23233289-158F-43CC-99DF-5F00AB36A0E0}"/>
                </a:ext>
              </a:extLst>
            </p:cNvPr>
            <p:cNvSpPr>
              <a:spLocks/>
            </p:cNvSpPr>
            <p:nvPr/>
          </p:nvSpPr>
          <p:spPr bwMode="auto">
            <a:xfrm>
              <a:off x="5572125" y="2206625"/>
              <a:ext cx="244475" cy="244475"/>
            </a:xfrm>
            <a:custGeom>
              <a:avLst/>
              <a:gdLst>
                <a:gd name="T0" fmla="*/ 0 w 361"/>
                <a:gd name="T1" fmla="*/ 114 h 362"/>
                <a:gd name="T2" fmla="*/ 217 w 361"/>
                <a:gd name="T3" fmla="*/ 330 h 362"/>
                <a:gd name="T4" fmla="*/ 330 w 361"/>
                <a:gd name="T5" fmla="*/ 330 h 362"/>
                <a:gd name="T6" fmla="*/ 330 w 361"/>
                <a:gd name="T7" fmla="*/ 330 h 362"/>
                <a:gd name="T8" fmla="*/ 330 w 361"/>
                <a:gd name="T9" fmla="*/ 217 h 362"/>
                <a:gd name="T10" fmla="*/ 113 w 361"/>
                <a:gd name="T11" fmla="*/ 0 h 362"/>
                <a:gd name="T12" fmla="*/ 0 w 361"/>
                <a:gd name="T13" fmla="*/ 114 h 362"/>
              </a:gdLst>
              <a:ahLst/>
              <a:cxnLst>
                <a:cxn ang="0">
                  <a:pos x="T0" y="T1"/>
                </a:cxn>
                <a:cxn ang="0">
                  <a:pos x="T2" y="T3"/>
                </a:cxn>
                <a:cxn ang="0">
                  <a:pos x="T4" y="T5"/>
                </a:cxn>
                <a:cxn ang="0">
                  <a:pos x="T6" y="T7"/>
                </a:cxn>
                <a:cxn ang="0">
                  <a:pos x="T8" y="T9"/>
                </a:cxn>
                <a:cxn ang="0">
                  <a:pos x="T10" y="T11"/>
                </a:cxn>
                <a:cxn ang="0">
                  <a:pos x="T12" y="T13"/>
                </a:cxn>
              </a:cxnLst>
              <a:rect l="0" t="0" r="r" b="b"/>
              <a:pathLst>
                <a:path w="361" h="362">
                  <a:moveTo>
                    <a:pt x="0" y="114"/>
                  </a:moveTo>
                  <a:lnTo>
                    <a:pt x="217" y="330"/>
                  </a:lnTo>
                  <a:cubicBezTo>
                    <a:pt x="248" y="362"/>
                    <a:pt x="299" y="362"/>
                    <a:pt x="330" y="330"/>
                  </a:cubicBezTo>
                  <a:lnTo>
                    <a:pt x="330" y="330"/>
                  </a:lnTo>
                  <a:cubicBezTo>
                    <a:pt x="361" y="299"/>
                    <a:pt x="361" y="249"/>
                    <a:pt x="330" y="217"/>
                  </a:cubicBezTo>
                  <a:lnTo>
                    <a:pt x="113" y="0"/>
                  </a:lnTo>
                  <a:lnTo>
                    <a:pt x="0" y="114"/>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8" name="Freeform 79">
              <a:extLst>
                <a:ext uri="{FF2B5EF4-FFF2-40B4-BE49-F238E27FC236}">
                  <a16:creationId xmlns:a16="http://schemas.microsoft.com/office/drawing/2014/main" id="{89B1F39F-CF3F-4573-957D-FA98ABE7A1D9}"/>
                </a:ext>
              </a:extLst>
            </p:cNvPr>
            <p:cNvSpPr>
              <a:spLocks/>
            </p:cNvSpPr>
            <p:nvPr/>
          </p:nvSpPr>
          <p:spPr bwMode="auto">
            <a:xfrm>
              <a:off x="4994275" y="1627188"/>
              <a:ext cx="684213" cy="685800"/>
            </a:xfrm>
            <a:custGeom>
              <a:avLst/>
              <a:gdLst>
                <a:gd name="T0" fmla="*/ 835 w 1016"/>
                <a:gd name="T1" fmla="*/ 181 h 1016"/>
                <a:gd name="T2" fmla="*/ 835 w 1016"/>
                <a:gd name="T3" fmla="*/ 835 h 1016"/>
                <a:gd name="T4" fmla="*/ 181 w 1016"/>
                <a:gd name="T5" fmla="*/ 835 h 1016"/>
                <a:gd name="T6" fmla="*/ 181 w 1016"/>
                <a:gd name="T7" fmla="*/ 181 h 1016"/>
                <a:gd name="T8" fmla="*/ 835 w 1016"/>
                <a:gd name="T9" fmla="*/ 181 h 1016"/>
              </a:gdLst>
              <a:ahLst/>
              <a:cxnLst>
                <a:cxn ang="0">
                  <a:pos x="T0" y="T1"/>
                </a:cxn>
                <a:cxn ang="0">
                  <a:pos x="T2" y="T3"/>
                </a:cxn>
                <a:cxn ang="0">
                  <a:pos x="T4" y="T5"/>
                </a:cxn>
                <a:cxn ang="0">
                  <a:pos x="T6" y="T7"/>
                </a:cxn>
                <a:cxn ang="0">
                  <a:pos x="T8" y="T9"/>
                </a:cxn>
              </a:cxnLst>
              <a:rect l="0" t="0" r="r" b="b"/>
              <a:pathLst>
                <a:path w="1016" h="1016">
                  <a:moveTo>
                    <a:pt x="835" y="181"/>
                  </a:moveTo>
                  <a:cubicBezTo>
                    <a:pt x="1016" y="361"/>
                    <a:pt x="1016" y="654"/>
                    <a:pt x="835" y="835"/>
                  </a:cubicBezTo>
                  <a:cubicBezTo>
                    <a:pt x="655" y="1016"/>
                    <a:pt x="362" y="1016"/>
                    <a:pt x="181" y="835"/>
                  </a:cubicBezTo>
                  <a:cubicBezTo>
                    <a:pt x="0" y="654"/>
                    <a:pt x="0" y="361"/>
                    <a:pt x="181" y="181"/>
                  </a:cubicBezTo>
                  <a:cubicBezTo>
                    <a:pt x="362" y="0"/>
                    <a:pt x="655" y="0"/>
                    <a:pt x="835" y="18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9" name="Freeform 80">
              <a:extLst>
                <a:ext uri="{FF2B5EF4-FFF2-40B4-BE49-F238E27FC236}">
                  <a16:creationId xmlns:a16="http://schemas.microsoft.com/office/drawing/2014/main" id="{5D1C26F3-CBA4-44C7-B389-7C335C879B12}"/>
                </a:ext>
              </a:extLst>
            </p:cNvPr>
            <p:cNvSpPr>
              <a:spLocks/>
            </p:cNvSpPr>
            <p:nvPr/>
          </p:nvSpPr>
          <p:spPr bwMode="auto">
            <a:xfrm>
              <a:off x="5064125" y="1698625"/>
              <a:ext cx="542925" cy="544513"/>
            </a:xfrm>
            <a:custGeom>
              <a:avLst/>
              <a:gdLst>
                <a:gd name="T0" fmla="*/ 663 w 806"/>
                <a:gd name="T1" fmla="*/ 143 h 806"/>
                <a:gd name="T2" fmla="*/ 663 w 806"/>
                <a:gd name="T3" fmla="*/ 663 h 806"/>
                <a:gd name="T4" fmla="*/ 144 w 806"/>
                <a:gd name="T5" fmla="*/ 663 h 806"/>
                <a:gd name="T6" fmla="*/ 144 w 806"/>
                <a:gd name="T7" fmla="*/ 143 h 806"/>
                <a:gd name="T8" fmla="*/ 663 w 806"/>
                <a:gd name="T9" fmla="*/ 143 h 806"/>
              </a:gdLst>
              <a:ahLst/>
              <a:cxnLst>
                <a:cxn ang="0">
                  <a:pos x="T0" y="T1"/>
                </a:cxn>
                <a:cxn ang="0">
                  <a:pos x="T2" y="T3"/>
                </a:cxn>
                <a:cxn ang="0">
                  <a:pos x="T4" y="T5"/>
                </a:cxn>
                <a:cxn ang="0">
                  <a:pos x="T6" y="T7"/>
                </a:cxn>
                <a:cxn ang="0">
                  <a:pos x="T8" y="T9"/>
                </a:cxn>
              </a:cxnLst>
              <a:rect l="0" t="0" r="r" b="b"/>
              <a:pathLst>
                <a:path w="806" h="806">
                  <a:moveTo>
                    <a:pt x="663" y="143"/>
                  </a:moveTo>
                  <a:cubicBezTo>
                    <a:pt x="806" y="287"/>
                    <a:pt x="806" y="519"/>
                    <a:pt x="663" y="663"/>
                  </a:cubicBezTo>
                  <a:cubicBezTo>
                    <a:pt x="520" y="806"/>
                    <a:pt x="287" y="806"/>
                    <a:pt x="144" y="663"/>
                  </a:cubicBezTo>
                  <a:cubicBezTo>
                    <a:pt x="0" y="519"/>
                    <a:pt x="0" y="287"/>
                    <a:pt x="144" y="143"/>
                  </a:cubicBezTo>
                  <a:cubicBezTo>
                    <a:pt x="287" y="0"/>
                    <a:pt x="520" y="0"/>
                    <a:pt x="663" y="143"/>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0" name="Freeform 81">
              <a:extLst>
                <a:ext uri="{FF2B5EF4-FFF2-40B4-BE49-F238E27FC236}">
                  <a16:creationId xmlns:a16="http://schemas.microsoft.com/office/drawing/2014/main" id="{E0DC94DE-D281-42C9-87AA-1F121464DF94}"/>
                </a:ext>
              </a:extLst>
            </p:cNvPr>
            <p:cNvSpPr>
              <a:spLocks/>
            </p:cNvSpPr>
            <p:nvPr/>
          </p:nvSpPr>
          <p:spPr bwMode="auto">
            <a:xfrm>
              <a:off x="5153025" y="1785938"/>
              <a:ext cx="366713" cy="368300"/>
            </a:xfrm>
            <a:custGeom>
              <a:avLst/>
              <a:gdLst>
                <a:gd name="T0" fmla="*/ 545 w 545"/>
                <a:gd name="T1" fmla="*/ 242 h 546"/>
                <a:gd name="T2" fmla="*/ 504 w 545"/>
                <a:gd name="T3" fmla="*/ 218 h 546"/>
                <a:gd name="T4" fmla="*/ 469 w 545"/>
                <a:gd name="T5" fmla="*/ 178 h 546"/>
                <a:gd name="T6" fmla="*/ 485 w 545"/>
                <a:gd name="T7" fmla="*/ 138 h 546"/>
                <a:gd name="T8" fmla="*/ 443 w 545"/>
                <a:gd name="T9" fmla="*/ 58 h 546"/>
                <a:gd name="T10" fmla="*/ 397 w 545"/>
                <a:gd name="T11" fmla="*/ 70 h 546"/>
                <a:gd name="T12" fmla="*/ 344 w 545"/>
                <a:gd name="T13" fmla="*/ 67 h 546"/>
                <a:gd name="T14" fmla="*/ 327 w 545"/>
                <a:gd name="T15" fmla="*/ 27 h 546"/>
                <a:gd name="T16" fmla="*/ 241 w 545"/>
                <a:gd name="T17" fmla="*/ 0 h 546"/>
                <a:gd name="T18" fmla="*/ 217 w 545"/>
                <a:gd name="T19" fmla="*/ 41 h 546"/>
                <a:gd name="T20" fmla="*/ 177 w 545"/>
                <a:gd name="T21" fmla="*/ 76 h 546"/>
                <a:gd name="T22" fmla="*/ 137 w 545"/>
                <a:gd name="T23" fmla="*/ 60 h 546"/>
                <a:gd name="T24" fmla="*/ 58 w 545"/>
                <a:gd name="T25" fmla="*/ 102 h 546"/>
                <a:gd name="T26" fmla="*/ 70 w 545"/>
                <a:gd name="T27" fmla="*/ 148 h 546"/>
                <a:gd name="T28" fmla="*/ 66 w 545"/>
                <a:gd name="T29" fmla="*/ 200 h 546"/>
                <a:gd name="T30" fmla="*/ 24 w 545"/>
                <a:gd name="T31" fmla="*/ 218 h 546"/>
                <a:gd name="T32" fmla="*/ 0 w 545"/>
                <a:gd name="T33" fmla="*/ 304 h 546"/>
                <a:gd name="T34" fmla="*/ 41 w 545"/>
                <a:gd name="T35" fmla="*/ 328 h 546"/>
                <a:gd name="T36" fmla="*/ 76 w 545"/>
                <a:gd name="T37" fmla="*/ 368 h 546"/>
                <a:gd name="T38" fmla="*/ 59 w 545"/>
                <a:gd name="T39" fmla="*/ 408 h 546"/>
                <a:gd name="T40" fmla="*/ 101 w 545"/>
                <a:gd name="T41" fmla="*/ 488 h 546"/>
                <a:gd name="T42" fmla="*/ 147 w 545"/>
                <a:gd name="T43" fmla="*/ 476 h 546"/>
                <a:gd name="T44" fmla="*/ 200 w 545"/>
                <a:gd name="T45" fmla="*/ 479 h 546"/>
                <a:gd name="T46" fmla="*/ 217 w 545"/>
                <a:gd name="T47" fmla="*/ 519 h 546"/>
                <a:gd name="T48" fmla="*/ 303 w 545"/>
                <a:gd name="T49" fmla="*/ 546 h 546"/>
                <a:gd name="T50" fmla="*/ 327 w 545"/>
                <a:gd name="T51" fmla="*/ 505 h 546"/>
                <a:gd name="T52" fmla="*/ 367 w 545"/>
                <a:gd name="T53" fmla="*/ 470 h 546"/>
                <a:gd name="T54" fmla="*/ 408 w 545"/>
                <a:gd name="T55" fmla="*/ 486 h 546"/>
                <a:gd name="T56" fmla="*/ 487 w 545"/>
                <a:gd name="T57" fmla="*/ 444 h 546"/>
                <a:gd name="T58" fmla="*/ 475 w 545"/>
                <a:gd name="T59" fmla="*/ 398 h 546"/>
                <a:gd name="T60" fmla="*/ 478 w 545"/>
                <a:gd name="T61" fmla="*/ 346 h 546"/>
                <a:gd name="T62" fmla="*/ 521 w 545"/>
                <a:gd name="T63" fmla="*/ 328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546">
                  <a:moveTo>
                    <a:pt x="545" y="304"/>
                  </a:moveTo>
                  <a:lnTo>
                    <a:pt x="545" y="242"/>
                  </a:lnTo>
                  <a:cubicBezTo>
                    <a:pt x="545" y="229"/>
                    <a:pt x="534" y="218"/>
                    <a:pt x="521" y="218"/>
                  </a:cubicBezTo>
                  <a:lnTo>
                    <a:pt x="504" y="218"/>
                  </a:lnTo>
                  <a:cubicBezTo>
                    <a:pt x="492" y="218"/>
                    <a:pt x="482" y="211"/>
                    <a:pt x="478" y="200"/>
                  </a:cubicBezTo>
                  <a:cubicBezTo>
                    <a:pt x="476" y="193"/>
                    <a:pt x="473" y="185"/>
                    <a:pt x="469" y="178"/>
                  </a:cubicBezTo>
                  <a:cubicBezTo>
                    <a:pt x="464" y="168"/>
                    <a:pt x="467" y="156"/>
                    <a:pt x="474" y="149"/>
                  </a:cubicBezTo>
                  <a:lnTo>
                    <a:pt x="485" y="138"/>
                  </a:lnTo>
                  <a:cubicBezTo>
                    <a:pt x="496" y="127"/>
                    <a:pt x="496" y="111"/>
                    <a:pt x="487" y="102"/>
                  </a:cubicBezTo>
                  <a:lnTo>
                    <a:pt x="443" y="58"/>
                  </a:lnTo>
                  <a:cubicBezTo>
                    <a:pt x="434" y="49"/>
                    <a:pt x="419" y="49"/>
                    <a:pt x="409" y="58"/>
                  </a:cubicBezTo>
                  <a:lnTo>
                    <a:pt x="397" y="70"/>
                  </a:lnTo>
                  <a:cubicBezTo>
                    <a:pt x="389" y="78"/>
                    <a:pt x="377" y="81"/>
                    <a:pt x="367" y="76"/>
                  </a:cubicBezTo>
                  <a:cubicBezTo>
                    <a:pt x="359" y="72"/>
                    <a:pt x="352" y="69"/>
                    <a:pt x="344" y="67"/>
                  </a:cubicBezTo>
                  <a:cubicBezTo>
                    <a:pt x="334" y="63"/>
                    <a:pt x="327" y="53"/>
                    <a:pt x="327" y="42"/>
                  </a:cubicBezTo>
                  <a:lnTo>
                    <a:pt x="327" y="27"/>
                  </a:lnTo>
                  <a:cubicBezTo>
                    <a:pt x="327" y="11"/>
                    <a:pt x="316" y="0"/>
                    <a:pt x="303" y="0"/>
                  </a:cubicBezTo>
                  <a:lnTo>
                    <a:pt x="241" y="0"/>
                  </a:lnTo>
                  <a:cubicBezTo>
                    <a:pt x="228" y="0"/>
                    <a:pt x="217" y="11"/>
                    <a:pt x="217" y="24"/>
                  </a:cubicBezTo>
                  <a:lnTo>
                    <a:pt x="217" y="41"/>
                  </a:lnTo>
                  <a:cubicBezTo>
                    <a:pt x="217" y="53"/>
                    <a:pt x="210" y="63"/>
                    <a:pt x="200" y="67"/>
                  </a:cubicBezTo>
                  <a:cubicBezTo>
                    <a:pt x="192" y="70"/>
                    <a:pt x="184" y="73"/>
                    <a:pt x="177" y="76"/>
                  </a:cubicBezTo>
                  <a:cubicBezTo>
                    <a:pt x="167" y="81"/>
                    <a:pt x="156" y="79"/>
                    <a:pt x="148" y="71"/>
                  </a:cubicBezTo>
                  <a:lnTo>
                    <a:pt x="137" y="60"/>
                  </a:lnTo>
                  <a:cubicBezTo>
                    <a:pt x="126" y="49"/>
                    <a:pt x="111" y="49"/>
                    <a:pt x="101" y="58"/>
                  </a:cubicBezTo>
                  <a:lnTo>
                    <a:pt x="58" y="102"/>
                  </a:lnTo>
                  <a:cubicBezTo>
                    <a:pt x="48" y="111"/>
                    <a:pt x="48" y="127"/>
                    <a:pt x="58" y="136"/>
                  </a:cubicBezTo>
                  <a:lnTo>
                    <a:pt x="70" y="148"/>
                  </a:lnTo>
                  <a:cubicBezTo>
                    <a:pt x="78" y="156"/>
                    <a:pt x="80" y="168"/>
                    <a:pt x="75" y="179"/>
                  </a:cubicBezTo>
                  <a:cubicBezTo>
                    <a:pt x="72" y="186"/>
                    <a:pt x="69" y="193"/>
                    <a:pt x="66" y="200"/>
                  </a:cubicBezTo>
                  <a:cubicBezTo>
                    <a:pt x="62" y="211"/>
                    <a:pt x="52" y="218"/>
                    <a:pt x="41" y="218"/>
                  </a:cubicBezTo>
                  <a:lnTo>
                    <a:pt x="24" y="218"/>
                  </a:lnTo>
                  <a:cubicBezTo>
                    <a:pt x="10" y="218"/>
                    <a:pt x="0" y="229"/>
                    <a:pt x="0" y="242"/>
                  </a:cubicBezTo>
                  <a:lnTo>
                    <a:pt x="0" y="304"/>
                  </a:lnTo>
                  <a:cubicBezTo>
                    <a:pt x="0" y="317"/>
                    <a:pt x="10" y="328"/>
                    <a:pt x="24" y="328"/>
                  </a:cubicBezTo>
                  <a:lnTo>
                    <a:pt x="41" y="328"/>
                  </a:lnTo>
                  <a:cubicBezTo>
                    <a:pt x="52" y="328"/>
                    <a:pt x="62" y="335"/>
                    <a:pt x="66" y="346"/>
                  </a:cubicBezTo>
                  <a:cubicBezTo>
                    <a:pt x="69" y="353"/>
                    <a:pt x="72" y="361"/>
                    <a:pt x="76" y="368"/>
                  </a:cubicBezTo>
                  <a:cubicBezTo>
                    <a:pt x="80" y="378"/>
                    <a:pt x="78" y="390"/>
                    <a:pt x="70" y="397"/>
                  </a:cubicBezTo>
                  <a:lnTo>
                    <a:pt x="59" y="408"/>
                  </a:lnTo>
                  <a:cubicBezTo>
                    <a:pt x="48" y="419"/>
                    <a:pt x="48" y="434"/>
                    <a:pt x="58" y="444"/>
                  </a:cubicBezTo>
                  <a:lnTo>
                    <a:pt x="101" y="488"/>
                  </a:lnTo>
                  <a:cubicBezTo>
                    <a:pt x="111" y="497"/>
                    <a:pt x="126" y="497"/>
                    <a:pt x="135" y="488"/>
                  </a:cubicBezTo>
                  <a:lnTo>
                    <a:pt x="147" y="476"/>
                  </a:lnTo>
                  <a:cubicBezTo>
                    <a:pt x="155" y="467"/>
                    <a:pt x="168" y="465"/>
                    <a:pt x="178" y="470"/>
                  </a:cubicBezTo>
                  <a:cubicBezTo>
                    <a:pt x="185" y="474"/>
                    <a:pt x="193" y="477"/>
                    <a:pt x="200" y="479"/>
                  </a:cubicBezTo>
                  <a:cubicBezTo>
                    <a:pt x="211" y="483"/>
                    <a:pt x="217" y="493"/>
                    <a:pt x="217" y="504"/>
                  </a:cubicBezTo>
                  <a:lnTo>
                    <a:pt x="217" y="519"/>
                  </a:lnTo>
                  <a:cubicBezTo>
                    <a:pt x="217" y="535"/>
                    <a:pt x="228" y="546"/>
                    <a:pt x="241" y="546"/>
                  </a:cubicBezTo>
                  <a:lnTo>
                    <a:pt x="303" y="546"/>
                  </a:lnTo>
                  <a:cubicBezTo>
                    <a:pt x="316" y="546"/>
                    <a:pt x="327" y="535"/>
                    <a:pt x="327" y="522"/>
                  </a:cubicBezTo>
                  <a:lnTo>
                    <a:pt x="327" y="505"/>
                  </a:lnTo>
                  <a:cubicBezTo>
                    <a:pt x="327" y="493"/>
                    <a:pt x="334" y="483"/>
                    <a:pt x="345" y="479"/>
                  </a:cubicBezTo>
                  <a:cubicBezTo>
                    <a:pt x="353" y="476"/>
                    <a:pt x="360" y="473"/>
                    <a:pt x="367" y="470"/>
                  </a:cubicBezTo>
                  <a:cubicBezTo>
                    <a:pt x="377" y="465"/>
                    <a:pt x="389" y="467"/>
                    <a:pt x="397" y="475"/>
                  </a:cubicBezTo>
                  <a:lnTo>
                    <a:pt x="408" y="486"/>
                  </a:lnTo>
                  <a:cubicBezTo>
                    <a:pt x="419" y="497"/>
                    <a:pt x="434" y="497"/>
                    <a:pt x="443" y="488"/>
                  </a:cubicBezTo>
                  <a:lnTo>
                    <a:pt x="487" y="444"/>
                  </a:lnTo>
                  <a:cubicBezTo>
                    <a:pt x="496" y="434"/>
                    <a:pt x="496" y="419"/>
                    <a:pt x="487" y="410"/>
                  </a:cubicBezTo>
                  <a:lnTo>
                    <a:pt x="475" y="398"/>
                  </a:lnTo>
                  <a:cubicBezTo>
                    <a:pt x="467" y="390"/>
                    <a:pt x="464" y="377"/>
                    <a:pt x="469" y="367"/>
                  </a:cubicBezTo>
                  <a:cubicBezTo>
                    <a:pt x="473" y="360"/>
                    <a:pt x="476" y="353"/>
                    <a:pt x="478" y="346"/>
                  </a:cubicBezTo>
                  <a:cubicBezTo>
                    <a:pt x="482" y="335"/>
                    <a:pt x="492" y="328"/>
                    <a:pt x="504" y="328"/>
                  </a:cubicBezTo>
                  <a:lnTo>
                    <a:pt x="521" y="328"/>
                  </a:lnTo>
                  <a:cubicBezTo>
                    <a:pt x="534" y="328"/>
                    <a:pt x="545" y="317"/>
                    <a:pt x="545" y="304"/>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1" name="Freeform 82">
              <a:extLst>
                <a:ext uri="{FF2B5EF4-FFF2-40B4-BE49-F238E27FC236}">
                  <a16:creationId xmlns:a16="http://schemas.microsoft.com/office/drawing/2014/main" id="{5AEE2DC6-C629-49A7-AA8C-68C919BE9898}"/>
                </a:ext>
              </a:extLst>
            </p:cNvPr>
            <p:cNvSpPr>
              <a:spLocks/>
            </p:cNvSpPr>
            <p:nvPr/>
          </p:nvSpPr>
          <p:spPr bwMode="auto">
            <a:xfrm>
              <a:off x="5245100" y="1879600"/>
              <a:ext cx="182563" cy="182563"/>
            </a:xfrm>
            <a:custGeom>
              <a:avLst/>
              <a:gdLst>
                <a:gd name="T0" fmla="*/ 154 w 269"/>
                <a:gd name="T1" fmla="*/ 257 h 270"/>
                <a:gd name="T2" fmla="*/ 12 w 269"/>
                <a:gd name="T3" fmla="*/ 115 h 270"/>
                <a:gd name="T4" fmla="*/ 115 w 269"/>
                <a:gd name="T5" fmla="*/ 13 h 270"/>
                <a:gd name="T6" fmla="*/ 256 w 269"/>
                <a:gd name="T7" fmla="*/ 154 h 270"/>
                <a:gd name="T8" fmla="*/ 154 w 269"/>
                <a:gd name="T9" fmla="*/ 257 h 270"/>
              </a:gdLst>
              <a:ahLst/>
              <a:cxnLst>
                <a:cxn ang="0">
                  <a:pos x="T0" y="T1"/>
                </a:cxn>
                <a:cxn ang="0">
                  <a:pos x="T2" y="T3"/>
                </a:cxn>
                <a:cxn ang="0">
                  <a:pos x="T4" y="T5"/>
                </a:cxn>
                <a:cxn ang="0">
                  <a:pos x="T6" y="T7"/>
                </a:cxn>
                <a:cxn ang="0">
                  <a:pos x="T8" y="T9"/>
                </a:cxn>
              </a:cxnLst>
              <a:rect l="0" t="0" r="r" b="b"/>
              <a:pathLst>
                <a:path w="269" h="270">
                  <a:moveTo>
                    <a:pt x="154" y="257"/>
                  </a:moveTo>
                  <a:cubicBezTo>
                    <a:pt x="70" y="270"/>
                    <a:pt x="0" y="199"/>
                    <a:pt x="12" y="115"/>
                  </a:cubicBezTo>
                  <a:cubicBezTo>
                    <a:pt x="20" y="63"/>
                    <a:pt x="63" y="21"/>
                    <a:pt x="115" y="13"/>
                  </a:cubicBezTo>
                  <a:cubicBezTo>
                    <a:pt x="198" y="0"/>
                    <a:pt x="269" y="71"/>
                    <a:pt x="256" y="154"/>
                  </a:cubicBezTo>
                  <a:cubicBezTo>
                    <a:pt x="248" y="206"/>
                    <a:pt x="206" y="249"/>
                    <a:pt x="154" y="257"/>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2" name="Freeform 83">
              <a:extLst>
                <a:ext uri="{FF2B5EF4-FFF2-40B4-BE49-F238E27FC236}">
                  <a16:creationId xmlns:a16="http://schemas.microsoft.com/office/drawing/2014/main" id="{5A39878B-0AE4-4656-BE65-8C56FDCA99B9}"/>
                </a:ext>
              </a:extLst>
            </p:cNvPr>
            <p:cNvSpPr>
              <a:spLocks noEditPoints="1"/>
            </p:cNvSpPr>
            <p:nvPr/>
          </p:nvSpPr>
          <p:spPr bwMode="auto">
            <a:xfrm>
              <a:off x="5018088" y="1652588"/>
              <a:ext cx="666750" cy="654050"/>
            </a:xfrm>
            <a:custGeom>
              <a:avLst/>
              <a:gdLst>
                <a:gd name="T0" fmla="*/ 471 w 988"/>
                <a:gd name="T1" fmla="*/ 17 h 969"/>
                <a:gd name="T2" fmla="*/ 150 w 988"/>
                <a:gd name="T3" fmla="*/ 150 h 969"/>
                <a:gd name="T4" fmla="*/ 17 w 988"/>
                <a:gd name="T5" fmla="*/ 471 h 969"/>
                <a:gd name="T6" fmla="*/ 150 w 988"/>
                <a:gd name="T7" fmla="*/ 792 h 969"/>
                <a:gd name="T8" fmla="*/ 793 w 988"/>
                <a:gd name="T9" fmla="*/ 792 h 969"/>
                <a:gd name="T10" fmla="*/ 793 w 988"/>
                <a:gd name="T11" fmla="*/ 150 h 969"/>
                <a:gd name="T12" fmla="*/ 471 w 988"/>
                <a:gd name="T13" fmla="*/ 17 h 969"/>
                <a:gd name="T14" fmla="*/ 471 w 988"/>
                <a:gd name="T15" fmla="*/ 942 h 969"/>
                <a:gd name="T16" fmla="*/ 138 w 988"/>
                <a:gd name="T17" fmla="*/ 804 h 969"/>
                <a:gd name="T18" fmla="*/ 0 w 988"/>
                <a:gd name="T19" fmla="*/ 471 h 969"/>
                <a:gd name="T20" fmla="*/ 138 w 988"/>
                <a:gd name="T21" fmla="*/ 138 h 969"/>
                <a:gd name="T22" fmla="*/ 471 w 988"/>
                <a:gd name="T23" fmla="*/ 0 h 969"/>
                <a:gd name="T24" fmla="*/ 804 w 988"/>
                <a:gd name="T25" fmla="*/ 138 h 969"/>
                <a:gd name="T26" fmla="*/ 804 w 988"/>
                <a:gd name="T27" fmla="*/ 804 h 969"/>
                <a:gd name="T28" fmla="*/ 471 w 988"/>
                <a:gd name="T29" fmla="*/ 942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8" h="969">
                  <a:moveTo>
                    <a:pt x="471" y="17"/>
                  </a:moveTo>
                  <a:cubicBezTo>
                    <a:pt x="350" y="17"/>
                    <a:pt x="236" y="64"/>
                    <a:pt x="150" y="150"/>
                  </a:cubicBezTo>
                  <a:cubicBezTo>
                    <a:pt x="64" y="235"/>
                    <a:pt x="17" y="350"/>
                    <a:pt x="17" y="471"/>
                  </a:cubicBezTo>
                  <a:cubicBezTo>
                    <a:pt x="17" y="592"/>
                    <a:pt x="64" y="706"/>
                    <a:pt x="150" y="792"/>
                  </a:cubicBezTo>
                  <a:cubicBezTo>
                    <a:pt x="327" y="969"/>
                    <a:pt x="615" y="969"/>
                    <a:pt x="793" y="792"/>
                  </a:cubicBezTo>
                  <a:cubicBezTo>
                    <a:pt x="970" y="615"/>
                    <a:pt x="970" y="327"/>
                    <a:pt x="793" y="150"/>
                  </a:cubicBezTo>
                  <a:cubicBezTo>
                    <a:pt x="707" y="64"/>
                    <a:pt x="593" y="17"/>
                    <a:pt x="471" y="17"/>
                  </a:cubicBezTo>
                  <a:close/>
                  <a:moveTo>
                    <a:pt x="471" y="942"/>
                  </a:moveTo>
                  <a:cubicBezTo>
                    <a:pt x="351" y="942"/>
                    <a:pt x="230" y="896"/>
                    <a:pt x="138" y="804"/>
                  </a:cubicBezTo>
                  <a:cubicBezTo>
                    <a:pt x="49" y="715"/>
                    <a:pt x="0" y="597"/>
                    <a:pt x="0" y="471"/>
                  </a:cubicBezTo>
                  <a:cubicBezTo>
                    <a:pt x="0" y="345"/>
                    <a:pt x="49" y="227"/>
                    <a:pt x="138" y="138"/>
                  </a:cubicBezTo>
                  <a:cubicBezTo>
                    <a:pt x="227" y="49"/>
                    <a:pt x="345" y="0"/>
                    <a:pt x="471" y="0"/>
                  </a:cubicBezTo>
                  <a:cubicBezTo>
                    <a:pt x="597" y="0"/>
                    <a:pt x="715" y="49"/>
                    <a:pt x="804" y="138"/>
                  </a:cubicBezTo>
                  <a:cubicBezTo>
                    <a:pt x="988" y="322"/>
                    <a:pt x="988" y="620"/>
                    <a:pt x="804" y="804"/>
                  </a:cubicBezTo>
                  <a:cubicBezTo>
                    <a:pt x="713" y="896"/>
                    <a:pt x="592" y="942"/>
                    <a:pt x="471" y="94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3" name="Freeform 84">
              <a:extLst>
                <a:ext uri="{FF2B5EF4-FFF2-40B4-BE49-F238E27FC236}">
                  <a16:creationId xmlns:a16="http://schemas.microsoft.com/office/drawing/2014/main" id="{51734D98-AFFE-43AE-9865-51782161E0C5}"/>
                </a:ext>
              </a:extLst>
            </p:cNvPr>
            <p:cNvSpPr>
              <a:spLocks noEditPoints="1"/>
            </p:cNvSpPr>
            <p:nvPr/>
          </p:nvSpPr>
          <p:spPr bwMode="auto">
            <a:xfrm>
              <a:off x="5070475" y="1716088"/>
              <a:ext cx="531813" cy="520700"/>
            </a:xfrm>
            <a:custGeom>
              <a:avLst/>
              <a:gdLst>
                <a:gd name="T0" fmla="*/ 393 w 787"/>
                <a:gd name="T1" fmla="*/ 17 h 770"/>
                <a:gd name="T2" fmla="*/ 140 w 787"/>
                <a:gd name="T3" fmla="*/ 122 h 770"/>
                <a:gd name="T4" fmla="*/ 140 w 787"/>
                <a:gd name="T5" fmla="*/ 630 h 770"/>
                <a:gd name="T6" fmla="*/ 647 w 787"/>
                <a:gd name="T7" fmla="*/ 630 h 770"/>
                <a:gd name="T8" fmla="*/ 647 w 787"/>
                <a:gd name="T9" fmla="*/ 122 h 770"/>
                <a:gd name="T10" fmla="*/ 393 w 787"/>
                <a:gd name="T11" fmla="*/ 17 h 770"/>
                <a:gd name="T12" fmla="*/ 393 w 787"/>
                <a:gd name="T13" fmla="*/ 751 h 770"/>
                <a:gd name="T14" fmla="*/ 128 w 787"/>
                <a:gd name="T15" fmla="*/ 641 h 770"/>
                <a:gd name="T16" fmla="*/ 18 w 787"/>
                <a:gd name="T17" fmla="*/ 376 h 770"/>
                <a:gd name="T18" fmla="*/ 128 w 787"/>
                <a:gd name="T19" fmla="*/ 110 h 770"/>
                <a:gd name="T20" fmla="*/ 393 w 787"/>
                <a:gd name="T21" fmla="*/ 0 h 770"/>
                <a:gd name="T22" fmla="*/ 659 w 787"/>
                <a:gd name="T23" fmla="*/ 110 h 770"/>
                <a:gd name="T24" fmla="*/ 769 w 787"/>
                <a:gd name="T25" fmla="*/ 376 h 770"/>
                <a:gd name="T26" fmla="*/ 659 w 787"/>
                <a:gd name="T27" fmla="*/ 641 h 770"/>
                <a:gd name="T28" fmla="*/ 393 w 787"/>
                <a:gd name="T29" fmla="*/ 751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87" h="770">
                  <a:moveTo>
                    <a:pt x="393" y="17"/>
                  </a:moveTo>
                  <a:cubicBezTo>
                    <a:pt x="301" y="17"/>
                    <a:pt x="209" y="52"/>
                    <a:pt x="140" y="122"/>
                  </a:cubicBezTo>
                  <a:cubicBezTo>
                    <a:pt x="0" y="262"/>
                    <a:pt x="0" y="490"/>
                    <a:pt x="140" y="630"/>
                  </a:cubicBezTo>
                  <a:cubicBezTo>
                    <a:pt x="279" y="770"/>
                    <a:pt x="507" y="770"/>
                    <a:pt x="647" y="630"/>
                  </a:cubicBezTo>
                  <a:cubicBezTo>
                    <a:pt x="787" y="490"/>
                    <a:pt x="787" y="262"/>
                    <a:pt x="647" y="122"/>
                  </a:cubicBezTo>
                  <a:cubicBezTo>
                    <a:pt x="577" y="52"/>
                    <a:pt x="485" y="17"/>
                    <a:pt x="393" y="17"/>
                  </a:cubicBezTo>
                  <a:close/>
                  <a:moveTo>
                    <a:pt x="393" y="751"/>
                  </a:moveTo>
                  <a:cubicBezTo>
                    <a:pt x="293" y="751"/>
                    <a:pt x="199" y="712"/>
                    <a:pt x="128" y="641"/>
                  </a:cubicBezTo>
                  <a:cubicBezTo>
                    <a:pt x="57" y="571"/>
                    <a:pt x="18" y="476"/>
                    <a:pt x="18" y="376"/>
                  </a:cubicBezTo>
                  <a:cubicBezTo>
                    <a:pt x="18" y="276"/>
                    <a:pt x="57" y="181"/>
                    <a:pt x="128" y="110"/>
                  </a:cubicBezTo>
                  <a:cubicBezTo>
                    <a:pt x="199" y="39"/>
                    <a:pt x="293" y="0"/>
                    <a:pt x="393" y="0"/>
                  </a:cubicBezTo>
                  <a:cubicBezTo>
                    <a:pt x="494" y="0"/>
                    <a:pt x="588" y="39"/>
                    <a:pt x="659" y="110"/>
                  </a:cubicBezTo>
                  <a:cubicBezTo>
                    <a:pt x="730" y="181"/>
                    <a:pt x="769" y="276"/>
                    <a:pt x="769" y="376"/>
                  </a:cubicBezTo>
                  <a:cubicBezTo>
                    <a:pt x="769" y="476"/>
                    <a:pt x="730" y="571"/>
                    <a:pt x="659" y="641"/>
                  </a:cubicBezTo>
                  <a:cubicBezTo>
                    <a:pt x="588" y="712"/>
                    <a:pt x="494" y="751"/>
                    <a:pt x="393" y="75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4" name="Freeform 85">
              <a:extLst>
                <a:ext uri="{FF2B5EF4-FFF2-40B4-BE49-F238E27FC236}">
                  <a16:creationId xmlns:a16="http://schemas.microsoft.com/office/drawing/2014/main" id="{553B43C7-006C-4759-8747-B43E3185185B}"/>
                </a:ext>
              </a:extLst>
            </p:cNvPr>
            <p:cNvSpPr>
              <a:spLocks noEditPoints="1"/>
            </p:cNvSpPr>
            <p:nvPr/>
          </p:nvSpPr>
          <p:spPr bwMode="auto">
            <a:xfrm>
              <a:off x="5564188" y="2198688"/>
              <a:ext cx="252413" cy="252413"/>
            </a:xfrm>
            <a:custGeom>
              <a:avLst/>
              <a:gdLst>
                <a:gd name="T0" fmla="*/ 24 w 374"/>
                <a:gd name="T1" fmla="*/ 125 h 373"/>
                <a:gd name="T2" fmla="*/ 235 w 374"/>
                <a:gd name="T3" fmla="*/ 336 h 373"/>
                <a:gd name="T4" fmla="*/ 285 w 374"/>
                <a:gd name="T5" fmla="*/ 357 h 373"/>
                <a:gd name="T6" fmla="*/ 336 w 374"/>
                <a:gd name="T7" fmla="*/ 336 h 373"/>
                <a:gd name="T8" fmla="*/ 357 w 374"/>
                <a:gd name="T9" fmla="*/ 285 h 373"/>
                <a:gd name="T10" fmla="*/ 336 w 374"/>
                <a:gd name="T11" fmla="*/ 234 h 373"/>
                <a:gd name="T12" fmla="*/ 125 w 374"/>
                <a:gd name="T13" fmla="*/ 23 h 373"/>
                <a:gd name="T14" fmla="*/ 24 w 374"/>
                <a:gd name="T15" fmla="*/ 125 h 373"/>
                <a:gd name="T16" fmla="*/ 285 w 374"/>
                <a:gd name="T17" fmla="*/ 373 h 373"/>
                <a:gd name="T18" fmla="*/ 223 w 374"/>
                <a:gd name="T19" fmla="*/ 347 h 373"/>
                <a:gd name="T20" fmla="*/ 0 w 374"/>
                <a:gd name="T21" fmla="*/ 125 h 373"/>
                <a:gd name="T22" fmla="*/ 125 w 374"/>
                <a:gd name="T23" fmla="*/ 0 h 373"/>
                <a:gd name="T24" fmla="*/ 348 w 374"/>
                <a:gd name="T25" fmla="*/ 222 h 373"/>
                <a:gd name="T26" fmla="*/ 374 w 374"/>
                <a:gd name="T27" fmla="*/ 285 h 373"/>
                <a:gd name="T28" fmla="*/ 348 w 374"/>
                <a:gd name="T29" fmla="*/ 347 h 373"/>
                <a:gd name="T30" fmla="*/ 285 w 374"/>
                <a:gd name="T31" fmla="*/ 37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4" h="373">
                  <a:moveTo>
                    <a:pt x="24" y="125"/>
                  </a:moveTo>
                  <a:lnTo>
                    <a:pt x="235" y="336"/>
                  </a:lnTo>
                  <a:cubicBezTo>
                    <a:pt x="248" y="349"/>
                    <a:pt x="266" y="357"/>
                    <a:pt x="285" y="357"/>
                  </a:cubicBezTo>
                  <a:cubicBezTo>
                    <a:pt x="304" y="357"/>
                    <a:pt x="322" y="349"/>
                    <a:pt x="336" y="336"/>
                  </a:cubicBezTo>
                  <a:cubicBezTo>
                    <a:pt x="349" y="322"/>
                    <a:pt x="357" y="304"/>
                    <a:pt x="357" y="285"/>
                  </a:cubicBezTo>
                  <a:cubicBezTo>
                    <a:pt x="357" y="266"/>
                    <a:pt x="349" y="248"/>
                    <a:pt x="336" y="234"/>
                  </a:cubicBezTo>
                  <a:lnTo>
                    <a:pt x="125" y="23"/>
                  </a:lnTo>
                  <a:lnTo>
                    <a:pt x="24" y="125"/>
                  </a:lnTo>
                  <a:close/>
                  <a:moveTo>
                    <a:pt x="285" y="373"/>
                  </a:moveTo>
                  <a:cubicBezTo>
                    <a:pt x="262" y="373"/>
                    <a:pt x="240" y="364"/>
                    <a:pt x="223" y="347"/>
                  </a:cubicBezTo>
                  <a:lnTo>
                    <a:pt x="0" y="125"/>
                  </a:lnTo>
                  <a:lnTo>
                    <a:pt x="125" y="0"/>
                  </a:lnTo>
                  <a:lnTo>
                    <a:pt x="348" y="222"/>
                  </a:lnTo>
                  <a:cubicBezTo>
                    <a:pt x="364" y="239"/>
                    <a:pt x="374" y="261"/>
                    <a:pt x="374" y="285"/>
                  </a:cubicBezTo>
                  <a:cubicBezTo>
                    <a:pt x="374" y="309"/>
                    <a:pt x="364" y="331"/>
                    <a:pt x="348" y="347"/>
                  </a:cubicBezTo>
                  <a:cubicBezTo>
                    <a:pt x="331" y="364"/>
                    <a:pt x="309" y="373"/>
                    <a:pt x="285" y="37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5" name="Freeform 86">
              <a:extLst>
                <a:ext uri="{FF2B5EF4-FFF2-40B4-BE49-F238E27FC236}">
                  <a16:creationId xmlns:a16="http://schemas.microsoft.com/office/drawing/2014/main" id="{4A6A5ADB-E753-4514-8488-4B1B56F15522}"/>
                </a:ext>
              </a:extLst>
            </p:cNvPr>
            <p:cNvSpPr>
              <a:spLocks/>
            </p:cNvSpPr>
            <p:nvPr/>
          </p:nvSpPr>
          <p:spPr bwMode="auto">
            <a:xfrm>
              <a:off x="5532438" y="2206625"/>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6" name="Freeform 87">
              <a:extLst>
                <a:ext uri="{FF2B5EF4-FFF2-40B4-BE49-F238E27FC236}">
                  <a16:creationId xmlns:a16="http://schemas.microsoft.com/office/drawing/2014/main" id="{1B0E4BD7-B7FF-4C12-914D-BC2FB46F2E3E}"/>
                </a:ext>
              </a:extLst>
            </p:cNvPr>
            <p:cNvSpPr>
              <a:spLocks/>
            </p:cNvSpPr>
            <p:nvPr/>
          </p:nvSpPr>
          <p:spPr bwMode="auto">
            <a:xfrm>
              <a:off x="5572125" y="2166938"/>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7" name="Freeform 88">
              <a:extLst>
                <a:ext uri="{FF2B5EF4-FFF2-40B4-BE49-F238E27FC236}">
                  <a16:creationId xmlns:a16="http://schemas.microsoft.com/office/drawing/2014/main" id="{99FF6EBF-40F8-4778-932F-959AC7A77880}"/>
                </a:ext>
              </a:extLst>
            </p:cNvPr>
            <p:cNvSpPr>
              <a:spLocks noEditPoints="1"/>
            </p:cNvSpPr>
            <p:nvPr/>
          </p:nvSpPr>
          <p:spPr bwMode="auto">
            <a:xfrm>
              <a:off x="5146675" y="1781175"/>
              <a:ext cx="379413" cy="379413"/>
            </a:xfrm>
            <a:custGeom>
              <a:avLst/>
              <a:gdLst>
                <a:gd name="T0" fmla="*/ 212 w 562"/>
                <a:gd name="T1" fmla="*/ 479 h 562"/>
                <a:gd name="T2" fmla="*/ 250 w 562"/>
                <a:gd name="T3" fmla="*/ 545 h 562"/>
                <a:gd name="T4" fmla="*/ 328 w 562"/>
                <a:gd name="T5" fmla="*/ 513 h 562"/>
                <a:gd name="T6" fmla="*/ 411 w 562"/>
                <a:gd name="T7" fmla="*/ 477 h 562"/>
                <a:gd name="T8" fmla="*/ 446 w 562"/>
                <a:gd name="T9" fmla="*/ 490 h 562"/>
                <a:gd name="T10" fmla="*/ 478 w 562"/>
                <a:gd name="T11" fmla="*/ 412 h 562"/>
                <a:gd name="T12" fmla="*/ 513 w 562"/>
                <a:gd name="T13" fmla="*/ 328 h 562"/>
                <a:gd name="T14" fmla="*/ 546 w 562"/>
                <a:gd name="T15" fmla="*/ 250 h 562"/>
                <a:gd name="T16" fmla="*/ 479 w 562"/>
                <a:gd name="T17" fmla="*/ 211 h 562"/>
                <a:gd name="T18" fmla="*/ 488 w 562"/>
                <a:gd name="T19" fmla="*/ 140 h 562"/>
                <a:gd name="T20" fmla="*/ 446 w 562"/>
                <a:gd name="T21" fmla="*/ 72 h 562"/>
                <a:gd name="T22" fmla="*/ 372 w 562"/>
                <a:gd name="T23" fmla="*/ 91 h 562"/>
                <a:gd name="T24" fmla="*/ 328 w 562"/>
                <a:gd name="T25" fmla="*/ 35 h 562"/>
                <a:gd name="T26" fmla="*/ 235 w 562"/>
                <a:gd name="T27" fmla="*/ 32 h 562"/>
                <a:gd name="T28" fmla="*/ 190 w 562"/>
                <a:gd name="T29" fmla="*/ 92 h 562"/>
                <a:gd name="T30" fmla="*/ 127 w 562"/>
                <a:gd name="T31" fmla="*/ 68 h 562"/>
                <a:gd name="T32" fmla="*/ 68 w 562"/>
                <a:gd name="T33" fmla="*/ 127 h 562"/>
                <a:gd name="T34" fmla="*/ 92 w 562"/>
                <a:gd name="T35" fmla="*/ 190 h 562"/>
                <a:gd name="T36" fmla="*/ 33 w 562"/>
                <a:gd name="T37" fmla="*/ 234 h 562"/>
                <a:gd name="T38" fmla="*/ 33 w 562"/>
                <a:gd name="T39" fmla="*/ 328 h 562"/>
                <a:gd name="T40" fmla="*/ 92 w 562"/>
                <a:gd name="T41" fmla="*/ 372 h 562"/>
                <a:gd name="T42" fmla="*/ 68 w 562"/>
                <a:gd name="T43" fmla="*/ 435 h 562"/>
                <a:gd name="T44" fmla="*/ 138 w 562"/>
                <a:gd name="T45" fmla="*/ 490 h 562"/>
                <a:gd name="T46" fmla="*/ 312 w 562"/>
                <a:gd name="T47" fmla="*/ 562 h 562"/>
                <a:gd name="T48" fmla="*/ 218 w 562"/>
                <a:gd name="T49" fmla="*/ 512 h 562"/>
                <a:gd name="T50" fmla="*/ 162 w 562"/>
                <a:gd name="T51" fmla="*/ 489 h 562"/>
                <a:gd name="T52" fmla="*/ 61 w 562"/>
                <a:gd name="T53" fmla="*/ 458 h 562"/>
                <a:gd name="T54" fmla="*/ 77 w 562"/>
                <a:gd name="T55" fmla="*/ 380 h 562"/>
                <a:gd name="T56" fmla="*/ 33 w 562"/>
                <a:gd name="T57" fmla="*/ 344 h 562"/>
                <a:gd name="T58" fmla="*/ 33 w 562"/>
                <a:gd name="T59" fmla="*/ 218 h 562"/>
                <a:gd name="T60" fmla="*/ 77 w 562"/>
                <a:gd name="T61" fmla="*/ 183 h 562"/>
                <a:gd name="T62" fmla="*/ 61 w 562"/>
                <a:gd name="T63" fmla="*/ 104 h 562"/>
                <a:gd name="T64" fmla="*/ 163 w 562"/>
                <a:gd name="T65" fmla="*/ 73 h 562"/>
                <a:gd name="T66" fmla="*/ 218 w 562"/>
                <a:gd name="T67" fmla="*/ 49 h 562"/>
                <a:gd name="T68" fmla="*/ 312 w 562"/>
                <a:gd name="T69" fmla="*/ 0 h 562"/>
                <a:gd name="T70" fmla="*/ 356 w 562"/>
                <a:gd name="T71" fmla="*/ 67 h 562"/>
                <a:gd name="T72" fmla="*/ 412 w 562"/>
                <a:gd name="T73" fmla="*/ 60 h 562"/>
                <a:gd name="T74" fmla="*/ 500 w 562"/>
                <a:gd name="T75" fmla="*/ 151 h 562"/>
                <a:gd name="T76" fmla="*/ 495 w 562"/>
                <a:gd name="T77" fmla="*/ 205 h 562"/>
                <a:gd name="T78" fmla="*/ 562 w 562"/>
                <a:gd name="T79" fmla="*/ 250 h 562"/>
                <a:gd name="T80" fmla="*/ 513 w 562"/>
                <a:gd name="T81" fmla="*/ 344 h 562"/>
                <a:gd name="T82" fmla="*/ 490 w 562"/>
                <a:gd name="T83" fmla="*/ 400 h 562"/>
                <a:gd name="T84" fmla="*/ 458 w 562"/>
                <a:gd name="T85" fmla="*/ 501 h 562"/>
                <a:gd name="T86" fmla="*/ 400 w 562"/>
                <a:gd name="T87" fmla="*/ 489 h 562"/>
                <a:gd name="T88" fmla="*/ 345 w 562"/>
                <a:gd name="T89" fmla="*/ 513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2" h="562">
                  <a:moveTo>
                    <a:pt x="176" y="467"/>
                  </a:moveTo>
                  <a:cubicBezTo>
                    <a:pt x="181" y="467"/>
                    <a:pt x="186" y="468"/>
                    <a:pt x="191" y="471"/>
                  </a:cubicBezTo>
                  <a:cubicBezTo>
                    <a:pt x="198" y="474"/>
                    <a:pt x="205" y="477"/>
                    <a:pt x="212" y="479"/>
                  </a:cubicBezTo>
                  <a:cubicBezTo>
                    <a:pt x="226" y="484"/>
                    <a:pt x="235" y="497"/>
                    <a:pt x="235" y="512"/>
                  </a:cubicBezTo>
                  <a:lnTo>
                    <a:pt x="235" y="527"/>
                  </a:lnTo>
                  <a:cubicBezTo>
                    <a:pt x="235" y="538"/>
                    <a:pt x="241" y="545"/>
                    <a:pt x="250" y="545"/>
                  </a:cubicBezTo>
                  <a:lnTo>
                    <a:pt x="312" y="545"/>
                  </a:lnTo>
                  <a:cubicBezTo>
                    <a:pt x="321" y="545"/>
                    <a:pt x="328" y="538"/>
                    <a:pt x="328" y="530"/>
                  </a:cubicBezTo>
                  <a:lnTo>
                    <a:pt x="328" y="513"/>
                  </a:lnTo>
                  <a:cubicBezTo>
                    <a:pt x="328" y="497"/>
                    <a:pt x="337" y="484"/>
                    <a:pt x="351" y="479"/>
                  </a:cubicBezTo>
                  <a:cubicBezTo>
                    <a:pt x="359" y="476"/>
                    <a:pt x="366" y="474"/>
                    <a:pt x="373" y="470"/>
                  </a:cubicBezTo>
                  <a:cubicBezTo>
                    <a:pt x="386" y="464"/>
                    <a:pt x="401" y="467"/>
                    <a:pt x="411" y="477"/>
                  </a:cubicBezTo>
                  <a:lnTo>
                    <a:pt x="423" y="488"/>
                  </a:lnTo>
                  <a:cubicBezTo>
                    <a:pt x="426" y="492"/>
                    <a:pt x="431" y="494"/>
                    <a:pt x="435" y="494"/>
                  </a:cubicBezTo>
                  <a:cubicBezTo>
                    <a:pt x="439" y="494"/>
                    <a:pt x="443" y="493"/>
                    <a:pt x="446" y="490"/>
                  </a:cubicBezTo>
                  <a:lnTo>
                    <a:pt x="490" y="446"/>
                  </a:lnTo>
                  <a:cubicBezTo>
                    <a:pt x="496" y="440"/>
                    <a:pt x="496" y="430"/>
                    <a:pt x="490" y="424"/>
                  </a:cubicBezTo>
                  <a:lnTo>
                    <a:pt x="478" y="412"/>
                  </a:lnTo>
                  <a:cubicBezTo>
                    <a:pt x="467" y="401"/>
                    <a:pt x="464" y="385"/>
                    <a:pt x="471" y="372"/>
                  </a:cubicBezTo>
                  <a:cubicBezTo>
                    <a:pt x="474" y="365"/>
                    <a:pt x="477" y="358"/>
                    <a:pt x="479" y="351"/>
                  </a:cubicBezTo>
                  <a:cubicBezTo>
                    <a:pt x="484" y="337"/>
                    <a:pt x="498" y="328"/>
                    <a:pt x="513" y="328"/>
                  </a:cubicBezTo>
                  <a:lnTo>
                    <a:pt x="530" y="328"/>
                  </a:lnTo>
                  <a:cubicBezTo>
                    <a:pt x="539" y="328"/>
                    <a:pt x="546" y="321"/>
                    <a:pt x="546" y="312"/>
                  </a:cubicBezTo>
                  <a:lnTo>
                    <a:pt x="546" y="250"/>
                  </a:lnTo>
                  <a:cubicBezTo>
                    <a:pt x="546" y="241"/>
                    <a:pt x="539" y="234"/>
                    <a:pt x="530" y="234"/>
                  </a:cubicBezTo>
                  <a:lnTo>
                    <a:pt x="513" y="234"/>
                  </a:lnTo>
                  <a:cubicBezTo>
                    <a:pt x="498" y="234"/>
                    <a:pt x="484" y="225"/>
                    <a:pt x="479" y="211"/>
                  </a:cubicBezTo>
                  <a:cubicBezTo>
                    <a:pt x="477" y="204"/>
                    <a:pt x="474" y="196"/>
                    <a:pt x="471" y="190"/>
                  </a:cubicBezTo>
                  <a:cubicBezTo>
                    <a:pt x="464" y="177"/>
                    <a:pt x="467" y="161"/>
                    <a:pt x="477" y="151"/>
                  </a:cubicBezTo>
                  <a:lnTo>
                    <a:pt x="488" y="140"/>
                  </a:lnTo>
                  <a:cubicBezTo>
                    <a:pt x="492" y="136"/>
                    <a:pt x="494" y="131"/>
                    <a:pt x="494" y="127"/>
                  </a:cubicBezTo>
                  <a:cubicBezTo>
                    <a:pt x="495" y="123"/>
                    <a:pt x="493" y="119"/>
                    <a:pt x="490" y="116"/>
                  </a:cubicBezTo>
                  <a:lnTo>
                    <a:pt x="446" y="72"/>
                  </a:lnTo>
                  <a:cubicBezTo>
                    <a:pt x="440" y="66"/>
                    <a:pt x="430" y="66"/>
                    <a:pt x="424" y="72"/>
                  </a:cubicBezTo>
                  <a:lnTo>
                    <a:pt x="412" y="84"/>
                  </a:lnTo>
                  <a:cubicBezTo>
                    <a:pt x="401" y="95"/>
                    <a:pt x="385" y="98"/>
                    <a:pt x="372" y="91"/>
                  </a:cubicBezTo>
                  <a:cubicBezTo>
                    <a:pt x="365" y="88"/>
                    <a:pt x="358" y="85"/>
                    <a:pt x="350" y="83"/>
                  </a:cubicBezTo>
                  <a:cubicBezTo>
                    <a:pt x="337" y="78"/>
                    <a:pt x="328" y="65"/>
                    <a:pt x="328" y="50"/>
                  </a:cubicBezTo>
                  <a:lnTo>
                    <a:pt x="328" y="35"/>
                  </a:lnTo>
                  <a:cubicBezTo>
                    <a:pt x="328" y="24"/>
                    <a:pt x="321" y="17"/>
                    <a:pt x="312" y="17"/>
                  </a:cubicBezTo>
                  <a:lnTo>
                    <a:pt x="250" y="17"/>
                  </a:lnTo>
                  <a:cubicBezTo>
                    <a:pt x="242" y="17"/>
                    <a:pt x="235" y="24"/>
                    <a:pt x="235" y="32"/>
                  </a:cubicBezTo>
                  <a:lnTo>
                    <a:pt x="235" y="49"/>
                  </a:lnTo>
                  <a:cubicBezTo>
                    <a:pt x="235" y="64"/>
                    <a:pt x="225" y="78"/>
                    <a:pt x="211" y="83"/>
                  </a:cubicBezTo>
                  <a:cubicBezTo>
                    <a:pt x="204" y="85"/>
                    <a:pt x="197" y="88"/>
                    <a:pt x="190" y="92"/>
                  </a:cubicBezTo>
                  <a:cubicBezTo>
                    <a:pt x="177" y="98"/>
                    <a:pt x="161" y="95"/>
                    <a:pt x="151" y="85"/>
                  </a:cubicBezTo>
                  <a:lnTo>
                    <a:pt x="140" y="74"/>
                  </a:lnTo>
                  <a:cubicBezTo>
                    <a:pt x="136" y="70"/>
                    <a:pt x="132" y="68"/>
                    <a:pt x="127" y="68"/>
                  </a:cubicBezTo>
                  <a:cubicBezTo>
                    <a:pt x="123" y="68"/>
                    <a:pt x="119" y="69"/>
                    <a:pt x="116" y="72"/>
                  </a:cubicBezTo>
                  <a:lnTo>
                    <a:pt x="73" y="116"/>
                  </a:lnTo>
                  <a:cubicBezTo>
                    <a:pt x="70" y="119"/>
                    <a:pt x="68" y="123"/>
                    <a:pt x="68" y="127"/>
                  </a:cubicBezTo>
                  <a:cubicBezTo>
                    <a:pt x="68" y="131"/>
                    <a:pt x="70" y="135"/>
                    <a:pt x="73" y="138"/>
                  </a:cubicBezTo>
                  <a:lnTo>
                    <a:pt x="85" y="150"/>
                  </a:lnTo>
                  <a:cubicBezTo>
                    <a:pt x="95" y="161"/>
                    <a:pt x="98" y="177"/>
                    <a:pt x="92" y="190"/>
                  </a:cubicBezTo>
                  <a:cubicBezTo>
                    <a:pt x="88" y="197"/>
                    <a:pt x="86" y="204"/>
                    <a:pt x="83" y="211"/>
                  </a:cubicBezTo>
                  <a:cubicBezTo>
                    <a:pt x="78" y="225"/>
                    <a:pt x="65" y="234"/>
                    <a:pt x="50" y="234"/>
                  </a:cubicBezTo>
                  <a:lnTo>
                    <a:pt x="33" y="234"/>
                  </a:lnTo>
                  <a:cubicBezTo>
                    <a:pt x="24" y="234"/>
                    <a:pt x="17" y="241"/>
                    <a:pt x="17" y="250"/>
                  </a:cubicBezTo>
                  <a:lnTo>
                    <a:pt x="17" y="312"/>
                  </a:lnTo>
                  <a:cubicBezTo>
                    <a:pt x="17" y="321"/>
                    <a:pt x="24" y="328"/>
                    <a:pt x="33" y="328"/>
                  </a:cubicBezTo>
                  <a:lnTo>
                    <a:pt x="50" y="328"/>
                  </a:lnTo>
                  <a:cubicBezTo>
                    <a:pt x="65" y="328"/>
                    <a:pt x="78" y="337"/>
                    <a:pt x="83" y="351"/>
                  </a:cubicBezTo>
                  <a:cubicBezTo>
                    <a:pt x="86" y="358"/>
                    <a:pt x="89" y="365"/>
                    <a:pt x="92" y="372"/>
                  </a:cubicBezTo>
                  <a:cubicBezTo>
                    <a:pt x="98" y="385"/>
                    <a:pt x="96" y="401"/>
                    <a:pt x="85" y="411"/>
                  </a:cubicBezTo>
                  <a:lnTo>
                    <a:pt x="74" y="422"/>
                  </a:lnTo>
                  <a:cubicBezTo>
                    <a:pt x="70" y="426"/>
                    <a:pt x="68" y="430"/>
                    <a:pt x="68" y="435"/>
                  </a:cubicBezTo>
                  <a:cubicBezTo>
                    <a:pt x="68" y="439"/>
                    <a:pt x="70" y="443"/>
                    <a:pt x="73" y="446"/>
                  </a:cubicBezTo>
                  <a:lnTo>
                    <a:pt x="116" y="490"/>
                  </a:lnTo>
                  <a:cubicBezTo>
                    <a:pt x="122" y="496"/>
                    <a:pt x="132" y="496"/>
                    <a:pt x="138" y="490"/>
                  </a:cubicBezTo>
                  <a:lnTo>
                    <a:pt x="150" y="478"/>
                  </a:lnTo>
                  <a:cubicBezTo>
                    <a:pt x="157" y="471"/>
                    <a:pt x="166" y="467"/>
                    <a:pt x="176" y="467"/>
                  </a:cubicBezTo>
                  <a:close/>
                  <a:moveTo>
                    <a:pt x="312" y="562"/>
                  </a:moveTo>
                  <a:lnTo>
                    <a:pt x="250" y="562"/>
                  </a:lnTo>
                  <a:cubicBezTo>
                    <a:pt x="232" y="562"/>
                    <a:pt x="218" y="547"/>
                    <a:pt x="218" y="527"/>
                  </a:cubicBezTo>
                  <a:lnTo>
                    <a:pt x="218" y="512"/>
                  </a:lnTo>
                  <a:cubicBezTo>
                    <a:pt x="218" y="504"/>
                    <a:pt x="213" y="497"/>
                    <a:pt x="207" y="495"/>
                  </a:cubicBezTo>
                  <a:cubicBezTo>
                    <a:pt x="199" y="492"/>
                    <a:pt x="191" y="489"/>
                    <a:pt x="183" y="486"/>
                  </a:cubicBezTo>
                  <a:cubicBezTo>
                    <a:pt x="176" y="482"/>
                    <a:pt x="168" y="484"/>
                    <a:pt x="162" y="489"/>
                  </a:cubicBezTo>
                  <a:lnTo>
                    <a:pt x="150" y="501"/>
                  </a:lnTo>
                  <a:cubicBezTo>
                    <a:pt x="138" y="514"/>
                    <a:pt x="117" y="514"/>
                    <a:pt x="105" y="501"/>
                  </a:cubicBezTo>
                  <a:lnTo>
                    <a:pt x="61" y="458"/>
                  </a:lnTo>
                  <a:cubicBezTo>
                    <a:pt x="48" y="445"/>
                    <a:pt x="48" y="424"/>
                    <a:pt x="62" y="410"/>
                  </a:cubicBezTo>
                  <a:lnTo>
                    <a:pt x="73" y="399"/>
                  </a:lnTo>
                  <a:cubicBezTo>
                    <a:pt x="79" y="394"/>
                    <a:pt x="80" y="386"/>
                    <a:pt x="77" y="380"/>
                  </a:cubicBezTo>
                  <a:cubicBezTo>
                    <a:pt x="73" y="372"/>
                    <a:pt x="70" y="364"/>
                    <a:pt x="67" y="356"/>
                  </a:cubicBezTo>
                  <a:cubicBezTo>
                    <a:pt x="65" y="349"/>
                    <a:pt x="58" y="344"/>
                    <a:pt x="50" y="344"/>
                  </a:cubicBezTo>
                  <a:lnTo>
                    <a:pt x="33" y="344"/>
                  </a:lnTo>
                  <a:cubicBezTo>
                    <a:pt x="15" y="344"/>
                    <a:pt x="0" y="330"/>
                    <a:pt x="0" y="312"/>
                  </a:cubicBezTo>
                  <a:lnTo>
                    <a:pt x="0" y="250"/>
                  </a:lnTo>
                  <a:cubicBezTo>
                    <a:pt x="0" y="232"/>
                    <a:pt x="15" y="218"/>
                    <a:pt x="33" y="218"/>
                  </a:cubicBezTo>
                  <a:lnTo>
                    <a:pt x="50" y="218"/>
                  </a:lnTo>
                  <a:cubicBezTo>
                    <a:pt x="58" y="218"/>
                    <a:pt x="65" y="213"/>
                    <a:pt x="67" y="205"/>
                  </a:cubicBezTo>
                  <a:cubicBezTo>
                    <a:pt x="70" y="198"/>
                    <a:pt x="73" y="190"/>
                    <a:pt x="77" y="183"/>
                  </a:cubicBezTo>
                  <a:cubicBezTo>
                    <a:pt x="80" y="176"/>
                    <a:pt x="78" y="168"/>
                    <a:pt x="73" y="162"/>
                  </a:cubicBezTo>
                  <a:lnTo>
                    <a:pt x="61" y="150"/>
                  </a:lnTo>
                  <a:cubicBezTo>
                    <a:pt x="48" y="137"/>
                    <a:pt x="48" y="117"/>
                    <a:pt x="61" y="104"/>
                  </a:cubicBezTo>
                  <a:lnTo>
                    <a:pt x="105" y="60"/>
                  </a:lnTo>
                  <a:cubicBezTo>
                    <a:pt x="118" y="47"/>
                    <a:pt x="138" y="48"/>
                    <a:pt x="152" y="62"/>
                  </a:cubicBezTo>
                  <a:lnTo>
                    <a:pt x="163" y="73"/>
                  </a:lnTo>
                  <a:cubicBezTo>
                    <a:pt x="168" y="78"/>
                    <a:pt x="176" y="80"/>
                    <a:pt x="183" y="77"/>
                  </a:cubicBezTo>
                  <a:cubicBezTo>
                    <a:pt x="190" y="73"/>
                    <a:pt x="198" y="70"/>
                    <a:pt x="206" y="67"/>
                  </a:cubicBezTo>
                  <a:cubicBezTo>
                    <a:pt x="213" y="64"/>
                    <a:pt x="218" y="57"/>
                    <a:pt x="218" y="49"/>
                  </a:cubicBezTo>
                  <a:lnTo>
                    <a:pt x="218" y="32"/>
                  </a:lnTo>
                  <a:cubicBezTo>
                    <a:pt x="218" y="14"/>
                    <a:pt x="233" y="0"/>
                    <a:pt x="250" y="0"/>
                  </a:cubicBezTo>
                  <a:lnTo>
                    <a:pt x="312" y="0"/>
                  </a:lnTo>
                  <a:cubicBezTo>
                    <a:pt x="331" y="0"/>
                    <a:pt x="345" y="15"/>
                    <a:pt x="345" y="35"/>
                  </a:cubicBezTo>
                  <a:lnTo>
                    <a:pt x="345" y="50"/>
                  </a:lnTo>
                  <a:cubicBezTo>
                    <a:pt x="345" y="58"/>
                    <a:pt x="349" y="64"/>
                    <a:pt x="356" y="67"/>
                  </a:cubicBezTo>
                  <a:cubicBezTo>
                    <a:pt x="364" y="70"/>
                    <a:pt x="372" y="73"/>
                    <a:pt x="379" y="76"/>
                  </a:cubicBezTo>
                  <a:cubicBezTo>
                    <a:pt x="386" y="80"/>
                    <a:pt x="395" y="78"/>
                    <a:pt x="400" y="72"/>
                  </a:cubicBezTo>
                  <a:lnTo>
                    <a:pt x="412" y="60"/>
                  </a:lnTo>
                  <a:cubicBezTo>
                    <a:pt x="425" y="48"/>
                    <a:pt x="446" y="48"/>
                    <a:pt x="458" y="60"/>
                  </a:cubicBezTo>
                  <a:lnTo>
                    <a:pt x="502" y="104"/>
                  </a:lnTo>
                  <a:cubicBezTo>
                    <a:pt x="515" y="117"/>
                    <a:pt x="514" y="138"/>
                    <a:pt x="500" y="151"/>
                  </a:cubicBezTo>
                  <a:lnTo>
                    <a:pt x="489" y="163"/>
                  </a:lnTo>
                  <a:cubicBezTo>
                    <a:pt x="484" y="168"/>
                    <a:pt x="482" y="176"/>
                    <a:pt x="486" y="182"/>
                  </a:cubicBezTo>
                  <a:cubicBezTo>
                    <a:pt x="489" y="190"/>
                    <a:pt x="492" y="197"/>
                    <a:pt x="495" y="205"/>
                  </a:cubicBezTo>
                  <a:cubicBezTo>
                    <a:pt x="498" y="213"/>
                    <a:pt x="505" y="218"/>
                    <a:pt x="513" y="218"/>
                  </a:cubicBezTo>
                  <a:lnTo>
                    <a:pt x="530" y="218"/>
                  </a:lnTo>
                  <a:cubicBezTo>
                    <a:pt x="548" y="218"/>
                    <a:pt x="562" y="232"/>
                    <a:pt x="562" y="250"/>
                  </a:cubicBezTo>
                  <a:lnTo>
                    <a:pt x="562" y="312"/>
                  </a:lnTo>
                  <a:cubicBezTo>
                    <a:pt x="562" y="330"/>
                    <a:pt x="548" y="344"/>
                    <a:pt x="530" y="344"/>
                  </a:cubicBezTo>
                  <a:lnTo>
                    <a:pt x="513" y="344"/>
                  </a:lnTo>
                  <a:cubicBezTo>
                    <a:pt x="505" y="344"/>
                    <a:pt x="498" y="349"/>
                    <a:pt x="495" y="356"/>
                  </a:cubicBezTo>
                  <a:cubicBezTo>
                    <a:pt x="493" y="364"/>
                    <a:pt x="489" y="371"/>
                    <a:pt x="486" y="379"/>
                  </a:cubicBezTo>
                  <a:cubicBezTo>
                    <a:pt x="483" y="386"/>
                    <a:pt x="484" y="394"/>
                    <a:pt x="490" y="400"/>
                  </a:cubicBezTo>
                  <a:lnTo>
                    <a:pt x="502" y="412"/>
                  </a:lnTo>
                  <a:cubicBezTo>
                    <a:pt x="514" y="425"/>
                    <a:pt x="514" y="445"/>
                    <a:pt x="502" y="458"/>
                  </a:cubicBezTo>
                  <a:lnTo>
                    <a:pt x="458" y="501"/>
                  </a:lnTo>
                  <a:cubicBezTo>
                    <a:pt x="452" y="508"/>
                    <a:pt x="443" y="511"/>
                    <a:pt x="435" y="511"/>
                  </a:cubicBezTo>
                  <a:cubicBezTo>
                    <a:pt x="426" y="510"/>
                    <a:pt x="417" y="507"/>
                    <a:pt x="411" y="500"/>
                  </a:cubicBezTo>
                  <a:lnTo>
                    <a:pt x="400" y="489"/>
                  </a:lnTo>
                  <a:cubicBezTo>
                    <a:pt x="394" y="483"/>
                    <a:pt x="386" y="482"/>
                    <a:pt x="380" y="485"/>
                  </a:cubicBezTo>
                  <a:cubicBezTo>
                    <a:pt x="372" y="489"/>
                    <a:pt x="365" y="492"/>
                    <a:pt x="357" y="495"/>
                  </a:cubicBezTo>
                  <a:cubicBezTo>
                    <a:pt x="349" y="497"/>
                    <a:pt x="345" y="505"/>
                    <a:pt x="345" y="513"/>
                  </a:cubicBezTo>
                  <a:lnTo>
                    <a:pt x="345" y="530"/>
                  </a:lnTo>
                  <a:cubicBezTo>
                    <a:pt x="345" y="547"/>
                    <a:pt x="330" y="562"/>
                    <a:pt x="312" y="56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8" name="Freeform 89">
              <a:extLst>
                <a:ext uri="{FF2B5EF4-FFF2-40B4-BE49-F238E27FC236}">
                  <a16:creationId xmlns:a16="http://schemas.microsoft.com/office/drawing/2014/main" id="{6878A03B-9455-49FC-BF2E-595D97BBB77C}"/>
                </a:ext>
              </a:extLst>
            </p:cNvPr>
            <p:cNvSpPr>
              <a:spLocks noEditPoints="1"/>
            </p:cNvSpPr>
            <p:nvPr/>
          </p:nvSpPr>
          <p:spPr bwMode="auto">
            <a:xfrm>
              <a:off x="5245100" y="1878013"/>
              <a:ext cx="184150" cy="180975"/>
            </a:xfrm>
            <a:custGeom>
              <a:avLst/>
              <a:gdLst>
                <a:gd name="T0" fmla="*/ 136 w 273"/>
                <a:gd name="T1" fmla="*/ 22 h 269"/>
                <a:gd name="T2" fmla="*/ 118 w 273"/>
                <a:gd name="T3" fmla="*/ 23 h 269"/>
                <a:gd name="T4" fmla="*/ 23 w 273"/>
                <a:gd name="T5" fmla="*/ 119 h 269"/>
                <a:gd name="T6" fmla="*/ 55 w 273"/>
                <a:gd name="T7" fmla="*/ 218 h 269"/>
                <a:gd name="T8" fmla="*/ 155 w 273"/>
                <a:gd name="T9" fmla="*/ 251 h 269"/>
                <a:gd name="T10" fmla="*/ 250 w 273"/>
                <a:gd name="T11" fmla="*/ 155 h 269"/>
                <a:gd name="T12" fmla="*/ 218 w 273"/>
                <a:gd name="T13" fmla="*/ 56 h 269"/>
                <a:gd name="T14" fmla="*/ 136 w 273"/>
                <a:gd name="T15" fmla="*/ 22 h 269"/>
                <a:gd name="T16" fmla="*/ 136 w 273"/>
                <a:gd name="T17" fmla="*/ 269 h 269"/>
                <a:gd name="T18" fmla="*/ 43 w 273"/>
                <a:gd name="T19" fmla="*/ 230 h 269"/>
                <a:gd name="T20" fmla="*/ 6 w 273"/>
                <a:gd name="T21" fmla="*/ 116 h 269"/>
                <a:gd name="T22" fmla="*/ 116 w 273"/>
                <a:gd name="T23" fmla="*/ 7 h 269"/>
                <a:gd name="T24" fmla="*/ 229 w 273"/>
                <a:gd name="T25" fmla="*/ 44 h 269"/>
                <a:gd name="T26" fmla="*/ 266 w 273"/>
                <a:gd name="T27" fmla="*/ 158 h 269"/>
                <a:gd name="T28" fmla="*/ 157 w 273"/>
                <a:gd name="T29" fmla="*/ 267 h 269"/>
                <a:gd name="T30" fmla="*/ 156 w 273"/>
                <a:gd name="T31" fmla="*/ 259 h 269"/>
                <a:gd name="T32" fmla="*/ 157 w 273"/>
                <a:gd name="T33" fmla="*/ 267 h 269"/>
                <a:gd name="T34" fmla="*/ 136 w 273"/>
                <a:gd name="T35"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 h="269">
                  <a:moveTo>
                    <a:pt x="136" y="22"/>
                  </a:moveTo>
                  <a:cubicBezTo>
                    <a:pt x="130" y="22"/>
                    <a:pt x="124" y="22"/>
                    <a:pt x="118" y="23"/>
                  </a:cubicBezTo>
                  <a:cubicBezTo>
                    <a:pt x="69" y="31"/>
                    <a:pt x="30" y="70"/>
                    <a:pt x="23" y="119"/>
                  </a:cubicBezTo>
                  <a:cubicBezTo>
                    <a:pt x="17" y="156"/>
                    <a:pt x="29" y="192"/>
                    <a:pt x="55" y="218"/>
                  </a:cubicBezTo>
                  <a:cubicBezTo>
                    <a:pt x="81" y="244"/>
                    <a:pt x="117" y="256"/>
                    <a:pt x="155" y="251"/>
                  </a:cubicBezTo>
                  <a:cubicBezTo>
                    <a:pt x="203" y="243"/>
                    <a:pt x="242" y="204"/>
                    <a:pt x="250" y="155"/>
                  </a:cubicBezTo>
                  <a:cubicBezTo>
                    <a:pt x="256" y="118"/>
                    <a:pt x="244" y="82"/>
                    <a:pt x="218" y="56"/>
                  </a:cubicBezTo>
                  <a:cubicBezTo>
                    <a:pt x="196" y="34"/>
                    <a:pt x="167" y="22"/>
                    <a:pt x="136" y="22"/>
                  </a:cubicBezTo>
                  <a:close/>
                  <a:moveTo>
                    <a:pt x="136" y="269"/>
                  </a:moveTo>
                  <a:cubicBezTo>
                    <a:pt x="101" y="269"/>
                    <a:pt x="68" y="255"/>
                    <a:pt x="43" y="230"/>
                  </a:cubicBezTo>
                  <a:cubicBezTo>
                    <a:pt x="13" y="200"/>
                    <a:pt x="0" y="159"/>
                    <a:pt x="6" y="116"/>
                  </a:cubicBezTo>
                  <a:cubicBezTo>
                    <a:pt x="15" y="60"/>
                    <a:pt x="60" y="15"/>
                    <a:pt x="116" y="7"/>
                  </a:cubicBezTo>
                  <a:cubicBezTo>
                    <a:pt x="158" y="0"/>
                    <a:pt x="199" y="14"/>
                    <a:pt x="229" y="44"/>
                  </a:cubicBezTo>
                  <a:cubicBezTo>
                    <a:pt x="259" y="74"/>
                    <a:pt x="273" y="115"/>
                    <a:pt x="266" y="158"/>
                  </a:cubicBezTo>
                  <a:cubicBezTo>
                    <a:pt x="258" y="214"/>
                    <a:pt x="213" y="258"/>
                    <a:pt x="157" y="267"/>
                  </a:cubicBezTo>
                  <a:lnTo>
                    <a:pt x="156" y="259"/>
                  </a:lnTo>
                  <a:lnTo>
                    <a:pt x="157" y="267"/>
                  </a:lnTo>
                  <a:cubicBezTo>
                    <a:pt x="150" y="268"/>
                    <a:pt x="143" y="269"/>
                    <a:pt x="136" y="269"/>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1383837799"/>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C0529C-B801-918A-D99C-6B7EC9F41B96}"/>
              </a:ext>
            </a:extLst>
          </p:cNvPr>
          <p:cNvSpPr>
            <a:spLocks noGrp="1"/>
          </p:cNvSpPr>
          <p:nvPr>
            <p:ph type="title"/>
          </p:nvPr>
        </p:nvSpPr>
        <p:spPr>
          <a:xfrm>
            <a:off x="214184" y="13663"/>
            <a:ext cx="9728886" cy="678316"/>
          </a:xfrm>
        </p:spPr>
        <p:txBody>
          <a:bodyPr>
            <a:normAutofit/>
          </a:bodyPr>
          <a:lstStyle/>
          <a:p>
            <a:r>
              <a:rPr lang="en-US" dirty="0"/>
              <a:t>Labels (rows) 8</a:t>
            </a:r>
          </a:p>
        </p:txBody>
      </p:sp>
      <p:sp>
        <p:nvSpPr>
          <p:cNvPr id="3" name="Rectangle 2">
            <a:extLst>
              <a:ext uri="{FF2B5EF4-FFF2-40B4-BE49-F238E27FC236}">
                <a16:creationId xmlns:a16="http://schemas.microsoft.com/office/drawing/2014/main" id="{F82A2A53-C005-2B65-0A55-712422F9D8A0}"/>
              </a:ext>
            </a:extLst>
          </p:cNvPr>
          <p:cNvSpPr/>
          <p:nvPr/>
        </p:nvSpPr>
        <p:spPr>
          <a:xfrm>
            <a:off x="2076049" y="5433528"/>
            <a:ext cx="8698729" cy="5079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4" name="Rectangle 3">
            <a:extLst>
              <a:ext uri="{FF2B5EF4-FFF2-40B4-BE49-F238E27FC236}">
                <a16:creationId xmlns:a16="http://schemas.microsoft.com/office/drawing/2014/main" id="{15FC4847-7CB8-5F54-B6FD-4F8DD1856A93}"/>
              </a:ext>
            </a:extLst>
          </p:cNvPr>
          <p:cNvSpPr/>
          <p:nvPr/>
        </p:nvSpPr>
        <p:spPr>
          <a:xfrm>
            <a:off x="2076050" y="4759924"/>
            <a:ext cx="8698729" cy="50797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5" name="Rectangle 4">
            <a:extLst>
              <a:ext uri="{FF2B5EF4-FFF2-40B4-BE49-F238E27FC236}">
                <a16:creationId xmlns:a16="http://schemas.microsoft.com/office/drawing/2014/main" id="{DC6565A2-DDB6-5E25-0001-36C4F1F3C3B1}"/>
              </a:ext>
            </a:extLst>
          </p:cNvPr>
          <p:cNvSpPr/>
          <p:nvPr/>
        </p:nvSpPr>
        <p:spPr>
          <a:xfrm>
            <a:off x="2076050" y="4096155"/>
            <a:ext cx="8698729" cy="507978"/>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6" name="Rectangle 5">
            <a:extLst>
              <a:ext uri="{FF2B5EF4-FFF2-40B4-BE49-F238E27FC236}">
                <a16:creationId xmlns:a16="http://schemas.microsoft.com/office/drawing/2014/main" id="{15A161D1-85FC-2179-9325-7DF14670E1A6}"/>
              </a:ext>
            </a:extLst>
          </p:cNvPr>
          <p:cNvSpPr/>
          <p:nvPr/>
        </p:nvSpPr>
        <p:spPr>
          <a:xfrm>
            <a:off x="2076050" y="3432386"/>
            <a:ext cx="8698729" cy="50797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7" name="Rectangle 6">
            <a:extLst>
              <a:ext uri="{FF2B5EF4-FFF2-40B4-BE49-F238E27FC236}">
                <a16:creationId xmlns:a16="http://schemas.microsoft.com/office/drawing/2014/main" id="{4461D040-88A0-A653-9743-9AD269C49BD6}"/>
              </a:ext>
            </a:extLst>
          </p:cNvPr>
          <p:cNvSpPr/>
          <p:nvPr/>
        </p:nvSpPr>
        <p:spPr>
          <a:xfrm>
            <a:off x="2076050" y="2756504"/>
            <a:ext cx="8698729" cy="507978"/>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8" name="Rectangle 7">
            <a:extLst>
              <a:ext uri="{FF2B5EF4-FFF2-40B4-BE49-F238E27FC236}">
                <a16:creationId xmlns:a16="http://schemas.microsoft.com/office/drawing/2014/main" id="{C6AAB187-4FB4-F904-3B29-2FA8469E02BF}"/>
              </a:ext>
            </a:extLst>
          </p:cNvPr>
          <p:cNvSpPr/>
          <p:nvPr/>
        </p:nvSpPr>
        <p:spPr>
          <a:xfrm>
            <a:off x="2076050" y="2096345"/>
            <a:ext cx="8698729" cy="5079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9" name="Rectangle 8">
            <a:extLst>
              <a:ext uri="{FF2B5EF4-FFF2-40B4-BE49-F238E27FC236}">
                <a16:creationId xmlns:a16="http://schemas.microsoft.com/office/drawing/2014/main" id="{0A6043E5-B769-5744-0A73-33CE61C85CC8}"/>
              </a:ext>
            </a:extLst>
          </p:cNvPr>
          <p:cNvSpPr/>
          <p:nvPr/>
        </p:nvSpPr>
        <p:spPr>
          <a:xfrm>
            <a:off x="2076053" y="1426904"/>
            <a:ext cx="8698729" cy="5079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10" name="Flowchart: Stored Data 9">
            <a:extLst>
              <a:ext uri="{FF2B5EF4-FFF2-40B4-BE49-F238E27FC236}">
                <a16:creationId xmlns:a16="http://schemas.microsoft.com/office/drawing/2014/main" id="{7C82601B-1E9D-F1AD-E766-1344BD4C0042}"/>
              </a:ext>
            </a:extLst>
          </p:cNvPr>
          <p:cNvSpPr/>
          <p:nvPr/>
        </p:nvSpPr>
        <p:spPr>
          <a:xfrm rot="5400000" flipH="1">
            <a:off x="1499862" y="5357010"/>
            <a:ext cx="567592" cy="732879"/>
          </a:xfrm>
          <a:prstGeom prst="flowChartOnlineStorag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lowchart: Stored Data 10">
            <a:extLst>
              <a:ext uri="{FF2B5EF4-FFF2-40B4-BE49-F238E27FC236}">
                <a16:creationId xmlns:a16="http://schemas.microsoft.com/office/drawing/2014/main" id="{230BBC75-6959-7153-8A79-CBAF2E987957}"/>
              </a:ext>
            </a:extLst>
          </p:cNvPr>
          <p:cNvSpPr/>
          <p:nvPr/>
        </p:nvSpPr>
        <p:spPr>
          <a:xfrm rot="5400000" flipH="1">
            <a:off x="1499863" y="4693368"/>
            <a:ext cx="567592" cy="732879"/>
          </a:xfrm>
          <a:prstGeom prst="flowChartOnlineStorage">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lowchart: Stored Data 11">
            <a:extLst>
              <a:ext uri="{FF2B5EF4-FFF2-40B4-BE49-F238E27FC236}">
                <a16:creationId xmlns:a16="http://schemas.microsoft.com/office/drawing/2014/main" id="{429E0BA3-C1C1-53E2-8E48-7CD674DDE0A9}"/>
              </a:ext>
            </a:extLst>
          </p:cNvPr>
          <p:cNvSpPr/>
          <p:nvPr/>
        </p:nvSpPr>
        <p:spPr>
          <a:xfrm rot="5400000" flipH="1">
            <a:off x="1499864" y="4029725"/>
            <a:ext cx="567592" cy="732879"/>
          </a:xfrm>
          <a:prstGeom prst="flowChartOnlineStorag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lowchart: Stored Data 12">
            <a:extLst>
              <a:ext uri="{FF2B5EF4-FFF2-40B4-BE49-F238E27FC236}">
                <a16:creationId xmlns:a16="http://schemas.microsoft.com/office/drawing/2014/main" id="{E5CA2348-5E46-5F0F-2B46-3D6304A8304F}"/>
              </a:ext>
            </a:extLst>
          </p:cNvPr>
          <p:cNvSpPr/>
          <p:nvPr/>
        </p:nvSpPr>
        <p:spPr>
          <a:xfrm rot="5400000" flipH="1">
            <a:off x="1499864" y="3366081"/>
            <a:ext cx="567592" cy="732879"/>
          </a:xfrm>
          <a:prstGeom prst="flowChartOnlineStorag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Stored Data 13">
            <a:extLst>
              <a:ext uri="{FF2B5EF4-FFF2-40B4-BE49-F238E27FC236}">
                <a16:creationId xmlns:a16="http://schemas.microsoft.com/office/drawing/2014/main" id="{4453156E-1997-8A4C-F579-A5093054D917}"/>
              </a:ext>
            </a:extLst>
          </p:cNvPr>
          <p:cNvSpPr/>
          <p:nvPr/>
        </p:nvSpPr>
        <p:spPr>
          <a:xfrm rot="5400000" flipH="1">
            <a:off x="1499864" y="2676170"/>
            <a:ext cx="567592" cy="732879"/>
          </a:xfrm>
          <a:prstGeom prst="flowChartOnlineStorag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lowchart: Stored Data 14">
            <a:extLst>
              <a:ext uri="{FF2B5EF4-FFF2-40B4-BE49-F238E27FC236}">
                <a16:creationId xmlns:a16="http://schemas.microsoft.com/office/drawing/2014/main" id="{022F783B-C8DA-65F7-06EA-C123CC1FEE7D}"/>
              </a:ext>
            </a:extLst>
          </p:cNvPr>
          <p:cNvSpPr/>
          <p:nvPr/>
        </p:nvSpPr>
        <p:spPr>
          <a:xfrm rot="5400000" flipH="1">
            <a:off x="1499868" y="2022583"/>
            <a:ext cx="567592" cy="732879"/>
          </a:xfrm>
          <a:prstGeom prst="flowChartOnlineStorag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lowchart: Stored Data 15">
            <a:extLst>
              <a:ext uri="{FF2B5EF4-FFF2-40B4-BE49-F238E27FC236}">
                <a16:creationId xmlns:a16="http://schemas.microsoft.com/office/drawing/2014/main" id="{0DB96A24-7C95-CB46-9FA6-52657971DD92}"/>
              </a:ext>
            </a:extLst>
          </p:cNvPr>
          <p:cNvSpPr/>
          <p:nvPr/>
        </p:nvSpPr>
        <p:spPr>
          <a:xfrm rot="5400000" flipH="1">
            <a:off x="1499865" y="1365123"/>
            <a:ext cx="567592" cy="732879"/>
          </a:xfrm>
          <a:prstGeom prst="flowChartOnlineStorag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ED426F8-5B64-2864-9B17-5AA9CCAFA5D4}"/>
              </a:ext>
            </a:extLst>
          </p:cNvPr>
          <p:cNvSpPr/>
          <p:nvPr/>
        </p:nvSpPr>
        <p:spPr>
          <a:xfrm rot="5400000">
            <a:off x="-757605" y="3461833"/>
            <a:ext cx="5082543" cy="464753"/>
          </a:xfrm>
          <a:prstGeom prst="rect">
            <a:avLst/>
          </a:prstGeom>
          <a:solidFill>
            <a:srgbClr val="D0CEC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Flowchart: Stored Data 17">
            <a:extLst>
              <a:ext uri="{FF2B5EF4-FFF2-40B4-BE49-F238E27FC236}">
                <a16:creationId xmlns:a16="http://schemas.microsoft.com/office/drawing/2014/main" id="{E60AF4E7-9AAB-7144-76E6-82895120C67F}"/>
              </a:ext>
            </a:extLst>
          </p:cNvPr>
          <p:cNvSpPr/>
          <p:nvPr/>
        </p:nvSpPr>
        <p:spPr>
          <a:xfrm rot="5400000">
            <a:off x="1499874" y="1262885"/>
            <a:ext cx="567592" cy="732879"/>
          </a:xfrm>
          <a:prstGeom prst="flowChartOnlineStorage">
            <a:avLst/>
          </a:prstGeom>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01</a:t>
            </a:r>
          </a:p>
        </p:txBody>
      </p:sp>
      <p:sp>
        <p:nvSpPr>
          <p:cNvPr id="19" name="Flowchart: Stored Data 18">
            <a:extLst>
              <a:ext uri="{FF2B5EF4-FFF2-40B4-BE49-F238E27FC236}">
                <a16:creationId xmlns:a16="http://schemas.microsoft.com/office/drawing/2014/main" id="{043B63EA-DBF9-4AED-52B6-83D96DB47F46}"/>
              </a:ext>
            </a:extLst>
          </p:cNvPr>
          <p:cNvSpPr/>
          <p:nvPr/>
        </p:nvSpPr>
        <p:spPr>
          <a:xfrm rot="5400000">
            <a:off x="1499874" y="1926531"/>
            <a:ext cx="567592" cy="732879"/>
          </a:xfrm>
          <a:prstGeom prst="flowChartOnlineStorag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02</a:t>
            </a:r>
          </a:p>
        </p:txBody>
      </p:sp>
      <p:sp>
        <p:nvSpPr>
          <p:cNvPr id="20" name="Flowchart: Stored Data 19">
            <a:extLst>
              <a:ext uri="{FF2B5EF4-FFF2-40B4-BE49-F238E27FC236}">
                <a16:creationId xmlns:a16="http://schemas.microsoft.com/office/drawing/2014/main" id="{4A2F4508-7AA3-4CAA-6933-2B2E1793CCFE}"/>
              </a:ext>
            </a:extLst>
          </p:cNvPr>
          <p:cNvSpPr/>
          <p:nvPr/>
        </p:nvSpPr>
        <p:spPr>
          <a:xfrm rot="5400000">
            <a:off x="1499873" y="2590176"/>
            <a:ext cx="567592" cy="732879"/>
          </a:xfrm>
          <a:prstGeom prst="flowChartOnlineStorag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03</a:t>
            </a:r>
          </a:p>
        </p:txBody>
      </p:sp>
      <p:sp>
        <p:nvSpPr>
          <p:cNvPr id="21" name="Flowchart: Stored Data 20">
            <a:extLst>
              <a:ext uri="{FF2B5EF4-FFF2-40B4-BE49-F238E27FC236}">
                <a16:creationId xmlns:a16="http://schemas.microsoft.com/office/drawing/2014/main" id="{30ECE354-1D88-4B77-C280-B95D365E0572}"/>
              </a:ext>
            </a:extLst>
          </p:cNvPr>
          <p:cNvSpPr/>
          <p:nvPr/>
        </p:nvSpPr>
        <p:spPr>
          <a:xfrm rot="5400000">
            <a:off x="1499874" y="3265524"/>
            <a:ext cx="567592" cy="732879"/>
          </a:xfrm>
          <a:prstGeom prst="flowChartOnlineStorage">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04</a:t>
            </a:r>
          </a:p>
        </p:txBody>
      </p:sp>
      <p:sp>
        <p:nvSpPr>
          <p:cNvPr id="22" name="Flowchart: Stored Data 21">
            <a:extLst>
              <a:ext uri="{FF2B5EF4-FFF2-40B4-BE49-F238E27FC236}">
                <a16:creationId xmlns:a16="http://schemas.microsoft.com/office/drawing/2014/main" id="{B8446F2E-7B41-9845-74D8-A943308797E0}"/>
              </a:ext>
            </a:extLst>
          </p:cNvPr>
          <p:cNvSpPr/>
          <p:nvPr/>
        </p:nvSpPr>
        <p:spPr>
          <a:xfrm rot="5400000">
            <a:off x="1499874" y="3929170"/>
            <a:ext cx="567592" cy="732879"/>
          </a:xfrm>
          <a:prstGeom prst="flowChartOnlineStorage">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05</a:t>
            </a:r>
          </a:p>
        </p:txBody>
      </p:sp>
      <p:sp>
        <p:nvSpPr>
          <p:cNvPr id="23" name="Flowchart: Stored Data 22">
            <a:extLst>
              <a:ext uri="{FF2B5EF4-FFF2-40B4-BE49-F238E27FC236}">
                <a16:creationId xmlns:a16="http://schemas.microsoft.com/office/drawing/2014/main" id="{BD5138BD-DF98-3924-C668-67CF637E4D1D}"/>
              </a:ext>
            </a:extLst>
          </p:cNvPr>
          <p:cNvSpPr/>
          <p:nvPr/>
        </p:nvSpPr>
        <p:spPr>
          <a:xfrm rot="5400000">
            <a:off x="1499873" y="4592815"/>
            <a:ext cx="567592" cy="732879"/>
          </a:xfrm>
          <a:prstGeom prst="flowChartOnlineStorage">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06</a:t>
            </a:r>
          </a:p>
        </p:txBody>
      </p:sp>
      <p:sp>
        <p:nvSpPr>
          <p:cNvPr id="24" name="Flowchart: Stored Data 23">
            <a:extLst>
              <a:ext uri="{FF2B5EF4-FFF2-40B4-BE49-F238E27FC236}">
                <a16:creationId xmlns:a16="http://schemas.microsoft.com/office/drawing/2014/main" id="{C7FA92CA-D9B1-617B-ADE6-67CB5A684AD1}"/>
              </a:ext>
            </a:extLst>
          </p:cNvPr>
          <p:cNvSpPr/>
          <p:nvPr/>
        </p:nvSpPr>
        <p:spPr>
          <a:xfrm rot="5400000">
            <a:off x="1499872" y="5268163"/>
            <a:ext cx="567592" cy="732879"/>
          </a:xfrm>
          <a:prstGeom prst="flowChartOnlineStorag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07</a:t>
            </a:r>
          </a:p>
        </p:txBody>
      </p:sp>
    </p:spTree>
    <p:extLst>
      <p:ext uri="{BB962C8B-B14F-4D97-AF65-F5344CB8AC3E}">
        <p14:creationId xmlns:p14="http://schemas.microsoft.com/office/powerpoint/2010/main" val="1616644431"/>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Cycle 10</a:t>
            </a:r>
          </a:p>
        </p:txBody>
      </p:sp>
      <p:sp>
        <p:nvSpPr>
          <p:cNvPr id="12" name="Oval 11"/>
          <p:cNvSpPr>
            <a:spLocks noChangeAspect="1"/>
          </p:cNvSpPr>
          <p:nvPr/>
        </p:nvSpPr>
        <p:spPr>
          <a:xfrm>
            <a:off x="4154967" y="1990267"/>
            <a:ext cx="3882066" cy="3882066"/>
          </a:xfrm>
          <a:prstGeom prst="ellipse">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bg1"/>
              </a:solidFill>
              <a:effectLst/>
              <a:uLnTx/>
              <a:uFillTx/>
            </a:endParaRPr>
          </a:p>
        </p:txBody>
      </p:sp>
      <p:sp>
        <p:nvSpPr>
          <p:cNvPr id="15" name="Oval 14"/>
          <p:cNvSpPr>
            <a:spLocks noChangeAspect="1" noChangeArrowheads="1"/>
          </p:cNvSpPr>
          <p:nvPr/>
        </p:nvSpPr>
        <p:spPr bwMode="auto">
          <a:xfrm>
            <a:off x="5699634" y="1516720"/>
            <a:ext cx="792733" cy="809814"/>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02</a:t>
            </a:r>
          </a:p>
        </p:txBody>
      </p:sp>
      <p:sp>
        <p:nvSpPr>
          <p:cNvPr id="14" name="Oval 4"/>
          <p:cNvSpPr>
            <a:spLocks noChangeAspect="1" noChangeArrowheads="1"/>
          </p:cNvSpPr>
          <p:nvPr/>
        </p:nvSpPr>
        <p:spPr bwMode="auto">
          <a:xfrm>
            <a:off x="5699634" y="5380008"/>
            <a:ext cx="792733" cy="809814"/>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06</a:t>
            </a:r>
          </a:p>
        </p:txBody>
      </p:sp>
      <p:sp>
        <p:nvSpPr>
          <p:cNvPr id="6" name="Oval 5"/>
          <p:cNvSpPr>
            <a:spLocks noChangeAspect="1" noChangeArrowheads="1"/>
          </p:cNvSpPr>
          <p:nvPr/>
        </p:nvSpPr>
        <p:spPr bwMode="auto">
          <a:xfrm>
            <a:off x="5691093" y="3526393"/>
            <a:ext cx="809814" cy="809814"/>
          </a:xfrm>
          <a:prstGeom prst="ellipse">
            <a:avLst/>
          </a:prstGeom>
          <a:solidFill>
            <a:schemeClr val="tx1"/>
          </a:solidFill>
          <a:ln w="6350">
            <a:noFill/>
            <a:round/>
            <a:headEnd/>
            <a:tailEnd/>
          </a:ln>
          <a:effectLst/>
        </p:spPr>
        <p:txBody>
          <a:bodyPr lIns="0" tIns="0" rIns="0" bIns="0" anchor="ctr" anchorCtr="1"/>
          <a:lstStyle/>
          <a:p>
            <a:pPr marR="0" lvl="0" algn="ctr" defTabSz="914400" eaLnBrk="0" fontAlgn="auto" latinLnBrk="0" hangingPunct="0">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lt1"/>
                </a:solidFill>
                <a:effectLst/>
                <a:uLnTx/>
                <a:uFillTx/>
              </a:rPr>
              <a:t>Lorem ipsum</a:t>
            </a:r>
          </a:p>
        </p:txBody>
      </p:sp>
      <p:sp>
        <p:nvSpPr>
          <p:cNvPr id="4" name="Oval 4"/>
          <p:cNvSpPr>
            <a:spLocks noChangeAspect="1" noChangeArrowheads="1"/>
          </p:cNvSpPr>
          <p:nvPr/>
        </p:nvSpPr>
        <p:spPr bwMode="auto">
          <a:xfrm>
            <a:off x="3836627" y="3517002"/>
            <a:ext cx="792733" cy="809814"/>
          </a:xfrm>
          <a:prstGeom prst="ellipse">
            <a:avLst/>
          </a:prstGeom>
          <a:solidFill>
            <a:schemeClr val="bg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bg2">
                    <a:lumMod val="25000"/>
                  </a:schemeClr>
                </a:solidFill>
                <a:effectLst/>
                <a:uLnTx/>
                <a:uFillTx/>
              </a:rPr>
              <a:t>08</a:t>
            </a:r>
          </a:p>
        </p:txBody>
      </p:sp>
      <p:sp>
        <p:nvSpPr>
          <p:cNvPr id="5" name="Oval 4"/>
          <p:cNvSpPr>
            <a:spLocks noChangeAspect="1" noChangeArrowheads="1"/>
          </p:cNvSpPr>
          <p:nvPr/>
        </p:nvSpPr>
        <p:spPr bwMode="auto">
          <a:xfrm>
            <a:off x="7562639" y="3379727"/>
            <a:ext cx="792733" cy="809814"/>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04</a:t>
            </a:r>
          </a:p>
        </p:txBody>
      </p:sp>
      <p:sp>
        <p:nvSpPr>
          <p:cNvPr id="27" name="Oval 26"/>
          <p:cNvSpPr>
            <a:spLocks noChangeAspect="1" noChangeArrowheads="1"/>
          </p:cNvSpPr>
          <p:nvPr/>
        </p:nvSpPr>
        <p:spPr bwMode="auto">
          <a:xfrm>
            <a:off x="4331816" y="2251835"/>
            <a:ext cx="792733" cy="809814"/>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01</a:t>
            </a:r>
          </a:p>
        </p:txBody>
      </p:sp>
      <p:sp>
        <p:nvSpPr>
          <p:cNvPr id="26" name="Oval 4"/>
          <p:cNvSpPr>
            <a:spLocks noChangeAspect="1" noChangeArrowheads="1"/>
          </p:cNvSpPr>
          <p:nvPr/>
        </p:nvSpPr>
        <p:spPr bwMode="auto">
          <a:xfrm>
            <a:off x="7085781" y="4795356"/>
            <a:ext cx="792733" cy="809814"/>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05</a:t>
            </a:r>
          </a:p>
        </p:txBody>
      </p:sp>
      <p:sp>
        <p:nvSpPr>
          <p:cNvPr id="21" name="Oval 4"/>
          <p:cNvSpPr>
            <a:spLocks noChangeAspect="1" noChangeArrowheads="1"/>
          </p:cNvSpPr>
          <p:nvPr/>
        </p:nvSpPr>
        <p:spPr bwMode="auto">
          <a:xfrm>
            <a:off x="4313485" y="4795356"/>
            <a:ext cx="792733" cy="809814"/>
          </a:xfrm>
          <a:prstGeom prst="ellipse">
            <a:avLst/>
          </a:prstGeom>
          <a:solidFill>
            <a:schemeClr val="tx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07</a:t>
            </a:r>
          </a:p>
        </p:txBody>
      </p:sp>
      <p:sp>
        <p:nvSpPr>
          <p:cNvPr id="22" name="Oval 21"/>
          <p:cNvSpPr>
            <a:spLocks noChangeAspect="1" noChangeArrowheads="1"/>
          </p:cNvSpPr>
          <p:nvPr/>
        </p:nvSpPr>
        <p:spPr bwMode="auto">
          <a:xfrm>
            <a:off x="7067450" y="2251835"/>
            <a:ext cx="792733" cy="809814"/>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03</a:t>
            </a:r>
          </a:p>
        </p:txBody>
      </p:sp>
      <p:sp>
        <p:nvSpPr>
          <p:cNvPr id="16" name="TextBox 15"/>
          <p:cNvSpPr txBox="1"/>
          <p:nvPr/>
        </p:nvSpPr>
        <p:spPr>
          <a:xfrm>
            <a:off x="900283" y="2629137"/>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7" name="TextBox 16"/>
          <p:cNvSpPr txBox="1"/>
          <p:nvPr/>
        </p:nvSpPr>
        <p:spPr>
          <a:xfrm>
            <a:off x="2342801" y="1443205"/>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8" name="TextBox 17"/>
          <p:cNvSpPr txBox="1"/>
          <p:nvPr/>
        </p:nvSpPr>
        <p:spPr>
          <a:xfrm>
            <a:off x="321356" y="3815069"/>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9" name="TextBox 18"/>
          <p:cNvSpPr txBox="1"/>
          <p:nvPr/>
        </p:nvSpPr>
        <p:spPr>
          <a:xfrm>
            <a:off x="900283" y="5001000"/>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0" name="TextBox 19"/>
          <p:cNvSpPr txBox="1"/>
          <p:nvPr/>
        </p:nvSpPr>
        <p:spPr>
          <a:xfrm>
            <a:off x="6904843" y="5761105"/>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3" name="TextBox 22"/>
          <p:cNvSpPr txBox="1"/>
          <p:nvPr/>
        </p:nvSpPr>
        <p:spPr>
          <a:xfrm>
            <a:off x="8282581" y="4691286"/>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4" name="TextBox 23"/>
          <p:cNvSpPr txBox="1"/>
          <p:nvPr/>
        </p:nvSpPr>
        <p:spPr>
          <a:xfrm>
            <a:off x="8861508" y="3531493"/>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5" name="TextBox 24"/>
          <p:cNvSpPr txBox="1"/>
          <p:nvPr/>
        </p:nvSpPr>
        <p:spPr>
          <a:xfrm>
            <a:off x="8282581" y="2371700"/>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cxnSp>
        <p:nvCxnSpPr>
          <p:cNvPr id="7" name="Straight Connector 6">
            <a:extLst>
              <a:ext uri="{FF2B5EF4-FFF2-40B4-BE49-F238E27FC236}">
                <a16:creationId xmlns:a16="http://schemas.microsoft.com/office/drawing/2014/main" id="{FDAD87D1-1F35-2E04-E135-DE5122613985}"/>
              </a:ext>
            </a:extLst>
          </p:cNvPr>
          <p:cNvCxnSpPr>
            <a:stCxn id="27" idx="5"/>
            <a:endCxn id="6" idx="1"/>
          </p:cNvCxnSpPr>
          <p:nvPr/>
        </p:nvCxnSpPr>
        <p:spPr>
          <a:xfrm>
            <a:off x="5008456" y="2943054"/>
            <a:ext cx="801232"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E1C13EF-BA36-29CF-00BA-5ECF7A218617}"/>
              </a:ext>
            </a:extLst>
          </p:cNvPr>
          <p:cNvCxnSpPr>
            <a:cxnSpLocks/>
            <a:stCxn id="15" idx="4"/>
            <a:endCxn id="6" idx="0"/>
          </p:cNvCxnSpPr>
          <p:nvPr/>
        </p:nvCxnSpPr>
        <p:spPr>
          <a:xfrm flipH="1">
            <a:off x="6096000" y="2326534"/>
            <a:ext cx="1" cy="119985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C9C02D8F-D3E7-C3FF-D36E-1A70C4D12653}"/>
              </a:ext>
            </a:extLst>
          </p:cNvPr>
          <p:cNvCxnSpPr>
            <a:cxnSpLocks/>
            <a:stCxn id="22" idx="3"/>
            <a:endCxn id="6" idx="7"/>
          </p:cNvCxnSpPr>
          <p:nvPr/>
        </p:nvCxnSpPr>
        <p:spPr>
          <a:xfrm flipH="1">
            <a:off x="6382312" y="2943054"/>
            <a:ext cx="801231"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3581502-C73C-B28B-C79C-BF59C117767E}"/>
              </a:ext>
            </a:extLst>
          </p:cNvPr>
          <p:cNvCxnSpPr>
            <a:cxnSpLocks/>
            <a:stCxn id="5" idx="2"/>
            <a:endCxn id="6" idx="6"/>
          </p:cNvCxnSpPr>
          <p:nvPr/>
        </p:nvCxnSpPr>
        <p:spPr>
          <a:xfrm flipH="1">
            <a:off x="6500907" y="3784634"/>
            <a:ext cx="1061732" cy="14666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BEF3458-7C06-1D02-2A28-4223C9088C75}"/>
              </a:ext>
            </a:extLst>
          </p:cNvPr>
          <p:cNvCxnSpPr>
            <a:cxnSpLocks/>
            <a:stCxn id="26" idx="1"/>
            <a:endCxn id="6" idx="5"/>
          </p:cNvCxnSpPr>
          <p:nvPr/>
        </p:nvCxnSpPr>
        <p:spPr>
          <a:xfrm flipH="1" flipV="1">
            <a:off x="6382312" y="4217612"/>
            <a:ext cx="819562"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00673C16-24FC-3047-CF98-9FCD0D5C3589}"/>
              </a:ext>
            </a:extLst>
          </p:cNvPr>
          <p:cNvCxnSpPr>
            <a:cxnSpLocks/>
            <a:stCxn id="14" idx="0"/>
            <a:endCxn id="6" idx="4"/>
          </p:cNvCxnSpPr>
          <p:nvPr/>
        </p:nvCxnSpPr>
        <p:spPr>
          <a:xfrm flipH="1" flipV="1">
            <a:off x="6096000" y="4336207"/>
            <a:ext cx="1" cy="104380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211D9CD-FAF8-F8E8-934B-5E356853B139}"/>
              </a:ext>
            </a:extLst>
          </p:cNvPr>
          <p:cNvCxnSpPr>
            <a:cxnSpLocks/>
            <a:stCxn id="21" idx="7"/>
            <a:endCxn id="6" idx="3"/>
          </p:cNvCxnSpPr>
          <p:nvPr/>
        </p:nvCxnSpPr>
        <p:spPr>
          <a:xfrm flipV="1">
            <a:off x="4990125" y="4217612"/>
            <a:ext cx="819563"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791B325-1A39-AE31-43AF-0EE6699CC402}"/>
              </a:ext>
            </a:extLst>
          </p:cNvPr>
          <p:cNvCxnSpPr>
            <a:cxnSpLocks/>
            <a:stCxn id="4" idx="6"/>
            <a:endCxn id="6" idx="2"/>
          </p:cNvCxnSpPr>
          <p:nvPr/>
        </p:nvCxnSpPr>
        <p:spPr>
          <a:xfrm>
            <a:off x="4629360" y="3921909"/>
            <a:ext cx="1061733" cy="939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70547173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69" name="Rectangle 268"/>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0" name="Rectangle 269"/>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1" name="Rectangle 270"/>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1570300463"/>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E594572-AD1E-541A-32CF-9434C34A4D43}"/>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956101151"/>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61817D-494A-5CFF-6B54-52EE4F0D7095}"/>
              </a:ext>
            </a:extLst>
          </p:cNvPr>
          <p:cNvSpPr>
            <a:spLocks noGrp="1"/>
          </p:cNvSpPr>
          <p:nvPr>
            <p:ph type="title"/>
          </p:nvPr>
        </p:nvSpPr>
        <p:spPr>
          <a:xfrm>
            <a:off x="214184" y="13663"/>
            <a:ext cx="9728886" cy="678316"/>
          </a:xfrm>
        </p:spPr>
        <p:txBody>
          <a:bodyPr>
            <a:normAutofit/>
          </a:bodyPr>
          <a:lstStyle/>
          <a:p>
            <a:r>
              <a:rPr lang="en-US" dirty="0"/>
              <a:t>Atom</a:t>
            </a:r>
          </a:p>
        </p:txBody>
      </p:sp>
      <p:sp>
        <p:nvSpPr>
          <p:cNvPr id="3" name="Freeform 6">
            <a:extLst>
              <a:ext uri="{FF2B5EF4-FFF2-40B4-BE49-F238E27FC236}">
                <a16:creationId xmlns:a16="http://schemas.microsoft.com/office/drawing/2014/main" id="{257BC3E5-8A58-AA8A-EF26-A0C15B0586F3}"/>
              </a:ext>
            </a:extLst>
          </p:cNvPr>
          <p:cNvSpPr>
            <a:spLocks noEditPoints="1"/>
          </p:cNvSpPr>
          <p:nvPr/>
        </p:nvSpPr>
        <p:spPr bwMode="auto">
          <a:xfrm>
            <a:off x="5838803" y="3372438"/>
            <a:ext cx="540799" cy="540797"/>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Freeform 7">
            <a:extLst>
              <a:ext uri="{FF2B5EF4-FFF2-40B4-BE49-F238E27FC236}">
                <a16:creationId xmlns:a16="http://schemas.microsoft.com/office/drawing/2014/main" id="{64DADF5B-8298-BB59-04A1-EC23FFA13FA5}"/>
              </a:ext>
            </a:extLst>
          </p:cNvPr>
          <p:cNvSpPr>
            <a:spLocks/>
          </p:cNvSpPr>
          <p:nvPr/>
        </p:nvSpPr>
        <p:spPr bwMode="auto">
          <a:xfrm>
            <a:off x="4361502" y="2501894"/>
            <a:ext cx="3521756" cy="2281887"/>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reeform 8">
            <a:extLst>
              <a:ext uri="{FF2B5EF4-FFF2-40B4-BE49-F238E27FC236}">
                <a16:creationId xmlns:a16="http://schemas.microsoft.com/office/drawing/2014/main" id="{E0C33F97-7749-FB0F-9DB5-D0272C5CFB00}"/>
              </a:ext>
            </a:extLst>
          </p:cNvPr>
          <p:cNvSpPr>
            <a:spLocks/>
          </p:cNvSpPr>
          <p:nvPr/>
        </p:nvSpPr>
        <p:spPr bwMode="auto">
          <a:xfrm>
            <a:off x="4308742" y="2488699"/>
            <a:ext cx="3534942" cy="2281887"/>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9">
            <a:extLst>
              <a:ext uri="{FF2B5EF4-FFF2-40B4-BE49-F238E27FC236}">
                <a16:creationId xmlns:a16="http://schemas.microsoft.com/office/drawing/2014/main" id="{5FC5CA22-6DEB-FF0B-B2C2-A4ED93732231}"/>
              </a:ext>
            </a:extLst>
          </p:cNvPr>
          <p:cNvSpPr>
            <a:spLocks/>
          </p:cNvSpPr>
          <p:nvPr/>
        </p:nvSpPr>
        <p:spPr bwMode="auto">
          <a:xfrm>
            <a:off x="5390331" y="2554654"/>
            <a:ext cx="342943" cy="25456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0">
            <a:extLst>
              <a:ext uri="{FF2B5EF4-FFF2-40B4-BE49-F238E27FC236}">
                <a16:creationId xmlns:a16="http://schemas.microsoft.com/office/drawing/2014/main" id="{BE6EE059-2DD5-0F13-00A2-E2DCBB01D903}"/>
              </a:ext>
            </a:extLst>
          </p:cNvPr>
          <p:cNvSpPr>
            <a:spLocks/>
          </p:cNvSpPr>
          <p:nvPr/>
        </p:nvSpPr>
        <p:spPr bwMode="auto">
          <a:xfrm>
            <a:off x="5667328" y="5126714"/>
            <a:ext cx="118715" cy="131901"/>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Freeform 11">
            <a:extLst>
              <a:ext uri="{FF2B5EF4-FFF2-40B4-BE49-F238E27FC236}">
                <a16:creationId xmlns:a16="http://schemas.microsoft.com/office/drawing/2014/main" id="{E4177AF9-901F-20EF-E1D7-79D868DF9102}"/>
              </a:ext>
            </a:extLst>
          </p:cNvPr>
          <p:cNvSpPr>
            <a:spLocks/>
          </p:cNvSpPr>
          <p:nvPr/>
        </p:nvSpPr>
        <p:spPr bwMode="auto">
          <a:xfrm>
            <a:off x="5654133" y="1710481"/>
            <a:ext cx="1094783" cy="3851501"/>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Freeform 12">
            <a:extLst>
              <a:ext uri="{FF2B5EF4-FFF2-40B4-BE49-F238E27FC236}">
                <a16:creationId xmlns:a16="http://schemas.microsoft.com/office/drawing/2014/main" id="{A57A6620-AF92-02C0-3AFD-FD97D7BD3B7D}"/>
              </a:ext>
            </a:extLst>
          </p:cNvPr>
          <p:cNvSpPr>
            <a:spLocks noEditPoints="1"/>
          </p:cNvSpPr>
          <p:nvPr/>
        </p:nvSpPr>
        <p:spPr bwMode="auto">
          <a:xfrm>
            <a:off x="5443092" y="2158943"/>
            <a:ext cx="342943" cy="342942"/>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3">
            <a:extLst>
              <a:ext uri="{FF2B5EF4-FFF2-40B4-BE49-F238E27FC236}">
                <a16:creationId xmlns:a16="http://schemas.microsoft.com/office/drawing/2014/main" id="{4B8BBA93-FBEA-B37E-67CE-CB84939CD580}"/>
              </a:ext>
            </a:extLst>
          </p:cNvPr>
          <p:cNvSpPr>
            <a:spLocks noEditPoints="1"/>
          </p:cNvSpPr>
          <p:nvPr/>
        </p:nvSpPr>
        <p:spPr bwMode="auto">
          <a:xfrm>
            <a:off x="4928681" y="4506776"/>
            <a:ext cx="329757" cy="342942"/>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4">
            <a:extLst>
              <a:ext uri="{FF2B5EF4-FFF2-40B4-BE49-F238E27FC236}">
                <a16:creationId xmlns:a16="http://schemas.microsoft.com/office/drawing/2014/main" id="{77083377-7CDA-4C67-F2F1-D89623239948}"/>
              </a:ext>
            </a:extLst>
          </p:cNvPr>
          <p:cNvSpPr>
            <a:spLocks noEditPoints="1"/>
          </p:cNvSpPr>
          <p:nvPr/>
        </p:nvSpPr>
        <p:spPr bwMode="auto">
          <a:xfrm>
            <a:off x="7408522" y="3847264"/>
            <a:ext cx="329757" cy="342942"/>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TextBox 82">
            <a:extLst>
              <a:ext uri="{FF2B5EF4-FFF2-40B4-BE49-F238E27FC236}">
                <a16:creationId xmlns:a16="http://schemas.microsoft.com/office/drawing/2014/main" id="{80449D6E-96D4-F5A8-A93A-4031D9C402DB}"/>
              </a:ext>
            </a:extLst>
          </p:cNvPr>
          <p:cNvSpPr txBox="1"/>
          <p:nvPr/>
        </p:nvSpPr>
        <p:spPr>
          <a:xfrm>
            <a:off x="1088885" y="2222565"/>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6" name="Freeform 12">
            <a:extLst>
              <a:ext uri="{FF2B5EF4-FFF2-40B4-BE49-F238E27FC236}">
                <a16:creationId xmlns:a16="http://schemas.microsoft.com/office/drawing/2014/main" id="{22A7E3C4-77DE-519A-19D6-325ECB1B18F4}"/>
              </a:ext>
            </a:extLst>
          </p:cNvPr>
          <p:cNvSpPr>
            <a:spLocks noChangeAspect="1" noEditPoints="1"/>
          </p:cNvSpPr>
          <p:nvPr/>
        </p:nvSpPr>
        <p:spPr bwMode="auto">
          <a:xfrm>
            <a:off x="838200"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Box 82">
            <a:extLst>
              <a:ext uri="{FF2B5EF4-FFF2-40B4-BE49-F238E27FC236}">
                <a16:creationId xmlns:a16="http://schemas.microsoft.com/office/drawing/2014/main" id="{8CCD5718-70E2-E8AE-EFF5-F1F358FF2E71}"/>
              </a:ext>
            </a:extLst>
          </p:cNvPr>
          <p:cNvSpPr txBox="1"/>
          <p:nvPr/>
        </p:nvSpPr>
        <p:spPr>
          <a:xfrm>
            <a:off x="1088885" y="3749747"/>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3" name="Freeform 12">
            <a:extLst>
              <a:ext uri="{FF2B5EF4-FFF2-40B4-BE49-F238E27FC236}">
                <a16:creationId xmlns:a16="http://schemas.microsoft.com/office/drawing/2014/main" id="{393CE874-A163-DF08-2C05-3F1699F4D2B3}"/>
              </a:ext>
            </a:extLst>
          </p:cNvPr>
          <p:cNvSpPr>
            <a:spLocks noChangeAspect="1" noEditPoints="1"/>
          </p:cNvSpPr>
          <p:nvPr/>
        </p:nvSpPr>
        <p:spPr bwMode="auto">
          <a:xfrm>
            <a:off x="838200"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Box 82">
            <a:extLst>
              <a:ext uri="{FF2B5EF4-FFF2-40B4-BE49-F238E27FC236}">
                <a16:creationId xmlns:a16="http://schemas.microsoft.com/office/drawing/2014/main" id="{ADA19437-3793-BEB3-259C-BC8EC3BDA609}"/>
              </a:ext>
            </a:extLst>
          </p:cNvPr>
          <p:cNvSpPr txBox="1"/>
          <p:nvPr/>
        </p:nvSpPr>
        <p:spPr>
          <a:xfrm>
            <a:off x="8476368" y="2222565"/>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Freeform 12">
            <a:extLst>
              <a:ext uri="{FF2B5EF4-FFF2-40B4-BE49-F238E27FC236}">
                <a16:creationId xmlns:a16="http://schemas.microsoft.com/office/drawing/2014/main" id="{0EFB8C5F-A0CB-252A-45AC-BBFE32DDE329}"/>
              </a:ext>
            </a:extLst>
          </p:cNvPr>
          <p:cNvSpPr>
            <a:spLocks noChangeAspect="1" noEditPoints="1"/>
          </p:cNvSpPr>
          <p:nvPr/>
        </p:nvSpPr>
        <p:spPr bwMode="auto">
          <a:xfrm>
            <a:off x="8225683"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Box 82">
            <a:extLst>
              <a:ext uri="{FF2B5EF4-FFF2-40B4-BE49-F238E27FC236}">
                <a16:creationId xmlns:a16="http://schemas.microsoft.com/office/drawing/2014/main" id="{37E52349-48AA-6D73-08DB-6BBC944CE3B8}"/>
              </a:ext>
            </a:extLst>
          </p:cNvPr>
          <p:cNvSpPr txBox="1"/>
          <p:nvPr/>
        </p:nvSpPr>
        <p:spPr>
          <a:xfrm>
            <a:off x="8476368" y="3749747"/>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7" name="Freeform 12">
            <a:extLst>
              <a:ext uri="{FF2B5EF4-FFF2-40B4-BE49-F238E27FC236}">
                <a16:creationId xmlns:a16="http://schemas.microsoft.com/office/drawing/2014/main" id="{1040B0DD-3EB4-D8E3-6209-EC425451158E}"/>
              </a:ext>
            </a:extLst>
          </p:cNvPr>
          <p:cNvSpPr>
            <a:spLocks noChangeAspect="1" noEditPoints="1"/>
          </p:cNvSpPr>
          <p:nvPr/>
        </p:nvSpPr>
        <p:spPr bwMode="auto">
          <a:xfrm>
            <a:off x="8225683"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Oval 29">
            <a:extLst>
              <a:ext uri="{FF2B5EF4-FFF2-40B4-BE49-F238E27FC236}">
                <a16:creationId xmlns:a16="http://schemas.microsoft.com/office/drawing/2014/main" id="{AFB24986-EEA4-57FB-6B85-4EBA0AEF2A20}"/>
              </a:ext>
            </a:extLst>
          </p:cNvPr>
          <p:cNvSpPr>
            <a:spLocks noChangeAspect="1"/>
          </p:cNvSpPr>
          <p:nvPr/>
        </p:nvSpPr>
        <p:spPr>
          <a:xfrm>
            <a:off x="5825601" y="3365831"/>
            <a:ext cx="540799" cy="540799"/>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2080507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EB1262-ED9A-BEB7-9F96-53E94E19781F}"/>
              </a:ext>
            </a:extLst>
          </p:cNvPr>
          <p:cNvSpPr>
            <a:spLocks noGrp="1"/>
          </p:cNvSpPr>
          <p:nvPr>
            <p:ph type="title"/>
          </p:nvPr>
        </p:nvSpPr>
        <p:spPr>
          <a:xfrm>
            <a:off x="214184" y="13663"/>
            <a:ext cx="9728886" cy="678316"/>
          </a:xfrm>
        </p:spPr>
        <p:txBody>
          <a:bodyPr>
            <a:normAutofit/>
          </a:bodyPr>
          <a:lstStyle/>
          <a:p>
            <a:r>
              <a:rPr lang="en-US" dirty="0"/>
              <a:t>Awards 1</a:t>
            </a:r>
          </a:p>
        </p:txBody>
      </p:sp>
      <p:sp>
        <p:nvSpPr>
          <p:cNvPr id="4" name="Parallélogramme 9">
            <a:extLst>
              <a:ext uri="{FF2B5EF4-FFF2-40B4-BE49-F238E27FC236}">
                <a16:creationId xmlns:a16="http://schemas.microsoft.com/office/drawing/2014/main" id="{A840F321-DF91-86F0-BBC4-815E69989E68}"/>
              </a:ext>
            </a:extLst>
          </p:cNvPr>
          <p:cNvSpPr/>
          <p:nvPr/>
        </p:nvSpPr>
        <p:spPr>
          <a:xfrm flipH="1">
            <a:off x="197217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12">
            <a:extLst>
              <a:ext uri="{FF2B5EF4-FFF2-40B4-BE49-F238E27FC236}">
                <a16:creationId xmlns:a16="http://schemas.microsoft.com/office/drawing/2014/main" id="{EBBF32FA-9A23-A626-F3F0-BE15088E2C1F}"/>
              </a:ext>
            </a:extLst>
          </p:cNvPr>
          <p:cNvSpPr/>
          <p:nvPr/>
        </p:nvSpPr>
        <p:spPr>
          <a:xfrm>
            <a:off x="250324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5">
            <a:extLst>
              <a:ext uri="{FF2B5EF4-FFF2-40B4-BE49-F238E27FC236}">
                <a16:creationId xmlns:a16="http://schemas.microsoft.com/office/drawing/2014/main" id="{49F92282-E108-531F-5E99-C8A90DAF216F}"/>
              </a:ext>
            </a:extLst>
          </p:cNvPr>
          <p:cNvSpPr/>
          <p:nvPr/>
        </p:nvSpPr>
        <p:spPr>
          <a:xfrm>
            <a:off x="244985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Ellipse 16">
            <a:extLst>
              <a:ext uri="{FF2B5EF4-FFF2-40B4-BE49-F238E27FC236}">
                <a16:creationId xmlns:a16="http://schemas.microsoft.com/office/drawing/2014/main" id="{FB9E807D-EC96-B1CA-7826-48F0416F6579}"/>
              </a:ext>
            </a:extLst>
          </p:cNvPr>
          <p:cNvSpPr/>
          <p:nvPr/>
        </p:nvSpPr>
        <p:spPr>
          <a:xfrm>
            <a:off x="2169762" y="3209987"/>
            <a:ext cx="1219776" cy="12197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Ellipse 17">
            <a:extLst>
              <a:ext uri="{FF2B5EF4-FFF2-40B4-BE49-F238E27FC236}">
                <a16:creationId xmlns:a16="http://schemas.microsoft.com/office/drawing/2014/main" id="{8C1E4EBD-F15F-AE80-8F5D-A8288FFE3342}"/>
              </a:ext>
            </a:extLst>
          </p:cNvPr>
          <p:cNvSpPr/>
          <p:nvPr/>
        </p:nvSpPr>
        <p:spPr>
          <a:xfrm>
            <a:off x="225836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Ellipse 18">
            <a:extLst>
              <a:ext uri="{FF2B5EF4-FFF2-40B4-BE49-F238E27FC236}">
                <a16:creationId xmlns:a16="http://schemas.microsoft.com/office/drawing/2014/main" id="{6AF9460F-7F8C-FFCC-E514-6597FEE515AE}"/>
              </a:ext>
            </a:extLst>
          </p:cNvPr>
          <p:cNvSpPr/>
          <p:nvPr/>
        </p:nvSpPr>
        <p:spPr>
          <a:xfrm>
            <a:off x="2337764" y="3377988"/>
            <a:ext cx="883773" cy="88377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12" name="Parallélogramme 30">
            <a:extLst>
              <a:ext uri="{FF2B5EF4-FFF2-40B4-BE49-F238E27FC236}">
                <a16:creationId xmlns:a16="http://schemas.microsoft.com/office/drawing/2014/main" id="{1362AEC1-DF23-A009-5BDE-F3E5348499B8}"/>
              </a:ext>
            </a:extLst>
          </p:cNvPr>
          <p:cNvSpPr/>
          <p:nvPr/>
        </p:nvSpPr>
        <p:spPr>
          <a:xfrm flipH="1">
            <a:off x="4190313"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31">
            <a:extLst>
              <a:ext uri="{FF2B5EF4-FFF2-40B4-BE49-F238E27FC236}">
                <a16:creationId xmlns:a16="http://schemas.microsoft.com/office/drawing/2014/main" id="{D12379EF-175D-A940-0748-A47603B8D4E2}"/>
              </a:ext>
            </a:extLst>
          </p:cNvPr>
          <p:cNvSpPr/>
          <p:nvPr/>
        </p:nvSpPr>
        <p:spPr>
          <a:xfrm>
            <a:off x="4721389"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32">
            <a:extLst>
              <a:ext uri="{FF2B5EF4-FFF2-40B4-BE49-F238E27FC236}">
                <a16:creationId xmlns:a16="http://schemas.microsoft.com/office/drawing/2014/main" id="{5D9A02B4-7C66-6B74-9F8E-55F040B01F69}"/>
              </a:ext>
            </a:extLst>
          </p:cNvPr>
          <p:cNvSpPr/>
          <p:nvPr/>
        </p:nvSpPr>
        <p:spPr>
          <a:xfrm>
            <a:off x="4667999"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33">
            <a:extLst>
              <a:ext uri="{FF2B5EF4-FFF2-40B4-BE49-F238E27FC236}">
                <a16:creationId xmlns:a16="http://schemas.microsoft.com/office/drawing/2014/main" id="{F241A7E5-0386-3F92-4A51-D628FD3DD97D}"/>
              </a:ext>
            </a:extLst>
          </p:cNvPr>
          <p:cNvSpPr/>
          <p:nvPr/>
        </p:nvSpPr>
        <p:spPr>
          <a:xfrm>
            <a:off x="4387905" y="3209987"/>
            <a:ext cx="1219776" cy="12197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34">
            <a:extLst>
              <a:ext uri="{FF2B5EF4-FFF2-40B4-BE49-F238E27FC236}">
                <a16:creationId xmlns:a16="http://schemas.microsoft.com/office/drawing/2014/main" id="{D77851D8-358B-7120-9906-77F6AFE8FD36}"/>
              </a:ext>
            </a:extLst>
          </p:cNvPr>
          <p:cNvSpPr/>
          <p:nvPr/>
        </p:nvSpPr>
        <p:spPr>
          <a:xfrm>
            <a:off x="4476509"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68F7BDD2-510F-0A55-E0F3-13F32193DC2E}"/>
              </a:ext>
            </a:extLst>
          </p:cNvPr>
          <p:cNvSpPr/>
          <p:nvPr/>
        </p:nvSpPr>
        <p:spPr>
          <a:xfrm>
            <a:off x="4555907" y="3377988"/>
            <a:ext cx="883773" cy="88377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0" name="Parallélogramme 38">
            <a:extLst>
              <a:ext uri="{FF2B5EF4-FFF2-40B4-BE49-F238E27FC236}">
                <a16:creationId xmlns:a16="http://schemas.microsoft.com/office/drawing/2014/main" id="{13170004-E86C-8768-F53F-D5F93F677AA5}"/>
              </a:ext>
            </a:extLst>
          </p:cNvPr>
          <p:cNvSpPr/>
          <p:nvPr/>
        </p:nvSpPr>
        <p:spPr>
          <a:xfrm flipH="1">
            <a:off x="6408456"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orme libre : forme 39">
            <a:extLst>
              <a:ext uri="{FF2B5EF4-FFF2-40B4-BE49-F238E27FC236}">
                <a16:creationId xmlns:a16="http://schemas.microsoft.com/office/drawing/2014/main" id="{B4B158B7-7277-F308-C40A-D03EA31C19BF}"/>
              </a:ext>
            </a:extLst>
          </p:cNvPr>
          <p:cNvSpPr/>
          <p:nvPr/>
        </p:nvSpPr>
        <p:spPr>
          <a:xfrm>
            <a:off x="6939532"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2" name="Forme libre : forme 40">
            <a:extLst>
              <a:ext uri="{FF2B5EF4-FFF2-40B4-BE49-F238E27FC236}">
                <a16:creationId xmlns:a16="http://schemas.microsoft.com/office/drawing/2014/main" id="{5633EAB5-FB82-33AF-4A39-96FC1A21EAEE}"/>
              </a:ext>
            </a:extLst>
          </p:cNvPr>
          <p:cNvSpPr/>
          <p:nvPr/>
        </p:nvSpPr>
        <p:spPr>
          <a:xfrm>
            <a:off x="6886142"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Ellipse 41">
            <a:extLst>
              <a:ext uri="{FF2B5EF4-FFF2-40B4-BE49-F238E27FC236}">
                <a16:creationId xmlns:a16="http://schemas.microsoft.com/office/drawing/2014/main" id="{C576A39A-96DF-8DA5-F37F-FFB9D87F6952}"/>
              </a:ext>
            </a:extLst>
          </p:cNvPr>
          <p:cNvSpPr/>
          <p:nvPr/>
        </p:nvSpPr>
        <p:spPr>
          <a:xfrm>
            <a:off x="6606048" y="3209987"/>
            <a:ext cx="1219776" cy="121977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42">
            <a:extLst>
              <a:ext uri="{FF2B5EF4-FFF2-40B4-BE49-F238E27FC236}">
                <a16:creationId xmlns:a16="http://schemas.microsoft.com/office/drawing/2014/main" id="{11DD8F24-9143-55DF-F718-5CEDDA690FFC}"/>
              </a:ext>
            </a:extLst>
          </p:cNvPr>
          <p:cNvSpPr/>
          <p:nvPr/>
        </p:nvSpPr>
        <p:spPr>
          <a:xfrm>
            <a:off x="6694652"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43">
            <a:extLst>
              <a:ext uri="{FF2B5EF4-FFF2-40B4-BE49-F238E27FC236}">
                <a16:creationId xmlns:a16="http://schemas.microsoft.com/office/drawing/2014/main" id="{EC7925B0-B42F-80AA-F32C-5B86AB5C91E8}"/>
              </a:ext>
            </a:extLst>
          </p:cNvPr>
          <p:cNvSpPr/>
          <p:nvPr/>
        </p:nvSpPr>
        <p:spPr>
          <a:xfrm>
            <a:off x="6774050" y="3377988"/>
            <a:ext cx="883773" cy="88377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8" name="Parallélogramme 46">
            <a:extLst>
              <a:ext uri="{FF2B5EF4-FFF2-40B4-BE49-F238E27FC236}">
                <a16:creationId xmlns:a16="http://schemas.microsoft.com/office/drawing/2014/main" id="{0473C6A8-5A47-9844-083F-789D105706E2}"/>
              </a:ext>
            </a:extLst>
          </p:cNvPr>
          <p:cNvSpPr/>
          <p:nvPr/>
        </p:nvSpPr>
        <p:spPr>
          <a:xfrm flipH="1">
            <a:off x="862660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Forme libre : forme 47">
            <a:extLst>
              <a:ext uri="{FF2B5EF4-FFF2-40B4-BE49-F238E27FC236}">
                <a16:creationId xmlns:a16="http://schemas.microsoft.com/office/drawing/2014/main" id="{09C164AD-8E51-3982-223B-F458605213A8}"/>
              </a:ext>
            </a:extLst>
          </p:cNvPr>
          <p:cNvSpPr/>
          <p:nvPr/>
        </p:nvSpPr>
        <p:spPr>
          <a:xfrm>
            <a:off x="915767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orme libre : forme 48">
            <a:extLst>
              <a:ext uri="{FF2B5EF4-FFF2-40B4-BE49-F238E27FC236}">
                <a16:creationId xmlns:a16="http://schemas.microsoft.com/office/drawing/2014/main" id="{A75466CE-837F-02C4-F260-07A19891828A}"/>
              </a:ext>
            </a:extLst>
          </p:cNvPr>
          <p:cNvSpPr/>
          <p:nvPr/>
        </p:nvSpPr>
        <p:spPr>
          <a:xfrm>
            <a:off x="910428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Ellipse 49">
            <a:extLst>
              <a:ext uri="{FF2B5EF4-FFF2-40B4-BE49-F238E27FC236}">
                <a16:creationId xmlns:a16="http://schemas.microsoft.com/office/drawing/2014/main" id="{38810583-A710-A780-1484-F1D72FBF0B23}"/>
              </a:ext>
            </a:extLst>
          </p:cNvPr>
          <p:cNvSpPr/>
          <p:nvPr/>
        </p:nvSpPr>
        <p:spPr>
          <a:xfrm>
            <a:off x="8824192" y="3209987"/>
            <a:ext cx="1219776" cy="121977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50">
            <a:extLst>
              <a:ext uri="{FF2B5EF4-FFF2-40B4-BE49-F238E27FC236}">
                <a16:creationId xmlns:a16="http://schemas.microsoft.com/office/drawing/2014/main" id="{582391CC-B7C9-9B6C-CAE3-5C020E0EB4F6}"/>
              </a:ext>
            </a:extLst>
          </p:cNvPr>
          <p:cNvSpPr/>
          <p:nvPr/>
        </p:nvSpPr>
        <p:spPr>
          <a:xfrm>
            <a:off x="891279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51">
            <a:extLst>
              <a:ext uri="{FF2B5EF4-FFF2-40B4-BE49-F238E27FC236}">
                <a16:creationId xmlns:a16="http://schemas.microsoft.com/office/drawing/2014/main" id="{982985E7-FABF-396B-E32B-A85A831BB611}"/>
              </a:ext>
            </a:extLst>
          </p:cNvPr>
          <p:cNvSpPr/>
          <p:nvPr/>
        </p:nvSpPr>
        <p:spPr>
          <a:xfrm>
            <a:off x="8992194" y="3377988"/>
            <a:ext cx="883773" cy="88377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
        <p:nvSpPr>
          <p:cNvPr id="35" name="TextBox 82">
            <a:extLst>
              <a:ext uri="{FF2B5EF4-FFF2-40B4-BE49-F238E27FC236}">
                <a16:creationId xmlns:a16="http://schemas.microsoft.com/office/drawing/2014/main" id="{916280EA-D5BA-B1EC-8D73-BE8EEA92A503}"/>
              </a:ext>
            </a:extLst>
          </p:cNvPr>
          <p:cNvSpPr txBox="1"/>
          <p:nvPr/>
        </p:nvSpPr>
        <p:spPr>
          <a:xfrm>
            <a:off x="1748398"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7D5BDFBD-B035-619F-ADE3-D050C2A1518D}"/>
              </a:ext>
            </a:extLst>
          </p:cNvPr>
          <p:cNvSpPr txBox="1"/>
          <p:nvPr/>
        </p:nvSpPr>
        <p:spPr>
          <a:xfrm>
            <a:off x="4018291"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TextBox 82">
            <a:extLst>
              <a:ext uri="{FF2B5EF4-FFF2-40B4-BE49-F238E27FC236}">
                <a16:creationId xmlns:a16="http://schemas.microsoft.com/office/drawing/2014/main" id="{7BA47D7D-D15C-C197-EB0B-2155BF4A458C}"/>
              </a:ext>
            </a:extLst>
          </p:cNvPr>
          <p:cNvSpPr txBox="1"/>
          <p:nvPr/>
        </p:nvSpPr>
        <p:spPr>
          <a:xfrm>
            <a:off x="6236434"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8" name="TextBox 82">
            <a:extLst>
              <a:ext uri="{FF2B5EF4-FFF2-40B4-BE49-F238E27FC236}">
                <a16:creationId xmlns:a16="http://schemas.microsoft.com/office/drawing/2014/main" id="{EA8EECDE-DE60-4A7F-0502-627DF03AF651}"/>
              </a:ext>
            </a:extLst>
          </p:cNvPr>
          <p:cNvSpPr txBox="1"/>
          <p:nvPr/>
        </p:nvSpPr>
        <p:spPr>
          <a:xfrm>
            <a:off x="8454577"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233498945"/>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7DE71-F802-429C-8E29-0B656542CF97}"/>
              </a:ext>
            </a:extLst>
          </p:cNvPr>
          <p:cNvSpPr>
            <a:spLocks noGrp="1"/>
          </p:cNvSpPr>
          <p:nvPr>
            <p:ph type="title"/>
          </p:nvPr>
        </p:nvSpPr>
        <p:spPr>
          <a:xfrm>
            <a:off x="214184" y="13663"/>
            <a:ext cx="9728886" cy="678316"/>
          </a:xfrm>
        </p:spPr>
        <p:txBody>
          <a:bodyPr>
            <a:normAutofit/>
          </a:bodyPr>
          <a:lstStyle/>
          <a:p>
            <a:r>
              <a:rPr lang="en-US" dirty="0"/>
              <a:t>Awards 2</a:t>
            </a:r>
          </a:p>
        </p:txBody>
      </p:sp>
      <p:grpSp>
        <p:nvGrpSpPr>
          <p:cNvPr id="49" name="Group 48">
            <a:extLst>
              <a:ext uri="{FF2B5EF4-FFF2-40B4-BE49-F238E27FC236}">
                <a16:creationId xmlns:a16="http://schemas.microsoft.com/office/drawing/2014/main" id="{F896EB57-4D55-4EA5-B299-3B8D03247DB3}"/>
              </a:ext>
            </a:extLst>
          </p:cNvPr>
          <p:cNvGrpSpPr>
            <a:grpSpLocks noChangeAspect="1"/>
          </p:cNvGrpSpPr>
          <p:nvPr/>
        </p:nvGrpSpPr>
        <p:grpSpPr>
          <a:xfrm>
            <a:off x="1892036" y="1534880"/>
            <a:ext cx="1495498" cy="3173115"/>
            <a:chOff x="2381727" y="1757421"/>
            <a:chExt cx="1021445" cy="2167280"/>
          </a:xfrm>
        </p:grpSpPr>
        <p:sp>
          <p:nvSpPr>
            <p:cNvPr id="4" name="12-Point Star 2">
              <a:extLst>
                <a:ext uri="{FF2B5EF4-FFF2-40B4-BE49-F238E27FC236}">
                  <a16:creationId xmlns:a16="http://schemas.microsoft.com/office/drawing/2014/main" id="{4F15AEDC-1460-4434-81FC-516B3CB96DA3}"/>
                </a:ext>
              </a:extLst>
            </p:cNvPr>
            <p:cNvSpPr>
              <a:spLocks noChangeAspect="1"/>
            </p:cNvSpPr>
            <p:nvPr/>
          </p:nvSpPr>
          <p:spPr>
            <a:xfrm>
              <a:off x="2389472" y="2918861"/>
              <a:ext cx="1005840" cy="1005840"/>
            </a:xfrm>
            <a:prstGeom prst="star12">
              <a:avLst>
                <a:gd name="adj" fmla="val 39605"/>
              </a:avLst>
            </a:prstGeom>
            <a:solidFill>
              <a:schemeClr val="accent4"/>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1</a:t>
              </a:r>
            </a:p>
          </p:txBody>
        </p:sp>
        <p:sp>
          <p:nvSpPr>
            <p:cNvPr id="5" name="Donut 3">
              <a:extLst>
                <a:ext uri="{FF2B5EF4-FFF2-40B4-BE49-F238E27FC236}">
                  <a16:creationId xmlns:a16="http://schemas.microsoft.com/office/drawing/2014/main" id="{B7AB66A8-A17E-4334-90FC-57CDCECEBBE1}"/>
                </a:ext>
              </a:extLst>
            </p:cNvPr>
            <p:cNvSpPr>
              <a:spLocks noChangeAspect="1"/>
            </p:cNvSpPr>
            <p:nvPr/>
          </p:nvSpPr>
          <p:spPr>
            <a:xfrm>
              <a:off x="2801938" y="2781844"/>
              <a:ext cx="180909" cy="180909"/>
            </a:xfrm>
            <a:prstGeom prst="don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5">
              <a:extLst>
                <a:ext uri="{FF2B5EF4-FFF2-40B4-BE49-F238E27FC236}">
                  <a16:creationId xmlns:a16="http://schemas.microsoft.com/office/drawing/2014/main" id="{59B63F1A-11A1-47A6-935F-53E0D79EF5DE}"/>
                </a:ext>
              </a:extLst>
            </p:cNvPr>
            <p:cNvSpPr/>
            <p:nvPr/>
          </p:nvSpPr>
          <p:spPr>
            <a:xfrm>
              <a:off x="2562751" y="2703855"/>
              <a:ext cx="659307" cy="496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27D93A4F-2CA7-4493-8C66-531832E052A2}"/>
                </a:ext>
              </a:extLst>
            </p:cNvPr>
            <p:cNvGrpSpPr/>
            <p:nvPr/>
          </p:nvGrpSpPr>
          <p:grpSpPr>
            <a:xfrm flipV="1">
              <a:off x="2748292" y="1757421"/>
              <a:ext cx="654880" cy="946434"/>
              <a:chOff x="810857" y="4037588"/>
              <a:chExt cx="1054691" cy="946434"/>
            </a:xfrm>
          </p:grpSpPr>
          <p:sp>
            <p:nvSpPr>
              <p:cNvPr id="8" name="Freeform: Shape 7">
                <a:extLst>
                  <a:ext uri="{FF2B5EF4-FFF2-40B4-BE49-F238E27FC236}">
                    <a16:creationId xmlns:a16="http://schemas.microsoft.com/office/drawing/2014/main" id="{43CBC2CE-E91E-453D-98A4-2F7C06146765}"/>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8">
                <a:extLst>
                  <a:ext uri="{FF2B5EF4-FFF2-40B4-BE49-F238E27FC236}">
                    <a16:creationId xmlns:a16="http://schemas.microsoft.com/office/drawing/2014/main" id="{AEF135B0-45E9-44C6-A14C-5DCD1531F6D5}"/>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reeform: Shape 9">
                <a:extLst>
                  <a:ext uri="{FF2B5EF4-FFF2-40B4-BE49-F238E27FC236}">
                    <a16:creationId xmlns:a16="http://schemas.microsoft.com/office/drawing/2014/main" id="{0F613CD5-66AE-4E85-9CAB-5C6CD5C6A3C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1" name="Group 10">
              <a:extLst>
                <a:ext uri="{FF2B5EF4-FFF2-40B4-BE49-F238E27FC236}">
                  <a16:creationId xmlns:a16="http://schemas.microsoft.com/office/drawing/2014/main" id="{82688D06-B9DA-4A4B-BE28-FF14F56D26AB}"/>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12" name="Freeform: Shape 11">
                <a:extLst>
                  <a:ext uri="{FF2B5EF4-FFF2-40B4-BE49-F238E27FC236}">
                    <a16:creationId xmlns:a16="http://schemas.microsoft.com/office/drawing/2014/main" id="{19416CAC-679F-40EC-9062-0823A6CE0BAC}"/>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reeform: Shape 12">
                <a:extLst>
                  <a:ext uri="{FF2B5EF4-FFF2-40B4-BE49-F238E27FC236}">
                    <a16:creationId xmlns:a16="http://schemas.microsoft.com/office/drawing/2014/main" id="{80EC898F-D1D5-46A7-BD25-874CE76CA710}"/>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reeform: Shape 13">
                <a:extLst>
                  <a:ext uri="{FF2B5EF4-FFF2-40B4-BE49-F238E27FC236}">
                    <a16:creationId xmlns:a16="http://schemas.microsoft.com/office/drawing/2014/main" id="{983E9A08-8EE6-4CD9-AD97-0A1EC97A0E75}"/>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48" name="Rectangle 47">
              <a:extLst>
                <a:ext uri="{FF2B5EF4-FFF2-40B4-BE49-F238E27FC236}">
                  <a16:creationId xmlns:a16="http://schemas.microsoft.com/office/drawing/2014/main" id="{1DBB6345-DC59-4848-9783-A97EE196E0E8}"/>
                </a:ext>
              </a:extLst>
            </p:cNvPr>
            <p:cNvSpPr/>
            <p:nvPr/>
          </p:nvSpPr>
          <p:spPr>
            <a:xfrm>
              <a:off x="2869533" y="2736440"/>
              <a:ext cx="45719" cy="660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0" name="Group 49">
            <a:extLst>
              <a:ext uri="{FF2B5EF4-FFF2-40B4-BE49-F238E27FC236}">
                <a16:creationId xmlns:a16="http://schemas.microsoft.com/office/drawing/2014/main" id="{D2CF1183-1596-47FD-BCB9-EC9A5C6343DB}"/>
              </a:ext>
            </a:extLst>
          </p:cNvPr>
          <p:cNvGrpSpPr>
            <a:grpSpLocks noChangeAspect="1"/>
          </p:cNvGrpSpPr>
          <p:nvPr/>
        </p:nvGrpSpPr>
        <p:grpSpPr>
          <a:xfrm>
            <a:off x="5348251" y="1534880"/>
            <a:ext cx="1495498" cy="3173115"/>
            <a:chOff x="2381727" y="1757421"/>
            <a:chExt cx="1021445" cy="2167280"/>
          </a:xfrm>
        </p:grpSpPr>
        <p:sp>
          <p:nvSpPr>
            <p:cNvPr id="51" name="12-Point Star 2">
              <a:extLst>
                <a:ext uri="{FF2B5EF4-FFF2-40B4-BE49-F238E27FC236}">
                  <a16:creationId xmlns:a16="http://schemas.microsoft.com/office/drawing/2014/main" id="{E7B8DA1B-56AD-4F0E-B933-74DD08E64F10}"/>
                </a:ext>
              </a:extLst>
            </p:cNvPr>
            <p:cNvSpPr>
              <a:spLocks noChangeAspect="1"/>
            </p:cNvSpPr>
            <p:nvPr/>
          </p:nvSpPr>
          <p:spPr>
            <a:xfrm>
              <a:off x="2389472" y="2918861"/>
              <a:ext cx="1005840" cy="1005840"/>
            </a:xfrm>
            <a:prstGeom prst="star12">
              <a:avLst>
                <a:gd name="adj" fmla="val 39605"/>
              </a:avLst>
            </a:prstGeom>
            <a:solidFill>
              <a:schemeClr val="accent1"/>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2</a:t>
              </a:r>
            </a:p>
          </p:txBody>
        </p:sp>
        <p:sp>
          <p:nvSpPr>
            <p:cNvPr id="52" name="Donut 3">
              <a:extLst>
                <a:ext uri="{FF2B5EF4-FFF2-40B4-BE49-F238E27FC236}">
                  <a16:creationId xmlns:a16="http://schemas.microsoft.com/office/drawing/2014/main" id="{D276937D-D2EB-4EBD-8923-81F0B971C4E7}"/>
                </a:ext>
              </a:extLst>
            </p:cNvPr>
            <p:cNvSpPr>
              <a:spLocks noChangeAspect="1"/>
            </p:cNvSpPr>
            <p:nvPr/>
          </p:nvSpPr>
          <p:spPr>
            <a:xfrm>
              <a:off x="2801938" y="2781844"/>
              <a:ext cx="180909" cy="180909"/>
            </a:xfrm>
            <a:prstGeom prst="donu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3" name="Rectangle 52">
              <a:extLst>
                <a:ext uri="{FF2B5EF4-FFF2-40B4-BE49-F238E27FC236}">
                  <a16:creationId xmlns:a16="http://schemas.microsoft.com/office/drawing/2014/main" id="{55CE5E83-9ECC-4B18-A3BB-6D1C1D504196}"/>
                </a:ext>
              </a:extLst>
            </p:cNvPr>
            <p:cNvSpPr/>
            <p:nvPr/>
          </p:nvSpPr>
          <p:spPr>
            <a:xfrm>
              <a:off x="2562751" y="2703855"/>
              <a:ext cx="659307" cy="496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4" name="Group 53">
              <a:extLst>
                <a:ext uri="{FF2B5EF4-FFF2-40B4-BE49-F238E27FC236}">
                  <a16:creationId xmlns:a16="http://schemas.microsoft.com/office/drawing/2014/main" id="{88135B3F-7FB4-4F02-8500-387D5DCA2989}"/>
                </a:ext>
              </a:extLst>
            </p:cNvPr>
            <p:cNvGrpSpPr/>
            <p:nvPr/>
          </p:nvGrpSpPr>
          <p:grpSpPr>
            <a:xfrm flipV="1">
              <a:off x="2748292" y="1757421"/>
              <a:ext cx="654880" cy="946434"/>
              <a:chOff x="810857" y="4037588"/>
              <a:chExt cx="1054691" cy="946434"/>
            </a:xfrm>
          </p:grpSpPr>
          <p:sp>
            <p:nvSpPr>
              <p:cNvPr id="60" name="Freeform: Shape 59">
                <a:extLst>
                  <a:ext uri="{FF2B5EF4-FFF2-40B4-BE49-F238E27FC236}">
                    <a16:creationId xmlns:a16="http://schemas.microsoft.com/office/drawing/2014/main" id="{2CCFCB29-9051-4D55-955F-B51729253A86}"/>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Freeform: Shape 60">
                <a:extLst>
                  <a:ext uri="{FF2B5EF4-FFF2-40B4-BE49-F238E27FC236}">
                    <a16:creationId xmlns:a16="http://schemas.microsoft.com/office/drawing/2014/main" id="{EA7D5BE4-E771-47B9-AE52-80865314A544}"/>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2" name="Freeform: Shape 61">
                <a:extLst>
                  <a:ext uri="{FF2B5EF4-FFF2-40B4-BE49-F238E27FC236}">
                    <a16:creationId xmlns:a16="http://schemas.microsoft.com/office/drawing/2014/main" id="{D86DC67E-8E9B-4D42-ACC6-C470B90DEC6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55" name="Group 54">
              <a:extLst>
                <a:ext uri="{FF2B5EF4-FFF2-40B4-BE49-F238E27FC236}">
                  <a16:creationId xmlns:a16="http://schemas.microsoft.com/office/drawing/2014/main" id="{CA863186-F53A-4C0D-92C7-C3EBC396E771}"/>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57" name="Freeform: Shape 56">
                <a:extLst>
                  <a:ext uri="{FF2B5EF4-FFF2-40B4-BE49-F238E27FC236}">
                    <a16:creationId xmlns:a16="http://schemas.microsoft.com/office/drawing/2014/main" id="{F2F86C56-E96F-4B6A-9198-EA94BED87AB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Freeform: Shape 57">
                <a:extLst>
                  <a:ext uri="{FF2B5EF4-FFF2-40B4-BE49-F238E27FC236}">
                    <a16:creationId xmlns:a16="http://schemas.microsoft.com/office/drawing/2014/main" id="{BFBA7E53-A7BF-48DE-84A8-C6B1D17D2422}"/>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9" name="Freeform: Shape 58">
                <a:extLst>
                  <a:ext uri="{FF2B5EF4-FFF2-40B4-BE49-F238E27FC236}">
                    <a16:creationId xmlns:a16="http://schemas.microsoft.com/office/drawing/2014/main" id="{5276CFAE-0AA3-46BB-9CE5-4FD79C87D81A}"/>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56" name="Rectangle 55">
              <a:extLst>
                <a:ext uri="{FF2B5EF4-FFF2-40B4-BE49-F238E27FC236}">
                  <a16:creationId xmlns:a16="http://schemas.microsoft.com/office/drawing/2014/main" id="{B2BE671E-EB13-4300-A94F-3DAE9D71C7A7}"/>
                </a:ext>
              </a:extLst>
            </p:cNvPr>
            <p:cNvSpPr/>
            <p:nvPr/>
          </p:nvSpPr>
          <p:spPr>
            <a:xfrm>
              <a:off x="2869533" y="2736440"/>
              <a:ext cx="45719" cy="660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3" name="Group 62">
            <a:extLst>
              <a:ext uri="{FF2B5EF4-FFF2-40B4-BE49-F238E27FC236}">
                <a16:creationId xmlns:a16="http://schemas.microsoft.com/office/drawing/2014/main" id="{24BD6A00-655D-43A5-AEB2-2EFE8BF86E83}"/>
              </a:ext>
            </a:extLst>
          </p:cNvPr>
          <p:cNvGrpSpPr>
            <a:grpSpLocks noChangeAspect="1"/>
          </p:cNvGrpSpPr>
          <p:nvPr/>
        </p:nvGrpSpPr>
        <p:grpSpPr>
          <a:xfrm>
            <a:off x="8804466" y="1534880"/>
            <a:ext cx="1495498" cy="3173115"/>
            <a:chOff x="2381727" y="1757421"/>
            <a:chExt cx="1021445" cy="2167280"/>
          </a:xfrm>
          <a:solidFill>
            <a:schemeClr val="accent2"/>
          </a:solidFill>
        </p:grpSpPr>
        <p:sp>
          <p:nvSpPr>
            <p:cNvPr id="64" name="12-Point Star 2">
              <a:extLst>
                <a:ext uri="{FF2B5EF4-FFF2-40B4-BE49-F238E27FC236}">
                  <a16:creationId xmlns:a16="http://schemas.microsoft.com/office/drawing/2014/main" id="{6CA1ED42-B500-4556-AF25-34446C0BE0F2}"/>
                </a:ext>
              </a:extLst>
            </p:cNvPr>
            <p:cNvSpPr>
              <a:spLocks noChangeAspect="1"/>
            </p:cNvSpPr>
            <p:nvPr/>
          </p:nvSpPr>
          <p:spPr>
            <a:xfrm>
              <a:off x="2389472" y="2918861"/>
              <a:ext cx="1005840" cy="1005840"/>
            </a:xfrm>
            <a:prstGeom prst="star12">
              <a:avLst>
                <a:gd name="adj" fmla="val 39605"/>
              </a:avLst>
            </a:prstGeom>
            <a:solidFill>
              <a:srgbClr val="D9D9D9"/>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solidFill>
                    <a:schemeClr val="tx1"/>
                  </a:solidFill>
                </a:rPr>
                <a:t>Award 3</a:t>
              </a:r>
            </a:p>
          </p:txBody>
        </p:sp>
        <p:sp>
          <p:nvSpPr>
            <p:cNvPr id="65" name="Donut 3">
              <a:extLst>
                <a:ext uri="{FF2B5EF4-FFF2-40B4-BE49-F238E27FC236}">
                  <a16:creationId xmlns:a16="http://schemas.microsoft.com/office/drawing/2014/main" id="{AF85CB41-88AE-4B11-8388-E47DC520D0DC}"/>
                </a:ext>
              </a:extLst>
            </p:cNvPr>
            <p:cNvSpPr>
              <a:spLocks noChangeAspect="1"/>
            </p:cNvSpPr>
            <p:nvPr/>
          </p:nvSpPr>
          <p:spPr>
            <a:xfrm>
              <a:off x="2801938" y="2781844"/>
              <a:ext cx="180909" cy="180909"/>
            </a:xfrm>
            <a:prstGeom prst="donu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Rectangle 65">
              <a:extLst>
                <a:ext uri="{FF2B5EF4-FFF2-40B4-BE49-F238E27FC236}">
                  <a16:creationId xmlns:a16="http://schemas.microsoft.com/office/drawing/2014/main" id="{A68E4850-9ABC-461E-B970-C7F0F9CBE651}"/>
                </a:ext>
              </a:extLst>
            </p:cNvPr>
            <p:cNvSpPr/>
            <p:nvPr/>
          </p:nvSpPr>
          <p:spPr>
            <a:xfrm>
              <a:off x="2562751" y="2703855"/>
              <a:ext cx="659307" cy="49625"/>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7" name="Group 66">
              <a:extLst>
                <a:ext uri="{FF2B5EF4-FFF2-40B4-BE49-F238E27FC236}">
                  <a16:creationId xmlns:a16="http://schemas.microsoft.com/office/drawing/2014/main" id="{82E5183A-09F9-4FF9-8963-44B6B2CEBEE5}"/>
                </a:ext>
              </a:extLst>
            </p:cNvPr>
            <p:cNvGrpSpPr/>
            <p:nvPr/>
          </p:nvGrpSpPr>
          <p:grpSpPr>
            <a:xfrm flipV="1">
              <a:off x="2748292" y="1757421"/>
              <a:ext cx="654880" cy="946434"/>
              <a:chOff x="810857" y="4037588"/>
              <a:chExt cx="1054691" cy="946434"/>
            </a:xfrm>
            <a:grpFill/>
          </p:grpSpPr>
          <p:sp>
            <p:nvSpPr>
              <p:cNvPr id="73" name="Freeform: Shape 72">
                <a:extLst>
                  <a:ext uri="{FF2B5EF4-FFF2-40B4-BE49-F238E27FC236}">
                    <a16:creationId xmlns:a16="http://schemas.microsoft.com/office/drawing/2014/main" id="{393B4AF6-1AD0-4AC7-A25B-3A013F53C3D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4" name="Freeform: Shape 73">
                <a:extLst>
                  <a:ext uri="{FF2B5EF4-FFF2-40B4-BE49-F238E27FC236}">
                    <a16:creationId xmlns:a16="http://schemas.microsoft.com/office/drawing/2014/main" id="{AB9EBD99-11A5-4B4A-BCF1-78EC5881DB4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5" name="Freeform: Shape 74">
                <a:extLst>
                  <a:ext uri="{FF2B5EF4-FFF2-40B4-BE49-F238E27FC236}">
                    <a16:creationId xmlns:a16="http://schemas.microsoft.com/office/drawing/2014/main" id="{4B4D60C3-372F-411C-809E-7B05430C732D}"/>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68" name="Group 67">
              <a:extLst>
                <a:ext uri="{FF2B5EF4-FFF2-40B4-BE49-F238E27FC236}">
                  <a16:creationId xmlns:a16="http://schemas.microsoft.com/office/drawing/2014/main" id="{A154E5C9-840F-415E-AFC9-B91BAD5D4161}"/>
                </a:ext>
              </a:extLst>
            </p:cNvPr>
            <p:cNvGrpSpPr/>
            <p:nvPr/>
          </p:nvGrpSpPr>
          <p:grpSpPr>
            <a:xfrm>
              <a:off x="2381727" y="1757421"/>
              <a:ext cx="654880" cy="946434"/>
              <a:chOff x="810857" y="4037588"/>
              <a:chExt cx="1054691" cy="946434"/>
            </a:xfrm>
            <a:grpFill/>
            <a:effectLst>
              <a:outerShdw blurRad="50800" dist="38100" algn="l" rotWithShape="0">
                <a:prstClr val="black">
                  <a:alpha val="40000"/>
                </a:prstClr>
              </a:outerShdw>
            </a:effectLst>
          </p:grpSpPr>
          <p:sp>
            <p:nvSpPr>
              <p:cNvPr id="70" name="Freeform: Shape 69">
                <a:extLst>
                  <a:ext uri="{FF2B5EF4-FFF2-40B4-BE49-F238E27FC236}">
                    <a16:creationId xmlns:a16="http://schemas.microsoft.com/office/drawing/2014/main" id="{4791AE89-C99D-4A4E-BDB0-ECB39E70CAF7}"/>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1" name="Freeform: Shape 70">
                <a:extLst>
                  <a:ext uri="{FF2B5EF4-FFF2-40B4-BE49-F238E27FC236}">
                    <a16:creationId xmlns:a16="http://schemas.microsoft.com/office/drawing/2014/main" id="{13C39AB9-0A9E-4323-A50B-7C2BB827247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2" name="Freeform: Shape 71">
                <a:extLst>
                  <a:ext uri="{FF2B5EF4-FFF2-40B4-BE49-F238E27FC236}">
                    <a16:creationId xmlns:a16="http://schemas.microsoft.com/office/drawing/2014/main" id="{67FF7AE4-45A9-4103-B688-E168B7D60BCF}"/>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69" name="Rectangle 68">
              <a:extLst>
                <a:ext uri="{FF2B5EF4-FFF2-40B4-BE49-F238E27FC236}">
                  <a16:creationId xmlns:a16="http://schemas.microsoft.com/office/drawing/2014/main" id="{2A2A7EF3-58B1-41A0-8D04-7534931B1048}"/>
                </a:ext>
              </a:extLst>
            </p:cNvPr>
            <p:cNvSpPr/>
            <p:nvPr/>
          </p:nvSpPr>
          <p:spPr>
            <a:xfrm>
              <a:off x="2869533" y="2736440"/>
              <a:ext cx="45719" cy="6605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TextBox 41"/>
          <p:cNvSpPr txBox="1"/>
          <p:nvPr/>
        </p:nvSpPr>
        <p:spPr>
          <a:xfrm>
            <a:off x="1163466"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43" name="TextBox 42"/>
          <p:cNvSpPr txBox="1"/>
          <p:nvPr/>
        </p:nvSpPr>
        <p:spPr>
          <a:xfrm>
            <a:off x="4620284"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44" name="TextBox 43"/>
          <p:cNvSpPr txBox="1"/>
          <p:nvPr/>
        </p:nvSpPr>
        <p:spPr>
          <a:xfrm>
            <a:off x="8077102"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Tree>
    <p:custDataLst>
      <p:tags r:id="rId1"/>
    </p:custDataLst>
    <p:extLst>
      <p:ext uri="{BB962C8B-B14F-4D97-AF65-F5344CB8AC3E}">
        <p14:creationId xmlns:p14="http://schemas.microsoft.com/office/powerpoint/2010/main" val="124076965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Object 25"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6" name="Object 25"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Balance 3</a:t>
            </a:r>
          </a:p>
        </p:txBody>
      </p:sp>
      <p:sp>
        <p:nvSpPr>
          <p:cNvPr id="10" name="Isosceles Triangle 9"/>
          <p:cNvSpPr/>
          <p:nvPr/>
        </p:nvSpPr>
        <p:spPr>
          <a:xfrm>
            <a:off x="5085301" y="4176862"/>
            <a:ext cx="2069977" cy="9828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rot="1479644">
            <a:off x="3155797" y="3957907"/>
            <a:ext cx="5456558" cy="1644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Rectangle 13"/>
          <p:cNvSpPr/>
          <p:nvPr/>
        </p:nvSpPr>
        <p:spPr>
          <a:xfrm rot="1479644">
            <a:off x="3737710" y="2359618"/>
            <a:ext cx="2015205" cy="100760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15" name="Rectangle 14"/>
          <p:cNvSpPr/>
          <p:nvPr/>
        </p:nvSpPr>
        <p:spPr>
          <a:xfrm rot="1479644">
            <a:off x="6555262" y="3653206"/>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33" name="Rectangle 32"/>
          <p:cNvSpPr/>
          <p:nvPr/>
        </p:nvSpPr>
        <p:spPr>
          <a:xfrm rot="1479644">
            <a:off x="6988728" y="2721197"/>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34" name="Rectangle 33">
            <a:extLst>
              <a:ext uri="{FF2B5EF4-FFF2-40B4-BE49-F238E27FC236}">
                <a16:creationId xmlns:a16="http://schemas.microsoft.com/office/drawing/2014/main" id="{8FAFBF69-ABE2-3A3A-52D3-8D2DF03BC6D8}"/>
              </a:ext>
            </a:extLst>
          </p:cNvPr>
          <p:cNvSpPr/>
          <p:nvPr/>
        </p:nvSpPr>
        <p:spPr>
          <a:xfrm>
            <a:off x="8382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a:t>
            </a:r>
            <a:r>
              <a:rPr lang="en-US" sz="1600" dirty="0" err="1">
                <a:solidFill>
                  <a:schemeClr val="tx1"/>
                </a:solidFill>
              </a:rPr>
              <a:t>elit</a:t>
            </a:r>
            <a:r>
              <a:rPr lang="en-US" sz="1600" dirty="0">
                <a:solidFill>
                  <a:schemeClr val="tx1"/>
                </a:solidFill>
              </a:rPr>
              <a:t>.</a:t>
            </a:r>
          </a:p>
          <a:p>
            <a:endParaRPr lang="en-US" sz="1600" dirty="0">
              <a:solidFill>
                <a:schemeClr val="tx1"/>
              </a:solidFill>
            </a:endParaRPr>
          </a:p>
          <a:p>
            <a:r>
              <a:rPr lang="en-US" sz="1600" dirty="0">
                <a:solidFill>
                  <a:schemeClr val="tx1"/>
                </a:solidFill>
              </a:rPr>
              <a:t>Maecenas porttitor congue massa. </a:t>
            </a:r>
          </a:p>
          <a:p>
            <a:endParaRPr lang="en-US" sz="1600" dirty="0">
              <a:solidFill>
                <a:schemeClr val="tx1"/>
              </a:solidFill>
            </a:endParaRPr>
          </a:p>
          <a:p>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35" name="Rectangle 34">
            <a:extLst>
              <a:ext uri="{FF2B5EF4-FFF2-40B4-BE49-F238E27FC236}">
                <a16:creationId xmlns:a16="http://schemas.microsoft.com/office/drawing/2014/main" id="{229423B0-419E-A584-B174-16F8621B0183}"/>
              </a:ext>
            </a:extLst>
          </p:cNvPr>
          <p:cNvSpPr/>
          <p:nvPr/>
        </p:nvSpPr>
        <p:spPr>
          <a:xfrm>
            <a:off x="90138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a:t>
            </a:r>
            <a:r>
              <a:rPr lang="en-US" sz="1600" dirty="0" err="1">
                <a:solidFill>
                  <a:schemeClr val="tx1"/>
                </a:solidFill>
              </a:rPr>
              <a:t>elit</a:t>
            </a:r>
            <a:r>
              <a:rPr lang="en-US" sz="1600" dirty="0">
                <a:solidFill>
                  <a:schemeClr val="tx1"/>
                </a:solidFill>
              </a:rPr>
              <a:t>.</a:t>
            </a:r>
          </a:p>
          <a:p>
            <a:endParaRPr lang="en-US" sz="1600" dirty="0">
              <a:solidFill>
                <a:schemeClr val="tx1"/>
              </a:solidFill>
            </a:endParaRPr>
          </a:p>
          <a:p>
            <a:r>
              <a:rPr lang="en-US" sz="1600" dirty="0">
                <a:solidFill>
                  <a:schemeClr val="tx1"/>
                </a:solidFill>
              </a:rPr>
              <a:t>Maecenas porttitor congue massa. </a:t>
            </a:r>
          </a:p>
          <a:p>
            <a:endParaRPr lang="en-US" sz="1600" dirty="0">
              <a:solidFill>
                <a:schemeClr val="tx1"/>
              </a:solidFill>
            </a:endParaRPr>
          </a:p>
          <a:p>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2323682666"/>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352456485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Ellipse 132">
            <a:extLst>
              <a:ext uri="{FF2B5EF4-FFF2-40B4-BE49-F238E27FC236}">
                <a16:creationId xmlns:a16="http://schemas.microsoft.com/office/drawing/2014/main" id="{66FC0D40-6AA5-083B-AF2F-2DB390A87964}"/>
              </a:ext>
            </a:extLst>
          </p:cNvPr>
          <p:cNvSpPr/>
          <p:nvPr/>
        </p:nvSpPr>
        <p:spPr>
          <a:xfrm>
            <a:off x="1702889" y="1914868"/>
            <a:ext cx="702096" cy="70209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1" name="Ellipse 146">
            <a:extLst>
              <a:ext uri="{FF2B5EF4-FFF2-40B4-BE49-F238E27FC236}">
                <a16:creationId xmlns:a16="http://schemas.microsoft.com/office/drawing/2014/main" id="{175A69F0-2F03-7C83-AFAC-3AFC87D69FB1}"/>
              </a:ext>
            </a:extLst>
          </p:cNvPr>
          <p:cNvSpPr/>
          <p:nvPr/>
        </p:nvSpPr>
        <p:spPr>
          <a:xfrm>
            <a:off x="4382067" y="1914868"/>
            <a:ext cx="702096" cy="70209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5" name="Ellipse 150">
            <a:extLst>
              <a:ext uri="{FF2B5EF4-FFF2-40B4-BE49-F238E27FC236}">
                <a16:creationId xmlns:a16="http://schemas.microsoft.com/office/drawing/2014/main" id="{EDDF9A00-C103-83A4-501C-6577A9E852F6}"/>
              </a:ext>
            </a:extLst>
          </p:cNvPr>
          <p:cNvSpPr/>
          <p:nvPr/>
        </p:nvSpPr>
        <p:spPr>
          <a:xfrm>
            <a:off x="6986703" y="1914868"/>
            <a:ext cx="702096" cy="7020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9" name="Ellipse 154">
            <a:extLst>
              <a:ext uri="{FF2B5EF4-FFF2-40B4-BE49-F238E27FC236}">
                <a16:creationId xmlns:a16="http://schemas.microsoft.com/office/drawing/2014/main" id="{CD865941-9572-B462-3940-3584805C2617}"/>
              </a:ext>
            </a:extLst>
          </p:cNvPr>
          <p:cNvSpPr/>
          <p:nvPr/>
        </p:nvSpPr>
        <p:spPr>
          <a:xfrm>
            <a:off x="9589889" y="1914868"/>
            <a:ext cx="702096" cy="70209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349829629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3" name="Group 22">
            <a:extLst>
              <a:ext uri="{FF2B5EF4-FFF2-40B4-BE49-F238E27FC236}">
                <a16:creationId xmlns:a16="http://schemas.microsoft.com/office/drawing/2014/main" id="{FD1B4050-F492-05D4-DC20-D60A97F149EE}"/>
              </a:ext>
            </a:extLst>
          </p:cNvPr>
          <p:cNvGrpSpPr>
            <a:grpSpLocks noChangeAspect="1"/>
          </p:cNvGrpSpPr>
          <p:nvPr/>
        </p:nvGrpSpPr>
        <p:grpSpPr>
          <a:xfrm>
            <a:off x="4731715" y="2182876"/>
            <a:ext cx="2751417" cy="2988219"/>
            <a:chOff x="4594144" y="2033465"/>
            <a:chExt cx="3026559" cy="3287041"/>
          </a:xfrm>
        </p:grpSpPr>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9392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1</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725990"/>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2</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5754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3</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336554"/>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4</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1701643567"/>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a:grpSpLocks noChangeAspect="1"/>
          </p:cNvGrpSpPr>
          <p:nvPr/>
        </p:nvGrpSpPr>
        <p:grpSpPr>
          <a:xfrm>
            <a:off x="4376625" y="2068397"/>
            <a:ext cx="3438750" cy="3062419"/>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3044736" y="2161153"/>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2015450"/>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476941"/>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082771" y="2321066"/>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3082854"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90276" y="4768695"/>
            <a:ext cx="1404557" cy="256236"/>
            <a:chOff x="2405380" y="1541192"/>
            <a:chExt cx="949577"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0"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267248329"/>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Calendar 1</a:t>
            </a:r>
          </a:p>
        </p:txBody>
      </p:sp>
      <p:sp>
        <p:nvSpPr>
          <p:cNvPr id="5" name="Rectangle 4"/>
          <p:cNvSpPr/>
          <p:nvPr/>
        </p:nvSpPr>
        <p:spPr>
          <a:xfrm>
            <a:off x="604787" y="1406152"/>
            <a:ext cx="10982425" cy="625054"/>
          </a:xfrm>
          <a:prstGeom prst="rect">
            <a:avLst/>
          </a:prstGeom>
          <a:solidFill>
            <a:schemeClr val="accent1"/>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JANUARY</a:t>
            </a:r>
          </a:p>
        </p:txBody>
      </p:sp>
      <p:sp>
        <p:nvSpPr>
          <p:cNvPr id="6" name="Rectangle 5"/>
          <p:cNvSpPr/>
          <p:nvPr/>
        </p:nvSpPr>
        <p:spPr>
          <a:xfrm>
            <a:off x="60478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Mon</a:t>
            </a:r>
          </a:p>
        </p:txBody>
      </p:sp>
      <p:sp>
        <p:nvSpPr>
          <p:cNvPr id="7" name="Rectangle 6"/>
          <p:cNvSpPr/>
          <p:nvPr/>
        </p:nvSpPr>
        <p:spPr>
          <a:xfrm>
            <a:off x="2182421"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Tue</a:t>
            </a:r>
          </a:p>
        </p:txBody>
      </p:sp>
      <p:sp>
        <p:nvSpPr>
          <p:cNvPr id="8" name="Rectangle 7"/>
          <p:cNvSpPr/>
          <p:nvPr/>
        </p:nvSpPr>
        <p:spPr>
          <a:xfrm>
            <a:off x="3760055"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Wed</a:t>
            </a:r>
          </a:p>
        </p:txBody>
      </p:sp>
      <p:sp>
        <p:nvSpPr>
          <p:cNvPr id="9" name="Rectangle 8"/>
          <p:cNvSpPr/>
          <p:nvPr/>
        </p:nvSpPr>
        <p:spPr>
          <a:xfrm>
            <a:off x="5337689"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Thu</a:t>
            </a:r>
          </a:p>
        </p:txBody>
      </p:sp>
      <p:sp>
        <p:nvSpPr>
          <p:cNvPr id="10" name="Rectangle 9"/>
          <p:cNvSpPr/>
          <p:nvPr/>
        </p:nvSpPr>
        <p:spPr>
          <a:xfrm>
            <a:off x="6915324"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Fri</a:t>
            </a:r>
          </a:p>
        </p:txBody>
      </p:sp>
      <p:sp>
        <p:nvSpPr>
          <p:cNvPr id="11" name="Rectangle 10"/>
          <p:cNvSpPr/>
          <p:nvPr/>
        </p:nvSpPr>
        <p:spPr>
          <a:xfrm>
            <a:off x="849295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Sat</a:t>
            </a:r>
          </a:p>
        </p:txBody>
      </p:sp>
      <p:sp>
        <p:nvSpPr>
          <p:cNvPr id="12" name="Rectangle 11"/>
          <p:cNvSpPr/>
          <p:nvPr/>
        </p:nvSpPr>
        <p:spPr>
          <a:xfrm>
            <a:off x="10070592"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Sun</a:t>
            </a:r>
          </a:p>
        </p:txBody>
      </p:sp>
      <p:sp>
        <p:nvSpPr>
          <p:cNvPr id="13" name="Rectangle 12"/>
          <p:cNvSpPr/>
          <p:nvPr/>
        </p:nvSpPr>
        <p:spPr>
          <a:xfrm>
            <a:off x="60478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a:t>
            </a:r>
          </a:p>
        </p:txBody>
      </p:sp>
      <p:sp>
        <p:nvSpPr>
          <p:cNvPr id="14" name="Rectangle 13"/>
          <p:cNvSpPr/>
          <p:nvPr/>
        </p:nvSpPr>
        <p:spPr>
          <a:xfrm>
            <a:off x="2182421"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a:t>
            </a:r>
          </a:p>
        </p:txBody>
      </p:sp>
      <p:sp>
        <p:nvSpPr>
          <p:cNvPr id="15" name="Rectangle 14"/>
          <p:cNvSpPr/>
          <p:nvPr/>
        </p:nvSpPr>
        <p:spPr>
          <a:xfrm>
            <a:off x="3760055"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a:t>
            </a:r>
          </a:p>
        </p:txBody>
      </p:sp>
      <p:sp>
        <p:nvSpPr>
          <p:cNvPr id="16" name="Rectangle 15"/>
          <p:cNvSpPr/>
          <p:nvPr/>
        </p:nvSpPr>
        <p:spPr>
          <a:xfrm>
            <a:off x="5337689"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4</a:t>
            </a:r>
          </a:p>
        </p:txBody>
      </p:sp>
      <p:sp>
        <p:nvSpPr>
          <p:cNvPr id="17" name="Rectangle 16"/>
          <p:cNvSpPr/>
          <p:nvPr/>
        </p:nvSpPr>
        <p:spPr>
          <a:xfrm>
            <a:off x="6915324"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5</a:t>
            </a:r>
          </a:p>
        </p:txBody>
      </p:sp>
      <p:sp>
        <p:nvSpPr>
          <p:cNvPr id="18" name="Rectangle 17"/>
          <p:cNvSpPr/>
          <p:nvPr/>
        </p:nvSpPr>
        <p:spPr>
          <a:xfrm>
            <a:off x="849295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6</a:t>
            </a:r>
          </a:p>
        </p:txBody>
      </p:sp>
      <p:sp>
        <p:nvSpPr>
          <p:cNvPr id="19" name="Rectangle 18"/>
          <p:cNvSpPr/>
          <p:nvPr/>
        </p:nvSpPr>
        <p:spPr>
          <a:xfrm>
            <a:off x="10070592"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7</a:t>
            </a:r>
          </a:p>
        </p:txBody>
      </p:sp>
      <p:sp>
        <p:nvSpPr>
          <p:cNvPr id="20" name="Rectangle 19"/>
          <p:cNvSpPr/>
          <p:nvPr/>
        </p:nvSpPr>
        <p:spPr>
          <a:xfrm>
            <a:off x="60478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8</a:t>
            </a:r>
          </a:p>
        </p:txBody>
      </p:sp>
      <p:sp>
        <p:nvSpPr>
          <p:cNvPr id="21" name="Rectangle 20"/>
          <p:cNvSpPr/>
          <p:nvPr/>
        </p:nvSpPr>
        <p:spPr>
          <a:xfrm>
            <a:off x="2182421"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9</a:t>
            </a:r>
          </a:p>
        </p:txBody>
      </p:sp>
      <p:sp>
        <p:nvSpPr>
          <p:cNvPr id="22" name="Rectangle 21"/>
          <p:cNvSpPr/>
          <p:nvPr/>
        </p:nvSpPr>
        <p:spPr>
          <a:xfrm>
            <a:off x="3760055"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10</a:t>
            </a:r>
          </a:p>
        </p:txBody>
      </p:sp>
      <p:sp>
        <p:nvSpPr>
          <p:cNvPr id="23" name="Rectangle 22"/>
          <p:cNvSpPr/>
          <p:nvPr/>
        </p:nvSpPr>
        <p:spPr>
          <a:xfrm>
            <a:off x="5337689"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11</a:t>
            </a:r>
          </a:p>
        </p:txBody>
      </p:sp>
      <p:sp>
        <p:nvSpPr>
          <p:cNvPr id="24" name="Rectangle 23"/>
          <p:cNvSpPr/>
          <p:nvPr/>
        </p:nvSpPr>
        <p:spPr>
          <a:xfrm>
            <a:off x="6915324"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12</a:t>
            </a:r>
          </a:p>
        </p:txBody>
      </p:sp>
      <p:sp>
        <p:nvSpPr>
          <p:cNvPr id="25" name="Rectangle 24"/>
          <p:cNvSpPr/>
          <p:nvPr/>
        </p:nvSpPr>
        <p:spPr>
          <a:xfrm>
            <a:off x="849295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13</a:t>
            </a:r>
          </a:p>
        </p:txBody>
      </p:sp>
      <p:sp>
        <p:nvSpPr>
          <p:cNvPr id="26" name="Rectangle 25"/>
          <p:cNvSpPr/>
          <p:nvPr/>
        </p:nvSpPr>
        <p:spPr>
          <a:xfrm>
            <a:off x="10070592"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14</a:t>
            </a:r>
          </a:p>
        </p:txBody>
      </p:sp>
      <p:sp>
        <p:nvSpPr>
          <p:cNvPr id="27" name="Rectangle 26"/>
          <p:cNvSpPr/>
          <p:nvPr/>
        </p:nvSpPr>
        <p:spPr>
          <a:xfrm>
            <a:off x="60478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15</a:t>
            </a:r>
          </a:p>
        </p:txBody>
      </p:sp>
      <p:sp>
        <p:nvSpPr>
          <p:cNvPr id="28" name="Rectangle 27"/>
          <p:cNvSpPr/>
          <p:nvPr/>
        </p:nvSpPr>
        <p:spPr>
          <a:xfrm>
            <a:off x="2182421"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16</a:t>
            </a:r>
          </a:p>
        </p:txBody>
      </p:sp>
      <p:sp>
        <p:nvSpPr>
          <p:cNvPr id="29" name="Rectangle 28"/>
          <p:cNvSpPr/>
          <p:nvPr/>
        </p:nvSpPr>
        <p:spPr>
          <a:xfrm>
            <a:off x="3760055"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17</a:t>
            </a:r>
          </a:p>
        </p:txBody>
      </p:sp>
      <p:sp>
        <p:nvSpPr>
          <p:cNvPr id="30" name="Rectangle 29"/>
          <p:cNvSpPr/>
          <p:nvPr/>
        </p:nvSpPr>
        <p:spPr>
          <a:xfrm>
            <a:off x="5337689"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18</a:t>
            </a:r>
          </a:p>
        </p:txBody>
      </p:sp>
      <p:sp>
        <p:nvSpPr>
          <p:cNvPr id="31" name="Rectangle 30"/>
          <p:cNvSpPr/>
          <p:nvPr/>
        </p:nvSpPr>
        <p:spPr>
          <a:xfrm>
            <a:off x="6915324"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19</a:t>
            </a:r>
          </a:p>
        </p:txBody>
      </p:sp>
      <p:sp>
        <p:nvSpPr>
          <p:cNvPr id="32" name="Rectangle 31"/>
          <p:cNvSpPr/>
          <p:nvPr/>
        </p:nvSpPr>
        <p:spPr>
          <a:xfrm>
            <a:off x="849295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20</a:t>
            </a:r>
          </a:p>
        </p:txBody>
      </p:sp>
      <p:sp>
        <p:nvSpPr>
          <p:cNvPr id="33" name="Rectangle 32"/>
          <p:cNvSpPr/>
          <p:nvPr/>
        </p:nvSpPr>
        <p:spPr>
          <a:xfrm>
            <a:off x="10070592"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21</a:t>
            </a:r>
          </a:p>
        </p:txBody>
      </p:sp>
      <p:sp>
        <p:nvSpPr>
          <p:cNvPr id="34" name="Rectangle 33"/>
          <p:cNvSpPr/>
          <p:nvPr/>
        </p:nvSpPr>
        <p:spPr>
          <a:xfrm>
            <a:off x="60478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22</a:t>
            </a:r>
          </a:p>
        </p:txBody>
      </p:sp>
      <p:sp>
        <p:nvSpPr>
          <p:cNvPr id="35" name="Rectangle 34"/>
          <p:cNvSpPr/>
          <p:nvPr/>
        </p:nvSpPr>
        <p:spPr>
          <a:xfrm>
            <a:off x="2182421"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23</a:t>
            </a:r>
          </a:p>
        </p:txBody>
      </p:sp>
      <p:sp>
        <p:nvSpPr>
          <p:cNvPr id="36" name="Rectangle 35"/>
          <p:cNvSpPr/>
          <p:nvPr/>
        </p:nvSpPr>
        <p:spPr>
          <a:xfrm>
            <a:off x="3760055"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24</a:t>
            </a:r>
          </a:p>
        </p:txBody>
      </p:sp>
      <p:sp>
        <p:nvSpPr>
          <p:cNvPr id="37" name="Rectangle 36"/>
          <p:cNvSpPr/>
          <p:nvPr/>
        </p:nvSpPr>
        <p:spPr>
          <a:xfrm>
            <a:off x="5337689"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25</a:t>
            </a:r>
          </a:p>
        </p:txBody>
      </p:sp>
      <p:sp>
        <p:nvSpPr>
          <p:cNvPr id="38" name="Rectangle 37"/>
          <p:cNvSpPr/>
          <p:nvPr/>
        </p:nvSpPr>
        <p:spPr>
          <a:xfrm>
            <a:off x="6915324"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26</a:t>
            </a:r>
          </a:p>
        </p:txBody>
      </p:sp>
      <p:sp>
        <p:nvSpPr>
          <p:cNvPr id="39" name="Rectangle 38"/>
          <p:cNvSpPr/>
          <p:nvPr/>
        </p:nvSpPr>
        <p:spPr>
          <a:xfrm>
            <a:off x="849295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27</a:t>
            </a:r>
          </a:p>
        </p:txBody>
      </p:sp>
      <p:sp>
        <p:nvSpPr>
          <p:cNvPr id="40" name="Rectangle 39"/>
          <p:cNvSpPr/>
          <p:nvPr/>
        </p:nvSpPr>
        <p:spPr>
          <a:xfrm>
            <a:off x="10070592"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28</a:t>
            </a:r>
          </a:p>
        </p:txBody>
      </p:sp>
      <p:sp>
        <p:nvSpPr>
          <p:cNvPr id="41" name="Rectangle 40"/>
          <p:cNvSpPr/>
          <p:nvPr/>
        </p:nvSpPr>
        <p:spPr>
          <a:xfrm>
            <a:off x="60478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29</a:t>
            </a:r>
          </a:p>
        </p:txBody>
      </p:sp>
      <p:sp>
        <p:nvSpPr>
          <p:cNvPr id="42" name="Rectangle 41"/>
          <p:cNvSpPr/>
          <p:nvPr/>
        </p:nvSpPr>
        <p:spPr>
          <a:xfrm>
            <a:off x="2182421"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30</a:t>
            </a:r>
          </a:p>
        </p:txBody>
      </p:sp>
      <p:sp>
        <p:nvSpPr>
          <p:cNvPr id="43" name="Rectangle 42"/>
          <p:cNvSpPr/>
          <p:nvPr/>
        </p:nvSpPr>
        <p:spPr>
          <a:xfrm>
            <a:off x="3760055"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31</a:t>
            </a:r>
          </a:p>
        </p:txBody>
      </p:sp>
      <p:sp>
        <p:nvSpPr>
          <p:cNvPr id="44" name="Rectangle 43"/>
          <p:cNvSpPr/>
          <p:nvPr/>
        </p:nvSpPr>
        <p:spPr>
          <a:xfrm>
            <a:off x="5337689"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5" name="Rectangle 44"/>
          <p:cNvSpPr/>
          <p:nvPr/>
        </p:nvSpPr>
        <p:spPr>
          <a:xfrm>
            <a:off x="6915324"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6" name="Rectangle 45"/>
          <p:cNvSpPr/>
          <p:nvPr/>
        </p:nvSpPr>
        <p:spPr>
          <a:xfrm>
            <a:off x="849295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7" name="Rectangle 46"/>
          <p:cNvSpPr/>
          <p:nvPr/>
        </p:nvSpPr>
        <p:spPr>
          <a:xfrm>
            <a:off x="10070592"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Tree>
    <p:extLst>
      <p:ext uri="{BB962C8B-B14F-4D97-AF65-F5344CB8AC3E}">
        <p14:creationId xmlns:p14="http://schemas.microsoft.com/office/powerpoint/2010/main" val="235335498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Calendar 2</a:t>
            </a:r>
          </a:p>
        </p:txBody>
      </p:sp>
      <p:graphicFrame>
        <p:nvGraphicFramePr>
          <p:cNvPr id="4" name="Table 47">
            <a:extLst>
              <a:ext uri="{FF2B5EF4-FFF2-40B4-BE49-F238E27FC236}">
                <a16:creationId xmlns:a16="http://schemas.microsoft.com/office/drawing/2014/main" id="{F6F8CB72-60FA-18D5-E7B8-2BA73FA79BB1}"/>
              </a:ext>
            </a:extLst>
          </p:cNvPr>
          <p:cNvGraphicFramePr>
            <a:graphicFrameLocks noGrp="1"/>
          </p:cNvGraphicFramePr>
          <p:nvPr>
            <p:extLst>
              <p:ext uri="{D42A27DB-BD31-4B8C-83A1-F6EECF244321}">
                <p14:modId xmlns:p14="http://schemas.microsoft.com/office/powerpoint/2010/main" val="2299880501"/>
              </p:ext>
            </p:extLst>
          </p:nvPr>
        </p:nvGraphicFramePr>
        <p:xfrm>
          <a:off x="792324" y="1447453"/>
          <a:ext cx="10607352" cy="4647392"/>
        </p:xfrm>
        <a:graphic>
          <a:graphicData uri="http://schemas.openxmlformats.org/drawingml/2006/table">
            <a:tbl>
              <a:tblPr firstRow="1" bandRow="1">
                <a:tableStyleId>{5940675A-B579-460E-94D1-54222C63F5DA}</a:tableStyleId>
              </a:tblPr>
              <a:tblGrid>
                <a:gridCol w="1515336">
                  <a:extLst>
                    <a:ext uri="{9D8B030D-6E8A-4147-A177-3AD203B41FA5}">
                      <a16:colId xmlns:a16="http://schemas.microsoft.com/office/drawing/2014/main" val="418045084"/>
                    </a:ext>
                  </a:extLst>
                </a:gridCol>
                <a:gridCol w="1515336">
                  <a:extLst>
                    <a:ext uri="{9D8B030D-6E8A-4147-A177-3AD203B41FA5}">
                      <a16:colId xmlns:a16="http://schemas.microsoft.com/office/drawing/2014/main" val="1858334094"/>
                    </a:ext>
                  </a:extLst>
                </a:gridCol>
                <a:gridCol w="1515336">
                  <a:extLst>
                    <a:ext uri="{9D8B030D-6E8A-4147-A177-3AD203B41FA5}">
                      <a16:colId xmlns:a16="http://schemas.microsoft.com/office/drawing/2014/main" val="2286626737"/>
                    </a:ext>
                  </a:extLst>
                </a:gridCol>
                <a:gridCol w="1515336">
                  <a:extLst>
                    <a:ext uri="{9D8B030D-6E8A-4147-A177-3AD203B41FA5}">
                      <a16:colId xmlns:a16="http://schemas.microsoft.com/office/drawing/2014/main" val="809514062"/>
                    </a:ext>
                  </a:extLst>
                </a:gridCol>
                <a:gridCol w="1515336">
                  <a:extLst>
                    <a:ext uri="{9D8B030D-6E8A-4147-A177-3AD203B41FA5}">
                      <a16:colId xmlns:a16="http://schemas.microsoft.com/office/drawing/2014/main" val="3091502883"/>
                    </a:ext>
                  </a:extLst>
                </a:gridCol>
                <a:gridCol w="1515336">
                  <a:extLst>
                    <a:ext uri="{9D8B030D-6E8A-4147-A177-3AD203B41FA5}">
                      <a16:colId xmlns:a16="http://schemas.microsoft.com/office/drawing/2014/main" val="3415962367"/>
                    </a:ext>
                  </a:extLst>
                </a:gridCol>
                <a:gridCol w="1515336">
                  <a:extLst>
                    <a:ext uri="{9D8B030D-6E8A-4147-A177-3AD203B41FA5}">
                      <a16:colId xmlns:a16="http://schemas.microsoft.com/office/drawing/2014/main" val="4191307519"/>
                    </a:ext>
                  </a:extLst>
                </a:gridCol>
              </a:tblGrid>
              <a:tr h="306702">
                <a:tc>
                  <a:txBody>
                    <a:bodyPr/>
                    <a:lstStyle/>
                    <a:p>
                      <a:pPr algn="ctr"/>
                      <a:r>
                        <a:rPr lang="en-US" sz="1400" dirty="0">
                          <a:solidFill>
                            <a:schemeClr val="lt1"/>
                          </a:solidFill>
                        </a:rPr>
                        <a:t>Monday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Tuesday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Wednesday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Thursday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Friday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Saturday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Sunday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1599177115"/>
                  </a:ext>
                </a:extLst>
              </a:tr>
              <a:tr h="868138">
                <a:tc>
                  <a:txBody>
                    <a:bodyPr/>
                    <a:lstStyle/>
                    <a:p>
                      <a:r>
                        <a:rPr lang="en-US" sz="1400" dirty="0"/>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06272394"/>
                  </a:ext>
                </a:extLst>
              </a:tr>
              <a:tr h="868138">
                <a:tc>
                  <a:txBody>
                    <a:bodyPr/>
                    <a:lstStyle/>
                    <a:p>
                      <a:r>
                        <a:rPr lang="en-US" sz="1400" dirty="0"/>
                        <a:t>08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09</a:t>
                      </a:r>
                    </a:p>
                    <a:p>
                      <a:pPr algn="ct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2288974512"/>
                  </a:ext>
                </a:extLst>
              </a:tr>
              <a:tr h="868138">
                <a:tc>
                  <a:txBody>
                    <a:bodyPr/>
                    <a:lstStyle/>
                    <a:p>
                      <a:r>
                        <a:rPr lang="en-US" sz="1400" dirty="0"/>
                        <a:t>15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17</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1713153582"/>
                  </a:ext>
                </a:extLst>
              </a:tr>
              <a:tr h="868138">
                <a:tc>
                  <a:txBody>
                    <a:bodyPr/>
                    <a:lstStyle/>
                    <a:p>
                      <a:r>
                        <a:rPr lang="en-US" sz="1400" dirty="0"/>
                        <a:t>22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45415809"/>
                  </a:ext>
                </a:extLst>
              </a:tr>
              <a:tr h="868138">
                <a:tc>
                  <a:txBody>
                    <a:bodyPr/>
                    <a:lstStyle/>
                    <a:p>
                      <a:r>
                        <a:rPr lang="en-US" sz="1400" dirty="0"/>
                        <a:t>29</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solidFill>
                            <a:srgbClr val="BFBFBF"/>
                          </a:solidFill>
                        </a:rPr>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308445948"/>
                  </a:ext>
                </a:extLst>
              </a:tr>
            </a:tbl>
          </a:graphicData>
        </a:graphic>
      </p:graphicFrame>
      <p:sp>
        <p:nvSpPr>
          <p:cNvPr id="48" name="Rectangle 47">
            <a:extLst>
              <a:ext uri="{FF2B5EF4-FFF2-40B4-BE49-F238E27FC236}">
                <a16:creationId xmlns:a16="http://schemas.microsoft.com/office/drawing/2014/main" id="{384CFC0C-EEEC-205F-6EAF-7ED1D0AD6272}"/>
              </a:ext>
            </a:extLst>
          </p:cNvPr>
          <p:cNvSpPr/>
          <p:nvPr/>
        </p:nvSpPr>
        <p:spPr>
          <a:xfrm>
            <a:off x="3923120" y="4012163"/>
            <a:ext cx="1316420" cy="2052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49" name="Rectangle 48">
            <a:extLst>
              <a:ext uri="{FF2B5EF4-FFF2-40B4-BE49-F238E27FC236}">
                <a16:creationId xmlns:a16="http://schemas.microsoft.com/office/drawing/2014/main" id="{8EAD827B-F880-9EDF-C50B-C25934704782}"/>
              </a:ext>
            </a:extLst>
          </p:cNvPr>
          <p:cNvSpPr/>
          <p:nvPr/>
        </p:nvSpPr>
        <p:spPr>
          <a:xfrm>
            <a:off x="3923120" y="4950867"/>
            <a:ext cx="1316420" cy="20527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50" name="Rectangle 49">
            <a:extLst>
              <a:ext uri="{FF2B5EF4-FFF2-40B4-BE49-F238E27FC236}">
                <a16:creationId xmlns:a16="http://schemas.microsoft.com/office/drawing/2014/main" id="{432A2A65-CBD4-4757-ADFB-E5AA09CAADDD}"/>
              </a:ext>
            </a:extLst>
          </p:cNvPr>
          <p:cNvSpPr/>
          <p:nvPr/>
        </p:nvSpPr>
        <p:spPr>
          <a:xfrm>
            <a:off x="6952462" y="4950867"/>
            <a:ext cx="1316420" cy="20527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51" name="Rectangle 50">
            <a:extLst>
              <a:ext uri="{FF2B5EF4-FFF2-40B4-BE49-F238E27FC236}">
                <a16:creationId xmlns:a16="http://schemas.microsoft.com/office/drawing/2014/main" id="{00B3DFD1-8F63-8991-0E06-C87A5B47E7DE}"/>
              </a:ext>
            </a:extLst>
          </p:cNvPr>
          <p:cNvSpPr/>
          <p:nvPr/>
        </p:nvSpPr>
        <p:spPr>
          <a:xfrm>
            <a:off x="8460914" y="4008475"/>
            <a:ext cx="1316420" cy="20527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Tree>
    <p:extLst>
      <p:ext uri="{BB962C8B-B14F-4D97-AF65-F5344CB8AC3E}">
        <p14:creationId xmlns:p14="http://schemas.microsoft.com/office/powerpoint/2010/main" val="852512749"/>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966117628"/>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DB4655-E0FE-4A86-2688-5DA8DABD7D14}"/>
              </a:ext>
            </a:extLst>
          </p:cNvPr>
          <p:cNvSpPr>
            <a:spLocks noGrp="1"/>
          </p:cNvSpPr>
          <p:nvPr>
            <p:ph type="title"/>
          </p:nvPr>
        </p:nvSpPr>
        <p:spPr>
          <a:xfrm>
            <a:off x="214184" y="13663"/>
            <a:ext cx="9728886" cy="678316"/>
          </a:xfrm>
        </p:spPr>
        <p:txBody>
          <a:bodyPr>
            <a:normAutofit/>
          </a:bodyPr>
          <a:lstStyle/>
          <a:p>
            <a:r>
              <a:rPr lang="en-US" dirty="0"/>
              <a:t>Calendar 4</a:t>
            </a:r>
          </a:p>
        </p:txBody>
      </p:sp>
      <p:sp>
        <p:nvSpPr>
          <p:cNvPr id="3" name="CuadroTexto 350">
            <a:extLst>
              <a:ext uri="{FF2B5EF4-FFF2-40B4-BE49-F238E27FC236}">
                <a16:creationId xmlns:a16="http://schemas.microsoft.com/office/drawing/2014/main" id="{4CDF8EB4-2D46-497E-3B90-FEDAFD048231}"/>
              </a:ext>
            </a:extLst>
          </p:cNvPr>
          <p:cNvSpPr txBox="1"/>
          <p:nvPr/>
        </p:nvSpPr>
        <p:spPr>
          <a:xfrm>
            <a:off x="851940" y="1711960"/>
            <a:ext cx="2723950" cy="461665"/>
          </a:xfrm>
          <a:prstGeom prst="rect">
            <a:avLst/>
          </a:prstGeom>
          <a:noFill/>
        </p:spPr>
        <p:txBody>
          <a:bodyPr wrap="square" rtlCol="0">
            <a:spAutoFit/>
          </a:bodyPr>
          <a:lstStyle/>
          <a:p>
            <a:pPr algn="ctr"/>
            <a:r>
              <a:rPr lang="en-US" sz="2400" b="1" dirty="0">
                <a:solidFill>
                  <a:schemeClr val="accent1"/>
                </a:solidFill>
                <a:ea typeface="Lato Heavy" charset="0"/>
                <a:cs typeface="Poppins" pitchFamily="2" charset="77"/>
              </a:rPr>
              <a:t>January 2023</a:t>
            </a:r>
          </a:p>
        </p:txBody>
      </p:sp>
      <p:grpSp>
        <p:nvGrpSpPr>
          <p:cNvPr id="4" name="Group 3">
            <a:extLst>
              <a:ext uri="{FF2B5EF4-FFF2-40B4-BE49-F238E27FC236}">
                <a16:creationId xmlns:a16="http://schemas.microsoft.com/office/drawing/2014/main" id="{F7B8E895-DCE3-C8E5-A92B-ACD8827BEA8B}"/>
              </a:ext>
            </a:extLst>
          </p:cNvPr>
          <p:cNvGrpSpPr/>
          <p:nvPr/>
        </p:nvGrpSpPr>
        <p:grpSpPr>
          <a:xfrm>
            <a:off x="570460" y="2342792"/>
            <a:ext cx="3286910" cy="276999"/>
            <a:chOff x="638300" y="2342792"/>
            <a:chExt cx="3217593" cy="276999"/>
          </a:xfrm>
        </p:grpSpPr>
        <p:sp>
          <p:nvSpPr>
            <p:cNvPr id="5" name="CuadroTexto 351">
              <a:extLst>
                <a:ext uri="{FF2B5EF4-FFF2-40B4-BE49-F238E27FC236}">
                  <a16:creationId xmlns:a16="http://schemas.microsoft.com/office/drawing/2014/main" id="{ABA0D0C9-BA0E-76A4-BB4A-5F0AA9D33533}"/>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Su</a:t>
              </a:r>
            </a:p>
          </p:txBody>
        </p:sp>
        <p:sp>
          <p:nvSpPr>
            <p:cNvPr id="6" name="CuadroTexto 351">
              <a:extLst>
                <a:ext uri="{FF2B5EF4-FFF2-40B4-BE49-F238E27FC236}">
                  <a16:creationId xmlns:a16="http://schemas.microsoft.com/office/drawing/2014/main" id="{817D75ED-4FB8-A6E0-6266-B5FDC0A862BF}"/>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Mo</a:t>
              </a:r>
            </a:p>
          </p:txBody>
        </p:sp>
        <p:sp>
          <p:nvSpPr>
            <p:cNvPr id="7" name="CuadroTexto 351">
              <a:extLst>
                <a:ext uri="{FF2B5EF4-FFF2-40B4-BE49-F238E27FC236}">
                  <a16:creationId xmlns:a16="http://schemas.microsoft.com/office/drawing/2014/main" id="{DD46AD02-35D6-5C92-EF31-BF0DBAD0FE92}"/>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Tu</a:t>
              </a:r>
            </a:p>
          </p:txBody>
        </p:sp>
        <p:sp>
          <p:nvSpPr>
            <p:cNvPr id="8" name="CuadroTexto 351">
              <a:extLst>
                <a:ext uri="{FF2B5EF4-FFF2-40B4-BE49-F238E27FC236}">
                  <a16:creationId xmlns:a16="http://schemas.microsoft.com/office/drawing/2014/main" id="{A85EA83A-F5F0-A64C-2293-8AF3C093192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We</a:t>
              </a:r>
            </a:p>
          </p:txBody>
        </p:sp>
        <p:sp>
          <p:nvSpPr>
            <p:cNvPr id="9" name="CuadroTexto 351">
              <a:extLst>
                <a:ext uri="{FF2B5EF4-FFF2-40B4-BE49-F238E27FC236}">
                  <a16:creationId xmlns:a16="http://schemas.microsoft.com/office/drawing/2014/main" id="{CCA61D3F-F4EF-D547-329E-483964299BF5}"/>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Th</a:t>
              </a:r>
            </a:p>
          </p:txBody>
        </p:sp>
        <p:sp>
          <p:nvSpPr>
            <p:cNvPr id="10" name="CuadroTexto 351">
              <a:extLst>
                <a:ext uri="{FF2B5EF4-FFF2-40B4-BE49-F238E27FC236}">
                  <a16:creationId xmlns:a16="http://schemas.microsoft.com/office/drawing/2014/main" id="{701DFD8B-BCA1-9251-2141-D5FD2121213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Fr</a:t>
              </a:r>
            </a:p>
          </p:txBody>
        </p:sp>
        <p:sp>
          <p:nvSpPr>
            <p:cNvPr id="11" name="CuadroTexto 351">
              <a:extLst>
                <a:ext uri="{FF2B5EF4-FFF2-40B4-BE49-F238E27FC236}">
                  <a16:creationId xmlns:a16="http://schemas.microsoft.com/office/drawing/2014/main" id="{54AFCE33-128E-84B8-1A8E-3688202D971C}"/>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Sa</a:t>
              </a:r>
            </a:p>
          </p:txBody>
        </p:sp>
      </p:grpSp>
      <p:sp>
        <p:nvSpPr>
          <p:cNvPr id="12" name="Rounded Rectangle 1">
            <a:extLst>
              <a:ext uri="{FF2B5EF4-FFF2-40B4-BE49-F238E27FC236}">
                <a16:creationId xmlns:a16="http://schemas.microsoft.com/office/drawing/2014/main" id="{B2F6FF39-88B0-C4F6-AE96-362237336ACA}"/>
              </a:ext>
            </a:extLst>
          </p:cNvPr>
          <p:cNvSpPr/>
          <p:nvPr/>
        </p:nvSpPr>
        <p:spPr>
          <a:xfrm>
            <a:off x="417391" y="1483359"/>
            <a:ext cx="3593048" cy="3454400"/>
          </a:xfrm>
          <a:prstGeom prst="round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Oval 12">
            <a:extLst>
              <a:ext uri="{FF2B5EF4-FFF2-40B4-BE49-F238E27FC236}">
                <a16:creationId xmlns:a16="http://schemas.microsoft.com/office/drawing/2014/main" id="{04A16E0D-3BB0-DF34-6928-04195F676E9B}"/>
              </a:ext>
            </a:extLst>
          </p:cNvPr>
          <p:cNvSpPr>
            <a:spLocks noChangeAspect="1"/>
          </p:cNvSpPr>
          <p:nvPr/>
        </p:nvSpPr>
        <p:spPr>
          <a:xfrm>
            <a:off x="570460" y="531754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Oval 13">
            <a:extLst>
              <a:ext uri="{FF2B5EF4-FFF2-40B4-BE49-F238E27FC236}">
                <a16:creationId xmlns:a16="http://schemas.microsoft.com/office/drawing/2014/main" id="{8C624101-00F1-B034-6B85-719E50DB098E}"/>
              </a:ext>
            </a:extLst>
          </p:cNvPr>
          <p:cNvSpPr>
            <a:spLocks noChangeAspect="1"/>
          </p:cNvSpPr>
          <p:nvPr/>
        </p:nvSpPr>
        <p:spPr>
          <a:xfrm>
            <a:off x="570460" y="564800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ángulo 7">
            <a:extLst>
              <a:ext uri="{FF2B5EF4-FFF2-40B4-BE49-F238E27FC236}">
                <a16:creationId xmlns:a16="http://schemas.microsoft.com/office/drawing/2014/main" id="{7681A0FB-BC76-0584-2050-177D160FFEFB}"/>
              </a:ext>
            </a:extLst>
          </p:cNvPr>
          <p:cNvSpPr/>
          <p:nvPr/>
        </p:nvSpPr>
        <p:spPr>
          <a:xfrm flipH="1">
            <a:off x="713450"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16" name="Rectángulo 7">
            <a:extLst>
              <a:ext uri="{FF2B5EF4-FFF2-40B4-BE49-F238E27FC236}">
                <a16:creationId xmlns:a16="http://schemas.microsoft.com/office/drawing/2014/main" id="{8F179EBE-632A-B2A5-799A-C74A68074544}"/>
              </a:ext>
            </a:extLst>
          </p:cNvPr>
          <p:cNvSpPr/>
          <p:nvPr/>
        </p:nvSpPr>
        <p:spPr>
          <a:xfrm flipH="1">
            <a:off x="713450"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17" name="Oval 16">
            <a:extLst>
              <a:ext uri="{FF2B5EF4-FFF2-40B4-BE49-F238E27FC236}">
                <a16:creationId xmlns:a16="http://schemas.microsoft.com/office/drawing/2014/main" id="{EF565497-E7EA-991A-82A7-D8E23FE0BE27}"/>
              </a:ext>
            </a:extLst>
          </p:cNvPr>
          <p:cNvSpPr>
            <a:spLocks noChangeAspect="1"/>
          </p:cNvSpPr>
          <p:nvPr/>
        </p:nvSpPr>
        <p:spPr>
          <a:xfrm>
            <a:off x="4532530" y="531754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Oval 17">
            <a:extLst>
              <a:ext uri="{FF2B5EF4-FFF2-40B4-BE49-F238E27FC236}">
                <a16:creationId xmlns:a16="http://schemas.microsoft.com/office/drawing/2014/main" id="{E67D2765-E3C1-78B5-EC56-A90C86B33821}"/>
              </a:ext>
            </a:extLst>
          </p:cNvPr>
          <p:cNvSpPr>
            <a:spLocks noChangeAspect="1"/>
          </p:cNvSpPr>
          <p:nvPr/>
        </p:nvSpPr>
        <p:spPr>
          <a:xfrm>
            <a:off x="4532530" y="564800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ángulo 7">
            <a:extLst>
              <a:ext uri="{FF2B5EF4-FFF2-40B4-BE49-F238E27FC236}">
                <a16:creationId xmlns:a16="http://schemas.microsoft.com/office/drawing/2014/main" id="{605A659F-D40B-A1DF-9BB4-F387E9B227C0}"/>
              </a:ext>
            </a:extLst>
          </p:cNvPr>
          <p:cNvSpPr/>
          <p:nvPr/>
        </p:nvSpPr>
        <p:spPr>
          <a:xfrm flipH="1">
            <a:off x="4675520"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0" name="Rectángulo 7">
            <a:extLst>
              <a:ext uri="{FF2B5EF4-FFF2-40B4-BE49-F238E27FC236}">
                <a16:creationId xmlns:a16="http://schemas.microsoft.com/office/drawing/2014/main" id="{11F7FE06-F125-1F33-D26D-CEF71F6320A9}"/>
              </a:ext>
            </a:extLst>
          </p:cNvPr>
          <p:cNvSpPr/>
          <p:nvPr/>
        </p:nvSpPr>
        <p:spPr>
          <a:xfrm flipH="1">
            <a:off x="4675520"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1" name="Oval 20">
            <a:extLst>
              <a:ext uri="{FF2B5EF4-FFF2-40B4-BE49-F238E27FC236}">
                <a16:creationId xmlns:a16="http://schemas.microsoft.com/office/drawing/2014/main" id="{0BC58A83-F2CE-1507-24C5-8713CA6D47DC}"/>
              </a:ext>
            </a:extLst>
          </p:cNvPr>
          <p:cNvSpPr>
            <a:spLocks noChangeAspect="1"/>
          </p:cNvSpPr>
          <p:nvPr/>
        </p:nvSpPr>
        <p:spPr>
          <a:xfrm>
            <a:off x="8309267" y="531754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Oval 21">
            <a:extLst>
              <a:ext uri="{FF2B5EF4-FFF2-40B4-BE49-F238E27FC236}">
                <a16:creationId xmlns:a16="http://schemas.microsoft.com/office/drawing/2014/main" id="{F90AC34E-6571-625C-F184-765EA1670A8E}"/>
              </a:ext>
            </a:extLst>
          </p:cNvPr>
          <p:cNvSpPr>
            <a:spLocks noChangeAspect="1"/>
          </p:cNvSpPr>
          <p:nvPr/>
        </p:nvSpPr>
        <p:spPr>
          <a:xfrm>
            <a:off x="8309267" y="564800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ángulo 7">
            <a:extLst>
              <a:ext uri="{FF2B5EF4-FFF2-40B4-BE49-F238E27FC236}">
                <a16:creationId xmlns:a16="http://schemas.microsoft.com/office/drawing/2014/main" id="{53978721-470B-2945-40FC-14E0FFEA7C6E}"/>
              </a:ext>
            </a:extLst>
          </p:cNvPr>
          <p:cNvSpPr/>
          <p:nvPr/>
        </p:nvSpPr>
        <p:spPr>
          <a:xfrm flipH="1">
            <a:off x="8452257"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4" name="Rectángulo 7">
            <a:extLst>
              <a:ext uri="{FF2B5EF4-FFF2-40B4-BE49-F238E27FC236}">
                <a16:creationId xmlns:a16="http://schemas.microsoft.com/office/drawing/2014/main" id="{5EE54C98-3085-71BA-D428-36CB3C316CF0}"/>
              </a:ext>
            </a:extLst>
          </p:cNvPr>
          <p:cNvSpPr/>
          <p:nvPr/>
        </p:nvSpPr>
        <p:spPr>
          <a:xfrm flipH="1">
            <a:off x="8452257"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grpSp>
        <p:nvGrpSpPr>
          <p:cNvPr id="25" name="Group 24">
            <a:extLst>
              <a:ext uri="{FF2B5EF4-FFF2-40B4-BE49-F238E27FC236}">
                <a16:creationId xmlns:a16="http://schemas.microsoft.com/office/drawing/2014/main" id="{5C691851-B1CB-7168-E17F-0A85515F41EB}"/>
              </a:ext>
            </a:extLst>
          </p:cNvPr>
          <p:cNvGrpSpPr/>
          <p:nvPr/>
        </p:nvGrpSpPr>
        <p:grpSpPr>
          <a:xfrm>
            <a:off x="570460" y="2806592"/>
            <a:ext cx="3286910" cy="1384611"/>
            <a:chOff x="1089260" y="2513587"/>
            <a:chExt cx="3286910" cy="1384611"/>
          </a:xfrm>
          <a:solidFill>
            <a:schemeClr val="accent1">
              <a:lumMod val="20000"/>
              <a:lumOff val="80000"/>
            </a:schemeClr>
          </a:solidFill>
        </p:grpSpPr>
        <p:grpSp>
          <p:nvGrpSpPr>
            <p:cNvPr id="26" name="Group 25">
              <a:extLst>
                <a:ext uri="{FF2B5EF4-FFF2-40B4-BE49-F238E27FC236}">
                  <a16:creationId xmlns:a16="http://schemas.microsoft.com/office/drawing/2014/main" id="{432636C6-E29A-C5A1-1B9B-3BCF7E052FD8}"/>
                </a:ext>
              </a:extLst>
            </p:cNvPr>
            <p:cNvGrpSpPr/>
            <p:nvPr/>
          </p:nvGrpSpPr>
          <p:grpSpPr>
            <a:xfrm>
              <a:off x="1089260" y="2513587"/>
              <a:ext cx="424442" cy="1384611"/>
              <a:chOff x="1089260" y="2513587"/>
              <a:chExt cx="424442" cy="1384611"/>
            </a:xfrm>
            <a:grpFill/>
          </p:grpSpPr>
          <p:sp>
            <p:nvSpPr>
              <p:cNvPr id="59" name="CuadroTexto 351">
                <a:extLst>
                  <a:ext uri="{FF2B5EF4-FFF2-40B4-BE49-F238E27FC236}">
                    <a16:creationId xmlns:a16="http://schemas.microsoft.com/office/drawing/2014/main" id="{EB7D6CFB-2D18-E72E-5CA8-1D2C3C2D4F13}"/>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60" name="CuadroTexto 351">
                <a:extLst>
                  <a:ext uri="{FF2B5EF4-FFF2-40B4-BE49-F238E27FC236}">
                    <a16:creationId xmlns:a16="http://schemas.microsoft.com/office/drawing/2014/main" id="{B2BFEAE9-38F7-DD0B-A9A6-95CF3A5A862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61" name="CuadroTexto 351">
                <a:extLst>
                  <a:ext uri="{FF2B5EF4-FFF2-40B4-BE49-F238E27FC236}">
                    <a16:creationId xmlns:a16="http://schemas.microsoft.com/office/drawing/2014/main" id="{2078E461-CDF1-DA01-B6E0-C47D32954074}"/>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29</a:t>
                </a:r>
              </a:p>
            </p:txBody>
          </p:sp>
          <p:sp>
            <p:nvSpPr>
              <p:cNvPr id="62" name="CuadroTexto 351">
                <a:extLst>
                  <a:ext uri="{FF2B5EF4-FFF2-40B4-BE49-F238E27FC236}">
                    <a16:creationId xmlns:a16="http://schemas.microsoft.com/office/drawing/2014/main" id="{960C1097-6AC2-A22D-494C-00D8EA93B397}"/>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63" name="CuadroTexto 351">
                <a:extLst>
                  <a:ext uri="{FF2B5EF4-FFF2-40B4-BE49-F238E27FC236}">
                    <a16:creationId xmlns:a16="http://schemas.microsoft.com/office/drawing/2014/main" id="{EB3BC377-6D5B-765F-2282-8EFFCDC79E98}"/>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grpSp>
        <p:grpSp>
          <p:nvGrpSpPr>
            <p:cNvPr id="27" name="Group 26">
              <a:extLst>
                <a:ext uri="{FF2B5EF4-FFF2-40B4-BE49-F238E27FC236}">
                  <a16:creationId xmlns:a16="http://schemas.microsoft.com/office/drawing/2014/main" id="{5B0D59BE-9346-FAD5-20FD-3FA87B7CF436}"/>
                </a:ext>
              </a:extLst>
            </p:cNvPr>
            <p:cNvGrpSpPr/>
            <p:nvPr/>
          </p:nvGrpSpPr>
          <p:grpSpPr>
            <a:xfrm>
              <a:off x="1566338" y="2513587"/>
              <a:ext cx="424442" cy="1384611"/>
              <a:chOff x="1089260" y="2513587"/>
              <a:chExt cx="424442" cy="1384611"/>
            </a:xfrm>
            <a:grpFill/>
          </p:grpSpPr>
          <p:sp>
            <p:nvSpPr>
              <p:cNvPr id="54" name="CuadroTexto 351">
                <a:extLst>
                  <a:ext uri="{FF2B5EF4-FFF2-40B4-BE49-F238E27FC236}">
                    <a16:creationId xmlns:a16="http://schemas.microsoft.com/office/drawing/2014/main" id="{67F22884-8A1F-A0C4-BDB9-F233160B7634}"/>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55" name="CuadroTexto 351">
                <a:extLst>
                  <a:ext uri="{FF2B5EF4-FFF2-40B4-BE49-F238E27FC236}">
                    <a16:creationId xmlns:a16="http://schemas.microsoft.com/office/drawing/2014/main" id="{BD6A9EB0-34A2-7CBB-1110-88124DCC685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56" name="CuadroTexto 351">
                <a:extLst>
                  <a:ext uri="{FF2B5EF4-FFF2-40B4-BE49-F238E27FC236}">
                    <a16:creationId xmlns:a16="http://schemas.microsoft.com/office/drawing/2014/main" id="{6021C579-9AAD-5175-439A-E904669DBFE9}"/>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30</a:t>
                </a:r>
              </a:p>
            </p:txBody>
          </p:sp>
          <p:sp>
            <p:nvSpPr>
              <p:cNvPr id="57" name="CuadroTexto 351">
                <a:extLst>
                  <a:ext uri="{FF2B5EF4-FFF2-40B4-BE49-F238E27FC236}">
                    <a16:creationId xmlns:a16="http://schemas.microsoft.com/office/drawing/2014/main" id="{3AD26272-0216-EDA3-C03A-A781E93791EA}"/>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2 </a:t>
                </a:r>
              </a:p>
            </p:txBody>
          </p:sp>
          <p:sp>
            <p:nvSpPr>
              <p:cNvPr id="58" name="CuadroTexto 351">
                <a:extLst>
                  <a:ext uri="{FF2B5EF4-FFF2-40B4-BE49-F238E27FC236}">
                    <a16:creationId xmlns:a16="http://schemas.microsoft.com/office/drawing/2014/main" id="{C20F36EE-F3BC-8AF9-8DC7-262E3F88903B}"/>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grpSp>
        <p:grpSp>
          <p:nvGrpSpPr>
            <p:cNvPr id="28" name="Group 27">
              <a:extLst>
                <a:ext uri="{FF2B5EF4-FFF2-40B4-BE49-F238E27FC236}">
                  <a16:creationId xmlns:a16="http://schemas.microsoft.com/office/drawing/2014/main" id="{716D39D3-159C-F100-7CEC-3C0A815D2A38}"/>
                </a:ext>
              </a:extLst>
            </p:cNvPr>
            <p:cNvGrpSpPr/>
            <p:nvPr/>
          </p:nvGrpSpPr>
          <p:grpSpPr>
            <a:xfrm>
              <a:off x="2043416" y="2513587"/>
              <a:ext cx="424442" cy="1384611"/>
              <a:chOff x="1089260" y="2513587"/>
              <a:chExt cx="424442" cy="1384611"/>
            </a:xfrm>
            <a:grpFill/>
          </p:grpSpPr>
          <p:sp>
            <p:nvSpPr>
              <p:cNvPr id="49" name="CuadroTexto 351">
                <a:extLst>
                  <a:ext uri="{FF2B5EF4-FFF2-40B4-BE49-F238E27FC236}">
                    <a16:creationId xmlns:a16="http://schemas.microsoft.com/office/drawing/2014/main" id="{9348F4F0-C037-18E8-6E94-3FEC2EE39EA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50" name="CuadroTexto 351">
                <a:extLst>
                  <a:ext uri="{FF2B5EF4-FFF2-40B4-BE49-F238E27FC236}">
                    <a16:creationId xmlns:a16="http://schemas.microsoft.com/office/drawing/2014/main" id="{6ED20C4F-2F0A-2079-CAA9-6EE16E06E94B}"/>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51" name="CuadroTexto 351">
                <a:extLst>
                  <a:ext uri="{FF2B5EF4-FFF2-40B4-BE49-F238E27FC236}">
                    <a16:creationId xmlns:a16="http://schemas.microsoft.com/office/drawing/2014/main" id="{F4EF7DC7-3302-35D0-C2EA-5F2FDF05E8A3}"/>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31</a:t>
                </a:r>
              </a:p>
            </p:txBody>
          </p:sp>
          <p:sp>
            <p:nvSpPr>
              <p:cNvPr id="52" name="CuadroTexto 351">
                <a:extLst>
                  <a:ext uri="{FF2B5EF4-FFF2-40B4-BE49-F238E27FC236}">
                    <a16:creationId xmlns:a16="http://schemas.microsoft.com/office/drawing/2014/main" id="{4F0FEFDC-9681-DD2A-2EEC-C3A92CF1D1F3}"/>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53" name="CuadroTexto 351">
                <a:extLst>
                  <a:ext uri="{FF2B5EF4-FFF2-40B4-BE49-F238E27FC236}">
                    <a16:creationId xmlns:a16="http://schemas.microsoft.com/office/drawing/2014/main" id="{CA35F86C-A207-5608-3489-0B1ED1F4D6C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grpSp>
        <p:grpSp>
          <p:nvGrpSpPr>
            <p:cNvPr id="29" name="Group 28">
              <a:extLst>
                <a:ext uri="{FF2B5EF4-FFF2-40B4-BE49-F238E27FC236}">
                  <a16:creationId xmlns:a16="http://schemas.microsoft.com/office/drawing/2014/main" id="{9C67985E-0968-0032-8EF6-7B69B8138173}"/>
                </a:ext>
              </a:extLst>
            </p:cNvPr>
            <p:cNvGrpSpPr/>
            <p:nvPr/>
          </p:nvGrpSpPr>
          <p:grpSpPr>
            <a:xfrm>
              <a:off x="2520494" y="2513587"/>
              <a:ext cx="424442" cy="1107708"/>
              <a:chOff x="1089260" y="2513587"/>
              <a:chExt cx="424442" cy="1107708"/>
            </a:xfrm>
            <a:grpFill/>
          </p:grpSpPr>
          <p:sp>
            <p:nvSpPr>
              <p:cNvPr id="45" name="CuadroTexto 351">
                <a:extLst>
                  <a:ext uri="{FF2B5EF4-FFF2-40B4-BE49-F238E27FC236}">
                    <a16:creationId xmlns:a16="http://schemas.microsoft.com/office/drawing/2014/main" id="{C4B8162B-B17D-B09E-1BA7-4F0FFCCB1980}"/>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46" name="CuadroTexto 351">
                <a:extLst>
                  <a:ext uri="{FF2B5EF4-FFF2-40B4-BE49-F238E27FC236}">
                    <a16:creationId xmlns:a16="http://schemas.microsoft.com/office/drawing/2014/main" id="{73BCB77F-E889-0771-5AE2-6AE4E7BB3327}"/>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47" name="CuadroTexto 351">
                <a:extLst>
                  <a:ext uri="{FF2B5EF4-FFF2-40B4-BE49-F238E27FC236}">
                    <a16:creationId xmlns:a16="http://schemas.microsoft.com/office/drawing/2014/main" id="{FEBF73BD-B7CE-2051-805A-580E8D9CCA31}"/>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48" name="CuadroTexto 351">
                <a:extLst>
                  <a:ext uri="{FF2B5EF4-FFF2-40B4-BE49-F238E27FC236}">
                    <a16:creationId xmlns:a16="http://schemas.microsoft.com/office/drawing/2014/main" id="{89036656-ABC0-1B75-05F2-D9525794234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nvGrpSpPr>
            <p:cNvPr id="30" name="Group 29">
              <a:extLst>
                <a:ext uri="{FF2B5EF4-FFF2-40B4-BE49-F238E27FC236}">
                  <a16:creationId xmlns:a16="http://schemas.microsoft.com/office/drawing/2014/main" id="{A5BCB94F-8BD6-37A1-CE99-A8F5BAD0AFE5}"/>
                </a:ext>
              </a:extLst>
            </p:cNvPr>
            <p:cNvGrpSpPr/>
            <p:nvPr/>
          </p:nvGrpSpPr>
          <p:grpSpPr>
            <a:xfrm>
              <a:off x="2997572" y="2513587"/>
              <a:ext cx="424442" cy="1107708"/>
              <a:chOff x="1089260" y="2513587"/>
              <a:chExt cx="424442" cy="1107708"/>
            </a:xfrm>
            <a:grpFill/>
          </p:grpSpPr>
          <p:sp>
            <p:nvSpPr>
              <p:cNvPr id="41" name="CuadroTexto 351">
                <a:extLst>
                  <a:ext uri="{FF2B5EF4-FFF2-40B4-BE49-F238E27FC236}">
                    <a16:creationId xmlns:a16="http://schemas.microsoft.com/office/drawing/2014/main" id="{CAE79096-5661-FC01-D61B-E287479DED05}"/>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42" name="CuadroTexto 351">
                <a:extLst>
                  <a:ext uri="{FF2B5EF4-FFF2-40B4-BE49-F238E27FC236}">
                    <a16:creationId xmlns:a16="http://schemas.microsoft.com/office/drawing/2014/main" id="{2046541A-FE4F-F1F7-5017-6476D6FCD58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43" name="CuadroTexto 351">
                <a:extLst>
                  <a:ext uri="{FF2B5EF4-FFF2-40B4-BE49-F238E27FC236}">
                    <a16:creationId xmlns:a16="http://schemas.microsoft.com/office/drawing/2014/main" id="{DAC39228-CCA0-7C80-F34C-A4B080CF3BC2}"/>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44" name="CuadroTexto 351">
                <a:extLst>
                  <a:ext uri="{FF2B5EF4-FFF2-40B4-BE49-F238E27FC236}">
                    <a16:creationId xmlns:a16="http://schemas.microsoft.com/office/drawing/2014/main" id="{394D0F99-BC9B-E774-B867-709BF12E8587}"/>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grpSp>
        <p:grpSp>
          <p:nvGrpSpPr>
            <p:cNvPr id="31" name="Group 30">
              <a:extLst>
                <a:ext uri="{FF2B5EF4-FFF2-40B4-BE49-F238E27FC236}">
                  <a16:creationId xmlns:a16="http://schemas.microsoft.com/office/drawing/2014/main" id="{97F3CFF9-8BA9-7656-453D-AC98BB6ACDB9}"/>
                </a:ext>
              </a:extLst>
            </p:cNvPr>
            <p:cNvGrpSpPr/>
            <p:nvPr/>
          </p:nvGrpSpPr>
          <p:grpSpPr>
            <a:xfrm>
              <a:off x="3474650" y="2513587"/>
              <a:ext cx="424442" cy="1107708"/>
              <a:chOff x="1089260" y="2513587"/>
              <a:chExt cx="424442" cy="1107708"/>
            </a:xfrm>
            <a:grpFill/>
          </p:grpSpPr>
          <p:sp>
            <p:nvSpPr>
              <p:cNvPr id="37" name="CuadroTexto 351">
                <a:extLst>
                  <a:ext uri="{FF2B5EF4-FFF2-40B4-BE49-F238E27FC236}">
                    <a16:creationId xmlns:a16="http://schemas.microsoft.com/office/drawing/2014/main" id="{A03BF946-41BC-7E9F-C5C7-7F8822D5836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38" name="CuadroTexto 351">
                <a:extLst>
                  <a:ext uri="{FF2B5EF4-FFF2-40B4-BE49-F238E27FC236}">
                    <a16:creationId xmlns:a16="http://schemas.microsoft.com/office/drawing/2014/main" id="{ECC15E32-BB56-548B-2751-5DC5DD080149}"/>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39" name="CuadroTexto 351">
                <a:extLst>
                  <a:ext uri="{FF2B5EF4-FFF2-40B4-BE49-F238E27FC236}">
                    <a16:creationId xmlns:a16="http://schemas.microsoft.com/office/drawing/2014/main" id="{D8306118-E6FF-A06F-49AF-A47E11F7E4FD}"/>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40" name="CuadroTexto 351">
                <a:extLst>
                  <a:ext uri="{FF2B5EF4-FFF2-40B4-BE49-F238E27FC236}">
                    <a16:creationId xmlns:a16="http://schemas.microsoft.com/office/drawing/2014/main" id="{CBD77EB4-DD46-039B-07E7-674FBAB016FE}"/>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grpSp>
        <p:grpSp>
          <p:nvGrpSpPr>
            <p:cNvPr id="32" name="Group 31">
              <a:extLst>
                <a:ext uri="{FF2B5EF4-FFF2-40B4-BE49-F238E27FC236}">
                  <a16:creationId xmlns:a16="http://schemas.microsoft.com/office/drawing/2014/main" id="{62AAC147-499D-03F3-1E5F-5D7987F7C8BD}"/>
                </a:ext>
              </a:extLst>
            </p:cNvPr>
            <p:cNvGrpSpPr/>
            <p:nvPr/>
          </p:nvGrpSpPr>
          <p:grpSpPr>
            <a:xfrm>
              <a:off x="3951728" y="2513587"/>
              <a:ext cx="424442" cy="1107708"/>
              <a:chOff x="1089260" y="2513587"/>
              <a:chExt cx="424442" cy="1107708"/>
            </a:xfrm>
            <a:grpFill/>
          </p:grpSpPr>
          <p:sp>
            <p:nvSpPr>
              <p:cNvPr id="33" name="CuadroTexto 351">
                <a:extLst>
                  <a:ext uri="{FF2B5EF4-FFF2-40B4-BE49-F238E27FC236}">
                    <a16:creationId xmlns:a16="http://schemas.microsoft.com/office/drawing/2014/main" id="{6A02680A-AE69-1527-7509-BF07ED7B254B}"/>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34" name="CuadroTexto 351">
                <a:extLst>
                  <a:ext uri="{FF2B5EF4-FFF2-40B4-BE49-F238E27FC236}">
                    <a16:creationId xmlns:a16="http://schemas.microsoft.com/office/drawing/2014/main" id="{052030F3-FC19-6ECB-5DE8-078D17E1A90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35" name="CuadroTexto 351">
                <a:extLst>
                  <a:ext uri="{FF2B5EF4-FFF2-40B4-BE49-F238E27FC236}">
                    <a16:creationId xmlns:a16="http://schemas.microsoft.com/office/drawing/2014/main" id="{FCF1D62F-75A6-FB1E-87CA-EB5CE30BA01B}"/>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36" name="CuadroTexto 351">
                <a:extLst>
                  <a:ext uri="{FF2B5EF4-FFF2-40B4-BE49-F238E27FC236}">
                    <a16:creationId xmlns:a16="http://schemas.microsoft.com/office/drawing/2014/main" id="{9C0186B1-9754-FB0D-FD73-B038DD69D520}"/>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grpSp>
      </p:grpSp>
      <p:sp>
        <p:nvSpPr>
          <p:cNvPr id="64" name="CuadroTexto 350">
            <a:extLst>
              <a:ext uri="{FF2B5EF4-FFF2-40B4-BE49-F238E27FC236}">
                <a16:creationId xmlns:a16="http://schemas.microsoft.com/office/drawing/2014/main" id="{A9F04F3A-451F-C318-228C-5B42FF27D5A3}"/>
              </a:ext>
            </a:extLst>
          </p:cNvPr>
          <p:cNvSpPr txBox="1"/>
          <p:nvPr/>
        </p:nvSpPr>
        <p:spPr>
          <a:xfrm>
            <a:off x="4734025" y="1711960"/>
            <a:ext cx="2723950" cy="461665"/>
          </a:xfrm>
          <a:prstGeom prst="rect">
            <a:avLst/>
          </a:prstGeom>
          <a:noFill/>
        </p:spPr>
        <p:txBody>
          <a:bodyPr wrap="square" rtlCol="0">
            <a:spAutoFit/>
          </a:bodyPr>
          <a:lstStyle/>
          <a:p>
            <a:pPr algn="ctr"/>
            <a:r>
              <a:rPr lang="en-US" sz="2400" b="1" dirty="0">
                <a:solidFill>
                  <a:schemeClr val="accent2"/>
                </a:solidFill>
                <a:ea typeface="Lato Heavy" charset="0"/>
                <a:cs typeface="Poppins" pitchFamily="2" charset="77"/>
              </a:rPr>
              <a:t>February 2023</a:t>
            </a:r>
          </a:p>
        </p:txBody>
      </p:sp>
      <p:grpSp>
        <p:nvGrpSpPr>
          <p:cNvPr id="65" name="Group 64">
            <a:extLst>
              <a:ext uri="{FF2B5EF4-FFF2-40B4-BE49-F238E27FC236}">
                <a16:creationId xmlns:a16="http://schemas.microsoft.com/office/drawing/2014/main" id="{103D3544-F9ED-6D71-7CD2-8831BC30D2A6}"/>
              </a:ext>
            </a:extLst>
          </p:cNvPr>
          <p:cNvGrpSpPr/>
          <p:nvPr/>
        </p:nvGrpSpPr>
        <p:grpSpPr>
          <a:xfrm>
            <a:off x="4452545" y="2342792"/>
            <a:ext cx="3286910" cy="276999"/>
            <a:chOff x="638300" y="2342792"/>
            <a:chExt cx="3217593" cy="276999"/>
          </a:xfrm>
        </p:grpSpPr>
        <p:sp>
          <p:nvSpPr>
            <p:cNvPr id="66" name="CuadroTexto 351">
              <a:extLst>
                <a:ext uri="{FF2B5EF4-FFF2-40B4-BE49-F238E27FC236}">
                  <a16:creationId xmlns:a16="http://schemas.microsoft.com/office/drawing/2014/main" id="{B6CCBC21-7630-F97D-8BA5-DDA374F040EF}"/>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Su</a:t>
              </a:r>
            </a:p>
          </p:txBody>
        </p:sp>
        <p:sp>
          <p:nvSpPr>
            <p:cNvPr id="67" name="CuadroTexto 351">
              <a:extLst>
                <a:ext uri="{FF2B5EF4-FFF2-40B4-BE49-F238E27FC236}">
                  <a16:creationId xmlns:a16="http://schemas.microsoft.com/office/drawing/2014/main" id="{8E93DCEA-06B8-D44F-9123-A8D05B4CAB6C}"/>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Mo</a:t>
              </a:r>
            </a:p>
          </p:txBody>
        </p:sp>
        <p:sp>
          <p:nvSpPr>
            <p:cNvPr id="68" name="CuadroTexto 351">
              <a:extLst>
                <a:ext uri="{FF2B5EF4-FFF2-40B4-BE49-F238E27FC236}">
                  <a16:creationId xmlns:a16="http://schemas.microsoft.com/office/drawing/2014/main" id="{22A4EB42-D9E0-7CFD-3959-DBFF766C9B9E}"/>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Tu</a:t>
              </a:r>
            </a:p>
          </p:txBody>
        </p:sp>
        <p:sp>
          <p:nvSpPr>
            <p:cNvPr id="69" name="CuadroTexto 351">
              <a:extLst>
                <a:ext uri="{FF2B5EF4-FFF2-40B4-BE49-F238E27FC236}">
                  <a16:creationId xmlns:a16="http://schemas.microsoft.com/office/drawing/2014/main" id="{60CC51EE-F4C7-22CB-DAB7-32DD00D7D00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We</a:t>
              </a:r>
            </a:p>
          </p:txBody>
        </p:sp>
        <p:sp>
          <p:nvSpPr>
            <p:cNvPr id="70" name="CuadroTexto 351">
              <a:extLst>
                <a:ext uri="{FF2B5EF4-FFF2-40B4-BE49-F238E27FC236}">
                  <a16:creationId xmlns:a16="http://schemas.microsoft.com/office/drawing/2014/main" id="{7430B7F8-488E-E337-F219-819DD6C40A4A}"/>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Th</a:t>
              </a:r>
            </a:p>
          </p:txBody>
        </p:sp>
        <p:sp>
          <p:nvSpPr>
            <p:cNvPr id="71" name="CuadroTexto 351">
              <a:extLst>
                <a:ext uri="{FF2B5EF4-FFF2-40B4-BE49-F238E27FC236}">
                  <a16:creationId xmlns:a16="http://schemas.microsoft.com/office/drawing/2014/main" id="{ECCDED38-63E1-86B3-8963-B69F1EF954FB}"/>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Fr</a:t>
              </a:r>
            </a:p>
          </p:txBody>
        </p:sp>
        <p:sp>
          <p:nvSpPr>
            <p:cNvPr id="72" name="CuadroTexto 351">
              <a:extLst>
                <a:ext uri="{FF2B5EF4-FFF2-40B4-BE49-F238E27FC236}">
                  <a16:creationId xmlns:a16="http://schemas.microsoft.com/office/drawing/2014/main" id="{9C841461-5D9D-ED1F-4F32-0C055C832C9D}"/>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Sa</a:t>
              </a:r>
            </a:p>
          </p:txBody>
        </p:sp>
      </p:grpSp>
      <p:sp>
        <p:nvSpPr>
          <p:cNvPr id="73" name="Rounded Rectangle 1">
            <a:extLst>
              <a:ext uri="{FF2B5EF4-FFF2-40B4-BE49-F238E27FC236}">
                <a16:creationId xmlns:a16="http://schemas.microsoft.com/office/drawing/2014/main" id="{7AC6CDC6-ABED-5435-3768-63F294381769}"/>
              </a:ext>
            </a:extLst>
          </p:cNvPr>
          <p:cNvSpPr/>
          <p:nvPr/>
        </p:nvSpPr>
        <p:spPr>
          <a:xfrm>
            <a:off x="4299476" y="1483359"/>
            <a:ext cx="3593048" cy="3454400"/>
          </a:xfrm>
          <a:prstGeom prst="roundRect">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 73">
            <a:extLst>
              <a:ext uri="{FF2B5EF4-FFF2-40B4-BE49-F238E27FC236}">
                <a16:creationId xmlns:a16="http://schemas.microsoft.com/office/drawing/2014/main" id="{2ABC662A-F63F-4802-B82F-758A325FE997}"/>
              </a:ext>
            </a:extLst>
          </p:cNvPr>
          <p:cNvGrpSpPr/>
          <p:nvPr/>
        </p:nvGrpSpPr>
        <p:grpSpPr>
          <a:xfrm>
            <a:off x="4452545" y="2806592"/>
            <a:ext cx="3286910" cy="1384611"/>
            <a:chOff x="4452545" y="2806592"/>
            <a:chExt cx="3286910" cy="1384611"/>
          </a:xfrm>
        </p:grpSpPr>
        <p:sp>
          <p:nvSpPr>
            <p:cNvPr id="75" name="CuadroTexto 351">
              <a:extLst>
                <a:ext uri="{FF2B5EF4-FFF2-40B4-BE49-F238E27FC236}">
                  <a16:creationId xmlns:a16="http://schemas.microsoft.com/office/drawing/2014/main" id="{F487B285-B8A5-5A3A-CF62-365A90952950}"/>
                </a:ext>
              </a:extLst>
            </p:cNvPr>
            <p:cNvSpPr txBox="1"/>
            <p:nvPr/>
          </p:nvSpPr>
          <p:spPr>
            <a:xfrm>
              <a:off x="445254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12</a:t>
              </a:r>
            </a:p>
          </p:txBody>
        </p:sp>
        <p:sp>
          <p:nvSpPr>
            <p:cNvPr id="76" name="CuadroTexto 351">
              <a:extLst>
                <a:ext uri="{FF2B5EF4-FFF2-40B4-BE49-F238E27FC236}">
                  <a16:creationId xmlns:a16="http://schemas.microsoft.com/office/drawing/2014/main" id="{416C756F-E9A7-7953-65DC-5665F4927529}"/>
                </a:ext>
              </a:extLst>
            </p:cNvPr>
            <p:cNvSpPr txBox="1"/>
            <p:nvPr/>
          </p:nvSpPr>
          <p:spPr>
            <a:xfrm>
              <a:off x="445254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19</a:t>
              </a:r>
            </a:p>
          </p:txBody>
        </p:sp>
        <p:sp>
          <p:nvSpPr>
            <p:cNvPr id="77" name="CuadroTexto 351">
              <a:extLst>
                <a:ext uri="{FF2B5EF4-FFF2-40B4-BE49-F238E27FC236}">
                  <a16:creationId xmlns:a16="http://schemas.microsoft.com/office/drawing/2014/main" id="{FEED7058-157B-F792-5558-CC6C90081FC5}"/>
                </a:ext>
              </a:extLst>
            </p:cNvPr>
            <p:cNvSpPr txBox="1"/>
            <p:nvPr/>
          </p:nvSpPr>
          <p:spPr>
            <a:xfrm>
              <a:off x="4452545"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26</a:t>
              </a:r>
            </a:p>
          </p:txBody>
        </p:sp>
        <p:sp>
          <p:nvSpPr>
            <p:cNvPr id="78" name="CuadroTexto 351">
              <a:extLst>
                <a:ext uri="{FF2B5EF4-FFF2-40B4-BE49-F238E27FC236}">
                  <a16:creationId xmlns:a16="http://schemas.microsoft.com/office/drawing/2014/main" id="{F24A4144-81DE-D192-EFD0-FCC5AE81DE0B}"/>
                </a:ext>
              </a:extLst>
            </p:cNvPr>
            <p:cNvSpPr txBox="1"/>
            <p:nvPr/>
          </p:nvSpPr>
          <p:spPr>
            <a:xfrm>
              <a:off x="445254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5</a:t>
              </a:r>
            </a:p>
          </p:txBody>
        </p:sp>
        <p:sp>
          <p:nvSpPr>
            <p:cNvPr id="79" name="CuadroTexto 351">
              <a:extLst>
                <a:ext uri="{FF2B5EF4-FFF2-40B4-BE49-F238E27FC236}">
                  <a16:creationId xmlns:a16="http://schemas.microsoft.com/office/drawing/2014/main" id="{6189FAC6-7E16-8AA6-3171-9F9E3CECC0E1}"/>
                </a:ext>
              </a:extLst>
            </p:cNvPr>
            <p:cNvSpPr txBox="1"/>
            <p:nvPr/>
          </p:nvSpPr>
          <p:spPr>
            <a:xfrm>
              <a:off x="492962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13</a:t>
              </a:r>
            </a:p>
          </p:txBody>
        </p:sp>
        <p:sp>
          <p:nvSpPr>
            <p:cNvPr id="80" name="CuadroTexto 351">
              <a:extLst>
                <a:ext uri="{FF2B5EF4-FFF2-40B4-BE49-F238E27FC236}">
                  <a16:creationId xmlns:a16="http://schemas.microsoft.com/office/drawing/2014/main" id="{3D219DA2-71B8-3267-6328-712813340984}"/>
                </a:ext>
              </a:extLst>
            </p:cNvPr>
            <p:cNvSpPr txBox="1"/>
            <p:nvPr/>
          </p:nvSpPr>
          <p:spPr>
            <a:xfrm>
              <a:off x="492962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20</a:t>
              </a:r>
            </a:p>
          </p:txBody>
        </p:sp>
        <p:sp>
          <p:nvSpPr>
            <p:cNvPr id="81" name="CuadroTexto 351">
              <a:extLst>
                <a:ext uri="{FF2B5EF4-FFF2-40B4-BE49-F238E27FC236}">
                  <a16:creationId xmlns:a16="http://schemas.microsoft.com/office/drawing/2014/main" id="{1E0DA8B2-51BB-C517-2020-0F82A70769E0}"/>
                </a:ext>
              </a:extLst>
            </p:cNvPr>
            <p:cNvSpPr txBox="1"/>
            <p:nvPr/>
          </p:nvSpPr>
          <p:spPr>
            <a:xfrm>
              <a:off x="4929623"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27</a:t>
              </a:r>
            </a:p>
          </p:txBody>
        </p:sp>
        <p:sp>
          <p:nvSpPr>
            <p:cNvPr id="82" name="CuadroTexto 351">
              <a:extLst>
                <a:ext uri="{FF2B5EF4-FFF2-40B4-BE49-F238E27FC236}">
                  <a16:creationId xmlns:a16="http://schemas.microsoft.com/office/drawing/2014/main" id="{42DA9566-5581-8393-139C-BEF5DF11FB88}"/>
                </a:ext>
              </a:extLst>
            </p:cNvPr>
            <p:cNvSpPr txBox="1"/>
            <p:nvPr/>
          </p:nvSpPr>
          <p:spPr>
            <a:xfrm>
              <a:off x="492962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6</a:t>
              </a:r>
            </a:p>
          </p:txBody>
        </p:sp>
        <p:sp>
          <p:nvSpPr>
            <p:cNvPr id="83" name="CuadroTexto 351">
              <a:extLst>
                <a:ext uri="{FF2B5EF4-FFF2-40B4-BE49-F238E27FC236}">
                  <a16:creationId xmlns:a16="http://schemas.microsoft.com/office/drawing/2014/main" id="{9F2D98FC-78A9-9ED3-BA2E-EC2303AF697C}"/>
                </a:ext>
              </a:extLst>
            </p:cNvPr>
            <p:cNvSpPr txBox="1"/>
            <p:nvPr/>
          </p:nvSpPr>
          <p:spPr>
            <a:xfrm>
              <a:off x="5406701"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14</a:t>
              </a:r>
            </a:p>
          </p:txBody>
        </p:sp>
        <p:sp>
          <p:nvSpPr>
            <p:cNvPr id="84" name="CuadroTexto 351">
              <a:extLst>
                <a:ext uri="{FF2B5EF4-FFF2-40B4-BE49-F238E27FC236}">
                  <a16:creationId xmlns:a16="http://schemas.microsoft.com/office/drawing/2014/main" id="{A64C5710-B241-3867-9698-3AAFBCB48ADB}"/>
                </a:ext>
              </a:extLst>
            </p:cNvPr>
            <p:cNvSpPr txBox="1"/>
            <p:nvPr/>
          </p:nvSpPr>
          <p:spPr>
            <a:xfrm>
              <a:off x="5406701"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21</a:t>
              </a:r>
            </a:p>
          </p:txBody>
        </p:sp>
        <p:sp>
          <p:nvSpPr>
            <p:cNvPr id="85" name="CuadroTexto 351">
              <a:extLst>
                <a:ext uri="{FF2B5EF4-FFF2-40B4-BE49-F238E27FC236}">
                  <a16:creationId xmlns:a16="http://schemas.microsoft.com/office/drawing/2014/main" id="{80D2092E-A3ED-FE8B-BECE-4965A3133D39}"/>
                </a:ext>
              </a:extLst>
            </p:cNvPr>
            <p:cNvSpPr txBox="1"/>
            <p:nvPr/>
          </p:nvSpPr>
          <p:spPr>
            <a:xfrm>
              <a:off x="5406701"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28</a:t>
              </a:r>
            </a:p>
          </p:txBody>
        </p:sp>
        <p:sp>
          <p:nvSpPr>
            <p:cNvPr id="86" name="CuadroTexto 351">
              <a:extLst>
                <a:ext uri="{FF2B5EF4-FFF2-40B4-BE49-F238E27FC236}">
                  <a16:creationId xmlns:a16="http://schemas.microsoft.com/office/drawing/2014/main" id="{3739E3DB-6850-AA4D-3E10-C50168ECAEEA}"/>
                </a:ext>
              </a:extLst>
            </p:cNvPr>
            <p:cNvSpPr txBox="1"/>
            <p:nvPr/>
          </p:nvSpPr>
          <p:spPr>
            <a:xfrm>
              <a:off x="5406701"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7</a:t>
              </a:r>
            </a:p>
          </p:txBody>
        </p:sp>
        <p:sp>
          <p:nvSpPr>
            <p:cNvPr id="87" name="CuadroTexto 351">
              <a:extLst>
                <a:ext uri="{FF2B5EF4-FFF2-40B4-BE49-F238E27FC236}">
                  <a16:creationId xmlns:a16="http://schemas.microsoft.com/office/drawing/2014/main" id="{48CB040F-DAA4-DEFB-69BB-FE0645573FAB}"/>
                </a:ext>
              </a:extLst>
            </p:cNvPr>
            <p:cNvSpPr txBox="1"/>
            <p:nvPr/>
          </p:nvSpPr>
          <p:spPr>
            <a:xfrm>
              <a:off x="5883779"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15</a:t>
              </a:r>
            </a:p>
          </p:txBody>
        </p:sp>
        <p:sp>
          <p:nvSpPr>
            <p:cNvPr id="88" name="CuadroTexto 351">
              <a:extLst>
                <a:ext uri="{FF2B5EF4-FFF2-40B4-BE49-F238E27FC236}">
                  <a16:creationId xmlns:a16="http://schemas.microsoft.com/office/drawing/2014/main" id="{9202114A-462E-A236-360B-21B72A5D7267}"/>
                </a:ext>
              </a:extLst>
            </p:cNvPr>
            <p:cNvSpPr txBox="1"/>
            <p:nvPr/>
          </p:nvSpPr>
          <p:spPr>
            <a:xfrm>
              <a:off x="5883779"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22</a:t>
              </a:r>
            </a:p>
          </p:txBody>
        </p:sp>
        <p:sp>
          <p:nvSpPr>
            <p:cNvPr id="89" name="CuadroTexto 351">
              <a:extLst>
                <a:ext uri="{FF2B5EF4-FFF2-40B4-BE49-F238E27FC236}">
                  <a16:creationId xmlns:a16="http://schemas.microsoft.com/office/drawing/2014/main" id="{9941F6F8-8ADA-189F-D6A5-41F17C9CAA6C}"/>
                </a:ext>
              </a:extLst>
            </p:cNvPr>
            <p:cNvSpPr txBox="1"/>
            <p:nvPr/>
          </p:nvSpPr>
          <p:spPr>
            <a:xfrm>
              <a:off x="5883779"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a:t>
              </a:r>
            </a:p>
          </p:txBody>
        </p:sp>
        <p:sp>
          <p:nvSpPr>
            <p:cNvPr id="90" name="CuadroTexto 351">
              <a:extLst>
                <a:ext uri="{FF2B5EF4-FFF2-40B4-BE49-F238E27FC236}">
                  <a16:creationId xmlns:a16="http://schemas.microsoft.com/office/drawing/2014/main" id="{4A21244A-BC01-0AC3-6449-C63EC32B6B94}"/>
                </a:ext>
              </a:extLst>
            </p:cNvPr>
            <p:cNvSpPr txBox="1"/>
            <p:nvPr/>
          </p:nvSpPr>
          <p:spPr>
            <a:xfrm>
              <a:off x="5883779"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8</a:t>
              </a:r>
            </a:p>
          </p:txBody>
        </p:sp>
        <p:sp>
          <p:nvSpPr>
            <p:cNvPr id="91" name="CuadroTexto 351">
              <a:extLst>
                <a:ext uri="{FF2B5EF4-FFF2-40B4-BE49-F238E27FC236}">
                  <a16:creationId xmlns:a16="http://schemas.microsoft.com/office/drawing/2014/main" id="{3AC41118-B7F2-D0F7-1D65-19DE8085E783}"/>
                </a:ext>
              </a:extLst>
            </p:cNvPr>
            <p:cNvSpPr txBox="1"/>
            <p:nvPr/>
          </p:nvSpPr>
          <p:spPr>
            <a:xfrm>
              <a:off x="6360857"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16</a:t>
              </a:r>
            </a:p>
          </p:txBody>
        </p:sp>
        <p:sp>
          <p:nvSpPr>
            <p:cNvPr id="92" name="CuadroTexto 351">
              <a:extLst>
                <a:ext uri="{FF2B5EF4-FFF2-40B4-BE49-F238E27FC236}">
                  <a16:creationId xmlns:a16="http://schemas.microsoft.com/office/drawing/2014/main" id="{F18FE35B-563F-AE7D-080E-389E6016ACC7}"/>
                </a:ext>
              </a:extLst>
            </p:cNvPr>
            <p:cNvSpPr txBox="1"/>
            <p:nvPr/>
          </p:nvSpPr>
          <p:spPr>
            <a:xfrm>
              <a:off x="6360857"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23</a:t>
              </a:r>
            </a:p>
          </p:txBody>
        </p:sp>
        <p:sp>
          <p:nvSpPr>
            <p:cNvPr id="93" name="CuadroTexto 351">
              <a:extLst>
                <a:ext uri="{FF2B5EF4-FFF2-40B4-BE49-F238E27FC236}">
                  <a16:creationId xmlns:a16="http://schemas.microsoft.com/office/drawing/2014/main" id="{4B5B6318-5EB7-6F92-D17E-D99F8CB26533}"/>
                </a:ext>
              </a:extLst>
            </p:cNvPr>
            <p:cNvSpPr txBox="1"/>
            <p:nvPr/>
          </p:nvSpPr>
          <p:spPr>
            <a:xfrm>
              <a:off x="6360857"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a:t>
              </a:r>
            </a:p>
          </p:txBody>
        </p:sp>
        <p:sp>
          <p:nvSpPr>
            <p:cNvPr id="94" name="CuadroTexto 351">
              <a:extLst>
                <a:ext uri="{FF2B5EF4-FFF2-40B4-BE49-F238E27FC236}">
                  <a16:creationId xmlns:a16="http://schemas.microsoft.com/office/drawing/2014/main" id="{EBB3133B-1DD8-3248-9EC2-34A5B1A7D333}"/>
                </a:ext>
              </a:extLst>
            </p:cNvPr>
            <p:cNvSpPr txBox="1"/>
            <p:nvPr/>
          </p:nvSpPr>
          <p:spPr>
            <a:xfrm>
              <a:off x="6360857"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9</a:t>
              </a:r>
            </a:p>
          </p:txBody>
        </p:sp>
        <p:sp>
          <p:nvSpPr>
            <p:cNvPr id="95" name="CuadroTexto 351">
              <a:extLst>
                <a:ext uri="{FF2B5EF4-FFF2-40B4-BE49-F238E27FC236}">
                  <a16:creationId xmlns:a16="http://schemas.microsoft.com/office/drawing/2014/main" id="{00B3D4EE-AB95-6418-0ED8-E7D942669CAA}"/>
                </a:ext>
              </a:extLst>
            </p:cNvPr>
            <p:cNvSpPr txBox="1"/>
            <p:nvPr/>
          </p:nvSpPr>
          <p:spPr>
            <a:xfrm>
              <a:off x="683793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17</a:t>
              </a:r>
            </a:p>
          </p:txBody>
        </p:sp>
        <p:sp>
          <p:nvSpPr>
            <p:cNvPr id="96" name="CuadroTexto 351">
              <a:extLst>
                <a:ext uri="{FF2B5EF4-FFF2-40B4-BE49-F238E27FC236}">
                  <a16:creationId xmlns:a16="http://schemas.microsoft.com/office/drawing/2014/main" id="{6F5BF790-5CF6-ABC0-50EB-CCE4AD4E56C1}"/>
                </a:ext>
              </a:extLst>
            </p:cNvPr>
            <p:cNvSpPr txBox="1"/>
            <p:nvPr/>
          </p:nvSpPr>
          <p:spPr>
            <a:xfrm>
              <a:off x="683793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24</a:t>
              </a:r>
            </a:p>
          </p:txBody>
        </p:sp>
        <p:sp>
          <p:nvSpPr>
            <p:cNvPr id="97" name="CuadroTexto 351">
              <a:extLst>
                <a:ext uri="{FF2B5EF4-FFF2-40B4-BE49-F238E27FC236}">
                  <a16:creationId xmlns:a16="http://schemas.microsoft.com/office/drawing/2014/main" id="{237DB97A-522A-CFDC-962E-89863D7137AF}"/>
                </a:ext>
              </a:extLst>
            </p:cNvPr>
            <p:cNvSpPr txBox="1"/>
            <p:nvPr/>
          </p:nvSpPr>
          <p:spPr>
            <a:xfrm>
              <a:off x="6837935"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3</a:t>
              </a:r>
            </a:p>
          </p:txBody>
        </p:sp>
        <p:sp>
          <p:nvSpPr>
            <p:cNvPr id="98" name="CuadroTexto 351">
              <a:extLst>
                <a:ext uri="{FF2B5EF4-FFF2-40B4-BE49-F238E27FC236}">
                  <a16:creationId xmlns:a16="http://schemas.microsoft.com/office/drawing/2014/main" id="{A4782882-F534-3384-5BED-B5429C52E69F}"/>
                </a:ext>
              </a:extLst>
            </p:cNvPr>
            <p:cNvSpPr txBox="1"/>
            <p:nvPr/>
          </p:nvSpPr>
          <p:spPr>
            <a:xfrm>
              <a:off x="683793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10</a:t>
              </a:r>
            </a:p>
          </p:txBody>
        </p:sp>
        <p:sp>
          <p:nvSpPr>
            <p:cNvPr id="99" name="CuadroTexto 351">
              <a:extLst>
                <a:ext uri="{FF2B5EF4-FFF2-40B4-BE49-F238E27FC236}">
                  <a16:creationId xmlns:a16="http://schemas.microsoft.com/office/drawing/2014/main" id="{04D31354-C465-8CB5-F402-A120A04FFAE7}"/>
                </a:ext>
              </a:extLst>
            </p:cNvPr>
            <p:cNvSpPr txBox="1"/>
            <p:nvPr/>
          </p:nvSpPr>
          <p:spPr>
            <a:xfrm>
              <a:off x="731501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18</a:t>
              </a:r>
            </a:p>
          </p:txBody>
        </p:sp>
        <p:sp>
          <p:nvSpPr>
            <p:cNvPr id="100" name="CuadroTexto 351">
              <a:extLst>
                <a:ext uri="{FF2B5EF4-FFF2-40B4-BE49-F238E27FC236}">
                  <a16:creationId xmlns:a16="http://schemas.microsoft.com/office/drawing/2014/main" id="{F883833A-41FA-E48F-A539-E79D5B2B0E61}"/>
                </a:ext>
              </a:extLst>
            </p:cNvPr>
            <p:cNvSpPr txBox="1"/>
            <p:nvPr/>
          </p:nvSpPr>
          <p:spPr>
            <a:xfrm>
              <a:off x="731501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25</a:t>
              </a:r>
            </a:p>
          </p:txBody>
        </p:sp>
        <p:sp>
          <p:nvSpPr>
            <p:cNvPr id="101" name="CuadroTexto 351">
              <a:extLst>
                <a:ext uri="{FF2B5EF4-FFF2-40B4-BE49-F238E27FC236}">
                  <a16:creationId xmlns:a16="http://schemas.microsoft.com/office/drawing/2014/main" id="{3C11B41C-5515-587C-9A0B-DD3D77498F31}"/>
                </a:ext>
              </a:extLst>
            </p:cNvPr>
            <p:cNvSpPr txBox="1"/>
            <p:nvPr/>
          </p:nvSpPr>
          <p:spPr>
            <a:xfrm>
              <a:off x="7315013"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4</a:t>
              </a:r>
            </a:p>
          </p:txBody>
        </p:sp>
        <p:sp>
          <p:nvSpPr>
            <p:cNvPr id="102" name="CuadroTexto 351">
              <a:extLst>
                <a:ext uri="{FF2B5EF4-FFF2-40B4-BE49-F238E27FC236}">
                  <a16:creationId xmlns:a16="http://schemas.microsoft.com/office/drawing/2014/main" id="{A4436980-3C7C-549C-F9DA-A2A2E02908F5}"/>
                </a:ext>
              </a:extLst>
            </p:cNvPr>
            <p:cNvSpPr txBox="1"/>
            <p:nvPr/>
          </p:nvSpPr>
          <p:spPr>
            <a:xfrm>
              <a:off x="731501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11</a:t>
              </a:r>
            </a:p>
          </p:txBody>
        </p:sp>
      </p:grpSp>
      <p:sp>
        <p:nvSpPr>
          <p:cNvPr id="103" name="CuadroTexto 350">
            <a:extLst>
              <a:ext uri="{FF2B5EF4-FFF2-40B4-BE49-F238E27FC236}">
                <a16:creationId xmlns:a16="http://schemas.microsoft.com/office/drawing/2014/main" id="{F8783B93-6E80-88B4-FD93-D44BED4033D3}"/>
              </a:ext>
            </a:extLst>
          </p:cNvPr>
          <p:cNvSpPr txBox="1"/>
          <p:nvPr/>
        </p:nvSpPr>
        <p:spPr>
          <a:xfrm>
            <a:off x="8616110" y="1711960"/>
            <a:ext cx="2723950" cy="461665"/>
          </a:xfrm>
          <a:prstGeom prst="rect">
            <a:avLst/>
          </a:prstGeom>
          <a:noFill/>
        </p:spPr>
        <p:txBody>
          <a:bodyPr wrap="square" rtlCol="0">
            <a:spAutoFit/>
          </a:bodyPr>
          <a:lstStyle/>
          <a:p>
            <a:pPr algn="ctr"/>
            <a:r>
              <a:rPr lang="en-US" sz="2400" b="1" dirty="0">
                <a:solidFill>
                  <a:schemeClr val="accent3"/>
                </a:solidFill>
                <a:ea typeface="Lato Heavy" charset="0"/>
                <a:cs typeface="Poppins" pitchFamily="2" charset="77"/>
              </a:rPr>
              <a:t>March 2023</a:t>
            </a:r>
          </a:p>
        </p:txBody>
      </p:sp>
      <p:grpSp>
        <p:nvGrpSpPr>
          <p:cNvPr id="104" name="Group 103">
            <a:extLst>
              <a:ext uri="{FF2B5EF4-FFF2-40B4-BE49-F238E27FC236}">
                <a16:creationId xmlns:a16="http://schemas.microsoft.com/office/drawing/2014/main" id="{04EA41F7-2EF5-7C0A-94C6-4026D65EE491}"/>
              </a:ext>
            </a:extLst>
          </p:cNvPr>
          <p:cNvGrpSpPr/>
          <p:nvPr/>
        </p:nvGrpSpPr>
        <p:grpSpPr>
          <a:xfrm>
            <a:off x="8334630" y="2342792"/>
            <a:ext cx="3286910" cy="276999"/>
            <a:chOff x="638300" y="2342792"/>
            <a:chExt cx="3217593" cy="276999"/>
          </a:xfrm>
        </p:grpSpPr>
        <p:sp>
          <p:nvSpPr>
            <p:cNvPr id="105" name="CuadroTexto 351">
              <a:extLst>
                <a:ext uri="{FF2B5EF4-FFF2-40B4-BE49-F238E27FC236}">
                  <a16:creationId xmlns:a16="http://schemas.microsoft.com/office/drawing/2014/main" id="{71DCB343-3C02-CF43-E475-36AB34CF76D6}"/>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Su</a:t>
              </a:r>
            </a:p>
          </p:txBody>
        </p:sp>
        <p:sp>
          <p:nvSpPr>
            <p:cNvPr id="106" name="CuadroTexto 351">
              <a:extLst>
                <a:ext uri="{FF2B5EF4-FFF2-40B4-BE49-F238E27FC236}">
                  <a16:creationId xmlns:a16="http://schemas.microsoft.com/office/drawing/2014/main" id="{0C920971-38E1-B45B-28A1-206F3F1B0431}"/>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Mo</a:t>
              </a:r>
            </a:p>
          </p:txBody>
        </p:sp>
        <p:sp>
          <p:nvSpPr>
            <p:cNvPr id="107" name="CuadroTexto 351">
              <a:extLst>
                <a:ext uri="{FF2B5EF4-FFF2-40B4-BE49-F238E27FC236}">
                  <a16:creationId xmlns:a16="http://schemas.microsoft.com/office/drawing/2014/main" id="{3A3C0189-4E43-CBCB-FB9F-024BC63E965D}"/>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Tu</a:t>
              </a:r>
            </a:p>
          </p:txBody>
        </p:sp>
        <p:sp>
          <p:nvSpPr>
            <p:cNvPr id="108" name="CuadroTexto 351">
              <a:extLst>
                <a:ext uri="{FF2B5EF4-FFF2-40B4-BE49-F238E27FC236}">
                  <a16:creationId xmlns:a16="http://schemas.microsoft.com/office/drawing/2014/main" id="{59304B48-5898-4454-97AE-6F0D77A393D1}"/>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We</a:t>
              </a:r>
            </a:p>
          </p:txBody>
        </p:sp>
        <p:sp>
          <p:nvSpPr>
            <p:cNvPr id="109" name="CuadroTexto 351">
              <a:extLst>
                <a:ext uri="{FF2B5EF4-FFF2-40B4-BE49-F238E27FC236}">
                  <a16:creationId xmlns:a16="http://schemas.microsoft.com/office/drawing/2014/main" id="{D958BC90-1548-5E0A-ED86-FD61C4DF2738}"/>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Th</a:t>
              </a:r>
            </a:p>
          </p:txBody>
        </p:sp>
        <p:sp>
          <p:nvSpPr>
            <p:cNvPr id="110" name="CuadroTexto 351">
              <a:extLst>
                <a:ext uri="{FF2B5EF4-FFF2-40B4-BE49-F238E27FC236}">
                  <a16:creationId xmlns:a16="http://schemas.microsoft.com/office/drawing/2014/main" id="{76979F2B-325D-2AEB-1ACD-D945062F504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Fr</a:t>
              </a:r>
            </a:p>
          </p:txBody>
        </p:sp>
        <p:sp>
          <p:nvSpPr>
            <p:cNvPr id="111" name="CuadroTexto 351">
              <a:extLst>
                <a:ext uri="{FF2B5EF4-FFF2-40B4-BE49-F238E27FC236}">
                  <a16:creationId xmlns:a16="http://schemas.microsoft.com/office/drawing/2014/main" id="{5BDCDE98-57E7-EC8C-A3DB-053460CE8012}"/>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Sa</a:t>
              </a:r>
            </a:p>
          </p:txBody>
        </p:sp>
      </p:grpSp>
      <p:sp>
        <p:nvSpPr>
          <p:cNvPr id="112" name="Rounded Rectangle 1">
            <a:extLst>
              <a:ext uri="{FF2B5EF4-FFF2-40B4-BE49-F238E27FC236}">
                <a16:creationId xmlns:a16="http://schemas.microsoft.com/office/drawing/2014/main" id="{B3539F6B-C763-35F8-D76B-43A7123FCF62}"/>
              </a:ext>
            </a:extLst>
          </p:cNvPr>
          <p:cNvSpPr/>
          <p:nvPr/>
        </p:nvSpPr>
        <p:spPr>
          <a:xfrm>
            <a:off x="8181561" y="1483359"/>
            <a:ext cx="3593048" cy="3454400"/>
          </a:xfrm>
          <a:prstGeom prst="roundRect">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3" name="Group 112">
            <a:extLst>
              <a:ext uri="{FF2B5EF4-FFF2-40B4-BE49-F238E27FC236}">
                <a16:creationId xmlns:a16="http://schemas.microsoft.com/office/drawing/2014/main" id="{76A8822B-6061-331B-A8A5-75A185B1AD8E}"/>
              </a:ext>
            </a:extLst>
          </p:cNvPr>
          <p:cNvGrpSpPr/>
          <p:nvPr/>
        </p:nvGrpSpPr>
        <p:grpSpPr>
          <a:xfrm>
            <a:off x="8334630" y="2806592"/>
            <a:ext cx="3286910" cy="1384611"/>
            <a:chOff x="8334630" y="2806592"/>
            <a:chExt cx="3286910" cy="1384611"/>
          </a:xfrm>
        </p:grpSpPr>
        <p:sp>
          <p:nvSpPr>
            <p:cNvPr id="114" name="CuadroTexto 351">
              <a:extLst>
                <a:ext uri="{FF2B5EF4-FFF2-40B4-BE49-F238E27FC236}">
                  <a16:creationId xmlns:a16="http://schemas.microsoft.com/office/drawing/2014/main" id="{A0697E80-7E4A-1E69-71C0-7512ED2E34A5}"/>
                </a:ext>
              </a:extLst>
            </p:cNvPr>
            <p:cNvSpPr txBox="1"/>
            <p:nvPr/>
          </p:nvSpPr>
          <p:spPr>
            <a:xfrm>
              <a:off x="9765864"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29</a:t>
              </a:r>
            </a:p>
          </p:txBody>
        </p:sp>
        <p:sp>
          <p:nvSpPr>
            <p:cNvPr id="115" name="CuadroTexto 351">
              <a:extLst>
                <a:ext uri="{FF2B5EF4-FFF2-40B4-BE49-F238E27FC236}">
                  <a16:creationId xmlns:a16="http://schemas.microsoft.com/office/drawing/2014/main" id="{F6127E30-B5B8-D8C1-8F7C-2C34721F3DDD}"/>
                </a:ext>
              </a:extLst>
            </p:cNvPr>
            <p:cNvSpPr txBox="1"/>
            <p:nvPr/>
          </p:nvSpPr>
          <p:spPr>
            <a:xfrm>
              <a:off x="10242942"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30</a:t>
              </a:r>
            </a:p>
          </p:txBody>
        </p:sp>
        <p:sp>
          <p:nvSpPr>
            <p:cNvPr id="116" name="CuadroTexto 351">
              <a:extLst>
                <a:ext uri="{FF2B5EF4-FFF2-40B4-BE49-F238E27FC236}">
                  <a16:creationId xmlns:a16="http://schemas.microsoft.com/office/drawing/2014/main" id="{459F7D03-9CE4-5498-439A-0312A504CA51}"/>
                </a:ext>
              </a:extLst>
            </p:cNvPr>
            <p:cNvSpPr txBox="1"/>
            <p:nvPr/>
          </p:nvSpPr>
          <p:spPr>
            <a:xfrm>
              <a:off x="10720020"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31</a:t>
              </a:r>
            </a:p>
          </p:txBody>
        </p:sp>
        <p:grpSp>
          <p:nvGrpSpPr>
            <p:cNvPr id="117" name="Group 116">
              <a:extLst>
                <a:ext uri="{FF2B5EF4-FFF2-40B4-BE49-F238E27FC236}">
                  <a16:creationId xmlns:a16="http://schemas.microsoft.com/office/drawing/2014/main" id="{9AC3272C-036A-84E5-5F5D-C075DC7D2F3B}"/>
                </a:ext>
              </a:extLst>
            </p:cNvPr>
            <p:cNvGrpSpPr/>
            <p:nvPr/>
          </p:nvGrpSpPr>
          <p:grpSpPr>
            <a:xfrm>
              <a:off x="8334630" y="2806592"/>
              <a:ext cx="3286910" cy="1384611"/>
              <a:chOff x="4604945" y="2958992"/>
              <a:chExt cx="3286910" cy="1384611"/>
            </a:xfrm>
            <a:solidFill>
              <a:schemeClr val="accent3">
                <a:lumMod val="20000"/>
                <a:lumOff val="80000"/>
              </a:schemeClr>
            </a:solidFill>
          </p:grpSpPr>
          <p:sp>
            <p:nvSpPr>
              <p:cNvPr id="118" name="CuadroTexto 351">
                <a:extLst>
                  <a:ext uri="{FF2B5EF4-FFF2-40B4-BE49-F238E27FC236}">
                    <a16:creationId xmlns:a16="http://schemas.microsoft.com/office/drawing/2014/main" id="{6BDCCE03-37D9-0A81-7C29-5FA9AD3871B2}"/>
                  </a:ext>
                </a:extLst>
              </p:cNvPr>
              <p:cNvSpPr txBox="1"/>
              <p:nvPr/>
            </p:nvSpPr>
            <p:spPr>
              <a:xfrm>
                <a:off x="4604945" y="3512798"/>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sp>
            <p:nvSpPr>
              <p:cNvPr id="119" name="CuadroTexto 351">
                <a:extLst>
                  <a:ext uri="{FF2B5EF4-FFF2-40B4-BE49-F238E27FC236}">
                    <a16:creationId xmlns:a16="http://schemas.microsoft.com/office/drawing/2014/main" id="{F5CE4A61-8D04-CB66-3A74-AC8E60AD3709}"/>
                  </a:ext>
                </a:extLst>
              </p:cNvPr>
              <p:cNvSpPr txBox="1"/>
              <p:nvPr/>
            </p:nvSpPr>
            <p:spPr>
              <a:xfrm>
                <a:off x="4604945" y="3789701"/>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120" name="CuadroTexto 351">
                <a:extLst>
                  <a:ext uri="{FF2B5EF4-FFF2-40B4-BE49-F238E27FC236}">
                    <a16:creationId xmlns:a16="http://schemas.microsoft.com/office/drawing/2014/main" id="{A2F1A79D-BCA8-7821-7481-7F5CA4AA0A09}"/>
                  </a:ext>
                </a:extLst>
              </p:cNvPr>
              <p:cNvSpPr txBox="1"/>
              <p:nvPr/>
            </p:nvSpPr>
            <p:spPr>
              <a:xfrm>
                <a:off x="4604945" y="4066604"/>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121" name="CuadroTexto 351">
                <a:extLst>
                  <a:ext uri="{FF2B5EF4-FFF2-40B4-BE49-F238E27FC236}">
                    <a16:creationId xmlns:a16="http://schemas.microsoft.com/office/drawing/2014/main" id="{D6F3D57F-A764-D6A1-42BB-0C3014B4910C}"/>
                  </a:ext>
                </a:extLst>
              </p:cNvPr>
              <p:cNvSpPr txBox="1"/>
              <p:nvPr/>
            </p:nvSpPr>
            <p:spPr>
              <a:xfrm>
                <a:off x="4604945" y="3235895"/>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122" name="CuadroTexto 351">
                <a:extLst>
                  <a:ext uri="{FF2B5EF4-FFF2-40B4-BE49-F238E27FC236}">
                    <a16:creationId xmlns:a16="http://schemas.microsoft.com/office/drawing/2014/main" id="{FDAC1C08-F593-411C-61F0-A2F51B26B0F5}"/>
                  </a:ext>
                </a:extLst>
              </p:cNvPr>
              <p:cNvSpPr txBox="1"/>
              <p:nvPr/>
            </p:nvSpPr>
            <p:spPr>
              <a:xfrm>
                <a:off x="5082023" y="3512798"/>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sp>
            <p:nvSpPr>
              <p:cNvPr id="123" name="CuadroTexto 351">
                <a:extLst>
                  <a:ext uri="{FF2B5EF4-FFF2-40B4-BE49-F238E27FC236}">
                    <a16:creationId xmlns:a16="http://schemas.microsoft.com/office/drawing/2014/main" id="{8EB4AAFC-042A-A4D1-F8DB-C6CBD0E5FA49}"/>
                  </a:ext>
                </a:extLst>
              </p:cNvPr>
              <p:cNvSpPr txBox="1"/>
              <p:nvPr/>
            </p:nvSpPr>
            <p:spPr>
              <a:xfrm>
                <a:off x="5082023" y="3789701"/>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124" name="CuadroTexto 351">
                <a:extLst>
                  <a:ext uri="{FF2B5EF4-FFF2-40B4-BE49-F238E27FC236}">
                    <a16:creationId xmlns:a16="http://schemas.microsoft.com/office/drawing/2014/main" id="{B6998A53-6655-8C53-2C36-08918EBF8B0B}"/>
                  </a:ext>
                </a:extLst>
              </p:cNvPr>
              <p:cNvSpPr txBox="1"/>
              <p:nvPr/>
            </p:nvSpPr>
            <p:spPr>
              <a:xfrm>
                <a:off x="5082023" y="4066604"/>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125" name="CuadroTexto 351">
                <a:extLst>
                  <a:ext uri="{FF2B5EF4-FFF2-40B4-BE49-F238E27FC236}">
                    <a16:creationId xmlns:a16="http://schemas.microsoft.com/office/drawing/2014/main" id="{B1CBA4A4-A441-4660-7384-AAF96384EF44}"/>
                  </a:ext>
                </a:extLst>
              </p:cNvPr>
              <p:cNvSpPr txBox="1"/>
              <p:nvPr/>
            </p:nvSpPr>
            <p:spPr>
              <a:xfrm>
                <a:off x="5082023" y="3235895"/>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126" name="CuadroTexto 351">
                <a:extLst>
                  <a:ext uri="{FF2B5EF4-FFF2-40B4-BE49-F238E27FC236}">
                    <a16:creationId xmlns:a16="http://schemas.microsoft.com/office/drawing/2014/main" id="{46D7EDFC-6F43-C51F-9FFF-4FA77BC7ADD6}"/>
                  </a:ext>
                </a:extLst>
              </p:cNvPr>
              <p:cNvSpPr txBox="1"/>
              <p:nvPr/>
            </p:nvSpPr>
            <p:spPr>
              <a:xfrm>
                <a:off x="5559101" y="3512798"/>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sp>
            <p:nvSpPr>
              <p:cNvPr id="127" name="CuadroTexto 351">
                <a:extLst>
                  <a:ext uri="{FF2B5EF4-FFF2-40B4-BE49-F238E27FC236}">
                    <a16:creationId xmlns:a16="http://schemas.microsoft.com/office/drawing/2014/main" id="{18673460-E354-5E79-422B-49E49FFA34DF}"/>
                  </a:ext>
                </a:extLst>
              </p:cNvPr>
              <p:cNvSpPr txBox="1"/>
              <p:nvPr/>
            </p:nvSpPr>
            <p:spPr>
              <a:xfrm>
                <a:off x="5559101" y="3789701"/>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128" name="CuadroTexto 351">
                <a:extLst>
                  <a:ext uri="{FF2B5EF4-FFF2-40B4-BE49-F238E27FC236}">
                    <a16:creationId xmlns:a16="http://schemas.microsoft.com/office/drawing/2014/main" id="{38E09829-C02C-6DA2-C08B-42A078A585A0}"/>
                  </a:ext>
                </a:extLst>
              </p:cNvPr>
              <p:cNvSpPr txBox="1"/>
              <p:nvPr/>
            </p:nvSpPr>
            <p:spPr>
              <a:xfrm>
                <a:off x="5559101" y="4066604"/>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129" name="CuadroTexto 351">
                <a:extLst>
                  <a:ext uri="{FF2B5EF4-FFF2-40B4-BE49-F238E27FC236}">
                    <a16:creationId xmlns:a16="http://schemas.microsoft.com/office/drawing/2014/main" id="{7FBF9F03-82C8-C52F-32EE-5D0B19EFDEC3}"/>
                  </a:ext>
                </a:extLst>
              </p:cNvPr>
              <p:cNvSpPr txBox="1"/>
              <p:nvPr/>
            </p:nvSpPr>
            <p:spPr>
              <a:xfrm>
                <a:off x="5559101" y="3235895"/>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130" name="CuadroTexto 351">
                <a:extLst>
                  <a:ext uri="{FF2B5EF4-FFF2-40B4-BE49-F238E27FC236}">
                    <a16:creationId xmlns:a16="http://schemas.microsoft.com/office/drawing/2014/main" id="{ECE5A40E-2438-C927-D656-A0477AA844FB}"/>
                  </a:ext>
                </a:extLst>
              </p:cNvPr>
              <p:cNvSpPr txBox="1"/>
              <p:nvPr/>
            </p:nvSpPr>
            <p:spPr>
              <a:xfrm>
                <a:off x="6036179" y="3512798"/>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131" name="CuadroTexto 351">
                <a:extLst>
                  <a:ext uri="{FF2B5EF4-FFF2-40B4-BE49-F238E27FC236}">
                    <a16:creationId xmlns:a16="http://schemas.microsoft.com/office/drawing/2014/main" id="{B13C3227-8A07-5106-F44B-834C9EFFC85B}"/>
                  </a:ext>
                </a:extLst>
              </p:cNvPr>
              <p:cNvSpPr txBox="1"/>
              <p:nvPr/>
            </p:nvSpPr>
            <p:spPr>
              <a:xfrm>
                <a:off x="6036179" y="3789701"/>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132" name="CuadroTexto 351">
                <a:extLst>
                  <a:ext uri="{FF2B5EF4-FFF2-40B4-BE49-F238E27FC236}">
                    <a16:creationId xmlns:a16="http://schemas.microsoft.com/office/drawing/2014/main" id="{BE725BB4-4CEA-943B-65D6-2A612019B964}"/>
                  </a:ext>
                </a:extLst>
              </p:cNvPr>
              <p:cNvSpPr txBox="1"/>
              <p:nvPr/>
            </p:nvSpPr>
            <p:spPr>
              <a:xfrm>
                <a:off x="6036179" y="2958992"/>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133" name="CuadroTexto 351">
                <a:extLst>
                  <a:ext uri="{FF2B5EF4-FFF2-40B4-BE49-F238E27FC236}">
                    <a16:creationId xmlns:a16="http://schemas.microsoft.com/office/drawing/2014/main" id="{6147F80C-989C-6115-A26F-F47AC538E9AE}"/>
                  </a:ext>
                </a:extLst>
              </p:cNvPr>
              <p:cNvSpPr txBox="1"/>
              <p:nvPr/>
            </p:nvSpPr>
            <p:spPr>
              <a:xfrm>
                <a:off x="6036179" y="3235895"/>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sp>
            <p:nvSpPr>
              <p:cNvPr id="134" name="CuadroTexto 351">
                <a:extLst>
                  <a:ext uri="{FF2B5EF4-FFF2-40B4-BE49-F238E27FC236}">
                    <a16:creationId xmlns:a16="http://schemas.microsoft.com/office/drawing/2014/main" id="{19069834-2654-4FA1-EECB-45E523902A84}"/>
                  </a:ext>
                </a:extLst>
              </p:cNvPr>
              <p:cNvSpPr txBox="1"/>
              <p:nvPr/>
            </p:nvSpPr>
            <p:spPr>
              <a:xfrm>
                <a:off x="6513257" y="3512798"/>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135" name="CuadroTexto 351">
                <a:extLst>
                  <a:ext uri="{FF2B5EF4-FFF2-40B4-BE49-F238E27FC236}">
                    <a16:creationId xmlns:a16="http://schemas.microsoft.com/office/drawing/2014/main" id="{427F0504-05AD-B824-DC28-91EC458EC754}"/>
                  </a:ext>
                </a:extLst>
              </p:cNvPr>
              <p:cNvSpPr txBox="1"/>
              <p:nvPr/>
            </p:nvSpPr>
            <p:spPr>
              <a:xfrm>
                <a:off x="6513257" y="3789701"/>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136" name="CuadroTexto 351">
                <a:extLst>
                  <a:ext uri="{FF2B5EF4-FFF2-40B4-BE49-F238E27FC236}">
                    <a16:creationId xmlns:a16="http://schemas.microsoft.com/office/drawing/2014/main" id="{316246B6-4057-FEE0-14AD-E8CF7449D9CA}"/>
                  </a:ext>
                </a:extLst>
              </p:cNvPr>
              <p:cNvSpPr txBox="1"/>
              <p:nvPr/>
            </p:nvSpPr>
            <p:spPr>
              <a:xfrm>
                <a:off x="6513257" y="2958992"/>
                <a:ext cx="424442" cy="276999"/>
              </a:xfrm>
              <a:prstGeom prst="rect">
                <a:avLst/>
              </a:prstGeom>
              <a:grpFill/>
              <a:ln>
                <a:noFill/>
              </a:ln>
            </p:spPr>
            <p:txBody>
              <a:bodyPr wrap="square" rtlCol="0">
                <a:spAutoFit/>
              </a:bodyPr>
              <a:lstStyle/>
              <a:p>
                <a:pPr algn="ctr"/>
                <a:r>
                  <a:rPr lang="en-US" sz="1200" dirty="0">
                    <a:cs typeface="Poppins Light" pitchFamily="2" charset="77"/>
                  </a:rPr>
                  <a:t>2</a:t>
                </a:r>
              </a:p>
            </p:txBody>
          </p:sp>
          <p:sp>
            <p:nvSpPr>
              <p:cNvPr id="137" name="CuadroTexto 351">
                <a:extLst>
                  <a:ext uri="{FF2B5EF4-FFF2-40B4-BE49-F238E27FC236}">
                    <a16:creationId xmlns:a16="http://schemas.microsoft.com/office/drawing/2014/main" id="{BF5343BF-B48F-66DC-BC62-BCA5E608A365}"/>
                  </a:ext>
                </a:extLst>
              </p:cNvPr>
              <p:cNvSpPr txBox="1"/>
              <p:nvPr/>
            </p:nvSpPr>
            <p:spPr>
              <a:xfrm>
                <a:off x="6513257" y="3235895"/>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sp>
            <p:nvSpPr>
              <p:cNvPr id="138" name="CuadroTexto 351">
                <a:extLst>
                  <a:ext uri="{FF2B5EF4-FFF2-40B4-BE49-F238E27FC236}">
                    <a16:creationId xmlns:a16="http://schemas.microsoft.com/office/drawing/2014/main" id="{A346AB21-8954-92F6-85CA-C64D96C5698B}"/>
                  </a:ext>
                </a:extLst>
              </p:cNvPr>
              <p:cNvSpPr txBox="1"/>
              <p:nvPr/>
            </p:nvSpPr>
            <p:spPr>
              <a:xfrm>
                <a:off x="6990335" y="3512798"/>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139" name="CuadroTexto 351">
                <a:extLst>
                  <a:ext uri="{FF2B5EF4-FFF2-40B4-BE49-F238E27FC236}">
                    <a16:creationId xmlns:a16="http://schemas.microsoft.com/office/drawing/2014/main" id="{69A77E4A-8225-F187-3A7B-AEE29A5249E5}"/>
                  </a:ext>
                </a:extLst>
              </p:cNvPr>
              <p:cNvSpPr txBox="1"/>
              <p:nvPr/>
            </p:nvSpPr>
            <p:spPr>
              <a:xfrm>
                <a:off x="6990335" y="3789701"/>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140" name="CuadroTexto 351">
                <a:extLst>
                  <a:ext uri="{FF2B5EF4-FFF2-40B4-BE49-F238E27FC236}">
                    <a16:creationId xmlns:a16="http://schemas.microsoft.com/office/drawing/2014/main" id="{7F28B08B-A09E-B749-373C-711A6091243C}"/>
                  </a:ext>
                </a:extLst>
              </p:cNvPr>
              <p:cNvSpPr txBox="1"/>
              <p:nvPr/>
            </p:nvSpPr>
            <p:spPr>
              <a:xfrm>
                <a:off x="6990335" y="2958992"/>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141" name="CuadroTexto 351">
                <a:extLst>
                  <a:ext uri="{FF2B5EF4-FFF2-40B4-BE49-F238E27FC236}">
                    <a16:creationId xmlns:a16="http://schemas.microsoft.com/office/drawing/2014/main" id="{DA0FC8EE-08B0-F181-96C8-A3877DCE0A96}"/>
                  </a:ext>
                </a:extLst>
              </p:cNvPr>
              <p:cNvSpPr txBox="1"/>
              <p:nvPr/>
            </p:nvSpPr>
            <p:spPr>
              <a:xfrm>
                <a:off x="6990335" y="3235895"/>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sp>
            <p:nvSpPr>
              <p:cNvPr id="142" name="CuadroTexto 351">
                <a:extLst>
                  <a:ext uri="{FF2B5EF4-FFF2-40B4-BE49-F238E27FC236}">
                    <a16:creationId xmlns:a16="http://schemas.microsoft.com/office/drawing/2014/main" id="{A83E5FA4-682A-C75A-964C-248D9D30DE96}"/>
                  </a:ext>
                </a:extLst>
              </p:cNvPr>
              <p:cNvSpPr txBox="1"/>
              <p:nvPr/>
            </p:nvSpPr>
            <p:spPr>
              <a:xfrm>
                <a:off x="7467413" y="3512798"/>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143" name="CuadroTexto 351">
                <a:extLst>
                  <a:ext uri="{FF2B5EF4-FFF2-40B4-BE49-F238E27FC236}">
                    <a16:creationId xmlns:a16="http://schemas.microsoft.com/office/drawing/2014/main" id="{B5C87BAA-AE2D-5337-0580-0625F78FE9CE}"/>
                  </a:ext>
                </a:extLst>
              </p:cNvPr>
              <p:cNvSpPr txBox="1"/>
              <p:nvPr/>
            </p:nvSpPr>
            <p:spPr>
              <a:xfrm>
                <a:off x="7467413" y="3789701"/>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144" name="CuadroTexto 351">
                <a:extLst>
                  <a:ext uri="{FF2B5EF4-FFF2-40B4-BE49-F238E27FC236}">
                    <a16:creationId xmlns:a16="http://schemas.microsoft.com/office/drawing/2014/main" id="{B32541DB-5FD0-4B78-2ABA-6E7AA67DFB9F}"/>
                  </a:ext>
                </a:extLst>
              </p:cNvPr>
              <p:cNvSpPr txBox="1"/>
              <p:nvPr/>
            </p:nvSpPr>
            <p:spPr>
              <a:xfrm>
                <a:off x="7467413" y="2958992"/>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145" name="CuadroTexto 351">
                <a:extLst>
                  <a:ext uri="{FF2B5EF4-FFF2-40B4-BE49-F238E27FC236}">
                    <a16:creationId xmlns:a16="http://schemas.microsoft.com/office/drawing/2014/main" id="{0BBA9B4D-D348-75A7-FD5F-F2361BF5438C}"/>
                  </a:ext>
                </a:extLst>
              </p:cNvPr>
              <p:cNvSpPr txBox="1"/>
              <p:nvPr/>
            </p:nvSpPr>
            <p:spPr>
              <a:xfrm>
                <a:off x="7467413" y="3235895"/>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spTree>
    <p:extLst>
      <p:ext uri="{BB962C8B-B14F-4D97-AF65-F5344CB8AC3E}">
        <p14:creationId xmlns:p14="http://schemas.microsoft.com/office/powerpoint/2010/main" val="3002419514"/>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ctangle: Rounded Corners 55">
            <a:extLst>
              <a:ext uri="{FF2B5EF4-FFF2-40B4-BE49-F238E27FC236}">
                <a16:creationId xmlns:a16="http://schemas.microsoft.com/office/drawing/2014/main" id="{A2D13A0E-83A8-D5AA-D243-B7420CAA8841}"/>
              </a:ext>
            </a:extLst>
          </p:cNvPr>
          <p:cNvSpPr/>
          <p:nvPr/>
        </p:nvSpPr>
        <p:spPr>
          <a:xfrm>
            <a:off x="6210299" y="1274206"/>
            <a:ext cx="5320631" cy="5113893"/>
          </a:xfrm>
          <a:prstGeom prst="roundRect">
            <a:avLst>
              <a:gd name="adj" fmla="val 4995"/>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5838012-074F-2E92-93AA-0D4D7B193774}"/>
              </a:ext>
            </a:extLst>
          </p:cNvPr>
          <p:cNvSpPr>
            <a:spLocks noGrp="1"/>
          </p:cNvSpPr>
          <p:nvPr>
            <p:ph type="title"/>
          </p:nvPr>
        </p:nvSpPr>
        <p:spPr>
          <a:xfrm>
            <a:off x="214184" y="13663"/>
            <a:ext cx="9728886" cy="678316"/>
          </a:xfrm>
        </p:spPr>
        <p:txBody>
          <a:bodyPr/>
          <a:lstStyle/>
          <a:p>
            <a:r>
              <a:rPr lang="en-US" dirty="0"/>
              <a:t>Calendar 5</a:t>
            </a:r>
          </a:p>
        </p:txBody>
      </p:sp>
      <p:sp>
        <p:nvSpPr>
          <p:cNvPr id="52" name="Rectángulo 7">
            <a:extLst>
              <a:ext uri="{FF2B5EF4-FFF2-40B4-BE49-F238E27FC236}">
                <a16:creationId xmlns:a16="http://schemas.microsoft.com/office/drawing/2014/main" id="{579015E5-FD6D-9F20-4035-C978D9D35A34}"/>
              </a:ext>
            </a:extLst>
          </p:cNvPr>
          <p:cNvSpPr/>
          <p:nvPr/>
        </p:nvSpPr>
        <p:spPr>
          <a:xfrm flipH="1">
            <a:off x="838199" y="2331138"/>
            <a:ext cx="4800601" cy="3046988"/>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 dolor sit amet, consectetuer adipiscing elit. Maecenas porttitor congue massa. Fusce posuere, magna sed pulvinar ultricies, purus lectus malesuada libero, sit amet commodo magna eros quis urna.</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Nunc viverra imperdiet enim. Fusce est. Vivamus a tellus.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Pellentesque habitant morbi tristique senectus et netus et malesuada fames ac turpis egestas. Proin pharetra nonummy pede. Mauris et </a:t>
            </a:r>
            <a:r>
              <a:rPr kumimoji="0" lang="en-US" sz="1600" b="0" i="0" u="none" strike="noStrike" kern="1200" cap="none" spc="0" normalizeH="0" baseline="0" noProof="0" dirty="0" err="1">
                <a:ln>
                  <a:noFill/>
                </a:ln>
                <a:effectLst/>
                <a:uLnTx/>
                <a:uFillTx/>
                <a:cs typeface="Calibri" panose="020F0502020204030204" pitchFamily="34" charset="0"/>
                <a:sym typeface="Calibri" panose="020F0502020204030204" pitchFamily="34" charset="0"/>
              </a:rPr>
              <a:t>orci</a:t>
            </a: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a:t>
            </a:r>
          </a:p>
        </p:txBody>
      </p:sp>
      <p:sp>
        <p:nvSpPr>
          <p:cNvPr id="3" name="CuadroTexto 350">
            <a:extLst>
              <a:ext uri="{FF2B5EF4-FFF2-40B4-BE49-F238E27FC236}">
                <a16:creationId xmlns:a16="http://schemas.microsoft.com/office/drawing/2014/main" id="{0B7DD0FB-8747-0C10-B468-7E6116623816}"/>
              </a:ext>
            </a:extLst>
          </p:cNvPr>
          <p:cNvSpPr txBox="1"/>
          <p:nvPr/>
        </p:nvSpPr>
        <p:spPr>
          <a:xfrm>
            <a:off x="6665941" y="1343525"/>
            <a:ext cx="4409349" cy="584776"/>
          </a:xfrm>
          <a:prstGeom prst="rect">
            <a:avLst/>
          </a:prstGeom>
          <a:noFill/>
        </p:spPr>
        <p:txBody>
          <a:bodyPr wrap="square" rtlCol="0">
            <a:spAutoFit/>
          </a:bodyPr>
          <a:lstStyle/>
          <a:p>
            <a:pPr algn="ctr"/>
            <a:r>
              <a:rPr lang="en-US" sz="3200" b="1" dirty="0">
                <a:ea typeface="Lato Heavy" charset="0"/>
                <a:cs typeface="Poppins" pitchFamily="2" charset="77"/>
              </a:rPr>
              <a:t>January 2023</a:t>
            </a:r>
          </a:p>
        </p:txBody>
      </p:sp>
      <p:sp>
        <p:nvSpPr>
          <p:cNvPr id="5" name="CuadroTexto 351">
            <a:extLst>
              <a:ext uri="{FF2B5EF4-FFF2-40B4-BE49-F238E27FC236}">
                <a16:creationId xmlns:a16="http://schemas.microsoft.com/office/drawing/2014/main" id="{65786874-7D39-996A-9DC1-3FCBE8C579B5}"/>
              </a:ext>
            </a:extLst>
          </p:cNvPr>
          <p:cNvSpPr txBox="1"/>
          <p:nvPr/>
        </p:nvSpPr>
        <p:spPr>
          <a:xfrm>
            <a:off x="6210300" y="2275908"/>
            <a:ext cx="742868" cy="338553"/>
          </a:xfrm>
          <a:prstGeom prst="rect">
            <a:avLst/>
          </a:prstGeom>
          <a:noFill/>
        </p:spPr>
        <p:txBody>
          <a:bodyPr wrap="square" rtlCol="0">
            <a:spAutoFit/>
          </a:bodyPr>
          <a:lstStyle/>
          <a:p>
            <a:pPr algn="ctr"/>
            <a:r>
              <a:rPr lang="en-US" sz="1600" dirty="0">
                <a:cs typeface="Poppins Light" pitchFamily="2" charset="77"/>
              </a:rPr>
              <a:t>Su</a:t>
            </a:r>
          </a:p>
        </p:txBody>
      </p:sp>
      <p:sp>
        <p:nvSpPr>
          <p:cNvPr id="6" name="CuadroTexto 351">
            <a:extLst>
              <a:ext uri="{FF2B5EF4-FFF2-40B4-BE49-F238E27FC236}">
                <a16:creationId xmlns:a16="http://schemas.microsoft.com/office/drawing/2014/main" id="{8F717418-640F-82BC-6360-3A8E62E8C362}"/>
              </a:ext>
            </a:extLst>
          </p:cNvPr>
          <p:cNvSpPr txBox="1"/>
          <p:nvPr/>
        </p:nvSpPr>
        <p:spPr>
          <a:xfrm>
            <a:off x="6994432" y="2275908"/>
            <a:ext cx="742868" cy="338553"/>
          </a:xfrm>
          <a:prstGeom prst="rect">
            <a:avLst/>
          </a:prstGeom>
          <a:noFill/>
        </p:spPr>
        <p:txBody>
          <a:bodyPr wrap="square" rtlCol="0">
            <a:spAutoFit/>
          </a:bodyPr>
          <a:lstStyle/>
          <a:p>
            <a:pPr algn="ctr"/>
            <a:r>
              <a:rPr lang="en-US" sz="1600" dirty="0">
                <a:cs typeface="Poppins Light" pitchFamily="2" charset="77"/>
              </a:rPr>
              <a:t>Mo</a:t>
            </a:r>
          </a:p>
        </p:txBody>
      </p:sp>
      <p:sp>
        <p:nvSpPr>
          <p:cNvPr id="7" name="CuadroTexto 351">
            <a:extLst>
              <a:ext uri="{FF2B5EF4-FFF2-40B4-BE49-F238E27FC236}">
                <a16:creationId xmlns:a16="http://schemas.microsoft.com/office/drawing/2014/main" id="{F63FA0E6-3DBF-07BC-E4F2-E067D76140A6}"/>
              </a:ext>
            </a:extLst>
          </p:cNvPr>
          <p:cNvSpPr txBox="1"/>
          <p:nvPr/>
        </p:nvSpPr>
        <p:spPr>
          <a:xfrm>
            <a:off x="7753621" y="2275908"/>
            <a:ext cx="742868" cy="338553"/>
          </a:xfrm>
          <a:prstGeom prst="rect">
            <a:avLst/>
          </a:prstGeom>
          <a:noFill/>
        </p:spPr>
        <p:txBody>
          <a:bodyPr wrap="square" rtlCol="0">
            <a:spAutoFit/>
          </a:bodyPr>
          <a:lstStyle/>
          <a:p>
            <a:pPr algn="ctr"/>
            <a:r>
              <a:rPr lang="en-US" sz="1600" dirty="0">
                <a:cs typeface="Poppins Light" pitchFamily="2" charset="77"/>
              </a:rPr>
              <a:t>Tu</a:t>
            </a:r>
          </a:p>
        </p:txBody>
      </p:sp>
      <p:sp>
        <p:nvSpPr>
          <p:cNvPr id="8" name="CuadroTexto 351">
            <a:extLst>
              <a:ext uri="{FF2B5EF4-FFF2-40B4-BE49-F238E27FC236}">
                <a16:creationId xmlns:a16="http://schemas.microsoft.com/office/drawing/2014/main" id="{C4FCE1DA-C557-572E-62A3-838049FA3306}"/>
              </a:ext>
            </a:extLst>
          </p:cNvPr>
          <p:cNvSpPr txBox="1"/>
          <p:nvPr/>
        </p:nvSpPr>
        <p:spPr>
          <a:xfrm>
            <a:off x="8516586" y="2275908"/>
            <a:ext cx="742868" cy="338553"/>
          </a:xfrm>
          <a:prstGeom prst="rect">
            <a:avLst/>
          </a:prstGeom>
          <a:noFill/>
        </p:spPr>
        <p:txBody>
          <a:bodyPr wrap="square" rtlCol="0">
            <a:spAutoFit/>
          </a:bodyPr>
          <a:lstStyle/>
          <a:p>
            <a:pPr algn="ctr"/>
            <a:r>
              <a:rPr lang="en-US" sz="1600" dirty="0">
                <a:cs typeface="Poppins Light" pitchFamily="2" charset="77"/>
              </a:rPr>
              <a:t>We</a:t>
            </a:r>
          </a:p>
        </p:txBody>
      </p:sp>
      <p:sp>
        <p:nvSpPr>
          <p:cNvPr id="9" name="CuadroTexto 351">
            <a:extLst>
              <a:ext uri="{FF2B5EF4-FFF2-40B4-BE49-F238E27FC236}">
                <a16:creationId xmlns:a16="http://schemas.microsoft.com/office/drawing/2014/main" id="{F9397D4D-F917-C278-737F-3C50F9229BDD}"/>
              </a:ext>
            </a:extLst>
          </p:cNvPr>
          <p:cNvSpPr txBox="1"/>
          <p:nvPr/>
        </p:nvSpPr>
        <p:spPr>
          <a:xfrm>
            <a:off x="9270493" y="2275908"/>
            <a:ext cx="742868" cy="338553"/>
          </a:xfrm>
          <a:prstGeom prst="rect">
            <a:avLst/>
          </a:prstGeom>
          <a:noFill/>
        </p:spPr>
        <p:txBody>
          <a:bodyPr wrap="square" rtlCol="0">
            <a:spAutoFit/>
          </a:bodyPr>
          <a:lstStyle/>
          <a:p>
            <a:pPr algn="ctr"/>
            <a:r>
              <a:rPr lang="en-US" sz="1600" dirty="0">
                <a:cs typeface="Poppins Light" pitchFamily="2" charset="77"/>
              </a:rPr>
              <a:t>Th</a:t>
            </a:r>
          </a:p>
        </p:txBody>
      </p:sp>
      <p:sp>
        <p:nvSpPr>
          <p:cNvPr id="10" name="CuadroTexto 351">
            <a:extLst>
              <a:ext uri="{FF2B5EF4-FFF2-40B4-BE49-F238E27FC236}">
                <a16:creationId xmlns:a16="http://schemas.microsoft.com/office/drawing/2014/main" id="{63233784-720C-1186-5FB1-4163179B037D}"/>
              </a:ext>
            </a:extLst>
          </p:cNvPr>
          <p:cNvSpPr txBox="1"/>
          <p:nvPr/>
        </p:nvSpPr>
        <p:spPr>
          <a:xfrm>
            <a:off x="10029276" y="2275908"/>
            <a:ext cx="742868" cy="338553"/>
          </a:xfrm>
          <a:prstGeom prst="rect">
            <a:avLst/>
          </a:prstGeom>
          <a:noFill/>
        </p:spPr>
        <p:txBody>
          <a:bodyPr wrap="square" rtlCol="0">
            <a:spAutoFit/>
          </a:bodyPr>
          <a:lstStyle/>
          <a:p>
            <a:pPr algn="ctr"/>
            <a:r>
              <a:rPr lang="en-US" sz="1600" dirty="0">
                <a:cs typeface="Poppins Light" pitchFamily="2" charset="77"/>
              </a:rPr>
              <a:t>Fr</a:t>
            </a:r>
          </a:p>
        </p:txBody>
      </p:sp>
      <p:sp>
        <p:nvSpPr>
          <p:cNvPr id="11" name="CuadroTexto 351">
            <a:extLst>
              <a:ext uri="{FF2B5EF4-FFF2-40B4-BE49-F238E27FC236}">
                <a16:creationId xmlns:a16="http://schemas.microsoft.com/office/drawing/2014/main" id="{199AA850-8C70-ABEF-064F-3B9EADF4AA88}"/>
              </a:ext>
            </a:extLst>
          </p:cNvPr>
          <p:cNvSpPr txBox="1"/>
          <p:nvPr/>
        </p:nvSpPr>
        <p:spPr>
          <a:xfrm>
            <a:off x="10788063" y="2275908"/>
            <a:ext cx="742868" cy="338553"/>
          </a:xfrm>
          <a:prstGeom prst="rect">
            <a:avLst/>
          </a:prstGeom>
          <a:noFill/>
        </p:spPr>
        <p:txBody>
          <a:bodyPr wrap="square" rtlCol="0">
            <a:spAutoFit/>
          </a:bodyPr>
          <a:lstStyle/>
          <a:p>
            <a:pPr algn="ctr"/>
            <a:r>
              <a:rPr lang="en-US" sz="1600" dirty="0">
                <a:cs typeface="Poppins Light" pitchFamily="2" charset="77"/>
              </a:rPr>
              <a:t>Sa</a:t>
            </a:r>
          </a:p>
        </p:txBody>
      </p:sp>
      <p:sp>
        <p:nvSpPr>
          <p:cNvPr id="47" name="CuadroTexto 351">
            <a:extLst>
              <a:ext uri="{FF2B5EF4-FFF2-40B4-BE49-F238E27FC236}">
                <a16:creationId xmlns:a16="http://schemas.microsoft.com/office/drawing/2014/main" id="{D67D6A2F-165A-FA4A-205F-E424C2D88B03}"/>
              </a:ext>
            </a:extLst>
          </p:cNvPr>
          <p:cNvSpPr txBox="1">
            <a:spLocks noChangeAspect="1"/>
          </p:cNvSpPr>
          <p:nvPr/>
        </p:nvSpPr>
        <p:spPr>
          <a:xfrm>
            <a:off x="6340931"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15</a:t>
            </a:r>
          </a:p>
        </p:txBody>
      </p:sp>
      <p:sp>
        <p:nvSpPr>
          <p:cNvPr id="48" name="CuadroTexto 351">
            <a:extLst>
              <a:ext uri="{FF2B5EF4-FFF2-40B4-BE49-F238E27FC236}">
                <a16:creationId xmlns:a16="http://schemas.microsoft.com/office/drawing/2014/main" id="{B96A4A9A-12F5-EF9D-C9E6-48700B8D166C}"/>
              </a:ext>
            </a:extLst>
          </p:cNvPr>
          <p:cNvSpPr txBox="1">
            <a:spLocks noChangeAspect="1"/>
          </p:cNvSpPr>
          <p:nvPr/>
        </p:nvSpPr>
        <p:spPr>
          <a:xfrm>
            <a:off x="6340931"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22</a:t>
            </a:r>
          </a:p>
        </p:txBody>
      </p:sp>
      <p:sp>
        <p:nvSpPr>
          <p:cNvPr id="49" name="CuadroTexto 351">
            <a:extLst>
              <a:ext uri="{FF2B5EF4-FFF2-40B4-BE49-F238E27FC236}">
                <a16:creationId xmlns:a16="http://schemas.microsoft.com/office/drawing/2014/main" id="{3678A6B5-1C7C-4DE9-5BEB-3C19B8B62A54}"/>
              </a:ext>
            </a:extLst>
          </p:cNvPr>
          <p:cNvSpPr txBox="1">
            <a:spLocks noChangeAspect="1"/>
          </p:cNvSpPr>
          <p:nvPr/>
        </p:nvSpPr>
        <p:spPr>
          <a:xfrm>
            <a:off x="6340931"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29</a:t>
            </a:r>
          </a:p>
        </p:txBody>
      </p:sp>
      <p:sp>
        <p:nvSpPr>
          <p:cNvPr id="50" name="CuadroTexto 351">
            <a:extLst>
              <a:ext uri="{FF2B5EF4-FFF2-40B4-BE49-F238E27FC236}">
                <a16:creationId xmlns:a16="http://schemas.microsoft.com/office/drawing/2014/main" id="{CD44AA8C-079F-4C8C-CCB3-264A34C11964}"/>
              </a:ext>
            </a:extLst>
          </p:cNvPr>
          <p:cNvSpPr txBox="1">
            <a:spLocks noChangeAspect="1"/>
          </p:cNvSpPr>
          <p:nvPr/>
        </p:nvSpPr>
        <p:spPr>
          <a:xfrm>
            <a:off x="6340931"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a:t>
            </a:r>
          </a:p>
        </p:txBody>
      </p:sp>
      <p:sp>
        <p:nvSpPr>
          <p:cNvPr id="51" name="CuadroTexto 351">
            <a:extLst>
              <a:ext uri="{FF2B5EF4-FFF2-40B4-BE49-F238E27FC236}">
                <a16:creationId xmlns:a16="http://schemas.microsoft.com/office/drawing/2014/main" id="{E5B302D9-80D2-329B-9B19-FCDD59BDDDE0}"/>
              </a:ext>
            </a:extLst>
          </p:cNvPr>
          <p:cNvSpPr txBox="1">
            <a:spLocks noChangeAspect="1"/>
          </p:cNvSpPr>
          <p:nvPr/>
        </p:nvSpPr>
        <p:spPr>
          <a:xfrm>
            <a:off x="6340931"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8</a:t>
            </a:r>
          </a:p>
        </p:txBody>
      </p:sp>
      <p:sp>
        <p:nvSpPr>
          <p:cNvPr id="42" name="CuadroTexto 351">
            <a:extLst>
              <a:ext uri="{FF2B5EF4-FFF2-40B4-BE49-F238E27FC236}">
                <a16:creationId xmlns:a16="http://schemas.microsoft.com/office/drawing/2014/main" id="{2E269F10-27A0-2818-4318-141990D3DF66}"/>
              </a:ext>
            </a:extLst>
          </p:cNvPr>
          <p:cNvSpPr txBox="1">
            <a:spLocks noChangeAspect="1"/>
          </p:cNvSpPr>
          <p:nvPr/>
        </p:nvSpPr>
        <p:spPr>
          <a:xfrm>
            <a:off x="7125063"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16</a:t>
            </a:r>
          </a:p>
        </p:txBody>
      </p:sp>
      <p:sp>
        <p:nvSpPr>
          <p:cNvPr id="43" name="CuadroTexto 351">
            <a:extLst>
              <a:ext uri="{FF2B5EF4-FFF2-40B4-BE49-F238E27FC236}">
                <a16:creationId xmlns:a16="http://schemas.microsoft.com/office/drawing/2014/main" id="{D9962E54-5D67-74C2-86D4-7802AB9FA47B}"/>
              </a:ext>
            </a:extLst>
          </p:cNvPr>
          <p:cNvSpPr txBox="1">
            <a:spLocks noChangeAspect="1"/>
          </p:cNvSpPr>
          <p:nvPr/>
        </p:nvSpPr>
        <p:spPr>
          <a:xfrm>
            <a:off x="7125063" y="5032868"/>
            <a:ext cx="481607" cy="481607"/>
          </a:xfrm>
          <a:prstGeom prst="ellipse">
            <a:avLst/>
          </a:prstGeom>
          <a:solidFill>
            <a:schemeClr val="accent3"/>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23</a:t>
            </a:r>
          </a:p>
        </p:txBody>
      </p:sp>
      <p:sp>
        <p:nvSpPr>
          <p:cNvPr id="44" name="CuadroTexto 351">
            <a:extLst>
              <a:ext uri="{FF2B5EF4-FFF2-40B4-BE49-F238E27FC236}">
                <a16:creationId xmlns:a16="http://schemas.microsoft.com/office/drawing/2014/main" id="{122E30CA-5544-B0E5-1516-41AE9433220B}"/>
              </a:ext>
            </a:extLst>
          </p:cNvPr>
          <p:cNvSpPr txBox="1">
            <a:spLocks noChangeAspect="1"/>
          </p:cNvSpPr>
          <p:nvPr/>
        </p:nvSpPr>
        <p:spPr>
          <a:xfrm>
            <a:off x="7125063"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30</a:t>
            </a:r>
          </a:p>
        </p:txBody>
      </p:sp>
      <p:sp>
        <p:nvSpPr>
          <p:cNvPr id="45" name="CuadroTexto 351">
            <a:extLst>
              <a:ext uri="{FF2B5EF4-FFF2-40B4-BE49-F238E27FC236}">
                <a16:creationId xmlns:a16="http://schemas.microsoft.com/office/drawing/2014/main" id="{178D3D02-8516-8A60-EB76-CE6711D78BCF}"/>
              </a:ext>
            </a:extLst>
          </p:cNvPr>
          <p:cNvSpPr txBox="1">
            <a:spLocks noChangeAspect="1"/>
          </p:cNvSpPr>
          <p:nvPr/>
        </p:nvSpPr>
        <p:spPr>
          <a:xfrm>
            <a:off x="7125063" y="3077246"/>
            <a:ext cx="481607" cy="481607"/>
          </a:xfrm>
          <a:prstGeom prst="ellipse">
            <a:avLst/>
          </a:prstGeom>
          <a:solidFill>
            <a:schemeClr val="accent1"/>
          </a:solidFill>
          <a:ln>
            <a:noFill/>
          </a:ln>
        </p:spPr>
        <p:txBody>
          <a:bodyPr wrap="square" lIns="0" tIns="0" rIns="0" bIns="0" rtlCol="0" anchor="ctr">
            <a:noAutofit/>
          </a:bodyPr>
          <a:lstStyle/>
          <a:p>
            <a:pPr algn="ctr"/>
            <a:r>
              <a:rPr lang="en-US" sz="1600" dirty="0">
                <a:solidFill>
                  <a:schemeClr val="bg1"/>
                </a:solidFill>
                <a:cs typeface="Poppins Light" pitchFamily="2" charset="77"/>
              </a:rPr>
              <a:t>2 </a:t>
            </a:r>
          </a:p>
        </p:txBody>
      </p:sp>
      <p:sp>
        <p:nvSpPr>
          <p:cNvPr id="46" name="CuadroTexto 351">
            <a:extLst>
              <a:ext uri="{FF2B5EF4-FFF2-40B4-BE49-F238E27FC236}">
                <a16:creationId xmlns:a16="http://schemas.microsoft.com/office/drawing/2014/main" id="{E7200355-2CB8-8905-3496-EFA3E24A34C1}"/>
              </a:ext>
            </a:extLst>
          </p:cNvPr>
          <p:cNvSpPr txBox="1">
            <a:spLocks noChangeAspect="1"/>
          </p:cNvSpPr>
          <p:nvPr/>
        </p:nvSpPr>
        <p:spPr>
          <a:xfrm>
            <a:off x="7125063"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9</a:t>
            </a:r>
          </a:p>
        </p:txBody>
      </p:sp>
      <p:sp>
        <p:nvSpPr>
          <p:cNvPr id="37" name="CuadroTexto 351">
            <a:extLst>
              <a:ext uri="{FF2B5EF4-FFF2-40B4-BE49-F238E27FC236}">
                <a16:creationId xmlns:a16="http://schemas.microsoft.com/office/drawing/2014/main" id="{EF3B9051-CC53-C1F1-DB13-959573D08FD4}"/>
              </a:ext>
            </a:extLst>
          </p:cNvPr>
          <p:cNvSpPr txBox="1">
            <a:spLocks noChangeAspect="1"/>
          </p:cNvSpPr>
          <p:nvPr/>
        </p:nvSpPr>
        <p:spPr>
          <a:xfrm>
            <a:off x="7884252"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17</a:t>
            </a:r>
          </a:p>
        </p:txBody>
      </p:sp>
      <p:sp>
        <p:nvSpPr>
          <p:cNvPr id="38" name="CuadroTexto 351">
            <a:extLst>
              <a:ext uri="{FF2B5EF4-FFF2-40B4-BE49-F238E27FC236}">
                <a16:creationId xmlns:a16="http://schemas.microsoft.com/office/drawing/2014/main" id="{C82B06AD-F09A-39C1-B750-CE90D0B792D0}"/>
              </a:ext>
            </a:extLst>
          </p:cNvPr>
          <p:cNvSpPr txBox="1">
            <a:spLocks noChangeAspect="1"/>
          </p:cNvSpPr>
          <p:nvPr/>
        </p:nvSpPr>
        <p:spPr>
          <a:xfrm>
            <a:off x="7884252"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24</a:t>
            </a:r>
          </a:p>
        </p:txBody>
      </p:sp>
      <p:sp>
        <p:nvSpPr>
          <p:cNvPr id="39" name="CuadroTexto 351">
            <a:extLst>
              <a:ext uri="{FF2B5EF4-FFF2-40B4-BE49-F238E27FC236}">
                <a16:creationId xmlns:a16="http://schemas.microsoft.com/office/drawing/2014/main" id="{37BFE7F9-3592-A98C-59ED-E659DBF12DC8}"/>
              </a:ext>
            </a:extLst>
          </p:cNvPr>
          <p:cNvSpPr txBox="1">
            <a:spLocks noChangeAspect="1"/>
          </p:cNvSpPr>
          <p:nvPr/>
        </p:nvSpPr>
        <p:spPr>
          <a:xfrm>
            <a:off x="7884252"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31</a:t>
            </a:r>
          </a:p>
        </p:txBody>
      </p:sp>
      <p:sp>
        <p:nvSpPr>
          <p:cNvPr id="40" name="CuadroTexto 351">
            <a:extLst>
              <a:ext uri="{FF2B5EF4-FFF2-40B4-BE49-F238E27FC236}">
                <a16:creationId xmlns:a16="http://schemas.microsoft.com/office/drawing/2014/main" id="{6A846381-FA8C-8BA8-F393-36E061B690ED}"/>
              </a:ext>
            </a:extLst>
          </p:cNvPr>
          <p:cNvSpPr txBox="1">
            <a:spLocks noChangeAspect="1"/>
          </p:cNvSpPr>
          <p:nvPr/>
        </p:nvSpPr>
        <p:spPr>
          <a:xfrm>
            <a:off x="7884252"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a:t>
            </a:r>
          </a:p>
        </p:txBody>
      </p:sp>
      <p:sp>
        <p:nvSpPr>
          <p:cNvPr id="41" name="CuadroTexto 351">
            <a:extLst>
              <a:ext uri="{FF2B5EF4-FFF2-40B4-BE49-F238E27FC236}">
                <a16:creationId xmlns:a16="http://schemas.microsoft.com/office/drawing/2014/main" id="{8A2E3A75-7A36-4BE1-D82B-CF739CCEE108}"/>
              </a:ext>
            </a:extLst>
          </p:cNvPr>
          <p:cNvSpPr txBox="1">
            <a:spLocks noChangeAspect="1"/>
          </p:cNvSpPr>
          <p:nvPr/>
        </p:nvSpPr>
        <p:spPr>
          <a:xfrm>
            <a:off x="7884252"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10</a:t>
            </a:r>
          </a:p>
        </p:txBody>
      </p:sp>
      <p:sp>
        <p:nvSpPr>
          <p:cNvPr id="33" name="CuadroTexto 351">
            <a:extLst>
              <a:ext uri="{FF2B5EF4-FFF2-40B4-BE49-F238E27FC236}">
                <a16:creationId xmlns:a16="http://schemas.microsoft.com/office/drawing/2014/main" id="{6D7CD358-E926-28D7-1240-037006A2C655}"/>
              </a:ext>
            </a:extLst>
          </p:cNvPr>
          <p:cNvSpPr txBox="1">
            <a:spLocks noChangeAspect="1"/>
          </p:cNvSpPr>
          <p:nvPr/>
        </p:nvSpPr>
        <p:spPr>
          <a:xfrm>
            <a:off x="864721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18</a:t>
            </a:r>
          </a:p>
        </p:txBody>
      </p:sp>
      <p:sp>
        <p:nvSpPr>
          <p:cNvPr id="34" name="CuadroTexto 351">
            <a:extLst>
              <a:ext uri="{FF2B5EF4-FFF2-40B4-BE49-F238E27FC236}">
                <a16:creationId xmlns:a16="http://schemas.microsoft.com/office/drawing/2014/main" id="{00C9079B-CBAA-AE69-C185-0778E07E8671}"/>
              </a:ext>
            </a:extLst>
          </p:cNvPr>
          <p:cNvSpPr txBox="1">
            <a:spLocks noChangeAspect="1"/>
          </p:cNvSpPr>
          <p:nvPr/>
        </p:nvSpPr>
        <p:spPr>
          <a:xfrm>
            <a:off x="864721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25</a:t>
            </a:r>
          </a:p>
        </p:txBody>
      </p:sp>
      <p:sp>
        <p:nvSpPr>
          <p:cNvPr id="35" name="CuadroTexto 351">
            <a:extLst>
              <a:ext uri="{FF2B5EF4-FFF2-40B4-BE49-F238E27FC236}">
                <a16:creationId xmlns:a16="http://schemas.microsoft.com/office/drawing/2014/main" id="{885FD265-AE8E-BF12-E0D7-24571BE18B05}"/>
              </a:ext>
            </a:extLst>
          </p:cNvPr>
          <p:cNvSpPr txBox="1">
            <a:spLocks noChangeAspect="1"/>
          </p:cNvSpPr>
          <p:nvPr/>
        </p:nvSpPr>
        <p:spPr>
          <a:xfrm>
            <a:off x="864721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4</a:t>
            </a:r>
          </a:p>
        </p:txBody>
      </p:sp>
      <p:sp>
        <p:nvSpPr>
          <p:cNvPr id="36" name="CuadroTexto 351">
            <a:extLst>
              <a:ext uri="{FF2B5EF4-FFF2-40B4-BE49-F238E27FC236}">
                <a16:creationId xmlns:a16="http://schemas.microsoft.com/office/drawing/2014/main" id="{28C52228-81CC-0048-AF56-E6BF1B1825EB}"/>
              </a:ext>
            </a:extLst>
          </p:cNvPr>
          <p:cNvSpPr txBox="1">
            <a:spLocks noChangeAspect="1"/>
          </p:cNvSpPr>
          <p:nvPr/>
        </p:nvSpPr>
        <p:spPr>
          <a:xfrm>
            <a:off x="864721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11</a:t>
            </a:r>
          </a:p>
        </p:txBody>
      </p:sp>
      <p:sp>
        <p:nvSpPr>
          <p:cNvPr id="29" name="CuadroTexto 351">
            <a:extLst>
              <a:ext uri="{FF2B5EF4-FFF2-40B4-BE49-F238E27FC236}">
                <a16:creationId xmlns:a16="http://schemas.microsoft.com/office/drawing/2014/main" id="{6AC1BBC1-80C2-B3F3-965A-61A93299308C}"/>
              </a:ext>
            </a:extLst>
          </p:cNvPr>
          <p:cNvSpPr txBox="1">
            <a:spLocks noChangeAspect="1"/>
          </p:cNvSpPr>
          <p:nvPr/>
        </p:nvSpPr>
        <p:spPr>
          <a:xfrm>
            <a:off x="940112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19</a:t>
            </a:r>
          </a:p>
        </p:txBody>
      </p:sp>
      <p:sp>
        <p:nvSpPr>
          <p:cNvPr id="30" name="CuadroTexto 351">
            <a:extLst>
              <a:ext uri="{FF2B5EF4-FFF2-40B4-BE49-F238E27FC236}">
                <a16:creationId xmlns:a16="http://schemas.microsoft.com/office/drawing/2014/main" id="{756C7CF3-1F32-2248-9278-173929264EAA}"/>
              </a:ext>
            </a:extLst>
          </p:cNvPr>
          <p:cNvSpPr txBox="1">
            <a:spLocks noChangeAspect="1"/>
          </p:cNvSpPr>
          <p:nvPr/>
        </p:nvSpPr>
        <p:spPr>
          <a:xfrm>
            <a:off x="940112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26</a:t>
            </a:r>
          </a:p>
        </p:txBody>
      </p:sp>
      <p:sp>
        <p:nvSpPr>
          <p:cNvPr id="31" name="CuadroTexto 351">
            <a:extLst>
              <a:ext uri="{FF2B5EF4-FFF2-40B4-BE49-F238E27FC236}">
                <a16:creationId xmlns:a16="http://schemas.microsoft.com/office/drawing/2014/main" id="{F2E6A89A-E931-C215-3DC0-61227A1C7AC3}"/>
              </a:ext>
            </a:extLst>
          </p:cNvPr>
          <p:cNvSpPr txBox="1">
            <a:spLocks noChangeAspect="1"/>
          </p:cNvSpPr>
          <p:nvPr/>
        </p:nvSpPr>
        <p:spPr>
          <a:xfrm>
            <a:off x="940112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5</a:t>
            </a:r>
          </a:p>
        </p:txBody>
      </p:sp>
      <p:sp>
        <p:nvSpPr>
          <p:cNvPr id="32" name="CuadroTexto 351">
            <a:extLst>
              <a:ext uri="{FF2B5EF4-FFF2-40B4-BE49-F238E27FC236}">
                <a16:creationId xmlns:a16="http://schemas.microsoft.com/office/drawing/2014/main" id="{0D505961-3D39-858B-F09F-D2C90D4B90B0}"/>
              </a:ext>
            </a:extLst>
          </p:cNvPr>
          <p:cNvSpPr txBox="1">
            <a:spLocks noChangeAspect="1"/>
          </p:cNvSpPr>
          <p:nvPr/>
        </p:nvSpPr>
        <p:spPr>
          <a:xfrm>
            <a:off x="9401124" y="3746458"/>
            <a:ext cx="481607" cy="481607"/>
          </a:xfrm>
          <a:prstGeom prst="ellipse">
            <a:avLst/>
          </a:prstGeom>
          <a:solidFill>
            <a:schemeClr val="accent2"/>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12</a:t>
            </a:r>
          </a:p>
        </p:txBody>
      </p:sp>
      <p:sp>
        <p:nvSpPr>
          <p:cNvPr id="25" name="CuadroTexto 351">
            <a:extLst>
              <a:ext uri="{FF2B5EF4-FFF2-40B4-BE49-F238E27FC236}">
                <a16:creationId xmlns:a16="http://schemas.microsoft.com/office/drawing/2014/main" id="{F7543542-8306-DCF4-6441-F5EF16EBB47F}"/>
              </a:ext>
            </a:extLst>
          </p:cNvPr>
          <p:cNvSpPr txBox="1">
            <a:spLocks noChangeAspect="1"/>
          </p:cNvSpPr>
          <p:nvPr/>
        </p:nvSpPr>
        <p:spPr>
          <a:xfrm>
            <a:off x="1015990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20</a:t>
            </a:r>
          </a:p>
        </p:txBody>
      </p:sp>
      <p:sp>
        <p:nvSpPr>
          <p:cNvPr id="26" name="CuadroTexto 351">
            <a:extLst>
              <a:ext uri="{FF2B5EF4-FFF2-40B4-BE49-F238E27FC236}">
                <a16:creationId xmlns:a16="http://schemas.microsoft.com/office/drawing/2014/main" id="{1F68E7DA-2E1E-BE30-1C78-FAC721D772B4}"/>
              </a:ext>
            </a:extLst>
          </p:cNvPr>
          <p:cNvSpPr txBox="1">
            <a:spLocks noChangeAspect="1"/>
          </p:cNvSpPr>
          <p:nvPr/>
        </p:nvSpPr>
        <p:spPr>
          <a:xfrm>
            <a:off x="1015990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27</a:t>
            </a:r>
          </a:p>
        </p:txBody>
      </p:sp>
      <p:sp>
        <p:nvSpPr>
          <p:cNvPr id="27" name="CuadroTexto 351">
            <a:extLst>
              <a:ext uri="{FF2B5EF4-FFF2-40B4-BE49-F238E27FC236}">
                <a16:creationId xmlns:a16="http://schemas.microsoft.com/office/drawing/2014/main" id="{988A6F0D-C52D-6EF2-D574-22124BA23B1D}"/>
              </a:ext>
            </a:extLst>
          </p:cNvPr>
          <p:cNvSpPr txBox="1">
            <a:spLocks noChangeAspect="1"/>
          </p:cNvSpPr>
          <p:nvPr/>
        </p:nvSpPr>
        <p:spPr>
          <a:xfrm>
            <a:off x="1015990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6</a:t>
            </a:r>
          </a:p>
        </p:txBody>
      </p:sp>
      <p:sp>
        <p:nvSpPr>
          <p:cNvPr id="28" name="CuadroTexto 351">
            <a:extLst>
              <a:ext uri="{FF2B5EF4-FFF2-40B4-BE49-F238E27FC236}">
                <a16:creationId xmlns:a16="http://schemas.microsoft.com/office/drawing/2014/main" id="{B5A89FA9-1A1F-192E-07C6-728EFD9F150A}"/>
              </a:ext>
            </a:extLst>
          </p:cNvPr>
          <p:cNvSpPr txBox="1">
            <a:spLocks noChangeAspect="1"/>
          </p:cNvSpPr>
          <p:nvPr/>
        </p:nvSpPr>
        <p:spPr>
          <a:xfrm>
            <a:off x="1015990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13</a:t>
            </a:r>
          </a:p>
        </p:txBody>
      </p:sp>
      <p:sp>
        <p:nvSpPr>
          <p:cNvPr id="21" name="CuadroTexto 351">
            <a:extLst>
              <a:ext uri="{FF2B5EF4-FFF2-40B4-BE49-F238E27FC236}">
                <a16:creationId xmlns:a16="http://schemas.microsoft.com/office/drawing/2014/main" id="{8B97B903-2746-831F-A22D-F220CDDD96D8}"/>
              </a:ext>
            </a:extLst>
          </p:cNvPr>
          <p:cNvSpPr txBox="1">
            <a:spLocks noChangeAspect="1"/>
          </p:cNvSpPr>
          <p:nvPr/>
        </p:nvSpPr>
        <p:spPr>
          <a:xfrm>
            <a:off x="1091869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21</a:t>
            </a:r>
          </a:p>
        </p:txBody>
      </p:sp>
      <p:sp>
        <p:nvSpPr>
          <p:cNvPr id="22" name="CuadroTexto 351">
            <a:extLst>
              <a:ext uri="{FF2B5EF4-FFF2-40B4-BE49-F238E27FC236}">
                <a16:creationId xmlns:a16="http://schemas.microsoft.com/office/drawing/2014/main" id="{743BCF3C-4719-A8DC-5551-B3CDF77D812D}"/>
              </a:ext>
            </a:extLst>
          </p:cNvPr>
          <p:cNvSpPr txBox="1">
            <a:spLocks noChangeAspect="1"/>
          </p:cNvSpPr>
          <p:nvPr/>
        </p:nvSpPr>
        <p:spPr>
          <a:xfrm>
            <a:off x="1091869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28</a:t>
            </a:r>
          </a:p>
        </p:txBody>
      </p:sp>
      <p:sp>
        <p:nvSpPr>
          <p:cNvPr id="23" name="CuadroTexto 351">
            <a:extLst>
              <a:ext uri="{FF2B5EF4-FFF2-40B4-BE49-F238E27FC236}">
                <a16:creationId xmlns:a16="http://schemas.microsoft.com/office/drawing/2014/main" id="{9FACBA0B-0B45-9398-7152-94EB80A4A94D}"/>
              </a:ext>
            </a:extLst>
          </p:cNvPr>
          <p:cNvSpPr txBox="1">
            <a:spLocks noChangeAspect="1"/>
          </p:cNvSpPr>
          <p:nvPr/>
        </p:nvSpPr>
        <p:spPr>
          <a:xfrm>
            <a:off x="1091869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7</a:t>
            </a:r>
          </a:p>
        </p:txBody>
      </p:sp>
      <p:sp>
        <p:nvSpPr>
          <p:cNvPr id="24" name="CuadroTexto 351">
            <a:extLst>
              <a:ext uri="{FF2B5EF4-FFF2-40B4-BE49-F238E27FC236}">
                <a16:creationId xmlns:a16="http://schemas.microsoft.com/office/drawing/2014/main" id="{1475BFE0-BB2E-36D6-BEC9-A99858BF074D}"/>
              </a:ext>
            </a:extLst>
          </p:cNvPr>
          <p:cNvSpPr txBox="1">
            <a:spLocks noChangeAspect="1"/>
          </p:cNvSpPr>
          <p:nvPr/>
        </p:nvSpPr>
        <p:spPr>
          <a:xfrm>
            <a:off x="10918694"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14</a:t>
            </a:r>
          </a:p>
        </p:txBody>
      </p:sp>
      <p:cxnSp>
        <p:nvCxnSpPr>
          <p:cNvPr id="54" name="Straight Connector 53">
            <a:extLst>
              <a:ext uri="{FF2B5EF4-FFF2-40B4-BE49-F238E27FC236}">
                <a16:creationId xmlns:a16="http://schemas.microsoft.com/office/drawing/2014/main" id="{D01C8595-F0A6-E355-6D92-DCD8CD3C4B4B}"/>
              </a:ext>
            </a:extLst>
          </p:cNvPr>
          <p:cNvCxnSpPr>
            <a:cxnSpLocks/>
          </p:cNvCxnSpPr>
          <p:nvPr/>
        </p:nvCxnSpPr>
        <p:spPr>
          <a:xfrm>
            <a:off x="6421301" y="2002072"/>
            <a:ext cx="4898627"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260278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01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3170327"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5" name="TextBox 34"/>
          <p:cNvSpPr txBox="1"/>
          <p:nvPr/>
        </p:nvSpPr>
        <p:spPr>
          <a:xfrm>
            <a:off x="5093200"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7" name="TextBox 36"/>
          <p:cNvSpPr txBox="1"/>
          <p:nvPr/>
        </p:nvSpPr>
        <p:spPr>
          <a:xfrm>
            <a:off x="9022538"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090526271"/>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Cube 1</a:t>
            </a:r>
          </a:p>
        </p:txBody>
      </p:sp>
      <p:grpSp>
        <p:nvGrpSpPr>
          <p:cNvPr id="44" name="Group 43">
            <a:extLst>
              <a:ext uri="{FF2B5EF4-FFF2-40B4-BE49-F238E27FC236}">
                <a16:creationId xmlns:a16="http://schemas.microsoft.com/office/drawing/2014/main" id="{9B32834A-7FF3-4A00-AA2D-A82A7B9C33F0}"/>
              </a:ext>
            </a:extLst>
          </p:cNvPr>
          <p:cNvGrpSpPr/>
          <p:nvPr/>
        </p:nvGrpSpPr>
        <p:grpSpPr>
          <a:xfrm>
            <a:off x="1560084" y="2050433"/>
            <a:ext cx="3185111" cy="3933533"/>
            <a:chOff x="774021" y="2093563"/>
            <a:chExt cx="3185111" cy="3933533"/>
          </a:xfrm>
        </p:grpSpPr>
        <p:sp>
          <p:nvSpPr>
            <p:cNvPr id="3" name="Cube 2"/>
            <p:cNvSpPr>
              <a:spLocks noChangeAspect="1"/>
            </p:cNvSpPr>
            <p:nvPr/>
          </p:nvSpPr>
          <p:spPr>
            <a:xfrm rot="1394396">
              <a:off x="3067485" y="4246781"/>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Cube 3"/>
            <p:cNvSpPr>
              <a:spLocks noChangeAspect="1"/>
            </p:cNvSpPr>
            <p:nvPr/>
          </p:nvSpPr>
          <p:spPr>
            <a:xfrm>
              <a:off x="1446046"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Cube 4"/>
            <p:cNvSpPr>
              <a:spLocks noChangeAspect="1"/>
            </p:cNvSpPr>
            <p:nvPr/>
          </p:nvSpPr>
          <p:spPr>
            <a:xfrm>
              <a:off x="1896432"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a:spLocks noChangeAspect="1"/>
            </p:cNvSpPr>
            <p:nvPr/>
          </p:nvSpPr>
          <p:spPr>
            <a:xfrm>
              <a:off x="2346818"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Cube 6"/>
            <p:cNvSpPr>
              <a:spLocks noChangeAspect="1"/>
            </p:cNvSpPr>
            <p:nvPr/>
          </p:nvSpPr>
          <p:spPr>
            <a:xfrm>
              <a:off x="1452295" y="3845373"/>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Cube 7"/>
            <p:cNvSpPr>
              <a:spLocks noChangeAspect="1"/>
            </p:cNvSpPr>
            <p:nvPr/>
          </p:nvSpPr>
          <p:spPr>
            <a:xfrm>
              <a:off x="1902681" y="3845373"/>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Cube 8"/>
            <p:cNvSpPr>
              <a:spLocks noChangeAspect="1"/>
            </p:cNvSpPr>
            <p:nvPr/>
          </p:nvSpPr>
          <p:spPr>
            <a:xfrm rot="1800000">
              <a:off x="822204" y="2247225"/>
              <a:ext cx="240609" cy="240609"/>
            </a:xfrm>
            <a:prstGeom prst="cube">
              <a:avLst/>
            </a:prstGeom>
            <a:solidFill>
              <a:schemeClr val="accent3"/>
            </a:solidFill>
            <a:ln w="3175">
              <a:solidFill>
                <a:srgbClr val="FFFFFF"/>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Cube 9"/>
            <p:cNvSpPr>
              <a:spLocks noChangeAspect="1"/>
            </p:cNvSpPr>
            <p:nvPr/>
          </p:nvSpPr>
          <p:spPr>
            <a:xfrm>
              <a:off x="1150403" y="3379425"/>
              <a:ext cx="320251" cy="320251"/>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Cube 10"/>
            <p:cNvSpPr>
              <a:spLocks noChangeAspect="1"/>
            </p:cNvSpPr>
            <p:nvPr/>
          </p:nvSpPr>
          <p:spPr>
            <a:xfrm rot="20884440">
              <a:off x="2370284" y="2399379"/>
              <a:ext cx="240609" cy="240609"/>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Cube 11"/>
            <p:cNvSpPr>
              <a:spLocks noChangeAspect="1"/>
            </p:cNvSpPr>
            <p:nvPr/>
          </p:nvSpPr>
          <p:spPr>
            <a:xfrm rot="2129219">
              <a:off x="2378856" y="3404803"/>
              <a:ext cx="515767" cy="515767"/>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Cube 12"/>
            <p:cNvSpPr>
              <a:spLocks noChangeAspect="1"/>
            </p:cNvSpPr>
            <p:nvPr/>
          </p:nvSpPr>
          <p:spPr>
            <a:xfrm>
              <a:off x="1299895" y="4460868"/>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Cube 13"/>
            <p:cNvSpPr>
              <a:spLocks noChangeAspect="1"/>
            </p:cNvSpPr>
            <p:nvPr/>
          </p:nvSpPr>
          <p:spPr>
            <a:xfrm>
              <a:off x="1750281"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Cube 14"/>
            <p:cNvSpPr>
              <a:spLocks noChangeAspect="1"/>
            </p:cNvSpPr>
            <p:nvPr/>
          </p:nvSpPr>
          <p:spPr>
            <a:xfrm>
              <a:off x="2200667"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Cube 15"/>
            <p:cNvSpPr>
              <a:spLocks noChangeAspect="1"/>
            </p:cNvSpPr>
            <p:nvPr/>
          </p:nvSpPr>
          <p:spPr>
            <a:xfrm>
              <a:off x="1306144" y="3992759"/>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Cube 16"/>
            <p:cNvSpPr>
              <a:spLocks noChangeAspect="1"/>
            </p:cNvSpPr>
            <p:nvPr/>
          </p:nvSpPr>
          <p:spPr>
            <a:xfrm>
              <a:off x="823175" y="4283866"/>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Cube 17"/>
            <p:cNvSpPr>
              <a:spLocks noChangeAspect="1"/>
            </p:cNvSpPr>
            <p:nvPr/>
          </p:nvSpPr>
          <p:spPr>
            <a:xfrm>
              <a:off x="2206916" y="3992759"/>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Cube 18"/>
            <p:cNvSpPr>
              <a:spLocks noChangeAspect="1"/>
            </p:cNvSpPr>
            <p:nvPr/>
          </p:nvSpPr>
          <p:spPr>
            <a:xfrm rot="20248370">
              <a:off x="774021" y="2754775"/>
              <a:ext cx="426254" cy="42625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Cube 19"/>
            <p:cNvSpPr>
              <a:spLocks noChangeAspect="1"/>
            </p:cNvSpPr>
            <p:nvPr/>
          </p:nvSpPr>
          <p:spPr>
            <a:xfrm rot="17047155">
              <a:off x="1864064" y="2818611"/>
              <a:ext cx="352276" cy="352276"/>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Cube 20"/>
            <p:cNvSpPr>
              <a:spLocks noChangeAspect="1"/>
            </p:cNvSpPr>
            <p:nvPr/>
          </p:nvSpPr>
          <p:spPr>
            <a:xfrm rot="5400000">
              <a:off x="3035802" y="2862520"/>
              <a:ext cx="468879" cy="468879"/>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Cube 21"/>
            <p:cNvSpPr>
              <a:spLocks noChangeAspect="1"/>
            </p:cNvSpPr>
            <p:nvPr/>
          </p:nvSpPr>
          <p:spPr>
            <a:xfrm rot="13917564">
              <a:off x="1068391" y="5203627"/>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Cube 22"/>
            <p:cNvSpPr>
              <a:spLocks noChangeAspect="1"/>
            </p:cNvSpPr>
            <p:nvPr/>
          </p:nvSpPr>
          <p:spPr>
            <a:xfrm>
              <a:off x="2914162" y="5164498"/>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Cube 23"/>
            <p:cNvSpPr>
              <a:spLocks noChangeAspect="1"/>
            </p:cNvSpPr>
            <p:nvPr/>
          </p:nvSpPr>
          <p:spPr>
            <a:xfrm rot="8125190">
              <a:off x="2054516" y="4608254"/>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Cube 24"/>
            <p:cNvSpPr>
              <a:spLocks noChangeAspect="1"/>
            </p:cNvSpPr>
            <p:nvPr/>
          </p:nvSpPr>
          <p:spPr>
            <a:xfrm>
              <a:off x="1867239" y="2093563"/>
              <a:ext cx="218735" cy="218735"/>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Cube 25"/>
            <p:cNvSpPr>
              <a:spLocks noChangeAspect="1"/>
            </p:cNvSpPr>
            <p:nvPr/>
          </p:nvSpPr>
          <p:spPr>
            <a:xfrm rot="6700518">
              <a:off x="1965928" y="5459752"/>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ube 26"/>
            <p:cNvSpPr>
              <a:spLocks noChangeAspect="1"/>
            </p:cNvSpPr>
            <p:nvPr/>
          </p:nvSpPr>
          <p:spPr>
            <a:xfrm rot="2956917">
              <a:off x="1398629" y="2486114"/>
              <a:ext cx="352276" cy="352276"/>
            </a:xfrm>
            <a:prstGeom prst="cube">
              <a:avLst/>
            </a:prstGeom>
            <a:solidFill>
              <a:schemeClr val="accent1"/>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Cube 27"/>
            <p:cNvSpPr>
              <a:spLocks noChangeAspect="1"/>
            </p:cNvSpPr>
            <p:nvPr/>
          </p:nvSpPr>
          <p:spPr>
            <a:xfrm rot="16200000">
              <a:off x="1632665" y="3331673"/>
              <a:ext cx="387504" cy="387504"/>
            </a:xfrm>
            <a:prstGeom prst="cube">
              <a:avLst/>
            </a:prstGeom>
            <a:solidFill>
              <a:schemeClr val="accent4"/>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Cube 28"/>
            <p:cNvSpPr>
              <a:spLocks noChangeAspect="1"/>
            </p:cNvSpPr>
            <p:nvPr/>
          </p:nvSpPr>
          <p:spPr>
            <a:xfrm>
              <a:off x="3391788" y="3525425"/>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34" name="Rectangle: Rounded Corners 33">
            <a:extLst>
              <a:ext uri="{FF2B5EF4-FFF2-40B4-BE49-F238E27FC236}">
                <a16:creationId xmlns:a16="http://schemas.microsoft.com/office/drawing/2014/main" id="{91F93F9C-00DC-4A0D-A90F-263AAE4DD2AF}"/>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5" name="Rectangle: Rounded Corners 34">
            <a:extLst>
              <a:ext uri="{FF2B5EF4-FFF2-40B4-BE49-F238E27FC236}">
                <a16:creationId xmlns:a16="http://schemas.microsoft.com/office/drawing/2014/main" id="{ADDE93B3-1016-4703-B79D-DBF7EB0494C0}"/>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6" name="Rectangle: Rounded Corners 35">
            <a:extLst>
              <a:ext uri="{FF2B5EF4-FFF2-40B4-BE49-F238E27FC236}">
                <a16:creationId xmlns:a16="http://schemas.microsoft.com/office/drawing/2014/main" id="{C3F9FFFA-F79C-48FC-BF44-92EDEE7B3942}"/>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7" name="Rectangle: Rounded Corners 36">
            <a:extLst>
              <a:ext uri="{FF2B5EF4-FFF2-40B4-BE49-F238E27FC236}">
                <a16:creationId xmlns:a16="http://schemas.microsoft.com/office/drawing/2014/main" id="{0DDE2770-017E-47DA-8949-7171C6B8C5E6}"/>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8" name="Rectangle: Rounded Corners 37">
            <a:extLst>
              <a:ext uri="{FF2B5EF4-FFF2-40B4-BE49-F238E27FC236}">
                <a16:creationId xmlns:a16="http://schemas.microsoft.com/office/drawing/2014/main" id="{A7398639-1A07-4B1B-8FC9-71D7FF74775B}"/>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9" name="Oval 38">
            <a:extLst>
              <a:ext uri="{FF2B5EF4-FFF2-40B4-BE49-F238E27FC236}">
                <a16:creationId xmlns:a16="http://schemas.microsoft.com/office/drawing/2014/main" id="{EB9EC8BD-D18E-4D3C-AAB8-94BC0B2F59EE}"/>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40" name="Oval 39">
            <a:extLst>
              <a:ext uri="{FF2B5EF4-FFF2-40B4-BE49-F238E27FC236}">
                <a16:creationId xmlns:a16="http://schemas.microsoft.com/office/drawing/2014/main" id="{23507A9B-B3D1-43A1-8D9C-1DA2AFE4E6FD}"/>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41" name="Oval 40">
            <a:extLst>
              <a:ext uri="{FF2B5EF4-FFF2-40B4-BE49-F238E27FC236}">
                <a16:creationId xmlns:a16="http://schemas.microsoft.com/office/drawing/2014/main" id="{59E6B188-C228-44F0-A2D6-BF8E2D2A06F3}"/>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42" name="Oval 41">
            <a:extLst>
              <a:ext uri="{FF2B5EF4-FFF2-40B4-BE49-F238E27FC236}">
                <a16:creationId xmlns:a16="http://schemas.microsoft.com/office/drawing/2014/main" id="{090120B2-AEE7-410D-B47D-D6DC37B68C90}"/>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43" name="Oval 42">
            <a:extLst>
              <a:ext uri="{FF2B5EF4-FFF2-40B4-BE49-F238E27FC236}">
                <a16:creationId xmlns:a16="http://schemas.microsoft.com/office/drawing/2014/main" id="{A70AD06C-C2A5-482C-B55E-45EB40FADD8A}"/>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42204965"/>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5E692067-2AEE-8BF4-6020-E15B4291D8FA}"/>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6" name="Rectangle: Rounded Corners 5">
            <a:extLst>
              <a:ext uri="{FF2B5EF4-FFF2-40B4-BE49-F238E27FC236}">
                <a16:creationId xmlns:a16="http://schemas.microsoft.com/office/drawing/2014/main" id="{6AEBB697-FE94-5760-1A99-301AB3D77A6A}"/>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7" name="Rectangle: Rounded Corners 6">
            <a:extLst>
              <a:ext uri="{FF2B5EF4-FFF2-40B4-BE49-F238E27FC236}">
                <a16:creationId xmlns:a16="http://schemas.microsoft.com/office/drawing/2014/main" id="{9C5C1113-C772-4ACB-65A2-73CB0B43CDA8}"/>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8" name="Rectangle: Rounded Corners 7">
            <a:extLst>
              <a:ext uri="{FF2B5EF4-FFF2-40B4-BE49-F238E27FC236}">
                <a16:creationId xmlns:a16="http://schemas.microsoft.com/office/drawing/2014/main" id="{F8FCDA07-3138-5C17-4131-621661418A81}"/>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9" name="Rectangle: Rounded Corners 8">
            <a:extLst>
              <a:ext uri="{FF2B5EF4-FFF2-40B4-BE49-F238E27FC236}">
                <a16:creationId xmlns:a16="http://schemas.microsoft.com/office/drawing/2014/main" id="{E0D7C9EB-907F-9E37-6C84-DD7CED05D0F9}"/>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grpSp>
        <p:nvGrpSpPr>
          <p:cNvPr id="4" name="Group 3">
            <a:extLst>
              <a:ext uri="{FF2B5EF4-FFF2-40B4-BE49-F238E27FC236}">
                <a16:creationId xmlns:a16="http://schemas.microsoft.com/office/drawing/2014/main" id="{F2B961A3-F7A5-4D50-8FA9-DC630738977B}"/>
              </a:ext>
            </a:extLst>
          </p:cNvPr>
          <p:cNvGrpSpPr/>
          <p:nvPr/>
        </p:nvGrpSpPr>
        <p:grpSpPr>
          <a:xfrm>
            <a:off x="1867391" y="2939112"/>
            <a:ext cx="1922662" cy="1933630"/>
            <a:chOff x="1626761" y="2982242"/>
            <a:chExt cx="1922662" cy="1933630"/>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1626761" y="436877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1626761" y="390286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1626761" y="344088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1626761" y="298224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1757940" y="441167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1757940" y="394577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1757940" y="348379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1757940" y="302514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3" name="Group 2">
            <a:extLst>
              <a:ext uri="{FF2B5EF4-FFF2-40B4-BE49-F238E27FC236}">
                <a16:creationId xmlns:a16="http://schemas.microsoft.com/office/drawing/2014/main" id="{B8E53B0F-14F2-41BA-A226-26B9E6449CD5}"/>
              </a:ext>
            </a:extLst>
          </p:cNvPr>
          <p:cNvGrpSpPr/>
          <p:nvPr/>
        </p:nvGrpSpPr>
        <p:grpSpPr>
          <a:xfrm rot="2323614">
            <a:off x="1648489" y="3111180"/>
            <a:ext cx="1922662" cy="1933630"/>
            <a:chOff x="1407859" y="3154310"/>
            <a:chExt cx="1922662" cy="1933630"/>
          </a:xfrm>
        </p:grpSpPr>
        <p:grpSp>
          <p:nvGrpSpPr>
            <p:cNvPr id="112" name="Group 111">
              <a:extLst>
                <a:ext uri="{FF2B5EF4-FFF2-40B4-BE49-F238E27FC236}">
                  <a16:creationId xmlns:a16="http://schemas.microsoft.com/office/drawing/2014/main" id="{FF1DA401-4E44-4C08-8637-E7571005F092}"/>
                </a:ext>
              </a:extLst>
            </p:cNvPr>
            <p:cNvGrpSpPr/>
            <p:nvPr/>
          </p:nvGrpSpPr>
          <p:grpSpPr>
            <a:xfrm>
              <a:off x="1407859" y="454084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1407859" y="407493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1407859" y="361295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1407859" y="315431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2" name="Title 1"/>
          <p:cNvSpPr>
            <a:spLocks noGrp="1"/>
          </p:cNvSpPr>
          <p:nvPr>
            <p:ph type="title"/>
          </p:nvPr>
        </p:nvSpPr>
        <p:spPr>
          <a:xfrm>
            <a:off x="214184" y="13663"/>
            <a:ext cx="9728886" cy="678316"/>
          </a:xfrm>
        </p:spPr>
        <p:txBody>
          <a:bodyPr>
            <a:normAutofit/>
          </a:bodyPr>
          <a:lstStyle/>
          <a:p>
            <a:r>
              <a:rPr lang="en-US" dirty="0"/>
              <a:t>Cube 2</a:t>
            </a:r>
          </a:p>
        </p:txBody>
      </p:sp>
      <p:grpSp>
        <p:nvGrpSpPr>
          <p:cNvPr id="116" name="Group 115">
            <a:extLst>
              <a:ext uri="{FF2B5EF4-FFF2-40B4-BE49-F238E27FC236}">
                <a16:creationId xmlns:a16="http://schemas.microsoft.com/office/drawing/2014/main" id="{EEF89BD7-5241-496E-9DB0-A27ED8DE4E85}"/>
              </a:ext>
            </a:extLst>
          </p:cNvPr>
          <p:cNvGrpSpPr/>
          <p:nvPr/>
        </p:nvGrpSpPr>
        <p:grpSpPr>
          <a:xfrm>
            <a:off x="1539038" y="458374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1539038" y="411784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1539038" y="365585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1539038" y="319721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sp>
        <p:nvSpPr>
          <p:cNvPr id="391" name="Oval 390">
            <a:extLst>
              <a:ext uri="{FF2B5EF4-FFF2-40B4-BE49-F238E27FC236}">
                <a16:creationId xmlns:a16="http://schemas.microsoft.com/office/drawing/2014/main" id="{8922A6C8-56DC-4BBA-92B8-518C58202721}"/>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22412692-D8E1-42F0-B4C2-F37BB2F0D591}"/>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AAA07FE4-540F-43D5-9499-1541F095F09F}"/>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875B7461-68D9-457B-BFFB-1DCF3E61914B}"/>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2884CB83-D2EF-4662-916E-0833AF28411C}"/>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2409212639"/>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5DEAD360-B957-5CA3-0E0C-FB714667FCA9}"/>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9" name="Rectangle: Rounded Corners 8">
            <a:extLst>
              <a:ext uri="{FF2B5EF4-FFF2-40B4-BE49-F238E27FC236}">
                <a16:creationId xmlns:a16="http://schemas.microsoft.com/office/drawing/2014/main" id="{5F7A60B1-E94C-3BE7-0208-E001635770BD}"/>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0" name="Rectangle: Rounded Corners 9">
            <a:extLst>
              <a:ext uri="{FF2B5EF4-FFF2-40B4-BE49-F238E27FC236}">
                <a16:creationId xmlns:a16="http://schemas.microsoft.com/office/drawing/2014/main" id="{360A7AB6-936A-F777-515E-3CA4C22D9EF4}"/>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1" name="Rectangle: Rounded Corners 10">
            <a:extLst>
              <a:ext uri="{FF2B5EF4-FFF2-40B4-BE49-F238E27FC236}">
                <a16:creationId xmlns:a16="http://schemas.microsoft.com/office/drawing/2014/main" id="{DD0DAD37-7A0A-F29D-F362-B5378F1B5C70}"/>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2" name="Rectangle: Rounded Corners 11">
            <a:extLst>
              <a:ext uri="{FF2B5EF4-FFF2-40B4-BE49-F238E27FC236}">
                <a16:creationId xmlns:a16="http://schemas.microsoft.com/office/drawing/2014/main" id="{3EEF056E-9363-676B-B43F-76C79D9F79FF}"/>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2" name="Title 1"/>
          <p:cNvSpPr>
            <a:spLocks noGrp="1"/>
          </p:cNvSpPr>
          <p:nvPr>
            <p:ph type="title"/>
          </p:nvPr>
        </p:nvSpPr>
        <p:spPr>
          <a:xfrm>
            <a:off x="214184" y="13663"/>
            <a:ext cx="9728886" cy="678316"/>
          </a:xfrm>
        </p:spPr>
        <p:txBody>
          <a:bodyPr>
            <a:normAutofit/>
          </a:bodyPr>
          <a:lstStyle/>
          <a:p>
            <a:r>
              <a:rPr lang="en-US" dirty="0"/>
              <a:t>Cube 3</a:t>
            </a:r>
          </a:p>
        </p:txBody>
      </p:sp>
      <p:grpSp>
        <p:nvGrpSpPr>
          <p:cNvPr id="103" name="Group 102">
            <a:extLst>
              <a:ext uri="{FF2B5EF4-FFF2-40B4-BE49-F238E27FC236}">
                <a16:creationId xmlns:a16="http://schemas.microsoft.com/office/drawing/2014/main" id="{3CCE2D6E-FEB3-409E-BD9B-F104367D6FA3}"/>
              </a:ext>
            </a:extLst>
          </p:cNvPr>
          <p:cNvGrpSpPr/>
          <p:nvPr/>
        </p:nvGrpSpPr>
        <p:grpSpPr>
          <a:xfrm>
            <a:off x="1539038" y="2939112"/>
            <a:ext cx="2251015" cy="2191732"/>
            <a:chOff x="5089358" y="3077492"/>
            <a:chExt cx="2251015" cy="2191732"/>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5417711" y="446402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5417711" y="399811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5417711" y="353613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5417711" y="307749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5308260" y="455005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5308260" y="408415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5308260" y="362217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5308260" y="316352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2" name="Group 111">
              <a:extLst>
                <a:ext uri="{FF2B5EF4-FFF2-40B4-BE49-F238E27FC236}">
                  <a16:creationId xmlns:a16="http://schemas.microsoft.com/office/drawing/2014/main" id="{FF1DA401-4E44-4C08-8637-E7571005F092}"/>
                </a:ext>
              </a:extLst>
            </p:cNvPr>
            <p:cNvGrpSpPr/>
            <p:nvPr/>
          </p:nvGrpSpPr>
          <p:grpSpPr>
            <a:xfrm>
              <a:off x="5198809" y="463609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5198809" y="417018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5198809" y="370820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5198809" y="324956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6" name="Group 115">
              <a:extLst>
                <a:ext uri="{FF2B5EF4-FFF2-40B4-BE49-F238E27FC236}">
                  <a16:creationId xmlns:a16="http://schemas.microsoft.com/office/drawing/2014/main" id="{EEF89BD7-5241-496E-9DB0-A27ED8DE4E85}"/>
                </a:ext>
              </a:extLst>
            </p:cNvPr>
            <p:cNvGrpSpPr/>
            <p:nvPr/>
          </p:nvGrpSpPr>
          <p:grpSpPr>
            <a:xfrm>
              <a:off x="5089358" y="472212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5089358" y="425622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5089358" y="379423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5089358" y="333559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391" name="Oval 390">
            <a:extLst>
              <a:ext uri="{FF2B5EF4-FFF2-40B4-BE49-F238E27FC236}">
                <a16:creationId xmlns:a16="http://schemas.microsoft.com/office/drawing/2014/main" id="{6F701B47-60DD-44BC-A380-0DFE27F7D7D4}"/>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837A8705-E808-47F9-857A-F1CD6D754643}"/>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9CC9AFD1-C763-479C-A117-10CE7164E69D}"/>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B413FF5B-2C66-4805-877B-999E6320C7C2}"/>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D682A6EA-5FA6-42C2-86F2-F136F0B6A708}"/>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99132159"/>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460167-6160-5F75-51CA-5620B9605A59}"/>
              </a:ext>
            </a:extLst>
          </p:cNvPr>
          <p:cNvSpPr>
            <a:spLocks noGrp="1"/>
          </p:cNvSpPr>
          <p:nvPr>
            <p:ph type="title"/>
          </p:nvPr>
        </p:nvSpPr>
        <p:spPr>
          <a:xfrm>
            <a:off x="214184" y="13663"/>
            <a:ext cx="9728886" cy="678316"/>
          </a:xfrm>
        </p:spPr>
        <p:txBody>
          <a:bodyPr>
            <a:normAutofit/>
          </a:bodyPr>
          <a:lstStyle/>
          <a:p>
            <a:r>
              <a:rPr lang="en-US" dirty="0"/>
              <a:t>Cube 4</a:t>
            </a:r>
          </a:p>
        </p:txBody>
      </p:sp>
      <p:grpSp>
        <p:nvGrpSpPr>
          <p:cNvPr id="3" name="Groupe 1028">
            <a:extLst>
              <a:ext uri="{FF2B5EF4-FFF2-40B4-BE49-F238E27FC236}">
                <a16:creationId xmlns:a16="http://schemas.microsoft.com/office/drawing/2014/main" id="{53FFF7DC-B35C-3628-6A5A-EC299366BF76}"/>
              </a:ext>
            </a:extLst>
          </p:cNvPr>
          <p:cNvGrpSpPr>
            <a:grpSpLocks noChangeAspect="1"/>
          </p:cNvGrpSpPr>
          <p:nvPr/>
        </p:nvGrpSpPr>
        <p:grpSpPr>
          <a:xfrm>
            <a:off x="869193" y="1277646"/>
            <a:ext cx="4227913" cy="4896085"/>
            <a:chOff x="3749650" y="949575"/>
            <a:chExt cx="4650704" cy="5385693"/>
          </a:xfrm>
        </p:grpSpPr>
        <p:grpSp>
          <p:nvGrpSpPr>
            <p:cNvPr id="4" name="Groupe 7">
              <a:extLst>
                <a:ext uri="{FF2B5EF4-FFF2-40B4-BE49-F238E27FC236}">
                  <a16:creationId xmlns:a16="http://schemas.microsoft.com/office/drawing/2014/main" id="{D3B7985B-7EE2-EAE3-825C-1A92DC404FCA}"/>
                </a:ext>
              </a:extLst>
            </p:cNvPr>
            <p:cNvGrpSpPr/>
            <p:nvPr/>
          </p:nvGrpSpPr>
          <p:grpSpPr>
            <a:xfrm>
              <a:off x="5379868" y="4683360"/>
              <a:ext cx="1754002" cy="1651908"/>
              <a:chOff x="-46569" y="1384300"/>
              <a:chExt cx="2218269" cy="2089152"/>
            </a:xfrm>
          </p:grpSpPr>
          <p:sp>
            <p:nvSpPr>
              <p:cNvPr id="61" name="Rectangle 60">
                <a:extLst>
                  <a:ext uri="{FF2B5EF4-FFF2-40B4-BE49-F238E27FC236}">
                    <a16:creationId xmlns:a16="http://schemas.microsoft.com/office/drawing/2014/main" id="{23733130-6648-FA39-CAFA-43327ED8E3D6}"/>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2" name="Rectangle 61">
                <a:extLst>
                  <a:ext uri="{FF2B5EF4-FFF2-40B4-BE49-F238E27FC236}">
                    <a16:creationId xmlns:a16="http://schemas.microsoft.com/office/drawing/2014/main" id="{A4508AAD-AC96-9E63-EC74-6B55B4A3DA01}"/>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3" name="Rectangle 62">
                <a:extLst>
                  <a:ext uri="{FF2B5EF4-FFF2-40B4-BE49-F238E27FC236}">
                    <a16:creationId xmlns:a16="http://schemas.microsoft.com/office/drawing/2014/main" id="{D3CAC14E-11C3-D225-137A-39EE9F996DA7}"/>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5" name="Groupe 15">
              <a:extLst>
                <a:ext uri="{FF2B5EF4-FFF2-40B4-BE49-F238E27FC236}">
                  <a16:creationId xmlns:a16="http://schemas.microsoft.com/office/drawing/2014/main" id="{1CEA719C-030E-93C1-45FA-EF4567B7B9A8}"/>
                </a:ext>
              </a:extLst>
            </p:cNvPr>
            <p:cNvGrpSpPr/>
            <p:nvPr/>
          </p:nvGrpSpPr>
          <p:grpSpPr>
            <a:xfrm>
              <a:off x="5147735" y="3416756"/>
              <a:ext cx="1769530" cy="1666532"/>
              <a:chOff x="-46569" y="1384300"/>
              <a:chExt cx="2218269" cy="2089152"/>
            </a:xfrm>
          </p:grpSpPr>
          <p:sp>
            <p:nvSpPr>
              <p:cNvPr id="58" name="Rectangle 57">
                <a:extLst>
                  <a:ext uri="{FF2B5EF4-FFF2-40B4-BE49-F238E27FC236}">
                    <a16:creationId xmlns:a16="http://schemas.microsoft.com/office/drawing/2014/main" id="{FCAF7FEC-5E2B-658F-B0DA-7142CA21BF70}"/>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9" name="Rectangle 58">
                <a:extLst>
                  <a:ext uri="{FF2B5EF4-FFF2-40B4-BE49-F238E27FC236}">
                    <a16:creationId xmlns:a16="http://schemas.microsoft.com/office/drawing/2014/main" id="{FF493648-E6C4-C22D-45C3-E77FEF1AB499}"/>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0" name="Rectangle 59">
                <a:extLst>
                  <a:ext uri="{FF2B5EF4-FFF2-40B4-BE49-F238E27FC236}">
                    <a16:creationId xmlns:a16="http://schemas.microsoft.com/office/drawing/2014/main" id="{A6DED84C-4622-47C3-8746-7E965A254B66}"/>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6" name="Groupe 6">
              <a:extLst>
                <a:ext uri="{FF2B5EF4-FFF2-40B4-BE49-F238E27FC236}">
                  <a16:creationId xmlns:a16="http://schemas.microsoft.com/office/drawing/2014/main" id="{7AEB7E3A-69E9-7688-2E79-8DE1C9393204}"/>
                </a:ext>
              </a:extLst>
            </p:cNvPr>
            <p:cNvGrpSpPr/>
            <p:nvPr/>
          </p:nvGrpSpPr>
          <p:grpSpPr>
            <a:xfrm>
              <a:off x="4038600" y="3910690"/>
              <a:ext cx="2218269" cy="2089152"/>
              <a:chOff x="-46569" y="1384300"/>
              <a:chExt cx="2218269" cy="2089152"/>
            </a:xfrm>
          </p:grpSpPr>
          <p:sp>
            <p:nvSpPr>
              <p:cNvPr id="55" name="Rectangle 54">
                <a:extLst>
                  <a:ext uri="{FF2B5EF4-FFF2-40B4-BE49-F238E27FC236}">
                    <a16:creationId xmlns:a16="http://schemas.microsoft.com/office/drawing/2014/main" id="{81AE9969-F7BA-7341-CF67-1F7E19A07F0F}"/>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6" name="Rectangle 55">
                <a:extLst>
                  <a:ext uri="{FF2B5EF4-FFF2-40B4-BE49-F238E27FC236}">
                    <a16:creationId xmlns:a16="http://schemas.microsoft.com/office/drawing/2014/main" id="{1FDFF20C-9C21-2691-0502-F9E2822366DC}"/>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7" name="Rectangle 56">
                <a:extLst>
                  <a:ext uri="{FF2B5EF4-FFF2-40B4-BE49-F238E27FC236}">
                    <a16:creationId xmlns:a16="http://schemas.microsoft.com/office/drawing/2014/main" id="{FF912F77-4331-895A-312C-877672F166FE}"/>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7" name="Groupe 11">
              <a:extLst>
                <a:ext uri="{FF2B5EF4-FFF2-40B4-BE49-F238E27FC236}">
                  <a16:creationId xmlns:a16="http://schemas.microsoft.com/office/drawing/2014/main" id="{D0F8EC7B-6A5C-FF41-B3E1-FB2BA6A52148}"/>
                </a:ext>
              </a:extLst>
            </p:cNvPr>
            <p:cNvGrpSpPr/>
            <p:nvPr/>
          </p:nvGrpSpPr>
          <p:grpSpPr>
            <a:xfrm>
              <a:off x="7140331" y="3910690"/>
              <a:ext cx="971882" cy="915312"/>
              <a:chOff x="-46569" y="1384300"/>
              <a:chExt cx="2218269" cy="2089152"/>
            </a:xfrm>
          </p:grpSpPr>
          <p:sp>
            <p:nvSpPr>
              <p:cNvPr id="52" name="Rectangle 51">
                <a:extLst>
                  <a:ext uri="{FF2B5EF4-FFF2-40B4-BE49-F238E27FC236}">
                    <a16:creationId xmlns:a16="http://schemas.microsoft.com/office/drawing/2014/main" id="{05274E2D-D1A4-D06E-911A-51714BA4B230}"/>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3" name="Rectangle 52">
                <a:extLst>
                  <a:ext uri="{FF2B5EF4-FFF2-40B4-BE49-F238E27FC236}">
                    <a16:creationId xmlns:a16="http://schemas.microsoft.com/office/drawing/2014/main" id="{65486A80-DC1B-B786-41E8-849CDD031BA0}"/>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4" name="Rectangle 53">
                <a:extLst>
                  <a:ext uri="{FF2B5EF4-FFF2-40B4-BE49-F238E27FC236}">
                    <a16:creationId xmlns:a16="http://schemas.microsoft.com/office/drawing/2014/main" id="{871F41B3-CAFC-3A6F-D484-5F7CBB857516}"/>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8" name="Groupe 19">
              <a:extLst>
                <a:ext uri="{FF2B5EF4-FFF2-40B4-BE49-F238E27FC236}">
                  <a16:creationId xmlns:a16="http://schemas.microsoft.com/office/drawing/2014/main" id="{3704BF3B-EEFB-2EFB-38BA-E4750B620FE2}"/>
                </a:ext>
              </a:extLst>
            </p:cNvPr>
            <p:cNvGrpSpPr/>
            <p:nvPr/>
          </p:nvGrpSpPr>
          <p:grpSpPr>
            <a:xfrm>
              <a:off x="5813286" y="2464317"/>
              <a:ext cx="1831094" cy="1724512"/>
              <a:chOff x="-46569" y="1384300"/>
              <a:chExt cx="2218269" cy="2089152"/>
            </a:xfrm>
          </p:grpSpPr>
          <p:sp>
            <p:nvSpPr>
              <p:cNvPr id="49" name="Rectangle 48">
                <a:extLst>
                  <a:ext uri="{FF2B5EF4-FFF2-40B4-BE49-F238E27FC236}">
                    <a16:creationId xmlns:a16="http://schemas.microsoft.com/office/drawing/2014/main" id="{82433097-FADC-E739-01CF-CEC0FFB45F17}"/>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0" name="Rectangle 49">
                <a:extLst>
                  <a:ext uri="{FF2B5EF4-FFF2-40B4-BE49-F238E27FC236}">
                    <a16:creationId xmlns:a16="http://schemas.microsoft.com/office/drawing/2014/main" id="{7811A910-1E87-1FCB-28D3-4E4872C1D069}"/>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1" name="Rectangle 50">
                <a:extLst>
                  <a:ext uri="{FF2B5EF4-FFF2-40B4-BE49-F238E27FC236}">
                    <a16:creationId xmlns:a16="http://schemas.microsoft.com/office/drawing/2014/main" id="{C9230D06-3731-BD61-E240-D59371730209}"/>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9" name="Groupe 27">
              <a:extLst>
                <a:ext uri="{FF2B5EF4-FFF2-40B4-BE49-F238E27FC236}">
                  <a16:creationId xmlns:a16="http://schemas.microsoft.com/office/drawing/2014/main" id="{1ED332F1-C387-38E5-CE89-F47040C79E0E}"/>
                </a:ext>
              </a:extLst>
            </p:cNvPr>
            <p:cNvGrpSpPr/>
            <p:nvPr/>
          </p:nvGrpSpPr>
          <p:grpSpPr>
            <a:xfrm>
              <a:off x="6474780" y="4234466"/>
              <a:ext cx="1013018" cy="954054"/>
              <a:chOff x="-46569" y="1384300"/>
              <a:chExt cx="2218269" cy="2089152"/>
            </a:xfrm>
          </p:grpSpPr>
          <p:sp>
            <p:nvSpPr>
              <p:cNvPr id="46" name="Rectangle 45">
                <a:extLst>
                  <a:ext uri="{FF2B5EF4-FFF2-40B4-BE49-F238E27FC236}">
                    <a16:creationId xmlns:a16="http://schemas.microsoft.com/office/drawing/2014/main" id="{095FE33A-A453-8CC5-C88E-182849859DF2}"/>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7" name="Rectangle 46">
                <a:extLst>
                  <a:ext uri="{FF2B5EF4-FFF2-40B4-BE49-F238E27FC236}">
                    <a16:creationId xmlns:a16="http://schemas.microsoft.com/office/drawing/2014/main" id="{552A9AF1-5297-C49E-CC28-722515088D11}"/>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8" name="Rectangle 47">
                <a:extLst>
                  <a:ext uri="{FF2B5EF4-FFF2-40B4-BE49-F238E27FC236}">
                    <a16:creationId xmlns:a16="http://schemas.microsoft.com/office/drawing/2014/main" id="{79285AA2-1AFC-2465-B51C-504451258697}"/>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0" name="Groupe 31">
              <a:extLst>
                <a:ext uri="{FF2B5EF4-FFF2-40B4-BE49-F238E27FC236}">
                  <a16:creationId xmlns:a16="http://schemas.microsoft.com/office/drawing/2014/main" id="{C917B311-033E-A8AE-6DB8-3FAC12426746}"/>
                </a:ext>
              </a:extLst>
            </p:cNvPr>
            <p:cNvGrpSpPr/>
            <p:nvPr/>
          </p:nvGrpSpPr>
          <p:grpSpPr>
            <a:xfrm>
              <a:off x="3749650" y="3417657"/>
              <a:ext cx="1194072" cy="1124570"/>
              <a:chOff x="-46569" y="1384300"/>
              <a:chExt cx="2218269" cy="2089152"/>
            </a:xfrm>
          </p:grpSpPr>
          <p:sp>
            <p:nvSpPr>
              <p:cNvPr id="43" name="Rectangle 42">
                <a:extLst>
                  <a:ext uri="{FF2B5EF4-FFF2-40B4-BE49-F238E27FC236}">
                    <a16:creationId xmlns:a16="http://schemas.microsoft.com/office/drawing/2014/main" id="{7FE46481-661C-7619-6022-5BC5EE9A3D8C}"/>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4" name="Rectangle 43">
                <a:extLst>
                  <a:ext uri="{FF2B5EF4-FFF2-40B4-BE49-F238E27FC236}">
                    <a16:creationId xmlns:a16="http://schemas.microsoft.com/office/drawing/2014/main" id="{6AFF3D38-8A1E-1707-FEAA-E5F940EF1D2F}"/>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5" name="Rectangle 44">
                <a:extLst>
                  <a:ext uri="{FF2B5EF4-FFF2-40B4-BE49-F238E27FC236}">
                    <a16:creationId xmlns:a16="http://schemas.microsoft.com/office/drawing/2014/main" id="{6F86F56A-E1FB-5708-9C90-3AC2B0D5239C}"/>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1" name="Groupe 35">
              <a:extLst>
                <a:ext uri="{FF2B5EF4-FFF2-40B4-BE49-F238E27FC236}">
                  <a16:creationId xmlns:a16="http://schemas.microsoft.com/office/drawing/2014/main" id="{B1171E18-14ED-01D4-FC87-8304BB321703}"/>
                </a:ext>
              </a:extLst>
            </p:cNvPr>
            <p:cNvGrpSpPr/>
            <p:nvPr/>
          </p:nvGrpSpPr>
          <p:grpSpPr>
            <a:xfrm>
              <a:off x="4452106" y="2447027"/>
              <a:ext cx="1391258" cy="1310278"/>
              <a:chOff x="-46569" y="1384300"/>
              <a:chExt cx="2218269" cy="2089152"/>
            </a:xfrm>
          </p:grpSpPr>
          <p:sp>
            <p:nvSpPr>
              <p:cNvPr id="40" name="Rectangle 39">
                <a:extLst>
                  <a:ext uri="{FF2B5EF4-FFF2-40B4-BE49-F238E27FC236}">
                    <a16:creationId xmlns:a16="http://schemas.microsoft.com/office/drawing/2014/main" id="{4CB3BA04-9F37-6EE9-BC5B-E022C6A03FFB}"/>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1" name="Rectangle 40">
                <a:extLst>
                  <a:ext uri="{FF2B5EF4-FFF2-40B4-BE49-F238E27FC236}">
                    <a16:creationId xmlns:a16="http://schemas.microsoft.com/office/drawing/2014/main" id="{07FDD06D-2C4A-F97A-55CD-8540C7941B17}"/>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2" name="Rectangle 41">
                <a:extLst>
                  <a:ext uri="{FF2B5EF4-FFF2-40B4-BE49-F238E27FC236}">
                    <a16:creationId xmlns:a16="http://schemas.microsoft.com/office/drawing/2014/main" id="{72EACBEB-B3E5-FB7B-BECC-B5FAB7695C6A}"/>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2" name="Groupe 39">
              <a:extLst>
                <a:ext uri="{FF2B5EF4-FFF2-40B4-BE49-F238E27FC236}">
                  <a16:creationId xmlns:a16="http://schemas.microsoft.com/office/drawing/2014/main" id="{121EE047-C29E-01A9-B76C-4F0C43F560F3}"/>
                </a:ext>
              </a:extLst>
            </p:cNvPr>
            <p:cNvGrpSpPr/>
            <p:nvPr/>
          </p:nvGrpSpPr>
          <p:grpSpPr>
            <a:xfrm>
              <a:off x="5215235" y="1383358"/>
              <a:ext cx="1470269" cy="1384690"/>
              <a:chOff x="-46569" y="1384300"/>
              <a:chExt cx="2218269" cy="2089152"/>
            </a:xfrm>
          </p:grpSpPr>
          <p:sp>
            <p:nvSpPr>
              <p:cNvPr id="37" name="Rectangle 36">
                <a:extLst>
                  <a:ext uri="{FF2B5EF4-FFF2-40B4-BE49-F238E27FC236}">
                    <a16:creationId xmlns:a16="http://schemas.microsoft.com/office/drawing/2014/main" id="{F6F63BAB-95AB-42C4-28FF-559FE034DB8D}"/>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8" name="Rectangle 37">
                <a:extLst>
                  <a:ext uri="{FF2B5EF4-FFF2-40B4-BE49-F238E27FC236}">
                    <a16:creationId xmlns:a16="http://schemas.microsoft.com/office/drawing/2014/main" id="{457F0C72-4D71-7A10-0078-DAF4A421E012}"/>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9" name="Rectangle 38">
                <a:extLst>
                  <a:ext uri="{FF2B5EF4-FFF2-40B4-BE49-F238E27FC236}">
                    <a16:creationId xmlns:a16="http://schemas.microsoft.com/office/drawing/2014/main" id="{C1396D9B-1144-638F-7AF4-3819BD5A6008}"/>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3" name="Groupe 43">
              <a:extLst>
                <a:ext uri="{FF2B5EF4-FFF2-40B4-BE49-F238E27FC236}">
                  <a16:creationId xmlns:a16="http://schemas.microsoft.com/office/drawing/2014/main" id="{A19E7FE5-82DC-4C34-6979-A84EB1217DF1}"/>
                </a:ext>
              </a:extLst>
            </p:cNvPr>
            <p:cNvGrpSpPr/>
            <p:nvPr/>
          </p:nvGrpSpPr>
          <p:grpSpPr>
            <a:xfrm>
              <a:off x="7960672" y="949575"/>
              <a:ext cx="439682" cy="414090"/>
              <a:chOff x="-46569" y="1384300"/>
              <a:chExt cx="2218269" cy="2089152"/>
            </a:xfrm>
          </p:grpSpPr>
          <p:sp>
            <p:nvSpPr>
              <p:cNvPr id="34" name="Rectangle 33">
                <a:extLst>
                  <a:ext uri="{FF2B5EF4-FFF2-40B4-BE49-F238E27FC236}">
                    <a16:creationId xmlns:a16="http://schemas.microsoft.com/office/drawing/2014/main" id="{82BCB6F5-DD9B-B585-785F-49047381769C}"/>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5" name="Rectangle 34">
                <a:extLst>
                  <a:ext uri="{FF2B5EF4-FFF2-40B4-BE49-F238E27FC236}">
                    <a16:creationId xmlns:a16="http://schemas.microsoft.com/office/drawing/2014/main" id="{CDA5AFB5-9698-E6B4-529D-28FB85D7C3F6}"/>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6" name="Rectangle 35">
                <a:extLst>
                  <a:ext uri="{FF2B5EF4-FFF2-40B4-BE49-F238E27FC236}">
                    <a16:creationId xmlns:a16="http://schemas.microsoft.com/office/drawing/2014/main" id="{905C4654-1FC4-B152-F951-56D9741FEA32}"/>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4" name="Groupe 47">
              <a:extLst>
                <a:ext uri="{FF2B5EF4-FFF2-40B4-BE49-F238E27FC236}">
                  <a16:creationId xmlns:a16="http://schemas.microsoft.com/office/drawing/2014/main" id="{D13D1CC8-11E1-6365-4252-46CB08F835FE}"/>
                </a:ext>
              </a:extLst>
            </p:cNvPr>
            <p:cNvGrpSpPr/>
            <p:nvPr/>
          </p:nvGrpSpPr>
          <p:grpSpPr>
            <a:xfrm>
              <a:off x="7487798" y="1593882"/>
              <a:ext cx="841702" cy="792710"/>
              <a:chOff x="-46569" y="1384300"/>
              <a:chExt cx="2218269" cy="2089152"/>
            </a:xfrm>
          </p:grpSpPr>
          <p:sp>
            <p:nvSpPr>
              <p:cNvPr id="31" name="Rectangle 30">
                <a:extLst>
                  <a:ext uri="{FF2B5EF4-FFF2-40B4-BE49-F238E27FC236}">
                    <a16:creationId xmlns:a16="http://schemas.microsoft.com/office/drawing/2014/main" id="{8D1FFF80-A02F-AC62-5C5D-E708EFAFB4EB}"/>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2" name="Rectangle 31">
                <a:extLst>
                  <a:ext uri="{FF2B5EF4-FFF2-40B4-BE49-F238E27FC236}">
                    <a16:creationId xmlns:a16="http://schemas.microsoft.com/office/drawing/2014/main" id="{FFDA8537-E9BB-701B-504F-97AEAFD4C63C}"/>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3" name="Rectangle 32">
                <a:extLst>
                  <a:ext uri="{FF2B5EF4-FFF2-40B4-BE49-F238E27FC236}">
                    <a16:creationId xmlns:a16="http://schemas.microsoft.com/office/drawing/2014/main" id="{A7FDCA0A-B281-ABBB-ED16-7BE54EBD64A2}"/>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5" name="Groupe 51">
              <a:extLst>
                <a:ext uri="{FF2B5EF4-FFF2-40B4-BE49-F238E27FC236}">
                  <a16:creationId xmlns:a16="http://schemas.microsoft.com/office/drawing/2014/main" id="{7EC6162A-1DDD-6879-5C23-D607FCD9902B}"/>
                </a:ext>
              </a:extLst>
            </p:cNvPr>
            <p:cNvGrpSpPr/>
            <p:nvPr/>
          </p:nvGrpSpPr>
          <p:grpSpPr>
            <a:xfrm>
              <a:off x="6877160" y="1322233"/>
              <a:ext cx="488092" cy="459682"/>
              <a:chOff x="-46569" y="1384300"/>
              <a:chExt cx="2218269" cy="2089152"/>
            </a:xfrm>
          </p:grpSpPr>
          <p:sp>
            <p:nvSpPr>
              <p:cNvPr id="28" name="Rectangle 27">
                <a:extLst>
                  <a:ext uri="{FF2B5EF4-FFF2-40B4-BE49-F238E27FC236}">
                    <a16:creationId xmlns:a16="http://schemas.microsoft.com/office/drawing/2014/main" id="{C5B4DB76-438A-1B61-3BA9-85C507D4BA73}"/>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9" name="Rectangle 28">
                <a:extLst>
                  <a:ext uri="{FF2B5EF4-FFF2-40B4-BE49-F238E27FC236}">
                    <a16:creationId xmlns:a16="http://schemas.microsoft.com/office/drawing/2014/main" id="{70FC14FA-8479-89DF-C1AD-D9F71A3B71D8}"/>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0" name="Rectangle 29">
                <a:extLst>
                  <a:ext uri="{FF2B5EF4-FFF2-40B4-BE49-F238E27FC236}">
                    <a16:creationId xmlns:a16="http://schemas.microsoft.com/office/drawing/2014/main" id="{52C8B8E9-EAB3-FB77-A127-B5E2E629F64D}"/>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6" name="Groupe 55">
              <a:extLst>
                <a:ext uri="{FF2B5EF4-FFF2-40B4-BE49-F238E27FC236}">
                  <a16:creationId xmlns:a16="http://schemas.microsoft.com/office/drawing/2014/main" id="{DAE551BC-1D1D-B9A5-6382-69A99484C2D6}"/>
                </a:ext>
              </a:extLst>
            </p:cNvPr>
            <p:cNvGrpSpPr/>
            <p:nvPr/>
          </p:nvGrpSpPr>
          <p:grpSpPr>
            <a:xfrm>
              <a:off x="6879167" y="2455834"/>
              <a:ext cx="1470269" cy="1384690"/>
              <a:chOff x="-46569" y="1384300"/>
              <a:chExt cx="2218269" cy="2089152"/>
            </a:xfrm>
          </p:grpSpPr>
          <p:sp>
            <p:nvSpPr>
              <p:cNvPr id="25" name="Rectangle 24">
                <a:extLst>
                  <a:ext uri="{FF2B5EF4-FFF2-40B4-BE49-F238E27FC236}">
                    <a16:creationId xmlns:a16="http://schemas.microsoft.com/office/drawing/2014/main" id="{2F4C723B-630D-04D6-BF5D-63FD747AEE17}"/>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6" name="Rectangle 25">
                <a:extLst>
                  <a:ext uri="{FF2B5EF4-FFF2-40B4-BE49-F238E27FC236}">
                    <a16:creationId xmlns:a16="http://schemas.microsoft.com/office/drawing/2014/main" id="{CF925FDF-C52A-8E87-95D3-E51E03BC3A35}"/>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7" name="Rectangle 26">
                <a:extLst>
                  <a:ext uri="{FF2B5EF4-FFF2-40B4-BE49-F238E27FC236}">
                    <a16:creationId xmlns:a16="http://schemas.microsoft.com/office/drawing/2014/main" id="{8EF53D24-DC17-F10E-95EB-B30F5BCD1DC9}"/>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7" name="Groupe 59">
              <a:extLst>
                <a:ext uri="{FF2B5EF4-FFF2-40B4-BE49-F238E27FC236}">
                  <a16:creationId xmlns:a16="http://schemas.microsoft.com/office/drawing/2014/main" id="{9DE73570-AD42-FB4F-396D-7446A1CB14FD}"/>
                </a:ext>
              </a:extLst>
            </p:cNvPr>
            <p:cNvGrpSpPr/>
            <p:nvPr/>
          </p:nvGrpSpPr>
          <p:grpSpPr>
            <a:xfrm>
              <a:off x="4255667" y="3089646"/>
              <a:ext cx="191284" cy="180150"/>
              <a:chOff x="-46569" y="1384300"/>
              <a:chExt cx="2218269" cy="2089152"/>
            </a:xfrm>
          </p:grpSpPr>
          <p:sp>
            <p:nvSpPr>
              <p:cNvPr id="22" name="Rectangle 21">
                <a:extLst>
                  <a:ext uri="{FF2B5EF4-FFF2-40B4-BE49-F238E27FC236}">
                    <a16:creationId xmlns:a16="http://schemas.microsoft.com/office/drawing/2014/main" id="{7ACEA95C-05DF-3625-1903-54BE629636B4}"/>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3" name="Rectangle 22">
                <a:extLst>
                  <a:ext uri="{FF2B5EF4-FFF2-40B4-BE49-F238E27FC236}">
                    <a16:creationId xmlns:a16="http://schemas.microsoft.com/office/drawing/2014/main" id="{61FF5DF3-04A4-D7DF-3E5D-8CB7769A3D84}"/>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4" name="Rectangle 23">
                <a:extLst>
                  <a:ext uri="{FF2B5EF4-FFF2-40B4-BE49-F238E27FC236}">
                    <a16:creationId xmlns:a16="http://schemas.microsoft.com/office/drawing/2014/main" id="{189B7034-B82B-EBF8-2C7C-29593A2E8852}"/>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8" name="Groupe 1023">
              <a:extLst>
                <a:ext uri="{FF2B5EF4-FFF2-40B4-BE49-F238E27FC236}">
                  <a16:creationId xmlns:a16="http://schemas.microsoft.com/office/drawing/2014/main" id="{0AE2A3EF-027A-8507-88D8-3CACF4E70E68}"/>
                </a:ext>
              </a:extLst>
            </p:cNvPr>
            <p:cNvGrpSpPr/>
            <p:nvPr/>
          </p:nvGrpSpPr>
          <p:grpSpPr>
            <a:xfrm>
              <a:off x="4574258" y="1661163"/>
              <a:ext cx="509310" cy="479665"/>
              <a:chOff x="-46569" y="1384300"/>
              <a:chExt cx="2218269" cy="2089152"/>
            </a:xfrm>
          </p:grpSpPr>
          <p:sp>
            <p:nvSpPr>
              <p:cNvPr id="19" name="Rectangle 18">
                <a:extLst>
                  <a:ext uri="{FF2B5EF4-FFF2-40B4-BE49-F238E27FC236}">
                    <a16:creationId xmlns:a16="http://schemas.microsoft.com/office/drawing/2014/main" id="{B44B7896-B254-3F52-2D3A-816E70D5FD16}"/>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0" name="Rectangle 19">
                <a:extLst>
                  <a:ext uri="{FF2B5EF4-FFF2-40B4-BE49-F238E27FC236}">
                    <a16:creationId xmlns:a16="http://schemas.microsoft.com/office/drawing/2014/main" id="{9C45F50E-9068-E502-CD9E-4069C81BBF20}"/>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1" name="Rectangle 20">
                <a:extLst>
                  <a:ext uri="{FF2B5EF4-FFF2-40B4-BE49-F238E27FC236}">
                    <a16:creationId xmlns:a16="http://schemas.microsoft.com/office/drawing/2014/main" id="{CD9B1878-9EF7-B876-DA03-FC131AB9F4D5}"/>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grpSp>
        <p:nvGrpSpPr>
          <p:cNvPr id="64" name="Groupe 1029">
            <a:extLst>
              <a:ext uri="{FF2B5EF4-FFF2-40B4-BE49-F238E27FC236}">
                <a16:creationId xmlns:a16="http://schemas.microsoft.com/office/drawing/2014/main" id="{B5A947CB-82F7-E18F-B3F1-C20A8AB9FB2C}"/>
              </a:ext>
            </a:extLst>
          </p:cNvPr>
          <p:cNvGrpSpPr/>
          <p:nvPr/>
        </p:nvGrpSpPr>
        <p:grpSpPr>
          <a:xfrm>
            <a:off x="5897192" y="1320921"/>
            <a:ext cx="5379875" cy="830997"/>
            <a:chOff x="5897192" y="1204509"/>
            <a:chExt cx="5379875" cy="830997"/>
          </a:xfrm>
        </p:grpSpPr>
        <p:sp>
          <p:nvSpPr>
            <p:cNvPr id="65" name="TextBox 37">
              <a:extLst>
                <a:ext uri="{FF2B5EF4-FFF2-40B4-BE49-F238E27FC236}">
                  <a16:creationId xmlns:a16="http://schemas.microsoft.com/office/drawing/2014/main" id="{8FB5FDC8-54A2-1F87-AB2A-CE718C81C11B}"/>
                </a:ext>
              </a:extLst>
            </p:cNvPr>
            <p:cNvSpPr txBox="1"/>
            <p:nvPr/>
          </p:nvSpPr>
          <p:spPr>
            <a:xfrm>
              <a:off x="6597067" y="1204509"/>
              <a:ext cx="4680000" cy="830997"/>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6" name="Oval 3">
              <a:extLst>
                <a:ext uri="{FF2B5EF4-FFF2-40B4-BE49-F238E27FC236}">
                  <a16:creationId xmlns:a16="http://schemas.microsoft.com/office/drawing/2014/main" id="{45515039-4B43-03E2-17AD-CD8BCEC0A997}"/>
                </a:ext>
              </a:extLst>
            </p:cNvPr>
            <p:cNvSpPr/>
            <p:nvPr/>
          </p:nvSpPr>
          <p:spPr>
            <a:xfrm flipH="1">
              <a:off x="5897192" y="1308188"/>
              <a:ext cx="623638" cy="623638"/>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1"/>
                  </a:solidFill>
                </a:rPr>
                <a:t>1</a:t>
              </a:r>
            </a:p>
          </p:txBody>
        </p:sp>
      </p:grpSp>
      <p:grpSp>
        <p:nvGrpSpPr>
          <p:cNvPr id="67" name="Groupe 1032">
            <a:extLst>
              <a:ext uri="{FF2B5EF4-FFF2-40B4-BE49-F238E27FC236}">
                <a16:creationId xmlns:a16="http://schemas.microsoft.com/office/drawing/2014/main" id="{8228B030-F84F-436E-844A-F7F5CCAE19FF}"/>
              </a:ext>
            </a:extLst>
          </p:cNvPr>
          <p:cNvGrpSpPr/>
          <p:nvPr/>
        </p:nvGrpSpPr>
        <p:grpSpPr>
          <a:xfrm>
            <a:off x="5897192" y="2103807"/>
            <a:ext cx="5379875" cy="830997"/>
            <a:chOff x="5897192" y="2035506"/>
            <a:chExt cx="5379875" cy="830997"/>
          </a:xfrm>
        </p:grpSpPr>
        <p:sp>
          <p:nvSpPr>
            <p:cNvPr id="68" name="TextBox 37">
              <a:extLst>
                <a:ext uri="{FF2B5EF4-FFF2-40B4-BE49-F238E27FC236}">
                  <a16:creationId xmlns:a16="http://schemas.microsoft.com/office/drawing/2014/main" id="{2CF3ADC9-44F8-7CBD-B27A-A517C255AA43}"/>
                </a:ext>
              </a:extLst>
            </p:cNvPr>
            <p:cNvSpPr txBox="1"/>
            <p:nvPr/>
          </p:nvSpPr>
          <p:spPr>
            <a:xfrm>
              <a:off x="6597067" y="2035506"/>
              <a:ext cx="4680000" cy="830997"/>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9" name="Oval 3">
              <a:extLst>
                <a:ext uri="{FF2B5EF4-FFF2-40B4-BE49-F238E27FC236}">
                  <a16:creationId xmlns:a16="http://schemas.microsoft.com/office/drawing/2014/main" id="{D4A60612-C18A-2AB5-E169-A94D0BD413AF}"/>
                </a:ext>
              </a:extLst>
            </p:cNvPr>
            <p:cNvSpPr/>
            <p:nvPr/>
          </p:nvSpPr>
          <p:spPr>
            <a:xfrm flipH="1">
              <a:off x="5897192" y="2139185"/>
              <a:ext cx="623638" cy="623638"/>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2"/>
                  </a:solidFill>
                </a:rPr>
                <a:t>2</a:t>
              </a:r>
            </a:p>
          </p:txBody>
        </p:sp>
      </p:grpSp>
      <p:grpSp>
        <p:nvGrpSpPr>
          <p:cNvPr id="70" name="Groupe 1035">
            <a:extLst>
              <a:ext uri="{FF2B5EF4-FFF2-40B4-BE49-F238E27FC236}">
                <a16:creationId xmlns:a16="http://schemas.microsoft.com/office/drawing/2014/main" id="{E167BF8C-60EF-1C10-CB02-19423A989065}"/>
              </a:ext>
            </a:extLst>
          </p:cNvPr>
          <p:cNvGrpSpPr/>
          <p:nvPr/>
        </p:nvGrpSpPr>
        <p:grpSpPr>
          <a:xfrm>
            <a:off x="5897192" y="2886693"/>
            <a:ext cx="5379875" cy="830997"/>
            <a:chOff x="5897192" y="2883957"/>
            <a:chExt cx="5379875" cy="830997"/>
          </a:xfrm>
        </p:grpSpPr>
        <p:sp>
          <p:nvSpPr>
            <p:cNvPr id="71" name="TextBox 37">
              <a:extLst>
                <a:ext uri="{FF2B5EF4-FFF2-40B4-BE49-F238E27FC236}">
                  <a16:creationId xmlns:a16="http://schemas.microsoft.com/office/drawing/2014/main" id="{4054921A-DC4B-BE97-1661-D44657C57ED2}"/>
                </a:ext>
              </a:extLst>
            </p:cNvPr>
            <p:cNvSpPr txBox="1"/>
            <p:nvPr/>
          </p:nvSpPr>
          <p:spPr>
            <a:xfrm>
              <a:off x="6597067" y="2883957"/>
              <a:ext cx="4680000" cy="830997"/>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2" name="Oval 3">
              <a:extLst>
                <a:ext uri="{FF2B5EF4-FFF2-40B4-BE49-F238E27FC236}">
                  <a16:creationId xmlns:a16="http://schemas.microsoft.com/office/drawing/2014/main" id="{6E502015-BB50-F4D0-DA71-CE797B4F7975}"/>
                </a:ext>
              </a:extLst>
            </p:cNvPr>
            <p:cNvSpPr/>
            <p:nvPr/>
          </p:nvSpPr>
          <p:spPr>
            <a:xfrm flipH="1">
              <a:off x="5897192" y="2987636"/>
              <a:ext cx="623638" cy="623638"/>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3"/>
                  </a:solidFill>
                </a:rPr>
                <a:t>3</a:t>
              </a:r>
            </a:p>
          </p:txBody>
        </p:sp>
      </p:grpSp>
      <p:grpSp>
        <p:nvGrpSpPr>
          <p:cNvPr id="73" name="Groupe 1038">
            <a:extLst>
              <a:ext uri="{FF2B5EF4-FFF2-40B4-BE49-F238E27FC236}">
                <a16:creationId xmlns:a16="http://schemas.microsoft.com/office/drawing/2014/main" id="{FDE2A7CD-215D-0B61-25F1-F2E75BC2B34F}"/>
              </a:ext>
            </a:extLst>
          </p:cNvPr>
          <p:cNvGrpSpPr/>
          <p:nvPr/>
        </p:nvGrpSpPr>
        <p:grpSpPr>
          <a:xfrm>
            <a:off x="5897192" y="3669579"/>
            <a:ext cx="5379875" cy="830997"/>
            <a:chOff x="5897192" y="3823542"/>
            <a:chExt cx="5379875" cy="830997"/>
          </a:xfrm>
        </p:grpSpPr>
        <p:sp>
          <p:nvSpPr>
            <p:cNvPr id="74" name="TextBox 37">
              <a:extLst>
                <a:ext uri="{FF2B5EF4-FFF2-40B4-BE49-F238E27FC236}">
                  <a16:creationId xmlns:a16="http://schemas.microsoft.com/office/drawing/2014/main" id="{CF8FABB0-CA78-E50C-8171-CA42D30BC99C}"/>
                </a:ext>
              </a:extLst>
            </p:cNvPr>
            <p:cNvSpPr txBox="1"/>
            <p:nvPr/>
          </p:nvSpPr>
          <p:spPr>
            <a:xfrm>
              <a:off x="6597067" y="3823542"/>
              <a:ext cx="4680000" cy="830997"/>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5" name="Oval 3">
              <a:extLst>
                <a:ext uri="{FF2B5EF4-FFF2-40B4-BE49-F238E27FC236}">
                  <a16:creationId xmlns:a16="http://schemas.microsoft.com/office/drawing/2014/main" id="{6376E79F-E24A-162C-D3CE-B42A97DA47DE}"/>
                </a:ext>
              </a:extLst>
            </p:cNvPr>
            <p:cNvSpPr/>
            <p:nvPr/>
          </p:nvSpPr>
          <p:spPr>
            <a:xfrm flipH="1">
              <a:off x="5897192" y="3927221"/>
              <a:ext cx="623638" cy="623638"/>
            </a:xfrm>
            <a:prstGeom prst="rect">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4"/>
                  </a:solidFill>
                </a:rPr>
                <a:t>4</a:t>
              </a:r>
            </a:p>
          </p:txBody>
        </p:sp>
      </p:grpSp>
      <p:grpSp>
        <p:nvGrpSpPr>
          <p:cNvPr id="76" name="Groupe 1041">
            <a:extLst>
              <a:ext uri="{FF2B5EF4-FFF2-40B4-BE49-F238E27FC236}">
                <a16:creationId xmlns:a16="http://schemas.microsoft.com/office/drawing/2014/main" id="{EEFDF4EC-EB44-8CA0-9B0C-22B3A85AC157}"/>
              </a:ext>
            </a:extLst>
          </p:cNvPr>
          <p:cNvGrpSpPr/>
          <p:nvPr/>
        </p:nvGrpSpPr>
        <p:grpSpPr>
          <a:xfrm>
            <a:off x="5897192" y="4452465"/>
            <a:ext cx="5379875" cy="830997"/>
            <a:chOff x="5897192" y="4666851"/>
            <a:chExt cx="5379875" cy="830997"/>
          </a:xfrm>
        </p:grpSpPr>
        <p:sp>
          <p:nvSpPr>
            <p:cNvPr id="77" name="TextBox 37">
              <a:extLst>
                <a:ext uri="{FF2B5EF4-FFF2-40B4-BE49-F238E27FC236}">
                  <a16:creationId xmlns:a16="http://schemas.microsoft.com/office/drawing/2014/main" id="{BEE41B40-4F12-D9F7-DD75-8E71A7764BD2}"/>
                </a:ext>
              </a:extLst>
            </p:cNvPr>
            <p:cNvSpPr txBox="1"/>
            <p:nvPr/>
          </p:nvSpPr>
          <p:spPr>
            <a:xfrm>
              <a:off x="6597067" y="4666851"/>
              <a:ext cx="4680000" cy="830997"/>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8" name="Oval 3">
              <a:extLst>
                <a:ext uri="{FF2B5EF4-FFF2-40B4-BE49-F238E27FC236}">
                  <a16:creationId xmlns:a16="http://schemas.microsoft.com/office/drawing/2014/main" id="{F016C50F-6633-C148-591A-7B173CA0A982}"/>
                </a:ext>
              </a:extLst>
            </p:cNvPr>
            <p:cNvSpPr/>
            <p:nvPr/>
          </p:nvSpPr>
          <p:spPr>
            <a:xfrm flipH="1">
              <a:off x="5897192" y="4770530"/>
              <a:ext cx="623638" cy="623638"/>
            </a:xfrm>
            <a:prstGeom prst="rect">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5"/>
                  </a:solidFill>
                </a:rPr>
                <a:t>5</a:t>
              </a:r>
            </a:p>
          </p:txBody>
        </p:sp>
      </p:grpSp>
      <p:grpSp>
        <p:nvGrpSpPr>
          <p:cNvPr id="79" name="Groupe 1044">
            <a:extLst>
              <a:ext uri="{FF2B5EF4-FFF2-40B4-BE49-F238E27FC236}">
                <a16:creationId xmlns:a16="http://schemas.microsoft.com/office/drawing/2014/main" id="{87C5F27C-0833-DDEF-12A9-F3679087F64D}"/>
              </a:ext>
            </a:extLst>
          </p:cNvPr>
          <p:cNvGrpSpPr/>
          <p:nvPr/>
        </p:nvGrpSpPr>
        <p:grpSpPr>
          <a:xfrm>
            <a:off x="5897192" y="5235350"/>
            <a:ext cx="5379875" cy="830997"/>
            <a:chOff x="5897192" y="5494315"/>
            <a:chExt cx="5379875" cy="830997"/>
          </a:xfrm>
        </p:grpSpPr>
        <p:sp>
          <p:nvSpPr>
            <p:cNvPr id="80" name="TextBox 37">
              <a:extLst>
                <a:ext uri="{FF2B5EF4-FFF2-40B4-BE49-F238E27FC236}">
                  <a16:creationId xmlns:a16="http://schemas.microsoft.com/office/drawing/2014/main" id="{7AEC5EEC-BB4B-3021-362A-6C7F718DCDA9}"/>
                </a:ext>
              </a:extLst>
            </p:cNvPr>
            <p:cNvSpPr txBox="1"/>
            <p:nvPr/>
          </p:nvSpPr>
          <p:spPr>
            <a:xfrm>
              <a:off x="6597067" y="5494315"/>
              <a:ext cx="4680000" cy="830997"/>
            </a:xfrm>
            <a:prstGeom prst="rect">
              <a:avLst/>
            </a:prstGeom>
            <a:noFill/>
          </p:spPr>
          <p:txBody>
            <a:bodyPr wrap="square" rtlCol="0">
              <a:spAutoFit/>
            </a:bodyPr>
            <a:lstStyle/>
            <a:p>
              <a:r>
                <a:rPr lang="en-US" sz="1600" b="1" dirty="0">
                  <a:solidFill>
                    <a:schemeClr val="accent6"/>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1" name="Oval 3">
              <a:extLst>
                <a:ext uri="{FF2B5EF4-FFF2-40B4-BE49-F238E27FC236}">
                  <a16:creationId xmlns:a16="http://schemas.microsoft.com/office/drawing/2014/main" id="{76219572-8648-02D5-E755-575C8341D10D}"/>
                </a:ext>
              </a:extLst>
            </p:cNvPr>
            <p:cNvSpPr/>
            <p:nvPr/>
          </p:nvSpPr>
          <p:spPr>
            <a:xfrm flipH="1">
              <a:off x="5897192" y="5597994"/>
              <a:ext cx="623638" cy="623638"/>
            </a:xfrm>
            <a:prstGeom prst="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6"/>
                  </a:solidFill>
                </a:rPr>
                <a:t>6</a:t>
              </a:r>
            </a:p>
          </p:txBody>
        </p:sp>
      </p:grpSp>
    </p:spTree>
    <p:extLst>
      <p:ext uri="{BB962C8B-B14F-4D97-AF65-F5344CB8AC3E}">
        <p14:creationId xmlns:p14="http://schemas.microsoft.com/office/powerpoint/2010/main" val="2240867957"/>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Doughnut 8</a:t>
            </a:r>
          </a:p>
        </p:txBody>
      </p:sp>
      <p:grpSp>
        <p:nvGrpSpPr>
          <p:cNvPr id="4" name="Nom1"/>
          <p:cNvGrpSpPr>
            <a:grpSpLocks noChangeAspect="1"/>
          </p:cNvGrpSpPr>
          <p:nvPr/>
        </p:nvGrpSpPr>
        <p:grpSpPr>
          <a:xfrm>
            <a:off x="4069703" y="1866697"/>
            <a:ext cx="4052595" cy="4064401"/>
            <a:chOff x="1511659" y="764704"/>
            <a:chExt cx="6077371" cy="6095076"/>
          </a:xfrm>
        </p:grpSpPr>
        <p:sp>
          <p:nvSpPr>
            <p:cNvPr id="5" name="Freeform 40"/>
            <p:cNvSpPr>
              <a:spLocks/>
            </p:cNvSpPr>
            <p:nvPr/>
          </p:nvSpPr>
          <p:spPr bwMode="auto">
            <a:xfrm rot="2700000">
              <a:off x="3300381" y="4368424"/>
              <a:ext cx="2500891" cy="2481821"/>
            </a:xfrm>
            <a:custGeom>
              <a:avLst/>
              <a:gdLst>
                <a:gd name="T0" fmla="*/ 218 w 387"/>
                <a:gd name="T1" fmla="*/ 0 h 387"/>
                <a:gd name="T2" fmla="*/ 0 w 387"/>
                <a:gd name="T3" fmla="*/ 219 h 387"/>
                <a:gd name="T4" fmla="*/ 0 w 387"/>
                <a:gd name="T5" fmla="*/ 387 h 387"/>
                <a:gd name="T6" fmla="*/ 387 w 387"/>
                <a:gd name="T7" fmla="*/ 0 h 387"/>
                <a:gd name="T8" fmla="*/ 218 w 387"/>
                <a:gd name="T9" fmla="*/ 0 h 387"/>
              </a:gdLst>
              <a:ahLst/>
              <a:cxnLst>
                <a:cxn ang="0">
                  <a:pos x="T0" y="T1"/>
                </a:cxn>
                <a:cxn ang="0">
                  <a:pos x="T2" y="T3"/>
                </a:cxn>
                <a:cxn ang="0">
                  <a:pos x="T4" y="T5"/>
                </a:cxn>
                <a:cxn ang="0">
                  <a:pos x="T6" y="T7"/>
                </a:cxn>
                <a:cxn ang="0">
                  <a:pos x="T8" y="T9"/>
                </a:cxn>
              </a:cxnLst>
              <a:rect l="0" t="0" r="r" b="b"/>
              <a:pathLst>
                <a:path w="387" h="387">
                  <a:moveTo>
                    <a:pt x="218" y="0"/>
                  </a:moveTo>
                  <a:cubicBezTo>
                    <a:pt x="216" y="120"/>
                    <a:pt x="120" y="217"/>
                    <a:pt x="0" y="219"/>
                  </a:cubicBezTo>
                  <a:cubicBezTo>
                    <a:pt x="0" y="387"/>
                    <a:pt x="0" y="387"/>
                    <a:pt x="0" y="387"/>
                  </a:cubicBezTo>
                  <a:cubicBezTo>
                    <a:pt x="213" y="385"/>
                    <a:pt x="385" y="213"/>
                    <a:pt x="387" y="0"/>
                  </a:cubicBezTo>
                  <a:lnTo>
                    <a:pt x="218"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nvGrpSpPr>
            <p:cNvPr id="6" name="Group 1"/>
            <p:cNvGrpSpPr/>
            <p:nvPr/>
          </p:nvGrpSpPr>
          <p:grpSpPr>
            <a:xfrm>
              <a:off x="1511659" y="764704"/>
              <a:ext cx="6077371" cy="5506409"/>
              <a:chOff x="1511659" y="764704"/>
              <a:chExt cx="6077371" cy="5506409"/>
            </a:xfrm>
          </p:grpSpPr>
          <p:sp>
            <p:nvSpPr>
              <p:cNvPr id="7" name="Freeform 38"/>
              <p:cNvSpPr>
                <a:spLocks/>
              </p:cNvSpPr>
              <p:nvPr/>
            </p:nvSpPr>
            <p:spPr bwMode="auto">
              <a:xfrm rot="2700000">
                <a:off x="3301743" y="772876"/>
                <a:ext cx="2498166" cy="2481821"/>
              </a:xfrm>
              <a:custGeom>
                <a:avLst/>
                <a:gdLst>
                  <a:gd name="T0" fmla="*/ 168 w 387"/>
                  <a:gd name="T1" fmla="*/ 387 h 387"/>
                  <a:gd name="T2" fmla="*/ 387 w 387"/>
                  <a:gd name="T3" fmla="*/ 168 h 387"/>
                  <a:gd name="T4" fmla="*/ 387 w 387"/>
                  <a:gd name="T5" fmla="*/ 0 h 387"/>
                  <a:gd name="T6" fmla="*/ 0 w 387"/>
                  <a:gd name="T7" fmla="*/ 387 h 387"/>
                  <a:gd name="T8" fmla="*/ 168 w 387"/>
                  <a:gd name="T9" fmla="*/ 387 h 387"/>
                </a:gdLst>
                <a:ahLst/>
                <a:cxnLst>
                  <a:cxn ang="0">
                    <a:pos x="T0" y="T1"/>
                  </a:cxn>
                  <a:cxn ang="0">
                    <a:pos x="T2" y="T3"/>
                  </a:cxn>
                  <a:cxn ang="0">
                    <a:pos x="T4" y="T5"/>
                  </a:cxn>
                  <a:cxn ang="0">
                    <a:pos x="T6" y="T7"/>
                  </a:cxn>
                  <a:cxn ang="0">
                    <a:pos x="T8" y="T9"/>
                  </a:cxn>
                </a:cxnLst>
                <a:rect l="0" t="0" r="r" b="b"/>
                <a:pathLst>
                  <a:path w="387" h="387">
                    <a:moveTo>
                      <a:pt x="168" y="387"/>
                    </a:moveTo>
                    <a:cubicBezTo>
                      <a:pt x="170" y="267"/>
                      <a:pt x="267" y="170"/>
                      <a:pt x="387" y="168"/>
                    </a:cubicBezTo>
                    <a:cubicBezTo>
                      <a:pt x="387" y="0"/>
                      <a:pt x="387" y="0"/>
                      <a:pt x="387" y="0"/>
                    </a:cubicBezTo>
                    <a:cubicBezTo>
                      <a:pt x="174" y="2"/>
                      <a:pt x="2" y="174"/>
                      <a:pt x="0" y="387"/>
                    </a:cubicBezTo>
                    <a:lnTo>
                      <a:pt x="168" y="38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8" name="Freeform 39"/>
              <p:cNvSpPr>
                <a:spLocks/>
              </p:cNvSpPr>
              <p:nvPr/>
            </p:nvSpPr>
            <p:spPr bwMode="auto">
              <a:xfrm rot="2700000">
                <a:off x="5097674" y="2571133"/>
                <a:ext cx="2500891" cy="2481821"/>
              </a:xfrm>
              <a:custGeom>
                <a:avLst/>
                <a:gdLst>
                  <a:gd name="T0" fmla="*/ 0 w 387"/>
                  <a:gd name="T1" fmla="*/ 168 h 387"/>
                  <a:gd name="T2" fmla="*/ 218 w 387"/>
                  <a:gd name="T3" fmla="*/ 387 h 387"/>
                  <a:gd name="T4" fmla="*/ 387 w 387"/>
                  <a:gd name="T5" fmla="*/ 387 h 387"/>
                  <a:gd name="T6" fmla="*/ 0 w 387"/>
                  <a:gd name="T7" fmla="*/ 0 h 387"/>
                  <a:gd name="T8" fmla="*/ 0 w 387"/>
                  <a:gd name="T9" fmla="*/ 168 h 387"/>
                </a:gdLst>
                <a:ahLst/>
                <a:cxnLst>
                  <a:cxn ang="0">
                    <a:pos x="T0" y="T1"/>
                  </a:cxn>
                  <a:cxn ang="0">
                    <a:pos x="T2" y="T3"/>
                  </a:cxn>
                  <a:cxn ang="0">
                    <a:pos x="T4" y="T5"/>
                  </a:cxn>
                  <a:cxn ang="0">
                    <a:pos x="T6" y="T7"/>
                  </a:cxn>
                  <a:cxn ang="0">
                    <a:pos x="T8" y="T9"/>
                  </a:cxn>
                </a:cxnLst>
                <a:rect l="0" t="0" r="r" b="b"/>
                <a:pathLst>
                  <a:path w="387" h="387">
                    <a:moveTo>
                      <a:pt x="0" y="168"/>
                    </a:moveTo>
                    <a:cubicBezTo>
                      <a:pt x="120" y="170"/>
                      <a:pt x="216" y="267"/>
                      <a:pt x="218" y="387"/>
                    </a:cubicBezTo>
                    <a:cubicBezTo>
                      <a:pt x="387" y="387"/>
                      <a:pt x="387" y="387"/>
                      <a:pt x="387" y="387"/>
                    </a:cubicBezTo>
                    <a:cubicBezTo>
                      <a:pt x="385" y="174"/>
                      <a:pt x="213" y="2"/>
                      <a:pt x="0" y="0"/>
                    </a:cubicBezTo>
                    <a:lnTo>
                      <a:pt x="0" y="168"/>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9" name="Freeform 41"/>
              <p:cNvSpPr>
                <a:spLocks/>
              </p:cNvSpPr>
              <p:nvPr/>
            </p:nvSpPr>
            <p:spPr bwMode="auto">
              <a:xfrm rot="2700000">
                <a:off x="1503487" y="2571132"/>
                <a:ext cx="2498166" cy="2481821"/>
              </a:xfrm>
              <a:custGeom>
                <a:avLst/>
                <a:gdLst>
                  <a:gd name="T0" fmla="*/ 387 w 387"/>
                  <a:gd name="T1" fmla="*/ 219 h 387"/>
                  <a:gd name="T2" fmla="*/ 168 w 387"/>
                  <a:gd name="T3" fmla="*/ 0 h 387"/>
                  <a:gd name="T4" fmla="*/ 0 w 387"/>
                  <a:gd name="T5" fmla="*/ 0 h 387"/>
                  <a:gd name="T6" fmla="*/ 387 w 387"/>
                  <a:gd name="T7" fmla="*/ 387 h 387"/>
                  <a:gd name="T8" fmla="*/ 387 w 387"/>
                  <a:gd name="T9" fmla="*/ 219 h 387"/>
                </a:gdLst>
                <a:ahLst/>
                <a:cxnLst>
                  <a:cxn ang="0">
                    <a:pos x="T0" y="T1"/>
                  </a:cxn>
                  <a:cxn ang="0">
                    <a:pos x="T2" y="T3"/>
                  </a:cxn>
                  <a:cxn ang="0">
                    <a:pos x="T4" y="T5"/>
                  </a:cxn>
                  <a:cxn ang="0">
                    <a:pos x="T6" y="T7"/>
                  </a:cxn>
                  <a:cxn ang="0">
                    <a:pos x="T8" y="T9"/>
                  </a:cxn>
                </a:cxnLst>
                <a:rect l="0" t="0" r="r" b="b"/>
                <a:pathLst>
                  <a:path w="387" h="387">
                    <a:moveTo>
                      <a:pt x="387" y="219"/>
                    </a:moveTo>
                    <a:cubicBezTo>
                      <a:pt x="267" y="217"/>
                      <a:pt x="170" y="120"/>
                      <a:pt x="168" y="0"/>
                    </a:cubicBezTo>
                    <a:cubicBezTo>
                      <a:pt x="0" y="0"/>
                      <a:pt x="0" y="0"/>
                      <a:pt x="0" y="0"/>
                    </a:cubicBezTo>
                    <a:cubicBezTo>
                      <a:pt x="2" y="213"/>
                      <a:pt x="174" y="385"/>
                      <a:pt x="387" y="387"/>
                    </a:cubicBezTo>
                    <a:lnTo>
                      <a:pt x="387" y="21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0" name="TextBox 9"/>
              <p:cNvSpPr txBox="1"/>
              <p:nvPr/>
            </p:nvSpPr>
            <p:spPr>
              <a:xfrm>
                <a:off x="3491880" y="3571292"/>
                <a:ext cx="2132048" cy="461550"/>
              </a:xfrm>
              <a:prstGeom prst="rect">
                <a:avLst/>
              </a:prstGeom>
              <a:noFill/>
            </p:spPr>
            <p:txBody>
              <a:bodyPr wrap="square" rtlCol="0" anchor="ctr" anchorCtr="0">
                <a:spAutoFit/>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400" i="0" u="none" strike="noStrike" kern="0" cap="none" spc="0" normalizeH="0" baseline="0" noProof="0" dirty="0">
                    <a:ln>
                      <a:noFill/>
                    </a:ln>
                    <a:effectLst/>
                    <a:uLnTx/>
                    <a:uFillTx/>
                    <a:cs typeface="Arial" charset="0"/>
                  </a:rPr>
                  <a:t>Lorem ipsum</a:t>
                </a:r>
              </a:p>
            </p:txBody>
          </p:sp>
          <p:sp>
            <p:nvSpPr>
              <p:cNvPr id="11" name="Freeform 8"/>
              <p:cNvSpPr>
                <a:spLocks/>
              </p:cNvSpPr>
              <p:nvPr>
                <p:custDataLst>
                  <p:tags r:id="rId2"/>
                </p:custDataLst>
              </p:nvPr>
            </p:nvSpPr>
            <p:spPr bwMode="auto">
              <a:xfrm>
                <a:off x="5348756" y="3339951"/>
                <a:ext cx="648047" cy="944185"/>
              </a:xfrm>
              <a:custGeom>
                <a:avLst/>
                <a:gdLst/>
                <a:ahLst/>
                <a:cxnLst>
                  <a:cxn ang="0">
                    <a:pos x="225" y="96"/>
                  </a:cxn>
                  <a:cxn ang="0">
                    <a:pos x="125" y="96"/>
                  </a:cxn>
                  <a:cxn ang="0">
                    <a:pos x="125" y="0"/>
                  </a:cxn>
                  <a:cxn ang="0">
                    <a:pos x="0" y="184"/>
                  </a:cxn>
                  <a:cxn ang="0">
                    <a:pos x="125" y="368"/>
                  </a:cxn>
                  <a:cxn ang="0">
                    <a:pos x="125" y="264"/>
                  </a:cxn>
                  <a:cxn ang="0">
                    <a:pos x="225" y="264"/>
                  </a:cxn>
                </a:cxnLst>
                <a:rect l="0" t="0" r="r" b="b"/>
                <a:pathLst>
                  <a:path w="226" h="369">
                    <a:moveTo>
                      <a:pt x="225" y="96"/>
                    </a:moveTo>
                    <a:lnTo>
                      <a:pt x="125" y="96"/>
                    </a:lnTo>
                    <a:lnTo>
                      <a:pt x="125" y="0"/>
                    </a:lnTo>
                    <a:lnTo>
                      <a:pt x="0" y="184"/>
                    </a:lnTo>
                    <a:lnTo>
                      <a:pt x="125" y="368"/>
                    </a:lnTo>
                    <a:lnTo>
                      <a:pt x="125" y="264"/>
                    </a:lnTo>
                    <a:lnTo>
                      <a:pt x="225" y="264"/>
                    </a:lnTo>
                  </a:path>
                </a:pathLst>
              </a:custGeom>
              <a:solidFill>
                <a:schemeClr val="accent3"/>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2" name="Freeform 9"/>
              <p:cNvSpPr>
                <a:spLocks/>
              </p:cNvSpPr>
              <p:nvPr>
                <p:custDataLst>
                  <p:tags r:id="rId3"/>
                </p:custDataLst>
              </p:nvPr>
            </p:nvSpPr>
            <p:spPr bwMode="auto">
              <a:xfrm rot="5400000">
                <a:off x="2851963" y="3518379"/>
                <a:ext cx="1055313" cy="587328"/>
              </a:xfrm>
              <a:custGeom>
                <a:avLst/>
                <a:gdLst/>
                <a:ahLst/>
                <a:cxnLst>
                  <a:cxn ang="0">
                    <a:pos x="272" y="229"/>
                  </a:cxn>
                  <a:cxn ang="0">
                    <a:pos x="272" y="229"/>
                  </a:cxn>
                  <a:cxn ang="0">
                    <a:pos x="272" y="123"/>
                  </a:cxn>
                  <a:cxn ang="0">
                    <a:pos x="368" y="123"/>
                  </a:cxn>
                  <a:cxn ang="0">
                    <a:pos x="184" y="0"/>
                  </a:cxn>
                  <a:cxn ang="0">
                    <a:pos x="0" y="123"/>
                  </a:cxn>
                  <a:cxn ang="0">
                    <a:pos x="104" y="123"/>
                  </a:cxn>
                  <a:cxn ang="0">
                    <a:pos x="104" y="229"/>
                  </a:cxn>
                </a:cxnLst>
                <a:rect l="0" t="0" r="r" b="b"/>
                <a:pathLst>
                  <a:path w="369" h="230">
                    <a:moveTo>
                      <a:pt x="272" y="229"/>
                    </a:moveTo>
                    <a:lnTo>
                      <a:pt x="272" y="229"/>
                    </a:lnTo>
                    <a:lnTo>
                      <a:pt x="272" y="123"/>
                    </a:lnTo>
                    <a:lnTo>
                      <a:pt x="368" y="123"/>
                    </a:lnTo>
                    <a:lnTo>
                      <a:pt x="184" y="0"/>
                    </a:lnTo>
                    <a:lnTo>
                      <a:pt x="0" y="123"/>
                    </a:lnTo>
                    <a:lnTo>
                      <a:pt x="104" y="123"/>
                    </a:lnTo>
                    <a:lnTo>
                      <a:pt x="104" y="229"/>
                    </a:lnTo>
                  </a:path>
                </a:pathLst>
              </a:custGeom>
              <a:solidFill>
                <a:schemeClr val="accent1"/>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3" name="Rectangle 12"/>
              <p:cNvSpPr/>
              <p:nvPr>
                <p:custDataLst>
                  <p:tags r:id="rId4"/>
                </p:custDataLst>
              </p:nvPr>
            </p:nvSpPr>
            <p:spPr bwMode="auto">
              <a:xfrm rot="16200000">
                <a:off x="1344062" y="3316262"/>
                <a:ext cx="2480143" cy="991562"/>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schemeClr val="bg1"/>
                  </a:solidFill>
                  <a:effectLst/>
                  <a:uLnTx/>
                  <a:uFillTx/>
                  <a:cs typeface="Arial" charset="0"/>
                </a:endParaRPr>
              </a:p>
            </p:txBody>
          </p:sp>
          <p:sp>
            <p:nvSpPr>
              <p:cNvPr id="14" name="Rectangle 13"/>
              <p:cNvSpPr/>
              <p:nvPr>
                <p:custDataLst>
                  <p:tags r:id="rId5"/>
                </p:custDataLst>
              </p:nvPr>
            </p:nvSpPr>
            <p:spPr bwMode="auto">
              <a:xfrm rot="5400000">
                <a:off x="5395895" y="3316263"/>
                <a:ext cx="2116362"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5" name="Freeform 10"/>
              <p:cNvSpPr>
                <a:spLocks/>
              </p:cNvSpPr>
              <p:nvPr>
                <p:custDataLst>
                  <p:tags r:id="rId6"/>
                </p:custDataLst>
              </p:nvPr>
            </p:nvSpPr>
            <p:spPr bwMode="auto">
              <a:xfrm>
                <a:off x="4023168" y="2368604"/>
                <a:ext cx="1055317" cy="579893"/>
              </a:xfrm>
              <a:custGeom>
                <a:avLst/>
                <a:gdLst/>
                <a:ahLst/>
                <a:cxnLst>
                  <a:cxn ang="0">
                    <a:pos x="104" y="0"/>
                  </a:cxn>
                  <a:cxn ang="0">
                    <a:pos x="104" y="0"/>
                  </a:cxn>
                  <a:cxn ang="0">
                    <a:pos x="104" y="105"/>
                  </a:cxn>
                  <a:cxn ang="0">
                    <a:pos x="0" y="105"/>
                  </a:cxn>
                  <a:cxn ang="0">
                    <a:pos x="184" y="226"/>
                  </a:cxn>
                  <a:cxn ang="0">
                    <a:pos x="368" y="105"/>
                  </a:cxn>
                  <a:cxn ang="0">
                    <a:pos x="272" y="105"/>
                  </a:cxn>
                  <a:cxn ang="0">
                    <a:pos x="272" y="0"/>
                  </a:cxn>
                </a:cxnLst>
                <a:rect l="0" t="0" r="r" b="b"/>
                <a:pathLst>
                  <a:path w="369" h="227">
                    <a:moveTo>
                      <a:pt x="104" y="0"/>
                    </a:moveTo>
                    <a:lnTo>
                      <a:pt x="104" y="0"/>
                    </a:lnTo>
                    <a:lnTo>
                      <a:pt x="104" y="105"/>
                    </a:lnTo>
                    <a:lnTo>
                      <a:pt x="0" y="105"/>
                    </a:lnTo>
                    <a:lnTo>
                      <a:pt x="184" y="226"/>
                    </a:lnTo>
                    <a:lnTo>
                      <a:pt x="368" y="105"/>
                    </a:lnTo>
                    <a:lnTo>
                      <a:pt x="272" y="105"/>
                    </a:lnTo>
                    <a:lnTo>
                      <a:pt x="272" y="0"/>
                    </a:lnTo>
                  </a:path>
                </a:pathLst>
              </a:custGeom>
              <a:solidFill>
                <a:schemeClr val="accent2"/>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6" name="Rectangle 15"/>
              <p:cNvSpPr/>
              <p:nvPr>
                <p:custDataLst>
                  <p:tags r:id="rId7"/>
                </p:custDataLst>
              </p:nvPr>
            </p:nvSpPr>
            <p:spPr bwMode="auto">
              <a:xfrm>
                <a:off x="3517143" y="1410907"/>
                <a:ext cx="206736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7" name="Rectangle 16"/>
              <p:cNvSpPr/>
              <p:nvPr>
                <p:custDataLst>
                  <p:tags r:id="rId8"/>
                </p:custDataLst>
              </p:nvPr>
            </p:nvSpPr>
            <p:spPr bwMode="auto">
              <a:xfrm>
                <a:off x="3487348" y="5279552"/>
                <a:ext cx="212695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8" name="Freeform 7"/>
              <p:cNvSpPr>
                <a:spLocks/>
              </p:cNvSpPr>
              <p:nvPr>
                <p:custDataLst>
                  <p:tags r:id="rId9"/>
                </p:custDataLst>
              </p:nvPr>
            </p:nvSpPr>
            <p:spPr bwMode="auto">
              <a:xfrm rot="16200000">
                <a:off x="4239610" y="4503408"/>
                <a:ext cx="622433" cy="941706"/>
              </a:xfrm>
              <a:custGeom>
                <a:avLst/>
                <a:gdLst/>
                <a:ahLst/>
                <a:cxnLst>
                  <a:cxn ang="0">
                    <a:pos x="0" y="272"/>
                  </a:cxn>
                  <a:cxn ang="0">
                    <a:pos x="96" y="272"/>
                  </a:cxn>
                  <a:cxn ang="0">
                    <a:pos x="96" y="368"/>
                  </a:cxn>
                  <a:cxn ang="0">
                    <a:pos x="216" y="184"/>
                  </a:cxn>
                  <a:cxn ang="0">
                    <a:pos x="96" y="0"/>
                  </a:cxn>
                  <a:cxn ang="0">
                    <a:pos x="96" y="96"/>
                  </a:cxn>
                  <a:cxn ang="0">
                    <a:pos x="0" y="96"/>
                  </a:cxn>
                </a:cxnLst>
                <a:rect l="0" t="0" r="r" b="b"/>
                <a:pathLst>
                  <a:path w="217" h="369">
                    <a:moveTo>
                      <a:pt x="0" y="272"/>
                    </a:moveTo>
                    <a:lnTo>
                      <a:pt x="96" y="272"/>
                    </a:lnTo>
                    <a:lnTo>
                      <a:pt x="96" y="368"/>
                    </a:lnTo>
                    <a:lnTo>
                      <a:pt x="216" y="184"/>
                    </a:lnTo>
                    <a:lnTo>
                      <a:pt x="96" y="0"/>
                    </a:lnTo>
                    <a:lnTo>
                      <a:pt x="96" y="96"/>
                    </a:lnTo>
                    <a:lnTo>
                      <a:pt x="0" y="96"/>
                    </a:lnTo>
                  </a:path>
                </a:pathLst>
              </a:custGeom>
              <a:solidFill>
                <a:schemeClr val="accent4"/>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grpSp>
      <p:sp>
        <p:nvSpPr>
          <p:cNvPr id="19" name="Rectangle 18">
            <a:extLst>
              <a:ext uri="{FF2B5EF4-FFF2-40B4-BE49-F238E27FC236}">
                <a16:creationId xmlns:a16="http://schemas.microsoft.com/office/drawing/2014/main" id="{E3E421DD-7F73-48C5-BDA3-451A3E2EF995}"/>
              </a:ext>
            </a:extLst>
          </p:cNvPr>
          <p:cNvSpPr/>
          <p:nvPr/>
        </p:nvSpPr>
        <p:spPr>
          <a:xfrm>
            <a:off x="654580"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accent1"/>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0" name="Rectangle 19">
            <a:extLst>
              <a:ext uri="{FF2B5EF4-FFF2-40B4-BE49-F238E27FC236}">
                <a16:creationId xmlns:a16="http://schemas.microsoft.com/office/drawing/2014/main" id="{E3E421DD-7F73-48C5-BDA3-451A3E2EF995}"/>
              </a:ext>
            </a:extLst>
          </p:cNvPr>
          <p:cNvSpPr/>
          <p:nvPr/>
        </p:nvSpPr>
        <p:spPr>
          <a:xfrm>
            <a:off x="654580"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4"/>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1" name="Rectangle 20">
            <a:extLst>
              <a:ext uri="{FF2B5EF4-FFF2-40B4-BE49-F238E27FC236}">
                <a16:creationId xmlns:a16="http://schemas.microsoft.com/office/drawing/2014/main" id="{E3E421DD-7F73-48C5-BDA3-451A3E2EF995}"/>
              </a:ext>
            </a:extLst>
          </p:cNvPr>
          <p:cNvSpPr/>
          <p:nvPr/>
        </p:nvSpPr>
        <p:spPr>
          <a:xfrm>
            <a:off x="8176606"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2"/>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2" name="Rectangle 21">
            <a:extLst>
              <a:ext uri="{FF2B5EF4-FFF2-40B4-BE49-F238E27FC236}">
                <a16:creationId xmlns:a16="http://schemas.microsoft.com/office/drawing/2014/main" id="{E3E421DD-7F73-48C5-BDA3-451A3E2EF995}"/>
              </a:ext>
            </a:extLst>
          </p:cNvPr>
          <p:cNvSpPr/>
          <p:nvPr/>
        </p:nvSpPr>
        <p:spPr>
          <a:xfrm>
            <a:off x="8176606"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3"/>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Tree>
    <p:custDataLst>
      <p:tags r:id="rId1"/>
    </p:custDataLst>
    <p:extLst>
      <p:ext uri="{BB962C8B-B14F-4D97-AF65-F5344CB8AC3E}">
        <p14:creationId xmlns:p14="http://schemas.microsoft.com/office/powerpoint/2010/main" val="132193578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75AFAA-9349-486A-8FBD-65D6FABE3FDE}"/>
              </a:ext>
            </a:extLst>
          </p:cNvPr>
          <p:cNvSpPr>
            <a:spLocks noGrp="1"/>
          </p:cNvSpPr>
          <p:nvPr>
            <p:ph type="title"/>
          </p:nvPr>
        </p:nvSpPr>
        <p:spPr>
          <a:xfrm>
            <a:off x="214184" y="13663"/>
            <a:ext cx="9728886" cy="678316"/>
          </a:xfrm>
        </p:spPr>
        <p:txBody>
          <a:bodyPr>
            <a:normAutofit/>
          </a:bodyPr>
          <a:lstStyle/>
          <a:p>
            <a:r>
              <a:rPr lang="en-US" dirty="0"/>
              <a:t>Experiment</a:t>
            </a:r>
          </a:p>
        </p:txBody>
      </p:sp>
      <p:grpSp>
        <p:nvGrpSpPr>
          <p:cNvPr id="3" name="Groupe 2">
            <a:extLst>
              <a:ext uri="{FF2B5EF4-FFF2-40B4-BE49-F238E27FC236}">
                <a16:creationId xmlns:a16="http://schemas.microsoft.com/office/drawing/2014/main" id="{782F1BED-6372-7A49-4209-45C436B7FCAB}"/>
              </a:ext>
            </a:extLst>
          </p:cNvPr>
          <p:cNvGrpSpPr/>
          <p:nvPr/>
        </p:nvGrpSpPr>
        <p:grpSpPr>
          <a:xfrm>
            <a:off x="1171661" y="2022665"/>
            <a:ext cx="1552588" cy="2547859"/>
            <a:chOff x="1171661" y="2022665"/>
            <a:chExt cx="1552588" cy="2547859"/>
          </a:xfrm>
        </p:grpSpPr>
        <p:sp>
          <p:nvSpPr>
            <p:cNvPr id="5" name="Freeform: Shape 1808">
              <a:extLst>
                <a:ext uri="{FF2B5EF4-FFF2-40B4-BE49-F238E27FC236}">
                  <a16:creationId xmlns:a16="http://schemas.microsoft.com/office/drawing/2014/main" id="{201F70B8-1B59-4666-9829-AC62752A978D}"/>
                </a:ext>
              </a:extLst>
            </p:cNvPr>
            <p:cNvSpPr>
              <a:spLocks/>
            </p:cNvSpPr>
            <p:nvPr/>
          </p:nvSpPr>
          <p:spPr bwMode="auto">
            <a:xfrm>
              <a:off x="1171661"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Shape 1809">
              <a:extLst>
                <a:ext uri="{FF2B5EF4-FFF2-40B4-BE49-F238E27FC236}">
                  <a16:creationId xmlns:a16="http://schemas.microsoft.com/office/drawing/2014/main" id="{04CB0968-8E88-45DB-8C57-0D83662E76EC}"/>
                </a:ext>
              </a:extLst>
            </p:cNvPr>
            <p:cNvSpPr>
              <a:spLocks/>
            </p:cNvSpPr>
            <p:nvPr/>
          </p:nvSpPr>
          <p:spPr bwMode="auto">
            <a:xfrm>
              <a:off x="1369120"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67">
              <a:extLst>
                <a:ext uri="{FF2B5EF4-FFF2-40B4-BE49-F238E27FC236}">
                  <a16:creationId xmlns:a16="http://schemas.microsoft.com/office/drawing/2014/main" id="{7CF1E69D-4BE4-4FDC-95F5-0DC99A211953}"/>
                </a:ext>
              </a:extLst>
            </p:cNvPr>
            <p:cNvSpPr>
              <a:spLocks/>
            </p:cNvSpPr>
            <p:nvPr/>
          </p:nvSpPr>
          <p:spPr bwMode="auto">
            <a:xfrm>
              <a:off x="2016584"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Oval 7">
              <a:extLst>
                <a:ext uri="{FF2B5EF4-FFF2-40B4-BE49-F238E27FC236}">
                  <a16:creationId xmlns:a16="http://schemas.microsoft.com/office/drawing/2014/main" id="{76A72BED-5386-470F-B7F1-45063A16D3C1}"/>
                </a:ext>
              </a:extLst>
            </p:cNvPr>
            <p:cNvSpPr>
              <a:spLocks noChangeAspect="1"/>
            </p:cNvSpPr>
            <p:nvPr/>
          </p:nvSpPr>
          <p:spPr>
            <a:xfrm>
              <a:off x="1678772" y="2114867"/>
              <a:ext cx="276606" cy="27660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B61FC842-1E46-4BAD-AC5C-F498E84B4717}"/>
                </a:ext>
              </a:extLst>
            </p:cNvPr>
            <p:cNvSpPr>
              <a:spLocks noChangeAspect="1"/>
            </p:cNvSpPr>
            <p:nvPr/>
          </p:nvSpPr>
          <p:spPr>
            <a:xfrm>
              <a:off x="2047580" y="2022665"/>
              <a:ext cx="92202" cy="9220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11142297-D47F-44E3-BCD3-4432C672D55C}"/>
                </a:ext>
              </a:extLst>
            </p:cNvPr>
            <p:cNvSpPr>
              <a:spLocks noChangeAspect="1"/>
            </p:cNvSpPr>
            <p:nvPr/>
          </p:nvSpPr>
          <p:spPr>
            <a:xfrm>
              <a:off x="2026184" y="2345762"/>
              <a:ext cx="134992" cy="1349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0" name="Groupe 39">
            <a:extLst>
              <a:ext uri="{FF2B5EF4-FFF2-40B4-BE49-F238E27FC236}">
                <a16:creationId xmlns:a16="http://schemas.microsoft.com/office/drawing/2014/main" id="{865336B6-E053-9D0F-61E5-46A26C8F07A9}"/>
              </a:ext>
            </a:extLst>
          </p:cNvPr>
          <p:cNvGrpSpPr/>
          <p:nvPr/>
        </p:nvGrpSpPr>
        <p:grpSpPr>
          <a:xfrm>
            <a:off x="3937024" y="2022665"/>
            <a:ext cx="1552588" cy="2547859"/>
            <a:chOff x="3937024" y="2022665"/>
            <a:chExt cx="1552588" cy="2547859"/>
          </a:xfrm>
        </p:grpSpPr>
        <p:sp>
          <p:nvSpPr>
            <p:cNvPr id="17" name="Freeform: Shape 1808">
              <a:extLst>
                <a:ext uri="{FF2B5EF4-FFF2-40B4-BE49-F238E27FC236}">
                  <a16:creationId xmlns:a16="http://schemas.microsoft.com/office/drawing/2014/main" id="{4D6FE6C7-AA97-40D7-9BD8-FFC096A7EE78}"/>
                </a:ext>
              </a:extLst>
            </p:cNvPr>
            <p:cNvSpPr>
              <a:spLocks/>
            </p:cNvSpPr>
            <p:nvPr/>
          </p:nvSpPr>
          <p:spPr bwMode="auto">
            <a:xfrm>
              <a:off x="3937024"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Shape 1809">
              <a:extLst>
                <a:ext uri="{FF2B5EF4-FFF2-40B4-BE49-F238E27FC236}">
                  <a16:creationId xmlns:a16="http://schemas.microsoft.com/office/drawing/2014/main" id="{80507155-3255-4E8A-8C2A-BF6B5969E91F}"/>
                </a:ext>
              </a:extLst>
            </p:cNvPr>
            <p:cNvSpPr>
              <a:spLocks/>
            </p:cNvSpPr>
            <p:nvPr/>
          </p:nvSpPr>
          <p:spPr bwMode="auto">
            <a:xfrm>
              <a:off x="4134483"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67">
              <a:extLst>
                <a:ext uri="{FF2B5EF4-FFF2-40B4-BE49-F238E27FC236}">
                  <a16:creationId xmlns:a16="http://schemas.microsoft.com/office/drawing/2014/main" id="{5D05B724-920D-4AB8-9CF2-4E0658EF5685}"/>
                </a:ext>
              </a:extLst>
            </p:cNvPr>
            <p:cNvSpPr>
              <a:spLocks/>
            </p:cNvSpPr>
            <p:nvPr/>
          </p:nvSpPr>
          <p:spPr bwMode="auto">
            <a:xfrm>
              <a:off x="4781947"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DDABA1E1-2E1E-4086-8407-71A30392D456}"/>
                </a:ext>
              </a:extLst>
            </p:cNvPr>
            <p:cNvSpPr>
              <a:spLocks noChangeAspect="1"/>
            </p:cNvSpPr>
            <p:nvPr/>
          </p:nvSpPr>
          <p:spPr>
            <a:xfrm>
              <a:off x="4444135" y="2114867"/>
              <a:ext cx="276606" cy="27660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Oval 14">
              <a:extLst>
                <a:ext uri="{FF2B5EF4-FFF2-40B4-BE49-F238E27FC236}">
                  <a16:creationId xmlns:a16="http://schemas.microsoft.com/office/drawing/2014/main" id="{ADDD13F0-A96D-43D3-8819-7EB4371EB48F}"/>
                </a:ext>
              </a:extLst>
            </p:cNvPr>
            <p:cNvSpPr>
              <a:spLocks noChangeAspect="1"/>
            </p:cNvSpPr>
            <p:nvPr/>
          </p:nvSpPr>
          <p:spPr>
            <a:xfrm>
              <a:off x="4812943" y="2022665"/>
              <a:ext cx="92202" cy="9220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Oval 15">
              <a:extLst>
                <a:ext uri="{FF2B5EF4-FFF2-40B4-BE49-F238E27FC236}">
                  <a16:creationId xmlns:a16="http://schemas.microsoft.com/office/drawing/2014/main" id="{86A96E5E-B75E-44AF-83F8-047E96C63319}"/>
                </a:ext>
              </a:extLst>
            </p:cNvPr>
            <p:cNvSpPr>
              <a:spLocks noChangeAspect="1"/>
            </p:cNvSpPr>
            <p:nvPr/>
          </p:nvSpPr>
          <p:spPr>
            <a:xfrm>
              <a:off x="4791547" y="2345762"/>
              <a:ext cx="134992" cy="1349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1" name="Groupe 40">
            <a:extLst>
              <a:ext uri="{FF2B5EF4-FFF2-40B4-BE49-F238E27FC236}">
                <a16:creationId xmlns:a16="http://schemas.microsoft.com/office/drawing/2014/main" id="{8617A5BA-E2C5-A5BC-0C11-77DD710B479F}"/>
              </a:ext>
            </a:extLst>
          </p:cNvPr>
          <p:cNvGrpSpPr/>
          <p:nvPr/>
        </p:nvGrpSpPr>
        <p:grpSpPr>
          <a:xfrm>
            <a:off x="6702387" y="2022665"/>
            <a:ext cx="1552588" cy="2547859"/>
            <a:chOff x="6702387" y="2022665"/>
            <a:chExt cx="1552588" cy="2547859"/>
          </a:xfrm>
        </p:grpSpPr>
        <p:grpSp>
          <p:nvGrpSpPr>
            <p:cNvPr id="21" name="Chemistry" descr="{&quot;Key&quot;:&quot;POWER_USER_SHAPE_ICON&quot;,&quot;Value&quot;:&quot;POWER_USER_SHAPE_ICON_STYLE_1&quot;}">
              <a:extLst>
                <a:ext uri="{FF2B5EF4-FFF2-40B4-BE49-F238E27FC236}">
                  <a16:creationId xmlns:a16="http://schemas.microsoft.com/office/drawing/2014/main" id="{12333359-D312-41A0-89C2-10550B2CCE0B}"/>
                </a:ext>
              </a:extLst>
            </p:cNvPr>
            <p:cNvGrpSpPr>
              <a:grpSpLocks noChangeAspect="1"/>
            </p:cNvGrpSpPr>
            <p:nvPr>
              <p:custDataLst>
                <p:tags r:id="rId2"/>
              </p:custDataLst>
            </p:nvPr>
          </p:nvGrpSpPr>
          <p:grpSpPr>
            <a:xfrm>
              <a:off x="6702387" y="2668079"/>
              <a:ext cx="1552588" cy="1902445"/>
              <a:chOff x="2010927" y="2232917"/>
              <a:chExt cx="2370877" cy="2905125"/>
            </a:xfrm>
            <a:solidFill>
              <a:schemeClr val="bg1">
                <a:lumMod val="85000"/>
              </a:schemeClr>
            </a:solidFill>
          </p:grpSpPr>
          <p:sp>
            <p:nvSpPr>
              <p:cNvPr id="25" name="Freeform: Shape 1808">
                <a:extLst>
                  <a:ext uri="{FF2B5EF4-FFF2-40B4-BE49-F238E27FC236}">
                    <a16:creationId xmlns:a16="http://schemas.microsoft.com/office/drawing/2014/main" id="{0CE9DD54-8E6B-4D04-95A7-2ED4A03F9931}"/>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Shape 1809">
                <a:extLst>
                  <a:ext uri="{FF2B5EF4-FFF2-40B4-BE49-F238E27FC236}">
                    <a16:creationId xmlns:a16="http://schemas.microsoft.com/office/drawing/2014/main" id="{0AED2C9B-EDE9-4384-BBEE-9CEA880A4981}"/>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7">
                <a:extLst>
                  <a:ext uri="{FF2B5EF4-FFF2-40B4-BE49-F238E27FC236}">
                    <a16:creationId xmlns:a16="http://schemas.microsoft.com/office/drawing/2014/main" id="{76EF0AE5-ABFF-4073-9F4D-E60D8D5D7F98}"/>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2" name="Oval 21">
              <a:extLst>
                <a:ext uri="{FF2B5EF4-FFF2-40B4-BE49-F238E27FC236}">
                  <a16:creationId xmlns:a16="http://schemas.microsoft.com/office/drawing/2014/main" id="{F9EBC056-D66E-4664-BC5B-1AE33E24B321}"/>
                </a:ext>
              </a:extLst>
            </p:cNvPr>
            <p:cNvSpPr>
              <a:spLocks noChangeAspect="1"/>
            </p:cNvSpPr>
            <p:nvPr/>
          </p:nvSpPr>
          <p:spPr>
            <a:xfrm>
              <a:off x="7209498" y="2114867"/>
              <a:ext cx="276606" cy="27660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Oval 22">
              <a:extLst>
                <a:ext uri="{FF2B5EF4-FFF2-40B4-BE49-F238E27FC236}">
                  <a16:creationId xmlns:a16="http://schemas.microsoft.com/office/drawing/2014/main" id="{4006E995-DFAE-4961-ACD0-AADF79CA7D53}"/>
                </a:ext>
              </a:extLst>
            </p:cNvPr>
            <p:cNvSpPr>
              <a:spLocks noChangeAspect="1"/>
            </p:cNvSpPr>
            <p:nvPr/>
          </p:nvSpPr>
          <p:spPr>
            <a:xfrm>
              <a:off x="7578306" y="2022665"/>
              <a:ext cx="92202" cy="9220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Oval 23">
              <a:extLst>
                <a:ext uri="{FF2B5EF4-FFF2-40B4-BE49-F238E27FC236}">
                  <a16:creationId xmlns:a16="http://schemas.microsoft.com/office/drawing/2014/main" id="{88595BF4-9AEA-472C-B739-729C71BBD9E3}"/>
                </a:ext>
              </a:extLst>
            </p:cNvPr>
            <p:cNvSpPr>
              <a:spLocks noChangeAspect="1"/>
            </p:cNvSpPr>
            <p:nvPr/>
          </p:nvSpPr>
          <p:spPr>
            <a:xfrm>
              <a:off x="7556910" y="2345762"/>
              <a:ext cx="134992" cy="1349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2" name="Groupe 41">
            <a:extLst>
              <a:ext uri="{FF2B5EF4-FFF2-40B4-BE49-F238E27FC236}">
                <a16:creationId xmlns:a16="http://schemas.microsoft.com/office/drawing/2014/main" id="{5190C9F8-1768-45D4-7783-7FF28E4B0B8D}"/>
              </a:ext>
            </a:extLst>
          </p:cNvPr>
          <p:cNvGrpSpPr/>
          <p:nvPr/>
        </p:nvGrpSpPr>
        <p:grpSpPr>
          <a:xfrm>
            <a:off x="9467751" y="2022665"/>
            <a:ext cx="1552588" cy="2547859"/>
            <a:chOff x="9467751" y="2022665"/>
            <a:chExt cx="1552588" cy="2547859"/>
          </a:xfrm>
        </p:grpSpPr>
        <p:grpSp>
          <p:nvGrpSpPr>
            <p:cNvPr id="29" name="Chemistry" descr="{&quot;Key&quot;:&quot;POWER_USER_SHAPE_ICON&quot;,&quot;Value&quot;:&quot;POWER_USER_SHAPE_ICON_STYLE_1&quot;}">
              <a:extLst>
                <a:ext uri="{FF2B5EF4-FFF2-40B4-BE49-F238E27FC236}">
                  <a16:creationId xmlns:a16="http://schemas.microsoft.com/office/drawing/2014/main" id="{3156AB57-627D-4ECF-91BD-9D95620C8764}"/>
                </a:ext>
              </a:extLst>
            </p:cNvPr>
            <p:cNvGrpSpPr>
              <a:grpSpLocks noChangeAspect="1"/>
            </p:cNvGrpSpPr>
            <p:nvPr>
              <p:custDataLst>
                <p:tags r:id="rId1"/>
              </p:custDataLst>
            </p:nvPr>
          </p:nvGrpSpPr>
          <p:grpSpPr>
            <a:xfrm>
              <a:off x="9467751" y="2668079"/>
              <a:ext cx="1552588" cy="1902445"/>
              <a:chOff x="2010927" y="2232917"/>
              <a:chExt cx="2370877" cy="2905125"/>
            </a:xfrm>
            <a:solidFill>
              <a:schemeClr val="bg1">
                <a:lumMod val="85000"/>
              </a:schemeClr>
            </a:solidFill>
          </p:grpSpPr>
          <p:sp>
            <p:nvSpPr>
              <p:cNvPr id="33" name="Freeform: Shape 1808">
                <a:extLst>
                  <a:ext uri="{FF2B5EF4-FFF2-40B4-BE49-F238E27FC236}">
                    <a16:creationId xmlns:a16="http://schemas.microsoft.com/office/drawing/2014/main" id="{9D4B441D-BBE8-4CD6-879A-F2A1E0C78EFC}"/>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1809">
                <a:extLst>
                  <a:ext uri="{FF2B5EF4-FFF2-40B4-BE49-F238E27FC236}">
                    <a16:creationId xmlns:a16="http://schemas.microsoft.com/office/drawing/2014/main" id="{41D55E6F-C652-4321-AA81-3AE936F69CFA}"/>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7">
                <a:extLst>
                  <a:ext uri="{FF2B5EF4-FFF2-40B4-BE49-F238E27FC236}">
                    <a16:creationId xmlns:a16="http://schemas.microsoft.com/office/drawing/2014/main" id="{5234F991-9722-4F5E-8FFC-814C0EB095D1}"/>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0" name="Oval 29">
              <a:extLst>
                <a:ext uri="{FF2B5EF4-FFF2-40B4-BE49-F238E27FC236}">
                  <a16:creationId xmlns:a16="http://schemas.microsoft.com/office/drawing/2014/main" id="{CF08E31A-1385-4758-B35B-D90DFA6B4825}"/>
                </a:ext>
              </a:extLst>
            </p:cNvPr>
            <p:cNvSpPr>
              <a:spLocks noChangeAspect="1"/>
            </p:cNvSpPr>
            <p:nvPr/>
          </p:nvSpPr>
          <p:spPr>
            <a:xfrm>
              <a:off x="9974862" y="2114867"/>
              <a:ext cx="276606" cy="27660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30">
              <a:extLst>
                <a:ext uri="{FF2B5EF4-FFF2-40B4-BE49-F238E27FC236}">
                  <a16:creationId xmlns:a16="http://schemas.microsoft.com/office/drawing/2014/main" id="{21AE3CC2-FC4F-40E7-A4F1-66F820194627}"/>
                </a:ext>
              </a:extLst>
            </p:cNvPr>
            <p:cNvSpPr>
              <a:spLocks noChangeAspect="1"/>
            </p:cNvSpPr>
            <p:nvPr/>
          </p:nvSpPr>
          <p:spPr>
            <a:xfrm>
              <a:off x="10343670" y="2022665"/>
              <a:ext cx="92202" cy="9220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Oval 31">
              <a:extLst>
                <a:ext uri="{FF2B5EF4-FFF2-40B4-BE49-F238E27FC236}">
                  <a16:creationId xmlns:a16="http://schemas.microsoft.com/office/drawing/2014/main" id="{2E1D18B0-5651-4825-81F8-789AAD798E85}"/>
                </a:ext>
              </a:extLst>
            </p:cNvPr>
            <p:cNvSpPr>
              <a:spLocks noChangeAspect="1"/>
            </p:cNvSpPr>
            <p:nvPr/>
          </p:nvSpPr>
          <p:spPr>
            <a:xfrm>
              <a:off x="10322274" y="2345762"/>
              <a:ext cx="134992" cy="1349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6" name="TextBox 35">
            <a:extLst>
              <a:ext uri="{FF2B5EF4-FFF2-40B4-BE49-F238E27FC236}">
                <a16:creationId xmlns:a16="http://schemas.microsoft.com/office/drawing/2014/main" id="{60F931EA-151C-4411-9EE4-31AE910FE70C}"/>
              </a:ext>
            </a:extLst>
          </p:cNvPr>
          <p:cNvSpPr txBox="1"/>
          <p:nvPr/>
        </p:nvSpPr>
        <p:spPr>
          <a:xfrm>
            <a:off x="579955"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1"/>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a:t>
            </a:r>
          </a:p>
        </p:txBody>
      </p:sp>
      <p:sp>
        <p:nvSpPr>
          <p:cNvPr id="37" name="TextBox 36">
            <a:extLst>
              <a:ext uri="{FF2B5EF4-FFF2-40B4-BE49-F238E27FC236}">
                <a16:creationId xmlns:a16="http://schemas.microsoft.com/office/drawing/2014/main" id="{116E826C-ACE4-493A-98FE-789118BA9932}"/>
              </a:ext>
            </a:extLst>
          </p:cNvPr>
          <p:cNvSpPr txBox="1"/>
          <p:nvPr/>
        </p:nvSpPr>
        <p:spPr>
          <a:xfrm>
            <a:off x="3345318"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2"/>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a:t>
            </a:r>
          </a:p>
        </p:txBody>
      </p:sp>
      <p:sp>
        <p:nvSpPr>
          <p:cNvPr id="38" name="TextBox 37">
            <a:extLst>
              <a:ext uri="{FF2B5EF4-FFF2-40B4-BE49-F238E27FC236}">
                <a16:creationId xmlns:a16="http://schemas.microsoft.com/office/drawing/2014/main" id="{38A5BE99-B7A9-4BA5-B0F2-D27446777E6C}"/>
              </a:ext>
            </a:extLst>
          </p:cNvPr>
          <p:cNvSpPr txBox="1"/>
          <p:nvPr/>
        </p:nvSpPr>
        <p:spPr>
          <a:xfrm>
            <a:off x="6110681"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3"/>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a:t>
            </a:r>
            <a:r>
              <a:rPr lang="en-US" sz="1600" kern="0" dirty="0" err="1"/>
              <a:t>elit</a:t>
            </a:r>
            <a:r>
              <a:rPr lang="en-US" sz="1600" kern="0" dirty="0"/>
              <a:t>.</a:t>
            </a:r>
          </a:p>
        </p:txBody>
      </p:sp>
      <p:sp>
        <p:nvSpPr>
          <p:cNvPr id="39" name="TextBox 38">
            <a:extLst>
              <a:ext uri="{FF2B5EF4-FFF2-40B4-BE49-F238E27FC236}">
                <a16:creationId xmlns:a16="http://schemas.microsoft.com/office/drawing/2014/main" id="{B84F6C01-7737-43E5-88A3-D66F1D3CC69F}"/>
              </a:ext>
            </a:extLst>
          </p:cNvPr>
          <p:cNvSpPr txBox="1"/>
          <p:nvPr/>
        </p:nvSpPr>
        <p:spPr>
          <a:xfrm>
            <a:off x="8876044"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4"/>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a:t>
            </a:r>
            <a:r>
              <a:rPr lang="en-US" sz="1600" kern="0" dirty="0" err="1"/>
              <a:t>elit</a:t>
            </a:r>
            <a:r>
              <a:rPr lang="en-US" sz="1600" kern="0" dirty="0"/>
              <a:t>.</a:t>
            </a:r>
          </a:p>
        </p:txBody>
      </p:sp>
    </p:spTree>
    <p:extLst>
      <p:ext uri="{BB962C8B-B14F-4D97-AF65-F5344CB8AC3E}">
        <p14:creationId xmlns:p14="http://schemas.microsoft.com/office/powerpoint/2010/main" val="2309041458"/>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p:cNvSpPr/>
          <p:nvPr/>
        </p:nvSpPr>
        <p:spPr>
          <a:xfrm>
            <a:off x="0" y="5286351"/>
            <a:ext cx="12192000" cy="816777"/>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Filled spheres</a:t>
            </a:r>
          </a:p>
        </p:txBody>
      </p:sp>
      <p:sp>
        <p:nvSpPr>
          <p:cNvPr id="9" name="TextBox 8"/>
          <p:cNvSpPr txBox="1"/>
          <p:nvPr/>
        </p:nvSpPr>
        <p:spPr>
          <a:xfrm>
            <a:off x="1796023" y="4676096"/>
            <a:ext cx="1107996" cy="646331"/>
          </a:xfrm>
          <a:prstGeom prst="rect">
            <a:avLst/>
          </a:prstGeom>
          <a:noFill/>
        </p:spPr>
        <p:txBody>
          <a:bodyPr wrap="none" rtlCol="0">
            <a:spAutoFit/>
          </a:bodyPr>
          <a:lstStyle/>
          <a:p>
            <a:pPr algn="ctr"/>
            <a:r>
              <a:rPr lang="en-US" sz="3600" dirty="0">
                <a:solidFill>
                  <a:schemeClr val="lt1"/>
                </a:solidFill>
              </a:rPr>
              <a:t>50%</a:t>
            </a:r>
          </a:p>
        </p:txBody>
      </p:sp>
      <p:sp>
        <p:nvSpPr>
          <p:cNvPr id="26" name="Rectangle 25"/>
          <p:cNvSpPr/>
          <p:nvPr/>
        </p:nvSpPr>
        <p:spPr>
          <a:xfrm>
            <a:off x="613804"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27" name="Rectangle 26"/>
          <p:cNvSpPr/>
          <p:nvPr/>
        </p:nvSpPr>
        <p:spPr>
          <a:xfrm>
            <a:off x="4359783"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28" name="Rectangle 27"/>
          <p:cNvSpPr/>
          <p:nvPr/>
        </p:nvSpPr>
        <p:spPr>
          <a:xfrm>
            <a:off x="8105762"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34" name="TextBox 33"/>
          <p:cNvSpPr txBox="1"/>
          <p:nvPr/>
        </p:nvSpPr>
        <p:spPr>
          <a:xfrm>
            <a:off x="9287979" y="4413817"/>
            <a:ext cx="1107996" cy="646331"/>
          </a:xfrm>
          <a:prstGeom prst="rect">
            <a:avLst/>
          </a:prstGeom>
          <a:noFill/>
        </p:spPr>
        <p:txBody>
          <a:bodyPr wrap="none" rtlCol="0">
            <a:spAutoFit/>
          </a:bodyPr>
          <a:lstStyle/>
          <a:p>
            <a:pPr algn="ctr"/>
            <a:r>
              <a:rPr lang="en-US" sz="3600" dirty="0">
                <a:solidFill>
                  <a:schemeClr val="lt1"/>
                </a:solidFill>
              </a:rPr>
              <a:t>75%</a:t>
            </a:r>
          </a:p>
        </p:txBody>
      </p:sp>
      <p:grpSp>
        <p:nvGrpSpPr>
          <p:cNvPr id="3" name="POWER_USER_CONTEXTUAL_SHAPES_SPHERE">
            <a:extLst>
              <a:ext uri="{FF2B5EF4-FFF2-40B4-BE49-F238E27FC236}">
                <a16:creationId xmlns:a16="http://schemas.microsoft.com/office/drawing/2014/main" id="{8C0D8C79-E706-A5D6-FFA1-DDFDD68FC9E6}"/>
              </a:ext>
            </a:extLst>
          </p:cNvPr>
          <p:cNvGrpSpPr>
            <a:grpSpLocks noChangeAspect="1"/>
          </p:cNvGrpSpPr>
          <p:nvPr>
            <p:custDataLst>
              <p:tags r:id="rId2"/>
            </p:custDataLst>
          </p:nvPr>
        </p:nvGrpSpPr>
        <p:grpSpPr>
          <a:xfrm>
            <a:off x="1164161" y="3610008"/>
            <a:ext cx="2253950" cy="2253948"/>
            <a:chOff x="147506" y="3356025"/>
            <a:chExt cx="2253950" cy="2253948"/>
          </a:xfrm>
        </p:grpSpPr>
        <p:grpSp>
          <p:nvGrpSpPr>
            <p:cNvPr id="4" name="POWER_USER_CONTEXTUAL_SHAPES_SPHERE_MAIN">
              <a:extLst>
                <a:ext uri="{FF2B5EF4-FFF2-40B4-BE49-F238E27FC236}">
                  <a16:creationId xmlns:a16="http://schemas.microsoft.com/office/drawing/2014/main" id="{45A280A1-2D9C-06A5-D371-54D34272D4FF}"/>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6" name="POWER_USER_CONTEXTUAL_SHAPES_SPHERE_SPHERE">
                <a:extLst>
                  <a:ext uri="{FF2B5EF4-FFF2-40B4-BE49-F238E27FC236}">
                    <a16:creationId xmlns:a16="http://schemas.microsoft.com/office/drawing/2014/main" id="{0BA8CEC9-EACE-3630-DDB2-8035132DA336}"/>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POWER_USER_CONTEXTUAL_SHAPES_SPHERE_LIQUID">
                <a:extLst>
                  <a:ext uri="{FF2B5EF4-FFF2-40B4-BE49-F238E27FC236}">
                    <a16:creationId xmlns:a16="http://schemas.microsoft.com/office/drawing/2014/main" id="{1F21A1CF-0A24-60EB-033A-779D04FF54EF}"/>
                  </a:ext>
                </a:extLst>
              </p:cNvPr>
              <p:cNvSpPr>
                <a:spLocks noChangeAspect="1"/>
              </p:cNvSpPr>
              <p:nvPr/>
            </p:nvSpPr>
            <p:spPr>
              <a:xfrm>
                <a:off x="4791554" y="2629601"/>
                <a:ext cx="2608891" cy="2608891"/>
              </a:xfrm>
              <a:prstGeom prst="chord">
                <a:avLst>
                  <a:gd name="adj1" fmla="val 0"/>
                  <a:gd name="adj2" fmla="val 10800000"/>
                </a:avLst>
              </a:prstGeom>
              <a:gradFill flip="none" rotWithShape="1">
                <a:gsLst>
                  <a:gs pos="0">
                    <a:schemeClr val="accent1"/>
                  </a:gs>
                  <a:gs pos="50000">
                    <a:schemeClr val="accent1">
                      <a:lumMod val="75000"/>
                    </a:schemeClr>
                  </a:gs>
                  <a:gs pos="100000">
                    <a:schemeClr val="accent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POWER_USER_CONTEXTUAL_SHAPES_SPHERE_LIMIT">
                <a:extLst>
                  <a:ext uri="{FF2B5EF4-FFF2-40B4-BE49-F238E27FC236}">
                    <a16:creationId xmlns:a16="http://schemas.microsoft.com/office/drawing/2014/main" id="{B44AED51-665A-1A26-3A80-ACCF06C6D4F8}"/>
                  </a:ext>
                </a:extLst>
              </p:cNvPr>
              <p:cNvSpPr/>
              <p:nvPr/>
            </p:nvSpPr>
            <p:spPr>
              <a:xfrm>
                <a:off x="4791554" y="3803602"/>
                <a:ext cx="2608891" cy="260889"/>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POWER_USER_CONTEXTUAL_SHAPES_SPHERE_VALUE">
              <a:extLst>
                <a:ext uri="{FF2B5EF4-FFF2-40B4-BE49-F238E27FC236}">
                  <a16:creationId xmlns:a16="http://schemas.microsoft.com/office/drawing/2014/main" id="{6BB45F05-1535-E6B9-5A08-E711C5C07B24}"/>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rgbClr val="FFFFFF"/>
                  </a:solidFill>
                </a:rPr>
                <a:t>50%</a:t>
              </a:r>
            </a:p>
          </p:txBody>
        </p:sp>
      </p:grpSp>
      <p:grpSp>
        <p:nvGrpSpPr>
          <p:cNvPr id="10" name="POWER_USER_CONTEXTUAL_SHAPES_SPHERE - 1">
            <a:extLst>
              <a:ext uri="{FF2B5EF4-FFF2-40B4-BE49-F238E27FC236}">
                <a16:creationId xmlns:a16="http://schemas.microsoft.com/office/drawing/2014/main" id="{0396F824-DA32-40BD-8FD6-6CC60574DCDE}"/>
              </a:ext>
            </a:extLst>
          </p:cNvPr>
          <p:cNvGrpSpPr>
            <a:grpSpLocks noChangeAspect="1"/>
          </p:cNvGrpSpPr>
          <p:nvPr>
            <p:custDataLst>
              <p:tags r:id="rId3"/>
            </p:custDataLst>
          </p:nvPr>
        </p:nvGrpSpPr>
        <p:grpSpPr>
          <a:xfrm>
            <a:off x="4969025" y="3610008"/>
            <a:ext cx="2253950" cy="2253948"/>
            <a:chOff x="147506" y="3356025"/>
            <a:chExt cx="2253950" cy="2253948"/>
          </a:xfrm>
        </p:grpSpPr>
        <p:grpSp>
          <p:nvGrpSpPr>
            <p:cNvPr id="11" name="POWER_USER_CONTEXTUAL_SHAPES_SPHERE_MAIN">
              <a:extLst>
                <a:ext uri="{FF2B5EF4-FFF2-40B4-BE49-F238E27FC236}">
                  <a16:creationId xmlns:a16="http://schemas.microsoft.com/office/drawing/2014/main" id="{934ED7FE-84A6-4D76-1819-CDCCAFA0C1FA}"/>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3" name="POWER_USER_CONTEXTUAL_SHAPES_SPHERE_SPHERE">
                <a:extLst>
                  <a:ext uri="{FF2B5EF4-FFF2-40B4-BE49-F238E27FC236}">
                    <a16:creationId xmlns:a16="http://schemas.microsoft.com/office/drawing/2014/main" id="{25E366A1-7A72-E79F-791C-A2694EF9C28A}"/>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POWER_USER_CONTEXTUAL_SHAPES_SPHERE_LIQUID">
                <a:extLst>
                  <a:ext uri="{FF2B5EF4-FFF2-40B4-BE49-F238E27FC236}">
                    <a16:creationId xmlns:a16="http://schemas.microsoft.com/office/drawing/2014/main" id="{2FC4E592-30AC-026D-A61A-992808531F9E}"/>
                  </a:ext>
                </a:extLst>
              </p:cNvPr>
              <p:cNvSpPr>
                <a:spLocks noChangeAspect="1"/>
              </p:cNvSpPr>
              <p:nvPr/>
            </p:nvSpPr>
            <p:spPr>
              <a:xfrm>
                <a:off x="4791554" y="2629601"/>
                <a:ext cx="2608891" cy="2608891"/>
              </a:xfrm>
              <a:prstGeom prst="chord">
                <a:avLst>
                  <a:gd name="adj1" fmla="val 2700000"/>
                  <a:gd name="adj2" fmla="val 8100000"/>
                </a:avLst>
              </a:prstGeom>
              <a:gradFill flip="none" rotWithShape="1">
                <a:gsLst>
                  <a:gs pos="0">
                    <a:schemeClr val="accent2"/>
                  </a:gs>
                  <a:gs pos="50000">
                    <a:schemeClr val="accent2">
                      <a:lumMod val="75000"/>
                    </a:schemeClr>
                  </a:gs>
                  <a:gs pos="100000">
                    <a:schemeClr val="accent2"/>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POWER_USER_CONTEXTUAL_SHAPES_SPHERE_LIMIT">
                <a:extLst>
                  <a:ext uri="{FF2B5EF4-FFF2-40B4-BE49-F238E27FC236}">
                    <a16:creationId xmlns:a16="http://schemas.microsoft.com/office/drawing/2014/main" id="{5D57E251-6352-9167-8D5A-EBC1FFAC9AAF}"/>
                  </a:ext>
                </a:extLst>
              </p:cNvPr>
              <p:cNvSpPr/>
              <p:nvPr/>
            </p:nvSpPr>
            <p:spPr>
              <a:xfrm>
                <a:off x="5173617" y="4764191"/>
                <a:ext cx="1844764" cy="184476"/>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POWER_USER_CONTEXTUAL_SHAPES_SPHERE_VALUE">
              <a:extLst>
                <a:ext uri="{FF2B5EF4-FFF2-40B4-BE49-F238E27FC236}">
                  <a16:creationId xmlns:a16="http://schemas.microsoft.com/office/drawing/2014/main" id="{7DB22AF3-447F-99B1-0A28-17742255D060}"/>
                </a:ext>
              </a:extLst>
            </p:cNvPr>
            <p:cNvSpPr txBox="1"/>
            <p:nvPr/>
          </p:nvSpPr>
          <p:spPr>
            <a:xfrm>
              <a:off x="845488" y="3700141"/>
              <a:ext cx="857981" cy="438741"/>
            </a:xfrm>
            <a:prstGeom prst="rect">
              <a:avLst/>
            </a:prstGeom>
            <a:noFill/>
          </p:spPr>
          <p:txBody>
            <a:bodyPr wrap="none" rtlCol="0">
              <a:normAutofit lnSpcReduction="10000"/>
            </a:bodyPr>
            <a:lstStyle/>
            <a:p>
              <a:pPr algn="ctr"/>
              <a:r>
                <a:rPr lang="en-US" sz="2400" b="1" dirty="0">
                  <a:solidFill>
                    <a:schemeClr val="dk1"/>
                  </a:solidFill>
                </a:rPr>
                <a:t>25%</a:t>
              </a:r>
            </a:p>
          </p:txBody>
        </p:sp>
      </p:grpSp>
      <p:grpSp>
        <p:nvGrpSpPr>
          <p:cNvPr id="16" name="POWER_USER_CONTEXTUAL_SHAPES_SPHERE">
            <a:extLst>
              <a:ext uri="{FF2B5EF4-FFF2-40B4-BE49-F238E27FC236}">
                <a16:creationId xmlns:a16="http://schemas.microsoft.com/office/drawing/2014/main" id="{5E1710B4-12B9-35DC-6E86-CE80C20CD330}"/>
              </a:ext>
            </a:extLst>
          </p:cNvPr>
          <p:cNvGrpSpPr>
            <a:grpSpLocks noChangeAspect="1"/>
          </p:cNvGrpSpPr>
          <p:nvPr>
            <p:custDataLst>
              <p:tags r:id="rId4"/>
            </p:custDataLst>
          </p:nvPr>
        </p:nvGrpSpPr>
        <p:grpSpPr>
          <a:xfrm>
            <a:off x="8773889" y="3610008"/>
            <a:ext cx="2253950" cy="2253948"/>
            <a:chOff x="147506" y="3356025"/>
            <a:chExt cx="2253950" cy="2253948"/>
          </a:xfrm>
        </p:grpSpPr>
        <p:grpSp>
          <p:nvGrpSpPr>
            <p:cNvPr id="17" name="POWER_USER_CONTEXTUAL_SHAPES_SPHERE_MAIN">
              <a:extLst>
                <a:ext uri="{FF2B5EF4-FFF2-40B4-BE49-F238E27FC236}">
                  <a16:creationId xmlns:a16="http://schemas.microsoft.com/office/drawing/2014/main" id="{C93DEA38-01F6-4BFD-0A0B-972B03BA89F6}"/>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9" name="POWER_USER_CONTEXTUAL_SHAPES_SPHERE_SPHERE">
                <a:extLst>
                  <a:ext uri="{FF2B5EF4-FFF2-40B4-BE49-F238E27FC236}">
                    <a16:creationId xmlns:a16="http://schemas.microsoft.com/office/drawing/2014/main" id="{5EF0DCA9-B78E-513D-3967-D09E335B8BB2}"/>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POWER_USER_CONTEXTUAL_SHAPES_SPHERE_LIQUID">
                <a:extLst>
                  <a:ext uri="{FF2B5EF4-FFF2-40B4-BE49-F238E27FC236}">
                    <a16:creationId xmlns:a16="http://schemas.microsoft.com/office/drawing/2014/main" id="{88324C48-523C-6C07-DC81-6E18F548C33D}"/>
                  </a:ext>
                </a:extLst>
              </p:cNvPr>
              <p:cNvSpPr>
                <a:spLocks noChangeAspect="1"/>
              </p:cNvSpPr>
              <p:nvPr/>
            </p:nvSpPr>
            <p:spPr>
              <a:xfrm>
                <a:off x="4791554" y="2629601"/>
                <a:ext cx="2608891" cy="2608891"/>
              </a:xfrm>
              <a:prstGeom prst="chord">
                <a:avLst>
                  <a:gd name="adj1" fmla="val 20304000"/>
                  <a:gd name="adj2" fmla="val 12096000"/>
                </a:avLst>
              </a:prstGeom>
              <a:gradFill flip="none" rotWithShape="1">
                <a:gsLst>
                  <a:gs pos="0">
                    <a:schemeClr val="accent3"/>
                  </a:gs>
                  <a:gs pos="50000">
                    <a:schemeClr val="accent3">
                      <a:lumMod val="75000"/>
                    </a:schemeClr>
                  </a:gs>
                  <a:gs pos="100000">
                    <a:schemeClr val="accent3"/>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POWER_USER_CONTEXTUAL_SHAPES_SPHERE_LIMIT">
                <a:extLst>
                  <a:ext uri="{FF2B5EF4-FFF2-40B4-BE49-F238E27FC236}">
                    <a16:creationId xmlns:a16="http://schemas.microsoft.com/office/drawing/2014/main" id="{B0BD0A5E-9F16-FC36-0F58-D5714AC3B931}"/>
                  </a:ext>
                </a:extLst>
              </p:cNvPr>
              <p:cNvSpPr/>
              <p:nvPr/>
            </p:nvSpPr>
            <p:spPr>
              <a:xfrm>
                <a:off x="4883157" y="3332564"/>
                <a:ext cx="2425686" cy="242569"/>
              </a:xfrm>
              <a:prstGeom prst="ellips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8" name="POWER_USER_CONTEXTUAL_SHAPES_SPHERE_VALUE">
              <a:extLst>
                <a:ext uri="{FF2B5EF4-FFF2-40B4-BE49-F238E27FC236}">
                  <a16:creationId xmlns:a16="http://schemas.microsoft.com/office/drawing/2014/main" id="{16302016-F7D1-C51A-CF9E-3358020D1103}"/>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chemeClr val="lt1"/>
                  </a:solidFill>
                </a:rPr>
                <a:t>62%</a:t>
              </a:r>
            </a:p>
          </p:txBody>
        </p:sp>
      </p:grpSp>
    </p:spTree>
    <p:custDataLst>
      <p:tags r:id="rId1"/>
    </p:custDataLst>
    <p:extLst>
      <p:ext uri="{BB962C8B-B14F-4D97-AF65-F5344CB8AC3E}">
        <p14:creationId xmlns:p14="http://schemas.microsoft.com/office/powerpoint/2010/main" val="421172051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Financial chain</a:t>
            </a:r>
          </a:p>
        </p:txBody>
      </p:sp>
      <p:sp>
        <p:nvSpPr>
          <p:cNvPr id="6" name="Donut 5"/>
          <p:cNvSpPr>
            <a:spLocks noChangeAspect="1"/>
          </p:cNvSpPr>
          <p:nvPr/>
        </p:nvSpPr>
        <p:spPr>
          <a:xfrm>
            <a:off x="5230251" y="2393690"/>
            <a:ext cx="1960098" cy="1960098"/>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500" i="0" u="none" strike="noStrike" kern="0" cap="none" spc="0" normalizeH="0" baseline="0" noProof="0" dirty="0">
                <a:ln>
                  <a:noFill/>
                </a:ln>
                <a:solidFill>
                  <a:schemeClr val="tx1"/>
                </a:solidFill>
                <a:effectLst/>
                <a:uLnTx/>
                <a:uFillTx/>
              </a:rPr>
              <a:t>€</a:t>
            </a:r>
          </a:p>
        </p:txBody>
      </p:sp>
      <p:sp>
        <p:nvSpPr>
          <p:cNvPr id="7" name="Donut 6"/>
          <p:cNvSpPr>
            <a:spLocks noChangeAspect="1"/>
          </p:cNvSpPr>
          <p:nvPr/>
        </p:nvSpPr>
        <p:spPr>
          <a:xfrm>
            <a:off x="3345823" y="3024449"/>
            <a:ext cx="687003" cy="68700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8" name="Donut 7"/>
          <p:cNvSpPr>
            <a:spLocks noChangeAspect="1"/>
          </p:cNvSpPr>
          <p:nvPr/>
        </p:nvSpPr>
        <p:spPr>
          <a:xfrm>
            <a:off x="8310791" y="2631625"/>
            <a:ext cx="1472650" cy="1472650"/>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9" name="Donut 8"/>
          <p:cNvSpPr>
            <a:spLocks noChangeAspect="1"/>
          </p:cNvSpPr>
          <p:nvPr/>
        </p:nvSpPr>
        <p:spPr>
          <a:xfrm>
            <a:off x="9914413" y="4569503"/>
            <a:ext cx="831273" cy="83127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i="0" u="none" strike="noStrike" kern="0" cap="none" spc="0" normalizeH="0" baseline="0" noProof="0" dirty="0">
                <a:ln>
                  <a:noFill/>
                </a:ln>
                <a:solidFill>
                  <a:schemeClr val="tx1"/>
                </a:solidFill>
                <a:effectLst/>
                <a:uLnTx/>
                <a:uFillTx/>
              </a:rPr>
              <a:t>$</a:t>
            </a:r>
          </a:p>
        </p:txBody>
      </p:sp>
      <p:sp>
        <p:nvSpPr>
          <p:cNvPr id="10" name="Donut 9"/>
          <p:cNvSpPr>
            <a:spLocks noChangeAspect="1"/>
          </p:cNvSpPr>
          <p:nvPr/>
        </p:nvSpPr>
        <p:spPr>
          <a:xfrm>
            <a:off x="9931862" y="1424890"/>
            <a:ext cx="831273" cy="83127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0" i="0" u="none" strike="noStrike" kern="0" cap="none" spc="0" normalizeH="0" baseline="0" noProof="0" dirty="0">
                <a:ln>
                  <a:noFill/>
                </a:ln>
                <a:solidFill>
                  <a:schemeClr val="tx1"/>
                </a:solidFill>
                <a:effectLst/>
                <a:uLnTx/>
                <a:uFillTx/>
              </a:rPr>
              <a:t>₹</a:t>
            </a:r>
          </a:p>
        </p:txBody>
      </p:sp>
      <p:sp>
        <p:nvSpPr>
          <p:cNvPr id="11" name="Rounded Rectangle 10"/>
          <p:cNvSpPr/>
          <p:nvPr/>
        </p:nvSpPr>
        <p:spPr>
          <a:xfrm>
            <a:off x="7391544" y="3359136"/>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2" name="Rounded Rectangle 11"/>
          <p:cNvSpPr/>
          <p:nvPr/>
        </p:nvSpPr>
        <p:spPr>
          <a:xfrm>
            <a:off x="4277517" y="3359135"/>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3" name="Rounded Rectangle 12"/>
          <p:cNvSpPr/>
          <p:nvPr/>
        </p:nvSpPr>
        <p:spPr>
          <a:xfrm rot="18851170">
            <a:off x="9527078" y="2468080"/>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4" name="Rounded Rectangle 13"/>
          <p:cNvSpPr/>
          <p:nvPr/>
        </p:nvSpPr>
        <p:spPr>
          <a:xfrm rot="3094262">
            <a:off x="9477016" y="4311694"/>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5" name="Donut 14"/>
          <p:cNvSpPr>
            <a:spLocks noChangeAspect="1"/>
          </p:cNvSpPr>
          <p:nvPr/>
        </p:nvSpPr>
        <p:spPr>
          <a:xfrm>
            <a:off x="7354786" y="1446989"/>
            <a:ext cx="624548" cy="624548"/>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16" name="Rounded Rectangle 15"/>
          <p:cNvSpPr/>
          <p:nvPr/>
        </p:nvSpPr>
        <p:spPr>
          <a:xfrm rot="18851170">
            <a:off x="6853732" y="2294913"/>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7" name="Rounded Rectangle 16"/>
          <p:cNvSpPr/>
          <p:nvPr/>
        </p:nvSpPr>
        <p:spPr>
          <a:xfrm rot="3094262">
            <a:off x="7944154" y="2384869"/>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8" name="Rounded Rectangle 17"/>
          <p:cNvSpPr/>
          <p:nvPr/>
        </p:nvSpPr>
        <p:spPr>
          <a:xfrm rot="18851170">
            <a:off x="8010857" y="4314616"/>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9" name="Donut 18"/>
          <p:cNvSpPr>
            <a:spLocks noChangeAspect="1"/>
          </p:cNvSpPr>
          <p:nvPr/>
        </p:nvSpPr>
        <p:spPr>
          <a:xfrm>
            <a:off x="7354786" y="4544161"/>
            <a:ext cx="624548" cy="624548"/>
          </a:xfrm>
          <a:prstGeom prst="donut">
            <a:avLst>
              <a:gd name="adj" fmla="val 7966"/>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0" name="Rounded Rectangle 19"/>
          <p:cNvSpPr/>
          <p:nvPr/>
        </p:nvSpPr>
        <p:spPr>
          <a:xfrm rot="3094262">
            <a:off x="6921370" y="432274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1" name="Rounded Rectangle 20"/>
          <p:cNvSpPr/>
          <p:nvPr/>
        </p:nvSpPr>
        <p:spPr>
          <a:xfrm rot="2587807">
            <a:off x="7965075" y="5464483"/>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2" name="Donut 21"/>
          <p:cNvSpPr>
            <a:spLocks noChangeAspect="1"/>
          </p:cNvSpPr>
          <p:nvPr/>
        </p:nvSpPr>
        <p:spPr>
          <a:xfrm>
            <a:off x="8669264" y="5653435"/>
            <a:ext cx="755703" cy="755703"/>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3" name="Rounded Rectangle 22"/>
          <p:cNvSpPr/>
          <p:nvPr/>
        </p:nvSpPr>
        <p:spPr>
          <a:xfrm rot="19570961">
            <a:off x="9396257" y="5489895"/>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4" name="Donut 23"/>
          <p:cNvSpPr>
            <a:spLocks noChangeAspect="1"/>
          </p:cNvSpPr>
          <p:nvPr/>
        </p:nvSpPr>
        <p:spPr>
          <a:xfrm>
            <a:off x="2029863" y="1837381"/>
            <a:ext cx="687003" cy="687003"/>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5" name="Donut 24"/>
          <p:cNvSpPr>
            <a:spLocks noChangeAspect="1"/>
          </p:cNvSpPr>
          <p:nvPr/>
        </p:nvSpPr>
        <p:spPr>
          <a:xfrm>
            <a:off x="1563810" y="4459585"/>
            <a:ext cx="1217066" cy="1217066"/>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26" name="Donut 25"/>
          <p:cNvSpPr>
            <a:spLocks noChangeAspect="1"/>
          </p:cNvSpPr>
          <p:nvPr/>
        </p:nvSpPr>
        <p:spPr>
          <a:xfrm>
            <a:off x="4652598" y="1549179"/>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7" name="Donut 26"/>
          <p:cNvSpPr>
            <a:spLocks noChangeAspect="1"/>
          </p:cNvSpPr>
          <p:nvPr/>
        </p:nvSpPr>
        <p:spPr>
          <a:xfrm>
            <a:off x="4481961" y="4580823"/>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i="0" u="none" strike="noStrike" kern="0" cap="none" spc="0" normalizeH="0" baseline="0" noProof="0" dirty="0">
                <a:ln>
                  <a:noFill/>
                </a:ln>
                <a:solidFill>
                  <a:schemeClr val="tx1"/>
                </a:solidFill>
                <a:effectLst/>
                <a:uLnTx/>
                <a:uFillTx/>
              </a:rPr>
              <a:t>$</a:t>
            </a:r>
          </a:p>
        </p:txBody>
      </p:sp>
      <p:sp>
        <p:nvSpPr>
          <p:cNvPr id="28" name="Rounded Rectangle 27"/>
          <p:cNvSpPr/>
          <p:nvPr/>
        </p:nvSpPr>
        <p:spPr>
          <a:xfrm rot="2587807">
            <a:off x="2725246" y="2772042"/>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9" name="Rounded Rectangle 28"/>
          <p:cNvSpPr/>
          <p:nvPr/>
        </p:nvSpPr>
        <p:spPr>
          <a:xfrm rot="2956217">
            <a:off x="3931165" y="4237915"/>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0" name="Rounded Rectangle 29"/>
          <p:cNvSpPr/>
          <p:nvPr/>
        </p:nvSpPr>
        <p:spPr>
          <a:xfrm rot="18851170">
            <a:off x="3881719" y="2569157"/>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1" name="Rounded Rectangle 30"/>
          <p:cNvSpPr/>
          <p:nvPr/>
        </p:nvSpPr>
        <p:spPr>
          <a:xfrm rot="18851170">
            <a:off x="2548684" y="4093884"/>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2" name="Donut 31"/>
          <p:cNvSpPr>
            <a:spLocks noChangeAspect="1"/>
          </p:cNvSpPr>
          <p:nvPr/>
        </p:nvSpPr>
        <p:spPr>
          <a:xfrm>
            <a:off x="650698" y="3315238"/>
            <a:ext cx="687003" cy="687003"/>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33" name="Rounded Rectangle 32"/>
          <p:cNvSpPr/>
          <p:nvPr/>
        </p:nvSpPr>
        <p:spPr>
          <a:xfrm rot="3094262">
            <a:off x="1137121" y="430632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4" name="Rounded Rectangle 33"/>
          <p:cNvSpPr/>
          <p:nvPr/>
        </p:nvSpPr>
        <p:spPr>
          <a:xfrm rot="3094262">
            <a:off x="5222125" y="2348916"/>
            <a:ext cx="390138"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5" name="Rounded Rectangle 34"/>
          <p:cNvSpPr/>
          <p:nvPr/>
        </p:nvSpPr>
        <p:spPr>
          <a:xfrm rot="18626244">
            <a:off x="5199141" y="4452833"/>
            <a:ext cx="472067"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164010746"/>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74E898-A100-D808-16A5-427789610055}"/>
              </a:ext>
            </a:extLst>
          </p:cNvPr>
          <p:cNvSpPr>
            <a:spLocks noGrp="1"/>
          </p:cNvSpPr>
          <p:nvPr>
            <p:ph type="title"/>
          </p:nvPr>
        </p:nvSpPr>
        <p:spPr>
          <a:xfrm>
            <a:off x="214184" y="13663"/>
            <a:ext cx="9728886" cy="678316"/>
          </a:xfrm>
        </p:spPr>
        <p:txBody>
          <a:bodyPr>
            <a:normAutofit/>
          </a:bodyPr>
          <a:lstStyle/>
          <a:p>
            <a:r>
              <a:rPr lang="en-US" dirty="0"/>
              <a:t>Flow chart</a:t>
            </a:r>
          </a:p>
        </p:txBody>
      </p:sp>
      <p:grpSp>
        <p:nvGrpSpPr>
          <p:cNvPr id="3" name="Groupe 19">
            <a:extLst>
              <a:ext uri="{FF2B5EF4-FFF2-40B4-BE49-F238E27FC236}">
                <a16:creationId xmlns:a16="http://schemas.microsoft.com/office/drawing/2014/main" id="{E2EE4113-FC33-8D58-1158-7C5F5C41C7BB}"/>
              </a:ext>
            </a:extLst>
          </p:cNvPr>
          <p:cNvGrpSpPr/>
          <p:nvPr/>
        </p:nvGrpSpPr>
        <p:grpSpPr>
          <a:xfrm>
            <a:off x="362975" y="1112412"/>
            <a:ext cx="11633742" cy="4608512"/>
            <a:chOff x="407368" y="1268760"/>
            <a:chExt cx="11633742" cy="5224114"/>
          </a:xfrm>
        </p:grpSpPr>
        <p:sp>
          <p:nvSpPr>
            <p:cNvPr id="4" name="Rectangle 3">
              <a:extLst>
                <a:ext uri="{FF2B5EF4-FFF2-40B4-BE49-F238E27FC236}">
                  <a16:creationId xmlns:a16="http://schemas.microsoft.com/office/drawing/2014/main" id="{B10B24B7-CEFD-C531-91A2-E06AD5033E35}"/>
                </a:ext>
              </a:extLst>
            </p:cNvPr>
            <p:cNvSpPr/>
            <p:nvPr/>
          </p:nvSpPr>
          <p:spPr>
            <a:xfrm>
              <a:off x="407368" y="1628800"/>
              <a:ext cx="11633740" cy="4864074"/>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tx1"/>
                </a:solidFill>
              </a:endParaRPr>
            </a:p>
          </p:txBody>
        </p:sp>
        <p:sp>
          <p:nvSpPr>
            <p:cNvPr id="5" name="Rectangle 4">
              <a:extLst>
                <a:ext uri="{FF2B5EF4-FFF2-40B4-BE49-F238E27FC236}">
                  <a16:creationId xmlns:a16="http://schemas.microsoft.com/office/drawing/2014/main" id="{6E261428-A831-F3CE-C9A8-256692CE7884}"/>
                </a:ext>
              </a:extLst>
            </p:cNvPr>
            <p:cNvSpPr/>
            <p:nvPr/>
          </p:nvSpPr>
          <p:spPr>
            <a:xfrm>
              <a:off x="409572" y="1988840"/>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sp>
          <p:nvSpPr>
            <p:cNvPr id="6" name="Rectangle 5">
              <a:extLst>
                <a:ext uri="{FF2B5EF4-FFF2-40B4-BE49-F238E27FC236}">
                  <a16:creationId xmlns:a16="http://schemas.microsoft.com/office/drawing/2014/main" id="{6C0ACE69-87C9-1B30-AD5C-80F310219401}"/>
                </a:ext>
              </a:extLst>
            </p:cNvPr>
            <p:cNvSpPr/>
            <p:nvPr/>
          </p:nvSpPr>
          <p:spPr>
            <a:xfrm>
              <a:off x="409572" y="1628800"/>
              <a:ext cx="3382170"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7" name="Rectangle 6">
              <a:extLst>
                <a:ext uri="{FF2B5EF4-FFF2-40B4-BE49-F238E27FC236}">
                  <a16:creationId xmlns:a16="http://schemas.microsoft.com/office/drawing/2014/main" id="{788B7A43-E6D6-9326-6BD2-ADC41A49C897}"/>
                </a:ext>
              </a:extLst>
            </p:cNvPr>
            <p:cNvSpPr/>
            <p:nvPr/>
          </p:nvSpPr>
          <p:spPr>
            <a:xfrm>
              <a:off x="3791741" y="1628800"/>
              <a:ext cx="5400604"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8" name="Rectangle 7">
              <a:extLst>
                <a:ext uri="{FF2B5EF4-FFF2-40B4-BE49-F238E27FC236}">
                  <a16:creationId xmlns:a16="http://schemas.microsoft.com/office/drawing/2014/main" id="{41A7A6E3-3984-9791-0320-70925D104037}"/>
                </a:ext>
              </a:extLst>
            </p:cNvPr>
            <p:cNvSpPr/>
            <p:nvPr/>
          </p:nvSpPr>
          <p:spPr>
            <a:xfrm>
              <a:off x="9192344" y="1628800"/>
              <a:ext cx="2848766"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9" name="Rectangle 8">
              <a:extLst>
                <a:ext uri="{FF2B5EF4-FFF2-40B4-BE49-F238E27FC236}">
                  <a16:creationId xmlns:a16="http://schemas.microsoft.com/office/drawing/2014/main" id="{CBF217E5-4680-028B-D493-6ECF7422D2DA}"/>
                </a:ext>
              </a:extLst>
            </p:cNvPr>
            <p:cNvSpPr/>
            <p:nvPr/>
          </p:nvSpPr>
          <p:spPr>
            <a:xfrm>
              <a:off x="409572" y="3645024"/>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sp>
          <p:nvSpPr>
            <p:cNvPr id="10" name="Rectangle 9">
              <a:extLst>
                <a:ext uri="{FF2B5EF4-FFF2-40B4-BE49-F238E27FC236}">
                  <a16:creationId xmlns:a16="http://schemas.microsoft.com/office/drawing/2014/main" id="{61EBC986-46E3-1B77-18ED-84745D394734}"/>
                </a:ext>
              </a:extLst>
            </p:cNvPr>
            <p:cNvSpPr/>
            <p:nvPr/>
          </p:nvSpPr>
          <p:spPr>
            <a:xfrm>
              <a:off x="409572" y="5301208"/>
              <a:ext cx="717875" cy="1191666"/>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cxnSp>
          <p:nvCxnSpPr>
            <p:cNvPr id="11" name="Connecteur droit 12">
              <a:extLst>
                <a:ext uri="{FF2B5EF4-FFF2-40B4-BE49-F238E27FC236}">
                  <a16:creationId xmlns:a16="http://schemas.microsoft.com/office/drawing/2014/main" id="{1DF6A4D2-F07E-BB07-F28A-233DA252B95C}"/>
                </a:ext>
              </a:extLst>
            </p:cNvPr>
            <p:cNvCxnSpPr>
              <a:cxnSpLocks/>
            </p:cNvCxnSpPr>
            <p:nvPr/>
          </p:nvCxnSpPr>
          <p:spPr>
            <a:xfrm>
              <a:off x="3791742"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14">
              <a:extLst>
                <a:ext uri="{FF2B5EF4-FFF2-40B4-BE49-F238E27FC236}">
                  <a16:creationId xmlns:a16="http://schemas.microsoft.com/office/drawing/2014/main" id="{440ABC3B-CAC5-68AB-FC8E-879A0F115AED}"/>
                </a:ext>
              </a:extLst>
            </p:cNvPr>
            <p:cNvCxnSpPr>
              <a:cxnSpLocks/>
            </p:cNvCxnSpPr>
            <p:nvPr/>
          </p:nvCxnSpPr>
          <p:spPr>
            <a:xfrm>
              <a:off x="9192344"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eur droit 16">
              <a:extLst>
                <a:ext uri="{FF2B5EF4-FFF2-40B4-BE49-F238E27FC236}">
                  <a16:creationId xmlns:a16="http://schemas.microsoft.com/office/drawing/2014/main" id="{E397BBFE-CBD6-E3C1-572F-C24EE4F99F68}"/>
                </a:ext>
              </a:extLst>
            </p:cNvPr>
            <p:cNvCxnSpPr/>
            <p:nvPr/>
          </p:nvCxnSpPr>
          <p:spPr>
            <a:xfrm>
              <a:off x="1127447" y="3645024"/>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necteur droit 17">
              <a:extLst>
                <a:ext uri="{FF2B5EF4-FFF2-40B4-BE49-F238E27FC236}">
                  <a16:creationId xmlns:a16="http://schemas.microsoft.com/office/drawing/2014/main" id="{9A795691-657D-E36C-1E33-E760CB65D9FB}"/>
                </a:ext>
              </a:extLst>
            </p:cNvPr>
            <p:cNvCxnSpPr/>
            <p:nvPr/>
          </p:nvCxnSpPr>
          <p:spPr>
            <a:xfrm>
              <a:off x="1127447" y="5301208"/>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7E4EB6CD-20D0-CDE6-F67C-E2B3E2523D8E}"/>
                </a:ext>
              </a:extLst>
            </p:cNvPr>
            <p:cNvSpPr/>
            <p:nvPr/>
          </p:nvSpPr>
          <p:spPr>
            <a:xfrm>
              <a:off x="409572" y="1268760"/>
              <a:ext cx="11631536" cy="360039"/>
            </a:xfrm>
            <a:prstGeom prst="rect">
              <a:avLst/>
            </a:prstGeom>
            <a:solidFill>
              <a:schemeClr val="accent3"/>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LOREM IPSUM</a:t>
              </a:r>
            </a:p>
          </p:txBody>
        </p:sp>
        <p:sp>
          <p:nvSpPr>
            <p:cNvPr id="16" name="Rectangle : coins arrondis 22">
              <a:extLst>
                <a:ext uri="{FF2B5EF4-FFF2-40B4-BE49-F238E27FC236}">
                  <a16:creationId xmlns:a16="http://schemas.microsoft.com/office/drawing/2014/main" id="{778CDF0C-1514-AB8D-D346-8E31BF371DBB}"/>
                </a:ext>
              </a:extLst>
            </p:cNvPr>
            <p:cNvSpPr/>
            <p:nvPr/>
          </p:nvSpPr>
          <p:spPr>
            <a:xfrm>
              <a:off x="1487488" y="2505651"/>
              <a:ext cx="1953189" cy="707321"/>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17" name="Organigramme : Bande perforée 24">
              <a:extLst>
                <a:ext uri="{FF2B5EF4-FFF2-40B4-BE49-F238E27FC236}">
                  <a16:creationId xmlns:a16="http://schemas.microsoft.com/office/drawing/2014/main" id="{999F5CF5-8E73-8E79-4C87-F8C747D2D52B}"/>
                </a:ext>
              </a:extLst>
            </p:cNvPr>
            <p:cNvSpPr/>
            <p:nvPr/>
          </p:nvSpPr>
          <p:spPr>
            <a:xfrm>
              <a:off x="3935760" y="2514990"/>
              <a:ext cx="1218539" cy="769992"/>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grpSp>
          <p:nvGrpSpPr>
            <p:cNvPr id="18" name="Groupe 73">
              <a:extLst>
                <a:ext uri="{FF2B5EF4-FFF2-40B4-BE49-F238E27FC236}">
                  <a16:creationId xmlns:a16="http://schemas.microsoft.com/office/drawing/2014/main" id="{1E8AAFBF-6AD3-D379-D417-E591E046F7A7}"/>
                </a:ext>
              </a:extLst>
            </p:cNvPr>
            <p:cNvGrpSpPr/>
            <p:nvPr/>
          </p:nvGrpSpPr>
          <p:grpSpPr>
            <a:xfrm>
              <a:off x="5519936" y="2250396"/>
              <a:ext cx="2042084" cy="1220775"/>
              <a:chOff x="5519936" y="2250396"/>
              <a:chExt cx="2042084" cy="1220775"/>
            </a:xfrm>
          </p:grpSpPr>
          <p:sp>
            <p:nvSpPr>
              <p:cNvPr id="42" name="Organigramme : Procédé 27">
                <a:extLst>
                  <a:ext uri="{FF2B5EF4-FFF2-40B4-BE49-F238E27FC236}">
                    <a16:creationId xmlns:a16="http://schemas.microsoft.com/office/drawing/2014/main" id="{B6009211-F123-8E00-627A-CDFD663FDF63}"/>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43" name="Organigramme : Procédé 28">
                <a:extLst>
                  <a:ext uri="{FF2B5EF4-FFF2-40B4-BE49-F238E27FC236}">
                    <a16:creationId xmlns:a16="http://schemas.microsoft.com/office/drawing/2014/main" id="{AAD7D0E3-38E4-A711-DB94-A0FE78FC39E4}"/>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sp>
          <p:nvSpPr>
            <p:cNvPr id="19" name="Organigramme : Décision 34">
              <a:extLst>
                <a:ext uri="{FF2B5EF4-FFF2-40B4-BE49-F238E27FC236}">
                  <a16:creationId xmlns:a16="http://schemas.microsoft.com/office/drawing/2014/main" id="{7978482D-68C0-5B3C-8D8F-1C750E6E3C7D}"/>
                </a:ext>
              </a:extLst>
            </p:cNvPr>
            <p:cNvSpPr/>
            <p:nvPr/>
          </p:nvSpPr>
          <p:spPr>
            <a:xfrm>
              <a:off x="7895243" y="2593381"/>
              <a:ext cx="1637817"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0" name="Rectangle : coins arrondis 44">
              <a:extLst>
                <a:ext uri="{FF2B5EF4-FFF2-40B4-BE49-F238E27FC236}">
                  <a16:creationId xmlns:a16="http://schemas.microsoft.com/office/drawing/2014/main" id="{DBF4EDF3-EDBA-F35A-E393-4C7642124FB1}"/>
                </a:ext>
              </a:extLst>
            </p:cNvPr>
            <p:cNvSpPr/>
            <p:nvPr/>
          </p:nvSpPr>
          <p:spPr>
            <a:xfrm>
              <a:off x="9788253" y="2476779"/>
              <a:ext cx="1999551" cy="757330"/>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1" name="Rectangle : coins arrondis 45">
              <a:extLst>
                <a:ext uri="{FF2B5EF4-FFF2-40B4-BE49-F238E27FC236}">
                  <a16:creationId xmlns:a16="http://schemas.microsoft.com/office/drawing/2014/main" id="{9B5D5B8E-0068-936B-9C3F-5AD13DE5F155}"/>
                </a:ext>
              </a:extLst>
            </p:cNvPr>
            <p:cNvSpPr/>
            <p:nvPr/>
          </p:nvSpPr>
          <p:spPr>
            <a:xfrm>
              <a:off x="1631505" y="3727400"/>
              <a:ext cx="1706408" cy="565696"/>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cxnSp>
          <p:nvCxnSpPr>
            <p:cNvPr id="22" name="Connecteur : en angle 51">
              <a:extLst>
                <a:ext uri="{FF2B5EF4-FFF2-40B4-BE49-F238E27FC236}">
                  <a16:creationId xmlns:a16="http://schemas.microsoft.com/office/drawing/2014/main" id="{695B600B-B526-1F0C-2E6D-446E414CD45C}"/>
                </a:ext>
              </a:extLst>
            </p:cNvPr>
            <p:cNvCxnSpPr>
              <a:cxnSpLocks/>
              <a:stCxn id="23" idx="3"/>
              <a:endCxn id="24" idx="1"/>
            </p:cNvCxnSpPr>
            <p:nvPr/>
          </p:nvCxnSpPr>
          <p:spPr>
            <a:xfrm flipV="1">
              <a:off x="3148782" y="4539259"/>
              <a:ext cx="808873" cy="392007"/>
            </a:xfrm>
            <a:prstGeom prst="bentConnector3">
              <a:avLst>
                <a:gd name="adj1" fmla="val 50000"/>
              </a:avLst>
            </a:prstGeom>
            <a:ln w="63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Organigramme : Bande perforée 58">
              <a:extLst>
                <a:ext uri="{FF2B5EF4-FFF2-40B4-BE49-F238E27FC236}">
                  <a16:creationId xmlns:a16="http://schemas.microsoft.com/office/drawing/2014/main" id="{E60819C8-61A4-1820-B302-CF8CE0E8F29A}"/>
                </a:ext>
              </a:extLst>
            </p:cNvPr>
            <p:cNvSpPr/>
            <p:nvPr/>
          </p:nvSpPr>
          <p:spPr>
            <a:xfrm>
              <a:off x="1930243" y="4569157"/>
              <a:ext cx="1218539" cy="724218"/>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4" name="Organigramme : Procédé 65">
              <a:extLst>
                <a:ext uri="{FF2B5EF4-FFF2-40B4-BE49-F238E27FC236}">
                  <a16:creationId xmlns:a16="http://schemas.microsoft.com/office/drawing/2014/main" id="{423C75A6-E0C0-083E-2412-E779F53666A0}"/>
                </a:ext>
              </a:extLst>
            </p:cNvPr>
            <p:cNvSpPr/>
            <p:nvPr/>
          </p:nvSpPr>
          <p:spPr>
            <a:xfrm>
              <a:off x="3957655" y="4077077"/>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25" name="Organigramme : Décision 67">
              <a:extLst>
                <a:ext uri="{FF2B5EF4-FFF2-40B4-BE49-F238E27FC236}">
                  <a16:creationId xmlns:a16="http://schemas.microsoft.com/office/drawing/2014/main" id="{28080283-155A-CC5D-E844-C961E77DDC41}"/>
                </a:ext>
              </a:extLst>
            </p:cNvPr>
            <p:cNvSpPr/>
            <p:nvPr/>
          </p:nvSpPr>
          <p:spPr>
            <a:xfrm>
              <a:off x="6311667" y="4111182"/>
              <a:ext cx="1647413"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6" name="Rectangle : coins arrondis 69">
              <a:extLst>
                <a:ext uri="{FF2B5EF4-FFF2-40B4-BE49-F238E27FC236}">
                  <a16:creationId xmlns:a16="http://schemas.microsoft.com/office/drawing/2014/main" id="{B25334FE-5CC0-B61C-7EBB-5FA63C5AFBE7}"/>
                </a:ext>
              </a:extLst>
            </p:cNvPr>
            <p:cNvSpPr/>
            <p:nvPr/>
          </p:nvSpPr>
          <p:spPr>
            <a:xfrm>
              <a:off x="9727605" y="4153190"/>
              <a:ext cx="1917394" cy="797254"/>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cxnSp>
          <p:nvCxnSpPr>
            <p:cNvPr id="27" name="Connecteur droit avec flèche 70">
              <a:extLst>
                <a:ext uri="{FF2B5EF4-FFF2-40B4-BE49-F238E27FC236}">
                  <a16:creationId xmlns:a16="http://schemas.microsoft.com/office/drawing/2014/main" id="{9635BCB6-5B91-5435-DE7C-B1137A413544}"/>
                </a:ext>
              </a:extLst>
            </p:cNvPr>
            <p:cNvCxnSpPr>
              <a:cxnSpLocks/>
              <a:stCxn id="25" idx="2"/>
              <a:endCxn id="40" idx="0"/>
            </p:cNvCxnSpPr>
            <p:nvPr/>
          </p:nvCxnSpPr>
          <p:spPr>
            <a:xfrm flipH="1">
              <a:off x="7124914" y="4774307"/>
              <a:ext cx="10460" cy="670917"/>
            </a:xfrm>
            <a:prstGeom prst="straightConnector1">
              <a:avLst/>
            </a:prstGeom>
            <a:ln w="6350">
              <a:solidFill>
                <a:schemeClr val="tx1"/>
              </a:solidFill>
              <a:tailEnd type="triangle"/>
            </a:ln>
          </p:spPr>
          <p:style>
            <a:lnRef idx="3">
              <a:schemeClr val="dk1"/>
            </a:lnRef>
            <a:fillRef idx="0">
              <a:schemeClr val="dk1"/>
            </a:fillRef>
            <a:effectRef idx="2">
              <a:schemeClr val="dk1"/>
            </a:effectRef>
            <a:fontRef idx="minor">
              <a:schemeClr val="tx1"/>
            </a:fontRef>
          </p:style>
        </p:cxnSp>
        <p:grpSp>
          <p:nvGrpSpPr>
            <p:cNvPr id="28" name="Groupe 74">
              <a:extLst>
                <a:ext uri="{FF2B5EF4-FFF2-40B4-BE49-F238E27FC236}">
                  <a16:creationId xmlns:a16="http://schemas.microsoft.com/office/drawing/2014/main" id="{561D481A-54CC-6D27-3DC8-1348192ACD1D}"/>
                </a:ext>
              </a:extLst>
            </p:cNvPr>
            <p:cNvGrpSpPr/>
            <p:nvPr/>
          </p:nvGrpSpPr>
          <p:grpSpPr>
            <a:xfrm>
              <a:off x="6145243" y="5445224"/>
              <a:ext cx="1959342" cy="950751"/>
              <a:chOff x="5519936" y="2250396"/>
              <a:chExt cx="2042084" cy="1220775"/>
            </a:xfrm>
          </p:grpSpPr>
          <p:sp>
            <p:nvSpPr>
              <p:cNvPr id="40" name="Organigramme : Procédé 75">
                <a:extLst>
                  <a:ext uri="{FF2B5EF4-FFF2-40B4-BE49-F238E27FC236}">
                    <a16:creationId xmlns:a16="http://schemas.microsoft.com/office/drawing/2014/main" id="{185E0C57-96DA-5204-6D94-24DB6B7E7DA2}"/>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41" name="Organigramme : Procédé 76">
                <a:extLst>
                  <a:ext uri="{FF2B5EF4-FFF2-40B4-BE49-F238E27FC236}">
                    <a16:creationId xmlns:a16="http://schemas.microsoft.com/office/drawing/2014/main" id="{C78936C0-B853-63A8-8389-21084B864DB0}"/>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grpSp>
          <p:nvGrpSpPr>
            <p:cNvPr id="29" name="Groupe 79">
              <a:extLst>
                <a:ext uri="{FF2B5EF4-FFF2-40B4-BE49-F238E27FC236}">
                  <a16:creationId xmlns:a16="http://schemas.microsoft.com/office/drawing/2014/main" id="{ABB0901A-3AD5-4CBA-78EE-9488B2971252}"/>
                </a:ext>
              </a:extLst>
            </p:cNvPr>
            <p:cNvGrpSpPr/>
            <p:nvPr/>
          </p:nvGrpSpPr>
          <p:grpSpPr>
            <a:xfrm>
              <a:off x="9823780" y="5383303"/>
              <a:ext cx="1959344" cy="944600"/>
              <a:chOff x="5467384" y="2170885"/>
              <a:chExt cx="2042086" cy="1212876"/>
            </a:xfrm>
          </p:grpSpPr>
          <p:sp>
            <p:nvSpPr>
              <p:cNvPr id="38" name="Organigramme : Procédé 80">
                <a:extLst>
                  <a:ext uri="{FF2B5EF4-FFF2-40B4-BE49-F238E27FC236}">
                    <a16:creationId xmlns:a16="http://schemas.microsoft.com/office/drawing/2014/main" id="{C5EA09D7-C71D-398A-181A-1FA671017097}"/>
                  </a:ext>
                </a:extLst>
              </p:cNvPr>
              <p:cNvSpPr/>
              <p:nvPr/>
            </p:nvSpPr>
            <p:spPr>
              <a:xfrm>
                <a:off x="5467386" y="2170885"/>
                <a:ext cx="2042084" cy="916982"/>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39" name="Organigramme : Procédé 81">
                <a:extLst>
                  <a:ext uri="{FF2B5EF4-FFF2-40B4-BE49-F238E27FC236}">
                    <a16:creationId xmlns:a16="http://schemas.microsoft.com/office/drawing/2014/main" id="{DE7D7FEC-7AD8-E902-325E-A33C75104834}"/>
                  </a:ext>
                </a:extLst>
              </p:cNvPr>
              <p:cNvSpPr/>
              <p:nvPr/>
            </p:nvSpPr>
            <p:spPr>
              <a:xfrm>
                <a:off x="5467384" y="308734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cxnSp>
          <p:nvCxnSpPr>
            <p:cNvPr id="30" name="Connecteur : en angle 91">
              <a:extLst>
                <a:ext uri="{FF2B5EF4-FFF2-40B4-BE49-F238E27FC236}">
                  <a16:creationId xmlns:a16="http://schemas.microsoft.com/office/drawing/2014/main" id="{DF5DB850-8204-A7CF-895B-84534E4271C9}"/>
                </a:ext>
              </a:extLst>
            </p:cNvPr>
            <p:cNvCxnSpPr>
              <a:stCxn id="17" idx="3"/>
              <a:endCxn id="42" idx="1"/>
            </p:cNvCxnSpPr>
            <p:nvPr/>
          </p:nvCxnSpPr>
          <p:spPr>
            <a:xfrm flipV="1">
              <a:off x="5154299" y="2712578"/>
              <a:ext cx="365637" cy="187408"/>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Connecteur : en angle 92">
              <a:extLst>
                <a:ext uri="{FF2B5EF4-FFF2-40B4-BE49-F238E27FC236}">
                  <a16:creationId xmlns:a16="http://schemas.microsoft.com/office/drawing/2014/main" id="{06D6534A-FD72-6273-D50B-43BBE0797D97}"/>
                </a:ext>
              </a:extLst>
            </p:cNvPr>
            <p:cNvCxnSpPr>
              <a:cxnSpLocks/>
              <a:stCxn id="16" idx="3"/>
              <a:endCxn id="17" idx="1"/>
            </p:cNvCxnSpPr>
            <p:nvPr/>
          </p:nvCxnSpPr>
          <p:spPr>
            <a:xfrm>
              <a:off x="3440677" y="2859312"/>
              <a:ext cx="495083" cy="40674"/>
            </a:xfrm>
            <a:prstGeom prst="bentConnector3">
              <a:avLst>
                <a:gd name="adj1" fmla="val 53848"/>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Connecteur : en angle 95">
              <a:extLst>
                <a:ext uri="{FF2B5EF4-FFF2-40B4-BE49-F238E27FC236}">
                  <a16:creationId xmlns:a16="http://schemas.microsoft.com/office/drawing/2014/main" id="{6D6EF455-B24F-1D8B-A9DA-7B93A22A3A79}"/>
                </a:ext>
              </a:extLst>
            </p:cNvPr>
            <p:cNvCxnSpPr>
              <a:cxnSpLocks/>
            </p:cNvCxnSpPr>
            <p:nvPr/>
          </p:nvCxnSpPr>
          <p:spPr>
            <a:xfrm>
              <a:off x="7593301" y="2710749"/>
              <a:ext cx="333223" cy="212366"/>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eur : en angle 102">
              <a:extLst>
                <a:ext uri="{FF2B5EF4-FFF2-40B4-BE49-F238E27FC236}">
                  <a16:creationId xmlns:a16="http://schemas.microsoft.com/office/drawing/2014/main" id="{B1F5389D-969D-002A-1D44-8132AC2D767F}"/>
                </a:ext>
              </a:extLst>
            </p:cNvPr>
            <p:cNvCxnSpPr>
              <a:cxnSpLocks/>
              <a:stCxn id="25" idx="3"/>
              <a:endCxn id="26" idx="1"/>
            </p:cNvCxnSpPr>
            <p:nvPr/>
          </p:nvCxnSpPr>
          <p:spPr>
            <a:xfrm>
              <a:off x="7959080" y="4442745"/>
              <a:ext cx="1768525" cy="109073"/>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 name="Connecteur : en angle 108">
              <a:extLst>
                <a:ext uri="{FF2B5EF4-FFF2-40B4-BE49-F238E27FC236}">
                  <a16:creationId xmlns:a16="http://schemas.microsoft.com/office/drawing/2014/main" id="{3017B08C-F036-DD58-F84D-6FE669BF8FD1}"/>
                </a:ext>
              </a:extLst>
            </p:cNvPr>
            <p:cNvCxnSpPr>
              <a:cxnSpLocks/>
            </p:cNvCxnSpPr>
            <p:nvPr/>
          </p:nvCxnSpPr>
          <p:spPr>
            <a:xfrm rot="5400000">
              <a:off x="2226754" y="4479293"/>
              <a:ext cx="365557" cy="1933"/>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Connecteur : en angle 117">
              <a:extLst>
                <a:ext uri="{FF2B5EF4-FFF2-40B4-BE49-F238E27FC236}">
                  <a16:creationId xmlns:a16="http://schemas.microsoft.com/office/drawing/2014/main" id="{CA3B1AAB-AA97-1A91-BFD8-2D38DABABAEB}"/>
                </a:ext>
              </a:extLst>
            </p:cNvPr>
            <p:cNvCxnSpPr>
              <a:cxnSpLocks/>
              <a:stCxn id="19" idx="3"/>
              <a:endCxn id="20" idx="1"/>
            </p:cNvCxnSpPr>
            <p:nvPr/>
          </p:nvCxnSpPr>
          <p:spPr>
            <a:xfrm flipV="1">
              <a:off x="9533060" y="2855444"/>
              <a:ext cx="255193" cy="69500"/>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Connecteur : en angle 127">
              <a:extLst>
                <a:ext uri="{FF2B5EF4-FFF2-40B4-BE49-F238E27FC236}">
                  <a16:creationId xmlns:a16="http://schemas.microsoft.com/office/drawing/2014/main" id="{86BE0D36-F109-355E-3702-9BF6977497A3}"/>
                </a:ext>
              </a:extLst>
            </p:cNvPr>
            <p:cNvCxnSpPr>
              <a:cxnSpLocks/>
              <a:stCxn id="24" idx="3"/>
              <a:endCxn id="25" idx="1"/>
            </p:cNvCxnSpPr>
            <p:nvPr/>
          </p:nvCxnSpPr>
          <p:spPr>
            <a:xfrm flipV="1">
              <a:off x="5999739" y="4442745"/>
              <a:ext cx="311928" cy="96514"/>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necteur : en angle 144">
              <a:extLst>
                <a:ext uri="{FF2B5EF4-FFF2-40B4-BE49-F238E27FC236}">
                  <a16:creationId xmlns:a16="http://schemas.microsoft.com/office/drawing/2014/main" id="{C84F885C-52CB-3441-25FB-F8F91775767F}"/>
                </a:ext>
              </a:extLst>
            </p:cNvPr>
            <p:cNvCxnSpPr>
              <a:cxnSpLocks/>
              <a:stCxn id="38" idx="1"/>
              <a:endCxn id="40" idx="3"/>
            </p:cNvCxnSpPr>
            <p:nvPr/>
          </p:nvCxnSpPr>
          <p:spPr>
            <a:xfrm rot="10800000" flipV="1">
              <a:off x="8104586" y="5740379"/>
              <a:ext cx="1719197" cy="64797"/>
            </a:xfrm>
            <a:prstGeom prst="bentConnector3">
              <a:avLst>
                <a:gd name="adj1" fmla="val 50000"/>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44" name="Rectangle : coins arrondis 20">
            <a:extLst>
              <a:ext uri="{FF2B5EF4-FFF2-40B4-BE49-F238E27FC236}">
                <a16:creationId xmlns:a16="http://schemas.microsoft.com/office/drawing/2014/main" id="{D29733CF-5A81-A02F-4F53-5E63F4D1D272}"/>
              </a:ext>
            </a:extLst>
          </p:cNvPr>
          <p:cNvSpPr/>
          <p:nvPr/>
        </p:nvSpPr>
        <p:spPr>
          <a:xfrm>
            <a:off x="697606" y="5907516"/>
            <a:ext cx="213818" cy="162192"/>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432000" rtlCol="0" anchor="ctr"/>
          <a:lstStyle/>
          <a:p>
            <a:r>
              <a:rPr lang="en-US" dirty="0">
                <a:solidFill>
                  <a:schemeClr val="tx1"/>
                </a:solidFill>
              </a:rPr>
              <a:t>Lorem ipsum</a:t>
            </a:r>
          </a:p>
        </p:txBody>
      </p:sp>
      <p:sp>
        <p:nvSpPr>
          <p:cNvPr id="45" name="Organigramme : Bande perforée 21">
            <a:extLst>
              <a:ext uri="{FF2B5EF4-FFF2-40B4-BE49-F238E27FC236}">
                <a16:creationId xmlns:a16="http://schemas.microsoft.com/office/drawing/2014/main" id="{6890C8B6-33F9-0F64-01EB-9E0AF4DABD6B}"/>
              </a:ext>
            </a:extLst>
          </p:cNvPr>
          <p:cNvSpPr>
            <a:spLocks/>
          </p:cNvSpPr>
          <p:nvPr/>
        </p:nvSpPr>
        <p:spPr>
          <a:xfrm>
            <a:off x="3261463" y="5923857"/>
            <a:ext cx="288000" cy="203566"/>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504000" rtlCol="0" anchor="ctr"/>
          <a:lstStyle/>
          <a:p>
            <a:r>
              <a:rPr lang="en-US" dirty="0">
                <a:solidFill>
                  <a:schemeClr val="tx1"/>
                </a:solidFill>
              </a:rPr>
              <a:t>Lorem ipsum</a:t>
            </a:r>
          </a:p>
        </p:txBody>
      </p:sp>
      <p:grpSp>
        <p:nvGrpSpPr>
          <p:cNvPr id="46" name="Groupe 26">
            <a:extLst>
              <a:ext uri="{FF2B5EF4-FFF2-40B4-BE49-F238E27FC236}">
                <a16:creationId xmlns:a16="http://schemas.microsoft.com/office/drawing/2014/main" id="{1BE79278-9E69-49CE-E088-62BC9489F564}"/>
              </a:ext>
            </a:extLst>
          </p:cNvPr>
          <p:cNvGrpSpPr/>
          <p:nvPr/>
        </p:nvGrpSpPr>
        <p:grpSpPr>
          <a:xfrm>
            <a:off x="5899502" y="5956960"/>
            <a:ext cx="420217" cy="213400"/>
            <a:chOff x="4151784" y="5805264"/>
            <a:chExt cx="420217" cy="213400"/>
          </a:xfrm>
        </p:grpSpPr>
        <p:sp>
          <p:nvSpPr>
            <p:cNvPr id="47" name="Organigramme : Procédé 23">
              <a:extLst>
                <a:ext uri="{FF2B5EF4-FFF2-40B4-BE49-F238E27FC236}">
                  <a16:creationId xmlns:a16="http://schemas.microsoft.com/office/drawing/2014/main" id="{BE0C3F01-AB48-44A4-429F-9D0BD98404EB}"/>
                </a:ext>
              </a:extLst>
            </p:cNvPr>
            <p:cNvSpPr/>
            <p:nvPr/>
          </p:nvSpPr>
          <p:spPr>
            <a:xfrm>
              <a:off x="4151784" y="5805264"/>
              <a:ext cx="420217" cy="153367"/>
            </a:xfrm>
            <a:prstGeom prst="flowChartProcess">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3456000" rIns="72000" rtlCol="0" anchor="ctr"/>
            <a:lstStyle/>
            <a:p>
              <a:pPr algn="ctr"/>
              <a:r>
                <a:rPr lang="en-US" dirty="0">
                  <a:solidFill>
                    <a:schemeClr val="tx1"/>
                  </a:solidFill>
                </a:rPr>
                <a:t>Lorem ipsum dolor sit </a:t>
              </a:r>
              <a:r>
                <a:rPr lang="en-US" dirty="0" err="1">
                  <a:solidFill>
                    <a:schemeClr val="tx1"/>
                  </a:solidFill>
                </a:rPr>
                <a:t>amet</a:t>
              </a:r>
              <a:endParaRPr lang="en-US" dirty="0">
                <a:solidFill>
                  <a:schemeClr val="tx1"/>
                </a:solidFill>
              </a:endParaRPr>
            </a:p>
          </p:txBody>
        </p:sp>
        <p:sp>
          <p:nvSpPr>
            <p:cNvPr id="48" name="Organigramme : Procédé 25">
              <a:extLst>
                <a:ext uri="{FF2B5EF4-FFF2-40B4-BE49-F238E27FC236}">
                  <a16:creationId xmlns:a16="http://schemas.microsoft.com/office/drawing/2014/main" id="{896D978D-6EB5-E732-DFD4-A49EA8A837E4}"/>
                </a:ext>
              </a:extLst>
            </p:cNvPr>
            <p:cNvSpPr/>
            <p:nvPr/>
          </p:nvSpPr>
          <p:spPr>
            <a:xfrm>
              <a:off x="4151784" y="5949590"/>
              <a:ext cx="420217" cy="69074"/>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9" name="Organigramme : Décision 37">
            <a:extLst>
              <a:ext uri="{FF2B5EF4-FFF2-40B4-BE49-F238E27FC236}">
                <a16:creationId xmlns:a16="http://schemas.microsoft.com/office/drawing/2014/main" id="{40D15CCD-272C-01E7-AAF9-2CC09E58D5B7}"/>
              </a:ext>
            </a:extLst>
          </p:cNvPr>
          <p:cNvSpPr/>
          <p:nvPr/>
        </p:nvSpPr>
        <p:spPr>
          <a:xfrm>
            <a:off x="9779387" y="5956959"/>
            <a:ext cx="420217" cy="170463"/>
          </a:xfrm>
          <a:prstGeom prst="flowChartDecision">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2232000" rtlCol="0" anchor="ctr"/>
          <a:lstStyle/>
          <a:p>
            <a:pPr algn="ctr"/>
            <a:r>
              <a:rPr lang="en-US" dirty="0">
                <a:solidFill>
                  <a:schemeClr val="tx1"/>
                </a:solidFill>
              </a:rPr>
              <a:t>Lorem ipsum</a:t>
            </a:r>
          </a:p>
        </p:txBody>
      </p:sp>
    </p:spTree>
    <p:extLst>
      <p:ext uri="{BB962C8B-B14F-4D97-AF65-F5344CB8AC3E}">
        <p14:creationId xmlns:p14="http://schemas.microsoft.com/office/powerpoint/2010/main" val="3982521587"/>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Gauge 1</a:t>
            </a:r>
          </a:p>
        </p:txBody>
      </p:sp>
      <p:grpSp>
        <p:nvGrpSpPr>
          <p:cNvPr id="37" name="Group 36"/>
          <p:cNvGrpSpPr>
            <a:grpSpLocks noChangeAspect="1"/>
          </p:cNvGrpSpPr>
          <p:nvPr/>
        </p:nvGrpSpPr>
        <p:grpSpPr>
          <a:xfrm>
            <a:off x="3982718" y="2043082"/>
            <a:ext cx="4226562" cy="4226562"/>
            <a:chOff x="4174836" y="2235199"/>
            <a:chExt cx="3842329" cy="3842329"/>
          </a:xfrm>
        </p:grpSpPr>
        <p:sp>
          <p:nvSpPr>
            <p:cNvPr id="17" name="Rounded Rectangle 16"/>
            <p:cNvSpPr/>
            <p:nvPr/>
          </p:nvSpPr>
          <p:spPr>
            <a:xfrm>
              <a:off x="5963457" y="3828468"/>
              <a:ext cx="932874" cy="83127"/>
            </a:xfrm>
            <a:prstGeom prst="roundRect">
              <a:avLst>
                <a:gd name="adj" fmla="val 50000"/>
              </a:avLst>
            </a:prstGeom>
            <a:solidFill>
              <a:schemeClr val="tx1"/>
            </a:solidFill>
            <a:ln>
              <a:noFill/>
            </a:ln>
            <a:scene3d>
              <a:camera prst="orthographicFront">
                <a:rot lat="0" lon="0" rev="2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Arc 3"/>
            <p:cNvSpPr>
              <a:spLocks noChangeAspect="1"/>
            </p:cNvSpPr>
            <p:nvPr/>
          </p:nvSpPr>
          <p:spPr>
            <a:xfrm>
              <a:off x="4174836" y="2235199"/>
              <a:ext cx="3842329" cy="3842329"/>
            </a:xfrm>
            <a:prstGeom prst="arc">
              <a:avLst>
                <a:gd name="adj1" fmla="val 8131808"/>
                <a:gd name="adj2" fmla="val 2689155"/>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b="1" dirty="0">
                <a:solidFill>
                  <a:schemeClr val="accent3"/>
                </a:solidFill>
              </a:endParaRPr>
            </a:p>
          </p:txBody>
        </p:sp>
        <p:sp>
          <p:nvSpPr>
            <p:cNvPr id="16" name="Oval 15"/>
            <p:cNvSpPr>
              <a:spLocks noChangeAspect="1"/>
            </p:cNvSpPr>
            <p:nvPr/>
          </p:nvSpPr>
          <p:spPr>
            <a:xfrm>
              <a:off x="5986549" y="4046913"/>
              <a:ext cx="218900" cy="2189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9" name="Straight Connector 18"/>
            <p:cNvCxnSpPr/>
            <p:nvPr/>
          </p:nvCxnSpPr>
          <p:spPr>
            <a:xfrm flipH="1">
              <a:off x="6987277" y="4308763"/>
              <a:ext cx="221673" cy="0"/>
            </a:xfrm>
            <a:prstGeom prst="line">
              <a:avLst/>
            </a:prstGeom>
            <a:ln w="381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983050" y="4308763"/>
              <a:ext cx="22167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5400000" flipH="1">
              <a:off x="5985131" y="3149589"/>
              <a:ext cx="221673"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2700000" flipH="1">
              <a:off x="5269311" y="3440538"/>
              <a:ext cx="221673"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rot="8100000" flipH="1">
              <a:off x="6705562" y="3431302"/>
              <a:ext cx="221673"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rot="18900000" flipH="1" flipV="1">
              <a:off x="5269311" y="5005940"/>
              <a:ext cx="221673"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13500000" flipH="1" flipV="1">
              <a:off x="6705562" y="5015176"/>
              <a:ext cx="221673"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4884534" y="5102663"/>
              <a:ext cx="427273" cy="363736"/>
            </a:xfrm>
            <a:prstGeom prst="rect">
              <a:avLst/>
            </a:prstGeom>
            <a:noFill/>
          </p:spPr>
          <p:txBody>
            <a:bodyPr wrap="none" rtlCol="0">
              <a:spAutoFit/>
            </a:bodyPr>
            <a:lstStyle/>
            <a:p>
              <a:r>
                <a:rPr lang="en-US" sz="2000" b="1" dirty="0">
                  <a:solidFill>
                    <a:schemeClr val="tx2"/>
                  </a:solidFill>
                </a:rPr>
                <a:t>10</a:t>
              </a:r>
            </a:p>
          </p:txBody>
        </p:sp>
        <p:sp>
          <p:nvSpPr>
            <p:cNvPr id="31" name="TextBox 30"/>
            <p:cNvSpPr txBox="1"/>
            <p:nvPr/>
          </p:nvSpPr>
          <p:spPr>
            <a:xfrm>
              <a:off x="4381152" y="4124097"/>
              <a:ext cx="427273" cy="363736"/>
            </a:xfrm>
            <a:prstGeom prst="rect">
              <a:avLst/>
            </a:prstGeom>
            <a:noFill/>
          </p:spPr>
          <p:txBody>
            <a:bodyPr wrap="none" rtlCol="0">
              <a:spAutoFit/>
            </a:bodyPr>
            <a:lstStyle/>
            <a:p>
              <a:r>
                <a:rPr lang="en-US" sz="2000" b="1" dirty="0">
                  <a:solidFill>
                    <a:schemeClr val="accent1"/>
                  </a:solidFill>
                </a:rPr>
                <a:t>20</a:t>
              </a:r>
            </a:p>
          </p:txBody>
        </p:sp>
        <p:sp>
          <p:nvSpPr>
            <p:cNvPr id="32" name="TextBox 31"/>
            <p:cNvSpPr txBox="1"/>
            <p:nvPr/>
          </p:nvSpPr>
          <p:spPr>
            <a:xfrm>
              <a:off x="4792170" y="2905305"/>
              <a:ext cx="427273" cy="363736"/>
            </a:xfrm>
            <a:prstGeom prst="rect">
              <a:avLst/>
            </a:prstGeom>
            <a:noFill/>
          </p:spPr>
          <p:txBody>
            <a:bodyPr wrap="none" rtlCol="0">
              <a:spAutoFit/>
            </a:bodyPr>
            <a:lstStyle/>
            <a:p>
              <a:r>
                <a:rPr lang="en-US" sz="2000" b="1" dirty="0">
                  <a:solidFill>
                    <a:schemeClr val="accent2"/>
                  </a:solidFill>
                </a:rPr>
                <a:t>30</a:t>
              </a:r>
            </a:p>
          </p:txBody>
        </p:sp>
        <p:sp>
          <p:nvSpPr>
            <p:cNvPr id="33" name="TextBox 32"/>
            <p:cNvSpPr txBox="1"/>
            <p:nvPr/>
          </p:nvSpPr>
          <p:spPr>
            <a:xfrm>
              <a:off x="5886615" y="2563681"/>
              <a:ext cx="427273" cy="363736"/>
            </a:xfrm>
            <a:prstGeom prst="rect">
              <a:avLst/>
            </a:prstGeom>
            <a:noFill/>
          </p:spPr>
          <p:txBody>
            <a:bodyPr wrap="none" rtlCol="0">
              <a:spAutoFit/>
            </a:bodyPr>
            <a:lstStyle/>
            <a:p>
              <a:r>
                <a:rPr lang="en-US" sz="2000" b="1" dirty="0">
                  <a:solidFill>
                    <a:schemeClr val="accent3"/>
                  </a:solidFill>
                </a:rPr>
                <a:t>40</a:t>
              </a:r>
            </a:p>
          </p:txBody>
        </p:sp>
        <p:sp>
          <p:nvSpPr>
            <p:cNvPr id="34" name="TextBox 33"/>
            <p:cNvSpPr txBox="1"/>
            <p:nvPr/>
          </p:nvSpPr>
          <p:spPr>
            <a:xfrm>
              <a:off x="6987277" y="2891093"/>
              <a:ext cx="427273" cy="363736"/>
            </a:xfrm>
            <a:prstGeom prst="rect">
              <a:avLst/>
            </a:prstGeom>
            <a:noFill/>
          </p:spPr>
          <p:txBody>
            <a:bodyPr wrap="none" rtlCol="0">
              <a:spAutoFit/>
            </a:bodyPr>
            <a:lstStyle/>
            <a:p>
              <a:r>
                <a:rPr lang="en-US" sz="2000" b="1" dirty="0">
                  <a:solidFill>
                    <a:schemeClr val="accent4"/>
                  </a:solidFill>
                </a:rPr>
                <a:t>50</a:t>
              </a:r>
            </a:p>
          </p:txBody>
        </p:sp>
        <p:sp>
          <p:nvSpPr>
            <p:cNvPr id="35" name="TextBox 34"/>
            <p:cNvSpPr txBox="1"/>
            <p:nvPr/>
          </p:nvSpPr>
          <p:spPr>
            <a:xfrm>
              <a:off x="7405981" y="4124097"/>
              <a:ext cx="427273" cy="363736"/>
            </a:xfrm>
            <a:prstGeom prst="rect">
              <a:avLst/>
            </a:prstGeom>
            <a:noFill/>
          </p:spPr>
          <p:txBody>
            <a:bodyPr wrap="none" rtlCol="0">
              <a:spAutoFit/>
            </a:bodyPr>
            <a:lstStyle/>
            <a:p>
              <a:r>
                <a:rPr lang="en-US" sz="2000" b="1" dirty="0">
                  <a:solidFill>
                    <a:schemeClr val="accent5"/>
                  </a:solidFill>
                </a:rPr>
                <a:t>60</a:t>
              </a:r>
            </a:p>
          </p:txBody>
        </p:sp>
        <p:sp>
          <p:nvSpPr>
            <p:cNvPr id="36" name="TextBox 35"/>
            <p:cNvSpPr txBox="1"/>
            <p:nvPr/>
          </p:nvSpPr>
          <p:spPr>
            <a:xfrm>
              <a:off x="6959569" y="5139619"/>
              <a:ext cx="427273" cy="363736"/>
            </a:xfrm>
            <a:prstGeom prst="rect">
              <a:avLst/>
            </a:prstGeom>
            <a:noFill/>
          </p:spPr>
          <p:txBody>
            <a:bodyPr wrap="none" rtlCol="0">
              <a:spAutoFit/>
            </a:bodyPr>
            <a:lstStyle/>
            <a:p>
              <a:r>
                <a:rPr lang="en-US" sz="2000" b="1" dirty="0">
                  <a:solidFill>
                    <a:schemeClr val="accent6"/>
                  </a:solidFill>
                </a:rPr>
                <a:t>70</a:t>
              </a:r>
            </a:p>
          </p:txBody>
        </p:sp>
      </p:grpSp>
      <p:sp>
        <p:nvSpPr>
          <p:cNvPr id="38" name="TextBox 37"/>
          <p:cNvSpPr txBox="1"/>
          <p:nvPr/>
        </p:nvSpPr>
        <p:spPr>
          <a:xfrm>
            <a:off x="637034" y="2981215"/>
            <a:ext cx="3085221" cy="2585323"/>
          </a:xfrm>
          <a:prstGeom prst="rect">
            <a:avLst/>
          </a:prstGeom>
          <a:noFill/>
        </p:spPr>
        <p:txBody>
          <a:bodyPr wrap="square" rtlCol="0">
            <a:spAutoFit/>
          </a:bodyPr>
          <a:lstStyle/>
          <a:p>
            <a:r>
              <a:rPr lang="en-US" dirty="0"/>
              <a:t>Lorem ipsum dolor sit amet, consectetuer adipiscing elit. Maecenas porttitor congue massa. Fusce posuere, magna sed pulvinar ultricies, purus lectus malesuada libero, sit amet commodo magna eros quis urna.</a:t>
            </a:r>
          </a:p>
          <a:p>
            <a:endParaRPr lang="en-US" dirty="0"/>
          </a:p>
        </p:txBody>
      </p:sp>
      <p:sp>
        <p:nvSpPr>
          <p:cNvPr id="39" name="TextBox 38"/>
          <p:cNvSpPr txBox="1"/>
          <p:nvPr/>
        </p:nvSpPr>
        <p:spPr>
          <a:xfrm>
            <a:off x="8469745" y="2981215"/>
            <a:ext cx="3085221" cy="2585323"/>
          </a:xfrm>
          <a:prstGeom prst="rect">
            <a:avLst/>
          </a:prstGeom>
          <a:noFill/>
        </p:spPr>
        <p:txBody>
          <a:bodyPr wrap="square" rtlCol="0">
            <a:spAutoFit/>
          </a:bodyPr>
          <a:lstStyle/>
          <a:p>
            <a:r>
              <a:rPr lang="en-US" dirty="0"/>
              <a:t>Lorem ipsum dolor sit amet, consectetuer adipiscing elit. Maecenas porttitor congue massa. Fusce posuere, magna sed pulvinar ultricies, purus lectus malesuada libero, sit amet commodo magna eros quis urna.</a:t>
            </a:r>
          </a:p>
          <a:p>
            <a:endParaRPr lang="en-US" dirty="0"/>
          </a:p>
        </p:txBody>
      </p:sp>
    </p:spTree>
    <p:extLst>
      <p:ext uri="{BB962C8B-B14F-4D97-AF65-F5344CB8AC3E}">
        <p14:creationId xmlns:p14="http://schemas.microsoft.com/office/powerpoint/2010/main" val="16410710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ACD525-C811-16FB-6CD3-7A02EB797A89}"/>
              </a:ext>
            </a:extLst>
          </p:cNvPr>
          <p:cNvSpPr>
            <a:spLocks noGrp="1"/>
          </p:cNvSpPr>
          <p:nvPr>
            <p:ph type="title"/>
          </p:nvPr>
        </p:nvSpPr>
        <p:spPr>
          <a:xfrm>
            <a:off x="214184" y="13663"/>
            <a:ext cx="9728886" cy="678316"/>
          </a:xfrm>
        </p:spPr>
        <p:txBody>
          <a:bodyPr>
            <a:normAutofit/>
          </a:bodyPr>
          <a:lstStyle/>
          <a:p>
            <a:r>
              <a:rPr lang="en-US" dirty="0"/>
              <a:t>Gauge 2</a:t>
            </a:r>
          </a:p>
        </p:txBody>
      </p:sp>
      <p:grpSp>
        <p:nvGrpSpPr>
          <p:cNvPr id="7" name="Groupe 32">
            <a:extLst>
              <a:ext uri="{FF2B5EF4-FFF2-40B4-BE49-F238E27FC236}">
                <a16:creationId xmlns:a16="http://schemas.microsoft.com/office/drawing/2014/main" id="{5213514D-08FA-12AE-616D-7B4E1B5C1870}"/>
              </a:ext>
            </a:extLst>
          </p:cNvPr>
          <p:cNvGrpSpPr/>
          <p:nvPr/>
        </p:nvGrpSpPr>
        <p:grpSpPr>
          <a:xfrm>
            <a:off x="3464979" y="2515145"/>
            <a:ext cx="5262044" cy="3728932"/>
            <a:chOff x="3747654" y="845526"/>
            <a:chExt cx="4942849" cy="3502737"/>
          </a:xfrm>
        </p:grpSpPr>
        <p:sp>
          <p:nvSpPr>
            <p:cNvPr id="8" name="Freeform: Shape 19">
              <a:extLst>
                <a:ext uri="{FF2B5EF4-FFF2-40B4-BE49-F238E27FC236}">
                  <a16:creationId xmlns:a16="http://schemas.microsoft.com/office/drawing/2014/main" id="{6441E460-779B-EDD2-A68E-D40A44C3A8D5}"/>
                </a:ext>
              </a:extLst>
            </p:cNvPr>
            <p:cNvSpPr/>
            <p:nvPr/>
          </p:nvSpPr>
          <p:spPr>
            <a:xfrm rot="2700000">
              <a:off x="3501497" y="2367713"/>
              <a:ext cx="2323429" cy="1637672"/>
            </a:xfrm>
            <a:custGeom>
              <a:avLst/>
              <a:gdLst>
                <a:gd name="connsiteX0" fmla="*/ 225 w 2323429"/>
                <a:gd name="connsiteY0" fmla="*/ 0 h 1637672"/>
                <a:gd name="connsiteX1" fmla="*/ 2323429 w 2323429"/>
                <a:gd name="connsiteY1" fmla="*/ 0 h 1637672"/>
                <a:gd name="connsiteX2" fmla="*/ 685757 w 2323429"/>
                <a:gd name="connsiteY2" fmla="*/ 1637672 h 1637672"/>
                <a:gd name="connsiteX3" fmla="*/ 524551 w 2323429"/>
                <a:gd name="connsiteY3" fmla="*/ 1459320 h 1637672"/>
                <a:gd name="connsiteX4" fmla="*/ 0 w 2323429"/>
                <a:gd name="connsiteY4" fmla="*/ 75719 h 1637672"/>
                <a:gd name="connsiteX5" fmla="*/ 225 w 2323429"/>
                <a:gd name="connsiteY5" fmla="*/ 0 h 1637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23429" h="1637672">
                  <a:moveTo>
                    <a:pt x="225" y="0"/>
                  </a:moveTo>
                  <a:lnTo>
                    <a:pt x="2323429" y="0"/>
                  </a:lnTo>
                  <a:lnTo>
                    <a:pt x="685757" y="1637672"/>
                  </a:lnTo>
                  <a:lnTo>
                    <a:pt x="524551" y="1459320"/>
                  </a:lnTo>
                  <a:cubicBezTo>
                    <a:pt x="195420" y="1055783"/>
                    <a:pt x="20570" y="568372"/>
                    <a:pt x="0" y="75719"/>
                  </a:cubicBezTo>
                  <a:lnTo>
                    <a:pt x="225"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18">
              <a:extLst>
                <a:ext uri="{FF2B5EF4-FFF2-40B4-BE49-F238E27FC236}">
                  <a16:creationId xmlns:a16="http://schemas.microsoft.com/office/drawing/2014/main" id="{0B5C680C-3ECA-C8CC-545E-82DF701E2C07}"/>
                </a:ext>
              </a:extLst>
            </p:cNvPr>
            <p:cNvSpPr/>
            <p:nvPr/>
          </p:nvSpPr>
          <p:spPr>
            <a:xfrm rot="2700000">
              <a:off x="6709953" y="2024834"/>
              <a:ext cx="1637672" cy="2323428"/>
            </a:xfrm>
            <a:custGeom>
              <a:avLst/>
              <a:gdLst>
                <a:gd name="connsiteX0" fmla="*/ 0 w 1637672"/>
                <a:gd name="connsiteY0" fmla="*/ 225 h 2323428"/>
                <a:gd name="connsiteX1" fmla="*/ 75719 w 1637672"/>
                <a:gd name="connsiteY1" fmla="*/ 0 h 2323428"/>
                <a:gd name="connsiteX2" fmla="*/ 1459319 w 1637672"/>
                <a:gd name="connsiteY2" fmla="*/ 524551 h 2323428"/>
                <a:gd name="connsiteX3" fmla="*/ 1637672 w 1637672"/>
                <a:gd name="connsiteY3" fmla="*/ 685757 h 2323428"/>
                <a:gd name="connsiteX4" fmla="*/ 0 w 1637672"/>
                <a:gd name="connsiteY4" fmla="*/ 2323428 h 2323428"/>
                <a:gd name="connsiteX5" fmla="*/ 0 w 1637672"/>
                <a:gd name="connsiteY5" fmla="*/ 225 h 232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7672" h="2323428">
                  <a:moveTo>
                    <a:pt x="0" y="225"/>
                  </a:moveTo>
                  <a:lnTo>
                    <a:pt x="75719" y="0"/>
                  </a:lnTo>
                  <a:cubicBezTo>
                    <a:pt x="568372" y="20570"/>
                    <a:pt x="1055783" y="195421"/>
                    <a:pt x="1459319" y="524551"/>
                  </a:cubicBezTo>
                  <a:lnTo>
                    <a:pt x="1637672" y="685757"/>
                  </a:lnTo>
                  <a:lnTo>
                    <a:pt x="0" y="2323428"/>
                  </a:lnTo>
                  <a:lnTo>
                    <a:pt x="0" y="22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0" name="Groupe 31">
              <a:extLst>
                <a:ext uri="{FF2B5EF4-FFF2-40B4-BE49-F238E27FC236}">
                  <a16:creationId xmlns:a16="http://schemas.microsoft.com/office/drawing/2014/main" id="{78701947-0F30-E699-B07D-0AC097B8C97B}"/>
                </a:ext>
              </a:extLst>
            </p:cNvPr>
            <p:cNvGrpSpPr/>
            <p:nvPr/>
          </p:nvGrpSpPr>
          <p:grpSpPr>
            <a:xfrm>
              <a:off x="3747654" y="845526"/>
              <a:ext cx="4696692" cy="2790768"/>
              <a:chOff x="3747654" y="845526"/>
              <a:chExt cx="4696692" cy="2790768"/>
            </a:xfrm>
          </p:grpSpPr>
          <p:sp>
            <p:nvSpPr>
              <p:cNvPr id="11" name="Freeform: Shape 23">
                <a:extLst>
                  <a:ext uri="{FF2B5EF4-FFF2-40B4-BE49-F238E27FC236}">
                    <a16:creationId xmlns:a16="http://schemas.microsoft.com/office/drawing/2014/main" id="{F5A07588-C92F-8F07-0265-4AD8B73915F1}"/>
                  </a:ext>
                </a:extLst>
              </p:cNvPr>
              <p:cNvSpPr/>
              <p:nvPr/>
            </p:nvSpPr>
            <p:spPr>
              <a:xfrm rot="2700000">
                <a:off x="4690891" y="1180525"/>
                <a:ext cx="2290739" cy="1620742"/>
              </a:xfrm>
              <a:custGeom>
                <a:avLst/>
                <a:gdLst>
                  <a:gd name="connsiteX0" fmla="*/ 669997 w 2290739"/>
                  <a:gd name="connsiteY0" fmla="*/ 0 h 1620742"/>
                  <a:gd name="connsiteX1" fmla="*/ 2290739 w 2290739"/>
                  <a:gd name="connsiteY1" fmla="*/ 1620742 h 1620742"/>
                  <a:gd name="connsiteX2" fmla="*/ 0 w 2290739"/>
                  <a:gd name="connsiteY2" fmla="*/ 1620741 h 1620742"/>
                  <a:gd name="connsiteX3" fmla="*/ 267 w 2290739"/>
                  <a:gd name="connsiteY3" fmla="*/ 1530950 h 1620742"/>
                  <a:gd name="connsiteX4" fmla="*/ 533635 w 2290739"/>
                  <a:gd name="connsiteY4" fmla="*/ 149917 h 1620742"/>
                  <a:gd name="connsiteX5" fmla="*/ 669997 w 2290739"/>
                  <a:gd name="connsiteY5" fmla="*/ 0 h 1620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90739" h="1620742">
                    <a:moveTo>
                      <a:pt x="669997" y="0"/>
                    </a:moveTo>
                    <a:lnTo>
                      <a:pt x="2290739" y="1620742"/>
                    </a:lnTo>
                    <a:lnTo>
                      <a:pt x="0" y="1620741"/>
                    </a:lnTo>
                    <a:lnTo>
                      <a:pt x="267" y="1530950"/>
                    </a:lnTo>
                    <a:cubicBezTo>
                      <a:pt x="23777" y="1038404"/>
                      <a:pt x="201566" y="551849"/>
                      <a:pt x="533635" y="149917"/>
                    </a:cubicBezTo>
                    <a:lnTo>
                      <a:pt x="66999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2" name="Freeform: Shape 22">
                <a:extLst>
                  <a:ext uri="{FF2B5EF4-FFF2-40B4-BE49-F238E27FC236}">
                    <a16:creationId xmlns:a16="http://schemas.microsoft.com/office/drawing/2014/main" id="{53F8DE42-60B4-76EA-045C-E1A80E41A609}"/>
                  </a:ext>
                </a:extLst>
              </p:cNvPr>
              <p:cNvSpPr/>
              <p:nvPr/>
            </p:nvSpPr>
            <p:spPr>
              <a:xfrm rot="2700000">
                <a:off x="5545368" y="845526"/>
                <a:ext cx="1620742" cy="2290738"/>
              </a:xfrm>
              <a:custGeom>
                <a:avLst/>
                <a:gdLst>
                  <a:gd name="connsiteX0" fmla="*/ 0 w 1620742"/>
                  <a:gd name="connsiteY0" fmla="*/ 669997 h 2290738"/>
                  <a:gd name="connsiteX1" fmla="*/ 149917 w 1620742"/>
                  <a:gd name="connsiteY1" fmla="*/ 533635 h 2290738"/>
                  <a:gd name="connsiteX2" fmla="*/ 1530950 w 1620742"/>
                  <a:gd name="connsiteY2" fmla="*/ 267 h 2290738"/>
                  <a:gd name="connsiteX3" fmla="*/ 1620742 w 1620742"/>
                  <a:gd name="connsiteY3" fmla="*/ 0 h 2290738"/>
                  <a:gd name="connsiteX4" fmla="*/ 1620742 w 1620742"/>
                  <a:gd name="connsiteY4" fmla="*/ 2290738 h 2290738"/>
                  <a:gd name="connsiteX5" fmla="*/ 0 w 1620742"/>
                  <a:gd name="connsiteY5" fmla="*/ 669997 h 229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0742" h="2290738">
                    <a:moveTo>
                      <a:pt x="0" y="669997"/>
                    </a:moveTo>
                    <a:lnTo>
                      <a:pt x="149917" y="533635"/>
                    </a:lnTo>
                    <a:cubicBezTo>
                      <a:pt x="551849" y="201566"/>
                      <a:pt x="1038404" y="23776"/>
                      <a:pt x="1530950" y="267"/>
                    </a:cubicBezTo>
                    <a:lnTo>
                      <a:pt x="1620742" y="0"/>
                    </a:lnTo>
                    <a:lnTo>
                      <a:pt x="1620742" y="2290738"/>
                    </a:lnTo>
                    <a:lnTo>
                      <a:pt x="0" y="66999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3" name="Group 43">
                <a:extLst>
                  <a:ext uri="{FF2B5EF4-FFF2-40B4-BE49-F238E27FC236}">
                    <a16:creationId xmlns:a16="http://schemas.microsoft.com/office/drawing/2014/main" id="{E7271ED9-2B04-331E-8B1D-62E8905C0340}"/>
                  </a:ext>
                </a:extLst>
              </p:cNvPr>
              <p:cNvGrpSpPr/>
              <p:nvPr/>
            </p:nvGrpSpPr>
            <p:grpSpPr>
              <a:xfrm>
                <a:off x="3839935" y="1196663"/>
                <a:ext cx="4494499" cy="2246213"/>
                <a:chOff x="3747655" y="1081737"/>
                <a:chExt cx="4696692" cy="2347263"/>
              </a:xfrm>
              <a:solidFill>
                <a:schemeClr val="tx1">
                  <a:alpha val="36000"/>
                </a:schemeClr>
              </a:solidFill>
            </p:grpSpPr>
            <p:sp>
              <p:nvSpPr>
                <p:cNvPr id="28" name="Freeform: Shape 44">
                  <a:extLst>
                    <a:ext uri="{FF2B5EF4-FFF2-40B4-BE49-F238E27FC236}">
                      <a16:creationId xmlns:a16="http://schemas.microsoft.com/office/drawing/2014/main" id="{28A9304D-F385-31DF-FB1B-6B5496A1D92D}"/>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45">
                  <a:extLst>
                    <a:ext uri="{FF2B5EF4-FFF2-40B4-BE49-F238E27FC236}">
                      <a16:creationId xmlns:a16="http://schemas.microsoft.com/office/drawing/2014/main" id="{4CD97A23-CD2B-1C0C-7B88-0BFE2436874B}"/>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46">
                  <a:extLst>
                    <a:ext uri="{FF2B5EF4-FFF2-40B4-BE49-F238E27FC236}">
                      <a16:creationId xmlns:a16="http://schemas.microsoft.com/office/drawing/2014/main" id="{B3416E7C-808E-2E45-0168-653410FCB378}"/>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47">
                  <a:extLst>
                    <a:ext uri="{FF2B5EF4-FFF2-40B4-BE49-F238E27FC236}">
                      <a16:creationId xmlns:a16="http://schemas.microsoft.com/office/drawing/2014/main" id="{5480574B-DFD3-8479-7292-8C5E3008FECB}"/>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4" name="Group 1">
                <a:extLst>
                  <a:ext uri="{FF2B5EF4-FFF2-40B4-BE49-F238E27FC236}">
                    <a16:creationId xmlns:a16="http://schemas.microsoft.com/office/drawing/2014/main" id="{BA152DD3-E244-7F0B-173F-C923AD1CBA22}"/>
                  </a:ext>
                </a:extLst>
              </p:cNvPr>
              <p:cNvGrpSpPr/>
              <p:nvPr/>
            </p:nvGrpSpPr>
            <p:grpSpPr>
              <a:xfrm>
                <a:off x="3747654" y="1080655"/>
                <a:ext cx="4696692" cy="2347263"/>
                <a:chOff x="3747655" y="1081737"/>
                <a:chExt cx="4696692" cy="2347263"/>
              </a:xfrm>
            </p:grpSpPr>
            <p:sp>
              <p:nvSpPr>
                <p:cNvPr id="24" name="Freeform: Shape 33">
                  <a:extLst>
                    <a:ext uri="{FF2B5EF4-FFF2-40B4-BE49-F238E27FC236}">
                      <a16:creationId xmlns:a16="http://schemas.microsoft.com/office/drawing/2014/main" id="{C7726354-C1BA-0FDE-83CE-29C0F4CE263A}"/>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solidFill>
                  <a:srgbClr val="EBEBEB"/>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5" name="Freeform: Shape 34">
                  <a:extLst>
                    <a:ext uri="{FF2B5EF4-FFF2-40B4-BE49-F238E27FC236}">
                      <a16:creationId xmlns:a16="http://schemas.microsoft.com/office/drawing/2014/main" id="{B9C690BB-32F9-EAF7-3821-5415BB35B349}"/>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solidFill>
                  <a:srgbClr val="EBEBEB"/>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Freeform: Shape 35">
                  <a:extLst>
                    <a:ext uri="{FF2B5EF4-FFF2-40B4-BE49-F238E27FC236}">
                      <a16:creationId xmlns:a16="http://schemas.microsoft.com/office/drawing/2014/main" id="{11FC4FB1-47BF-58DB-3888-5C70EA36C2BB}"/>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solidFill>
                  <a:srgbClr val="EBEBEB"/>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7" name="Freeform: Shape 36">
                  <a:extLst>
                    <a:ext uri="{FF2B5EF4-FFF2-40B4-BE49-F238E27FC236}">
                      <a16:creationId xmlns:a16="http://schemas.microsoft.com/office/drawing/2014/main" id="{44DBAA05-70D4-816E-10F2-1CB16F18F92E}"/>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solidFill>
                  <a:srgbClr val="EBEBEB"/>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5" name="Freeform: Shape 41">
                <a:extLst>
                  <a:ext uri="{FF2B5EF4-FFF2-40B4-BE49-F238E27FC236}">
                    <a16:creationId xmlns:a16="http://schemas.microsoft.com/office/drawing/2014/main" id="{B573111F-F64A-19F7-9ACB-318B722F6098}"/>
                  </a:ext>
                </a:extLst>
              </p:cNvPr>
              <p:cNvSpPr/>
              <p:nvPr/>
            </p:nvSpPr>
            <p:spPr>
              <a:xfrm>
                <a:off x="5119227" y="2432175"/>
                <a:ext cx="2008065" cy="1004032"/>
              </a:xfrm>
              <a:custGeom>
                <a:avLst/>
                <a:gdLst>
                  <a:gd name="connsiteX0" fmla="*/ 2348346 w 4696692"/>
                  <a:gd name="connsiteY0" fmla="*/ 0 h 2348345"/>
                  <a:gd name="connsiteX1" fmla="*/ 4684568 w 4696692"/>
                  <a:gd name="connsiteY1" fmla="*/ 2108241 h 2348345"/>
                  <a:gd name="connsiteX2" fmla="*/ 4696692 w 4696692"/>
                  <a:gd name="connsiteY2" fmla="*/ 2348345 h 2348345"/>
                  <a:gd name="connsiteX3" fmla="*/ 0 w 4696692"/>
                  <a:gd name="connsiteY3" fmla="*/ 2348345 h 2348345"/>
                  <a:gd name="connsiteX4" fmla="*/ 12124 w 4696692"/>
                  <a:gd name="connsiteY4" fmla="*/ 2108241 h 2348345"/>
                  <a:gd name="connsiteX5" fmla="*/ 2348346 w 4696692"/>
                  <a:gd name="connsiteY5" fmla="*/ 0 h 2348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6692" h="2348345">
                    <a:moveTo>
                      <a:pt x="2348346" y="0"/>
                    </a:moveTo>
                    <a:cubicBezTo>
                      <a:pt x="3564243" y="0"/>
                      <a:pt x="4564309" y="924073"/>
                      <a:pt x="4684568" y="2108241"/>
                    </a:cubicBezTo>
                    <a:lnTo>
                      <a:pt x="4696692" y="2348345"/>
                    </a:lnTo>
                    <a:lnTo>
                      <a:pt x="0" y="2348345"/>
                    </a:lnTo>
                    <a:lnTo>
                      <a:pt x="12124" y="2108241"/>
                    </a:lnTo>
                    <a:cubicBezTo>
                      <a:pt x="132383" y="924073"/>
                      <a:pt x="1132450" y="0"/>
                      <a:pt x="2348346" y="0"/>
                    </a:cubicBezTo>
                    <a:close/>
                  </a:path>
                </a:pathLst>
              </a:custGeom>
              <a:solidFill>
                <a:srgbClr val="EBEBE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6" name="TextBox 48">
                <a:extLst>
                  <a:ext uri="{FF2B5EF4-FFF2-40B4-BE49-F238E27FC236}">
                    <a16:creationId xmlns:a16="http://schemas.microsoft.com/office/drawing/2014/main" id="{DB324A4C-19A0-ED74-4F03-CB6CD3DC6DCA}"/>
                  </a:ext>
                </a:extLst>
              </p:cNvPr>
              <p:cNvSpPr txBox="1"/>
              <p:nvPr/>
            </p:nvSpPr>
            <p:spPr>
              <a:xfrm rot="18125027">
                <a:off x="4017932" y="2383884"/>
                <a:ext cx="1098818" cy="633276"/>
              </a:xfrm>
              <a:prstGeom prst="rect">
                <a:avLst/>
              </a:prstGeom>
              <a:noFill/>
            </p:spPr>
            <p:txBody>
              <a:bodyPr wrap="square" rtlCol="0">
                <a:prstTxWarp prst="textArchUp">
                  <a:avLst>
                    <a:gd name="adj" fmla="val 14665915"/>
                  </a:avLst>
                </a:prstTxWarp>
                <a:spAutoFit/>
              </a:bodyPr>
              <a:lstStyle/>
              <a:p>
                <a:r>
                  <a:rPr lang="en-US" sz="3600" b="1" dirty="0">
                    <a:solidFill>
                      <a:schemeClr val="accent1"/>
                    </a:solidFill>
                    <a:latin typeface="+mj-lt"/>
                  </a:rPr>
                  <a:t>1</a:t>
                </a:r>
              </a:p>
            </p:txBody>
          </p:sp>
          <p:sp>
            <p:nvSpPr>
              <p:cNvPr id="17" name="TextBox 49">
                <a:extLst>
                  <a:ext uri="{FF2B5EF4-FFF2-40B4-BE49-F238E27FC236}">
                    <a16:creationId xmlns:a16="http://schemas.microsoft.com/office/drawing/2014/main" id="{CCD9E2BC-8C9E-D6CC-5A9C-B8AACC40F9B3}"/>
                  </a:ext>
                </a:extLst>
              </p:cNvPr>
              <p:cNvSpPr txBox="1"/>
              <p:nvPr/>
            </p:nvSpPr>
            <p:spPr>
              <a:xfrm rot="20397837">
                <a:off x="4842539" y="1538603"/>
                <a:ext cx="1383971" cy="633276"/>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2"/>
                    </a:solidFill>
                  </a:rPr>
                  <a:t>2</a:t>
                </a:r>
              </a:p>
            </p:txBody>
          </p:sp>
          <p:sp>
            <p:nvSpPr>
              <p:cNvPr id="18" name="TextBox 50">
                <a:extLst>
                  <a:ext uri="{FF2B5EF4-FFF2-40B4-BE49-F238E27FC236}">
                    <a16:creationId xmlns:a16="http://schemas.microsoft.com/office/drawing/2014/main" id="{AE968DBB-871B-4BE2-4EDB-A1A180160C10}"/>
                  </a:ext>
                </a:extLst>
              </p:cNvPr>
              <p:cNvSpPr txBox="1"/>
              <p:nvPr/>
            </p:nvSpPr>
            <p:spPr>
              <a:xfrm rot="1929855">
                <a:off x="6270788" y="1609360"/>
                <a:ext cx="1173980" cy="633276"/>
              </a:xfrm>
              <a:prstGeom prst="rect">
                <a:avLst/>
              </a:prstGeom>
              <a:noFill/>
            </p:spPr>
            <p:txBody>
              <a:bodyPr spcFirstLastPara="1" wrap="square" numCol="1" rtlCol="0">
                <a:prstTxWarp prst="textArchUp">
                  <a:avLst>
                    <a:gd name="adj" fmla="val 14707147"/>
                  </a:avLst>
                </a:prstTxWarp>
                <a:spAutoFit/>
              </a:bodyPr>
              <a:lstStyle>
                <a:defPPr>
                  <a:defRPr lang="fr-FR"/>
                </a:defPPr>
                <a:lvl1pPr>
                  <a:defRPr sz="3600" b="1">
                    <a:solidFill>
                      <a:schemeClr val="accent1"/>
                    </a:solidFill>
                    <a:latin typeface="+mj-lt"/>
                  </a:defRPr>
                </a:lvl1pPr>
              </a:lstStyle>
              <a:p>
                <a:r>
                  <a:rPr lang="en-US" dirty="0">
                    <a:solidFill>
                      <a:schemeClr val="accent3"/>
                    </a:solidFill>
                  </a:rPr>
                  <a:t>3</a:t>
                </a:r>
              </a:p>
            </p:txBody>
          </p:sp>
          <p:sp>
            <p:nvSpPr>
              <p:cNvPr id="19" name="TextBox 51">
                <a:extLst>
                  <a:ext uri="{FF2B5EF4-FFF2-40B4-BE49-F238E27FC236}">
                    <a16:creationId xmlns:a16="http://schemas.microsoft.com/office/drawing/2014/main" id="{A8C1BF17-ED74-4CBE-CC67-37B53BAABA70}"/>
                  </a:ext>
                </a:extLst>
              </p:cNvPr>
              <p:cNvSpPr txBox="1"/>
              <p:nvPr/>
            </p:nvSpPr>
            <p:spPr>
              <a:xfrm rot="4303411">
                <a:off x="6925975" y="2478548"/>
                <a:ext cx="1459329" cy="670817"/>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4"/>
                    </a:solidFill>
                  </a:rPr>
                  <a:t>4</a:t>
                </a:r>
              </a:p>
            </p:txBody>
          </p:sp>
          <p:sp>
            <p:nvSpPr>
              <p:cNvPr id="20" name="Oval 62">
                <a:extLst>
                  <a:ext uri="{FF2B5EF4-FFF2-40B4-BE49-F238E27FC236}">
                    <a16:creationId xmlns:a16="http://schemas.microsoft.com/office/drawing/2014/main" id="{8D5CD3A5-32A5-3C07-5F1A-44EF7A0EF526}"/>
                  </a:ext>
                </a:extLst>
              </p:cNvPr>
              <p:cNvSpPr/>
              <p:nvPr/>
            </p:nvSpPr>
            <p:spPr>
              <a:xfrm>
                <a:off x="5895975" y="3216848"/>
                <a:ext cx="419446" cy="419446"/>
              </a:xfrm>
              <a:prstGeom prst="ellips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65">
                <a:extLst>
                  <a:ext uri="{FF2B5EF4-FFF2-40B4-BE49-F238E27FC236}">
                    <a16:creationId xmlns:a16="http://schemas.microsoft.com/office/drawing/2014/main" id="{D02A0893-5D24-07E2-FE7D-78CD6233B2E0}"/>
                  </a:ext>
                </a:extLst>
              </p:cNvPr>
              <p:cNvGrpSpPr/>
              <p:nvPr/>
            </p:nvGrpSpPr>
            <p:grpSpPr>
              <a:xfrm rot="18000000">
                <a:off x="5967303" y="1966425"/>
                <a:ext cx="257394" cy="2984285"/>
                <a:chOff x="7885062" y="3334207"/>
                <a:chExt cx="257394" cy="2984285"/>
              </a:xfrm>
            </p:grpSpPr>
            <p:sp>
              <p:nvSpPr>
                <p:cNvPr id="22" name="Isosceles Triangle 63">
                  <a:extLst>
                    <a:ext uri="{FF2B5EF4-FFF2-40B4-BE49-F238E27FC236}">
                      <a16:creationId xmlns:a16="http://schemas.microsoft.com/office/drawing/2014/main" id="{A44B3488-09E0-AAB5-A3E1-A2DD218DE1B7}"/>
                    </a:ext>
                  </a:extLst>
                </p:cNvPr>
                <p:cNvSpPr/>
                <p:nvPr/>
              </p:nvSpPr>
              <p:spPr>
                <a:xfrm>
                  <a:off x="7885062" y="3334207"/>
                  <a:ext cx="257394" cy="1501655"/>
                </a:xfrm>
                <a:prstGeom prst="triangl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Isosceles Triangle 64">
                  <a:extLst>
                    <a:ext uri="{FF2B5EF4-FFF2-40B4-BE49-F238E27FC236}">
                      <a16:creationId xmlns:a16="http://schemas.microsoft.com/office/drawing/2014/main" id="{073D8528-4FBD-737C-F300-46FE01097BA9}"/>
                    </a:ext>
                  </a:extLst>
                </p:cNvPr>
                <p:cNvSpPr/>
                <p:nvPr/>
              </p:nvSpPr>
              <p:spPr>
                <a:xfrm flipV="1">
                  <a:off x="7885062" y="4816837"/>
                  <a:ext cx="257394" cy="1501655"/>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32" name="TextBox 37">
            <a:extLst>
              <a:ext uri="{FF2B5EF4-FFF2-40B4-BE49-F238E27FC236}">
                <a16:creationId xmlns:a16="http://schemas.microsoft.com/office/drawing/2014/main" id="{75D84373-4964-70E9-9ED9-91C228ED6FEC}"/>
              </a:ext>
            </a:extLst>
          </p:cNvPr>
          <p:cNvSpPr txBox="1"/>
          <p:nvPr/>
        </p:nvSpPr>
        <p:spPr>
          <a:xfrm>
            <a:off x="8700560" y="3723624"/>
            <a:ext cx="2669126"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3" name="TextBox 37">
            <a:extLst>
              <a:ext uri="{FF2B5EF4-FFF2-40B4-BE49-F238E27FC236}">
                <a16:creationId xmlns:a16="http://schemas.microsoft.com/office/drawing/2014/main" id="{9D459859-9C4A-1A64-E036-5F64236A378F}"/>
              </a:ext>
            </a:extLst>
          </p:cNvPr>
          <p:cNvSpPr txBox="1"/>
          <p:nvPr/>
        </p:nvSpPr>
        <p:spPr>
          <a:xfrm>
            <a:off x="1637789" y="1808057"/>
            <a:ext cx="3440650"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TextBox 37">
            <a:extLst>
              <a:ext uri="{FF2B5EF4-FFF2-40B4-BE49-F238E27FC236}">
                <a16:creationId xmlns:a16="http://schemas.microsoft.com/office/drawing/2014/main" id="{50E6EFE2-152A-B418-B365-F48E684F15E3}"/>
              </a:ext>
            </a:extLst>
          </p:cNvPr>
          <p:cNvSpPr txBox="1"/>
          <p:nvPr/>
        </p:nvSpPr>
        <p:spPr>
          <a:xfrm>
            <a:off x="6872176" y="1808057"/>
            <a:ext cx="3440650"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5" name="TextBox 37 - 1">
            <a:extLst>
              <a:ext uri="{FF2B5EF4-FFF2-40B4-BE49-F238E27FC236}">
                <a16:creationId xmlns:a16="http://schemas.microsoft.com/office/drawing/2014/main" id="{0A2C8A1E-9132-07DA-85E0-284B38F8274D}"/>
              </a:ext>
            </a:extLst>
          </p:cNvPr>
          <p:cNvSpPr txBox="1"/>
          <p:nvPr/>
        </p:nvSpPr>
        <p:spPr>
          <a:xfrm>
            <a:off x="822314" y="3723624"/>
            <a:ext cx="2669125"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169625094"/>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67DE0E-A671-0131-DFFF-72D361887680}"/>
              </a:ext>
            </a:extLst>
          </p:cNvPr>
          <p:cNvSpPr>
            <a:spLocks noGrp="1"/>
          </p:cNvSpPr>
          <p:nvPr>
            <p:ph type="title"/>
          </p:nvPr>
        </p:nvSpPr>
        <p:spPr>
          <a:xfrm>
            <a:off x="214184" y="13663"/>
            <a:ext cx="9728886" cy="678316"/>
          </a:xfrm>
        </p:spPr>
        <p:txBody>
          <a:bodyPr>
            <a:normAutofit/>
          </a:bodyPr>
          <a:lstStyle/>
          <a:p>
            <a:r>
              <a:rPr lang="en-US" dirty="0"/>
              <a:t>Gauge 3</a:t>
            </a:r>
          </a:p>
        </p:txBody>
      </p:sp>
      <p:grpSp>
        <p:nvGrpSpPr>
          <p:cNvPr id="3" name="Groupe 20">
            <a:extLst>
              <a:ext uri="{FF2B5EF4-FFF2-40B4-BE49-F238E27FC236}">
                <a16:creationId xmlns:a16="http://schemas.microsoft.com/office/drawing/2014/main" id="{F88EB6AF-DF71-9CD9-F185-220DA0B3CE2A}"/>
              </a:ext>
            </a:extLst>
          </p:cNvPr>
          <p:cNvGrpSpPr/>
          <p:nvPr/>
        </p:nvGrpSpPr>
        <p:grpSpPr>
          <a:xfrm>
            <a:off x="445973" y="2839227"/>
            <a:ext cx="2597120" cy="2486486"/>
            <a:chOff x="1035795" y="3817127"/>
            <a:chExt cx="2597120" cy="2486486"/>
          </a:xfrm>
        </p:grpSpPr>
        <p:grpSp>
          <p:nvGrpSpPr>
            <p:cNvPr id="4" name="Group 20">
              <a:extLst>
                <a:ext uri="{FF2B5EF4-FFF2-40B4-BE49-F238E27FC236}">
                  <a16:creationId xmlns:a16="http://schemas.microsoft.com/office/drawing/2014/main" id="{890745B6-151A-233F-0A83-55E3BBB6F72E}"/>
                </a:ext>
              </a:extLst>
            </p:cNvPr>
            <p:cNvGrpSpPr/>
            <p:nvPr/>
          </p:nvGrpSpPr>
          <p:grpSpPr>
            <a:xfrm>
              <a:off x="1035795" y="3817127"/>
              <a:ext cx="2597120" cy="2486486"/>
              <a:chOff x="629387" y="717130"/>
              <a:chExt cx="1494973" cy="1431290"/>
            </a:xfrm>
          </p:grpSpPr>
          <p:sp>
            <p:nvSpPr>
              <p:cNvPr id="8" name="Freeform 148">
                <a:extLst>
                  <a:ext uri="{FF2B5EF4-FFF2-40B4-BE49-F238E27FC236}">
                    <a16:creationId xmlns:a16="http://schemas.microsoft.com/office/drawing/2014/main" id="{41C1C5BD-DB46-DA68-EDCA-CC9FE089F0A3}"/>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9" name="Partial Circle 78">
                <a:extLst>
                  <a:ext uri="{FF2B5EF4-FFF2-40B4-BE49-F238E27FC236}">
                    <a16:creationId xmlns:a16="http://schemas.microsoft.com/office/drawing/2014/main" id="{6D21BA07-CA71-D3D5-DB1D-95A0C02FF16B}"/>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10" name="Group 23">
                <a:extLst>
                  <a:ext uri="{FF2B5EF4-FFF2-40B4-BE49-F238E27FC236}">
                    <a16:creationId xmlns:a16="http://schemas.microsoft.com/office/drawing/2014/main" id="{2DB12B42-9D43-1D79-2311-44D6AFA6574B}"/>
                  </a:ext>
                </a:extLst>
              </p:cNvPr>
              <p:cNvGrpSpPr/>
              <p:nvPr/>
            </p:nvGrpSpPr>
            <p:grpSpPr>
              <a:xfrm>
                <a:off x="732066" y="790844"/>
                <a:ext cx="1288817" cy="674996"/>
                <a:chOff x="1185832" y="992505"/>
                <a:chExt cx="3469335" cy="1817004"/>
              </a:xfrm>
            </p:grpSpPr>
            <p:cxnSp>
              <p:nvCxnSpPr>
                <p:cNvPr id="14" name="Straight Connector 28">
                  <a:extLst>
                    <a:ext uri="{FF2B5EF4-FFF2-40B4-BE49-F238E27FC236}">
                      <a16:creationId xmlns:a16="http://schemas.microsoft.com/office/drawing/2014/main" id="{8599F3A8-885B-20DE-8470-D06420876C97}"/>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29">
                  <a:extLst>
                    <a:ext uri="{FF2B5EF4-FFF2-40B4-BE49-F238E27FC236}">
                      <a16:creationId xmlns:a16="http://schemas.microsoft.com/office/drawing/2014/main" id="{0B1A8E21-010F-FE6C-FD4A-E45E8DC90D48}"/>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30">
                  <a:extLst>
                    <a:ext uri="{FF2B5EF4-FFF2-40B4-BE49-F238E27FC236}">
                      <a16:creationId xmlns:a16="http://schemas.microsoft.com/office/drawing/2014/main" id="{648BF514-8E78-9F65-D7C7-95004B4DA568}"/>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31">
                  <a:extLst>
                    <a:ext uri="{FF2B5EF4-FFF2-40B4-BE49-F238E27FC236}">
                      <a16:creationId xmlns:a16="http://schemas.microsoft.com/office/drawing/2014/main" id="{65EA1681-24BD-4289-7846-0A954DDFDC4F}"/>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8" name="Straight Connector 32">
                  <a:extLst>
                    <a:ext uri="{FF2B5EF4-FFF2-40B4-BE49-F238E27FC236}">
                      <a16:creationId xmlns:a16="http://schemas.microsoft.com/office/drawing/2014/main" id="{CA43B969-E1A4-B795-08F0-44AC59308E85}"/>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9" name="Straight Connector 33">
                  <a:extLst>
                    <a:ext uri="{FF2B5EF4-FFF2-40B4-BE49-F238E27FC236}">
                      <a16:creationId xmlns:a16="http://schemas.microsoft.com/office/drawing/2014/main" id="{E539734C-9FC1-4E69-F5D2-ECDC8E75F034}"/>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34">
                  <a:extLst>
                    <a:ext uri="{FF2B5EF4-FFF2-40B4-BE49-F238E27FC236}">
                      <a16:creationId xmlns:a16="http://schemas.microsoft.com/office/drawing/2014/main" id="{7ABD12A4-D141-6D95-F386-7F6A42716149}"/>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35">
                  <a:extLst>
                    <a:ext uri="{FF2B5EF4-FFF2-40B4-BE49-F238E27FC236}">
                      <a16:creationId xmlns:a16="http://schemas.microsoft.com/office/drawing/2014/main" id="{0867AD9A-0366-59DE-1BDB-F0ADB900EF33}"/>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36">
                  <a:extLst>
                    <a:ext uri="{FF2B5EF4-FFF2-40B4-BE49-F238E27FC236}">
                      <a16:creationId xmlns:a16="http://schemas.microsoft.com/office/drawing/2014/main" id="{64F34F58-6D3D-A476-A466-FB004A2316BD}"/>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11" name="Partial Circle 81">
                <a:extLst>
                  <a:ext uri="{FF2B5EF4-FFF2-40B4-BE49-F238E27FC236}">
                    <a16:creationId xmlns:a16="http://schemas.microsoft.com/office/drawing/2014/main" id="{52785F8B-FA69-00C0-1176-CF30FC6A6506}"/>
                  </a:ext>
                </a:extLst>
              </p:cNvPr>
              <p:cNvSpPr/>
              <p:nvPr/>
            </p:nvSpPr>
            <p:spPr>
              <a:xfrm>
                <a:off x="697838" y="788675"/>
                <a:ext cx="1358070" cy="1358070"/>
              </a:xfrm>
              <a:prstGeom prst="pie">
                <a:avLst>
                  <a:gd name="adj1" fmla="val 10817547"/>
                  <a:gd name="adj2" fmla="val 12971000"/>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12" name="Freeform 157">
                <a:extLst>
                  <a:ext uri="{FF2B5EF4-FFF2-40B4-BE49-F238E27FC236}">
                    <a16:creationId xmlns:a16="http://schemas.microsoft.com/office/drawing/2014/main" id="{1CB35FD0-6AC9-BE88-7117-B2594F611CD2}"/>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13" name="Oval 105">
                <a:extLst>
                  <a:ext uri="{FF2B5EF4-FFF2-40B4-BE49-F238E27FC236}">
                    <a16:creationId xmlns:a16="http://schemas.microsoft.com/office/drawing/2014/main" id="{15D61D26-E818-A956-11E1-4FD5480E5897}"/>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5" name="Group 37">
              <a:extLst>
                <a:ext uri="{FF2B5EF4-FFF2-40B4-BE49-F238E27FC236}">
                  <a16:creationId xmlns:a16="http://schemas.microsoft.com/office/drawing/2014/main" id="{17B5F35E-7933-3FBA-3B3B-A7DA70450782}"/>
                </a:ext>
              </a:extLst>
            </p:cNvPr>
            <p:cNvGrpSpPr/>
            <p:nvPr/>
          </p:nvGrpSpPr>
          <p:grpSpPr>
            <a:xfrm>
              <a:off x="1682148" y="4438168"/>
              <a:ext cx="1304415" cy="1314839"/>
              <a:chOff x="5805852" y="2468566"/>
              <a:chExt cx="1083534" cy="1092194"/>
            </a:xfrm>
          </p:grpSpPr>
          <p:sp>
            <p:nvSpPr>
              <p:cNvPr id="6" name="Oval 38">
                <a:extLst>
                  <a:ext uri="{FF2B5EF4-FFF2-40B4-BE49-F238E27FC236}">
                    <a16:creationId xmlns:a16="http://schemas.microsoft.com/office/drawing/2014/main" id="{FDCBA7CD-AF9F-273B-8310-59FB56ECFBF4}"/>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7" name="Freeform 164">
                <a:extLst>
                  <a:ext uri="{FF2B5EF4-FFF2-40B4-BE49-F238E27FC236}">
                    <a16:creationId xmlns:a16="http://schemas.microsoft.com/office/drawing/2014/main" id="{65E3E4D4-9834-8328-9306-FB72150ACA40}"/>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23" name="Groupe 21">
            <a:extLst>
              <a:ext uri="{FF2B5EF4-FFF2-40B4-BE49-F238E27FC236}">
                <a16:creationId xmlns:a16="http://schemas.microsoft.com/office/drawing/2014/main" id="{61947F9C-2290-DDAA-738A-F4D49A955103}"/>
              </a:ext>
            </a:extLst>
          </p:cNvPr>
          <p:cNvGrpSpPr/>
          <p:nvPr/>
        </p:nvGrpSpPr>
        <p:grpSpPr>
          <a:xfrm>
            <a:off x="3346951" y="2839227"/>
            <a:ext cx="2597120" cy="2486486"/>
            <a:chOff x="1035795" y="3817127"/>
            <a:chExt cx="2597120" cy="2486486"/>
          </a:xfrm>
        </p:grpSpPr>
        <p:grpSp>
          <p:nvGrpSpPr>
            <p:cNvPr id="24" name="Group 20">
              <a:extLst>
                <a:ext uri="{FF2B5EF4-FFF2-40B4-BE49-F238E27FC236}">
                  <a16:creationId xmlns:a16="http://schemas.microsoft.com/office/drawing/2014/main" id="{0875A2C3-3C33-801A-AEA4-EA5C58E3A4E4}"/>
                </a:ext>
              </a:extLst>
            </p:cNvPr>
            <p:cNvGrpSpPr/>
            <p:nvPr/>
          </p:nvGrpSpPr>
          <p:grpSpPr>
            <a:xfrm>
              <a:off x="1035795" y="3817127"/>
              <a:ext cx="2597120" cy="2486486"/>
              <a:chOff x="629387" y="717130"/>
              <a:chExt cx="1494973" cy="1431290"/>
            </a:xfrm>
          </p:grpSpPr>
          <p:sp>
            <p:nvSpPr>
              <p:cNvPr id="28" name="Freeform 148">
                <a:extLst>
                  <a:ext uri="{FF2B5EF4-FFF2-40B4-BE49-F238E27FC236}">
                    <a16:creationId xmlns:a16="http://schemas.microsoft.com/office/drawing/2014/main" id="{436D8C94-CDF9-6BC8-6DFF-C809DEB5DC7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29" name="Partial Circle 78">
                <a:extLst>
                  <a:ext uri="{FF2B5EF4-FFF2-40B4-BE49-F238E27FC236}">
                    <a16:creationId xmlns:a16="http://schemas.microsoft.com/office/drawing/2014/main" id="{53442683-DB61-907C-BCEA-89451D2AE587}"/>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30" name="Group 23">
                <a:extLst>
                  <a:ext uri="{FF2B5EF4-FFF2-40B4-BE49-F238E27FC236}">
                    <a16:creationId xmlns:a16="http://schemas.microsoft.com/office/drawing/2014/main" id="{143DB8DC-1130-84E6-D8F2-2301F735D956}"/>
                  </a:ext>
                </a:extLst>
              </p:cNvPr>
              <p:cNvGrpSpPr/>
              <p:nvPr/>
            </p:nvGrpSpPr>
            <p:grpSpPr>
              <a:xfrm>
                <a:off x="732066" y="790844"/>
                <a:ext cx="1288817" cy="674996"/>
                <a:chOff x="1185832" y="992505"/>
                <a:chExt cx="3469335" cy="1817004"/>
              </a:xfrm>
            </p:grpSpPr>
            <p:cxnSp>
              <p:nvCxnSpPr>
                <p:cNvPr id="34" name="Straight Connector 28">
                  <a:extLst>
                    <a:ext uri="{FF2B5EF4-FFF2-40B4-BE49-F238E27FC236}">
                      <a16:creationId xmlns:a16="http://schemas.microsoft.com/office/drawing/2014/main" id="{780CF4E1-65FD-2422-E4DA-E805807479F1}"/>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 name="Straight Connector 29">
                  <a:extLst>
                    <a:ext uri="{FF2B5EF4-FFF2-40B4-BE49-F238E27FC236}">
                      <a16:creationId xmlns:a16="http://schemas.microsoft.com/office/drawing/2014/main" id="{FB5DCA62-F7B8-BB42-AE76-94F2C455956A}"/>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0">
                  <a:extLst>
                    <a:ext uri="{FF2B5EF4-FFF2-40B4-BE49-F238E27FC236}">
                      <a16:creationId xmlns:a16="http://schemas.microsoft.com/office/drawing/2014/main" id="{9BD24AA1-AFFB-06A4-78D9-28A4EE858244}"/>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7" name="Straight Connector 31">
                  <a:extLst>
                    <a:ext uri="{FF2B5EF4-FFF2-40B4-BE49-F238E27FC236}">
                      <a16:creationId xmlns:a16="http://schemas.microsoft.com/office/drawing/2014/main" id="{6F190882-9115-1B9C-C289-96BB9EE9F1A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 name="Straight Connector 32">
                  <a:extLst>
                    <a:ext uri="{FF2B5EF4-FFF2-40B4-BE49-F238E27FC236}">
                      <a16:creationId xmlns:a16="http://schemas.microsoft.com/office/drawing/2014/main" id="{7989C058-44BF-7815-5B95-9BC61F16E0CE}"/>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3">
                  <a:extLst>
                    <a:ext uri="{FF2B5EF4-FFF2-40B4-BE49-F238E27FC236}">
                      <a16:creationId xmlns:a16="http://schemas.microsoft.com/office/drawing/2014/main" id="{A68B554E-6DCF-AD9B-B00F-BA3F125A325B}"/>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 name="Straight Connector 34">
                  <a:extLst>
                    <a:ext uri="{FF2B5EF4-FFF2-40B4-BE49-F238E27FC236}">
                      <a16:creationId xmlns:a16="http://schemas.microsoft.com/office/drawing/2014/main" id="{45A27C8B-88E8-FE92-96C8-BB46072CC7D8}"/>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 name="Straight Connector 35">
                  <a:extLst>
                    <a:ext uri="{FF2B5EF4-FFF2-40B4-BE49-F238E27FC236}">
                      <a16:creationId xmlns:a16="http://schemas.microsoft.com/office/drawing/2014/main" id="{7916E66F-5C18-EF85-75F1-DF12EA5DC709}"/>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36">
                  <a:extLst>
                    <a:ext uri="{FF2B5EF4-FFF2-40B4-BE49-F238E27FC236}">
                      <a16:creationId xmlns:a16="http://schemas.microsoft.com/office/drawing/2014/main" id="{DA85FF98-BF07-B3A3-65A9-F54A0248C1A7}"/>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Partial Circle 81">
                <a:extLst>
                  <a:ext uri="{FF2B5EF4-FFF2-40B4-BE49-F238E27FC236}">
                    <a16:creationId xmlns:a16="http://schemas.microsoft.com/office/drawing/2014/main" id="{7D781371-6769-E090-20A2-1ABEF9BF3872}"/>
                  </a:ext>
                </a:extLst>
              </p:cNvPr>
              <p:cNvSpPr/>
              <p:nvPr/>
            </p:nvSpPr>
            <p:spPr>
              <a:xfrm>
                <a:off x="697838" y="788675"/>
                <a:ext cx="1358070" cy="1358070"/>
              </a:xfrm>
              <a:prstGeom prst="pie">
                <a:avLst>
                  <a:gd name="adj1" fmla="val 10817547"/>
                  <a:gd name="adj2" fmla="val 15148434"/>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32" name="Freeform 157">
                <a:extLst>
                  <a:ext uri="{FF2B5EF4-FFF2-40B4-BE49-F238E27FC236}">
                    <a16:creationId xmlns:a16="http://schemas.microsoft.com/office/drawing/2014/main" id="{94C31FEA-A381-CBB5-DB45-8660CA1AD119}"/>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33" name="Oval 105">
                <a:extLst>
                  <a:ext uri="{FF2B5EF4-FFF2-40B4-BE49-F238E27FC236}">
                    <a16:creationId xmlns:a16="http://schemas.microsoft.com/office/drawing/2014/main" id="{224F43E9-B648-4D2F-39BA-5A0662E1060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25" name="Group 37">
              <a:extLst>
                <a:ext uri="{FF2B5EF4-FFF2-40B4-BE49-F238E27FC236}">
                  <a16:creationId xmlns:a16="http://schemas.microsoft.com/office/drawing/2014/main" id="{6B2865C6-6BB1-F096-EFF5-3C851276EB40}"/>
                </a:ext>
              </a:extLst>
            </p:cNvPr>
            <p:cNvGrpSpPr/>
            <p:nvPr/>
          </p:nvGrpSpPr>
          <p:grpSpPr>
            <a:xfrm>
              <a:off x="1682148" y="4438168"/>
              <a:ext cx="1304415" cy="1314839"/>
              <a:chOff x="5805852" y="2468566"/>
              <a:chExt cx="1083534" cy="1092194"/>
            </a:xfrm>
          </p:grpSpPr>
          <p:sp>
            <p:nvSpPr>
              <p:cNvPr id="26" name="Oval 38">
                <a:extLst>
                  <a:ext uri="{FF2B5EF4-FFF2-40B4-BE49-F238E27FC236}">
                    <a16:creationId xmlns:a16="http://schemas.microsoft.com/office/drawing/2014/main" id="{A72EFB54-A614-EC78-9DD9-334BD4D72307}"/>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27" name="Freeform 164">
                <a:extLst>
                  <a:ext uri="{FF2B5EF4-FFF2-40B4-BE49-F238E27FC236}">
                    <a16:creationId xmlns:a16="http://schemas.microsoft.com/office/drawing/2014/main" id="{25656B32-7E5A-6677-AD93-27A2AF1ECA08}"/>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43" name="Groupe 41">
            <a:extLst>
              <a:ext uri="{FF2B5EF4-FFF2-40B4-BE49-F238E27FC236}">
                <a16:creationId xmlns:a16="http://schemas.microsoft.com/office/drawing/2014/main" id="{BCD621AF-8C01-0772-A49B-A31125A09FB9}"/>
              </a:ext>
            </a:extLst>
          </p:cNvPr>
          <p:cNvGrpSpPr/>
          <p:nvPr/>
        </p:nvGrpSpPr>
        <p:grpSpPr>
          <a:xfrm>
            <a:off x="6247929" y="2839227"/>
            <a:ext cx="2597120" cy="2486486"/>
            <a:chOff x="1035795" y="3817127"/>
            <a:chExt cx="2597120" cy="2486486"/>
          </a:xfrm>
        </p:grpSpPr>
        <p:grpSp>
          <p:nvGrpSpPr>
            <p:cNvPr id="44" name="Group 20">
              <a:extLst>
                <a:ext uri="{FF2B5EF4-FFF2-40B4-BE49-F238E27FC236}">
                  <a16:creationId xmlns:a16="http://schemas.microsoft.com/office/drawing/2014/main" id="{82BE891A-7ED1-EB4E-3D01-19D0569F0667}"/>
                </a:ext>
              </a:extLst>
            </p:cNvPr>
            <p:cNvGrpSpPr/>
            <p:nvPr/>
          </p:nvGrpSpPr>
          <p:grpSpPr>
            <a:xfrm>
              <a:off x="1035795" y="3817127"/>
              <a:ext cx="2597120" cy="2486486"/>
              <a:chOff x="629387" y="717130"/>
              <a:chExt cx="1494973" cy="1431290"/>
            </a:xfrm>
          </p:grpSpPr>
          <p:sp>
            <p:nvSpPr>
              <p:cNvPr id="48" name="Freeform 148">
                <a:extLst>
                  <a:ext uri="{FF2B5EF4-FFF2-40B4-BE49-F238E27FC236}">
                    <a16:creationId xmlns:a16="http://schemas.microsoft.com/office/drawing/2014/main" id="{4B34F47A-777D-A1EE-726D-624C103D8FE7}"/>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49" name="Partial Circle 78">
                <a:extLst>
                  <a:ext uri="{FF2B5EF4-FFF2-40B4-BE49-F238E27FC236}">
                    <a16:creationId xmlns:a16="http://schemas.microsoft.com/office/drawing/2014/main" id="{A408A605-A5E4-F691-F2C9-C082A54CE26E}"/>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50" name="Group 23">
                <a:extLst>
                  <a:ext uri="{FF2B5EF4-FFF2-40B4-BE49-F238E27FC236}">
                    <a16:creationId xmlns:a16="http://schemas.microsoft.com/office/drawing/2014/main" id="{E0DCE430-FF08-39DA-9C8C-5963C911684B}"/>
                  </a:ext>
                </a:extLst>
              </p:cNvPr>
              <p:cNvGrpSpPr/>
              <p:nvPr/>
            </p:nvGrpSpPr>
            <p:grpSpPr>
              <a:xfrm>
                <a:off x="732066" y="790844"/>
                <a:ext cx="1288817" cy="674996"/>
                <a:chOff x="1185832" y="992505"/>
                <a:chExt cx="3469335" cy="1817004"/>
              </a:xfrm>
            </p:grpSpPr>
            <p:cxnSp>
              <p:nvCxnSpPr>
                <p:cNvPr id="54" name="Straight Connector 28">
                  <a:extLst>
                    <a:ext uri="{FF2B5EF4-FFF2-40B4-BE49-F238E27FC236}">
                      <a16:creationId xmlns:a16="http://schemas.microsoft.com/office/drawing/2014/main" id="{7223BE46-4F0F-D22B-F9BE-6B82951A59A3}"/>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5" name="Straight Connector 29">
                  <a:extLst>
                    <a:ext uri="{FF2B5EF4-FFF2-40B4-BE49-F238E27FC236}">
                      <a16:creationId xmlns:a16="http://schemas.microsoft.com/office/drawing/2014/main" id="{199400E7-A28C-ACDD-D85A-89C49751DD46}"/>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6" name="Straight Connector 30">
                  <a:extLst>
                    <a:ext uri="{FF2B5EF4-FFF2-40B4-BE49-F238E27FC236}">
                      <a16:creationId xmlns:a16="http://schemas.microsoft.com/office/drawing/2014/main" id="{A54BA99D-AC23-4282-DD81-4BA403829A87}"/>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7" name="Straight Connector 31">
                  <a:extLst>
                    <a:ext uri="{FF2B5EF4-FFF2-40B4-BE49-F238E27FC236}">
                      <a16:creationId xmlns:a16="http://schemas.microsoft.com/office/drawing/2014/main" id="{C5DA8419-75ED-A257-467D-95D2E199609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8" name="Straight Connector 32">
                  <a:extLst>
                    <a:ext uri="{FF2B5EF4-FFF2-40B4-BE49-F238E27FC236}">
                      <a16:creationId xmlns:a16="http://schemas.microsoft.com/office/drawing/2014/main" id="{7406110F-6D67-C5AC-5C3E-4A402D75D629}"/>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9" name="Straight Connector 33">
                  <a:extLst>
                    <a:ext uri="{FF2B5EF4-FFF2-40B4-BE49-F238E27FC236}">
                      <a16:creationId xmlns:a16="http://schemas.microsoft.com/office/drawing/2014/main" id="{BD5EAD55-AE47-FD65-876C-077DC513810C}"/>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0" name="Straight Connector 34">
                  <a:extLst>
                    <a:ext uri="{FF2B5EF4-FFF2-40B4-BE49-F238E27FC236}">
                      <a16:creationId xmlns:a16="http://schemas.microsoft.com/office/drawing/2014/main" id="{6BA38942-D599-F94F-920E-A6240AF50285}"/>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1" name="Straight Connector 35">
                  <a:extLst>
                    <a:ext uri="{FF2B5EF4-FFF2-40B4-BE49-F238E27FC236}">
                      <a16:creationId xmlns:a16="http://schemas.microsoft.com/office/drawing/2014/main" id="{DB09F9BC-2C32-EECF-581B-DA9CEB56BB71}"/>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2" name="Straight Connector 36">
                  <a:extLst>
                    <a:ext uri="{FF2B5EF4-FFF2-40B4-BE49-F238E27FC236}">
                      <a16:creationId xmlns:a16="http://schemas.microsoft.com/office/drawing/2014/main" id="{DD30A8A1-60E1-E1F7-6FD8-22B574FD14F3}"/>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51" name="Partial Circle 81">
                <a:extLst>
                  <a:ext uri="{FF2B5EF4-FFF2-40B4-BE49-F238E27FC236}">
                    <a16:creationId xmlns:a16="http://schemas.microsoft.com/office/drawing/2014/main" id="{15D3D81C-DD06-0C9F-EE17-73681507A722}"/>
                  </a:ext>
                </a:extLst>
              </p:cNvPr>
              <p:cNvSpPr/>
              <p:nvPr/>
            </p:nvSpPr>
            <p:spPr>
              <a:xfrm>
                <a:off x="697838" y="788675"/>
                <a:ext cx="1358070" cy="1358070"/>
              </a:xfrm>
              <a:prstGeom prst="pie">
                <a:avLst>
                  <a:gd name="adj1" fmla="val 10817547"/>
                  <a:gd name="adj2" fmla="val 16213001"/>
                </a:avLst>
              </a:prstGeom>
              <a:solidFill>
                <a:schemeClr val="accent3">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52" name="Freeform 157">
                <a:extLst>
                  <a:ext uri="{FF2B5EF4-FFF2-40B4-BE49-F238E27FC236}">
                    <a16:creationId xmlns:a16="http://schemas.microsoft.com/office/drawing/2014/main" id="{17589B79-5B84-0F9A-602D-006AE7F877F7}"/>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53" name="Oval 105">
                <a:extLst>
                  <a:ext uri="{FF2B5EF4-FFF2-40B4-BE49-F238E27FC236}">
                    <a16:creationId xmlns:a16="http://schemas.microsoft.com/office/drawing/2014/main" id="{DCFED565-1793-42A8-925D-A6B34C33E10F}"/>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45" name="Group 37">
              <a:extLst>
                <a:ext uri="{FF2B5EF4-FFF2-40B4-BE49-F238E27FC236}">
                  <a16:creationId xmlns:a16="http://schemas.microsoft.com/office/drawing/2014/main" id="{EA6A8448-934B-A34A-BFF2-478924E4904D}"/>
                </a:ext>
              </a:extLst>
            </p:cNvPr>
            <p:cNvGrpSpPr/>
            <p:nvPr/>
          </p:nvGrpSpPr>
          <p:grpSpPr>
            <a:xfrm>
              <a:off x="1682148" y="4438168"/>
              <a:ext cx="1304415" cy="1314839"/>
              <a:chOff x="5805852" y="2468566"/>
              <a:chExt cx="1083534" cy="1092194"/>
            </a:xfrm>
          </p:grpSpPr>
          <p:sp>
            <p:nvSpPr>
              <p:cNvPr id="46" name="Oval 38">
                <a:extLst>
                  <a:ext uri="{FF2B5EF4-FFF2-40B4-BE49-F238E27FC236}">
                    <a16:creationId xmlns:a16="http://schemas.microsoft.com/office/drawing/2014/main" id="{CF59522E-D8DC-3AAA-DECD-25FD6CFECC8C}"/>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47" name="Freeform 164">
                <a:extLst>
                  <a:ext uri="{FF2B5EF4-FFF2-40B4-BE49-F238E27FC236}">
                    <a16:creationId xmlns:a16="http://schemas.microsoft.com/office/drawing/2014/main" id="{7FA4AE61-10C9-60C8-98BD-15C063F8462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63" name="Groupe 61">
            <a:extLst>
              <a:ext uri="{FF2B5EF4-FFF2-40B4-BE49-F238E27FC236}">
                <a16:creationId xmlns:a16="http://schemas.microsoft.com/office/drawing/2014/main" id="{1C28D4FB-8BA4-A676-F993-D644710A3EF9}"/>
              </a:ext>
            </a:extLst>
          </p:cNvPr>
          <p:cNvGrpSpPr/>
          <p:nvPr/>
        </p:nvGrpSpPr>
        <p:grpSpPr>
          <a:xfrm>
            <a:off x="9148908" y="2839227"/>
            <a:ext cx="2597120" cy="2486486"/>
            <a:chOff x="1035795" y="3817127"/>
            <a:chExt cx="2597120" cy="2486486"/>
          </a:xfrm>
        </p:grpSpPr>
        <p:grpSp>
          <p:nvGrpSpPr>
            <p:cNvPr id="64" name="Group 20">
              <a:extLst>
                <a:ext uri="{FF2B5EF4-FFF2-40B4-BE49-F238E27FC236}">
                  <a16:creationId xmlns:a16="http://schemas.microsoft.com/office/drawing/2014/main" id="{5C8FA957-EC0F-6D63-3B69-09BF6D1AABA9}"/>
                </a:ext>
              </a:extLst>
            </p:cNvPr>
            <p:cNvGrpSpPr/>
            <p:nvPr/>
          </p:nvGrpSpPr>
          <p:grpSpPr>
            <a:xfrm>
              <a:off x="1035795" y="3817127"/>
              <a:ext cx="2597120" cy="2486486"/>
              <a:chOff x="629387" y="717130"/>
              <a:chExt cx="1494973" cy="1431290"/>
            </a:xfrm>
          </p:grpSpPr>
          <p:sp>
            <p:nvSpPr>
              <p:cNvPr id="68" name="Freeform 148">
                <a:extLst>
                  <a:ext uri="{FF2B5EF4-FFF2-40B4-BE49-F238E27FC236}">
                    <a16:creationId xmlns:a16="http://schemas.microsoft.com/office/drawing/2014/main" id="{51838A74-E3F2-8750-25A3-0F9DBE9F0F8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69" name="Partial Circle 78">
                <a:extLst>
                  <a:ext uri="{FF2B5EF4-FFF2-40B4-BE49-F238E27FC236}">
                    <a16:creationId xmlns:a16="http://schemas.microsoft.com/office/drawing/2014/main" id="{A9FF1C19-D654-3037-1307-6BF297FB9E53}"/>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70" name="Group 23">
                <a:extLst>
                  <a:ext uri="{FF2B5EF4-FFF2-40B4-BE49-F238E27FC236}">
                    <a16:creationId xmlns:a16="http://schemas.microsoft.com/office/drawing/2014/main" id="{EA3DE56E-FE20-F716-3865-2AF502B5C4FB}"/>
                  </a:ext>
                </a:extLst>
              </p:cNvPr>
              <p:cNvGrpSpPr/>
              <p:nvPr/>
            </p:nvGrpSpPr>
            <p:grpSpPr>
              <a:xfrm>
                <a:off x="732066" y="790844"/>
                <a:ext cx="1288817" cy="674996"/>
                <a:chOff x="1185832" y="992505"/>
                <a:chExt cx="3469335" cy="1817004"/>
              </a:xfrm>
            </p:grpSpPr>
            <p:cxnSp>
              <p:nvCxnSpPr>
                <p:cNvPr id="74" name="Straight Connector 28">
                  <a:extLst>
                    <a:ext uri="{FF2B5EF4-FFF2-40B4-BE49-F238E27FC236}">
                      <a16:creationId xmlns:a16="http://schemas.microsoft.com/office/drawing/2014/main" id="{457A6F31-F6C0-C98D-5DC0-3E644FFA187F}"/>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5" name="Straight Connector 29">
                  <a:extLst>
                    <a:ext uri="{FF2B5EF4-FFF2-40B4-BE49-F238E27FC236}">
                      <a16:creationId xmlns:a16="http://schemas.microsoft.com/office/drawing/2014/main" id="{6F04679E-8F91-02FC-4454-F1FE1C8CAEB0}"/>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6" name="Straight Connector 30">
                  <a:extLst>
                    <a:ext uri="{FF2B5EF4-FFF2-40B4-BE49-F238E27FC236}">
                      <a16:creationId xmlns:a16="http://schemas.microsoft.com/office/drawing/2014/main" id="{7FDB2EAB-E60F-7ABB-DE14-7819284C8E06}"/>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7" name="Straight Connector 31">
                  <a:extLst>
                    <a:ext uri="{FF2B5EF4-FFF2-40B4-BE49-F238E27FC236}">
                      <a16:creationId xmlns:a16="http://schemas.microsoft.com/office/drawing/2014/main" id="{AE8B16C4-15F6-6A6D-E505-67CB53094B5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8" name="Straight Connector 32">
                  <a:extLst>
                    <a:ext uri="{FF2B5EF4-FFF2-40B4-BE49-F238E27FC236}">
                      <a16:creationId xmlns:a16="http://schemas.microsoft.com/office/drawing/2014/main" id="{61DB5971-24BC-77C1-9ADF-456895128A1C}"/>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9" name="Straight Connector 33">
                  <a:extLst>
                    <a:ext uri="{FF2B5EF4-FFF2-40B4-BE49-F238E27FC236}">
                      <a16:creationId xmlns:a16="http://schemas.microsoft.com/office/drawing/2014/main" id="{609FBC20-BB1A-6AAA-877C-C60E32D1A94E}"/>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0" name="Straight Connector 34">
                  <a:extLst>
                    <a:ext uri="{FF2B5EF4-FFF2-40B4-BE49-F238E27FC236}">
                      <a16:creationId xmlns:a16="http://schemas.microsoft.com/office/drawing/2014/main" id="{CC2DCC98-3001-665B-6751-C4E068A183A0}"/>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1" name="Straight Connector 35">
                  <a:extLst>
                    <a:ext uri="{FF2B5EF4-FFF2-40B4-BE49-F238E27FC236}">
                      <a16:creationId xmlns:a16="http://schemas.microsoft.com/office/drawing/2014/main" id="{34C049F3-1C82-F504-DF9B-793C5237E92A}"/>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2" name="Straight Connector 36">
                  <a:extLst>
                    <a:ext uri="{FF2B5EF4-FFF2-40B4-BE49-F238E27FC236}">
                      <a16:creationId xmlns:a16="http://schemas.microsoft.com/office/drawing/2014/main" id="{E78C3CDA-80D5-9C60-AA83-1DC5F1689D26}"/>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71" name="Partial Circle 81">
                <a:extLst>
                  <a:ext uri="{FF2B5EF4-FFF2-40B4-BE49-F238E27FC236}">
                    <a16:creationId xmlns:a16="http://schemas.microsoft.com/office/drawing/2014/main" id="{D03AEB42-252E-73EB-092D-5ACE2971228A}"/>
                  </a:ext>
                </a:extLst>
              </p:cNvPr>
              <p:cNvSpPr/>
              <p:nvPr/>
            </p:nvSpPr>
            <p:spPr>
              <a:xfrm>
                <a:off x="697838" y="788675"/>
                <a:ext cx="1358070" cy="1358070"/>
              </a:xfrm>
              <a:prstGeom prst="pie">
                <a:avLst>
                  <a:gd name="adj1" fmla="val 10817547"/>
                  <a:gd name="adj2" fmla="val 19457386"/>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72" name="Freeform 157">
                <a:extLst>
                  <a:ext uri="{FF2B5EF4-FFF2-40B4-BE49-F238E27FC236}">
                    <a16:creationId xmlns:a16="http://schemas.microsoft.com/office/drawing/2014/main" id="{B001F64D-5BD6-7954-09E7-48F683EE12EE}"/>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73" name="Oval 105">
                <a:extLst>
                  <a:ext uri="{FF2B5EF4-FFF2-40B4-BE49-F238E27FC236}">
                    <a16:creationId xmlns:a16="http://schemas.microsoft.com/office/drawing/2014/main" id="{3D83F7C7-46A0-6DCF-B958-5E66CBA88A4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65" name="Group 37">
              <a:extLst>
                <a:ext uri="{FF2B5EF4-FFF2-40B4-BE49-F238E27FC236}">
                  <a16:creationId xmlns:a16="http://schemas.microsoft.com/office/drawing/2014/main" id="{2E2015A4-6794-710C-1EA1-EC4A3A369914}"/>
                </a:ext>
              </a:extLst>
            </p:cNvPr>
            <p:cNvGrpSpPr/>
            <p:nvPr/>
          </p:nvGrpSpPr>
          <p:grpSpPr>
            <a:xfrm>
              <a:off x="1682148" y="4438168"/>
              <a:ext cx="1304415" cy="1314839"/>
              <a:chOff x="5805852" y="2468566"/>
              <a:chExt cx="1083534" cy="1092194"/>
            </a:xfrm>
          </p:grpSpPr>
          <p:sp>
            <p:nvSpPr>
              <p:cNvPr id="66" name="Oval 38">
                <a:extLst>
                  <a:ext uri="{FF2B5EF4-FFF2-40B4-BE49-F238E27FC236}">
                    <a16:creationId xmlns:a16="http://schemas.microsoft.com/office/drawing/2014/main" id="{A8D99452-4BC0-CF02-1CCF-9A53AF8CFA0D}"/>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67" name="Freeform 164">
                <a:extLst>
                  <a:ext uri="{FF2B5EF4-FFF2-40B4-BE49-F238E27FC236}">
                    <a16:creationId xmlns:a16="http://schemas.microsoft.com/office/drawing/2014/main" id="{383F35F0-1F10-27D0-9B54-8C92080A0A1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sp>
        <p:nvSpPr>
          <p:cNvPr id="83" name="TextBox 82">
            <a:extLst>
              <a:ext uri="{FF2B5EF4-FFF2-40B4-BE49-F238E27FC236}">
                <a16:creationId xmlns:a16="http://schemas.microsoft.com/office/drawing/2014/main" id="{92998A5A-2244-524D-5D4E-0F7AB671E31D}"/>
              </a:ext>
            </a:extLst>
          </p:cNvPr>
          <p:cNvSpPr txBox="1"/>
          <p:nvPr/>
        </p:nvSpPr>
        <p:spPr>
          <a:xfrm>
            <a:off x="417267"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4" name="TextBox 82">
            <a:extLst>
              <a:ext uri="{FF2B5EF4-FFF2-40B4-BE49-F238E27FC236}">
                <a16:creationId xmlns:a16="http://schemas.microsoft.com/office/drawing/2014/main" id="{BC87474D-0C64-66FA-A85D-77D688457ED0}"/>
              </a:ext>
            </a:extLst>
          </p:cNvPr>
          <p:cNvSpPr txBox="1"/>
          <p:nvPr/>
        </p:nvSpPr>
        <p:spPr>
          <a:xfrm>
            <a:off x="3353542"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5" name="TextBox 82">
            <a:extLst>
              <a:ext uri="{FF2B5EF4-FFF2-40B4-BE49-F238E27FC236}">
                <a16:creationId xmlns:a16="http://schemas.microsoft.com/office/drawing/2014/main" id="{DEB240D2-79E8-4DD1-D106-F29774606489}"/>
              </a:ext>
            </a:extLst>
          </p:cNvPr>
          <p:cNvSpPr txBox="1"/>
          <p:nvPr/>
        </p:nvSpPr>
        <p:spPr>
          <a:xfrm>
            <a:off x="6247926"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6" name="TextBox 82">
            <a:extLst>
              <a:ext uri="{FF2B5EF4-FFF2-40B4-BE49-F238E27FC236}">
                <a16:creationId xmlns:a16="http://schemas.microsoft.com/office/drawing/2014/main" id="{37313D6A-D646-9827-B0A9-F54FA885A2BB}"/>
              </a:ext>
            </a:extLst>
          </p:cNvPr>
          <p:cNvSpPr txBox="1"/>
          <p:nvPr/>
        </p:nvSpPr>
        <p:spPr>
          <a:xfrm>
            <a:off x="9150150"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7" name="Rectangle 86">
            <a:extLst>
              <a:ext uri="{FF2B5EF4-FFF2-40B4-BE49-F238E27FC236}">
                <a16:creationId xmlns:a16="http://schemas.microsoft.com/office/drawing/2014/main" id="{A4FCD64E-A790-622D-B71D-E2202F43529C}"/>
              </a:ext>
            </a:extLst>
          </p:cNvPr>
          <p:cNvSpPr/>
          <p:nvPr/>
        </p:nvSpPr>
        <p:spPr>
          <a:xfrm flipH="1">
            <a:off x="1549322"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1</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8" name="Rectangle 87">
            <a:extLst>
              <a:ext uri="{FF2B5EF4-FFF2-40B4-BE49-F238E27FC236}">
                <a16:creationId xmlns:a16="http://schemas.microsoft.com/office/drawing/2014/main" id="{B4BC438A-3429-4B8C-C965-35CAD0AA0616}"/>
              </a:ext>
            </a:extLst>
          </p:cNvPr>
          <p:cNvSpPr/>
          <p:nvPr/>
        </p:nvSpPr>
        <p:spPr>
          <a:xfrm flipH="1">
            <a:off x="4450300"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2</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9" name="Rectangle 88">
            <a:extLst>
              <a:ext uri="{FF2B5EF4-FFF2-40B4-BE49-F238E27FC236}">
                <a16:creationId xmlns:a16="http://schemas.microsoft.com/office/drawing/2014/main" id="{95C40D03-4C25-AE96-EFAA-2D625CFE7532}"/>
              </a:ext>
            </a:extLst>
          </p:cNvPr>
          <p:cNvSpPr/>
          <p:nvPr/>
        </p:nvSpPr>
        <p:spPr>
          <a:xfrm flipH="1">
            <a:off x="7351278"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3</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90" name="Rectangle 89">
            <a:extLst>
              <a:ext uri="{FF2B5EF4-FFF2-40B4-BE49-F238E27FC236}">
                <a16:creationId xmlns:a16="http://schemas.microsoft.com/office/drawing/2014/main" id="{4EF9AF79-5AAB-60F0-F3B4-0028E9D33EA7}"/>
              </a:ext>
            </a:extLst>
          </p:cNvPr>
          <p:cNvSpPr/>
          <p:nvPr/>
        </p:nvSpPr>
        <p:spPr>
          <a:xfrm flipH="1">
            <a:off x="10249709"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4</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Tree>
    <p:extLst>
      <p:ext uri="{BB962C8B-B14F-4D97-AF65-F5344CB8AC3E}">
        <p14:creationId xmlns:p14="http://schemas.microsoft.com/office/powerpoint/2010/main" val="4125666728"/>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Hexagons 04</a:t>
            </a:r>
          </a:p>
        </p:txBody>
      </p:sp>
      <p:sp>
        <p:nvSpPr>
          <p:cNvPr id="14" name="Freeform 13"/>
          <p:cNvSpPr>
            <a:spLocks noChangeAspect="1"/>
          </p:cNvSpPr>
          <p:nvPr/>
        </p:nvSpPr>
        <p:spPr>
          <a:xfrm>
            <a:off x="22736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6" name="Freeform 15"/>
          <p:cNvSpPr>
            <a:spLocks noChangeAspect="1"/>
          </p:cNvSpPr>
          <p:nvPr/>
        </p:nvSpPr>
        <p:spPr>
          <a:xfrm>
            <a:off x="3759500"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7" name="Freeform 16"/>
          <p:cNvSpPr>
            <a:spLocks noChangeAspect="1"/>
          </p:cNvSpPr>
          <p:nvPr/>
        </p:nvSpPr>
        <p:spPr>
          <a:xfrm>
            <a:off x="52454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Freeform 11"/>
          <p:cNvSpPr>
            <a:spLocks noChangeAspect="1"/>
          </p:cNvSpPr>
          <p:nvPr/>
        </p:nvSpPr>
        <p:spPr>
          <a:xfrm>
            <a:off x="6731302"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Freeform 12"/>
          <p:cNvSpPr>
            <a:spLocks noChangeAspect="1"/>
          </p:cNvSpPr>
          <p:nvPr/>
        </p:nvSpPr>
        <p:spPr>
          <a:xfrm>
            <a:off x="787698"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Freeform 18"/>
          <p:cNvSpPr>
            <a:spLocks noChangeAspect="1"/>
          </p:cNvSpPr>
          <p:nvPr/>
        </p:nvSpPr>
        <p:spPr>
          <a:xfrm>
            <a:off x="8217205"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Freeform 17"/>
          <p:cNvSpPr>
            <a:spLocks noChangeAspect="1"/>
          </p:cNvSpPr>
          <p:nvPr/>
        </p:nvSpPr>
        <p:spPr>
          <a:xfrm>
            <a:off x="9703104"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0" name="TextBox 19">
            <a:extLst>
              <a:ext uri="{FF2B5EF4-FFF2-40B4-BE49-F238E27FC236}">
                <a16:creationId xmlns:a16="http://schemas.microsoft.com/office/drawing/2014/main" id="{06B875D0-30FE-4E75-A3A5-74E34733DCB0}"/>
              </a:ext>
            </a:extLst>
          </p:cNvPr>
          <p:cNvSpPr txBox="1"/>
          <p:nvPr/>
        </p:nvSpPr>
        <p:spPr>
          <a:xfrm>
            <a:off x="682837" y="5083502"/>
            <a:ext cx="2018502" cy="369332"/>
          </a:xfrm>
          <a:prstGeom prst="rect">
            <a:avLst/>
          </a:prstGeom>
          <a:noFill/>
        </p:spPr>
        <p:txBody>
          <a:bodyPr wrap="none" rtlCol="0">
            <a:spAutoFit/>
          </a:bodyPr>
          <a:lstStyle/>
          <a:p>
            <a:pPr algn="ctr"/>
            <a:r>
              <a:rPr lang="en-US" b="1" dirty="0">
                <a:solidFill>
                  <a:schemeClr val="accent1"/>
                </a:solidFill>
              </a:rPr>
              <a:t>01. Lorem ipsum</a:t>
            </a:r>
          </a:p>
        </p:txBody>
      </p:sp>
      <p:sp>
        <p:nvSpPr>
          <p:cNvPr id="21" name="TextBox 20">
            <a:extLst>
              <a:ext uri="{FF2B5EF4-FFF2-40B4-BE49-F238E27FC236}">
                <a16:creationId xmlns:a16="http://schemas.microsoft.com/office/drawing/2014/main" id="{1F45CC99-378E-463C-8B31-8B5D0C049FF4}"/>
              </a:ext>
            </a:extLst>
          </p:cNvPr>
          <p:cNvSpPr txBox="1"/>
          <p:nvPr/>
        </p:nvSpPr>
        <p:spPr>
          <a:xfrm>
            <a:off x="2150808" y="2189300"/>
            <a:ext cx="2018501" cy="369332"/>
          </a:xfrm>
          <a:prstGeom prst="rect">
            <a:avLst/>
          </a:prstGeom>
          <a:noFill/>
        </p:spPr>
        <p:txBody>
          <a:bodyPr wrap="none" rtlCol="0">
            <a:spAutoFit/>
          </a:bodyPr>
          <a:lstStyle/>
          <a:p>
            <a:pPr algn="ctr"/>
            <a:r>
              <a:rPr lang="en-US" b="1" dirty="0">
                <a:solidFill>
                  <a:schemeClr val="accent2"/>
                </a:solidFill>
              </a:rPr>
              <a:t>02. Lorem ipsum</a:t>
            </a:r>
          </a:p>
        </p:txBody>
      </p:sp>
      <p:sp>
        <p:nvSpPr>
          <p:cNvPr id="22" name="TextBox 21">
            <a:extLst>
              <a:ext uri="{FF2B5EF4-FFF2-40B4-BE49-F238E27FC236}">
                <a16:creationId xmlns:a16="http://schemas.microsoft.com/office/drawing/2014/main" id="{3592AA25-1272-41E2-B3A9-840BC237CFB6}"/>
              </a:ext>
            </a:extLst>
          </p:cNvPr>
          <p:cNvSpPr txBox="1"/>
          <p:nvPr/>
        </p:nvSpPr>
        <p:spPr>
          <a:xfrm>
            <a:off x="3618779" y="5083502"/>
            <a:ext cx="2018501" cy="369332"/>
          </a:xfrm>
          <a:prstGeom prst="rect">
            <a:avLst/>
          </a:prstGeom>
          <a:noFill/>
        </p:spPr>
        <p:txBody>
          <a:bodyPr wrap="none" rtlCol="0">
            <a:spAutoFit/>
          </a:bodyPr>
          <a:lstStyle/>
          <a:p>
            <a:pPr algn="ctr"/>
            <a:r>
              <a:rPr lang="en-US" b="1" dirty="0">
                <a:solidFill>
                  <a:schemeClr val="accent3"/>
                </a:solidFill>
              </a:rPr>
              <a:t>03. Lorem ipsum</a:t>
            </a:r>
          </a:p>
        </p:txBody>
      </p:sp>
      <p:sp>
        <p:nvSpPr>
          <p:cNvPr id="23" name="TextBox 22">
            <a:extLst>
              <a:ext uri="{FF2B5EF4-FFF2-40B4-BE49-F238E27FC236}">
                <a16:creationId xmlns:a16="http://schemas.microsoft.com/office/drawing/2014/main" id="{C7C9F25A-1611-4090-A365-DEB0CE3991DB}"/>
              </a:ext>
            </a:extLst>
          </p:cNvPr>
          <p:cNvSpPr txBox="1"/>
          <p:nvPr/>
        </p:nvSpPr>
        <p:spPr>
          <a:xfrm>
            <a:off x="5086750" y="2189300"/>
            <a:ext cx="2018501" cy="369332"/>
          </a:xfrm>
          <a:prstGeom prst="rect">
            <a:avLst/>
          </a:prstGeom>
          <a:noFill/>
        </p:spPr>
        <p:txBody>
          <a:bodyPr wrap="none" rtlCol="0">
            <a:spAutoFit/>
          </a:bodyPr>
          <a:lstStyle/>
          <a:p>
            <a:pPr algn="ctr"/>
            <a:r>
              <a:rPr lang="en-US" b="1" dirty="0">
                <a:solidFill>
                  <a:schemeClr val="accent4"/>
                </a:solidFill>
              </a:rPr>
              <a:t>04. Lorem ipsum</a:t>
            </a:r>
          </a:p>
        </p:txBody>
      </p:sp>
      <p:sp>
        <p:nvSpPr>
          <p:cNvPr id="24" name="TextBox 23">
            <a:extLst>
              <a:ext uri="{FF2B5EF4-FFF2-40B4-BE49-F238E27FC236}">
                <a16:creationId xmlns:a16="http://schemas.microsoft.com/office/drawing/2014/main" id="{075F7735-CE70-4CD6-8042-037FAB48342C}"/>
              </a:ext>
            </a:extLst>
          </p:cNvPr>
          <p:cNvSpPr txBox="1"/>
          <p:nvPr/>
        </p:nvSpPr>
        <p:spPr>
          <a:xfrm>
            <a:off x="8022694" y="2189300"/>
            <a:ext cx="2018501" cy="369332"/>
          </a:xfrm>
          <a:prstGeom prst="rect">
            <a:avLst/>
          </a:prstGeom>
          <a:noFill/>
        </p:spPr>
        <p:txBody>
          <a:bodyPr wrap="none" rtlCol="0">
            <a:spAutoFit/>
          </a:bodyPr>
          <a:lstStyle/>
          <a:p>
            <a:pPr algn="ctr"/>
            <a:r>
              <a:rPr lang="en-US" b="1" dirty="0">
                <a:solidFill>
                  <a:schemeClr val="accent6"/>
                </a:solidFill>
              </a:rPr>
              <a:t>06. Lorem ipsum</a:t>
            </a:r>
          </a:p>
        </p:txBody>
      </p:sp>
      <p:sp>
        <p:nvSpPr>
          <p:cNvPr id="25" name="TextBox 24">
            <a:extLst>
              <a:ext uri="{FF2B5EF4-FFF2-40B4-BE49-F238E27FC236}">
                <a16:creationId xmlns:a16="http://schemas.microsoft.com/office/drawing/2014/main" id="{3885E7BA-9E5E-404F-AED1-AE65710DFD3D}"/>
              </a:ext>
            </a:extLst>
          </p:cNvPr>
          <p:cNvSpPr txBox="1"/>
          <p:nvPr/>
        </p:nvSpPr>
        <p:spPr>
          <a:xfrm>
            <a:off x="6554721" y="5083502"/>
            <a:ext cx="2018501" cy="369332"/>
          </a:xfrm>
          <a:prstGeom prst="rect">
            <a:avLst/>
          </a:prstGeom>
          <a:noFill/>
        </p:spPr>
        <p:txBody>
          <a:bodyPr wrap="none" rtlCol="0">
            <a:spAutoFit/>
          </a:bodyPr>
          <a:lstStyle/>
          <a:p>
            <a:pPr algn="ctr"/>
            <a:r>
              <a:rPr lang="en-US" b="1" dirty="0">
                <a:solidFill>
                  <a:schemeClr val="accent5"/>
                </a:solidFill>
              </a:rPr>
              <a:t>05. Lorem ipsum</a:t>
            </a:r>
          </a:p>
        </p:txBody>
      </p:sp>
      <p:sp>
        <p:nvSpPr>
          <p:cNvPr id="26" name="TextBox 25">
            <a:extLst>
              <a:ext uri="{FF2B5EF4-FFF2-40B4-BE49-F238E27FC236}">
                <a16:creationId xmlns:a16="http://schemas.microsoft.com/office/drawing/2014/main" id="{D8ECD937-1C37-4545-9D68-720D6805E052}"/>
              </a:ext>
            </a:extLst>
          </p:cNvPr>
          <p:cNvSpPr txBox="1"/>
          <p:nvPr/>
        </p:nvSpPr>
        <p:spPr>
          <a:xfrm>
            <a:off x="9490664" y="5083502"/>
            <a:ext cx="2018501" cy="369332"/>
          </a:xfrm>
          <a:prstGeom prst="rect">
            <a:avLst/>
          </a:prstGeom>
          <a:noFill/>
        </p:spPr>
        <p:txBody>
          <a:bodyPr wrap="none" rtlCol="0">
            <a:spAutoFit/>
          </a:bodyPr>
          <a:lstStyle/>
          <a:p>
            <a:pPr algn="ctr"/>
            <a:r>
              <a:rPr lang="en-US" b="1" dirty="0">
                <a:solidFill>
                  <a:schemeClr val="tx2"/>
                </a:solidFill>
              </a:rPr>
              <a:t>07. Lorem ipsum</a:t>
            </a:r>
          </a:p>
        </p:txBody>
      </p:sp>
      <p:grpSp>
        <p:nvGrpSpPr>
          <p:cNvPr id="27" name="Code2" descr="{&quot;Key&quot;:&quot;POWER_USER_SHAPE_ICON&quot;,&quot;Value&quot;:&quot;POWER_USER_SHAPE_ICON_STYLE_1&quot;}">
            <a:extLst>
              <a:ext uri="{FF2B5EF4-FFF2-40B4-BE49-F238E27FC236}">
                <a16:creationId xmlns:a16="http://schemas.microsoft.com/office/drawing/2014/main" id="{9C28594B-DC3B-4E2D-9134-2D648C625945}"/>
              </a:ext>
            </a:extLst>
          </p:cNvPr>
          <p:cNvGrpSpPr>
            <a:grpSpLocks noChangeAspect="1"/>
          </p:cNvGrpSpPr>
          <p:nvPr/>
        </p:nvGrpSpPr>
        <p:grpSpPr>
          <a:xfrm>
            <a:off x="2800997" y="3037003"/>
            <a:ext cx="744042" cy="722634"/>
            <a:chOff x="8535988" y="1231900"/>
            <a:chExt cx="220663" cy="214313"/>
          </a:xfrm>
          <a:solidFill>
            <a:schemeClr val="accent2"/>
          </a:solidFill>
        </p:grpSpPr>
        <p:sp>
          <p:nvSpPr>
            <p:cNvPr id="28" name="Freeform 2852">
              <a:extLst>
                <a:ext uri="{FF2B5EF4-FFF2-40B4-BE49-F238E27FC236}">
                  <a16:creationId xmlns:a16="http://schemas.microsoft.com/office/drawing/2014/main" id="{F3A956A2-7E86-431E-9912-9DA43D773996}"/>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853">
              <a:extLst>
                <a:ext uri="{FF2B5EF4-FFF2-40B4-BE49-F238E27FC236}">
                  <a16:creationId xmlns:a16="http://schemas.microsoft.com/office/drawing/2014/main" id="{12DBBD86-49F9-4A02-9EAF-507454F1C1B7}"/>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2854">
              <a:extLst>
                <a:ext uri="{FF2B5EF4-FFF2-40B4-BE49-F238E27FC236}">
                  <a16:creationId xmlns:a16="http://schemas.microsoft.com/office/drawing/2014/main" id="{72316779-A6F0-43B3-B615-B42BCAB61193}"/>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2855">
              <a:extLst>
                <a:ext uri="{FF2B5EF4-FFF2-40B4-BE49-F238E27FC236}">
                  <a16:creationId xmlns:a16="http://schemas.microsoft.com/office/drawing/2014/main" id="{C0A3A9D6-6734-4FF7-8952-675E0A28F388}"/>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2856">
              <a:extLst>
                <a:ext uri="{FF2B5EF4-FFF2-40B4-BE49-F238E27FC236}">
                  <a16:creationId xmlns:a16="http://schemas.microsoft.com/office/drawing/2014/main" id="{7D807D2A-AA17-41F7-920E-F62DB2313BA4}"/>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2857">
              <a:extLst>
                <a:ext uri="{FF2B5EF4-FFF2-40B4-BE49-F238E27FC236}">
                  <a16:creationId xmlns:a16="http://schemas.microsoft.com/office/drawing/2014/main" id="{E398ACC2-24EF-4728-9990-876C072ECF31}"/>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Freeform 2858">
              <a:extLst>
                <a:ext uri="{FF2B5EF4-FFF2-40B4-BE49-F238E27FC236}">
                  <a16:creationId xmlns:a16="http://schemas.microsoft.com/office/drawing/2014/main" id="{BA9C2278-99B3-4D07-90B6-9C0D4BE41A13}"/>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2859">
              <a:extLst>
                <a:ext uri="{FF2B5EF4-FFF2-40B4-BE49-F238E27FC236}">
                  <a16:creationId xmlns:a16="http://schemas.microsoft.com/office/drawing/2014/main" id="{F14E420D-B964-401B-8DDA-32015B3B80CC}"/>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860">
              <a:extLst>
                <a:ext uri="{FF2B5EF4-FFF2-40B4-BE49-F238E27FC236}">
                  <a16:creationId xmlns:a16="http://schemas.microsoft.com/office/drawing/2014/main" id="{68ADA3C9-11F9-46A7-B83B-D603B6D5F57F}"/>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861">
              <a:extLst>
                <a:ext uri="{FF2B5EF4-FFF2-40B4-BE49-F238E27FC236}">
                  <a16:creationId xmlns:a16="http://schemas.microsoft.com/office/drawing/2014/main" id="{2C1C4107-B4F9-4E85-84AD-C396DBBEEF00}"/>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8" name="Communication6" descr="{&quot;Key&quot;:&quot;POWER_USER_SHAPE_ICON&quot;,&quot;Value&quot;:&quot;POWER_USER_SHAPE_ICON_STYLE_1&quot;}">
            <a:extLst>
              <a:ext uri="{FF2B5EF4-FFF2-40B4-BE49-F238E27FC236}">
                <a16:creationId xmlns:a16="http://schemas.microsoft.com/office/drawing/2014/main" id="{E79C8F72-015C-46D0-9707-D3F3BDA0D2DD}"/>
              </a:ext>
            </a:extLst>
          </p:cNvPr>
          <p:cNvGrpSpPr>
            <a:grpSpLocks noChangeAspect="1"/>
          </p:cNvGrpSpPr>
          <p:nvPr>
            <p:custDataLst>
              <p:tags r:id="rId2"/>
            </p:custDataLst>
          </p:nvPr>
        </p:nvGrpSpPr>
        <p:grpSpPr>
          <a:xfrm>
            <a:off x="5800794" y="2995952"/>
            <a:ext cx="695166" cy="779684"/>
            <a:chOff x="3424239" y="1347788"/>
            <a:chExt cx="522288" cy="585788"/>
          </a:xfrm>
          <a:solidFill>
            <a:schemeClr val="accent4"/>
          </a:solidFill>
        </p:grpSpPr>
        <p:sp>
          <p:nvSpPr>
            <p:cNvPr id="39" name="Freeform 87">
              <a:extLst>
                <a:ext uri="{FF2B5EF4-FFF2-40B4-BE49-F238E27FC236}">
                  <a16:creationId xmlns:a16="http://schemas.microsoft.com/office/drawing/2014/main" id="{A290EAA2-5439-4883-9026-C51983D6B421}"/>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88">
              <a:extLst>
                <a:ext uri="{FF2B5EF4-FFF2-40B4-BE49-F238E27FC236}">
                  <a16:creationId xmlns:a16="http://schemas.microsoft.com/office/drawing/2014/main" id="{ED003D4E-50D5-406C-802C-CE079D7E0881}"/>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89">
              <a:extLst>
                <a:ext uri="{FF2B5EF4-FFF2-40B4-BE49-F238E27FC236}">
                  <a16:creationId xmlns:a16="http://schemas.microsoft.com/office/drawing/2014/main" id="{08E6AB8D-CB70-4060-A05A-976CE970D978}"/>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90">
              <a:extLst>
                <a:ext uri="{FF2B5EF4-FFF2-40B4-BE49-F238E27FC236}">
                  <a16:creationId xmlns:a16="http://schemas.microsoft.com/office/drawing/2014/main" id="{5CF4335D-A7EC-48F0-BFEF-C2A76A592236}"/>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91">
              <a:extLst>
                <a:ext uri="{FF2B5EF4-FFF2-40B4-BE49-F238E27FC236}">
                  <a16:creationId xmlns:a16="http://schemas.microsoft.com/office/drawing/2014/main" id="{F7F38821-DADF-497E-8650-95D1D8ECE7C7}"/>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92">
              <a:extLst>
                <a:ext uri="{FF2B5EF4-FFF2-40B4-BE49-F238E27FC236}">
                  <a16:creationId xmlns:a16="http://schemas.microsoft.com/office/drawing/2014/main" id="{862191C2-D380-45B2-8535-37ABE8F039A9}"/>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93">
              <a:extLst>
                <a:ext uri="{FF2B5EF4-FFF2-40B4-BE49-F238E27FC236}">
                  <a16:creationId xmlns:a16="http://schemas.microsoft.com/office/drawing/2014/main" id="{8D1FA81E-7954-4905-BD12-99BFD6025174}"/>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94">
              <a:extLst>
                <a:ext uri="{FF2B5EF4-FFF2-40B4-BE49-F238E27FC236}">
                  <a16:creationId xmlns:a16="http://schemas.microsoft.com/office/drawing/2014/main" id="{23EA3459-8F00-4624-9F23-76FBEB3B97C2}"/>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95">
              <a:extLst>
                <a:ext uri="{FF2B5EF4-FFF2-40B4-BE49-F238E27FC236}">
                  <a16:creationId xmlns:a16="http://schemas.microsoft.com/office/drawing/2014/main" id="{FE01361D-B732-41D0-B3CC-6FB7ADA57E7D}"/>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55" name="Direction" descr="{&quot;Key&quot;:&quot;POWER_USER_SHAPE_ICON&quot;,&quot;Value&quot;:&quot;POWER_USER_SHAPE_ICON_STYLE_1&quot;}">
            <a:extLst>
              <a:ext uri="{FF2B5EF4-FFF2-40B4-BE49-F238E27FC236}">
                <a16:creationId xmlns:a16="http://schemas.microsoft.com/office/drawing/2014/main" id="{FC1FBF80-5AF4-48CF-BC03-FFDDFCF5ACE2}"/>
              </a:ext>
            </a:extLst>
          </p:cNvPr>
          <p:cNvGrpSpPr>
            <a:grpSpLocks noChangeAspect="1"/>
          </p:cNvGrpSpPr>
          <p:nvPr/>
        </p:nvGrpSpPr>
        <p:grpSpPr>
          <a:xfrm>
            <a:off x="8676417" y="2914085"/>
            <a:ext cx="880867" cy="943416"/>
            <a:chOff x="5284788" y="5830888"/>
            <a:chExt cx="536575" cy="574676"/>
          </a:xfrm>
          <a:solidFill>
            <a:schemeClr val="accent6"/>
          </a:solidFill>
        </p:grpSpPr>
        <p:sp>
          <p:nvSpPr>
            <p:cNvPr id="56" name="Rectangle 269">
              <a:extLst>
                <a:ext uri="{FF2B5EF4-FFF2-40B4-BE49-F238E27FC236}">
                  <a16:creationId xmlns:a16="http://schemas.microsoft.com/office/drawing/2014/main" id="{B7993BE4-32DB-48FB-880D-36240F156F30}"/>
                </a:ext>
              </a:extLst>
            </p:cNvPr>
            <p:cNvSpPr>
              <a:spLocks noChangeArrowheads="1"/>
            </p:cNvSpPr>
            <p:nvPr/>
          </p:nvSpPr>
          <p:spPr bwMode="auto">
            <a:xfrm>
              <a:off x="5556251" y="6067426"/>
              <a:ext cx="17463" cy="3381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Rectangle 270">
              <a:extLst>
                <a:ext uri="{FF2B5EF4-FFF2-40B4-BE49-F238E27FC236}">
                  <a16:creationId xmlns:a16="http://schemas.microsoft.com/office/drawing/2014/main" id="{77F76FFA-1154-4939-B98F-E497FFA35D85}"/>
                </a:ext>
              </a:extLst>
            </p:cNvPr>
            <p:cNvSpPr>
              <a:spLocks noChangeArrowheads="1"/>
            </p:cNvSpPr>
            <p:nvPr/>
          </p:nvSpPr>
          <p:spPr bwMode="auto">
            <a:xfrm>
              <a:off x="5556251" y="5857876"/>
              <a:ext cx="17463" cy="571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271">
              <a:extLst>
                <a:ext uri="{FF2B5EF4-FFF2-40B4-BE49-F238E27FC236}">
                  <a16:creationId xmlns:a16="http://schemas.microsoft.com/office/drawing/2014/main" id="{7CFF5086-FCE0-423F-961F-D4C566D56823}"/>
                </a:ext>
              </a:extLst>
            </p:cNvPr>
            <p:cNvSpPr>
              <a:spLocks noEditPoints="1"/>
            </p:cNvSpPr>
            <p:nvPr/>
          </p:nvSpPr>
          <p:spPr bwMode="auto">
            <a:xfrm>
              <a:off x="5284788" y="5918201"/>
              <a:ext cx="292100" cy="134938"/>
            </a:xfrm>
            <a:custGeom>
              <a:avLst/>
              <a:gdLst>
                <a:gd name="T0" fmla="*/ 678 w 2504"/>
                <a:gd name="T1" fmla="*/ 1000 h 1150"/>
                <a:gd name="T2" fmla="*/ 2354 w 2504"/>
                <a:gd name="T3" fmla="*/ 1000 h 1150"/>
                <a:gd name="T4" fmla="*/ 2349 w 2504"/>
                <a:gd name="T5" fmla="*/ 150 h 1150"/>
                <a:gd name="T6" fmla="*/ 726 w 2504"/>
                <a:gd name="T7" fmla="*/ 150 h 1150"/>
                <a:gd name="T8" fmla="*/ 193 w 2504"/>
                <a:gd name="T9" fmla="*/ 564 h 1150"/>
                <a:gd name="T10" fmla="*/ 678 w 2504"/>
                <a:gd name="T11" fmla="*/ 1000 h 1150"/>
                <a:gd name="T12" fmla="*/ 2429 w 2504"/>
                <a:gd name="T13" fmla="*/ 1150 h 1150"/>
                <a:gd name="T14" fmla="*/ 2429 w 2504"/>
                <a:gd name="T15" fmla="*/ 1150 h 1150"/>
                <a:gd name="T16" fmla="*/ 650 w 2504"/>
                <a:gd name="T17" fmla="*/ 1150 h 1150"/>
                <a:gd name="T18" fmla="*/ 600 w 2504"/>
                <a:gd name="T19" fmla="*/ 1131 h 1150"/>
                <a:gd name="T20" fmla="*/ 26 w 2504"/>
                <a:gd name="T21" fmla="*/ 615 h 1150"/>
                <a:gd name="T22" fmla="*/ 1 w 2504"/>
                <a:gd name="T23" fmla="*/ 557 h 1150"/>
                <a:gd name="T24" fmla="*/ 30 w 2504"/>
                <a:gd name="T25" fmla="*/ 500 h 1150"/>
                <a:gd name="T26" fmla="*/ 654 w 2504"/>
                <a:gd name="T27" fmla="*/ 16 h 1150"/>
                <a:gd name="T28" fmla="*/ 700 w 2504"/>
                <a:gd name="T29" fmla="*/ 0 h 1150"/>
                <a:gd name="T30" fmla="*/ 2424 w 2504"/>
                <a:gd name="T31" fmla="*/ 0 h 1150"/>
                <a:gd name="T32" fmla="*/ 2499 w 2504"/>
                <a:gd name="T33" fmla="*/ 75 h 1150"/>
                <a:gd name="T34" fmla="*/ 2504 w 2504"/>
                <a:gd name="T35" fmla="*/ 1068 h 1150"/>
                <a:gd name="T36" fmla="*/ 2504 w 2504"/>
                <a:gd name="T37" fmla="*/ 1075 h 1150"/>
                <a:gd name="T38" fmla="*/ 2429 w 2504"/>
                <a:gd name="T39" fmla="*/ 1150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04" h="1150">
                  <a:moveTo>
                    <a:pt x="678" y="1000"/>
                  </a:moveTo>
                  <a:lnTo>
                    <a:pt x="2354" y="1000"/>
                  </a:lnTo>
                  <a:lnTo>
                    <a:pt x="2349" y="150"/>
                  </a:lnTo>
                  <a:lnTo>
                    <a:pt x="726" y="150"/>
                  </a:lnTo>
                  <a:lnTo>
                    <a:pt x="193" y="564"/>
                  </a:lnTo>
                  <a:lnTo>
                    <a:pt x="678" y="1000"/>
                  </a:lnTo>
                  <a:close/>
                  <a:moveTo>
                    <a:pt x="2429" y="1150"/>
                  </a:moveTo>
                  <a:lnTo>
                    <a:pt x="2429" y="1150"/>
                  </a:lnTo>
                  <a:lnTo>
                    <a:pt x="650" y="1150"/>
                  </a:lnTo>
                  <a:cubicBezTo>
                    <a:pt x="631" y="1150"/>
                    <a:pt x="613" y="1143"/>
                    <a:pt x="600" y="1131"/>
                  </a:cubicBezTo>
                  <a:lnTo>
                    <a:pt x="26" y="615"/>
                  </a:lnTo>
                  <a:cubicBezTo>
                    <a:pt x="9" y="600"/>
                    <a:pt x="0" y="579"/>
                    <a:pt x="1" y="557"/>
                  </a:cubicBezTo>
                  <a:cubicBezTo>
                    <a:pt x="2" y="535"/>
                    <a:pt x="12" y="514"/>
                    <a:pt x="30" y="500"/>
                  </a:cubicBezTo>
                  <a:lnTo>
                    <a:pt x="654" y="16"/>
                  </a:lnTo>
                  <a:cubicBezTo>
                    <a:pt x="667" y="6"/>
                    <a:pt x="683" y="0"/>
                    <a:pt x="700" y="0"/>
                  </a:cubicBezTo>
                  <a:lnTo>
                    <a:pt x="2424" y="0"/>
                  </a:lnTo>
                  <a:cubicBezTo>
                    <a:pt x="2465" y="0"/>
                    <a:pt x="2498" y="34"/>
                    <a:pt x="2499" y="75"/>
                  </a:cubicBezTo>
                  <a:lnTo>
                    <a:pt x="2504" y="1068"/>
                  </a:lnTo>
                  <a:cubicBezTo>
                    <a:pt x="2504" y="1070"/>
                    <a:pt x="2504" y="1073"/>
                    <a:pt x="2504" y="1075"/>
                  </a:cubicBezTo>
                  <a:cubicBezTo>
                    <a:pt x="2504" y="1117"/>
                    <a:pt x="2471" y="1150"/>
                    <a:pt x="2429"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272">
              <a:extLst>
                <a:ext uri="{FF2B5EF4-FFF2-40B4-BE49-F238E27FC236}">
                  <a16:creationId xmlns:a16="http://schemas.microsoft.com/office/drawing/2014/main" id="{FAC7B0A2-3F49-409A-8BD3-6E73E2BD3952}"/>
                </a:ext>
              </a:extLst>
            </p:cNvPr>
            <p:cNvSpPr>
              <a:spLocks/>
            </p:cNvSpPr>
            <p:nvPr/>
          </p:nvSpPr>
          <p:spPr bwMode="auto">
            <a:xfrm>
              <a:off x="5586413" y="6092826"/>
              <a:ext cx="234950" cy="141288"/>
            </a:xfrm>
            <a:custGeom>
              <a:avLst/>
              <a:gdLst>
                <a:gd name="T0" fmla="*/ 104 w 148"/>
                <a:gd name="T1" fmla="*/ 89 h 89"/>
                <a:gd name="T2" fmla="*/ 0 w 148"/>
                <a:gd name="T3" fmla="*/ 89 h 89"/>
                <a:gd name="T4" fmla="*/ 0 w 148"/>
                <a:gd name="T5" fmla="*/ 78 h 89"/>
                <a:gd name="T6" fmla="*/ 99 w 148"/>
                <a:gd name="T7" fmla="*/ 78 h 89"/>
                <a:gd name="T8" fmla="*/ 132 w 148"/>
                <a:gd name="T9" fmla="*/ 41 h 89"/>
                <a:gd name="T10" fmla="*/ 94 w 148"/>
                <a:gd name="T11" fmla="*/ 11 h 89"/>
                <a:gd name="T12" fmla="*/ 0 w 148"/>
                <a:gd name="T13" fmla="*/ 11 h 89"/>
                <a:gd name="T14" fmla="*/ 0 w 148"/>
                <a:gd name="T15" fmla="*/ 0 h 89"/>
                <a:gd name="T16" fmla="*/ 98 w 148"/>
                <a:gd name="T17" fmla="*/ 0 h 89"/>
                <a:gd name="T18" fmla="*/ 148 w 148"/>
                <a:gd name="T19" fmla="*/ 40 h 89"/>
                <a:gd name="T20" fmla="*/ 104 w 148"/>
                <a:gd name="T21"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89">
                  <a:moveTo>
                    <a:pt x="104" y="89"/>
                  </a:moveTo>
                  <a:lnTo>
                    <a:pt x="0" y="89"/>
                  </a:lnTo>
                  <a:lnTo>
                    <a:pt x="0" y="78"/>
                  </a:lnTo>
                  <a:lnTo>
                    <a:pt x="99" y="78"/>
                  </a:lnTo>
                  <a:lnTo>
                    <a:pt x="132" y="41"/>
                  </a:lnTo>
                  <a:lnTo>
                    <a:pt x="94" y="11"/>
                  </a:lnTo>
                  <a:lnTo>
                    <a:pt x="0" y="11"/>
                  </a:lnTo>
                  <a:lnTo>
                    <a:pt x="0" y="0"/>
                  </a:lnTo>
                  <a:lnTo>
                    <a:pt x="98" y="0"/>
                  </a:lnTo>
                  <a:lnTo>
                    <a:pt x="148" y="40"/>
                  </a:lnTo>
                  <a:lnTo>
                    <a:pt x="104" y="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273">
              <a:extLst>
                <a:ext uri="{FF2B5EF4-FFF2-40B4-BE49-F238E27FC236}">
                  <a16:creationId xmlns:a16="http://schemas.microsoft.com/office/drawing/2014/main" id="{8349EBCD-B717-43ED-98F4-16D83D5E1D9A}"/>
                </a:ext>
              </a:extLst>
            </p:cNvPr>
            <p:cNvSpPr>
              <a:spLocks/>
            </p:cNvSpPr>
            <p:nvPr/>
          </p:nvSpPr>
          <p:spPr bwMode="auto">
            <a:xfrm>
              <a:off x="5556251" y="5830888"/>
              <a:ext cx="17463" cy="17463"/>
            </a:xfrm>
            <a:custGeom>
              <a:avLst/>
              <a:gdLst>
                <a:gd name="T0" fmla="*/ 80 w 155"/>
                <a:gd name="T1" fmla="*/ 147 h 147"/>
                <a:gd name="T2" fmla="*/ 3 w 155"/>
                <a:gd name="T3" fmla="*/ 102 h 147"/>
                <a:gd name="T4" fmla="*/ 3 w 155"/>
                <a:gd name="T5" fmla="*/ 104 h 147"/>
                <a:gd name="T6" fmla="*/ 7 w 155"/>
                <a:gd name="T7" fmla="*/ 104 h 147"/>
                <a:gd name="T8" fmla="*/ 8 w 155"/>
                <a:gd name="T9" fmla="*/ 105 h 147"/>
                <a:gd name="T10" fmla="*/ 9 w 155"/>
                <a:gd name="T11" fmla="*/ 105 h 147"/>
                <a:gd name="T12" fmla="*/ 9 w 155"/>
                <a:gd name="T13" fmla="*/ 105 h 147"/>
                <a:gd name="T14" fmla="*/ 9 w 155"/>
                <a:gd name="T15" fmla="*/ 103 h 147"/>
                <a:gd name="T16" fmla="*/ 8 w 155"/>
                <a:gd name="T17" fmla="*/ 97 h 147"/>
                <a:gd name="T18" fmla="*/ 8 w 155"/>
                <a:gd name="T19" fmla="*/ 97 h 147"/>
                <a:gd name="T20" fmla="*/ 8 w 155"/>
                <a:gd name="T21" fmla="*/ 99 h 147"/>
                <a:gd name="T22" fmla="*/ 8 w 155"/>
                <a:gd name="T23" fmla="*/ 98 h 147"/>
                <a:gd name="T24" fmla="*/ 18 w 155"/>
                <a:gd name="T25" fmla="*/ 31 h 147"/>
                <a:gd name="T26" fmla="*/ 79 w 155"/>
                <a:gd name="T27" fmla="*/ 0 h 147"/>
                <a:gd name="T28" fmla="*/ 139 w 155"/>
                <a:gd name="T29" fmla="*/ 32 h 147"/>
                <a:gd name="T30" fmla="*/ 155 w 155"/>
                <a:gd name="T31" fmla="*/ 75 h 147"/>
                <a:gd name="T32" fmla="*/ 81 w 155"/>
                <a:gd name="T33" fmla="*/ 147 h 147"/>
                <a:gd name="T34" fmla="*/ 80 w 155"/>
                <a:gd name="T35"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47">
                  <a:moveTo>
                    <a:pt x="80" y="147"/>
                  </a:moveTo>
                  <a:cubicBezTo>
                    <a:pt x="49" y="147"/>
                    <a:pt x="20" y="132"/>
                    <a:pt x="3" y="102"/>
                  </a:cubicBezTo>
                  <a:lnTo>
                    <a:pt x="3" y="104"/>
                  </a:lnTo>
                  <a:lnTo>
                    <a:pt x="7" y="104"/>
                  </a:lnTo>
                  <a:cubicBezTo>
                    <a:pt x="7" y="104"/>
                    <a:pt x="8" y="105"/>
                    <a:pt x="8" y="105"/>
                  </a:cubicBezTo>
                  <a:lnTo>
                    <a:pt x="9" y="105"/>
                  </a:lnTo>
                  <a:lnTo>
                    <a:pt x="9" y="105"/>
                  </a:lnTo>
                  <a:lnTo>
                    <a:pt x="9" y="103"/>
                  </a:lnTo>
                  <a:cubicBezTo>
                    <a:pt x="9" y="102"/>
                    <a:pt x="9" y="97"/>
                    <a:pt x="8" y="97"/>
                  </a:cubicBezTo>
                  <a:lnTo>
                    <a:pt x="8" y="97"/>
                  </a:lnTo>
                  <a:cubicBezTo>
                    <a:pt x="8" y="97"/>
                    <a:pt x="8" y="99"/>
                    <a:pt x="8" y="99"/>
                  </a:cubicBezTo>
                  <a:lnTo>
                    <a:pt x="8" y="98"/>
                  </a:lnTo>
                  <a:cubicBezTo>
                    <a:pt x="0" y="75"/>
                    <a:pt x="4" y="50"/>
                    <a:pt x="18" y="31"/>
                  </a:cubicBezTo>
                  <a:cubicBezTo>
                    <a:pt x="32" y="11"/>
                    <a:pt x="55" y="0"/>
                    <a:pt x="79" y="0"/>
                  </a:cubicBezTo>
                  <a:cubicBezTo>
                    <a:pt x="103" y="0"/>
                    <a:pt x="125" y="13"/>
                    <a:pt x="139" y="32"/>
                  </a:cubicBezTo>
                  <a:cubicBezTo>
                    <a:pt x="149" y="44"/>
                    <a:pt x="155" y="58"/>
                    <a:pt x="155" y="75"/>
                  </a:cubicBezTo>
                  <a:cubicBezTo>
                    <a:pt x="155" y="116"/>
                    <a:pt x="122" y="147"/>
                    <a:pt x="81" y="147"/>
                  </a:cubicBezTo>
                  <a:lnTo>
                    <a:pt x="80" y="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2" name="Location6" descr="{&quot;Key&quot;:&quot;POWER_USER_SHAPE_ICON&quot;,&quot;Value&quot;:&quot;POWER_USER_SHAPE_ICON_STYLE_1&quot;}">
            <a:extLst>
              <a:ext uri="{FF2B5EF4-FFF2-40B4-BE49-F238E27FC236}">
                <a16:creationId xmlns:a16="http://schemas.microsoft.com/office/drawing/2014/main" id="{46A0AE3B-2BF0-4779-86B1-946A6E6CC242}"/>
              </a:ext>
            </a:extLst>
          </p:cNvPr>
          <p:cNvGrpSpPr>
            <a:grpSpLocks noChangeAspect="1"/>
          </p:cNvGrpSpPr>
          <p:nvPr/>
        </p:nvGrpSpPr>
        <p:grpSpPr>
          <a:xfrm>
            <a:off x="10183843" y="3830667"/>
            <a:ext cx="847299" cy="838847"/>
            <a:chOff x="5276850" y="3606801"/>
            <a:chExt cx="636588" cy="630238"/>
          </a:xfrm>
          <a:solidFill>
            <a:schemeClr val="tx2"/>
          </a:solidFill>
        </p:grpSpPr>
        <p:sp>
          <p:nvSpPr>
            <p:cNvPr id="73" name="Freeform 6">
              <a:extLst>
                <a:ext uri="{FF2B5EF4-FFF2-40B4-BE49-F238E27FC236}">
                  <a16:creationId xmlns:a16="http://schemas.microsoft.com/office/drawing/2014/main" id="{B4A83F12-716D-4B4F-B9F7-CC18664F802D}"/>
                </a:ext>
              </a:extLst>
            </p:cNvPr>
            <p:cNvSpPr>
              <a:spLocks/>
            </p:cNvSpPr>
            <p:nvPr/>
          </p:nvSpPr>
          <p:spPr bwMode="auto">
            <a:xfrm>
              <a:off x="5603875" y="3690938"/>
              <a:ext cx="49213" cy="33338"/>
            </a:xfrm>
            <a:custGeom>
              <a:avLst/>
              <a:gdLst>
                <a:gd name="T0" fmla="*/ 25 w 82"/>
                <a:gd name="T1" fmla="*/ 54 h 55"/>
                <a:gd name="T2" fmla="*/ 70 w 82"/>
                <a:gd name="T3" fmla="*/ 34 h 55"/>
                <a:gd name="T4" fmla="*/ 79 w 82"/>
                <a:gd name="T5" fmla="*/ 12 h 55"/>
                <a:gd name="T6" fmla="*/ 57 w 82"/>
                <a:gd name="T7" fmla="*/ 4 h 55"/>
                <a:gd name="T8" fmla="*/ 12 w 82"/>
                <a:gd name="T9" fmla="*/ 23 h 55"/>
                <a:gd name="T10" fmla="*/ 3 w 82"/>
                <a:gd name="T11" fmla="*/ 45 h 55"/>
                <a:gd name="T12" fmla="*/ 19 w 82"/>
                <a:gd name="T13" fmla="*/ 55 h 55"/>
                <a:gd name="T14" fmla="*/ 25 w 82"/>
                <a:gd name="T15" fmla="*/ 5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25" y="54"/>
                  </a:move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ubicBezTo>
                    <a:pt x="21" y="55"/>
                    <a:pt x="23" y="55"/>
                    <a:pt x="25" y="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Freeform 7">
              <a:extLst>
                <a:ext uri="{FF2B5EF4-FFF2-40B4-BE49-F238E27FC236}">
                  <a16:creationId xmlns:a16="http://schemas.microsoft.com/office/drawing/2014/main" id="{5CB6F200-D702-4764-A3B6-E6B14BCEB060}"/>
                </a:ext>
              </a:extLst>
            </p:cNvPr>
            <p:cNvSpPr>
              <a:spLocks/>
            </p:cNvSpPr>
            <p:nvPr/>
          </p:nvSpPr>
          <p:spPr bwMode="auto">
            <a:xfrm>
              <a:off x="5603875" y="4100513"/>
              <a:ext cx="49213" cy="31750"/>
            </a:xfrm>
            <a:custGeom>
              <a:avLst/>
              <a:gdLst>
                <a:gd name="T0" fmla="*/ 19 w 82"/>
                <a:gd name="T1" fmla="*/ 55 h 55"/>
                <a:gd name="T2" fmla="*/ 25 w 82"/>
                <a:gd name="T3" fmla="*/ 54 h 55"/>
                <a:gd name="T4" fmla="*/ 70 w 82"/>
                <a:gd name="T5" fmla="*/ 34 h 55"/>
                <a:gd name="T6" fmla="*/ 79 w 82"/>
                <a:gd name="T7" fmla="*/ 12 h 55"/>
                <a:gd name="T8" fmla="*/ 57 w 82"/>
                <a:gd name="T9" fmla="*/ 4 h 55"/>
                <a:gd name="T10" fmla="*/ 12 w 82"/>
                <a:gd name="T11" fmla="*/ 23 h 55"/>
                <a:gd name="T12" fmla="*/ 3 w 82"/>
                <a:gd name="T13" fmla="*/ 45 h 55"/>
                <a:gd name="T14" fmla="*/ 19 w 82"/>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19" y="55"/>
                  </a:moveTo>
                  <a:cubicBezTo>
                    <a:pt x="21" y="55"/>
                    <a:pt x="23" y="55"/>
                    <a:pt x="25" y="54"/>
                  </a:cubicBez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Freeform 8">
              <a:extLst>
                <a:ext uri="{FF2B5EF4-FFF2-40B4-BE49-F238E27FC236}">
                  <a16:creationId xmlns:a16="http://schemas.microsoft.com/office/drawing/2014/main" id="{91AEA395-B4B4-43CC-AC25-0807F4B29551}"/>
                </a:ext>
              </a:extLst>
            </p:cNvPr>
            <p:cNvSpPr>
              <a:spLocks/>
            </p:cNvSpPr>
            <p:nvPr/>
          </p:nvSpPr>
          <p:spPr bwMode="auto">
            <a:xfrm>
              <a:off x="5603875" y="4151313"/>
              <a:ext cx="49213" cy="33338"/>
            </a:xfrm>
            <a:custGeom>
              <a:avLst/>
              <a:gdLst>
                <a:gd name="T0" fmla="*/ 57 w 82"/>
                <a:gd name="T1" fmla="*/ 3 h 55"/>
                <a:gd name="T2" fmla="*/ 12 w 82"/>
                <a:gd name="T3" fmla="*/ 23 h 55"/>
                <a:gd name="T4" fmla="*/ 3 w 82"/>
                <a:gd name="T5" fmla="*/ 45 h 55"/>
                <a:gd name="T6" fmla="*/ 19 w 82"/>
                <a:gd name="T7" fmla="*/ 55 h 55"/>
                <a:gd name="T8" fmla="*/ 25 w 82"/>
                <a:gd name="T9" fmla="*/ 53 h 55"/>
                <a:gd name="T10" fmla="*/ 70 w 82"/>
                <a:gd name="T11" fmla="*/ 34 h 55"/>
                <a:gd name="T12" fmla="*/ 79 w 82"/>
                <a:gd name="T13" fmla="*/ 12 h 55"/>
                <a:gd name="T14" fmla="*/ 57 w 82"/>
                <a:gd name="T15" fmla="*/ 3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57" y="3"/>
                  </a:moveTo>
                  <a:lnTo>
                    <a:pt x="12" y="23"/>
                  </a:lnTo>
                  <a:cubicBezTo>
                    <a:pt x="4" y="27"/>
                    <a:pt x="0" y="36"/>
                    <a:pt x="3" y="45"/>
                  </a:cubicBezTo>
                  <a:cubicBezTo>
                    <a:pt x="6" y="51"/>
                    <a:pt x="12" y="55"/>
                    <a:pt x="19" y="55"/>
                  </a:cubicBezTo>
                  <a:cubicBezTo>
                    <a:pt x="21" y="55"/>
                    <a:pt x="23" y="54"/>
                    <a:pt x="25" y="53"/>
                  </a:cubicBezTo>
                  <a:lnTo>
                    <a:pt x="70" y="34"/>
                  </a:lnTo>
                  <a:cubicBezTo>
                    <a:pt x="78" y="30"/>
                    <a:pt x="82" y="20"/>
                    <a:pt x="79" y="12"/>
                  </a:cubicBezTo>
                  <a:cubicBezTo>
                    <a:pt x="75" y="3"/>
                    <a:pt x="65" y="0"/>
                    <a:pt x="57"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Freeform 9">
              <a:extLst>
                <a:ext uri="{FF2B5EF4-FFF2-40B4-BE49-F238E27FC236}">
                  <a16:creationId xmlns:a16="http://schemas.microsoft.com/office/drawing/2014/main" id="{7BA4BFB1-2FDD-4C4C-91D1-344AD7428EEA}"/>
                </a:ext>
              </a:extLst>
            </p:cNvPr>
            <p:cNvSpPr>
              <a:spLocks/>
            </p:cNvSpPr>
            <p:nvPr/>
          </p:nvSpPr>
          <p:spPr bwMode="auto">
            <a:xfrm>
              <a:off x="5702300" y="3690938"/>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Freeform 10">
              <a:extLst>
                <a:ext uri="{FF2B5EF4-FFF2-40B4-BE49-F238E27FC236}">
                  <a16:creationId xmlns:a16="http://schemas.microsoft.com/office/drawing/2014/main" id="{48B50BBD-09ED-4965-A881-9DF09A65C681}"/>
                </a:ext>
              </a:extLst>
            </p:cNvPr>
            <p:cNvSpPr>
              <a:spLocks/>
            </p:cNvSpPr>
            <p:nvPr/>
          </p:nvSpPr>
          <p:spPr bwMode="auto">
            <a:xfrm>
              <a:off x="5702300" y="3741738"/>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Freeform 11">
              <a:extLst>
                <a:ext uri="{FF2B5EF4-FFF2-40B4-BE49-F238E27FC236}">
                  <a16:creationId xmlns:a16="http://schemas.microsoft.com/office/drawing/2014/main" id="{B9980978-D3B4-49A8-ABF1-AF425C8D0130}"/>
                </a:ext>
              </a:extLst>
            </p:cNvPr>
            <p:cNvSpPr>
              <a:spLocks/>
            </p:cNvSpPr>
            <p:nvPr/>
          </p:nvSpPr>
          <p:spPr bwMode="auto">
            <a:xfrm>
              <a:off x="5702300" y="3794126"/>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Freeform 12">
              <a:extLst>
                <a:ext uri="{FF2B5EF4-FFF2-40B4-BE49-F238E27FC236}">
                  <a16:creationId xmlns:a16="http://schemas.microsoft.com/office/drawing/2014/main" id="{00B997C4-6C93-4A9E-86F7-B9D9BDFDEB3A}"/>
                </a:ext>
              </a:extLst>
            </p:cNvPr>
            <p:cNvSpPr>
              <a:spLocks/>
            </p:cNvSpPr>
            <p:nvPr/>
          </p:nvSpPr>
          <p:spPr bwMode="auto">
            <a:xfrm>
              <a:off x="5702300" y="3844926"/>
              <a:ext cx="49213" cy="31750"/>
            </a:xfrm>
            <a:custGeom>
              <a:avLst/>
              <a:gdLst>
                <a:gd name="T0" fmla="*/ 12 w 83"/>
                <a:gd name="T1" fmla="*/ 34 h 55"/>
                <a:gd name="T2" fmla="*/ 57 w 83"/>
                <a:gd name="T3" fmla="*/ 54 h 55"/>
                <a:gd name="T4" fmla="*/ 64 w 83"/>
                <a:gd name="T5" fmla="*/ 55 h 55"/>
                <a:gd name="T6" fmla="*/ 79 w 83"/>
                <a:gd name="T7" fmla="*/ 46 h 55"/>
                <a:gd name="T8" fmla="*/ 70 w 83"/>
                <a:gd name="T9" fmla="*/ 24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6"/>
                  </a:cubicBezTo>
                  <a:cubicBezTo>
                    <a:pt x="83" y="37"/>
                    <a:pt x="79" y="27"/>
                    <a:pt x="70" y="24"/>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0" name="Freeform 13">
              <a:extLst>
                <a:ext uri="{FF2B5EF4-FFF2-40B4-BE49-F238E27FC236}">
                  <a16:creationId xmlns:a16="http://schemas.microsoft.com/office/drawing/2014/main" id="{C287BBC6-439E-4FF4-9DAD-F05FE4F1653D}"/>
                </a:ext>
              </a:extLst>
            </p:cNvPr>
            <p:cNvSpPr>
              <a:spLocks/>
            </p:cNvSpPr>
            <p:nvPr/>
          </p:nvSpPr>
          <p:spPr bwMode="auto">
            <a:xfrm>
              <a:off x="5702300" y="3895726"/>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Freeform 14">
              <a:extLst>
                <a:ext uri="{FF2B5EF4-FFF2-40B4-BE49-F238E27FC236}">
                  <a16:creationId xmlns:a16="http://schemas.microsoft.com/office/drawing/2014/main" id="{B3579486-A319-434A-A5BF-11B4087D0494}"/>
                </a:ext>
              </a:extLst>
            </p:cNvPr>
            <p:cNvSpPr>
              <a:spLocks/>
            </p:cNvSpPr>
            <p:nvPr/>
          </p:nvSpPr>
          <p:spPr bwMode="auto">
            <a:xfrm>
              <a:off x="5702300" y="3946526"/>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2" name="Freeform 15">
              <a:extLst>
                <a:ext uri="{FF2B5EF4-FFF2-40B4-BE49-F238E27FC236}">
                  <a16:creationId xmlns:a16="http://schemas.microsoft.com/office/drawing/2014/main" id="{580F87EC-3EC6-4455-863F-8B55E57470CA}"/>
                </a:ext>
              </a:extLst>
            </p:cNvPr>
            <p:cNvSpPr>
              <a:spLocks/>
            </p:cNvSpPr>
            <p:nvPr/>
          </p:nvSpPr>
          <p:spPr bwMode="auto">
            <a:xfrm>
              <a:off x="5702300" y="3997326"/>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3" name="Freeform 16">
              <a:extLst>
                <a:ext uri="{FF2B5EF4-FFF2-40B4-BE49-F238E27FC236}">
                  <a16:creationId xmlns:a16="http://schemas.microsoft.com/office/drawing/2014/main" id="{E67DCD41-41E2-495D-BBEF-ACF70A0AECBC}"/>
                </a:ext>
              </a:extLst>
            </p:cNvPr>
            <p:cNvSpPr>
              <a:spLocks/>
            </p:cNvSpPr>
            <p:nvPr/>
          </p:nvSpPr>
          <p:spPr bwMode="auto">
            <a:xfrm>
              <a:off x="5702300" y="40497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3"/>
                  </a:lnTo>
                  <a:cubicBezTo>
                    <a:pt x="17" y="0"/>
                    <a:pt x="7" y="4"/>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4" name="Freeform 17">
              <a:extLst>
                <a:ext uri="{FF2B5EF4-FFF2-40B4-BE49-F238E27FC236}">
                  <a16:creationId xmlns:a16="http://schemas.microsoft.com/office/drawing/2014/main" id="{142657A6-9B55-4D5E-B521-5DC69D66905C}"/>
                </a:ext>
              </a:extLst>
            </p:cNvPr>
            <p:cNvSpPr>
              <a:spLocks/>
            </p:cNvSpPr>
            <p:nvPr/>
          </p:nvSpPr>
          <p:spPr bwMode="auto">
            <a:xfrm>
              <a:off x="5702300" y="41005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5" name="Freeform 18">
              <a:extLst>
                <a:ext uri="{FF2B5EF4-FFF2-40B4-BE49-F238E27FC236}">
                  <a16:creationId xmlns:a16="http://schemas.microsoft.com/office/drawing/2014/main" id="{37058961-31E8-4F74-BF2B-B060C21EB523}"/>
                </a:ext>
              </a:extLst>
            </p:cNvPr>
            <p:cNvSpPr>
              <a:spLocks/>
            </p:cNvSpPr>
            <p:nvPr/>
          </p:nvSpPr>
          <p:spPr bwMode="auto">
            <a:xfrm>
              <a:off x="5702300" y="4151313"/>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6" name="Freeform 19">
              <a:extLst>
                <a:ext uri="{FF2B5EF4-FFF2-40B4-BE49-F238E27FC236}">
                  <a16:creationId xmlns:a16="http://schemas.microsoft.com/office/drawing/2014/main" id="{19332C45-6313-499F-8CA7-AB37FB384369}"/>
                </a:ext>
              </a:extLst>
            </p:cNvPr>
            <p:cNvSpPr>
              <a:spLocks noEditPoints="1"/>
            </p:cNvSpPr>
            <p:nvPr/>
          </p:nvSpPr>
          <p:spPr bwMode="auto">
            <a:xfrm>
              <a:off x="5276850" y="3606801"/>
              <a:ext cx="636588" cy="630238"/>
            </a:xfrm>
            <a:custGeom>
              <a:avLst/>
              <a:gdLst>
                <a:gd name="T0" fmla="*/ 958 w 1067"/>
                <a:gd name="T1" fmla="*/ 1020 h 1053"/>
                <a:gd name="T2" fmla="*/ 1034 w 1067"/>
                <a:gd name="T3" fmla="*/ 423 h 1053"/>
                <a:gd name="T4" fmla="*/ 570 w 1067"/>
                <a:gd name="T5" fmla="*/ 794 h 1053"/>
                <a:gd name="T6" fmla="*/ 618 w 1067"/>
                <a:gd name="T7" fmla="*/ 774 h 1053"/>
                <a:gd name="T8" fmla="*/ 605 w 1067"/>
                <a:gd name="T9" fmla="*/ 743 h 1053"/>
                <a:gd name="T10" fmla="*/ 653 w 1067"/>
                <a:gd name="T11" fmla="*/ 640 h 1053"/>
                <a:gd name="T12" fmla="*/ 524 w 1067"/>
                <a:gd name="T13" fmla="*/ 1020 h 1053"/>
                <a:gd name="T14" fmla="*/ 570 w 1067"/>
                <a:gd name="T15" fmla="*/ 794 h 1053"/>
                <a:gd name="T16" fmla="*/ 342 w 1067"/>
                <a:gd name="T17" fmla="*/ 1015 h 1053"/>
                <a:gd name="T18" fmla="*/ 34 w 1067"/>
                <a:gd name="T19" fmla="*/ 495 h 1053"/>
                <a:gd name="T20" fmla="*/ 649 w 1067"/>
                <a:gd name="T21" fmla="*/ 495 h 1053"/>
                <a:gd name="T22" fmla="*/ 524 w 1067"/>
                <a:gd name="T23" fmla="*/ 118 h 1053"/>
                <a:gd name="T24" fmla="*/ 653 w 1067"/>
                <a:gd name="T25" fmla="*/ 356 h 1053"/>
                <a:gd name="T26" fmla="*/ 618 w 1067"/>
                <a:gd name="T27" fmla="*/ 262 h 1053"/>
                <a:gd name="T28" fmla="*/ 605 w 1067"/>
                <a:gd name="T29" fmla="*/ 231 h 1053"/>
                <a:gd name="T30" fmla="*/ 524 w 1067"/>
                <a:gd name="T31" fmla="*/ 207 h 1053"/>
                <a:gd name="T32" fmla="*/ 815 w 1067"/>
                <a:gd name="T33" fmla="*/ 412 h 1053"/>
                <a:gd name="T34" fmla="*/ 686 w 1067"/>
                <a:gd name="T35" fmla="*/ 1020 h 1053"/>
                <a:gd name="T36" fmla="*/ 815 w 1067"/>
                <a:gd name="T37" fmla="*/ 118 h 1053"/>
                <a:gd name="T38" fmla="*/ 924 w 1067"/>
                <a:gd name="T39" fmla="*/ 385 h 1053"/>
                <a:gd name="T40" fmla="*/ 849 w 1067"/>
                <a:gd name="T41" fmla="*/ 1020 h 1053"/>
                <a:gd name="T42" fmla="*/ 924 w 1067"/>
                <a:gd name="T43" fmla="*/ 385 h 1053"/>
                <a:gd name="T44" fmla="*/ 952 w 1067"/>
                <a:gd name="T45" fmla="*/ 339 h 1053"/>
                <a:gd name="T46" fmla="*/ 950 w 1067"/>
                <a:gd name="T47" fmla="*/ 338 h 1053"/>
                <a:gd name="T48" fmla="*/ 948 w 1067"/>
                <a:gd name="T49" fmla="*/ 336 h 1053"/>
                <a:gd name="T50" fmla="*/ 944 w 1067"/>
                <a:gd name="T51" fmla="*/ 335 h 1053"/>
                <a:gd name="T52" fmla="*/ 939 w 1067"/>
                <a:gd name="T53" fmla="*/ 335 h 1053"/>
                <a:gd name="T54" fmla="*/ 934 w 1067"/>
                <a:gd name="T55" fmla="*/ 336 h 1053"/>
                <a:gd name="T56" fmla="*/ 932 w 1067"/>
                <a:gd name="T57" fmla="*/ 338 h 1053"/>
                <a:gd name="T58" fmla="*/ 930 w 1067"/>
                <a:gd name="T59" fmla="*/ 339 h 1053"/>
                <a:gd name="T60" fmla="*/ 849 w 1067"/>
                <a:gd name="T61" fmla="*/ 106 h 1053"/>
                <a:gd name="T62" fmla="*/ 681 w 1067"/>
                <a:gd name="T63" fmla="*/ 4 h 1053"/>
                <a:gd name="T64" fmla="*/ 679 w 1067"/>
                <a:gd name="T65" fmla="*/ 3 h 1053"/>
                <a:gd name="T66" fmla="*/ 676 w 1067"/>
                <a:gd name="T67" fmla="*/ 2 h 1053"/>
                <a:gd name="T68" fmla="*/ 672 w 1067"/>
                <a:gd name="T69" fmla="*/ 0 h 1053"/>
                <a:gd name="T70" fmla="*/ 667 w 1067"/>
                <a:gd name="T71" fmla="*/ 0 h 1053"/>
                <a:gd name="T72" fmla="*/ 663 w 1067"/>
                <a:gd name="T73" fmla="*/ 2 h 1053"/>
                <a:gd name="T74" fmla="*/ 660 w 1067"/>
                <a:gd name="T75" fmla="*/ 3 h 1053"/>
                <a:gd name="T76" fmla="*/ 658 w 1067"/>
                <a:gd name="T77" fmla="*/ 4 h 1053"/>
                <a:gd name="T78" fmla="*/ 490 w 1067"/>
                <a:gd name="T79" fmla="*/ 106 h 1053"/>
                <a:gd name="T80" fmla="*/ 342 w 1067"/>
                <a:gd name="T81" fmla="*/ 154 h 1053"/>
                <a:gd name="T82" fmla="*/ 303 w 1067"/>
                <a:gd name="T83" fmla="*/ 1022 h 1053"/>
                <a:gd name="T84" fmla="*/ 342 w 1067"/>
                <a:gd name="T85" fmla="*/ 1053 h 1053"/>
                <a:gd name="T86" fmla="*/ 381 w 1067"/>
                <a:gd name="T87" fmla="*/ 1022 h 1053"/>
                <a:gd name="T88" fmla="*/ 490 w 1067"/>
                <a:gd name="T89" fmla="*/ 1037 h 1053"/>
                <a:gd name="T90" fmla="*/ 1050 w 1067"/>
                <a:gd name="T91" fmla="*/ 1053 h 1053"/>
                <a:gd name="T92" fmla="*/ 1067 w 1067"/>
                <a:gd name="T93" fmla="*/ 412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7" h="1053">
                  <a:moveTo>
                    <a:pt x="1034" y="1020"/>
                  </a:moveTo>
                  <a:lnTo>
                    <a:pt x="958" y="1020"/>
                  </a:lnTo>
                  <a:lnTo>
                    <a:pt x="958" y="385"/>
                  </a:lnTo>
                  <a:cubicBezTo>
                    <a:pt x="985" y="402"/>
                    <a:pt x="1017" y="416"/>
                    <a:pt x="1034" y="423"/>
                  </a:cubicBezTo>
                  <a:lnTo>
                    <a:pt x="1034" y="1020"/>
                  </a:lnTo>
                  <a:close/>
                  <a:moveTo>
                    <a:pt x="570" y="794"/>
                  </a:moveTo>
                  <a:cubicBezTo>
                    <a:pt x="571" y="794"/>
                    <a:pt x="572" y="794"/>
                    <a:pt x="573" y="794"/>
                  </a:cubicBezTo>
                  <a:lnTo>
                    <a:pt x="618" y="774"/>
                  </a:lnTo>
                  <a:cubicBezTo>
                    <a:pt x="626" y="770"/>
                    <a:pt x="630" y="760"/>
                    <a:pt x="627" y="752"/>
                  </a:cubicBezTo>
                  <a:cubicBezTo>
                    <a:pt x="623" y="744"/>
                    <a:pt x="613" y="740"/>
                    <a:pt x="605" y="743"/>
                  </a:cubicBezTo>
                  <a:lnTo>
                    <a:pt x="601" y="745"/>
                  </a:lnTo>
                  <a:cubicBezTo>
                    <a:pt x="621" y="711"/>
                    <a:pt x="639" y="676"/>
                    <a:pt x="653" y="640"/>
                  </a:cubicBezTo>
                  <a:lnTo>
                    <a:pt x="653" y="1020"/>
                  </a:lnTo>
                  <a:lnTo>
                    <a:pt x="524" y="1020"/>
                  </a:lnTo>
                  <a:lnTo>
                    <a:pt x="524" y="858"/>
                  </a:lnTo>
                  <a:cubicBezTo>
                    <a:pt x="539" y="838"/>
                    <a:pt x="555" y="817"/>
                    <a:pt x="570" y="794"/>
                  </a:cubicBezTo>
                  <a:close/>
                  <a:moveTo>
                    <a:pt x="356" y="999"/>
                  </a:moveTo>
                  <a:cubicBezTo>
                    <a:pt x="351" y="1005"/>
                    <a:pt x="346" y="1010"/>
                    <a:pt x="342" y="1015"/>
                  </a:cubicBezTo>
                  <a:cubicBezTo>
                    <a:pt x="337" y="1010"/>
                    <a:pt x="332" y="1005"/>
                    <a:pt x="327" y="999"/>
                  </a:cubicBezTo>
                  <a:cubicBezTo>
                    <a:pt x="254" y="923"/>
                    <a:pt x="34" y="692"/>
                    <a:pt x="34" y="495"/>
                  </a:cubicBezTo>
                  <a:cubicBezTo>
                    <a:pt x="34" y="325"/>
                    <a:pt x="172" y="187"/>
                    <a:pt x="342" y="187"/>
                  </a:cubicBezTo>
                  <a:cubicBezTo>
                    <a:pt x="511" y="187"/>
                    <a:pt x="649" y="325"/>
                    <a:pt x="649" y="495"/>
                  </a:cubicBezTo>
                  <a:cubicBezTo>
                    <a:pt x="649" y="692"/>
                    <a:pt x="429" y="923"/>
                    <a:pt x="356" y="999"/>
                  </a:cubicBezTo>
                  <a:close/>
                  <a:moveTo>
                    <a:pt x="524" y="118"/>
                  </a:moveTo>
                  <a:cubicBezTo>
                    <a:pt x="548" y="108"/>
                    <a:pt x="608" y="82"/>
                    <a:pt x="653" y="51"/>
                  </a:cubicBezTo>
                  <a:lnTo>
                    <a:pt x="653" y="356"/>
                  </a:lnTo>
                  <a:cubicBezTo>
                    <a:pt x="639" y="325"/>
                    <a:pt x="620" y="296"/>
                    <a:pt x="598" y="271"/>
                  </a:cubicBezTo>
                  <a:lnTo>
                    <a:pt x="618" y="262"/>
                  </a:lnTo>
                  <a:cubicBezTo>
                    <a:pt x="626" y="258"/>
                    <a:pt x="630" y="248"/>
                    <a:pt x="627" y="240"/>
                  </a:cubicBezTo>
                  <a:cubicBezTo>
                    <a:pt x="623" y="231"/>
                    <a:pt x="613" y="227"/>
                    <a:pt x="605" y="231"/>
                  </a:cubicBezTo>
                  <a:lnTo>
                    <a:pt x="573" y="245"/>
                  </a:lnTo>
                  <a:cubicBezTo>
                    <a:pt x="558" y="231"/>
                    <a:pt x="541" y="218"/>
                    <a:pt x="524" y="207"/>
                  </a:cubicBezTo>
                  <a:lnTo>
                    <a:pt x="524" y="118"/>
                  </a:lnTo>
                  <a:close/>
                  <a:moveTo>
                    <a:pt x="815" y="412"/>
                  </a:moveTo>
                  <a:lnTo>
                    <a:pt x="815" y="1020"/>
                  </a:lnTo>
                  <a:lnTo>
                    <a:pt x="686" y="1020"/>
                  </a:lnTo>
                  <a:lnTo>
                    <a:pt x="686" y="51"/>
                  </a:lnTo>
                  <a:cubicBezTo>
                    <a:pt x="731" y="82"/>
                    <a:pt x="791" y="108"/>
                    <a:pt x="815" y="118"/>
                  </a:cubicBezTo>
                  <a:lnTo>
                    <a:pt x="815" y="412"/>
                  </a:lnTo>
                  <a:close/>
                  <a:moveTo>
                    <a:pt x="924" y="385"/>
                  </a:moveTo>
                  <a:lnTo>
                    <a:pt x="924" y="1020"/>
                  </a:lnTo>
                  <a:lnTo>
                    <a:pt x="849" y="1020"/>
                  </a:lnTo>
                  <a:lnTo>
                    <a:pt x="849" y="423"/>
                  </a:lnTo>
                  <a:cubicBezTo>
                    <a:pt x="865" y="416"/>
                    <a:pt x="897" y="402"/>
                    <a:pt x="924" y="385"/>
                  </a:cubicBezTo>
                  <a:close/>
                  <a:moveTo>
                    <a:pt x="1056" y="396"/>
                  </a:moveTo>
                  <a:cubicBezTo>
                    <a:pt x="1056" y="396"/>
                    <a:pt x="984" y="368"/>
                    <a:pt x="952" y="339"/>
                  </a:cubicBezTo>
                  <a:cubicBezTo>
                    <a:pt x="952" y="339"/>
                    <a:pt x="952" y="339"/>
                    <a:pt x="952" y="339"/>
                  </a:cubicBezTo>
                  <a:cubicBezTo>
                    <a:pt x="952" y="338"/>
                    <a:pt x="951" y="338"/>
                    <a:pt x="950" y="338"/>
                  </a:cubicBezTo>
                  <a:cubicBezTo>
                    <a:pt x="950" y="337"/>
                    <a:pt x="949" y="337"/>
                    <a:pt x="948" y="336"/>
                  </a:cubicBezTo>
                  <a:cubicBezTo>
                    <a:pt x="948" y="336"/>
                    <a:pt x="948" y="336"/>
                    <a:pt x="948" y="336"/>
                  </a:cubicBezTo>
                  <a:cubicBezTo>
                    <a:pt x="947" y="336"/>
                    <a:pt x="947" y="336"/>
                    <a:pt x="946" y="336"/>
                  </a:cubicBezTo>
                  <a:cubicBezTo>
                    <a:pt x="945" y="335"/>
                    <a:pt x="944" y="335"/>
                    <a:pt x="944" y="335"/>
                  </a:cubicBezTo>
                  <a:cubicBezTo>
                    <a:pt x="943" y="335"/>
                    <a:pt x="942" y="335"/>
                    <a:pt x="941" y="335"/>
                  </a:cubicBezTo>
                  <a:cubicBezTo>
                    <a:pt x="940" y="335"/>
                    <a:pt x="940" y="335"/>
                    <a:pt x="939" y="335"/>
                  </a:cubicBezTo>
                  <a:cubicBezTo>
                    <a:pt x="938" y="335"/>
                    <a:pt x="937" y="335"/>
                    <a:pt x="936" y="336"/>
                  </a:cubicBezTo>
                  <a:cubicBezTo>
                    <a:pt x="936" y="336"/>
                    <a:pt x="935" y="336"/>
                    <a:pt x="934" y="336"/>
                  </a:cubicBezTo>
                  <a:cubicBezTo>
                    <a:pt x="934" y="336"/>
                    <a:pt x="934" y="336"/>
                    <a:pt x="934" y="336"/>
                  </a:cubicBezTo>
                  <a:cubicBezTo>
                    <a:pt x="933" y="337"/>
                    <a:pt x="933" y="337"/>
                    <a:pt x="932" y="338"/>
                  </a:cubicBezTo>
                  <a:cubicBezTo>
                    <a:pt x="931" y="338"/>
                    <a:pt x="931" y="338"/>
                    <a:pt x="930" y="339"/>
                  </a:cubicBezTo>
                  <a:cubicBezTo>
                    <a:pt x="930" y="339"/>
                    <a:pt x="930" y="339"/>
                    <a:pt x="930" y="339"/>
                  </a:cubicBezTo>
                  <a:cubicBezTo>
                    <a:pt x="909" y="358"/>
                    <a:pt x="872" y="376"/>
                    <a:pt x="849" y="387"/>
                  </a:cubicBezTo>
                  <a:lnTo>
                    <a:pt x="849" y="106"/>
                  </a:lnTo>
                  <a:cubicBezTo>
                    <a:pt x="849" y="99"/>
                    <a:pt x="844" y="93"/>
                    <a:pt x="838" y="91"/>
                  </a:cubicBezTo>
                  <a:cubicBezTo>
                    <a:pt x="837" y="90"/>
                    <a:pt x="729" y="49"/>
                    <a:pt x="681" y="4"/>
                  </a:cubicBezTo>
                  <a:cubicBezTo>
                    <a:pt x="681" y="4"/>
                    <a:pt x="681" y="4"/>
                    <a:pt x="680" y="4"/>
                  </a:cubicBezTo>
                  <a:cubicBezTo>
                    <a:pt x="680" y="4"/>
                    <a:pt x="679" y="3"/>
                    <a:pt x="679" y="3"/>
                  </a:cubicBezTo>
                  <a:cubicBezTo>
                    <a:pt x="678" y="3"/>
                    <a:pt x="677" y="2"/>
                    <a:pt x="676" y="2"/>
                  </a:cubicBezTo>
                  <a:cubicBezTo>
                    <a:pt x="676" y="2"/>
                    <a:pt x="676" y="2"/>
                    <a:pt x="676" y="2"/>
                  </a:cubicBezTo>
                  <a:cubicBezTo>
                    <a:pt x="676" y="1"/>
                    <a:pt x="675" y="1"/>
                    <a:pt x="674" y="1"/>
                  </a:cubicBezTo>
                  <a:cubicBezTo>
                    <a:pt x="674" y="1"/>
                    <a:pt x="673" y="0"/>
                    <a:pt x="672" y="0"/>
                  </a:cubicBezTo>
                  <a:cubicBezTo>
                    <a:pt x="671" y="0"/>
                    <a:pt x="670" y="0"/>
                    <a:pt x="669" y="0"/>
                  </a:cubicBezTo>
                  <a:cubicBezTo>
                    <a:pt x="669" y="0"/>
                    <a:pt x="668" y="0"/>
                    <a:pt x="667" y="0"/>
                  </a:cubicBezTo>
                  <a:cubicBezTo>
                    <a:pt x="666" y="0"/>
                    <a:pt x="665" y="1"/>
                    <a:pt x="664" y="1"/>
                  </a:cubicBezTo>
                  <a:cubicBezTo>
                    <a:pt x="664" y="1"/>
                    <a:pt x="663" y="1"/>
                    <a:pt x="663" y="2"/>
                  </a:cubicBezTo>
                  <a:cubicBezTo>
                    <a:pt x="663" y="2"/>
                    <a:pt x="663" y="2"/>
                    <a:pt x="663" y="2"/>
                  </a:cubicBezTo>
                  <a:cubicBezTo>
                    <a:pt x="662" y="2"/>
                    <a:pt x="661" y="3"/>
                    <a:pt x="660" y="3"/>
                  </a:cubicBezTo>
                  <a:cubicBezTo>
                    <a:pt x="660" y="3"/>
                    <a:pt x="659" y="4"/>
                    <a:pt x="658" y="4"/>
                  </a:cubicBezTo>
                  <a:cubicBezTo>
                    <a:pt x="658" y="4"/>
                    <a:pt x="658" y="4"/>
                    <a:pt x="658" y="4"/>
                  </a:cubicBezTo>
                  <a:cubicBezTo>
                    <a:pt x="610" y="49"/>
                    <a:pt x="502" y="90"/>
                    <a:pt x="501" y="91"/>
                  </a:cubicBezTo>
                  <a:cubicBezTo>
                    <a:pt x="495" y="93"/>
                    <a:pt x="490" y="99"/>
                    <a:pt x="490" y="106"/>
                  </a:cubicBezTo>
                  <a:lnTo>
                    <a:pt x="490" y="189"/>
                  </a:lnTo>
                  <a:cubicBezTo>
                    <a:pt x="445" y="167"/>
                    <a:pt x="395" y="154"/>
                    <a:pt x="342" y="154"/>
                  </a:cubicBezTo>
                  <a:cubicBezTo>
                    <a:pt x="153" y="154"/>
                    <a:pt x="0" y="307"/>
                    <a:pt x="0" y="495"/>
                  </a:cubicBezTo>
                  <a:cubicBezTo>
                    <a:pt x="0" y="706"/>
                    <a:pt x="220" y="936"/>
                    <a:pt x="303" y="1022"/>
                  </a:cubicBezTo>
                  <a:cubicBezTo>
                    <a:pt x="312" y="1032"/>
                    <a:pt x="320" y="1040"/>
                    <a:pt x="324" y="1045"/>
                  </a:cubicBezTo>
                  <a:cubicBezTo>
                    <a:pt x="329" y="1050"/>
                    <a:pt x="335" y="1053"/>
                    <a:pt x="342" y="1053"/>
                  </a:cubicBezTo>
                  <a:cubicBezTo>
                    <a:pt x="348" y="1053"/>
                    <a:pt x="354" y="1050"/>
                    <a:pt x="359" y="1045"/>
                  </a:cubicBezTo>
                  <a:cubicBezTo>
                    <a:pt x="363" y="1040"/>
                    <a:pt x="371" y="1032"/>
                    <a:pt x="381" y="1022"/>
                  </a:cubicBezTo>
                  <a:cubicBezTo>
                    <a:pt x="407" y="994"/>
                    <a:pt x="447" y="952"/>
                    <a:pt x="490" y="900"/>
                  </a:cubicBezTo>
                  <a:lnTo>
                    <a:pt x="490" y="1037"/>
                  </a:lnTo>
                  <a:cubicBezTo>
                    <a:pt x="490" y="1046"/>
                    <a:pt x="498" y="1053"/>
                    <a:pt x="507" y="1053"/>
                  </a:cubicBezTo>
                  <a:lnTo>
                    <a:pt x="1050" y="1053"/>
                  </a:lnTo>
                  <a:cubicBezTo>
                    <a:pt x="1060" y="1053"/>
                    <a:pt x="1067" y="1046"/>
                    <a:pt x="1067" y="1037"/>
                  </a:cubicBezTo>
                  <a:lnTo>
                    <a:pt x="1067" y="412"/>
                  </a:lnTo>
                  <a:cubicBezTo>
                    <a:pt x="1067" y="405"/>
                    <a:pt x="1063" y="398"/>
                    <a:pt x="1056" y="3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7" name="Freeform 20">
              <a:extLst>
                <a:ext uri="{FF2B5EF4-FFF2-40B4-BE49-F238E27FC236}">
                  <a16:creationId xmlns:a16="http://schemas.microsoft.com/office/drawing/2014/main" id="{CD091A83-D7CB-4DE3-B2E8-561C021D7E71}"/>
                </a:ext>
              </a:extLst>
            </p:cNvPr>
            <p:cNvSpPr>
              <a:spLocks/>
            </p:cNvSpPr>
            <p:nvPr/>
          </p:nvSpPr>
          <p:spPr bwMode="auto">
            <a:xfrm>
              <a:off x="5789613" y="3873501"/>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8" name="Freeform 21">
              <a:extLst>
                <a:ext uri="{FF2B5EF4-FFF2-40B4-BE49-F238E27FC236}">
                  <a16:creationId xmlns:a16="http://schemas.microsoft.com/office/drawing/2014/main" id="{BEB636B1-8314-46F8-8BDB-EBEE851A71AD}"/>
                </a:ext>
              </a:extLst>
            </p:cNvPr>
            <p:cNvSpPr>
              <a:spLocks/>
            </p:cNvSpPr>
            <p:nvPr/>
          </p:nvSpPr>
          <p:spPr bwMode="auto">
            <a:xfrm>
              <a:off x="5789613" y="3917951"/>
              <a:ext cx="34925" cy="26988"/>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3"/>
                    <a:pt x="40" y="0"/>
                    <a:pt x="31" y="4"/>
                  </a:cubicBezTo>
                  <a:lnTo>
                    <a:pt x="12" y="14"/>
                  </a:lnTo>
                  <a:cubicBezTo>
                    <a:pt x="4" y="18"/>
                    <a:pt x="0" y="28"/>
                    <a:pt x="4" y="37"/>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9" name="Freeform 22">
              <a:extLst>
                <a:ext uri="{FF2B5EF4-FFF2-40B4-BE49-F238E27FC236}">
                  <a16:creationId xmlns:a16="http://schemas.microsoft.com/office/drawing/2014/main" id="{627E98DE-69BB-46E7-A43F-85CCF6DFE044}"/>
                </a:ext>
              </a:extLst>
            </p:cNvPr>
            <p:cNvSpPr>
              <a:spLocks/>
            </p:cNvSpPr>
            <p:nvPr/>
          </p:nvSpPr>
          <p:spPr bwMode="auto">
            <a:xfrm>
              <a:off x="5789613" y="3962401"/>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5 h 46"/>
                <a:gd name="T10" fmla="*/ 12 w 58"/>
                <a:gd name="T11" fmla="*/ 15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6"/>
                    <a:pt x="27" y="44"/>
                  </a:cubicBezTo>
                  <a:lnTo>
                    <a:pt x="47" y="34"/>
                  </a:lnTo>
                  <a:cubicBezTo>
                    <a:pt x="55" y="30"/>
                    <a:pt x="58" y="20"/>
                    <a:pt x="54" y="12"/>
                  </a:cubicBezTo>
                  <a:cubicBezTo>
                    <a:pt x="50" y="4"/>
                    <a:pt x="40" y="0"/>
                    <a:pt x="31" y="5"/>
                  </a:cubicBezTo>
                  <a:lnTo>
                    <a:pt x="12" y="15"/>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0" name="Freeform 23">
              <a:extLst>
                <a:ext uri="{FF2B5EF4-FFF2-40B4-BE49-F238E27FC236}">
                  <a16:creationId xmlns:a16="http://schemas.microsoft.com/office/drawing/2014/main" id="{71B7A8E8-1A4F-4E5C-BFE0-30ABE955F31A}"/>
                </a:ext>
              </a:extLst>
            </p:cNvPr>
            <p:cNvSpPr>
              <a:spLocks/>
            </p:cNvSpPr>
            <p:nvPr/>
          </p:nvSpPr>
          <p:spPr bwMode="auto">
            <a:xfrm>
              <a:off x="5789613" y="4008438"/>
              <a:ext cx="34925" cy="26988"/>
            </a:xfrm>
            <a:custGeom>
              <a:avLst/>
              <a:gdLst>
                <a:gd name="T0" fmla="*/ 19 w 58"/>
                <a:gd name="T1" fmla="*/ 46 h 46"/>
                <a:gd name="T2" fmla="*/ 27 w 58"/>
                <a:gd name="T3" fmla="*/ 44 h 46"/>
                <a:gd name="T4" fmla="*/ 47 w 58"/>
                <a:gd name="T5" fmla="*/ 34 h 46"/>
                <a:gd name="T6" fmla="*/ 54 w 58"/>
                <a:gd name="T7" fmla="*/ 11 h 46"/>
                <a:gd name="T8" fmla="*/ 31 w 58"/>
                <a:gd name="T9" fmla="*/ 4 h 46"/>
                <a:gd name="T10" fmla="*/ 12 w 58"/>
                <a:gd name="T11" fmla="*/ 14 h 46"/>
                <a:gd name="T12" fmla="*/ 4 w 58"/>
                <a:gd name="T13" fmla="*/ 36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1"/>
                  </a:cubicBezTo>
                  <a:cubicBezTo>
                    <a:pt x="50" y="3"/>
                    <a:pt x="40" y="0"/>
                    <a:pt x="31" y="4"/>
                  </a:cubicBezTo>
                  <a:lnTo>
                    <a:pt x="12" y="14"/>
                  </a:lnTo>
                  <a:cubicBezTo>
                    <a:pt x="4" y="18"/>
                    <a:pt x="0" y="28"/>
                    <a:pt x="4" y="36"/>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1" name="Freeform 24">
              <a:extLst>
                <a:ext uri="{FF2B5EF4-FFF2-40B4-BE49-F238E27FC236}">
                  <a16:creationId xmlns:a16="http://schemas.microsoft.com/office/drawing/2014/main" id="{DC35724A-CD7F-458B-BAEB-A08B5C2D5402}"/>
                </a:ext>
              </a:extLst>
            </p:cNvPr>
            <p:cNvSpPr>
              <a:spLocks/>
            </p:cNvSpPr>
            <p:nvPr/>
          </p:nvSpPr>
          <p:spPr bwMode="auto">
            <a:xfrm>
              <a:off x="5789613" y="4052888"/>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4"/>
                    <a:pt x="40" y="0"/>
                    <a:pt x="31" y="4"/>
                  </a:cubicBezTo>
                  <a:lnTo>
                    <a:pt x="12" y="14"/>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25">
              <a:extLst>
                <a:ext uri="{FF2B5EF4-FFF2-40B4-BE49-F238E27FC236}">
                  <a16:creationId xmlns:a16="http://schemas.microsoft.com/office/drawing/2014/main" id="{8C0ABC27-1D65-478F-909E-1558A647682C}"/>
                </a:ext>
              </a:extLst>
            </p:cNvPr>
            <p:cNvSpPr>
              <a:spLocks/>
            </p:cNvSpPr>
            <p:nvPr/>
          </p:nvSpPr>
          <p:spPr bwMode="auto">
            <a:xfrm>
              <a:off x="5789613" y="4098926"/>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26">
              <a:extLst>
                <a:ext uri="{FF2B5EF4-FFF2-40B4-BE49-F238E27FC236}">
                  <a16:creationId xmlns:a16="http://schemas.microsoft.com/office/drawing/2014/main" id="{98A0D8CD-6B9B-4C27-A22F-32D1038BD2F7}"/>
                </a:ext>
              </a:extLst>
            </p:cNvPr>
            <p:cNvSpPr>
              <a:spLocks/>
            </p:cNvSpPr>
            <p:nvPr/>
          </p:nvSpPr>
          <p:spPr bwMode="auto">
            <a:xfrm>
              <a:off x="5789613" y="4143376"/>
              <a:ext cx="34925" cy="28575"/>
            </a:xfrm>
            <a:custGeom>
              <a:avLst/>
              <a:gdLst>
                <a:gd name="T0" fmla="*/ 31 w 58"/>
                <a:gd name="T1" fmla="*/ 4 h 46"/>
                <a:gd name="T2" fmla="*/ 12 w 58"/>
                <a:gd name="T3" fmla="*/ 14 h 46"/>
                <a:gd name="T4" fmla="*/ 4 w 58"/>
                <a:gd name="T5" fmla="*/ 37 h 46"/>
                <a:gd name="T6" fmla="*/ 19 w 58"/>
                <a:gd name="T7" fmla="*/ 46 h 46"/>
                <a:gd name="T8" fmla="*/ 27 w 58"/>
                <a:gd name="T9" fmla="*/ 44 h 46"/>
                <a:gd name="T10" fmla="*/ 47 w 58"/>
                <a:gd name="T11" fmla="*/ 34 h 46"/>
                <a:gd name="T12" fmla="*/ 54 w 58"/>
                <a:gd name="T13" fmla="*/ 12 h 46"/>
                <a:gd name="T14" fmla="*/ 31 w 58"/>
                <a:gd name="T15" fmla="*/ 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31" y="4"/>
                  </a:moveTo>
                  <a:lnTo>
                    <a:pt x="12" y="14"/>
                  </a:lnTo>
                  <a:cubicBezTo>
                    <a:pt x="4" y="18"/>
                    <a:pt x="0" y="28"/>
                    <a:pt x="4" y="37"/>
                  </a:cubicBezTo>
                  <a:cubicBezTo>
                    <a:pt x="7" y="42"/>
                    <a:pt x="13" y="46"/>
                    <a:pt x="19" y="46"/>
                  </a:cubicBezTo>
                  <a:cubicBezTo>
                    <a:pt x="22" y="46"/>
                    <a:pt x="24" y="45"/>
                    <a:pt x="27" y="44"/>
                  </a:cubicBezTo>
                  <a:lnTo>
                    <a:pt x="47" y="34"/>
                  </a:lnTo>
                  <a:cubicBezTo>
                    <a:pt x="55" y="30"/>
                    <a:pt x="58" y="20"/>
                    <a:pt x="54" y="12"/>
                  </a:cubicBezTo>
                  <a:cubicBezTo>
                    <a:pt x="50" y="3"/>
                    <a:pt x="40" y="0"/>
                    <a:pt x="31"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27">
              <a:extLst>
                <a:ext uri="{FF2B5EF4-FFF2-40B4-BE49-F238E27FC236}">
                  <a16:creationId xmlns:a16="http://schemas.microsoft.com/office/drawing/2014/main" id="{1E5586DD-6AFE-4E56-BE5E-C4484843059C}"/>
                </a:ext>
              </a:extLst>
            </p:cNvPr>
            <p:cNvSpPr>
              <a:spLocks/>
            </p:cNvSpPr>
            <p:nvPr/>
          </p:nvSpPr>
          <p:spPr bwMode="auto">
            <a:xfrm>
              <a:off x="5854700" y="3873501"/>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28">
              <a:extLst>
                <a:ext uri="{FF2B5EF4-FFF2-40B4-BE49-F238E27FC236}">
                  <a16:creationId xmlns:a16="http://schemas.microsoft.com/office/drawing/2014/main" id="{E2A2FB27-A59C-4FFA-8F95-461220AAD5F1}"/>
                </a:ext>
              </a:extLst>
            </p:cNvPr>
            <p:cNvSpPr>
              <a:spLocks/>
            </p:cNvSpPr>
            <p:nvPr/>
          </p:nvSpPr>
          <p:spPr bwMode="auto">
            <a:xfrm>
              <a:off x="5854700" y="3917951"/>
              <a:ext cx="34925" cy="26988"/>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7"/>
                  </a:cubicBezTo>
                  <a:cubicBezTo>
                    <a:pt x="58" y="28"/>
                    <a:pt x="54" y="18"/>
                    <a:pt x="46" y="14"/>
                  </a:cubicBezTo>
                  <a:lnTo>
                    <a:pt x="26" y="4"/>
                  </a:lnTo>
                  <a:cubicBezTo>
                    <a:pt x="18" y="0"/>
                    <a:pt x="8" y="3"/>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29">
              <a:extLst>
                <a:ext uri="{FF2B5EF4-FFF2-40B4-BE49-F238E27FC236}">
                  <a16:creationId xmlns:a16="http://schemas.microsoft.com/office/drawing/2014/main" id="{5A4102B8-A3C0-40DA-A3CE-F94F056A1D72}"/>
                </a:ext>
              </a:extLst>
            </p:cNvPr>
            <p:cNvSpPr>
              <a:spLocks/>
            </p:cNvSpPr>
            <p:nvPr/>
          </p:nvSpPr>
          <p:spPr bwMode="auto">
            <a:xfrm>
              <a:off x="5854700" y="3962401"/>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5 h 46"/>
                <a:gd name="T10" fmla="*/ 26 w 58"/>
                <a:gd name="T11" fmla="*/ 5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6"/>
                    <a:pt x="36" y="46"/>
                    <a:pt x="39" y="46"/>
                  </a:cubicBezTo>
                  <a:cubicBezTo>
                    <a:pt x="45" y="46"/>
                    <a:pt x="51" y="43"/>
                    <a:pt x="53" y="37"/>
                  </a:cubicBezTo>
                  <a:cubicBezTo>
                    <a:pt x="58" y="29"/>
                    <a:pt x="54" y="19"/>
                    <a:pt x="46" y="15"/>
                  </a:cubicBezTo>
                  <a:lnTo>
                    <a:pt x="26" y="5"/>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30">
              <a:extLst>
                <a:ext uri="{FF2B5EF4-FFF2-40B4-BE49-F238E27FC236}">
                  <a16:creationId xmlns:a16="http://schemas.microsoft.com/office/drawing/2014/main" id="{488F7C73-F9A7-4683-A601-C6FB926FDD6A}"/>
                </a:ext>
              </a:extLst>
            </p:cNvPr>
            <p:cNvSpPr>
              <a:spLocks/>
            </p:cNvSpPr>
            <p:nvPr/>
          </p:nvSpPr>
          <p:spPr bwMode="auto">
            <a:xfrm>
              <a:off x="5854700" y="4008438"/>
              <a:ext cx="34925" cy="26988"/>
            </a:xfrm>
            <a:custGeom>
              <a:avLst/>
              <a:gdLst>
                <a:gd name="T0" fmla="*/ 11 w 58"/>
                <a:gd name="T1" fmla="*/ 34 h 46"/>
                <a:gd name="T2" fmla="*/ 31 w 58"/>
                <a:gd name="T3" fmla="*/ 44 h 46"/>
                <a:gd name="T4" fmla="*/ 39 w 58"/>
                <a:gd name="T5" fmla="*/ 46 h 46"/>
                <a:gd name="T6" fmla="*/ 53 w 58"/>
                <a:gd name="T7" fmla="*/ 36 h 46"/>
                <a:gd name="T8" fmla="*/ 46 w 58"/>
                <a:gd name="T9" fmla="*/ 14 h 46"/>
                <a:gd name="T10" fmla="*/ 26 w 58"/>
                <a:gd name="T11" fmla="*/ 4 h 46"/>
                <a:gd name="T12" fmla="*/ 4 w 58"/>
                <a:gd name="T13" fmla="*/ 11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6"/>
                  </a:cubicBezTo>
                  <a:cubicBezTo>
                    <a:pt x="58" y="28"/>
                    <a:pt x="54" y="18"/>
                    <a:pt x="46" y="14"/>
                  </a:cubicBezTo>
                  <a:lnTo>
                    <a:pt x="26" y="4"/>
                  </a:lnTo>
                  <a:cubicBezTo>
                    <a:pt x="18" y="0"/>
                    <a:pt x="8" y="3"/>
                    <a:pt x="4" y="11"/>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Freeform 31">
              <a:extLst>
                <a:ext uri="{FF2B5EF4-FFF2-40B4-BE49-F238E27FC236}">
                  <a16:creationId xmlns:a16="http://schemas.microsoft.com/office/drawing/2014/main" id="{C69E28F7-5234-4C1C-A75C-BFD493BD0B3B}"/>
                </a:ext>
              </a:extLst>
            </p:cNvPr>
            <p:cNvSpPr>
              <a:spLocks/>
            </p:cNvSpPr>
            <p:nvPr/>
          </p:nvSpPr>
          <p:spPr bwMode="auto">
            <a:xfrm>
              <a:off x="5854700" y="4052888"/>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3"/>
                    <a:pt x="53" y="37"/>
                  </a:cubicBezTo>
                  <a:cubicBezTo>
                    <a:pt x="58" y="29"/>
                    <a:pt x="54" y="19"/>
                    <a:pt x="46" y="14"/>
                  </a:cubicBezTo>
                  <a:lnTo>
                    <a:pt x="26" y="4"/>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Freeform 32">
              <a:extLst>
                <a:ext uri="{FF2B5EF4-FFF2-40B4-BE49-F238E27FC236}">
                  <a16:creationId xmlns:a16="http://schemas.microsoft.com/office/drawing/2014/main" id="{8880BE53-CA76-41CC-A814-7B67B074C1D7}"/>
                </a:ext>
              </a:extLst>
            </p:cNvPr>
            <p:cNvSpPr>
              <a:spLocks/>
            </p:cNvSpPr>
            <p:nvPr/>
          </p:nvSpPr>
          <p:spPr bwMode="auto">
            <a:xfrm>
              <a:off x="5854700" y="4098926"/>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33">
              <a:extLst>
                <a:ext uri="{FF2B5EF4-FFF2-40B4-BE49-F238E27FC236}">
                  <a16:creationId xmlns:a16="http://schemas.microsoft.com/office/drawing/2014/main" id="{908055FD-84C7-4514-961D-67D34A0BEF58}"/>
                </a:ext>
              </a:extLst>
            </p:cNvPr>
            <p:cNvSpPr>
              <a:spLocks/>
            </p:cNvSpPr>
            <p:nvPr/>
          </p:nvSpPr>
          <p:spPr bwMode="auto">
            <a:xfrm>
              <a:off x="5854700" y="4143376"/>
              <a:ext cx="34925" cy="28575"/>
            </a:xfrm>
            <a:custGeom>
              <a:avLst/>
              <a:gdLst>
                <a:gd name="T0" fmla="*/ 46 w 58"/>
                <a:gd name="T1" fmla="*/ 14 h 46"/>
                <a:gd name="T2" fmla="*/ 26 w 58"/>
                <a:gd name="T3" fmla="*/ 4 h 46"/>
                <a:gd name="T4" fmla="*/ 4 w 58"/>
                <a:gd name="T5" fmla="*/ 12 h 46"/>
                <a:gd name="T6" fmla="*/ 11 w 58"/>
                <a:gd name="T7" fmla="*/ 34 h 46"/>
                <a:gd name="T8" fmla="*/ 31 w 58"/>
                <a:gd name="T9" fmla="*/ 44 h 46"/>
                <a:gd name="T10" fmla="*/ 39 w 58"/>
                <a:gd name="T11" fmla="*/ 46 h 46"/>
                <a:gd name="T12" fmla="*/ 53 w 58"/>
                <a:gd name="T13" fmla="*/ 37 h 46"/>
                <a:gd name="T14" fmla="*/ 46 w 58"/>
                <a:gd name="T15" fmla="*/ 1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46" y="14"/>
                  </a:moveTo>
                  <a:lnTo>
                    <a:pt x="26" y="4"/>
                  </a:lnTo>
                  <a:cubicBezTo>
                    <a:pt x="18" y="0"/>
                    <a:pt x="8" y="3"/>
                    <a:pt x="4" y="12"/>
                  </a:cubicBezTo>
                  <a:cubicBezTo>
                    <a:pt x="0" y="20"/>
                    <a:pt x="3" y="30"/>
                    <a:pt x="11" y="34"/>
                  </a:cubicBezTo>
                  <a:lnTo>
                    <a:pt x="31" y="44"/>
                  </a:lnTo>
                  <a:cubicBezTo>
                    <a:pt x="33" y="45"/>
                    <a:pt x="36" y="46"/>
                    <a:pt x="39" y="46"/>
                  </a:cubicBezTo>
                  <a:cubicBezTo>
                    <a:pt x="45" y="46"/>
                    <a:pt x="51" y="42"/>
                    <a:pt x="53" y="37"/>
                  </a:cubicBezTo>
                  <a:cubicBezTo>
                    <a:pt x="58" y="28"/>
                    <a:pt x="54" y="18"/>
                    <a:pt x="46"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34">
              <a:extLst>
                <a:ext uri="{FF2B5EF4-FFF2-40B4-BE49-F238E27FC236}">
                  <a16:creationId xmlns:a16="http://schemas.microsoft.com/office/drawing/2014/main" id="{3AB87356-8522-47AC-BE5C-067F1A8D5DBF}"/>
                </a:ext>
              </a:extLst>
            </p:cNvPr>
            <p:cNvSpPr>
              <a:spLocks noEditPoints="1"/>
            </p:cNvSpPr>
            <p:nvPr/>
          </p:nvSpPr>
          <p:spPr bwMode="auto">
            <a:xfrm>
              <a:off x="5389563" y="3816351"/>
              <a:ext cx="182563" cy="182563"/>
            </a:xfrm>
            <a:custGeom>
              <a:avLst/>
              <a:gdLst>
                <a:gd name="T0" fmla="*/ 153 w 305"/>
                <a:gd name="T1" fmla="*/ 271 h 304"/>
                <a:gd name="T2" fmla="*/ 34 w 305"/>
                <a:gd name="T3" fmla="*/ 152 h 304"/>
                <a:gd name="T4" fmla="*/ 153 w 305"/>
                <a:gd name="T5" fmla="*/ 34 h 304"/>
                <a:gd name="T6" fmla="*/ 271 w 305"/>
                <a:gd name="T7" fmla="*/ 152 h 304"/>
                <a:gd name="T8" fmla="*/ 153 w 305"/>
                <a:gd name="T9" fmla="*/ 271 h 304"/>
                <a:gd name="T10" fmla="*/ 153 w 305"/>
                <a:gd name="T11" fmla="*/ 0 h 304"/>
                <a:gd name="T12" fmla="*/ 0 w 305"/>
                <a:gd name="T13" fmla="*/ 152 h 304"/>
                <a:gd name="T14" fmla="*/ 153 w 305"/>
                <a:gd name="T15" fmla="*/ 304 h 304"/>
                <a:gd name="T16" fmla="*/ 305 w 305"/>
                <a:gd name="T17" fmla="*/ 152 h 304"/>
                <a:gd name="T18" fmla="*/ 153 w 305"/>
                <a:gd name="T19"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5" h="304">
                  <a:moveTo>
                    <a:pt x="153" y="271"/>
                  </a:moveTo>
                  <a:cubicBezTo>
                    <a:pt x="87" y="271"/>
                    <a:pt x="34" y="218"/>
                    <a:pt x="34" y="152"/>
                  </a:cubicBezTo>
                  <a:cubicBezTo>
                    <a:pt x="34" y="87"/>
                    <a:pt x="87" y="34"/>
                    <a:pt x="153" y="34"/>
                  </a:cubicBezTo>
                  <a:cubicBezTo>
                    <a:pt x="218" y="34"/>
                    <a:pt x="271" y="87"/>
                    <a:pt x="271" y="152"/>
                  </a:cubicBezTo>
                  <a:cubicBezTo>
                    <a:pt x="271" y="218"/>
                    <a:pt x="218" y="271"/>
                    <a:pt x="153" y="271"/>
                  </a:cubicBezTo>
                  <a:close/>
                  <a:moveTo>
                    <a:pt x="153" y="0"/>
                  </a:moveTo>
                  <a:cubicBezTo>
                    <a:pt x="69" y="0"/>
                    <a:pt x="0" y="68"/>
                    <a:pt x="0" y="152"/>
                  </a:cubicBezTo>
                  <a:cubicBezTo>
                    <a:pt x="0" y="236"/>
                    <a:pt x="69" y="304"/>
                    <a:pt x="153" y="304"/>
                  </a:cubicBezTo>
                  <a:cubicBezTo>
                    <a:pt x="236" y="304"/>
                    <a:pt x="305" y="236"/>
                    <a:pt x="305" y="152"/>
                  </a:cubicBezTo>
                  <a:cubicBezTo>
                    <a:pt x="305" y="68"/>
                    <a:pt x="236" y="0"/>
                    <a:pt x="15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03" name="Plan4" descr="{&quot;Key&quot;:&quot;POWER_USER_SHAPE_ICON&quot;,&quot;Value&quot;:&quot;POWER_USER_SHAPE_ICON_STYLE_1&quot;}">
            <a:extLst>
              <a:ext uri="{FF2B5EF4-FFF2-40B4-BE49-F238E27FC236}">
                <a16:creationId xmlns:a16="http://schemas.microsoft.com/office/drawing/2014/main" id="{1E0E32D4-733F-80C9-8C65-8F78E8AEC354}"/>
              </a:ext>
            </a:extLst>
          </p:cNvPr>
          <p:cNvGrpSpPr>
            <a:grpSpLocks noChangeAspect="1"/>
          </p:cNvGrpSpPr>
          <p:nvPr/>
        </p:nvGrpSpPr>
        <p:grpSpPr>
          <a:xfrm>
            <a:off x="1316673" y="3907965"/>
            <a:ext cx="750827" cy="685800"/>
            <a:chOff x="5493514" y="2884493"/>
            <a:chExt cx="1193607" cy="1090231"/>
          </a:xfrm>
          <a:solidFill>
            <a:schemeClr val="accent1"/>
          </a:solidFill>
        </p:grpSpPr>
        <p:sp>
          <p:nvSpPr>
            <p:cNvPr id="104" name="Forme libre : forme 3471">
              <a:extLst>
                <a:ext uri="{FF2B5EF4-FFF2-40B4-BE49-F238E27FC236}">
                  <a16:creationId xmlns:a16="http://schemas.microsoft.com/office/drawing/2014/main" id="{23552CB7-0AFA-FFF2-207A-2F32E8B335C7}"/>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105" name="Forme libre : forme 3472">
              <a:extLst>
                <a:ext uri="{FF2B5EF4-FFF2-40B4-BE49-F238E27FC236}">
                  <a16:creationId xmlns:a16="http://schemas.microsoft.com/office/drawing/2014/main" id="{FF20E486-9406-E68C-3217-A700110A2C03}"/>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106" name="Forme libre : forme 3473">
              <a:extLst>
                <a:ext uri="{FF2B5EF4-FFF2-40B4-BE49-F238E27FC236}">
                  <a16:creationId xmlns:a16="http://schemas.microsoft.com/office/drawing/2014/main" id="{0544855E-0AA4-41D8-3D87-18A8052D3241}"/>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grpSp>
        <p:nvGrpSpPr>
          <p:cNvPr id="107" name="Briefcase8" descr="{&quot;Key&quot;:&quot;POWER_USER_SHAPE_ICON&quot;,&quot;Value&quot;:&quot;POWER_USER_SHAPE_ICON_STYLE_1&quot;}">
            <a:extLst>
              <a:ext uri="{FF2B5EF4-FFF2-40B4-BE49-F238E27FC236}">
                <a16:creationId xmlns:a16="http://schemas.microsoft.com/office/drawing/2014/main" id="{D6515B1B-453C-34F7-6BC9-B2F8C9EA64C2}"/>
              </a:ext>
            </a:extLst>
          </p:cNvPr>
          <p:cNvGrpSpPr>
            <a:grpSpLocks noChangeAspect="1"/>
          </p:cNvGrpSpPr>
          <p:nvPr/>
        </p:nvGrpSpPr>
        <p:grpSpPr>
          <a:xfrm>
            <a:off x="4292235" y="3939715"/>
            <a:ext cx="743303" cy="622300"/>
            <a:chOff x="3006726" y="3279775"/>
            <a:chExt cx="409575" cy="342900"/>
          </a:xfrm>
          <a:solidFill>
            <a:schemeClr val="accent3"/>
          </a:solidFill>
        </p:grpSpPr>
        <p:sp>
          <p:nvSpPr>
            <p:cNvPr id="108" name="Freeform 206">
              <a:extLst>
                <a:ext uri="{FF2B5EF4-FFF2-40B4-BE49-F238E27FC236}">
                  <a16:creationId xmlns:a16="http://schemas.microsoft.com/office/drawing/2014/main" id="{DC0C12D3-201D-76DD-8D9B-C1236FE70A2B}"/>
                </a:ext>
              </a:extLst>
            </p:cNvPr>
            <p:cNvSpPr>
              <a:spLocks noEditPoints="1"/>
            </p:cNvSpPr>
            <p:nvPr/>
          </p:nvSpPr>
          <p:spPr bwMode="auto">
            <a:xfrm>
              <a:off x="3006726" y="3340100"/>
              <a:ext cx="409575" cy="282575"/>
            </a:xfrm>
            <a:custGeom>
              <a:avLst/>
              <a:gdLst>
                <a:gd name="T0" fmla="*/ 22 w 448"/>
                <a:gd name="T1" fmla="*/ 14 h 309"/>
                <a:gd name="T2" fmla="*/ 15 w 448"/>
                <a:gd name="T3" fmla="*/ 21 h 309"/>
                <a:gd name="T4" fmla="*/ 15 w 448"/>
                <a:gd name="T5" fmla="*/ 288 h 309"/>
                <a:gd name="T6" fmla="*/ 22 w 448"/>
                <a:gd name="T7" fmla="*/ 295 h 309"/>
                <a:gd name="T8" fmla="*/ 427 w 448"/>
                <a:gd name="T9" fmla="*/ 295 h 309"/>
                <a:gd name="T10" fmla="*/ 433 w 448"/>
                <a:gd name="T11" fmla="*/ 288 h 309"/>
                <a:gd name="T12" fmla="*/ 433 w 448"/>
                <a:gd name="T13" fmla="*/ 21 h 309"/>
                <a:gd name="T14" fmla="*/ 427 w 448"/>
                <a:gd name="T15" fmla="*/ 14 h 309"/>
                <a:gd name="T16" fmla="*/ 22 w 448"/>
                <a:gd name="T17" fmla="*/ 14 h 309"/>
                <a:gd name="T18" fmla="*/ 427 w 448"/>
                <a:gd name="T19" fmla="*/ 309 h 309"/>
                <a:gd name="T20" fmla="*/ 22 w 448"/>
                <a:gd name="T21" fmla="*/ 309 h 309"/>
                <a:gd name="T22" fmla="*/ 0 w 448"/>
                <a:gd name="T23" fmla="*/ 288 h 309"/>
                <a:gd name="T24" fmla="*/ 0 w 448"/>
                <a:gd name="T25" fmla="*/ 21 h 309"/>
                <a:gd name="T26" fmla="*/ 22 w 448"/>
                <a:gd name="T27" fmla="*/ 0 h 309"/>
                <a:gd name="T28" fmla="*/ 427 w 448"/>
                <a:gd name="T29" fmla="*/ 0 h 309"/>
                <a:gd name="T30" fmla="*/ 448 w 448"/>
                <a:gd name="T31" fmla="*/ 21 h 309"/>
                <a:gd name="T32" fmla="*/ 448 w 448"/>
                <a:gd name="T33" fmla="*/ 288 h 309"/>
                <a:gd name="T34" fmla="*/ 427 w 448"/>
                <a:gd name="T35"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8" h="309">
                  <a:moveTo>
                    <a:pt x="22" y="14"/>
                  </a:moveTo>
                  <a:cubicBezTo>
                    <a:pt x="18" y="14"/>
                    <a:pt x="15" y="17"/>
                    <a:pt x="15" y="21"/>
                  </a:cubicBezTo>
                  <a:lnTo>
                    <a:pt x="15" y="288"/>
                  </a:lnTo>
                  <a:cubicBezTo>
                    <a:pt x="15" y="292"/>
                    <a:pt x="18" y="295"/>
                    <a:pt x="22" y="295"/>
                  </a:cubicBezTo>
                  <a:lnTo>
                    <a:pt x="427" y="295"/>
                  </a:lnTo>
                  <a:cubicBezTo>
                    <a:pt x="430" y="295"/>
                    <a:pt x="433" y="292"/>
                    <a:pt x="433" y="288"/>
                  </a:cubicBezTo>
                  <a:lnTo>
                    <a:pt x="433" y="21"/>
                  </a:lnTo>
                  <a:cubicBezTo>
                    <a:pt x="433" y="17"/>
                    <a:pt x="430" y="14"/>
                    <a:pt x="427" y="14"/>
                  </a:cubicBezTo>
                  <a:lnTo>
                    <a:pt x="22" y="14"/>
                  </a:lnTo>
                  <a:close/>
                  <a:moveTo>
                    <a:pt x="427" y="309"/>
                  </a:moveTo>
                  <a:lnTo>
                    <a:pt x="22" y="309"/>
                  </a:lnTo>
                  <a:cubicBezTo>
                    <a:pt x="10" y="309"/>
                    <a:pt x="0" y="300"/>
                    <a:pt x="0" y="288"/>
                  </a:cubicBezTo>
                  <a:lnTo>
                    <a:pt x="0" y="21"/>
                  </a:lnTo>
                  <a:cubicBezTo>
                    <a:pt x="0" y="9"/>
                    <a:pt x="10" y="0"/>
                    <a:pt x="22" y="0"/>
                  </a:cubicBezTo>
                  <a:lnTo>
                    <a:pt x="427" y="0"/>
                  </a:lnTo>
                  <a:cubicBezTo>
                    <a:pt x="438" y="0"/>
                    <a:pt x="448" y="9"/>
                    <a:pt x="448" y="21"/>
                  </a:cubicBezTo>
                  <a:lnTo>
                    <a:pt x="448" y="288"/>
                  </a:lnTo>
                  <a:cubicBezTo>
                    <a:pt x="448" y="300"/>
                    <a:pt x="438" y="309"/>
                    <a:pt x="427" y="309"/>
                  </a:cubicBezTo>
                </a:path>
              </a:pathLst>
            </a:custGeom>
            <a:grpFill/>
            <a:ln w="2708" cap="flat">
              <a:noFill/>
              <a:prstDash val="solid"/>
              <a:miter/>
            </a:ln>
          </p:spPr>
          <p:txBody>
            <a:bodyPr rtlCol="0" anchor="ctr"/>
            <a:lstStyle/>
            <a:p>
              <a:endParaRPr lang="en-US" dirty="0"/>
            </a:p>
          </p:txBody>
        </p:sp>
        <p:sp>
          <p:nvSpPr>
            <p:cNvPr id="109" name="Freeform 207">
              <a:extLst>
                <a:ext uri="{FF2B5EF4-FFF2-40B4-BE49-F238E27FC236}">
                  <a16:creationId xmlns:a16="http://schemas.microsoft.com/office/drawing/2014/main" id="{D1DA2EA5-9F9C-2DE1-E49D-E2F7C4AAC0A8}"/>
                </a:ext>
              </a:extLst>
            </p:cNvPr>
            <p:cNvSpPr>
              <a:spLocks/>
            </p:cNvSpPr>
            <p:nvPr/>
          </p:nvSpPr>
          <p:spPr bwMode="auto">
            <a:xfrm>
              <a:off x="3144838" y="3279775"/>
              <a:ext cx="134938" cy="47625"/>
            </a:xfrm>
            <a:custGeom>
              <a:avLst/>
              <a:gdLst>
                <a:gd name="T0" fmla="*/ 139 w 147"/>
                <a:gd name="T1" fmla="*/ 51 h 51"/>
                <a:gd name="T2" fmla="*/ 132 w 147"/>
                <a:gd name="T3" fmla="*/ 43 h 51"/>
                <a:gd name="T4" fmla="*/ 132 w 147"/>
                <a:gd name="T5" fmla="*/ 24 h 51"/>
                <a:gd name="T6" fmla="*/ 122 w 147"/>
                <a:gd name="T7" fmla="*/ 14 h 51"/>
                <a:gd name="T8" fmla="*/ 24 w 147"/>
                <a:gd name="T9" fmla="*/ 14 h 51"/>
                <a:gd name="T10" fmla="*/ 14 w 147"/>
                <a:gd name="T11" fmla="*/ 24 h 51"/>
                <a:gd name="T12" fmla="*/ 14 w 147"/>
                <a:gd name="T13" fmla="*/ 43 h 51"/>
                <a:gd name="T14" fmla="*/ 7 w 147"/>
                <a:gd name="T15" fmla="*/ 51 h 51"/>
                <a:gd name="T16" fmla="*/ 0 w 147"/>
                <a:gd name="T17" fmla="*/ 43 h 51"/>
                <a:gd name="T18" fmla="*/ 0 w 147"/>
                <a:gd name="T19" fmla="*/ 24 h 51"/>
                <a:gd name="T20" fmla="*/ 24 w 147"/>
                <a:gd name="T21" fmla="*/ 0 h 51"/>
                <a:gd name="T22" fmla="*/ 122 w 147"/>
                <a:gd name="T23" fmla="*/ 0 h 51"/>
                <a:gd name="T24" fmla="*/ 147 w 147"/>
                <a:gd name="T25" fmla="*/ 24 h 51"/>
                <a:gd name="T26" fmla="*/ 147 w 147"/>
                <a:gd name="T27" fmla="*/ 43 h 51"/>
                <a:gd name="T28" fmla="*/ 139 w 147"/>
                <a:gd name="T2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7" h="51">
                  <a:moveTo>
                    <a:pt x="139" y="51"/>
                  </a:moveTo>
                  <a:cubicBezTo>
                    <a:pt x="135" y="51"/>
                    <a:pt x="132" y="47"/>
                    <a:pt x="132" y="43"/>
                  </a:cubicBezTo>
                  <a:lnTo>
                    <a:pt x="132" y="24"/>
                  </a:lnTo>
                  <a:cubicBezTo>
                    <a:pt x="132" y="18"/>
                    <a:pt x="128" y="14"/>
                    <a:pt x="122" y="14"/>
                  </a:cubicBezTo>
                  <a:lnTo>
                    <a:pt x="24" y="14"/>
                  </a:lnTo>
                  <a:cubicBezTo>
                    <a:pt x="19" y="14"/>
                    <a:pt x="14" y="18"/>
                    <a:pt x="14" y="24"/>
                  </a:cubicBezTo>
                  <a:lnTo>
                    <a:pt x="14" y="43"/>
                  </a:lnTo>
                  <a:cubicBezTo>
                    <a:pt x="14" y="47"/>
                    <a:pt x="11" y="51"/>
                    <a:pt x="7" y="51"/>
                  </a:cubicBezTo>
                  <a:cubicBezTo>
                    <a:pt x="3" y="51"/>
                    <a:pt x="0" y="47"/>
                    <a:pt x="0" y="43"/>
                  </a:cubicBezTo>
                  <a:lnTo>
                    <a:pt x="0" y="24"/>
                  </a:lnTo>
                  <a:cubicBezTo>
                    <a:pt x="0" y="10"/>
                    <a:pt x="11" y="0"/>
                    <a:pt x="24" y="0"/>
                  </a:cubicBezTo>
                  <a:lnTo>
                    <a:pt x="122" y="0"/>
                  </a:lnTo>
                  <a:cubicBezTo>
                    <a:pt x="136" y="0"/>
                    <a:pt x="147" y="10"/>
                    <a:pt x="147" y="24"/>
                  </a:cubicBezTo>
                  <a:lnTo>
                    <a:pt x="147" y="43"/>
                  </a:lnTo>
                  <a:cubicBezTo>
                    <a:pt x="147" y="47"/>
                    <a:pt x="143" y="51"/>
                    <a:pt x="139" y="51"/>
                  </a:cubicBezTo>
                  <a:close/>
                </a:path>
              </a:pathLst>
            </a:custGeom>
            <a:grpFill/>
            <a:ln w="2708" cap="flat">
              <a:noFill/>
              <a:prstDash val="solid"/>
              <a:miter/>
            </a:ln>
          </p:spPr>
          <p:txBody>
            <a:bodyPr rtlCol="0" anchor="ctr"/>
            <a:lstStyle/>
            <a:p>
              <a:endParaRPr lang="en-US" dirty="0"/>
            </a:p>
          </p:txBody>
        </p:sp>
        <p:sp>
          <p:nvSpPr>
            <p:cNvPr id="110" name="Freeform 208">
              <a:extLst>
                <a:ext uri="{FF2B5EF4-FFF2-40B4-BE49-F238E27FC236}">
                  <a16:creationId xmlns:a16="http://schemas.microsoft.com/office/drawing/2014/main" id="{3846D1AE-46F0-57A9-1126-F98DD679E1B4}"/>
                </a:ext>
              </a:extLst>
            </p:cNvPr>
            <p:cNvSpPr>
              <a:spLocks/>
            </p:cNvSpPr>
            <p:nvPr/>
          </p:nvSpPr>
          <p:spPr bwMode="auto">
            <a:xfrm>
              <a:off x="3006726" y="3438525"/>
              <a:ext cx="409575" cy="82550"/>
            </a:xfrm>
            <a:custGeom>
              <a:avLst/>
              <a:gdLst>
                <a:gd name="T0" fmla="*/ 225 w 450"/>
                <a:gd name="T1" fmla="*/ 91 h 91"/>
                <a:gd name="T2" fmla="*/ 169 w 450"/>
                <a:gd name="T3" fmla="*/ 80 h 91"/>
                <a:gd name="T4" fmla="*/ 6 w 450"/>
                <a:gd name="T5" fmla="*/ 15 h 91"/>
                <a:gd name="T6" fmla="*/ 2 w 450"/>
                <a:gd name="T7" fmla="*/ 5 h 91"/>
                <a:gd name="T8" fmla="*/ 11 w 450"/>
                <a:gd name="T9" fmla="*/ 1 h 91"/>
                <a:gd name="T10" fmla="*/ 175 w 450"/>
                <a:gd name="T11" fmla="*/ 67 h 91"/>
                <a:gd name="T12" fmla="*/ 275 w 450"/>
                <a:gd name="T13" fmla="*/ 67 h 91"/>
                <a:gd name="T14" fmla="*/ 439 w 450"/>
                <a:gd name="T15" fmla="*/ 1 h 91"/>
                <a:gd name="T16" fmla="*/ 448 w 450"/>
                <a:gd name="T17" fmla="*/ 5 h 91"/>
                <a:gd name="T18" fmla="*/ 444 w 450"/>
                <a:gd name="T19" fmla="*/ 15 h 91"/>
                <a:gd name="T20" fmla="*/ 281 w 450"/>
                <a:gd name="T21" fmla="*/ 80 h 91"/>
                <a:gd name="T22" fmla="*/ 225 w 450"/>
                <a:gd name="T2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0" h="91">
                  <a:moveTo>
                    <a:pt x="225" y="91"/>
                  </a:moveTo>
                  <a:cubicBezTo>
                    <a:pt x="206" y="91"/>
                    <a:pt x="187" y="87"/>
                    <a:pt x="169" y="80"/>
                  </a:cubicBezTo>
                  <a:lnTo>
                    <a:pt x="6" y="15"/>
                  </a:lnTo>
                  <a:cubicBezTo>
                    <a:pt x="2" y="13"/>
                    <a:pt x="0" y="9"/>
                    <a:pt x="2" y="5"/>
                  </a:cubicBezTo>
                  <a:cubicBezTo>
                    <a:pt x="3" y="2"/>
                    <a:pt x="8" y="0"/>
                    <a:pt x="11" y="1"/>
                  </a:cubicBezTo>
                  <a:lnTo>
                    <a:pt x="175" y="67"/>
                  </a:lnTo>
                  <a:cubicBezTo>
                    <a:pt x="207" y="80"/>
                    <a:pt x="243" y="80"/>
                    <a:pt x="275" y="67"/>
                  </a:cubicBezTo>
                  <a:lnTo>
                    <a:pt x="439" y="1"/>
                  </a:lnTo>
                  <a:cubicBezTo>
                    <a:pt x="443" y="0"/>
                    <a:pt x="447" y="2"/>
                    <a:pt x="448" y="5"/>
                  </a:cubicBezTo>
                  <a:cubicBezTo>
                    <a:pt x="450" y="9"/>
                    <a:pt x="448" y="13"/>
                    <a:pt x="444" y="15"/>
                  </a:cubicBezTo>
                  <a:lnTo>
                    <a:pt x="281" y="80"/>
                  </a:lnTo>
                  <a:cubicBezTo>
                    <a:pt x="263" y="87"/>
                    <a:pt x="244" y="91"/>
                    <a:pt x="225" y="91"/>
                  </a:cubicBezTo>
                </a:path>
              </a:pathLst>
            </a:custGeom>
            <a:grpFill/>
            <a:ln w="2708" cap="flat">
              <a:noFill/>
              <a:prstDash val="solid"/>
              <a:miter/>
            </a:ln>
          </p:spPr>
          <p:txBody>
            <a:bodyPr rtlCol="0" anchor="ctr"/>
            <a:lstStyle/>
            <a:p>
              <a:endParaRPr lang="en-US" dirty="0"/>
            </a:p>
          </p:txBody>
        </p:sp>
        <p:sp>
          <p:nvSpPr>
            <p:cNvPr id="111" name="Freeform 209">
              <a:extLst>
                <a:ext uri="{FF2B5EF4-FFF2-40B4-BE49-F238E27FC236}">
                  <a16:creationId xmlns:a16="http://schemas.microsoft.com/office/drawing/2014/main" id="{3A9098D8-FD45-8EE2-B56B-274B44F1480B}"/>
                </a:ext>
              </a:extLst>
            </p:cNvPr>
            <p:cNvSpPr>
              <a:spLocks noEditPoints="1"/>
            </p:cNvSpPr>
            <p:nvPr/>
          </p:nvSpPr>
          <p:spPr bwMode="auto">
            <a:xfrm>
              <a:off x="3175001" y="3408363"/>
              <a:ext cx="74613" cy="53975"/>
            </a:xfrm>
            <a:custGeom>
              <a:avLst/>
              <a:gdLst>
                <a:gd name="T0" fmla="*/ 25 w 81"/>
                <a:gd name="T1" fmla="*/ 14 h 59"/>
                <a:gd name="T2" fmla="*/ 14 w 81"/>
                <a:gd name="T3" fmla="*/ 25 h 59"/>
                <a:gd name="T4" fmla="*/ 14 w 81"/>
                <a:gd name="T5" fmla="*/ 34 h 59"/>
                <a:gd name="T6" fmla="*/ 25 w 81"/>
                <a:gd name="T7" fmla="*/ 44 h 59"/>
                <a:gd name="T8" fmla="*/ 56 w 81"/>
                <a:gd name="T9" fmla="*/ 44 h 59"/>
                <a:gd name="T10" fmla="*/ 66 w 81"/>
                <a:gd name="T11" fmla="*/ 34 h 59"/>
                <a:gd name="T12" fmla="*/ 66 w 81"/>
                <a:gd name="T13" fmla="*/ 25 h 59"/>
                <a:gd name="T14" fmla="*/ 56 w 81"/>
                <a:gd name="T15" fmla="*/ 14 h 59"/>
                <a:gd name="T16" fmla="*/ 25 w 81"/>
                <a:gd name="T17" fmla="*/ 14 h 59"/>
                <a:gd name="T18" fmla="*/ 56 w 81"/>
                <a:gd name="T19" fmla="*/ 59 h 59"/>
                <a:gd name="T20" fmla="*/ 25 w 81"/>
                <a:gd name="T21" fmla="*/ 59 h 59"/>
                <a:gd name="T22" fmla="*/ 0 w 81"/>
                <a:gd name="T23" fmla="*/ 34 h 59"/>
                <a:gd name="T24" fmla="*/ 0 w 81"/>
                <a:gd name="T25" fmla="*/ 25 h 59"/>
                <a:gd name="T26" fmla="*/ 25 w 81"/>
                <a:gd name="T27" fmla="*/ 0 h 59"/>
                <a:gd name="T28" fmla="*/ 56 w 81"/>
                <a:gd name="T29" fmla="*/ 0 h 59"/>
                <a:gd name="T30" fmla="*/ 81 w 81"/>
                <a:gd name="T31" fmla="*/ 25 h 59"/>
                <a:gd name="T32" fmla="*/ 81 w 81"/>
                <a:gd name="T33" fmla="*/ 34 h 59"/>
                <a:gd name="T34" fmla="*/ 56 w 81"/>
                <a:gd name="T35"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59">
                  <a:moveTo>
                    <a:pt x="25" y="14"/>
                  </a:moveTo>
                  <a:cubicBezTo>
                    <a:pt x="19" y="14"/>
                    <a:pt x="14" y="19"/>
                    <a:pt x="14" y="25"/>
                  </a:cubicBezTo>
                  <a:lnTo>
                    <a:pt x="14" y="34"/>
                  </a:lnTo>
                  <a:cubicBezTo>
                    <a:pt x="14" y="39"/>
                    <a:pt x="19" y="44"/>
                    <a:pt x="25" y="44"/>
                  </a:cubicBezTo>
                  <a:lnTo>
                    <a:pt x="56" y="44"/>
                  </a:lnTo>
                  <a:cubicBezTo>
                    <a:pt x="61" y="44"/>
                    <a:pt x="66" y="39"/>
                    <a:pt x="66" y="34"/>
                  </a:cubicBezTo>
                  <a:lnTo>
                    <a:pt x="66" y="25"/>
                  </a:lnTo>
                  <a:cubicBezTo>
                    <a:pt x="66" y="19"/>
                    <a:pt x="61" y="14"/>
                    <a:pt x="56" y="14"/>
                  </a:cubicBezTo>
                  <a:lnTo>
                    <a:pt x="25" y="14"/>
                  </a:lnTo>
                  <a:close/>
                  <a:moveTo>
                    <a:pt x="56" y="59"/>
                  </a:moveTo>
                  <a:lnTo>
                    <a:pt x="25" y="59"/>
                  </a:lnTo>
                  <a:cubicBezTo>
                    <a:pt x="11" y="59"/>
                    <a:pt x="0" y="47"/>
                    <a:pt x="0" y="34"/>
                  </a:cubicBezTo>
                  <a:lnTo>
                    <a:pt x="0" y="25"/>
                  </a:lnTo>
                  <a:cubicBezTo>
                    <a:pt x="0" y="11"/>
                    <a:pt x="11" y="0"/>
                    <a:pt x="25" y="0"/>
                  </a:cubicBezTo>
                  <a:lnTo>
                    <a:pt x="56" y="0"/>
                  </a:lnTo>
                  <a:cubicBezTo>
                    <a:pt x="69" y="0"/>
                    <a:pt x="81" y="11"/>
                    <a:pt x="81" y="25"/>
                  </a:cubicBezTo>
                  <a:lnTo>
                    <a:pt x="81" y="34"/>
                  </a:lnTo>
                  <a:cubicBezTo>
                    <a:pt x="81" y="47"/>
                    <a:pt x="69" y="59"/>
                    <a:pt x="56" y="59"/>
                  </a:cubicBezTo>
                  <a:close/>
                </a:path>
              </a:pathLst>
            </a:custGeom>
            <a:grpFill/>
            <a:ln w="2708" cap="flat">
              <a:noFill/>
              <a:prstDash val="solid"/>
              <a:miter/>
            </a:ln>
          </p:spPr>
          <p:txBody>
            <a:bodyPr rtlCol="0" anchor="ctr"/>
            <a:lstStyle/>
            <a:p>
              <a:endParaRPr lang="en-US" dirty="0"/>
            </a:p>
          </p:txBody>
        </p:sp>
      </p:grpSp>
      <p:grpSp>
        <p:nvGrpSpPr>
          <p:cNvPr id="112" name="AI2" descr="{&quot;Key&quot;:&quot;POWER_USER_SHAPE_ICON&quot;,&quot;Value&quot;:&quot;POWER_USER_SHAPE_ICON_STYLE_1&quot;}">
            <a:extLst>
              <a:ext uri="{FF2B5EF4-FFF2-40B4-BE49-F238E27FC236}">
                <a16:creationId xmlns:a16="http://schemas.microsoft.com/office/drawing/2014/main" id="{208E632F-894D-69D7-31D5-05C8169FCA20}"/>
              </a:ext>
            </a:extLst>
          </p:cNvPr>
          <p:cNvGrpSpPr>
            <a:grpSpLocks noChangeAspect="1"/>
          </p:cNvGrpSpPr>
          <p:nvPr>
            <p:custDataLst>
              <p:tags r:id="rId3"/>
            </p:custDataLst>
          </p:nvPr>
        </p:nvGrpSpPr>
        <p:grpSpPr>
          <a:xfrm>
            <a:off x="7226721" y="3894545"/>
            <a:ext cx="847386" cy="711201"/>
            <a:chOff x="3457576" y="4243388"/>
            <a:chExt cx="711200" cy="596900"/>
          </a:xfrm>
          <a:solidFill>
            <a:schemeClr val="accent5"/>
          </a:solidFill>
        </p:grpSpPr>
        <p:sp>
          <p:nvSpPr>
            <p:cNvPr id="113" name="Freeform 322">
              <a:extLst>
                <a:ext uri="{FF2B5EF4-FFF2-40B4-BE49-F238E27FC236}">
                  <a16:creationId xmlns:a16="http://schemas.microsoft.com/office/drawing/2014/main" id="{610147E1-DF0B-700E-2EF6-B33DBC7FC97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323">
              <a:extLst>
                <a:ext uri="{FF2B5EF4-FFF2-40B4-BE49-F238E27FC236}">
                  <a16:creationId xmlns:a16="http://schemas.microsoft.com/office/drawing/2014/main" id="{5F0A6A9C-75C1-C8B6-9A0A-72D563BA422C}"/>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324">
              <a:extLst>
                <a:ext uri="{FF2B5EF4-FFF2-40B4-BE49-F238E27FC236}">
                  <a16:creationId xmlns:a16="http://schemas.microsoft.com/office/drawing/2014/main" id="{B2284C49-487A-4C53-862F-5CFD4B7350E5}"/>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325">
              <a:extLst>
                <a:ext uri="{FF2B5EF4-FFF2-40B4-BE49-F238E27FC236}">
                  <a16:creationId xmlns:a16="http://schemas.microsoft.com/office/drawing/2014/main" id="{86B318B0-4A8D-CE48-76D0-EE4D4AD85715}"/>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326">
              <a:extLst>
                <a:ext uri="{FF2B5EF4-FFF2-40B4-BE49-F238E27FC236}">
                  <a16:creationId xmlns:a16="http://schemas.microsoft.com/office/drawing/2014/main" id="{854131F3-DEBA-79D9-98A9-AAC688F49B2A}"/>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327">
              <a:extLst>
                <a:ext uri="{FF2B5EF4-FFF2-40B4-BE49-F238E27FC236}">
                  <a16:creationId xmlns:a16="http://schemas.microsoft.com/office/drawing/2014/main" id="{0B7007DD-CCAC-8CD0-3809-53000B2B26F2}"/>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328">
              <a:extLst>
                <a:ext uri="{FF2B5EF4-FFF2-40B4-BE49-F238E27FC236}">
                  <a16:creationId xmlns:a16="http://schemas.microsoft.com/office/drawing/2014/main" id="{D7411F88-6CD0-95C0-81FC-9BC0D51EA97F}"/>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329">
              <a:extLst>
                <a:ext uri="{FF2B5EF4-FFF2-40B4-BE49-F238E27FC236}">
                  <a16:creationId xmlns:a16="http://schemas.microsoft.com/office/drawing/2014/main" id="{97C6460D-B7D7-25F7-DD81-F4D629A4FC6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Freeform 330">
              <a:extLst>
                <a:ext uri="{FF2B5EF4-FFF2-40B4-BE49-F238E27FC236}">
                  <a16:creationId xmlns:a16="http://schemas.microsoft.com/office/drawing/2014/main" id="{EE941B55-D4E8-9D3E-A870-A43C94B04254}"/>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331">
              <a:extLst>
                <a:ext uri="{FF2B5EF4-FFF2-40B4-BE49-F238E27FC236}">
                  <a16:creationId xmlns:a16="http://schemas.microsoft.com/office/drawing/2014/main" id="{E3AFB1FC-0C55-F4AE-E37B-509D1AFCB175}"/>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332">
              <a:extLst>
                <a:ext uri="{FF2B5EF4-FFF2-40B4-BE49-F238E27FC236}">
                  <a16:creationId xmlns:a16="http://schemas.microsoft.com/office/drawing/2014/main" id="{30ECD723-F4E8-8956-7071-D29F3549316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333">
              <a:extLst>
                <a:ext uri="{FF2B5EF4-FFF2-40B4-BE49-F238E27FC236}">
                  <a16:creationId xmlns:a16="http://schemas.microsoft.com/office/drawing/2014/main" id="{4AA762D6-0797-F252-D268-D70D0A73E393}"/>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334">
              <a:extLst>
                <a:ext uri="{FF2B5EF4-FFF2-40B4-BE49-F238E27FC236}">
                  <a16:creationId xmlns:a16="http://schemas.microsoft.com/office/drawing/2014/main" id="{D29B1DDD-788E-9770-6409-654DC66FB85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335">
              <a:extLst>
                <a:ext uri="{FF2B5EF4-FFF2-40B4-BE49-F238E27FC236}">
                  <a16:creationId xmlns:a16="http://schemas.microsoft.com/office/drawing/2014/main" id="{C0221443-DF3A-15E3-2872-4B69357489DB}"/>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336">
              <a:extLst>
                <a:ext uri="{FF2B5EF4-FFF2-40B4-BE49-F238E27FC236}">
                  <a16:creationId xmlns:a16="http://schemas.microsoft.com/office/drawing/2014/main" id="{35A584D7-2A9A-4A6B-4648-C99221B56C7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723582536"/>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BDFFC7-EB92-3AA0-94B9-CF09E77D696E}"/>
              </a:ext>
            </a:extLst>
          </p:cNvPr>
          <p:cNvSpPr>
            <a:spLocks noGrp="1"/>
          </p:cNvSpPr>
          <p:nvPr>
            <p:ph type="title"/>
          </p:nvPr>
        </p:nvSpPr>
        <p:spPr>
          <a:xfrm>
            <a:off x="214184" y="13663"/>
            <a:ext cx="9728886" cy="678316"/>
          </a:xfrm>
        </p:spPr>
        <p:txBody>
          <a:bodyPr>
            <a:normAutofit/>
          </a:bodyPr>
          <a:lstStyle/>
          <a:p>
            <a:r>
              <a:rPr lang="en-US" dirty="0"/>
              <a:t>Iceberg</a:t>
            </a:r>
          </a:p>
        </p:txBody>
      </p:sp>
      <p:sp>
        <p:nvSpPr>
          <p:cNvPr id="3" name="Freeform: Shape 6">
            <a:extLst>
              <a:ext uri="{FF2B5EF4-FFF2-40B4-BE49-F238E27FC236}">
                <a16:creationId xmlns:a16="http://schemas.microsoft.com/office/drawing/2014/main" id="{98539A00-2DD4-619B-B9CC-AF330F1677F5}"/>
              </a:ext>
            </a:extLst>
          </p:cNvPr>
          <p:cNvSpPr/>
          <p:nvPr/>
        </p:nvSpPr>
        <p:spPr>
          <a:xfrm>
            <a:off x="-1" y="2580117"/>
            <a:ext cx="12192000" cy="4286592"/>
          </a:xfrm>
          <a:custGeom>
            <a:avLst/>
            <a:gdLst>
              <a:gd name="connsiteX0" fmla="*/ 11686551 w 12192000"/>
              <a:gd name="connsiteY0" fmla="*/ 0 h 3939218"/>
              <a:gd name="connsiteX1" fmla="*/ 12192000 w 12192000"/>
              <a:gd name="connsiteY1" fmla="*/ 229078 h 3939218"/>
              <a:gd name="connsiteX2" fmla="*/ 12192000 w 12192000"/>
              <a:gd name="connsiteY2" fmla="*/ 237340 h 3939218"/>
              <a:gd name="connsiteX3" fmla="*/ 12192000 w 12192000"/>
              <a:gd name="connsiteY3" fmla="*/ 541847 h 3939218"/>
              <a:gd name="connsiteX4" fmla="*/ 12192000 w 12192000"/>
              <a:gd name="connsiteY4" fmla="*/ 801174 h 3939218"/>
              <a:gd name="connsiteX5" fmla="*/ 12192000 w 12192000"/>
              <a:gd name="connsiteY5" fmla="*/ 809436 h 3939218"/>
              <a:gd name="connsiteX6" fmla="*/ 12192000 w 12192000"/>
              <a:gd name="connsiteY6" fmla="*/ 1113943 h 3939218"/>
              <a:gd name="connsiteX7" fmla="*/ 12192000 w 12192000"/>
              <a:gd name="connsiteY7" fmla="*/ 2519036 h 3939218"/>
              <a:gd name="connsiteX8" fmla="*/ 12192000 w 12192000"/>
              <a:gd name="connsiteY8" fmla="*/ 3091132 h 3939218"/>
              <a:gd name="connsiteX9" fmla="*/ 12192000 w 12192000"/>
              <a:gd name="connsiteY9" fmla="*/ 3224769 h 3939218"/>
              <a:gd name="connsiteX10" fmla="*/ 12192000 w 12192000"/>
              <a:gd name="connsiteY10" fmla="*/ 3367122 h 3939218"/>
              <a:gd name="connsiteX11" fmla="*/ 12192000 w 12192000"/>
              <a:gd name="connsiteY11" fmla="*/ 3796865 h 3939218"/>
              <a:gd name="connsiteX12" fmla="*/ 12192000 w 12192000"/>
              <a:gd name="connsiteY12" fmla="*/ 3939218 h 3939218"/>
              <a:gd name="connsiteX13" fmla="*/ 0 w 12192000"/>
              <a:gd name="connsiteY13" fmla="*/ 3939218 h 3939218"/>
              <a:gd name="connsiteX14" fmla="*/ 0 w 12192000"/>
              <a:gd name="connsiteY14" fmla="*/ 3367122 h 3939218"/>
              <a:gd name="connsiteX15" fmla="*/ 0 w 12192000"/>
              <a:gd name="connsiteY15" fmla="*/ 3091132 h 3939218"/>
              <a:gd name="connsiteX16" fmla="*/ 0 w 12192000"/>
              <a:gd name="connsiteY16" fmla="*/ 2519036 h 3939218"/>
              <a:gd name="connsiteX17" fmla="*/ 1 w 12192000"/>
              <a:gd name="connsiteY17" fmla="*/ 2519036 h 3939218"/>
              <a:gd name="connsiteX18" fmla="*/ 1 w 12192000"/>
              <a:gd name="connsiteY18" fmla="*/ 847204 h 3939218"/>
              <a:gd name="connsiteX19" fmla="*/ 1 w 12192000"/>
              <a:gd name="connsiteY19" fmla="*/ 275108 h 3939218"/>
              <a:gd name="connsiteX20" fmla="*/ 3 w 12192000"/>
              <a:gd name="connsiteY20" fmla="*/ 275108 h 3939218"/>
              <a:gd name="connsiteX21" fmla="*/ 3 w 12192000"/>
              <a:gd name="connsiteY21" fmla="*/ 241498 h 3939218"/>
              <a:gd name="connsiteX22" fmla="*/ 375242 w 12192000"/>
              <a:gd name="connsiteY22" fmla="*/ 72201 h 3939218"/>
              <a:gd name="connsiteX23" fmla="*/ 1411592 w 12192000"/>
              <a:gd name="connsiteY23" fmla="*/ 106156 h 3939218"/>
              <a:gd name="connsiteX24" fmla="*/ 2584071 w 12192000"/>
              <a:gd name="connsiteY24" fmla="*/ 76983 h 3939218"/>
              <a:gd name="connsiteX25" fmla="*/ 3002517 w 12192000"/>
              <a:gd name="connsiteY25" fmla="*/ 199892 h 3939218"/>
              <a:gd name="connsiteX26" fmla="*/ 3663036 w 12192000"/>
              <a:gd name="connsiteY26" fmla="*/ 57375 h 3939218"/>
              <a:gd name="connsiteX27" fmla="*/ 4195120 w 12192000"/>
              <a:gd name="connsiteY27" fmla="*/ 199892 h 3939218"/>
              <a:gd name="connsiteX28" fmla="*/ 4940273 w 12192000"/>
              <a:gd name="connsiteY28" fmla="*/ 42551 h 3939218"/>
              <a:gd name="connsiteX29" fmla="*/ 5394823 w 12192000"/>
              <a:gd name="connsiteY29" fmla="*/ 199892 h 3939218"/>
              <a:gd name="connsiteX30" fmla="*/ 6022790 w 12192000"/>
              <a:gd name="connsiteY30" fmla="*/ 37768 h 3939218"/>
              <a:gd name="connsiteX31" fmla="*/ 6039003 w 12192000"/>
              <a:gd name="connsiteY31" fmla="*/ 34434 h 3939218"/>
              <a:gd name="connsiteX32" fmla="*/ 7075355 w 12192000"/>
              <a:gd name="connsiteY32" fmla="*/ 68389 h 3939218"/>
              <a:gd name="connsiteX33" fmla="*/ 8247833 w 12192000"/>
              <a:gd name="connsiteY33" fmla="*/ 39215 h 3939218"/>
              <a:gd name="connsiteX34" fmla="*/ 8666278 w 12192000"/>
              <a:gd name="connsiteY34" fmla="*/ 162124 h 3939218"/>
              <a:gd name="connsiteX35" fmla="*/ 9326797 w 12192000"/>
              <a:gd name="connsiteY35" fmla="*/ 19608 h 3939218"/>
              <a:gd name="connsiteX36" fmla="*/ 9858881 w 12192000"/>
              <a:gd name="connsiteY36" fmla="*/ 162124 h 3939218"/>
              <a:gd name="connsiteX37" fmla="*/ 10604035 w 12192000"/>
              <a:gd name="connsiteY37" fmla="*/ 4783 h 3939218"/>
              <a:gd name="connsiteX38" fmla="*/ 11058584 w 12192000"/>
              <a:gd name="connsiteY38" fmla="*/ 162124 h 3939218"/>
              <a:gd name="connsiteX39" fmla="*/ 11686551 w 12192000"/>
              <a:gd name="connsiteY39" fmla="*/ 0 h 393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192000" h="3939218">
                <a:moveTo>
                  <a:pt x="11686551" y="0"/>
                </a:moveTo>
                <a:cubicBezTo>
                  <a:pt x="11674120" y="108560"/>
                  <a:pt x="11930989" y="231948"/>
                  <a:pt x="12192000" y="229078"/>
                </a:cubicBezTo>
                <a:lnTo>
                  <a:pt x="12192000" y="237340"/>
                </a:lnTo>
                <a:lnTo>
                  <a:pt x="12192000" y="541847"/>
                </a:lnTo>
                <a:lnTo>
                  <a:pt x="12192000" y="801174"/>
                </a:lnTo>
                <a:lnTo>
                  <a:pt x="12192000" y="809436"/>
                </a:lnTo>
                <a:lnTo>
                  <a:pt x="12192000" y="1113943"/>
                </a:lnTo>
                <a:lnTo>
                  <a:pt x="12192000" y="2519036"/>
                </a:lnTo>
                <a:lnTo>
                  <a:pt x="12192000" y="3091132"/>
                </a:lnTo>
                <a:lnTo>
                  <a:pt x="12192000" y="3224769"/>
                </a:lnTo>
                <a:lnTo>
                  <a:pt x="12192000" y="3367122"/>
                </a:lnTo>
                <a:lnTo>
                  <a:pt x="12192000" y="3796865"/>
                </a:lnTo>
                <a:lnTo>
                  <a:pt x="12192000" y="3939218"/>
                </a:lnTo>
                <a:lnTo>
                  <a:pt x="0" y="3939218"/>
                </a:lnTo>
                <a:lnTo>
                  <a:pt x="0" y="3367122"/>
                </a:lnTo>
                <a:lnTo>
                  <a:pt x="0" y="3091132"/>
                </a:lnTo>
                <a:lnTo>
                  <a:pt x="0" y="2519036"/>
                </a:lnTo>
                <a:lnTo>
                  <a:pt x="1" y="2519036"/>
                </a:lnTo>
                <a:lnTo>
                  <a:pt x="1" y="847204"/>
                </a:lnTo>
                <a:lnTo>
                  <a:pt x="1" y="275108"/>
                </a:lnTo>
                <a:lnTo>
                  <a:pt x="3" y="275108"/>
                </a:lnTo>
                <a:lnTo>
                  <a:pt x="3" y="241498"/>
                </a:lnTo>
                <a:cubicBezTo>
                  <a:pt x="169275" y="189848"/>
                  <a:pt x="267524" y="146328"/>
                  <a:pt x="375242" y="72201"/>
                </a:cubicBezTo>
                <a:cubicBezTo>
                  <a:pt x="574108" y="346712"/>
                  <a:pt x="1125131" y="314670"/>
                  <a:pt x="1411592" y="106156"/>
                </a:cubicBezTo>
                <a:cubicBezTo>
                  <a:pt x="1766710" y="304148"/>
                  <a:pt x="2233098" y="248194"/>
                  <a:pt x="2584071" y="76983"/>
                </a:cubicBezTo>
                <a:cubicBezTo>
                  <a:pt x="2584071" y="76983"/>
                  <a:pt x="2640890" y="155416"/>
                  <a:pt x="3002517" y="199892"/>
                </a:cubicBezTo>
                <a:cubicBezTo>
                  <a:pt x="3364737" y="243890"/>
                  <a:pt x="3663036" y="57375"/>
                  <a:pt x="3663036" y="57375"/>
                </a:cubicBezTo>
                <a:cubicBezTo>
                  <a:pt x="3663036" y="57375"/>
                  <a:pt x="3847696" y="165458"/>
                  <a:pt x="4195120" y="199892"/>
                </a:cubicBezTo>
                <a:cubicBezTo>
                  <a:pt x="4543135" y="233846"/>
                  <a:pt x="4940273" y="42551"/>
                  <a:pt x="4940273" y="42551"/>
                </a:cubicBezTo>
                <a:cubicBezTo>
                  <a:pt x="4940273" y="42551"/>
                  <a:pt x="5011297" y="199892"/>
                  <a:pt x="5394823" y="199892"/>
                </a:cubicBezTo>
                <a:cubicBezTo>
                  <a:pt x="5778350" y="199892"/>
                  <a:pt x="6022790" y="37768"/>
                  <a:pt x="6022790" y="37768"/>
                </a:cubicBezTo>
                <a:lnTo>
                  <a:pt x="6039003" y="34434"/>
                </a:lnTo>
                <a:cubicBezTo>
                  <a:pt x="6237870" y="308944"/>
                  <a:pt x="6788893" y="276902"/>
                  <a:pt x="7075355" y="68389"/>
                </a:cubicBezTo>
                <a:cubicBezTo>
                  <a:pt x="7430471" y="266380"/>
                  <a:pt x="7896859" y="210427"/>
                  <a:pt x="8247833" y="39215"/>
                </a:cubicBezTo>
                <a:cubicBezTo>
                  <a:pt x="8247833" y="39215"/>
                  <a:pt x="8304652" y="117648"/>
                  <a:pt x="8666278" y="162124"/>
                </a:cubicBezTo>
                <a:cubicBezTo>
                  <a:pt x="9028499" y="206122"/>
                  <a:pt x="9326797" y="19608"/>
                  <a:pt x="9326797" y="19608"/>
                </a:cubicBezTo>
                <a:cubicBezTo>
                  <a:pt x="9326797" y="19608"/>
                  <a:pt x="9511457" y="127690"/>
                  <a:pt x="9858881" y="162124"/>
                </a:cubicBezTo>
                <a:cubicBezTo>
                  <a:pt x="10206896" y="196079"/>
                  <a:pt x="10604035" y="4783"/>
                  <a:pt x="10604035" y="4783"/>
                </a:cubicBezTo>
                <a:cubicBezTo>
                  <a:pt x="10604035" y="4783"/>
                  <a:pt x="10675058" y="162124"/>
                  <a:pt x="11058584" y="162124"/>
                </a:cubicBezTo>
                <a:cubicBezTo>
                  <a:pt x="11442111" y="162124"/>
                  <a:pt x="11686551" y="0"/>
                  <a:pt x="11686551" y="0"/>
                </a:cubicBezTo>
                <a:close/>
              </a:path>
            </a:pathLst>
          </a:custGeom>
          <a:solidFill>
            <a:srgbClr val="0C568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4" name="Groupe 63">
            <a:extLst>
              <a:ext uri="{FF2B5EF4-FFF2-40B4-BE49-F238E27FC236}">
                <a16:creationId xmlns:a16="http://schemas.microsoft.com/office/drawing/2014/main" id="{B1BB60D2-2EA9-3209-DCE7-657362B19833}"/>
              </a:ext>
            </a:extLst>
          </p:cNvPr>
          <p:cNvGrpSpPr/>
          <p:nvPr/>
        </p:nvGrpSpPr>
        <p:grpSpPr>
          <a:xfrm>
            <a:off x="4379765" y="971508"/>
            <a:ext cx="3432470" cy="5815773"/>
            <a:chOff x="-786996" y="500548"/>
            <a:chExt cx="3432470" cy="5815773"/>
          </a:xfrm>
        </p:grpSpPr>
        <p:sp>
          <p:nvSpPr>
            <p:cNvPr id="5" name="Shape">
              <a:extLst>
                <a:ext uri="{FF2B5EF4-FFF2-40B4-BE49-F238E27FC236}">
                  <a16:creationId xmlns:a16="http://schemas.microsoft.com/office/drawing/2014/main" id="{BF954DBB-BAF4-5B17-5254-DB4766C305E6}"/>
                </a:ext>
              </a:extLst>
            </p:cNvPr>
            <p:cNvSpPr/>
            <p:nvPr/>
          </p:nvSpPr>
          <p:spPr>
            <a:xfrm>
              <a:off x="-779464" y="500548"/>
              <a:ext cx="3424938" cy="1971704"/>
            </a:xfrm>
            <a:custGeom>
              <a:avLst/>
              <a:gdLst>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21600 w 21600"/>
                <a:gd name="connsiteY46" fmla="*/ 21600 h 21600"/>
                <a:gd name="connsiteX47" fmla="*/ 21198 w 21600"/>
                <a:gd name="connsiteY47"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21600 w 21600"/>
                <a:gd name="connsiteY47" fmla="*/ 21600 h 21600"/>
                <a:gd name="connsiteX48" fmla="*/ 21198 w 21600"/>
                <a:gd name="connsiteY48"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19920 w 21600"/>
                <a:gd name="connsiteY47" fmla="*/ 21507 h 21600"/>
                <a:gd name="connsiteX48" fmla="*/ 21600 w 21600"/>
                <a:gd name="connsiteY48" fmla="*/ 21600 h 21600"/>
                <a:gd name="connsiteX49" fmla="*/ 21198 w 21600"/>
                <a:gd name="connsiteY49" fmla="*/ 19722 h 21600"/>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9920 w 21600"/>
                <a:gd name="connsiteY47" fmla="*/ 21507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514 w 21600"/>
                <a:gd name="connsiteY46" fmla="*/ 21732 h 23761"/>
                <a:gd name="connsiteX47" fmla="*/ 18274 w 21600"/>
                <a:gd name="connsiteY47" fmla="*/ 23423 h 23761"/>
                <a:gd name="connsiteX48" fmla="*/ 21600 w 21600"/>
                <a:gd name="connsiteY48" fmla="*/ 21600 h 23761"/>
                <a:gd name="connsiteX49" fmla="*/ 21198 w 21600"/>
                <a:gd name="connsiteY49" fmla="*/ 19722 h 23761"/>
                <a:gd name="connsiteX0" fmla="*/ 21125 w 21527"/>
                <a:gd name="connsiteY0" fmla="*/ 19722 h 23761"/>
                <a:gd name="connsiteX1" fmla="*/ 20603 w 21527"/>
                <a:gd name="connsiteY1" fmla="*/ 19290 h 23761"/>
                <a:gd name="connsiteX2" fmla="*/ 20267 w 21527"/>
                <a:gd name="connsiteY2" fmla="*/ 18170 h 23761"/>
                <a:gd name="connsiteX3" fmla="*/ 19965 w 21527"/>
                <a:gd name="connsiteY3" fmla="*/ 18638 h 23761"/>
                <a:gd name="connsiteX4" fmla="*/ 19527 w 21527"/>
                <a:gd name="connsiteY4" fmla="*/ 18422 h 23761"/>
                <a:gd name="connsiteX5" fmla="*/ 18739 w 21527"/>
                <a:gd name="connsiteY5" fmla="*/ 17123 h 23761"/>
                <a:gd name="connsiteX6" fmla="*/ 18655 w 21527"/>
                <a:gd name="connsiteY6" fmla="*/ 16076 h 23761"/>
                <a:gd name="connsiteX7" fmla="*/ 17396 w 21527"/>
                <a:gd name="connsiteY7" fmla="*/ 16618 h 23761"/>
                <a:gd name="connsiteX8" fmla="*/ 17245 w 21527"/>
                <a:gd name="connsiteY8" fmla="*/ 15171 h 23761"/>
                <a:gd name="connsiteX9" fmla="*/ 16957 w 21527"/>
                <a:gd name="connsiteY9" fmla="*/ 15135 h 23761"/>
                <a:gd name="connsiteX10" fmla="*/ 16404 w 21527"/>
                <a:gd name="connsiteY10" fmla="*/ 15787 h 23761"/>
                <a:gd name="connsiteX11" fmla="*/ 15647 w 21527"/>
                <a:gd name="connsiteY11" fmla="*/ 15103 h 23761"/>
                <a:gd name="connsiteX12" fmla="*/ 15497 w 21527"/>
                <a:gd name="connsiteY12" fmla="*/ 14051 h 23761"/>
                <a:gd name="connsiteX13" fmla="*/ 15228 w 21527"/>
                <a:gd name="connsiteY13" fmla="*/ 13330 h 23761"/>
                <a:gd name="connsiteX14" fmla="*/ 14507 w 21527"/>
                <a:gd name="connsiteY14" fmla="*/ 12825 h 23761"/>
                <a:gd name="connsiteX15" fmla="*/ 14507 w 21527"/>
                <a:gd name="connsiteY15" fmla="*/ 11668 h 23761"/>
                <a:gd name="connsiteX16" fmla="*/ 14036 w 21527"/>
                <a:gd name="connsiteY16" fmla="*/ 11489 h 23761"/>
                <a:gd name="connsiteX17" fmla="*/ 14220 w 21527"/>
                <a:gd name="connsiteY17" fmla="*/ 10511 h 23761"/>
                <a:gd name="connsiteX18" fmla="*/ 14052 w 21527"/>
                <a:gd name="connsiteY18" fmla="*/ 9969 h 23761"/>
                <a:gd name="connsiteX19" fmla="*/ 13952 w 21527"/>
                <a:gd name="connsiteY19" fmla="*/ 9285 h 23761"/>
                <a:gd name="connsiteX20" fmla="*/ 13650 w 21527"/>
                <a:gd name="connsiteY20" fmla="*/ 9032 h 23761"/>
                <a:gd name="connsiteX21" fmla="*/ 13650 w 21527"/>
                <a:gd name="connsiteY21" fmla="*/ 8059 h 23761"/>
                <a:gd name="connsiteX22" fmla="*/ 12793 w 21527"/>
                <a:gd name="connsiteY22" fmla="*/ 8022 h 23761"/>
                <a:gd name="connsiteX23" fmla="*/ 12390 w 21527"/>
                <a:gd name="connsiteY23" fmla="*/ 6144 h 23761"/>
                <a:gd name="connsiteX24" fmla="*/ 11653 w 21527"/>
                <a:gd name="connsiteY24" fmla="*/ 4652 h 23761"/>
                <a:gd name="connsiteX25" fmla="*/ 11835 w 21527"/>
                <a:gd name="connsiteY25" fmla="*/ 3747 h 23761"/>
                <a:gd name="connsiteX26" fmla="*/ 11835 w 21527"/>
                <a:gd name="connsiteY26" fmla="*/ 2783 h 23761"/>
                <a:gd name="connsiteX27" fmla="*/ 11490 w 21527"/>
                <a:gd name="connsiteY27" fmla="*/ 2783 h 23761"/>
                <a:gd name="connsiteX28" fmla="*/ 11162 w 21527"/>
                <a:gd name="connsiteY28" fmla="*/ 3003 h 23761"/>
                <a:gd name="connsiteX29" fmla="*/ 11097 w 21527"/>
                <a:gd name="connsiteY29" fmla="*/ 2457 h 23761"/>
                <a:gd name="connsiteX30" fmla="*/ 10474 w 21527"/>
                <a:gd name="connsiteY30" fmla="*/ 0 h 23761"/>
                <a:gd name="connsiteX31" fmla="*/ 9988 w 21527"/>
                <a:gd name="connsiteY31" fmla="*/ 1304 h 23761"/>
                <a:gd name="connsiteX32" fmla="*/ 9385 w 21527"/>
                <a:gd name="connsiteY32" fmla="*/ 1736 h 23761"/>
                <a:gd name="connsiteX33" fmla="*/ 8510 w 21527"/>
                <a:gd name="connsiteY33" fmla="*/ 3471 h 23761"/>
                <a:gd name="connsiteX34" fmla="*/ 6832 w 21527"/>
                <a:gd name="connsiteY34" fmla="*/ 6865 h 23761"/>
                <a:gd name="connsiteX35" fmla="*/ 5840 w 21527"/>
                <a:gd name="connsiteY35" fmla="*/ 9753 h 23761"/>
                <a:gd name="connsiteX36" fmla="*/ 5421 w 21527"/>
                <a:gd name="connsiteY36" fmla="*/ 9753 h 23761"/>
                <a:gd name="connsiteX37" fmla="*/ 4647 w 21527"/>
                <a:gd name="connsiteY37" fmla="*/ 10658 h 23761"/>
                <a:gd name="connsiteX38" fmla="*/ 4497 w 21527"/>
                <a:gd name="connsiteY38" fmla="*/ 12031 h 23761"/>
                <a:gd name="connsiteX39" fmla="*/ 2918 w 21527"/>
                <a:gd name="connsiteY39" fmla="*/ 12462 h 23761"/>
                <a:gd name="connsiteX40" fmla="*/ 2329 w 21527"/>
                <a:gd name="connsiteY40" fmla="*/ 15318 h 23761"/>
                <a:gd name="connsiteX41" fmla="*/ 1287 w 21527"/>
                <a:gd name="connsiteY41" fmla="*/ 16691 h 23761"/>
                <a:gd name="connsiteX42" fmla="*/ 1287 w 21527"/>
                <a:gd name="connsiteY42" fmla="*/ 18675 h 23761"/>
                <a:gd name="connsiteX43" fmla="*/ 382 w 21527"/>
                <a:gd name="connsiteY43" fmla="*/ 19759 h 23761"/>
                <a:gd name="connsiteX44" fmla="*/ 0 w 21527"/>
                <a:gd name="connsiteY44" fmla="*/ 21882 h 23761"/>
                <a:gd name="connsiteX45" fmla="*/ 7561 w 21527"/>
                <a:gd name="connsiteY45" fmla="*/ 23761 h 23761"/>
                <a:gd name="connsiteX46" fmla="*/ 11441 w 21527"/>
                <a:gd name="connsiteY46" fmla="*/ 21732 h 23761"/>
                <a:gd name="connsiteX47" fmla="*/ 18201 w 21527"/>
                <a:gd name="connsiteY47" fmla="*/ 23423 h 23761"/>
                <a:gd name="connsiteX48" fmla="*/ 21527 w 21527"/>
                <a:gd name="connsiteY48" fmla="*/ 21600 h 23761"/>
                <a:gd name="connsiteX49" fmla="*/ 21125 w 21527"/>
                <a:gd name="connsiteY49" fmla="*/ 19722 h 23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1527" h="23761" extrusionOk="0">
                  <a:moveTo>
                    <a:pt x="21125" y="19722"/>
                  </a:moveTo>
                  <a:lnTo>
                    <a:pt x="20603" y="19290"/>
                  </a:lnTo>
                  <a:lnTo>
                    <a:pt x="20267" y="18170"/>
                  </a:lnTo>
                  <a:lnTo>
                    <a:pt x="19965" y="18638"/>
                  </a:lnTo>
                  <a:lnTo>
                    <a:pt x="19527" y="18422"/>
                  </a:lnTo>
                  <a:lnTo>
                    <a:pt x="18739" y="17123"/>
                  </a:lnTo>
                  <a:lnTo>
                    <a:pt x="18655" y="16076"/>
                  </a:lnTo>
                  <a:lnTo>
                    <a:pt x="17396" y="16618"/>
                  </a:lnTo>
                  <a:cubicBezTo>
                    <a:pt x="17346" y="16136"/>
                    <a:pt x="17295" y="15653"/>
                    <a:pt x="17245" y="15171"/>
                  </a:cubicBezTo>
                  <a:lnTo>
                    <a:pt x="16957" y="15135"/>
                  </a:lnTo>
                  <a:lnTo>
                    <a:pt x="16404" y="15787"/>
                  </a:lnTo>
                  <a:lnTo>
                    <a:pt x="15647" y="15103"/>
                  </a:lnTo>
                  <a:lnTo>
                    <a:pt x="15497" y="14051"/>
                  </a:lnTo>
                  <a:cubicBezTo>
                    <a:pt x="15407" y="13811"/>
                    <a:pt x="15318" y="13570"/>
                    <a:pt x="15228" y="13330"/>
                  </a:cubicBezTo>
                  <a:lnTo>
                    <a:pt x="14507" y="12825"/>
                  </a:lnTo>
                  <a:lnTo>
                    <a:pt x="14507" y="11668"/>
                  </a:lnTo>
                  <a:lnTo>
                    <a:pt x="14036" y="11489"/>
                  </a:lnTo>
                  <a:cubicBezTo>
                    <a:pt x="14097" y="11163"/>
                    <a:pt x="14159" y="10837"/>
                    <a:pt x="14220" y="10511"/>
                  </a:cubicBezTo>
                  <a:lnTo>
                    <a:pt x="14052" y="9969"/>
                  </a:lnTo>
                  <a:cubicBezTo>
                    <a:pt x="14019" y="9741"/>
                    <a:pt x="13985" y="9513"/>
                    <a:pt x="13952" y="9285"/>
                  </a:cubicBezTo>
                  <a:lnTo>
                    <a:pt x="13650" y="9032"/>
                  </a:lnTo>
                  <a:lnTo>
                    <a:pt x="13650" y="8059"/>
                  </a:lnTo>
                  <a:lnTo>
                    <a:pt x="12793" y="8022"/>
                  </a:lnTo>
                  <a:cubicBezTo>
                    <a:pt x="12659" y="7396"/>
                    <a:pt x="12524" y="6770"/>
                    <a:pt x="12390" y="6144"/>
                  </a:cubicBezTo>
                  <a:lnTo>
                    <a:pt x="11653" y="4652"/>
                  </a:lnTo>
                  <a:cubicBezTo>
                    <a:pt x="11714" y="4350"/>
                    <a:pt x="11774" y="4049"/>
                    <a:pt x="11835" y="3747"/>
                  </a:cubicBezTo>
                  <a:lnTo>
                    <a:pt x="11835" y="2783"/>
                  </a:lnTo>
                  <a:lnTo>
                    <a:pt x="11490" y="2783"/>
                  </a:lnTo>
                  <a:lnTo>
                    <a:pt x="11162" y="3003"/>
                  </a:lnTo>
                  <a:cubicBezTo>
                    <a:pt x="11140" y="2821"/>
                    <a:pt x="11119" y="2639"/>
                    <a:pt x="11097" y="2457"/>
                  </a:cubicBezTo>
                  <a:lnTo>
                    <a:pt x="10474" y="0"/>
                  </a:lnTo>
                  <a:lnTo>
                    <a:pt x="9988" y="1304"/>
                  </a:lnTo>
                  <a:lnTo>
                    <a:pt x="9385" y="1736"/>
                  </a:lnTo>
                  <a:lnTo>
                    <a:pt x="8510" y="3471"/>
                  </a:lnTo>
                  <a:lnTo>
                    <a:pt x="6832" y="6865"/>
                  </a:lnTo>
                  <a:lnTo>
                    <a:pt x="5840" y="9753"/>
                  </a:lnTo>
                  <a:lnTo>
                    <a:pt x="5421" y="9753"/>
                  </a:lnTo>
                  <a:lnTo>
                    <a:pt x="4647" y="10658"/>
                  </a:lnTo>
                  <a:lnTo>
                    <a:pt x="4497" y="12031"/>
                  </a:lnTo>
                  <a:lnTo>
                    <a:pt x="2918" y="12462"/>
                  </a:lnTo>
                  <a:lnTo>
                    <a:pt x="2329" y="15318"/>
                  </a:lnTo>
                  <a:lnTo>
                    <a:pt x="1287" y="16691"/>
                  </a:lnTo>
                  <a:lnTo>
                    <a:pt x="1287" y="18675"/>
                  </a:lnTo>
                  <a:lnTo>
                    <a:pt x="382" y="19759"/>
                  </a:lnTo>
                  <a:cubicBezTo>
                    <a:pt x="255" y="20467"/>
                    <a:pt x="127" y="21174"/>
                    <a:pt x="0" y="21882"/>
                  </a:cubicBezTo>
                  <a:lnTo>
                    <a:pt x="7561" y="23761"/>
                  </a:lnTo>
                  <a:lnTo>
                    <a:pt x="11441" y="21732"/>
                  </a:lnTo>
                  <a:cubicBezTo>
                    <a:pt x="13753" y="22408"/>
                    <a:pt x="15536" y="24099"/>
                    <a:pt x="18201" y="23423"/>
                  </a:cubicBezTo>
                  <a:lnTo>
                    <a:pt x="21527" y="21600"/>
                  </a:lnTo>
                  <a:lnTo>
                    <a:pt x="21125" y="19722"/>
                  </a:lnTo>
                  <a:close/>
                </a:path>
              </a:pathLst>
            </a:custGeom>
            <a:solidFill>
              <a:schemeClr val="bg1"/>
            </a:solidFill>
            <a:ln w="12700">
              <a:miter lim="400000"/>
            </a:ln>
          </p:spPr>
          <p:txBody>
            <a:bodyPr lIns="38100" tIns="38100" rIns="38100" bIns="38100" anchor="ctr"/>
            <a:lstStyle/>
            <a:p>
              <a:pPr>
                <a:defRPr sz="3000"/>
              </a:pPr>
              <a:endParaRPr lang="en-US" dirty="0"/>
            </a:p>
          </p:txBody>
        </p:sp>
        <p:sp>
          <p:nvSpPr>
            <p:cNvPr id="6" name="Shape">
              <a:extLst>
                <a:ext uri="{FF2B5EF4-FFF2-40B4-BE49-F238E27FC236}">
                  <a16:creationId xmlns:a16="http://schemas.microsoft.com/office/drawing/2014/main" id="{9B8AD105-3411-9417-BA32-0CF30DC55019}"/>
                </a:ext>
              </a:extLst>
            </p:cNvPr>
            <p:cNvSpPr/>
            <p:nvPr/>
          </p:nvSpPr>
          <p:spPr>
            <a:xfrm>
              <a:off x="961677" y="729172"/>
              <a:ext cx="145938" cy="200042"/>
            </a:xfrm>
            <a:custGeom>
              <a:avLst/>
              <a:gdLst/>
              <a:ahLst/>
              <a:cxnLst>
                <a:cxn ang="0">
                  <a:pos x="wd2" y="hd2"/>
                </a:cxn>
                <a:cxn ang="5400000">
                  <a:pos x="wd2" y="hd2"/>
                </a:cxn>
                <a:cxn ang="10800000">
                  <a:pos x="wd2" y="hd2"/>
                </a:cxn>
                <a:cxn ang="16200000">
                  <a:pos x="wd2" y="hd2"/>
                </a:cxn>
              </a:cxnLst>
              <a:rect l="0" t="0" r="r" b="b"/>
              <a:pathLst>
                <a:path w="21600" h="21600" extrusionOk="0">
                  <a:moveTo>
                    <a:pt x="0" y="3456"/>
                  </a:moveTo>
                  <a:lnTo>
                    <a:pt x="13479" y="0"/>
                  </a:lnTo>
                  <a:lnTo>
                    <a:pt x="21600" y="0"/>
                  </a:lnTo>
                  <a:lnTo>
                    <a:pt x="21600" y="8640"/>
                  </a:lnTo>
                  <a:lnTo>
                    <a:pt x="1472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 name="Shape">
              <a:extLst>
                <a:ext uri="{FF2B5EF4-FFF2-40B4-BE49-F238E27FC236}">
                  <a16:creationId xmlns:a16="http://schemas.microsoft.com/office/drawing/2014/main" id="{5176858C-440C-7C7A-B16B-645173101304}"/>
                </a:ext>
              </a:extLst>
            </p:cNvPr>
            <p:cNvSpPr/>
            <p:nvPr/>
          </p:nvSpPr>
          <p:spPr>
            <a:xfrm>
              <a:off x="-410042" y="1719860"/>
              <a:ext cx="420661" cy="391702"/>
            </a:xfrm>
            <a:custGeom>
              <a:avLst/>
              <a:gdLst/>
              <a:ahLst/>
              <a:cxnLst>
                <a:cxn ang="0">
                  <a:pos x="wd2" y="hd2"/>
                </a:cxn>
                <a:cxn ang="5400000">
                  <a:pos x="wd2" y="hd2"/>
                </a:cxn>
                <a:cxn ang="10800000">
                  <a:pos x="wd2" y="hd2"/>
                </a:cxn>
                <a:cxn ang="16200000">
                  <a:pos x="wd2" y="hd2"/>
                </a:cxn>
              </a:cxnLst>
              <a:rect l="0" t="0" r="r" b="b"/>
              <a:pathLst>
                <a:path w="21600" h="21600" extrusionOk="0">
                  <a:moveTo>
                    <a:pt x="0" y="18511"/>
                  </a:moveTo>
                  <a:lnTo>
                    <a:pt x="7689" y="7270"/>
                  </a:lnTo>
                  <a:lnTo>
                    <a:pt x="11720" y="7270"/>
                  </a:lnTo>
                  <a:lnTo>
                    <a:pt x="13539" y="2038"/>
                  </a:lnTo>
                  <a:lnTo>
                    <a:pt x="17198" y="0"/>
                  </a:lnTo>
                  <a:lnTo>
                    <a:pt x="19761" y="5295"/>
                  </a:lnTo>
                  <a:lnTo>
                    <a:pt x="19761" y="11893"/>
                  </a:lnTo>
                  <a:lnTo>
                    <a:pt x="21600" y="18511"/>
                  </a:lnTo>
                  <a:lnTo>
                    <a:pt x="17941" y="21600"/>
                  </a:lnTo>
                  <a:lnTo>
                    <a:pt x="15007" y="19163"/>
                  </a:lnTo>
                  <a:lnTo>
                    <a:pt x="7513" y="19835"/>
                  </a:lnTo>
                  <a:lnTo>
                    <a:pt x="5126" y="16515"/>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8" name="Shape">
              <a:extLst>
                <a:ext uri="{FF2B5EF4-FFF2-40B4-BE49-F238E27FC236}">
                  <a16:creationId xmlns:a16="http://schemas.microsoft.com/office/drawing/2014/main" id="{18B35014-780E-7CBF-3070-EC03EC8D5C73}"/>
                </a:ext>
              </a:extLst>
            </p:cNvPr>
            <p:cNvSpPr/>
            <p:nvPr/>
          </p:nvSpPr>
          <p:spPr>
            <a:xfrm>
              <a:off x="885473" y="1872270"/>
              <a:ext cx="74686" cy="136029"/>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1600" y="10830"/>
                  </a:lnTo>
                  <a:lnTo>
                    <a:pt x="21600" y="216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9" name="Shape">
              <a:extLst>
                <a:ext uri="{FF2B5EF4-FFF2-40B4-BE49-F238E27FC236}">
                  <a16:creationId xmlns:a16="http://schemas.microsoft.com/office/drawing/2014/main" id="{A97B5436-EBC3-6F87-F0C1-923222816FF1}"/>
                </a:ext>
              </a:extLst>
            </p:cNvPr>
            <p:cNvSpPr/>
            <p:nvPr/>
          </p:nvSpPr>
          <p:spPr>
            <a:xfrm>
              <a:off x="1075987" y="1910377"/>
              <a:ext cx="278158" cy="1958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3876" y="12313"/>
                  </a:lnTo>
                  <a:lnTo>
                    <a:pt x="5001" y="0"/>
                  </a:lnTo>
                  <a:lnTo>
                    <a:pt x="14114" y="6177"/>
                  </a:lnTo>
                  <a:lnTo>
                    <a:pt x="19647" y="4833"/>
                  </a:lnTo>
                  <a:lnTo>
                    <a:pt x="21600" y="21600"/>
                  </a:lnTo>
                  <a:lnTo>
                    <a:pt x="10800" y="16305"/>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0" name="Shape">
              <a:extLst>
                <a:ext uri="{FF2B5EF4-FFF2-40B4-BE49-F238E27FC236}">
                  <a16:creationId xmlns:a16="http://schemas.microsoft.com/office/drawing/2014/main" id="{D4980F51-F795-C1BC-C5CF-31E3930C2046}"/>
                </a:ext>
              </a:extLst>
            </p:cNvPr>
            <p:cNvSpPr/>
            <p:nvPr/>
          </p:nvSpPr>
          <p:spPr>
            <a:xfrm>
              <a:off x="542539" y="1834167"/>
              <a:ext cx="199668" cy="275874"/>
            </a:xfrm>
            <a:custGeom>
              <a:avLst/>
              <a:gdLst/>
              <a:ahLst/>
              <a:cxnLst>
                <a:cxn ang="0">
                  <a:pos x="wd2" y="hd2"/>
                </a:cxn>
                <a:cxn ang="5400000">
                  <a:pos x="wd2" y="hd2"/>
                </a:cxn>
                <a:cxn ang="10800000">
                  <a:pos x="wd2" y="hd2"/>
                </a:cxn>
                <a:cxn ang="16200000">
                  <a:pos x="wd2" y="hd2"/>
                </a:cxn>
              </a:cxnLst>
              <a:rect l="0" t="0" r="r" b="b"/>
              <a:pathLst>
                <a:path w="21600" h="21600" extrusionOk="0">
                  <a:moveTo>
                    <a:pt x="0" y="18139"/>
                  </a:moveTo>
                  <a:lnTo>
                    <a:pt x="0" y="5012"/>
                  </a:lnTo>
                  <a:lnTo>
                    <a:pt x="5812" y="1551"/>
                  </a:lnTo>
                  <a:lnTo>
                    <a:pt x="17766" y="0"/>
                  </a:lnTo>
                  <a:lnTo>
                    <a:pt x="21600" y="5012"/>
                  </a:lnTo>
                  <a:lnTo>
                    <a:pt x="10800" y="21600"/>
                  </a:lnTo>
                  <a:lnTo>
                    <a:pt x="7337" y="15335"/>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 name="Shape">
              <a:extLst>
                <a:ext uri="{FF2B5EF4-FFF2-40B4-BE49-F238E27FC236}">
                  <a16:creationId xmlns:a16="http://schemas.microsoft.com/office/drawing/2014/main" id="{DB1B5E01-261E-DA4C-1C10-834C8566F1E3}"/>
                </a:ext>
              </a:extLst>
            </p:cNvPr>
            <p:cNvSpPr/>
            <p:nvPr/>
          </p:nvSpPr>
          <p:spPr>
            <a:xfrm>
              <a:off x="1037887" y="1757961"/>
              <a:ext cx="363126" cy="158890"/>
            </a:xfrm>
            <a:custGeom>
              <a:avLst/>
              <a:gdLst/>
              <a:ahLst/>
              <a:cxnLst>
                <a:cxn ang="0">
                  <a:pos x="wd2" y="hd2"/>
                </a:cxn>
                <a:cxn ang="5400000">
                  <a:pos x="wd2" y="hd2"/>
                </a:cxn>
                <a:cxn ang="10800000">
                  <a:pos x="wd2" y="hd2"/>
                </a:cxn>
                <a:cxn ang="16200000">
                  <a:pos x="wd2" y="hd2"/>
                </a:cxn>
              </a:cxnLst>
              <a:rect l="0" t="0" r="r" b="b"/>
              <a:pathLst>
                <a:path w="21600" h="21600" extrusionOk="0">
                  <a:moveTo>
                    <a:pt x="0" y="15592"/>
                  </a:moveTo>
                  <a:lnTo>
                    <a:pt x="17588" y="0"/>
                  </a:lnTo>
                  <a:lnTo>
                    <a:pt x="21600" y="12898"/>
                  </a:lnTo>
                  <a:lnTo>
                    <a:pt x="21600" y="21600"/>
                  </a:lnTo>
                  <a:lnTo>
                    <a:pt x="11854" y="15592"/>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12" name="Shape">
              <a:extLst>
                <a:ext uri="{FF2B5EF4-FFF2-40B4-BE49-F238E27FC236}">
                  <a16:creationId xmlns:a16="http://schemas.microsoft.com/office/drawing/2014/main" id="{9FF766D3-3367-347D-1CC3-39ACC5ABDA9C}"/>
                </a:ext>
              </a:extLst>
            </p:cNvPr>
            <p:cNvSpPr/>
            <p:nvPr/>
          </p:nvSpPr>
          <p:spPr>
            <a:xfrm>
              <a:off x="1495124" y="1910377"/>
              <a:ext cx="416854" cy="331506"/>
            </a:xfrm>
            <a:custGeom>
              <a:avLst/>
              <a:gdLst/>
              <a:ahLst/>
              <a:cxnLst>
                <a:cxn ang="0">
                  <a:pos x="wd2" y="hd2"/>
                </a:cxn>
                <a:cxn ang="5400000">
                  <a:pos x="wd2" y="hd2"/>
                </a:cxn>
                <a:cxn ang="10800000">
                  <a:pos x="wd2" y="hd2"/>
                </a:cxn>
                <a:cxn ang="16200000">
                  <a:pos x="wd2" y="hd2"/>
                </a:cxn>
              </a:cxnLst>
              <a:rect l="0" t="0" r="r" b="b"/>
              <a:pathLst>
                <a:path w="21600" h="21600" extrusionOk="0">
                  <a:moveTo>
                    <a:pt x="0" y="9360"/>
                  </a:moveTo>
                  <a:lnTo>
                    <a:pt x="6456" y="1564"/>
                  </a:lnTo>
                  <a:lnTo>
                    <a:pt x="11254" y="0"/>
                  </a:lnTo>
                  <a:lnTo>
                    <a:pt x="16072" y="6381"/>
                  </a:lnTo>
                  <a:lnTo>
                    <a:pt x="18836" y="17702"/>
                  </a:lnTo>
                  <a:lnTo>
                    <a:pt x="21600" y="21600"/>
                  </a:lnTo>
                  <a:lnTo>
                    <a:pt x="9240" y="15617"/>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3" name="Shape">
              <a:extLst>
                <a:ext uri="{FF2B5EF4-FFF2-40B4-BE49-F238E27FC236}">
                  <a16:creationId xmlns:a16="http://schemas.microsoft.com/office/drawing/2014/main" id="{896C30DD-E24C-6FF2-DB4F-AF8C3F3737F5}"/>
                </a:ext>
              </a:extLst>
            </p:cNvPr>
            <p:cNvSpPr/>
            <p:nvPr/>
          </p:nvSpPr>
          <p:spPr>
            <a:xfrm>
              <a:off x="1914262" y="2062791"/>
              <a:ext cx="349414" cy="147844"/>
            </a:xfrm>
            <a:custGeom>
              <a:avLst/>
              <a:gdLst/>
              <a:ahLst/>
              <a:cxnLst>
                <a:cxn ang="0">
                  <a:pos x="wd2" y="hd2"/>
                </a:cxn>
                <a:cxn ang="5400000">
                  <a:pos x="wd2" y="hd2"/>
                </a:cxn>
                <a:cxn ang="10800000">
                  <a:pos x="wd2" y="hd2"/>
                </a:cxn>
                <a:cxn ang="16200000">
                  <a:pos x="wd2" y="hd2"/>
                </a:cxn>
              </a:cxnLst>
              <a:rect l="0" t="0" r="r" b="b"/>
              <a:pathLst>
                <a:path w="21600" h="21600" extrusionOk="0">
                  <a:moveTo>
                    <a:pt x="0" y="7627"/>
                  </a:moveTo>
                  <a:lnTo>
                    <a:pt x="12555" y="0"/>
                  </a:lnTo>
                  <a:lnTo>
                    <a:pt x="21600" y="21600"/>
                  </a:lnTo>
                  <a:lnTo>
                    <a:pt x="13238" y="21600"/>
                  </a:lnTo>
                  <a:lnTo>
                    <a:pt x="11895" y="108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4" name="Freeform: Shape 56">
              <a:extLst>
                <a:ext uri="{FF2B5EF4-FFF2-40B4-BE49-F238E27FC236}">
                  <a16:creationId xmlns:a16="http://schemas.microsoft.com/office/drawing/2014/main" id="{64F84488-3FB7-E609-DCF0-66AA3DAE7865}"/>
                </a:ext>
              </a:extLst>
            </p:cNvPr>
            <p:cNvSpPr/>
            <p:nvPr/>
          </p:nvSpPr>
          <p:spPr>
            <a:xfrm>
              <a:off x="589413" y="500548"/>
              <a:ext cx="1239888" cy="1334003"/>
            </a:xfrm>
            <a:custGeom>
              <a:avLst/>
              <a:gdLst>
                <a:gd name="connsiteX0" fmla="*/ 241516 w 1010214"/>
                <a:gd name="connsiteY0" fmla="*/ 0 h 1086896"/>
                <a:gd name="connsiteX1" fmla="*/ 322240 w 1010214"/>
                <a:gd name="connsiteY1" fmla="*/ 166104 h 1086896"/>
                <a:gd name="connsiteX2" fmla="*/ 343987 w 1010214"/>
                <a:gd name="connsiteY2" fmla="*/ 261409 h 1086896"/>
                <a:gd name="connsiteX3" fmla="*/ 489907 w 1010214"/>
                <a:gd name="connsiteY3" fmla="*/ 415386 h 1086896"/>
                <a:gd name="connsiteX4" fmla="*/ 542055 w 1010214"/>
                <a:gd name="connsiteY4" fmla="*/ 542341 h 1086896"/>
                <a:gd name="connsiteX5" fmla="*/ 653178 w 1010214"/>
                <a:gd name="connsiteY5" fmla="*/ 544857 h 1086896"/>
                <a:gd name="connsiteX6" fmla="*/ 653178 w 1010214"/>
                <a:gd name="connsiteY6" fmla="*/ 610675 h 1086896"/>
                <a:gd name="connsiteX7" fmla="*/ 692324 w 1010214"/>
                <a:gd name="connsiteY7" fmla="*/ 627733 h 1086896"/>
                <a:gd name="connsiteX8" fmla="*/ 705326 w 1010214"/>
                <a:gd name="connsiteY8" fmla="*/ 673976 h 1086896"/>
                <a:gd name="connsiteX9" fmla="*/ 727074 w 1010214"/>
                <a:gd name="connsiteY9" fmla="*/ 710609 h 1086896"/>
                <a:gd name="connsiteX10" fmla="*/ 703175 w 1010214"/>
                <a:gd name="connsiteY10" fmla="*/ 776779 h 1086896"/>
                <a:gd name="connsiteX11" fmla="*/ 764349 w 1010214"/>
                <a:gd name="connsiteY11" fmla="*/ 788855 h 1086896"/>
                <a:gd name="connsiteX12" fmla="*/ 764349 w 1010214"/>
                <a:gd name="connsiteY12" fmla="*/ 867102 h 1086896"/>
                <a:gd name="connsiteX13" fmla="*/ 857794 w 1010214"/>
                <a:gd name="connsiteY13" fmla="*/ 901268 h 1086896"/>
                <a:gd name="connsiteX14" fmla="*/ 892543 w 1010214"/>
                <a:gd name="connsiteY14" fmla="*/ 949977 h 1086896"/>
                <a:gd name="connsiteX15" fmla="*/ 912093 w 1010214"/>
                <a:gd name="connsiteY15" fmla="*/ 1021079 h 1086896"/>
                <a:gd name="connsiteX16" fmla="*/ 1010214 w 1010214"/>
                <a:gd name="connsiteY16" fmla="*/ 1067322 h 1086896"/>
                <a:gd name="connsiteX17" fmla="*/ 870842 w 1010214"/>
                <a:gd name="connsiteY17" fmla="*/ 1086896 h 1086896"/>
                <a:gd name="connsiteX18" fmla="*/ 870842 w 1010214"/>
                <a:gd name="connsiteY18" fmla="*/ 1009606 h 1086896"/>
                <a:gd name="connsiteX19" fmla="*/ 778005 w 1010214"/>
                <a:gd name="connsiteY19" fmla="*/ 933825 h 1086896"/>
                <a:gd name="connsiteX20" fmla="*/ 647285 w 1010214"/>
                <a:gd name="connsiteY20" fmla="*/ 842546 h 1086896"/>
                <a:gd name="connsiteX21" fmla="*/ 628344 w 1010214"/>
                <a:gd name="connsiteY21" fmla="*/ 854975 h 1086896"/>
                <a:gd name="connsiteX22" fmla="*/ 627409 w 1010214"/>
                <a:gd name="connsiteY22" fmla="*/ 852143 h 1086896"/>
                <a:gd name="connsiteX23" fmla="*/ 447462 w 1010214"/>
                <a:gd name="connsiteY23" fmla="*/ 969234 h 1086896"/>
                <a:gd name="connsiteX24" fmla="*/ 340051 w 1010214"/>
                <a:gd name="connsiteY24" fmla="*/ 946254 h 1086896"/>
                <a:gd name="connsiteX25" fmla="*/ 274861 w 1010214"/>
                <a:gd name="connsiteY25" fmla="*/ 969234 h 1086896"/>
                <a:gd name="connsiteX26" fmla="*/ 186062 w 1010214"/>
                <a:gd name="connsiteY26" fmla="*/ 904035 h 1086896"/>
                <a:gd name="connsiteX27" fmla="*/ 139237 w 1010214"/>
                <a:gd name="connsiteY27" fmla="*/ 925280 h 1086896"/>
                <a:gd name="connsiteX28" fmla="*/ 135678 w 1010214"/>
                <a:gd name="connsiteY28" fmla="*/ 930403 h 1086896"/>
                <a:gd name="connsiteX29" fmla="*/ 120758 w 1010214"/>
                <a:gd name="connsiteY29" fmla="*/ 936945 h 1086896"/>
                <a:gd name="connsiteX30" fmla="*/ 78245 w 1010214"/>
                <a:gd name="connsiteY30" fmla="*/ 865542 h 1086896"/>
                <a:gd name="connsiteX31" fmla="*/ 55281 w 1010214"/>
                <a:gd name="connsiteY31" fmla="*/ 806869 h 1086896"/>
                <a:gd name="connsiteX32" fmla="*/ 0 w 1010214"/>
                <a:gd name="connsiteY32" fmla="*/ 832935 h 1086896"/>
                <a:gd name="connsiteX33" fmla="*/ 0 w 1010214"/>
                <a:gd name="connsiteY33" fmla="*/ 777684 h 1086896"/>
                <a:gd name="connsiteX34" fmla="*/ 84138 w 1010214"/>
                <a:gd name="connsiteY34" fmla="*/ 699438 h 1086896"/>
                <a:gd name="connsiteX35" fmla="*/ 136286 w 1010214"/>
                <a:gd name="connsiteY35" fmla="*/ 569061 h 1086896"/>
                <a:gd name="connsiteX36" fmla="*/ 84138 w 1010214"/>
                <a:gd name="connsiteY36" fmla="*/ 455138 h 1086896"/>
                <a:gd name="connsiteX37" fmla="*/ 153964 w 1010214"/>
                <a:gd name="connsiteY37" fmla="*/ 292456 h 1086896"/>
                <a:gd name="connsiteX38" fmla="*/ 216682 w 1010214"/>
                <a:gd name="connsiteY38" fmla="*/ 162078 h 1086896"/>
                <a:gd name="connsiteX39" fmla="*/ 191567 w 1010214"/>
                <a:gd name="connsiteY39" fmla="*/ 122930 h 10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10214" h="1086896">
                  <a:moveTo>
                    <a:pt x="241516" y="0"/>
                  </a:moveTo>
                  <a:lnTo>
                    <a:pt x="322240" y="166104"/>
                  </a:lnTo>
                  <a:lnTo>
                    <a:pt x="343987" y="261409"/>
                  </a:lnTo>
                  <a:lnTo>
                    <a:pt x="489907" y="415386"/>
                  </a:lnTo>
                  <a:lnTo>
                    <a:pt x="542055" y="542341"/>
                  </a:lnTo>
                  <a:lnTo>
                    <a:pt x="653178" y="544857"/>
                  </a:lnTo>
                  <a:lnTo>
                    <a:pt x="653178" y="610675"/>
                  </a:lnTo>
                  <a:lnTo>
                    <a:pt x="692324" y="627733"/>
                  </a:lnTo>
                  <a:lnTo>
                    <a:pt x="705326" y="673976"/>
                  </a:lnTo>
                  <a:lnTo>
                    <a:pt x="727074" y="710609"/>
                  </a:lnTo>
                  <a:lnTo>
                    <a:pt x="703175" y="776779"/>
                  </a:lnTo>
                  <a:lnTo>
                    <a:pt x="764349" y="788855"/>
                  </a:lnTo>
                  <a:lnTo>
                    <a:pt x="764349" y="867102"/>
                  </a:lnTo>
                  <a:lnTo>
                    <a:pt x="857794" y="901268"/>
                  </a:lnTo>
                  <a:lnTo>
                    <a:pt x="892543" y="949977"/>
                  </a:lnTo>
                  <a:lnTo>
                    <a:pt x="912093" y="1021079"/>
                  </a:lnTo>
                  <a:lnTo>
                    <a:pt x="1010214" y="1067322"/>
                  </a:lnTo>
                  <a:lnTo>
                    <a:pt x="870842" y="1086896"/>
                  </a:lnTo>
                  <a:lnTo>
                    <a:pt x="870842" y="1009606"/>
                  </a:lnTo>
                  <a:lnTo>
                    <a:pt x="778005" y="933825"/>
                  </a:lnTo>
                  <a:lnTo>
                    <a:pt x="647285" y="842546"/>
                  </a:lnTo>
                  <a:lnTo>
                    <a:pt x="628344" y="854975"/>
                  </a:lnTo>
                  <a:lnTo>
                    <a:pt x="627409" y="852143"/>
                  </a:lnTo>
                  <a:lnTo>
                    <a:pt x="447462" y="969234"/>
                  </a:lnTo>
                  <a:lnTo>
                    <a:pt x="340051" y="946254"/>
                  </a:lnTo>
                  <a:lnTo>
                    <a:pt x="274861" y="969234"/>
                  </a:lnTo>
                  <a:lnTo>
                    <a:pt x="186062" y="904035"/>
                  </a:lnTo>
                  <a:lnTo>
                    <a:pt x="139237" y="925280"/>
                  </a:lnTo>
                  <a:lnTo>
                    <a:pt x="135678" y="930403"/>
                  </a:lnTo>
                  <a:lnTo>
                    <a:pt x="120758" y="936945"/>
                  </a:lnTo>
                  <a:lnTo>
                    <a:pt x="78245" y="865542"/>
                  </a:lnTo>
                  <a:lnTo>
                    <a:pt x="55281" y="806869"/>
                  </a:lnTo>
                  <a:lnTo>
                    <a:pt x="0" y="832935"/>
                  </a:lnTo>
                  <a:lnTo>
                    <a:pt x="0" y="777684"/>
                  </a:lnTo>
                  <a:lnTo>
                    <a:pt x="84138" y="699438"/>
                  </a:lnTo>
                  <a:lnTo>
                    <a:pt x="136286" y="569061"/>
                  </a:lnTo>
                  <a:lnTo>
                    <a:pt x="84138" y="455138"/>
                  </a:lnTo>
                  <a:lnTo>
                    <a:pt x="153964" y="292456"/>
                  </a:lnTo>
                  <a:lnTo>
                    <a:pt x="216682" y="162078"/>
                  </a:lnTo>
                  <a:lnTo>
                    <a:pt x="191567" y="122930"/>
                  </a:lnTo>
                  <a:close/>
                </a:path>
              </a:pathLst>
            </a:custGeom>
            <a:solidFill>
              <a:srgbClr val="D9EDFC"/>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5" name="Shape">
              <a:extLst>
                <a:ext uri="{FF2B5EF4-FFF2-40B4-BE49-F238E27FC236}">
                  <a16:creationId xmlns:a16="http://schemas.microsoft.com/office/drawing/2014/main" id="{F942AAEE-ADB0-28A1-D31B-95DB6D63BEEC}"/>
                </a:ext>
              </a:extLst>
            </p:cNvPr>
            <p:cNvSpPr/>
            <p:nvPr/>
          </p:nvSpPr>
          <p:spPr>
            <a:xfrm>
              <a:off x="756438" y="1262615"/>
              <a:ext cx="604704" cy="427523"/>
            </a:xfrm>
            <a:custGeom>
              <a:avLst/>
              <a:gdLst/>
              <a:ahLst/>
              <a:cxnLst>
                <a:cxn ang="0">
                  <a:pos x="wd2" y="hd2"/>
                </a:cxn>
                <a:cxn ang="5400000">
                  <a:pos x="wd2" y="hd2"/>
                </a:cxn>
                <a:cxn ang="10800000">
                  <a:pos x="wd2" y="hd2"/>
                </a:cxn>
                <a:cxn ang="16200000">
                  <a:pos x="wd2" y="hd2"/>
                </a:cxn>
              </a:cxnLst>
              <a:rect l="0" t="0" r="r" b="b"/>
              <a:pathLst>
                <a:path w="21600" h="21600" extrusionOk="0">
                  <a:moveTo>
                    <a:pt x="19000" y="7874"/>
                  </a:moveTo>
                  <a:lnTo>
                    <a:pt x="17340" y="10492"/>
                  </a:lnTo>
                  <a:lnTo>
                    <a:pt x="14917" y="9087"/>
                  </a:lnTo>
                  <a:lnTo>
                    <a:pt x="13270" y="2811"/>
                  </a:lnTo>
                  <a:lnTo>
                    <a:pt x="10222" y="0"/>
                  </a:lnTo>
                  <a:lnTo>
                    <a:pt x="6084" y="5236"/>
                  </a:lnTo>
                  <a:lnTo>
                    <a:pt x="5254" y="11089"/>
                  </a:lnTo>
                  <a:lnTo>
                    <a:pt x="2572" y="13726"/>
                  </a:lnTo>
                  <a:lnTo>
                    <a:pt x="0" y="18963"/>
                  </a:lnTo>
                  <a:lnTo>
                    <a:pt x="2191" y="17557"/>
                  </a:lnTo>
                  <a:lnTo>
                    <a:pt x="6084" y="21600"/>
                  </a:lnTo>
                  <a:lnTo>
                    <a:pt x="8942" y="20175"/>
                  </a:lnTo>
                  <a:lnTo>
                    <a:pt x="13651" y="21600"/>
                  </a:lnTo>
                  <a:lnTo>
                    <a:pt x="21600" y="14284"/>
                  </a:lnTo>
                  <a:lnTo>
                    <a:pt x="20525" y="9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6" name="Freeform: Shape 58">
              <a:extLst>
                <a:ext uri="{FF2B5EF4-FFF2-40B4-BE49-F238E27FC236}">
                  <a16:creationId xmlns:a16="http://schemas.microsoft.com/office/drawing/2014/main" id="{77DA97A0-A72D-0906-BD00-E26781220384}"/>
                </a:ext>
              </a:extLst>
            </p:cNvPr>
            <p:cNvSpPr/>
            <p:nvPr/>
          </p:nvSpPr>
          <p:spPr>
            <a:xfrm>
              <a:off x="-786996" y="2137317"/>
              <a:ext cx="3432468" cy="4159891"/>
            </a:xfrm>
            <a:custGeom>
              <a:avLst/>
              <a:gdLst>
                <a:gd name="connsiteX0" fmla="*/ 1538936 w 2796645"/>
                <a:gd name="connsiteY0" fmla="*/ 0 h 3389324"/>
                <a:gd name="connsiteX1" fmla="*/ 1628814 w 2796645"/>
                <a:gd name="connsiteY1" fmla="*/ 88826 h 3389324"/>
                <a:gd name="connsiteX2" fmla="*/ 1700082 w 2796645"/>
                <a:gd name="connsiteY2" fmla="*/ 126788 h 3389324"/>
                <a:gd name="connsiteX3" fmla="*/ 1744479 w 2796645"/>
                <a:gd name="connsiteY3" fmla="*/ 150437 h 3389324"/>
                <a:gd name="connsiteX4" fmla="*/ 2320473 w 2796645"/>
                <a:gd name="connsiteY4" fmla="*/ 155219 h 3389324"/>
                <a:gd name="connsiteX5" fmla="*/ 2395518 w 2796645"/>
                <a:gd name="connsiteY5" fmla="*/ 126788 h 3389324"/>
                <a:gd name="connsiteX6" fmla="*/ 2456668 w 2796645"/>
                <a:gd name="connsiteY6" fmla="*/ 103621 h 3389324"/>
                <a:gd name="connsiteX7" fmla="*/ 2575288 w 2796645"/>
                <a:gd name="connsiteY7" fmla="*/ 33955 h 3389324"/>
                <a:gd name="connsiteX8" fmla="*/ 2713229 w 2796645"/>
                <a:gd name="connsiteY8" fmla="*/ 96569 h 3389324"/>
                <a:gd name="connsiteX9" fmla="*/ 2796645 w 2796645"/>
                <a:gd name="connsiteY9" fmla="*/ 119714 h 3389324"/>
                <a:gd name="connsiteX10" fmla="*/ 2796645 w 2796645"/>
                <a:gd name="connsiteY10" fmla="*/ 127025 h 3389324"/>
                <a:gd name="connsiteX11" fmla="*/ 2796645 w 2796645"/>
                <a:gd name="connsiteY11" fmla="*/ 182776 h 3389324"/>
                <a:gd name="connsiteX12" fmla="*/ 2767838 w 2796645"/>
                <a:gd name="connsiteY12" fmla="*/ 330549 h 3389324"/>
                <a:gd name="connsiteX13" fmla="*/ 2748564 w 2796645"/>
                <a:gd name="connsiteY13" fmla="*/ 429422 h 3389324"/>
                <a:gd name="connsiteX14" fmla="*/ 2630534 w 2796645"/>
                <a:gd name="connsiteY14" fmla="*/ 607405 h 3389324"/>
                <a:gd name="connsiteX15" fmla="*/ 2630534 w 2796645"/>
                <a:gd name="connsiteY15" fmla="*/ 933635 h 3389324"/>
                <a:gd name="connsiteX16" fmla="*/ 2619994 w 2796645"/>
                <a:gd name="connsiteY16" fmla="*/ 951127 h 3389324"/>
                <a:gd name="connsiteX17" fmla="*/ 2494938 w 2796645"/>
                <a:gd name="connsiteY17" fmla="*/ 1159066 h 3389324"/>
                <a:gd name="connsiteX18" fmla="*/ 2418550 w 2796645"/>
                <a:gd name="connsiteY18" fmla="*/ 1627420 h 3389324"/>
                <a:gd name="connsiteX19" fmla="*/ 2212943 w 2796645"/>
                <a:gd name="connsiteY19" fmla="*/ 1698701 h 3389324"/>
                <a:gd name="connsiteX20" fmla="*/ 2193423 w 2796645"/>
                <a:gd name="connsiteY20" fmla="*/ 1923913 h 3389324"/>
                <a:gd name="connsiteX21" fmla="*/ 2092832 w 2796645"/>
                <a:gd name="connsiteY21" fmla="*/ 2072378 h 3389324"/>
                <a:gd name="connsiteX22" fmla="*/ 2038176 w 2796645"/>
                <a:gd name="connsiteY22" fmla="*/ 2072378 h 3389324"/>
                <a:gd name="connsiteX23" fmla="*/ 1909346 w 2796645"/>
                <a:gd name="connsiteY23" fmla="*/ 2547074 h 3389324"/>
                <a:gd name="connsiteX24" fmla="*/ 1690856 w 2796645"/>
                <a:gd name="connsiteY24" fmla="*/ 3104638 h 3389324"/>
                <a:gd name="connsiteX25" fmla="*/ 1577251 w 2796645"/>
                <a:gd name="connsiteY25" fmla="*/ 3389324 h 3389324"/>
                <a:gd name="connsiteX26" fmla="*/ 1093553 w 2796645"/>
                <a:gd name="connsiteY26" fmla="*/ 2955954 h 3389324"/>
                <a:gd name="connsiteX27" fmla="*/ 1037336 w 2796645"/>
                <a:gd name="connsiteY27" fmla="*/ 2666677 h 3389324"/>
                <a:gd name="connsiteX28" fmla="*/ 992050 w 2796645"/>
                <a:gd name="connsiteY28" fmla="*/ 2432718 h 3389324"/>
                <a:gd name="connsiteX29" fmla="*/ 672578 w 2796645"/>
                <a:gd name="connsiteY29" fmla="*/ 2379804 h 3389324"/>
                <a:gd name="connsiteX30" fmla="*/ 705110 w 2796645"/>
                <a:gd name="connsiteY30" fmla="*/ 1963052 h 3389324"/>
                <a:gd name="connsiteX31" fmla="*/ 511735 w 2796645"/>
                <a:gd name="connsiteY31" fmla="*/ 1559200 h 3389324"/>
                <a:gd name="connsiteX32" fmla="*/ 501195 w 2796645"/>
                <a:gd name="connsiteY32" fmla="*/ 1537554 h 3389324"/>
                <a:gd name="connsiteX33" fmla="*/ 410493 w 2796645"/>
                <a:gd name="connsiteY33" fmla="*/ 1808902 h 3389324"/>
                <a:gd name="connsiteX34" fmla="*/ 329812 w 2796645"/>
                <a:gd name="connsiteY34" fmla="*/ 1369191 h 3389324"/>
                <a:gd name="connsiteX35" fmla="*/ 168969 w 2796645"/>
                <a:gd name="connsiteY35" fmla="*/ 1395867 h 3389324"/>
                <a:gd name="connsiteX36" fmla="*/ 200071 w 2796645"/>
                <a:gd name="connsiteY36" fmla="*/ 837428 h 3389324"/>
                <a:gd name="connsiteX37" fmla="*/ 116787 w 2796645"/>
                <a:gd name="connsiteY37" fmla="*/ 507043 h 3389324"/>
                <a:gd name="connsiteX38" fmla="*/ 106636 w 2796645"/>
                <a:gd name="connsiteY38" fmla="*/ 496329 h 3389324"/>
                <a:gd name="connsiteX39" fmla="*/ 49118 w 2796645"/>
                <a:gd name="connsiteY39" fmla="*/ 435981 h 3389324"/>
                <a:gd name="connsiteX40" fmla="*/ 31197 w 2796645"/>
                <a:gd name="connsiteY40" fmla="*/ 330549 h 3389324"/>
                <a:gd name="connsiteX41" fmla="*/ 0 w 2796645"/>
                <a:gd name="connsiteY41" fmla="*/ 147021 h 3389324"/>
                <a:gd name="connsiteX42" fmla="*/ 83760 w 2796645"/>
                <a:gd name="connsiteY42" fmla="*/ 130596 h 3389324"/>
                <a:gd name="connsiteX43" fmla="*/ 97392 w 2796645"/>
                <a:gd name="connsiteY43" fmla="*/ 126788 h 3389324"/>
                <a:gd name="connsiteX44" fmla="*/ 224384 w 2796645"/>
                <a:gd name="connsiteY44" fmla="*/ 91312 h 3389324"/>
                <a:gd name="connsiteX45" fmla="*/ 440206 w 2796645"/>
                <a:gd name="connsiteY45" fmla="*/ 8117 h 3389324"/>
                <a:gd name="connsiteX46" fmla="*/ 582392 w 2796645"/>
                <a:gd name="connsiteY46" fmla="*/ 115674 h 3389324"/>
                <a:gd name="connsiteX47" fmla="*/ 617474 w 2796645"/>
                <a:gd name="connsiteY47" fmla="*/ 126788 h 3389324"/>
                <a:gd name="connsiteX48" fmla="*/ 661933 w 2796645"/>
                <a:gd name="connsiteY48" fmla="*/ 140873 h 3389324"/>
                <a:gd name="connsiteX49" fmla="*/ 894756 w 2796645"/>
                <a:gd name="connsiteY49" fmla="*/ 165458 h 3389324"/>
                <a:gd name="connsiteX50" fmla="*/ 1154676 w 2796645"/>
                <a:gd name="connsiteY50" fmla="*/ 140126 h 3389324"/>
                <a:gd name="connsiteX51" fmla="*/ 1209803 w 2796645"/>
                <a:gd name="connsiteY51" fmla="*/ 126788 h 3389324"/>
                <a:gd name="connsiteX52" fmla="*/ 1261991 w 2796645"/>
                <a:gd name="connsiteY52" fmla="*/ 114161 h 3389324"/>
                <a:gd name="connsiteX53" fmla="*/ 1522723 w 2796645"/>
                <a:gd name="connsiteY53" fmla="*/ 3334 h 338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796645" h="3389324">
                  <a:moveTo>
                    <a:pt x="1538936" y="0"/>
                  </a:moveTo>
                  <a:cubicBezTo>
                    <a:pt x="1563795" y="34314"/>
                    <a:pt x="1594155" y="63838"/>
                    <a:pt x="1628814" y="88826"/>
                  </a:cubicBezTo>
                  <a:lnTo>
                    <a:pt x="1700082" y="126788"/>
                  </a:lnTo>
                  <a:lnTo>
                    <a:pt x="1744479" y="150437"/>
                  </a:lnTo>
                  <a:cubicBezTo>
                    <a:pt x="1912680" y="215119"/>
                    <a:pt x="2130374" y="211293"/>
                    <a:pt x="2320473" y="155219"/>
                  </a:cubicBezTo>
                  <a:lnTo>
                    <a:pt x="2395518" y="126788"/>
                  </a:lnTo>
                  <a:lnTo>
                    <a:pt x="2456668" y="103621"/>
                  </a:lnTo>
                  <a:cubicBezTo>
                    <a:pt x="2499539" y="83326"/>
                    <a:pt x="2539480" y="60019"/>
                    <a:pt x="2575288" y="33955"/>
                  </a:cubicBezTo>
                  <a:cubicBezTo>
                    <a:pt x="2619677" y="58704"/>
                    <a:pt x="2665805" y="79485"/>
                    <a:pt x="2713229" y="96569"/>
                  </a:cubicBezTo>
                  <a:lnTo>
                    <a:pt x="2796645" y="119714"/>
                  </a:lnTo>
                  <a:lnTo>
                    <a:pt x="2796645" y="127025"/>
                  </a:lnTo>
                  <a:lnTo>
                    <a:pt x="2796645" y="182776"/>
                  </a:lnTo>
                  <a:lnTo>
                    <a:pt x="2767838" y="330549"/>
                  </a:lnTo>
                  <a:lnTo>
                    <a:pt x="2748564" y="429422"/>
                  </a:lnTo>
                  <a:lnTo>
                    <a:pt x="2630534" y="607405"/>
                  </a:lnTo>
                  <a:lnTo>
                    <a:pt x="2630534" y="933635"/>
                  </a:lnTo>
                  <a:lnTo>
                    <a:pt x="2619994" y="951127"/>
                  </a:lnTo>
                  <a:lnTo>
                    <a:pt x="2494938" y="1159066"/>
                  </a:lnTo>
                  <a:lnTo>
                    <a:pt x="2418550" y="1627420"/>
                  </a:lnTo>
                  <a:lnTo>
                    <a:pt x="2212943" y="1698701"/>
                  </a:lnTo>
                  <a:lnTo>
                    <a:pt x="2193423" y="1923913"/>
                  </a:lnTo>
                  <a:lnTo>
                    <a:pt x="2092832" y="2072378"/>
                  </a:lnTo>
                  <a:lnTo>
                    <a:pt x="2038176" y="2072378"/>
                  </a:lnTo>
                  <a:lnTo>
                    <a:pt x="1909346" y="2547074"/>
                  </a:lnTo>
                  <a:lnTo>
                    <a:pt x="1690856" y="3104638"/>
                  </a:lnTo>
                  <a:lnTo>
                    <a:pt x="1577251" y="3389324"/>
                  </a:lnTo>
                  <a:lnTo>
                    <a:pt x="1093553" y="2955954"/>
                  </a:lnTo>
                  <a:lnTo>
                    <a:pt x="1037336" y="2666677"/>
                  </a:lnTo>
                  <a:lnTo>
                    <a:pt x="992050" y="2432718"/>
                  </a:lnTo>
                  <a:lnTo>
                    <a:pt x="672578" y="2379804"/>
                  </a:lnTo>
                  <a:lnTo>
                    <a:pt x="705110" y="1963052"/>
                  </a:lnTo>
                  <a:lnTo>
                    <a:pt x="511735" y="1559200"/>
                  </a:lnTo>
                  <a:lnTo>
                    <a:pt x="501195" y="1537554"/>
                  </a:lnTo>
                  <a:lnTo>
                    <a:pt x="410493" y="1808902"/>
                  </a:lnTo>
                  <a:lnTo>
                    <a:pt x="329812" y="1369191"/>
                  </a:lnTo>
                  <a:lnTo>
                    <a:pt x="168969" y="1395867"/>
                  </a:lnTo>
                  <a:lnTo>
                    <a:pt x="200071" y="837428"/>
                  </a:lnTo>
                  <a:lnTo>
                    <a:pt x="116787" y="507043"/>
                  </a:lnTo>
                  <a:lnTo>
                    <a:pt x="106636" y="496329"/>
                  </a:lnTo>
                  <a:lnTo>
                    <a:pt x="49118" y="435981"/>
                  </a:lnTo>
                  <a:lnTo>
                    <a:pt x="31197" y="330549"/>
                  </a:lnTo>
                  <a:lnTo>
                    <a:pt x="0" y="147021"/>
                  </a:lnTo>
                  <a:lnTo>
                    <a:pt x="83760" y="130596"/>
                  </a:lnTo>
                  <a:lnTo>
                    <a:pt x="97392" y="126788"/>
                  </a:lnTo>
                  <a:lnTo>
                    <a:pt x="224384" y="91312"/>
                  </a:lnTo>
                  <a:cubicBezTo>
                    <a:pt x="352944" y="50150"/>
                    <a:pt x="440206" y="8117"/>
                    <a:pt x="440206" y="8117"/>
                  </a:cubicBezTo>
                  <a:cubicBezTo>
                    <a:pt x="440206" y="8117"/>
                    <a:pt x="467950" y="69578"/>
                    <a:pt x="582392" y="115674"/>
                  </a:cubicBezTo>
                  <a:lnTo>
                    <a:pt x="617474" y="126788"/>
                  </a:lnTo>
                  <a:lnTo>
                    <a:pt x="661933" y="140873"/>
                  </a:lnTo>
                  <a:cubicBezTo>
                    <a:pt x="722525" y="155624"/>
                    <a:pt x="798875" y="165458"/>
                    <a:pt x="894756" y="165458"/>
                  </a:cubicBezTo>
                  <a:cubicBezTo>
                    <a:pt x="990638" y="165458"/>
                    <a:pt x="1077827" y="155325"/>
                    <a:pt x="1154676" y="140126"/>
                  </a:cubicBezTo>
                  <a:lnTo>
                    <a:pt x="1209803" y="126788"/>
                  </a:lnTo>
                  <a:lnTo>
                    <a:pt x="1261991" y="114161"/>
                  </a:lnTo>
                  <a:cubicBezTo>
                    <a:pt x="1427239" y="66664"/>
                    <a:pt x="1522723" y="3334"/>
                    <a:pt x="1522723" y="3334"/>
                  </a:cubicBezTo>
                  <a:close/>
                </a:path>
              </a:pathLst>
            </a:custGeom>
            <a:solidFill>
              <a:srgbClr val="8DC9F5"/>
            </a:solidFill>
            <a:ln>
              <a:noFill/>
            </a:ln>
          </p:spPr>
          <p:txBody>
            <a:bodyPr vert="horz" wrap="square" lIns="91440" tIns="45720" rIns="91440" bIns="45720" numCol="1" anchor="t" anchorCtr="0" compatLnSpc="1">
              <a:prstTxWarp prst="textNoShape">
                <a:avLst/>
              </a:prstTxWarp>
              <a:noAutofit/>
            </a:bodyPr>
            <a:lstStyle/>
            <a:p>
              <a:endParaRPr lang="en-US" dirty="0">
                <a:solidFill>
                  <a:prstClr val="black"/>
                </a:solidFill>
                <a:latin typeface="Calibri" panose="020F0502020204030204"/>
              </a:endParaRPr>
            </a:p>
          </p:txBody>
        </p:sp>
        <p:sp>
          <p:nvSpPr>
            <p:cNvPr id="17" name="Shape">
              <a:extLst>
                <a:ext uri="{FF2B5EF4-FFF2-40B4-BE49-F238E27FC236}">
                  <a16:creationId xmlns:a16="http://schemas.microsoft.com/office/drawing/2014/main" id="{DFC10C30-068A-92FF-D4B3-068BEE09BEC1}"/>
                </a:ext>
              </a:extLst>
            </p:cNvPr>
            <p:cNvSpPr/>
            <p:nvPr/>
          </p:nvSpPr>
          <p:spPr>
            <a:xfrm>
              <a:off x="273771" y="3100503"/>
              <a:ext cx="416474" cy="945342"/>
            </a:xfrm>
            <a:custGeom>
              <a:avLst/>
              <a:gdLst/>
              <a:ahLst/>
              <a:cxnLst>
                <a:cxn ang="0">
                  <a:pos x="wd2" y="hd2"/>
                </a:cxn>
                <a:cxn ang="5400000">
                  <a:pos x="wd2" y="hd2"/>
                </a:cxn>
                <a:cxn ang="10800000">
                  <a:pos x="wd2" y="hd2"/>
                </a:cxn>
                <a:cxn ang="16200000">
                  <a:pos x="wd2" y="hd2"/>
                </a:cxn>
              </a:cxnLst>
              <a:rect l="0" t="0" r="r" b="b"/>
              <a:pathLst>
                <a:path w="21600" h="21600" extrusionOk="0">
                  <a:moveTo>
                    <a:pt x="0" y="3596"/>
                  </a:moveTo>
                  <a:lnTo>
                    <a:pt x="11245" y="0"/>
                  </a:lnTo>
                  <a:lnTo>
                    <a:pt x="13102" y="6564"/>
                  </a:lnTo>
                  <a:lnTo>
                    <a:pt x="21600" y="4867"/>
                  </a:lnTo>
                  <a:lnTo>
                    <a:pt x="1079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8" name="Shape">
              <a:extLst>
                <a:ext uri="{FF2B5EF4-FFF2-40B4-BE49-F238E27FC236}">
                  <a16:creationId xmlns:a16="http://schemas.microsoft.com/office/drawing/2014/main" id="{43791BA9-2972-22F2-FD61-7E512E65DF7F}"/>
                </a:ext>
              </a:extLst>
            </p:cNvPr>
            <p:cNvSpPr/>
            <p:nvPr/>
          </p:nvSpPr>
          <p:spPr>
            <a:xfrm>
              <a:off x="2104781" y="2443822"/>
              <a:ext cx="327693" cy="324644"/>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1380D1"/>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nvGrpSpPr>
            <p:cNvPr id="19" name="Group 63">
              <a:extLst>
                <a:ext uri="{FF2B5EF4-FFF2-40B4-BE49-F238E27FC236}">
                  <a16:creationId xmlns:a16="http://schemas.microsoft.com/office/drawing/2014/main" id="{3C243B7F-4093-5AF3-7644-164A04A49052}"/>
                </a:ext>
              </a:extLst>
            </p:cNvPr>
            <p:cNvGrpSpPr/>
            <p:nvPr/>
          </p:nvGrpSpPr>
          <p:grpSpPr>
            <a:xfrm>
              <a:off x="253298" y="4331744"/>
              <a:ext cx="540516" cy="650574"/>
              <a:chOff x="3863481" y="3960327"/>
              <a:chExt cx="577850" cy="695510"/>
            </a:xfrm>
          </p:grpSpPr>
          <p:sp>
            <p:nvSpPr>
              <p:cNvPr id="24" name="Freeform 80">
                <a:extLst>
                  <a:ext uri="{FF2B5EF4-FFF2-40B4-BE49-F238E27FC236}">
                    <a16:creationId xmlns:a16="http://schemas.microsoft.com/office/drawing/2014/main" id="{34E161DE-9F2E-B16B-D114-F63952F51F29}"/>
                  </a:ext>
                </a:extLst>
              </p:cNvPr>
              <p:cNvSpPr>
                <a:spLocks/>
              </p:cNvSpPr>
              <p:nvPr/>
            </p:nvSpPr>
            <p:spPr bwMode="auto">
              <a:xfrm>
                <a:off x="3872304" y="4017907"/>
                <a:ext cx="217488" cy="637930"/>
              </a:xfrm>
              <a:custGeom>
                <a:avLst/>
                <a:gdLst>
                  <a:gd name="T0" fmla="*/ 455 w 546"/>
                  <a:gd name="T1" fmla="*/ 1684 h 1684"/>
                  <a:gd name="T2" fmla="*/ 36 w 546"/>
                  <a:gd name="T3" fmla="*/ 136 h 1684"/>
                  <a:gd name="T4" fmla="*/ 0 w 546"/>
                  <a:gd name="T5" fmla="*/ 0 h 1684"/>
                  <a:gd name="T6" fmla="*/ 546 w 546"/>
                  <a:gd name="T7" fmla="*/ 509 h 1684"/>
                  <a:gd name="T8" fmla="*/ 455 w 546"/>
                  <a:gd name="T9" fmla="*/ 1684 h 1684"/>
                </a:gdLst>
                <a:ahLst/>
                <a:cxnLst>
                  <a:cxn ang="0">
                    <a:pos x="T0" y="T1"/>
                  </a:cxn>
                  <a:cxn ang="0">
                    <a:pos x="T2" y="T3"/>
                  </a:cxn>
                  <a:cxn ang="0">
                    <a:pos x="T4" y="T5"/>
                  </a:cxn>
                  <a:cxn ang="0">
                    <a:pos x="T6" y="T7"/>
                  </a:cxn>
                  <a:cxn ang="0">
                    <a:pos x="T8" y="T9"/>
                  </a:cxn>
                </a:cxnLst>
                <a:rect l="0" t="0" r="r" b="b"/>
                <a:pathLst>
                  <a:path w="546" h="1684">
                    <a:moveTo>
                      <a:pt x="455" y="1684"/>
                    </a:moveTo>
                    <a:lnTo>
                      <a:pt x="36" y="136"/>
                    </a:lnTo>
                    <a:lnTo>
                      <a:pt x="0" y="0"/>
                    </a:lnTo>
                    <a:lnTo>
                      <a:pt x="546" y="509"/>
                    </a:lnTo>
                    <a:lnTo>
                      <a:pt x="455" y="1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5" name="Freeform 81">
                <a:extLst>
                  <a:ext uri="{FF2B5EF4-FFF2-40B4-BE49-F238E27FC236}">
                    <a16:creationId xmlns:a16="http://schemas.microsoft.com/office/drawing/2014/main" id="{84215CE6-51E2-BA5E-EBF7-F3D0F10E024A}"/>
                  </a:ext>
                </a:extLst>
              </p:cNvPr>
              <p:cNvSpPr>
                <a:spLocks/>
              </p:cNvSpPr>
              <p:nvPr/>
            </p:nvSpPr>
            <p:spPr bwMode="auto">
              <a:xfrm>
                <a:off x="4044456" y="4054274"/>
                <a:ext cx="396875" cy="601563"/>
              </a:xfrm>
              <a:custGeom>
                <a:avLst/>
                <a:gdLst>
                  <a:gd name="T0" fmla="*/ 0 w 1002"/>
                  <a:gd name="T1" fmla="*/ 1589 h 1589"/>
                  <a:gd name="T2" fmla="*/ 91 w 1002"/>
                  <a:gd name="T3" fmla="*/ 414 h 1589"/>
                  <a:gd name="T4" fmla="*/ 1002 w 1002"/>
                  <a:gd name="T5" fmla="*/ 0 h 1589"/>
                  <a:gd name="T6" fmla="*/ 360 w 1002"/>
                  <a:gd name="T7" fmla="*/ 1572 h 1589"/>
                  <a:gd name="T8" fmla="*/ 0 w 1002"/>
                  <a:gd name="T9" fmla="*/ 1589 h 1589"/>
                </a:gdLst>
                <a:ahLst/>
                <a:cxnLst>
                  <a:cxn ang="0">
                    <a:pos x="T0" y="T1"/>
                  </a:cxn>
                  <a:cxn ang="0">
                    <a:pos x="T2" y="T3"/>
                  </a:cxn>
                  <a:cxn ang="0">
                    <a:pos x="T4" y="T5"/>
                  </a:cxn>
                  <a:cxn ang="0">
                    <a:pos x="T6" y="T7"/>
                  </a:cxn>
                  <a:cxn ang="0">
                    <a:pos x="T8" y="T9"/>
                  </a:cxn>
                </a:cxnLst>
                <a:rect l="0" t="0" r="r" b="b"/>
                <a:pathLst>
                  <a:path w="1002" h="1589">
                    <a:moveTo>
                      <a:pt x="0" y="1589"/>
                    </a:moveTo>
                    <a:lnTo>
                      <a:pt x="91" y="414"/>
                    </a:lnTo>
                    <a:lnTo>
                      <a:pt x="1002" y="0"/>
                    </a:lnTo>
                    <a:lnTo>
                      <a:pt x="360" y="1572"/>
                    </a:lnTo>
                    <a:lnTo>
                      <a:pt x="0" y="1589"/>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6" name="Freeform 82">
                <a:extLst>
                  <a:ext uri="{FF2B5EF4-FFF2-40B4-BE49-F238E27FC236}">
                    <a16:creationId xmlns:a16="http://schemas.microsoft.com/office/drawing/2014/main" id="{F61B3AD0-EA4C-EF85-77BB-F3A15D6FED3E}"/>
                  </a:ext>
                </a:extLst>
              </p:cNvPr>
              <p:cNvSpPr>
                <a:spLocks/>
              </p:cNvSpPr>
              <p:nvPr/>
            </p:nvSpPr>
            <p:spPr bwMode="auto">
              <a:xfrm>
                <a:off x="3863481" y="3960327"/>
                <a:ext cx="577850" cy="250020"/>
              </a:xfrm>
              <a:custGeom>
                <a:avLst/>
                <a:gdLst>
                  <a:gd name="T0" fmla="*/ 546 w 1457"/>
                  <a:gd name="T1" fmla="*/ 661 h 661"/>
                  <a:gd name="T2" fmla="*/ 546 w 1457"/>
                  <a:gd name="T3" fmla="*/ 661 h 661"/>
                  <a:gd name="T4" fmla="*/ 0 w 1457"/>
                  <a:gd name="T5" fmla="*/ 152 h 661"/>
                  <a:gd name="T6" fmla="*/ 119 w 1457"/>
                  <a:gd name="T7" fmla="*/ 138 h 661"/>
                  <a:gd name="T8" fmla="*/ 1323 w 1457"/>
                  <a:gd name="T9" fmla="*/ 0 h 661"/>
                  <a:gd name="T10" fmla="*/ 1457 w 1457"/>
                  <a:gd name="T11" fmla="*/ 247 h 661"/>
                  <a:gd name="T12" fmla="*/ 546 w 1457"/>
                  <a:gd name="T13" fmla="*/ 661 h 661"/>
                </a:gdLst>
                <a:ahLst/>
                <a:cxnLst>
                  <a:cxn ang="0">
                    <a:pos x="T0" y="T1"/>
                  </a:cxn>
                  <a:cxn ang="0">
                    <a:pos x="T2" y="T3"/>
                  </a:cxn>
                  <a:cxn ang="0">
                    <a:pos x="T4" y="T5"/>
                  </a:cxn>
                  <a:cxn ang="0">
                    <a:pos x="T6" y="T7"/>
                  </a:cxn>
                  <a:cxn ang="0">
                    <a:pos x="T8" y="T9"/>
                  </a:cxn>
                  <a:cxn ang="0">
                    <a:pos x="T10" y="T11"/>
                  </a:cxn>
                  <a:cxn ang="0">
                    <a:pos x="T12" y="T13"/>
                  </a:cxn>
                </a:cxnLst>
                <a:rect l="0" t="0" r="r" b="b"/>
                <a:pathLst>
                  <a:path w="1457" h="661">
                    <a:moveTo>
                      <a:pt x="546" y="661"/>
                    </a:moveTo>
                    <a:lnTo>
                      <a:pt x="546" y="661"/>
                    </a:lnTo>
                    <a:lnTo>
                      <a:pt x="0" y="152"/>
                    </a:lnTo>
                    <a:lnTo>
                      <a:pt x="119" y="138"/>
                    </a:lnTo>
                    <a:lnTo>
                      <a:pt x="1323" y="0"/>
                    </a:lnTo>
                    <a:lnTo>
                      <a:pt x="1457" y="247"/>
                    </a:lnTo>
                    <a:lnTo>
                      <a:pt x="546" y="661"/>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sp>
          <p:nvSpPr>
            <p:cNvPr id="20" name="Shape">
              <a:extLst>
                <a:ext uri="{FF2B5EF4-FFF2-40B4-BE49-F238E27FC236}">
                  <a16:creationId xmlns:a16="http://schemas.microsoft.com/office/drawing/2014/main" id="{604B5884-2B4B-0F00-CA60-FD1F5691C770}"/>
                </a:ext>
              </a:extLst>
            </p:cNvPr>
            <p:cNvSpPr/>
            <p:nvPr/>
          </p:nvSpPr>
          <p:spPr>
            <a:xfrm>
              <a:off x="1298313" y="4030878"/>
              <a:ext cx="416474" cy="616808"/>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1" name="Freeform: Shape 17">
              <a:extLst>
                <a:ext uri="{FF2B5EF4-FFF2-40B4-BE49-F238E27FC236}">
                  <a16:creationId xmlns:a16="http://schemas.microsoft.com/office/drawing/2014/main" id="{D148B34B-2680-91DF-5886-FA2310D67F27}"/>
                </a:ext>
              </a:extLst>
            </p:cNvPr>
            <p:cNvSpPr/>
            <p:nvPr/>
          </p:nvSpPr>
          <p:spPr>
            <a:xfrm>
              <a:off x="827461" y="4000380"/>
              <a:ext cx="376808" cy="2315941"/>
            </a:xfrm>
            <a:custGeom>
              <a:avLst/>
              <a:gdLst>
                <a:gd name="connsiteX0" fmla="*/ 145143 w 551543"/>
                <a:gd name="connsiteY0" fmla="*/ 1683657 h 2423886"/>
                <a:gd name="connsiteX1" fmla="*/ 145143 w 551543"/>
                <a:gd name="connsiteY1" fmla="*/ 1683657 h 2423886"/>
                <a:gd name="connsiteX2" fmla="*/ 72571 w 551543"/>
                <a:gd name="connsiteY2" fmla="*/ 1045029 h 2423886"/>
                <a:gd name="connsiteX3" fmla="*/ 0 w 551543"/>
                <a:gd name="connsiteY3" fmla="*/ 275771 h 2423886"/>
                <a:gd name="connsiteX4" fmla="*/ 217714 w 551543"/>
                <a:gd name="connsiteY4" fmla="*/ 0 h 2423886"/>
                <a:gd name="connsiteX5" fmla="*/ 101600 w 551543"/>
                <a:gd name="connsiteY5" fmla="*/ 319314 h 2423886"/>
                <a:gd name="connsiteX6" fmla="*/ 217714 w 551543"/>
                <a:gd name="connsiteY6" fmla="*/ 928914 h 2423886"/>
                <a:gd name="connsiteX7" fmla="*/ 377371 w 551543"/>
                <a:gd name="connsiteY7" fmla="*/ 1262743 h 2423886"/>
                <a:gd name="connsiteX8" fmla="*/ 464457 w 551543"/>
                <a:gd name="connsiteY8" fmla="*/ 1770743 h 2423886"/>
                <a:gd name="connsiteX9" fmla="*/ 522514 w 551543"/>
                <a:gd name="connsiteY9" fmla="*/ 2017486 h 2423886"/>
                <a:gd name="connsiteX10" fmla="*/ 551543 w 551543"/>
                <a:gd name="connsiteY10" fmla="*/ 2235200 h 2423886"/>
                <a:gd name="connsiteX11" fmla="*/ 464457 w 551543"/>
                <a:gd name="connsiteY11" fmla="*/ 2423886 h 2423886"/>
                <a:gd name="connsiteX12" fmla="*/ 333828 w 551543"/>
                <a:gd name="connsiteY12" fmla="*/ 2090057 h 2423886"/>
                <a:gd name="connsiteX13" fmla="*/ 232228 w 551543"/>
                <a:gd name="connsiteY13" fmla="*/ 1843314 h 2423886"/>
                <a:gd name="connsiteX14" fmla="*/ 145143 w 551543"/>
                <a:gd name="connsiteY14" fmla="*/ 1683657 h 24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1543" h="2423886">
                  <a:moveTo>
                    <a:pt x="145143" y="1683657"/>
                  </a:moveTo>
                  <a:lnTo>
                    <a:pt x="145143" y="1683657"/>
                  </a:lnTo>
                  <a:lnTo>
                    <a:pt x="72571" y="1045029"/>
                  </a:lnTo>
                  <a:lnTo>
                    <a:pt x="0" y="275771"/>
                  </a:lnTo>
                  <a:lnTo>
                    <a:pt x="217714" y="0"/>
                  </a:lnTo>
                  <a:lnTo>
                    <a:pt x="101600" y="319314"/>
                  </a:lnTo>
                  <a:lnTo>
                    <a:pt x="217714" y="928914"/>
                  </a:lnTo>
                  <a:lnTo>
                    <a:pt x="377371" y="1262743"/>
                  </a:lnTo>
                  <a:lnTo>
                    <a:pt x="464457" y="1770743"/>
                  </a:lnTo>
                  <a:lnTo>
                    <a:pt x="522514" y="2017486"/>
                  </a:lnTo>
                  <a:lnTo>
                    <a:pt x="551543" y="2235200"/>
                  </a:lnTo>
                  <a:lnTo>
                    <a:pt x="464457" y="2423886"/>
                  </a:lnTo>
                  <a:lnTo>
                    <a:pt x="333828" y="2090057"/>
                  </a:lnTo>
                  <a:lnTo>
                    <a:pt x="232228" y="1843314"/>
                  </a:lnTo>
                  <a:lnTo>
                    <a:pt x="145143" y="1683657"/>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Freeform: Shape 18">
              <a:extLst>
                <a:ext uri="{FF2B5EF4-FFF2-40B4-BE49-F238E27FC236}">
                  <a16:creationId xmlns:a16="http://schemas.microsoft.com/office/drawing/2014/main" id="{00EDF88E-522F-D5DC-E127-8CADDDC33AC1}"/>
                </a:ext>
              </a:extLst>
            </p:cNvPr>
            <p:cNvSpPr/>
            <p:nvPr/>
          </p:nvSpPr>
          <p:spPr>
            <a:xfrm>
              <a:off x="1486226" y="2508374"/>
              <a:ext cx="515631" cy="2139312"/>
            </a:xfrm>
            <a:custGeom>
              <a:avLst/>
              <a:gdLst>
                <a:gd name="connsiteX0" fmla="*/ 420915 w 754743"/>
                <a:gd name="connsiteY0" fmla="*/ 2540000 h 2540000"/>
                <a:gd name="connsiteX1" fmla="*/ 449943 w 754743"/>
                <a:gd name="connsiteY1" fmla="*/ 2162628 h 2540000"/>
                <a:gd name="connsiteX2" fmla="*/ 522515 w 754743"/>
                <a:gd name="connsiteY2" fmla="*/ 1857828 h 2540000"/>
                <a:gd name="connsiteX3" fmla="*/ 362857 w 754743"/>
                <a:gd name="connsiteY3" fmla="*/ 1480457 h 2540000"/>
                <a:gd name="connsiteX4" fmla="*/ 246743 w 754743"/>
                <a:gd name="connsiteY4" fmla="*/ 1001485 h 2540000"/>
                <a:gd name="connsiteX5" fmla="*/ 0 w 754743"/>
                <a:gd name="connsiteY5" fmla="*/ 609600 h 2540000"/>
                <a:gd name="connsiteX6" fmla="*/ 14515 w 754743"/>
                <a:gd name="connsiteY6" fmla="*/ 0 h 2540000"/>
                <a:gd name="connsiteX7" fmla="*/ 87086 w 754743"/>
                <a:gd name="connsiteY7" fmla="*/ 449943 h 2540000"/>
                <a:gd name="connsiteX8" fmla="*/ 348343 w 754743"/>
                <a:gd name="connsiteY8" fmla="*/ 856343 h 2540000"/>
                <a:gd name="connsiteX9" fmla="*/ 537029 w 754743"/>
                <a:gd name="connsiteY9" fmla="*/ 1204685 h 2540000"/>
                <a:gd name="connsiteX10" fmla="*/ 754743 w 754743"/>
                <a:gd name="connsiteY10" fmla="*/ 1596571 h 2540000"/>
                <a:gd name="connsiteX11" fmla="*/ 682172 w 754743"/>
                <a:gd name="connsiteY11" fmla="*/ 1857828 h 2540000"/>
                <a:gd name="connsiteX12" fmla="*/ 653143 w 754743"/>
                <a:gd name="connsiteY12" fmla="*/ 2119085 h 2540000"/>
                <a:gd name="connsiteX13" fmla="*/ 638629 w 754743"/>
                <a:gd name="connsiteY13" fmla="*/ 2235200 h 2540000"/>
                <a:gd name="connsiteX14" fmla="*/ 609600 w 754743"/>
                <a:gd name="connsiteY14" fmla="*/ 2394857 h 2540000"/>
                <a:gd name="connsiteX15" fmla="*/ 420915 w 754743"/>
                <a:gd name="connsiteY15" fmla="*/ 2540000 h 2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54743" h="2540000">
                  <a:moveTo>
                    <a:pt x="420915" y="2540000"/>
                  </a:moveTo>
                  <a:lnTo>
                    <a:pt x="449943" y="2162628"/>
                  </a:lnTo>
                  <a:lnTo>
                    <a:pt x="522515" y="1857828"/>
                  </a:lnTo>
                  <a:lnTo>
                    <a:pt x="362857" y="1480457"/>
                  </a:lnTo>
                  <a:lnTo>
                    <a:pt x="246743" y="1001485"/>
                  </a:lnTo>
                  <a:lnTo>
                    <a:pt x="0" y="609600"/>
                  </a:lnTo>
                  <a:lnTo>
                    <a:pt x="14515" y="0"/>
                  </a:lnTo>
                  <a:lnTo>
                    <a:pt x="87086" y="449943"/>
                  </a:lnTo>
                  <a:lnTo>
                    <a:pt x="348343" y="856343"/>
                  </a:lnTo>
                  <a:lnTo>
                    <a:pt x="537029" y="1204685"/>
                  </a:lnTo>
                  <a:lnTo>
                    <a:pt x="754743" y="1596571"/>
                  </a:lnTo>
                  <a:lnTo>
                    <a:pt x="682172" y="1857828"/>
                  </a:lnTo>
                  <a:lnTo>
                    <a:pt x="653143" y="2119085"/>
                  </a:lnTo>
                  <a:lnTo>
                    <a:pt x="638629" y="2235200"/>
                  </a:lnTo>
                  <a:lnTo>
                    <a:pt x="609600" y="2394857"/>
                  </a:lnTo>
                  <a:lnTo>
                    <a:pt x="420915" y="2540000"/>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Freeform: Shape 19">
              <a:extLst>
                <a:ext uri="{FF2B5EF4-FFF2-40B4-BE49-F238E27FC236}">
                  <a16:creationId xmlns:a16="http://schemas.microsoft.com/office/drawing/2014/main" id="{B458BC19-B092-1872-A1C1-5EDF9AE7B0D9}"/>
                </a:ext>
              </a:extLst>
            </p:cNvPr>
            <p:cNvSpPr/>
            <p:nvPr/>
          </p:nvSpPr>
          <p:spPr>
            <a:xfrm>
              <a:off x="-393448" y="2692718"/>
              <a:ext cx="535463" cy="1872168"/>
            </a:xfrm>
            <a:custGeom>
              <a:avLst/>
              <a:gdLst>
                <a:gd name="connsiteX0" fmla="*/ 377371 w 783771"/>
                <a:gd name="connsiteY0" fmla="*/ 1291771 h 1959429"/>
                <a:gd name="connsiteX1" fmla="*/ 377371 w 783771"/>
                <a:gd name="connsiteY1" fmla="*/ 1291771 h 1959429"/>
                <a:gd name="connsiteX2" fmla="*/ 261257 w 783771"/>
                <a:gd name="connsiteY2" fmla="*/ 943429 h 1959429"/>
                <a:gd name="connsiteX3" fmla="*/ 0 w 783771"/>
                <a:gd name="connsiteY3" fmla="*/ 696686 h 1959429"/>
                <a:gd name="connsiteX4" fmla="*/ 145142 w 783771"/>
                <a:gd name="connsiteY4" fmla="*/ 508000 h 1959429"/>
                <a:gd name="connsiteX5" fmla="*/ 203200 w 783771"/>
                <a:gd name="connsiteY5" fmla="*/ 203200 h 1959429"/>
                <a:gd name="connsiteX6" fmla="*/ 275771 w 783771"/>
                <a:gd name="connsiteY6" fmla="*/ 0 h 1959429"/>
                <a:gd name="connsiteX7" fmla="*/ 290285 w 783771"/>
                <a:gd name="connsiteY7" fmla="*/ 304800 h 1959429"/>
                <a:gd name="connsiteX8" fmla="*/ 232228 w 783771"/>
                <a:gd name="connsiteY8" fmla="*/ 580571 h 1959429"/>
                <a:gd name="connsiteX9" fmla="*/ 580571 w 783771"/>
                <a:gd name="connsiteY9" fmla="*/ 972457 h 1959429"/>
                <a:gd name="connsiteX10" fmla="*/ 595085 w 783771"/>
                <a:gd name="connsiteY10" fmla="*/ 1291771 h 1959429"/>
                <a:gd name="connsiteX11" fmla="*/ 783771 w 783771"/>
                <a:gd name="connsiteY11" fmla="*/ 1828800 h 1959429"/>
                <a:gd name="connsiteX12" fmla="*/ 682171 w 783771"/>
                <a:gd name="connsiteY12" fmla="*/ 1959429 h 1959429"/>
                <a:gd name="connsiteX13" fmla="*/ 493485 w 783771"/>
                <a:gd name="connsiteY13" fmla="*/ 1683657 h 1959429"/>
                <a:gd name="connsiteX14" fmla="*/ 420914 w 783771"/>
                <a:gd name="connsiteY14" fmla="*/ 1436914 h 1959429"/>
                <a:gd name="connsiteX15" fmla="*/ 377371 w 783771"/>
                <a:gd name="connsiteY15" fmla="*/ 1291771 h 195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3771" h="1959429">
                  <a:moveTo>
                    <a:pt x="377371" y="1291771"/>
                  </a:moveTo>
                  <a:lnTo>
                    <a:pt x="377371" y="1291771"/>
                  </a:lnTo>
                  <a:lnTo>
                    <a:pt x="261257" y="943429"/>
                  </a:lnTo>
                  <a:lnTo>
                    <a:pt x="0" y="696686"/>
                  </a:lnTo>
                  <a:lnTo>
                    <a:pt x="145142" y="508000"/>
                  </a:lnTo>
                  <a:lnTo>
                    <a:pt x="203200" y="203200"/>
                  </a:lnTo>
                  <a:lnTo>
                    <a:pt x="275771" y="0"/>
                  </a:lnTo>
                  <a:lnTo>
                    <a:pt x="290285" y="304800"/>
                  </a:lnTo>
                  <a:lnTo>
                    <a:pt x="232228" y="580571"/>
                  </a:lnTo>
                  <a:lnTo>
                    <a:pt x="580571" y="972457"/>
                  </a:lnTo>
                  <a:lnTo>
                    <a:pt x="595085" y="1291771"/>
                  </a:lnTo>
                  <a:lnTo>
                    <a:pt x="783771" y="1828800"/>
                  </a:lnTo>
                  <a:lnTo>
                    <a:pt x="682171" y="1959429"/>
                  </a:lnTo>
                  <a:lnTo>
                    <a:pt x="493485" y="1683657"/>
                  </a:lnTo>
                  <a:lnTo>
                    <a:pt x="420914" y="1436914"/>
                  </a:lnTo>
                  <a:lnTo>
                    <a:pt x="377371" y="1291771"/>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27" name="Connector: Elbow 24">
            <a:extLst>
              <a:ext uri="{FF2B5EF4-FFF2-40B4-BE49-F238E27FC236}">
                <a16:creationId xmlns:a16="http://schemas.microsoft.com/office/drawing/2014/main" id="{1FCDEE08-56B6-F2BB-E853-5B30AED79EF2}"/>
              </a:ext>
            </a:extLst>
          </p:cNvPr>
          <p:cNvCxnSpPr>
            <a:cxnSpLocks/>
          </p:cNvCxnSpPr>
          <p:nvPr/>
        </p:nvCxnSpPr>
        <p:spPr>
          <a:xfrm rot="5400000" flipH="1" flipV="1">
            <a:off x="3972227" y="2737349"/>
            <a:ext cx="178802" cy="1213524"/>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8" name="TextBox 82">
            <a:extLst>
              <a:ext uri="{FF2B5EF4-FFF2-40B4-BE49-F238E27FC236}">
                <a16:creationId xmlns:a16="http://schemas.microsoft.com/office/drawing/2014/main" id="{AD8DE85F-B5F9-38C0-0642-BCA563DC5463}"/>
              </a:ext>
            </a:extLst>
          </p:cNvPr>
          <p:cNvSpPr txBox="1"/>
          <p:nvPr/>
        </p:nvSpPr>
        <p:spPr>
          <a:xfrm>
            <a:off x="458235" y="3364672"/>
            <a:ext cx="3580365"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29" name="Rectangle 28">
            <a:extLst>
              <a:ext uri="{FF2B5EF4-FFF2-40B4-BE49-F238E27FC236}">
                <a16:creationId xmlns:a16="http://schemas.microsoft.com/office/drawing/2014/main" id="{6C563E63-1245-764A-ED75-D81D984D1245}"/>
              </a:ext>
            </a:extLst>
          </p:cNvPr>
          <p:cNvSpPr/>
          <p:nvPr/>
        </p:nvSpPr>
        <p:spPr>
          <a:xfrm flipH="1">
            <a:off x="4404438" y="2792799"/>
            <a:ext cx="515184" cy="430887"/>
          </a:xfrm>
          <a:prstGeom prst="rect">
            <a:avLst/>
          </a:prstGeom>
        </p:spPr>
        <p:txBody>
          <a:bodyPr wrap="square" lIns="0" tIns="0" rIns="0" bIns="0" anchor="ctr">
            <a:spAutoFit/>
          </a:bodyPr>
          <a:lstStyle/>
          <a:p>
            <a:pPr algn="ctr"/>
            <a:r>
              <a:rPr lang="en-US" sz="2800" b="1" dirty="0">
                <a:solidFill>
                  <a:srgbClr val="FFFFFF"/>
                </a:solidFill>
              </a:rPr>
              <a:t>1</a:t>
            </a:r>
            <a:endParaRPr lang="en-US" sz="1050" b="1" dirty="0">
              <a:solidFill>
                <a:srgbClr val="FFFFFF"/>
              </a:solidFill>
              <a:cs typeface="Arial" panose="020B0604020202020204" pitchFamily="34" charset="0"/>
            </a:endParaRPr>
          </a:p>
        </p:txBody>
      </p:sp>
      <p:cxnSp>
        <p:nvCxnSpPr>
          <p:cNvPr id="30" name="Connector: Elbow 28">
            <a:extLst>
              <a:ext uri="{FF2B5EF4-FFF2-40B4-BE49-F238E27FC236}">
                <a16:creationId xmlns:a16="http://schemas.microsoft.com/office/drawing/2014/main" id="{9EF82575-3717-B970-455B-F9699AF8AF70}"/>
              </a:ext>
            </a:extLst>
          </p:cNvPr>
          <p:cNvCxnSpPr>
            <a:cxnSpLocks/>
          </p:cNvCxnSpPr>
          <p:nvPr/>
        </p:nvCxnSpPr>
        <p:spPr>
          <a:xfrm flipV="1">
            <a:off x="3978856" y="4445240"/>
            <a:ext cx="1139683" cy="704516"/>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1" name="Connector: Elbow 32">
            <a:extLst>
              <a:ext uri="{FF2B5EF4-FFF2-40B4-BE49-F238E27FC236}">
                <a16:creationId xmlns:a16="http://schemas.microsoft.com/office/drawing/2014/main" id="{ACAE653E-0CC4-9200-3D3A-91C188B82E8D}"/>
              </a:ext>
            </a:extLst>
          </p:cNvPr>
          <p:cNvCxnSpPr>
            <a:cxnSpLocks/>
          </p:cNvCxnSpPr>
          <p:nvPr/>
        </p:nvCxnSpPr>
        <p:spPr>
          <a:xfrm rot="5400000" flipH="1" flipV="1">
            <a:off x="4864148" y="5400167"/>
            <a:ext cx="626464" cy="3780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2" name="Connector: Elbow 36">
            <a:extLst>
              <a:ext uri="{FF2B5EF4-FFF2-40B4-BE49-F238E27FC236}">
                <a16:creationId xmlns:a16="http://schemas.microsoft.com/office/drawing/2014/main" id="{B6CA8422-794F-BA9A-5BD8-C1413301FDF3}"/>
              </a:ext>
            </a:extLst>
          </p:cNvPr>
          <p:cNvCxnSpPr>
            <a:cxnSpLocks/>
          </p:cNvCxnSpPr>
          <p:nvPr/>
        </p:nvCxnSpPr>
        <p:spPr>
          <a:xfrm rot="16200000" flipV="1">
            <a:off x="6674274" y="5716047"/>
            <a:ext cx="169161" cy="936435"/>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3" name="Connector: Elbow 40">
            <a:extLst>
              <a:ext uri="{FF2B5EF4-FFF2-40B4-BE49-F238E27FC236}">
                <a16:creationId xmlns:a16="http://schemas.microsoft.com/office/drawing/2014/main" id="{9482DDB1-4B8E-319E-D1B9-4874849CF737}"/>
              </a:ext>
            </a:extLst>
          </p:cNvPr>
          <p:cNvCxnSpPr>
            <a:cxnSpLocks/>
          </p:cNvCxnSpPr>
          <p:nvPr/>
        </p:nvCxnSpPr>
        <p:spPr>
          <a:xfrm rot="10800000">
            <a:off x="6556941" y="4648108"/>
            <a:ext cx="847527" cy="4475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4" name="Connector: Elbow 44">
            <a:extLst>
              <a:ext uri="{FF2B5EF4-FFF2-40B4-BE49-F238E27FC236}">
                <a16:creationId xmlns:a16="http://schemas.microsoft.com/office/drawing/2014/main" id="{D1E9E887-E814-44A4-8C5D-10C7F40F04D0}"/>
              </a:ext>
            </a:extLst>
          </p:cNvPr>
          <p:cNvCxnSpPr>
            <a:cxnSpLocks/>
          </p:cNvCxnSpPr>
          <p:nvPr/>
        </p:nvCxnSpPr>
        <p:spPr>
          <a:xfrm rot="10800000">
            <a:off x="7304185" y="3644133"/>
            <a:ext cx="714959" cy="463167"/>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5" name="TextBox 82">
            <a:extLst>
              <a:ext uri="{FF2B5EF4-FFF2-40B4-BE49-F238E27FC236}">
                <a16:creationId xmlns:a16="http://schemas.microsoft.com/office/drawing/2014/main" id="{DE6DFFCC-5564-E6C4-A7F2-F197ED18B2D0}"/>
              </a:ext>
            </a:extLst>
          </p:cNvPr>
          <p:cNvSpPr txBox="1"/>
          <p:nvPr/>
        </p:nvSpPr>
        <p:spPr>
          <a:xfrm>
            <a:off x="180064" y="4557095"/>
            <a:ext cx="3695868"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36" name="Rectangle 35">
            <a:extLst>
              <a:ext uri="{FF2B5EF4-FFF2-40B4-BE49-F238E27FC236}">
                <a16:creationId xmlns:a16="http://schemas.microsoft.com/office/drawing/2014/main" id="{B3A69C03-CEDF-D4A7-9C71-60D1F57C3B83}"/>
              </a:ext>
            </a:extLst>
          </p:cNvPr>
          <p:cNvSpPr/>
          <p:nvPr/>
        </p:nvSpPr>
        <p:spPr>
          <a:xfrm flipH="1">
            <a:off x="4849234" y="3972888"/>
            <a:ext cx="515184" cy="430887"/>
          </a:xfrm>
          <a:prstGeom prst="rect">
            <a:avLst/>
          </a:prstGeom>
        </p:spPr>
        <p:txBody>
          <a:bodyPr wrap="square" lIns="0" tIns="0" rIns="0" bIns="0" anchor="ctr">
            <a:spAutoFit/>
          </a:bodyPr>
          <a:lstStyle/>
          <a:p>
            <a:pPr algn="ctr"/>
            <a:r>
              <a:rPr lang="en-US" sz="2800" b="1" dirty="0">
                <a:solidFill>
                  <a:srgbClr val="FFFFFF"/>
                </a:solidFill>
              </a:rPr>
              <a:t>2</a:t>
            </a:r>
            <a:endParaRPr lang="en-US" sz="1050" b="1" dirty="0">
              <a:solidFill>
                <a:srgbClr val="FFFFFF"/>
              </a:solidFill>
              <a:cs typeface="Arial" panose="020B0604020202020204" pitchFamily="34" charset="0"/>
            </a:endParaRPr>
          </a:p>
        </p:txBody>
      </p:sp>
      <p:sp>
        <p:nvSpPr>
          <p:cNvPr id="37" name="TextBox 82">
            <a:extLst>
              <a:ext uri="{FF2B5EF4-FFF2-40B4-BE49-F238E27FC236}">
                <a16:creationId xmlns:a16="http://schemas.microsoft.com/office/drawing/2014/main" id="{04984024-6B5F-9FA2-F118-B46DBB2ED970}"/>
              </a:ext>
            </a:extLst>
          </p:cNvPr>
          <p:cNvSpPr txBox="1"/>
          <p:nvPr/>
        </p:nvSpPr>
        <p:spPr>
          <a:xfrm>
            <a:off x="521333" y="5533720"/>
            <a:ext cx="4372955"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38" name="Rectangle 37">
            <a:extLst>
              <a:ext uri="{FF2B5EF4-FFF2-40B4-BE49-F238E27FC236}">
                <a16:creationId xmlns:a16="http://schemas.microsoft.com/office/drawing/2014/main" id="{EE368BC7-B282-76FD-8D17-A8139FC6A6B9}"/>
              </a:ext>
            </a:extLst>
          </p:cNvPr>
          <p:cNvSpPr/>
          <p:nvPr/>
        </p:nvSpPr>
        <p:spPr>
          <a:xfrm flipH="1">
            <a:off x="5108599" y="4799000"/>
            <a:ext cx="515184" cy="430887"/>
          </a:xfrm>
          <a:prstGeom prst="rect">
            <a:avLst/>
          </a:prstGeom>
        </p:spPr>
        <p:txBody>
          <a:bodyPr wrap="square" lIns="0" tIns="0" rIns="0" bIns="0" anchor="ctr">
            <a:spAutoFit/>
          </a:bodyPr>
          <a:lstStyle/>
          <a:p>
            <a:pPr algn="ctr"/>
            <a:r>
              <a:rPr lang="en-US" sz="2800" b="1" dirty="0">
                <a:solidFill>
                  <a:srgbClr val="FFFFFF"/>
                </a:solidFill>
              </a:rPr>
              <a:t>3</a:t>
            </a:r>
            <a:endParaRPr lang="en-US" sz="1050" b="1" dirty="0">
              <a:solidFill>
                <a:srgbClr val="FFFFFF"/>
              </a:solidFill>
              <a:cs typeface="Arial" panose="020B0604020202020204" pitchFamily="34" charset="0"/>
            </a:endParaRPr>
          </a:p>
        </p:txBody>
      </p:sp>
      <p:sp>
        <p:nvSpPr>
          <p:cNvPr id="39" name="TextBox 82">
            <a:extLst>
              <a:ext uri="{FF2B5EF4-FFF2-40B4-BE49-F238E27FC236}">
                <a16:creationId xmlns:a16="http://schemas.microsoft.com/office/drawing/2014/main" id="{503E382E-CC17-FA6D-C97D-BC5BE38A0E5D}"/>
              </a:ext>
            </a:extLst>
          </p:cNvPr>
          <p:cNvSpPr txBox="1"/>
          <p:nvPr/>
        </p:nvSpPr>
        <p:spPr>
          <a:xfrm>
            <a:off x="8108491" y="3564930"/>
            <a:ext cx="3971214" cy="1077218"/>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40" name="Rectangle 39">
            <a:extLst>
              <a:ext uri="{FF2B5EF4-FFF2-40B4-BE49-F238E27FC236}">
                <a16:creationId xmlns:a16="http://schemas.microsoft.com/office/drawing/2014/main" id="{2CC560A0-21C9-C6D5-FDE2-16B2600FF0A1}"/>
              </a:ext>
            </a:extLst>
          </p:cNvPr>
          <p:cNvSpPr/>
          <p:nvPr/>
        </p:nvSpPr>
        <p:spPr>
          <a:xfrm flipH="1">
            <a:off x="7050381" y="3178607"/>
            <a:ext cx="515184" cy="430887"/>
          </a:xfrm>
          <a:prstGeom prst="rect">
            <a:avLst/>
          </a:prstGeom>
        </p:spPr>
        <p:txBody>
          <a:bodyPr wrap="square" lIns="0" tIns="0" rIns="0" bIns="0" anchor="ctr">
            <a:spAutoFit/>
          </a:bodyPr>
          <a:lstStyle/>
          <a:p>
            <a:pPr algn="ctr"/>
            <a:r>
              <a:rPr lang="en-US" sz="2800" b="1" dirty="0">
                <a:solidFill>
                  <a:srgbClr val="FFFFFF"/>
                </a:solidFill>
              </a:rPr>
              <a:t>4</a:t>
            </a:r>
            <a:endParaRPr lang="en-US" sz="1050" b="1" dirty="0">
              <a:solidFill>
                <a:srgbClr val="FFFFFF"/>
              </a:solidFill>
              <a:cs typeface="Arial" panose="020B0604020202020204" pitchFamily="34" charset="0"/>
            </a:endParaRPr>
          </a:p>
        </p:txBody>
      </p:sp>
      <p:sp>
        <p:nvSpPr>
          <p:cNvPr id="41" name="Rectangle 40">
            <a:extLst>
              <a:ext uri="{FF2B5EF4-FFF2-40B4-BE49-F238E27FC236}">
                <a16:creationId xmlns:a16="http://schemas.microsoft.com/office/drawing/2014/main" id="{A5418E62-7D8C-0B3D-6B75-46EDAE848B51}"/>
              </a:ext>
            </a:extLst>
          </p:cNvPr>
          <p:cNvSpPr/>
          <p:nvPr/>
        </p:nvSpPr>
        <p:spPr>
          <a:xfrm flipH="1">
            <a:off x="6310182" y="4197933"/>
            <a:ext cx="515184" cy="430887"/>
          </a:xfrm>
          <a:prstGeom prst="rect">
            <a:avLst/>
          </a:prstGeom>
        </p:spPr>
        <p:txBody>
          <a:bodyPr wrap="square" lIns="0" tIns="0" rIns="0" bIns="0" anchor="ctr">
            <a:spAutoFit/>
          </a:bodyPr>
          <a:lstStyle/>
          <a:p>
            <a:pPr algn="ctr"/>
            <a:r>
              <a:rPr lang="en-US" sz="2800" b="1" dirty="0">
                <a:solidFill>
                  <a:srgbClr val="FFFFFF"/>
                </a:solidFill>
              </a:rPr>
              <a:t>5</a:t>
            </a:r>
            <a:endParaRPr lang="en-US" sz="1050" b="1" dirty="0">
              <a:solidFill>
                <a:srgbClr val="FFFFFF"/>
              </a:solidFill>
              <a:cs typeface="Arial" panose="020B0604020202020204" pitchFamily="34" charset="0"/>
            </a:endParaRPr>
          </a:p>
        </p:txBody>
      </p:sp>
      <p:sp>
        <p:nvSpPr>
          <p:cNvPr id="42" name="Rectangle 41">
            <a:extLst>
              <a:ext uri="{FF2B5EF4-FFF2-40B4-BE49-F238E27FC236}">
                <a16:creationId xmlns:a16="http://schemas.microsoft.com/office/drawing/2014/main" id="{E5F48FD7-7656-A74D-B88E-C3B7BCED82FF}"/>
              </a:ext>
            </a:extLst>
          </p:cNvPr>
          <p:cNvSpPr/>
          <p:nvPr/>
        </p:nvSpPr>
        <p:spPr>
          <a:xfrm flipH="1">
            <a:off x="6033043" y="5668796"/>
            <a:ext cx="515184" cy="430887"/>
          </a:xfrm>
          <a:prstGeom prst="rect">
            <a:avLst/>
          </a:prstGeom>
        </p:spPr>
        <p:txBody>
          <a:bodyPr wrap="square" lIns="0" tIns="0" rIns="0" bIns="0" anchor="ctr">
            <a:spAutoFit/>
          </a:bodyPr>
          <a:lstStyle/>
          <a:p>
            <a:pPr algn="ctr"/>
            <a:r>
              <a:rPr lang="en-US" sz="2800" b="1" dirty="0">
                <a:solidFill>
                  <a:srgbClr val="FFFFFF"/>
                </a:solidFill>
              </a:rPr>
              <a:t>6</a:t>
            </a:r>
            <a:endParaRPr lang="en-US" sz="1050" b="1" dirty="0">
              <a:solidFill>
                <a:srgbClr val="FFFFFF"/>
              </a:solidFill>
              <a:cs typeface="Arial" panose="020B0604020202020204" pitchFamily="34" charset="0"/>
            </a:endParaRPr>
          </a:p>
        </p:txBody>
      </p:sp>
      <p:sp>
        <p:nvSpPr>
          <p:cNvPr id="43" name="TextBox 82">
            <a:extLst>
              <a:ext uri="{FF2B5EF4-FFF2-40B4-BE49-F238E27FC236}">
                <a16:creationId xmlns:a16="http://schemas.microsoft.com/office/drawing/2014/main" id="{B5B47215-6A92-233D-57B5-60D1A327EAFC}"/>
              </a:ext>
            </a:extLst>
          </p:cNvPr>
          <p:cNvSpPr txBox="1"/>
          <p:nvPr/>
        </p:nvSpPr>
        <p:spPr>
          <a:xfrm>
            <a:off x="7450575" y="4658184"/>
            <a:ext cx="4629130" cy="830997"/>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44" name="TextBox 82">
            <a:extLst>
              <a:ext uri="{FF2B5EF4-FFF2-40B4-BE49-F238E27FC236}">
                <a16:creationId xmlns:a16="http://schemas.microsoft.com/office/drawing/2014/main" id="{4ECB8167-B50F-A143-11A7-8BD5EB34BBD7}"/>
              </a:ext>
            </a:extLst>
          </p:cNvPr>
          <p:cNvSpPr txBox="1"/>
          <p:nvPr/>
        </p:nvSpPr>
        <p:spPr>
          <a:xfrm>
            <a:off x="7308041" y="5759773"/>
            <a:ext cx="4629130" cy="830997"/>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Tree>
    <p:extLst>
      <p:ext uri="{BB962C8B-B14F-4D97-AF65-F5344CB8AC3E}">
        <p14:creationId xmlns:p14="http://schemas.microsoft.com/office/powerpoint/2010/main" val="1449167023"/>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5C2814-1E5D-90BB-C1F0-BAAA9295A548}"/>
              </a:ext>
            </a:extLst>
          </p:cNvPr>
          <p:cNvSpPr>
            <a:spLocks noGrp="1"/>
          </p:cNvSpPr>
          <p:nvPr>
            <p:ph type="title"/>
          </p:nvPr>
        </p:nvSpPr>
        <p:spPr>
          <a:xfrm>
            <a:off x="214184" y="13663"/>
            <a:ext cx="9728886" cy="678316"/>
          </a:xfrm>
        </p:spPr>
        <p:txBody>
          <a:bodyPr>
            <a:normAutofit/>
          </a:bodyPr>
          <a:lstStyle/>
          <a:p>
            <a:r>
              <a:rPr lang="en-US" dirty="0"/>
              <a:t>Key figures 9</a:t>
            </a:r>
          </a:p>
        </p:txBody>
      </p:sp>
      <p:grpSp>
        <p:nvGrpSpPr>
          <p:cNvPr id="326" name="Group 325">
            <a:extLst>
              <a:ext uri="{FF2B5EF4-FFF2-40B4-BE49-F238E27FC236}">
                <a16:creationId xmlns:a16="http://schemas.microsoft.com/office/drawing/2014/main" id="{B85C5ECA-B1AB-D19D-A123-559CBE5FF8F9}"/>
              </a:ext>
            </a:extLst>
          </p:cNvPr>
          <p:cNvGrpSpPr/>
          <p:nvPr/>
        </p:nvGrpSpPr>
        <p:grpSpPr>
          <a:xfrm>
            <a:off x="1714205" y="1509153"/>
            <a:ext cx="925162" cy="2738347"/>
            <a:chOff x="4258057" y="1556792"/>
            <a:chExt cx="925162" cy="2738347"/>
          </a:xfrm>
        </p:grpSpPr>
        <p:sp>
          <p:nvSpPr>
            <p:cNvPr id="327" name="Freeform: Shape 326">
              <a:extLst>
                <a:ext uri="{FF2B5EF4-FFF2-40B4-BE49-F238E27FC236}">
                  <a16:creationId xmlns:a16="http://schemas.microsoft.com/office/drawing/2014/main" id="{21573CBF-18E7-8437-F069-CCAF2D220550}"/>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28" name="Oval 10">
              <a:extLst>
                <a:ext uri="{FF2B5EF4-FFF2-40B4-BE49-F238E27FC236}">
                  <a16:creationId xmlns:a16="http://schemas.microsoft.com/office/drawing/2014/main" id="{379C4B63-61EA-CCF5-CD36-6910FFDF2782}"/>
                </a:ext>
              </a:extLst>
            </p:cNvPr>
            <p:cNvSpPr>
              <a:spLocks noChangeArrowheads="1"/>
            </p:cNvSpPr>
            <p:nvPr/>
          </p:nvSpPr>
          <p:spPr bwMode="auto">
            <a:xfrm>
              <a:off x="4526160" y="3653724"/>
              <a:ext cx="385227" cy="384279"/>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9" name="Scale">
              <a:extLst>
                <a:ext uri="{FF2B5EF4-FFF2-40B4-BE49-F238E27FC236}">
                  <a16:creationId xmlns:a16="http://schemas.microsoft.com/office/drawing/2014/main" id="{03387404-BA5F-D9FC-391B-F60E02700CA2}"/>
                </a:ext>
              </a:extLst>
            </p:cNvPr>
            <p:cNvGrpSpPr/>
            <p:nvPr/>
          </p:nvGrpSpPr>
          <p:grpSpPr>
            <a:xfrm>
              <a:off x="4258057" y="1868909"/>
              <a:ext cx="925162" cy="1613734"/>
              <a:chOff x="4258057" y="1868909"/>
              <a:chExt cx="925162" cy="1613734"/>
            </a:xfrm>
          </p:grpSpPr>
          <p:cxnSp>
            <p:nvCxnSpPr>
              <p:cNvPr id="336" name="Straight Connector 15">
                <a:extLst>
                  <a:ext uri="{FF2B5EF4-FFF2-40B4-BE49-F238E27FC236}">
                    <a16:creationId xmlns:a16="http://schemas.microsoft.com/office/drawing/2014/main" id="{7B76544D-D38B-4CF5-3CAC-E9DC6DF0F44F}"/>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7" name="Straight Connector 17">
                <a:extLst>
                  <a:ext uri="{FF2B5EF4-FFF2-40B4-BE49-F238E27FC236}">
                    <a16:creationId xmlns:a16="http://schemas.microsoft.com/office/drawing/2014/main" id="{ACEF7F2C-7A60-04A9-13A8-022CB7049D0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8" name="Straight Connector 19">
                <a:extLst>
                  <a:ext uri="{FF2B5EF4-FFF2-40B4-BE49-F238E27FC236}">
                    <a16:creationId xmlns:a16="http://schemas.microsoft.com/office/drawing/2014/main" id="{7E217F6D-CC16-6467-DE1B-3BD6993E83EF}"/>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9" name="Straight Connector 21">
                <a:extLst>
                  <a:ext uri="{FF2B5EF4-FFF2-40B4-BE49-F238E27FC236}">
                    <a16:creationId xmlns:a16="http://schemas.microsoft.com/office/drawing/2014/main" id="{E7EAF3D2-9C3C-96AE-6DDD-F053E229B672}"/>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0" name="Straight Connector 24">
                <a:extLst>
                  <a:ext uri="{FF2B5EF4-FFF2-40B4-BE49-F238E27FC236}">
                    <a16:creationId xmlns:a16="http://schemas.microsoft.com/office/drawing/2014/main" id="{6770DB36-8F98-90EA-0B55-8B6CDBD2CF2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1" name="Straight Connector 26">
                <a:extLst>
                  <a:ext uri="{FF2B5EF4-FFF2-40B4-BE49-F238E27FC236}">
                    <a16:creationId xmlns:a16="http://schemas.microsoft.com/office/drawing/2014/main" id="{45418E15-6C03-07E7-A1EA-13B4E7A1EA85}"/>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2" name="Straight Connector 28">
                <a:extLst>
                  <a:ext uri="{FF2B5EF4-FFF2-40B4-BE49-F238E27FC236}">
                    <a16:creationId xmlns:a16="http://schemas.microsoft.com/office/drawing/2014/main" id="{EC00DE66-64A1-12D6-01C0-E27AB0DF89DE}"/>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3" name="Straight Connector 30">
                <a:extLst>
                  <a:ext uri="{FF2B5EF4-FFF2-40B4-BE49-F238E27FC236}">
                    <a16:creationId xmlns:a16="http://schemas.microsoft.com/office/drawing/2014/main" id="{6FDE1272-6D5A-B864-1B2F-EEB33E93FD7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4" name="Straight Connector 16">
                <a:extLst>
                  <a:ext uri="{FF2B5EF4-FFF2-40B4-BE49-F238E27FC236}">
                    <a16:creationId xmlns:a16="http://schemas.microsoft.com/office/drawing/2014/main" id="{D99B611E-89F4-62AE-176A-42C13E78DEFD}"/>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5" name="Straight Connector 20">
                <a:extLst>
                  <a:ext uri="{FF2B5EF4-FFF2-40B4-BE49-F238E27FC236}">
                    <a16:creationId xmlns:a16="http://schemas.microsoft.com/office/drawing/2014/main" id="{572680EF-18FD-1C3F-ECF8-45231C80A109}"/>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6" name="Straight Connector 25">
                <a:extLst>
                  <a:ext uri="{FF2B5EF4-FFF2-40B4-BE49-F238E27FC236}">
                    <a16:creationId xmlns:a16="http://schemas.microsoft.com/office/drawing/2014/main" id="{7412DA9D-632B-5F90-1075-FA2F87636415}"/>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7" name="Straight Connector 29">
                <a:extLst>
                  <a:ext uri="{FF2B5EF4-FFF2-40B4-BE49-F238E27FC236}">
                    <a16:creationId xmlns:a16="http://schemas.microsoft.com/office/drawing/2014/main" id="{C62A466E-B1EE-3482-F8E8-2A96B9FE08EB}"/>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8" name="Straight Connector 14">
                <a:extLst>
                  <a:ext uri="{FF2B5EF4-FFF2-40B4-BE49-F238E27FC236}">
                    <a16:creationId xmlns:a16="http://schemas.microsoft.com/office/drawing/2014/main" id="{B1BE5382-4760-FC89-5B2A-6D16F0751744}"/>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9" name="Straight Connector 18">
                <a:extLst>
                  <a:ext uri="{FF2B5EF4-FFF2-40B4-BE49-F238E27FC236}">
                    <a16:creationId xmlns:a16="http://schemas.microsoft.com/office/drawing/2014/main" id="{30E67504-75C7-77E7-9C37-AE7975A3FABB}"/>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BA22591-B04B-6D37-B13D-0C209EA0212C}"/>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1" name="Straight Connector 27">
                <a:extLst>
                  <a:ext uri="{FF2B5EF4-FFF2-40B4-BE49-F238E27FC236}">
                    <a16:creationId xmlns:a16="http://schemas.microsoft.com/office/drawing/2014/main" id="{E505964C-0227-F73F-8993-F64BDDBC2757}"/>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2" name="Straight Connector 31">
                <a:extLst>
                  <a:ext uri="{FF2B5EF4-FFF2-40B4-BE49-F238E27FC236}">
                    <a16:creationId xmlns:a16="http://schemas.microsoft.com/office/drawing/2014/main" id="{ABBA7E72-EC9F-81B2-F3E1-2B157999E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3" name="Straight Connector 153">
                <a:extLst>
                  <a:ext uri="{FF2B5EF4-FFF2-40B4-BE49-F238E27FC236}">
                    <a16:creationId xmlns:a16="http://schemas.microsoft.com/office/drawing/2014/main" id="{A267EF4B-CEF4-B5D0-8F19-2E7F84EF36AB}"/>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4" name="Straight Connector 154">
                <a:extLst>
                  <a:ext uri="{FF2B5EF4-FFF2-40B4-BE49-F238E27FC236}">
                    <a16:creationId xmlns:a16="http://schemas.microsoft.com/office/drawing/2014/main" id="{4F2A2ED0-040D-99E4-D329-46B3B2395463}"/>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5" name="Straight Connector 155">
                <a:extLst>
                  <a:ext uri="{FF2B5EF4-FFF2-40B4-BE49-F238E27FC236}">
                    <a16:creationId xmlns:a16="http://schemas.microsoft.com/office/drawing/2014/main" id="{F8ABD87C-EF27-740B-2B9F-E1EF8A24AB3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6" name="Straight Connector 156">
                <a:extLst>
                  <a:ext uri="{FF2B5EF4-FFF2-40B4-BE49-F238E27FC236}">
                    <a16:creationId xmlns:a16="http://schemas.microsoft.com/office/drawing/2014/main" id="{C82291CB-F4F7-5B92-320E-B96A5DD85CAF}"/>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7" name="Straight Connector 157">
                <a:extLst>
                  <a:ext uri="{FF2B5EF4-FFF2-40B4-BE49-F238E27FC236}">
                    <a16:creationId xmlns:a16="http://schemas.microsoft.com/office/drawing/2014/main" id="{2F2285F4-2506-4045-F63C-1B323EF96DA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8" name="Straight Connector 158">
                <a:extLst>
                  <a:ext uri="{FF2B5EF4-FFF2-40B4-BE49-F238E27FC236}">
                    <a16:creationId xmlns:a16="http://schemas.microsoft.com/office/drawing/2014/main" id="{430E6E5B-8135-9584-6648-C72178C47901}"/>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9" name="Straight Connector 159">
                <a:extLst>
                  <a:ext uri="{FF2B5EF4-FFF2-40B4-BE49-F238E27FC236}">
                    <a16:creationId xmlns:a16="http://schemas.microsoft.com/office/drawing/2014/main" id="{AEB77F79-F567-05DB-311C-12600AF2F9C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0" name="Straight Connector 160">
                <a:extLst>
                  <a:ext uri="{FF2B5EF4-FFF2-40B4-BE49-F238E27FC236}">
                    <a16:creationId xmlns:a16="http://schemas.microsoft.com/office/drawing/2014/main" id="{820A9D6A-CCFD-9540-F304-7E5E4481F51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1" name="Straight Connector 161">
                <a:extLst>
                  <a:ext uri="{FF2B5EF4-FFF2-40B4-BE49-F238E27FC236}">
                    <a16:creationId xmlns:a16="http://schemas.microsoft.com/office/drawing/2014/main" id="{0C3DDE9C-894F-6DB4-E307-E913EBBA90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2" name="Straight Connector 162">
                <a:extLst>
                  <a:ext uri="{FF2B5EF4-FFF2-40B4-BE49-F238E27FC236}">
                    <a16:creationId xmlns:a16="http://schemas.microsoft.com/office/drawing/2014/main" id="{0CC77454-97AD-0F03-7B9A-DA20A227CE78}"/>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3" name="Straight Connector 163">
                <a:extLst>
                  <a:ext uri="{FF2B5EF4-FFF2-40B4-BE49-F238E27FC236}">
                    <a16:creationId xmlns:a16="http://schemas.microsoft.com/office/drawing/2014/main" id="{71E627E9-032D-86CC-F912-F99D71ABAE6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4" name="Straight Connector 164">
                <a:extLst>
                  <a:ext uri="{FF2B5EF4-FFF2-40B4-BE49-F238E27FC236}">
                    <a16:creationId xmlns:a16="http://schemas.microsoft.com/office/drawing/2014/main" id="{B0EDC343-0407-7DCF-C5D7-8C51D6A3967A}"/>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5" name="Straight Connector 165">
                <a:extLst>
                  <a:ext uri="{FF2B5EF4-FFF2-40B4-BE49-F238E27FC236}">
                    <a16:creationId xmlns:a16="http://schemas.microsoft.com/office/drawing/2014/main" id="{05FBE524-69BA-672B-0CA1-8F7E7741D194}"/>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6" name="Straight Connector 166">
                <a:extLst>
                  <a:ext uri="{FF2B5EF4-FFF2-40B4-BE49-F238E27FC236}">
                    <a16:creationId xmlns:a16="http://schemas.microsoft.com/office/drawing/2014/main" id="{6F81D8BE-E6EE-244D-7CB5-43473A1ACE7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7" name="Straight Connector 167">
                <a:extLst>
                  <a:ext uri="{FF2B5EF4-FFF2-40B4-BE49-F238E27FC236}">
                    <a16:creationId xmlns:a16="http://schemas.microsoft.com/office/drawing/2014/main" id="{652F24B5-6D47-BF5D-BBFE-7F32E3B442C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8" name="Straight Connector 168">
                <a:extLst>
                  <a:ext uri="{FF2B5EF4-FFF2-40B4-BE49-F238E27FC236}">
                    <a16:creationId xmlns:a16="http://schemas.microsoft.com/office/drawing/2014/main" id="{F2FD7D13-6C5D-77FF-B7A8-F26A7E446784}"/>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9" name="Straight Connector 169">
                <a:extLst>
                  <a:ext uri="{FF2B5EF4-FFF2-40B4-BE49-F238E27FC236}">
                    <a16:creationId xmlns:a16="http://schemas.microsoft.com/office/drawing/2014/main" id="{5249F034-11A6-E238-8C39-7313DD9E5B38}"/>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30" name="Chart 329">
              <a:extLst>
                <a:ext uri="{FF2B5EF4-FFF2-40B4-BE49-F238E27FC236}">
                  <a16:creationId xmlns:a16="http://schemas.microsoft.com/office/drawing/2014/main" id="{5DF2AE0D-B20C-9C1F-DFC6-CB8A4911A57E}"/>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3"/>
            </a:graphicData>
          </a:graphic>
        </p:graphicFrame>
        <p:sp>
          <p:nvSpPr>
            <p:cNvPr id="331" name="Shadow">
              <a:extLst>
                <a:ext uri="{FF2B5EF4-FFF2-40B4-BE49-F238E27FC236}">
                  <a16:creationId xmlns:a16="http://schemas.microsoft.com/office/drawing/2014/main" id="{89DAC62E-3962-73B9-FC01-40B1AB1A484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32" name="Reflection">
              <a:extLst>
                <a:ext uri="{FF2B5EF4-FFF2-40B4-BE49-F238E27FC236}">
                  <a16:creationId xmlns:a16="http://schemas.microsoft.com/office/drawing/2014/main" id="{81ED79FF-CC5F-63BB-7EAF-BBA8500BAE6D}"/>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3" name="Reflection">
              <a:extLst>
                <a:ext uri="{FF2B5EF4-FFF2-40B4-BE49-F238E27FC236}">
                  <a16:creationId xmlns:a16="http://schemas.microsoft.com/office/drawing/2014/main" id="{7BC700DB-B711-6E87-21F1-F25EC12CAF79}"/>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4" name="Sun">
              <a:extLst>
                <a:ext uri="{FF2B5EF4-FFF2-40B4-BE49-F238E27FC236}">
                  <a16:creationId xmlns:a16="http://schemas.microsoft.com/office/drawing/2014/main" id="{54AABAA1-ED56-C5DF-E07E-1C97035DBF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White">
              <a:extLst>
                <a:ext uri="{FF2B5EF4-FFF2-40B4-BE49-F238E27FC236}">
                  <a16:creationId xmlns:a16="http://schemas.microsoft.com/office/drawing/2014/main" id="{E6B16762-F49C-6B52-FA3E-EC5553E88D32}"/>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 name="TextBox 82">
            <a:extLst>
              <a:ext uri="{FF2B5EF4-FFF2-40B4-BE49-F238E27FC236}">
                <a16:creationId xmlns:a16="http://schemas.microsoft.com/office/drawing/2014/main" id="{E0833555-8AA6-7B43-01A8-9A1F37889B1D}"/>
              </a:ext>
            </a:extLst>
          </p:cNvPr>
          <p:cNvSpPr txBox="1"/>
          <p:nvPr/>
        </p:nvSpPr>
        <p:spPr>
          <a:xfrm>
            <a:off x="1203204"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38" name="Group 237">
            <a:extLst>
              <a:ext uri="{FF2B5EF4-FFF2-40B4-BE49-F238E27FC236}">
                <a16:creationId xmlns:a16="http://schemas.microsoft.com/office/drawing/2014/main" id="{6A464B89-DBC9-6913-1F75-FF0AA55CA377}"/>
              </a:ext>
            </a:extLst>
          </p:cNvPr>
          <p:cNvGrpSpPr/>
          <p:nvPr/>
        </p:nvGrpSpPr>
        <p:grpSpPr>
          <a:xfrm>
            <a:off x="3693485" y="1509153"/>
            <a:ext cx="925162" cy="2738347"/>
            <a:chOff x="4258057" y="1556792"/>
            <a:chExt cx="925162" cy="2738347"/>
          </a:xfrm>
        </p:grpSpPr>
        <p:sp>
          <p:nvSpPr>
            <p:cNvPr id="239" name="Freeform: Shape 238">
              <a:extLst>
                <a:ext uri="{FF2B5EF4-FFF2-40B4-BE49-F238E27FC236}">
                  <a16:creationId xmlns:a16="http://schemas.microsoft.com/office/drawing/2014/main" id="{1A2FC294-7C6D-CC18-CDFC-80EBEDF2710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40" name="Oval 10">
              <a:extLst>
                <a:ext uri="{FF2B5EF4-FFF2-40B4-BE49-F238E27FC236}">
                  <a16:creationId xmlns:a16="http://schemas.microsoft.com/office/drawing/2014/main" id="{B1505FEE-B0D9-C314-9855-615960812C92}"/>
                </a:ext>
              </a:extLst>
            </p:cNvPr>
            <p:cNvSpPr>
              <a:spLocks noChangeArrowheads="1"/>
            </p:cNvSpPr>
            <p:nvPr/>
          </p:nvSpPr>
          <p:spPr bwMode="auto">
            <a:xfrm>
              <a:off x="4526160" y="3653724"/>
              <a:ext cx="385227" cy="384279"/>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41" name="Scale">
              <a:extLst>
                <a:ext uri="{FF2B5EF4-FFF2-40B4-BE49-F238E27FC236}">
                  <a16:creationId xmlns:a16="http://schemas.microsoft.com/office/drawing/2014/main" id="{37F42D9B-4F41-008E-065C-F1A690D7F380}"/>
                </a:ext>
              </a:extLst>
            </p:cNvPr>
            <p:cNvGrpSpPr/>
            <p:nvPr/>
          </p:nvGrpSpPr>
          <p:grpSpPr>
            <a:xfrm>
              <a:off x="4258057" y="1868909"/>
              <a:ext cx="925162" cy="1613734"/>
              <a:chOff x="4258057" y="1868909"/>
              <a:chExt cx="925162" cy="1613734"/>
            </a:xfrm>
          </p:grpSpPr>
          <p:cxnSp>
            <p:nvCxnSpPr>
              <p:cNvPr id="248" name="Straight Connector 15">
                <a:extLst>
                  <a:ext uri="{FF2B5EF4-FFF2-40B4-BE49-F238E27FC236}">
                    <a16:creationId xmlns:a16="http://schemas.microsoft.com/office/drawing/2014/main" id="{1EFFF51A-BE6B-3043-0409-D209D0243F22}"/>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9" name="Straight Connector 17">
                <a:extLst>
                  <a:ext uri="{FF2B5EF4-FFF2-40B4-BE49-F238E27FC236}">
                    <a16:creationId xmlns:a16="http://schemas.microsoft.com/office/drawing/2014/main" id="{DADAD8E2-C45D-83AE-4CE3-6D0CD4E5917E}"/>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0" name="Straight Connector 19">
                <a:extLst>
                  <a:ext uri="{FF2B5EF4-FFF2-40B4-BE49-F238E27FC236}">
                    <a16:creationId xmlns:a16="http://schemas.microsoft.com/office/drawing/2014/main" id="{8DB51B52-98EC-26EE-C16B-4F6C2F666942}"/>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1" name="Straight Connector 21">
                <a:extLst>
                  <a:ext uri="{FF2B5EF4-FFF2-40B4-BE49-F238E27FC236}">
                    <a16:creationId xmlns:a16="http://schemas.microsoft.com/office/drawing/2014/main" id="{6CF330DF-313A-ECA2-5654-101864C36FFF}"/>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2" name="Straight Connector 24">
                <a:extLst>
                  <a:ext uri="{FF2B5EF4-FFF2-40B4-BE49-F238E27FC236}">
                    <a16:creationId xmlns:a16="http://schemas.microsoft.com/office/drawing/2014/main" id="{44E0EB36-0E82-ECFC-035D-DC17A98077B6}"/>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3" name="Straight Connector 26">
                <a:extLst>
                  <a:ext uri="{FF2B5EF4-FFF2-40B4-BE49-F238E27FC236}">
                    <a16:creationId xmlns:a16="http://schemas.microsoft.com/office/drawing/2014/main" id="{64C5E4B1-BE49-4B5C-1869-2C5F5BA88AD7}"/>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4" name="Straight Connector 28">
                <a:extLst>
                  <a:ext uri="{FF2B5EF4-FFF2-40B4-BE49-F238E27FC236}">
                    <a16:creationId xmlns:a16="http://schemas.microsoft.com/office/drawing/2014/main" id="{FB08CF74-E0E6-A1F3-8FE0-E526F42B6762}"/>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5" name="Straight Connector 30">
                <a:extLst>
                  <a:ext uri="{FF2B5EF4-FFF2-40B4-BE49-F238E27FC236}">
                    <a16:creationId xmlns:a16="http://schemas.microsoft.com/office/drawing/2014/main" id="{F15F7E7D-312C-5B2A-3A53-3B7C0B8ACA86}"/>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6" name="Straight Connector 16">
                <a:extLst>
                  <a:ext uri="{FF2B5EF4-FFF2-40B4-BE49-F238E27FC236}">
                    <a16:creationId xmlns:a16="http://schemas.microsoft.com/office/drawing/2014/main" id="{EA765BF2-4740-2CB9-AD62-EB1111E28010}"/>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7" name="Straight Connector 20">
                <a:extLst>
                  <a:ext uri="{FF2B5EF4-FFF2-40B4-BE49-F238E27FC236}">
                    <a16:creationId xmlns:a16="http://schemas.microsoft.com/office/drawing/2014/main" id="{7294404C-8CD8-318E-387A-722ED52B1365}"/>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8" name="Straight Connector 25">
                <a:extLst>
                  <a:ext uri="{FF2B5EF4-FFF2-40B4-BE49-F238E27FC236}">
                    <a16:creationId xmlns:a16="http://schemas.microsoft.com/office/drawing/2014/main" id="{E535C7B9-CAE2-5CA5-DA53-A53C7C74BF1E}"/>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9" name="Straight Connector 29">
                <a:extLst>
                  <a:ext uri="{FF2B5EF4-FFF2-40B4-BE49-F238E27FC236}">
                    <a16:creationId xmlns:a16="http://schemas.microsoft.com/office/drawing/2014/main" id="{1126C8FA-50D3-6467-AF91-8AB03673FC67}"/>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0" name="Straight Connector 14">
                <a:extLst>
                  <a:ext uri="{FF2B5EF4-FFF2-40B4-BE49-F238E27FC236}">
                    <a16:creationId xmlns:a16="http://schemas.microsoft.com/office/drawing/2014/main" id="{E5B475B6-B9F7-9174-3D2D-1EDB631B10D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1" name="Straight Connector 18">
                <a:extLst>
                  <a:ext uri="{FF2B5EF4-FFF2-40B4-BE49-F238E27FC236}">
                    <a16:creationId xmlns:a16="http://schemas.microsoft.com/office/drawing/2014/main" id="{6DFD2854-06BD-B650-ADAC-BC5B73DC64CF}"/>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a:extLst>
                  <a:ext uri="{FF2B5EF4-FFF2-40B4-BE49-F238E27FC236}">
                    <a16:creationId xmlns:a16="http://schemas.microsoft.com/office/drawing/2014/main" id="{28DCFB18-28F3-06FE-41E1-ABC2AB78FCBA}"/>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3" name="Straight Connector 27">
                <a:extLst>
                  <a:ext uri="{FF2B5EF4-FFF2-40B4-BE49-F238E27FC236}">
                    <a16:creationId xmlns:a16="http://schemas.microsoft.com/office/drawing/2014/main" id="{42EE84AA-F698-9BE2-50BB-44BFF308074B}"/>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4" name="Straight Connector 31">
                <a:extLst>
                  <a:ext uri="{FF2B5EF4-FFF2-40B4-BE49-F238E27FC236}">
                    <a16:creationId xmlns:a16="http://schemas.microsoft.com/office/drawing/2014/main" id="{EEB07E4B-467E-67E3-5959-DAE5D67F025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5" name="Straight Connector 153">
                <a:extLst>
                  <a:ext uri="{FF2B5EF4-FFF2-40B4-BE49-F238E27FC236}">
                    <a16:creationId xmlns:a16="http://schemas.microsoft.com/office/drawing/2014/main" id="{F1FBAD5F-6649-5919-3440-4F9484F86C72}"/>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6" name="Straight Connector 154">
                <a:extLst>
                  <a:ext uri="{FF2B5EF4-FFF2-40B4-BE49-F238E27FC236}">
                    <a16:creationId xmlns:a16="http://schemas.microsoft.com/office/drawing/2014/main" id="{EF703292-DE5F-5DCA-2741-68008C8D2119}"/>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7" name="Straight Connector 155">
                <a:extLst>
                  <a:ext uri="{FF2B5EF4-FFF2-40B4-BE49-F238E27FC236}">
                    <a16:creationId xmlns:a16="http://schemas.microsoft.com/office/drawing/2014/main" id="{927DB4F8-2D3E-22FF-16B4-316E8ACF5BAB}"/>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8" name="Straight Connector 156">
                <a:extLst>
                  <a:ext uri="{FF2B5EF4-FFF2-40B4-BE49-F238E27FC236}">
                    <a16:creationId xmlns:a16="http://schemas.microsoft.com/office/drawing/2014/main" id="{B43DB115-D75D-94A8-25C8-C3A7E422638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9" name="Straight Connector 157">
                <a:extLst>
                  <a:ext uri="{FF2B5EF4-FFF2-40B4-BE49-F238E27FC236}">
                    <a16:creationId xmlns:a16="http://schemas.microsoft.com/office/drawing/2014/main" id="{01CC82BF-7987-8A31-ADAD-B9DDA5CB76B8}"/>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0" name="Straight Connector 158">
                <a:extLst>
                  <a:ext uri="{FF2B5EF4-FFF2-40B4-BE49-F238E27FC236}">
                    <a16:creationId xmlns:a16="http://schemas.microsoft.com/office/drawing/2014/main" id="{EB52FD37-AD0A-7E90-06FA-F401A87C1FAA}"/>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1" name="Straight Connector 159">
                <a:extLst>
                  <a:ext uri="{FF2B5EF4-FFF2-40B4-BE49-F238E27FC236}">
                    <a16:creationId xmlns:a16="http://schemas.microsoft.com/office/drawing/2014/main" id="{0DC8C3B0-FBCA-ABE1-70A0-4C6B48F68D4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2" name="Straight Connector 160">
                <a:extLst>
                  <a:ext uri="{FF2B5EF4-FFF2-40B4-BE49-F238E27FC236}">
                    <a16:creationId xmlns:a16="http://schemas.microsoft.com/office/drawing/2014/main" id="{49701B02-4B20-0D7C-017A-6BAB75594229}"/>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3" name="Straight Connector 161">
                <a:extLst>
                  <a:ext uri="{FF2B5EF4-FFF2-40B4-BE49-F238E27FC236}">
                    <a16:creationId xmlns:a16="http://schemas.microsoft.com/office/drawing/2014/main" id="{0ECF40AC-ACEE-723F-2789-59A1E3453E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4" name="Straight Connector 162">
                <a:extLst>
                  <a:ext uri="{FF2B5EF4-FFF2-40B4-BE49-F238E27FC236}">
                    <a16:creationId xmlns:a16="http://schemas.microsoft.com/office/drawing/2014/main" id="{3A51B683-224B-5DBE-218E-FD031C9F78AD}"/>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5" name="Straight Connector 163">
                <a:extLst>
                  <a:ext uri="{FF2B5EF4-FFF2-40B4-BE49-F238E27FC236}">
                    <a16:creationId xmlns:a16="http://schemas.microsoft.com/office/drawing/2014/main" id="{C4E73F4A-3E47-0AB4-94BD-245513890DD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6" name="Straight Connector 164">
                <a:extLst>
                  <a:ext uri="{FF2B5EF4-FFF2-40B4-BE49-F238E27FC236}">
                    <a16:creationId xmlns:a16="http://schemas.microsoft.com/office/drawing/2014/main" id="{0292595D-CDF3-17B2-BD45-F2DBF1FDE09C}"/>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7" name="Straight Connector 165">
                <a:extLst>
                  <a:ext uri="{FF2B5EF4-FFF2-40B4-BE49-F238E27FC236}">
                    <a16:creationId xmlns:a16="http://schemas.microsoft.com/office/drawing/2014/main" id="{A9CBCB55-D565-097F-9C88-048F5AC39788}"/>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8" name="Straight Connector 166">
                <a:extLst>
                  <a:ext uri="{FF2B5EF4-FFF2-40B4-BE49-F238E27FC236}">
                    <a16:creationId xmlns:a16="http://schemas.microsoft.com/office/drawing/2014/main" id="{D9522820-BCCD-D82D-8EAC-E972CA1D3529}"/>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9" name="Straight Connector 167">
                <a:extLst>
                  <a:ext uri="{FF2B5EF4-FFF2-40B4-BE49-F238E27FC236}">
                    <a16:creationId xmlns:a16="http://schemas.microsoft.com/office/drawing/2014/main" id="{288C974F-C2FE-2B88-791F-24313B72A6A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0" name="Straight Connector 168">
                <a:extLst>
                  <a:ext uri="{FF2B5EF4-FFF2-40B4-BE49-F238E27FC236}">
                    <a16:creationId xmlns:a16="http://schemas.microsoft.com/office/drawing/2014/main" id="{E73B9ED8-60A1-E140-FD5B-201AC5D966E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1" name="Straight Connector 169">
                <a:extLst>
                  <a:ext uri="{FF2B5EF4-FFF2-40B4-BE49-F238E27FC236}">
                    <a16:creationId xmlns:a16="http://schemas.microsoft.com/office/drawing/2014/main" id="{068DB75B-6945-F8DD-2042-F6D77597A1ED}"/>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42" name="Chart 241">
              <a:extLst>
                <a:ext uri="{FF2B5EF4-FFF2-40B4-BE49-F238E27FC236}">
                  <a16:creationId xmlns:a16="http://schemas.microsoft.com/office/drawing/2014/main" id="{6D21699F-3510-25B3-D549-A20B81FEB016}"/>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4"/>
            </a:graphicData>
          </a:graphic>
        </p:graphicFrame>
        <p:sp>
          <p:nvSpPr>
            <p:cNvPr id="243" name="Shadow">
              <a:extLst>
                <a:ext uri="{FF2B5EF4-FFF2-40B4-BE49-F238E27FC236}">
                  <a16:creationId xmlns:a16="http://schemas.microsoft.com/office/drawing/2014/main" id="{B223CC15-B0F4-5D62-5954-6FD3ED5BC57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44" name="Reflection">
              <a:extLst>
                <a:ext uri="{FF2B5EF4-FFF2-40B4-BE49-F238E27FC236}">
                  <a16:creationId xmlns:a16="http://schemas.microsoft.com/office/drawing/2014/main" id="{827F0154-965E-7C2E-0E54-B474CBFFCB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 name="Reflection">
              <a:extLst>
                <a:ext uri="{FF2B5EF4-FFF2-40B4-BE49-F238E27FC236}">
                  <a16:creationId xmlns:a16="http://schemas.microsoft.com/office/drawing/2014/main" id="{34B6F07B-553C-1107-835A-389FDB5C2717}"/>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 name="Sun">
              <a:extLst>
                <a:ext uri="{FF2B5EF4-FFF2-40B4-BE49-F238E27FC236}">
                  <a16:creationId xmlns:a16="http://schemas.microsoft.com/office/drawing/2014/main" id="{098364FE-F41E-614B-A410-6BBB7E965DAE}"/>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White">
              <a:extLst>
                <a:ext uri="{FF2B5EF4-FFF2-40B4-BE49-F238E27FC236}">
                  <a16:creationId xmlns:a16="http://schemas.microsoft.com/office/drawing/2014/main" id="{695ADA46-9C8B-553C-3E21-32E9DA21EB8C}"/>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2" name="TextBox 82">
            <a:extLst>
              <a:ext uri="{FF2B5EF4-FFF2-40B4-BE49-F238E27FC236}">
                <a16:creationId xmlns:a16="http://schemas.microsoft.com/office/drawing/2014/main" id="{C6894C7C-4A05-B8D4-92CB-2B837796834D}"/>
              </a:ext>
            </a:extLst>
          </p:cNvPr>
          <p:cNvSpPr txBox="1"/>
          <p:nvPr/>
        </p:nvSpPr>
        <p:spPr>
          <a:xfrm>
            <a:off x="3163981"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82" name="Group 281">
            <a:extLst>
              <a:ext uri="{FF2B5EF4-FFF2-40B4-BE49-F238E27FC236}">
                <a16:creationId xmlns:a16="http://schemas.microsoft.com/office/drawing/2014/main" id="{54914D83-68D5-BED1-8118-4316C624D84A}"/>
              </a:ext>
            </a:extLst>
          </p:cNvPr>
          <p:cNvGrpSpPr/>
          <p:nvPr/>
        </p:nvGrpSpPr>
        <p:grpSpPr>
          <a:xfrm>
            <a:off x="5585565" y="1509153"/>
            <a:ext cx="925162" cy="2738347"/>
            <a:chOff x="4258057" y="1556792"/>
            <a:chExt cx="925162" cy="2738347"/>
          </a:xfrm>
        </p:grpSpPr>
        <p:sp>
          <p:nvSpPr>
            <p:cNvPr id="283" name="Freeform: Shape 282">
              <a:extLst>
                <a:ext uri="{FF2B5EF4-FFF2-40B4-BE49-F238E27FC236}">
                  <a16:creationId xmlns:a16="http://schemas.microsoft.com/office/drawing/2014/main" id="{E1C8ECAC-9D18-3177-DDE0-7D2A67B06054}"/>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4" name="Oval 10">
              <a:extLst>
                <a:ext uri="{FF2B5EF4-FFF2-40B4-BE49-F238E27FC236}">
                  <a16:creationId xmlns:a16="http://schemas.microsoft.com/office/drawing/2014/main" id="{8EAEABF1-9E0F-A004-BB4D-784BBEFB9697}"/>
                </a:ext>
              </a:extLst>
            </p:cNvPr>
            <p:cNvSpPr>
              <a:spLocks noChangeArrowheads="1"/>
            </p:cNvSpPr>
            <p:nvPr/>
          </p:nvSpPr>
          <p:spPr bwMode="auto">
            <a:xfrm>
              <a:off x="4526160" y="3653724"/>
              <a:ext cx="385227" cy="384279"/>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85" name="Scale">
              <a:extLst>
                <a:ext uri="{FF2B5EF4-FFF2-40B4-BE49-F238E27FC236}">
                  <a16:creationId xmlns:a16="http://schemas.microsoft.com/office/drawing/2014/main" id="{794A5AE3-573A-0970-BD1B-DD804FBC3840}"/>
                </a:ext>
              </a:extLst>
            </p:cNvPr>
            <p:cNvGrpSpPr/>
            <p:nvPr/>
          </p:nvGrpSpPr>
          <p:grpSpPr>
            <a:xfrm>
              <a:off x="4258057" y="1868909"/>
              <a:ext cx="925162" cy="1613734"/>
              <a:chOff x="4258057" y="1868909"/>
              <a:chExt cx="925162" cy="1613734"/>
            </a:xfrm>
          </p:grpSpPr>
          <p:cxnSp>
            <p:nvCxnSpPr>
              <p:cNvPr id="292" name="Straight Connector 15">
                <a:extLst>
                  <a:ext uri="{FF2B5EF4-FFF2-40B4-BE49-F238E27FC236}">
                    <a16:creationId xmlns:a16="http://schemas.microsoft.com/office/drawing/2014/main" id="{C025D3A0-2046-BEBB-25F0-3D6F63BAE54D}"/>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3" name="Straight Connector 17">
                <a:extLst>
                  <a:ext uri="{FF2B5EF4-FFF2-40B4-BE49-F238E27FC236}">
                    <a16:creationId xmlns:a16="http://schemas.microsoft.com/office/drawing/2014/main" id="{12CC6997-423F-1F83-D061-D5CA9773ECD8}"/>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4" name="Straight Connector 19">
                <a:extLst>
                  <a:ext uri="{FF2B5EF4-FFF2-40B4-BE49-F238E27FC236}">
                    <a16:creationId xmlns:a16="http://schemas.microsoft.com/office/drawing/2014/main" id="{1B2E8DA5-A87A-DE86-F68A-87015CAED54C}"/>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5" name="Straight Connector 21">
                <a:extLst>
                  <a:ext uri="{FF2B5EF4-FFF2-40B4-BE49-F238E27FC236}">
                    <a16:creationId xmlns:a16="http://schemas.microsoft.com/office/drawing/2014/main" id="{91C2E4D4-72CB-86B0-9FB0-1F3D3CFA194D}"/>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6" name="Straight Connector 24">
                <a:extLst>
                  <a:ext uri="{FF2B5EF4-FFF2-40B4-BE49-F238E27FC236}">
                    <a16:creationId xmlns:a16="http://schemas.microsoft.com/office/drawing/2014/main" id="{C20F8ADD-2C94-C03A-9284-08C2F13A302B}"/>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7" name="Straight Connector 26">
                <a:extLst>
                  <a:ext uri="{FF2B5EF4-FFF2-40B4-BE49-F238E27FC236}">
                    <a16:creationId xmlns:a16="http://schemas.microsoft.com/office/drawing/2014/main" id="{377D7B0E-1F9E-136F-2851-2BE9F8E4B1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8" name="Straight Connector 28">
                <a:extLst>
                  <a:ext uri="{FF2B5EF4-FFF2-40B4-BE49-F238E27FC236}">
                    <a16:creationId xmlns:a16="http://schemas.microsoft.com/office/drawing/2014/main" id="{0D135ADA-930D-1BB1-79F0-B92659E207A5}"/>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9" name="Straight Connector 30">
                <a:extLst>
                  <a:ext uri="{FF2B5EF4-FFF2-40B4-BE49-F238E27FC236}">
                    <a16:creationId xmlns:a16="http://schemas.microsoft.com/office/drawing/2014/main" id="{A5870316-C2EC-27FD-67F9-533FBEA3149E}"/>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0" name="Straight Connector 16">
                <a:extLst>
                  <a:ext uri="{FF2B5EF4-FFF2-40B4-BE49-F238E27FC236}">
                    <a16:creationId xmlns:a16="http://schemas.microsoft.com/office/drawing/2014/main" id="{F7A5C6E7-DAFC-9C10-4AD6-E429479C126F}"/>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1" name="Straight Connector 20">
                <a:extLst>
                  <a:ext uri="{FF2B5EF4-FFF2-40B4-BE49-F238E27FC236}">
                    <a16:creationId xmlns:a16="http://schemas.microsoft.com/office/drawing/2014/main" id="{1B1788A9-C29C-6BA3-A6F6-F149509B938F}"/>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2" name="Straight Connector 25">
                <a:extLst>
                  <a:ext uri="{FF2B5EF4-FFF2-40B4-BE49-F238E27FC236}">
                    <a16:creationId xmlns:a16="http://schemas.microsoft.com/office/drawing/2014/main" id="{C91DFDFE-A5A4-2023-3D01-5320DF444547}"/>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3" name="Straight Connector 29">
                <a:extLst>
                  <a:ext uri="{FF2B5EF4-FFF2-40B4-BE49-F238E27FC236}">
                    <a16:creationId xmlns:a16="http://schemas.microsoft.com/office/drawing/2014/main" id="{A56C559F-1736-25E2-908B-3DF630590F3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4" name="Straight Connector 14">
                <a:extLst>
                  <a:ext uri="{FF2B5EF4-FFF2-40B4-BE49-F238E27FC236}">
                    <a16:creationId xmlns:a16="http://schemas.microsoft.com/office/drawing/2014/main" id="{545DA499-F971-6BA1-DF6C-7C3476A476DE}"/>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5" name="Straight Connector 18">
                <a:extLst>
                  <a:ext uri="{FF2B5EF4-FFF2-40B4-BE49-F238E27FC236}">
                    <a16:creationId xmlns:a16="http://schemas.microsoft.com/office/drawing/2014/main" id="{4B454BC6-6FFF-AC4A-E47C-3464D49EE436}"/>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a:extLst>
                  <a:ext uri="{FF2B5EF4-FFF2-40B4-BE49-F238E27FC236}">
                    <a16:creationId xmlns:a16="http://schemas.microsoft.com/office/drawing/2014/main" id="{6B368F57-6DC2-CCF4-0C4E-6B386C006025}"/>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7" name="Straight Connector 27">
                <a:extLst>
                  <a:ext uri="{FF2B5EF4-FFF2-40B4-BE49-F238E27FC236}">
                    <a16:creationId xmlns:a16="http://schemas.microsoft.com/office/drawing/2014/main" id="{16A01620-4776-909F-0163-8B153405CEA1}"/>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8" name="Straight Connector 31">
                <a:extLst>
                  <a:ext uri="{FF2B5EF4-FFF2-40B4-BE49-F238E27FC236}">
                    <a16:creationId xmlns:a16="http://schemas.microsoft.com/office/drawing/2014/main" id="{7DABDBF7-46E9-9C7B-0918-769E2A91B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9" name="Straight Connector 153">
                <a:extLst>
                  <a:ext uri="{FF2B5EF4-FFF2-40B4-BE49-F238E27FC236}">
                    <a16:creationId xmlns:a16="http://schemas.microsoft.com/office/drawing/2014/main" id="{5B6C22D8-66FB-BE87-5CD2-CC85B40BDFF6}"/>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0" name="Straight Connector 154">
                <a:extLst>
                  <a:ext uri="{FF2B5EF4-FFF2-40B4-BE49-F238E27FC236}">
                    <a16:creationId xmlns:a16="http://schemas.microsoft.com/office/drawing/2014/main" id="{7FE2EE54-34AE-C422-AD65-8407AB19C74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1" name="Straight Connector 155">
                <a:extLst>
                  <a:ext uri="{FF2B5EF4-FFF2-40B4-BE49-F238E27FC236}">
                    <a16:creationId xmlns:a16="http://schemas.microsoft.com/office/drawing/2014/main" id="{6AC06D35-E3BF-736E-7BDF-DB1F2813E1D5}"/>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2" name="Straight Connector 156">
                <a:extLst>
                  <a:ext uri="{FF2B5EF4-FFF2-40B4-BE49-F238E27FC236}">
                    <a16:creationId xmlns:a16="http://schemas.microsoft.com/office/drawing/2014/main" id="{1D286233-2126-DFFF-87EC-C0F8E403350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3" name="Straight Connector 157">
                <a:extLst>
                  <a:ext uri="{FF2B5EF4-FFF2-40B4-BE49-F238E27FC236}">
                    <a16:creationId xmlns:a16="http://schemas.microsoft.com/office/drawing/2014/main" id="{4D469823-19BD-F45C-3E09-1A2E69726F6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4" name="Straight Connector 158">
                <a:extLst>
                  <a:ext uri="{FF2B5EF4-FFF2-40B4-BE49-F238E27FC236}">
                    <a16:creationId xmlns:a16="http://schemas.microsoft.com/office/drawing/2014/main" id="{BDCCDFE7-1F3F-5B82-D1E5-605D47B79C58}"/>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5" name="Straight Connector 159">
                <a:extLst>
                  <a:ext uri="{FF2B5EF4-FFF2-40B4-BE49-F238E27FC236}">
                    <a16:creationId xmlns:a16="http://schemas.microsoft.com/office/drawing/2014/main" id="{DD6E1D1A-D161-F252-240F-2DEE30DE81DA}"/>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6" name="Straight Connector 160">
                <a:extLst>
                  <a:ext uri="{FF2B5EF4-FFF2-40B4-BE49-F238E27FC236}">
                    <a16:creationId xmlns:a16="http://schemas.microsoft.com/office/drawing/2014/main" id="{56F5792E-427F-7DA6-DA07-98B38C821408}"/>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7" name="Straight Connector 161">
                <a:extLst>
                  <a:ext uri="{FF2B5EF4-FFF2-40B4-BE49-F238E27FC236}">
                    <a16:creationId xmlns:a16="http://schemas.microsoft.com/office/drawing/2014/main" id="{99DF2D51-EDBF-746B-8E13-F6FAE7422D28}"/>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8" name="Straight Connector 162">
                <a:extLst>
                  <a:ext uri="{FF2B5EF4-FFF2-40B4-BE49-F238E27FC236}">
                    <a16:creationId xmlns:a16="http://schemas.microsoft.com/office/drawing/2014/main" id="{217BFA73-39E2-C9CF-1393-FA1D98094809}"/>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9" name="Straight Connector 163">
                <a:extLst>
                  <a:ext uri="{FF2B5EF4-FFF2-40B4-BE49-F238E27FC236}">
                    <a16:creationId xmlns:a16="http://schemas.microsoft.com/office/drawing/2014/main" id="{B5096CD9-5DBA-FDA4-BFB4-A6D0BA3B70A3}"/>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0" name="Straight Connector 164">
                <a:extLst>
                  <a:ext uri="{FF2B5EF4-FFF2-40B4-BE49-F238E27FC236}">
                    <a16:creationId xmlns:a16="http://schemas.microsoft.com/office/drawing/2014/main" id="{61359BCB-2E95-6072-C31A-EE1E0774AB5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1" name="Straight Connector 165">
                <a:extLst>
                  <a:ext uri="{FF2B5EF4-FFF2-40B4-BE49-F238E27FC236}">
                    <a16:creationId xmlns:a16="http://schemas.microsoft.com/office/drawing/2014/main" id="{97903F97-5C1B-4590-B3D5-747CA53081EB}"/>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2" name="Straight Connector 166">
                <a:extLst>
                  <a:ext uri="{FF2B5EF4-FFF2-40B4-BE49-F238E27FC236}">
                    <a16:creationId xmlns:a16="http://schemas.microsoft.com/office/drawing/2014/main" id="{AC52DDE0-31E0-0004-9819-E14FB066828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3" name="Straight Connector 167">
                <a:extLst>
                  <a:ext uri="{FF2B5EF4-FFF2-40B4-BE49-F238E27FC236}">
                    <a16:creationId xmlns:a16="http://schemas.microsoft.com/office/drawing/2014/main" id="{4F5FCEBD-F957-E4E4-8068-262B3DD101D0}"/>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4" name="Straight Connector 168">
                <a:extLst>
                  <a:ext uri="{FF2B5EF4-FFF2-40B4-BE49-F238E27FC236}">
                    <a16:creationId xmlns:a16="http://schemas.microsoft.com/office/drawing/2014/main" id="{4E22DF2C-4FF7-1DCF-4F04-85C2429068A1}"/>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5" name="Straight Connector 169">
                <a:extLst>
                  <a:ext uri="{FF2B5EF4-FFF2-40B4-BE49-F238E27FC236}">
                    <a16:creationId xmlns:a16="http://schemas.microsoft.com/office/drawing/2014/main" id="{F7A7E333-100F-8757-956D-FE2F5799FFBF}"/>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86" name="Chart 285">
              <a:extLst>
                <a:ext uri="{FF2B5EF4-FFF2-40B4-BE49-F238E27FC236}">
                  <a16:creationId xmlns:a16="http://schemas.microsoft.com/office/drawing/2014/main" id="{931ABF38-3E53-1823-8740-6AA4E7F633DC}"/>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5"/>
            </a:graphicData>
          </a:graphic>
        </p:graphicFrame>
        <p:sp>
          <p:nvSpPr>
            <p:cNvPr id="287" name="Shadow">
              <a:extLst>
                <a:ext uri="{FF2B5EF4-FFF2-40B4-BE49-F238E27FC236}">
                  <a16:creationId xmlns:a16="http://schemas.microsoft.com/office/drawing/2014/main" id="{576F50B8-DAF7-91A8-1598-711A9D97338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88" name="Reflection">
              <a:extLst>
                <a:ext uri="{FF2B5EF4-FFF2-40B4-BE49-F238E27FC236}">
                  <a16:creationId xmlns:a16="http://schemas.microsoft.com/office/drawing/2014/main" id="{7F5A02F7-6E45-893D-4803-4D7347EC0E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9" name="Reflection">
              <a:extLst>
                <a:ext uri="{FF2B5EF4-FFF2-40B4-BE49-F238E27FC236}">
                  <a16:creationId xmlns:a16="http://schemas.microsoft.com/office/drawing/2014/main" id="{F5A5FF11-EE04-3BBA-BED7-7FFFBB54CB1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0" name="Sun">
              <a:extLst>
                <a:ext uri="{FF2B5EF4-FFF2-40B4-BE49-F238E27FC236}">
                  <a16:creationId xmlns:a16="http://schemas.microsoft.com/office/drawing/2014/main" id="{5B7D10C1-504F-2973-8711-0AA84D4CD40D}"/>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1" name="White">
              <a:extLst>
                <a:ext uri="{FF2B5EF4-FFF2-40B4-BE49-F238E27FC236}">
                  <a16:creationId xmlns:a16="http://schemas.microsoft.com/office/drawing/2014/main" id="{FBEF59C1-7C24-0E70-7175-16C2A1CA380F}"/>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99" name="TextBox 82">
            <a:extLst>
              <a:ext uri="{FF2B5EF4-FFF2-40B4-BE49-F238E27FC236}">
                <a16:creationId xmlns:a16="http://schemas.microsoft.com/office/drawing/2014/main" id="{F267A2B7-2D54-9D8A-CBE3-CE7572A4A520}"/>
              </a:ext>
            </a:extLst>
          </p:cNvPr>
          <p:cNvSpPr txBox="1"/>
          <p:nvPr/>
        </p:nvSpPr>
        <p:spPr>
          <a:xfrm>
            <a:off x="5124758"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70" name="Group 369">
            <a:extLst>
              <a:ext uri="{FF2B5EF4-FFF2-40B4-BE49-F238E27FC236}">
                <a16:creationId xmlns:a16="http://schemas.microsoft.com/office/drawing/2014/main" id="{0C188518-6078-3237-6DAB-E63A05CD591D}"/>
              </a:ext>
            </a:extLst>
          </p:cNvPr>
          <p:cNvGrpSpPr/>
          <p:nvPr/>
        </p:nvGrpSpPr>
        <p:grpSpPr>
          <a:xfrm>
            <a:off x="7615039" y="1509153"/>
            <a:ext cx="925162" cy="2738347"/>
            <a:chOff x="4258057" y="1556792"/>
            <a:chExt cx="925162" cy="2738347"/>
          </a:xfrm>
        </p:grpSpPr>
        <p:sp>
          <p:nvSpPr>
            <p:cNvPr id="371" name="Freeform: Shape 370">
              <a:extLst>
                <a:ext uri="{FF2B5EF4-FFF2-40B4-BE49-F238E27FC236}">
                  <a16:creationId xmlns:a16="http://schemas.microsoft.com/office/drawing/2014/main" id="{53A15282-02BB-6A43-C21A-E8552E00023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72" name="Oval 10">
              <a:extLst>
                <a:ext uri="{FF2B5EF4-FFF2-40B4-BE49-F238E27FC236}">
                  <a16:creationId xmlns:a16="http://schemas.microsoft.com/office/drawing/2014/main" id="{6477B546-154C-8C84-09CA-2E236F9A48CE}"/>
                </a:ext>
              </a:extLst>
            </p:cNvPr>
            <p:cNvSpPr>
              <a:spLocks noChangeArrowheads="1"/>
            </p:cNvSpPr>
            <p:nvPr/>
          </p:nvSpPr>
          <p:spPr bwMode="auto">
            <a:xfrm>
              <a:off x="4526160" y="3653724"/>
              <a:ext cx="385227" cy="384279"/>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73" name="Scale">
              <a:extLst>
                <a:ext uri="{FF2B5EF4-FFF2-40B4-BE49-F238E27FC236}">
                  <a16:creationId xmlns:a16="http://schemas.microsoft.com/office/drawing/2014/main" id="{F16E2A09-9DC6-B9F4-8CC6-66AEBF5E0FBC}"/>
                </a:ext>
              </a:extLst>
            </p:cNvPr>
            <p:cNvGrpSpPr/>
            <p:nvPr/>
          </p:nvGrpSpPr>
          <p:grpSpPr>
            <a:xfrm>
              <a:off x="4258057" y="1868909"/>
              <a:ext cx="925162" cy="1613734"/>
              <a:chOff x="4258057" y="1868909"/>
              <a:chExt cx="925162" cy="1613734"/>
            </a:xfrm>
          </p:grpSpPr>
          <p:cxnSp>
            <p:nvCxnSpPr>
              <p:cNvPr id="380" name="Straight Connector 15">
                <a:extLst>
                  <a:ext uri="{FF2B5EF4-FFF2-40B4-BE49-F238E27FC236}">
                    <a16:creationId xmlns:a16="http://schemas.microsoft.com/office/drawing/2014/main" id="{07086AA0-54F4-1A55-AF7A-F0ADBE2CAAC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1" name="Straight Connector 17">
                <a:extLst>
                  <a:ext uri="{FF2B5EF4-FFF2-40B4-BE49-F238E27FC236}">
                    <a16:creationId xmlns:a16="http://schemas.microsoft.com/office/drawing/2014/main" id="{476B30E9-1E0A-8EE3-22B7-092B9A858D3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2" name="Straight Connector 19">
                <a:extLst>
                  <a:ext uri="{FF2B5EF4-FFF2-40B4-BE49-F238E27FC236}">
                    <a16:creationId xmlns:a16="http://schemas.microsoft.com/office/drawing/2014/main" id="{FBAF94F2-9022-C8EE-82F6-FA41D4718AC5}"/>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3" name="Straight Connector 21">
                <a:extLst>
                  <a:ext uri="{FF2B5EF4-FFF2-40B4-BE49-F238E27FC236}">
                    <a16:creationId xmlns:a16="http://schemas.microsoft.com/office/drawing/2014/main" id="{4DE83812-8B33-7758-1C2F-5511BE9D5058}"/>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4" name="Straight Connector 24">
                <a:extLst>
                  <a:ext uri="{FF2B5EF4-FFF2-40B4-BE49-F238E27FC236}">
                    <a16:creationId xmlns:a16="http://schemas.microsoft.com/office/drawing/2014/main" id="{7C702C78-1A50-6CEC-4754-21040009053C}"/>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5" name="Straight Connector 26">
                <a:extLst>
                  <a:ext uri="{FF2B5EF4-FFF2-40B4-BE49-F238E27FC236}">
                    <a16:creationId xmlns:a16="http://schemas.microsoft.com/office/drawing/2014/main" id="{CB199B2D-8B3A-2F53-6E32-256DA7074554}"/>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6" name="Straight Connector 28">
                <a:extLst>
                  <a:ext uri="{FF2B5EF4-FFF2-40B4-BE49-F238E27FC236}">
                    <a16:creationId xmlns:a16="http://schemas.microsoft.com/office/drawing/2014/main" id="{2757DBBE-FFA0-DBB2-78E3-4805C118FD66}"/>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7" name="Straight Connector 30">
                <a:extLst>
                  <a:ext uri="{FF2B5EF4-FFF2-40B4-BE49-F238E27FC236}">
                    <a16:creationId xmlns:a16="http://schemas.microsoft.com/office/drawing/2014/main" id="{7DF4C813-9204-7C74-7214-E1CA4545ABA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8" name="Straight Connector 16">
                <a:extLst>
                  <a:ext uri="{FF2B5EF4-FFF2-40B4-BE49-F238E27FC236}">
                    <a16:creationId xmlns:a16="http://schemas.microsoft.com/office/drawing/2014/main" id="{6714D4A6-1505-D84D-9F90-0AC3932E1C0C}"/>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9" name="Straight Connector 20">
                <a:extLst>
                  <a:ext uri="{FF2B5EF4-FFF2-40B4-BE49-F238E27FC236}">
                    <a16:creationId xmlns:a16="http://schemas.microsoft.com/office/drawing/2014/main" id="{B8AB1A72-ECBD-5398-B719-9852F7294B36}"/>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0" name="Straight Connector 25">
                <a:extLst>
                  <a:ext uri="{FF2B5EF4-FFF2-40B4-BE49-F238E27FC236}">
                    <a16:creationId xmlns:a16="http://schemas.microsoft.com/office/drawing/2014/main" id="{E19EFF39-76BF-879C-25E7-2C014907D25C}"/>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1" name="Straight Connector 29">
                <a:extLst>
                  <a:ext uri="{FF2B5EF4-FFF2-40B4-BE49-F238E27FC236}">
                    <a16:creationId xmlns:a16="http://schemas.microsoft.com/office/drawing/2014/main" id="{34BBE19A-45DE-D487-2587-E7EE2E1081F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2" name="Straight Connector 14">
                <a:extLst>
                  <a:ext uri="{FF2B5EF4-FFF2-40B4-BE49-F238E27FC236}">
                    <a16:creationId xmlns:a16="http://schemas.microsoft.com/office/drawing/2014/main" id="{B6264784-BA76-1934-4A3B-3E2F61F87E7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3" name="Straight Connector 18">
                <a:extLst>
                  <a:ext uri="{FF2B5EF4-FFF2-40B4-BE49-F238E27FC236}">
                    <a16:creationId xmlns:a16="http://schemas.microsoft.com/office/drawing/2014/main" id="{AA144C87-2BA2-FCFF-FB6B-92DCE5475E99}"/>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66D3D3CE-0622-DF88-10EA-8A500E0E581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5" name="Straight Connector 27">
                <a:extLst>
                  <a:ext uri="{FF2B5EF4-FFF2-40B4-BE49-F238E27FC236}">
                    <a16:creationId xmlns:a16="http://schemas.microsoft.com/office/drawing/2014/main" id="{B037823B-FCE2-A55D-3A5F-0BCB83BE0C4C}"/>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6" name="Straight Connector 31">
                <a:extLst>
                  <a:ext uri="{FF2B5EF4-FFF2-40B4-BE49-F238E27FC236}">
                    <a16:creationId xmlns:a16="http://schemas.microsoft.com/office/drawing/2014/main" id="{9171C296-C022-EEC7-54AF-C8DCC05281C0}"/>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7" name="Straight Connector 153">
                <a:extLst>
                  <a:ext uri="{FF2B5EF4-FFF2-40B4-BE49-F238E27FC236}">
                    <a16:creationId xmlns:a16="http://schemas.microsoft.com/office/drawing/2014/main" id="{66B93CFE-E99D-7832-1777-5CD49692AF94}"/>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8" name="Straight Connector 154">
                <a:extLst>
                  <a:ext uri="{FF2B5EF4-FFF2-40B4-BE49-F238E27FC236}">
                    <a16:creationId xmlns:a16="http://schemas.microsoft.com/office/drawing/2014/main" id="{11E032F4-E78D-9B9E-8992-FD77A21BD3FB}"/>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9" name="Straight Connector 155">
                <a:extLst>
                  <a:ext uri="{FF2B5EF4-FFF2-40B4-BE49-F238E27FC236}">
                    <a16:creationId xmlns:a16="http://schemas.microsoft.com/office/drawing/2014/main" id="{B74F586D-5FEB-B329-1839-932D807B5AA6}"/>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0" name="Straight Connector 156">
                <a:extLst>
                  <a:ext uri="{FF2B5EF4-FFF2-40B4-BE49-F238E27FC236}">
                    <a16:creationId xmlns:a16="http://schemas.microsoft.com/office/drawing/2014/main" id="{F268DFFD-0A27-9F74-2501-CA8638C04EFB}"/>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1" name="Straight Connector 157">
                <a:extLst>
                  <a:ext uri="{FF2B5EF4-FFF2-40B4-BE49-F238E27FC236}">
                    <a16:creationId xmlns:a16="http://schemas.microsoft.com/office/drawing/2014/main" id="{4371E5AF-75E7-2B50-F2D5-563DA635F395}"/>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2" name="Straight Connector 158">
                <a:extLst>
                  <a:ext uri="{FF2B5EF4-FFF2-40B4-BE49-F238E27FC236}">
                    <a16:creationId xmlns:a16="http://schemas.microsoft.com/office/drawing/2014/main" id="{10629232-98DC-1775-C280-4F5341CE7903}"/>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3" name="Straight Connector 159">
                <a:extLst>
                  <a:ext uri="{FF2B5EF4-FFF2-40B4-BE49-F238E27FC236}">
                    <a16:creationId xmlns:a16="http://schemas.microsoft.com/office/drawing/2014/main" id="{46DE351E-D584-C539-FD4E-F36EAA5B0AE4}"/>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4" name="Straight Connector 160">
                <a:extLst>
                  <a:ext uri="{FF2B5EF4-FFF2-40B4-BE49-F238E27FC236}">
                    <a16:creationId xmlns:a16="http://schemas.microsoft.com/office/drawing/2014/main" id="{337BBCC6-6CEE-FE74-4B04-AF3BCC2874F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5" name="Straight Connector 161">
                <a:extLst>
                  <a:ext uri="{FF2B5EF4-FFF2-40B4-BE49-F238E27FC236}">
                    <a16:creationId xmlns:a16="http://schemas.microsoft.com/office/drawing/2014/main" id="{4005D7FC-96D8-6DD9-A174-4E925FD9BFC9}"/>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6" name="Straight Connector 162">
                <a:extLst>
                  <a:ext uri="{FF2B5EF4-FFF2-40B4-BE49-F238E27FC236}">
                    <a16:creationId xmlns:a16="http://schemas.microsoft.com/office/drawing/2014/main" id="{6896A25E-A62E-3959-7BD8-D63B306C422C}"/>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7" name="Straight Connector 163">
                <a:extLst>
                  <a:ext uri="{FF2B5EF4-FFF2-40B4-BE49-F238E27FC236}">
                    <a16:creationId xmlns:a16="http://schemas.microsoft.com/office/drawing/2014/main" id="{49D6781F-0A5C-B982-736D-88205ACE1434}"/>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8" name="Straight Connector 164">
                <a:extLst>
                  <a:ext uri="{FF2B5EF4-FFF2-40B4-BE49-F238E27FC236}">
                    <a16:creationId xmlns:a16="http://schemas.microsoft.com/office/drawing/2014/main" id="{502482CF-7D10-D8A5-AA2A-16B9F353E59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9" name="Straight Connector 165">
                <a:extLst>
                  <a:ext uri="{FF2B5EF4-FFF2-40B4-BE49-F238E27FC236}">
                    <a16:creationId xmlns:a16="http://schemas.microsoft.com/office/drawing/2014/main" id="{348FBDEA-E424-F69F-B49E-3611BFD9C7DC}"/>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0" name="Straight Connector 166">
                <a:extLst>
                  <a:ext uri="{FF2B5EF4-FFF2-40B4-BE49-F238E27FC236}">
                    <a16:creationId xmlns:a16="http://schemas.microsoft.com/office/drawing/2014/main" id="{FA6B92BC-794F-1623-FCBE-28B7C8FF5873}"/>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1" name="Straight Connector 167">
                <a:extLst>
                  <a:ext uri="{FF2B5EF4-FFF2-40B4-BE49-F238E27FC236}">
                    <a16:creationId xmlns:a16="http://schemas.microsoft.com/office/drawing/2014/main" id="{F7E8F1D9-8042-DFA0-67F2-814F8942B043}"/>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2" name="Straight Connector 168">
                <a:extLst>
                  <a:ext uri="{FF2B5EF4-FFF2-40B4-BE49-F238E27FC236}">
                    <a16:creationId xmlns:a16="http://schemas.microsoft.com/office/drawing/2014/main" id="{A7C4B163-CFF2-3D5F-48FC-319FA189774A}"/>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3" name="Straight Connector 169">
                <a:extLst>
                  <a:ext uri="{FF2B5EF4-FFF2-40B4-BE49-F238E27FC236}">
                    <a16:creationId xmlns:a16="http://schemas.microsoft.com/office/drawing/2014/main" id="{CC0D2C49-AB2C-3E61-2838-33400DDD9A17}"/>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74" name="Chart 373">
              <a:extLst>
                <a:ext uri="{FF2B5EF4-FFF2-40B4-BE49-F238E27FC236}">
                  <a16:creationId xmlns:a16="http://schemas.microsoft.com/office/drawing/2014/main" id="{47941606-6B1B-F5A6-23A2-6FC570E37B7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6"/>
            </a:graphicData>
          </a:graphic>
        </p:graphicFrame>
        <p:sp>
          <p:nvSpPr>
            <p:cNvPr id="375" name="Shadow">
              <a:extLst>
                <a:ext uri="{FF2B5EF4-FFF2-40B4-BE49-F238E27FC236}">
                  <a16:creationId xmlns:a16="http://schemas.microsoft.com/office/drawing/2014/main" id="{F2F3B34A-3286-6C10-4533-11C0F8E0A658}"/>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76" name="Reflection">
              <a:extLst>
                <a:ext uri="{FF2B5EF4-FFF2-40B4-BE49-F238E27FC236}">
                  <a16:creationId xmlns:a16="http://schemas.microsoft.com/office/drawing/2014/main" id="{A49309A5-BD44-3973-CFEF-E9A84B9D3D93}"/>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7" name="Reflection">
              <a:extLst>
                <a:ext uri="{FF2B5EF4-FFF2-40B4-BE49-F238E27FC236}">
                  <a16:creationId xmlns:a16="http://schemas.microsoft.com/office/drawing/2014/main" id="{A0852B05-19B9-5C5A-6E60-A3C3CECB16A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8" name="Sun">
              <a:extLst>
                <a:ext uri="{FF2B5EF4-FFF2-40B4-BE49-F238E27FC236}">
                  <a16:creationId xmlns:a16="http://schemas.microsoft.com/office/drawing/2014/main" id="{1D844CB5-E83C-3136-0B38-98124D7D687F}"/>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White">
              <a:extLst>
                <a:ext uri="{FF2B5EF4-FFF2-40B4-BE49-F238E27FC236}">
                  <a16:creationId xmlns:a16="http://schemas.microsoft.com/office/drawing/2014/main" id="{2B0647A4-EADE-D7EB-9D6B-0EA2DB419277}"/>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46" name="TextBox 82">
            <a:extLst>
              <a:ext uri="{FF2B5EF4-FFF2-40B4-BE49-F238E27FC236}">
                <a16:creationId xmlns:a16="http://schemas.microsoft.com/office/drawing/2014/main" id="{F1C9FC8F-4DED-1C59-E0CA-907F9E7BD5C2}"/>
              </a:ext>
            </a:extLst>
          </p:cNvPr>
          <p:cNvSpPr txBox="1"/>
          <p:nvPr/>
        </p:nvSpPr>
        <p:spPr>
          <a:xfrm>
            <a:off x="7085535"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414" name="Group 413">
            <a:extLst>
              <a:ext uri="{FF2B5EF4-FFF2-40B4-BE49-F238E27FC236}">
                <a16:creationId xmlns:a16="http://schemas.microsoft.com/office/drawing/2014/main" id="{D81A710B-BE23-1977-DB82-F527F21DE3F2}"/>
              </a:ext>
            </a:extLst>
          </p:cNvPr>
          <p:cNvGrpSpPr/>
          <p:nvPr/>
        </p:nvGrpSpPr>
        <p:grpSpPr>
          <a:xfrm>
            <a:off x="9557312" y="1509153"/>
            <a:ext cx="925162" cy="2738347"/>
            <a:chOff x="4258057" y="1556792"/>
            <a:chExt cx="925162" cy="2738347"/>
          </a:xfrm>
        </p:grpSpPr>
        <p:sp>
          <p:nvSpPr>
            <p:cNvPr id="415" name="Freeform: Shape 414">
              <a:extLst>
                <a:ext uri="{FF2B5EF4-FFF2-40B4-BE49-F238E27FC236}">
                  <a16:creationId xmlns:a16="http://schemas.microsoft.com/office/drawing/2014/main" id="{531010C5-14F9-303D-9E76-C101AE35D2DB}"/>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416" name="Oval 10">
              <a:extLst>
                <a:ext uri="{FF2B5EF4-FFF2-40B4-BE49-F238E27FC236}">
                  <a16:creationId xmlns:a16="http://schemas.microsoft.com/office/drawing/2014/main" id="{BF5F9665-F9E0-A8C9-543C-99ED774A2759}"/>
                </a:ext>
              </a:extLst>
            </p:cNvPr>
            <p:cNvSpPr>
              <a:spLocks noChangeArrowheads="1"/>
            </p:cNvSpPr>
            <p:nvPr/>
          </p:nvSpPr>
          <p:spPr bwMode="auto">
            <a:xfrm>
              <a:off x="4526160" y="3653724"/>
              <a:ext cx="385227" cy="384279"/>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417" name="Scale">
              <a:extLst>
                <a:ext uri="{FF2B5EF4-FFF2-40B4-BE49-F238E27FC236}">
                  <a16:creationId xmlns:a16="http://schemas.microsoft.com/office/drawing/2014/main" id="{FC3448E5-F0FD-0628-53B8-1C2F4A64E201}"/>
                </a:ext>
              </a:extLst>
            </p:cNvPr>
            <p:cNvGrpSpPr/>
            <p:nvPr/>
          </p:nvGrpSpPr>
          <p:grpSpPr>
            <a:xfrm>
              <a:off x="4258057" y="1868909"/>
              <a:ext cx="925162" cy="1613734"/>
              <a:chOff x="4258057" y="1868909"/>
              <a:chExt cx="925162" cy="1613734"/>
            </a:xfrm>
          </p:grpSpPr>
          <p:cxnSp>
            <p:nvCxnSpPr>
              <p:cNvPr id="424" name="Straight Connector 15">
                <a:extLst>
                  <a:ext uri="{FF2B5EF4-FFF2-40B4-BE49-F238E27FC236}">
                    <a16:creationId xmlns:a16="http://schemas.microsoft.com/office/drawing/2014/main" id="{C66D6E08-FD2E-E8B7-721D-EF1513CEB13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5" name="Straight Connector 17">
                <a:extLst>
                  <a:ext uri="{FF2B5EF4-FFF2-40B4-BE49-F238E27FC236}">
                    <a16:creationId xmlns:a16="http://schemas.microsoft.com/office/drawing/2014/main" id="{99B8A783-42C5-6408-2916-23D5BA2D0C91}"/>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6" name="Straight Connector 19">
                <a:extLst>
                  <a:ext uri="{FF2B5EF4-FFF2-40B4-BE49-F238E27FC236}">
                    <a16:creationId xmlns:a16="http://schemas.microsoft.com/office/drawing/2014/main" id="{277E866A-BA27-E334-9F22-F502AE37EFF7}"/>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7" name="Straight Connector 21">
                <a:extLst>
                  <a:ext uri="{FF2B5EF4-FFF2-40B4-BE49-F238E27FC236}">
                    <a16:creationId xmlns:a16="http://schemas.microsoft.com/office/drawing/2014/main" id="{2AC94CDC-F6AE-F4FD-19D4-A1C4A63097DC}"/>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8" name="Straight Connector 24">
                <a:extLst>
                  <a:ext uri="{FF2B5EF4-FFF2-40B4-BE49-F238E27FC236}">
                    <a16:creationId xmlns:a16="http://schemas.microsoft.com/office/drawing/2014/main" id="{BC5E0479-E9B9-FB73-02B4-F9EBE914CC3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9" name="Straight Connector 26">
                <a:extLst>
                  <a:ext uri="{FF2B5EF4-FFF2-40B4-BE49-F238E27FC236}">
                    <a16:creationId xmlns:a16="http://schemas.microsoft.com/office/drawing/2014/main" id="{C64DBBD1-898E-74EA-3C8A-3C0192C867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0" name="Straight Connector 28">
                <a:extLst>
                  <a:ext uri="{FF2B5EF4-FFF2-40B4-BE49-F238E27FC236}">
                    <a16:creationId xmlns:a16="http://schemas.microsoft.com/office/drawing/2014/main" id="{DDDFB783-2B9A-7AEC-38B8-9158EF7DF670}"/>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1" name="Straight Connector 30">
                <a:extLst>
                  <a:ext uri="{FF2B5EF4-FFF2-40B4-BE49-F238E27FC236}">
                    <a16:creationId xmlns:a16="http://schemas.microsoft.com/office/drawing/2014/main" id="{CB4EAA2E-1121-4CDA-84FD-BE36F79371DA}"/>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2" name="Straight Connector 16">
                <a:extLst>
                  <a:ext uri="{FF2B5EF4-FFF2-40B4-BE49-F238E27FC236}">
                    <a16:creationId xmlns:a16="http://schemas.microsoft.com/office/drawing/2014/main" id="{BF4CD5E4-F92E-7F62-F0DE-46CDA2404D72}"/>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3" name="Straight Connector 20">
                <a:extLst>
                  <a:ext uri="{FF2B5EF4-FFF2-40B4-BE49-F238E27FC236}">
                    <a16:creationId xmlns:a16="http://schemas.microsoft.com/office/drawing/2014/main" id="{479A6380-AF2B-68FF-0FEB-19338A0ED484}"/>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4" name="Straight Connector 25">
                <a:extLst>
                  <a:ext uri="{FF2B5EF4-FFF2-40B4-BE49-F238E27FC236}">
                    <a16:creationId xmlns:a16="http://schemas.microsoft.com/office/drawing/2014/main" id="{24CF00CD-C9E9-BB22-884D-B64876CCAB06}"/>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5" name="Straight Connector 29">
                <a:extLst>
                  <a:ext uri="{FF2B5EF4-FFF2-40B4-BE49-F238E27FC236}">
                    <a16:creationId xmlns:a16="http://schemas.microsoft.com/office/drawing/2014/main" id="{91CF9283-A036-9503-10A8-30AAFC4C33C4}"/>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6" name="Straight Connector 14">
                <a:extLst>
                  <a:ext uri="{FF2B5EF4-FFF2-40B4-BE49-F238E27FC236}">
                    <a16:creationId xmlns:a16="http://schemas.microsoft.com/office/drawing/2014/main" id="{E360BB4D-C4F7-987F-9E99-77F876C9B395}"/>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7" name="Straight Connector 18">
                <a:extLst>
                  <a:ext uri="{FF2B5EF4-FFF2-40B4-BE49-F238E27FC236}">
                    <a16:creationId xmlns:a16="http://schemas.microsoft.com/office/drawing/2014/main" id="{8F6DD93F-CCEF-C195-CCCF-8D2966E3D70C}"/>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DB960FD2-9B5C-5633-44D4-4ECBE9D5913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9" name="Straight Connector 27">
                <a:extLst>
                  <a:ext uri="{FF2B5EF4-FFF2-40B4-BE49-F238E27FC236}">
                    <a16:creationId xmlns:a16="http://schemas.microsoft.com/office/drawing/2014/main" id="{77ACC832-25B4-2893-9E20-7CD9061F26B6}"/>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0" name="Straight Connector 31">
                <a:extLst>
                  <a:ext uri="{FF2B5EF4-FFF2-40B4-BE49-F238E27FC236}">
                    <a16:creationId xmlns:a16="http://schemas.microsoft.com/office/drawing/2014/main" id="{0AE80012-67AB-AF12-402E-3D4052C5CADB}"/>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1" name="Straight Connector 153">
                <a:extLst>
                  <a:ext uri="{FF2B5EF4-FFF2-40B4-BE49-F238E27FC236}">
                    <a16:creationId xmlns:a16="http://schemas.microsoft.com/office/drawing/2014/main" id="{102D7833-79AF-CA98-DFD4-4EDB4CF5C787}"/>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2" name="Straight Connector 154">
                <a:extLst>
                  <a:ext uri="{FF2B5EF4-FFF2-40B4-BE49-F238E27FC236}">
                    <a16:creationId xmlns:a16="http://schemas.microsoft.com/office/drawing/2014/main" id="{AF6BFBA8-5D78-8234-042F-D144E236B48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3" name="Straight Connector 155">
                <a:extLst>
                  <a:ext uri="{FF2B5EF4-FFF2-40B4-BE49-F238E27FC236}">
                    <a16:creationId xmlns:a16="http://schemas.microsoft.com/office/drawing/2014/main" id="{DF346C35-4F56-D447-FE24-5FF6220C294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4" name="Straight Connector 156">
                <a:extLst>
                  <a:ext uri="{FF2B5EF4-FFF2-40B4-BE49-F238E27FC236}">
                    <a16:creationId xmlns:a16="http://schemas.microsoft.com/office/drawing/2014/main" id="{4673AA7D-A977-B5F7-D5C0-D5E05661A31A}"/>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5" name="Straight Connector 157">
                <a:extLst>
                  <a:ext uri="{FF2B5EF4-FFF2-40B4-BE49-F238E27FC236}">
                    <a16:creationId xmlns:a16="http://schemas.microsoft.com/office/drawing/2014/main" id="{72080118-2D61-C9FA-1CF2-993DCD9DB101}"/>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6" name="Straight Connector 158">
                <a:extLst>
                  <a:ext uri="{FF2B5EF4-FFF2-40B4-BE49-F238E27FC236}">
                    <a16:creationId xmlns:a16="http://schemas.microsoft.com/office/drawing/2014/main" id="{C68F79D1-7FAC-B913-632C-AE25A77C4A82}"/>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7" name="Straight Connector 159">
                <a:extLst>
                  <a:ext uri="{FF2B5EF4-FFF2-40B4-BE49-F238E27FC236}">
                    <a16:creationId xmlns:a16="http://schemas.microsoft.com/office/drawing/2014/main" id="{D14FB1BF-7E2E-7D8A-37A5-B4CD77BE63FE}"/>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8" name="Straight Connector 160">
                <a:extLst>
                  <a:ext uri="{FF2B5EF4-FFF2-40B4-BE49-F238E27FC236}">
                    <a16:creationId xmlns:a16="http://schemas.microsoft.com/office/drawing/2014/main" id="{61D548FF-3389-93C4-32ED-82605B3306FB}"/>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9" name="Straight Connector 161">
                <a:extLst>
                  <a:ext uri="{FF2B5EF4-FFF2-40B4-BE49-F238E27FC236}">
                    <a16:creationId xmlns:a16="http://schemas.microsoft.com/office/drawing/2014/main" id="{6EC4F5E5-5DE9-7C0B-E73B-539E03C4626A}"/>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0" name="Straight Connector 162">
                <a:extLst>
                  <a:ext uri="{FF2B5EF4-FFF2-40B4-BE49-F238E27FC236}">
                    <a16:creationId xmlns:a16="http://schemas.microsoft.com/office/drawing/2014/main" id="{E402E595-47E0-006F-8640-6D1C006FBB3A}"/>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1" name="Straight Connector 163">
                <a:extLst>
                  <a:ext uri="{FF2B5EF4-FFF2-40B4-BE49-F238E27FC236}">
                    <a16:creationId xmlns:a16="http://schemas.microsoft.com/office/drawing/2014/main" id="{46E709AE-D791-EDA3-40A7-EDCD86018040}"/>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2" name="Straight Connector 164">
                <a:extLst>
                  <a:ext uri="{FF2B5EF4-FFF2-40B4-BE49-F238E27FC236}">
                    <a16:creationId xmlns:a16="http://schemas.microsoft.com/office/drawing/2014/main" id="{56C7ED3A-2BF2-1E69-43B5-5A8EDD81E87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3" name="Straight Connector 165">
                <a:extLst>
                  <a:ext uri="{FF2B5EF4-FFF2-40B4-BE49-F238E27FC236}">
                    <a16:creationId xmlns:a16="http://schemas.microsoft.com/office/drawing/2014/main" id="{65AE0CEE-AC06-6A0A-879A-D2ECFDCA0B3A}"/>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4" name="Straight Connector 166">
                <a:extLst>
                  <a:ext uri="{FF2B5EF4-FFF2-40B4-BE49-F238E27FC236}">
                    <a16:creationId xmlns:a16="http://schemas.microsoft.com/office/drawing/2014/main" id="{A2FAB2C7-E06E-2F6F-507D-597C93627707}"/>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5" name="Straight Connector 167">
                <a:extLst>
                  <a:ext uri="{FF2B5EF4-FFF2-40B4-BE49-F238E27FC236}">
                    <a16:creationId xmlns:a16="http://schemas.microsoft.com/office/drawing/2014/main" id="{2E80032C-AC97-FD0E-4344-C9CCB2C73D01}"/>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6" name="Straight Connector 168">
                <a:extLst>
                  <a:ext uri="{FF2B5EF4-FFF2-40B4-BE49-F238E27FC236}">
                    <a16:creationId xmlns:a16="http://schemas.microsoft.com/office/drawing/2014/main" id="{EA3D8DDA-7E82-1F16-9955-30BCD9C3991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7" name="Straight Connector 169">
                <a:extLst>
                  <a:ext uri="{FF2B5EF4-FFF2-40B4-BE49-F238E27FC236}">
                    <a16:creationId xmlns:a16="http://schemas.microsoft.com/office/drawing/2014/main" id="{9934CAE1-FF45-B4E8-C2DF-270B30EF6425}"/>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418" name="Chart 417">
              <a:extLst>
                <a:ext uri="{FF2B5EF4-FFF2-40B4-BE49-F238E27FC236}">
                  <a16:creationId xmlns:a16="http://schemas.microsoft.com/office/drawing/2014/main" id="{A3AA4014-8CA1-4D74-3085-4066E237035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7"/>
            </a:graphicData>
          </a:graphic>
        </p:graphicFrame>
        <p:sp>
          <p:nvSpPr>
            <p:cNvPr id="419" name="Shadow">
              <a:extLst>
                <a:ext uri="{FF2B5EF4-FFF2-40B4-BE49-F238E27FC236}">
                  <a16:creationId xmlns:a16="http://schemas.microsoft.com/office/drawing/2014/main" id="{41998B6D-CEE3-8C6B-28F1-9AE3A812E67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420" name="Reflection">
              <a:extLst>
                <a:ext uri="{FF2B5EF4-FFF2-40B4-BE49-F238E27FC236}">
                  <a16:creationId xmlns:a16="http://schemas.microsoft.com/office/drawing/2014/main" id="{24E7EC32-1944-534E-DD1A-E753725F586A}"/>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1" name="Reflection">
              <a:extLst>
                <a:ext uri="{FF2B5EF4-FFF2-40B4-BE49-F238E27FC236}">
                  <a16:creationId xmlns:a16="http://schemas.microsoft.com/office/drawing/2014/main" id="{9DDE52FF-1712-7FDE-2DD9-51360E0E9C4A}"/>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2" name="Sun">
              <a:extLst>
                <a:ext uri="{FF2B5EF4-FFF2-40B4-BE49-F238E27FC236}">
                  <a16:creationId xmlns:a16="http://schemas.microsoft.com/office/drawing/2014/main" id="{B08BB731-5AAF-ED51-46E3-94F64F2CB1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3" name="White">
              <a:extLst>
                <a:ext uri="{FF2B5EF4-FFF2-40B4-BE49-F238E27FC236}">
                  <a16:creationId xmlns:a16="http://schemas.microsoft.com/office/drawing/2014/main" id="{B9CD2923-13A2-A1CE-52EE-A9723249B748}"/>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93" name="TextBox 82">
            <a:extLst>
              <a:ext uri="{FF2B5EF4-FFF2-40B4-BE49-F238E27FC236}">
                <a16:creationId xmlns:a16="http://schemas.microsoft.com/office/drawing/2014/main" id="{37B9CF45-80BF-D5FB-CE63-19A380CB285C}"/>
              </a:ext>
            </a:extLst>
          </p:cNvPr>
          <p:cNvSpPr txBox="1"/>
          <p:nvPr/>
        </p:nvSpPr>
        <p:spPr>
          <a:xfrm>
            <a:off x="9046311"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669380707"/>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3FA21D-3FED-A6D1-7819-EAE6F668717C}"/>
              </a:ext>
            </a:extLst>
          </p:cNvPr>
          <p:cNvSpPr>
            <a:spLocks noGrp="1"/>
          </p:cNvSpPr>
          <p:nvPr>
            <p:ph type="title"/>
          </p:nvPr>
        </p:nvSpPr>
        <p:spPr>
          <a:xfrm>
            <a:off x="214184" y="13663"/>
            <a:ext cx="9728886" cy="678316"/>
          </a:xfrm>
        </p:spPr>
        <p:txBody>
          <a:bodyPr>
            <a:normAutofit/>
          </a:bodyPr>
          <a:lstStyle/>
          <a:p>
            <a:r>
              <a:rPr lang="en-US" dirty="0"/>
              <a:t>Lighthouse</a:t>
            </a:r>
          </a:p>
        </p:txBody>
      </p:sp>
      <p:sp>
        <p:nvSpPr>
          <p:cNvPr id="3" name="Google Shape;125;p6">
            <a:extLst>
              <a:ext uri="{FF2B5EF4-FFF2-40B4-BE49-F238E27FC236}">
                <a16:creationId xmlns:a16="http://schemas.microsoft.com/office/drawing/2014/main" id="{A108A30F-7B0A-03B2-40CD-9BEFFD9FD047}"/>
              </a:ext>
            </a:extLst>
          </p:cNvPr>
          <p:cNvSpPr/>
          <p:nvPr/>
        </p:nvSpPr>
        <p:spPr>
          <a:xfrm>
            <a:off x="0" y="5279212"/>
            <a:ext cx="12192000" cy="974656"/>
          </a:xfrm>
          <a:custGeom>
            <a:avLst/>
            <a:gdLst/>
            <a:ahLst/>
            <a:cxnLst/>
            <a:rect l="l" t="t" r="r" b="b"/>
            <a:pathLst>
              <a:path w="12192000" h="974656" extrusionOk="0">
                <a:moveTo>
                  <a:pt x="2273469" y="0"/>
                </a:moveTo>
                <a:cubicBezTo>
                  <a:pt x="2418421" y="141476"/>
                  <a:pt x="2738629" y="233230"/>
                  <a:pt x="3088484" y="233660"/>
                </a:cubicBezTo>
                <a:cubicBezTo>
                  <a:pt x="3419259" y="233402"/>
                  <a:pt x="3722980" y="153851"/>
                  <a:pt x="3879212" y="26557"/>
                </a:cubicBezTo>
                <a:cubicBezTo>
                  <a:pt x="4031493" y="177776"/>
                  <a:pt x="4378506" y="269387"/>
                  <a:pt x="4730766" y="254914"/>
                </a:cubicBezTo>
                <a:cubicBezTo>
                  <a:pt x="5176455" y="236621"/>
                  <a:pt x="5387154" y="58558"/>
                  <a:pt x="5399845" y="47811"/>
                </a:cubicBezTo>
                <a:cubicBezTo>
                  <a:pt x="5419536" y="58940"/>
                  <a:pt x="5782737" y="256825"/>
                  <a:pt x="6348653" y="228358"/>
                </a:cubicBezTo>
                <a:cubicBezTo>
                  <a:pt x="6783728" y="206530"/>
                  <a:pt x="7025607" y="66773"/>
                  <a:pt x="7066414" y="42462"/>
                </a:cubicBezTo>
                <a:cubicBezTo>
                  <a:pt x="7251076" y="181502"/>
                  <a:pt x="7593383" y="262509"/>
                  <a:pt x="7942252" y="249613"/>
                </a:cubicBezTo>
                <a:cubicBezTo>
                  <a:pt x="8363981" y="233994"/>
                  <a:pt x="8593827" y="88506"/>
                  <a:pt x="8623474" y="69018"/>
                </a:cubicBezTo>
                <a:cubicBezTo>
                  <a:pt x="8651917" y="84732"/>
                  <a:pt x="9000349" y="269625"/>
                  <a:pt x="9547997" y="249613"/>
                </a:cubicBezTo>
                <a:cubicBezTo>
                  <a:pt x="9942703" y="235283"/>
                  <a:pt x="10184801" y="123182"/>
                  <a:pt x="10241360" y="95575"/>
                </a:cubicBezTo>
                <a:cubicBezTo>
                  <a:pt x="10380843" y="206100"/>
                  <a:pt x="10654446" y="269148"/>
                  <a:pt x="10928707" y="254914"/>
                </a:cubicBezTo>
                <a:cubicBezTo>
                  <a:pt x="11288189" y="236287"/>
                  <a:pt x="11452723" y="95050"/>
                  <a:pt x="11463882" y="84971"/>
                </a:cubicBezTo>
                <a:cubicBezTo>
                  <a:pt x="11487075" y="97199"/>
                  <a:pt x="11694384" y="202565"/>
                  <a:pt x="12035596" y="196500"/>
                </a:cubicBezTo>
                <a:cubicBezTo>
                  <a:pt x="12079684" y="195717"/>
                  <a:pt x="12121207" y="193162"/>
                  <a:pt x="12160154" y="189266"/>
                </a:cubicBezTo>
                <a:lnTo>
                  <a:pt x="12192000" y="184805"/>
                </a:lnTo>
                <a:lnTo>
                  <a:pt x="12192000" y="340247"/>
                </a:lnTo>
                <a:lnTo>
                  <a:pt x="12192000" y="491903"/>
                </a:lnTo>
                <a:lnTo>
                  <a:pt x="12192000" y="974656"/>
                </a:lnTo>
                <a:lnTo>
                  <a:pt x="0" y="974656"/>
                </a:lnTo>
                <a:lnTo>
                  <a:pt x="0" y="496084"/>
                </a:lnTo>
                <a:lnTo>
                  <a:pt x="0" y="340247"/>
                </a:lnTo>
                <a:lnTo>
                  <a:pt x="0" y="222260"/>
                </a:lnTo>
                <a:lnTo>
                  <a:pt x="14292" y="223668"/>
                </a:lnTo>
                <a:cubicBezTo>
                  <a:pt x="68901" y="227370"/>
                  <a:pt x="128940" y="227904"/>
                  <a:pt x="192828" y="223056"/>
                </a:cubicBezTo>
                <a:cubicBezTo>
                  <a:pt x="428252" y="205192"/>
                  <a:pt x="621887" y="121224"/>
                  <a:pt x="679868" y="10603"/>
                </a:cubicBezTo>
                <a:cubicBezTo>
                  <a:pt x="831384" y="153560"/>
                  <a:pt x="1165704" y="242161"/>
                  <a:pt x="1519279" y="233660"/>
                </a:cubicBezTo>
                <a:cubicBezTo>
                  <a:pt x="1849005" y="225779"/>
                  <a:pt x="2142847" y="134789"/>
                  <a:pt x="2273469" y="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4" name="Google Shape;133;p6">
            <a:extLst>
              <a:ext uri="{FF2B5EF4-FFF2-40B4-BE49-F238E27FC236}">
                <a16:creationId xmlns:a16="http://schemas.microsoft.com/office/drawing/2014/main" id="{5AEDC9E9-37A4-DFB8-2296-C1642C2BAC6B}"/>
              </a:ext>
            </a:extLst>
          </p:cNvPr>
          <p:cNvSpPr/>
          <p:nvPr/>
        </p:nvSpPr>
        <p:spPr>
          <a:xfrm flipH="1">
            <a:off x="5447361" y="4800072"/>
            <a:ext cx="1282005" cy="404755"/>
          </a:xfrm>
          <a:custGeom>
            <a:avLst/>
            <a:gdLst/>
            <a:ahLst/>
            <a:cxnLst/>
            <a:rect l="l" t="t" r="r" b="b"/>
            <a:pathLst>
              <a:path w="1543145" h="487203" extrusionOk="0">
                <a:moveTo>
                  <a:pt x="1543145" y="487204"/>
                </a:moveTo>
                <a:lnTo>
                  <a:pt x="0" y="487204"/>
                </a:lnTo>
                <a:lnTo>
                  <a:pt x="44006" y="0"/>
                </a:lnTo>
                <a:lnTo>
                  <a:pt x="1499140" y="0"/>
                </a:lnTo>
                <a:lnTo>
                  <a:pt x="1543145" y="487204"/>
                </a:lnTo>
                <a:close/>
              </a:path>
            </a:pathLst>
          </a:custGeom>
          <a:solidFill>
            <a:srgbClr val="BF3F2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grpSp>
        <p:nvGrpSpPr>
          <p:cNvPr id="5" name="Groupe 38">
            <a:extLst>
              <a:ext uri="{FF2B5EF4-FFF2-40B4-BE49-F238E27FC236}">
                <a16:creationId xmlns:a16="http://schemas.microsoft.com/office/drawing/2014/main" id="{1F54EBBC-E61D-A070-E367-AF9BAD9C8487}"/>
              </a:ext>
            </a:extLst>
          </p:cNvPr>
          <p:cNvGrpSpPr/>
          <p:nvPr/>
        </p:nvGrpSpPr>
        <p:grpSpPr>
          <a:xfrm>
            <a:off x="5566676" y="1280160"/>
            <a:ext cx="1041268" cy="3517998"/>
            <a:chOff x="5446307" y="873490"/>
            <a:chExt cx="1282005" cy="4331338"/>
          </a:xfrm>
        </p:grpSpPr>
        <p:sp>
          <p:nvSpPr>
            <p:cNvPr id="6" name="Google Shape;129;p6">
              <a:extLst>
                <a:ext uri="{FF2B5EF4-FFF2-40B4-BE49-F238E27FC236}">
                  <a16:creationId xmlns:a16="http://schemas.microsoft.com/office/drawing/2014/main" id="{F0FB193D-6B49-BCEB-129E-C62D021C5527}"/>
                </a:ext>
              </a:extLst>
            </p:cNvPr>
            <p:cNvSpPr/>
            <p:nvPr/>
          </p:nvSpPr>
          <p:spPr>
            <a:xfrm flipH="1">
              <a:off x="5446307" y="1811921"/>
              <a:ext cx="1282005" cy="3392907"/>
            </a:xfrm>
            <a:custGeom>
              <a:avLst/>
              <a:gdLst/>
              <a:ahLst/>
              <a:cxnLst/>
              <a:rect l="l" t="t" r="r" b="b"/>
              <a:pathLst>
                <a:path w="1543145" h="4084034" extrusionOk="0">
                  <a:moveTo>
                    <a:pt x="1543145" y="4084034"/>
                  </a:moveTo>
                  <a:lnTo>
                    <a:pt x="0" y="4084034"/>
                  </a:lnTo>
                  <a:lnTo>
                    <a:pt x="44006" y="3596831"/>
                  </a:lnTo>
                  <a:lnTo>
                    <a:pt x="96203" y="3019235"/>
                  </a:lnTo>
                  <a:lnTo>
                    <a:pt x="140208" y="2532031"/>
                  </a:lnTo>
                  <a:lnTo>
                    <a:pt x="192405" y="1954435"/>
                  </a:lnTo>
                  <a:lnTo>
                    <a:pt x="236411" y="1467231"/>
                  </a:lnTo>
                  <a:lnTo>
                    <a:pt x="288608" y="889730"/>
                  </a:lnTo>
                  <a:lnTo>
                    <a:pt x="332613" y="402526"/>
                  </a:lnTo>
                  <a:lnTo>
                    <a:pt x="368999" y="0"/>
                  </a:lnTo>
                  <a:lnTo>
                    <a:pt x="1174147" y="0"/>
                  </a:lnTo>
                  <a:lnTo>
                    <a:pt x="1210532" y="402526"/>
                  </a:lnTo>
                  <a:lnTo>
                    <a:pt x="1254538" y="889730"/>
                  </a:lnTo>
                  <a:lnTo>
                    <a:pt x="1306735" y="1467231"/>
                  </a:lnTo>
                  <a:lnTo>
                    <a:pt x="1350740" y="1954435"/>
                  </a:lnTo>
                  <a:lnTo>
                    <a:pt x="1402937" y="2532031"/>
                  </a:lnTo>
                  <a:lnTo>
                    <a:pt x="1446943" y="3019235"/>
                  </a:lnTo>
                  <a:lnTo>
                    <a:pt x="1499140" y="3596831"/>
                  </a:lnTo>
                  <a:lnTo>
                    <a:pt x="1543145" y="4084034"/>
                  </a:lnTo>
                  <a:close/>
                </a:path>
              </a:pathLst>
            </a:custGeom>
            <a:gradFill flip="none" rotWithShape="1">
              <a:gsLst>
                <a:gs pos="0">
                  <a:schemeClr val="lt1"/>
                </a:gs>
                <a:gs pos="100000">
                  <a:srgbClr val="D8D8D8"/>
                </a:gs>
              </a:gsLst>
              <a:lin ang="8100019" scaled="0"/>
              <a:tileRect/>
            </a:gradFill>
            <a:ln>
              <a:solidFill>
                <a:srgbClr val="F2F2F2"/>
              </a:solid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nvGrpSpPr>
            <p:cNvPr id="7" name="Groupe 37">
              <a:extLst>
                <a:ext uri="{FF2B5EF4-FFF2-40B4-BE49-F238E27FC236}">
                  <a16:creationId xmlns:a16="http://schemas.microsoft.com/office/drawing/2014/main" id="{600D90F2-9C0C-B4BB-D779-D64A6AFD88D6}"/>
                </a:ext>
              </a:extLst>
            </p:cNvPr>
            <p:cNvGrpSpPr/>
            <p:nvPr/>
          </p:nvGrpSpPr>
          <p:grpSpPr>
            <a:xfrm>
              <a:off x="5527283" y="873490"/>
              <a:ext cx="1122160" cy="3446729"/>
              <a:chOff x="5527283" y="873490"/>
              <a:chExt cx="1122160" cy="3446729"/>
            </a:xfrm>
          </p:grpSpPr>
          <p:sp>
            <p:nvSpPr>
              <p:cNvPr id="8" name="Google Shape;130;p6">
                <a:extLst>
                  <a:ext uri="{FF2B5EF4-FFF2-40B4-BE49-F238E27FC236}">
                    <a16:creationId xmlns:a16="http://schemas.microsoft.com/office/drawing/2014/main" id="{F1D6E2DD-AFE9-A4B9-EC63-5D35C7119B8A}"/>
                  </a:ext>
                </a:extLst>
              </p:cNvPr>
              <p:cNvSpPr/>
              <p:nvPr/>
            </p:nvSpPr>
            <p:spPr>
              <a:xfrm flipH="1">
                <a:off x="5687128" y="2146329"/>
                <a:ext cx="802470" cy="404755"/>
              </a:xfrm>
              <a:custGeom>
                <a:avLst/>
                <a:gdLst/>
                <a:ahLst/>
                <a:cxnLst/>
                <a:rect l="l" t="t" r="r" b="b"/>
                <a:pathLst>
                  <a:path w="965930" h="487203" extrusionOk="0">
                    <a:moveTo>
                      <a:pt x="965930" y="487204"/>
                    </a:moveTo>
                    <a:lnTo>
                      <a:pt x="0" y="487204"/>
                    </a:lnTo>
                    <a:lnTo>
                      <a:pt x="44005" y="0"/>
                    </a:lnTo>
                    <a:lnTo>
                      <a:pt x="921925" y="0"/>
                    </a:lnTo>
                    <a:lnTo>
                      <a:pt x="965930" y="487204"/>
                    </a:lnTo>
                    <a:close/>
                  </a:path>
                </a:pathLst>
              </a:custGeom>
              <a:solidFill>
                <a:schemeClr val="accent2"/>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9" name="Google Shape;131;p6">
                <a:extLst>
                  <a:ext uri="{FF2B5EF4-FFF2-40B4-BE49-F238E27FC236}">
                    <a16:creationId xmlns:a16="http://schemas.microsoft.com/office/drawing/2014/main" id="{8273936A-3458-023B-05A0-9D2B27D994CB}"/>
                  </a:ext>
                </a:extLst>
              </p:cNvPr>
              <p:cNvSpPr/>
              <p:nvPr/>
            </p:nvSpPr>
            <p:spPr>
              <a:xfrm flipH="1">
                <a:off x="5607205" y="3030857"/>
                <a:ext cx="962315" cy="404755"/>
              </a:xfrm>
              <a:custGeom>
                <a:avLst/>
                <a:gdLst/>
                <a:ahLst/>
                <a:cxnLst/>
                <a:rect l="l" t="t" r="r" b="b"/>
                <a:pathLst>
                  <a:path w="1158335" h="487203" extrusionOk="0">
                    <a:moveTo>
                      <a:pt x="1158335" y="487204"/>
                    </a:moveTo>
                    <a:lnTo>
                      <a:pt x="0" y="487204"/>
                    </a:lnTo>
                    <a:lnTo>
                      <a:pt x="44005" y="0"/>
                    </a:lnTo>
                    <a:lnTo>
                      <a:pt x="1114330" y="0"/>
                    </a:lnTo>
                    <a:lnTo>
                      <a:pt x="1158335" y="487204"/>
                    </a:lnTo>
                    <a:close/>
                  </a:path>
                </a:pathLst>
              </a:custGeom>
              <a:solidFill>
                <a:schemeClr val="accent3"/>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10" name="Google Shape;132;p6">
                <a:extLst>
                  <a:ext uri="{FF2B5EF4-FFF2-40B4-BE49-F238E27FC236}">
                    <a16:creationId xmlns:a16="http://schemas.microsoft.com/office/drawing/2014/main" id="{F94BB399-6FDF-DFFF-A3FF-F158E7B7F7D5}"/>
                  </a:ext>
                </a:extLst>
              </p:cNvPr>
              <p:cNvSpPr/>
              <p:nvPr/>
            </p:nvSpPr>
            <p:spPr>
              <a:xfrm flipH="1">
                <a:off x="5527283" y="3915464"/>
                <a:ext cx="1122160" cy="404755"/>
              </a:xfrm>
              <a:custGeom>
                <a:avLst/>
                <a:gdLst/>
                <a:ahLst/>
                <a:cxnLst/>
                <a:rect l="l" t="t" r="r" b="b"/>
                <a:pathLst>
                  <a:path w="1350740" h="487203" extrusionOk="0">
                    <a:moveTo>
                      <a:pt x="1350740" y="487204"/>
                    </a:moveTo>
                    <a:lnTo>
                      <a:pt x="0" y="487204"/>
                    </a:lnTo>
                    <a:lnTo>
                      <a:pt x="44006" y="0"/>
                    </a:lnTo>
                    <a:lnTo>
                      <a:pt x="1306735" y="0"/>
                    </a:lnTo>
                    <a:lnTo>
                      <a:pt x="1350740" y="487204"/>
                    </a:ln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11" name="Google Shape;135;p6">
                <a:extLst>
                  <a:ext uri="{FF2B5EF4-FFF2-40B4-BE49-F238E27FC236}">
                    <a16:creationId xmlns:a16="http://schemas.microsoft.com/office/drawing/2014/main" id="{B1CD955B-B063-CDC7-BB9D-AB4CCDEB1923}"/>
                  </a:ext>
                </a:extLst>
              </p:cNvPr>
              <p:cNvSpPr/>
              <p:nvPr/>
            </p:nvSpPr>
            <p:spPr>
              <a:xfrm flipH="1">
                <a:off x="5648470" y="873490"/>
                <a:ext cx="880299" cy="1046798"/>
              </a:xfrm>
              <a:custGeom>
                <a:avLst/>
                <a:gdLst/>
                <a:ahLst/>
                <a:cxnLst/>
                <a:rect l="l" t="t" r="r" b="b"/>
                <a:pathLst>
                  <a:path w="2516957" h="2993015" extrusionOk="0">
                    <a:moveTo>
                      <a:pt x="1645592" y="1371606"/>
                    </a:moveTo>
                    <a:lnTo>
                      <a:pt x="1645592" y="2565669"/>
                    </a:lnTo>
                    <a:lnTo>
                      <a:pt x="2268914" y="2565669"/>
                    </a:lnTo>
                    <a:lnTo>
                      <a:pt x="2034282" y="1371606"/>
                    </a:lnTo>
                    <a:close/>
                    <a:moveTo>
                      <a:pt x="937010" y="1371606"/>
                    </a:moveTo>
                    <a:lnTo>
                      <a:pt x="937010" y="2565669"/>
                    </a:lnTo>
                    <a:lnTo>
                      <a:pt x="1546611" y="2565669"/>
                    </a:lnTo>
                    <a:lnTo>
                      <a:pt x="1546611" y="1371606"/>
                    </a:lnTo>
                    <a:close/>
                    <a:moveTo>
                      <a:pt x="451162" y="1371605"/>
                    </a:moveTo>
                    <a:lnTo>
                      <a:pt x="216530" y="2565669"/>
                    </a:lnTo>
                    <a:lnTo>
                      <a:pt x="838029" y="2565669"/>
                    </a:lnTo>
                    <a:lnTo>
                      <a:pt x="838029" y="1371606"/>
                    </a:lnTo>
                    <a:close/>
                    <a:moveTo>
                      <a:pt x="1258479" y="0"/>
                    </a:moveTo>
                    <a:cubicBezTo>
                      <a:pt x="1366509" y="0"/>
                      <a:pt x="1454085" y="87576"/>
                      <a:pt x="1454085" y="195606"/>
                    </a:cubicBezTo>
                    <a:cubicBezTo>
                      <a:pt x="1454085" y="222614"/>
                      <a:pt x="1448611" y="248343"/>
                      <a:pt x="1438713" y="271745"/>
                    </a:cubicBezTo>
                    <a:lnTo>
                      <a:pt x="1401404" y="327081"/>
                    </a:lnTo>
                    <a:lnTo>
                      <a:pt x="2516957" y="1371606"/>
                    </a:lnTo>
                    <a:lnTo>
                      <a:pt x="2135156" y="1371606"/>
                    </a:lnTo>
                    <a:lnTo>
                      <a:pt x="2369519" y="2564302"/>
                    </a:lnTo>
                    <a:lnTo>
                      <a:pt x="2362562" y="2565669"/>
                    </a:lnTo>
                    <a:lnTo>
                      <a:pt x="2500478" y="2565669"/>
                    </a:lnTo>
                    <a:lnTo>
                      <a:pt x="2500478" y="2993015"/>
                    </a:lnTo>
                    <a:lnTo>
                      <a:pt x="16478" y="2993015"/>
                    </a:lnTo>
                    <a:lnTo>
                      <a:pt x="16478" y="2565669"/>
                    </a:lnTo>
                    <a:lnTo>
                      <a:pt x="115656" y="2565669"/>
                    </a:lnTo>
                    <a:lnTo>
                      <a:pt x="350288" y="1371605"/>
                    </a:lnTo>
                    <a:lnTo>
                      <a:pt x="0" y="1371605"/>
                    </a:lnTo>
                    <a:lnTo>
                      <a:pt x="1115553" y="327081"/>
                    </a:lnTo>
                    <a:lnTo>
                      <a:pt x="1078244" y="271745"/>
                    </a:lnTo>
                    <a:cubicBezTo>
                      <a:pt x="1068346" y="248343"/>
                      <a:pt x="1062873" y="222614"/>
                      <a:pt x="1062873" y="195606"/>
                    </a:cubicBezTo>
                    <a:cubicBezTo>
                      <a:pt x="1062873" y="87576"/>
                      <a:pt x="1150449" y="0"/>
                      <a:pt x="1258479" y="0"/>
                    </a:cubicBezTo>
                    <a:close/>
                  </a:path>
                </a:pathLst>
              </a:custGeom>
              <a:solidFill>
                <a:srgbClr val="4B575D"/>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2" name="Google Shape;136;p6">
                <a:extLst>
                  <a:ext uri="{FF2B5EF4-FFF2-40B4-BE49-F238E27FC236}">
                    <a16:creationId xmlns:a16="http://schemas.microsoft.com/office/drawing/2014/main" id="{48541AA9-34AE-1562-B698-E423545F59A3}"/>
                  </a:ext>
                </a:extLst>
              </p:cNvPr>
              <p:cNvSpPr/>
              <p:nvPr/>
            </p:nvSpPr>
            <p:spPr>
              <a:xfrm flipH="1">
                <a:off x="5654234" y="1852699"/>
                <a:ext cx="868772" cy="73132"/>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3" name="Google Shape;137;p6">
                <a:extLst>
                  <a:ext uri="{FF2B5EF4-FFF2-40B4-BE49-F238E27FC236}">
                    <a16:creationId xmlns:a16="http://schemas.microsoft.com/office/drawing/2014/main" id="{540C2939-6C80-D5ED-1ABA-0A636A831EA6}"/>
                  </a:ext>
                </a:extLst>
              </p:cNvPr>
              <p:cNvSpPr/>
              <p:nvPr/>
            </p:nvSpPr>
            <p:spPr>
              <a:xfrm flipH="1">
                <a:off x="5629052" y="1321882"/>
                <a:ext cx="919136" cy="71663"/>
              </a:xfrm>
              <a:prstGeom prst="rect">
                <a:avLst/>
              </a:prstGeom>
              <a:solidFill>
                <a:srgbClr val="BFBFB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4" name="Google Shape;138;p6">
                <a:extLst>
                  <a:ext uri="{FF2B5EF4-FFF2-40B4-BE49-F238E27FC236}">
                    <a16:creationId xmlns:a16="http://schemas.microsoft.com/office/drawing/2014/main" id="{E5AC4F92-2A36-CFEA-8A5F-4F3A687B449D}"/>
                  </a:ext>
                </a:extLst>
              </p:cNvPr>
              <p:cNvSpPr/>
              <p:nvPr/>
            </p:nvSpPr>
            <p:spPr>
              <a:xfrm flipH="1">
                <a:off x="5940088" y="2707777"/>
                <a:ext cx="296798" cy="569707"/>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5" name="Google Shape;139;p6">
                <a:extLst>
                  <a:ext uri="{FF2B5EF4-FFF2-40B4-BE49-F238E27FC236}">
                    <a16:creationId xmlns:a16="http://schemas.microsoft.com/office/drawing/2014/main" id="{76601E9B-2A82-AD95-6B75-28E566BED5CF}"/>
                  </a:ext>
                </a:extLst>
              </p:cNvPr>
              <p:cNvSpPr/>
              <p:nvPr/>
            </p:nvSpPr>
            <p:spPr>
              <a:xfrm flipH="1">
                <a:off x="5966364" y="2738700"/>
                <a:ext cx="244246" cy="498942"/>
              </a:xfrm>
              <a:prstGeom prst="rect">
                <a:avLst/>
              </a:prstGeom>
              <a:solidFill>
                <a:srgbClr val="4B575D"/>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6" name="Google Shape;140;p6">
                <a:extLst>
                  <a:ext uri="{FF2B5EF4-FFF2-40B4-BE49-F238E27FC236}">
                    <a16:creationId xmlns:a16="http://schemas.microsoft.com/office/drawing/2014/main" id="{F2AB482F-2154-0FDE-DEB8-6D50824A29F8}"/>
                  </a:ext>
                </a:extLst>
              </p:cNvPr>
              <p:cNvSpPr/>
              <p:nvPr/>
            </p:nvSpPr>
            <p:spPr>
              <a:xfrm rot="5400000" flipH="1">
                <a:off x="5969282" y="1528673"/>
                <a:ext cx="249919" cy="240066"/>
              </a:xfrm>
              <a:prstGeom prst="flowChartDelay">
                <a:avLst/>
              </a:prstGeom>
              <a:solidFill>
                <a:schemeClr val="accent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Clr>
                    <a:srgbClr val="000000"/>
                  </a:buClr>
                  <a:buSzPts val="1800"/>
                  <a:buFont typeface="Calibri"/>
                  <a:buNone/>
                </a:pPr>
                <a:endParaRPr lang="en-US" sz="1800" dirty="0">
                  <a:solidFill>
                    <a:srgbClr val="FFFFFF"/>
                  </a:solidFill>
                  <a:ea typeface="Calibri"/>
                  <a:cs typeface="Calibri"/>
                  <a:sym typeface="Calibri"/>
                </a:endParaRPr>
              </a:p>
            </p:txBody>
          </p:sp>
          <p:grpSp>
            <p:nvGrpSpPr>
              <p:cNvPr id="17" name="Google Shape;141;p6">
                <a:extLst>
                  <a:ext uri="{FF2B5EF4-FFF2-40B4-BE49-F238E27FC236}">
                    <a16:creationId xmlns:a16="http://schemas.microsoft.com/office/drawing/2014/main" id="{46FFED39-E206-69D7-8B35-D53F9440B1F8}"/>
                  </a:ext>
                </a:extLst>
              </p:cNvPr>
              <p:cNvGrpSpPr/>
              <p:nvPr/>
            </p:nvGrpSpPr>
            <p:grpSpPr>
              <a:xfrm flipH="1">
                <a:off x="5940553" y="1389539"/>
                <a:ext cx="295882" cy="395700"/>
                <a:chOff x="1117077" y="1941921"/>
                <a:chExt cx="297280" cy="397570"/>
              </a:xfrm>
              <a:effectLst/>
            </p:grpSpPr>
            <p:sp>
              <p:nvSpPr>
                <p:cNvPr id="18" name="Google Shape;142;p6">
                  <a:extLst>
                    <a:ext uri="{FF2B5EF4-FFF2-40B4-BE49-F238E27FC236}">
                      <a16:creationId xmlns:a16="http://schemas.microsoft.com/office/drawing/2014/main" id="{9CA877A1-E8A7-2C41-C894-20A810AD1F86}"/>
                    </a:ext>
                  </a:extLst>
                </p:cNvPr>
                <p:cNvSpPr/>
                <p:nvPr/>
              </p:nvSpPr>
              <p:spPr>
                <a:xfrm>
                  <a:off x="1117077" y="194192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9" name="Google Shape;143;p6">
                  <a:extLst>
                    <a:ext uri="{FF2B5EF4-FFF2-40B4-BE49-F238E27FC236}">
                      <a16:creationId xmlns:a16="http://schemas.microsoft.com/office/drawing/2014/main" id="{CCA41314-77A2-CEE4-608D-856F63C1DE9A}"/>
                    </a:ext>
                  </a:extLst>
                </p:cNvPr>
                <p:cNvSpPr/>
                <p:nvPr/>
              </p:nvSpPr>
              <p:spPr>
                <a:xfrm>
                  <a:off x="1368457" y="194349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grpSp>
      </p:grpSp>
      <p:sp>
        <p:nvSpPr>
          <p:cNvPr id="20" name="Google Shape;145;p6">
            <a:extLst>
              <a:ext uri="{FF2B5EF4-FFF2-40B4-BE49-F238E27FC236}">
                <a16:creationId xmlns:a16="http://schemas.microsoft.com/office/drawing/2014/main" id="{74D507DD-7B52-6C34-028F-4C8AB7BB269E}"/>
              </a:ext>
            </a:extLst>
          </p:cNvPr>
          <p:cNvSpPr/>
          <p:nvPr/>
        </p:nvSpPr>
        <p:spPr>
          <a:xfrm flipH="1">
            <a:off x="3900650" y="4447577"/>
            <a:ext cx="5278815" cy="1298818"/>
          </a:xfrm>
          <a:custGeom>
            <a:avLst/>
            <a:gdLst/>
            <a:ahLst/>
            <a:cxnLst/>
            <a:rect l="l" t="t" r="r" b="b"/>
            <a:pathLst>
              <a:path w="4088448" h="1005935" extrusionOk="0">
                <a:moveTo>
                  <a:pt x="4868" y="833137"/>
                </a:moveTo>
                <a:lnTo>
                  <a:pt x="1006221" y="614076"/>
                </a:lnTo>
                <a:lnTo>
                  <a:pt x="1260443" y="185451"/>
                </a:lnTo>
                <a:lnTo>
                  <a:pt x="1641443" y="185451"/>
                </a:lnTo>
                <a:lnTo>
                  <a:pt x="1736693" y="0"/>
                </a:lnTo>
                <a:lnTo>
                  <a:pt x="2986850" y="0"/>
                </a:lnTo>
                <a:lnTo>
                  <a:pt x="3092768" y="243649"/>
                </a:lnTo>
                <a:lnTo>
                  <a:pt x="3675698" y="264795"/>
                </a:lnTo>
                <a:cubicBezTo>
                  <a:pt x="3675698" y="264795"/>
                  <a:pt x="4061841" y="953261"/>
                  <a:pt x="4088321" y="953261"/>
                </a:cubicBezTo>
                <a:cubicBezTo>
                  <a:pt x="4114800" y="953261"/>
                  <a:pt x="0" y="1005935"/>
                  <a:pt x="0" y="1005935"/>
                </a:cubicBezTo>
                <a:lnTo>
                  <a:pt x="4868" y="833137"/>
                </a:lnTo>
                <a:close/>
              </a:path>
            </a:pathLst>
          </a:custGeom>
          <a:solidFill>
            <a:srgbClr val="A6A6A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1" name="Google Shape;146;p6">
            <a:extLst>
              <a:ext uri="{FF2B5EF4-FFF2-40B4-BE49-F238E27FC236}">
                <a16:creationId xmlns:a16="http://schemas.microsoft.com/office/drawing/2014/main" id="{EA1EDD9C-1DD6-4A60-A4D1-0AF970945DF9}"/>
              </a:ext>
            </a:extLst>
          </p:cNvPr>
          <p:cNvSpPr/>
          <p:nvPr/>
        </p:nvSpPr>
        <p:spPr>
          <a:xfrm flipH="1">
            <a:off x="7893925" y="5232181"/>
            <a:ext cx="1329532" cy="301698"/>
          </a:xfrm>
          <a:custGeom>
            <a:avLst/>
            <a:gdLst/>
            <a:ahLst/>
            <a:cxnLst/>
            <a:rect l="l" t="t" r="r" b="b"/>
            <a:pathLst>
              <a:path w="1029724" h="233665" extrusionOk="0">
                <a:moveTo>
                  <a:pt x="0" y="233665"/>
                </a:moveTo>
                <a:lnTo>
                  <a:pt x="1029724" y="0"/>
                </a:lnTo>
                <a:lnTo>
                  <a:pt x="733116" y="180118"/>
                </a:lnTo>
                <a:lnTo>
                  <a:pt x="34076" y="233077"/>
                </a:lnTo>
                <a:lnTo>
                  <a:pt x="0" y="233665"/>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2" name="Google Shape;147;p6">
            <a:extLst>
              <a:ext uri="{FF2B5EF4-FFF2-40B4-BE49-F238E27FC236}">
                <a16:creationId xmlns:a16="http://schemas.microsoft.com/office/drawing/2014/main" id="{6AB532E4-9F78-0B70-575A-B12EAD8F242A}"/>
              </a:ext>
            </a:extLst>
          </p:cNvPr>
          <p:cNvSpPr/>
          <p:nvPr/>
        </p:nvSpPr>
        <p:spPr>
          <a:xfrm flipH="1">
            <a:off x="7115079" y="5232179"/>
            <a:ext cx="847593" cy="514927"/>
          </a:xfrm>
          <a:custGeom>
            <a:avLst/>
            <a:gdLst/>
            <a:ahLst/>
            <a:cxnLst/>
            <a:rect l="l" t="t" r="r" b="b"/>
            <a:pathLst>
              <a:path w="656462" h="398811" extrusionOk="0">
                <a:moveTo>
                  <a:pt x="53245" y="0"/>
                </a:moveTo>
                <a:lnTo>
                  <a:pt x="0" y="178594"/>
                </a:lnTo>
                <a:lnTo>
                  <a:pt x="338900" y="398812"/>
                </a:lnTo>
                <a:lnTo>
                  <a:pt x="656463" y="378143"/>
                </a:lnTo>
                <a:lnTo>
                  <a:pt x="53245"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3" name="Google Shape;148;p6">
            <a:extLst>
              <a:ext uri="{FF2B5EF4-FFF2-40B4-BE49-F238E27FC236}">
                <a16:creationId xmlns:a16="http://schemas.microsoft.com/office/drawing/2014/main" id="{6AB29B7F-4527-E9A1-ADFC-5DCD9DC451EC}"/>
              </a:ext>
            </a:extLst>
          </p:cNvPr>
          <p:cNvSpPr/>
          <p:nvPr/>
        </p:nvSpPr>
        <p:spPr>
          <a:xfrm flipH="1">
            <a:off x="7005500" y="4687366"/>
            <a:ext cx="546656" cy="252851"/>
          </a:xfrm>
          <a:custGeom>
            <a:avLst/>
            <a:gdLst/>
            <a:ahLst/>
            <a:cxnLst/>
            <a:rect l="l" t="t" r="r" b="b"/>
            <a:pathLst>
              <a:path w="423386" h="195833" extrusionOk="0">
                <a:moveTo>
                  <a:pt x="0" y="0"/>
                </a:moveTo>
                <a:lnTo>
                  <a:pt x="211550" y="195834"/>
                </a:lnTo>
                <a:lnTo>
                  <a:pt x="423386" y="142875"/>
                </a:lnTo>
                <a:lnTo>
                  <a:pt x="381286" y="0"/>
                </a:lnTo>
                <a:lnTo>
                  <a:pt x="0" y="0"/>
                </a:lnTo>
                <a:close/>
              </a:path>
            </a:pathLst>
          </a:custGeom>
          <a:solidFill>
            <a:srgbClr val="D9D9D9"/>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4" name="Google Shape;149;p6">
            <a:extLst>
              <a:ext uri="{FF2B5EF4-FFF2-40B4-BE49-F238E27FC236}">
                <a16:creationId xmlns:a16="http://schemas.microsoft.com/office/drawing/2014/main" id="{00472CD5-35CF-0E96-429F-E8C87440D098}"/>
              </a:ext>
            </a:extLst>
          </p:cNvPr>
          <p:cNvSpPr/>
          <p:nvPr/>
        </p:nvSpPr>
        <p:spPr>
          <a:xfrm flipH="1">
            <a:off x="5323101" y="4447920"/>
            <a:ext cx="1613652" cy="365872"/>
          </a:xfrm>
          <a:custGeom>
            <a:avLst/>
            <a:gdLst/>
            <a:ahLst/>
            <a:cxnLst/>
            <a:rect l="l" t="t" r="r" b="b"/>
            <a:pathLst>
              <a:path w="1249775" h="283368" extrusionOk="0">
                <a:moveTo>
                  <a:pt x="0" y="0"/>
                </a:moveTo>
                <a:lnTo>
                  <a:pt x="232791" y="283369"/>
                </a:lnTo>
                <a:lnTo>
                  <a:pt x="1143667" y="185452"/>
                </a:lnTo>
                <a:lnTo>
                  <a:pt x="1249775" y="0"/>
                </a:lnTo>
                <a:lnTo>
                  <a:pt x="0" y="0"/>
                </a:lnTo>
                <a:close/>
              </a:path>
            </a:pathLst>
          </a:custGeom>
          <a:solidFill>
            <a:srgbClr val="D9D9D9"/>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5" name="Google Shape;150;p6">
            <a:extLst>
              <a:ext uri="{FF2B5EF4-FFF2-40B4-BE49-F238E27FC236}">
                <a16:creationId xmlns:a16="http://schemas.microsoft.com/office/drawing/2014/main" id="{6F8CBBB5-9FFA-2ACF-7014-1911F7F66448}"/>
              </a:ext>
            </a:extLst>
          </p:cNvPr>
          <p:cNvSpPr/>
          <p:nvPr/>
        </p:nvSpPr>
        <p:spPr>
          <a:xfrm flipH="1">
            <a:off x="4433571" y="4762386"/>
            <a:ext cx="807747" cy="246210"/>
          </a:xfrm>
          <a:custGeom>
            <a:avLst/>
            <a:gdLst/>
            <a:ahLst/>
            <a:cxnLst/>
            <a:rect l="l" t="t" r="r" b="b"/>
            <a:pathLst>
              <a:path w="625601" h="190690" extrusionOk="0">
                <a:moveTo>
                  <a:pt x="42577" y="0"/>
                </a:moveTo>
                <a:lnTo>
                  <a:pt x="0" y="137731"/>
                </a:lnTo>
                <a:lnTo>
                  <a:pt x="529495" y="190691"/>
                </a:lnTo>
                <a:lnTo>
                  <a:pt x="625602" y="21241"/>
                </a:lnTo>
                <a:lnTo>
                  <a:pt x="42577" y="0"/>
                </a:lnTo>
                <a:close/>
              </a:path>
            </a:pathLst>
          </a:custGeom>
          <a:solidFill>
            <a:srgbClr val="F2F2F2"/>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6" name="Google Shape;151;p6">
            <a:extLst>
              <a:ext uri="{FF2B5EF4-FFF2-40B4-BE49-F238E27FC236}">
                <a16:creationId xmlns:a16="http://schemas.microsoft.com/office/drawing/2014/main" id="{BC29309A-C746-CEFA-1F92-B19888FA0A56}"/>
              </a:ext>
            </a:extLst>
          </p:cNvPr>
          <p:cNvSpPr/>
          <p:nvPr/>
        </p:nvSpPr>
        <p:spPr>
          <a:xfrm flipH="1">
            <a:off x="7279013" y="4687366"/>
            <a:ext cx="614912" cy="685996"/>
          </a:xfrm>
          <a:custGeom>
            <a:avLst/>
            <a:gdLst/>
            <a:ahLst/>
            <a:cxnLst/>
            <a:rect l="l" t="t" r="r" b="b"/>
            <a:pathLst>
              <a:path w="476250" h="531304" extrusionOk="0">
                <a:moveTo>
                  <a:pt x="264700" y="0"/>
                </a:moveTo>
                <a:lnTo>
                  <a:pt x="476250" y="195834"/>
                </a:lnTo>
                <a:lnTo>
                  <a:pt x="174308" y="531305"/>
                </a:lnTo>
                <a:lnTo>
                  <a:pt x="0" y="421958"/>
                </a:lnTo>
                <a:lnTo>
                  <a:pt x="26470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7" name="Google Shape;152;p6">
            <a:extLst>
              <a:ext uri="{FF2B5EF4-FFF2-40B4-BE49-F238E27FC236}">
                <a16:creationId xmlns:a16="http://schemas.microsoft.com/office/drawing/2014/main" id="{04E4500B-F5D0-FE5B-B829-AF06CD985190}"/>
              </a:ext>
            </a:extLst>
          </p:cNvPr>
          <p:cNvSpPr/>
          <p:nvPr/>
        </p:nvSpPr>
        <p:spPr>
          <a:xfrm flipH="1">
            <a:off x="6636185" y="4447920"/>
            <a:ext cx="423674" cy="423920"/>
          </a:xfrm>
          <a:custGeom>
            <a:avLst/>
            <a:gdLst/>
            <a:ahLst/>
            <a:cxnLst/>
            <a:rect l="l" t="t" r="r" b="b"/>
            <a:pathLst>
              <a:path w="328136" h="328326" extrusionOk="0">
                <a:moveTo>
                  <a:pt x="95345" y="0"/>
                </a:moveTo>
                <a:lnTo>
                  <a:pt x="0" y="185452"/>
                </a:lnTo>
                <a:lnTo>
                  <a:pt x="42100" y="328327"/>
                </a:lnTo>
                <a:lnTo>
                  <a:pt x="328136" y="283369"/>
                </a:lnTo>
                <a:lnTo>
                  <a:pt x="95345" y="0"/>
                </a:lnTo>
                <a:close/>
              </a:path>
            </a:pathLst>
          </a:custGeom>
          <a:solidFill>
            <a:srgbClr val="7F7F7F"/>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8" name="Google Shape;153;p6">
            <a:extLst>
              <a:ext uri="{FF2B5EF4-FFF2-40B4-BE49-F238E27FC236}">
                <a16:creationId xmlns:a16="http://schemas.microsoft.com/office/drawing/2014/main" id="{8AD55D5B-533E-1A5E-8447-91DBB891B945}"/>
              </a:ext>
            </a:extLst>
          </p:cNvPr>
          <p:cNvSpPr/>
          <p:nvPr/>
        </p:nvSpPr>
        <p:spPr>
          <a:xfrm flipH="1">
            <a:off x="4502932" y="4940218"/>
            <a:ext cx="738386" cy="218785"/>
          </a:xfrm>
          <a:custGeom>
            <a:avLst/>
            <a:gdLst/>
            <a:ahLst/>
            <a:cxnLst/>
            <a:rect l="l" t="t" r="r" b="b"/>
            <a:pathLst>
              <a:path w="571881" h="169449" extrusionOk="0">
                <a:moveTo>
                  <a:pt x="0" y="0"/>
                </a:moveTo>
                <a:lnTo>
                  <a:pt x="0" y="121825"/>
                </a:lnTo>
                <a:lnTo>
                  <a:pt x="571881" y="169450"/>
                </a:lnTo>
                <a:lnTo>
                  <a:pt x="529495" y="52959"/>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9" name="Google Shape;154;p6">
            <a:extLst>
              <a:ext uri="{FF2B5EF4-FFF2-40B4-BE49-F238E27FC236}">
                <a16:creationId xmlns:a16="http://schemas.microsoft.com/office/drawing/2014/main" id="{21B46A11-DFC1-D649-7CD0-63CEDBF49676}"/>
              </a:ext>
            </a:extLst>
          </p:cNvPr>
          <p:cNvSpPr/>
          <p:nvPr/>
        </p:nvSpPr>
        <p:spPr>
          <a:xfrm flipH="1">
            <a:off x="5186346" y="4447920"/>
            <a:ext cx="273758" cy="649593"/>
          </a:xfrm>
          <a:custGeom>
            <a:avLst/>
            <a:gdLst/>
            <a:ahLst/>
            <a:cxnLst/>
            <a:rect l="l" t="t" r="r" b="b"/>
            <a:pathLst>
              <a:path w="212026" h="503110" extrusionOk="0">
                <a:moveTo>
                  <a:pt x="106109" y="0"/>
                </a:moveTo>
                <a:lnTo>
                  <a:pt x="0" y="185452"/>
                </a:lnTo>
                <a:lnTo>
                  <a:pt x="169450" y="503111"/>
                </a:lnTo>
                <a:lnTo>
                  <a:pt x="212027" y="243554"/>
                </a:lnTo>
                <a:lnTo>
                  <a:pt x="106109"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0" name="Google Shape;155;p6">
            <a:extLst>
              <a:ext uri="{FF2B5EF4-FFF2-40B4-BE49-F238E27FC236}">
                <a16:creationId xmlns:a16="http://schemas.microsoft.com/office/drawing/2014/main" id="{563D08B4-C984-A7DE-1BE6-502916286C25}"/>
              </a:ext>
            </a:extLst>
          </p:cNvPr>
          <p:cNvSpPr/>
          <p:nvPr/>
        </p:nvSpPr>
        <p:spPr>
          <a:xfrm flipH="1">
            <a:off x="3900810" y="4789810"/>
            <a:ext cx="656849" cy="892606"/>
          </a:xfrm>
          <a:custGeom>
            <a:avLst/>
            <a:gdLst/>
            <a:ahLst/>
            <a:cxnLst/>
            <a:rect l="l" t="t" r="r" b="b"/>
            <a:pathLst>
              <a:path w="508730" h="691324" extrusionOk="0">
                <a:moveTo>
                  <a:pt x="96107" y="0"/>
                </a:moveTo>
                <a:lnTo>
                  <a:pt x="0" y="169450"/>
                </a:lnTo>
                <a:lnTo>
                  <a:pt x="296513" y="691325"/>
                </a:lnTo>
                <a:lnTo>
                  <a:pt x="508730" y="688467"/>
                </a:lnTo>
                <a:lnTo>
                  <a:pt x="96107"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1" name="Google Shape;156;p6">
            <a:extLst>
              <a:ext uri="{FF2B5EF4-FFF2-40B4-BE49-F238E27FC236}">
                <a16:creationId xmlns:a16="http://schemas.microsoft.com/office/drawing/2014/main" id="{81140004-A0E5-8007-1E7E-ABD820AB4577}"/>
              </a:ext>
            </a:extLst>
          </p:cNvPr>
          <p:cNvSpPr/>
          <p:nvPr/>
        </p:nvSpPr>
        <p:spPr>
          <a:xfrm flipH="1">
            <a:off x="5186346" y="5072302"/>
            <a:ext cx="1149024" cy="141183"/>
          </a:xfrm>
          <a:custGeom>
            <a:avLst/>
            <a:gdLst/>
            <a:ahLst/>
            <a:cxnLst/>
            <a:rect l="l" t="t" r="r" b="b"/>
            <a:pathLst>
              <a:path w="889920" h="109346" extrusionOk="0">
                <a:moveTo>
                  <a:pt x="0" y="0"/>
                </a:moveTo>
                <a:lnTo>
                  <a:pt x="677894" y="0"/>
                </a:lnTo>
                <a:lnTo>
                  <a:pt x="889921" y="109347"/>
                </a:lnTo>
                <a:lnTo>
                  <a:pt x="84773" y="109347"/>
                </a:lnTo>
                <a:lnTo>
                  <a:pt x="0"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2" name="Google Shape;157;p6">
            <a:extLst>
              <a:ext uri="{FF2B5EF4-FFF2-40B4-BE49-F238E27FC236}">
                <a16:creationId xmlns:a16="http://schemas.microsoft.com/office/drawing/2014/main" id="{D5B887F4-ACFF-58FD-1A5C-747159F3986D}"/>
              </a:ext>
            </a:extLst>
          </p:cNvPr>
          <p:cNvSpPr/>
          <p:nvPr/>
        </p:nvSpPr>
        <p:spPr>
          <a:xfrm flipH="1">
            <a:off x="5186345" y="5213486"/>
            <a:ext cx="1039570" cy="159753"/>
          </a:xfrm>
          <a:custGeom>
            <a:avLst/>
            <a:gdLst/>
            <a:ahLst/>
            <a:cxnLst/>
            <a:rect l="l" t="t" r="r" b="b"/>
            <a:pathLst>
              <a:path w="805148" h="123729" extrusionOk="0">
                <a:moveTo>
                  <a:pt x="0" y="0"/>
                </a:moveTo>
                <a:lnTo>
                  <a:pt x="148209" y="123730"/>
                </a:lnTo>
                <a:lnTo>
                  <a:pt x="805148" y="0"/>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3" name="Google Shape;158;p6">
            <a:extLst>
              <a:ext uri="{FF2B5EF4-FFF2-40B4-BE49-F238E27FC236}">
                <a16:creationId xmlns:a16="http://schemas.microsoft.com/office/drawing/2014/main" id="{4917BA2D-AA20-DE73-40F3-84DC9992E2D7}"/>
              </a:ext>
            </a:extLst>
          </p:cNvPr>
          <p:cNvSpPr/>
          <p:nvPr/>
        </p:nvSpPr>
        <p:spPr>
          <a:xfrm flipH="1">
            <a:off x="-15203" y="5566576"/>
            <a:ext cx="12192000" cy="497203"/>
          </a:xfrm>
          <a:custGeom>
            <a:avLst/>
            <a:gdLst/>
            <a:ahLst/>
            <a:cxnLst/>
            <a:rect l="l" t="t" r="r" b="b"/>
            <a:pathLst>
              <a:path w="12192000" h="938119" extrusionOk="0">
                <a:moveTo>
                  <a:pt x="2468204" y="0"/>
                </a:moveTo>
                <a:cubicBezTo>
                  <a:pt x="2337583" y="254857"/>
                  <a:pt x="2043740" y="426901"/>
                  <a:pt x="1714014" y="441802"/>
                </a:cubicBezTo>
                <a:cubicBezTo>
                  <a:pt x="1360440" y="457877"/>
                  <a:pt x="1026120" y="290350"/>
                  <a:pt x="874604" y="20048"/>
                </a:cubicBezTo>
                <a:cubicBezTo>
                  <a:pt x="816622" y="229209"/>
                  <a:pt x="622988" y="387976"/>
                  <a:pt x="387564" y="421753"/>
                </a:cubicBezTo>
                <a:cubicBezTo>
                  <a:pt x="259787" y="440086"/>
                  <a:pt x="147408" y="417712"/>
                  <a:pt x="63075" y="388135"/>
                </a:cubicBezTo>
                <a:lnTo>
                  <a:pt x="0" y="360460"/>
                </a:lnTo>
                <a:lnTo>
                  <a:pt x="0" y="938119"/>
                </a:lnTo>
                <a:lnTo>
                  <a:pt x="12192000" y="930214"/>
                </a:lnTo>
                <a:lnTo>
                  <a:pt x="12192000" y="370021"/>
                </a:lnTo>
                <a:lnTo>
                  <a:pt x="12108752" y="366720"/>
                </a:lnTo>
                <a:cubicBezTo>
                  <a:pt x="11840169" y="335954"/>
                  <a:pt x="11678912" y="180893"/>
                  <a:pt x="11658618" y="160663"/>
                </a:cubicBezTo>
                <a:cubicBezTo>
                  <a:pt x="11647459" y="179719"/>
                  <a:pt x="11482925" y="446769"/>
                  <a:pt x="11123443" y="481990"/>
                </a:cubicBezTo>
                <a:cubicBezTo>
                  <a:pt x="10849182" y="508903"/>
                  <a:pt x="10575579" y="389692"/>
                  <a:pt x="10436096" y="180712"/>
                </a:cubicBezTo>
                <a:cubicBezTo>
                  <a:pt x="10379537" y="232912"/>
                  <a:pt x="10137439" y="444872"/>
                  <a:pt x="9742733" y="471966"/>
                </a:cubicBezTo>
                <a:cubicBezTo>
                  <a:pt x="9195085" y="509806"/>
                  <a:pt x="8846653" y="160211"/>
                  <a:pt x="8818210" y="130499"/>
                </a:cubicBezTo>
                <a:cubicBezTo>
                  <a:pt x="8788563" y="167346"/>
                  <a:pt x="8558717" y="442434"/>
                  <a:pt x="8136988" y="471966"/>
                </a:cubicBezTo>
                <a:cubicBezTo>
                  <a:pt x="7788119" y="496350"/>
                  <a:pt x="7445812" y="343182"/>
                  <a:pt x="7261149" y="80286"/>
                </a:cubicBezTo>
                <a:cubicBezTo>
                  <a:pt x="7220343" y="126254"/>
                  <a:pt x="6978464" y="390505"/>
                  <a:pt x="6543389" y="431777"/>
                </a:cubicBezTo>
                <a:cubicBezTo>
                  <a:pt x="5977473" y="485603"/>
                  <a:pt x="5614272" y="111443"/>
                  <a:pt x="5594581" y="90401"/>
                </a:cubicBezTo>
                <a:cubicBezTo>
                  <a:pt x="5581890" y="110721"/>
                  <a:pt x="5371191" y="447401"/>
                  <a:pt x="4925502" y="481990"/>
                </a:cubicBezTo>
                <a:cubicBezTo>
                  <a:pt x="4573240" y="509355"/>
                  <a:pt x="4226229" y="336137"/>
                  <a:pt x="4073948" y="50213"/>
                </a:cubicBezTo>
                <a:cubicBezTo>
                  <a:pt x="3917716" y="290901"/>
                  <a:pt x="3613994" y="441314"/>
                  <a:pt x="3283219" y="441802"/>
                </a:cubicBezTo>
                <a:cubicBezTo>
                  <a:pt x="2933365" y="440989"/>
                  <a:pt x="2613156" y="267501"/>
                  <a:pt x="2468204" y="0"/>
                </a:cubicBezTo>
                <a:close/>
              </a:path>
            </a:pathLst>
          </a:custGeom>
          <a:solidFill>
            <a:schemeClr val="accent3">
              <a:lumMod val="50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34" name="Google Shape;159;p6">
            <a:extLst>
              <a:ext uri="{FF2B5EF4-FFF2-40B4-BE49-F238E27FC236}">
                <a16:creationId xmlns:a16="http://schemas.microsoft.com/office/drawing/2014/main" id="{C0359BE8-608B-8D14-CAC6-74CF0916EE82}"/>
              </a:ext>
            </a:extLst>
          </p:cNvPr>
          <p:cNvSpPr/>
          <p:nvPr/>
        </p:nvSpPr>
        <p:spPr>
          <a:xfrm>
            <a:off x="0" y="5761326"/>
            <a:ext cx="12192000" cy="497233"/>
          </a:xfrm>
          <a:custGeom>
            <a:avLst/>
            <a:gdLst/>
            <a:ahLst/>
            <a:cxnLst/>
            <a:rect l="l" t="t" r="r" b="b"/>
            <a:pathLst>
              <a:path w="12192000" h="938175" extrusionOk="0">
                <a:moveTo>
                  <a:pt x="2343281" y="0"/>
                </a:moveTo>
                <a:cubicBezTo>
                  <a:pt x="2475893" y="267501"/>
                  <a:pt x="2768841" y="440989"/>
                  <a:pt x="3088911" y="441802"/>
                </a:cubicBezTo>
                <a:cubicBezTo>
                  <a:pt x="3391526" y="441314"/>
                  <a:pt x="3669391" y="290901"/>
                  <a:pt x="3812322" y="50213"/>
                </a:cubicBezTo>
                <a:cubicBezTo>
                  <a:pt x="3951639" y="336137"/>
                  <a:pt x="4269108" y="509355"/>
                  <a:pt x="4591380" y="481990"/>
                </a:cubicBezTo>
                <a:cubicBezTo>
                  <a:pt x="4999126" y="447401"/>
                  <a:pt x="5191888" y="110721"/>
                  <a:pt x="5203498" y="90401"/>
                </a:cubicBezTo>
                <a:cubicBezTo>
                  <a:pt x="5221513" y="111443"/>
                  <a:pt x="5553794" y="485603"/>
                  <a:pt x="6071531" y="431777"/>
                </a:cubicBezTo>
                <a:cubicBezTo>
                  <a:pt x="6469567" y="390505"/>
                  <a:pt x="6690854" y="126254"/>
                  <a:pt x="6728186" y="80286"/>
                </a:cubicBezTo>
                <a:cubicBezTo>
                  <a:pt x="6897128" y="343182"/>
                  <a:pt x="7210293" y="496350"/>
                  <a:pt x="7529462" y="471966"/>
                </a:cubicBezTo>
                <a:cubicBezTo>
                  <a:pt x="7915288" y="442434"/>
                  <a:pt x="8125566" y="167346"/>
                  <a:pt x="8152689" y="130499"/>
                </a:cubicBezTo>
                <a:cubicBezTo>
                  <a:pt x="8178711" y="160211"/>
                  <a:pt x="8497480" y="509806"/>
                  <a:pt x="8998504" y="471966"/>
                </a:cubicBezTo>
                <a:cubicBezTo>
                  <a:pt x="9359608" y="444872"/>
                  <a:pt x="9581095" y="232912"/>
                  <a:pt x="9632839" y="180712"/>
                </a:cubicBezTo>
                <a:cubicBezTo>
                  <a:pt x="9760447" y="389692"/>
                  <a:pt x="10010758" y="508903"/>
                  <a:pt x="10261670" y="481990"/>
                </a:cubicBezTo>
                <a:cubicBezTo>
                  <a:pt x="10590548" y="446769"/>
                  <a:pt x="10741075" y="179719"/>
                  <a:pt x="10751284" y="160663"/>
                </a:cubicBezTo>
                <a:cubicBezTo>
                  <a:pt x="10772502" y="183783"/>
                  <a:pt x="10962162" y="383009"/>
                  <a:pt x="11274326" y="371540"/>
                </a:cubicBezTo>
                <a:cubicBezTo>
                  <a:pt x="11596999" y="359709"/>
                  <a:pt x="11769544" y="133299"/>
                  <a:pt x="11786358" y="110450"/>
                </a:cubicBezTo>
                <a:cubicBezTo>
                  <a:pt x="11877506" y="192687"/>
                  <a:pt x="11993684" y="248608"/>
                  <a:pt x="12120141" y="271114"/>
                </a:cubicBezTo>
                <a:lnTo>
                  <a:pt x="12192000" y="277176"/>
                </a:lnTo>
                <a:lnTo>
                  <a:pt x="12192000" y="929539"/>
                </a:lnTo>
                <a:lnTo>
                  <a:pt x="6193" y="938175"/>
                </a:lnTo>
                <a:cubicBezTo>
                  <a:pt x="6092" y="752255"/>
                  <a:pt x="101" y="497222"/>
                  <a:pt x="0" y="311302"/>
                </a:cubicBezTo>
                <a:cubicBezTo>
                  <a:pt x="28525" y="332254"/>
                  <a:pt x="205975" y="458419"/>
                  <a:pt x="439773" y="421753"/>
                </a:cubicBezTo>
                <a:cubicBezTo>
                  <a:pt x="655154" y="387976"/>
                  <a:pt x="832304" y="229209"/>
                  <a:pt x="885349" y="20048"/>
                </a:cubicBezTo>
                <a:cubicBezTo>
                  <a:pt x="1023966" y="290350"/>
                  <a:pt x="1329824" y="457877"/>
                  <a:pt x="1653298" y="441802"/>
                </a:cubicBezTo>
                <a:cubicBezTo>
                  <a:pt x="1954953" y="426901"/>
                  <a:pt x="2223780" y="254857"/>
                  <a:pt x="2343281" y="0"/>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cxnSp>
        <p:nvCxnSpPr>
          <p:cNvPr id="35" name="Google Shape;5035;p58">
            <a:extLst>
              <a:ext uri="{FF2B5EF4-FFF2-40B4-BE49-F238E27FC236}">
                <a16:creationId xmlns:a16="http://schemas.microsoft.com/office/drawing/2014/main" id="{6139381F-CED5-1C75-0764-7E6F09C0287D}"/>
              </a:ext>
            </a:extLst>
          </p:cNvPr>
          <p:cNvCxnSpPr>
            <a:cxnSpLocks/>
          </p:cNvCxnSpPr>
          <p:nvPr/>
        </p:nvCxnSpPr>
        <p:spPr>
          <a:xfrm flipH="1">
            <a:off x="4900720" y="1896364"/>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36" name="TextBox 82">
            <a:extLst>
              <a:ext uri="{FF2B5EF4-FFF2-40B4-BE49-F238E27FC236}">
                <a16:creationId xmlns:a16="http://schemas.microsoft.com/office/drawing/2014/main" id="{64427082-3869-3332-8536-8415E43BA05F}"/>
              </a:ext>
            </a:extLst>
          </p:cNvPr>
          <p:cNvSpPr txBox="1"/>
          <p:nvPr/>
        </p:nvSpPr>
        <p:spPr>
          <a:xfrm>
            <a:off x="1257071" y="1269702"/>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TextBox 82">
            <a:extLst>
              <a:ext uri="{FF2B5EF4-FFF2-40B4-BE49-F238E27FC236}">
                <a16:creationId xmlns:a16="http://schemas.microsoft.com/office/drawing/2014/main" id="{895E5801-1651-5FC4-31B8-B236E366BCE7}"/>
              </a:ext>
            </a:extLst>
          </p:cNvPr>
          <p:cNvSpPr txBox="1"/>
          <p:nvPr/>
        </p:nvSpPr>
        <p:spPr>
          <a:xfrm>
            <a:off x="361695" y="2628064"/>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38" name="Google Shape;5035;p58">
            <a:extLst>
              <a:ext uri="{FF2B5EF4-FFF2-40B4-BE49-F238E27FC236}">
                <a16:creationId xmlns:a16="http://schemas.microsoft.com/office/drawing/2014/main" id="{08065A4D-7E23-0C86-A8B0-163CBDCF137B}"/>
              </a:ext>
            </a:extLst>
          </p:cNvPr>
          <p:cNvCxnSpPr>
            <a:cxnSpLocks/>
          </p:cNvCxnSpPr>
          <p:nvPr/>
        </p:nvCxnSpPr>
        <p:spPr>
          <a:xfrm flipH="1">
            <a:off x="4004109" y="3166673"/>
            <a:ext cx="15998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39" name="Google Shape;5035;p58">
            <a:extLst>
              <a:ext uri="{FF2B5EF4-FFF2-40B4-BE49-F238E27FC236}">
                <a16:creationId xmlns:a16="http://schemas.microsoft.com/office/drawing/2014/main" id="{7C941C58-24A1-A460-86CA-7C694FEB53D6}"/>
              </a:ext>
            </a:extLst>
          </p:cNvPr>
          <p:cNvCxnSpPr>
            <a:cxnSpLocks/>
          </p:cNvCxnSpPr>
          <p:nvPr/>
        </p:nvCxnSpPr>
        <p:spPr>
          <a:xfrm>
            <a:off x="6561455" y="2488172"/>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0" name="TextBox 82">
            <a:extLst>
              <a:ext uri="{FF2B5EF4-FFF2-40B4-BE49-F238E27FC236}">
                <a16:creationId xmlns:a16="http://schemas.microsoft.com/office/drawing/2014/main" id="{65AB7B17-0948-0597-FAF5-909C205DAF83}"/>
              </a:ext>
            </a:extLst>
          </p:cNvPr>
          <p:cNvSpPr txBox="1"/>
          <p:nvPr/>
        </p:nvSpPr>
        <p:spPr>
          <a:xfrm>
            <a:off x="7577544" y="1949563"/>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41" name="Google Shape;5035;p58">
            <a:extLst>
              <a:ext uri="{FF2B5EF4-FFF2-40B4-BE49-F238E27FC236}">
                <a16:creationId xmlns:a16="http://schemas.microsoft.com/office/drawing/2014/main" id="{59177852-568F-C592-F025-245A9BB10B9D}"/>
              </a:ext>
            </a:extLst>
          </p:cNvPr>
          <p:cNvCxnSpPr>
            <a:cxnSpLocks/>
          </p:cNvCxnSpPr>
          <p:nvPr/>
        </p:nvCxnSpPr>
        <p:spPr>
          <a:xfrm>
            <a:off x="6561455" y="3915286"/>
            <a:ext cx="1401217"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2" name="TextBox 82">
            <a:extLst>
              <a:ext uri="{FF2B5EF4-FFF2-40B4-BE49-F238E27FC236}">
                <a16:creationId xmlns:a16="http://schemas.microsoft.com/office/drawing/2014/main" id="{BC529CB2-1B5F-DC85-4118-5188C2EC3108}"/>
              </a:ext>
            </a:extLst>
          </p:cNvPr>
          <p:cNvSpPr txBox="1"/>
          <p:nvPr/>
        </p:nvSpPr>
        <p:spPr>
          <a:xfrm>
            <a:off x="8170511" y="3346261"/>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1538981"/>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2082054" y="1395060"/>
            <a:ext cx="8552328" cy="4937585"/>
            <a:chOff x="1828801" y="1264025"/>
            <a:chExt cx="8552328" cy="5177115"/>
          </a:xfrm>
          <a:effectLst>
            <a:outerShdw blurRad="50800" dist="38100" algn="l" rotWithShape="0">
              <a:prstClr val="black">
                <a:alpha val="40000"/>
              </a:prstClr>
            </a:outerShdw>
          </a:effectLst>
        </p:grpSpPr>
        <p:sp>
          <p:nvSpPr>
            <p:cNvPr id="20" name="Rectangle 19"/>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21" name="Rectangle 20"/>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ectangle 21"/>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grpSp>
        <p:nvGrpSpPr>
          <p:cNvPr id="15" name="Group 14"/>
          <p:cNvGrpSpPr/>
          <p:nvPr/>
        </p:nvGrpSpPr>
        <p:grpSpPr>
          <a:xfrm>
            <a:off x="1969995" y="1280461"/>
            <a:ext cx="8552328" cy="5052184"/>
            <a:chOff x="1828801" y="1264025"/>
            <a:chExt cx="8552328" cy="5177115"/>
          </a:xfrm>
          <a:effectLst>
            <a:outerShdw blurRad="50800" dist="38100" algn="l" rotWithShape="0">
              <a:prstClr val="black">
                <a:alpha val="40000"/>
              </a:prstClr>
            </a:outerShdw>
          </a:effectLst>
        </p:grpSpPr>
        <p:sp>
          <p:nvSpPr>
            <p:cNvPr id="16" name="Rectangle 15"/>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17" name="Rectangle 16"/>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ectangle 17"/>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Newspaper 1</a:t>
            </a:r>
          </a:p>
        </p:txBody>
      </p:sp>
      <p:sp>
        <p:nvSpPr>
          <p:cNvPr id="4" name="Rectangle 3"/>
          <p:cNvSpPr/>
          <p:nvPr/>
        </p:nvSpPr>
        <p:spPr>
          <a:xfrm>
            <a:off x="1857936" y="1184193"/>
            <a:ext cx="8552328" cy="800341"/>
          </a:xfrm>
          <a:prstGeom prst="rect">
            <a:avLst/>
          </a:prstGeom>
          <a:solidFill>
            <a:srgbClr val="F2F2F2"/>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tx1"/>
                </a:solidFill>
                <a:effectLst/>
                <a:uLnTx/>
                <a:uFillTx/>
              </a:rPr>
              <a:t>The Daily News</a:t>
            </a:r>
          </a:p>
        </p:txBody>
      </p:sp>
      <p:sp>
        <p:nvSpPr>
          <p:cNvPr id="5" name="Rectangle 4"/>
          <p:cNvSpPr/>
          <p:nvPr/>
        </p:nvSpPr>
        <p:spPr>
          <a:xfrm>
            <a:off x="1857936" y="1984535"/>
            <a:ext cx="8552328" cy="4348110"/>
          </a:xfrm>
          <a:prstGeom prst="rect">
            <a:avLst/>
          </a:prstGeom>
          <a:gradFill flip="none" rotWithShape="1">
            <a:gsLst>
              <a:gs pos="0">
                <a:srgbClr val="F2F2F2"/>
              </a:gs>
              <a:gs pos="74000">
                <a:srgbClr val="BFBFBF"/>
              </a:gs>
              <a:gs pos="100000">
                <a:srgbClr val="A6A6A6"/>
              </a:gs>
            </a:gsLst>
            <a:lin ang="5400000" scaled="1"/>
            <a:tileRect/>
          </a:gra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Rectangle 8"/>
          <p:cNvSpPr/>
          <p:nvPr/>
        </p:nvSpPr>
        <p:spPr>
          <a:xfrm>
            <a:off x="2432956" y="2239657"/>
            <a:ext cx="7402287" cy="655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b="0" i="0" u="none" strike="noStrike" kern="0" cap="none" spc="0" normalizeH="0" baseline="0" noProof="0" dirty="0">
                <a:ln>
                  <a:noFill/>
                </a:ln>
                <a:solidFill>
                  <a:schemeClr val="tx1"/>
                </a:solidFill>
                <a:effectLst/>
                <a:uLnTx/>
                <a:uFillTx/>
              </a:rPr>
              <a:t>Insert your headline here</a:t>
            </a:r>
          </a:p>
        </p:txBody>
      </p:sp>
      <p:sp>
        <p:nvSpPr>
          <p:cNvPr id="6" name="Rectangle 5"/>
          <p:cNvSpPr/>
          <p:nvPr/>
        </p:nvSpPr>
        <p:spPr>
          <a:xfrm>
            <a:off x="2432957" y="1978016"/>
            <a:ext cx="7402286" cy="3029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 name="TextBox 2"/>
          <p:cNvSpPr txBox="1"/>
          <p:nvPr/>
        </p:nvSpPr>
        <p:spPr>
          <a:xfrm>
            <a:off x="8635876" y="1968505"/>
            <a:ext cx="1208985"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Since 1884</a:t>
            </a:r>
          </a:p>
        </p:txBody>
      </p:sp>
      <p:sp>
        <p:nvSpPr>
          <p:cNvPr id="23" name="TextBox 22"/>
          <p:cNvSpPr txBox="1"/>
          <p:nvPr/>
        </p:nvSpPr>
        <p:spPr>
          <a:xfrm>
            <a:off x="4642826" y="1958659"/>
            <a:ext cx="3262432"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The World’s reference newspaper</a:t>
            </a:r>
          </a:p>
        </p:txBody>
      </p:sp>
      <p:sp>
        <p:nvSpPr>
          <p:cNvPr id="24" name="TextBox 23"/>
          <p:cNvSpPr txBox="1"/>
          <p:nvPr/>
        </p:nvSpPr>
        <p:spPr>
          <a:xfrm>
            <a:off x="2432957" y="1958659"/>
            <a:ext cx="202811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www.dailynews.com</a:t>
            </a:r>
          </a:p>
        </p:txBody>
      </p:sp>
      <p:sp>
        <p:nvSpPr>
          <p:cNvPr id="25" name="TextBox 24"/>
          <p:cNvSpPr txBox="1"/>
          <p:nvPr/>
        </p:nvSpPr>
        <p:spPr>
          <a:xfrm>
            <a:off x="5248728" y="2987852"/>
            <a:ext cx="4688745" cy="3344793"/>
          </a:xfrm>
          <a:prstGeom prst="rect">
            <a:avLst/>
          </a:prstGeom>
          <a:noFill/>
        </p:spPr>
        <p:txBody>
          <a:bodyPr wrap="square" numCol="2" spcCol="216000" rtlCol="0">
            <a:normAutofit fontScale="92500"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Suspendisse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tortor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dignissim</a:t>
            </a:r>
            <a:r>
              <a:rPr kumimoji="0" lang="en-US" sz="1400" b="0" i="0" u="none" strike="noStrike" kern="0" cap="none" spc="0" normalizeH="0" baseline="0" noProof="0" dirty="0">
                <a:ln>
                  <a:noFill/>
                </a:ln>
                <a:effectLst/>
                <a:uLnTx/>
                <a:uFillTx/>
              </a:rPr>
              <a:t>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ultricies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dolor. </a:t>
            </a:r>
            <a:r>
              <a:rPr kumimoji="0" lang="en-US" sz="1400" b="0" i="0" u="none" strike="noStrike" kern="0" cap="none" spc="0" normalizeH="0" baseline="0" noProof="0" dirty="0" err="1">
                <a:ln>
                  <a:noFill/>
                </a:ln>
                <a:effectLst/>
                <a:uLnTx/>
                <a:uFillTx/>
              </a:rPr>
              <a:t>Cras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elementum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ultrices</a:t>
            </a:r>
            <a:r>
              <a:rPr kumimoji="0" lang="en-US" sz="1400" b="0" i="0" u="none" strike="noStrike" kern="0" cap="none" spc="0" normalizeH="0" baseline="0" noProof="0" dirty="0">
                <a:ln>
                  <a:noFill/>
                </a:ln>
                <a:effectLst/>
                <a:uLnTx/>
                <a:uFillTx/>
              </a:rPr>
              <a:t> diam. Maecenas ligula </a:t>
            </a:r>
            <a:r>
              <a:rPr kumimoji="0" lang="en-US" sz="1400" b="0" i="0" u="none" strike="noStrike" kern="0" cap="none" spc="0" normalizeH="0" baseline="0" noProof="0" dirty="0" err="1">
                <a:ln>
                  <a:noFill/>
                </a:ln>
                <a:effectLst/>
                <a:uLnTx/>
                <a:uFillTx/>
              </a:rPr>
              <a:t>massa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varius</a:t>
            </a:r>
            <a:r>
              <a:rPr kumimoji="0" lang="en-US" sz="1400" b="0" i="0" u="none" strike="noStrike" kern="0" cap="none" spc="0" normalizeH="0" baseline="0" noProof="0" dirty="0">
                <a:ln>
                  <a:noFill/>
                </a:ln>
                <a:effectLst/>
                <a:uLnTx/>
                <a:uFillTx/>
              </a:rPr>
              <a:t> a, semper </a:t>
            </a:r>
            <a:r>
              <a:rPr kumimoji="0" lang="en-US" sz="1400" b="0" i="0" u="none" strike="noStrike" kern="0" cap="none" spc="0" normalizeH="0" baseline="0" noProof="0" dirty="0" err="1">
                <a:ln>
                  <a:noFill/>
                </a:ln>
                <a:effectLst/>
                <a:uLnTx/>
                <a:uFillTx/>
              </a:rPr>
              <a:t>congue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euismod</a:t>
            </a:r>
            <a:r>
              <a:rPr kumimoji="0" lang="en-US" sz="1400" b="0" i="0" u="none" strike="noStrike" kern="0" cap="none" spc="0" normalizeH="0" baseline="0" noProof="0" dirty="0">
                <a:ln>
                  <a:noFill/>
                </a:ln>
                <a:effectLst/>
                <a:uLnTx/>
                <a:uFillTx/>
              </a:rPr>
              <a:t> non, mi. </a:t>
            </a:r>
            <a:r>
              <a:rPr kumimoji="0" lang="en-US" sz="1400" b="0" i="0" u="none" strike="noStrike" kern="0" cap="none" spc="0" normalizeH="0" baseline="0" noProof="0" dirty="0" err="1">
                <a:ln>
                  <a:noFill/>
                </a:ln>
                <a:effectLst/>
                <a:uLnTx/>
                <a:uFillTx/>
              </a:rPr>
              <a:t>Proin</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porttitor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orci</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nonummy</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molestie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est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eleifend</a:t>
            </a:r>
            <a:r>
              <a:rPr kumimoji="0" lang="en-US" sz="1400" b="0" i="0" u="none" strike="noStrike" kern="0" cap="none" spc="0" normalizeH="0" baseline="0" noProof="0" dirty="0">
                <a:ln>
                  <a:noFill/>
                </a:ln>
                <a:effectLst/>
                <a:uLnTx/>
                <a:uFillTx/>
              </a:rPr>
              <a:t> mi, non </a:t>
            </a:r>
            <a:r>
              <a:rPr kumimoji="0" lang="en-US" sz="1400" b="0" i="0" u="none" strike="noStrike" kern="0" cap="none" spc="0" normalizeH="0" baseline="0" noProof="0" dirty="0" err="1">
                <a:ln>
                  <a:noFill/>
                </a:ln>
                <a:effectLst/>
                <a:uLnTx/>
                <a:uFillTx/>
              </a:rPr>
              <a:t>fermentum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diam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nisl</a:t>
            </a:r>
            <a:r>
              <a:rPr kumimoji="0" lang="en-US" sz="1400" b="0" i="0" u="none" strike="noStrike" kern="0" cap="none" spc="0" normalizeH="0" baseline="0" noProof="0" dirty="0">
                <a:ln>
                  <a:noFill/>
                </a:ln>
                <a:effectLst/>
                <a:uLnTx/>
                <a:uFillTx/>
              </a:rPr>
              <a:t>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Duis</a:t>
            </a:r>
            <a:r>
              <a:rPr kumimoji="0" lang="en-US" sz="1400" b="0" i="0" u="none" strike="noStrike" kern="0" cap="none" spc="0" normalizeH="0" baseline="0" noProof="0" dirty="0">
                <a:ln>
                  <a:noFill/>
                </a:ln>
                <a:effectLst/>
                <a:uLnTx/>
                <a:uFillTx/>
              </a:rPr>
              <a:t> semper. </a:t>
            </a:r>
            <a:r>
              <a:rPr kumimoji="0" lang="en-US" sz="1400" b="0" i="0" u="none" strike="noStrike" kern="0" cap="none" spc="0" normalizeH="0" baseline="0" noProof="0" dirty="0" err="1">
                <a:ln>
                  <a:noFill/>
                </a:ln>
                <a:effectLst/>
                <a:uLnTx/>
                <a:uFillTx/>
              </a:rPr>
              <a:t>Duis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arcu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massa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vitae, </a:t>
            </a:r>
            <a:r>
              <a:rPr kumimoji="0" lang="en-US" sz="1400" b="0" i="0" u="none" strike="noStrike" kern="0" cap="none" spc="0" normalizeH="0" baseline="0" noProof="0" dirty="0" err="1">
                <a:ln>
                  <a:noFill/>
                </a:ln>
                <a:effectLst/>
                <a:uLnTx/>
                <a:uFillTx/>
              </a:rPr>
              <a:t>consequat</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volutpat</a:t>
            </a:r>
            <a:r>
              <a:rPr kumimoji="0" lang="en-US" sz="1400" b="0" i="0" u="none" strike="noStrike" kern="0" cap="none" spc="0" normalizeH="0" baseline="0" noProof="0" dirty="0">
                <a:ln>
                  <a:noFill/>
                </a:ln>
                <a:effectLst/>
                <a:uLnTx/>
                <a:uFillTx/>
              </a:rPr>
              <a:t> libero pharetra </a:t>
            </a:r>
            <a:r>
              <a:rPr kumimoji="0" lang="en-US" sz="1400" b="0" i="0" u="none" strike="noStrike" kern="0" cap="none" spc="0" normalizeH="0" baseline="0" noProof="0" dirty="0" err="1">
                <a:ln>
                  <a:noFill/>
                </a:ln>
                <a:effectLst/>
                <a:uLnTx/>
                <a:uFillTx/>
              </a:rPr>
              <a:t>tempor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Cras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vestibulum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bibendum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augue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Praesent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egestas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leo</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pede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Praesent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blandit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dui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augue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blandit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sodales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Vestibulum</a:t>
            </a:r>
            <a:r>
              <a:rPr kumimoji="0" lang="en-US" sz="1400" b="0" i="0" u="none" strike="noStrike" kern="0" cap="none" spc="0" normalizeH="0" baseline="0" noProof="0" dirty="0">
                <a:ln>
                  <a:noFill/>
                </a:ln>
                <a:effectLst/>
                <a:uLnTx/>
                <a:uFillTx/>
              </a:rPr>
              <a:t> ante ipsum </a:t>
            </a:r>
            <a:r>
              <a:rPr kumimoji="0" lang="en-US" sz="1400" b="0" i="0" u="none" strike="noStrike" kern="0" cap="none" spc="0" normalizeH="0" baseline="0" noProof="0" dirty="0" err="1">
                <a:ln>
                  <a:noFill/>
                </a:ln>
                <a:effectLst/>
                <a:uLnTx/>
                <a:uFillTx/>
              </a:rPr>
              <a:t>primis</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faucibus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orci</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luctus</a:t>
            </a:r>
            <a:r>
              <a:rPr kumimoji="0" lang="en-US" sz="1400" b="0" i="0" u="none" strike="noStrike" kern="0" cap="none" spc="0" normalizeH="0" baseline="0" noProof="0" dirty="0">
                <a:ln>
                  <a:noFill/>
                </a:ln>
                <a:effectLst/>
                <a:uLnTx/>
                <a:uFillTx/>
              </a:rPr>
              <a:t> et </a:t>
            </a:r>
            <a:r>
              <a:rPr kumimoji="0" lang="en-US" sz="1400" b="0" i="0" u="none" strike="noStrike" kern="0" cap="none" spc="0" normalizeH="0" baseline="0" noProof="0" dirty="0" err="1">
                <a:ln>
                  <a:noFill/>
                </a:ln>
                <a:effectLst/>
                <a:uLnTx/>
                <a:uFillTx/>
              </a:rPr>
              <a:t>ultrices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posuere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cubilia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Curae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nibh</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ac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pede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fermentum</a:t>
            </a:r>
            <a:r>
              <a:rPr kumimoji="0" lang="en-US" sz="1400" b="0" i="0" u="none" strike="noStrike" kern="0" cap="none" spc="0" normalizeH="0" baseline="0" noProof="0" dirty="0">
                <a:ln>
                  <a:noFill/>
                </a:ln>
                <a:effectLst/>
                <a:uLnTx/>
                <a:uFillTx/>
              </a:rPr>
              <a:t>. Maecenas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ante non </a:t>
            </a:r>
            <a:r>
              <a:rPr kumimoji="0" lang="en-US" sz="1400" b="0" i="0" u="none" strike="noStrike" kern="0" cap="none" spc="0" normalizeH="0" baseline="0" noProof="0" dirty="0" err="1">
                <a:ln>
                  <a:noFill/>
                </a:ln>
                <a:effectLst/>
                <a:uLnTx/>
                <a:uFillTx/>
              </a:rPr>
              <a:t>diam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sodales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hendrerit</a:t>
            </a:r>
            <a:r>
              <a:rPr kumimoji="0" lang="en-US" sz="1400" b="0" i="0" u="none" strike="noStrike" kern="0" cap="none" spc="0" normalizeH="0" baseline="0" noProof="0" dirty="0">
                <a:ln>
                  <a:noFill/>
                </a:ln>
                <a:effectLst/>
                <a:uLnTx/>
                <a:uFillTx/>
              </a:rPr>
              <a:t>.</a:t>
            </a:r>
          </a:p>
        </p:txBody>
      </p:sp>
      <p:sp>
        <p:nvSpPr>
          <p:cNvPr id="26" name="Rectangle 25"/>
          <p:cNvSpPr/>
          <p:nvPr/>
        </p:nvSpPr>
        <p:spPr>
          <a:xfrm>
            <a:off x="2432956" y="3062862"/>
            <a:ext cx="2703714" cy="3004028"/>
          </a:xfrm>
          <a:prstGeom prst="rect">
            <a:avLst/>
          </a:prstGeom>
          <a:solidFill>
            <a:srgbClr val="FFFFFF"/>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Woman14" descr="{&quot;Key&quot;:&quot;POWER_USER_SHAPE_ICON&quot;,&quot;Value&quot;:&quot;POWER_USER_SHAPE_ICON_STYLE_1&quot;}">
            <a:extLst>
              <a:ext uri="{FF2B5EF4-FFF2-40B4-BE49-F238E27FC236}">
                <a16:creationId xmlns:a16="http://schemas.microsoft.com/office/drawing/2014/main" id="{9D72DE51-AFAB-57BF-659F-980D21F4D433}"/>
              </a:ext>
            </a:extLst>
          </p:cNvPr>
          <p:cNvSpPr>
            <a:spLocks noChangeAspect="1" noEditPoints="1"/>
          </p:cNvSpPr>
          <p:nvPr>
            <p:custDataLst>
              <p:tags r:id="rId2"/>
            </p:custDataLst>
          </p:nvPr>
        </p:nvSpPr>
        <p:spPr bwMode="auto">
          <a:xfrm>
            <a:off x="2822950" y="3485230"/>
            <a:ext cx="1923726" cy="1976431"/>
          </a:xfrm>
          <a:custGeom>
            <a:avLst/>
            <a:gdLst>
              <a:gd name="T0" fmla="*/ 1011 w 1218"/>
              <a:gd name="T1" fmla="*/ 892 h 1250"/>
              <a:gd name="T2" fmla="*/ 956 w 1218"/>
              <a:gd name="T3" fmla="*/ 479 h 1250"/>
              <a:gd name="T4" fmla="*/ 788 w 1218"/>
              <a:gd name="T5" fmla="*/ 13 h 1250"/>
              <a:gd name="T6" fmla="*/ 628 w 1218"/>
              <a:gd name="T7" fmla="*/ 0 h 1250"/>
              <a:gd name="T8" fmla="*/ 589 w 1218"/>
              <a:gd name="T9" fmla="*/ 0 h 1250"/>
              <a:gd name="T10" fmla="*/ 493 w 1218"/>
              <a:gd name="T11" fmla="*/ 15 h 1250"/>
              <a:gd name="T12" fmla="*/ 280 w 1218"/>
              <a:gd name="T13" fmla="*/ 395 h 1250"/>
              <a:gd name="T14" fmla="*/ 265 w 1218"/>
              <a:gd name="T15" fmla="*/ 505 h 1250"/>
              <a:gd name="T16" fmla="*/ 231 w 1218"/>
              <a:gd name="T17" fmla="*/ 887 h 1250"/>
              <a:gd name="T18" fmla="*/ 18 w 1218"/>
              <a:gd name="T19" fmla="*/ 1152 h 1250"/>
              <a:gd name="T20" fmla="*/ 1200 w 1218"/>
              <a:gd name="T21" fmla="*/ 1152 h 1250"/>
              <a:gd name="T22" fmla="*/ 326 w 1218"/>
              <a:gd name="T23" fmla="*/ 433 h 1250"/>
              <a:gd name="T24" fmla="*/ 369 w 1218"/>
              <a:gd name="T25" fmla="*/ 434 h 1250"/>
              <a:gd name="T26" fmla="*/ 407 w 1218"/>
              <a:gd name="T27" fmla="*/ 431 h 1250"/>
              <a:gd name="T28" fmla="*/ 677 w 1218"/>
              <a:gd name="T29" fmla="*/ 322 h 1250"/>
              <a:gd name="T30" fmla="*/ 855 w 1218"/>
              <a:gd name="T31" fmla="*/ 411 h 1250"/>
              <a:gd name="T32" fmla="*/ 870 w 1218"/>
              <a:gd name="T33" fmla="*/ 427 h 1250"/>
              <a:gd name="T34" fmla="*/ 871 w 1218"/>
              <a:gd name="T35" fmla="*/ 431 h 1250"/>
              <a:gd name="T36" fmla="*/ 897 w 1218"/>
              <a:gd name="T37" fmla="*/ 450 h 1250"/>
              <a:gd name="T38" fmla="*/ 835 w 1218"/>
              <a:gd name="T39" fmla="*/ 583 h 1250"/>
              <a:gd name="T40" fmla="*/ 762 w 1218"/>
              <a:gd name="T41" fmla="*/ 736 h 1250"/>
              <a:gd name="T42" fmla="*/ 602 w 1218"/>
              <a:gd name="T43" fmla="*/ 815 h 1250"/>
              <a:gd name="T44" fmla="*/ 456 w 1218"/>
              <a:gd name="T45" fmla="*/ 737 h 1250"/>
              <a:gd name="T46" fmla="*/ 381 w 1218"/>
              <a:gd name="T47" fmla="*/ 583 h 1250"/>
              <a:gd name="T48" fmla="*/ 340 w 1218"/>
              <a:gd name="T49" fmla="*/ 544 h 1250"/>
              <a:gd name="T50" fmla="*/ 326 w 1218"/>
              <a:gd name="T51" fmla="*/ 433 h 1250"/>
              <a:gd name="T52" fmla="*/ 574 w 1218"/>
              <a:gd name="T53" fmla="*/ 1091 h 1250"/>
              <a:gd name="T54" fmla="*/ 242 w 1218"/>
              <a:gd name="T55" fmla="*/ 946 h 1250"/>
              <a:gd name="T56" fmla="*/ 459 w 1218"/>
              <a:gd name="T57" fmla="*/ 818 h 1250"/>
              <a:gd name="T58" fmla="*/ 609 w 1218"/>
              <a:gd name="T59" fmla="*/ 873 h 1250"/>
              <a:gd name="T60" fmla="*/ 765 w 1218"/>
              <a:gd name="T61" fmla="*/ 867 h 1250"/>
              <a:gd name="T62" fmla="*/ 1091 w 1218"/>
              <a:gd name="T63" fmla="*/ 1000 h 1250"/>
              <a:gd name="T64" fmla="*/ 611 w 1218"/>
              <a:gd name="T65" fmla="*/ 1128 h 1250"/>
              <a:gd name="T66" fmla="*/ 1151 w 1218"/>
              <a:gd name="T67" fmla="*/ 1096 h 1250"/>
              <a:gd name="T68" fmla="*/ 1151 w 1218"/>
              <a:gd name="T69" fmla="*/ 1115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18" h="1250">
                <a:moveTo>
                  <a:pt x="1209" y="1079"/>
                </a:moveTo>
                <a:cubicBezTo>
                  <a:pt x="1160" y="949"/>
                  <a:pt x="1080" y="909"/>
                  <a:pt x="1011" y="892"/>
                </a:cubicBezTo>
                <a:cubicBezTo>
                  <a:pt x="936" y="812"/>
                  <a:pt x="954" y="496"/>
                  <a:pt x="954" y="496"/>
                </a:cubicBezTo>
                <a:cubicBezTo>
                  <a:pt x="955" y="490"/>
                  <a:pt x="956" y="485"/>
                  <a:pt x="956" y="479"/>
                </a:cubicBezTo>
                <a:lnTo>
                  <a:pt x="956" y="479"/>
                </a:lnTo>
                <a:cubicBezTo>
                  <a:pt x="956" y="479"/>
                  <a:pt x="1058" y="136"/>
                  <a:pt x="788" y="13"/>
                </a:cubicBezTo>
                <a:cubicBezTo>
                  <a:pt x="788" y="13"/>
                  <a:pt x="739" y="2"/>
                  <a:pt x="702" y="10"/>
                </a:cubicBezTo>
                <a:cubicBezTo>
                  <a:pt x="676" y="4"/>
                  <a:pt x="651" y="0"/>
                  <a:pt x="628" y="0"/>
                </a:cubicBezTo>
                <a:cubicBezTo>
                  <a:pt x="621" y="0"/>
                  <a:pt x="615" y="0"/>
                  <a:pt x="608" y="1"/>
                </a:cubicBezTo>
                <a:cubicBezTo>
                  <a:pt x="602" y="0"/>
                  <a:pt x="595" y="0"/>
                  <a:pt x="589" y="0"/>
                </a:cubicBezTo>
                <a:cubicBezTo>
                  <a:pt x="559" y="0"/>
                  <a:pt x="527" y="5"/>
                  <a:pt x="495" y="15"/>
                </a:cubicBezTo>
                <a:lnTo>
                  <a:pt x="493" y="15"/>
                </a:lnTo>
                <a:lnTo>
                  <a:pt x="492" y="16"/>
                </a:lnTo>
                <a:cubicBezTo>
                  <a:pt x="405" y="46"/>
                  <a:pt x="256" y="163"/>
                  <a:pt x="280" y="395"/>
                </a:cubicBezTo>
                <a:cubicBezTo>
                  <a:pt x="279" y="396"/>
                  <a:pt x="278" y="397"/>
                  <a:pt x="278" y="398"/>
                </a:cubicBezTo>
                <a:cubicBezTo>
                  <a:pt x="254" y="428"/>
                  <a:pt x="257" y="470"/>
                  <a:pt x="265" y="505"/>
                </a:cubicBezTo>
                <a:cubicBezTo>
                  <a:pt x="267" y="577"/>
                  <a:pt x="270" y="781"/>
                  <a:pt x="251" y="884"/>
                </a:cubicBezTo>
                <a:cubicBezTo>
                  <a:pt x="244" y="885"/>
                  <a:pt x="238" y="886"/>
                  <a:pt x="231" y="887"/>
                </a:cubicBezTo>
                <a:cubicBezTo>
                  <a:pt x="157" y="901"/>
                  <a:pt x="64" y="934"/>
                  <a:pt x="9" y="1079"/>
                </a:cubicBezTo>
                <a:cubicBezTo>
                  <a:pt x="0" y="1103"/>
                  <a:pt x="3" y="1130"/>
                  <a:pt x="18" y="1152"/>
                </a:cubicBezTo>
                <a:cubicBezTo>
                  <a:pt x="75" y="1233"/>
                  <a:pt x="371" y="1250"/>
                  <a:pt x="609" y="1250"/>
                </a:cubicBezTo>
                <a:cubicBezTo>
                  <a:pt x="847" y="1250"/>
                  <a:pt x="1144" y="1233"/>
                  <a:pt x="1200" y="1152"/>
                </a:cubicBezTo>
                <a:cubicBezTo>
                  <a:pt x="1215" y="1130"/>
                  <a:pt x="1218" y="1103"/>
                  <a:pt x="1209" y="1079"/>
                </a:cubicBezTo>
                <a:close/>
                <a:moveTo>
                  <a:pt x="326" y="433"/>
                </a:moveTo>
                <a:cubicBezTo>
                  <a:pt x="341" y="434"/>
                  <a:pt x="355" y="434"/>
                  <a:pt x="370" y="434"/>
                </a:cubicBezTo>
                <a:lnTo>
                  <a:pt x="369" y="434"/>
                </a:lnTo>
                <a:lnTo>
                  <a:pt x="388" y="530"/>
                </a:lnTo>
                <a:lnTo>
                  <a:pt x="407" y="431"/>
                </a:lnTo>
                <a:cubicBezTo>
                  <a:pt x="428" y="428"/>
                  <a:pt x="447" y="425"/>
                  <a:pt x="467" y="420"/>
                </a:cubicBezTo>
                <a:cubicBezTo>
                  <a:pt x="549" y="400"/>
                  <a:pt x="622" y="360"/>
                  <a:pt x="677" y="322"/>
                </a:cubicBezTo>
                <a:cubicBezTo>
                  <a:pt x="717" y="295"/>
                  <a:pt x="748" y="269"/>
                  <a:pt x="766" y="252"/>
                </a:cubicBezTo>
                <a:cubicBezTo>
                  <a:pt x="776" y="281"/>
                  <a:pt x="806" y="354"/>
                  <a:pt x="855" y="411"/>
                </a:cubicBezTo>
                <a:lnTo>
                  <a:pt x="855" y="478"/>
                </a:lnTo>
                <a:lnTo>
                  <a:pt x="870" y="427"/>
                </a:lnTo>
                <a:cubicBezTo>
                  <a:pt x="871" y="428"/>
                  <a:pt x="871" y="428"/>
                  <a:pt x="872" y="429"/>
                </a:cubicBezTo>
                <a:cubicBezTo>
                  <a:pt x="871" y="430"/>
                  <a:pt x="871" y="430"/>
                  <a:pt x="871" y="431"/>
                </a:cubicBezTo>
                <a:cubicBezTo>
                  <a:pt x="871" y="431"/>
                  <a:pt x="872" y="431"/>
                  <a:pt x="873" y="430"/>
                </a:cubicBezTo>
                <a:cubicBezTo>
                  <a:pt x="881" y="438"/>
                  <a:pt x="889" y="444"/>
                  <a:pt x="897" y="450"/>
                </a:cubicBezTo>
                <a:cubicBezTo>
                  <a:pt x="898" y="461"/>
                  <a:pt x="897" y="477"/>
                  <a:pt x="892" y="500"/>
                </a:cubicBezTo>
                <a:cubicBezTo>
                  <a:pt x="874" y="578"/>
                  <a:pt x="843" y="583"/>
                  <a:pt x="835" y="583"/>
                </a:cubicBezTo>
                <a:cubicBezTo>
                  <a:pt x="834" y="583"/>
                  <a:pt x="834" y="583"/>
                  <a:pt x="834" y="583"/>
                </a:cubicBezTo>
                <a:cubicBezTo>
                  <a:pt x="834" y="583"/>
                  <a:pt x="830" y="656"/>
                  <a:pt x="762" y="736"/>
                </a:cubicBezTo>
                <a:cubicBezTo>
                  <a:pt x="762" y="736"/>
                  <a:pt x="762" y="737"/>
                  <a:pt x="762" y="738"/>
                </a:cubicBezTo>
                <a:cubicBezTo>
                  <a:pt x="710" y="791"/>
                  <a:pt x="656" y="817"/>
                  <a:pt x="602" y="815"/>
                </a:cubicBezTo>
                <a:cubicBezTo>
                  <a:pt x="535" y="812"/>
                  <a:pt x="482" y="767"/>
                  <a:pt x="456" y="739"/>
                </a:cubicBezTo>
                <a:cubicBezTo>
                  <a:pt x="456" y="739"/>
                  <a:pt x="456" y="738"/>
                  <a:pt x="456" y="737"/>
                </a:cubicBezTo>
                <a:cubicBezTo>
                  <a:pt x="387" y="658"/>
                  <a:pt x="383" y="583"/>
                  <a:pt x="383" y="583"/>
                </a:cubicBezTo>
                <a:cubicBezTo>
                  <a:pt x="383" y="583"/>
                  <a:pt x="382" y="583"/>
                  <a:pt x="381" y="583"/>
                </a:cubicBezTo>
                <a:cubicBezTo>
                  <a:pt x="377" y="583"/>
                  <a:pt x="366" y="581"/>
                  <a:pt x="354" y="567"/>
                </a:cubicBezTo>
                <a:lnTo>
                  <a:pt x="340" y="544"/>
                </a:lnTo>
                <a:cubicBezTo>
                  <a:pt x="334" y="533"/>
                  <a:pt x="329" y="519"/>
                  <a:pt x="325" y="500"/>
                </a:cubicBezTo>
                <a:cubicBezTo>
                  <a:pt x="315" y="457"/>
                  <a:pt x="319" y="440"/>
                  <a:pt x="326" y="433"/>
                </a:cubicBezTo>
                <a:close/>
                <a:moveTo>
                  <a:pt x="611" y="1128"/>
                </a:moveTo>
                <a:lnTo>
                  <a:pt x="574" y="1091"/>
                </a:lnTo>
                <a:cubicBezTo>
                  <a:pt x="294" y="1089"/>
                  <a:pt x="127" y="1001"/>
                  <a:pt x="127" y="1000"/>
                </a:cubicBezTo>
                <a:cubicBezTo>
                  <a:pt x="164" y="964"/>
                  <a:pt x="206" y="953"/>
                  <a:pt x="242" y="946"/>
                </a:cubicBezTo>
                <a:cubicBezTo>
                  <a:pt x="300" y="936"/>
                  <a:pt x="441" y="901"/>
                  <a:pt x="453" y="867"/>
                </a:cubicBezTo>
                <a:cubicBezTo>
                  <a:pt x="457" y="857"/>
                  <a:pt x="459" y="839"/>
                  <a:pt x="459" y="818"/>
                </a:cubicBezTo>
                <a:cubicBezTo>
                  <a:pt x="494" y="845"/>
                  <a:pt x="542" y="870"/>
                  <a:pt x="599" y="872"/>
                </a:cubicBezTo>
                <a:cubicBezTo>
                  <a:pt x="602" y="872"/>
                  <a:pt x="605" y="873"/>
                  <a:pt x="609" y="873"/>
                </a:cubicBezTo>
                <a:cubicBezTo>
                  <a:pt x="660" y="873"/>
                  <a:pt x="711" y="853"/>
                  <a:pt x="759" y="816"/>
                </a:cubicBezTo>
                <a:cubicBezTo>
                  <a:pt x="759" y="838"/>
                  <a:pt x="761" y="857"/>
                  <a:pt x="765" y="867"/>
                </a:cubicBezTo>
                <a:cubicBezTo>
                  <a:pt x="777" y="901"/>
                  <a:pt x="918" y="936"/>
                  <a:pt x="976" y="946"/>
                </a:cubicBezTo>
                <a:cubicBezTo>
                  <a:pt x="1012" y="953"/>
                  <a:pt x="1054" y="964"/>
                  <a:pt x="1091" y="1000"/>
                </a:cubicBezTo>
                <a:cubicBezTo>
                  <a:pt x="926" y="1058"/>
                  <a:pt x="778" y="1083"/>
                  <a:pt x="650" y="1089"/>
                </a:cubicBezTo>
                <a:lnTo>
                  <a:pt x="611" y="1128"/>
                </a:lnTo>
                <a:close/>
                <a:moveTo>
                  <a:pt x="1151" y="1115"/>
                </a:moveTo>
                <a:lnTo>
                  <a:pt x="1151" y="1096"/>
                </a:lnTo>
                <a:cubicBezTo>
                  <a:pt x="1152" y="1097"/>
                  <a:pt x="1152" y="1098"/>
                  <a:pt x="1153" y="1100"/>
                </a:cubicBezTo>
                <a:cubicBezTo>
                  <a:pt x="1155" y="1105"/>
                  <a:pt x="1154" y="1110"/>
                  <a:pt x="1151" y="1115"/>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Tree>
    <p:custDataLst>
      <p:tags r:id="rId1"/>
    </p:custDataLst>
    <p:extLst>
      <p:ext uri="{BB962C8B-B14F-4D97-AF65-F5344CB8AC3E}">
        <p14:creationId xmlns:p14="http://schemas.microsoft.com/office/powerpoint/2010/main" val="151119959"/>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E206E82-30B2-4B26-8B7B-DD9E0D9A367A}"/>
              </a:ext>
            </a:extLst>
          </p:cNvPr>
          <p:cNvSpPr>
            <a:spLocks noGrp="1"/>
          </p:cNvSpPr>
          <p:nvPr>
            <p:ph type="title"/>
          </p:nvPr>
        </p:nvSpPr>
        <p:spPr>
          <a:xfrm>
            <a:off x="214184" y="13663"/>
            <a:ext cx="9728886" cy="678316"/>
          </a:xfrm>
        </p:spPr>
        <p:txBody>
          <a:bodyPr>
            <a:normAutofit/>
          </a:bodyPr>
          <a:lstStyle/>
          <a:p>
            <a:r>
              <a:rPr lang="en-US" dirty="0"/>
              <a:t>Pencil 1</a:t>
            </a:r>
          </a:p>
        </p:txBody>
      </p:sp>
      <p:grpSp>
        <p:nvGrpSpPr>
          <p:cNvPr id="5" name="Group 4">
            <a:extLst>
              <a:ext uri="{FF2B5EF4-FFF2-40B4-BE49-F238E27FC236}">
                <a16:creationId xmlns:a16="http://schemas.microsoft.com/office/drawing/2014/main" id="{FBA6BFB0-1D0D-4CAD-A9BF-E6FC161F9FDF}"/>
              </a:ext>
            </a:extLst>
          </p:cNvPr>
          <p:cNvGrpSpPr>
            <a:grpSpLocks noChangeAspect="1"/>
          </p:cNvGrpSpPr>
          <p:nvPr/>
        </p:nvGrpSpPr>
        <p:grpSpPr>
          <a:xfrm rot="2620934">
            <a:off x="5336014" y="983153"/>
            <a:ext cx="1519977" cy="5890635"/>
            <a:chOff x="4523890" y="77028"/>
            <a:chExt cx="1808731" cy="7009693"/>
          </a:xfrm>
        </p:grpSpPr>
        <p:sp>
          <p:nvSpPr>
            <p:cNvPr id="6" name="Rectangle 5">
              <a:extLst>
                <a:ext uri="{FF2B5EF4-FFF2-40B4-BE49-F238E27FC236}">
                  <a16:creationId xmlns:a16="http://schemas.microsoft.com/office/drawing/2014/main" id="{C9AC2D4D-56DC-4300-B349-6132E22AB30E}"/>
                </a:ext>
              </a:extLst>
            </p:cNvPr>
            <p:cNvSpPr/>
            <p:nvPr/>
          </p:nvSpPr>
          <p:spPr>
            <a:xfrm rot="10800000">
              <a:off x="452389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EF977063-DAD1-41F2-841C-D295FE801E57}"/>
                </a:ext>
              </a:extLst>
            </p:cNvPr>
            <p:cNvSpPr/>
            <p:nvPr/>
          </p:nvSpPr>
          <p:spPr>
            <a:xfrm>
              <a:off x="5126801" y="1077404"/>
              <a:ext cx="602910" cy="821553"/>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2D3237A0-3C7E-451C-BC8A-2A88D05BF80F}"/>
                </a:ext>
              </a:extLst>
            </p:cNvPr>
            <p:cNvSpPr/>
            <p:nvPr/>
          </p:nvSpPr>
          <p:spPr>
            <a:xfrm>
              <a:off x="572971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6523CC95-E9AA-4DAA-9CF8-627BFB2BF2B1}"/>
                </a:ext>
              </a:extLst>
            </p:cNvPr>
            <p:cNvSpPr/>
            <p:nvPr/>
          </p:nvSpPr>
          <p:spPr>
            <a:xfrm rot="10800000">
              <a:off x="452389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C7BA36E9-03D0-47E9-A532-E8D3967751E0}"/>
                </a:ext>
              </a:extLst>
            </p:cNvPr>
            <p:cNvSpPr/>
            <p:nvPr/>
          </p:nvSpPr>
          <p:spPr>
            <a:xfrm>
              <a:off x="5126801" y="1898957"/>
              <a:ext cx="602910" cy="82155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a:extLst>
                <a:ext uri="{FF2B5EF4-FFF2-40B4-BE49-F238E27FC236}">
                  <a16:creationId xmlns:a16="http://schemas.microsoft.com/office/drawing/2014/main" id="{35C2B7D4-4EF4-4B39-AAEB-842F9746D077}"/>
                </a:ext>
              </a:extLst>
            </p:cNvPr>
            <p:cNvSpPr/>
            <p:nvPr/>
          </p:nvSpPr>
          <p:spPr>
            <a:xfrm>
              <a:off x="572971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DBA1CF70-BE0F-4FA3-888E-890FB8D58F8B}"/>
                </a:ext>
              </a:extLst>
            </p:cNvPr>
            <p:cNvSpPr/>
            <p:nvPr/>
          </p:nvSpPr>
          <p:spPr>
            <a:xfrm rot="10800000">
              <a:off x="4523891"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a:extLst>
                <a:ext uri="{FF2B5EF4-FFF2-40B4-BE49-F238E27FC236}">
                  <a16:creationId xmlns:a16="http://schemas.microsoft.com/office/drawing/2014/main" id="{51426FE6-8C92-4F0D-8C82-48003BEFF5BB}"/>
                </a:ext>
              </a:extLst>
            </p:cNvPr>
            <p:cNvSpPr/>
            <p:nvPr/>
          </p:nvSpPr>
          <p:spPr>
            <a:xfrm>
              <a:off x="5126801" y="2720510"/>
              <a:ext cx="602910" cy="82155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a:extLst>
                <a:ext uri="{FF2B5EF4-FFF2-40B4-BE49-F238E27FC236}">
                  <a16:creationId xmlns:a16="http://schemas.microsoft.com/office/drawing/2014/main" id="{3D838062-FF22-4DFA-A43A-D19156ED7485}"/>
                </a:ext>
              </a:extLst>
            </p:cNvPr>
            <p:cNvSpPr/>
            <p:nvPr/>
          </p:nvSpPr>
          <p:spPr>
            <a:xfrm>
              <a:off x="5729710"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920C2807-6D06-4463-8BF2-F7AB3ABE374E}"/>
                </a:ext>
              </a:extLst>
            </p:cNvPr>
            <p:cNvSpPr/>
            <p:nvPr/>
          </p:nvSpPr>
          <p:spPr>
            <a:xfrm rot="10800000">
              <a:off x="4523891"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F50E0E35-C4DF-4194-94E0-0493B87844F2}"/>
                </a:ext>
              </a:extLst>
            </p:cNvPr>
            <p:cNvSpPr/>
            <p:nvPr/>
          </p:nvSpPr>
          <p:spPr>
            <a:xfrm>
              <a:off x="5126801" y="3542062"/>
              <a:ext cx="602910" cy="82155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47E4BB67-09BB-4B14-AD7E-358E67D601B9}"/>
                </a:ext>
              </a:extLst>
            </p:cNvPr>
            <p:cNvSpPr/>
            <p:nvPr/>
          </p:nvSpPr>
          <p:spPr>
            <a:xfrm>
              <a:off x="5729710"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0B6D00BA-D29A-4B0C-945E-3BD878AEA1B9}"/>
                </a:ext>
              </a:extLst>
            </p:cNvPr>
            <p:cNvSpPr/>
            <p:nvPr/>
          </p:nvSpPr>
          <p:spPr>
            <a:xfrm rot="10800000">
              <a:off x="4523891"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33742E0-1AD3-4A5C-B5BE-F7252C1B9B91}"/>
                </a:ext>
              </a:extLst>
            </p:cNvPr>
            <p:cNvSpPr/>
            <p:nvPr/>
          </p:nvSpPr>
          <p:spPr>
            <a:xfrm>
              <a:off x="5126801" y="4363615"/>
              <a:ext cx="602910" cy="821553"/>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BF80DE7B-B4A0-421A-85C1-AE55DC12FAF9}"/>
                </a:ext>
              </a:extLst>
            </p:cNvPr>
            <p:cNvSpPr/>
            <p:nvPr/>
          </p:nvSpPr>
          <p:spPr>
            <a:xfrm>
              <a:off x="5729710"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DBF8327E-E480-4332-850A-F5F56AFAE068}"/>
                </a:ext>
              </a:extLst>
            </p:cNvPr>
            <p:cNvSpPr/>
            <p:nvPr/>
          </p:nvSpPr>
          <p:spPr>
            <a:xfrm rot="10800000">
              <a:off x="452389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0805B7C-1890-4A3B-B263-9AF0CCB79BFF}"/>
                </a:ext>
              </a:extLst>
            </p:cNvPr>
            <p:cNvSpPr/>
            <p:nvPr/>
          </p:nvSpPr>
          <p:spPr>
            <a:xfrm>
              <a:off x="5126800" y="5185168"/>
              <a:ext cx="602910" cy="82155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387E8B12-EC2C-41B6-95F4-3E4FBA215D25}"/>
                </a:ext>
              </a:extLst>
            </p:cNvPr>
            <p:cNvSpPr/>
            <p:nvPr/>
          </p:nvSpPr>
          <p:spPr>
            <a:xfrm>
              <a:off x="572971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4" name="Group 23">
              <a:extLst>
                <a:ext uri="{FF2B5EF4-FFF2-40B4-BE49-F238E27FC236}">
                  <a16:creationId xmlns:a16="http://schemas.microsoft.com/office/drawing/2014/main" id="{DD62485F-AA16-4B92-9CD8-57AC0B2AFC7B}"/>
                </a:ext>
              </a:extLst>
            </p:cNvPr>
            <p:cNvGrpSpPr/>
            <p:nvPr/>
          </p:nvGrpSpPr>
          <p:grpSpPr>
            <a:xfrm>
              <a:off x="4523891" y="898581"/>
              <a:ext cx="1808730" cy="178823"/>
              <a:chOff x="4523891" y="152891"/>
              <a:chExt cx="1808730" cy="178823"/>
            </a:xfrm>
          </p:grpSpPr>
          <p:sp>
            <p:nvSpPr>
              <p:cNvPr id="32" name="Rectangle 31">
                <a:extLst>
                  <a:ext uri="{FF2B5EF4-FFF2-40B4-BE49-F238E27FC236}">
                    <a16:creationId xmlns:a16="http://schemas.microsoft.com/office/drawing/2014/main" id="{9A770132-2B31-4979-9244-7D1DFAC93556}"/>
                  </a:ext>
                </a:extLst>
              </p:cNvPr>
              <p:cNvSpPr/>
              <p:nvPr/>
            </p:nvSpPr>
            <p:spPr>
              <a:xfrm rot="10800000">
                <a:off x="4523891" y="152892"/>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DFC8A840-6252-4195-B51D-94BD1C280A3A}"/>
                  </a:ext>
                </a:extLst>
              </p:cNvPr>
              <p:cNvSpPr/>
              <p:nvPr/>
            </p:nvSpPr>
            <p:spPr>
              <a:xfrm rot="10800000">
                <a:off x="5126801" y="152891"/>
                <a:ext cx="602910" cy="178822"/>
              </a:xfrm>
              <a:prstGeom prst="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F7D4FAA5-BB6F-4520-881B-69E6C7E0BA76}"/>
                  </a:ext>
                </a:extLst>
              </p:cNvPr>
              <p:cNvSpPr/>
              <p:nvPr/>
            </p:nvSpPr>
            <p:spPr>
              <a:xfrm rot="10800000">
                <a:off x="5729711" y="152891"/>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 name="Rectangle: Single Corner Rounded 24">
              <a:extLst>
                <a:ext uri="{FF2B5EF4-FFF2-40B4-BE49-F238E27FC236}">
                  <a16:creationId xmlns:a16="http://schemas.microsoft.com/office/drawing/2014/main" id="{B621813F-0D41-46B6-9EA9-69C7336E23E5}"/>
                </a:ext>
              </a:extLst>
            </p:cNvPr>
            <p:cNvSpPr/>
            <p:nvPr/>
          </p:nvSpPr>
          <p:spPr>
            <a:xfrm rot="10800000" flipV="1">
              <a:off x="4523891" y="77028"/>
              <a:ext cx="602910" cy="821553"/>
            </a:xfrm>
            <a:prstGeom prst="round1Rect">
              <a:avLst>
                <a:gd name="adj" fmla="val 36449"/>
              </a:avLst>
            </a:prstGeom>
            <a:solidFill>
              <a:schemeClr val="tx2">
                <a:alpha val="89804"/>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13242CDB-DC2B-4074-ADC2-7C8D3580BEC8}"/>
                </a:ext>
              </a:extLst>
            </p:cNvPr>
            <p:cNvSpPr/>
            <p:nvPr/>
          </p:nvSpPr>
          <p:spPr>
            <a:xfrm>
              <a:off x="5126801" y="77028"/>
              <a:ext cx="602910" cy="821553"/>
            </a:xfrm>
            <a:prstGeom prst="rect">
              <a:avLst/>
            </a:prstGeom>
            <a:solidFill>
              <a:schemeClr val="tx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Single Corner Rounded 26">
              <a:extLst>
                <a:ext uri="{FF2B5EF4-FFF2-40B4-BE49-F238E27FC236}">
                  <a16:creationId xmlns:a16="http://schemas.microsoft.com/office/drawing/2014/main" id="{4CA6E12A-87C5-47D7-9E43-0916154B9A9A}"/>
                </a:ext>
              </a:extLst>
            </p:cNvPr>
            <p:cNvSpPr/>
            <p:nvPr/>
          </p:nvSpPr>
          <p:spPr>
            <a:xfrm>
              <a:off x="5729711" y="77028"/>
              <a:ext cx="602910" cy="821553"/>
            </a:xfrm>
            <a:prstGeom prst="round1Rect">
              <a:avLst>
                <a:gd name="adj" fmla="val 34251"/>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Freeform: Shape 27">
              <a:extLst>
                <a:ext uri="{FF2B5EF4-FFF2-40B4-BE49-F238E27FC236}">
                  <a16:creationId xmlns:a16="http://schemas.microsoft.com/office/drawing/2014/main" id="{06C706AF-4729-4405-B694-FA5BCF5740B5}"/>
                </a:ext>
              </a:extLst>
            </p:cNvPr>
            <p:cNvSpPr/>
            <p:nvPr/>
          </p:nvSpPr>
          <p:spPr>
            <a:xfrm rot="10800000">
              <a:off x="5126800" y="5952957"/>
              <a:ext cx="602911" cy="1133764"/>
            </a:xfrm>
            <a:custGeom>
              <a:avLst/>
              <a:gdLst>
                <a:gd name="connsiteX0" fmla="*/ 301456 w 602911"/>
                <a:gd name="connsiteY0" fmla="*/ 1133764 h 1133764"/>
                <a:gd name="connsiteX1" fmla="*/ 1 w 602911"/>
                <a:gd name="connsiteY1" fmla="*/ 1083248 h 1133764"/>
                <a:gd name="connsiteX2" fmla="*/ 1955 w 602911"/>
                <a:gd name="connsiteY2" fmla="*/ 1080000 h 1133764"/>
                <a:gd name="connsiteX3" fmla="*/ 0 w 602911"/>
                <a:gd name="connsiteY3" fmla="*/ 1080000 h 1133764"/>
                <a:gd name="connsiteX4" fmla="*/ 0 w 602911"/>
                <a:gd name="connsiteY4" fmla="*/ 359998 h 1133764"/>
                <a:gd name="connsiteX5" fmla="*/ 301453 w 602911"/>
                <a:gd name="connsiteY5" fmla="*/ 0 h 1133764"/>
                <a:gd name="connsiteX6" fmla="*/ 602910 w 602911"/>
                <a:gd name="connsiteY6" fmla="*/ 360003 h 1133764"/>
                <a:gd name="connsiteX7" fmla="*/ 602910 w 602911"/>
                <a:gd name="connsiteY7" fmla="*/ 1080000 h 1133764"/>
                <a:gd name="connsiteX8" fmla="*/ 600957 w 602911"/>
                <a:gd name="connsiteY8" fmla="*/ 1080000 h 1133764"/>
                <a:gd name="connsiteX9" fmla="*/ 602911 w 602911"/>
                <a:gd name="connsiteY9" fmla="*/ 1083248 h 1133764"/>
                <a:gd name="connsiteX10" fmla="*/ 301456 w 602911"/>
                <a:gd name="connsiteY10" fmla="*/ 1133764 h 113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2911" h="1133764">
                  <a:moveTo>
                    <a:pt x="301456" y="1133764"/>
                  </a:moveTo>
                  <a:cubicBezTo>
                    <a:pt x="134967" y="1133764"/>
                    <a:pt x="1" y="1111147"/>
                    <a:pt x="1" y="1083248"/>
                  </a:cubicBezTo>
                  <a:lnTo>
                    <a:pt x="1955" y="1080000"/>
                  </a:lnTo>
                  <a:lnTo>
                    <a:pt x="0" y="1080000"/>
                  </a:lnTo>
                  <a:lnTo>
                    <a:pt x="0" y="359998"/>
                  </a:lnTo>
                  <a:lnTo>
                    <a:pt x="301453" y="0"/>
                  </a:lnTo>
                  <a:lnTo>
                    <a:pt x="602910" y="360003"/>
                  </a:lnTo>
                  <a:lnTo>
                    <a:pt x="602910" y="1080000"/>
                  </a:lnTo>
                  <a:lnTo>
                    <a:pt x="600957" y="1080000"/>
                  </a:lnTo>
                  <a:lnTo>
                    <a:pt x="602911" y="1083248"/>
                  </a:lnTo>
                  <a:cubicBezTo>
                    <a:pt x="602911" y="1111147"/>
                    <a:pt x="467945" y="1133764"/>
                    <a:pt x="301456" y="1133764"/>
                  </a:cubicBezTo>
                  <a:close/>
                </a:path>
              </a:pathLst>
            </a:custGeom>
            <a:solidFill>
              <a:srgbClr val="FFFFA3"/>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28">
              <a:extLst>
                <a:ext uri="{FF2B5EF4-FFF2-40B4-BE49-F238E27FC236}">
                  <a16:creationId xmlns:a16="http://schemas.microsoft.com/office/drawing/2014/main" id="{0113FE45-013D-48B0-A550-1555DCA2FAD0}"/>
                </a:ext>
              </a:extLst>
            </p:cNvPr>
            <p:cNvSpPr/>
            <p:nvPr/>
          </p:nvSpPr>
          <p:spPr>
            <a:xfrm rot="10800000">
              <a:off x="4523890" y="5952957"/>
              <a:ext cx="602910" cy="773763"/>
            </a:xfrm>
            <a:custGeom>
              <a:avLst/>
              <a:gdLst>
                <a:gd name="connsiteX0" fmla="*/ 301455 w 602910"/>
                <a:gd name="connsiteY0" fmla="*/ 773763 h 773763"/>
                <a:gd name="connsiteX1" fmla="*/ 0 w 602910"/>
                <a:gd name="connsiteY1" fmla="*/ 723247 h 773763"/>
                <a:gd name="connsiteX2" fmla="*/ 1954 w 602910"/>
                <a:gd name="connsiteY2" fmla="*/ 719999 h 773763"/>
                <a:gd name="connsiteX3" fmla="*/ 0 w 602910"/>
                <a:gd name="connsiteY3" fmla="*/ 719999 h 773763"/>
                <a:gd name="connsiteX4" fmla="*/ 0 w 602910"/>
                <a:gd name="connsiteY4" fmla="*/ 0 h 773763"/>
                <a:gd name="connsiteX5" fmla="*/ 602909 w 602910"/>
                <a:gd name="connsiteY5" fmla="*/ 719999 h 773763"/>
                <a:gd name="connsiteX6" fmla="*/ 600956 w 602910"/>
                <a:gd name="connsiteY6" fmla="*/ 719999 h 773763"/>
                <a:gd name="connsiteX7" fmla="*/ 602910 w 602910"/>
                <a:gd name="connsiteY7" fmla="*/ 723247 h 773763"/>
                <a:gd name="connsiteX8" fmla="*/ 301455 w 602910"/>
                <a:gd name="connsiteY8" fmla="*/ 773763 h 7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3">
                  <a:moveTo>
                    <a:pt x="301455" y="773763"/>
                  </a:moveTo>
                  <a:cubicBezTo>
                    <a:pt x="134966" y="773763"/>
                    <a:pt x="0" y="751146"/>
                    <a:pt x="0" y="723247"/>
                  </a:cubicBezTo>
                  <a:lnTo>
                    <a:pt x="1954" y="719999"/>
                  </a:lnTo>
                  <a:lnTo>
                    <a:pt x="0" y="719999"/>
                  </a:lnTo>
                  <a:lnTo>
                    <a:pt x="0" y="0"/>
                  </a:lnTo>
                  <a:lnTo>
                    <a:pt x="602909" y="719999"/>
                  </a:lnTo>
                  <a:lnTo>
                    <a:pt x="600956" y="719999"/>
                  </a:lnTo>
                  <a:lnTo>
                    <a:pt x="602910" y="723247"/>
                  </a:lnTo>
                  <a:cubicBezTo>
                    <a:pt x="602910" y="751146"/>
                    <a:pt x="467944" y="773763"/>
                    <a:pt x="301455" y="773763"/>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29">
              <a:extLst>
                <a:ext uri="{FF2B5EF4-FFF2-40B4-BE49-F238E27FC236}">
                  <a16:creationId xmlns:a16="http://schemas.microsoft.com/office/drawing/2014/main" id="{D850CED6-223A-4860-8FBA-1905494D0678}"/>
                </a:ext>
              </a:extLst>
            </p:cNvPr>
            <p:cNvSpPr/>
            <p:nvPr/>
          </p:nvSpPr>
          <p:spPr>
            <a:xfrm>
              <a:off x="5729710" y="5952956"/>
              <a:ext cx="602910" cy="773764"/>
            </a:xfrm>
            <a:custGeom>
              <a:avLst/>
              <a:gdLst>
                <a:gd name="connsiteX0" fmla="*/ 301455 w 602910"/>
                <a:gd name="connsiteY0" fmla="*/ 0 h 773764"/>
                <a:gd name="connsiteX1" fmla="*/ 602910 w 602910"/>
                <a:gd name="connsiteY1" fmla="*/ 50516 h 773764"/>
                <a:gd name="connsiteX2" fmla="*/ 600956 w 602910"/>
                <a:gd name="connsiteY2" fmla="*/ 53764 h 773764"/>
                <a:gd name="connsiteX3" fmla="*/ 602910 w 602910"/>
                <a:gd name="connsiteY3" fmla="*/ 53764 h 773764"/>
                <a:gd name="connsiteX4" fmla="*/ 0 w 602910"/>
                <a:gd name="connsiteY4" fmla="*/ 773764 h 773764"/>
                <a:gd name="connsiteX5" fmla="*/ 0 w 602910"/>
                <a:gd name="connsiteY5" fmla="*/ 53764 h 773764"/>
                <a:gd name="connsiteX6" fmla="*/ 1954 w 602910"/>
                <a:gd name="connsiteY6" fmla="*/ 53764 h 773764"/>
                <a:gd name="connsiteX7" fmla="*/ 0 w 602910"/>
                <a:gd name="connsiteY7" fmla="*/ 50516 h 773764"/>
                <a:gd name="connsiteX8" fmla="*/ 301455 w 602910"/>
                <a:gd name="connsiteY8" fmla="*/ 0 h 77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4">
                  <a:moveTo>
                    <a:pt x="301455" y="0"/>
                  </a:moveTo>
                  <a:cubicBezTo>
                    <a:pt x="467944" y="0"/>
                    <a:pt x="602910" y="22617"/>
                    <a:pt x="602910" y="50516"/>
                  </a:cubicBezTo>
                  <a:lnTo>
                    <a:pt x="600956" y="53764"/>
                  </a:lnTo>
                  <a:lnTo>
                    <a:pt x="602910" y="53764"/>
                  </a:lnTo>
                  <a:lnTo>
                    <a:pt x="0" y="773764"/>
                  </a:lnTo>
                  <a:lnTo>
                    <a:pt x="0" y="53764"/>
                  </a:lnTo>
                  <a:lnTo>
                    <a:pt x="1954" y="53764"/>
                  </a:lnTo>
                  <a:lnTo>
                    <a:pt x="0" y="50516"/>
                  </a:lnTo>
                  <a:cubicBezTo>
                    <a:pt x="0" y="22617"/>
                    <a:pt x="134966" y="0"/>
                    <a:pt x="301455" y="0"/>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30">
              <a:extLst>
                <a:ext uri="{FF2B5EF4-FFF2-40B4-BE49-F238E27FC236}">
                  <a16:creationId xmlns:a16="http://schemas.microsoft.com/office/drawing/2014/main" id="{D47B835F-73E4-43E7-A8AC-599CDA12F8B0}"/>
                </a:ext>
              </a:extLst>
            </p:cNvPr>
            <p:cNvSpPr/>
            <p:nvPr/>
          </p:nvSpPr>
          <p:spPr>
            <a:xfrm rot="10800000">
              <a:off x="5214428" y="6831365"/>
              <a:ext cx="427657" cy="255356"/>
            </a:xfrm>
            <a:custGeom>
              <a:avLst/>
              <a:gdLst>
                <a:gd name="connsiteX0" fmla="*/ 427657 w 427657"/>
                <a:gd name="connsiteY0" fmla="*/ 255356 h 255356"/>
                <a:gd name="connsiteX1" fmla="*/ 0 w 427657"/>
                <a:gd name="connsiteY1" fmla="*/ 255356 h 255356"/>
                <a:gd name="connsiteX2" fmla="*/ 213828 w 427657"/>
                <a:gd name="connsiteY2" fmla="*/ 0 h 255356"/>
              </a:gdLst>
              <a:ahLst/>
              <a:cxnLst>
                <a:cxn ang="0">
                  <a:pos x="connsiteX0" y="connsiteY0"/>
                </a:cxn>
                <a:cxn ang="0">
                  <a:pos x="connsiteX1" y="connsiteY1"/>
                </a:cxn>
                <a:cxn ang="0">
                  <a:pos x="connsiteX2" y="connsiteY2"/>
                </a:cxn>
              </a:cxnLst>
              <a:rect l="l" t="t" r="r" b="b"/>
              <a:pathLst>
                <a:path w="427657" h="255356">
                  <a:moveTo>
                    <a:pt x="427657" y="255356"/>
                  </a:moveTo>
                  <a:lnTo>
                    <a:pt x="0" y="255356"/>
                  </a:lnTo>
                  <a:lnTo>
                    <a:pt x="213828" y="0"/>
                  </a:ln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35" name="TextBox 34">
            <a:extLst>
              <a:ext uri="{FF2B5EF4-FFF2-40B4-BE49-F238E27FC236}">
                <a16:creationId xmlns:a16="http://schemas.microsoft.com/office/drawing/2014/main" id="{1C65FCFF-02D3-4F8F-8D3A-B25A61C02097}"/>
              </a:ext>
            </a:extLst>
          </p:cNvPr>
          <p:cNvSpPr txBox="1"/>
          <p:nvPr/>
        </p:nvSpPr>
        <p:spPr>
          <a:xfrm>
            <a:off x="838200" y="2265101"/>
            <a:ext cx="369435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 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 </a:t>
            </a:r>
          </a:p>
        </p:txBody>
      </p:sp>
      <p:sp>
        <p:nvSpPr>
          <p:cNvPr id="36" name="TextBox 35">
            <a:extLst>
              <a:ext uri="{FF2B5EF4-FFF2-40B4-BE49-F238E27FC236}">
                <a16:creationId xmlns:a16="http://schemas.microsoft.com/office/drawing/2014/main" id="{00440BE7-C93A-40A7-9D20-D1C496991C2C}"/>
              </a:ext>
            </a:extLst>
          </p:cNvPr>
          <p:cNvSpPr txBox="1"/>
          <p:nvPr/>
        </p:nvSpPr>
        <p:spPr>
          <a:xfrm>
            <a:off x="7659448" y="4711231"/>
            <a:ext cx="369435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 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 </a:t>
            </a:r>
          </a:p>
        </p:txBody>
      </p:sp>
    </p:spTree>
    <p:extLst>
      <p:ext uri="{BB962C8B-B14F-4D97-AF65-F5344CB8AC3E}">
        <p14:creationId xmlns:p14="http://schemas.microsoft.com/office/powerpoint/2010/main" val="2983085926"/>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6BCA02-394B-48DC-0E18-D1D49B35AF56}"/>
              </a:ext>
            </a:extLst>
          </p:cNvPr>
          <p:cNvSpPr>
            <a:spLocks noGrp="1"/>
          </p:cNvSpPr>
          <p:nvPr>
            <p:ph type="title"/>
          </p:nvPr>
        </p:nvSpPr>
        <p:spPr>
          <a:xfrm>
            <a:off x="214184" y="13663"/>
            <a:ext cx="9728886" cy="678316"/>
          </a:xfrm>
        </p:spPr>
        <p:txBody>
          <a:bodyPr>
            <a:normAutofit/>
          </a:bodyPr>
          <a:lstStyle/>
          <a:p>
            <a:r>
              <a:rPr lang="en-US" dirty="0"/>
              <a:t>Petri dish</a:t>
            </a:r>
          </a:p>
        </p:txBody>
      </p:sp>
      <p:sp>
        <p:nvSpPr>
          <p:cNvPr id="3" name="Google Shape;1575;p51">
            <a:extLst>
              <a:ext uri="{FF2B5EF4-FFF2-40B4-BE49-F238E27FC236}">
                <a16:creationId xmlns:a16="http://schemas.microsoft.com/office/drawing/2014/main" id="{643A7BB9-702B-BA19-83B2-F63D3165D6C8}"/>
              </a:ext>
            </a:extLst>
          </p:cNvPr>
          <p:cNvSpPr/>
          <p:nvPr/>
        </p:nvSpPr>
        <p:spPr>
          <a:xfrm rot="4926624">
            <a:off x="3638041" y="1409053"/>
            <a:ext cx="4519864" cy="4039894"/>
          </a:xfrm>
          <a:custGeom>
            <a:avLst/>
            <a:gdLst/>
            <a:ahLst/>
            <a:cxnLst/>
            <a:rect l="l" t="t" r="r" b="b"/>
            <a:pathLst>
              <a:path w="8108" h="7247" extrusionOk="0">
                <a:moveTo>
                  <a:pt x="2107" y="1692"/>
                </a:moveTo>
                <a:cubicBezTo>
                  <a:pt x="2153" y="1692"/>
                  <a:pt x="2207" y="1751"/>
                  <a:pt x="2185" y="1795"/>
                </a:cubicBezTo>
                <a:cubicBezTo>
                  <a:pt x="2059" y="2049"/>
                  <a:pt x="1995" y="2365"/>
                  <a:pt x="1995" y="2650"/>
                </a:cubicBezTo>
                <a:cubicBezTo>
                  <a:pt x="1995" y="2904"/>
                  <a:pt x="2090" y="3189"/>
                  <a:pt x="2154" y="3474"/>
                </a:cubicBezTo>
                <a:cubicBezTo>
                  <a:pt x="2176" y="3563"/>
                  <a:pt x="2089" y="3667"/>
                  <a:pt x="2003" y="3667"/>
                </a:cubicBezTo>
                <a:cubicBezTo>
                  <a:pt x="1966" y="3667"/>
                  <a:pt x="1929" y="3648"/>
                  <a:pt x="1900" y="3601"/>
                </a:cubicBezTo>
                <a:cubicBezTo>
                  <a:pt x="1584" y="3030"/>
                  <a:pt x="1742" y="2239"/>
                  <a:pt x="2059" y="1732"/>
                </a:cubicBezTo>
                <a:cubicBezTo>
                  <a:pt x="2068" y="1703"/>
                  <a:pt x="2087" y="1692"/>
                  <a:pt x="2107" y="1692"/>
                </a:cubicBezTo>
                <a:close/>
                <a:moveTo>
                  <a:pt x="4275" y="0"/>
                </a:moveTo>
                <a:cubicBezTo>
                  <a:pt x="3366" y="0"/>
                  <a:pt x="2438" y="314"/>
                  <a:pt x="1679" y="845"/>
                </a:cubicBezTo>
                <a:lnTo>
                  <a:pt x="1615" y="909"/>
                </a:lnTo>
                <a:cubicBezTo>
                  <a:pt x="0" y="2809"/>
                  <a:pt x="570" y="5121"/>
                  <a:pt x="2027" y="6387"/>
                </a:cubicBezTo>
                <a:cubicBezTo>
                  <a:pt x="2036" y="6383"/>
                  <a:pt x="2045" y="6381"/>
                  <a:pt x="2056" y="6381"/>
                </a:cubicBezTo>
                <a:cubicBezTo>
                  <a:pt x="2122" y="6381"/>
                  <a:pt x="2213" y="6459"/>
                  <a:pt x="2185" y="6514"/>
                </a:cubicBezTo>
                <a:cubicBezTo>
                  <a:pt x="2767" y="6970"/>
                  <a:pt x="3481" y="7246"/>
                  <a:pt x="4243" y="7246"/>
                </a:cubicBezTo>
                <a:cubicBezTo>
                  <a:pt x="5016" y="7246"/>
                  <a:pt x="5838" y="6962"/>
                  <a:pt x="6619" y="6292"/>
                </a:cubicBezTo>
                <a:cubicBezTo>
                  <a:pt x="8076" y="5026"/>
                  <a:pt x="8107" y="2714"/>
                  <a:pt x="6936" y="1225"/>
                </a:cubicBezTo>
                <a:cubicBezTo>
                  <a:pt x="6227" y="369"/>
                  <a:pt x="5262" y="0"/>
                  <a:pt x="4275" y="0"/>
                </a:cubicBezTo>
                <a:close/>
              </a:path>
            </a:pathLst>
          </a:custGeom>
          <a:solidFill>
            <a:srgbClr val="F2F2F2"/>
          </a:solidFill>
          <a:ln w="76200" cap="flat" cmpd="sng">
            <a:solidFill>
              <a:srgbClr val="A6A6A6"/>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4" name="Groupe 79">
            <a:extLst>
              <a:ext uri="{FF2B5EF4-FFF2-40B4-BE49-F238E27FC236}">
                <a16:creationId xmlns:a16="http://schemas.microsoft.com/office/drawing/2014/main" id="{8C95B9BB-FDB0-5522-3528-B3E7D9982A2B}"/>
              </a:ext>
            </a:extLst>
          </p:cNvPr>
          <p:cNvGrpSpPr/>
          <p:nvPr/>
        </p:nvGrpSpPr>
        <p:grpSpPr>
          <a:xfrm>
            <a:off x="4466010" y="2552593"/>
            <a:ext cx="1101871" cy="1166741"/>
            <a:chOff x="4488317" y="2550512"/>
            <a:chExt cx="1101871" cy="1166741"/>
          </a:xfrm>
        </p:grpSpPr>
        <p:sp>
          <p:nvSpPr>
            <p:cNvPr id="5" name="Google Shape;1647;p51">
              <a:extLst>
                <a:ext uri="{FF2B5EF4-FFF2-40B4-BE49-F238E27FC236}">
                  <a16:creationId xmlns:a16="http://schemas.microsoft.com/office/drawing/2014/main" id="{0F848B62-43E9-1394-BEB8-53CF7021B2BB}"/>
                </a:ext>
              </a:extLst>
            </p:cNvPr>
            <p:cNvSpPr/>
            <p:nvPr/>
          </p:nvSpPr>
          <p:spPr>
            <a:xfrm>
              <a:off x="4642271" y="2708709"/>
              <a:ext cx="219267" cy="187539"/>
            </a:xfrm>
            <a:custGeom>
              <a:avLst/>
              <a:gdLst/>
              <a:ahLst/>
              <a:cxnLst/>
              <a:rect l="l" t="t" r="r" b="b"/>
              <a:pathLst>
                <a:path w="7443" h="6366" extrusionOk="0">
                  <a:moveTo>
                    <a:pt x="6113" y="0"/>
                  </a:moveTo>
                  <a:cubicBezTo>
                    <a:pt x="6208" y="32"/>
                    <a:pt x="6239" y="95"/>
                    <a:pt x="6176" y="190"/>
                  </a:cubicBezTo>
                  <a:cubicBezTo>
                    <a:pt x="4276" y="2090"/>
                    <a:pt x="2249" y="3832"/>
                    <a:pt x="317" y="5637"/>
                  </a:cubicBezTo>
                  <a:cubicBezTo>
                    <a:pt x="288" y="5666"/>
                    <a:pt x="256" y="5677"/>
                    <a:pt x="224" y="5677"/>
                  </a:cubicBezTo>
                  <a:cubicBezTo>
                    <a:pt x="151" y="5677"/>
                    <a:pt x="76" y="5618"/>
                    <a:pt x="32" y="5574"/>
                  </a:cubicBezTo>
                  <a:cubicBezTo>
                    <a:pt x="0" y="5732"/>
                    <a:pt x="0" y="5891"/>
                    <a:pt x="0" y="6081"/>
                  </a:cubicBezTo>
                  <a:lnTo>
                    <a:pt x="0" y="6366"/>
                  </a:lnTo>
                  <a:cubicBezTo>
                    <a:pt x="2566" y="4370"/>
                    <a:pt x="5131" y="2439"/>
                    <a:pt x="7443" y="158"/>
                  </a:cubicBezTo>
                  <a:cubicBezTo>
                    <a:pt x="7031" y="0"/>
                    <a:pt x="6556" y="0"/>
                    <a:pt x="6113"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1648;p51">
              <a:extLst>
                <a:ext uri="{FF2B5EF4-FFF2-40B4-BE49-F238E27FC236}">
                  <a16:creationId xmlns:a16="http://schemas.microsoft.com/office/drawing/2014/main" id="{2A7D9E28-1527-C97B-50A7-9A573CD5F54A}"/>
                </a:ext>
              </a:extLst>
            </p:cNvPr>
            <p:cNvSpPr/>
            <p:nvPr/>
          </p:nvSpPr>
          <p:spPr>
            <a:xfrm>
              <a:off x="4689848" y="2804777"/>
              <a:ext cx="209957" cy="199705"/>
            </a:xfrm>
            <a:custGeom>
              <a:avLst/>
              <a:gdLst/>
              <a:ahLst/>
              <a:cxnLst/>
              <a:rect l="l" t="t" r="r" b="b"/>
              <a:pathLst>
                <a:path w="7127" h="6779" extrusionOk="0">
                  <a:moveTo>
                    <a:pt x="7126" y="1"/>
                  </a:moveTo>
                  <a:lnTo>
                    <a:pt x="7126" y="1"/>
                  </a:lnTo>
                  <a:cubicBezTo>
                    <a:pt x="5258" y="2503"/>
                    <a:pt x="2597" y="4561"/>
                    <a:pt x="159" y="6398"/>
                  </a:cubicBezTo>
                  <a:cubicBezTo>
                    <a:pt x="127" y="6430"/>
                    <a:pt x="32" y="6430"/>
                    <a:pt x="1" y="6430"/>
                  </a:cubicBezTo>
                  <a:cubicBezTo>
                    <a:pt x="286" y="6588"/>
                    <a:pt x="602" y="6715"/>
                    <a:pt x="856" y="6778"/>
                  </a:cubicBezTo>
                  <a:cubicBezTo>
                    <a:pt x="856" y="6778"/>
                    <a:pt x="856" y="6746"/>
                    <a:pt x="919" y="6746"/>
                  </a:cubicBezTo>
                  <a:cubicBezTo>
                    <a:pt x="2851" y="5036"/>
                    <a:pt x="4751" y="3231"/>
                    <a:pt x="6841" y="1679"/>
                  </a:cubicBezTo>
                  <a:lnTo>
                    <a:pt x="6968" y="1204"/>
                  </a:lnTo>
                  <a:cubicBezTo>
                    <a:pt x="7031" y="793"/>
                    <a:pt x="7094" y="413"/>
                    <a:pt x="712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649;p51">
              <a:extLst>
                <a:ext uri="{FF2B5EF4-FFF2-40B4-BE49-F238E27FC236}">
                  <a16:creationId xmlns:a16="http://schemas.microsoft.com/office/drawing/2014/main" id="{4DF475F0-D50B-D50B-1B4D-AF76FE7942B2}"/>
                </a:ext>
              </a:extLst>
            </p:cNvPr>
            <p:cNvSpPr/>
            <p:nvPr/>
          </p:nvSpPr>
          <p:spPr>
            <a:xfrm>
              <a:off x="4872703" y="3004453"/>
              <a:ext cx="271528" cy="242598"/>
            </a:xfrm>
            <a:custGeom>
              <a:avLst/>
              <a:gdLst/>
              <a:ahLst/>
              <a:cxnLst/>
              <a:rect l="l" t="t" r="r" b="b"/>
              <a:pathLst>
                <a:path w="9217" h="8235" extrusionOk="0">
                  <a:moveTo>
                    <a:pt x="7855" y="0"/>
                  </a:moveTo>
                  <a:lnTo>
                    <a:pt x="7855" y="32"/>
                  </a:lnTo>
                  <a:cubicBezTo>
                    <a:pt x="7950" y="32"/>
                    <a:pt x="8076" y="190"/>
                    <a:pt x="7950" y="285"/>
                  </a:cubicBezTo>
                  <a:cubicBezTo>
                    <a:pt x="5479" y="2565"/>
                    <a:pt x="2819" y="4719"/>
                    <a:pt x="254" y="6936"/>
                  </a:cubicBezTo>
                  <a:cubicBezTo>
                    <a:pt x="215" y="6949"/>
                    <a:pt x="181" y="6956"/>
                    <a:pt x="148" y="6956"/>
                  </a:cubicBezTo>
                  <a:cubicBezTo>
                    <a:pt x="101" y="6956"/>
                    <a:pt x="56" y="6941"/>
                    <a:pt x="1" y="6904"/>
                  </a:cubicBezTo>
                  <a:lnTo>
                    <a:pt x="1" y="6904"/>
                  </a:lnTo>
                  <a:cubicBezTo>
                    <a:pt x="127" y="7316"/>
                    <a:pt x="286" y="7791"/>
                    <a:pt x="507" y="8234"/>
                  </a:cubicBezTo>
                  <a:cubicBezTo>
                    <a:pt x="507" y="8234"/>
                    <a:pt x="507" y="8202"/>
                    <a:pt x="571" y="8202"/>
                  </a:cubicBezTo>
                  <a:cubicBezTo>
                    <a:pt x="3041" y="5321"/>
                    <a:pt x="6113" y="2819"/>
                    <a:pt x="9216" y="634"/>
                  </a:cubicBezTo>
                  <a:cubicBezTo>
                    <a:pt x="8805" y="190"/>
                    <a:pt x="8330" y="32"/>
                    <a:pt x="7855"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1650;p51">
              <a:extLst>
                <a:ext uri="{FF2B5EF4-FFF2-40B4-BE49-F238E27FC236}">
                  <a16:creationId xmlns:a16="http://schemas.microsoft.com/office/drawing/2014/main" id="{4D68A5BD-57F9-C9CF-83AA-EE3B18DDADDE}"/>
                </a:ext>
              </a:extLst>
            </p:cNvPr>
            <p:cNvSpPr/>
            <p:nvPr/>
          </p:nvSpPr>
          <p:spPr>
            <a:xfrm>
              <a:off x="4954807" y="3109859"/>
              <a:ext cx="225807" cy="199441"/>
            </a:xfrm>
            <a:custGeom>
              <a:avLst/>
              <a:gdLst/>
              <a:ahLst/>
              <a:cxnLst/>
              <a:rect l="l" t="t" r="r" b="b"/>
              <a:pathLst>
                <a:path w="7665" h="6770" extrusionOk="0">
                  <a:moveTo>
                    <a:pt x="7569" y="1"/>
                  </a:moveTo>
                  <a:cubicBezTo>
                    <a:pt x="5448" y="2471"/>
                    <a:pt x="2882" y="4751"/>
                    <a:pt x="159" y="6556"/>
                  </a:cubicBezTo>
                  <a:lnTo>
                    <a:pt x="1" y="6556"/>
                  </a:lnTo>
                  <a:cubicBezTo>
                    <a:pt x="476" y="6699"/>
                    <a:pt x="968" y="6770"/>
                    <a:pt x="1452" y="6770"/>
                  </a:cubicBezTo>
                  <a:cubicBezTo>
                    <a:pt x="1614" y="6770"/>
                    <a:pt x="1774" y="6762"/>
                    <a:pt x="1932" y="6746"/>
                  </a:cubicBezTo>
                  <a:cubicBezTo>
                    <a:pt x="1932" y="6715"/>
                    <a:pt x="1932" y="6683"/>
                    <a:pt x="1964" y="6651"/>
                  </a:cubicBezTo>
                  <a:cubicBezTo>
                    <a:pt x="3801" y="4814"/>
                    <a:pt x="5606" y="2883"/>
                    <a:pt x="7664" y="1299"/>
                  </a:cubicBezTo>
                  <a:cubicBezTo>
                    <a:pt x="7664" y="856"/>
                    <a:pt x="7633" y="412"/>
                    <a:pt x="7569"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1651;p51">
              <a:extLst>
                <a:ext uri="{FF2B5EF4-FFF2-40B4-BE49-F238E27FC236}">
                  <a16:creationId xmlns:a16="http://schemas.microsoft.com/office/drawing/2014/main" id="{A877A88C-95BE-D327-5FD2-407AA2A138E5}"/>
                </a:ext>
              </a:extLst>
            </p:cNvPr>
            <p:cNvSpPr/>
            <p:nvPr/>
          </p:nvSpPr>
          <p:spPr>
            <a:xfrm>
              <a:off x="5195520" y="3308592"/>
              <a:ext cx="223921" cy="213670"/>
            </a:xfrm>
            <a:custGeom>
              <a:avLst/>
              <a:gdLst/>
              <a:ahLst/>
              <a:cxnLst/>
              <a:rect l="l" t="t" r="r" b="b"/>
              <a:pathLst>
                <a:path w="7601" h="7253" extrusionOk="0">
                  <a:moveTo>
                    <a:pt x="6461" y="0"/>
                  </a:moveTo>
                  <a:cubicBezTo>
                    <a:pt x="4687" y="2154"/>
                    <a:pt x="2344" y="3895"/>
                    <a:pt x="285" y="5764"/>
                  </a:cubicBezTo>
                  <a:cubicBezTo>
                    <a:pt x="269" y="5796"/>
                    <a:pt x="230" y="5811"/>
                    <a:pt x="190" y="5811"/>
                  </a:cubicBezTo>
                  <a:cubicBezTo>
                    <a:pt x="151" y="5811"/>
                    <a:pt x="111" y="5796"/>
                    <a:pt x="95" y="5764"/>
                  </a:cubicBezTo>
                  <a:cubicBezTo>
                    <a:pt x="0" y="6271"/>
                    <a:pt x="0" y="6746"/>
                    <a:pt x="0" y="7252"/>
                  </a:cubicBezTo>
                  <a:cubicBezTo>
                    <a:pt x="2502" y="4972"/>
                    <a:pt x="5004" y="2597"/>
                    <a:pt x="7601" y="444"/>
                  </a:cubicBezTo>
                  <a:cubicBezTo>
                    <a:pt x="7221" y="254"/>
                    <a:pt x="6872" y="95"/>
                    <a:pt x="6461"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652;p51">
              <a:extLst>
                <a:ext uri="{FF2B5EF4-FFF2-40B4-BE49-F238E27FC236}">
                  <a16:creationId xmlns:a16="http://schemas.microsoft.com/office/drawing/2014/main" id="{1A217774-C97F-3CC9-311E-E3464E35D5A3}"/>
                </a:ext>
              </a:extLst>
            </p:cNvPr>
            <p:cNvSpPr/>
            <p:nvPr/>
          </p:nvSpPr>
          <p:spPr>
            <a:xfrm>
              <a:off x="5225362" y="3383213"/>
              <a:ext cx="268729" cy="253793"/>
            </a:xfrm>
            <a:custGeom>
              <a:avLst/>
              <a:gdLst/>
              <a:ahLst/>
              <a:cxnLst/>
              <a:rect l="l" t="t" r="r" b="b"/>
              <a:pathLst>
                <a:path w="9122" h="8615" extrusionOk="0">
                  <a:moveTo>
                    <a:pt x="8646" y="1"/>
                  </a:moveTo>
                  <a:cubicBezTo>
                    <a:pt x="7474" y="1521"/>
                    <a:pt x="5923" y="2788"/>
                    <a:pt x="4498" y="4054"/>
                  </a:cubicBezTo>
                  <a:cubicBezTo>
                    <a:pt x="3041" y="5384"/>
                    <a:pt x="1584" y="6746"/>
                    <a:pt x="64" y="8013"/>
                  </a:cubicBezTo>
                  <a:cubicBezTo>
                    <a:pt x="64" y="8045"/>
                    <a:pt x="32" y="8045"/>
                    <a:pt x="1" y="8045"/>
                  </a:cubicBezTo>
                  <a:cubicBezTo>
                    <a:pt x="96" y="8235"/>
                    <a:pt x="222" y="8393"/>
                    <a:pt x="349" y="8615"/>
                  </a:cubicBezTo>
                  <a:cubicBezTo>
                    <a:pt x="3231" y="6144"/>
                    <a:pt x="6018" y="3326"/>
                    <a:pt x="9121" y="1204"/>
                  </a:cubicBezTo>
                  <a:cubicBezTo>
                    <a:pt x="9058" y="792"/>
                    <a:pt x="8900" y="381"/>
                    <a:pt x="864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1653;p51">
              <a:extLst>
                <a:ext uri="{FF2B5EF4-FFF2-40B4-BE49-F238E27FC236}">
                  <a16:creationId xmlns:a16="http://schemas.microsoft.com/office/drawing/2014/main" id="{64AD1085-7398-F5E7-7706-2BD987F0ABE7}"/>
                </a:ext>
              </a:extLst>
            </p:cNvPr>
            <p:cNvSpPr/>
            <p:nvPr/>
          </p:nvSpPr>
          <p:spPr>
            <a:xfrm>
              <a:off x="5133920" y="3344032"/>
              <a:ext cx="116660" cy="361084"/>
            </a:xfrm>
            <a:custGeom>
              <a:avLst/>
              <a:gdLst/>
              <a:ahLst/>
              <a:cxnLst/>
              <a:rect l="l" t="t" r="r" b="b"/>
              <a:pathLst>
                <a:path w="3960" h="12257" extrusionOk="0">
                  <a:moveTo>
                    <a:pt x="3263" y="1"/>
                  </a:moveTo>
                  <a:cubicBezTo>
                    <a:pt x="2408" y="349"/>
                    <a:pt x="1584" y="697"/>
                    <a:pt x="729" y="1014"/>
                  </a:cubicBezTo>
                  <a:cubicBezTo>
                    <a:pt x="571" y="2819"/>
                    <a:pt x="1" y="4434"/>
                    <a:pt x="96" y="6334"/>
                  </a:cubicBezTo>
                  <a:cubicBezTo>
                    <a:pt x="128" y="7443"/>
                    <a:pt x="349" y="8551"/>
                    <a:pt x="793" y="9628"/>
                  </a:cubicBezTo>
                  <a:cubicBezTo>
                    <a:pt x="1141" y="10515"/>
                    <a:pt x="1711" y="11433"/>
                    <a:pt x="2408" y="12256"/>
                  </a:cubicBezTo>
                  <a:cubicBezTo>
                    <a:pt x="3168" y="12193"/>
                    <a:pt x="3675" y="11750"/>
                    <a:pt x="3960" y="11116"/>
                  </a:cubicBezTo>
                  <a:cubicBezTo>
                    <a:pt x="2566" y="9786"/>
                    <a:pt x="1901" y="8266"/>
                    <a:pt x="1711" y="6778"/>
                  </a:cubicBezTo>
                  <a:cubicBezTo>
                    <a:pt x="1394" y="4308"/>
                    <a:pt x="2249" y="1901"/>
                    <a:pt x="3263"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1654;p51">
              <a:extLst>
                <a:ext uri="{FF2B5EF4-FFF2-40B4-BE49-F238E27FC236}">
                  <a16:creationId xmlns:a16="http://schemas.microsoft.com/office/drawing/2014/main" id="{F3C4DB67-BCF0-65B4-37C1-041700782807}"/>
                </a:ext>
              </a:extLst>
            </p:cNvPr>
            <p:cNvSpPr/>
            <p:nvPr/>
          </p:nvSpPr>
          <p:spPr>
            <a:xfrm>
              <a:off x="4774751" y="3078131"/>
              <a:ext cx="811696" cy="397467"/>
            </a:xfrm>
            <a:custGeom>
              <a:avLst/>
              <a:gdLst/>
              <a:ahLst/>
              <a:cxnLst/>
              <a:rect l="l" t="t" r="r" b="b"/>
              <a:pathLst>
                <a:path w="27553" h="13492" extrusionOk="0">
                  <a:moveTo>
                    <a:pt x="3801" y="1"/>
                  </a:moveTo>
                  <a:cubicBezTo>
                    <a:pt x="2946" y="254"/>
                    <a:pt x="2027" y="508"/>
                    <a:pt x="1109" y="634"/>
                  </a:cubicBezTo>
                  <a:cubicBezTo>
                    <a:pt x="1077" y="761"/>
                    <a:pt x="1109" y="793"/>
                    <a:pt x="1077" y="856"/>
                  </a:cubicBezTo>
                  <a:cubicBezTo>
                    <a:pt x="0" y="3643"/>
                    <a:pt x="1774" y="7792"/>
                    <a:pt x="5004" y="9502"/>
                  </a:cubicBezTo>
                  <a:cubicBezTo>
                    <a:pt x="6270" y="10175"/>
                    <a:pt x="7516" y="10433"/>
                    <a:pt x="8718" y="10433"/>
                  </a:cubicBezTo>
                  <a:cubicBezTo>
                    <a:pt x="10855" y="10433"/>
                    <a:pt x="12857" y="9618"/>
                    <a:pt x="14600" y="8868"/>
                  </a:cubicBezTo>
                  <a:cubicBezTo>
                    <a:pt x="16040" y="8248"/>
                    <a:pt x="17820" y="7271"/>
                    <a:pt x="19693" y="7271"/>
                  </a:cubicBezTo>
                  <a:cubicBezTo>
                    <a:pt x="20497" y="7271"/>
                    <a:pt x="21319" y="7452"/>
                    <a:pt x="22137" y="7918"/>
                  </a:cubicBezTo>
                  <a:cubicBezTo>
                    <a:pt x="24259" y="9122"/>
                    <a:pt x="25336" y="11560"/>
                    <a:pt x="24829" y="13492"/>
                  </a:cubicBezTo>
                  <a:cubicBezTo>
                    <a:pt x="25431" y="13460"/>
                    <a:pt x="25842" y="13270"/>
                    <a:pt x="26254" y="12890"/>
                  </a:cubicBezTo>
                  <a:lnTo>
                    <a:pt x="26254" y="12827"/>
                  </a:lnTo>
                  <a:cubicBezTo>
                    <a:pt x="27552" y="9533"/>
                    <a:pt x="24069" y="5765"/>
                    <a:pt x="20617" y="5068"/>
                  </a:cubicBezTo>
                  <a:cubicBezTo>
                    <a:pt x="20004" y="4941"/>
                    <a:pt x="19414" y="4885"/>
                    <a:pt x="18843" y="4885"/>
                  </a:cubicBezTo>
                  <a:cubicBezTo>
                    <a:pt x="15991" y="4885"/>
                    <a:pt x="13612" y="6288"/>
                    <a:pt x="11211" y="7316"/>
                  </a:cubicBezTo>
                  <a:cubicBezTo>
                    <a:pt x="10197" y="7769"/>
                    <a:pt x="8863" y="8294"/>
                    <a:pt x="7503" y="8294"/>
                  </a:cubicBezTo>
                  <a:cubicBezTo>
                    <a:pt x="6484" y="8294"/>
                    <a:pt x="5452" y="7999"/>
                    <a:pt x="4529" y="7158"/>
                  </a:cubicBezTo>
                  <a:cubicBezTo>
                    <a:pt x="2059" y="4941"/>
                    <a:pt x="2946" y="1996"/>
                    <a:pt x="3801"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655;p51">
              <a:extLst>
                <a:ext uri="{FF2B5EF4-FFF2-40B4-BE49-F238E27FC236}">
                  <a16:creationId xmlns:a16="http://schemas.microsoft.com/office/drawing/2014/main" id="{28384043-36A3-0532-862D-86575076CA02}"/>
                </a:ext>
              </a:extLst>
            </p:cNvPr>
            <p:cNvSpPr/>
            <p:nvPr/>
          </p:nvSpPr>
          <p:spPr>
            <a:xfrm>
              <a:off x="4632933" y="2563740"/>
              <a:ext cx="127854" cy="107675"/>
            </a:xfrm>
            <a:custGeom>
              <a:avLst/>
              <a:gdLst/>
              <a:ahLst/>
              <a:cxnLst/>
              <a:rect l="l" t="t" r="r" b="b"/>
              <a:pathLst>
                <a:path w="4340" h="3655" extrusionOk="0">
                  <a:moveTo>
                    <a:pt x="3137" y="0"/>
                  </a:moveTo>
                  <a:cubicBezTo>
                    <a:pt x="2753" y="0"/>
                    <a:pt x="2387" y="72"/>
                    <a:pt x="1996" y="202"/>
                  </a:cubicBezTo>
                  <a:cubicBezTo>
                    <a:pt x="1331" y="1343"/>
                    <a:pt x="634" y="2451"/>
                    <a:pt x="1" y="3654"/>
                  </a:cubicBezTo>
                  <a:cubicBezTo>
                    <a:pt x="824" y="3274"/>
                    <a:pt x="1647" y="2958"/>
                    <a:pt x="2534" y="2704"/>
                  </a:cubicBezTo>
                  <a:cubicBezTo>
                    <a:pt x="2788" y="2134"/>
                    <a:pt x="3104" y="1628"/>
                    <a:pt x="3453" y="1152"/>
                  </a:cubicBezTo>
                  <a:cubicBezTo>
                    <a:pt x="3706" y="804"/>
                    <a:pt x="3991" y="392"/>
                    <a:pt x="4339" y="202"/>
                  </a:cubicBezTo>
                  <a:lnTo>
                    <a:pt x="4308" y="202"/>
                  </a:lnTo>
                  <a:cubicBezTo>
                    <a:pt x="3877" y="64"/>
                    <a:pt x="3499" y="0"/>
                    <a:pt x="3137"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1656;p51">
              <a:extLst>
                <a:ext uri="{FF2B5EF4-FFF2-40B4-BE49-F238E27FC236}">
                  <a16:creationId xmlns:a16="http://schemas.microsoft.com/office/drawing/2014/main" id="{3D625321-E430-43A1-7D7C-BCFBD703F581}"/>
                </a:ext>
              </a:extLst>
            </p:cNvPr>
            <p:cNvSpPr/>
            <p:nvPr/>
          </p:nvSpPr>
          <p:spPr>
            <a:xfrm>
              <a:off x="4498598" y="2631231"/>
              <a:ext cx="491678" cy="359258"/>
            </a:xfrm>
            <a:custGeom>
              <a:avLst/>
              <a:gdLst/>
              <a:ahLst/>
              <a:cxnLst/>
              <a:rect l="l" t="t" r="r" b="b"/>
              <a:pathLst>
                <a:path w="16690" h="12195" extrusionOk="0">
                  <a:moveTo>
                    <a:pt x="11300" y="0"/>
                  </a:moveTo>
                  <a:cubicBezTo>
                    <a:pt x="9463" y="0"/>
                    <a:pt x="7642" y="728"/>
                    <a:pt x="6176" y="1268"/>
                  </a:cubicBezTo>
                  <a:cubicBezTo>
                    <a:pt x="4117" y="2028"/>
                    <a:pt x="2281" y="3042"/>
                    <a:pt x="507" y="4245"/>
                  </a:cubicBezTo>
                  <a:lnTo>
                    <a:pt x="349" y="4245"/>
                  </a:lnTo>
                  <a:cubicBezTo>
                    <a:pt x="127" y="5005"/>
                    <a:pt x="0" y="5797"/>
                    <a:pt x="32" y="6652"/>
                  </a:cubicBezTo>
                  <a:cubicBezTo>
                    <a:pt x="1710" y="5227"/>
                    <a:pt x="3547" y="4087"/>
                    <a:pt x="5669" y="3327"/>
                  </a:cubicBezTo>
                  <a:cubicBezTo>
                    <a:pt x="6714" y="2947"/>
                    <a:pt x="7823" y="2630"/>
                    <a:pt x="9026" y="2408"/>
                  </a:cubicBezTo>
                  <a:cubicBezTo>
                    <a:pt x="9716" y="2293"/>
                    <a:pt x="10523" y="2078"/>
                    <a:pt x="11326" y="2078"/>
                  </a:cubicBezTo>
                  <a:cubicBezTo>
                    <a:pt x="11628" y="2078"/>
                    <a:pt x="11930" y="2109"/>
                    <a:pt x="12225" y="2187"/>
                  </a:cubicBezTo>
                  <a:cubicBezTo>
                    <a:pt x="14156" y="2725"/>
                    <a:pt x="14156" y="5164"/>
                    <a:pt x="14061" y="6494"/>
                  </a:cubicBezTo>
                  <a:cubicBezTo>
                    <a:pt x="13776" y="8711"/>
                    <a:pt x="12953" y="10706"/>
                    <a:pt x="11560" y="12194"/>
                  </a:cubicBezTo>
                  <a:cubicBezTo>
                    <a:pt x="12510" y="11909"/>
                    <a:pt x="13460" y="11561"/>
                    <a:pt x="14378" y="11276"/>
                  </a:cubicBezTo>
                  <a:cubicBezTo>
                    <a:pt x="14410" y="11276"/>
                    <a:pt x="14473" y="11244"/>
                    <a:pt x="14536" y="11244"/>
                  </a:cubicBezTo>
                  <a:cubicBezTo>
                    <a:pt x="15550" y="9629"/>
                    <a:pt x="16690" y="7919"/>
                    <a:pt x="16690" y="5734"/>
                  </a:cubicBezTo>
                  <a:cubicBezTo>
                    <a:pt x="16658" y="3453"/>
                    <a:pt x="15106" y="635"/>
                    <a:pt x="12573" y="128"/>
                  </a:cubicBezTo>
                  <a:cubicBezTo>
                    <a:pt x="12151" y="39"/>
                    <a:pt x="11725" y="0"/>
                    <a:pt x="11300"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1657;p51">
              <a:extLst>
                <a:ext uri="{FF2B5EF4-FFF2-40B4-BE49-F238E27FC236}">
                  <a16:creationId xmlns:a16="http://schemas.microsoft.com/office/drawing/2014/main" id="{C677F8D9-8664-4C84-625C-B1C9EC6069A4}"/>
                </a:ext>
              </a:extLst>
            </p:cNvPr>
            <p:cNvSpPr/>
            <p:nvPr/>
          </p:nvSpPr>
          <p:spPr>
            <a:xfrm>
              <a:off x="4576960" y="2747890"/>
              <a:ext cx="696009" cy="498218"/>
            </a:xfrm>
            <a:custGeom>
              <a:avLst/>
              <a:gdLst/>
              <a:ahLst/>
              <a:cxnLst/>
              <a:rect l="l" t="t" r="r" b="b"/>
              <a:pathLst>
                <a:path w="23626" h="16912" extrusionOk="0">
                  <a:moveTo>
                    <a:pt x="2882" y="0"/>
                  </a:moveTo>
                  <a:cubicBezTo>
                    <a:pt x="2091" y="285"/>
                    <a:pt x="1331" y="665"/>
                    <a:pt x="634" y="1077"/>
                  </a:cubicBezTo>
                  <a:cubicBezTo>
                    <a:pt x="191" y="2660"/>
                    <a:pt x="1" y="4307"/>
                    <a:pt x="64" y="6112"/>
                  </a:cubicBezTo>
                  <a:cubicBezTo>
                    <a:pt x="96" y="7031"/>
                    <a:pt x="159" y="8107"/>
                    <a:pt x="666" y="9184"/>
                  </a:cubicBezTo>
                  <a:cubicBezTo>
                    <a:pt x="1362" y="10483"/>
                    <a:pt x="2692" y="11148"/>
                    <a:pt x="3959" y="11433"/>
                  </a:cubicBezTo>
                  <a:cubicBezTo>
                    <a:pt x="4666" y="11591"/>
                    <a:pt x="5358" y="11659"/>
                    <a:pt x="6035" y="11659"/>
                  </a:cubicBezTo>
                  <a:cubicBezTo>
                    <a:pt x="8481" y="11659"/>
                    <a:pt x="10729" y="10763"/>
                    <a:pt x="12763" y="9944"/>
                  </a:cubicBezTo>
                  <a:cubicBezTo>
                    <a:pt x="13998" y="9469"/>
                    <a:pt x="15233" y="8867"/>
                    <a:pt x="16532" y="8519"/>
                  </a:cubicBezTo>
                  <a:cubicBezTo>
                    <a:pt x="16871" y="8415"/>
                    <a:pt x="17243" y="8343"/>
                    <a:pt x="17624" y="8343"/>
                  </a:cubicBezTo>
                  <a:cubicBezTo>
                    <a:pt x="18169" y="8343"/>
                    <a:pt x="18734" y="8489"/>
                    <a:pt x="19255" y="8899"/>
                  </a:cubicBezTo>
                  <a:cubicBezTo>
                    <a:pt x="20364" y="9818"/>
                    <a:pt x="20649" y="11369"/>
                    <a:pt x="20775" y="12541"/>
                  </a:cubicBezTo>
                  <a:cubicBezTo>
                    <a:pt x="20902" y="14061"/>
                    <a:pt x="20807" y="15518"/>
                    <a:pt x="20617" y="16911"/>
                  </a:cubicBezTo>
                  <a:cubicBezTo>
                    <a:pt x="21314" y="16595"/>
                    <a:pt x="22042" y="16310"/>
                    <a:pt x="22802" y="16120"/>
                  </a:cubicBezTo>
                  <a:lnTo>
                    <a:pt x="22802" y="15993"/>
                  </a:lnTo>
                  <a:cubicBezTo>
                    <a:pt x="23119" y="14410"/>
                    <a:pt x="23626" y="12858"/>
                    <a:pt x="23372" y="11084"/>
                  </a:cubicBezTo>
                  <a:cubicBezTo>
                    <a:pt x="23151" y="9089"/>
                    <a:pt x="21757" y="6651"/>
                    <a:pt x="19635" y="6081"/>
                  </a:cubicBezTo>
                  <a:cubicBezTo>
                    <a:pt x="19277" y="5988"/>
                    <a:pt x="18918" y="5948"/>
                    <a:pt x="18561" y="5948"/>
                  </a:cubicBezTo>
                  <a:cubicBezTo>
                    <a:pt x="16966" y="5948"/>
                    <a:pt x="15413" y="6743"/>
                    <a:pt x="14093" y="7157"/>
                  </a:cubicBezTo>
                  <a:cubicBezTo>
                    <a:pt x="12351" y="7664"/>
                    <a:pt x="10641" y="8234"/>
                    <a:pt x="8900" y="8741"/>
                  </a:cubicBezTo>
                  <a:cubicBezTo>
                    <a:pt x="8000" y="9015"/>
                    <a:pt x="6872" y="9356"/>
                    <a:pt x="5744" y="9356"/>
                  </a:cubicBezTo>
                  <a:cubicBezTo>
                    <a:pt x="4528" y="9356"/>
                    <a:pt x="3312" y="8961"/>
                    <a:pt x="2376" y="7664"/>
                  </a:cubicBezTo>
                  <a:cubicBezTo>
                    <a:pt x="1521" y="6524"/>
                    <a:pt x="1647" y="5289"/>
                    <a:pt x="1774" y="4180"/>
                  </a:cubicBezTo>
                  <a:cubicBezTo>
                    <a:pt x="1932" y="2692"/>
                    <a:pt x="2312" y="1299"/>
                    <a:pt x="2882"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1658;p51">
              <a:extLst>
                <a:ext uri="{FF2B5EF4-FFF2-40B4-BE49-F238E27FC236}">
                  <a16:creationId xmlns:a16="http://schemas.microsoft.com/office/drawing/2014/main" id="{E1A24E76-48BE-0258-628E-CA808A5D430C}"/>
                </a:ext>
              </a:extLst>
            </p:cNvPr>
            <p:cNvSpPr/>
            <p:nvPr/>
          </p:nvSpPr>
          <p:spPr>
            <a:xfrm>
              <a:off x="4488317" y="2550512"/>
              <a:ext cx="1101871" cy="1166741"/>
            </a:xfrm>
            <a:custGeom>
              <a:avLst/>
              <a:gdLst/>
              <a:ahLst/>
              <a:cxnLst/>
              <a:rect l="l" t="t" r="r" b="b"/>
              <a:pathLst>
                <a:path w="37403" h="39605" extrusionOk="0">
                  <a:moveTo>
                    <a:pt x="8046" y="449"/>
                  </a:moveTo>
                  <a:cubicBezTo>
                    <a:pt x="8408" y="449"/>
                    <a:pt x="8786" y="513"/>
                    <a:pt x="9217" y="651"/>
                  </a:cubicBezTo>
                  <a:lnTo>
                    <a:pt x="9248" y="651"/>
                  </a:lnTo>
                  <a:cubicBezTo>
                    <a:pt x="8900" y="841"/>
                    <a:pt x="8615" y="1253"/>
                    <a:pt x="8393" y="1601"/>
                  </a:cubicBezTo>
                  <a:cubicBezTo>
                    <a:pt x="8013" y="2077"/>
                    <a:pt x="7697" y="2583"/>
                    <a:pt x="7380" y="3153"/>
                  </a:cubicBezTo>
                  <a:cubicBezTo>
                    <a:pt x="6525" y="3407"/>
                    <a:pt x="5701" y="3723"/>
                    <a:pt x="4846" y="4103"/>
                  </a:cubicBezTo>
                  <a:cubicBezTo>
                    <a:pt x="5543" y="2900"/>
                    <a:pt x="6240" y="1792"/>
                    <a:pt x="6905" y="651"/>
                  </a:cubicBezTo>
                  <a:cubicBezTo>
                    <a:pt x="7296" y="521"/>
                    <a:pt x="7662" y="449"/>
                    <a:pt x="8046" y="449"/>
                  </a:cubicBezTo>
                  <a:close/>
                  <a:moveTo>
                    <a:pt x="11180" y="5370"/>
                  </a:moveTo>
                  <a:lnTo>
                    <a:pt x="11180" y="5370"/>
                  </a:lnTo>
                  <a:cubicBezTo>
                    <a:pt x="9090" y="6985"/>
                    <a:pt x="7190" y="8854"/>
                    <a:pt x="5258" y="10690"/>
                  </a:cubicBezTo>
                  <a:cubicBezTo>
                    <a:pt x="5448" y="9139"/>
                    <a:pt x="5891" y="7714"/>
                    <a:pt x="6525" y="6415"/>
                  </a:cubicBezTo>
                  <a:cubicBezTo>
                    <a:pt x="7665" y="6035"/>
                    <a:pt x="8868" y="5718"/>
                    <a:pt x="10072" y="5528"/>
                  </a:cubicBezTo>
                  <a:cubicBezTo>
                    <a:pt x="10388" y="5433"/>
                    <a:pt x="10800" y="5402"/>
                    <a:pt x="11180" y="5370"/>
                  </a:cubicBezTo>
                  <a:close/>
                  <a:moveTo>
                    <a:pt x="11307" y="5307"/>
                  </a:moveTo>
                  <a:cubicBezTo>
                    <a:pt x="11750" y="5307"/>
                    <a:pt x="12225" y="5307"/>
                    <a:pt x="12605" y="5465"/>
                  </a:cubicBezTo>
                  <a:cubicBezTo>
                    <a:pt x="10325" y="7809"/>
                    <a:pt x="7760" y="9740"/>
                    <a:pt x="5163" y="11736"/>
                  </a:cubicBezTo>
                  <a:lnTo>
                    <a:pt x="5163" y="11451"/>
                  </a:lnTo>
                  <a:cubicBezTo>
                    <a:pt x="5163" y="11261"/>
                    <a:pt x="5163" y="11102"/>
                    <a:pt x="5226" y="10912"/>
                  </a:cubicBezTo>
                  <a:cubicBezTo>
                    <a:pt x="5270" y="10956"/>
                    <a:pt x="5345" y="11016"/>
                    <a:pt x="5408" y="11016"/>
                  </a:cubicBezTo>
                  <a:cubicBezTo>
                    <a:pt x="5435" y="11016"/>
                    <a:pt x="5460" y="11004"/>
                    <a:pt x="5480" y="10975"/>
                  </a:cubicBezTo>
                  <a:cubicBezTo>
                    <a:pt x="7443" y="9170"/>
                    <a:pt x="9438" y="7429"/>
                    <a:pt x="11339" y="5528"/>
                  </a:cubicBezTo>
                  <a:cubicBezTo>
                    <a:pt x="11434" y="5433"/>
                    <a:pt x="11402" y="5370"/>
                    <a:pt x="11307" y="5307"/>
                  </a:cubicBezTo>
                  <a:close/>
                  <a:moveTo>
                    <a:pt x="11649" y="2740"/>
                  </a:moveTo>
                  <a:cubicBezTo>
                    <a:pt x="12074" y="2740"/>
                    <a:pt x="12500" y="2779"/>
                    <a:pt x="12922" y="2868"/>
                  </a:cubicBezTo>
                  <a:cubicBezTo>
                    <a:pt x="15455" y="3375"/>
                    <a:pt x="17007" y="6193"/>
                    <a:pt x="17039" y="8474"/>
                  </a:cubicBezTo>
                  <a:cubicBezTo>
                    <a:pt x="17039" y="10659"/>
                    <a:pt x="15899" y="12369"/>
                    <a:pt x="14885" y="13984"/>
                  </a:cubicBezTo>
                  <a:cubicBezTo>
                    <a:pt x="14822" y="13984"/>
                    <a:pt x="14759" y="14016"/>
                    <a:pt x="14727" y="14016"/>
                  </a:cubicBezTo>
                  <a:cubicBezTo>
                    <a:pt x="13809" y="14301"/>
                    <a:pt x="12859" y="14649"/>
                    <a:pt x="11909" y="14934"/>
                  </a:cubicBezTo>
                  <a:cubicBezTo>
                    <a:pt x="13302" y="13446"/>
                    <a:pt x="14125" y="11451"/>
                    <a:pt x="14410" y="9234"/>
                  </a:cubicBezTo>
                  <a:cubicBezTo>
                    <a:pt x="14505" y="7904"/>
                    <a:pt x="14505" y="5465"/>
                    <a:pt x="12574" y="4927"/>
                  </a:cubicBezTo>
                  <a:cubicBezTo>
                    <a:pt x="12279" y="4849"/>
                    <a:pt x="11977" y="4818"/>
                    <a:pt x="11675" y="4818"/>
                  </a:cubicBezTo>
                  <a:cubicBezTo>
                    <a:pt x="10872" y="4818"/>
                    <a:pt x="10065" y="5033"/>
                    <a:pt x="9375" y="5148"/>
                  </a:cubicBezTo>
                  <a:cubicBezTo>
                    <a:pt x="8172" y="5370"/>
                    <a:pt x="7063" y="5687"/>
                    <a:pt x="6018" y="6067"/>
                  </a:cubicBezTo>
                  <a:cubicBezTo>
                    <a:pt x="3896" y="6859"/>
                    <a:pt x="1996" y="7967"/>
                    <a:pt x="413" y="9424"/>
                  </a:cubicBezTo>
                  <a:cubicBezTo>
                    <a:pt x="381" y="8569"/>
                    <a:pt x="508" y="7777"/>
                    <a:pt x="729" y="7017"/>
                  </a:cubicBezTo>
                  <a:cubicBezTo>
                    <a:pt x="793" y="7017"/>
                    <a:pt x="824" y="7017"/>
                    <a:pt x="856" y="6985"/>
                  </a:cubicBezTo>
                  <a:cubicBezTo>
                    <a:pt x="2630" y="5782"/>
                    <a:pt x="4466" y="4768"/>
                    <a:pt x="6525" y="4008"/>
                  </a:cubicBezTo>
                  <a:cubicBezTo>
                    <a:pt x="7991" y="3468"/>
                    <a:pt x="9812" y="2740"/>
                    <a:pt x="11649" y="2740"/>
                  </a:cubicBezTo>
                  <a:close/>
                  <a:moveTo>
                    <a:pt x="12859" y="5592"/>
                  </a:moveTo>
                  <a:cubicBezTo>
                    <a:pt x="13302" y="5782"/>
                    <a:pt x="13619" y="6162"/>
                    <a:pt x="13809" y="6795"/>
                  </a:cubicBezTo>
                  <a:cubicBezTo>
                    <a:pt x="13967" y="7302"/>
                    <a:pt x="13999" y="7809"/>
                    <a:pt x="13967" y="8315"/>
                  </a:cubicBezTo>
                  <a:lnTo>
                    <a:pt x="13904" y="8315"/>
                  </a:lnTo>
                  <a:cubicBezTo>
                    <a:pt x="12700" y="9360"/>
                    <a:pt x="11624" y="10595"/>
                    <a:pt x="10452" y="11641"/>
                  </a:cubicBezTo>
                  <a:cubicBezTo>
                    <a:pt x="9248" y="12717"/>
                    <a:pt x="8013" y="13699"/>
                    <a:pt x="6747" y="14744"/>
                  </a:cubicBezTo>
                  <a:cubicBezTo>
                    <a:pt x="6651" y="14807"/>
                    <a:pt x="6715" y="14966"/>
                    <a:pt x="6842" y="15061"/>
                  </a:cubicBezTo>
                  <a:cubicBezTo>
                    <a:pt x="6873" y="15061"/>
                    <a:pt x="6968" y="15061"/>
                    <a:pt x="7000" y="15029"/>
                  </a:cubicBezTo>
                  <a:cubicBezTo>
                    <a:pt x="9438" y="13192"/>
                    <a:pt x="12099" y="11134"/>
                    <a:pt x="13967" y="8632"/>
                  </a:cubicBezTo>
                  <a:lnTo>
                    <a:pt x="13967" y="8632"/>
                  </a:lnTo>
                  <a:cubicBezTo>
                    <a:pt x="13935" y="9044"/>
                    <a:pt x="13872" y="9424"/>
                    <a:pt x="13809" y="9835"/>
                  </a:cubicBezTo>
                  <a:lnTo>
                    <a:pt x="13682" y="10310"/>
                  </a:lnTo>
                  <a:cubicBezTo>
                    <a:pt x="11592" y="11862"/>
                    <a:pt x="9692" y="13667"/>
                    <a:pt x="7760" y="15377"/>
                  </a:cubicBezTo>
                  <a:cubicBezTo>
                    <a:pt x="7697" y="15377"/>
                    <a:pt x="7697" y="15409"/>
                    <a:pt x="7697" y="15409"/>
                  </a:cubicBezTo>
                  <a:cubicBezTo>
                    <a:pt x="7443" y="15346"/>
                    <a:pt x="7127" y="15219"/>
                    <a:pt x="6842" y="15061"/>
                  </a:cubicBezTo>
                  <a:cubicBezTo>
                    <a:pt x="6715" y="14966"/>
                    <a:pt x="6588" y="14934"/>
                    <a:pt x="6430" y="14807"/>
                  </a:cubicBezTo>
                  <a:cubicBezTo>
                    <a:pt x="5448" y="14111"/>
                    <a:pt x="5163" y="13161"/>
                    <a:pt x="5131" y="12179"/>
                  </a:cubicBezTo>
                  <a:cubicBezTo>
                    <a:pt x="5163" y="12179"/>
                    <a:pt x="5163" y="12116"/>
                    <a:pt x="5195" y="12116"/>
                  </a:cubicBezTo>
                  <a:cubicBezTo>
                    <a:pt x="7855" y="10120"/>
                    <a:pt x="10547" y="8125"/>
                    <a:pt x="12827" y="5687"/>
                  </a:cubicBezTo>
                  <a:cubicBezTo>
                    <a:pt x="12859" y="5687"/>
                    <a:pt x="12859" y="5623"/>
                    <a:pt x="12859" y="5592"/>
                  </a:cubicBezTo>
                  <a:close/>
                  <a:moveTo>
                    <a:pt x="13555" y="10690"/>
                  </a:moveTo>
                  <a:cubicBezTo>
                    <a:pt x="13144" y="12274"/>
                    <a:pt x="12352" y="13667"/>
                    <a:pt x="11339" y="14871"/>
                  </a:cubicBezTo>
                  <a:cubicBezTo>
                    <a:pt x="11307" y="14934"/>
                    <a:pt x="11307" y="15029"/>
                    <a:pt x="11339" y="15092"/>
                  </a:cubicBezTo>
                  <a:cubicBezTo>
                    <a:pt x="10768" y="15251"/>
                    <a:pt x="10167" y="15409"/>
                    <a:pt x="9533" y="15504"/>
                  </a:cubicBezTo>
                  <a:cubicBezTo>
                    <a:pt x="9312" y="15536"/>
                    <a:pt x="9082" y="15552"/>
                    <a:pt x="8849" y="15552"/>
                  </a:cubicBezTo>
                  <a:cubicBezTo>
                    <a:pt x="8615" y="15552"/>
                    <a:pt x="8377" y="15536"/>
                    <a:pt x="8140" y="15504"/>
                  </a:cubicBezTo>
                  <a:cubicBezTo>
                    <a:pt x="10040" y="14016"/>
                    <a:pt x="11972" y="12496"/>
                    <a:pt x="13555" y="10690"/>
                  </a:cubicBezTo>
                  <a:close/>
                  <a:moveTo>
                    <a:pt x="20690" y="15401"/>
                  </a:moveTo>
                  <a:cubicBezTo>
                    <a:pt x="20759" y="15401"/>
                    <a:pt x="20830" y="15404"/>
                    <a:pt x="20903" y="15409"/>
                  </a:cubicBezTo>
                  <a:cubicBezTo>
                    <a:pt x="20839" y="15409"/>
                    <a:pt x="20839" y="15441"/>
                    <a:pt x="20808" y="15441"/>
                  </a:cubicBezTo>
                  <a:cubicBezTo>
                    <a:pt x="18274" y="17468"/>
                    <a:pt x="15867" y="19621"/>
                    <a:pt x="13397" y="21711"/>
                  </a:cubicBezTo>
                  <a:lnTo>
                    <a:pt x="13365" y="21743"/>
                  </a:lnTo>
                  <a:cubicBezTo>
                    <a:pt x="13239" y="21838"/>
                    <a:pt x="13175" y="21933"/>
                    <a:pt x="13049" y="22028"/>
                  </a:cubicBezTo>
                  <a:cubicBezTo>
                    <a:pt x="12890" y="20571"/>
                    <a:pt x="13492" y="19178"/>
                    <a:pt x="13999" y="18038"/>
                  </a:cubicBezTo>
                  <a:cubicBezTo>
                    <a:pt x="14030" y="17943"/>
                    <a:pt x="13999" y="17879"/>
                    <a:pt x="13967" y="17784"/>
                  </a:cubicBezTo>
                  <a:cubicBezTo>
                    <a:pt x="15297" y="17309"/>
                    <a:pt x="16564" y="16771"/>
                    <a:pt x="17831" y="16233"/>
                  </a:cubicBezTo>
                  <a:cubicBezTo>
                    <a:pt x="18527" y="16011"/>
                    <a:pt x="19161" y="15726"/>
                    <a:pt x="19826" y="15536"/>
                  </a:cubicBezTo>
                  <a:cubicBezTo>
                    <a:pt x="20086" y="15458"/>
                    <a:pt x="20368" y="15401"/>
                    <a:pt x="20690" y="15401"/>
                  </a:cubicBezTo>
                  <a:close/>
                  <a:moveTo>
                    <a:pt x="5891" y="6574"/>
                  </a:moveTo>
                  <a:cubicBezTo>
                    <a:pt x="5290" y="7904"/>
                    <a:pt x="4941" y="9265"/>
                    <a:pt x="4783" y="10785"/>
                  </a:cubicBezTo>
                  <a:cubicBezTo>
                    <a:pt x="4656" y="11894"/>
                    <a:pt x="4530" y="13161"/>
                    <a:pt x="5353" y="14269"/>
                  </a:cubicBezTo>
                  <a:cubicBezTo>
                    <a:pt x="6301" y="15560"/>
                    <a:pt x="7518" y="15949"/>
                    <a:pt x="8731" y="15949"/>
                  </a:cubicBezTo>
                  <a:cubicBezTo>
                    <a:pt x="9870" y="15949"/>
                    <a:pt x="11004" y="15606"/>
                    <a:pt x="11909" y="15346"/>
                  </a:cubicBezTo>
                  <a:cubicBezTo>
                    <a:pt x="13650" y="14807"/>
                    <a:pt x="15360" y="14269"/>
                    <a:pt x="17071" y="13762"/>
                  </a:cubicBezTo>
                  <a:cubicBezTo>
                    <a:pt x="18422" y="13372"/>
                    <a:pt x="19987" y="12556"/>
                    <a:pt x="21573" y="12556"/>
                  </a:cubicBezTo>
                  <a:cubicBezTo>
                    <a:pt x="21919" y="12556"/>
                    <a:pt x="22266" y="12595"/>
                    <a:pt x="22613" y="12686"/>
                  </a:cubicBezTo>
                  <a:cubicBezTo>
                    <a:pt x="24766" y="13224"/>
                    <a:pt x="26160" y="15694"/>
                    <a:pt x="26381" y="17658"/>
                  </a:cubicBezTo>
                  <a:cubicBezTo>
                    <a:pt x="26635" y="19463"/>
                    <a:pt x="26096" y="20983"/>
                    <a:pt x="25780" y="22566"/>
                  </a:cubicBezTo>
                  <a:cubicBezTo>
                    <a:pt x="25748" y="22630"/>
                    <a:pt x="25780" y="22661"/>
                    <a:pt x="25780" y="22693"/>
                  </a:cubicBezTo>
                  <a:cubicBezTo>
                    <a:pt x="25051" y="22883"/>
                    <a:pt x="24323" y="23168"/>
                    <a:pt x="23626" y="23485"/>
                  </a:cubicBezTo>
                  <a:cubicBezTo>
                    <a:pt x="23816" y="22091"/>
                    <a:pt x="23879" y="20635"/>
                    <a:pt x="23784" y="19146"/>
                  </a:cubicBezTo>
                  <a:cubicBezTo>
                    <a:pt x="23689" y="17943"/>
                    <a:pt x="23404" y="16391"/>
                    <a:pt x="22264" y="15504"/>
                  </a:cubicBezTo>
                  <a:cubicBezTo>
                    <a:pt x="21742" y="15075"/>
                    <a:pt x="21176" y="14932"/>
                    <a:pt x="20630" y="14932"/>
                  </a:cubicBezTo>
                  <a:cubicBezTo>
                    <a:pt x="20249" y="14932"/>
                    <a:pt x="19879" y="15001"/>
                    <a:pt x="19541" y="15092"/>
                  </a:cubicBezTo>
                  <a:cubicBezTo>
                    <a:pt x="18242" y="15441"/>
                    <a:pt x="17007" y="16011"/>
                    <a:pt x="15772" y="16518"/>
                  </a:cubicBezTo>
                  <a:cubicBezTo>
                    <a:pt x="13795" y="17361"/>
                    <a:pt x="11616" y="18224"/>
                    <a:pt x="9263" y="18224"/>
                  </a:cubicBezTo>
                  <a:cubicBezTo>
                    <a:pt x="8525" y="18224"/>
                    <a:pt x="7771" y="18139"/>
                    <a:pt x="7000" y="17943"/>
                  </a:cubicBezTo>
                  <a:cubicBezTo>
                    <a:pt x="5733" y="17658"/>
                    <a:pt x="4403" y="16993"/>
                    <a:pt x="3706" y="15694"/>
                  </a:cubicBezTo>
                  <a:cubicBezTo>
                    <a:pt x="3200" y="14744"/>
                    <a:pt x="3105" y="13636"/>
                    <a:pt x="3073" y="12686"/>
                  </a:cubicBezTo>
                  <a:cubicBezTo>
                    <a:pt x="2978" y="10944"/>
                    <a:pt x="3200" y="9234"/>
                    <a:pt x="3611" y="7650"/>
                  </a:cubicBezTo>
                  <a:cubicBezTo>
                    <a:pt x="4340" y="7270"/>
                    <a:pt x="5100" y="6890"/>
                    <a:pt x="5891" y="6574"/>
                  </a:cubicBezTo>
                  <a:close/>
                  <a:moveTo>
                    <a:pt x="20915" y="15410"/>
                  </a:moveTo>
                  <a:lnTo>
                    <a:pt x="20915" y="15410"/>
                  </a:lnTo>
                  <a:cubicBezTo>
                    <a:pt x="21386" y="15444"/>
                    <a:pt x="21856" y="15603"/>
                    <a:pt x="22264" y="16043"/>
                  </a:cubicBezTo>
                  <a:cubicBezTo>
                    <a:pt x="19161" y="18228"/>
                    <a:pt x="16089" y="20730"/>
                    <a:pt x="13555" y="23611"/>
                  </a:cubicBezTo>
                  <a:cubicBezTo>
                    <a:pt x="13524" y="23611"/>
                    <a:pt x="13524" y="23643"/>
                    <a:pt x="13524" y="23643"/>
                  </a:cubicBezTo>
                  <a:cubicBezTo>
                    <a:pt x="13302" y="23168"/>
                    <a:pt x="13144" y="22693"/>
                    <a:pt x="13049" y="22250"/>
                  </a:cubicBezTo>
                  <a:lnTo>
                    <a:pt x="13049" y="22250"/>
                  </a:lnTo>
                  <a:cubicBezTo>
                    <a:pt x="13109" y="22310"/>
                    <a:pt x="13156" y="22332"/>
                    <a:pt x="13207" y="22332"/>
                  </a:cubicBezTo>
                  <a:cubicBezTo>
                    <a:pt x="13237" y="22332"/>
                    <a:pt x="13267" y="22325"/>
                    <a:pt x="13302" y="22313"/>
                  </a:cubicBezTo>
                  <a:cubicBezTo>
                    <a:pt x="15867" y="20096"/>
                    <a:pt x="18527" y="17943"/>
                    <a:pt x="20998" y="15662"/>
                  </a:cubicBezTo>
                  <a:cubicBezTo>
                    <a:pt x="21119" y="15572"/>
                    <a:pt x="21008" y="15423"/>
                    <a:pt x="20915" y="15410"/>
                  </a:cubicBezTo>
                  <a:close/>
                  <a:moveTo>
                    <a:pt x="22549" y="16296"/>
                  </a:moveTo>
                  <a:cubicBezTo>
                    <a:pt x="22866" y="16771"/>
                    <a:pt x="23056" y="17341"/>
                    <a:pt x="23183" y="17816"/>
                  </a:cubicBezTo>
                  <a:cubicBezTo>
                    <a:pt x="23278" y="18069"/>
                    <a:pt x="23309" y="18354"/>
                    <a:pt x="23341" y="18576"/>
                  </a:cubicBezTo>
                  <a:lnTo>
                    <a:pt x="23309" y="18608"/>
                  </a:lnTo>
                  <a:cubicBezTo>
                    <a:pt x="20903" y="20983"/>
                    <a:pt x="18401" y="23168"/>
                    <a:pt x="15709" y="25226"/>
                  </a:cubicBezTo>
                  <a:cubicBezTo>
                    <a:pt x="15614" y="25298"/>
                    <a:pt x="15661" y="25405"/>
                    <a:pt x="15744" y="25467"/>
                  </a:cubicBezTo>
                  <a:lnTo>
                    <a:pt x="15744" y="25467"/>
                  </a:lnTo>
                  <a:cubicBezTo>
                    <a:pt x="15067" y="25211"/>
                    <a:pt x="14475" y="24805"/>
                    <a:pt x="13967" y="24118"/>
                  </a:cubicBezTo>
                  <a:cubicBezTo>
                    <a:pt x="13872" y="24086"/>
                    <a:pt x="13840" y="23991"/>
                    <a:pt x="13809" y="23928"/>
                  </a:cubicBezTo>
                  <a:cubicBezTo>
                    <a:pt x="13840" y="23928"/>
                    <a:pt x="13872" y="23928"/>
                    <a:pt x="13935" y="23896"/>
                  </a:cubicBezTo>
                  <a:cubicBezTo>
                    <a:pt x="16786" y="21268"/>
                    <a:pt x="19541" y="18671"/>
                    <a:pt x="22549" y="16296"/>
                  </a:cubicBezTo>
                  <a:close/>
                  <a:moveTo>
                    <a:pt x="23468" y="20603"/>
                  </a:moveTo>
                  <a:cubicBezTo>
                    <a:pt x="23468" y="21616"/>
                    <a:pt x="23341" y="22693"/>
                    <a:pt x="23278" y="23643"/>
                  </a:cubicBezTo>
                  <a:cubicBezTo>
                    <a:pt x="21884" y="24276"/>
                    <a:pt x="20523" y="25005"/>
                    <a:pt x="19097" y="25417"/>
                  </a:cubicBezTo>
                  <a:cubicBezTo>
                    <a:pt x="18844" y="25512"/>
                    <a:pt x="18559" y="25575"/>
                    <a:pt x="18274" y="25638"/>
                  </a:cubicBezTo>
                  <a:cubicBezTo>
                    <a:pt x="20016" y="23991"/>
                    <a:pt x="21884" y="22408"/>
                    <a:pt x="23468" y="20603"/>
                  </a:cubicBezTo>
                  <a:close/>
                  <a:moveTo>
                    <a:pt x="23373" y="18924"/>
                  </a:moveTo>
                  <a:cubicBezTo>
                    <a:pt x="23436" y="19368"/>
                    <a:pt x="23468" y="19811"/>
                    <a:pt x="23468" y="20254"/>
                  </a:cubicBezTo>
                  <a:cubicBezTo>
                    <a:pt x="21409" y="21838"/>
                    <a:pt x="19572" y="23770"/>
                    <a:pt x="17767" y="25575"/>
                  </a:cubicBezTo>
                  <a:cubicBezTo>
                    <a:pt x="17736" y="25638"/>
                    <a:pt x="17736" y="25670"/>
                    <a:pt x="17736" y="25702"/>
                  </a:cubicBezTo>
                  <a:cubicBezTo>
                    <a:pt x="17546" y="25730"/>
                    <a:pt x="17356" y="25744"/>
                    <a:pt x="17166" y="25744"/>
                  </a:cubicBezTo>
                  <a:cubicBezTo>
                    <a:pt x="16740" y="25744"/>
                    <a:pt x="16318" y="25672"/>
                    <a:pt x="15911" y="25527"/>
                  </a:cubicBezTo>
                  <a:lnTo>
                    <a:pt x="15911" y="25527"/>
                  </a:lnTo>
                  <a:cubicBezTo>
                    <a:pt x="15917" y="25523"/>
                    <a:pt x="15924" y="25518"/>
                    <a:pt x="15931" y="25512"/>
                  </a:cubicBezTo>
                  <a:cubicBezTo>
                    <a:pt x="18686" y="23675"/>
                    <a:pt x="21251" y="21426"/>
                    <a:pt x="23373" y="18924"/>
                  </a:cubicBezTo>
                  <a:close/>
                  <a:moveTo>
                    <a:pt x="29576" y="25660"/>
                  </a:moveTo>
                  <a:cubicBezTo>
                    <a:pt x="29778" y="25660"/>
                    <a:pt x="29980" y="25673"/>
                    <a:pt x="30182" y="25702"/>
                  </a:cubicBezTo>
                  <a:cubicBezTo>
                    <a:pt x="28028" y="27253"/>
                    <a:pt x="26128" y="29312"/>
                    <a:pt x="24133" y="31085"/>
                  </a:cubicBezTo>
                  <a:cubicBezTo>
                    <a:pt x="24418" y="29533"/>
                    <a:pt x="25051" y="28045"/>
                    <a:pt x="25590" y="26747"/>
                  </a:cubicBezTo>
                  <a:cubicBezTo>
                    <a:pt x="25843" y="26652"/>
                    <a:pt x="26065" y="26525"/>
                    <a:pt x="26318" y="26462"/>
                  </a:cubicBezTo>
                  <a:cubicBezTo>
                    <a:pt x="27289" y="26084"/>
                    <a:pt x="28421" y="25660"/>
                    <a:pt x="29576" y="25660"/>
                  </a:cubicBezTo>
                  <a:close/>
                  <a:moveTo>
                    <a:pt x="13524" y="17911"/>
                  </a:moveTo>
                  <a:lnTo>
                    <a:pt x="13524" y="17911"/>
                  </a:lnTo>
                  <a:cubicBezTo>
                    <a:pt x="12669" y="19906"/>
                    <a:pt x="11782" y="22851"/>
                    <a:pt x="14252" y="25068"/>
                  </a:cubicBezTo>
                  <a:cubicBezTo>
                    <a:pt x="15175" y="25909"/>
                    <a:pt x="16207" y="26204"/>
                    <a:pt x="17226" y="26204"/>
                  </a:cubicBezTo>
                  <a:cubicBezTo>
                    <a:pt x="18586" y="26204"/>
                    <a:pt x="19920" y="25679"/>
                    <a:pt x="20934" y="25226"/>
                  </a:cubicBezTo>
                  <a:cubicBezTo>
                    <a:pt x="23335" y="24198"/>
                    <a:pt x="25714" y="22795"/>
                    <a:pt x="28566" y="22795"/>
                  </a:cubicBezTo>
                  <a:cubicBezTo>
                    <a:pt x="29137" y="22795"/>
                    <a:pt x="29727" y="22851"/>
                    <a:pt x="30340" y="22978"/>
                  </a:cubicBezTo>
                  <a:cubicBezTo>
                    <a:pt x="33792" y="23675"/>
                    <a:pt x="37275" y="27443"/>
                    <a:pt x="35977" y="30737"/>
                  </a:cubicBezTo>
                  <a:lnTo>
                    <a:pt x="35977" y="30800"/>
                  </a:lnTo>
                  <a:cubicBezTo>
                    <a:pt x="35565" y="31180"/>
                    <a:pt x="35154" y="31370"/>
                    <a:pt x="34552" y="31402"/>
                  </a:cubicBezTo>
                  <a:cubicBezTo>
                    <a:pt x="35059" y="29470"/>
                    <a:pt x="33982" y="27032"/>
                    <a:pt x="31860" y="25828"/>
                  </a:cubicBezTo>
                  <a:cubicBezTo>
                    <a:pt x="31042" y="25362"/>
                    <a:pt x="30220" y="25181"/>
                    <a:pt x="29416" y="25181"/>
                  </a:cubicBezTo>
                  <a:cubicBezTo>
                    <a:pt x="27543" y="25181"/>
                    <a:pt x="25763" y="26158"/>
                    <a:pt x="24323" y="26778"/>
                  </a:cubicBezTo>
                  <a:cubicBezTo>
                    <a:pt x="22598" y="27520"/>
                    <a:pt x="20618" y="28326"/>
                    <a:pt x="18514" y="28326"/>
                  </a:cubicBezTo>
                  <a:cubicBezTo>
                    <a:pt x="17296" y="28326"/>
                    <a:pt x="16036" y="28056"/>
                    <a:pt x="14759" y="27348"/>
                  </a:cubicBezTo>
                  <a:cubicBezTo>
                    <a:pt x="11560" y="25670"/>
                    <a:pt x="9755" y="21490"/>
                    <a:pt x="10832" y="18734"/>
                  </a:cubicBezTo>
                  <a:cubicBezTo>
                    <a:pt x="10863" y="18639"/>
                    <a:pt x="10863" y="18576"/>
                    <a:pt x="10832" y="18544"/>
                  </a:cubicBezTo>
                  <a:cubicBezTo>
                    <a:pt x="11750" y="18418"/>
                    <a:pt x="12669" y="18164"/>
                    <a:pt x="13524" y="17911"/>
                  </a:cubicBezTo>
                  <a:close/>
                  <a:moveTo>
                    <a:pt x="30467" y="25733"/>
                  </a:moveTo>
                  <a:cubicBezTo>
                    <a:pt x="30878" y="25828"/>
                    <a:pt x="31227" y="25987"/>
                    <a:pt x="31607" y="26177"/>
                  </a:cubicBezTo>
                  <a:cubicBezTo>
                    <a:pt x="29010" y="28362"/>
                    <a:pt x="26508" y="30737"/>
                    <a:pt x="24006" y="32985"/>
                  </a:cubicBezTo>
                  <a:cubicBezTo>
                    <a:pt x="24006" y="32479"/>
                    <a:pt x="24006" y="32004"/>
                    <a:pt x="24101" y="31497"/>
                  </a:cubicBezTo>
                  <a:cubicBezTo>
                    <a:pt x="24117" y="31513"/>
                    <a:pt x="24157" y="31521"/>
                    <a:pt x="24196" y="31521"/>
                  </a:cubicBezTo>
                  <a:cubicBezTo>
                    <a:pt x="24236" y="31521"/>
                    <a:pt x="24275" y="31513"/>
                    <a:pt x="24291" y="31497"/>
                  </a:cubicBezTo>
                  <a:cubicBezTo>
                    <a:pt x="26350" y="29628"/>
                    <a:pt x="28693" y="27887"/>
                    <a:pt x="30467" y="25733"/>
                  </a:cubicBezTo>
                  <a:close/>
                  <a:moveTo>
                    <a:pt x="31892" y="26367"/>
                  </a:moveTo>
                  <a:cubicBezTo>
                    <a:pt x="31923" y="26367"/>
                    <a:pt x="31923" y="26430"/>
                    <a:pt x="31987" y="26430"/>
                  </a:cubicBezTo>
                  <a:cubicBezTo>
                    <a:pt x="32652" y="26842"/>
                    <a:pt x="33159" y="27412"/>
                    <a:pt x="33570" y="28045"/>
                  </a:cubicBezTo>
                  <a:cubicBezTo>
                    <a:pt x="32018" y="29217"/>
                    <a:pt x="30720" y="30705"/>
                    <a:pt x="29295" y="32004"/>
                  </a:cubicBezTo>
                  <a:cubicBezTo>
                    <a:pt x="27806" y="33334"/>
                    <a:pt x="26318" y="34664"/>
                    <a:pt x="24798" y="35994"/>
                  </a:cubicBezTo>
                  <a:cubicBezTo>
                    <a:pt x="24323" y="35139"/>
                    <a:pt x="24101" y="34252"/>
                    <a:pt x="24006" y="33397"/>
                  </a:cubicBezTo>
                  <a:lnTo>
                    <a:pt x="24006" y="33397"/>
                  </a:lnTo>
                  <a:cubicBezTo>
                    <a:pt x="24054" y="33413"/>
                    <a:pt x="24093" y="33421"/>
                    <a:pt x="24125" y="33421"/>
                  </a:cubicBezTo>
                  <a:cubicBezTo>
                    <a:pt x="24157" y="33421"/>
                    <a:pt x="24180" y="33413"/>
                    <a:pt x="24196" y="33397"/>
                  </a:cubicBezTo>
                  <a:cubicBezTo>
                    <a:pt x="26825" y="31085"/>
                    <a:pt x="29422" y="28837"/>
                    <a:pt x="31892" y="26367"/>
                  </a:cubicBezTo>
                  <a:close/>
                  <a:moveTo>
                    <a:pt x="33665" y="28267"/>
                  </a:moveTo>
                  <a:cubicBezTo>
                    <a:pt x="33919" y="28647"/>
                    <a:pt x="34077" y="29058"/>
                    <a:pt x="34140" y="29470"/>
                  </a:cubicBezTo>
                  <a:cubicBezTo>
                    <a:pt x="30973" y="31592"/>
                    <a:pt x="28250" y="34379"/>
                    <a:pt x="25336" y="36881"/>
                  </a:cubicBezTo>
                  <a:cubicBezTo>
                    <a:pt x="25210" y="36659"/>
                    <a:pt x="25083" y="36501"/>
                    <a:pt x="24956" y="36311"/>
                  </a:cubicBezTo>
                  <a:cubicBezTo>
                    <a:pt x="24988" y="36311"/>
                    <a:pt x="25051" y="36311"/>
                    <a:pt x="25083" y="36279"/>
                  </a:cubicBezTo>
                  <a:cubicBezTo>
                    <a:pt x="26603" y="35012"/>
                    <a:pt x="28060" y="33650"/>
                    <a:pt x="29517" y="32320"/>
                  </a:cubicBezTo>
                  <a:cubicBezTo>
                    <a:pt x="30942" y="31054"/>
                    <a:pt x="32493" y="29787"/>
                    <a:pt x="33665" y="28267"/>
                  </a:cubicBezTo>
                  <a:close/>
                  <a:moveTo>
                    <a:pt x="25178" y="26937"/>
                  </a:moveTo>
                  <a:cubicBezTo>
                    <a:pt x="24164" y="28837"/>
                    <a:pt x="23309" y="31244"/>
                    <a:pt x="23626" y="33714"/>
                  </a:cubicBezTo>
                  <a:cubicBezTo>
                    <a:pt x="23816" y="35202"/>
                    <a:pt x="24450" y="36722"/>
                    <a:pt x="25843" y="38052"/>
                  </a:cubicBezTo>
                  <a:cubicBezTo>
                    <a:pt x="25558" y="38686"/>
                    <a:pt x="25083" y="39129"/>
                    <a:pt x="24323" y="39192"/>
                  </a:cubicBezTo>
                  <a:cubicBezTo>
                    <a:pt x="23626" y="38369"/>
                    <a:pt x="23056" y="37451"/>
                    <a:pt x="22708" y="36564"/>
                  </a:cubicBezTo>
                  <a:cubicBezTo>
                    <a:pt x="22264" y="35487"/>
                    <a:pt x="22043" y="34379"/>
                    <a:pt x="22011" y="33270"/>
                  </a:cubicBezTo>
                  <a:cubicBezTo>
                    <a:pt x="21916" y="31370"/>
                    <a:pt x="22486" y="29755"/>
                    <a:pt x="22644" y="27950"/>
                  </a:cubicBezTo>
                  <a:cubicBezTo>
                    <a:pt x="23499" y="27633"/>
                    <a:pt x="24323" y="27285"/>
                    <a:pt x="25178" y="26937"/>
                  </a:cubicBezTo>
                  <a:close/>
                  <a:moveTo>
                    <a:pt x="7925" y="0"/>
                  </a:moveTo>
                  <a:cubicBezTo>
                    <a:pt x="7543" y="0"/>
                    <a:pt x="7178" y="80"/>
                    <a:pt x="6873" y="240"/>
                  </a:cubicBezTo>
                  <a:cubicBezTo>
                    <a:pt x="6873" y="303"/>
                    <a:pt x="6842" y="303"/>
                    <a:pt x="6842" y="303"/>
                  </a:cubicBezTo>
                  <a:cubicBezTo>
                    <a:pt x="6810" y="303"/>
                    <a:pt x="6810" y="335"/>
                    <a:pt x="6747" y="335"/>
                  </a:cubicBezTo>
                  <a:cubicBezTo>
                    <a:pt x="6715" y="366"/>
                    <a:pt x="6715" y="398"/>
                    <a:pt x="6715" y="461"/>
                  </a:cubicBezTo>
                  <a:cubicBezTo>
                    <a:pt x="5733" y="1601"/>
                    <a:pt x="4973" y="2932"/>
                    <a:pt x="4276" y="4293"/>
                  </a:cubicBezTo>
                  <a:lnTo>
                    <a:pt x="4276" y="4357"/>
                  </a:lnTo>
                  <a:cubicBezTo>
                    <a:pt x="2915" y="4990"/>
                    <a:pt x="1679" y="5718"/>
                    <a:pt x="539" y="6574"/>
                  </a:cubicBezTo>
                  <a:cubicBezTo>
                    <a:pt x="476" y="6637"/>
                    <a:pt x="476" y="6700"/>
                    <a:pt x="508" y="6795"/>
                  </a:cubicBezTo>
                  <a:cubicBezTo>
                    <a:pt x="96" y="7587"/>
                    <a:pt x="1" y="8600"/>
                    <a:pt x="96" y="9582"/>
                  </a:cubicBezTo>
                  <a:cubicBezTo>
                    <a:pt x="96" y="9645"/>
                    <a:pt x="96" y="9677"/>
                    <a:pt x="159" y="9709"/>
                  </a:cubicBezTo>
                  <a:cubicBezTo>
                    <a:pt x="159" y="9860"/>
                    <a:pt x="300" y="10031"/>
                    <a:pt x="437" y="10031"/>
                  </a:cubicBezTo>
                  <a:cubicBezTo>
                    <a:pt x="472" y="10031"/>
                    <a:pt x="507" y="10020"/>
                    <a:pt x="539" y="9994"/>
                  </a:cubicBezTo>
                  <a:cubicBezTo>
                    <a:pt x="1331" y="9265"/>
                    <a:pt x="2154" y="8632"/>
                    <a:pt x="3073" y="8094"/>
                  </a:cubicBezTo>
                  <a:lnTo>
                    <a:pt x="3073" y="8094"/>
                  </a:lnTo>
                  <a:cubicBezTo>
                    <a:pt x="2535" y="10342"/>
                    <a:pt x="2059" y="13541"/>
                    <a:pt x="3358" y="15979"/>
                  </a:cubicBezTo>
                  <a:cubicBezTo>
                    <a:pt x="4556" y="18189"/>
                    <a:pt x="7121" y="18720"/>
                    <a:pt x="9187" y="18720"/>
                  </a:cubicBezTo>
                  <a:cubicBezTo>
                    <a:pt x="9578" y="18720"/>
                    <a:pt x="9951" y="18701"/>
                    <a:pt x="10293" y="18671"/>
                  </a:cubicBezTo>
                  <a:lnTo>
                    <a:pt x="10357" y="18671"/>
                  </a:lnTo>
                  <a:cubicBezTo>
                    <a:pt x="9692" y="20571"/>
                    <a:pt x="10167" y="22946"/>
                    <a:pt x="11560" y="25005"/>
                  </a:cubicBezTo>
                  <a:cubicBezTo>
                    <a:pt x="13144" y="27317"/>
                    <a:pt x="15582" y="28583"/>
                    <a:pt x="17989" y="28742"/>
                  </a:cubicBezTo>
                  <a:cubicBezTo>
                    <a:pt x="18223" y="28761"/>
                    <a:pt x="18455" y="28770"/>
                    <a:pt x="18683" y="28770"/>
                  </a:cubicBezTo>
                  <a:cubicBezTo>
                    <a:pt x="19968" y="28770"/>
                    <a:pt x="21162" y="28485"/>
                    <a:pt x="22264" y="28108"/>
                  </a:cubicBezTo>
                  <a:lnTo>
                    <a:pt x="22264" y="28108"/>
                  </a:lnTo>
                  <a:cubicBezTo>
                    <a:pt x="21093" y="31402"/>
                    <a:pt x="21061" y="36089"/>
                    <a:pt x="24006" y="39477"/>
                  </a:cubicBezTo>
                  <a:cubicBezTo>
                    <a:pt x="24101" y="39572"/>
                    <a:pt x="24164" y="39572"/>
                    <a:pt x="24259" y="39572"/>
                  </a:cubicBezTo>
                  <a:cubicBezTo>
                    <a:pt x="24259" y="39604"/>
                    <a:pt x="24291" y="39604"/>
                    <a:pt x="24323" y="39604"/>
                  </a:cubicBezTo>
                  <a:cubicBezTo>
                    <a:pt x="25210" y="39509"/>
                    <a:pt x="25875" y="39034"/>
                    <a:pt x="26065" y="38211"/>
                  </a:cubicBezTo>
                  <a:cubicBezTo>
                    <a:pt x="26223" y="38211"/>
                    <a:pt x="26350" y="38021"/>
                    <a:pt x="26191" y="37862"/>
                  </a:cubicBezTo>
                  <a:lnTo>
                    <a:pt x="25590" y="37134"/>
                  </a:lnTo>
                  <a:cubicBezTo>
                    <a:pt x="28440" y="34695"/>
                    <a:pt x="31607" y="32384"/>
                    <a:pt x="34204" y="29660"/>
                  </a:cubicBezTo>
                  <a:lnTo>
                    <a:pt x="34204" y="29660"/>
                  </a:lnTo>
                  <a:cubicBezTo>
                    <a:pt x="34299" y="30325"/>
                    <a:pt x="34299" y="31022"/>
                    <a:pt x="34109" y="31655"/>
                  </a:cubicBezTo>
                  <a:cubicBezTo>
                    <a:pt x="34086" y="31770"/>
                    <a:pt x="34229" y="31852"/>
                    <a:pt x="34322" y="31852"/>
                  </a:cubicBezTo>
                  <a:cubicBezTo>
                    <a:pt x="34357" y="31852"/>
                    <a:pt x="34385" y="31840"/>
                    <a:pt x="34394" y="31814"/>
                  </a:cubicBezTo>
                  <a:cubicBezTo>
                    <a:pt x="34394" y="31750"/>
                    <a:pt x="34425" y="31719"/>
                    <a:pt x="34425" y="31687"/>
                  </a:cubicBezTo>
                  <a:lnTo>
                    <a:pt x="34520" y="31687"/>
                  </a:lnTo>
                  <a:cubicBezTo>
                    <a:pt x="34554" y="31689"/>
                    <a:pt x="34587" y="31689"/>
                    <a:pt x="34621" y="31689"/>
                  </a:cubicBezTo>
                  <a:cubicBezTo>
                    <a:pt x="35248" y="31689"/>
                    <a:pt x="35836" y="31408"/>
                    <a:pt x="36167" y="30927"/>
                  </a:cubicBezTo>
                  <a:cubicBezTo>
                    <a:pt x="36199" y="30927"/>
                    <a:pt x="36199" y="30927"/>
                    <a:pt x="36262" y="30895"/>
                  </a:cubicBezTo>
                  <a:cubicBezTo>
                    <a:pt x="37402" y="29217"/>
                    <a:pt x="36294" y="26462"/>
                    <a:pt x="34584" y="24751"/>
                  </a:cubicBezTo>
                  <a:cubicBezTo>
                    <a:pt x="32861" y="22973"/>
                    <a:pt x="30529" y="22341"/>
                    <a:pt x="28464" y="22341"/>
                  </a:cubicBezTo>
                  <a:cubicBezTo>
                    <a:pt x="28175" y="22341"/>
                    <a:pt x="27892" y="22353"/>
                    <a:pt x="27616" y="22376"/>
                  </a:cubicBezTo>
                  <a:cubicBezTo>
                    <a:pt x="27141" y="22408"/>
                    <a:pt x="26666" y="22503"/>
                    <a:pt x="26223" y="22630"/>
                  </a:cubicBezTo>
                  <a:cubicBezTo>
                    <a:pt x="26983" y="20349"/>
                    <a:pt x="27553" y="17499"/>
                    <a:pt x="25875" y="14839"/>
                  </a:cubicBezTo>
                  <a:cubicBezTo>
                    <a:pt x="24680" y="12918"/>
                    <a:pt x="23138" y="12176"/>
                    <a:pt x="21532" y="12176"/>
                  </a:cubicBezTo>
                  <a:cubicBezTo>
                    <a:pt x="20968" y="12176"/>
                    <a:pt x="20395" y="12267"/>
                    <a:pt x="19826" y="12432"/>
                  </a:cubicBezTo>
                  <a:cubicBezTo>
                    <a:pt x="18369" y="12844"/>
                    <a:pt x="16976" y="13319"/>
                    <a:pt x="15551" y="13731"/>
                  </a:cubicBezTo>
                  <a:cubicBezTo>
                    <a:pt x="16691" y="12084"/>
                    <a:pt x="17767" y="10184"/>
                    <a:pt x="17451" y="7809"/>
                  </a:cubicBezTo>
                  <a:cubicBezTo>
                    <a:pt x="17197" y="6003"/>
                    <a:pt x="16152" y="3945"/>
                    <a:pt x="14410" y="2900"/>
                  </a:cubicBezTo>
                  <a:cubicBezTo>
                    <a:pt x="13510" y="2370"/>
                    <a:pt x="12576" y="2178"/>
                    <a:pt x="11660" y="2178"/>
                  </a:cubicBezTo>
                  <a:cubicBezTo>
                    <a:pt x="10386" y="2178"/>
                    <a:pt x="9145" y="2550"/>
                    <a:pt x="8077" y="2900"/>
                  </a:cubicBezTo>
                  <a:cubicBezTo>
                    <a:pt x="8267" y="2583"/>
                    <a:pt x="8457" y="2235"/>
                    <a:pt x="8710" y="1918"/>
                  </a:cubicBezTo>
                  <a:cubicBezTo>
                    <a:pt x="8963" y="1475"/>
                    <a:pt x="9375" y="1158"/>
                    <a:pt x="9533" y="651"/>
                  </a:cubicBezTo>
                  <a:cubicBezTo>
                    <a:pt x="9559" y="573"/>
                    <a:pt x="9478" y="517"/>
                    <a:pt x="9431" y="517"/>
                  </a:cubicBezTo>
                  <a:cubicBezTo>
                    <a:pt x="9421" y="517"/>
                    <a:pt x="9412" y="519"/>
                    <a:pt x="9407" y="525"/>
                  </a:cubicBezTo>
                  <a:lnTo>
                    <a:pt x="9375" y="525"/>
                  </a:lnTo>
                  <a:cubicBezTo>
                    <a:pt x="9407" y="493"/>
                    <a:pt x="9375" y="366"/>
                    <a:pt x="9280" y="335"/>
                  </a:cubicBezTo>
                  <a:cubicBezTo>
                    <a:pt x="8851" y="112"/>
                    <a:pt x="8376" y="0"/>
                    <a:pt x="7925" y="0"/>
                  </a:cubicBezTo>
                  <a:close/>
                </a:path>
              </a:pathLst>
            </a:custGeom>
            <a:solidFill>
              <a:schemeClr val="accent1">
                <a:lumMod val="75000"/>
              </a:schemeClr>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7" name="Google Shape;1797;p51">
            <a:extLst>
              <a:ext uri="{FF2B5EF4-FFF2-40B4-BE49-F238E27FC236}">
                <a16:creationId xmlns:a16="http://schemas.microsoft.com/office/drawing/2014/main" id="{E0569787-1790-5DEB-5274-0E27DD3577E9}"/>
              </a:ext>
            </a:extLst>
          </p:cNvPr>
          <p:cNvGrpSpPr/>
          <p:nvPr/>
        </p:nvGrpSpPr>
        <p:grpSpPr>
          <a:xfrm>
            <a:off x="6664713" y="2982935"/>
            <a:ext cx="849326" cy="792977"/>
            <a:chOff x="7676968" y="3743931"/>
            <a:chExt cx="849326" cy="792977"/>
          </a:xfrm>
        </p:grpSpPr>
        <p:sp>
          <p:nvSpPr>
            <p:cNvPr id="18" name="Google Shape;1798;p51">
              <a:extLst>
                <a:ext uri="{FF2B5EF4-FFF2-40B4-BE49-F238E27FC236}">
                  <a16:creationId xmlns:a16="http://schemas.microsoft.com/office/drawing/2014/main" id="{73D8DDCE-F276-0A0A-C3F9-F3AE260447E5}"/>
                </a:ext>
              </a:extLst>
            </p:cNvPr>
            <p:cNvSpPr/>
            <p:nvPr/>
          </p:nvSpPr>
          <p:spPr>
            <a:xfrm>
              <a:off x="8048014" y="3896960"/>
              <a:ext cx="478280" cy="320916"/>
            </a:xfrm>
            <a:custGeom>
              <a:avLst/>
              <a:gdLst/>
              <a:ahLst/>
              <a:cxnLst/>
              <a:rect l="l" t="t" r="r" b="b"/>
              <a:pathLst>
                <a:path w="15227" h="10217" extrusionOk="0">
                  <a:moveTo>
                    <a:pt x="9122" y="462"/>
                  </a:moveTo>
                  <a:cubicBezTo>
                    <a:pt x="9549" y="462"/>
                    <a:pt x="10010" y="568"/>
                    <a:pt x="10515" y="814"/>
                  </a:cubicBezTo>
                  <a:cubicBezTo>
                    <a:pt x="14378" y="2619"/>
                    <a:pt x="11401" y="6895"/>
                    <a:pt x="9026" y="8415"/>
                  </a:cubicBezTo>
                  <a:cubicBezTo>
                    <a:pt x="7808" y="9190"/>
                    <a:pt x="6364" y="9675"/>
                    <a:pt x="4982" y="9675"/>
                  </a:cubicBezTo>
                  <a:cubicBezTo>
                    <a:pt x="3993" y="9675"/>
                    <a:pt x="3036" y="9426"/>
                    <a:pt x="2217" y="8858"/>
                  </a:cubicBezTo>
                  <a:cubicBezTo>
                    <a:pt x="1964" y="8605"/>
                    <a:pt x="1711" y="8383"/>
                    <a:pt x="1426" y="8161"/>
                  </a:cubicBezTo>
                  <a:cubicBezTo>
                    <a:pt x="1172" y="7781"/>
                    <a:pt x="950" y="7433"/>
                    <a:pt x="665" y="7053"/>
                  </a:cubicBezTo>
                  <a:cubicBezTo>
                    <a:pt x="349" y="6230"/>
                    <a:pt x="475" y="5375"/>
                    <a:pt x="1742" y="4963"/>
                  </a:cubicBezTo>
                  <a:cubicBezTo>
                    <a:pt x="2217" y="4836"/>
                    <a:pt x="2724" y="4900"/>
                    <a:pt x="3231" y="4741"/>
                  </a:cubicBezTo>
                  <a:cubicBezTo>
                    <a:pt x="3864" y="4488"/>
                    <a:pt x="4434" y="4045"/>
                    <a:pt x="4909" y="3569"/>
                  </a:cubicBezTo>
                  <a:cubicBezTo>
                    <a:pt x="6160" y="2293"/>
                    <a:pt x="7348" y="462"/>
                    <a:pt x="9122" y="462"/>
                  </a:cubicBezTo>
                  <a:close/>
                  <a:moveTo>
                    <a:pt x="9159" y="1"/>
                  </a:moveTo>
                  <a:cubicBezTo>
                    <a:pt x="8860" y="1"/>
                    <a:pt x="8560" y="39"/>
                    <a:pt x="8266" y="118"/>
                  </a:cubicBezTo>
                  <a:cubicBezTo>
                    <a:pt x="6841" y="498"/>
                    <a:pt x="5986" y="1669"/>
                    <a:pt x="5004" y="2746"/>
                  </a:cubicBezTo>
                  <a:cubicBezTo>
                    <a:pt x="4434" y="3443"/>
                    <a:pt x="3769" y="4140"/>
                    <a:pt x="2819" y="4361"/>
                  </a:cubicBezTo>
                  <a:cubicBezTo>
                    <a:pt x="2122" y="4551"/>
                    <a:pt x="1394" y="4456"/>
                    <a:pt x="792" y="4900"/>
                  </a:cubicBezTo>
                  <a:cubicBezTo>
                    <a:pt x="0" y="5470"/>
                    <a:pt x="0" y="6388"/>
                    <a:pt x="285" y="7180"/>
                  </a:cubicBezTo>
                  <a:cubicBezTo>
                    <a:pt x="317" y="7465"/>
                    <a:pt x="475" y="7750"/>
                    <a:pt x="665" y="8003"/>
                  </a:cubicBezTo>
                  <a:cubicBezTo>
                    <a:pt x="1014" y="8541"/>
                    <a:pt x="1489" y="9017"/>
                    <a:pt x="1932" y="9397"/>
                  </a:cubicBezTo>
                  <a:cubicBezTo>
                    <a:pt x="1980" y="9412"/>
                    <a:pt x="2019" y="9420"/>
                    <a:pt x="2051" y="9420"/>
                  </a:cubicBezTo>
                  <a:cubicBezTo>
                    <a:pt x="2083" y="9420"/>
                    <a:pt x="2106" y="9412"/>
                    <a:pt x="2122" y="9397"/>
                  </a:cubicBezTo>
                  <a:cubicBezTo>
                    <a:pt x="2920" y="9966"/>
                    <a:pt x="3879" y="10216"/>
                    <a:pt x="4891" y="10216"/>
                  </a:cubicBezTo>
                  <a:cubicBezTo>
                    <a:pt x="9504" y="10216"/>
                    <a:pt x="15227" y="5023"/>
                    <a:pt x="11876" y="1258"/>
                  </a:cubicBezTo>
                  <a:cubicBezTo>
                    <a:pt x="11190" y="449"/>
                    <a:pt x="10181" y="1"/>
                    <a:pt x="9159"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1799;p51">
              <a:extLst>
                <a:ext uri="{FF2B5EF4-FFF2-40B4-BE49-F238E27FC236}">
                  <a16:creationId xmlns:a16="http://schemas.microsoft.com/office/drawing/2014/main" id="{031B0C1B-01E1-B455-E75C-D8441C8732F7}"/>
                </a:ext>
              </a:extLst>
            </p:cNvPr>
            <p:cNvSpPr/>
            <p:nvPr/>
          </p:nvSpPr>
          <p:spPr>
            <a:xfrm>
              <a:off x="8252619" y="3953279"/>
              <a:ext cx="165468" cy="93602"/>
            </a:xfrm>
            <a:custGeom>
              <a:avLst/>
              <a:gdLst/>
              <a:ahLst/>
              <a:cxnLst/>
              <a:rect l="l" t="t" r="r" b="b"/>
              <a:pathLst>
                <a:path w="5268" h="2980" extrusionOk="0">
                  <a:moveTo>
                    <a:pt x="2918" y="240"/>
                  </a:moveTo>
                  <a:cubicBezTo>
                    <a:pt x="3723" y="240"/>
                    <a:pt x="4448" y="610"/>
                    <a:pt x="4634" y="1555"/>
                  </a:cubicBezTo>
                  <a:cubicBezTo>
                    <a:pt x="4697" y="2220"/>
                    <a:pt x="4444" y="2568"/>
                    <a:pt x="3811" y="2695"/>
                  </a:cubicBezTo>
                  <a:cubicBezTo>
                    <a:pt x="3589" y="2663"/>
                    <a:pt x="3367" y="2537"/>
                    <a:pt x="3209" y="2378"/>
                  </a:cubicBezTo>
                  <a:cubicBezTo>
                    <a:pt x="3145" y="2347"/>
                    <a:pt x="3050" y="2252"/>
                    <a:pt x="2987" y="2220"/>
                  </a:cubicBezTo>
                  <a:cubicBezTo>
                    <a:pt x="2802" y="2146"/>
                    <a:pt x="2649" y="2115"/>
                    <a:pt x="2490" y="2115"/>
                  </a:cubicBezTo>
                  <a:cubicBezTo>
                    <a:pt x="2378" y="2115"/>
                    <a:pt x="2263" y="2130"/>
                    <a:pt x="2132" y="2157"/>
                  </a:cubicBezTo>
                  <a:cubicBezTo>
                    <a:pt x="2037" y="2157"/>
                    <a:pt x="1942" y="2157"/>
                    <a:pt x="1847" y="2188"/>
                  </a:cubicBezTo>
                  <a:cubicBezTo>
                    <a:pt x="1732" y="2219"/>
                    <a:pt x="1628" y="2235"/>
                    <a:pt x="1534" y="2235"/>
                  </a:cubicBezTo>
                  <a:cubicBezTo>
                    <a:pt x="1057" y="2235"/>
                    <a:pt x="849" y="1826"/>
                    <a:pt x="929" y="953"/>
                  </a:cubicBezTo>
                  <a:cubicBezTo>
                    <a:pt x="1446" y="524"/>
                    <a:pt x="2213" y="240"/>
                    <a:pt x="2918" y="240"/>
                  </a:cubicBezTo>
                  <a:close/>
                  <a:moveTo>
                    <a:pt x="2717" y="1"/>
                  </a:moveTo>
                  <a:cubicBezTo>
                    <a:pt x="2036" y="1"/>
                    <a:pt x="1374" y="262"/>
                    <a:pt x="834" y="731"/>
                  </a:cubicBezTo>
                  <a:cubicBezTo>
                    <a:pt x="818" y="700"/>
                    <a:pt x="802" y="684"/>
                    <a:pt x="786" y="684"/>
                  </a:cubicBezTo>
                  <a:cubicBezTo>
                    <a:pt x="770" y="684"/>
                    <a:pt x="754" y="700"/>
                    <a:pt x="739" y="731"/>
                  </a:cubicBezTo>
                  <a:cubicBezTo>
                    <a:pt x="1" y="1500"/>
                    <a:pt x="487" y="2508"/>
                    <a:pt x="1501" y="2508"/>
                  </a:cubicBezTo>
                  <a:cubicBezTo>
                    <a:pt x="1531" y="2508"/>
                    <a:pt x="1562" y="2507"/>
                    <a:pt x="1594" y="2505"/>
                  </a:cubicBezTo>
                  <a:cubicBezTo>
                    <a:pt x="1930" y="2490"/>
                    <a:pt x="2118" y="2449"/>
                    <a:pt x="2301" y="2449"/>
                  </a:cubicBezTo>
                  <a:cubicBezTo>
                    <a:pt x="2514" y="2449"/>
                    <a:pt x="2720" y="2505"/>
                    <a:pt x="3145" y="2727"/>
                  </a:cubicBezTo>
                  <a:cubicBezTo>
                    <a:pt x="3367" y="2853"/>
                    <a:pt x="3494" y="2980"/>
                    <a:pt x="3779" y="2980"/>
                  </a:cubicBezTo>
                  <a:cubicBezTo>
                    <a:pt x="4222" y="2980"/>
                    <a:pt x="4602" y="2663"/>
                    <a:pt x="4792" y="2315"/>
                  </a:cubicBezTo>
                  <a:cubicBezTo>
                    <a:pt x="5267" y="1301"/>
                    <a:pt x="4286" y="320"/>
                    <a:pt x="3430" y="98"/>
                  </a:cubicBezTo>
                  <a:cubicBezTo>
                    <a:pt x="3193" y="33"/>
                    <a:pt x="2954" y="1"/>
                    <a:pt x="2717"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1800;p51">
              <a:extLst>
                <a:ext uri="{FF2B5EF4-FFF2-40B4-BE49-F238E27FC236}">
                  <a16:creationId xmlns:a16="http://schemas.microsoft.com/office/drawing/2014/main" id="{DF78A5CF-B461-A2B8-B05B-9C121AF0EBE1}"/>
                </a:ext>
              </a:extLst>
            </p:cNvPr>
            <p:cNvSpPr/>
            <p:nvPr/>
          </p:nvSpPr>
          <p:spPr>
            <a:xfrm>
              <a:off x="8279318" y="3959718"/>
              <a:ext cx="121839" cy="77237"/>
            </a:xfrm>
            <a:custGeom>
              <a:avLst/>
              <a:gdLst/>
              <a:ahLst/>
              <a:cxnLst/>
              <a:rect l="l" t="t" r="r" b="b"/>
              <a:pathLst>
                <a:path w="3879" h="2459" extrusionOk="0">
                  <a:moveTo>
                    <a:pt x="2080" y="0"/>
                  </a:moveTo>
                  <a:cubicBezTo>
                    <a:pt x="1371" y="0"/>
                    <a:pt x="599" y="283"/>
                    <a:pt x="79" y="685"/>
                  </a:cubicBezTo>
                  <a:cubicBezTo>
                    <a:pt x="0" y="1520"/>
                    <a:pt x="202" y="1947"/>
                    <a:pt x="665" y="1947"/>
                  </a:cubicBezTo>
                  <a:cubicBezTo>
                    <a:pt x="764" y="1947"/>
                    <a:pt x="875" y="1927"/>
                    <a:pt x="997" y="1888"/>
                  </a:cubicBezTo>
                  <a:cubicBezTo>
                    <a:pt x="1092" y="1888"/>
                    <a:pt x="1187" y="1856"/>
                    <a:pt x="1314" y="1856"/>
                  </a:cubicBezTo>
                  <a:cubicBezTo>
                    <a:pt x="1419" y="1856"/>
                    <a:pt x="1514" y="1853"/>
                    <a:pt x="1605" y="1853"/>
                  </a:cubicBezTo>
                  <a:cubicBezTo>
                    <a:pt x="1785" y="1853"/>
                    <a:pt x="1947" y="1867"/>
                    <a:pt x="2137" y="1952"/>
                  </a:cubicBezTo>
                  <a:cubicBezTo>
                    <a:pt x="2200" y="1983"/>
                    <a:pt x="2295" y="2015"/>
                    <a:pt x="2359" y="2110"/>
                  </a:cubicBezTo>
                  <a:cubicBezTo>
                    <a:pt x="2517" y="2332"/>
                    <a:pt x="2739" y="2395"/>
                    <a:pt x="2961" y="2458"/>
                  </a:cubicBezTo>
                  <a:cubicBezTo>
                    <a:pt x="3594" y="2332"/>
                    <a:pt x="3879" y="1983"/>
                    <a:pt x="3784" y="1318"/>
                  </a:cubicBezTo>
                  <a:cubicBezTo>
                    <a:pt x="3599" y="361"/>
                    <a:pt x="2880" y="0"/>
                    <a:pt x="208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1801;p51">
              <a:extLst>
                <a:ext uri="{FF2B5EF4-FFF2-40B4-BE49-F238E27FC236}">
                  <a16:creationId xmlns:a16="http://schemas.microsoft.com/office/drawing/2014/main" id="{22D3C6E9-7860-200B-0704-7C358BFCAF0F}"/>
                </a:ext>
              </a:extLst>
            </p:cNvPr>
            <p:cNvSpPr/>
            <p:nvPr/>
          </p:nvSpPr>
          <p:spPr>
            <a:xfrm>
              <a:off x="8057971" y="3911472"/>
              <a:ext cx="441687" cy="289380"/>
            </a:xfrm>
            <a:custGeom>
              <a:avLst/>
              <a:gdLst/>
              <a:ahLst/>
              <a:cxnLst/>
              <a:rect l="l" t="t" r="r" b="b"/>
              <a:pathLst>
                <a:path w="14062" h="9213" extrusionOk="0">
                  <a:moveTo>
                    <a:pt x="8969" y="1314"/>
                  </a:moveTo>
                  <a:cubicBezTo>
                    <a:pt x="9198" y="1314"/>
                    <a:pt x="9430" y="1342"/>
                    <a:pt x="9659" y="1397"/>
                  </a:cubicBezTo>
                  <a:cubicBezTo>
                    <a:pt x="10514" y="1651"/>
                    <a:pt x="11528" y="2632"/>
                    <a:pt x="11053" y="3646"/>
                  </a:cubicBezTo>
                  <a:cubicBezTo>
                    <a:pt x="10831" y="3994"/>
                    <a:pt x="10451" y="4311"/>
                    <a:pt x="10039" y="4311"/>
                  </a:cubicBezTo>
                  <a:cubicBezTo>
                    <a:pt x="9786" y="4311"/>
                    <a:pt x="9659" y="4184"/>
                    <a:pt x="9406" y="4058"/>
                  </a:cubicBezTo>
                  <a:cubicBezTo>
                    <a:pt x="8967" y="3830"/>
                    <a:pt x="8762" y="3767"/>
                    <a:pt x="8548" y="3767"/>
                  </a:cubicBezTo>
                  <a:cubicBezTo>
                    <a:pt x="8375" y="3767"/>
                    <a:pt x="8197" y="3808"/>
                    <a:pt x="7886" y="3836"/>
                  </a:cubicBezTo>
                  <a:cubicBezTo>
                    <a:pt x="7854" y="3838"/>
                    <a:pt x="7823" y="3839"/>
                    <a:pt x="7793" y="3839"/>
                  </a:cubicBezTo>
                  <a:cubicBezTo>
                    <a:pt x="6775" y="3839"/>
                    <a:pt x="6230" y="2831"/>
                    <a:pt x="6999" y="2062"/>
                  </a:cubicBezTo>
                  <a:cubicBezTo>
                    <a:pt x="7015" y="2031"/>
                    <a:pt x="7039" y="2015"/>
                    <a:pt x="7062" y="2015"/>
                  </a:cubicBezTo>
                  <a:cubicBezTo>
                    <a:pt x="7086" y="2015"/>
                    <a:pt x="7110" y="2031"/>
                    <a:pt x="7126" y="2062"/>
                  </a:cubicBezTo>
                  <a:cubicBezTo>
                    <a:pt x="7624" y="1564"/>
                    <a:pt x="8284" y="1314"/>
                    <a:pt x="8969" y="1314"/>
                  </a:cubicBezTo>
                  <a:close/>
                  <a:moveTo>
                    <a:pt x="8805" y="0"/>
                  </a:moveTo>
                  <a:cubicBezTo>
                    <a:pt x="7030" y="0"/>
                    <a:pt x="5836" y="1831"/>
                    <a:pt x="4560" y="3107"/>
                  </a:cubicBezTo>
                  <a:cubicBezTo>
                    <a:pt x="4085" y="3583"/>
                    <a:pt x="3515" y="4026"/>
                    <a:pt x="2882" y="4248"/>
                  </a:cubicBezTo>
                  <a:cubicBezTo>
                    <a:pt x="2407" y="4438"/>
                    <a:pt x="1869" y="4343"/>
                    <a:pt x="1394" y="4501"/>
                  </a:cubicBezTo>
                  <a:cubicBezTo>
                    <a:pt x="127" y="4881"/>
                    <a:pt x="0" y="5768"/>
                    <a:pt x="317" y="6591"/>
                  </a:cubicBezTo>
                  <a:cubicBezTo>
                    <a:pt x="538" y="6971"/>
                    <a:pt x="823" y="7351"/>
                    <a:pt x="1077" y="7699"/>
                  </a:cubicBezTo>
                  <a:cubicBezTo>
                    <a:pt x="1330" y="7953"/>
                    <a:pt x="1615" y="8143"/>
                    <a:pt x="1869" y="8396"/>
                  </a:cubicBezTo>
                  <a:cubicBezTo>
                    <a:pt x="2688" y="8964"/>
                    <a:pt x="3650" y="9213"/>
                    <a:pt x="4646" y="9213"/>
                  </a:cubicBezTo>
                  <a:cubicBezTo>
                    <a:pt x="6036" y="9213"/>
                    <a:pt x="7491" y="8728"/>
                    <a:pt x="8709" y="7953"/>
                  </a:cubicBezTo>
                  <a:cubicBezTo>
                    <a:pt x="11084" y="6433"/>
                    <a:pt x="14061" y="2157"/>
                    <a:pt x="10198" y="352"/>
                  </a:cubicBezTo>
                  <a:cubicBezTo>
                    <a:pt x="9693" y="106"/>
                    <a:pt x="9232" y="0"/>
                    <a:pt x="8805"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1802;p51">
              <a:extLst>
                <a:ext uri="{FF2B5EF4-FFF2-40B4-BE49-F238E27FC236}">
                  <a16:creationId xmlns:a16="http://schemas.microsoft.com/office/drawing/2014/main" id="{745F98F2-213B-0ABF-67F2-08094733EF9C}"/>
                </a:ext>
              </a:extLst>
            </p:cNvPr>
            <p:cNvSpPr/>
            <p:nvPr/>
          </p:nvSpPr>
          <p:spPr>
            <a:xfrm>
              <a:off x="7679952" y="3743931"/>
              <a:ext cx="363100" cy="242642"/>
            </a:xfrm>
            <a:custGeom>
              <a:avLst/>
              <a:gdLst/>
              <a:ahLst/>
              <a:cxnLst/>
              <a:rect l="l" t="t" r="r" b="b"/>
              <a:pathLst>
                <a:path w="11560" h="7725" extrusionOk="0">
                  <a:moveTo>
                    <a:pt x="4380" y="424"/>
                  </a:moveTo>
                  <a:cubicBezTo>
                    <a:pt x="7340" y="424"/>
                    <a:pt x="10790" y="2279"/>
                    <a:pt x="10768" y="4926"/>
                  </a:cubicBezTo>
                  <a:cubicBezTo>
                    <a:pt x="10768" y="6208"/>
                    <a:pt x="9750" y="7397"/>
                    <a:pt x="8475" y="7397"/>
                  </a:cubicBezTo>
                  <a:cubicBezTo>
                    <a:pt x="8458" y="7397"/>
                    <a:pt x="8442" y="7397"/>
                    <a:pt x="8425" y="7396"/>
                  </a:cubicBezTo>
                  <a:cubicBezTo>
                    <a:pt x="7158" y="7301"/>
                    <a:pt x="6683" y="6193"/>
                    <a:pt x="5765" y="5560"/>
                  </a:cubicBezTo>
                  <a:cubicBezTo>
                    <a:pt x="5385" y="5275"/>
                    <a:pt x="4973" y="5148"/>
                    <a:pt x="4498" y="5085"/>
                  </a:cubicBezTo>
                  <a:cubicBezTo>
                    <a:pt x="4368" y="5061"/>
                    <a:pt x="4189" y="5054"/>
                    <a:pt x="3979" y="5054"/>
                  </a:cubicBezTo>
                  <a:cubicBezTo>
                    <a:pt x="3676" y="5054"/>
                    <a:pt x="3307" y="5069"/>
                    <a:pt x="2924" y="5069"/>
                  </a:cubicBezTo>
                  <a:cubicBezTo>
                    <a:pt x="1762" y="5069"/>
                    <a:pt x="465" y="4938"/>
                    <a:pt x="444" y="3881"/>
                  </a:cubicBezTo>
                  <a:lnTo>
                    <a:pt x="349" y="3881"/>
                  </a:lnTo>
                  <a:cubicBezTo>
                    <a:pt x="444" y="3216"/>
                    <a:pt x="603" y="2583"/>
                    <a:pt x="824" y="1918"/>
                  </a:cubicBezTo>
                  <a:cubicBezTo>
                    <a:pt x="1569" y="879"/>
                    <a:pt x="2915" y="424"/>
                    <a:pt x="4380" y="424"/>
                  </a:cubicBezTo>
                  <a:close/>
                  <a:moveTo>
                    <a:pt x="4472" y="1"/>
                  </a:moveTo>
                  <a:cubicBezTo>
                    <a:pt x="2847" y="1"/>
                    <a:pt x="1019" y="566"/>
                    <a:pt x="286" y="1886"/>
                  </a:cubicBezTo>
                  <a:cubicBezTo>
                    <a:pt x="318" y="1918"/>
                    <a:pt x="318" y="1918"/>
                    <a:pt x="349" y="1918"/>
                  </a:cubicBezTo>
                  <a:cubicBezTo>
                    <a:pt x="349" y="1981"/>
                    <a:pt x="318" y="2044"/>
                    <a:pt x="318" y="2076"/>
                  </a:cubicBezTo>
                  <a:cubicBezTo>
                    <a:pt x="33" y="2424"/>
                    <a:pt x="1" y="3026"/>
                    <a:pt x="1" y="3406"/>
                  </a:cubicBezTo>
                  <a:cubicBezTo>
                    <a:pt x="1" y="3564"/>
                    <a:pt x="33" y="3786"/>
                    <a:pt x="64" y="3944"/>
                  </a:cubicBezTo>
                  <a:cubicBezTo>
                    <a:pt x="64" y="4008"/>
                    <a:pt x="128" y="4039"/>
                    <a:pt x="128" y="4135"/>
                  </a:cubicBezTo>
                  <a:cubicBezTo>
                    <a:pt x="128" y="4166"/>
                    <a:pt x="159" y="4261"/>
                    <a:pt x="159" y="4293"/>
                  </a:cubicBezTo>
                  <a:cubicBezTo>
                    <a:pt x="159" y="4325"/>
                    <a:pt x="191" y="4325"/>
                    <a:pt x="191" y="4325"/>
                  </a:cubicBezTo>
                  <a:lnTo>
                    <a:pt x="318" y="4578"/>
                  </a:lnTo>
                  <a:cubicBezTo>
                    <a:pt x="444" y="4800"/>
                    <a:pt x="539" y="4958"/>
                    <a:pt x="698" y="5148"/>
                  </a:cubicBezTo>
                  <a:cubicBezTo>
                    <a:pt x="745" y="5195"/>
                    <a:pt x="785" y="5219"/>
                    <a:pt x="820" y="5219"/>
                  </a:cubicBezTo>
                  <a:cubicBezTo>
                    <a:pt x="856" y="5219"/>
                    <a:pt x="888" y="5195"/>
                    <a:pt x="919" y="5148"/>
                  </a:cubicBezTo>
                  <a:lnTo>
                    <a:pt x="1394" y="5401"/>
                  </a:lnTo>
                  <a:cubicBezTo>
                    <a:pt x="1743" y="5528"/>
                    <a:pt x="2107" y="5560"/>
                    <a:pt x="2479" y="5560"/>
                  </a:cubicBezTo>
                  <a:cubicBezTo>
                    <a:pt x="2851" y="5560"/>
                    <a:pt x="3231" y="5528"/>
                    <a:pt x="3611" y="5528"/>
                  </a:cubicBezTo>
                  <a:cubicBezTo>
                    <a:pt x="4910" y="5528"/>
                    <a:pt x="5543" y="6003"/>
                    <a:pt x="6461" y="6858"/>
                  </a:cubicBezTo>
                  <a:cubicBezTo>
                    <a:pt x="7069" y="7442"/>
                    <a:pt x="7831" y="7724"/>
                    <a:pt x="8567" y="7724"/>
                  </a:cubicBezTo>
                  <a:cubicBezTo>
                    <a:pt x="9828" y="7724"/>
                    <a:pt x="11012" y="6897"/>
                    <a:pt x="11212" y="5338"/>
                  </a:cubicBezTo>
                  <a:cubicBezTo>
                    <a:pt x="11560" y="2393"/>
                    <a:pt x="8235" y="651"/>
                    <a:pt x="5828" y="144"/>
                  </a:cubicBezTo>
                  <a:cubicBezTo>
                    <a:pt x="5416" y="50"/>
                    <a:pt x="4953" y="1"/>
                    <a:pt x="4472"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Google Shape;1803;p51">
              <a:extLst>
                <a:ext uri="{FF2B5EF4-FFF2-40B4-BE49-F238E27FC236}">
                  <a16:creationId xmlns:a16="http://schemas.microsoft.com/office/drawing/2014/main" id="{32324083-0E92-FA0F-A398-5B2F7E2ADF17}"/>
                </a:ext>
              </a:extLst>
            </p:cNvPr>
            <p:cNvSpPr/>
            <p:nvPr/>
          </p:nvSpPr>
          <p:spPr>
            <a:xfrm>
              <a:off x="7689909" y="3757249"/>
              <a:ext cx="333260" cy="217200"/>
            </a:xfrm>
            <a:custGeom>
              <a:avLst/>
              <a:gdLst/>
              <a:ahLst/>
              <a:cxnLst/>
              <a:rect l="l" t="t" r="r" b="b"/>
              <a:pathLst>
                <a:path w="10610" h="6915" extrusionOk="0">
                  <a:moveTo>
                    <a:pt x="7625" y="1612"/>
                  </a:moveTo>
                  <a:cubicBezTo>
                    <a:pt x="8111" y="1612"/>
                    <a:pt x="8625" y="1756"/>
                    <a:pt x="8931" y="1937"/>
                  </a:cubicBezTo>
                  <a:cubicBezTo>
                    <a:pt x="10198" y="2665"/>
                    <a:pt x="10610" y="4376"/>
                    <a:pt x="9786" y="5579"/>
                  </a:cubicBezTo>
                  <a:cubicBezTo>
                    <a:pt x="9425" y="6092"/>
                    <a:pt x="8848" y="6400"/>
                    <a:pt x="8272" y="6400"/>
                  </a:cubicBezTo>
                  <a:cubicBezTo>
                    <a:pt x="7889" y="6400"/>
                    <a:pt x="7506" y="6263"/>
                    <a:pt x="7189" y="5959"/>
                  </a:cubicBezTo>
                  <a:cubicBezTo>
                    <a:pt x="7158" y="5959"/>
                    <a:pt x="7126" y="5959"/>
                    <a:pt x="7094" y="5927"/>
                  </a:cubicBezTo>
                  <a:cubicBezTo>
                    <a:pt x="6619" y="5421"/>
                    <a:pt x="7094" y="4851"/>
                    <a:pt x="7126" y="4249"/>
                  </a:cubicBezTo>
                  <a:cubicBezTo>
                    <a:pt x="7189" y="3615"/>
                    <a:pt x="6873" y="3552"/>
                    <a:pt x="6619" y="3077"/>
                  </a:cubicBezTo>
                  <a:cubicBezTo>
                    <a:pt x="6493" y="2887"/>
                    <a:pt x="6398" y="2729"/>
                    <a:pt x="6398" y="2539"/>
                  </a:cubicBezTo>
                  <a:cubicBezTo>
                    <a:pt x="6433" y="1846"/>
                    <a:pt x="7006" y="1612"/>
                    <a:pt x="7625" y="1612"/>
                  </a:cubicBezTo>
                  <a:close/>
                  <a:moveTo>
                    <a:pt x="4092" y="0"/>
                  </a:moveTo>
                  <a:cubicBezTo>
                    <a:pt x="2626" y="0"/>
                    <a:pt x="1273" y="455"/>
                    <a:pt x="507" y="1494"/>
                  </a:cubicBezTo>
                  <a:cubicBezTo>
                    <a:pt x="222" y="2159"/>
                    <a:pt x="127" y="2792"/>
                    <a:pt x="1" y="3425"/>
                  </a:cubicBezTo>
                  <a:lnTo>
                    <a:pt x="64" y="3425"/>
                  </a:lnTo>
                  <a:cubicBezTo>
                    <a:pt x="84" y="4486"/>
                    <a:pt x="1391" y="4627"/>
                    <a:pt x="2564" y="4627"/>
                  </a:cubicBezTo>
                  <a:cubicBezTo>
                    <a:pt x="2991" y="4627"/>
                    <a:pt x="3400" y="4608"/>
                    <a:pt x="3723" y="4608"/>
                  </a:cubicBezTo>
                  <a:cubicBezTo>
                    <a:pt x="3892" y="4608"/>
                    <a:pt x="4037" y="4613"/>
                    <a:pt x="4149" y="4629"/>
                  </a:cubicBezTo>
                  <a:cubicBezTo>
                    <a:pt x="4624" y="4692"/>
                    <a:pt x="5004" y="4819"/>
                    <a:pt x="5416" y="5104"/>
                  </a:cubicBezTo>
                  <a:cubicBezTo>
                    <a:pt x="6334" y="5737"/>
                    <a:pt x="6809" y="6877"/>
                    <a:pt x="8076" y="6909"/>
                  </a:cubicBezTo>
                  <a:cubicBezTo>
                    <a:pt x="8126" y="6913"/>
                    <a:pt x="8175" y="6914"/>
                    <a:pt x="8223" y="6914"/>
                  </a:cubicBezTo>
                  <a:cubicBezTo>
                    <a:pt x="9483" y="6914"/>
                    <a:pt x="10451" y="5752"/>
                    <a:pt x="10451" y="4502"/>
                  </a:cubicBezTo>
                  <a:cubicBezTo>
                    <a:pt x="10473" y="1855"/>
                    <a:pt x="7052" y="0"/>
                    <a:pt x="409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1804;p51">
              <a:extLst>
                <a:ext uri="{FF2B5EF4-FFF2-40B4-BE49-F238E27FC236}">
                  <a16:creationId xmlns:a16="http://schemas.microsoft.com/office/drawing/2014/main" id="{9DB5470A-5882-37F5-7EA0-72624C077D47}"/>
                </a:ext>
              </a:extLst>
            </p:cNvPr>
            <p:cNvSpPr/>
            <p:nvPr/>
          </p:nvSpPr>
          <p:spPr>
            <a:xfrm>
              <a:off x="7899791" y="3816237"/>
              <a:ext cx="108207" cy="135471"/>
            </a:xfrm>
            <a:custGeom>
              <a:avLst/>
              <a:gdLst/>
              <a:ahLst/>
              <a:cxnLst/>
              <a:rect l="l" t="t" r="r" b="b"/>
              <a:pathLst>
                <a:path w="3445" h="4313" extrusionOk="0">
                  <a:moveTo>
                    <a:pt x="1160" y="0"/>
                  </a:moveTo>
                  <a:cubicBezTo>
                    <a:pt x="1018" y="0"/>
                    <a:pt x="874" y="19"/>
                    <a:pt x="729" y="59"/>
                  </a:cubicBezTo>
                  <a:cubicBezTo>
                    <a:pt x="254" y="122"/>
                    <a:pt x="1" y="756"/>
                    <a:pt x="191" y="1167"/>
                  </a:cubicBezTo>
                  <a:cubicBezTo>
                    <a:pt x="286" y="1326"/>
                    <a:pt x="444" y="1452"/>
                    <a:pt x="507" y="1547"/>
                  </a:cubicBezTo>
                  <a:cubicBezTo>
                    <a:pt x="602" y="1706"/>
                    <a:pt x="761" y="1833"/>
                    <a:pt x="792" y="2023"/>
                  </a:cubicBezTo>
                  <a:cubicBezTo>
                    <a:pt x="887" y="2244"/>
                    <a:pt x="887" y="2339"/>
                    <a:pt x="824" y="2561"/>
                  </a:cubicBezTo>
                  <a:cubicBezTo>
                    <a:pt x="824" y="2624"/>
                    <a:pt x="761" y="2719"/>
                    <a:pt x="761" y="2783"/>
                  </a:cubicBezTo>
                  <a:cubicBezTo>
                    <a:pt x="666" y="3068"/>
                    <a:pt x="444" y="3701"/>
                    <a:pt x="602" y="3923"/>
                  </a:cubicBezTo>
                  <a:cubicBezTo>
                    <a:pt x="904" y="4196"/>
                    <a:pt x="1219" y="4312"/>
                    <a:pt x="1522" y="4312"/>
                  </a:cubicBezTo>
                  <a:cubicBezTo>
                    <a:pt x="2553" y="4312"/>
                    <a:pt x="3444" y="2959"/>
                    <a:pt x="3199" y="1833"/>
                  </a:cubicBezTo>
                  <a:cubicBezTo>
                    <a:pt x="3033" y="892"/>
                    <a:pt x="2143" y="0"/>
                    <a:pt x="116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1805;p51">
              <a:extLst>
                <a:ext uri="{FF2B5EF4-FFF2-40B4-BE49-F238E27FC236}">
                  <a16:creationId xmlns:a16="http://schemas.microsoft.com/office/drawing/2014/main" id="{B81C5118-C9D7-D3D6-EF1F-6E9E54384B31}"/>
                </a:ext>
              </a:extLst>
            </p:cNvPr>
            <p:cNvSpPr/>
            <p:nvPr/>
          </p:nvSpPr>
          <p:spPr>
            <a:xfrm>
              <a:off x="7893823" y="3807850"/>
              <a:ext cx="130351" cy="150014"/>
            </a:xfrm>
            <a:custGeom>
              <a:avLst/>
              <a:gdLst/>
              <a:ahLst/>
              <a:cxnLst/>
              <a:rect l="l" t="t" r="r" b="b"/>
              <a:pathLst>
                <a:path w="4150" h="4776" extrusionOk="0">
                  <a:moveTo>
                    <a:pt x="1278" y="223"/>
                  </a:moveTo>
                  <a:cubicBezTo>
                    <a:pt x="2283" y="223"/>
                    <a:pt x="3191" y="1133"/>
                    <a:pt x="3389" y="2068"/>
                  </a:cubicBezTo>
                  <a:cubicBezTo>
                    <a:pt x="3633" y="3215"/>
                    <a:pt x="2748" y="4551"/>
                    <a:pt x="1720" y="4551"/>
                  </a:cubicBezTo>
                  <a:cubicBezTo>
                    <a:pt x="1415" y="4551"/>
                    <a:pt x="1097" y="4434"/>
                    <a:pt x="792" y="4158"/>
                  </a:cubicBezTo>
                  <a:cubicBezTo>
                    <a:pt x="666" y="3936"/>
                    <a:pt x="919" y="3303"/>
                    <a:pt x="951" y="3018"/>
                  </a:cubicBezTo>
                  <a:cubicBezTo>
                    <a:pt x="951" y="2923"/>
                    <a:pt x="1014" y="2860"/>
                    <a:pt x="1014" y="2765"/>
                  </a:cubicBezTo>
                  <a:cubicBezTo>
                    <a:pt x="1077" y="2575"/>
                    <a:pt x="1014" y="2416"/>
                    <a:pt x="982" y="2258"/>
                  </a:cubicBezTo>
                  <a:cubicBezTo>
                    <a:pt x="951" y="2068"/>
                    <a:pt x="824" y="1941"/>
                    <a:pt x="697" y="1783"/>
                  </a:cubicBezTo>
                  <a:cubicBezTo>
                    <a:pt x="634" y="1656"/>
                    <a:pt x="476" y="1529"/>
                    <a:pt x="381" y="1403"/>
                  </a:cubicBezTo>
                  <a:cubicBezTo>
                    <a:pt x="191" y="991"/>
                    <a:pt x="444" y="389"/>
                    <a:pt x="919" y="263"/>
                  </a:cubicBezTo>
                  <a:cubicBezTo>
                    <a:pt x="1039" y="236"/>
                    <a:pt x="1159" y="223"/>
                    <a:pt x="1278" y="223"/>
                  </a:cubicBezTo>
                  <a:close/>
                  <a:moveTo>
                    <a:pt x="1176" y="1"/>
                  </a:moveTo>
                  <a:cubicBezTo>
                    <a:pt x="558" y="1"/>
                    <a:pt x="1" y="235"/>
                    <a:pt x="1" y="928"/>
                  </a:cubicBezTo>
                  <a:cubicBezTo>
                    <a:pt x="1" y="1118"/>
                    <a:pt x="64" y="1308"/>
                    <a:pt x="191" y="1466"/>
                  </a:cubicBezTo>
                  <a:cubicBezTo>
                    <a:pt x="412" y="1941"/>
                    <a:pt x="792" y="2004"/>
                    <a:pt x="697" y="2638"/>
                  </a:cubicBezTo>
                  <a:cubicBezTo>
                    <a:pt x="634" y="3240"/>
                    <a:pt x="191" y="3810"/>
                    <a:pt x="666" y="4316"/>
                  </a:cubicBezTo>
                  <a:cubicBezTo>
                    <a:pt x="697" y="4348"/>
                    <a:pt x="761" y="4348"/>
                    <a:pt x="792" y="4348"/>
                  </a:cubicBezTo>
                  <a:cubicBezTo>
                    <a:pt x="1073" y="4641"/>
                    <a:pt x="1440" y="4775"/>
                    <a:pt x="1818" y="4775"/>
                  </a:cubicBezTo>
                  <a:cubicBezTo>
                    <a:pt x="2380" y="4775"/>
                    <a:pt x="2966" y="4479"/>
                    <a:pt x="3326" y="3968"/>
                  </a:cubicBezTo>
                  <a:cubicBezTo>
                    <a:pt x="4149" y="2765"/>
                    <a:pt x="3706" y="1023"/>
                    <a:pt x="2503" y="326"/>
                  </a:cubicBezTo>
                  <a:cubicBezTo>
                    <a:pt x="2182" y="145"/>
                    <a:pt x="1660" y="1"/>
                    <a:pt x="1176"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1806;p51">
              <a:extLst>
                <a:ext uri="{FF2B5EF4-FFF2-40B4-BE49-F238E27FC236}">
                  <a16:creationId xmlns:a16="http://schemas.microsoft.com/office/drawing/2014/main" id="{F868FF66-8236-7082-207E-C9DA7425E5D1}"/>
                </a:ext>
              </a:extLst>
            </p:cNvPr>
            <p:cNvSpPr/>
            <p:nvPr/>
          </p:nvSpPr>
          <p:spPr>
            <a:xfrm>
              <a:off x="7678978" y="4077945"/>
              <a:ext cx="528222" cy="458963"/>
            </a:xfrm>
            <a:custGeom>
              <a:avLst/>
              <a:gdLst/>
              <a:ahLst/>
              <a:cxnLst/>
              <a:rect l="l" t="t" r="r" b="b"/>
              <a:pathLst>
                <a:path w="16817" h="14612" extrusionOk="0">
                  <a:moveTo>
                    <a:pt x="4539" y="466"/>
                  </a:moveTo>
                  <a:cubicBezTo>
                    <a:pt x="5772" y="466"/>
                    <a:pt x="7018" y="1008"/>
                    <a:pt x="7696" y="2178"/>
                  </a:cubicBezTo>
                  <a:cubicBezTo>
                    <a:pt x="8361" y="3318"/>
                    <a:pt x="8582" y="4363"/>
                    <a:pt x="9723" y="5155"/>
                  </a:cubicBezTo>
                  <a:cubicBezTo>
                    <a:pt x="10958" y="5978"/>
                    <a:pt x="12414" y="6326"/>
                    <a:pt x="13650" y="7118"/>
                  </a:cubicBezTo>
                  <a:cubicBezTo>
                    <a:pt x="15550" y="8353"/>
                    <a:pt x="16816" y="10823"/>
                    <a:pt x="14916" y="12660"/>
                  </a:cubicBezTo>
                  <a:cubicBezTo>
                    <a:pt x="13798" y="13744"/>
                    <a:pt x="12442" y="14187"/>
                    <a:pt x="11044" y="14187"/>
                  </a:cubicBezTo>
                  <a:cubicBezTo>
                    <a:pt x="8562" y="14187"/>
                    <a:pt x="5948" y="12790"/>
                    <a:pt x="4307" y="11108"/>
                  </a:cubicBezTo>
                  <a:cubicBezTo>
                    <a:pt x="1932" y="8733"/>
                    <a:pt x="0" y="4680"/>
                    <a:pt x="1995" y="1861"/>
                  </a:cubicBezTo>
                  <a:cubicBezTo>
                    <a:pt x="2692" y="1228"/>
                    <a:pt x="3389" y="753"/>
                    <a:pt x="4307" y="499"/>
                  </a:cubicBezTo>
                  <a:cubicBezTo>
                    <a:pt x="4307" y="468"/>
                    <a:pt x="4339" y="468"/>
                    <a:pt x="4371" y="468"/>
                  </a:cubicBezTo>
                  <a:lnTo>
                    <a:pt x="4434" y="468"/>
                  </a:lnTo>
                  <a:cubicBezTo>
                    <a:pt x="4469" y="467"/>
                    <a:pt x="4504" y="466"/>
                    <a:pt x="4539" y="466"/>
                  </a:cubicBezTo>
                  <a:close/>
                  <a:moveTo>
                    <a:pt x="4590" y="0"/>
                  </a:moveTo>
                  <a:cubicBezTo>
                    <a:pt x="4217" y="0"/>
                    <a:pt x="3844" y="50"/>
                    <a:pt x="3484" y="151"/>
                  </a:cubicBezTo>
                  <a:cubicBezTo>
                    <a:pt x="3484" y="183"/>
                    <a:pt x="3515" y="183"/>
                    <a:pt x="3547" y="183"/>
                  </a:cubicBezTo>
                  <a:cubicBezTo>
                    <a:pt x="3167" y="278"/>
                    <a:pt x="2850" y="468"/>
                    <a:pt x="2534" y="721"/>
                  </a:cubicBezTo>
                  <a:cubicBezTo>
                    <a:pt x="2482" y="747"/>
                    <a:pt x="2514" y="793"/>
                    <a:pt x="2545" y="793"/>
                  </a:cubicBezTo>
                  <a:cubicBezTo>
                    <a:pt x="2552" y="793"/>
                    <a:pt x="2559" y="790"/>
                    <a:pt x="2565" y="784"/>
                  </a:cubicBezTo>
                  <a:cubicBezTo>
                    <a:pt x="2629" y="721"/>
                    <a:pt x="2755" y="658"/>
                    <a:pt x="2850" y="626"/>
                  </a:cubicBezTo>
                  <a:lnTo>
                    <a:pt x="2850" y="626"/>
                  </a:lnTo>
                  <a:cubicBezTo>
                    <a:pt x="2629" y="753"/>
                    <a:pt x="2439" y="911"/>
                    <a:pt x="2280" y="1069"/>
                  </a:cubicBezTo>
                  <a:cubicBezTo>
                    <a:pt x="2090" y="1228"/>
                    <a:pt x="1932" y="1418"/>
                    <a:pt x="1774" y="1608"/>
                  </a:cubicBezTo>
                  <a:lnTo>
                    <a:pt x="1742" y="1576"/>
                  </a:lnTo>
                  <a:cubicBezTo>
                    <a:pt x="349" y="3350"/>
                    <a:pt x="570" y="6168"/>
                    <a:pt x="1584" y="8163"/>
                  </a:cubicBezTo>
                  <a:cubicBezTo>
                    <a:pt x="3167" y="11330"/>
                    <a:pt x="6239" y="14117"/>
                    <a:pt x="9849" y="14560"/>
                  </a:cubicBezTo>
                  <a:cubicBezTo>
                    <a:pt x="10119" y="14594"/>
                    <a:pt x="10406" y="14611"/>
                    <a:pt x="10702" y="14611"/>
                  </a:cubicBezTo>
                  <a:cubicBezTo>
                    <a:pt x="13182" y="14611"/>
                    <a:pt x="16345" y="13403"/>
                    <a:pt x="16373" y="10602"/>
                  </a:cubicBezTo>
                  <a:cubicBezTo>
                    <a:pt x="16436" y="6896"/>
                    <a:pt x="12193" y="6358"/>
                    <a:pt x="9881" y="4616"/>
                  </a:cubicBezTo>
                  <a:cubicBezTo>
                    <a:pt x="8329" y="3445"/>
                    <a:pt x="8329" y="1386"/>
                    <a:pt x="6556" y="468"/>
                  </a:cubicBezTo>
                  <a:cubicBezTo>
                    <a:pt x="5944" y="162"/>
                    <a:pt x="5266" y="0"/>
                    <a:pt x="4590" y="0"/>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1807;p51">
              <a:extLst>
                <a:ext uri="{FF2B5EF4-FFF2-40B4-BE49-F238E27FC236}">
                  <a16:creationId xmlns:a16="http://schemas.microsoft.com/office/drawing/2014/main" id="{540E7059-B644-8E6E-50B9-796DC1F804E1}"/>
                </a:ext>
              </a:extLst>
            </p:cNvPr>
            <p:cNvSpPr/>
            <p:nvPr/>
          </p:nvSpPr>
          <p:spPr>
            <a:xfrm>
              <a:off x="7676968" y="4092582"/>
              <a:ext cx="529227" cy="430977"/>
            </a:xfrm>
            <a:custGeom>
              <a:avLst/>
              <a:gdLst/>
              <a:ahLst/>
              <a:cxnLst/>
              <a:rect l="l" t="t" r="r" b="b"/>
              <a:pathLst>
                <a:path w="16849" h="13721" extrusionOk="0">
                  <a:moveTo>
                    <a:pt x="5116" y="792"/>
                  </a:moveTo>
                  <a:cubicBezTo>
                    <a:pt x="5859" y="792"/>
                    <a:pt x="6579" y="1080"/>
                    <a:pt x="7095" y="1743"/>
                  </a:cubicBezTo>
                  <a:cubicBezTo>
                    <a:pt x="7601" y="2440"/>
                    <a:pt x="7696" y="3960"/>
                    <a:pt x="6588" y="4087"/>
                  </a:cubicBezTo>
                  <a:cubicBezTo>
                    <a:pt x="6507" y="4087"/>
                    <a:pt x="6429" y="4087"/>
                    <a:pt x="6354" y="4087"/>
                  </a:cubicBezTo>
                  <a:cubicBezTo>
                    <a:pt x="5597" y="4087"/>
                    <a:pt x="5068" y="4113"/>
                    <a:pt x="4435" y="4689"/>
                  </a:cubicBezTo>
                  <a:cubicBezTo>
                    <a:pt x="4213" y="4910"/>
                    <a:pt x="3991" y="5195"/>
                    <a:pt x="3674" y="5354"/>
                  </a:cubicBezTo>
                  <a:cubicBezTo>
                    <a:pt x="3525" y="5419"/>
                    <a:pt x="3361" y="5451"/>
                    <a:pt x="3198" y="5451"/>
                  </a:cubicBezTo>
                  <a:cubicBezTo>
                    <a:pt x="2808" y="5451"/>
                    <a:pt x="2419" y="5267"/>
                    <a:pt x="2218" y="4910"/>
                  </a:cubicBezTo>
                  <a:cubicBezTo>
                    <a:pt x="2186" y="4879"/>
                    <a:pt x="2186" y="4879"/>
                    <a:pt x="2186" y="4847"/>
                  </a:cubicBezTo>
                  <a:cubicBezTo>
                    <a:pt x="1774" y="4404"/>
                    <a:pt x="1743" y="3580"/>
                    <a:pt x="1869" y="2979"/>
                  </a:cubicBezTo>
                  <a:cubicBezTo>
                    <a:pt x="2028" y="2155"/>
                    <a:pt x="2629" y="1268"/>
                    <a:pt x="3548" y="1205"/>
                  </a:cubicBezTo>
                  <a:cubicBezTo>
                    <a:pt x="4038" y="940"/>
                    <a:pt x="4583" y="792"/>
                    <a:pt x="5116" y="792"/>
                  </a:cubicBezTo>
                  <a:close/>
                  <a:moveTo>
                    <a:pt x="4542" y="0"/>
                  </a:moveTo>
                  <a:cubicBezTo>
                    <a:pt x="4506" y="0"/>
                    <a:pt x="4470" y="1"/>
                    <a:pt x="4435" y="2"/>
                  </a:cubicBezTo>
                  <a:lnTo>
                    <a:pt x="4403" y="2"/>
                  </a:lnTo>
                  <a:cubicBezTo>
                    <a:pt x="4403" y="33"/>
                    <a:pt x="4371" y="33"/>
                    <a:pt x="4340" y="33"/>
                  </a:cubicBezTo>
                  <a:cubicBezTo>
                    <a:pt x="3421" y="318"/>
                    <a:pt x="2661" y="762"/>
                    <a:pt x="2028" y="1395"/>
                  </a:cubicBezTo>
                  <a:cubicBezTo>
                    <a:pt x="1" y="4245"/>
                    <a:pt x="1996" y="8267"/>
                    <a:pt x="4340" y="10642"/>
                  </a:cubicBezTo>
                  <a:cubicBezTo>
                    <a:pt x="6001" y="12324"/>
                    <a:pt x="8622" y="13721"/>
                    <a:pt x="11107" y="13721"/>
                  </a:cubicBezTo>
                  <a:cubicBezTo>
                    <a:pt x="12506" y="13721"/>
                    <a:pt x="13862" y="13278"/>
                    <a:pt x="14980" y="12194"/>
                  </a:cubicBezTo>
                  <a:cubicBezTo>
                    <a:pt x="16849" y="10357"/>
                    <a:pt x="15614" y="7887"/>
                    <a:pt x="13714" y="6652"/>
                  </a:cubicBezTo>
                  <a:cubicBezTo>
                    <a:pt x="12478" y="5860"/>
                    <a:pt x="11022" y="5512"/>
                    <a:pt x="9755" y="4689"/>
                  </a:cubicBezTo>
                  <a:cubicBezTo>
                    <a:pt x="8646" y="3834"/>
                    <a:pt x="8393" y="2820"/>
                    <a:pt x="7728" y="1712"/>
                  </a:cubicBezTo>
                  <a:cubicBezTo>
                    <a:pt x="7020" y="542"/>
                    <a:pt x="5803" y="0"/>
                    <a:pt x="454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1808;p51">
              <a:extLst>
                <a:ext uri="{FF2B5EF4-FFF2-40B4-BE49-F238E27FC236}">
                  <a16:creationId xmlns:a16="http://schemas.microsoft.com/office/drawing/2014/main" id="{CFE3699A-908F-53C7-EA11-B8E120D18C85}"/>
                </a:ext>
              </a:extLst>
            </p:cNvPr>
            <p:cNvSpPr/>
            <p:nvPr/>
          </p:nvSpPr>
          <p:spPr>
            <a:xfrm>
              <a:off x="7730679" y="4116925"/>
              <a:ext cx="192041" cy="147313"/>
            </a:xfrm>
            <a:custGeom>
              <a:avLst/>
              <a:gdLst/>
              <a:ahLst/>
              <a:cxnLst/>
              <a:rect l="l" t="t" r="r" b="b"/>
              <a:pathLst>
                <a:path w="6114" h="4690" extrusionOk="0">
                  <a:moveTo>
                    <a:pt x="3334" y="303"/>
                  </a:moveTo>
                  <a:cubicBezTo>
                    <a:pt x="3706" y="303"/>
                    <a:pt x="4070" y="383"/>
                    <a:pt x="4403" y="588"/>
                  </a:cubicBezTo>
                  <a:cubicBezTo>
                    <a:pt x="5163" y="1000"/>
                    <a:pt x="6113" y="2742"/>
                    <a:pt x="4720" y="3027"/>
                  </a:cubicBezTo>
                  <a:cubicBezTo>
                    <a:pt x="4401" y="2992"/>
                    <a:pt x="4083" y="2946"/>
                    <a:pt x="3765" y="2946"/>
                  </a:cubicBezTo>
                  <a:cubicBezTo>
                    <a:pt x="3513" y="2946"/>
                    <a:pt x="3261" y="2975"/>
                    <a:pt x="3010" y="3059"/>
                  </a:cubicBezTo>
                  <a:cubicBezTo>
                    <a:pt x="2507" y="3323"/>
                    <a:pt x="1961" y="4294"/>
                    <a:pt x="1352" y="4294"/>
                  </a:cubicBezTo>
                  <a:cubicBezTo>
                    <a:pt x="1231" y="4294"/>
                    <a:pt x="1108" y="4256"/>
                    <a:pt x="983" y="4167"/>
                  </a:cubicBezTo>
                  <a:cubicBezTo>
                    <a:pt x="413" y="3692"/>
                    <a:pt x="349" y="2805"/>
                    <a:pt x="508" y="2109"/>
                  </a:cubicBezTo>
                  <a:cubicBezTo>
                    <a:pt x="666" y="1285"/>
                    <a:pt x="1236" y="715"/>
                    <a:pt x="2091" y="652"/>
                  </a:cubicBezTo>
                  <a:cubicBezTo>
                    <a:pt x="2186" y="652"/>
                    <a:pt x="2218" y="588"/>
                    <a:pt x="2218" y="493"/>
                  </a:cubicBezTo>
                  <a:cubicBezTo>
                    <a:pt x="2582" y="383"/>
                    <a:pt x="2962" y="303"/>
                    <a:pt x="3334" y="303"/>
                  </a:cubicBezTo>
                  <a:close/>
                  <a:moveTo>
                    <a:pt x="3401" y="1"/>
                  </a:moveTo>
                  <a:cubicBezTo>
                    <a:pt x="2855" y="1"/>
                    <a:pt x="2290" y="147"/>
                    <a:pt x="1774" y="398"/>
                  </a:cubicBezTo>
                  <a:cubicBezTo>
                    <a:pt x="919" y="462"/>
                    <a:pt x="286" y="1317"/>
                    <a:pt x="128" y="2204"/>
                  </a:cubicBezTo>
                  <a:cubicBezTo>
                    <a:pt x="1" y="2805"/>
                    <a:pt x="1" y="3597"/>
                    <a:pt x="444" y="4040"/>
                  </a:cubicBezTo>
                  <a:cubicBezTo>
                    <a:pt x="444" y="4104"/>
                    <a:pt x="476" y="4104"/>
                    <a:pt x="476" y="4135"/>
                  </a:cubicBezTo>
                  <a:cubicBezTo>
                    <a:pt x="669" y="4521"/>
                    <a:pt x="1021" y="4689"/>
                    <a:pt x="1395" y="4689"/>
                  </a:cubicBezTo>
                  <a:cubicBezTo>
                    <a:pt x="1574" y="4689"/>
                    <a:pt x="1758" y="4650"/>
                    <a:pt x="1933" y="4579"/>
                  </a:cubicBezTo>
                  <a:cubicBezTo>
                    <a:pt x="2249" y="4420"/>
                    <a:pt x="2471" y="4135"/>
                    <a:pt x="2693" y="3914"/>
                  </a:cubicBezTo>
                  <a:cubicBezTo>
                    <a:pt x="3251" y="3355"/>
                    <a:pt x="3765" y="3310"/>
                    <a:pt x="4441" y="3310"/>
                  </a:cubicBezTo>
                  <a:cubicBezTo>
                    <a:pt x="4570" y="3310"/>
                    <a:pt x="4704" y="3312"/>
                    <a:pt x="4846" y="3312"/>
                  </a:cubicBezTo>
                  <a:lnTo>
                    <a:pt x="4878" y="3312"/>
                  </a:lnTo>
                  <a:cubicBezTo>
                    <a:pt x="5986" y="3185"/>
                    <a:pt x="5891" y="1697"/>
                    <a:pt x="5385" y="968"/>
                  </a:cubicBezTo>
                  <a:cubicBezTo>
                    <a:pt x="4887" y="286"/>
                    <a:pt x="4163" y="1"/>
                    <a:pt x="3401"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1809;p51">
              <a:extLst>
                <a:ext uri="{FF2B5EF4-FFF2-40B4-BE49-F238E27FC236}">
                  <a16:creationId xmlns:a16="http://schemas.microsoft.com/office/drawing/2014/main" id="{5A1479C7-6EF7-C6FC-9980-99AD12D03D13}"/>
                </a:ext>
              </a:extLst>
            </p:cNvPr>
            <p:cNvSpPr/>
            <p:nvPr/>
          </p:nvSpPr>
          <p:spPr>
            <a:xfrm>
              <a:off x="7744625" y="4127667"/>
              <a:ext cx="179068" cy="126394"/>
            </a:xfrm>
            <a:custGeom>
              <a:avLst/>
              <a:gdLst/>
              <a:ahLst/>
              <a:cxnLst/>
              <a:rect l="l" t="t" r="r" b="b"/>
              <a:pathLst>
                <a:path w="5701" h="4024" extrusionOk="0">
                  <a:moveTo>
                    <a:pt x="2966" y="0"/>
                  </a:moveTo>
                  <a:cubicBezTo>
                    <a:pt x="2590" y="0"/>
                    <a:pt x="2216" y="98"/>
                    <a:pt x="1869" y="246"/>
                  </a:cubicBezTo>
                  <a:cubicBezTo>
                    <a:pt x="1900" y="310"/>
                    <a:pt x="1869" y="405"/>
                    <a:pt x="1742" y="405"/>
                  </a:cubicBezTo>
                  <a:cubicBezTo>
                    <a:pt x="855" y="468"/>
                    <a:pt x="349" y="1038"/>
                    <a:pt x="159" y="1862"/>
                  </a:cubicBezTo>
                  <a:cubicBezTo>
                    <a:pt x="0" y="2527"/>
                    <a:pt x="0" y="3445"/>
                    <a:pt x="634" y="3920"/>
                  </a:cubicBezTo>
                  <a:cubicBezTo>
                    <a:pt x="740" y="3992"/>
                    <a:pt x="846" y="4023"/>
                    <a:pt x="953" y="4023"/>
                  </a:cubicBezTo>
                  <a:cubicBezTo>
                    <a:pt x="1549" y="4023"/>
                    <a:pt x="2150" y="3053"/>
                    <a:pt x="2661" y="2812"/>
                  </a:cubicBezTo>
                  <a:cubicBezTo>
                    <a:pt x="2926" y="2679"/>
                    <a:pt x="3199" y="2633"/>
                    <a:pt x="3482" y="2633"/>
                  </a:cubicBezTo>
                  <a:cubicBezTo>
                    <a:pt x="3739" y="2633"/>
                    <a:pt x="4004" y="2671"/>
                    <a:pt x="4276" y="2717"/>
                  </a:cubicBezTo>
                  <a:lnTo>
                    <a:pt x="4307" y="2717"/>
                  </a:lnTo>
                  <a:cubicBezTo>
                    <a:pt x="5701" y="2463"/>
                    <a:pt x="4751" y="658"/>
                    <a:pt x="3991" y="278"/>
                  </a:cubicBezTo>
                  <a:cubicBezTo>
                    <a:pt x="3658" y="82"/>
                    <a:pt x="3311" y="0"/>
                    <a:pt x="2966"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0" name="Groupe 111">
            <a:extLst>
              <a:ext uri="{FF2B5EF4-FFF2-40B4-BE49-F238E27FC236}">
                <a16:creationId xmlns:a16="http://schemas.microsoft.com/office/drawing/2014/main" id="{C87FBC54-DB2F-934B-F3F6-980605689884}"/>
              </a:ext>
            </a:extLst>
          </p:cNvPr>
          <p:cNvGrpSpPr/>
          <p:nvPr/>
        </p:nvGrpSpPr>
        <p:grpSpPr>
          <a:xfrm>
            <a:off x="5581598" y="4053255"/>
            <a:ext cx="904947" cy="1194465"/>
            <a:chOff x="5581598" y="4031569"/>
            <a:chExt cx="904947" cy="1194465"/>
          </a:xfrm>
        </p:grpSpPr>
        <p:grpSp>
          <p:nvGrpSpPr>
            <p:cNvPr id="31" name="Groupe 80">
              <a:extLst>
                <a:ext uri="{FF2B5EF4-FFF2-40B4-BE49-F238E27FC236}">
                  <a16:creationId xmlns:a16="http://schemas.microsoft.com/office/drawing/2014/main" id="{24D998C6-F6F1-4B29-9777-982A84231598}"/>
                </a:ext>
              </a:extLst>
            </p:cNvPr>
            <p:cNvGrpSpPr/>
            <p:nvPr/>
          </p:nvGrpSpPr>
          <p:grpSpPr>
            <a:xfrm>
              <a:off x="5581598" y="4031569"/>
              <a:ext cx="904947" cy="770677"/>
              <a:chOff x="5581598" y="4031569"/>
              <a:chExt cx="904947" cy="770677"/>
            </a:xfrm>
          </p:grpSpPr>
          <p:sp>
            <p:nvSpPr>
              <p:cNvPr id="62" name="Google Shape;1726;p51">
                <a:extLst>
                  <a:ext uri="{FF2B5EF4-FFF2-40B4-BE49-F238E27FC236}">
                    <a16:creationId xmlns:a16="http://schemas.microsoft.com/office/drawing/2014/main" id="{32787A84-B081-D41F-A47F-22AA1B29785F}"/>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3" name="Google Shape;1715;p51">
                <a:extLst>
                  <a:ext uri="{FF2B5EF4-FFF2-40B4-BE49-F238E27FC236}">
                    <a16:creationId xmlns:a16="http://schemas.microsoft.com/office/drawing/2014/main" id="{711F1801-A67E-4F1C-CF79-97B3E5061C27}"/>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4" name="Google Shape;1716;p51">
                <a:extLst>
                  <a:ext uri="{FF2B5EF4-FFF2-40B4-BE49-F238E27FC236}">
                    <a16:creationId xmlns:a16="http://schemas.microsoft.com/office/drawing/2014/main" id="{4602E0EA-8C4A-393B-5B01-F5891854BC2D}"/>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5" name="Google Shape;1717;p51">
                <a:extLst>
                  <a:ext uri="{FF2B5EF4-FFF2-40B4-BE49-F238E27FC236}">
                    <a16:creationId xmlns:a16="http://schemas.microsoft.com/office/drawing/2014/main" id="{1E500E0E-7F0B-CEE8-66C1-6555792C2483}"/>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6" name="Google Shape;1718;p51">
                <a:extLst>
                  <a:ext uri="{FF2B5EF4-FFF2-40B4-BE49-F238E27FC236}">
                    <a16:creationId xmlns:a16="http://schemas.microsoft.com/office/drawing/2014/main" id="{438B94E6-840E-D447-6F95-C6AB611F4C16}"/>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7" name="Google Shape;1719;p51">
                <a:extLst>
                  <a:ext uri="{FF2B5EF4-FFF2-40B4-BE49-F238E27FC236}">
                    <a16:creationId xmlns:a16="http://schemas.microsoft.com/office/drawing/2014/main" id="{3D1E0E75-81B1-C1BF-72D4-737F26E57137}"/>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8" name="Google Shape;1720;p51">
                <a:extLst>
                  <a:ext uri="{FF2B5EF4-FFF2-40B4-BE49-F238E27FC236}">
                    <a16:creationId xmlns:a16="http://schemas.microsoft.com/office/drawing/2014/main" id="{6E0E4B06-E675-848D-2D82-6E25BD366521}"/>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9" name="Google Shape;1721;p51">
                <a:extLst>
                  <a:ext uri="{FF2B5EF4-FFF2-40B4-BE49-F238E27FC236}">
                    <a16:creationId xmlns:a16="http://schemas.microsoft.com/office/drawing/2014/main" id="{23266401-424F-2BE5-E9DF-7576FEFD08A5}"/>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0" name="Google Shape;1722;p51">
                <a:extLst>
                  <a:ext uri="{FF2B5EF4-FFF2-40B4-BE49-F238E27FC236}">
                    <a16:creationId xmlns:a16="http://schemas.microsoft.com/office/drawing/2014/main" id="{D5A1BF40-F59A-D943-27B7-96F470D06ED7}"/>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1" name="Google Shape;1723;p51">
                <a:extLst>
                  <a:ext uri="{FF2B5EF4-FFF2-40B4-BE49-F238E27FC236}">
                    <a16:creationId xmlns:a16="http://schemas.microsoft.com/office/drawing/2014/main" id="{4CB96FA5-4199-D566-8366-D98EF5BA6EA2}"/>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2" name="Google Shape;1724;p51">
                <a:extLst>
                  <a:ext uri="{FF2B5EF4-FFF2-40B4-BE49-F238E27FC236}">
                    <a16:creationId xmlns:a16="http://schemas.microsoft.com/office/drawing/2014/main" id="{7655B2C5-AECF-8197-FE2E-DF5C7BE87BEA}"/>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3" name="Google Shape;1725;p51">
                <a:extLst>
                  <a:ext uri="{FF2B5EF4-FFF2-40B4-BE49-F238E27FC236}">
                    <a16:creationId xmlns:a16="http://schemas.microsoft.com/office/drawing/2014/main" id="{C696FEDD-848A-1E98-BC93-B664D8A78F3D}"/>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4" name="Google Shape;1727;p51">
                <a:extLst>
                  <a:ext uri="{FF2B5EF4-FFF2-40B4-BE49-F238E27FC236}">
                    <a16:creationId xmlns:a16="http://schemas.microsoft.com/office/drawing/2014/main" id="{CEFC78F5-F8B2-8C7B-9300-71DC2C80C191}"/>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5" name="Google Shape;1728;p51">
                <a:extLst>
                  <a:ext uri="{FF2B5EF4-FFF2-40B4-BE49-F238E27FC236}">
                    <a16:creationId xmlns:a16="http://schemas.microsoft.com/office/drawing/2014/main" id="{2A9288C4-7D9E-65B4-6E98-CC94C5EEB8FC}"/>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6" name="Google Shape;1729;p51">
                <a:extLst>
                  <a:ext uri="{FF2B5EF4-FFF2-40B4-BE49-F238E27FC236}">
                    <a16:creationId xmlns:a16="http://schemas.microsoft.com/office/drawing/2014/main" id="{255848EA-84EC-84CA-74FB-69C7A79D9E3E}"/>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1730;p51">
                <a:extLst>
                  <a:ext uri="{FF2B5EF4-FFF2-40B4-BE49-F238E27FC236}">
                    <a16:creationId xmlns:a16="http://schemas.microsoft.com/office/drawing/2014/main" id="{15DBF71B-A510-7594-7C69-D6B028429468}"/>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1731;p51">
                <a:extLst>
                  <a:ext uri="{FF2B5EF4-FFF2-40B4-BE49-F238E27FC236}">
                    <a16:creationId xmlns:a16="http://schemas.microsoft.com/office/drawing/2014/main" id="{07D819E9-D21A-D59C-C47C-883A7740F815}"/>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9" name="Google Shape;1732;p51">
                <a:extLst>
                  <a:ext uri="{FF2B5EF4-FFF2-40B4-BE49-F238E27FC236}">
                    <a16:creationId xmlns:a16="http://schemas.microsoft.com/office/drawing/2014/main" id="{87F67204-11AE-83AF-061D-643F681659F0}"/>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0" name="Google Shape;1733;p51">
                <a:extLst>
                  <a:ext uri="{FF2B5EF4-FFF2-40B4-BE49-F238E27FC236}">
                    <a16:creationId xmlns:a16="http://schemas.microsoft.com/office/drawing/2014/main" id="{383E0CEE-4C9F-FCF4-A8D8-1EA67CF864D6}"/>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1" name="Google Shape;1734;p51">
                <a:extLst>
                  <a:ext uri="{FF2B5EF4-FFF2-40B4-BE49-F238E27FC236}">
                    <a16:creationId xmlns:a16="http://schemas.microsoft.com/office/drawing/2014/main" id="{25575984-4336-50BF-CEA8-03ABD90A40E1}"/>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2" name="Google Shape;1735;p51">
                <a:extLst>
                  <a:ext uri="{FF2B5EF4-FFF2-40B4-BE49-F238E27FC236}">
                    <a16:creationId xmlns:a16="http://schemas.microsoft.com/office/drawing/2014/main" id="{90DFDA5C-D01B-8682-5DB1-174AA9C96678}"/>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3" name="Google Shape;1736;p51">
                <a:extLst>
                  <a:ext uri="{FF2B5EF4-FFF2-40B4-BE49-F238E27FC236}">
                    <a16:creationId xmlns:a16="http://schemas.microsoft.com/office/drawing/2014/main" id="{2A231A97-D9D5-41FE-D7B3-3E2713F7545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4" name="Google Shape;1737;p51">
                <a:extLst>
                  <a:ext uri="{FF2B5EF4-FFF2-40B4-BE49-F238E27FC236}">
                    <a16:creationId xmlns:a16="http://schemas.microsoft.com/office/drawing/2014/main" id="{DAADFEA7-36EE-1B02-2C56-8CA11C72A6DE}"/>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5" name="Google Shape;1738;p51">
                <a:extLst>
                  <a:ext uri="{FF2B5EF4-FFF2-40B4-BE49-F238E27FC236}">
                    <a16:creationId xmlns:a16="http://schemas.microsoft.com/office/drawing/2014/main" id="{A8D922E9-2592-82B3-F333-25A00F1870B0}"/>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6" name="Google Shape;1739;p51">
                <a:extLst>
                  <a:ext uri="{FF2B5EF4-FFF2-40B4-BE49-F238E27FC236}">
                    <a16:creationId xmlns:a16="http://schemas.microsoft.com/office/drawing/2014/main" id="{3CFCA0EB-1E2E-89FA-95A9-EA75B8EAB82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7" name="Google Shape;1740;p51">
                <a:extLst>
                  <a:ext uri="{FF2B5EF4-FFF2-40B4-BE49-F238E27FC236}">
                    <a16:creationId xmlns:a16="http://schemas.microsoft.com/office/drawing/2014/main" id="{F63D2E6C-29AC-E45A-6B2E-C27A07DF7367}"/>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1741;p51">
                <a:extLst>
                  <a:ext uri="{FF2B5EF4-FFF2-40B4-BE49-F238E27FC236}">
                    <a16:creationId xmlns:a16="http://schemas.microsoft.com/office/drawing/2014/main" id="{0CE36EC4-B5A0-4C50-155E-362B108E976F}"/>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1742;p51">
                <a:extLst>
                  <a:ext uri="{FF2B5EF4-FFF2-40B4-BE49-F238E27FC236}">
                    <a16:creationId xmlns:a16="http://schemas.microsoft.com/office/drawing/2014/main" id="{EA108E92-3DDB-7F40-BD6D-D5A3E841A84A}"/>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1743;p51">
                <a:extLst>
                  <a:ext uri="{FF2B5EF4-FFF2-40B4-BE49-F238E27FC236}">
                    <a16:creationId xmlns:a16="http://schemas.microsoft.com/office/drawing/2014/main" id="{77298365-4A31-3D2A-1DCA-AA21A0DFCD3D}"/>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2" name="Groupe 81">
              <a:extLst>
                <a:ext uri="{FF2B5EF4-FFF2-40B4-BE49-F238E27FC236}">
                  <a16:creationId xmlns:a16="http://schemas.microsoft.com/office/drawing/2014/main" id="{6B1C71D0-BD9D-C82D-C43B-079E79BAD772}"/>
                </a:ext>
              </a:extLst>
            </p:cNvPr>
            <p:cNvGrpSpPr/>
            <p:nvPr/>
          </p:nvGrpSpPr>
          <p:grpSpPr>
            <a:xfrm rot="6300000">
              <a:off x="6010226" y="4834852"/>
              <a:ext cx="422528" cy="359836"/>
              <a:chOff x="5581598" y="4031569"/>
              <a:chExt cx="904947" cy="770677"/>
            </a:xfrm>
          </p:grpSpPr>
          <p:sp>
            <p:nvSpPr>
              <p:cNvPr id="33" name="Google Shape;1726;p51">
                <a:extLst>
                  <a:ext uri="{FF2B5EF4-FFF2-40B4-BE49-F238E27FC236}">
                    <a16:creationId xmlns:a16="http://schemas.microsoft.com/office/drawing/2014/main" id="{BE68AB2B-56E5-15CA-68F9-E815B4CECD75}"/>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4" name="Google Shape;1715;p51">
                <a:extLst>
                  <a:ext uri="{FF2B5EF4-FFF2-40B4-BE49-F238E27FC236}">
                    <a16:creationId xmlns:a16="http://schemas.microsoft.com/office/drawing/2014/main" id="{42E3B68F-C07F-4559-7433-C4AD30AAAAFB}"/>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5" name="Google Shape;1716;p51">
                <a:extLst>
                  <a:ext uri="{FF2B5EF4-FFF2-40B4-BE49-F238E27FC236}">
                    <a16:creationId xmlns:a16="http://schemas.microsoft.com/office/drawing/2014/main" id="{050F1AA7-8716-CC5E-EFE7-40B935AEB1F3}"/>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6" name="Google Shape;1717;p51">
                <a:extLst>
                  <a:ext uri="{FF2B5EF4-FFF2-40B4-BE49-F238E27FC236}">
                    <a16:creationId xmlns:a16="http://schemas.microsoft.com/office/drawing/2014/main" id="{3895C1E2-C2E5-42D0-BEB3-87DBCC9EDC8E}"/>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7" name="Google Shape;1718;p51">
                <a:extLst>
                  <a:ext uri="{FF2B5EF4-FFF2-40B4-BE49-F238E27FC236}">
                    <a16:creationId xmlns:a16="http://schemas.microsoft.com/office/drawing/2014/main" id="{7D126AAB-53AC-25F6-F9F8-0AC08A5086EC}"/>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8" name="Google Shape;1719;p51">
                <a:extLst>
                  <a:ext uri="{FF2B5EF4-FFF2-40B4-BE49-F238E27FC236}">
                    <a16:creationId xmlns:a16="http://schemas.microsoft.com/office/drawing/2014/main" id="{5B72B8A9-AA5A-5AC2-F23A-F295FB60C536}"/>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9" name="Google Shape;1720;p51">
                <a:extLst>
                  <a:ext uri="{FF2B5EF4-FFF2-40B4-BE49-F238E27FC236}">
                    <a16:creationId xmlns:a16="http://schemas.microsoft.com/office/drawing/2014/main" id="{271F65D2-4597-50BD-4ED3-3A8D3D7BF364}"/>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0" name="Google Shape;1721;p51">
                <a:extLst>
                  <a:ext uri="{FF2B5EF4-FFF2-40B4-BE49-F238E27FC236}">
                    <a16:creationId xmlns:a16="http://schemas.microsoft.com/office/drawing/2014/main" id="{C1FF7AEA-B80D-2AF7-2954-200E84BC551C}"/>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1" name="Google Shape;1722;p51">
                <a:extLst>
                  <a:ext uri="{FF2B5EF4-FFF2-40B4-BE49-F238E27FC236}">
                    <a16:creationId xmlns:a16="http://schemas.microsoft.com/office/drawing/2014/main" id="{6FB72D92-45E8-37B8-24CA-194F86D7847F}"/>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2" name="Google Shape;1723;p51">
                <a:extLst>
                  <a:ext uri="{FF2B5EF4-FFF2-40B4-BE49-F238E27FC236}">
                    <a16:creationId xmlns:a16="http://schemas.microsoft.com/office/drawing/2014/main" id="{02037B5A-D26E-3D9A-B39D-19929D86FF80}"/>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3" name="Google Shape;1724;p51">
                <a:extLst>
                  <a:ext uri="{FF2B5EF4-FFF2-40B4-BE49-F238E27FC236}">
                    <a16:creationId xmlns:a16="http://schemas.microsoft.com/office/drawing/2014/main" id="{0EA1B395-DFB8-BDED-5119-3F18ABC22730}"/>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4" name="Google Shape;1725;p51">
                <a:extLst>
                  <a:ext uri="{FF2B5EF4-FFF2-40B4-BE49-F238E27FC236}">
                    <a16:creationId xmlns:a16="http://schemas.microsoft.com/office/drawing/2014/main" id="{D2166D3B-6BE3-C85C-FACC-86F982AAF3E3}"/>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5" name="Google Shape;1727;p51">
                <a:extLst>
                  <a:ext uri="{FF2B5EF4-FFF2-40B4-BE49-F238E27FC236}">
                    <a16:creationId xmlns:a16="http://schemas.microsoft.com/office/drawing/2014/main" id="{1D98B947-DED6-5719-8D6E-D507A8967372}"/>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6" name="Google Shape;1728;p51">
                <a:extLst>
                  <a:ext uri="{FF2B5EF4-FFF2-40B4-BE49-F238E27FC236}">
                    <a16:creationId xmlns:a16="http://schemas.microsoft.com/office/drawing/2014/main" id="{DD708956-C740-C07E-3D99-B516170457AB}"/>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7" name="Google Shape;1729;p51">
                <a:extLst>
                  <a:ext uri="{FF2B5EF4-FFF2-40B4-BE49-F238E27FC236}">
                    <a16:creationId xmlns:a16="http://schemas.microsoft.com/office/drawing/2014/main" id="{2B7F7EF6-822F-F539-98EA-3D75F555C6B4}"/>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8" name="Google Shape;1730;p51">
                <a:extLst>
                  <a:ext uri="{FF2B5EF4-FFF2-40B4-BE49-F238E27FC236}">
                    <a16:creationId xmlns:a16="http://schemas.microsoft.com/office/drawing/2014/main" id="{5D8EDD83-D222-4DE5-993E-22DF549E77D9}"/>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9" name="Google Shape;1731;p51">
                <a:extLst>
                  <a:ext uri="{FF2B5EF4-FFF2-40B4-BE49-F238E27FC236}">
                    <a16:creationId xmlns:a16="http://schemas.microsoft.com/office/drawing/2014/main" id="{C871ABF0-5633-1D93-2D00-01F5AC02F5DC}"/>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0" name="Google Shape;1732;p51">
                <a:extLst>
                  <a:ext uri="{FF2B5EF4-FFF2-40B4-BE49-F238E27FC236}">
                    <a16:creationId xmlns:a16="http://schemas.microsoft.com/office/drawing/2014/main" id="{C8FB596E-90E8-E848-92BE-39A15CA293FF}"/>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1" name="Google Shape;1733;p51">
                <a:extLst>
                  <a:ext uri="{FF2B5EF4-FFF2-40B4-BE49-F238E27FC236}">
                    <a16:creationId xmlns:a16="http://schemas.microsoft.com/office/drawing/2014/main" id="{391AA872-C9C8-50CA-6583-29D8CA5CFAA9}"/>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2" name="Google Shape;1734;p51">
                <a:extLst>
                  <a:ext uri="{FF2B5EF4-FFF2-40B4-BE49-F238E27FC236}">
                    <a16:creationId xmlns:a16="http://schemas.microsoft.com/office/drawing/2014/main" id="{D1D1E56F-FDB5-76F3-87B4-23E33CBAE75D}"/>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3" name="Google Shape;1735;p51">
                <a:extLst>
                  <a:ext uri="{FF2B5EF4-FFF2-40B4-BE49-F238E27FC236}">
                    <a16:creationId xmlns:a16="http://schemas.microsoft.com/office/drawing/2014/main" id="{EFCB7E6F-4556-2DBF-F978-1DD6512A393A}"/>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4" name="Google Shape;1736;p51">
                <a:extLst>
                  <a:ext uri="{FF2B5EF4-FFF2-40B4-BE49-F238E27FC236}">
                    <a16:creationId xmlns:a16="http://schemas.microsoft.com/office/drawing/2014/main" id="{305F8CA2-C9BA-5779-6736-BEC6987769E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5" name="Google Shape;1737;p51">
                <a:extLst>
                  <a:ext uri="{FF2B5EF4-FFF2-40B4-BE49-F238E27FC236}">
                    <a16:creationId xmlns:a16="http://schemas.microsoft.com/office/drawing/2014/main" id="{A79B2D30-19BF-C0C9-CA0E-DEDE724C5E89}"/>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6" name="Google Shape;1738;p51">
                <a:extLst>
                  <a:ext uri="{FF2B5EF4-FFF2-40B4-BE49-F238E27FC236}">
                    <a16:creationId xmlns:a16="http://schemas.microsoft.com/office/drawing/2014/main" id="{CD79B76A-33D0-9A18-D87C-694B231B410B}"/>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7" name="Google Shape;1739;p51">
                <a:extLst>
                  <a:ext uri="{FF2B5EF4-FFF2-40B4-BE49-F238E27FC236}">
                    <a16:creationId xmlns:a16="http://schemas.microsoft.com/office/drawing/2014/main" id="{33CBDA63-C743-A41D-C55F-928768183F8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8" name="Google Shape;1740;p51">
                <a:extLst>
                  <a:ext uri="{FF2B5EF4-FFF2-40B4-BE49-F238E27FC236}">
                    <a16:creationId xmlns:a16="http://schemas.microsoft.com/office/drawing/2014/main" id="{FAF43D55-B80E-4A7D-7781-EFB21B22F228}"/>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9" name="Google Shape;1741;p51">
                <a:extLst>
                  <a:ext uri="{FF2B5EF4-FFF2-40B4-BE49-F238E27FC236}">
                    <a16:creationId xmlns:a16="http://schemas.microsoft.com/office/drawing/2014/main" id="{45CD0427-2B20-D69E-83B5-06DDBAD1C4AA}"/>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0" name="Google Shape;1742;p51">
                <a:extLst>
                  <a:ext uri="{FF2B5EF4-FFF2-40B4-BE49-F238E27FC236}">
                    <a16:creationId xmlns:a16="http://schemas.microsoft.com/office/drawing/2014/main" id="{9FF6FC69-B71B-368A-642B-F0EDB87CBB71}"/>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1" name="Google Shape;1743;p51">
                <a:extLst>
                  <a:ext uri="{FF2B5EF4-FFF2-40B4-BE49-F238E27FC236}">
                    <a16:creationId xmlns:a16="http://schemas.microsoft.com/office/drawing/2014/main" id="{CF95A8F1-788D-97F6-74D0-F11FE379EAD7}"/>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sp>
        <p:nvSpPr>
          <p:cNvPr id="99" name="Callout: Double Bent Line with Accent Bar 98">
            <a:extLst>
              <a:ext uri="{FF2B5EF4-FFF2-40B4-BE49-F238E27FC236}">
                <a16:creationId xmlns:a16="http://schemas.microsoft.com/office/drawing/2014/main" id="{1CEC71EC-D70F-CA0D-8767-450545667BAF}"/>
              </a:ext>
            </a:extLst>
          </p:cNvPr>
          <p:cNvSpPr/>
          <p:nvPr/>
        </p:nvSpPr>
        <p:spPr>
          <a:xfrm>
            <a:off x="838199" y="1665181"/>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 </a:t>
            </a:r>
          </a:p>
        </p:txBody>
      </p:sp>
      <p:sp>
        <p:nvSpPr>
          <p:cNvPr id="100" name="Callout: Double Bent Line with Accent Bar 99">
            <a:extLst>
              <a:ext uri="{FF2B5EF4-FFF2-40B4-BE49-F238E27FC236}">
                <a16:creationId xmlns:a16="http://schemas.microsoft.com/office/drawing/2014/main" id="{E0C6B15C-44A5-18C2-BC9C-D20263FD6384}"/>
              </a:ext>
            </a:extLst>
          </p:cNvPr>
          <p:cNvSpPr/>
          <p:nvPr/>
        </p:nvSpPr>
        <p:spPr>
          <a:xfrm flipH="1">
            <a:off x="8321897" y="2110507"/>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a:t>
            </a:r>
          </a:p>
        </p:txBody>
      </p:sp>
      <p:sp>
        <p:nvSpPr>
          <p:cNvPr id="101" name="Callout: Double Bent Line with Accent Bar 100">
            <a:extLst>
              <a:ext uri="{FF2B5EF4-FFF2-40B4-BE49-F238E27FC236}">
                <a16:creationId xmlns:a16="http://schemas.microsoft.com/office/drawing/2014/main" id="{732FC968-F456-56C3-37D7-CF3CF5BF8402}"/>
              </a:ext>
            </a:extLst>
          </p:cNvPr>
          <p:cNvSpPr/>
          <p:nvPr/>
        </p:nvSpPr>
        <p:spPr>
          <a:xfrm flipH="1">
            <a:off x="7599980" y="4950337"/>
            <a:ext cx="2748737" cy="1045609"/>
          </a:xfrm>
          <a:prstGeom prst="accentCallout3">
            <a:avLst>
              <a:gd name="adj1" fmla="val 11958"/>
              <a:gd name="adj2" fmla="val 101441"/>
              <a:gd name="adj3" fmla="val 11958"/>
              <a:gd name="adj4" fmla="val 117167"/>
              <a:gd name="adj5" fmla="val -23111"/>
              <a:gd name="adj6" fmla="val 130534"/>
              <a:gd name="adj7" fmla="val -36469"/>
              <a:gd name="adj8" fmla="val 135909"/>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 </a:t>
            </a:r>
          </a:p>
        </p:txBody>
      </p:sp>
    </p:spTree>
    <p:extLst>
      <p:ext uri="{BB962C8B-B14F-4D97-AF65-F5344CB8AC3E}">
        <p14:creationId xmlns:p14="http://schemas.microsoft.com/office/powerpoint/2010/main" val="3285466976"/>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1"/>
          <p:cNvSpPr>
            <a:spLocks noGrp="1"/>
          </p:cNvSpPr>
          <p:nvPr>
            <p:ph type="title"/>
          </p:nvPr>
        </p:nvSpPr>
        <p:spPr>
          <a:xfrm>
            <a:off x="214184" y="13663"/>
            <a:ext cx="9728886" cy="678316"/>
          </a:xfrm>
        </p:spPr>
        <p:txBody>
          <a:bodyPr>
            <a:normAutofit/>
          </a:bodyPr>
          <a:lstStyle/>
          <a:p>
            <a:r>
              <a:rPr lang="en-US" dirty="0"/>
              <a:t>Pillars 1</a:t>
            </a:r>
          </a:p>
        </p:txBody>
      </p:sp>
      <p:sp>
        <p:nvSpPr>
          <p:cNvPr id="48" name="Rectangle 47"/>
          <p:cNvSpPr/>
          <p:nvPr/>
        </p:nvSpPr>
        <p:spPr>
          <a:xfrm>
            <a:off x="1970485"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9" name="Rectangle 48"/>
          <p:cNvSpPr/>
          <p:nvPr/>
        </p:nvSpPr>
        <p:spPr>
          <a:xfrm>
            <a:off x="4158858"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0" name="Rectangle 49"/>
          <p:cNvSpPr/>
          <p:nvPr/>
        </p:nvSpPr>
        <p:spPr>
          <a:xfrm>
            <a:off x="6347233"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1" name="Rectangle 50"/>
          <p:cNvSpPr/>
          <p:nvPr/>
        </p:nvSpPr>
        <p:spPr>
          <a:xfrm>
            <a:off x="8535606"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2" name="Rectangle 51"/>
          <p:cNvSpPr/>
          <p:nvPr/>
        </p:nvSpPr>
        <p:spPr>
          <a:xfrm>
            <a:off x="1624013" y="2281412"/>
            <a:ext cx="8676435" cy="166513"/>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3" name="Rectangle 52"/>
          <p:cNvSpPr/>
          <p:nvPr/>
        </p:nvSpPr>
        <p:spPr>
          <a:xfrm>
            <a:off x="1624013" y="6086475"/>
            <a:ext cx="8676435"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688306" y="1171575"/>
            <a:ext cx="8612143" cy="943323"/>
          </a:xfrm>
          <a:prstGeom prst="triangle">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6" name="Rectangle 55"/>
          <p:cNvSpPr/>
          <p:nvPr/>
        </p:nvSpPr>
        <p:spPr>
          <a:xfrm>
            <a:off x="1810938"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6" name="Isosceles Triangle 65"/>
          <p:cNvSpPr/>
          <p:nvPr/>
        </p:nvSpPr>
        <p:spPr>
          <a:xfrm>
            <a:off x="2801433" y="1288870"/>
            <a:ext cx="6470431" cy="708732"/>
          </a:xfrm>
          <a:prstGeom prst="triangle">
            <a:avLst>
              <a:gd name="adj" fmla="val 49169"/>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68" name="Straight Connector 67"/>
          <p:cNvCxnSpPr/>
          <p:nvPr/>
        </p:nvCxnSpPr>
        <p:spPr>
          <a:xfrm>
            <a:off x="2209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476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743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0099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32766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3434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6101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876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5143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5410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65722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68389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71056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73723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7639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8782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90487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93154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95821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98488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1190191" y="6252988"/>
            <a:ext cx="9544079"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0" name="Rectangle 39"/>
          <p:cNvSpPr/>
          <p:nvPr/>
        </p:nvSpPr>
        <p:spPr>
          <a:xfrm>
            <a:off x="1190194" y="2114896"/>
            <a:ext cx="9544077"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177460197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 name="Object 1"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34" name="Title 1"/>
          <p:cNvSpPr>
            <a:spLocks noGrp="1"/>
          </p:cNvSpPr>
          <p:nvPr>
            <p:ph type="title"/>
          </p:nvPr>
        </p:nvSpPr>
        <p:spPr>
          <a:xfrm>
            <a:off x="214184" y="13663"/>
            <a:ext cx="9728886" cy="678316"/>
          </a:xfrm>
        </p:spPr>
        <p:txBody>
          <a:bodyPr>
            <a:normAutofit/>
          </a:bodyPr>
          <a:lstStyle/>
          <a:p>
            <a:r>
              <a:rPr lang="en-US" dirty="0"/>
              <a:t>Pillars 2</a:t>
            </a:r>
          </a:p>
        </p:txBody>
      </p:sp>
      <p:sp>
        <p:nvSpPr>
          <p:cNvPr id="48" name="Rectangle 47"/>
          <p:cNvSpPr/>
          <p:nvPr/>
        </p:nvSpPr>
        <p:spPr>
          <a:xfrm>
            <a:off x="1970486"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49" name="Rectangle 48"/>
          <p:cNvSpPr/>
          <p:nvPr/>
        </p:nvSpPr>
        <p:spPr>
          <a:xfrm>
            <a:off x="4158859"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0" name="Rectangle 49"/>
          <p:cNvSpPr/>
          <p:nvPr/>
        </p:nvSpPr>
        <p:spPr>
          <a:xfrm>
            <a:off x="6347234"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1" name="Rectangle 50"/>
          <p:cNvSpPr/>
          <p:nvPr/>
        </p:nvSpPr>
        <p:spPr>
          <a:xfrm>
            <a:off x="8535607"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3" name="Rectangle 52"/>
          <p:cNvSpPr/>
          <p:nvPr/>
        </p:nvSpPr>
        <p:spPr>
          <a:xfrm>
            <a:off x="1190191" y="6080232"/>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257700" y="1269252"/>
            <a:ext cx="9476570" cy="833161"/>
          </a:xfrm>
          <a:prstGeom prst="triangle">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 dolor sit </a:t>
            </a:r>
            <a:r>
              <a:rPr kumimoji="0" lang="en-US" sz="1800" b="0" i="0" u="none" strike="noStrike" kern="0" cap="none" spc="0" normalizeH="0" baseline="0" noProof="0" dirty="0" err="1">
                <a:ln>
                  <a:noFill/>
                </a:ln>
                <a:solidFill>
                  <a:schemeClr val="tx1"/>
                </a:solidFill>
                <a:effectLst/>
                <a:uLnTx/>
                <a:uFillTx/>
              </a:rPr>
              <a:t>amet</a:t>
            </a:r>
            <a:endParaRPr kumimoji="0" lang="en-US" sz="1800" b="0" i="0" u="none" strike="noStrike" kern="0" cap="none" spc="0" normalizeH="0" baseline="0" noProof="0" dirty="0">
              <a:ln>
                <a:noFill/>
              </a:ln>
              <a:solidFill>
                <a:schemeClr val="tx1"/>
              </a:solidFill>
              <a:effectLst/>
              <a:uLnTx/>
              <a:uFillTx/>
            </a:endParaRPr>
          </a:p>
        </p:txBody>
      </p:sp>
      <p:sp>
        <p:nvSpPr>
          <p:cNvPr id="56" name="Rectangle 55"/>
          <p:cNvSpPr/>
          <p:nvPr/>
        </p:nvSpPr>
        <p:spPr>
          <a:xfrm>
            <a:off x="1810938"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2" name="Rectangle 41"/>
          <p:cNvSpPr/>
          <p:nvPr/>
        </p:nvSpPr>
        <p:spPr>
          <a:xfrm>
            <a:off x="1190190" y="2102413"/>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30617584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2" name="TextBox 71"/>
          <p:cNvSpPr txBox="1"/>
          <p:nvPr/>
        </p:nvSpPr>
        <p:spPr>
          <a:xfrm>
            <a:off x="7319128" y="3089921"/>
            <a:ext cx="2217455" cy="1077218"/>
          </a:xfrm>
          <a:prstGeom prst="rect">
            <a:avLst/>
          </a:prstGeom>
          <a:noFill/>
        </p:spPr>
        <p:txBody>
          <a:bodyPr wrap="square" rtlCol="0" anchor="b">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3" name="TextBox 72"/>
          <p:cNvSpPr txBox="1"/>
          <p:nvPr/>
        </p:nvSpPr>
        <p:spPr>
          <a:xfrm>
            <a:off x="2655417" y="2773324"/>
            <a:ext cx="2217455" cy="1077218"/>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35695375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2" name="TextBox 71"/>
          <p:cNvSpPr txBox="1"/>
          <p:nvPr/>
        </p:nvSpPr>
        <p:spPr>
          <a:xfrm>
            <a:off x="7319128" y="3089921"/>
            <a:ext cx="2217455" cy="1077218"/>
          </a:xfrm>
          <a:prstGeom prst="rect">
            <a:avLst/>
          </a:prstGeom>
          <a:noFill/>
        </p:spPr>
        <p:txBody>
          <a:bodyPr wrap="square" rtlCol="0" anchor="b">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3" name="TextBox 72"/>
          <p:cNvSpPr txBox="1"/>
          <p:nvPr/>
        </p:nvSpPr>
        <p:spPr>
          <a:xfrm>
            <a:off x="2655417" y="2773324"/>
            <a:ext cx="2217455" cy="1077218"/>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125239950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1B77FFD-AB49-5AC6-B18F-7B0302F87E70}"/>
              </a:ext>
            </a:extLst>
          </p:cNvPr>
          <p:cNvSpPr>
            <a:spLocks noGrp="1"/>
          </p:cNvSpPr>
          <p:nvPr>
            <p:ph type="title"/>
          </p:nvPr>
        </p:nvSpPr>
        <p:spPr>
          <a:xfrm>
            <a:off x="214184" y="13663"/>
            <a:ext cx="9728886" cy="678316"/>
          </a:xfrm>
        </p:spPr>
        <p:txBody>
          <a:bodyPr>
            <a:normAutofit/>
          </a:bodyPr>
          <a:lstStyle/>
          <a:p>
            <a:r>
              <a:rPr lang="en-US" dirty="0"/>
              <a:t>Podium 2</a:t>
            </a:r>
          </a:p>
        </p:txBody>
      </p:sp>
      <p:grpSp>
        <p:nvGrpSpPr>
          <p:cNvPr id="30" name="Group 29">
            <a:extLst>
              <a:ext uri="{FF2B5EF4-FFF2-40B4-BE49-F238E27FC236}">
                <a16:creationId xmlns:a16="http://schemas.microsoft.com/office/drawing/2014/main" id="{61746C59-5065-4D4A-40F4-477E93CA5D2F}"/>
              </a:ext>
            </a:extLst>
          </p:cNvPr>
          <p:cNvGrpSpPr>
            <a:grpSpLocks noChangeAspect="1"/>
          </p:cNvGrpSpPr>
          <p:nvPr/>
        </p:nvGrpSpPr>
        <p:grpSpPr>
          <a:xfrm>
            <a:off x="4427456" y="1561938"/>
            <a:ext cx="3344443" cy="3646259"/>
            <a:chOff x="4074956" y="925080"/>
            <a:chExt cx="4046776" cy="4411974"/>
          </a:xfrm>
        </p:grpSpPr>
        <p:grpSp>
          <p:nvGrpSpPr>
            <p:cNvPr id="3" name="Group 29">
              <a:extLst>
                <a:ext uri="{FF2B5EF4-FFF2-40B4-BE49-F238E27FC236}">
                  <a16:creationId xmlns:a16="http://schemas.microsoft.com/office/drawing/2014/main" id="{8FA82269-04D6-7AED-E2CF-26B55781BCF8}"/>
                </a:ext>
              </a:extLst>
            </p:cNvPr>
            <p:cNvGrpSpPr/>
            <p:nvPr/>
          </p:nvGrpSpPr>
          <p:grpSpPr>
            <a:xfrm>
              <a:off x="4102694" y="3115880"/>
              <a:ext cx="4019038" cy="1691319"/>
              <a:chOff x="4082640" y="2274136"/>
              <a:chExt cx="4019038" cy="1691319"/>
            </a:xfrm>
            <a:solidFill>
              <a:schemeClr val="bg1"/>
            </a:solidFill>
          </p:grpSpPr>
          <p:sp>
            <p:nvSpPr>
              <p:cNvPr id="4" name="Rectangle 3">
                <a:extLst>
                  <a:ext uri="{FF2B5EF4-FFF2-40B4-BE49-F238E27FC236}">
                    <a16:creationId xmlns:a16="http://schemas.microsoft.com/office/drawing/2014/main" id="{0E17BD1A-FB9E-15F2-D46C-8A5FD0EC4142}"/>
                  </a:ext>
                </a:extLst>
              </p:cNvPr>
              <p:cNvSpPr/>
              <p:nvPr/>
            </p:nvSpPr>
            <p:spPr>
              <a:xfrm>
                <a:off x="6423799" y="2274136"/>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sp>
            <p:nvSpPr>
              <p:cNvPr id="5" name="Rectangle 4">
                <a:extLst>
                  <a:ext uri="{FF2B5EF4-FFF2-40B4-BE49-F238E27FC236}">
                    <a16:creationId xmlns:a16="http://schemas.microsoft.com/office/drawing/2014/main" id="{14B8DC57-6AAA-A21C-B50C-C3CE16E678EB}"/>
                  </a:ext>
                </a:extLst>
              </p:cNvPr>
              <p:cNvSpPr/>
              <p:nvPr/>
            </p:nvSpPr>
            <p:spPr>
              <a:xfrm>
                <a:off x="4082640" y="2287575"/>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grpSp>
        <p:sp>
          <p:nvSpPr>
            <p:cNvPr id="6" name="Rectangle 5">
              <a:extLst>
                <a:ext uri="{FF2B5EF4-FFF2-40B4-BE49-F238E27FC236}">
                  <a16:creationId xmlns:a16="http://schemas.microsoft.com/office/drawing/2014/main" id="{E985F01C-2BA9-BACA-5C32-2C240E386856}"/>
                </a:ext>
              </a:extLst>
            </p:cNvPr>
            <p:cNvSpPr/>
            <p:nvPr/>
          </p:nvSpPr>
          <p:spPr>
            <a:xfrm>
              <a:off x="6439166" y="2312067"/>
              <a:ext cx="1677879" cy="1677879"/>
            </a:xfrm>
            <a:prstGeom prst="rect">
              <a:avLst/>
            </a:prstGeom>
            <a:solidFill>
              <a:schemeClr val="accent3"/>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3</a:t>
              </a:r>
            </a:p>
          </p:txBody>
        </p:sp>
        <p:sp>
          <p:nvSpPr>
            <p:cNvPr id="7" name="Rectangle 6">
              <a:extLst>
                <a:ext uri="{FF2B5EF4-FFF2-40B4-BE49-F238E27FC236}">
                  <a16:creationId xmlns:a16="http://schemas.microsoft.com/office/drawing/2014/main" id="{C2171085-7B6B-6194-39A4-99013D3713BD}"/>
                </a:ext>
              </a:extLst>
            </p:cNvPr>
            <p:cNvSpPr/>
            <p:nvPr/>
          </p:nvSpPr>
          <p:spPr>
            <a:xfrm>
              <a:off x="4074956" y="2325507"/>
              <a:ext cx="1677879" cy="1677879"/>
            </a:xfrm>
            <a:prstGeom prst="rect">
              <a:avLst/>
            </a:prstGeom>
            <a:solidFill>
              <a:schemeClr val="accent2"/>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2</a:t>
              </a:r>
            </a:p>
          </p:txBody>
        </p:sp>
        <p:sp>
          <p:nvSpPr>
            <p:cNvPr id="8" name="Rectangle 7">
              <a:extLst>
                <a:ext uri="{FF2B5EF4-FFF2-40B4-BE49-F238E27FC236}">
                  <a16:creationId xmlns:a16="http://schemas.microsoft.com/office/drawing/2014/main" id="{EFA1E6BB-F3E3-DC26-AC47-BEE9A599134C}"/>
                </a:ext>
              </a:extLst>
            </p:cNvPr>
            <p:cNvSpPr/>
            <p:nvPr/>
          </p:nvSpPr>
          <p:spPr>
            <a:xfrm>
              <a:off x="5257061" y="3659175"/>
              <a:ext cx="1677879" cy="1677879"/>
            </a:xfrm>
            <a:prstGeom prst="rect">
              <a:avLst/>
            </a:prstGeom>
            <a:solidFill>
              <a:schemeClr val="accent1"/>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1</a:t>
              </a:r>
            </a:p>
          </p:txBody>
        </p:sp>
        <p:sp>
          <p:nvSpPr>
            <p:cNvPr id="9" name="Rectangle 8">
              <a:extLst>
                <a:ext uri="{FF2B5EF4-FFF2-40B4-BE49-F238E27FC236}">
                  <a16:creationId xmlns:a16="http://schemas.microsoft.com/office/drawing/2014/main" id="{A304103C-002C-9D31-9C73-FCF7855E6819}"/>
                </a:ext>
              </a:extLst>
            </p:cNvPr>
            <p:cNvSpPr/>
            <p:nvPr/>
          </p:nvSpPr>
          <p:spPr>
            <a:xfrm>
              <a:off x="5257061" y="925080"/>
              <a:ext cx="1677879" cy="1677879"/>
            </a:xfrm>
            <a:prstGeom prst="rect">
              <a:avLst/>
            </a:prstGeom>
            <a:solidFill>
              <a:schemeClr val="accent4"/>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4</a:t>
              </a:r>
            </a:p>
          </p:txBody>
        </p:sp>
      </p:grpSp>
      <p:grpSp>
        <p:nvGrpSpPr>
          <p:cNvPr id="10" name="Groupe 32">
            <a:extLst>
              <a:ext uri="{FF2B5EF4-FFF2-40B4-BE49-F238E27FC236}">
                <a16:creationId xmlns:a16="http://schemas.microsoft.com/office/drawing/2014/main" id="{BA201F83-C9F8-A0BD-6B4A-A049CC2CB86D}"/>
              </a:ext>
            </a:extLst>
          </p:cNvPr>
          <p:cNvGrpSpPr/>
          <p:nvPr/>
        </p:nvGrpSpPr>
        <p:grpSpPr>
          <a:xfrm>
            <a:off x="838200" y="3552296"/>
            <a:ext cx="3348951" cy="1413263"/>
            <a:chOff x="-78927" y="3070355"/>
            <a:chExt cx="3348951" cy="1413263"/>
          </a:xfrm>
        </p:grpSpPr>
        <p:grpSp>
          <p:nvGrpSpPr>
            <p:cNvPr id="11" name="Group 13">
              <a:extLst>
                <a:ext uri="{FF2B5EF4-FFF2-40B4-BE49-F238E27FC236}">
                  <a16:creationId xmlns:a16="http://schemas.microsoft.com/office/drawing/2014/main" id="{72937AA7-2100-D047-43A2-A5A76371F657}"/>
                </a:ext>
              </a:extLst>
            </p:cNvPr>
            <p:cNvGrpSpPr/>
            <p:nvPr/>
          </p:nvGrpSpPr>
          <p:grpSpPr>
            <a:xfrm>
              <a:off x="332936" y="3070355"/>
              <a:ext cx="2937088" cy="1413263"/>
              <a:chOff x="332936" y="2750877"/>
              <a:chExt cx="2937088" cy="1413263"/>
            </a:xfrm>
          </p:grpSpPr>
          <p:sp>
            <p:nvSpPr>
              <p:cNvPr id="13" name="TextBox 14">
                <a:extLst>
                  <a:ext uri="{FF2B5EF4-FFF2-40B4-BE49-F238E27FC236}">
                    <a16:creationId xmlns:a16="http://schemas.microsoft.com/office/drawing/2014/main" id="{7899D8F2-A90C-B8DE-B9E5-89B044E9939F}"/>
                  </a:ext>
                </a:extLst>
              </p:cNvPr>
              <p:cNvSpPr txBox="1"/>
              <p:nvPr/>
            </p:nvSpPr>
            <p:spPr>
              <a:xfrm>
                <a:off x="332936" y="2750877"/>
                <a:ext cx="2937088" cy="338554"/>
              </a:xfrm>
              <a:prstGeom prst="rect">
                <a:avLst/>
              </a:prstGeom>
              <a:noFill/>
            </p:spPr>
            <p:txBody>
              <a:bodyPr wrap="square" lIns="0" rIns="0" rtlCol="0" anchor="b">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p:txBody>
          </p:sp>
          <p:sp>
            <p:nvSpPr>
              <p:cNvPr id="14" name="TextBox 15">
                <a:extLst>
                  <a:ext uri="{FF2B5EF4-FFF2-40B4-BE49-F238E27FC236}">
                    <a16:creationId xmlns:a16="http://schemas.microsoft.com/office/drawing/2014/main" id="{A1B33681-9F4C-B5C6-7392-2F9785770855}"/>
                  </a:ext>
                </a:extLst>
              </p:cNvPr>
              <p:cNvSpPr txBox="1"/>
              <p:nvPr/>
            </p:nvSpPr>
            <p:spPr>
              <a:xfrm>
                <a:off x="332936" y="3086922"/>
                <a:ext cx="2929293" cy="1077218"/>
              </a:xfrm>
              <a:prstGeom prst="rect">
                <a:avLst/>
              </a:prstGeom>
              <a:noFill/>
            </p:spPr>
            <p:txBody>
              <a:bodyPr wrap="square" lIns="0" rIns="0" rtlCol="0" anchor="t">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12" name="Rectangle 11">
              <a:extLst>
                <a:ext uri="{FF2B5EF4-FFF2-40B4-BE49-F238E27FC236}">
                  <a16:creationId xmlns:a16="http://schemas.microsoft.com/office/drawing/2014/main" id="{4E8D3DEB-8B63-D8A0-3185-50FF88DAEDBD}"/>
                </a:ext>
              </a:extLst>
            </p:cNvPr>
            <p:cNvSpPr/>
            <p:nvPr/>
          </p:nvSpPr>
          <p:spPr>
            <a:xfrm>
              <a:off x="-78927" y="3070355"/>
              <a:ext cx="337990" cy="3334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2</a:t>
              </a:r>
            </a:p>
          </p:txBody>
        </p:sp>
      </p:grpSp>
      <p:grpSp>
        <p:nvGrpSpPr>
          <p:cNvPr id="15" name="Groupe 33">
            <a:extLst>
              <a:ext uri="{FF2B5EF4-FFF2-40B4-BE49-F238E27FC236}">
                <a16:creationId xmlns:a16="http://schemas.microsoft.com/office/drawing/2014/main" id="{C2941CD8-EAA2-969F-3227-41C64A2B5B23}"/>
              </a:ext>
            </a:extLst>
          </p:cNvPr>
          <p:cNvGrpSpPr/>
          <p:nvPr/>
        </p:nvGrpSpPr>
        <p:grpSpPr>
          <a:xfrm>
            <a:off x="838200" y="1672867"/>
            <a:ext cx="3425919" cy="1413263"/>
            <a:chOff x="-155895" y="3070355"/>
            <a:chExt cx="3425919" cy="1413263"/>
          </a:xfrm>
        </p:grpSpPr>
        <p:grpSp>
          <p:nvGrpSpPr>
            <p:cNvPr id="16" name="Group 13">
              <a:extLst>
                <a:ext uri="{FF2B5EF4-FFF2-40B4-BE49-F238E27FC236}">
                  <a16:creationId xmlns:a16="http://schemas.microsoft.com/office/drawing/2014/main" id="{3348996D-6B38-A4F4-51F9-C78841B4E9BE}"/>
                </a:ext>
              </a:extLst>
            </p:cNvPr>
            <p:cNvGrpSpPr/>
            <p:nvPr/>
          </p:nvGrpSpPr>
          <p:grpSpPr>
            <a:xfrm>
              <a:off x="332936" y="3070355"/>
              <a:ext cx="2937088" cy="1413263"/>
              <a:chOff x="332936" y="2750877"/>
              <a:chExt cx="2937088" cy="1413263"/>
            </a:xfrm>
          </p:grpSpPr>
          <p:sp>
            <p:nvSpPr>
              <p:cNvPr id="18" name="TextBox 14">
                <a:extLst>
                  <a:ext uri="{FF2B5EF4-FFF2-40B4-BE49-F238E27FC236}">
                    <a16:creationId xmlns:a16="http://schemas.microsoft.com/office/drawing/2014/main" id="{9B644083-5CE8-C940-74C7-4FAC73DAB16E}"/>
                  </a:ext>
                </a:extLst>
              </p:cNvPr>
              <p:cNvSpPr txBox="1"/>
              <p:nvPr/>
            </p:nvSpPr>
            <p:spPr>
              <a:xfrm>
                <a:off x="332936" y="2750877"/>
                <a:ext cx="2937088" cy="338554"/>
              </a:xfrm>
              <a:prstGeom prst="rect">
                <a:avLst/>
              </a:prstGeom>
              <a:noFill/>
            </p:spPr>
            <p:txBody>
              <a:bodyPr wrap="square" lIns="0" rIns="0" rtlCol="0" anchor="b">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p:txBody>
          </p:sp>
          <p:sp>
            <p:nvSpPr>
              <p:cNvPr id="19" name="TextBox 15">
                <a:extLst>
                  <a:ext uri="{FF2B5EF4-FFF2-40B4-BE49-F238E27FC236}">
                    <a16:creationId xmlns:a16="http://schemas.microsoft.com/office/drawing/2014/main" id="{B7929668-C516-B98E-0FB9-BF133A216E99}"/>
                  </a:ext>
                </a:extLst>
              </p:cNvPr>
              <p:cNvSpPr txBox="1"/>
              <p:nvPr/>
            </p:nvSpPr>
            <p:spPr>
              <a:xfrm>
                <a:off x="332936" y="3086922"/>
                <a:ext cx="2929293" cy="1077218"/>
              </a:xfrm>
              <a:prstGeom prst="rect">
                <a:avLst/>
              </a:prstGeom>
              <a:noFill/>
            </p:spPr>
            <p:txBody>
              <a:bodyPr wrap="square" lIns="0" rIns="0" rtlCol="0" anchor="t">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17" name="Rectangle 16">
              <a:extLst>
                <a:ext uri="{FF2B5EF4-FFF2-40B4-BE49-F238E27FC236}">
                  <a16:creationId xmlns:a16="http://schemas.microsoft.com/office/drawing/2014/main" id="{DEF6A048-7937-62B4-7A7C-52CCBE216940}"/>
                </a:ext>
              </a:extLst>
            </p:cNvPr>
            <p:cNvSpPr/>
            <p:nvPr/>
          </p:nvSpPr>
          <p:spPr>
            <a:xfrm>
              <a:off x="-155895" y="3085727"/>
              <a:ext cx="337990" cy="33348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1</a:t>
              </a:r>
            </a:p>
          </p:txBody>
        </p:sp>
      </p:grpSp>
      <p:grpSp>
        <p:nvGrpSpPr>
          <p:cNvPr id="20" name="Groupe 38">
            <a:extLst>
              <a:ext uri="{FF2B5EF4-FFF2-40B4-BE49-F238E27FC236}">
                <a16:creationId xmlns:a16="http://schemas.microsoft.com/office/drawing/2014/main" id="{82BFFB74-B326-03AA-2D6B-1D8C202085F7}"/>
              </a:ext>
            </a:extLst>
          </p:cNvPr>
          <p:cNvGrpSpPr/>
          <p:nvPr/>
        </p:nvGrpSpPr>
        <p:grpSpPr>
          <a:xfrm>
            <a:off x="8004180" y="2008912"/>
            <a:ext cx="3349620" cy="1413263"/>
            <a:chOff x="352990" y="3070355"/>
            <a:chExt cx="3349620" cy="1413263"/>
          </a:xfrm>
        </p:grpSpPr>
        <p:grpSp>
          <p:nvGrpSpPr>
            <p:cNvPr id="21" name="Group 13">
              <a:extLst>
                <a:ext uri="{FF2B5EF4-FFF2-40B4-BE49-F238E27FC236}">
                  <a16:creationId xmlns:a16="http://schemas.microsoft.com/office/drawing/2014/main" id="{5BF14937-3852-A440-9B94-CDD70D17A4EA}"/>
                </a:ext>
              </a:extLst>
            </p:cNvPr>
            <p:cNvGrpSpPr/>
            <p:nvPr/>
          </p:nvGrpSpPr>
          <p:grpSpPr>
            <a:xfrm>
              <a:off x="352990" y="3070355"/>
              <a:ext cx="2937088" cy="1413263"/>
              <a:chOff x="352990" y="2750877"/>
              <a:chExt cx="2937088" cy="1413263"/>
            </a:xfrm>
          </p:grpSpPr>
          <p:sp>
            <p:nvSpPr>
              <p:cNvPr id="23" name="TextBox 14">
                <a:extLst>
                  <a:ext uri="{FF2B5EF4-FFF2-40B4-BE49-F238E27FC236}">
                    <a16:creationId xmlns:a16="http://schemas.microsoft.com/office/drawing/2014/main" id="{C6D9E53F-A1E3-0BCB-2806-5C001C6DDDE6}"/>
                  </a:ext>
                </a:extLst>
              </p:cNvPr>
              <p:cNvSpPr txBox="1"/>
              <p:nvPr/>
            </p:nvSpPr>
            <p:spPr>
              <a:xfrm>
                <a:off x="352990" y="2750877"/>
                <a:ext cx="2937088" cy="338554"/>
              </a:xfrm>
              <a:prstGeom prst="rect">
                <a:avLst/>
              </a:prstGeom>
              <a:noFill/>
            </p:spPr>
            <p:txBody>
              <a:bodyPr wrap="square" lIns="0" r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p:txBody>
          </p:sp>
          <p:sp>
            <p:nvSpPr>
              <p:cNvPr id="24" name="TextBox 15">
                <a:extLst>
                  <a:ext uri="{FF2B5EF4-FFF2-40B4-BE49-F238E27FC236}">
                    <a16:creationId xmlns:a16="http://schemas.microsoft.com/office/drawing/2014/main" id="{62231E16-8A08-670F-4591-E9D251679831}"/>
                  </a:ext>
                </a:extLst>
              </p:cNvPr>
              <p:cNvSpPr txBox="1"/>
              <p:nvPr/>
            </p:nvSpPr>
            <p:spPr>
              <a:xfrm>
                <a:off x="360785" y="3086922"/>
                <a:ext cx="2929293" cy="1077218"/>
              </a:xfrm>
              <a:prstGeom prst="rect">
                <a:avLst/>
              </a:prstGeom>
              <a:noFill/>
            </p:spPr>
            <p:txBody>
              <a:bodyPr wrap="square" lIns="0" rIns="0"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22" name="Rectangle 21">
              <a:extLst>
                <a:ext uri="{FF2B5EF4-FFF2-40B4-BE49-F238E27FC236}">
                  <a16:creationId xmlns:a16="http://schemas.microsoft.com/office/drawing/2014/main" id="{FDDCB07B-DDBD-3D0C-C341-0CBB3B6F3455}"/>
                </a:ext>
              </a:extLst>
            </p:cNvPr>
            <p:cNvSpPr/>
            <p:nvPr/>
          </p:nvSpPr>
          <p:spPr>
            <a:xfrm>
              <a:off x="3364620" y="3070355"/>
              <a:ext cx="337990" cy="3334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dirty="0">
                  <a:solidFill>
                    <a:srgbClr val="FFFFFF"/>
                  </a:solidFill>
                </a:rPr>
                <a:t>3</a:t>
              </a:r>
            </a:p>
          </p:txBody>
        </p:sp>
      </p:grpSp>
      <p:grpSp>
        <p:nvGrpSpPr>
          <p:cNvPr id="25" name="Groupe 43">
            <a:extLst>
              <a:ext uri="{FF2B5EF4-FFF2-40B4-BE49-F238E27FC236}">
                <a16:creationId xmlns:a16="http://schemas.microsoft.com/office/drawing/2014/main" id="{389A2366-D585-28F8-C88E-4CDE5F3D5724}"/>
              </a:ext>
            </a:extLst>
          </p:cNvPr>
          <p:cNvGrpSpPr/>
          <p:nvPr/>
        </p:nvGrpSpPr>
        <p:grpSpPr>
          <a:xfrm>
            <a:off x="7997617" y="4311477"/>
            <a:ext cx="3356183" cy="1413263"/>
            <a:chOff x="352990" y="3070355"/>
            <a:chExt cx="3356183" cy="1413263"/>
          </a:xfrm>
        </p:grpSpPr>
        <p:grpSp>
          <p:nvGrpSpPr>
            <p:cNvPr id="26" name="Group 13">
              <a:extLst>
                <a:ext uri="{FF2B5EF4-FFF2-40B4-BE49-F238E27FC236}">
                  <a16:creationId xmlns:a16="http://schemas.microsoft.com/office/drawing/2014/main" id="{EE88FC1C-97A3-558D-F274-E1BC8794D36D}"/>
                </a:ext>
              </a:extLst>
            </p:cNvPr>
            <p:cNvGrpSpPr/>
            <p:nvPr/>
          </p:nvGrpSpPr>
          <p:grpSpPr>
            <a:xfrm>
              <a:off x="352990" y="3070355"/>
              <a:ext cx="2937088" cy="1413263"/>
              <a:chOff x="352990" y="2750877"/>
              <a:chExt cx="2937088" cy="1413263"/>
            </a:xfrm>
          </p:grpSpPr>
          <p:sp>
            <p:nvSpPr>
              <p:cNvPr id="28" name="TextBox 14">
                <a:extLst>
                  <a:ext uri="{FF2B5EF4-FFF2-40B4-BE49-F238E27FC236}">
                    <a16:creationId xmlns:a16="http://schemas.microsoft.com/office/drawing/2014/main" id="{B751D9C6-552C-2197-6E7D-DEF2FCE79F8E}"/>
                  </a:ext>
                </a:extLst>
              </p:cNvPr>
              <p:cNvSpPr txBox="1"/>
              <p:nvPr/>
            </p:nvSpPr>
            <p:spPr>
              <a:xfrm>
                <a:off x="352990" y="2750877"/>
                <a:ext cx="2937088" cy="338554"/>
              </a:xfrm>
              <a:prstGeom prst="rect">
                <a:avLst/>
              </a:prstGeom>
              <a:noFill/>
            </p:spPr>
            <p:txBody>
              <a:bodyPr wrap="square" lIns="0" r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p:txBody>
          </p:sp>
          <p:sp>
            <p:nvSpPr>
              <p:cNvPr id="29" name="TextBox 15">
                <a:extLst>
                  <a:ext uri="{FF2B5EF4-FFF2-40B4-BE49-F238E27FC236}">
                    <a16:creationId xmlns:a16="http://schemas.microsoft.com/office/drawing/2014/main" id="{F79F27E9-1A68-79E4-CA12-8E0D5BF6A5C7}"/>
                  </a:ext>
                </a:extLst>
              </p:cNvPr>
              <p:cNvSpPr txBox="1"/>
              <p:nvPr/>
            </p:nvSpPr>
            <p:spPr>
              <a:xfrm>
                <a:off x="360785" y="3086922"/>
                <a:ext cx="2929293" cy="1077218"/>
              </a:xfrm>
              <a:prstGeom prst="rect">
                <a:avLst/>
              </a:prstGeom>
              <a:noFill/>
            </p:spPr>
            <p:txBody>
              <a:bodyPr wrap="square" lIns="0" rIns="0"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27" name="Rectangle 26">
              <a:extLst>
                <a:ext uri="{FF2B5EF4-FFF2-40B4-BE49-F238E27FC236}">
                  <a16:creationId xmlns:a16="http://schemas.microsoft.com/office/drawing/2014/main" id="{26CDD854-FA7B-1438-8D1E-EAE8456ABE21}"/>
                </a:ext>
              </a:extLst>
            </p:cNvPr>
            <p:cNvSpPr/>
            <p:nvPr/>
          </p:nvSpPr>
          <p:spPr>
            <a:xfrm>
              <a:off x="3371183" y="3078517"/>
              <a:ext cx="337990" cy="3334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grpSp>
    </p:spTree>
    <p:extLst>
      <p:ext uri="{BB962C8B-B14F-4D97-AF65-F5344CB8AC3E}">
        <p14:creationId xmlns:p14="http://schemas.microsoft.com/office/powerpoint/2010/main" val="1202339197"/>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288C13-4EA9-A6A7-F8F6-52FF4C2347E8}"/>
              </a:ext>
            </a:extLst>
          </p:cNvPr>
          <p:cNvSpPr>
            <a:spLocks noGrp="1"/>
          </p:cNvSpPr>
          <p:nvPr>
            <p:ph type="title"/>
          </p:nvPr>
        </p:nvSpPr>
        <p:spPr>
          <a:xfrm>
            <a:off x="214184" y="13663"/>
            <a:ext cx="9728886" cy="678316"/>
          </a:xfrm>
        </p:spPr>
        <p:txBody>
          <a:bodyPr>
            <a:normAutofit/>
          </a:bodyPr>
          <a:lstStyle/>
          <a:p>
            <a:r>
              <a:rPr lang="en-US" dirty="0"/>
              <a:t>Podium 3</a:t>
            </a:r>
          </a:p>
        </p:txBody>
      </p:sp>
      <p:grpSp>
        <p:nvGrpSpPr>
          <p:cNvPr id="3" name="Google Shape;5866;p60">
            <a:extLst>
              <a:ext uri="{FF2B5EF4-FFF2-40B4-BE49-F238E27FC236}">
                <a16:creationId xmlns:a16="http://schemas.microsoft.com/office/drawing/2014/main" id="{614AABF6-D5B0-5F7E-15B6-DCB1F488564D}"/>
              </a:ext>
            </a:extLst>
          </p:cNvPr>
          <p:cNvGrpSpPr/>
          <p:nvPr/>
        </p:nvGrpSpPr>
        <p:grpSpPr>
          <a:xfrm>
            <a:off x="6866665" y="4829774"/>
            <a:ext cx="2311995" cy="815062"/>
            <a:chOff x="3604375" y="4892160"/>
            <a:chExt cx="1651500" cy="582215"/>
          </a:xfrm>
          <a:solidFill>
            <a:schemeClr val="accent3"/>
          </a:solidFill>
        </p:grpSpPr>
        <p:sp>
          <p:nvSpPr>
            <p:cNvPr id="4" name="Google Shape;5867;p60">
              <a:extLst>
                <a:ext uri="{FF2B5EF4-FFF2-40B4-BE49-F238E27FC236}">
                  <a16:creationId xmlns:a16="http://schemas.microsoft.com/office/drawing/2014/main" id="{371D26E1-8823-A41E-0A3E-88F580E50AEE}"/>
                </a:ext>
              </a:extLst>
            </p:cNvPr>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5" name="Google Shape;5868;p60">
              <a:extLst>
                <a:ext uri="{FF2B5EF4-FFF2-40B4-BE49-F238E27FC236}">
                  <a16:creationId xmlns:a16="http://schemas.microsoft.com/office/drawing/2014/main" id="{13BA3C80-AAF2-A87F-A89E-A757BCF4429C}"/>
                </a:ext>
              </a:extLst>
            </p:cNvPr>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6" name="Google Shape;5869;p60">
            <a:extLst>
              <a:ext uri="{FF2B5EF4-FFF2-40B4-BE49-F238E27FC236}">
                <a16:creationId xmlns:a16="http://schemas.microsoft.com/office/drawing/2014/main" id="{4EBD6563-45DA-7B20-B264-C222A14A30F3}"/>
              </a:ext>
            </a:extLst>
          </p:cNvPr>
          <p:cNvGrpSpPr/>
          <p:nvPr/>
        </p:nvGrpSpPr>
        <p:grpSpPr>
          <a:xfrm>
            <a:off x="3013340" y="4624193"/>
            <a:ext cx="2414783" cy="1020643"/>
            <a:chOff x="851875" y="4745310"/>
            <a:chExt cx="1724925" cy="729065"/>
          </a:xfrm>
          <a:solidFill>
            <a:schemeClr val="accent3"/>
          </a:solidFill>
        </p:grpSpPr>
        <p:sp>
          <p:nvSpPr>
            <p:cNvPr id="7" name="Google Shape;5870;p60">
              <a:extLst>
                <a:ext uri="{FF2B5EF4-FFF2-40B4-BE49-F238E27FC236}">
                  <a16:creationId xmlns:a16="http://schemas.microsoft.com/office/drawing/2014/main" id="{119437D3-39AF-A1F4-6245-EFF2556EC14B}"/>
                </a:ext>
              </a:extLst>
            </p:cNvPr>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8" name="Google Shape;5871;p60">
              <a:extLst>
                <a:ext uri="{FF2B5EF4-FFF2-40B4-BE49-F238E27FC236}">
                  <a16:creationId xmlns:a16="http://schemas.microsoft.com/office/drawing/2014/main" id="{781362FC-03E8-4B76-19B1-07454DF83F5B}"/>
                </a:ext>
              </a:extLst>
            </p:cNvPr>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9" name="Google Shape;5872;p60">
            <a:extLst>
              <a:ext uri="{FF2B5EF4-FFF2-40B4-BE49-F238E27FC236}">
                <a16:creationId xmlns:a16="http://schemas.microsoft.com/office/drawing/2014/main" id="{942F66A2-1C37-6212-2971-9DAA5576892C}"/>
              </a:ext>
            </a:extLst>
          </p:cNvPr>
          <p:cNvGrpSpPr/>
          <p:nvPr/>
        </p:nvGrpSpPr>
        <p:grpSpPr>
          <a:xfrm>
            <a:off x="5068449" y="4052063"/>
            <a:ext cx="2055143" cy="1592773"/>
            <a:chOff x="2319875" y="4336625"/>
            <a:chExt cx="1468025" cy="1137750"/>
          </a:xfrm>
          <a:solidFill>
            <a:schemeClr val="accent1"/>
          </a:solidFill>
        </p:grpSpPr>
        <p:sp>
          <p:nvSpPr>
            <p:cNvPr id="10" name="Google Shape;5873;p60">
              <a:extLst>
                <a:ext uri="{FF2B5EF4-FFF2-40B4-BE49-F238E27FC236}">
                  <a16:creationId xmlns:a16="http://schemas.microsoft.com/office/drawing/2014/main" id="{E0099ACE-14A0-344A-D3F5-EAED4D9049D7}"/>
                </a:ext>
              </a:extLst>
            </p:cNvPr>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11" name="Google Shape;5874;p60">
              <a:extLst>
                <a:ext uri="{FF2B5EF4-FFF2-40B4-BE49-F238E27FC236}">
                  <a16:creationId xmlns:a16="http://schemas.microsoft.com/office/drawing/2014/main" id="{B6ECAF28-077E-20DB-ED2F-A1169663618E}"/>
                </a:ext>
              </a:extLst>
            </p:cNvPr>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12" name="Google Shape;5875;p60">
            <a:extLst>
              <a:ext uri="{FF2B5EF4-FFF2-40B4-BE49-F238E27FC236}">
                <a16:creationId xmlns:a16="http://schemas.microsoft.com/office/drawing/2014/main" id="{6908FCA2-4C67-87B7-0020-0944E9D1A1F4}"/>
              </a:ext>
            </a:extLst>
          </p:cNvPr>
          <p:cNvGrpSpPr/>
          <p:nvPr/>
        </p:nvGrpSpPr>
        <p:grpSpPr>
          <a:xfrm>
            <a:off x="5146344" y="2538676"/>
            <a:ext cx="1900333" cy="1620359"/>
            <a:chOff x="2957425" y="238100"/>
            <a:chExt cx="1910200" cy="1628775"/>
          </a:xfrm>
        </p:grpSpPr>
        <p:sp>
          <p:nvSpPr>
            <p:cNvPr id="13" name="Google Shape;5876;p60">
              <a:extLst>
                <a:ext uri="{FF2B5EF4-FFF2-40B4-BE49-F238E27FC236}">
                  <a16:creationId xmlns:a16="http://schemas.microsoft.com/office/drawing/2014/main" id="{E92A5241-D394-8625-E1D3-A6F28083A3E9}"/>
                </a:ext>
              </a:extLst>
            </p:cNvPr>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77;p60">
              <a:extLst>
                <a:ext uri="{FF2B5EF4-FFF2-40B4-BE49-F238E27FC236}">
                  <a16:creationId xmlns:a16="http://schemas.microsoft.com/office/drawing/2014/main" id="{57367675-22CF-5903-6A1B-526773F5C143}"/>
                </a:ext>
              </a:extLst>
            </p:cNvPr>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78;p60">
              <a:extLst>
                <a:ext uri="{FF2B5EF4-FFF2-40B4-BE49-F238E27FC236}">
                  <a16:creationId xmlns:a16="http://schemas.microsoft.com/office/drawing/2014/main" id="{4223DA3A-7017-3D23-CD24-F276A25DD17F}"/>
                </a:ext>
              </a:extLst>
            </p:cNvPr>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79;p60">
              <a:extLst>
                <a:ext uri="{FF2B5EF4-FFF2-40B4-BE49-F238E27FC236}">
                  <a16:creationId xmlns:a16="http://schemas.microsoft.com/office/drawing/2014/main" id="{6C042E05-972E-4AC0-F63D-9D5025647544}"/>
                </a:ext>
              </a:extLst>
            </p:cNvPr>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880;p60">
              <a:extLst>
                <a:ext uri="{FF2B5EF4-FFF2-40B4-BE49-F238E27FC236}">
                  <a16:creationId xmlns:a16="http://schemas.microsoft.com/office/drawing/2014/main" id="{E18D4BB6-F760-8422-FBA3-2848B7B89191}"/>
                </a:ext>
              </a:extLst>
            </p:cNvPr>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881;p60">
              <a:extLst>
                <a:ext uri="{FF2B5EF4-FFF2-40B4-BE49-F238E27FC236}">
                  <a16:creationId xmlns:a16="http://schemas.microsoft.com/office/drawing/2014/main" id="{5C48F44E-C2F6-0979-55CB-C353AB17CC48}"/>
                </a:ext>
              </a:extLst>
            </p:cNvPr>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882;p60">
              <a:extLst>
                <a:ext uri="{FF2B5EF4-FFF2-40B4-BE49-F238E27FC236}">
                  <a16:creationId xmlns:a16="http://schemas.microsoft.com/office/drawing/2014/main" id="{E27EC577-7044-3D80-871F-A61E35B7BC78}"/>
                </a:ext>
              </a:extLst>
            </p:cNvPr>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883;p60">
              <a:extLst>
                <a:ext uri="{FF2B5EF4-FFF2-40B4-BE49-F238E27FC236}">
                  <a16:creationId xmlns:a16="http://schemas.microsoft.com/office/drawing/2014/main" id="{7A6D66FD-8C5A-F0F1-E66B-63C4906CF5D9}"/>
                </a:ext>
              </a:extLst>
            </p:cNvPr>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884;p60">
              <a:extLst>
                <a:ext uri="{FF2B5EF4-FFF2-40B4-BE49-F238E27FC236}">
                  <a16:creationId xmlns:a16="http://schemas.microsoft.com/office/drawing/2014/main" id="{1D7307D4-CEE0-E099-AFA8-217DCB4082EC}"/>
                </a:ext>
              </a:extLst>
            </p:cNvPr>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885;p60">
              <a:extLst>
                <a:ext uri="{FF2B5EF4-FFF2-40B4-BE49-F238E27FC236}">
                  <a16:creationId xmlns:a16="http://schemas.microsoft.com/office/drawing/2014/main" id="{4C20F071-CC65-4065-E528-B92ED896B74B}"/>
                </a:ext>
              </a:extLst>
            </p:cNvPr>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TextBox 82">
            <a:extLst>
              <a:ext uri="{FF2B5EF4-FFF2-40B4-BE49-F238E27FC236}">
                <a16:creationId xmlns:a16="http://schemas.microsoft.com/office/drawing/2014/main" id="{0A7286C5-F0E8-D504-FBB7-D25C8DFDB6FD}"/>
              </a:ext>
            </a:extLst>
          </p:cNvPr>
          <p:cNvSpPr txBox="1"/>
          <p:nvPr/>
        </p:nvSpPr>
        <p:spPr>
          <a:xfrm>
            <a:off x="4431873" y="1422807"/>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4" name="TextBox 82">
            <a:extLst>
              <a:ext uri="{FF2B5EF4-FFF2-40B4-BE49-F238E27FC236}">
                <a16:creationId xmlns:a16="http://schemas.microsoft.com/office/drawing/2014/main" id="{063E992E-EC28-81A9-6835-4C0308A11202}"/>
              </a:ext>
            </a:extLst>
          </p:cNvPr>
          <p:cNvSpPr txBox="1"/>
          <p:nvPr/>
        </p:nvSpPr>
        <p:spPr>
          <a:xfrm>
            <a:off x="1554595" y="3429000"/>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TextBox 82">
            <a:extLst>
              <a:ext uri="{FF2B5EF4-FFF2-40B4-BE49-F238E27FC236}">
                <a16:creationId xmlns:a16="http://schemas.microsoft.com/office/drawing/2014/main" id="{888CC691-BDB8-0E41-0CFC-67682ACA292E}"/>
              </a:ext>
            </a:extLst>
          </p:cNvPr>
          <p:cNvSpPr txBox="1"/>
          <p:nvPr/>
        </p:nvSpPr>
        <p:spPr>
          <a:xfrm>
            <a:off x="7783084" y="3429000"/>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6" name="Rectangle 25">
            <a:extLst>
              <a:ext uri="{FF2B5EF4-FFF2-40B4-BE49-F238E27FC236}">
                <a16:creationId xmlns:a16="http://schemas.microsoft.com/office/drawing/2014/main" id="{78B8DE76-B058-31FB-FF1A-718FD3B8B6FE}"/>
              </a:ext>
            </a:extLst>
          </p:cNvPr>
          <p:cNvSpPr/>
          <p:nvPr/>
        </p:nvSpPr>
        <p:spPr>
          <a:xfrm flipH="1">
            <a:off x="5917683" y="461680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73AA6B54-0DD0-EBBE-943F-283DCDAC868F}"/>
              </a:ext>
            </a:extLst>
          </p:cNvPr>
          <p:cNvSpPr/>
          <p:nvPr/>
        </p:nvSpPr>
        <p:spPr>
          <a:xfrm flipH="1">
            <a:off x="3907659"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2370629C-9D6E-BB8E-4878-D39EE4A0449E}"/>
              </a:ext>
            </a:extLst>
          </p:cNvPr>
          <p:cNvSpPr/>
          <p:nvPr/>
        </p:nvSpPr>
        <p:spPr>
          <a:xfrm flipH="1">
            <a:off x="7851522"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533457167"/>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ounded Rectangle 50"/>
          <p:cNvSpPr/>
          <p:nvPr/>
        </p:nvSpPr>
        <p:spPr>
          <a:xfrm>
            <a:off x="1845917" y="3613704"/>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Production line</a:t>
            </a:r>
          </a:p>
        </p:txBody>
      </p:sp>
      <p:sp>
        <p:nvSpPr>
          <p:cNvPr id="40" name="Rounded Rectangle 39"/>
          <p:cNvSpPr/>
          <p:nvPr/>
        </p:nvSpPr>
        <p:spPr>
          <a:xfrm>
            <a:off x="1202099" y="4139823"/>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 4"/>
          <p:cNvSpPr/>
          <p:nvPr/>
        </p:nvSpPr>
        <p:spPr>
          <a:xfrm>
            <a:off x="1387095" y="4344087"/>
            <a:ext cx="567780" cy="488116"/>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schemeClr val="bg1"/>
              </a:solidFill>
              <a:effectLst/>
              <a:uLnTx/>
              <a:uFillTx/>
            </a:endParaRPr>
          </a:p>
        </p:txBody>
      </p:sp>
      <p:sp>
        <p:nvSpPr>
          <p:cNvPr id="5" name="Freeform 4"/>
          <p:cNvSpPr/>
          <p:nvPr/>
        </p:nvSpPr>
        <p:spPr>
          <a:xfrm>
            <a:off x="1283476"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7" name="Freeform 6"/>
          <p:cNvSpPr>
            <a:spLocks noChangeAspect="1"/>
          </p:cNvSpPr>
          <p:nvPr/>
        </p:nvSpPr>
        <p:spPr>
          <a:xfrm>
            <a:off x="1381602"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3" name="Freeform 92"/>
          <p:cNvSpPr/>
          <p:nvPr/>
        </p:nvSpPr>
        <p:spPr>
          <a:xfrm>
            <a:off x="2220913"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4" name="Freeform 93"/>
          <p:cNvSpPr>
            <a:spLocks noChangeAspect="1"/>
          </p:cNvSpPr>
          <p:nvPr/>
        </p:nvSpPr>
        <p:spPr>
          <a:xfrm>
            <a:off x="2319039"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6" name="Freeform 95"/>
          <p:cNvSpPr/>
          <p:nvPr/>
        </p:nvSpPr>
        <p:spPr>
          <a:xfrm>
            <a:off x="3158350"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7" name="Freeform 96"/>
          <p:cNvSpPr>
            <a:spLocks noChangeAspect="1"/>
          </p:cNvSpPr>
          <p:nvPr/>
        </p:nvSpPr>
        <p:spPr>
          <a:xfrm>
            <a:off x="3256476"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9" name="Freeform 98"/>
          <p:cNvSpPr/>
          <p:nvPr/>
        </p:nvSpPr>
        <p:spPr>
          <a:xfrm>
            <a:off x="4095787"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0" name="Freeform 99"/>
          <p:cNvSpPr>
            <a:spLocks noChangeAspect="1"/>
          </p:cNvSpPr>
          <p:nvPr/>
        </p:nvSpPr>
        <p:spPr>
          <a:xfrm>
            <a:off x="4193913"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2" name="Freeform 101"/>
          <p:cNvSpPr/>
          <p:nvPr/>
        </p:nvSpPr>
        <p:spPr>
          <a:xfrm>
            <a:off x="5033224"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3" name="Freeform 102"/>
          <p:cNvSpPr>
            <a:spLocks noChangeAspect="1"/>
          </p:cNvSpPr>
          <p:nvPr/>
        </p:nvSpPr>
        <p:spPr>
          <a:xfrm>
            <a:off x="5131350"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5" name="Freeform 104"/>
          <p:cNvSpPr/>
          <p:nvPr/>
        </p:nvSpPr>
        <p:spPr>
          <a:xfrm>
            <a:off x="5970661"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6" name="Freeform 105"/>
          <p:cNvSpPr>
            <a:spLocks noChangeAspect="1"/>
          </p:cNvSpPr>
          <p:nvPr/>
        </p:nvSpPr>
        <p:spPr>
          <a:xfrm>
            <a:off x="6068787"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8" name="Freeform 107"/>
          <p:cNvSpPr/>
          <p:nvPr/>
        </p:nvSpPr>
        <p:spPr>
          <a:xfrm>
            <a:off x="6908098"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9" name="Freeform 108"/>
          <p:cNvSpPr>
            <a:spLocks noChangeAspect="1"/>
          </p:cNvSpPr>
          <p:nvPr/>
        </p:nvSpPr>
        <p:spPr>
          <a:xfrm>
            <a:off x="7006224"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1" name="Freeform 110"/>
          <p:cNvSpPr/>
          <p:nvPr/>
        </p:nvSpPr>
        <p:spPr>
          <a:xfrm>
            <a:off x="7845535"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2" name="Freeform 111"/>
          <p:cNvSpPr>
            <a:spLocks noChangeAspect="1"/>
          </p:cNvSpPr>
          <p:nvPr/>
        </p:nvSpPr>
        <p:spPr>
          <a:xfrm>
            <a:off x="7943661"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4" name="Freeform 113"/>
          <p:cNvSpPr/>
          <p:nvPr/>
        </p:nvSpPr>
        <p:spPr>
          <a:xfrm>
            <a:off x="8782972"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5" name="Freeform 114"/>
          <p:cNvSpPr>
            <a:spLocks noChangeAspect="1"/>
          </p:cNvSpPr>
          <p:nvPr/>
        </p:nvSpPr>
        <p:spPr>
          <a:xfrm>
            <a:off x="8881098"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7" name="Freeform 116"/>
          <p:cNvSpPr/>
          <p:nvPr/>
        </p:nvSpPr>
        <p:spPr>
          <a:xfrm>
            <a:off x="10440232" y="3723976"/>
            <a:ext cx="704562" cy="693856"/>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8" name="Freeform 117"/>
          <p:cNvSpPr>
            <a:spLocks noChangeAspect="1"/>
          </p:cNvSpPr>
          <p:nvPr/>
        </p:nvSpPr>
        <p:spPr>
          <a:xfrm>
            <a:off x="10529438" y="3812826"/>
            <a:ext cx="516156" cy="516154"/>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0" name="Freeform 119"/>
          <p:cNvSpPr/>
          <p:nvPr/>
        </p:nvSpPr>
        <p:spPr>
          <a:xfrm>
            <a:off x="9723262" y="4195024"/>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1" name="Freeform 120"/>
          <p:cNvSpPr>
            <a:spLocks noChangeAspect="1"/>
          </p:cNvSpPr>
          <p:nvPr/>
        </p:nvSpPr>
        <p:spPr>
          <a:xfrm>
            <a:off x="9821388" y="4292760"/>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2" name="Parallelogram 121"/>
          <p:cNvSpPr/>
          <p:nvPr/>
        </p:nvSpPr>
        <p:spPr>
          <a:xfrm>
            <a:off x="1910464" y="3666757"/>
            <a:ext cx="8691806" cy="455152"/>
          </a:xfrm>
          <a:prstGeom prst="parallelogram">
            <a:avLst>
              <a:gd name="adj" fmla="val 100987"/>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50" name="Straight Connector 49"/>
          <p:cNvCxnSpPr/>
          <p:nvPr/>
        </p:nvCxnSpPr>
        <p:spPr>
          <a:xfrm flipV="1">
            <a:off x="1017328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flipV="1">
            <a:off x="975224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V="1">
            <a:off x="933120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flipV="1">
            <a:off x="891016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V="1">
            <a:off x="848912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flipV="1">
            <a:off x="806808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V="1">
            <a:off x="764704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722600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V="1">
            <a:off x="680496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638393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596289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5541852"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flipV="1">
            <a:off x="512081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V="1">
            <a:off x="469977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V="1">
            <a:off x="427873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V="1">
            <a:off x="385769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V="1">
            <a:off x="343665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flipV="1">
            <a:off x="301561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flipV="1">
            <a:off x="259457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flipV="1">
            <a:off x="217354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pic>
        <p:nvPicPr>
          <p:cNvPr id="209" name="Picture 208"/>
          <p:cNvPicPr>
            <a:picLocks noChangeAspect="1"/>
          </p:cNvPicPr>
          <p:nvPr/>
        </p:nvPicPr>
        <p:blipFill>
          <a:blip r:embed="rId4">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rot="9594047">
            <a:off x="10092763" y="2572705"/>
            <a:ext cx="690268" cy="670114"/>
          </a:xfrm>
          <a:prstGeom prst="rect">
            <a:avLst/>
          </a:prstGeom>
          <a:effectLst>
            <a:innerShdw blurRad="63500" dist="50800" dir="18900000">
              <a:prstClr val="black">
                <a:alpha val="50000"/>
              </a:prstClr>
            </a:innerShdw>
          </a:effectLst>
        </p:spPr>
      </p:pic>
      <p:pic>
        <p:nvPicPr>
          <p:cNvPr id="210" name="Picture 209"/>
          <p:cNvPicPr>
            <a:picLocks noChangeAspect="1"/>
          </p:cNvPicPr>
          <p:nvPr/>
        </p:nvPicPr>
        <p:blipFill>
          <a:blip r:embed="rId5">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1227330" y="1734059"/>
            <a:ext cx="1414395" cy="810838"/>
          </a:xfrm>
          <a:prstGeom prst="rect">
            <a:avLst/>
          </a:prstGeom>
          <a:effectLst>
            <a:innerShdw blurRad="63500" dist="50800" dir="18900000">
              <a:prstClr val="black">
                <a:alpha val="50000"/>
              </a:prstClr>
            </a:innerShdw>
          </a:effectLst>
        </p:spPr>
      </p:pic>
      <p:pic>
        <p:nvPicPr>
          <p:cNvPr id="211" name="Picture 210"/>
          <p:cNvPicPr>
            <a:picLocks noChangeAspect="1"/>
          </p:cNvPicPr>
          <p:nvPr/>
        </p:nvPicPr>
        <p:blipFill>
          <a:blip r:embed="rId6">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6954451" y="2516232"/>
            <a:ext cx="810838" cy="810838"/>
          </a:xfrm>
          <a:prstGeom prst="rect">
            <a:avLst/>
          </a:prstGeom>
          <a:effectLst>
            <a:innerShdw blurRad="63500" dist="50800" dir="18900000">
              <a:prstClr val="black">
                <a:alpha val="50000"/>
              </a:prstClr>
            </a:innerShdw>
          </a:effectLst>
        </p:spPr>
      </p:pic>
      <p:sp>
        <p:nvSpPr>
          <p:cNvPr id="212" name="TextBox 211"/>
          <p:cNvSpPr txBox="1"/>
          <p:nvPr/>
        </p:nvSpPr>
        <p:spPr>
          <a:xfrm>
            <a:off x="2945687"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5" name="ShapeNameChangedByPowerUser1"/>
          <p:cNvCxnSpPr/>
          <p:nvPr/>
        </p:nvCxnSpPr>
        <p:spPr>
          <a:xfrm>
            <a:off x="2945687"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13" name="TextBox 212"/>
          <p:cNvSpPr txBox="1"/>
          <p:nvPr/>
        </p:nvSpPr>
        <p:spPr>
          <a:xfrm>
            <a:off x="2945687"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8" name="ShapeNameChangedByPowerUser1"/>
          <p:cNvCxnSpPr/>
          <p:nvPr/>
        </p:nvCxnSpPr>
        <p:spPr>
          <a:xfrm rot="10800000">
            <a:off x="2862318"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3" name="TextBox 222"/>
          <p:cNvSpPr txBox="1"/>
          <p:nvPr/>
        </p:nvSpPr>
        <p:spPr>
          <a:xfrm>
            <a:off x="5734534"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4" name="ShapeNameChangedByPowerUser1"/>
          <p:cNvCxnSpPr/>
          <p:nvPr/>
        </p:nvCxnSpPr>
        <p:spPr>
          <a:xfrm>
            <a:off x="5734534"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7" name="TextBox 226"/>
          <p:cNvSpPr txBox="1"/>
          <p:nvPr/>
        </p:nvSpPr>
        <p:spPr>
          <a:xfrm>
            <a:off x="8812709"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8" name="ShapeNameChangedByPowerUser1"/>
          <p:cNvCxnSpPr/>
          <p:nvPr/>
        </p:nvCxnSpPr>
        <p:spPr>
          <a:xfrm>
            <a:off x="8812709"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3" name="TextBox 232"/>
          <p:cNvSpPr txBox="1"/>
          <p:nvPr/>
        </p:nvSpPr>
        <p:spPr>
          <a:xfrm>
            <a:off x="5879684"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4" name="ShapeNameChangedByPowerUser1"/>
          <p:cNvCxnSpPr/>
          <p:nvPr/>
        </p:nvCxnSpPr>
        <p:spPr>
          <a:xfrm rot="10800000">
            <a:off x="5796315"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7" name="TextBox 236"/>
          <p:cNvSpPr txBox="1"/>
          <p:nvPr/>
        </p:nvSpPr>
        <p:spPr>
          <a:xfrm>
            <a:off x="8813681"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8" name="ShapeNameChangedByPowerUser1"/>
          <p:cNvCxnSpPr/>
          <p:nvPr/>
        </p:nvCxnSpPr>
        <p:spPr>
          <a:xfrm rot="10800000">
            <a:off x="8730312"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250" name="Group 249"/>
          <p:cNvGrpSpPr/>
          <p:nvPr/>
        </p:nvGrpSpPr>
        <p:grpSpPr>
          <a:xfrm>
            <a:off x="2563494" y="2618785"/>
            <a:ext cx="1503124" cy="1503124"/>
            <a:chOff x="654163" y="2591203"/>
            <a:chExt cx="1503124" cy="1503124"/>
          </a:xfrm>
          <a:solidFill>
            <a:srgbClr val="FFF3F3"/>
          </a:solidFill>
        </p:grpSpPr>
        <p:sp>
          <p:nvSpPr>
            <p:cNvPr id="246" name="Cube 245"/>
            <p:cNvSpPr/>
            <p:nvPr/>
          </p:nvSpPr>
          <p:spPr>
            <a:xfrm>
              <a:off x="654163" y="2591203"/>
              <a:ext cx="1503124" cy="1503124"/>
            </a:xfrm>
            <a:prstGeom prst="cube">
              <a:avLst/>
            </a:pr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cxnSp>
          <p:nvCxnSpPr>
            <p:cNvPr id="247" name="Straight Connector 246"/>
            <p:cNvCxnSpPr/>
            <p:nvPr/>
          </p:nvCxnSpPr>
          <p:spPr>
            <a:xfrm>
              <a:off x="846161" y="2760847"/>
              <a:ext cx="1100240" cy="0"/>
            </a:xfrm>
            <a:prstGeom prst="line">
              <a:avLst/>
            </a:prstGeom>
            <a:grpFill/>
            <a:ln w="3175">
              <a:solidFill>
                <a:srgbClr val="FFFFFF"/>
              </a:solidFill>
            </a:ln>
          </p:spPr>
          <p:style>
            <a:lnRef idx="1">
              <a:schemeClr val="accent1"/>
            </a:lnRef>
            <a:fillRef idx="0">
              <a:schemeClr val="accent1"/>
            </a:fillRef>
            <a:effectRef idx="0">
              <a:schemeClr val="accent1"/>
            </a:effectRef>
            <a:fontRef idx="minor">
              <a:schemeClr val="tx1"/>
            </a:fontRef>
          </p:style>
        </p:cxnSp>
      </p:grpSp>
      <p:grpSp>
        <p:nvGrpSpPr>
          <p:cNvPr id="251" name="Group 250"/>
          <p:cNvGrpSpPr/>
          <p:nvPr/>
        </p:nvGrpSpPr>
        <p:grpSpPr>
          <a:xfrm>
            <a:off x="5488458" y="2618785"/>
            <a:ext cx="1503124" cy="1503124"/>
            <a:chOff x="654163" y="2591203"/>
            <a:chExt cx="1503124" cy="1503124"/>
          </a:xfrm>
          <a:solidFill>
            <a:schemeClr val="accent2"/>
          </a:solidFill>
        </p:grpSpPr>
        <p:sp>
          <p:nvSpPr>
            <p:cNvPr id="252" name="Cube 251"/>
            <p:cNvSpPr/>
            <p:nvPr/>
          </p:nvSpPr>
          <p:spPr>
            <a:xfrm>
              <a:off x="654163" y="2591203"/>
              <a:ext cx="1503124" cy="1503124"/>
            </a:xfrm>
            <a:prstGeom prst="cube">
              <a:avLst/>
            </a:prstGeom>
            <a:grp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253" name="Straight Connector 252"/>
            <p:cNvCxnSpPr/>
            <p:nvPr/>
          </p:nvCxnSpPr>
          <p:spPr>
            <a:xfrm>
              <a:off x="846161" y="2760847"/>
              <a:ext cx="1100240" cy="0"/>
            </a:xfrm>
            <a:prstGeom prst="line">
              <a:avLst/>
            </a:prstGeom>
            <a:grpFill/>
            <a:ln w="3175">
              <a:solidFill>
                <a:schemeClr val="lt1"/>
              </a:solidFill>
            </a:ln>
          </p:spPr>
          <p:style>
            <a:lnRef idx="1">
              <a:schemeClr val="accent1"/>
            </a:lnRef>
            <a:fillRef idx="0">
              <a:schemeClr val="accent1"/>
            </a:fillRef>
            <a:effectRef idx="0">
              <a:schemeClr val="accent1"/>
            </a:effectRef>
            <a:fontRef idx="minor">
              <a:schemeClr val="tx1"/>
            </a:fontRef>
          </p:style>
        </p:cxnSp>
      </p:grpSp>
      <p:grpSp>
        <p:nvGrpSpPr>
          <p:cNvPr id="257" name="Group 256"/>
          <p:cNvGrpSpPr/>
          <p:nvPr/>
        </p:nvGrpSpPr>
        <p:grpSpPr>
          <a:xfrm>
            <a:off x="8413422" y="2618785"/>
            <a:ext cx="1503124" cy="1503124"/>
            <a:chOff x="654163" y="2591203"/>
            <a:chExt cx="1503124" cy="1503124"/>
          </a:xfrm>
          <a:solidFill>
            <a:schemeClr val="accent3"/>
          </a:solidFill>
        </p:grpSpPr>
        <p:sp>
          <p:nvSpPr>
            <p:cNvPr id="258" name="Cube 257"/>
            <p:cNvSpPr/>
            <p:nvPr/>
          </p:nvSpPr>
          <p:spPr>
            <a:xfrm>
              <a:off x="654163" y="2591203"/>
              <a:ext cx="1503124" cy="1503124"/>
            </a:xfrm>
            <a:prstGeom prst="cub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cxnSp>
          <p:nvCxnSpPr>
            <p:cNvPr id="259" name="Straight Connector 258"/>
            <p:cNvCxnSpPr/>
            <p:nvPr/>
          </p:nvCxnSpPr>
          <p:spPr>
            <a:xfrm>
              <a:off x="846161" y="2760847"/>
              <a:ext cx="1100240" cy="0"/>
            </a:xfrm>
            <a:prstGeom prst="line">
              <a:avLst/>
            </a:prstGeom>
            <a:grpFill/>
            <a:ln w="3175">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60" name="Cube 259"/>
          <p:cNvSpPr/>
          <p:nvPr/>
        </p:nvSpPr>
        <p:spPr>
          <a:xfrm>
            <a:off x="4774449" y="2448108"/>
            <a:ext cx="3003797" cy="1744768"/>
          </a:xfrm>
          <a:prstGeom prst="cube">
            <a:avLst/>
          </a:prstGeom>
          <a:solidFill>
            <a:schemeClr val="tx1">
              <a:alpha val="38824"/>
            </a:schemeClr>
          </a:solidFill>
          <a:ln>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3" name="TextBox 122">
            <a:extLst>
              <a:ext uri="{FF2B5EF4-FFF2-40B4-BE49-F238E27FC236}">
                <a16:creationId xmlns:a16="http://schemas.microsoft.com/office/drawing/2014/main" id="{2EF7964B-327B-464F-B689-01552238592C}"/>
              </a:ext>
            </a:extLst>
          </p:cNvPr>
          <p:cNvSpPr txBox="1"/>
          <p:nvPr/>
        </p:nvSpPr>
        <p:spPr>
          <a:xfrm>
            <a:off x="5513031" y="3268329"/>
            <a:ext cx="1096420" cy="654294"/>
          </a:xfrm>
          <a:prstGeom prst="rect">
            <a:avLst/>
          </a:prstGeom>
          <a:noFill/>
        </p:spPr>
        <p:txBody>
          <a:bodyPr wrap="square"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Tree>
    <p:custDataLst>
      <p:tags r:id="rId1"/>
    </p:custDataLst>
    <p:extLst>
      <p:ext uri="{BB962C8B-B14F-4D97-AF65-F5344CB8AC3E}">
        <p14:creationId xmlns:p14="http://schemas.microsoft.com/office/powerpoint/2010/main" val="873362459"/>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4143812" y="3452883"/>
            <a:ext cx="7438588" cy="555263"/>
          </a:xfrm>
          <a:prstGeom prst="rect">
            <a:avLst/>
          </a:prstGeom>
          <a:gradFill>
            <a:gsLst>
              <a:gs pos="21000">
                <a:schemeClr val="accent3"/>
              </a:gs>
              <a:gs pos="47000">
                <a:schemeClr val="accent3">
                  <a:lumMod val="75000"/>
                </a:schemeClr>
              </a:gs>
              <a:gs pos="100000">
                <a:schemeClr val="accent3"/>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8" name="Rectangle 7"/>
          <p:cNvSpPr/>
          <p:nvPr/>
        </p:nvSpPr>
        <p:spPr>
          <a:xfrm>
            <a:off x="4143812" y="4259922"/>
            <a:ext cx="7438588" cy="593756"/>
          </a:xfrm>
          <a:prstGeom prst="rect">
            <a:avLst/>
          </a:prstGeom>
          <a:gradFill>
            <a:gsLst>
              <a:gs pos="12000">
                <a:schemeClr val="accent4"/>
              </a:gs>
              <a:gs pos="53000">
                <a:schemeClr val="accent4">
                  <a:lumMod val="75000"/>
                </a:schemeClr>
              </a:gs>
              <a:gs pos="100000">
                <a:schemeClr val="accent4"/>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6" name="Rectangle 5"/>
          <p:cNvSpPr/>
          <p:nvPr/>
        </p:nvSpPr>
        <p:spPr>
          <a:xfrm>
            <a:off x="4143812" y="2750856"/>
            <a:ext cx="7438588" cy="483663"/>
          </a:xfrm>
          <a:prstGeom prst="rect">
            <a:avLst/>
          </a:prstGeom>
          <a:gradFill>
            <a:gsLst>
              <a:gs pos="13000">
                <a:schemeClr val="accent2"/>
              </a:gs>
              <a:gs pos="44000">
                <a:schemeClr val="accent2">
                  <a:lumMod val="75000"/>
                </a:schemeClr>
              </a:gs>
              <a:gs pos="100000">
                <a:schemeClr val="accent2"/>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5" name="Rectangle 4"/>
          <p:cNvSpPr/>
          <p:nvPr/>
        </p:nvSpPr>
        <p:spPr>
          <a:xfrm>
            <a:off x="4143812" y="2164387"/>
            <a:ext cx="7438588" cy="401475"/>
          </a:xfrm>
          <a:prstGeom prst="rect">
            <a:avLst/>
          </a:prstGeom>
          <a:gradFill>
            <a:gsLst>
              <a:gs pos="0">
                <a:schemeClr val="accent1"/>
              </a:gs>
              <a:gs pos="40000">
                <a:schemeClr val="accent1">
                  <a:lumMod val="75000"/>
                </a:schemeClr>
              </a:gs>
              <a:gs pos="100000">
                <a:schemeClr val="accent1"/>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9" name="Isosceles Triangle 8"/>
          <p:cNvSpPr>
            <a:spLocks noChangeAspect="1"/>
          </p:cNvSpPr>
          <p:nvPr/>
        </p:nvSpPr>
        <p:spPr>
          <a:xfrm rot="1177709">
            <a:off x="1010960" y="1359848"/>
            <a:ext cx="3457821"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Isosceles Triangle 12"/>
          <p:cNvSpPr>
            <a:spLocks noChangeAspect="1"/>
          </p:cNvSpPr>
          <p:nvPr/>
        </p:nvSpPr>
        <p:spPr>
          <a:xfrm rot="20422291" flipH="1">
            <a:off x="2853681" y="1362591"/>
            <a:ext cx="3441490"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Pyramid 01</a:t>
            </a:r>
          </a:p>
        </p:txBody>
      </p:sp>
      <p:sp>
        <p:nvSpPr>
          <p:cNvPr id="25" name="Freeform 24"/>
          <p:cNvSpPr/>
          <p:nvPr/>
        </p:nvSpPr>
        <p:spPr>
          <a:xfrm rot="20388332">
            <a:off x="3424976" y="4722714"/>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6" name="Freeform 25"/>
          <p:cNvSpPr/>
          <p:nvPr/>
        </p:nvSpPr>
        <p:spPr>
          <a:xfrm rot="20388332">
            <a:off x="3453956" y="3768004"/>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Freeform 27"/>
          <p:cNvSpPr/>
          <p:nvPr/>
        </p:nvSpPr>
        <p:spPr>
          <a:xfrm rot="20388332">
            <a:off x="3498880" y="2940597"/>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Freeform 29"/>
          <p:cNvSpPr/>
          <p:nvPr/>
        </p:nvSpPr>
        <p:spPr>
          <a:xfrm rot="20388332">
            <a:off x="3539685" y="2253220"/>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2" name="Freeform 31"/>
          <p:cNvSpPr/>
          <p:nvPr/>
        </p:nvSpPr>
        <p:spPr>
          <a:xfrm rot="1211668" flipH="1">
            <a:off x="428540" y="4726229"/>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gradFill flip="none" rotWithShape="1">
            <a:gsLst>
              <a:gs pos="0">
                <a:schemeClr val="accent4">
                  <a:lumMod val="50000"/>
                </a:schemeClr>
              </a:gs>
              <a:gs pos="50000">
                <a:schemeClr val="accent4">
                  <a:lumMod val="75000"/>
                </a:schemeClr>
              </a:gs>
              <a:gs pos="100000">
                <a:schemeClr val="accent4"/>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sp>
        <p:nvSpPr>
          <p:cNvPr id="33" name="Freeform 32"/>
          <p:cNvSpPr/>
          <p:nvPr/>
        </p:nvSpPr>
        <p:spPr>
          <a:xfrm rot="1211668" flipH="1">
            <a:off x="1276495" y="3771519"/>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gradFill flip="none" rotWithShape="1">
            <a:gsLst>
              <a:gs pos="0">
                <a:schemeClr val="accent3">
                  <a:lumMod val="50000"/>
                </a:schemeClr>
              </a:gs>
              <a:gs pos="50000">
                <a:schemeClr val="accent3">
                  <a:lumMod val="75000"/>
                </a:schemeClr>
              </a:gs>
              <a:gs pos="100000">
                <a:schemeClr val="accent3"/>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sp>
        <p:nvSpPr>
          <p:cNvPr id="34" name="Freeform 33"/>
          <p:cNvSpPr/>
          <p:nvPr/>
        </p:nvSpPr>
        <p:spPr>
          <a:xfrm rot="1211668" flipH="1">
            <a:off x="2050644" y="2944112"/>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gradFill flip="none" rotWithShape="1">
            <a:gsLst>
              <a:gs pos="0">
                <a:schemeClr val="accent2">
                  <a:lumMod val="50000"/>
                </a:schemeClr>
              </a:gs>
              <a:gs pos="50000">
                <a:schemeClr val="accent2">
                  <a:lumMod val="75000"/>
                </a:schemeClr>
              </a:gs>
              <a:gs pos="100000">
                <a:schemeClr val="accent2"/>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sp>
        <p:nvSpPr>
          <p:cNvPr id="35" name="Freeform 34"/>
          <p:cNvSpPr/>
          <p:nvPr/>
        </p:nvSpPr>
        <p:spPr>
          <a:xfrm rot="1211668" flipH="1">
            <a:off x="2704423" y="2256735"/>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gradFill flip="none" rotWithShape="1">
            <a:gsLst>
              <a:gs pos="0">
                <a:schemeClr val="accent1">
                  <a:lumMod val="50000"/>
                </a:schemeClr>
              </a:gs>
              <a:gs pos="50000">
                <a:schemeClr val="accent1">
                  <a:lumMod val="75000"/>
                </a:schemeClr>
              </a:gs>
              <a:gs pos="100000">
                <a:schemeClr val="accent1"/>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499334709"/>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35"/>
          <p:cNvSpPr/>
          <p:nvPr/>
        </p:nvSpPr>
        <p:spPr>
          <a:xfrm>
            <a:off x="6863466" y="2370232"/>
            <a:ext cx="1909623"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7" name="Rectangle 36"/>
          <p:cNvSpPr/>
          <p:nvPr/>
        </p:nvSpPr>
        <p:spPr>
          <a:xfrm>
            <a:off x="5919650" y="3532283"/>
            <a:ext cx="3817599"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8" name="Rectangle 37"/>
          <p:cNvSpPr/>
          <p:nvPr/>
        </p:nvSpPr>
        <p:spPr>
          <a:xfrm>
            <a:off x="4874103" y="4710206"/>
            <a:ext cx="5872796"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9" name="Rectangle 38"/>
          <p:cNvSpPr/>
          <p:nvPr/>
        </p:nvSpPr>
        <p:spPr>
          <a:xfrm>
            <a:off x="3826353" y="5888129"/>
            <a:ext cx="8025447"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Pyramid 03</a:t>
            </a:r>
          </a:p>
        </p:txBody>
      </p:sp>
      <p:grpSp>
        <p:nvGrpSpPr>
          <p:cNvPr id="10" name="Group 9">
            <a:extLst>
              <a:ext uri="{FF2B5EF4-FFF2-40B4-BE49-F238E27FC236}">
                <a16:creationId xmlns:a16="http://schemas.microsoft.com/office/drawing/2014/main" id="{9A65B1DF-890A-7B55-95EA-06522BE6F0DE}"/>
              </a:ext>
            </a:extLst>
          </p:cNvPr>
          <p:cNvGrpSpPr/>
          <p:nvPr/>
        </p:nvGrpSpPr>
        <p:grpSpPr>
          <a:xfrm>
            <a:off x="3828553" y="5049929"/>
            <a:ext cx="8023246" cy="838200"/>
            <a:chOff x="3828553" y="5200651"/>
            <a:chExt cx="8023246" cy="838200"/>
          </a:xfrm>
        </p:grpSpPr>
        <p:sp>
          <p:nvSpPr>
            <p:cNvPr id="30" name="Freeform 29"/>
            <p:cNvSpPr/>
            <p:nvPr/>
          </p:nvSpPr>
          <p:spPr>
            <a:xfrm>
              <a:off x="3828553" y="5200651"/>
              <a:ext cx="1679595" cy="838200"/>
            </a:xfrm>
            <a:custGeom>
              <a:avLst/>
              <a:gdLst>
                <a:gd name="connsiteX0" fmla="*/ 754166 w 1679594"/>
                <a:gd name="connsiteY0" fmla="*/ 0 h 838200"/>
                <a:gd name="connsiteX1" fmla="*/ 1679594 w 1679594"/>
                <a:gd name="connsiteY1" fmla="*/ 0 h 838200"/>
                <a:gd name="connsiteX2" fmla="*/ 1679594 w 1679594"/>
                <a:gd name="connsiteY2" fmla="*/ 838200 h 838200"/>
                <a:gd name="connsiteX3" fmla="*/ 0 w 1679594"/>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79594" h="838200">
                  <a:moveTo>
                    <a:pt x="754166" y="0"/>
                  </a:moveTo>
                  <a:lnTo>
                    <a:pt x="1679594" y="0"/>
                  </a:lnTo>
                  <a:lnTo>
                    <a:pt x="1679594"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7" name="Rectangle 6"/>
            <p:cNvSpPr/>
            <p:nvPr/>
          </p:nvSpPr>
          <p:spPr>
            <a:xfrm>
              <a:off x="590819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8" name="Rectangle 7"/>
            <p:cNvSpPr/>
            <p:nvPr/>
          </p:nvSpPr>
          <p:spPr>
            <a:xfrm>
              <a:off x="802274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22" name="Freeform 21"/>
            <p:cNvSpPr/>
            <p:nvPr/>
          </p:nvSpPr>
          <p:spPr>
            <a:xfrm>
              <a:off x="10137299" y="5200651"/>
              <a:ext cx="1714500" cy="838200"/>
            </a:xfrm>
            <a:custGeom>
              <a:avLst/>
              <a:gdLst>
                <a:gd name="connsiteX0" fmla="*/ 0 w 1714500"/>
                <a:gd name="connsiteY0" fmla="*/ 0 h 838200"/>
                <a:gd name="connsiteX1" fmla="*/ 970886 w 1714500"/>
                <a:gd name="connsiteY1" fmla="*/ 0 h 838200"/>
                <a:gd name="connsiteX2" fmla="*/ 1714500 w 1714500"/>
                <a:gd name="connsiteY2" fmla="*/ 81062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70886" y="0"/>
                  </a:lnTo>
                  <a:lnTo>
                    <a:pt x="1714500" y="810623"/>
                  </a:lnTo>
                  <a:lnTo>
                    <a:pt x="1714500"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grpSp>
        <p:nvGrpSpPr>
          <p:cNvPr id="13" name="Group 12">
            <a:extLst>
              <a:ext uri="{FF2B5EF4-FFF2-40B4-BE49-F238E27FC236}">
                <a16:creationId xmlns:a16="http://schemas.microsoft.com/office/drawing/2014/main" id="{1837F72B-2464-B595-0876-E64F96253393}"/>
              </a:ext>
            </a:extLst>
          </p:cNvPr>
          <p:cNvGrpSpPr/>
          <p:nvPr/>
        </p:nvGrpSpPr>
        <p:grpSpPr>
          <a:xfrm>
            <a:off x="4874103" y="3872006"/>
            <a:ext cx="5872796" cy="838200"/>
            <a:chOff x="4874103" y="4038600"/>
            <a:chExt cx="5872796" cy="838200"/>
          </a:xfrm>
        </p:grpSpPr>
        <p:sp>
          <p:nvSpPr>
            <p:cNvPr id="32" name="Freeform 31"/>
            <p:cNvSpPr/>
            <p:nvPr/>
          </p:nvSpPr>
          <p:spPr>
            <a:xfrm>
              <a:off x="4874103" y="4038600"/>
              <a:ext cx="1681796" cy="838200"/>
            </a:xfrm>
            <a:custGeom>
              <a:avLst/>
              <a:gdLst>
                <a:gd name="connsiteX0" fmla="*/ 754165 w 1681796"/>
                <a:gd name="connsiteY0" fmla="*/ 0 h 838200"/>
                <a:gd name="connsiteX1" fmla="*/ 1681796 w 1681796"/>
                <a:gd name="connsiteY1" fmla="*/ 0 h 838200"/>
                <a:gd name="connsiteX2" fmla="*/ 1681796 w 1681796"/>
                <a:gd name="connsiteY2" fmla="*/ 838200 h 838200"/>
                <a:gd name="connsiteX3" fmla="*/ 0 w 1681796"/>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81796" h="838200">
                  <a:moveTo>
                    <a:pt x="754165" y="0"/>
                  </a:moveTo>
                  <a:lnTo>
                    <a:pt x="1681796" y="0"/>
                  </a:lnTo>
                  <a:lnTo>
                    <a:pt x="1681796"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11" name="Rectangle 10"/>
            <p:cNvSpPr/>
            <p:nvPr/>
          </p:nvSpPr>
          <p:spPr>
            <a:xfrm>
              <a:off x="6936899" y="4038600"/>
              <a:ext cx="1714500" cy="8382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FFFFFF"/>
                  </a:solidFill>
                  <a:effectLst/>
                  <a:uLnTx/>
                  <a:uFillTx/>
                </a:rPr>
                <a:t>Texa</a:t>
              </a:r>
              <a:r>
                <a:rPr lang="en-US" sz="1200" dirty="0">
                  <a:solidFill>
                    <a:srgbClr val="FFFFFF"/>
                  </a:solidFill>
                </a:rPr>
                <a:t> Lorem ipsum </a:t>
              </a:r>
              <a:r>
                <a:rPr kumimoji="0" lang="en-US" sz="1200" b="0" i="0" u="none" strike="noStrike" kern="0" cap="none" spc="0" normalizeH="0" baseline="0" noProof="0" dirty="0">
                  <a:ln>
                    <a:noFill/>
                  </a:ln>
                  <a:solidFill>
                    <a:srgbClr val="FFFFFF"/>
                  </a:solidFill>
                  <a:effectLst/>
                  <a:uLnTx/>
                  <a:uFillTx/>
                </a:rPr>
                <a:t>t</a:t>
              </a:r>
            </a:p>
          </p:txBody>
        </p:sp>
        <p:sp>
          <p:nvSpPr>
            <p:cNvPr id="24" name="Freeform 23"/>
            <p:cNvSpPr/>
            <p:nvPr/>
          </p:nvSpPr>
          <p:spPr>
            <a:xfrm>
              <a:off x="9032399" y="4038600"/>
              <a:ext cx="1714500" cy="838200"/>
            </a:xfrm>
            <a:custGeom>
              <a:avLst/>
              <a:gdLst>
                <a:gd name="connsiteX0" fmla="*/ 0 w 1714500"/>
                <a:gd name="connsiteY0" fmla="*/ 0 h 838200"/>
                <a:gd name="connsiteX1" fmla="*/ 1000039 w 1714500"/>
                <a:gd name="connsiteY1" fmla="*/ 0 h 838200"/>
                <a:gd name="connsiteX2" fmla="*/ 1714500 w 1714500"/>
                <a:gd name="connsiteY2" fmla="*/ 77884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1000039" y="0"/>
                  </a:lnTo>
                  <a:lnTo>
                    <a:pt x="1714500" y="778843"/>
                  </a:lnTo>
                  <a:lnTo>
                    <a:pt x="1714500"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grpSp>
        <p:nvGrpSpPr>
          <p:cNvPr id="14" name="Group 13">
            <a:extLst>
              <a:ext uri="{FF2B5EF4-FFF2-40B4-BE49-F238E27FC236}">
                <a16:creationId xmlns:a16="http://schemas.microsoft.com/office/drawing/2014/main" id="{CA7DA35A-DC8C-63B8-ABF8-111F81F88D97}"/>
              </a:ext>
            </a:extLst>
          </p:cNvPr>
          <p:cNvGrpSpPr/>
          <p:nvPr/>
        </p:nvGrpSpPr>
        <p:grpSpPr>
          <a:xfrm>
            <a:off x="5919652" y="2694083"/>
            <a:ext cx="3817597" cy="838200"/>
            <a:chOff x="5919652" y="2876551"/>
            <a:chExt cx="3817597" cy="838200"/>
          </a:xfrm>
        </p:grpSpPr>
        <p:sp>
          <p:nvSpPr>
            <p:cNvPr id="34" name="Freeform 33"/>
            <p:cNvSpPr/>
            <p:nvPr/>
          </p:nvSpPr>
          <p:spPr>
            <a:xfrm>
              <a:off x="5919652" y="2876551"/>
              <a:ext cx="1703049" cy="838200"/>
            </a:xfrm>
            <a:custGeom>
              <a:avLst/>
              <a:gdLst>
                <a:gd name="connsiteX0" fmla="*/ 754165 w 1703049"/>
                <a:gd name="connsiteY0" fmla="*/ 0 h 838200"/>
                <a:gd name="connsiteX1" fmla="*/ 1703049 w 1703049"/>
                <a:gd name="connsiteY1" fmla="*/ 0 h 838200"/>
                <a:gd name="connsiteX2" fmla="*/ 1703049 w 1703049"/>
                <a:gd name="connsiteY2" fmla="*/ 838200 h 838200"/>
                <a:gd name="connsiteX3" fmla="*/ 0 w 1703049"/>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703049" h="838200">
                  <a:moveTo>
                    <a:pt x="754165" y="0"/>
                  </a:moveTo>
                  <a:lnTo>
                    <a:pt x="1703049" y="0"/>
                  </a:lnTo>
                  <a:lnTo>
                    <a:pt x="1703049"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26" name="Freeform 25"/>
            <p:cNvSpPr/>
            <p:nvPr/>
          </p:nvSpPr>
          <p:spPr>
            <a:xfrm>
              <a:off x="8022749" y="2876551"/>
              <a:ext cx="1714500" cy="838200"/>
            </a:xfrm>
            <a:custGeom>
              <a:avLst/>
              <a:gdLst>
                <a:gd name="connsiteX0" fmla="*/ 0 w 1714500"/>
                <a:gd name="connsiteY0" fmla="*/ 0 h 838200"/>
                <a:gd name="connsiteX1" fmla="*/ 953454 w 1714500"/>
                <a:gd name="connsiteY1" fmla="*/ 0 h 838200"/>
                <a:gd name="connsiteX2" fmla="*/ 1714500 w 1714500"/>
                <a:gd name="connsiteY2" fmla="*/ 829626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53454" y="0"/>
                  </a:lnTo>
                  <a:lnTo>
                    <a:pt x="1714500" y="829626"/>
                  </a:lnTo>
                  <a:lnTo>
                    <a:pt x="1714500"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sp>
        <p:nvSpPr>
          <p:cNvPr id="35" name="Freeform 34"/>
          <p:cNvSpPr/>
          <p:nvPr/>
        </p:nvSpPr>
        <p:spPr>
          <a:xfrm>
            <a:off x="6863466" y="1319303"/>
            <a:ext cx="1909623" cy="1050929"/>
          </a:xfrm>
          <a:custGeom>
            <a:avLst/>
            <a:gdLst>
              <a:gd name="connsiteX0" fmla="*/ 945567 w 1909622"/>
              <a:gd name="connsiteY0" fmla="*/ 0 h 1050929"/>
              <a:gd name="connsiteX1" fmla="*/ 1909622 w 1909622"/>
              <a:gd name="connsiteY1" fmla="*/ 1050929 h 1050929"/>
              <a:gd name="connsiteX2" fmla="*/ 0 w 1909622"/>
              <a:gd name="connsiteY2" fmla="*/ 1050929 h 1050929"/>
            </a:gdLst>
            <a:ahLst/>
            <a:cxnLst>
              <a:cxn ang="0">
                <a:pos x="connsiteX0" y="connsiteY0"/>
              </a:cxn>
              <a:cxn ang="0">
                <a:pos x="connsiteX1" y="connsiteY1"/>
              </a:cxn>
              <a:cxn ang="0">
                <a:pos x="connsiteX2" y="connsiteY2"/>
              </a:cxn>
            </a:cxnLst>
            <a:rect l="l" t="t" r="r" b="b"/>
            <a:pathLst>
              <a:path w="1909622" h="1050929">
                <a:moveTo>
                  <a:pt x="945567" y="0"/>
                </a:moveTo>
                <a:lnTo>
                  <a:pt x="1909622" y="1050929"/>
                </a:lnTo>
                <a:lnTo>
                  <a:pt x="0" y="1050929"/>
                </a:lnTo>
                <a:close/>
              </a:path>
            </a:pathLst>
          </a:custGeom>
          <a:solidFill>
            <a:schemeClr val="accent4"/>
          </a:solidFill>
          <a:ln w="3175">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lIns="36000" tIns="72000" rIns="36000" bIns="7200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17" name="Rectangle 16"/>
          <p:cNvSpPr/>
          <p:nvPr/>
        </p:nvSpPr>
        <p:spPr>
          <a:xfrm>
            <a:off x="828540" y="5049931"/>
            <a:ext cx="3076710"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19" name="Rectangle 18"/>
          <p:cNvSpPr/>
          <p:nvPr/>
        </p:nvSpPr>
        <p:spPr>
          <a:xfrm>
            <a:off x="828540" y="3887882"/>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20" name="Rectangle 19"/>
          <p:cNvSpPr/>
          <p:nvPr/>
        </p:nvSpPr>
        <p:spPr>
          <a:xfrm>
            <a:off x="828540" y="2725831"/>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21" name="Rectangle 20"/>
          <p:cNvSpPr/>
          <p:nvPr/>
        </p:nvSpPr>
        <p:spPr>
          <a:xfrm>
            <a:off x="828540" y="1562809"/>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cxnSp>
        <p:nvCxnSpPr>
          <p:cNvPr id="5" name="Straight Connector 4"/>
          <p:cNvCxnSpPr>
            <a:cxnSpLocks/>
          </p:cNvCxnSpPr>
          <p:nvPr/>
        </p:nvCxnSpPr>
        <p:spPr>
          <a:xfrm>
            <a:off x="914400" y="2401982"/>
            <a:ext cx="5851049"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a:cxnSpLocks/>
          </p:cNvCxnSpPr>
          <p:nvPr/>
        </p:nvCxnSpPr>
        <p:spPr>
          <a:xfrm>
            <a:off x="914400" y="4726080"/>
            <a:ext cx="3753950"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cxnSpLocks/>
          </p:cNvCxnSpPr>
          <p:nvPr/>
        </p:nvCxnSpPr>
        <p:spPr>
          <a:xfrm>
            <a:off x="838200" y="5888131"/>
            <a:ext cx="2848275"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a:cxnSpLocks/>
          </p:cNvCxnSpPr>
          <p:nvPr/>
        </p:nvCxnSpPr>
        <p:spPr>
          <a:xfrm>
            <a:off x="914400" y="3564031"/>
            <a:ext cx="4800601"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81661554"/>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Pyramid 04</a:t>
            </a:r>
          </a:p>
        </p:txBody>
      </p:sp>
      <p:grpSp>
        <p:nvGrpSpPr>
          <p:cNvPr id="46" name="Group 45">
            <a:extLst>
              <a:ext uri="{FF2B5EF4-FFF2-40B4-BE49-F238E27FC236}">
                <a16:creationId xmlns:a16="http://schemas.microsoft.com/office/drawing/2014/main" id="{92AAAD9A-DEAD-4F57-8CD3-223F1AD6B03E}"/>
              </a:ext>
            </a:extLst>
          </p:cNvPr>
          <p:cNvGrpSpPr/>
          <p:nvPr/>
        </p:nvGrpSpPr>
        <p:grpSpPr>
          <a:xfrm>
            <a:off x="631977" y="4748987"/>
            <a:ext cx="3716248" cy="1227835"/>
            <a:chOff x="419898" y="2400843"/>
            <a:chExt cx="3378407" cy="1227835"/>
          </a:xfrm>
        </p:grpSpPr>
        <p:sp>
          <p:nvSpPr>
            <p:cNvPr id="47" name="Rectangle 46">
              <a:extLst>
                <a:ext uri="{FF2B5EF4-FFF2-40B4-BE49-F238E27FC236}">
                  <a16:creationId xmlns:a16="http://schemas.microsoft.com/office/drawing/2014/main" id="{E7987BFC-6786-4FC1-8177-B50A67C53EDB}"/>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8" name="Rectangle 47">
              <a:extLst>
                <a:ext uri="{FF2B5EF4-FFF2-40B4-BE49-F238E27FC236}">
                  <a16:creationId xmlns:a16="http://schemas.microsoft.com/office/drawing/2014/main" id="{43C520EC-C8E4-4CE4-8526-125F14A94506}"/>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1"/>
                  </a:solidFill>
                </a:rPr>
                <a:t>LOREM IPSUM</a:t>
              </a:r>
            </a:p>
          </p:txBody>
        </p:sp>
      </p:grpSp>
      <p:grpSp>
        <p:nvGrpSpPr>
          <p:cNvPr id="43" name="Group 42">
            <a:extLst>
              <a:ext uri="{FF2B5EF4-FFF2-40B4-BE49-F238E27FC236}">
                <a16:creationId xmlns:a16="http://schemas.microsoft.com/office/drawing/2014/main" id="{20E5B64B-73F0-4C45-A3A9-A618AED8CB2E}"/>
              </a:ext>
            </a:extLst>
          </p:cNvPr>
          <p:cNvGrpSpPr/>
          <p:nvPr/>
        </p:nvGrpSpPr>
        <p:grpSpPr>
          <a:xfrm>
            <a:off x="4237875" y="4748987"/>
            <a:ext cx="3716248" cy="1227835"/>
            <a:chOff x="419898" y="2400843"/>
            <a:chExt cx="3378407" cy="1227835"/>
          </a:xfrm>
        </p:grpSpPr>
        <p:sp>
          <p:nvSpPr>
            <p:cNvPr id="44" name="Rectangle 43">
              <a:extLst>
                <a:ext uri="{FF2B5EF4-FFF2-40B4-BE49-F238E27FC236}">
                  <a16:creationId xmlns:a16="http://schemas.microsoft.com/office/drawing/2014/main" id="{7C245740-72F9-46CB-9211-35AD97D35ACE}"/>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5" name="Rectangle 44">
              <a:extLst>
                <a:ext uri="{FF2B5EF4-FFF2-40B4-BE49-F238E27FC236}">
                  <a16:creationId xmlns:a16="http://schemas.microsoft.com/office/drawing/2014/main" id="{61436FFC-F0DA-4A7F-9BEB-CF1AACC07046}"/>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2"/>
                  </a:solidFill>
                </a:rPr>
                <a:t>LOREM IPSUM</a:t>
              </a:r>
            </a:p>
          </p:txBody>
        </p:sp>
      </p:grpSp>
      <p:grpSp>
        <p:nvGrpSpPr>
          <p:cNvPr id="40" name="Group 39">
            <a:extLst>
              <a:ext uri="{FF2B5EF4-FFF2-40B4-BE49-F238E27FC236}">
                <a16:creationId xmlns:a16="http://schemas.microsoft.com/office/drawing/2014/main" id="{309B771D-BC07-4BCC-930C-472C28F82898}"/>
              </a:ext>
            </a:extLst>
          </p:cNvPr>
          <p:cNvGrpSpPr/>
          <p:nvPr/>
        </p:nvGrpSpPr>
        <p:grpSpPr>
          <a:xfrm>
            <a:off x="7843774" y="4748987"/>
            <a:ext cx="3716248" cy="1227835"/>
            <a:chOff x="419898" y="2400843"/>
            <a:chExt cx="3378407" cy="1227835"/>
          </a:xfrm>
        </p:grpSpPr>
        <p:sp>
          <p:nvSpPr>
            <p:cNvPr id="41" name="Rectangle 40">
              <a:extLst>
                <a:ext uri="{FF2B5EF4-FFF2-40B4-BE49-F238E27FC236}">
                  <a16:creationId xmlns:a16="http://schemas.microsoft.com/office/drawing/2014/main" id="{2D710D1A-129E-4F9A-BF37-9A16A34E4D01}"/>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2" name="Rectangle 41">
              <a:extLst>
                <a:ext uri="{FF2B5EF4-FFF2-40B4-BE49-F238E27FC236}">
                  <a16:creationId xmlns:a16="http://schemas.microsoft.com/office/drawing/2014/main" id="{987B9929-A966-42EC-BCBD-5C9C7F25EE8F}"/>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3"/>
                  </a:solidFill>
                </a:rPr>
                <a:t>LOREM IPSUM</a:t>
              </a:r>
            </a:p>
          </p:txBody>
        </p:sp>
      </p:grpSp>
      <p:grpSp>
        <p:nvGrpSpPr>
          <p:cNvPr id="14" name="Group 13">
            <a:extLst>
              <a:ext uri="{FF2B5EF4-FFF2-40B4-BE49-F238E27FC236}">
                <a16:creationId xmlns:a16="http://schemas.microsoft.com/office/drawing/2014/main" id="{0F1642CF-1A35-D82E-9E7B-B6D98F0E00F1}"/>
              </a:ext>
            </a:extLst>
          </p:cNvPr>
          <p:cNvGrpSpPr/>
          <p:nvPr/>
        </p:nvGrpSpPr>
        <p:grpSpPr>
          <a:xfrm>
            <a:off x="1078980" y="1889634"/>
            <a:ext cx="2821521" cy="2676597"/>
            <a:chOff x="4655928" y="1641293"/>
            <a:chExt cx="2119850" cy="2029916"/>
          </a:xfrm>
        </p:grpSpPr>
        <p:sp>
          <p:nvSpPr>
            <p:cNvPr id="15" name="Freeform 5">
              <a:extLst>
                <a:ext uri="{FF2B5EF4-FFF2-40B4-BE49-F238E27FC236}">
                  <a16:creationId xmlns:a16="http://schemas.microsoft.com/office/drawing/2014/main" id="{73EDB6FE-28D3-CC2F-1A17-DB9592CBFEC2}"/>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6" name="Freeform 6">
              <a:extLst>
                <a:ext uri="{FF2B5EF4-FFF2-40B4-BE49-F238E27FC236}">
                  <a16:creationId xmlns:a16="http://schemas.microsoft.com/office/drawing/2014/main" id="{522D680F-D5AA-1405-778D-36A89EDD5256}"/>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7" name="Freeform 7">
              <a:extLst>
                <a:ext uri="{FF2B5EF4-FFF2-40B4-BE49-F238E27FC236}">
                  <a16:creationId xmlns:a16="http://schemas.microsoft.com/office/drawing/2014/main" id="{CD9007EB-A2F8-39D3-9EAF-157A11ADC6E2}"/>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8" name="Freeform 8">
              <a:extLst>
                <a:ext uri="{FF2B5EF4-FFF2-40B4-BE49-F238E27FC236}">
                  <a16:creationId xmlns:a16="http://schemas.microsoft.com/office/drawing/2014/main" id="{5B6A38E3-EDFD-556A-DAED-88866AC04C3F}"/>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0" name="Freeform 9">
              <a:extLst>
                <a:ext uri="{FF2B5EF4-FFF2-40B4-BE49-F238E27FC236}">
                  <a16:creationId xmlns:a16="http://schemas.microsoft.com/office/drawing/2014/main" id="{BF8A78C0-8D3E-1F0B-9AFD-0B1ADD9D019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1" name="Freeform 10">
              <a:extLst>
                <a:ext uri="{FF2B5EF4-FFF2-40B4-BE49-F238E27FC236}">
                  <a16:creationId xmlns:a16="http://schemas.microsoft.com/office/drawing/2014/main" id="{A3659928-5544-D805-5FF6-1F66C06A25FB}"/>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2" name="Freeform 11">
              <a:extLst>
                <a:ext uri="{FF2B5EF4-FFF2-40B4-BE49-F238E27FC236}">
                  <a16:creationId xmlns:a16="http://schemas.microsoft.com/office/drawing/2014/main" id="{12710C40-BAC2-6FEF-0F41-2F8FDF195270}"/>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3" name="Freeform 12">
              <a:extLst>
                <a:ext uri="{FF2B5EF4-FFF2-40B4-BE49-F238E27FC236}">
                  <a16:creationId xmlns:a16="http://schemas.microsoft.com/office/drawing/2014/main" id="{95E2A79D-1884-F938-70E0-8951F3C6AD1C}"/>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4" name="Freeform 13">
              <a:extLst>
                <a:ext uri="{FF2B5EF4-FFF2-40B4-BE49-F238E27FC236}">
                  <a16:creationId xmlns:a16="http://schemas.microsoft.com/office/drawing/2014/main" id="{48734CFC-110A-7004-97ED-50C2E5FB38D3}"/>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5" name="Freeform 14">
              <a:extLst>
                <a:ext uri="{FF2B5EF4-FFF2-40B4-BE49-F238E27FC236}">
                  <a16:creationId xmlns:a16="http://schemas.microsoft.com/office/drawing/2014/main" id="{7195F33B-AC9F-D0EE-2981-B266E5649F05}"/>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26" name="Group 25">
            <a:extLst>
              <a:ext uri="{FF2B5EF4-FFF2-40B4-BE49-F238E27FC236}">
                <a16:creationId xmlns:a16="http://schemas.microsoft.com/office/drawing/2014/main" id="{86882208-EC07-B8F7-1C4C-6359EED71C98}"/>
              </a:ext>
            </a:extLst>
          </p:cNvPr>
          <p:cNvGrpSpPr/>
          <p:nvPr/>
        </p:nvGrpSpPr>
        <p:grpSpPr>
          <a:xfrm>
            <a:off x="4685239" y="1914856"/>
            <a:ext cx="2821521" cy="2676597"/>
            <a:chOff x="4740101" y="2091145"/>
            <a:chExt cx="2119850" cy="2010967"/>
          </a:xfrm>
        </p:grpSpPr>
        <p:sp>
          <p:nvSpPr>
            <p:cNvPr id="27" name="Freeform 5">
              <a:extLst>
                <a:ext uri="{FF2B5EF4-FFF2-40B4-BE49-F238E27FC236}">
                  <a16:creationId xmlns:a16="http://schemas.microsoft.com/office/drawing/2014/main" id="{8580D8DE-9070-ABFB-5BBD-60401FDB26A2}"/>
                </a:ext>
              </a:extLst>
            </p:cNvPr>
            <p:cNvSpPr>
              <a:spLocks/>
            </p:cNvSpPr>
            <p:nvPr/>
          </p:nvSpPr>
          <p:spPr bwMode="auto">
            <a:xfrm rot="10800000">
              <a:off x="5811016" y="2631587"/>
              <a:ext cx="569181" cy="537556"/>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8" name="Freeform 6">
              <a:extLst>
                <a:ext uri="{FF2B5EF4-FFF2-40B4-BE49-F238E27FC236}">
                  <a16:creationId xmlns:a16="http://schemas.microsoft.com/office/drawing/2014/main" id="{D4A9C6CA-9756-3821-6F1B-6B52784618E9}"/>
                </a:ext>
              </a:extLst>
            </p:cNvPr>
            <p:cNvSpPr>
              <a:spLocks/>
            </p:cNvSpPr>
            <p:nvPr/>
          </p:nvSpPr>
          <p:spPr bwMode="auto">
            <a:xfrm rot="10800000">
              <a:off x="5811016" y="2597268"/>
              <a:ext cx="351490" cy="159406"/>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Freeform 7">
              <a:extLst>
                <a:ext uri="{FF2B5EF4-FFF2-40B4-BE49-F238E27FC236}">
                  <a16:creationId xmlns:a16="http://schemas.microsoft.com/office/drawing/2014/main" id="{A18455D2-8E0D-B393-FF6B-AF1C6160727A}"/>
                </a:ext>
              </a:extLst>
            </p:cNvPr>
            <p:cNvSpPr>
              <a:spLocks/>
            </p:cNvSpPr>
            <p:nvPr/>
          </p:nvSpPr>
          <p:spPr bwMode="auto">
            <a:xfrm rot="10800000">
              <a:off x="5811016" y="2986323"/>
              <a:ext cx="606180" cy="252741"/>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Freeform 8">
              <a:extLst>
                <a:ext uri="{FF2B5EF4-FFF2-40B4-BE49-F238E27FC236}">
                  <a16:creationId xmlns:a16="http://schemas.microsoft.com/office/drawing/2014/main" id="{988EF0B6-29EA-BACF-9414-F39EF5DAE403}"/>
                </a:ext>
              </a:extLst>
            </p:cNvPr>
            <p:cNvSpPr>
              <a:spLocks/>
            </p:cNvSpPr>
            <p:nvPr/>
          </p:nvSpPr>
          <p:spPr bwMode="auto">
            <a:xfrm rot="10800000">
              <a:off x="5461246" y="2599193"/>
              <a:ext cx="349769" cy="157161"/>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Freeform 9">
              <a:extLst>
                <a:ext uri="{FF2B5EF4-FFF2-40B4-BE49-F238E27FC236}">
                  <a16:creationId xmlns:a16="http://schemas.microsoft.com/office/drawing/2014/main" id="{EA70FD9E-74B0-62A2-65A2-42D3F726307F}"/>
                </a:ext>
              </a:extLst>
            </p:cNvPr>
            <p:cNvSpPr>
              <a:spLocks/>
            </p:cNvSpPr>
            <p:nvPr/>
          </p:nvSpPr>
          <p:spPr bwMode="auto">
            <a:xfrm rot="10800000">
              <a:off x="5811016" y="2091145"/>
              <a:ext cx="316857" cy="599779"/>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2" name="Freeform 10">
              <a:extLst>
                <a:ext uri="{FF2B5EF4-FFF2-40B4-BE49-F238E27FC236}">
                  <a16:creationId xmlns:a16="http://schemas.microsoft.com/office/drawing/2014/main" id="{0AE7D4BC-9502-8FA4-A0CD-9101F043899C}"/>
                </a:ext>
              </a:extLst>
            </p:cNvPr>
            <p:cNvSpPr>
              <a:spLocks/>
            </p:cNvSpPr>
            <p:nvPr/>
          </p:nvSpPr>
          <p:spPr bwMode="auto">
            <a:xfrm rot="10800000">
              <a:off x="5240544" y="2633190"/>
              <a:ext cx="570472" cy="5359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3" name="Freeform 11">
              <a:extLst>
                <a:ext uri="{FF2B5EF4-FFF2-40B4-BE49-F238E27FC236}">
                  <a16:creationId xmlns:a16="http://schemas.microsoft.com/office/drawing/2014/main" id="{274A3676-1C24-4FB1-A5C7-169CFEDEB9DE}"/>
                </a:ext>
              </a:extLst>
            </p:cNvPr>
            <p:cNvSpPr>
              <a:spLocks/>
            </p:cNvSpPr>
            <p:nvPr/>
          </p:nvSpPr>
          <p:spPr bwMode="auto">
            <a:xfrm rot="10800000">
              <a:off x="5203329" y="2988888"/>
              <a:ext cx="607686" cy="250175"/>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Freeform 12">
              <a:extLst>
                <a:ext uri="{FF2B5EF4-FFF2-40B4-BE49-F238E27FC236}">
                  <a16:creationId xmlns:a16="http://schemas.microsoft.com/office/drawing/2014/main" id="{3E7338F7-C330-0F2C-5573-ED03B256EC9D}"/>
                </a:ext>
              </a:extLst>
            </p:cNvPr>
            <p:cNvSpPr>
              <a:spLocks/>
            </p:cNvSpPr>
            <p:nvPr/>
          </p:nvSpPr>
          <p:spPr bwMode="auto">
            <a:xfrm rot="10800000">
              <a:off x="5811016" y="3022887"/>
              <a:ext cx="796338" cy="593363"/>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5" name="Freeform 13">
              <a:extLst>
                <a:ext uri="{FF2B5EF4-FFF2-40B4-BE49-F238E27FC236}">
                  <a16:creationId xmlns:a16="http://schemas.microsoft.com/office/drawing/2014/main" id="{BEC8743D-EFE8-5023-D123-FC45BBA68B05}"/>
                </a:ext>
              </a:extLst>
            </p:cNvPr>
            <p:cNvSpPr>
              <a:spLocks/>
            </p:cNvSpPr>
            <p:nvPr/>
          </p:nvSpPr>
          <p:spPr bwMode="auto">
            <a:xfrm rot="10800000">
              <a:off x="5014678" y="3025132"/>
              <a:ext cx="796338" cy="591118"/>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6" name="Freeform 14">
              <a:extLst>
                <a:ext uri="{FF2B5EF4-FFF2-40B4-BE49-F238E27FC236}">
                  <a16:creationId xmlns:a16="http://schemas.microsoft.com/office/drawing/2014/main" id="{7A49A138-78A3-93C2-B348-AB39C3236E83}"/>
                </a:ext>
              </a:extLst>
            </p:cNvPr>
            <p:cNvSpPr>
              <a:spLocks/>
            </p:cNvSpPr>
            <p:nvPr/>
          </p:nvSpPr>
          <p:spPr bwMode="auto">
            <a:xfrm rot="10800000">
              <a:off x="5493728" y="2091145"/>
              <a:ext cx="317287" cy="599458"/>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7" name="Freeform 8">
              <a:extLst>
                <a:ext uri="{FF2B5EF4-FFF2-40B4-BE49-F238E27FC236}">
                  <a16:creationId xmlns:a16="http://schemas.microsoft.com/office/drawing/2014/main" id="{BCF2E1B7-C6B2-DFFF-766D-4F37788DEA5A}"/>
                </a:ext>
              </a:extLst>
            </p:cNvPr>
            <p:cNvSpPr>
              <a:spLocks/>
            </p:cNvSpPr>
            <p:nvPr/>
          </p:nvSpPr>
          <p:spPr bwMode="auto">
            <a:xfrm rot="10800000">
              <a:off x="5800026" y="3341801"/>
              <a:ext cx="852349" cy="354755"/>
            </a:xfrm>
            <a:custGeom>
              <a:avLst/>
              <a:gdLst>
                <a:gd name="T0" fmla="*/ 17858 w 17858"/>
                <a:gd name="T1" fmla="*/ 1843 h 6643"/>
                <a:gd name="T2" fmla="*/ 17858 w 17858"/>
                <a:gd name="T3" fmla="*/ 0 h 6643"/>
                <a:gd name="T4" fmla="*/ 0 w 17858"/>
                <a:gd name="T5" fmla="*/ 5695 h 6643"/>
                <a:gd name="T6" fmla="*/ 2809 w 17858"/>
                <a:gd name="T7" fmla="*/ 6643 h 6643"/>
                <a:gd name="T8" fmla="*/ 17858 w 17858"/>
                <a:gd name="T9" fmla="*/ 1843 h 6643"/>
              </a:gdLst>
              <a:ahLst/>
              <a:cxnLst>
                <a:cxn ang="0">
                  <a:pos x="T0" y="T1"/>
                </a:cxn>
                <a:cxn ang="0">
                  <a:pos x="T2" y="T3"/>
                </a:cxn>
                <a:cxn ang="0">
                  <a:pos x="T4" y="T5"/>
                </a:cxn>
                <a:cxn ang="0">
                  <a:pos x="T6" y="T7"/>
                </a:cxn>
                <a:cxn ang="0">
                  <a:pos x="T8" y="T9"/>
                </a:cxn>
              </a:cxnLst>
              <a:rect l="0" t="0" r="r" b="b"/>
              <a:pathLst>
                <a:path w="17858" h="6643">
                  <a:moveTo>
                    <a:pt x="17858" y="1843"/>
                  </a:moveTo>
                  <a:lnTo>
                    <a:pt x="17858" y="0"/>
                  </a:lnTo>
                  <a:lnTo>
                    <a:pt x="0" y="5695"/>
                  </a:lnTo>
                  <a:lnTo>
                    <a:pt x="2809" y="6643"/>
                  </a:lnTo>
                  <a:lnTo>
                    <a:pt x="17858" y="1843"/>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Freeform 9">
              <a:extLst>
                <a:ext uri="{FF2B5EF4-FFF2-40B4-BE49-F238E27FC236}">
                  <a16:creationId xmlns:a16="http://schemas.microsoft.com/office/drawing/2014/main" id="{8DE4B91E-13BF-CF66-691F-09715AC7469F}"/>
                </a:ext>
              </a:extLst>
            </p:cNvPr>
            <p:cNvSpPr>
              <a:spLocks/>
            </p:cNvSpPr>
            <p:nvPr/>
          </p:nvSpPr>
          <p:spPr bwMode="auto">
            <a:xfrm rot="10800000">
              <a:off x="4946531" y="3345216"/>
              <a:ext cx="853494" cy="351340"/>
            </a:xfrm>
            <a:custGeom>
              <a:avLst/>
              <a:gdLst>
                <a:gd name="T0" fmla="*/ 6 w 17885"/>
                <a:gd name="T1" fmla="*/ 1844 h 6581"/>
                <a:gd name="T2" fmla="*/ 15058 w 17885"/>
                <a:gd name="T3" fmla="*/ 6581 h 6581"/>
                <a:gd name="T4" fmla="*/ 17885 w 17885"/>
                <a:gd name="T5" fmla="*/ 5626 h 6581"/>
                <a:gd name="T6" fmla="*/ 6 w 17885"/>
                <a:gd name="T7" fmla="*/ 0 h 6581"/>
                <a:gd name="T8" fmla="*/ 0 w 17885"/>
                <a:gd name="T9" fmla="*/ 2 h 6581"/>
                <a:gd name="T10" fmla="*/ 0 w 17885"/>
                <a:gd name="T11" fmla="*/ 1845 h 6581"/>
                <a:gd name="T12" fmla="*/ 6 w 17885"/>
                <a:gd name="T13" fmla="*/ 1844 h 6581"/>
              </a:gdLst>
              <a:ahLst/>
              <a:cxnLst>
                <a:cxn ang="0">
                  <a:pos x="T0" y="T1"/>
                </a:cxn>
                <a:cxn ang="0">
                  <a:pos x="T2" y="T3"/>
                </a:cxn>
                <a:cxn ang="0">
                  <a:pos x="T4" y="T5"/>
                </a:cxn>
                <a:cxn ang="0">
                  <a:pos x="T6" y="T7"/>
                </a:cxn>
                <a:cxn ang="0">
                  <a:pos x="T8" y="T9"/>
                </a:cxn>
                <a:cxn ang="0">
                  <a:pos x="T10" y="T11"/>
                </a:cxn>
                <a:cxn ang="0">
                  <a:pos x="T12" y="T13"/>
                </a:cxn>
              </a:cxnLst>
              <a:rect l="0" t="0" r="r" b="b"/>
              <a:pathLst>
                <a:path w="17885" h="6581">
                  <a:moveTo>
                    <a:pt x="6" y="1844"/>
                  </a:moveTo>
                  <a:lnTo>
                    <a:pt x="15058" y="6581"/>
                  </a:lnTo>
                  <a:lnTo>
                    <a:pt x="17885" y="5626"/>
                  </a:lnTo>
                  <a:lnTo>
                    <a:pt x="6" y="0"/>
                  </a:lnTo>
                  <a:lnTo>
                    <a:pt x="0" y="2"/>
                  </a:lnTo>
                  <a:lnTo>
                    <a:pt x="0" y="1845"/>
                  </a:lnTo>
                  <a:lnTo>
                    <a:pt x="6" y="1844"/>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Freeform 13">
              <a:extLst>
                <a:ext uri="{FF2B5EF4-FFF2-40B4-BE49-F238E27FC236}">
                  <a16:creationId xmlns:a16="http://schemas.microsoft.com/office/drawing/2014/main" id="{D197F659-3434-D7D7-54ED-3F70377AF9A4}"/>
                </a:ext>
              </a:extLst>
            </p:cNvPr>
            <p:cNvSpPr>
              <a:spLocks/>
            </p:cNvSpPr>
            <p:nvPr/>
          </p:nvSpPr>
          <p:spPr bwMode="auto">
            <a:xfrm rot="10800000">
              <a:off x="4740101" y="3396444"/>
              <a:ext cx="1059925" cy="705668"/>
            </a:xfrm>
            <a:custGeom>
              <a:avLst/>
              <a:gdLst>
                <a:gd name="T0" fmla="*/ 6 w 22214"/>
                <a:gd name="T1" fmla="*/ 7596 h 13222"/>
                <a:gd name="T2" fmla="*/ 17885 w 22214"/>
                <a:gd name="T3" fmla="*/ 13222 h 13222"/>
                <a:gd name="T4" fmla="*/ 18107 w 22214"/>
                <a:gd name="T5" fmla="*/ 13148 h 13222"/>
                <a:gd name="T6" fmla="*/ 22214 w 22214"/>
                <a:gd name="T7" fmla="*/ 7501 h 13222"/>
                <a:gd name="T8" fmla="*/ 0 w 22214"/>
                <a:gd name="T9" fmla="*/ 0 h 13222"/>
                <a:gd name="T10" fmla="*/ 0 w 22214"/>
                <a:gd name="T11" fmla="*/ 7598 h 13222"/>
                <a:gd name="T12" fmla="*/ 6 w 22214"/>
                <a:gd name="T13" fmla="*/ 7596 h 13222"/>
              </a:gdLst>
              <a:ahLst/>
              <a:cxnLst>
                <a:cxn ang="0">
                  <a:pos x="T0" y="T1"/>
                </a:cxn>
                <a:cxn ang="0">
                  <a:pos x="T2" y="T3"/>
                </a:cxn>
                <a:cxn ang="0">
                  <a:pos x="T4" y="T5"/>
                </a:cxn>
                <a:cxn ang="0">
                  <a:pos x="T6" y="T7"/>
                </a:cxn>
                <a:cxn ang="0">
                  <a:pos x="T8" y="T9"/>
                </a:cxn>
                <a:cxn ang="0">
                  <a:pos x="T10" y="T11"/>
                </a:cxn>
                <a:cxn ang="0">
                  <a:pos x="T12" y="T13"/>
                </a:cxn>
              </a:cxnLst>
              <a:rect l="0" t="0" r="r" b="b"/>
              <a:pathLst>
                <a:path w="22214" h="13222">
                  <a:moveTo>
                    <a:pt x="6" y="7596"/>
                  </a:moveTo>
                  <a:lnTo>
                    <a:pt x="17885" y="13222"/>
                  </a:lnTo>
                  <a:lnTo>
                    <a:pt x="18107" y="13148"/>
                  </a:lnTo>
                  <a:lnTo>
                    <a:pt x="22214" y="7501"/>
                  </a:lnTo>
                  <a:lnTo>
                    <a:pt x="0" y="0"/>
                  </a:lnTo>
                  <a:lnTo>
                    <a:pt x="0" y="7598"/>
                  </a:lnTo>
                  <a:lnTo>
                    <a:pt x="6" y="759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0" name="Freeform 14">
              <a:extLst>
                <a:ext uri="{FF2B5EF4-FFF2-40B4-BE49-F238E27FC236}">
                  <a16:creationId xmlns:a16="http://schemas.microsoft.com/office/drawing/2014/main" id="{76ED7028-F75F-1266-18C2-04BE292D019C}"/>
                </a:ext>
              </a:extLst>
            </p:cNvPr>
            <p:cNvSpPr>
              <a:spLocks/>
            </p:cNvSpPr>
            <p:nvPr/>
          </p:nvSpPr>
          <p:spPr bwMode="auto">
            <a:xfrm rot="10800000">
              <a:off x="5800026" y="3392602"/>
              <a:ext cx="1059925" cy="709510"/>
            </a:xfrm>
            <a:custGeom>
              <a:avLst/>
              <a:gdLst>
                <a:gd name="T0" fmla="*/ 4166 w 22212"/>
                <a:gd name="T1" fmla="*/ 13230 h 13293"/>
                <a:gd name="T2" fmla="*/ 4354 w 22212"/>
                <a:gd name="T3" fmla="*/ 13293 h 13293"/>
                <a:gd name="T4" fmla="*/ 22212 w 22212"/>
                <a:gd name="T5" fmla="*/ 7598 h 13293"/>
                <a:gd name="T6" fmla="*/ 22212 w 22212"/>
                <a:gd name="T7" fmla="*/ 0 h 13293"/>
                <a:gd name="T8" fmla="*/ 0 w 22212"/>
                <a:gd name="T9" fmla="*/ 7501 h 13293"/>
                <a:gd name="T10" fmla="*/ 4166 w 22212"/>
                <a:gd name="T11" fmla="*/ 13230 h 13293"/>
              </a:gdLst>
              <a:ahLst/>
              <a:cxnLst>
                <a:cxn ang="0">
                  <a:pos x="T0" y="T1"/>
                </a:cxn>
                <a:cxn ang="0">
                  <a:pos x="T2" y="T3"/>
                </a:cxn>
                <a:cxn ang="0">
                  <a:pos x="T4" y="T5"/>
                </a:cxn>
                <a:cxn ang="0">
                  <a:pos x="T6" y="T7"/>
                </a:cxn>
                <a:cxn ang="0">
                  <a:pos x="T8" y="T9"/>
                </a:cxn>
                <a:cxn ang="0">
                  <a:pos x="T10" y="T11"/>
                </a:cxn>
              </a:cxnLst>
              <a:rect l="0" t="0" r="r" b="b"/>
              <a:pathLst>
                <a:path w="22212" h="13293">
                  <a:moveTo>
                    <a:pt x="4166" y="13230"/>
                  </a:moveTo>
                  <a:lnTo>
                    <a:pt x="4354" y="13293"/>
                  </a:lnTo>
                  <a:lnTo>
                    <a:pt x="22212" y="7598"/>
                  </a:lnTo>
                  <a:lnTo>
                    <a:pt x="22212" y="0"/>
                  </a:lnTo>
                  <a:lnTo>
                    <a:pt x="0" y="7501"/>
                  </a:lnTo>
                  <a:lnTo>
                    <a:pt x="4166" y="13230"/>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61" name="Group 60">
            <a:extLst>
              <a:ext uri="{FF2B5EF4-FFF2-40B4-BE49-F238E27FC236}">
                <a16:creationId xmlns:a16="http://schemas.microsoft.com/office/drawing/2014/main" id="{122C1071-4CD6-2004-CFC2-CF92962D07E2}"/>
              </a:ext>
            </a:extLst>
          </p:cNvPr>
          <p:cNvGrpSpPr/>
          <p:nvPr/>
        </p:nvGrpSpPr>
        <p:grpSpPr>
          <a:xfrm>
            <a:off x="8291499" y="1889634"/>
            <a:ext cx="2821521" cy="2676597"/>
            <a:chOff x="4655928" y="1641293"/>
            <a:chExt cx="2119850" cy="2029916"/>
          </a:xfrm>
        </p:grpSpPr>
        <p:sp>
          <p:nvSpPr>
            <p:cNvPr id="62" name="Freeform 5">
              <a:extLst>
                <a:ext uri="{FF2B5EF4-FFF2-40B4-BE49-F238E27FC236}">
                  <a16:creationId xmlns:a16="http://schemas.microsoft.com/office/drawing/2014/main" id="{38BE81A9-71F2-95EE-80F1-7F2E9C119660}"/>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3" name="Freeform 6">
              <a:extLst>
                <a:ext uri="{FF2B5EF4-FFF2-40B4-BE49-F238E27FC236}">
                  <a16:creationId xmlns:a16="http://schemas.microsoft.com/office/drawing/2014/main" id="{5F3F19B7-907B-9489-BC76-21C8054D51FB}"/>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8" name="Freeform 7">
              <a:extLst>
                <a:ext uri="{FF2B5EF4-FFF2-40B4-BE49-F238E27FC236}">
                  <a16:creationId xmlns:a16="http://schemas.microsoft.com/office/drawing/2014/main" id="{E4EFE3A8-0891-DC04-A2F6-64865389F991}"/>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9" name="Freeform 8">
              <a:extLst>
                <a:ext uri="{FF2B5EF4-FFF2-40B4-BE49-F238E27FC236}">
                  <a16:creationId xmlns:a16="http://schemas.microsoft.com/office/drawing/2014/main" id="{2AE24139-00D4-B87B-A5CE-9CCF674565E6}"/>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0" name="Freeform 9">
              <a:extLst>
                <a:ext uri="{FF2B5EF4-FFF2-40B4-BE49-F238E27FC236}">
                  <a16:creationId xmlns:a16="http://schemas.microsoft.com/office/drawing/2014/main" id="{080CFD49-9836-FF5D-B805-7F45D5822B8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3"/>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1" name="Freeform 10">
              <a:extLst>
                <a:ext uri="{FF2B5EF4-FFF2-40B4-BE49-F238E27FC236}">
                  <a16:creationId xmlns:a16="http://schemas.microsoft.com/office/drawing/2014/main" id="{75432AE6-9B5D-C40C-D7E8-0A9B5AF36B09}"/>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2" name="Freeform 11">
              <a:extLst>
                <a:ext uri="{FF2B5EF4-FFF2-40B4-BE49-F238E27FC236}">
                  <a16:creationId xmlns:a16="http://schemas.microsoft.com/office/drawing/2014/main" id="{AC03B156-85B1-50B4-8783-091845A88CA3}"/>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3" name="Freeform 12">
              <a:extLst>
                <a:ext uri="{FF2B5EF4-FFF2-40B4-BE49-F238E27FC236}">
                  <a16:creationId xmlns:a16="http://schemas.microsoft.com/office/drawing/2014/main" id="{74CF60FA-6B4C-2DFF-483F-FAD92D0DFAC1}"/>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4" name="Freeform 13">
              <a:extLst>
                <a:ext uri="{FF2B5EF4-FFF2-40B4-BE49-F238E27FC236}">
                  <a16:creationId xmlns:a16="http://schemas.microsoft.com/office/drawing/2014/main" id="{5CB19DE8-3D38-9ADC-1703-3DCC435D4B00}"/>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49" name="Freeform 14">
              <a:extLst>
                <a:ext uri="{FF2B5EF4-FFF2-40B4-BE49-F238E27FC236}">
                  <a16:creationId xmlns:a16="http://schemas.microsoft.com/office/drawing/2014/main" id="{77002BB4-1C62-C2F0-27C5-E9BE0B9B7429}"/>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spTree>
    <p:custDataLst>
      <p:tags r:id="rId1"/>
    </p:custDataLst>
    <p:extLst>
      <p:ext uri="{BB962C8B-B14F-4D97-AF65-F5344CB8AC3E}">
        <p14:creationId xmlns:p14="http://schemas.microsoft.com/office/powerpoint/2010/main" val="922882056"/>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283DDC-D905-0B3F-A41D-729F4A7F8FC8}"/>
              </a:ext>
            </a:extLst>
          </p:cNvPr>
          <p:cNvSpPr>
            <a:spLocks noGrp="1"/>
          </p:cNvSpPr>
          <p:nvPr>
            <p:ph type="title"/>
          </p:nvPr>
        </p:nvSpPr>
        <p:spPr>
          <a:xfrm>
            <a:off x="214184" y="13663"/>
            <a:ext cx="9728886" cy="678316"/>
          </a:xfrm>
        </p:spPr>
        <p:txBody>
          <a:bodyPr>
            <a:normAutofit/>
          </a:bodyPr>
          <a:lstStyle/>
          <a:p>
            <a:r>
              <a:rPr lang="en-US" dirty="0"/>
              <a:t>Recipe</a:t>
            </a:r>
          </a:p>
        </p:txBody>
      </p:sp>
      <p:sp>
        <p:nvSpPr>
          <p:cNvPr id="3" name="Oval 59">
            <a:extLst>
              <a:ext uri="{FF2B5EF4-FFF2-40B4-BE49-F238E27FC236}">
                <a16:creationId xmlns:a16="http://schemas.microsoft.com/office/drawing/2014/main" id="{A96F9916-332D-41C0-7BAE-DEDF92F46F01}"/>
              </a:ext>
            </a:extLst>
          </p:cNvPr>
          <p:cNvSpPr/>
          <p:nvPr/>
        </p:nvSpPr>
        <p:spPr>
          <a:xfrm>
            <a:off x="5117251" y="5257320"/>
            <a:ext cx="2104365" cy="80001"/>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reeform: Shape 11">
            <a:extLst>
              <a:ext uri="{FF2B5EF4-FFF2-40B4-BE49-F238E27FC236}">
                <a16:creationId xmlns:a16="http://schemas.microsoft.com/office/drawing/2014/main" id="{60EC7A98-D49B-223A-E4E1-1CB034356870}"/>
              </a:ext>
            </a:extLst>
          </p:cNvPr>
          <p:cNvSpPr/>
          <p:nvPr/>
        </p:nvSpPr>
        <p:spPr>
          <a:xfrm rot="2700000">
            <a:off x="4946320" y="2425769"/>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13">
            <a:extLst>
              <a:ext uri="{FF2B5EF4-FFF2-40B4-BE49-F238E27FC236}">
                <a16:creationId xmlns:a16="http://schemas.microsoft.com/office/drawing/2014/main" id="{48BA2A40-97FD-0375-4434-40F7DE34A97C}"/>
              </a:ext>
            </a:extLst>
          </p:cNvPr>
          <p:cNvSpPr/>
          <p:nvPr/>
        </p:nvSpPr>
        <p:spPr>
          <a:xfrm rot="2700000">
            <a:off x="4934118" y="2430164"/>
            <a:ext cx="688047" cy="1352645"/>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Oval 7">
            <a:extLst>
              <a:ext uri="{FF2B5EF4-FFF2-40B4-BE49-F238E27FC236}">
                <a16:creationId xmlns:a16="http://schemas.microsoft.com/office/drawing/2014/main" id="{45AA7D1F-78BE-EDFE-43C3-EFCFE64D4746}"/>
              </a:ext>
            </a:extLst>
          </p:cNvPr>
          <p:cNvSpPr/>
          <p:nvPr/>
        </p:nvSpPr>
        <p:spPr>
          <a:xfrm rot="2700000">
            <a:off x="5439450" y="251393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17">
            <a:extLst>
              <a:ext uri="{FF2B5EF4-FFF2-40B4-BE49-F238E27FC236}">
                <a16:creationId xmlns:a16="http://schemas.microsoft.com/office/drawing/2014/main" id="{90531C85-655E-EECD-8654-57D8505D4A2D}"/>
              </a:ext>
            </a:extLst>
          </p:cNvPr>
          <p:cNvSpPr/>
          <p:nvPr/>
        </p:nvSpPr>
        <p:spPr>
          <a:xfrm rot="2700000">
            <a:off x="4920777" y="2545775"/>
            <a:ext cx="688047" cy="1148104"/>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19">
            <a:extLst>
              <a:ext uri="{FF2B5EF4-FFF2-40B4-BE49-F238E27FC236}">
                <a16:creationId xmlns:a16="http://schemas.microsoft.com/office/drawing/2014/main" id="{24B4C49F-1447-15E5-44C3-A5FA56064123}"/>
              </a:ext>
            </a:extLst>
          </p:cNvPr>
          <p:cNvSpPr/>
          <p:nvPr/>
        </p:nvSpPr>
        <p:spPr>
          <a:xfrm rot="2700000">
            <a:off x="4985084" y="2509171"/>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9" name="Group 4">
            <a:extLst>
              <a:ext uri="{FF2B5EF4-FFF2-40B4-BE49-F238E27FC236}">
                <a16:creationId xmlns:a16="http://schemas.microsoft.com/office/drawing/2014/main" id="{43715ED8-BA70-A29F-52A4-DBD9000F3F3C}"/>
              </a:ext>
            </a:extLst>
          </p:cNvPr>
          <p:cNvGrpSpPr/>
          <p:nvPr/>
        </p:nvGrpSpPr>
        <p:grpSpPr>
          <a:xfrm rot="17100000" flipH="1">
            <a:off x="6786447" y="2546712"/>
            <a:ext cx="688047" cy="1316829"/>
            <a:chOff x="1486501" y="2763749"/>
            <a:chExt cx="1030515" cy="1972265"/>
          </a:xfrm>
        </p:grpSpPr>
        <p:sp>
          <p:nvSpPr>
            <p:cNvPr id="10" name="Freeform: Shape 32">
              <a:extLst>
                <a:ext uri="{FF2B5EF4-FFF2-40B4-BE49-F238E27FC236}">
                  <a16:creationId xmlns:a16="http://schemas.microsoft.com/office/drawing/2014/main" id="{DC04700A-7A8E-5E31-C41A-0AFE62913750}"/>
                </a:ext>
              </a:extLst>
            </p:cNvPr>
            <p:cNvSpPr/>
            <p:nvPr/>
          </p:nvSpPr>
          <p:spPr>
            <a:xfrm>
              <a:off x="1486501" y="2763749"/>
              <a:ext cx="1030515" cy="1773780"/>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 name="Freeform: Shape 31">
              <a:extLst>
                <a:ext uri="{FF2B5EF4-FFF2-40B4-BE49-F238E27FC236}">
                  <a16:creationId xmlns:a16="http://schemas.microsoft.com/office/drawing/2014/main" id="{6D26F956-2845-8FAB-28C6-0071C9164208}"/>
                </a:ext>
              </a:extLst>
            </p:cNvPr>
            <p:cNvSpPr/>
            <p:nvPr/>
          </p:nvSpPr>
          <p:spPr>
            <a:xfrm>
              <a:off x="1486501" y="2986871"/>
              <a:ext cx="1030515" cy="1749143"/>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2" name="Group 36">
            <a:extLst>
              <a:ext uri="{FF2B5EF4-FFF2-40B4-BE49-F238E27FC236}">
                <a16:creationId xmlns:a16="http://schemas.microsoft.com/office/drawing/2014/main" id="{B015AACC-452D-252B-1A9A-8786EF8735C9}"/>
              </a:ext>
            </a:extLst>
          </p:cNvPr>
          <p:cNvGrpSpPr/>
          <p:nvPr/>
        </p:nvGrpSpPr>
        <p:grpSpPr>
          <a:xfrm rot="17100000">
            <a:off x="6733711" y="2464433"/>
            <a:ext cx="688048" cy="1453125"/>
            <a:chOff x="5580741" y="2134344"/>
            <a:chExt cx="1030516" cy="2176402"/>
          </a:xfrm>
        </p:grpSpPr>
        <p:sp>
          <p:nvSpPr>
            <p:cNvPr id="13" name="Freeform: Shape 37">
              <a:extLst>
                <a:ext uri="{FF2B5EF4-FFF2-40B4-BE49-F238E27FC236}">
                  <a16:creationId xmlns:a16="http://schemas.microsoft.com/office/drawing/2014/main" id="{ABBD92E1-56D9-28CD-DB64-8BA75E2A6CDD}"/>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Oval 38">
              <a:extLst>
                <a:ext uri="{FF2B5EF4-FFF2-40B4-BE49-F238E27FC236}">
                  <a16:creationId xmlns:a16="http://schemas.microsoft.com/office/drawing/2014/main" id="{547B07A1-2739-5E97-A560-C73FD650F918}"/>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reeform: Shape 41">
              <a:extLst>
                <a:ext uri="{FF2B5EF4-FFF2-40B4-BE49-F238E27FC236}">
                  <a16:creationId xmlns:a16="http://schemas.microsoft.com/office/drawing/2014/main" id="{AE8EC4ED-7824-17B7-C6CC-5274F8EB92A4}"/>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6" name="Freeform: Shape 28">
            <a:extLst>
              <a:ext uri="{FF2B5EF4-FFF2-40B4-BE49-F238E27FC236}">
                <a16:creationId xmlns:a16="http://schemas.microsoft.com/office/drawing/2014/main" id="{0B38686D-9BED-4C4E-7A09-DDEF4C9F54F3}"/>
              </a:ext>
            </a:extLst>
          </p:cNvPr>
          <p:cNvSpPr/>
          <p:nvPr/>
        </p:nvSpPr>
        <p:spPr>
          <a:xfrm rot="4500000">
            <a:off x="5073670" y="1349189"/>
            <a:ext cx="553718" cy="1242772"/>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 name="connsiteX0" fmla="*/ 784398 w 784398"/>
              <a:gd name="connsiteY0" fmla="*/ 0 h 1379419"/>
              <a:gd name="connsiteX1" fmla="*/ 784398 w 784398"/>
              <a:gd name="connsiteY1" fmla="*/ 771270 h 1379419"/>
              <a:gd name="connsiteX2" fmla="*/ 269140 w 784398"/>
              <a:gd name="connsiteY2" fmla="*/ 1286528 h 1379419"/>
              <a:gd name="connsiteX3" fmla="*/ 269141 w 784398"/>
              <a:gd name="connsiteY3" fmla="*/ 1286527 h 1379419"/>
              <a:gd name="connsiteX4" fmla="*/ 0 w 784398"/>
              <a:gd name="connsiteY4" fmla="*/ 1375576 h 1379419"/>
              <a:gd name="connsiteX5" fmla="*/ 4604 w 784398"/>
              <a:gd name="connsiteY5" fmla="*/ 1211311 h 1379419"/>
              <a:gd name="connsiteX6" fmla="*/ 784398 w 784398"/>
              <a:gd name="connsiteY6" fmla="*/ 0 h 1379419"/>
              <a:gd name="connsiteX0" fmla="*/ 829324 w 829324"/>
              <a:gd name="connsiteY0" fmla="*/ 0 h 1379419"/>
              <a:gd name="connsiteX1" fmla="*/ 829324 w 829324"/>
              <a:gd name="connsiteY1" fmla="*/ 771270 h 1379419"/>
              <a:gd name="connsiteX2" fmla="*/ 314066 w 829324"/>
              <a:gd name="connsiteY2" fmla="*/ 1286528 h 1379419"/>
              <a:gd name="connsiteX3" fmla="*/ 314067 w 829324"/>
              <a:gd name="connsiteY3" fmla="*/ 1286527 h 1379419"/>
              <a:gd name="connsiteX4" fmla="*/ 44926 w 829324"/>
              <a:gd name="connsiteY4" fmla="*/ 1375576 h 1379419"/>
              <a:gd name="connsiteX5" fmla="*/ 0 w 829324"/>
              <a:gd name="connsiteY5" fmla="*/ 1291321 h 1379419"/>
              <a:gd name="connsiteX6" fmla="*/ 829324 w 829324"/>
              <a:gd name="connsiteY6" fmla="*/ 0 h 1379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9324" h="1379419">
                <a:moveTo>
                  <a:pt x="829324" y="0"/>
                </a:moveTo>
                <a:lnTo>
                  <a:pt x="829324" y="771270"/>
                </a:lnTo>
                <a:cubicBezTo>
                  <a:pt x="829324" y="1055839"/>
                  <a:pt x="598635" y="1286528"/>
                  <a:pt x="314066" y="1286528"/>
                </a:cubicBezTo>
                <a:lnTo>
                  <a:pt x="314067" y="1286527"/>
                </a:lnTo>
                <a:cubicBezTo>
                  <a:pt x="242925" y="1286527"/>
                  <a:pt x="106570" y="1401649"/>
                  <a:pt x="44926" y="1375576"/>
                </a:cubicBezTo>
                <a:lnTo>
                  <a:pt x="0" y="1291321"/>
                </a:lnTo>
                <a:lnTo>
                  <a:pt x="829324" y="0"/>
                </a:lnTo>
                <a:close/>
              </a:path>
            </a:pathLst>
          </a:custGeom>
          <a:solidFill>
            <a:schemeClr val="accent2">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7" name="Freeform: Shape 27">
            <a:extLst>
              <a:ext uri="{FF2B5EF4-FFF2-40B4-BE49-F238E27FC236}">
                <a16:creationId xmlns:a16="http://schemas.microsoft.com/office/drawing/2014/main" id="{E2D740E8-C0E2-0510-39A2-51E1415CA950}"/>
              </a:ext>
            </a:extLst>
          </p:cNvPr>
          <p:cNvSpPr/>
          <p:nvPr/>
        </p:nvSpPr>
        <p:spPr>
          <a:xfrm rot="4500000">
            <a:off x="4864291" y="1618737"/>
            <a:ext cx="520648" cy="858980"/>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9794" h="1286528">
                <a:moveTo>
                  <a:pt x="779794" y="0"/>
                </a:moveTo>
                <a:lnTo>
                  <a:pt x="779794" y="771270"/>
                </a:lnTo>
                <a:cubicBezTo>
                  <a:pt x="779794" y="1055839"/>
                  <a:pt x="549105" y="1286528"/>
                  <a:pt x="264536" y="1286528"/>
                </a:cubicBezTo>
                <a:lnTo>
                  <a:pt x="264537" y="1286527"/>
                </a:lnTo>
                <a:cubicBezTo>
                  <a:pt x="193395" y="1286527"/>
                  <a:pt x="125620" y="1272109"/>
                  <a:pt x="63976" y="1246036"/>
                </a:cubicBezTo>
                <a:lnTo>
                  <a:pt x="0" y="1211311"/>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8" name="Freeform: Shape 43">
            <a:extLst>
              <a:ext uri="{FF2B5EF4-FFF2-40B4-BE49-F238E27FC236}">
                <a16:creationId xmlns:a16="http://schemas.microsoft.com/office/drawing/2014/main" id="{9164BC7E-6100-EB99-D04C-8F1E86BE0908}"/>
              </a:ext>
            </a:extLst>
          </p:cNvPr>
          <p:cNvSpPr/>
          <p:nvPr/>
        </p:nvSpPr>
        <p:spPr>
          <a:xfrm rot="4500000">
            <a:off x="4977717" y="1250467"/>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Oval 44">
            <a:extLst>
              <a:ext uri="{FF2B5EF4-FFF2-40B4-BE49-F238E27FC236}">
                <a16:creationId xmlns:a16="http://schemas.microsoft.com/office/drawing/2014/main" id="{92A5CF77-6ACE-31E3-187E-66CC9494B9DD}"/>
              </a:ext>
            </a:extLst>
          </p:cNvPr>
          <p:cNvSpPr/>
          <p:nvPr/>
        </p:nvSpPr>
        <p:spPr>
          <a:xfrm rot="4500000">
            <a:off x="5651346" y="165126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reeform: Shape 45">
            <a:extLst>
              <a:ext uri="{FF2B5EF4-FFF2-40B4-BE49-F238E27FC236}">
                <a16:creationId xmlns:a16="http://schemas.microsoft.com/office/drawing/2014/main" id="{7C9FC910-EF35-56E5-A6EF-2C566E6E13EE}"/>
              </a:ext>
            </a:extLst>
          </p:cNvPr>
          <p:cNvSpPr/>
          <p:nvPr/>
        </p:nvSpPr>
        <p:spPr>
          <a:xfrm rot="4500000">
            <a:off x="5016481" y="1333869"/>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1" name="Group 10">
            <a:extLst>
              <a:ext uri="{FF2B5EF4-FFF2-40B4-BE49-F238E27FC236}">
                <a16:creationId xmlns:a16="http://schemas.microsoft.com/office/drawing/2014/main" id="{F17C0BC0-E888-AF3E-ABF0-06C91CAB63B6}"/>
              </a:ext>
            </a:extLst>
          </p:cNvPr>
          <p:cNvGrpSpPr/>
          <p:nvPr/>
        </p:nvGrpSpPr>
        <p:grpSpPr>
          <a:xfrm rot="17100000">
            <a:off x="6786686" y="1715530"/>
            <a:ext cx="444638" cy="1259358"/>
            <a:chOff x="3162705" y="3863137"/>
            <a:chExt cx="665952" cy="1886189"/>
          </a:xfrm>
        </p:grpSpPr>
        <p:sp>
          <p:nvSpPr>
            <p:cNvPr id="22" name="Freeform: Shape 35">
              <a:extLst>
                <a:ext uri="{FF2B5EF4-FFF2-40B4-BE49-F238E27FC236}">
                  <a16:creationId xmlns:a16="http://schemas.microsoft.com/office/drawing/2014/main" id="{744B41A1-CAA3-E39F-31AB-4E5BC516C738}"/>
                </a:ext>
              </a:extLst>
            </p:cNvPr>
            <p:cNvSpPr/>
            <p:nvPr/>
          </p:nvSpPr>
          <p:spPr>
            <a:xfrm flipH="1">
              <a:off x="3190199" y="3914163"/>
              <a:ext cx="638458" cy="1835163"/>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Freeform: Shape 33">
              <a:extLst>
                <a:ext uri="{FF2B5EF4-FFF2-40B4-BE49-F238E27FC236}">
                  <a16:creationId xmlns:a16="http://schemas.microsoft.com/office/drawing/2014/main" id="{73DF4062-5F0E-AC51-8CB8-4CD7665CCA80}"/>
                </a:ext>
              </a:extLst>
            </p:cNvPr>
            <p:cNvSpPr/>
            <p:nvPr/>
          </p:nvSpPr>
          <p:spPr>
            <a:xfrm flipH="1">
              <a:off x="3162705" y="3863137"/>
              <a:ext cx="638458" cy="1876661"/>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24" name="Group 46">
            <a:extLst>
              <a:ext uri="{FF2B5EF4-FFF2-40B4-BE49-F238E27FC236}">
                <a16:creationId xmlns:a16="http://schemas.microsoft.com/office/drawing/2014/main" id="{3F9CD24F-A3D9-E106-38D7-3CA6774460DF}"/>
              </a:ext>
            </a:extLst>
          </p:cNvPr>
          <p:cNvGrpSpPr/>
          <p:nvPr/>
        </p:nvGrpSpPr>
        <p:grpSpPr>
          <a:xfrm rot="17100000">
            <a:off x="6621573" y="1481017"/>
            <a:ext cx="688048" cy="1453125"/>
            <a:chOff x="5580741" y="2134344"/>
            <a:chExt cx="1030516" cy="2176402"/>
          </a:xfrm>
        </p:grpSpPr>
        <p:sp>
          <p:nvSpPr>
            <p:cNvPr id="25" name="Freeform: Shape 47">
              <a:extLst>
                <a:ext uri="{FF2B5EF4-FFF2-40B4-BE49-F238E27FC236}">
                  <a16:creationId xmlns:a16="http://schemas.microsoft.com/office/drawing/2014/main" id="{BB562A11-EE0B-87A7-A48A-8C9EB7BAE086}"/>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Oval 48">
              <a:extLst>
                <a:ext uri="{FF2B5EF4-FFF2-40B4-BE49-F238E27FC236}">
                  <a16:creationId xmlns:a16="http://schemas.microsoft.com/office/drawing/2014/main" id="{9588F9FA-CF9C-8BBD-537F-D62DA1AC8EC5}"/>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Freeform: Shape 49">
              <a:extLst>
                <a:ext uri="{FF2B5EF4-FFF2-40B4-BE49-F238E27FC236}">
                  <a16:creationId xmlns:a16="http://schemas.microsoft.com/office/drawing/2014/main" id="{A0B6488C-D207-83E5-4423-76D81B20BC52}"/>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28" name="Oval 52">
            <a:extLst>
              <a:ext uri="{FF2B5EF4-FFF2-40B4-BE49-F238E27FC236}">
                <a16:creationId xmlns:a16="http://schemas.microsoft.com/office/drawing/2014/main" id="{F61375B4-D08F-A0B3-1181-3A43EB440A93}"/>
              </a:ext>
            </a:extLst>
          </p:cNvPr>
          <p:cNvSpPr/>
          <p:nvPr/>
        </p:nvSpPr>
        <p:spPr>
          <a:xfrm rot="21391224">
            <a:off x="5994224" y="2846189"/>
            <a:ext cx="130280" cy="2804583"/>
          </a:xfrm>
          <a:custGeom>
            <a:avLst/>
            <a:gdLst>
              <a:gd name="connsiteX0" fmla="*/ 0 w 187237"/>
              <a:gd name="connsiteY0" fmla="*/ 2102092 h 4204183"/>
              <a:gd name="connsiteX1" fmla="*/ 93619 w 187237"/>
              <a:gd name="connsiteY1" fmla="*/ 0 h 4204183"/>
              <a:gd name="connsiteX2" fmla="*/ 187238 w 187237"/>
              <a:gd name="connsiteY2" fmla="*/ 2102092 h 4204183"/>
              <a:gd name="connsiteX3" fmla="*/ 93619 w 187237"/>
              <a:gd name="connsiteY3" fmla="*/ 4204184 h 4204183"/>
              <a:gd name="connsiteX4" fmla="*/ 0 w 187237"/>
              <a:gd name="connsiteY4" fmla="*/ 2102092 h 4204183"/>
              <a:gd name="connsiteX0" fmla="*/ 1713 w 190664"/>
              <a:gd name="connsiteY0" fmla="*/ 2102092 h 4204492"/>
              <a:gd name="connsiteX1" fmla="*/ 95332 w 190664"/>
              <a:gd name="connsiteY1" fmla="*/ 0 h 4204492"/>
              <a:gd name="connsiteX2" fmla="*/ 188951 w 190664"/>
              <a:gd name="connsiteY2" fmla="*/ 2102092 h 4204492"/>
              <a:gd name="connsiteX3" fmla="*/ 95332 w 190664"/>
              <a:gd name="connsiteY3" fmla="*/ 4204184 h 4204492"/>
              <a:gd name="connsiteX4" fmla="*/ 1713 w 190664"/>
              <a:gd name="connsiteY4" fmla="*/ 2102092 h 4204492"/>
              <a:gd name="connsiteX0" fmla="*/ 13707 w 202658"/>
              <a:gd name="connsiteY0" fmla="*/ 2102092 h 4204492"/>
              <a:gd name="connsiteX1" fmla="*/ 107326 w 202658"/>
              <a:gd name="connsiteY1" fmla="*/ 0 h 4204492"/>
              <a:gd name="connsiteX2" fmla="*/ 200945 w 202658"/>
              <a:gd name="connsiteY2" fmla="*/ 2102092 h 4204492"/>
              <a:gd name="connsiteX3" fmla="*/ 107326 w 202658"/>
              <a:gd name="connsiteY3" fmla="*/ 4204184 h 4204492"/>
              <a:gd name="connsiteX4" fmla="*/ 13707 w 202658"/>
              <a:gd name="connsiteY4" fmla="*/ 2102092 h 4204492"/>
              <a:gd name="connsiteX0" fmla="*/ 21386 w 210337"/>
              <a:gd name="connsiteY0" fmla="*/ 2102204 h 4204604"/>
              <a:gd name="connsiteX1" fmla="*/ 115005 w 210337"/>
              <a:gd name="connsiteY1" fmla="*/ 112 h 4204604"/>
              <a:gd name="connsiteX2" fmla="*/ 208624 w 210337"/>
              <a:gd name="connsiteY2" fmla="*/ 2102204 h 4204604"/>
              <a:gd name="connsiteX3" fmla="*/ 115005 w 210337"/>
              <a:gd name="connsiteY3" fmla="*/ 4204296 h 4204604"/>
              <a:gd name="connsiteX4" fmla="*/ 21386 w 210337"/>
              <a:gd name="connsiteY4" fmla="*/ 2102204 h 4204604"/>
              <a:gd name="connsiteX0" fmla="*/ 2005 w 190956"/>
              <a:gd name="connsiteY0" fmla="*/ 2074135 h 4176535"/>
              <a:gd name="connsiteX1" fmla="*/ 99635 w 190956"/>
              <a:gd name="connsiteY1" fmla="*/ 117 h 4176535"/>
              <a:gd name="connsiteX2" fmla="*/ 189243 w 190956"/>
              <a:gd name="connsiteY2" fmla="*/ 2074135 h 4176535"/>
              <a:gd name="connsiteX3" fmla="*/ 95624 w 190956"/>
              <a:gd name="connsiteY3" fmla="*/ 4176227 h 4176535"/>
              <a:gd name="connsiteX4" fmla="*/ 2005 w 190956"/>
              <a:gd name="connsiteY4" fmla="*/ 2074135 h 4176535"/>
              <a:gd name="connsiteX0" fmla="*/ 2033 w 193622"/>
              <a:gd name="connsiteY0" fmla="*/ 2074070 h 4176470"/>
              <a:gd name="connsiteX1" fmla="*/ 99663 w 193622"/>
              <a:gd name="connsiteY1" fmla="*/ 52 h 4176470"/>
              <a:gd name="connsiteX2" fmla="*/ 189271 w 193622"/>
              <a:gd name="connsiteY2" fmla="*/ 2074070 h 4176470"/>
              <a:gd name="connsiteX3" fmla="*/ 95652 w 193622"/>
              <a:gd name="connsiteY3" fmla="*/ 4176162 h 4176470"/>
              <a:gd name="connsiteX4" fmla="*/ 2033 w 193622"/>
              <a:gd name="connsiteY4" fmla="*/ 2074070 h 4176470"/>
              <a:gd name="connsiteX0" fmla="*/ 6174 w 195125"/>
              <a:gd name="connsiteY0" fmla="*/ 2098131 h 4200531"/>
              <a:gd name="connsiteX1" fmla="*/ 91772 w 195125"/>
              <a:gd name="connsiteY1" fmla="*/ 50 h 4200531"/>
              <a:gd name="connsiteX2" fmla="*/ 193412 w 195125"/>
              <a:gd name="connsiteY2" fmla="*/ 2098131 h 4200531"/>
              <a:gd name="connsiteX3" fmla="*/ 99793 w 195125"/>
              <a:gd name="connsiteY3" fmla="*/ 4200223 h 4200531"/>
              <a:gd name="connsiteX4" fmla="*/ 6174 w 195125"/>
              <a:gd name="connsiteY4" fmla="*/ 2098131 h 4200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125" h="4200531">
                <a:moveTo>
                  <a:pt x="6174" y="2098131"/>
                </a:moveTo>
                <a:cubicBezTo>
                  <a:pt x="4837" y="1398102"/>
                  <a:pt x="-32121" y="8070"/>
                  <a:pt x="91772" y="50"/>
                </a:cubicBezTo>
                <a:cubicBezTo>
                  <a:pt x="215665" y="-7970"/>
                  <a:pt x="193412" y="937178"/>
                  <a:pt x="193412" y="2098131"/>
                </a:cubicBezTo>
                <a:cubicBezTo>
                  <a:pt x="193412" y="3259084"/>
                  <a:pt x="215665" y="4220276"/>
                  <a:pt x="99793" y="4200223"/>
                </a:cubicBezTo>
                <a:cubicBezTo>
                  <a:pt x="-16079" y="4180170"/>
                  <a:pt x="7511" y="2798160"/>
                  <a:pt x="6174" y="209813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53">
            <a:extLst>
              <a:ext uri="{FF2B5EF4-FFF2-40B4-BE49-F238E27FC236}">
                <a16:creationId xmlns:a16="http://schemas.microsoft.com/office/drawing/2014/main" id="{C0F03675-36AA-F4AD-6459-49FCDA35104A}"/>
              </a:ext>
            </a:extLst>
          </p:cNvPr>
          <p:cNvSpPr/>
          <p:nvPr/>
        </p:nvSpPr>
        <p:spPr>
          <a:xfrm rot="21426688">
            <a:off x="6086742" y="2043262"/>
            <a:ext cx="136617" cy="3597635"/>
          </a:xfrm>
          <a:custGeom>
            <a:avLst/>
            <a:gdLst>
              <a:gd name="connsiteX0" fmla="*/ 0 w 174906"/>
              <a:gd name="connsiteY0" fmla="*/ 2678121 h 5356241"/>
              <a:gd name="connsiteX1" fmla="*/ 87453 w 174906"/>
              <a:gd name="connsiteY1" fmla="*/ 0 h 5356241"/>
              <a:gd name="connsiteX2" fmla="*/ 174906 w 174906"/>
              <a:gd name="connsiteY2" fmla="*/ 2678121 h 5356241"/>
              <a:gd name="connsiteX3" fmla="*/ 87453 w 174906"/>
              <a:gd name="connsiteY3" fmla="*/ 5356242 h 5356241"/>
              <a:gd name="connsiteX4" fmla="*/ 0 w 174906"/>
              <a:gd name="connsiteY4" fmla="*/ 2678121 h 5356241"/>
              <a:gd name="connsiteX0" fmla="*/ 1944 w 176850"/>
              <a:gd name="connsiteY0" fmla="*/ 2669654 h 5347775"/>
              <a:gd name="connsiteX1" fmla="*/ 51297 w 176850"/>
              <a:gd name="connsiteY1" fmla="*/ 0 h 5347775"/>
              <a:gd name="connsiteX2" fmla="*/ 176850 w 176850"/>
              <a:gd name="connsiteY2" fmla="*/ 2669654 h 5347775"/>
              <a:gd name="connsiteX3" fmla="*/ 89397 w 176850"/>
              <a:gd name="connsiteY3" fmla="*/ 5347775 h 5347775"/>
              <a:gd name="connsiteX4" fmla="*/ 1944 w 176850"/>
              <a:gd name="connsiteY4" fmla="*/ 2669654 h 5347775"/>
              <a:gd name="connsiteX0" fmla="*/ 33267 w 209114"/>
              <a:gd name="connsiteY0" fmla="*/ 2669698 h 5347819"/>
              <a:gd name="connsiteX1" fmla="*/ 82620 w 209114"/>
              <a:gd name="connsiteY1" fmla="*/ 44 h 5347819"/>
              <a:gd name="connsiteX2" fmla="*/ 208173 w 209114"/>
              <a:gd name="connsiteY2" fmla="*/ 2669698 h 5347819"/>
              <a:gd name="connsiteX3" fmla="*/ 120720 w 209114"/>
              <a:gd name="connsiteY3" fmla="*/ 5347819 h 5347819"/>
              <a:gd name="connsiteX4" fmla="*/ 33267 w 209114"/>
              <a:gd name="connsiteY4" fmla="*/ 2669698 h 5347819"/>
              <a:gd name="connsiteX0" fmla="*/ 19285 w 195132"/>
              <a:gd name="connsiteY0" fmla="*/ 2669698 h 5347819"/>
              <a:gd name="connsiteX1" fmla="*/ 68638 w 195132"/>
              <a:gd name="connsiteY1" fmla="*/ 44 h 5347819"/>
              <a:gd name="connsiteX2" fmla="*/ 194191 w 195132"/>
              <a:gd name="connsiteY2" fmla="*/ 2669698 h 5347819"/>
              <a:gd name="connsiteX3" fmla="*/ 106738 w 195132"/>
              <a:gd name="connsiteY3" fmla="*/ 5347819 h 5347819"/>
              <a:gd name="connsiteX4" fmla="*/ 19285 w 195132"/>
              <a:gd name="connsiteY4" fmla="*/ 2669698 h 5347819"/>
              <a:gd name="connsiteX0" fmla="*/ 30559 w 206406"/>
              <a:gd name="connsiteY0" fmla="*/ 2669698 h 5347819"/>
              <a:gd name="connsiteX1" fmla="*/ 79912 w 206406"/>
              <a:gd name="connsiteY1" fmla="*/ 44 h 5347819"/>
              <a:gd name="connsiteX2" fmla="*/ 205465 w 206406"/>
              <a:gd name="connsiteY2" fmla="*/ 2669698 h 5347819"/>
              <a:gd name="connsiteX3" fmla="*/ 118012 w 206406"/>
              <a:gd name="connsiteY3" fmla="*/ 5347819 h 5347819"/>
              <a:gd name="connsiteX4" fmla="*/ 30559 w 206406"/>
              <a:gd name="connsiteY4" fmla="*/ 2669698 h 5347819"/>
              <a:gd name="connsiteX0" fmla="*/ 30559 w 219813"/>
              <a:gd name="connsiteY0" fmla="*/ 2669698 h 5348003"/>
              <a:gd name="connsiteX1" fmla="*/ 79912 w 219813"/>
              <a:gd name="connsiteY1" fmla="*/ 44 h 5348003"/>
              <a:gd name="connsiteX2" fmla="*/ 205465 w 219813"/>
              <a:gd name="connsiteY2" fmla="*/ 2669698 h 5348003"/>
              <a:gd name="connsiteX3" fmla="*/ 118012 w 219813"/>
              <a:gd name="connsiteY3" fmla="*/ 5347819 h 5348003"/>
              <a:gd name="connsiteX4" fmla="*/ 30559 w 219813"/>
              <a:gd name="connsiteY4" fmla="*/ 2669698 h 5348003"/>
              <a:gd name="connsiteX0" fmla="*/ 32580 w 216644"/>
              <a:gd name="connsiteY0" fmla="*/ 2669698 h 5373401"/>
              <a:gd name="connsiteX1" fmla="*/ 81933 w 216644"/>
              <a:gd name="connsiteY1" fmla="*/ 44 h 5373401"/>
              <a:gd name="connsiteX2" fmla="*/ 207486 w 216644"/>
              <a:gd name="connsiteY2" fmla="*/ 2669698 h 5373401"/>
              <a:gd name="connsiteX3" fmla="*/ 107333 w 216644"/>
              <a:gd name="connsiteY3" fmla="*/ 5373219 h 5373401"/>
              <a:gd name="connsiteX4" fmla="*/ 32580 w 216644"/>
              <a:gd name="connsiteY4" fmla="*/ 2669698 h 5373401"/>
              <a:gd name="connsiteX0" fmla="*/ 20553 w 204617"/>
              <a:gd name="connsiteY0" fmla="*/ 2684613 h 5388316"/>
              <a:gd name="connsiteX1" fmla="*/ 69906 w 204617"/>
              <a:gd name="connsiteY1" fmla="*/ 14959 h 5388316"/>
              <a:gd name="connsiteX2" fmla="*/ 195459 w 204617"/>
              <a:gd name="connsiteY2" fmla="*/ 2684613 h 5388316"/>
              <a:gd name="connsiteX3" fmla="*/ 95306 w 204617"/>
              <a:gd name="connsiteY3" fmla="*/ 5388134 h 5388316"/>
              <a:gd name="connsiteX4" fmla="*/ 20553 w 204617"/>
              <a:gd name="connsiteY4" fmla="*/ 2684613 h 5388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617" h="5388316">
                <a:moveTo>
                  <a:pt x="20553" y="2684613"/>
                </a:moveTo>
                <a:cubicBezTo>
                  <a:pt x="16320" y="1789084"/>
                  <a:pt x="-46127" y="188526"/>
                  <a:pt x="69906" y="14959"/>
                </a:cubicBezTo>
                <a:cubicBezTo>
                  <a:pt x="185939" y="-158608"/>
                  <a:pt x="195459" y="1205528"/>
                  <a:pt x="195459" y="2684613"/>
                </a:cubicBezTo>
                <a:cubicBezTo>
                  <a:pt x="195459" y="4163698"/>
                  <a:pt x="249439" y="5366967"/>
                  <a:pt x="95306" y="5388134"/>
                </a:cubicBezTo>
                <a:cubicBezTo>
                  <a:pt x="-58827" y="5409301"/>
                  <a:pt x="24786" y="3580142"/>
                  <a:pt x="20553" y="268461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54">
            <a:extLst>
              <a:ext uri="{FF2B5EF4-FFF2-40B4-BE49-F238E27FC236}">
                <a16:creationId xmlns:a16="http://schemas.microsoft.com/office/drawing/2014/main" id="{145AC595-53CB-3F23-904E-F29B3B1CD2B4}"/>
              </a:ext>
            </a:extLst>
          </p:cNvPr>
          <p:cNvSpPr/>
          <p:nvPr/>
        </p:nvSpPr>
        <p:spPr>
          <a:xfrm>
            <a:off x="6169976" y="2356767"/>
            <a:ext cx="155015" cy="3293909"/>
          </a:xfrm>
          <a:custGeom>
            <a:avLst/>
            <a:gdLst>
              <a:gd name="connsiteX0" fmla="*/ 0 w 155902"/>
              <a:gd name="connsiteY0" fmla="*/ 2499912 h 4999824"/>
              <a:gd name="connsiteX1" fmla="*/ 77951 w 155902"/>
              <a:gd name="connsiteY1" fmla="*/ 0 h 4999824"/>
              <a:gd name="connsiteX2" fmla="*/ 155902 w 155902"/>
              <a:gd name="connsiteY2" fmla="*/ 2499912 h 4999824"/>
              <a:gd name="connsiteX3" fmla="*/ 77951 w 155902"/>
              <a:gd name="connsiteY3" fmla="*/ 4999824 h 4999824"/>
              <a:gd name="connsiteX4" fmla="*/ 0 w 155902"/>
              <a:gd name="connsiteY4" fmla="*/ 2499912 h 4999824"/>
              <a:gd name="connsiteX0" fmla="*/ 9 w 155911"/>
              <a:gd name="connsiteY0" fmla="*/ 2410035 h 4909947"/>
              <a:gd name="connsiteX1" fmla="*/ 74052 w 155911"/>
              <a:gd name="connsiteY1" fmla="*/ 0 h 4909947"/>
              <a:gd name="connsiteX2" fmla="*/ 155911 w 155911"/>
              <a:gd name="connsiteY2" fmla="*/ 2410035 h 4909947"/>
              <a:gd name="connsiteX3" fmla="*/ 77960 w 155911"/>
              <a:gd name="connsiteY3" fmla="*/ 4909947 h 4909947"/>
              <a:gd name="connsiteX4" fmla="*/ 9 w 155911"/>
              <a:gd name="connsiteY4" fmla="*/ 2410035 h 4909947"/>
              <a:gd name="connsiteX0" fmla="*/ 17477 w 186939"/>
              <a:gd name="connsiteY0" fmla="*/ 2410035 h 4909947"/>
              <a:gd name="connsiteX1" fmla="*/ 91520 w 186939"/>
              <a:gd name="connsiteY1" fmla="*/ 0 h 4909947"/>
              <a:gd name="connsiteX2" fmla="*/ 173379 w 186939"/>
              <a:gd name="connsiteY2" fmla="*/ 2410035 h 4909947"/>
              <a:gd name="connsiteX3" fmla="*/ 95428 w 186939"/>
              <a:gd name="connsiteY3" fmla="*/ 4909947 h 4909947"/>
              <a:gd name="connsiteX4" fmla="*/ 17477 w 186939"/>
              <a:gd name="connsiteY4" fmla="*/ 2410035 h 4909947"/>
              <a:gd name="connsiteX0" fmla="*/ 15353 w 186607"/>
              <a:gd name="connsiteY0" fmla="*/ 2433481 h 4933393"/>
              <a:gd name="connsiteX1" fmla="*/ 93304 w 186607"/>
              <a:gd name="connsiteY1" fmla="*/ 0 h 4933393"/>
              <a:gd name="connsiteX2" fmla="*/ 171255 w 186607"/>
              <a:gd name="connsiteY2" fmla="*/ 2433481 h 4933393"/>
              <a:gd name="connsiteX3" fmla="*/ 93304 w 186607"/>
              <a:gd name="connsiteY3" fmla="*/ 4933393 h 4933393"/>
              <a:gd name="connsiteX4" fmla="*/ 15353 w 186607"/>
              <a:gd name="connsiteY4" fmla="*/ 2433481 h 4933393"/>
              <a:gd name="connsiteX0" fmla="*/ 1648 w 159197"/>
              <a:gd name="connsiteY0" fmla="*/ 2441474 h 4941386"/>
              <a:gd name="connsiteX1" fmla="*/ 79599 w 159197"/>
              <a:gd name="connsiteY1" fmla="*/ 7993 h 4941386"/>
              <a:gd name="connsiteX2" fmla="*/ 157550 w 159197"/>
              <a:gd name="connsiteY2" fmla="*/ 2441474 h 4941386"/>
              <a:gd name="connsiteX3" fmla="*/ 79599 w 159197"/>
              <a:gd name="connsiteY3" fmla="*/ 4941386 h 4941386"/>
              <a:gd name="connsiteX4" fmla="*/ 1648 w 159197"/>
              <a:gd name="connsiteY4" fmla="*/ 2441474 h 4941386"/>
              <a:gd name="connsiteX0" fmla="*/ 16768 w 189438"/>
              <a:gd name="connsiteY0" fmla="*/ 2440664 h 4940576"/>
              <a:gd name="connsiteX1" fmla="*/ 94719 w 189438"/>
              <a:gd name="connsiteY1" fmla="*/ 7183 h 4940576"/>
              <a:gd name="connsiteX2" fmla="*/ 172670 w 189438"/>
              <a:gd name="connsiteY2" fmla="*/ 2440664 h 4940576"/>
              <a:gd name="connsiteX3" fmla="*/ 94719 w 189438"/>
              <a:gd name="connsiteY3" fmla="*/ 4940576 h 4940576"/>
              <a:gd name="connsiteX4" fmla="*/ 16768 w 189438"/>
              <a:gd name="connsiteY4" fmla="*/ 2440664 h 4940576"/>
              <a:gd name="connsiteX0" fmla="*/ 0 w 202794"/>
              <a:gd name="connsiteY0" fmla="*/ 2429574 h 4933394"/>
              <a:gd name="connsiteX1" fmla="*/ 124843 w 202794"/>
              <a:gd name="connsiteY1" fmla="*/ 1 h 4933394"/>
              <a:gd name="connsiteX2" fmla="*/ 202794 w 202794"/>
              <a:gd name="connsiteY2" fmla="*/ 2433482 h 4933394"/>
              <a:gd name="connsiteX3" fmla="*/ 124843 w 202794"/>
              <a:gd name="connsiteY3" fmla="*/ 4933394 h 4933394"/>
              <a:gd name="connsiteX4" fmla="*/ 0 w 202794"/>
              <a:gd name="connsiteY4" fmla="*/ 2429574 h 4933394"/>
              <a:gd name="connsiteX0" fmla="*/ 3055 w 226445"/>
              <a:gd name="connsiteY0" fmla="*/ 2429574 h 4933394"/>
              <a:gd name="connsiteX1" fmla="*/ 127898 w 226445"/>
              <a:gd name="connsiteY1" fmla="*/ 1 h 4933394"/>
              <a:gd name="connsiteX2" fmla="*/ 205849 w 226445"/>
              <a:gd name="connsiteY2" fmla="*/ 2433482 h 4933394"/>
              <a:gd name="connsiteX3" fmla="*/ 127898 w 226445"/>
              <a:gd name="connsiteY3" fmla="*/ 4933394 h 4933394"/>
              <a:gd name="connsiteX4" fmla="*/ 3055 w 226445"/>
              <a:gd name="connsiteY4" fmla="*/ 2429574 h 4933394"/>
              <a:gd name="connsiteX0" fmla="*/ 0 w 183255"/>
              <a:gd name="connsiteY0" fmla="*/ 2429574 h 4933395"/>
              <a:gd name="connsiteX1" fmla="*/ 124843 w 183255"/>
              <a:gd name="connsiteY1" fmla="*/ 1 h 4933395"/>
              <a:gd name="connsiteX2" fmla="*/ 183255 w 183255"/>
              <a:gd name="connsiteY2" fmla="*/ 2437390 h 4933395"/>
              <a:gd name="connsiteX3" fmla="*/ 124843 w 183255"/>
              <a:gd name="connsiteY3" fmla="*/ 4933394 h 4933395"/>
              <a:gd name="connsiteX4" fmla="*/ 0 w 183255"/>
              <a:gd name="connsiteY4" fmla="*/ 2429574 h 4933395"/>
              <a:gd name="connsiteX0" fmla="*/ 0 w 211427"/>
              <a:gd name="connsiteY0" fmla="*/ 2429574 h 4933395"/>
              <a:gd name="connsiteX1" fmla="*/ 124843 w 211427"/>
              <a:gd name="connsiteY1" fmla="*/ 1 h 4933395"/>
              <a:gd name="connsiteX2" fmla="*/ 183255 w 211427"/>
              <a:gd name="connsiteY2" fmla="*/ 2437390 h 4933395"/>
              <a:gd name="connsiteX3" fmla="*/ 124843 w 211427"/>
              <a:gd name="connsiteY3" fmla="*/ 4933394 h 4933395"/>
              <a:gd name="connsiteX4" fmla="*/ 0 w 211427"/>
              <a:gd name="connsiteY4" fmla="*/ 2429574 h 4933395"/>
              <a:gd name="connsiteX0" fmla="*/ 0 w 231146"/>
              <a:gd name="connsiteY0" fmla="*/ 2429574 h 4933412"/>
              <a:gd name="connsiteX1" fmla="*/ 124843 w 231146"/>
              <a:gd name="connsiteY1" fmla="*/ 1 h 4933412"/>
              <a:gd name="connsiteX2" fmla="*/ 183255 w 231146"/>
              <a:gd name="connsiteY2" fmla="*/ 2437390 h 4933412"/>
              <a:gd name="connsiteX3" fmla="*/ 124843 w 231146"/>
              <a:gd name="connsiteY3" fmla="*/ 4933394 h 4933412"/>
              <a:gd name="connsiteX4" fmla="*/ 0 w 231146"/>
              <a:gd name="connsiteY4" fmla="*/ 2429574 h 4933412"/>
              <a:gd name="connsiteX0" fmla="*/ 1026 w 232172"/>
              <a:gd name="connsiteY0" fmla="*/ 2429575 h 4933413"/>
              <a:gd name="connsiteX1" fmla="*/ 125869 w 232172"/>
              <a:gd name="connsiteY1" fmla="*/ 2 h 4933413"/>
              <a:gd name="connsiteX2" fmla="*/ 184281 w 232172"/>
              <a:gd name="connsiteY2" fmla="*/ 2437391 h 4933413"/>
              <a:gd name="connsiteX3" fmla="*/ 125869 w 232172"/>
              <a:gd name="connsiteY3" fmla="*/ 4933395 h 4933413"/>
              <a:gd name="connsiteX4" fmla="*/ 1026 w 232172"/>
              <a:gd name="connsiteY4" fmla="*/ 2429575 h 4933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172" h="4933413">
                <a:moveTo>
                  <a:pt x="1026" y="2429575"/>
                </a:moveTo>
                <a:cubicBezTo>
                  <a:pt x="1026" y="1607343"/>
                  <a:pt x="-19772" y="1896"/>
                  <a:pt x="125869" y="2"/>
                </a:cubicBezTo>
                <a:cubicBezTo>
                  <a:pt x="271510" y="-1892"/>
                  <a:pt x="184281" y="1056728"/>
                  <a:pt x="184281" y="2437391"/>
                </a:cubicBezTo>
                <a:cubicBezTo>
                  <a:pt x="262435" y="3778977"/>
                  <a:pt x="246288" y="4926883"/>
                  <a:pt x="125869" y="4933395"/>
                </a:cubicBezTo>
                <a:cubicBezTo>
                  <a:pt x="5450" y="4939907"/>
                  <a:pt x="1026" y="3251807"/>
                  <a:pt x="1026" y="242957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55">
            <a:extLst>
              <a:ext uri="{FF2B5EF4-FFF2-40B4-BE49-F238E27FC236}">
                <a16:creationId xmlns:a16="http://schemas.microsoft.com/office/drawing/2014/main" id="{A49E5113-8BBC-11F5-E2B9-94D263F5054D}"/>
              </a:ext>
            </a:extLst>
          </p:cNvPr>
          <p:cNvSpPr/>
          <p:nvPr/>
        </p:nvSpPr>
        <p:spPr>
          <a:xfrm rot="220323">
            <a:off x="6269487" y="3310312"/>
            <a:ext cx="133844" cy="2316507"/>
          </a:xfrm>
          <a:custGeom>
            <a:avLst/>
            <a:gdLst>
              <a:gd name="connsiteX0" fmla="*/ 0 w 180032"/>
              <a:gd name="connsiteY0" fmla="*/ 1712934 h 3425868"/>
              <a:gd name="connsiteX1" fmla="*/ 90016 w 180032"/>
              <a:gd name="connsiteY1" fmla="*/ 0 h 3425868"/>
              <a:gd name="connsiteX2" fmla="*/ 180032 w 180032"/>
              <a:gd name="connsiteY2" fmla="*/ 1712934 h 3425868"/>
              <a:gd name="connsiteX3" fmla="*/ 90016 w 180032"/>
              <a:gd name="connsiteY3" fmla="*/ 3425868 h 3425868"/>
              <a:gd name="connsiteX4" fmla="*/ 0 w 180032"/>
              <a:gd name="connsiteY4" fmla="*/ 1712934 h 3425868"/>
              <a:gd name="connsiteX0" fmla="*/ 2958 w 185948"/>
              <a:gd name="connsiteY0" fmla="*/ 1713153 h 3426087"/>
              <a:gd name="connsiteX1" fmla="*/ 92974 w 185948"/>
              <a:gd name="connsiteY1" fmla="*/ 219 h 3426087"/>
              <a:gd name="connsiteX2" fmla="*/ 182990 w 185948"/>
              <a:gd name="connsiteY2" fmla="*/ 1713153 h 3426087"/>
              <a:gd name="connsiteX3" fmla="*/ 92974 w 185948"/>
              <a:gd name="connsiteY3" fmla="*/ 3426087 h 3426087"/>
              <a:gd name="connsiteX4" fmla="*/ 2958 w 185948"/>
              <a:gd name="connsiteY4" fmla="*/ 1713153 h 3426087"/>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464" h="3469521">
                <a:moveTo>
                  <a:pt x="10216" y="1756587"/>
                </a:moveTo>
                <a:cubicBezTo>
                  <a:pt x="10216" y="810560"/>
                  <a:pt x="-44732" y="-226857"/>
                  <a:pt x="100232" y="43653"/>
                </a:cubicBezTo>
                <a:cubicBezTo>
                  <a:pt x="245196" y="314163"/>
                  <a:pt x="190248" y="810560"/>
                  <a:pt x="190248" y="1756587"/>
                </a:cubicBezTo>
                <a:cubicBezTo>
                  <a:pt x="190248" y="2702614"/>
                  <a:pt x="226146" y="3469521"/>
                  <a:pt x="100232" y="3469521"/>
                </a:cubicBezTo>
                <a:cubicBezTo>
                  <a:pt x="-25682" y="3469521"/>
                  <a:pt x="10216" y="2702614"/>
                  <a:pt x="10216" y="175658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reeform: Shape 58">
            <a:extLst>
              <a:ext uri="{FF2B5EF4-FFF2-40B4-BE49-F238E27FC236}">
                <a16:creationId xmlns:a16="http://schemas.microsoft.com/office/drawing/2014/main" id="{F7888FA0-2081-CBF9-2367-448765E27A1A}"/>
              </a:ext>
            </a:extLst>
          </p:cNvPr>
          <p:cNvSpPr/>
          <p:nvPr/>
        </p:nvSpPr>
        <p:spPr>
          <a:xfrm>
            <a:off x="5117253" y="5339636"/>
            <a:ext cx="2104365" cy="613208"/>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solidFill>
            <a:srgbClr val="D9D9D9">
              <a:alpha val="75000"/>
            </a:srgbClr>
          </a:solidFill>
          <a:ln w="38100">
            <a:solidFill>
              <a:srgbClr val="DDDDDD"/>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reeform: Shape 60">
            <a:extLst>
              <a:ext uri="{FF2B5EF4-FFF2-40B4-BE49-F238E27FC236}">
                <a16:creationId xmlns:a16="http://schemas.microsoft.com/office/drawing/2014/main" id="{6EF9BAC2-D324-87C0-9A05-2AA4B555C22A}"/>
              </a:ext>
            </a:extLst>
          </p:cNvPr>
          <p:cNvSpPr/>
          <p:nvPr/>
        </p:nvSpPr>
        <p:spPr>
          <a:xfrm>
            <a:off x="5235810" y="5348815"/>
            <a:ext cx="1867252" cy="53670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chemeClr val="lt1">
              <a:alpha val="48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Rectangle 33">
            <a:extLst>
              <a:ext uri="{FF2B5EF4-FFF2-40B4-BE49-F238E27FC236}">
                <a16:creationId xmlns:a16="http://schemas.microsoft.com/office/drawing/2014/main" id="{2CCBC205-F00C-9067-95A4-C16EE5F6DBDD}"/>
              </a:ext>
            </a:extLst>
          </p:cNvPr>
          <p:cNvSpPr/>
          <p:nvPr/>
        </p:nvSpPr>
        <p:spPr>
          <a:xfrm flipH="1">
            <a:off x="5497113" y="144095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2</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5" name="Rectangle 34">
            <a:extLst>
              <a:ext uri="{FF2B5EF4-FFF2-40B4-BE49-F238E27FC236}">
                <a16:creationId xmlns:a16="http://schemas.microsoft.com/office/drawing/2014/main" id="{0BB422FC-A8EE-2F8D-4BFE-84E73B79D5DE}"/>
              </a:ext>
            </a:extLst>
          </p:cNvPr>
          <p:cNvSpPr/>
          <p:nvPr/>
        </p:nvSpPr>
        <p:spPr>
          <a:xfrm flipH="1">
            <a:off x="4883211"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1</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6" name="Rectangle 35">
            <a:extLst>
              <a:ext uri="{FF2B5EF4-FFF2-40B4-BE49-F238E27FC236}">
                <a16:creationId xmlns:a16="http://schemas.microsoft.com/office/drawing/2014/main" id="{45AA561B-D0D8-2AA7-1EC4-89B9243637A8}"/>
              </a:ext>
            </a:extLst>
          </p:cNvPr>
          <p:cNvSpPr/>
          <p:nvPr/>
        </p:nvSpPr>
        <p:spPr>
          <a:xfrm flipH="1">
            <a:off x="7232672"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4</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7" name="Rectangle 36">
            <a:extLst>
              <a:ext uri="{FF2B5EF4-FFF2-40B4-BE49-F238E27FC236}">
                <a16:creationId xmlns:a16="http://schemas.microsoft.com/office/drawing/2014/main" id="{F63CEDEE-FA69-5FCE-8BC8-A9DEB8439A4C}"/>
              </a:ext>
            </a:extLst>
          </p:cNvPr>
          <p:cNvSpPr/>
          <p:nvPr/>
        </p:nvSpPr>
        <p:spPr>
          <a:xfrm flipH="1">
            <a:off x="7232672" y="201745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3</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8" name="TextBox 82">
            <a:extLst>
              <a:ext uri="{FF2B5EF4-FFF2-40B4-BE49-F238E27FC236}">
                <a16:creationId xmlns:a16="http://schemas.microsoft.com/office/drawing/2014/main" id="{E8303691-3097-DA4B-8BF8-3F7EABA509FA}"/>
              </a:ext>
            </a:extLst>
          </p:cNvPr>
          <p:cNvSpPr txBox="1"/>
          <p:nvPr/>
        </p:nvSpPr>
        <p:spPr>
          <a:xfrm>
            <a:off x="552482" y="3025521"/>
            <a:ext cx="3913148"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9" name="TextBox 82">
            <a:extLst>
              <a:ext uri="{FF2B5EF4-FFF2-40B4-BE49-F238E27FC236}">
                <a16:creationId xmlns:a16="http://schemas.microsoft.com/office/drawing/2014/main" id="{45E8B5DF-FA9A-E253-A23E-70153B2C3250}"/>
              </a:ext>
            </a:extLst>
          </p:cNvPr>
          <p:cNvSpPr txBox="1"/>
          <p:nvPr/>
        </p:nvSpPr>
        <p:spPr>
          <a:xfrm>
            <a:off x="7903787" y="1685613"/>
            <a:ext cx="39131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0" name="TextBox 39">
            <a:extLst>
              <a:ext uri="{FF2B5EF4-FFF2-40B4-BE49-F238E27FC236}">
                <a16:creationId xmlns:a16="http://schemas.microsoft.com/office/drawing/2014/main" id="{F95FC137-46E1-1242-CF0D-A7AD0996F4B0}"/>
              </a:ext>
            </a:extLst>
          </p:cNvPr>
          <p:cNvSpPr txBox="1"/>
          <p:nvPr/>
        </p:nvSpPr>
        <p:spPr>
          <a:xfrm>
            <a:off x="510729" y="1383609"/>
            <a:ext cx="3996655"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1" name="TextBox 82">
            <a:extLst>
              <a:ext uri="{FF2B5EF4-FFF2-40B4-BE49-F238E27FC236}">
                <a16:creationId xmlns:a16="http://schemas.microsoft.com/office/drawing/2014/main" id="{2DCBE772-B888-3912-8433-0566954804FD}"/>
              </a:ext>
            </a:extLst>
          </p:cNvPr>
          <p:cNvSpPr txBox="1"/>
          <p:nvPr/>
        </p:nvSpPr>
        <p:spPr>
          <a:xfrm>
            <a:off x="7903787" y="2841787"/>
            <a:ext cx="3996652"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780129007"/>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5F423F-6ADA-3A79-7B98-D1804E8562D0}"/>
              </a:ext>
            </a:extLst>
          </p:cNvPr>
          <p:cNvSpPr>
            <a:spLocks noGrp="1"/>
          </p:cNvSpPr>
          <p:nvPr>
            <p:ph type="title"/>
          </p:nvPr>
        </p:nvSpPr>
        <p:spPr>
          <a:xfrm>
            <a:off x="214184" y="13663"/>
            <a:ext cx="9728886" cy="678316"/>
          </a:xfrm>
        </p:spPr>
        <p:txBody>
          <a:bodyPr>
            <a:normAutofit/>
          </a:bodyPr>
          <a:lstStyle/>
          <a:p>
            <a:r>
              <a:rPr lang="en-US" dirty="0"/>
              <a:t>Roller coaster</a:t>
            </a:r>
          </a:p>
        </p:txBody>
      </p:sp>
      <p:grpSp>
        <p:nvGrpSpPr>
          <p:cNvPr id="3" name="Group 2">
            <a:extLst>
              <a:ext uri="{FF2B5EF4-FFF2-40B4-BE49-F238E27FC236}">
                <a16:creationId xmlns:a16="http://schemas.microsoft.com/office/drawing/2014/main" id="{88286113-C154-1DA7-3E52-B0D4CDA1BB4D}"/>
              </a:ext>
            </a:extLst>
          </p:cNvPr>
          <p:cNvGrpSpPr/>
          <p:nvPr/>
        </p:nvGrpSpPr>
        <p:grpSpPr>
          <a:xfrm>
            <a:off x="119830" y="3006168"/>
            <a:ext cx="11965387" cy="3229401"/>
            <a:chOff x="119830" y="3006168"/>
            <a:chExt cx="11965387" cy="3229401"/>
          </a:xfrm>
          <a:solidFill>
            <a:srgbClr val="595959"/>
          </a:solidFill>
        </p:grpSpPr>
        <p:grpSp>
          <p:nvGrpSpPr>
            <p:cNvPr id="4" name="Group 3">
              <a:extLst>
                <a:ext uri="{FF2B5EF4-FFF2-40B4-BE49-F238E27FC236}">
                  <a16:creationId xmlns:a16="http://schemas.microsoft.com/office/drawing/2014/main" id="{E776FC1B-924F-E415-9FD7-C3D53D88C2E1}"/>
                </a:ext>
              </a:extLst>
            </p:cNvPr>
            <p:cNvGrpSpPr/>
            <p:nvPr/>
          </p:nvGrpSpPr>
          <p:grpSpPr>
            <a:xfrm>
              <a:off x="7814625" y="3006168"/>
              <a:ext cx="1705332" cy="3229149"/>
              <a:chOff x="7814625" y="3006168"/>
              <a:chExt cx="1705332" cy="3229149"/>
            </a:xfrm>
            <a:grpFill/>
          </p:grpSpPr>
          <p:sp>
            <p:nvSpPr>
              <p:cNvPr id="107" name="Google Shape;20;p1">
                <a:extLst>
                  <a:ext uri="{FF2B5EF4-FFF2-40B4-BE49-F238E27FC236}">
                    <a16:creationId xmlns:a16="http://schemas.microsoft.com/office/drawing/2014/main" id="{A919066E-FFEF-8D92-276F-21F6AD429E3A}"/>
                  </a:ext>
                </a:extLst>
              </p:cNvPr>
              <p:cNvSpPr/>
              <p:nvPr/>
            </p:nvSpPr>
            <p:spPr>
              <a:xfrm>
                <a:off x="9108195" y="3262763"/>
                <a:ext cx="17933" cy="2972554"/>
              </a:xfrm>
              <a:custGeom>
                <a:avLst/>
                <a:gdLst/>
                <a:ahLst/>
                <a:cxnLst/>
                <a:rect l="l" t="t" r="r" b="b"/>
                <a:pathLst>
                  <a:path w="17933" h="4221631" extrusionOk="0">
                    <a:moveTo>
                      <a:pt x="2879" y="3341"/>
                    </a:moveTo>
                    <a:lnTo>
                      <a:pt x="10" y="-246"/>
                    </a:lnTo>
                    <a:lnTo>
                      <a:pt x="10" y="4221386"/>
                    </a:lnTo>
                    <a:lnTo>
                      <a:pt x="17944" y="4221386"/>
                    </a:lnTo>
                    <a:lnTo>
                      <a:pt x="17944" y="24861"/>
                    </a:lnTo>
                    <a:cubicBezTo>
                      <a:pt x="12922" y="17598"/>
                      <a:pt x="7991" y="10425"/>
                      <a:pt x="2879" y="33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8" name="Google Shape;21;p1">
                <a:extLst>
                  <a:ext uri="{FF2B5EF4-FFF2-40B4-BE49-F238E27FC236}">
                    <a16:creationId xmlns:a16="http://schemas.microsoft.com/office/drawing/2014/main" id="{5E5E713A-FF27-3601-B277-069A4B3B8308}"/>
                  </a:ext>
                </a:extLst>
              </p:cNvPr>
              <p:cNvSpPr/>
              <p:nvPr/>
            </p:nvSpPr>
            <p:spPr>
              <a:xfrm>
                <a:off x="9096897" y="3437908"/>
                <a:ext cx="423060" cy="2725178"/>
              </a:xfrm>
              <a:custGeom>
                <a:avLst/>
                <a:gdLst/>
                <a:ahLst/>
                <a:cxnLst/>
                <a:rect l="l" t="t" r="r" b="b"/>
                <a:pathLst>
                  <a:path w="423060" h="3870307" extrusionOk="0">
                    <a:moveTo>
                      <a:pt x="393928" y="3843609"/>
                    </a:moveTo>
                    <a:lnTo>
                      <a:pt x="224900" y="3690185"/>
                    </a:lnTo>
                    <a:lnTo>
                      <a:pt x="393928" y="3536760"/>
                    </a:lnTo>
                    <a:lnTo>
                      <a:pt x="411862" y="3520530"/>
                    </a:lnTo>
                    <a:lnTo>
                      <a:pt x="413206" y="3519275"/>
                    </a:lnTo>
                    <a:lnTo>
                      <a:pt x="411862" y="3518020"/>
                    </a:lnTo>
                    <a:lnTo>
                      <a:pt x="393928" y="3501790"/>
                    </a:lnTo>
                    <a:lnTo>
                      <a:pt x="224900" y="3348366"/>
                    </a:lnTo>
                    <a:lnTo>
                      <a:pt x="393928" y="3194941"/>
                    </a:lnTo>
                    <a:lnTo>
                      <a:pt x="411862" y="3178711"/>
                    </a:lnTo>
                    <a:lnTo>
                      <a:pt x="413206" y="3177455"/>
                    </a:lnTo>
                    <a:lnTo>
                      <a:pt x="411862" y="3176200"/>
                    </a:lnTo>
                    <a:lnTo>
                      <a:pt x="393928" y="3159970"/>
                    </a:lnTo>
                    <a:lnTo>
                      <a:pt x="224900" y="3006635"/>
                    </a:lnTo>
                    <a:lnTo>
                      <a:pt x="393928" y="2853211"/>
                    </a:lnTo>
                    <a:lnTo>
                      <a:pt x="411862" y="2836981"/>
                    </a:lnTo>
                    <a:lnTo>
                      <a:pt x="413206" y="2835726"/>
                    </a:lnTo>
                    <a:lnTo>
                      <a:pt x="411862" y="2834470"/>
                    </a:lnTo>
                    <a:lnTo>
                      <a:pt x="393928" y="2818240"/>
                    </a:lnTo>
                    <a:lnTo>
                      <a:pt x="224900" y="2664816"/>
                    </a:lnTo>
                    <a:lnTo>
                      <a:pt x="393928" y="2511482"/>
                    </a:lnTo>
                    <a:lnTo>
                      <a:pt x="411862" y="2495252"/>
                    </a:lnTo>
                    <a:lnTo>
                      <a:pt x="413206" y="2493996"/>
                    </a:lnTo>
                    <a:lnTo>
                      <a:pt x="411862" y="2492741"/>
                    </a:lnTo>
                    <a:lnTo>
                      <a:pt x="393928" y="2476510"/>
                    </a:lnTo>
                    <a:lnTo>
                      <a:pt x="224900" y="2323086"/>
                    </a:lnTo>
                    <a:lnTo>
                      <a:pt x="393928" y="2169752"/>
                    </a:lnTo>
                    <a:lnTo>
                      <a:pt x="411862" y="2153522"/>
                    </a:lnTo>
                    <a:lnTo>
                      <a:pt x="413206" y="2152266"/>
                    </a:lnTo>
                    <a:lnTo>
                      <a:pt x="411862" y="2151011"/>
                    </a:lnTo>
                    <a:lnTo>
                      <a:pt x="393928" y="2134781"/>
                    </a:lnTo>
                    <a:lnTo>
                      <a:pt x="224900" y="1981357"/>
                    </a:lnTo>
                    <a:lnTo>
                      <a:pt x="393928" y="1828022"/>
                    </a:lnTo>
                    <a:lnTo>
                      <a:pt x="411862" y="1811792"/>
                    </a:lnTo>
                    <a:lnTo>
                      <a:pt x="413206" y="1810537"/>
                    </a:lnTo>
                    <a:lnTo>
                      <a:pt x="411862" y="1809281"/>
                    </a:lnTo>
                    <a:lnTo>
                      <a:pt x="393928" y="1793051"/>
                    </a:lnTo>
                    <a:lnTo>
                      <a:pt x="224900" y="1639896"/>
                    </a:lnTo>
                    <a:lnTo>
                      <a:pt x="393928" y="1486561"/>
                    </a:lnTo>
                    <a:lnTo>
                      <a:pt x="411862" y="1470331"/>
                    </a:lnTo>
                    <a:lnTo>
                      <a:pt x="413206" y="1469076"/>
                    </a:lnTo>
                    <a:lnTo>
                      <a:pt x="411862" y="1467820"/>
                    </a:lnTo>
                    <a:lnTo>
                      <a:pt x="393928" y="1451590"/>
                    </a:lnTo>
                    <a:lnTo>
                      <a:pt x="224900" y="1298256"/>
                    </a:lnTo>
                    <a:lnTo>
                      <a:pt x="393928" y="1144831"/>
                    </a:lnTo>
                    <a:lnTo>
                      <a:pt x="411862" y="1128601"/>
                    </a:lnTo>
                    <a:lnTo>
                      <a:pt x="413206" y="1127346"/>
                    </a:lnTo>
                    <a:lnTo>
                      <a:pt x="411862" y="1126091"/>
                    </a:lnTo>
                    <a:lnTo>
                      <a:pt x="393928" y="1109860"/>
                    </a:lnTo>
                    <a:lnTo>
                      <a:pt x="224900" y="956436"/>
                    </a:lnTo>
                    <a:lnTo>
                      <a:pt x="393928" y="803101"/>
                    </a:lnTo>
                    <a:lnTo>
                      <a:pt x="411862" y="786871"/>
                    </a:lnTo>
                    <a:lnTo>
                      <a:pt x="413206" y="785616"/>
                    </a:lnTo>
                    <a:lnTo>
                      <a:pt x="411862" y="784361"/>
                    </a:lnTo>
                    <a:lnTo>
                      <a:pt x="393928" y="768131"/>
                    </a:lnTo>
                    <a:lnTo>
                      <a:pt x="224900" y="614706"/>
                    </a:lnTo>
                    <a:lnTo>
                      <a:pt x="393928" y="461372"/>
                    </a:lnTo>
                    <a:lnTo>
                      <a:pt x="399577" y="456261"/>
                    </a:lnTo>
                    <a:lnTo>
                      <a:pt x="411862" y="445142"/>
                    </a:lnTo>
                    <a:lnTo>
                      <a:pt x="413206" y="443886"/>
                    </a:lnTo>
                    <a:lnTo>
                      <a:pt x="411862" y="442631"/>
                    </a:lnTo>
                    <a:lnTo>
                      <a:pt x="393928" y="426401"/>
                    </a:lnTo>
                    <a:lnTo>
                      <a:pt x="372138" y="406584"/>
                    </a:lnTo>
                    <a:lnTo>
                      <a:pt x="224900" y="272976"/>
                    </a:lnTo>
                    <a:lnTo>
                      <a:pt x="270901" y="231280"/>
                    </a:lnTo>
                    <a:lnTo>
                      <a:pt x="314749" y="191557"/>
                    </a:lnTo>
                    <a:cubicBezTo>
                      <a:pt x="310804" y="186984"/>
                      <a:pt x="306948" y="182590"/>
                      <a:pt x="303093" y="177748"/>
                    </a:cubicBezTo>
                    <a:lnTo>
                      <a:pt x="261396" y="215588"/>
                    </a:lnTo>
                    <a:lnTo>
                      <a:pt x="211539" y="260871"/>
                    </a:lnTo>
                    <a:lnTo>
                      <a:pt x="46459" y="111123"/>
                    </a:lnTo>
                    <a:lnTo>
                      <a:pt x="36595" y="102157"/>
                    </a:lnTo>
                    <a:lnTo>
                      <a:pt x="46459" y="93190"/>
                    </a:lnTo>
                    <a:lnTo>
                      <a:pt x="132989" y="14729"/>
                    </a:lnTo>
                    <a:cubicBezTo>
                      <a:pt x="129671" y="9707"/>
                      <a:pt x="126264" y="4686"/>
                      <a:pt x="122768" y="-246"/>
                    </a:cubicBezTo>
                    <a:lnTo>
                      <a:pt x="29242" y="84312"/>
                    </a:lnTo>
                    <a:lnTo>
                      <a:pt x="11308" y="100542"/>
                    </a:lnTo>
                    <a:lnTo>
                      <a:pt x="9873" y="101888"/>
                    </a:lnTo>
                    <a:lnTo>
                      <a:pt x="11308" y="103233"/>
                    </a:lnTo>
                    <a:lnTo>
                      <a:pt x="29242" y="119463"/>
                    </a:lnTo>
                    <a:lnTo>
                      <a:pt x="198179" y="272707"/>
                    </a:lnTo>
                    <a:lnTo>
                      <a:pt x="29242" y="426042"/>
                    </a:lnTo>
                    <a:lnTo>
                      <a:pt x="11308" y="442272"/>
                    </a:lnTo>
                    <a:lnTo>
                      <a:pt x="9873" y="443617"/>
                    </a:lnTo>
                    <a:lnTo>
                      <a:pt x="11308" y="444962"/>
                    </a:lnTo>
                    <a:lnTo>
                      <a:pt x="29242" y="461192"/>
                    </a:lnTo>
                    <a:lnTo>
                      <a:pt x="198179" y="614437"/>
                    </a:lnTo>
                    <a:lnTo>
                      <a:pt x="29242" y="767772"/>
                    </a:lnTo>
                    <a:lnTo>
                      <a:pt x="11308" y="784002"/>
                    </a:lnTo>
                    <a:lnTo>
                      <a:pt x="9873" y="785347"/>
                    </a:lnTo>
                    <a:lnTo>
                      <a:pt x="11308" y="786692"/>
                    </a:lnTo>
                    <a:lnTo>
                      <a:pt x="29242" y="802922"/>
                    </a:lnTo>
                    <a:lnTo>
                      <a:pt x="198179" y="956167"/>
                    </a:lnTo>
                    <a:lnTo>
                      <a:pt x="29242" y="1109502"/>
                    </a:lnTo>
                    <a:lnTo>
                      <a:pt x="11308" y="1125732"/>
                    </a:lnTo>
                    <a:lnTo>
                      <a:pt x="9873" y="1127077"/>
                    </a:lnTo>
                    <a:lnTo>
                      <a:pt x="11308" y="1128422"/>
                    </a:lnTo>
                    <a:lnTo>
                      <a:pt x="29242" y="1144652"/>
                    </a:lnTo>
                    <a:lnTo>
                      <a:pt x="198179" y="1297987"/>
                    </a:lnTo>
                    <a:lnTo>
                      <a:pt x="29242" y="1451590"/>
                    </a:lnTo>
                    <a:lnTo>
                      <a:pt x="11308" y="1467820"/>
                    </a:lnTo>
                    <a:lnTo>
                      <a:pt x="9873" y="1469165"/>
                    </a:lnTo>
                    <a:lnTo>
                      <a:pt x="11308" y="1470510"/>
                    </a:lnTo>
                    <a:lnTo>
                      <a:pt x="29242" y="1486741"/>
                    </a:lnTo>
                    <a:lnTo>
                      <a:pt x="198179" y="1639896"/>
                    </a:lnTo>
                    <a:lnTo>
                      <a:pt x="29242" y="1792961"/>
                    </a:lnTo>
                    <a:lnTo>
                      <a:pt x="11308" y="1809191"/>
                    </a:lnTo>
                    <a:lnTo>
                      <a:pt x="9873" y="1810537"/>
                    </a:lnTo>
                    <a:lnTo>
                      <a:pt x="11308" y="1811881"/>
                    </a:lnTo>
                    <a:lnTo>
                      <a:pt x="29242" y="1828111"/>
                    </a:lnTo>
                    <a:lnTo>
                      <a:pt x="198179" y="1981357"/>
                    </a:lnTo>
                    <a:lnTo>
                      <a:pt x="29242" y="2134691"/>
                    </a:lnTo>
                    <a:lnTo>
                      <a:pt x="11308" y="2150921"/>
                    </a:lnTo>
                    <a:lnTo>
                      <a:pt x="9873" y="2152266"/>
                    </a:lnTo>
                    <a:lnTo>
                      <a:pt x="11308" y="2153611"/>
                    </a:lnTo>
                    <a:lnTo>
                      <a:pt x="29242" y="2169841"/>
                    </a:lnTo>
                    <a:lnTo>
                      <a:pt x="198179" y="2323086"/>
                    </a:lnTo>
                    <a:lnTo>
                      <a:pt x="29242" y="2476421"/>
                    </a:lnTo>
                    <a:lnTo>
                      <a:pt x="11308" y="2492651"/>
                    </a:lnTo>
                    <a:lnTo>
                      <a:pt x="9873" y="2493996"/>
                    </a:lnTo>
                    <a:lnTo>
                      <a:pt x="11308" y="2495341"/>
                    </a:lnTo>
                    <a:lnTo>
                      <a:pt x="29242" y="2511571"/>
                    </a:lnTo>
                    <a:lnTo>
                      <a:pt x="198179" y="2664816"/>
                    </a:lnTo>
                    <a:lnTo>
                      <a:pt x="29242" y="2818151"/>
                    </a:lnTo>
                    <a:lnTo>
                      <a:pt x="11308" y="2834381"/>
                    </a:lnTo>
                    <a:lnTo>
                      <a:pt x="9873" y="2835726"/>
                    </a:lnTo>
                    <a:lnTo>
                      <a:pt x="11308" y="2837071"/>
                    </a:lnTo>
                    <a:lnTo>
                      <a:pt x="29242" y="2853301"/>
                    </a:lnTo>
                    <a:lnTo>
                      <a:pt x="198179" y="3006635"/>
                    </a:lnTo>
                    <a:lnTo>
                      <a:pt x="29242" y="3159880"/>
                    </a:lnTo>
                    <a:lnTo>
                      <a:pt x="11308" y="3176111"/>
                    </a:lnTo>
                    <a:lnTo>
                      <a:pt x="9873" y="3177455"/>
                    </a:lnTo>
                    <a:lnTo>
                      <a:pt x="11308" y="3178801"/>
                    </a:lnTo>
                    <a:lnTo>
                      <a:pt x="29242" y="3195031"/>
                    </a:lnTo>
                    <a:lnTo>
                      <a:pt x="198179" y="3348366"/>
                    </a:lnTo>
                    <a:lnTo>
                      <a:pt x="29242" y="3501700"/>
                    </a:lnTo>
                    <a:lnTo>
                      <a:pt x="11308" y="3517930"/>
                    </a:lnTo>
                    <a:lnTo>
                      <a:pt x="9873" y="3519275"/>
                    </a:lnTo>
                    <a:lnTo>
                      <a:pt x="11308" y="3520620"/>
                    </a:lnTo>
                    <a:lnTo>
                      <a:pt x="29242" y="3536850"/>
                    </a:lnTo>
                    <a:lnTo>
                      <a:pt x="198179" y="3690185"/>
                    </a:lnTo>
                    <a:lnTo>
                      <a:pt x="29242" y="3843519"/>
                    </a:lnTo>
                    <a:lnTo>
                      <a:pt x="11308" y="3859839"/>
                    </a:lnTo>
                    <a:lnTo>
                      <a:pt x="10" y="3870062"/>
                    </a:lnTo>
                    <a:lnTo>
                      <a:pt x="423070" y="3870062"/>
                    </a:lnTo>
                    <a:lnTo>
                      <a:pt x="411862" y="3859929"/>
                    </a:lnTo>
                    <a:close/>
                    <a:moveTo>
                      <a:pt x="46459" y="452584"/>
                    </a:moveTo>
                    <a:lnTo>
                      <a:pt x="36595" y="443617"/>
                    </a:lnTo>
                    <a:lnTo>
                      <a:pt x="46459" y="434650"/>
                    </a:lnTo>
                    <a:lnTo>
                      <a:pt x="211539" y="284813"/>
                    </a:lnTo>
                    <a:lnTo>
                      <a:pt x="376621" y="434650"/>
                    </a:lnTo>
                    <a:lnTo>
                      <a:pt x="386484" y="443617"/>
                    </a:lnTo>
                    <a:lnTo>
                      <a:pt x="376621" y="452584"/>
                    </a:lnTo>
                    <a:lnTo>
                      <a:pt x="211539" y="602332"/>
                    </a:lnTo>
                    <a:close/>
                    <a:moveTo>
                      <a:pt x="46459" y="794314"/>
                    </a:moveTo>
                    <a:lnTo>
                      <a:pt x="36595" y="785347"/>
                    </a:lnTo>
                    <a:lnTo>
                      <a:pt x="46459" y="776380"/>
                    </a:lnTo>
                    <a:lnTo>
                      <a:pt x="211539" y="626632"/>
                    </a:lnTo>
                    <a:lnTo>
                      <a:pt x="376621" y="776470"/>
                    </a:lnTo>
                    <a:lnTo>
                      <a:pt x="386484" y="785437"/>
                    </a:lnTo>
                    <a:lnTo>
                      <a:pt x="376621" y="794404"/>
                    </a:lnTo>
                    <a:lnTo>
                      <a:pt x="211539" y="944151"/>
                    </a:lnTo>
                    <a:close/>
                    <a:moveTo>
                      <a:pt x="46459" y="1136044"/>
                    </a:moveTo>
                    <a:lnTo>
                      <a:pt x="36595" y="1127077"/>
                    </a:lnTo>
                    <a:lnTo>
                      <a:pt x="46459" y="1118110"/>
                    </a:lnTo>
                    <a:lnTo>
                      <a:pt x="211539" y="968272"/>
                    </a:lnTo>
                    <a:lnTo>
                      <a:pt x="376621" y="1118110"/>
                    </a:lnTo>
                    <a:lnTo>
                      <a:pt x="386484" y="1127077"/>
                    </a:lnTo>
                    <a:lnTo>
                      <a:pt x="376621" y="1136044"/>
                    </a:lnTo>
                    <a:lnTo>
                      <a:pt x="211539" y="1285792"/>
                    </a:lnTo>
                    <a:close/>
                    <a:moveTo>
                      <a:pt x="46459" y="1477774"/>
                    </a:moveTo>
                    <a:lnTo>
                      <a:pt x="36595" y="1468807"/>
                    </a:lnTo>
                    <a:lnTo>
                      <a:pt x="46459" y="1459840"/>
                    </a:lnTo>
                    <a:lnTo>
                      <a:pt x="211539" y="1310092"/>
                    </a:lnTo>
                    <a:lnTo>
                      <a:pt x="376621" y="1459840"/>
                    </a:lnTo>
                    <a:lnTo>
                      <a:pt x="386484" y="1468807"/>
                    </a:lnTo>
                    <a:lnTo>
                      <a:pt x="376621" y="1477774"/>
                    </a:lnTo>
                    <a:lnTo>
                      <a:pt x="211539" y="1627521"/>
                    </a:lnTo>
                    <a:close/>
                    <a:moveTo>
                      <a:pt x="46459" y="1819504"/>
                    </a:moveTo>
                    <a:lnTo>
                      <a:pt x="36595" y="1810537"/>
                    </a:lnTo>
                    <a:lnTo>
                      <a:pt x="46459" y="1801570"/>
                    </a:lnTo>
                    <a:lnTo>
                      <a:pt x="211539" y="1651732"/>
                    </a:lnTo>
                    <a:lnTo>
                      <a:pt x="376621" y="1801300"/>
                    </a:lnTo>
                    <a:lnTo>
                      <a:pt x="386484" y="1810267"/>
                    </a:lnTo>
                    <a:lnTo>
                      <a:pt x="376621" y="1819234"/>
                    </a:lnTo>
                    <a:lnTo>
                      <a:pt x="211539" y="1968982"/>
                    </a:lnTo>
                    <a:close/>
                    <a:moveTo>
                      <a:pt x="46459" y="2161233"/>
                    </a:moveTo>
                    <a:lnTo>
                      <a:pt x="36595" y="2152266"/>
                    </a:lnTo>
                    <a:lnTo>
                      <a:pt x="46459" y="2143299"/>
                    </a:lnTo>
                    <a:lnTo>
                      <a:pt x="211539" y="1993462"/>
                    </a:lnTo>
                    <a:lnTo>
                      <a:pt x="376621" y="2143299"/>
                    </a:lnTo>
                    <a:lnTo>
                      <a:pt x="386484" y="2152266"/>
                    </a:lnTo>
                    <a:lnTo>
                      <a:pt x="376621" y="2161233"/>
                    </a:lnTo>
                    <a:lnTo>
                      <a:pt x="211539" y="2310981"/>
                    </a:lnTo>
                    <a:close/>
                    <a:moveTo>
                      <a:pt x="46459" y="2502963"/>
                    </a:moveTo>
                    <a:lnTo>
                      <a:pt x="36595" y="2493996"/>
                    </a:lnTo>
                    <a:lnTo>
                      <a:pt x="46459" y="2485029"/>
                    </a:lnTo>
                    <a:lnTo>
                      <a:pt x="211539" y="2335191"/>
                    </a:lnTo>
                    <a:lnTo>
                      <a:pt x="376621" y="2485029"/>
                    </a:lnTo>
                    <a:lnTo>
                      <a:pt x="386484" y="2493996"/>
                    </a:lnTo>
                    <a:lnTo>
                      <a:pt x="376621" y="2502963"/>
                    </a:lnTo>
                    <a:lnTo>
                      <a:pt x="211539" y="2653159"/>
                    </a:lnTo>
                    <a:close/>
                    <a:moveTo>
                      <a:pt x="46459" y="2844693"/>
                    </a:moveTo>
                    <a:lnTo>
                      <a:pt x="36595" y="2835726"/>
                    </a:lnTo>
                    <a:lnTo>
                      <a:pt x="46459" y="2826759"/>
                    </a:lnTo>
                    <a:lnTo>
                      <a:pt x="211539" y="2677011"/>
                    </a:lnTo>
                    <a:lnTo>
                      <a:pt x="376621" y="2826759"/>
                    </a:lnTo>
                    <a:lnTo>
                      <a:pt x="386484" y="2835726"/>
                    </a:lnTo>
                    <a:lnTo>
                      <a:pt x="376621" y="2844693"/>
                    </a:lnTo>
                    <a:lnTo>
                      <a:pt x="211539" y="2994530"/>
                    </a:lnTo>
                    <a:close/>
                    <a:moveTo>
                      <a:pt x="46459" y="3186422"/>
                    </a:moveTo>
                    <a:lnTo>
                      <a:pt x="36595" y="3177455"/>
                    </a:lnTo>
                    <a:lnTo>
                      <a:pt x="46459" y="3168488"/>
                    </a:lnTo>
                    <a:lnTo>
                      <a:pt x="211539" y="3018741"/>
                    </a:lnTo>
                    <a:lnTo>
                      <a:pt x="376621" y="3168488"/>
                    </a:lnTo>
                    <a:lnTo>
                      <a:pt x="386484" y="3177455"/>
                    </a:lnTo>
                    <a:lnTo>
                      <a:pt x="376621" y="3186422"/>
                    </a:lnTo>
                    <a:lnTo>
                      <a:pt x="211539" y="3336260"/>
                    </a:lnTo>
                    <a:close/>
                    <a:moveTo>
                      <a:pt x="46459" y="3528242"/>
                    </a:moveTo>
                    <a:lnTo>
                      <a:pt x="36595" y="3519275"/>
                    </a:lnTo>
                    <a:lnTo>
                      <a:pt x="46459" y="3510308"/>
                    </a:lnTo>
                    <a:lnTo>
                      <a:pt x="211539" y="3360471"/>
                    </a:lnTo>
                    <a:lnTo>
                      <a:pt x="376621" y="3510308"/>
                    </a:lnTo>
                    <a:lnTo>
                      <a:pt x="386484" y="3519275"/>
                    </a:lnTo>
                    <a:lnTo>
                      <a:pt x="376621" y="3528242"/>
                    </a:lnTo>
                    <a:lnTo>
                      <a:pt x="211539" y="3678079"/>
                    </a:lnTo>
                    <a:close/>
                    <a:moveTo>
                      <a:pt x="46459" y="3852128"/>
                    </a:moveTo>
                    <a:lnTo>
                      <a:pt x="211539" y="3702290"/>
                    </a:lnTo>
                    <a:lnTo>
                      <a:pt x="376621" y="385212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9" name="Google Shape;22;p1">
                <a:extLst>
                  <a:ext uri="{FF2B5EF4-FFF2-40B4-BE49-F238E27FC236}">
                    <a16:creationId xmlns:a16="http://schemas.microsoft.com/office/drawing/2014/main" id="{0CA70263-47C8-8425-93BE-62FC7B186962}"/>
                  </a:ext>
                </a:extLst>
              </p:cNvPr>
              <p:cNvSpPr/>
              <p:nvPr/>
            </p:nvSpPr>
            <p:spPr>
              <a:xfrm>
                <a:off x="9490815" y="3629218"/>
                <a:ext cx="17933" cy="2606099"/>
              </a:xfrm>
              <a:custGeom>
                <a:avLst/>
                <a:gdLst/>
                <a:ahLst/>
                <a:cxnLst/>
                <a:rect l="l" t="t" r="r" b="b"/>
                <a:pathLst>
                  <a:path w="17933" h="3701190" extrusionOk="0">
                    <a:moveTo>
                      <a:pt x="14177" y="11949"/>
                    </a:moveTo>
                    <a:cubicBezTo>
                      <a:pt x="9424" y="8003"/>
                      <a:pt x="4672" y="3879"/>
                      <a:pt x="10" y="-246"/>
                    </a:cubicBezTo>
                    <a:lnTo>
                      <a:pt x="10" y="3700945"/>
                    </a:lnTo>
                    <a:lnTo>
                      <a:pt x="17944" y="3700945"/>
                    </a:lnTo>
                    <a:lnTo>
                      <a:pt x="17944" y="1472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0" name="Google Shape;23;p1">
                <a:extLst>
                  <a:ext uri="{FF2B5EF4-FFF2-40B4-BE49-F238E27FC236}">
                    <a16:creationId xmlns:a16="http://schemas.microsoft.com/office/drawing/2014/main" id="{B9039E92-9A06-0708-09DF-C9BEB5D1F92A}"/>
                  </a:ext>
                </a:extLst>
              </p:cNvPr>
              <p:cNvSpPr/>
              <p:nvPr/>
            </p:nvSpPr>
            <p:spPr>
              <a:xfrm>
                <a:off x="9120300" y="3503509"/>
                <a:ext cx="228298" cy="12627"/>
              </a:xfrm>
              <a:custGeom>
                <a:avLst/>
                <a:gdLst/>
                <a:ahLst/>
                <a:cxnLst/>
                <a:rect l="l" t="t" r="r" b="b"/>
                <a:pathLst>
                  <a:path w="228298" h="17933" extrusionOk="0">
                    <a:moveTo>
                      <a:pt x="215216" y="-246"/>
                    </a:moveTo>
                    <a:lnTo>
                      <a:pt x="10" y="-246"/>
                    </a:lnTo>
                    <a:lnTo>
                      <a:pt x="10" y="17688"/>
                    </a:lnTo>
                    <a:lnTo>
                      <a:pt x="228309" y="1768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1" name="Google Shape;24;p1">
                <a:extLst>
                  <a:ext uri="{FF2B5EF4-FFF2-40B4-BE49-F238E27FC236}">
                    <a16:creationId xmlns:a16="http://schemas.microsoft.com/office/drawing/2014/main" id="{F2B2C414-6FCD-8D50-FE5B-56A3B2C94DAC}"/>
                  </a:ext>
                </a:extLst>
              </p:cNvPr>
              <p:cNvSpPr/>
              <p:nvPr/>
            </p:nvSpPr>
            <p:spPr>
              <a:xfrm>
                <a:off x="9120211"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2" name="Google Shape;34;p1">
                <a:extLst>
                  <a:ext uri="{FF2B5EF4-FFF2-40B4-BE49-F238E27FC236}">
                    <a16:creationId xmlns:a16="http://schemas.microsoft.com/office/drawing/2014/main" id="{0CB950FB-9114-B0D8-E9C9-A2D86C738562}"/>
                  </a:ext>
                </a:extLst>
              </p:cNvPr>
              <p:cNvSpPr/>
              <p:nvPr/>
            </p:nvSpPr>
            <p:spPr>
              <a:xfrm>
                <a:off x="7825744" y="3028582"/>
                <a:ext cx="17933" cy="3206735"/>
              </a:xfrm>
              <a:custGeom>
                <a:avLst/>
                <a:gdLst/>
                <a:ahLst/>
                <a:cxnLst/>
                <a:rect l="l" t="t" r="r" b="b"/>
                <a:pathLst>
                  <a:path w="17933" h="4554215" extrusionOk="0">
                    <a:moveTo>
                      <a:pt x="0" y="0"/>
                    </a:moveTo>
                    <a:lnTo>
                      <a:pt x="17934" y="0"/>
                    </a:lnTo>
                    <a:lnTo>
                      <a:pt x="17934" y="4554215"/>
                    </a:lnTo>
                    <a:lnTo>
                      <a:pt x="0" y="455421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3" name="Google Shape;35;p1">
                <a:extLst>
                  <a:ext uri="{FF2B5EF4-FFF2-40B4-BE49-F238E27FC236}">
                    <a16:creationId xmlns:a16="http://schemas.microsoft.com/office/drawing/2014/main" id="{9A1B96B4-47AD-8A5E-6703-7FDAAFAFB4E8}"/>
                  </a:ext>
                </a:extLst>
              </p:cNvPr>
              <p:cNvSpPr/>
              <p:nvPr/>
            </p:nvSpPr>
            <p:spPr>
              <a:xfrm>
                <a:off x="7814625" y="3023973"/>
                <a:ext cx="422880" cy="3139113"/>
              </a:xfrm>
              <a:custGeom>
                <a:avLst/>
                <a:gdLst/>
                <a:ahLst/>
                <a:cxnLst/>
                <a:rect l="l" t="t" r="r" b="b"/>
                <a:pathLst>
                  <a:path w="422880" h="4458179" extrusionOk="0">
                    <a:moveTo>
                      <a:pt x="411682" y="4447801"/>
                    </a:moveTo>
                    <a:lnTo>
                      <a:pt x="393748" y="4431481"/>
                    </a:lnTo>
                    <a:lnTo>
                      <a:pt x="224721" y="4278057"/>
                    </a:lnTo>
                    <a:lnTo>
                      <a:pt x="393748" y="4124632"/>
                    </a:lnTo>
                    <a:lnTo>
                      <a:pt x="411682" y="4108402"/>
                    </a:lnTo>
                    <a:lnTo>
                      <a:pt x="413027" y="4107147"/>
                    </a:lnTo>
                    <a:lnTo>
                      <a:pt x="411682" y="4105892"/>
                    </a:lnTo>
                    <a:lnTo>
                      <a:pt x="393748" y="4089662"/>
                    </a:lnTo>
                    <a:lnTo>
                      <a:pt x="224721" y="3936238"/>
                    </a:lnTo>
                    <a:lnTo>
                      <a:pt x="393748" y="3782813"/>
                    </a:lnTo>
                    <a:lnTo>
                      <a:pt x="411682" y="3766583"/>
                    </a:lnTo>
                    <a:lnTo>
                      <a:pt x="413027" y="3765327"/>
                    </a:lnTo>
                    <a:lnTo>
                      <a:pt x="411682" y="3764072"/>
                    </a:lnTo>
                    <a:lnTo>
                      <a:pt x="393748" y="3747842"/>
                    </a:lnTo>
                    <a:lnTo>
                      <a:pt x="224721" y="3594507"/>
                    </a:lnTo>
                    <a:lnTo>
                      <a:pt x="393748" y="3441083"/>
                    </a:lnTo>
                    <a:lnTo>
                      <a:pt x="411682" y="3424853"/>
                    </a:lnTo>
                    <a:lnTo>
                      <a:pt x="413027" y="3423598"/>
                    </a:lnTo>
                    <a:lnTo>
                      <a:pt x="411682" y="3422342"/>
                    </a:lnTo>
                    <a:lnTo>
                      <a:pt x="393748" y="3406112"/>
                    </a:lnTo>
                    <a:lnTo>
                      <a:pt x="224721" y="3252688"/>
                    </a:lnTo>
                    <a:lnTo>
                      <a:pt x="393748" y="3099354"/>
                    </a:lnTo>
                    <a:lnTo>
                      <a:pt x="411682" y="3083124"/>
                    </a:lnTo>
                    <a:lnTo>
                      <a:pt x="413027" y="3081868"/>
                    </a:lnTo>
                    <a:lnTo>
                      <a:pt x="411682" y="3080613"/>
                    </a:lnTo>
                    <a:lnTo>
                      <a:pt x="393748" y="3064382"/>
                    </a:lnTo>
                    <a:lnTo>
                      <a:pt x="224721" y="2910958"/>
                    </a:lnTo>
                    <a:lnTo>
                      <a:pt x="393748" y="2757624"/>
                    </a:lnTo>
                    <a:lnTo>
                      <a:pt x="411682" y="2741394"/>
                    </a:lnTo>
                    <a:lnTo>
                      <a:pt x="413027" y="2740138"/>
                    </a:lnTo>
                    <a:lnTo>
                      <a:pt x="411682" y="2738883"/>
                    </a:lnTo>
                    <a:lnTo>
                      <a:pt x="393748" y="2722653"/>
                    </a:lnTo>
                    <a:lnTo>
                      <a:pt x="224721" y="2569229"/>
                    </a:lnTo>
                    <a:lnTo>
                      <a:pt x="393748" y="2416073"/>
                    </a:lnTo>
                    <a:lnTo>
                      <a:pt x="411682" y="2399843"/>
                    </a:lnTo>
                    <a:lnTo>
                      <a:pt x="413027" y="2398588"/>
                    </a:lnTo>
                    <a:lnTo>
                      <a:pt x="411682" y="2397332"/>
                    </a:lnTo>
                    <a:lnTo>
                      <a:pt x="393748" y="2381102"/>
                    </a:lnTo>
                    <a:lnTo>
                      <a:pt x="224721" y="2227768"/>
                    </a:lnTo>
                    <a:lnTo>
                      <a:pt x="393748" y="2074433"/>
                    </a:lnTo>
                    <a:lnTo>
                      <a:pt x="411682" y="2058203"/>
                    </a:lnTo>
                    <a:lnTo>
                      <a:pt x="413027" y="2056948"/>
                    </a:lnTo>
                    <a:lnTo>
                      <a:pt x="411682" y="2055692"/>
                    </a:lnTo>
                    <a:lnTo>
                      <a:pt x="393748" y="2039462"/>
                    </a:lnTo>
                    <a:lnTo>
                      <a:pt x="224721" y="1886128"/>
                    </a:lnTo>
                    <a:lnTo>
                      <a:pt x="393748" y="1732703"/>
                    </a:lnTo>
                    <a:lnTo>
                      <a:pt x="411682" y="1716473"/>
                    </a:lnTo>
                    <a:lnTo>
                      <a:pt x="413027" y="1715218"/>
                    </a:lnTo>
                    <a:lnTo>
                      <a:pt x="411682" y="1713963"/>
                    </a:lnTo>
                    <a:lnTo>
                      <a:pt x="393748" y="1697733"/>
                    </a:lnTo>
                    <a:lnTo>
                      <a:pt x="224721" y="1544039"/>
                    </a:lnTo>
                    <a:lnTo>
                      <a:pt x="393748" y="1390705"/>
                    </a:lnTo>
                    <a:lnTo>
                      <a:pt x="411682" y="1374474"/>
                    </a:lnTo>
                    <a:lnTo>
                      <a:pt x="413027" y="1373219"/>
                    </a:lnTo>
                    <a:lnTo>
                      <a:pt x="411682" y="1371964"/>
                    </a:lnTo>
                    <a:lnTo>
                      <a:pt x="393748" y="1355734"/>
                    </a:lnTo>
                    <a:lnTo>
                      <a:pt x="224721" y="1202310"/>
                    </a:lnTo>
                    <a:lnTo>
                      <a:pt x="393748" y="1048975"/>
                    </a:lnTo>
                    <a:lnTo>
                      <a:pt x="411682" y="1032745"/>
                    </a:lnTo>
                    <a:lnTo>
                      <a:pt x="413027" y="1031489"/>
                    </a:lnTo>
                    <a:lnTo>
                      <a:pt x="411682" y="1030234"/>
                    </a:lnTo>
                    <a:lnTo>
                      <a:pt x="393748" y="1014004"/>
                    </a:lnTo>
                    <a:lnTo>
                      <a:pt x="224721" y="860580"/>
                    </a:lnTo>
                    <a:lnTo>
                      <a:pt x="393748" y="707245"/>
                    </a:lnTo>
                    <a:lnTo>
                      <a:pt x="411682" y="691015"/>
                    </a:lnTo>
                    <a:lnTo>
                      <a:pt x="413027" y="689760"/>
                    </a:lnTo>
                    <a:lnTo>
                      <a:pt x="411682" y="688504"/>
                    </a:lnTo>
                    <a:lnTo>
                      <a:pt x="393748" y="672274"/>
                    </a:lnTo>
                    <a:lnTo>
                      <a:pt x="224721" y="518939"/>
                    </a:lnTo>
                    <a:lnTo>
                      <a:pt x="393748" y="365515"/>
                    </a:lnTo>
                    <a:lnTo>
                      <a:pt x="411682" y="349285"/>
                    </a:lnTo>
                    <a:lnTo>
                      <a:pt x="413027" y="348030"/>
                    </a:lnTo>
                    <a:lnTo>
                      <a:pt x="411682" y="346774"/>
                    </a:lnTo>
                    <a:lnTo>
                      <a:pt x="393748" y="330544"/>
                    </a:lnTo>
                    <a:lnTo>
                      <a:pt x="224721" y="177210"/>
                    </a:lnTo>
                    <a:lnTo>
                      <a:pt x="393748" y="23875"/>
                    </a:lnTo>
                    <a:lnTo>
                      <a:pt x="405853" y="12935"/>
                    </a:lnTo>
                    <a:lnTo>
                      <a:pt x="393837" y="-246"/>
                    </a:lnTo>
                    <a:lnTo>
                      <a:pt x="393837" y="-246"/>
                    </a:lnTo>
                    <a:lnTo>
                      <a:pt x="211360" y="165373"/>
                    </a:lnTo>
                    <a:lnTo>
                      <a:pt x="30318" y="1010"/>
                    </a:lnTo>
                    <a:lnTo>
                      <a:pt x="29152" y="-67"/>
                    </a:lnTo>
                    <a:lnTo>
                      <a:pt x="25297" y="4238"/>
                    </a:lnTo>
                    <a:lnTo>
                      <a:pt x="23145" y="6569"/>
                    </a:lnTo>
                    <a:lnTo>
                      <a:pt x="17047" y="13204"/>
                    </a:lnTo>
                    <a:lnTo>
                      <a:pt x="29063" y="24144"/>
                    </a:lnTo>
                    <a:lnTo>
                      <a:pt x="198090" y="177479"/>
                    </a:lnTo>
                    <a:lnTo>
                      <a:pt x="29242" y="330544"/>
                    </a:lnTo>
                    <a:lnTo>
                      <a:pt x="11308" y="346774"/>
                    </a:lnTo>
                    <a:lnTo>
                      <a:pt x="9963" y="348030"/>
                    </a:lnTo>
                    <a:lnTo>
                      <a:pt x="11308" y="349285"/>
                    </a:lnTo>
                    <a:lnTo>
                      <a:pt x="29242" y="365515"/>
                    </a:lnTo>
                    <a:lnTo>
                      <a:pt x="198269" y="518939"/>
                    </a:lnTo>
                    <a:lnTo>
                      <a:pt x="29242" y="672274"/>
                    </a:lnTo>
                    <a:lnTo>
                      <a:pt x="11308" y="688504"/>
                    </a:lnTo>
                    <a:lnTo>
                      <a:pt x="9963" y="689760"/>
                    </a:lnTo>
                    <a:lnTo>
                      <a:pt x="11308" y="691015"/>
                    </a:lnTo>
                    <a:lnTo>
                      <a:pt x="29242" y="707245"/>
                    </a:lnTo>
                    <a:lnTo>
                      <a:pt x="198269" y="860580"/>
                    </a:lnTo>
                    <a:lnTo>
                      <a:pt x="29242" y="1014004"/>
                    </a:lnTo>
                    <a:lnTo>
                      <a:pt x="11308" y="1030234"/>
                    </a:lnTo>
                    <a:lnTo>
                      <a:pt x="9963" y="1031489"/>
                    </a:lnTo>
                    <a:lnTo>
                      <a:pt x="11308" y="1032745"/>
                    </a:lnTo>
                    <a:lnTo>
                      <a:pt x="29242" y="1048975"/>
                    </a:lnTo>
                    <a:lnTo>
                      <a:pt x="198269" y="1202310"/>
                    </a:lnTo>
                    <a:lnTo>
                      <a:pt x="29242" y="1355734"/>
                    </a:lnTo>
                    <a:lnTo>
                      <a:pt x="11308" y="1371964"/>
                    </a:lnTo>
                    <a:lnTo>
                      <a:pt x="9963" y="1373219"/>
                    </a:lnTo>
                    <a:lnTo>
                      <a:pt x="11308" y="1374474"/>
                    </a:lnTo>
                    <a:lnTo>
                      <a:pt x="29242" y="1390705"/>
                    </a:lnTo>
                    <a:lnTo>
                      <a:pt x="198269" y="1544039"/>
                    </a:lnTo>
                    <a:lnTo>
                      <a:pt x="29242" y="1697463"/>
                    </a:lnTo>
                    <a:lnTo>
                      <a:pt x="11308" y="1713694"/>
                    </a:lnTo>
                    <a:lnTo>
                      <a:pt x="9963" y="1714949"/>
                    </a:lnTo>
                    <a:lnTo>
                      <a:pt x="11308" y="1716204"/>
                    </a:lnTo>
                    <a:lnTo>
                      <a:pt x="29242" y="1732434"/>
                    </a:lnTo>
                    <a:lnTo>
                      <a:pt x="198269" y="1885859"/>
                    </a:lnTo>
                    <a:lnTo>
                      <a:pt x="29242" y="2039462"/>
                    </a:lnTo>
                    <a:lnTo>
                      <a:pt x="11308" y="2055692"/>
                    </a:lnTo>
                    <a:lnTo>
                      <a:pt x="9963" y="2056948"/>
                    </a:lnTo>
                    <a:lnTo>
                      <a:pt x="11308" y="2058203"/>
                    </a:lnTo>
                    <a:lnTo>
                      <a:pt x="29242" y="2074433"/>
                    </a:lnTo>
                    <a:lnTo>
                      <a:pt x="198090" y="2227768"/>
                    </a:lnTo>
                    <a:lnTo>
                      <a:pt x="29242" y="2380923"/>
                    </a:lnTo>
                    <a:lnTo>
                      <a:pt x="11308" y="2397153"/>
                    </a:lnTo>
                    <a:lnTo>
                      <a:pt x="9963" y="2398409"/>
                    </a:lnTo>
                    <a:lnTo>
                      <a:pt x="11308" y="2399664"/>
                    </a:lnTo>
                    <a:lnTo>
                      <a:pt x="29242" y="2415894"/>
                    </a:lnTo>
                    <a:lnTo>
                      <a:pt x="198269" y="2569229"/>
                    </a:lnTo>
                    <a:lnTo>
                      <a:pt x="29242" y="2722653"/>
                    </a:lnTo>
                    <a:lnTo>
                      <a:pt x="11308" y="2738883"/>
                    </a:lnTo>
                    <a:lnTo>
                      <a:pt x="9963" y="2740138"/>
                    </a:lnTo>
                    <a:lnTo>
                      <a:pt x="11308" y="2741394"/>
                    </a:lnTo>
                    <a:lnTo>
                      <a:pt x="29242" y="2757624"/>
                    </a:lnTo>
                    <a:lnTo>
                      <a:pt x="198269" y="2910958"/>
                    </a:lnTo>
                    <a:lnTo>
                      <a:pt x="29242" y="3064382"/>
                    </a:lnTo>
                    <a:lnTo>
                      <a:pt x="11308" y="3080613"/>
                    </a:lnTo>
                    <a:lnTo>
                      <a:pt x="9963" y="3081868"/>
                    </a:lnTo>
                    <a:lnTo>
                      <a:pt x="11308" y="3083124"/>
                    </a:lnTo>
                    <a:lnTo>
                      <a:pt x="29242" y="3099354"/>
                    </a:lnTo>
                    <a:lnTo>
                      <a:pt x="198269" y="3252688"/>
                    </a:lnTo>
                    <a:lnTo>
                      <a:pt x="29242" y="3406112"/>
                    </a:lnTo>
                    <a:lnTo>
                      <a:pt x="11308" y="3422342"/>
                    </a:lnTo>
                    <a:lnTo>
                      <a:pt x="9963" y="3423598"/>
                    </a:lnTo>
                    <a:lnTo>
                      <a:pt x="11308" y="3424853"/>
                    </a:lnTo>
                    <a:lnTo>
                      <a:pt x="29242" y="3441083"/>
                    </a:lnTo>
                    <a:lnTo>
                      <a:pt x="198269" y="3594507"/>
                    </a:lnTo>
                    <a:lnTo>
                      <a:pt x="29242" y="3747842"/>
                    </a:lnTo>
                    <a:lnTo>
                      <a:pt x="11308" y="3764072"/>
                    </a:lnTo>
                    <a:lnTo>
                      <a:pt x="9963" y="3765327"/>
                    </a:lnTo>
                    <a:lnTo>
                      <a:pt x="11308" y="3766583"/>
                    </a:lnTo>
                    <a:lnTo>
                      <a:pt x="29242" y="3782813"/>
                    </a:lnTo>
                    <a:lnTo>
                      <a:pt x="198269" y="3936238"/>
                    </a:lnTo>
                    <a:lnTo>
                      <a:pt x="29242" y="4089662"/>
                    </a:lnTo>
                    <a:lnTo>
                      <a:pt x="11308" y="4105892"/>
                    </a:lnTo>
                    <a:lnTo>
                      <a:pt x="9963" y="4107147"/>
                    </a:lnTo>
                    <a:lnTo>
                      <a:pt x="11308" y="4108402"/>
                    </a:lnTo>
                    <a:lnTo>
                      <a:pt x="29242" y="4124632"/>
                    </a:lnTo>
                    <a:lnTo>
                      <a:pt x="198269" y="4278057"/>
                    </a:lnTo>
                    <a:lnTo>
                      <a:pt x="29242" y="4431391"/>
                    </a:lnTo>
                    <a:lnTo>
                      <a:pt x="11308" y="4447711"/>
                    </a:lnTo>
                    <a:lnTo>
                      <a:pt x="10" y="4457934"/>
                    </a:lnTo>
                    <a:lnTo>
                      <a:pt x="422891" y="4457934"/>
                    </a:lnTo>
                    <a:close/>
                    <a:moveTo>
                      <a:pt x="46279" y="356997"/>
                    </a:moveTo>
                    <a:lnTo>
                      <a:pt x="36416" y="348030"/>
                    </a:lnTo>
                    <a:lnTo>
                      <a:pt x="46279" y="339063"/>
                    </a:lnTo>
                    <a:lnTo>
                      <a:pt x="211360" y="189315"/>
                    </a:lnTo>
                    <a:lnTo>
                      <a:pt x="376531" y="339063"/>
                    </a:lnTo>
                    <a:lnTo>
                      <a:pt x="386395" y="348030"/>
                    </a:lnTo>
                    <a:lnTo>
                      <a:pt x="376531" y="356997"/>
                    </a:lnTo>
                    <a:lnTo>
                      <a:pt x="211360" y="506744"/>
                    </a:lnTo>
                    <a:close/>
                    <a:moveTo>
                      <a:pt x="46279" y="698727"/>
                    </a:moveTo>
                    <a:lnTo>
                      <a:pt x="36416" y="689760"/>
                    </a:lnTo>
                    <a:lnTo>
                      <a:pt x="46279" y="680793"/>
                    </a:lnTo>
                    <a:lnTo>
                      <a:pt x="211360" y="531045"/>
                    </a:lnTo>
                    <a:lnTo>
                      <a:pt x="376531" y="680793"/>
                    </a:lnTo>
                    <a:lnTo>
                      <a:pt x="386395" y="689760"/>
                    </a:lnTo>
                    <a:lnTo>
                      <a:pt x="376531" y="698727"/>
                    </a:lnTo>
                    <a:lnTo>
                      <a:pt x="211360" y="848474"/>
                    </a:lnTo>
                    <a:close/>
                    <a:moveTo>
                      <a:pt x="46279" y="1040456"/>
                    </a:moveTo>
                    <a:lnTo>
                      <a:pt x="36416" y="1031489"/>
                    </a:lnTo>
                    <a:lnTo>
                      <a:pt x="46279" y="1022522"/>
                    </a:lnTo>
                    <a:lnTo>
                      <a:pt x="211360" y="872685"/>
                    </a:lnTo>
                    <a:lnTo>
                      <a:pt x="376531" y="1022522"/>
                    </a:lnTo>
                    <a:lnTo>
                      <a:pt x="386395" y="1031489"/>
                    </a:lnTo>
                    <a:lnTo>
                      <a:pt x="376531" y="1040456"/>
                    </a:lnTo>
                    <a:lnTo>
                      <a:pt x="211360" y="1190204"/>
                    </a:lnTo>
                    <a:close/>
                    <a:moveTo>
                      <a:pt x="46279" y="1382186"/>
                    </a:moveTo>
                    <a:lnTo>
                      <a:pt x="36416" y="1373219"/>
                    </a:lnTo>
                    <a:lnTo>
                      <a:pt x="46279" y="1364252"/>
                    </a:lnTo>
                    <a:lnTo>
                      <a:pt x="211360" y="1214504"/>
                    </a:lnTo>
                    <a:lnTo>
                      <a:pt x="376531" y="1364342"/>
                    </a:lnTo>
                    <a:lnTo>
                      <a:pt x="386395" y="1373309"/>
                    </a:lnTo>
                    <a:lnTo>
                      <a:pt x="376531" y="1382276"/>
                    </a:lnTo>
                    <a:lnTo>
                      <a:pt x="211360" y="1532023"/>
                    </a:lnTo>
                    <a:close/>
                    <a:moveTo>
                      <a:pt x="46279" y="1723916"/>
                    </a:moveTo>
                    <a:lnTo>
                      <a:pt x="36416" y="1714949"/>
                    </a:lnTo>
                    <a:lnTo>
                      <a:pt x="46279" y="1705982"/>
                    </a:lnTo>
                    <a:lnTo>
                      <a:pt x="211360" y="1556145"/>
                    </a:lnTo>
                    <a:lnTo>
                      <a:pt x="376531" y="1705982"/>
                    </a:lnTo>
                    <a:lnTo>
                      <a:pt x="386395" y="1714949"/>
                    </a:lnTo>
                    <a:lnTo>
                      <a:pt x="376531" y="1723916"/>
                    </a:lnTo>
                    <a:lnTo>
                      <a:pt x="211360" y="1873664"/>
                    </a:lnTo>
                    <a:close/>
                    <a:moveTo>
                      <a:pt x="46279" y="2065646"/>
                    </a:moveTo>
                    <a:lnTo>
                      <a:pt x="36416" y="2056679"/>
                    </a:lnTo>
                    <a:lnTo>
                      <a:pt x="46279" y="2047712"/>
                    </a:lnTo>
                    <a:lnTo>
                      <a:pt x="211360" y="1897964"/>
                    </a:lnTo>
                    <a:lnTo>
                      <a:pt x="376531" y="2047712"/>
                    </a:lnTo>
                    <a:lnTo>
                      <a:pt x="386395" y="2056679"/>
                    </a:lnTo>
                    <a:lnTo>
                      <a:pt x="376531" y="2065646"/>
                    </a:lnTo>
                    <a:lnTo>
                      <a:pt x="211360" y="2215393"/>
                    </a:lnTo>
                    <a:close/>
                    <a:moveTo>
                      <a:pt x="46279" y="2407376"/>
                    </a:moveTo>
                    <a:lnTo>
                      <a:pt x="36416" y="2398409"/>
                    </a:lnTo>
                    <a:lnTo>
                      <a:pt x="46279" y="2389442"/>
                    </a:lnTo>
                    <a:lnTo>
                      <a:pt x="211360" y="2239604"/>
                    </a:lnTo>
                    <a:lnTo>
                      <a:pt x="376531" y="2389173"/>
                    </a:lnTo>
                    <a:lnTo>
                      <a:pt x="386395" y="2398139"/>
                    </a:lnTo>
                    <a:lnTo>
                      <a:pt x="376531" y="2407106"/>
                    </a:lnTo>
                    <a:lnTo>
                      <a:pt x="211360" y="2556854"/>
                    </a:lnTo>
                    <a:close/>
                    <a:moveTo>
                      <a:pt x="46279" y="2749105"/>
                    </a:moveTo>
                    <a:lnTo>
                      <a:pt x="36416" y="2740138"/>
                    </a:lnTo>
                    <a:lnTo>
                      <a:pt x="46279" y="2731171"/>
                    </a:lnTo>
                    <a:lnTo>
                      <a:pt x="211360" y="2581334"/>
                    </a:lnTo>
                    <a:lnTo>
                      <a:pt x="376531" y="2731171"/>
                    </a:lnTo>
                    <a:lnTo>
                      <a:pt x="386395" y="2740138"/>
                    </a:lnTo>
                    <a:lnTo>
                      <a:pt x="376531" y="2749105"/>
                    </a:lnTo>
                    <a:lnTo>
                      <a:pt x="211360" y="2898853"/>
                    </a:lnTo>
                    <a:close/>
                    <a:moveTo>
                      <a:pt x="46279" y="3090835"/>
                    </a:moveTo>
                    <a:lnTo>
                      <a:pt x="36416" y="3081868"/>
                    </a:lnTo>
                    <a:lnTo>
                      <a:pt x="46279" y="3072901"/>
                    </a:lnTo>
                    <a:lnTo>
                      <a:pt x="211360" y="2923064"/>
                    </a:lnTo>
                    <a:lnTo>
                      <a:pt x="376531" y="3072901"/>
                    </a:lnTo>
                    <a:lnTo>
                      <a:pt x="386395" y="3081868"/>
                    </a:lnTo>
                    <a:lnTo>
                      <a:pt x="376531" y="3090835"/>
                    </a:lnTo>
                    <a:lnTo>
                      <a:pt x="211360" y="3241031"/>
                    </a:lnTo>
                    <a:close/>
                    <a:moveTo>
                      <a:pt x="46279" y="3432565"/>
                    </a:moveTo>
                    <a:lnTo>
                      <a:pt x="36416" y="3423598"/>
                    </a:lnTo>
                    <a:lnTo>
                      <a:pt x="46279" y="3414631"/>
                    </a:lnTo>
                    <a:lnTo>
                      <a:pt x="211360" y="3264883"/>
                    </a:lnTo>
                    <a:lnTo>
                      <a:pt x="376531" y="3414631"/>
                    </a:lnTo>
                    <a:lnTo>
                      <a:pt x="386395" y="3423598"/>
                    </a:lnTo>
                    <a:lnTo>
                      <a:pt x="376531" y="3432565"/>
                    </a:lnTo>
                    <a:lnTo>
                      <a:pt x="211360" y="3582402"/>
                    </a:lnTo>
                    <a:close/>
                    <a:moveTo>
                      <a:pt x="46279" y="3774294"/>
                    </a:moveTo>
                    <a:lnTo>
                      <a:pt x="36416" y="3765327"/>
                    </a:lnTo>
                    <a:lnTo>
                      <a:pt x="46279" y="3756360"/>
                    </a:lnTo>
                    <a:lnTo>
                      <a:pt x="211360" y="3606613"/>
                    </a:lnTo>
                    <a:lnTo>
                      <a:pt x="376531" y="3756360"/>
                    </a:lnTo>
                    <a:lnTo>
                      <a:pt x="386395" y="3765327"/>
                    </a:lnTo>
                    <a:lnTo>
                      <a:pt x="376531" y="3774294"/>
                    </a:lnTo>
                    <a:lnTo>
                      <a:pt x="211360" y="3924132"/>
                    </a:lnTo>
                    <a:close/>
                    <a:moveTo>
                      <a:pt x="46279" y="4116114"/>
                    </a:moveTo>
                    <a:lnTo>
                      <a:pt x="36416" y="4107147"/>
                    </a:lnTo>
                    <a:lnTo>
                      <a:pt x="46279" y="4098180"/>
                    </a:lnTo>
                    <a:lnTo>
                      <a:pt x="211360" y="3948343"/>
                    </a:lnTo>
                    <a:lnTo>
                      <a:pt x="376531" y="4098180"/>
                    </a:lnTo>
                    <a:lnTo>
                      <a:pt x="386395" y="4107147"/>
                    </a:lnTo>
                    <a:lnTo>
                      <a:pt x="376531" y="4116114"/>
                    </a:lnTo>
                    <a:lnTo>
                      <a:pt x="211360" y="4265951"/>
                    </a:lnTo>
                    <a:close/>
                    <a:moveTo>
                      <a:pt x="46279" y="4440000"/>
                    </a:moveTo>
                    <a:lnTo>
                      <a:pt x="211360" y="4290162"/>
                    </a:lnTo>
                    <a:lnTo>
                      <a:pt x="376441" y="444000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4" name="Google Shape;36;p1">
                <a:extLst>
                  <a:ext uri="{FF2B5EF4-FFF2-40B4-BE49-F238E27FC236}">
                    <a16:creationId xmlns:a16="http://schemas.microsoft.com/office/drawing/2014/main" id="{69144A94-5191-8044-10A9-8D3953F702A6}"/>
                  </a:ext>
                </a:extLst>
              </p:cNvPr>
              <p:cNvSpPr/>
              <p:nvPr/>
            </p:nvSpPr>
            <p:spPr>
              <a:xfrm>
                <a:off x="8208363" y="3006168"/>
                <a:ext cx="17933" cy="3229148"/>
              </a:xfrm>
              <a:custGeom>
                <a:avLst/>
                <a:gdLst/>
                <a:ahLst/>
                <a:cxnLst/>
                <a:rect l="l" t="t" r="r" b="b"/>
                <a:pathLst>
                  <a:path w="17933" h="4586047" extrusionOk="0">
                    <a:moveTo>
                      <a:pt x="0" y="0"/>
                    </a:moveTo>
                    <a:lnTo>
                      <a:pt x="17934" y="0"/>
                    </a:lnTo>
                    <a:lnTo>
                      <a:pt x="17934" y="4586048"/>
                    </a:lnTo>
                    <a:lnTo>
                      <a:pt x="0" y="45860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5" name="Google Shape;40;p1">
                <a:extLst>
                  <a:ext uri="{FF2B5EF4-FFF2-40B4-BE49-F238E27FC236}">
                    <a16:creationId xmlns:a16="http://schemas.microsoft.com/office/drawing/2014/main" id="{36FEA23D-7FCF-A0FE-AC28-17BBC98F75F5}"/>
                  </a:ext>
                </a:extLst>
              </p:cNvPr>
              <p:cNvSpPr/>
              <p:nvPr/>
            </p:nvSpPr>
            <p:spPr>
              <a:xfrm>
                <a:off x="7837760"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6" name="Google Shape;118;p1">
                <a:extLst>
                  <a:ext uri="{FF2B5EF4-FFF2-40B4-BE49-F238E27FC236}">
                    <a16:creationId xmlns:a16="http://schemas.microsoft.com/office/drawing/2014/main" id="{4289C756-8085-BCF4-AE16-8F58246BA588}"/>
                  </a:ext>
                </a:extLst>
              </p:cNvPr>
              <p:cNvSpPr/>
              <p:nvPr/>
            </p:nvSpPr>
            <p:spPr>
              <a:xfrm>
                <a:off x="9106760" y="3262763"/>
                <a:ext cx="146430" cy="174893"/>
              </a:xfrm>
              <a:custGeom>
                <a:avLst/>
                <a:gdLst/>
                <a:ahLst/>
                <a:cxnLst/>
                <a:rect l="l" t="t" r="r" b="b"/>
                <a:pathLst>
                  <a:path w="146430" h="248383" extrusionOk="0">
                    <a:moveTo>
                      <a:pt x="120705" y="177837"/>
                    </a:moveTo>
                    <a:cubicBezTo>
                      <a:pt x="88424" y="128161"/>
                      <a:pt x="56592" y="78035"/>
                      <a:pt x="22696" y="29435"/>
                    </a:cubicBezTo>
                    <a:lnTo>
                      <a:pt x="19379" y="26475"/>
                    </a:lnTo>
                    <a:lnTo>
                      <a:pt x="19379" y="24772"/>
                    </a:lnTo>
                    <a:cubicBezTo>
                      <a:pt x="14357" y="17598"/>
                      <a:pt x="9426" y="10425"/>
                      <a:pt x="4314" y="3341"/>
                    </a:cubicBezTo>
                    <a:lnTo>
                      <a:pt x="1445" y="-246"/>
                    </a:lnTo>
                    <a:lnTo>
                      <a:pt x="1445" y="7555"/>
                    </a:lnTo>
                    <a:lnTo>
                      <a:pt x="10" y="8900"/>
                    </a:lnTo>
                    <a:lnTo>
                      <a:pt x="1445" y="10245"/>
                    </a:lnTo>
                    <a:lnTo>
                      <a:pt x="1445" y="95252"/>
                    </a:lnTo>
                    <a:cubicBezTo>
                      <a:pt x="7453" y="102963"/>
                      <a:pt x="13460" y="110765"/>
                      <a:pt x="19379" y="118566"/>
                    </a:cubicBezTo>
                    <a:cubicBezTo>
                      <a:pt x="51122" y="160414"/>
                      <a:pt x="82327" y="203599"/>
                      <a:pt x="112904" y="248138"/>
                    </a:cubicBezTo>
                    <a:lnTo>
                      <a:pt x="146441" y="21774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7" name="Google Shape;119;p1">
                <a:extLst>
                  <a:ext uri="{FF2B5EF4-FFF2-40B4-BE49-F238E27FC236}">
                    <a16:creationId xmlns:a16="http://schemas.microsoft.com/office/drawing/2014/main" id="{51C5DDD2-C366-E66B-1140-05C1C1F0FF04}"/>
                  </a:ext>
                </a:extLst>
              </p:cNvPr>
              <p:cNvSpPr/>
              <p:nvPr/>
            </p:nvSpPr>
            <p:spPr>
              <a:xfrm>
                <a:off x="9229698" y="3427049"/>
                <a:ext cx="280216" cy="347892"/>
              </a:xfrm>
              <a:custGeom>
                <a:avLst/>
                <a:gdLst/>
                <a:ahLst/>
                <a:cxnLst/>
                <a:rect l="l" t="t" r="r" b="b"/>
                <a:pathLst>
                  <a:path w="280216" h="494078" extrusionOk="0">
                    <a:moveTo>
                      <a:pt x="279061" y="301850"/>
                    </a:moveTo>
                    <a:lnTo>
                      <a:pt x="275294" y="299070"/>
                    </a:lnTo>
                    <a:cubicBezTo>
                      <a:pt x="176658" y="218368"/>
                      <a:pt x="102860" y="107447"/>
                      <a:pt x="33187" y="-246"/>
                    </a:cubicBezTo>
                    <a:lnTo>
                      <a:pt x="10" y="29883"/>
                    </a:lnTo>
                    <a:cubicBezTo>
                      <a:pt x="17585" y="55645"/>
                      <a:pt x="34890" y="81801"/>
                      <a:pt x="52017" y="108344"/>
                    </a:cubicBezTo>
                    <a:lnTo>
                      <a:pt x="63585" y="126278"/>
                    </a:lnTo>
                    <a:cubicBezTo>
                      <a:pt x="85464" y="160468"/>
                      <a:pt x="107074" y="195296"/>
                      <a:pt x="128416" y="230742"/>
                    </a:cubicBezTo>
                    <a:cubicBezTo>
                      <a:pt x="131644" y="235943"/>
                      <a:pt x="134782" y="241144"/>
                      <a:pt x="137921" y="246434"/>
                    </a:cubicBezTo>
                    <a:cubicBezTo>
                      <a:pt x="172264" y="303581"/>
                      <a:pt x="205980" y="362018"/>
                      <a:pt x="239157" y="421738"/>
                    </a:cubicBezTo>
                    <a:cubicBezTo>
                      <a:pt x="244448" y="431153"/>
                      <a:pt x="249649" y="440568"/>
                      <a:pt x="254849" y="450073"/>
                    </a:cubicBezTo>
                    <a:cubicBezTo>
                      <a:pt x="256912" y="453750"/>
                      <a:pt x="258975" y="457426"/>
                      <a:pt x="260947" y="461103"/>
                    </a:cubicBezTo>
                    <a:cubicBezTo>
                      <a:pt x="262920" y="464779"/>
                      <a:pt x="263547" y="465676"/>
                      <a:pt x="264713" y="468007"/>
                    </a:cubicBezTo>
                    <a:cubicBezTo>
                      <a:pt x="265431" y="469101"/>
                      <a:pt x="266058" y="470240"/>
                      <a:pt x="266597" y="471415"/>
                    </a:cubicBezTo>
                    <a:lnTo>
                      <a:pt x="278881" y="493832"/>
                    </a:lnTo>
                    <a:lnTo>
                      <a:pt x="278881" y="460296"/>
                    </a:lnTo>
                    <a:lnTo>
                      <a:pt x="280226" y="459040"/>
                    </a:lnTo>
                    <a:lnTo>
                      <a:pt x="278881" y="4577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nvGrpSpPr>
            <p:cNvPr id="5" name="Group 4">
              <a:extLst>
                <a:ext uri="{FF2B5EF4-FFF2-40B4-BE49-F238E27FC236}">
                  <a16:creationId xmlns:a16="http://schemas.microsoft.com/office/drawing/2014/main" id="{6B7F6102-7E07-2AA0-133E-6B3E75DF8A44}"/>
                </a:ext>
              </a:extLst>
            </p:cNvPr>
            <p:cNvGrpSpPr/>
            <p:nvPr/>
          </p:nvGrpSpPr>
          <p:grpSpPr>
            <a:xfrm>
              <a:off x="119830" y="3023910"/>
              <a:ext cx="11965387" cy="3211659"/>
              <a:chOff x="119830" y="3023910"/>
              <a:chExt cx="11965387" cy="3211659"/>
            </a:xfrm>
            <a:grpFill/>
          </p:grpSpPr>
          <p:sp>
            <p:nvSpPr>
              <p:cNvPr id="6" name="Google Shape;12;p1">
                <a:extLst>
                  <a:ext uri="{FF2B5EF4-FFF2-40B4-BE49-F238E27FC236}">
                    <a16:creationId xmlns:a16="http://schemas.microsoft.com/office/drawing/2014/main" id="{528CA7FD-A6E9-A2AD-B92A-45C4A06D26FF}"/>
                  </a:ext>
                </a:extLst>
              </p:cNvPr>
              <p:cNvSpPr/>
              <p:nvPr/>
            </p:nvSpPr>
            <p:spPr>
              <a:xfrm>
                <a:off x="10390467" y="4815967"/>
                <a:ext cx="17933" cy="1419350"/>
              </a:xfrm>
              <a:custGeom>
                <a:avLst/>
                <a:gdLst/>
                <a:ahLst/>
                <a:cxnLst/>
                <a:rect l="l" t="t" r="r" b="b"/>
                <a:pathLst>
                  <a:path w="17933" h="2015766" extrusionOk="0">
                    <a:moveTo>
                      <a:pt x="10" y="-246"/>
                    </a:moveTo>
                    <a:lnTo>
                      <a:pt x="10" y="2015521"/>
                    </a:lnTo>
                    <a:lnTo>
                      <a:pt x="17944" y="2015521"/>
                    </a:lnTo>
                    <a:lnTo>
                      <a:pt x="17944" y="30690"/>
                    </a:lnTo>
                    <a:cubicBezTo>
                      <a:pt x="11846" y="20468"/>
                      <a:pt x="5839" y="10156"/>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 name="Google Shape;13;p1">
                <a:extLst>
                  <a:ext uri="{FF2B5EF4-FFF2-40B4-BE49-F238E27FC236}">
                    <a16:creationId xmlns:a16="http://schemas.microsoft.com/office/drawing/2014/main" id="{419DCBF5-FC5F-5500-8749-20F672D4B9B0}"/>
                  </a:ext>
                </a:extLst>
              </p:cNvPr>
              <p:cNvSpPr/>
              <p:nvPr/>
            </p:nvSpPr>
            <p:spPr>
              <a:xfrm>
                <a:off x="10379168" y="4938076"/>
                <a:ext cx="423060" cy="1225011"/>
              </a:xfrm>
              <a:custGeom>
                <a:avLst/>
                <a:gdLst/>
                <a:ahLst/>
                <a:cxnLst/>
                <a:rect l="l" t="t" r="r" b="b"/>
                <a:pathLst>
                  <a:path w="423060" h="1739764" extrusionOk="0">
                    <a:moveTo>
                      <a:pt x="394106" y="1713066"/>
                    </a:moveTo>
                    <a:lnTo>
                      <a:pt x="225080" y="1559642"/>
                    </a:lnTo>
                    <a:lnTo>
                      <a:pt x="394106" y="1406217"/>
                    </a:lnTo>
                    <a:lnTo>
                      <a:pt x="412040" y="1389987"/>
                    </a:lnTo>
                    <a:lnTo>
                      <a:pt x="413385" y="1388732"/>
                    </a:lnTo>
                    <a:lnTo>
                      <a:pt x="412040" y="1387477"/>
                    </a:lnTo>
                    <a:lnTo>
                      <a:pt x="394106" y="1371246"/>
                    </a:lnTo>
                    <a:lnTo>
                      <a:pt x="225080" y="1217822"/>
                    </a:lnTo>
                    <a:lnTo>
                      <a:pt x="394106" y="1064398"/>
                    </a:lnTo>
                    <a:lnTo>
                      <a:pt x="412040" y="1048168"/>
                    </a:lnTo>
                    <a:lnTo>
                      <a:pt x="413385" y="1046912"/>
                    </a:lnTo>
                    <a:lnTo>
                      <a:pt x="412040" y="1045657"/>
                    </a:lnTo>
                    <a:lnTo>
                      <a:pt x="394106" y="1029427"/>
                    </a:lnTo>
                    <a:lnTo>
                      <a:pt x="225080" y="876092"/>
                    </a:lnTo>
                    <a:lnTo>
                      <a:pt x="394106" y="722668"/>
                    </a:lnTo>
                    <a:lnTo>
                      <a:pt x="412040" y="706438"/>
                    </a:lnTo>
                    <a:lnTo>
                      <a:pt x="413385" y="705182"/>
                    </a:lnTo>
                    <a:lnTo>
                      <a:pt x="412040" y="703927"/>
                    </a:lnTo>
                    <a:lnTo>
                      <a:pt x="394106" y="687697"/>
                    </a:lnTo>
                    <a:lnTo>
                      <a:pt x="225080" y="534273"/>
                    </a:lnTo>
                    <a:lnTo>
                      <a:pt x="394106" y="380938"/>
                    </a:lnTo>
                    <a:lnTo>
                      <a:pt x="412040" y="364708"/>
                    </a:lnTo>
                    <a:lnTo>
                      <a:pt x="413385" y="363453"/>
                    </a:lnTo>
                    <a:lnTo>
                      <a:pt x="412040" y="362197"/>
                    </a:lnTo>
                    <a:lnTo>
                      <a:pt x="394106" y="346057"/>
                    </a:lnTo>
                    <a:lnTo>
                      <a:pt x="394106" y="346057"/>
                    </a:lnTo>
                    <a:lnTo>
                      <a:pt x="225080" y="192633"/>
                    </a:lnTo>
                    <a:lnTo>
                      <a:pt x="278881" y="144032"/>
                    </a:lnTo>
                    <a:cubicBezTo>
                      <a:pt x="276192" y="138051"/>
                      <a:pt x="273591" y="132312"/>
                      <a:pt x="271080" y="126815"/>
                    </a:cubicBezTo>
                    <a:lnTo>
                      <a:pt x="211898" y="180617"/>
                    </a:lnTo>
                    <a:lnTo>
                      <a:pt x="91204" y="71131"/>
                    </a:lnTo>
                    <a:lnTo>
                      <a:pt x="46369" y="30869"/>
                    </a:lnTo>
                    <a:lnTo>
                      <a:pt x="36506" y="21902"/>
                    </a:lnTo>
                    <a:lnTo>
                      <a:pt x="45473" y="14012"/>
                    </a:lnTo>
                    <a:lnTo>
                      <a:pt x="46637" y="12935"/>
                    </a:lnTo>
                    <a:lnTo>
                      <a:pt x="44665" y="12935"/>
                    </a:lnTo>
                    <a:lnTo>
                      <a:pt x="34532" y="-246"/>
                    </a:lnTo>
                    <a:lnTo>
                      <a:pt x="29422" y="4327"/>
                    </a:lnTo>
                    <a:lnTo>
                      <a:pt x="11488" y="20557"/>
                    </a:lnTo>
                    <a:lnTo>
                      <a:pt x="10053" y="21902"/>
                    </a:lnTo>
                    <a:lnTo>
                      <a:pt x="11488" y="23247"/>
                    </a:lnTo>
                    <a:lnTo>
                      <a:pt x="29422" y="39477"/>
                    </a:lnTo>
                    <a:lnTo>
                      <a:pt x="198358" y="192723"/>
                    </a:lnTo>
                    <a:lnTo>
                      <a:pt x="29242" y="345877"/>
                    </a:lnTo>
                    <a:lnTo>
                      <a:pt x="11308" y="362108"/>
                    </a:lnTo>
                    <a:lnTo>
                      <a:pt x="9873" y="363453"/>
                    </a:lnTo>
                    <a:lnTo>
                      <a:pt x="11308" y="364798"/>
                    </a:lnTo>
                    <a:lnTo>
                      <a:pt x="29242" y="381028"/>
                    </a:lnTo>
                    <a:lnTo>
                      <a:pt x="198179" y="534273"/>
                    </a:lnTo>
                    <a:lnTo>
                      <a:pt x="29242" y="687608"/>
                    </a:lnTo>
                    <a:lnTo>
                      <a:pt x="11308" y="703838"/>
                    </a:lnTo>
                    <a:lnTo>
                      <a:pt x="9873" y="705182"/>
                    </a:lnTo>
                    <a:lnTo>
                      <a:pt x="11308" y="706528"/>
                    </a:lnTo>
                    <a:lnTo>
                      <a:pt x="29242" y="722758"/>
                    </a:lnTo>
                    <a:lnTo>
                      <a:pt x="198179" y="876092"/>
                    </a:lnTo>
                    <a:lnTo>
                      <a:pt x="29242" y="1029337"/>
                    </a:lnTo>
                    <a:lnTo>
                      <a:pt x="11308" y="1045567"/>
                    </a:lnTo>
                    <a:lnTo>
                      <a:pt x="9873" y="1046912"/>
                    </a:lnTo>
                    <a:lnTo>
                      <a:pt x="11308" y="1048257"/>
                    </a:lnTo>
                    <a:lnTo>
                      <a:pt x="29242" y="1064488"/>
                    </a:lnTo>
                    <a:lnTo>
                      <a:pt x="198179" y="1217822"/>
                    </a:lnTo>
                    <a:lnTo>
                      <a:pt x="29242" y="1371157"/>
                    </a:lnTo>
                    <a:lnTo>
                      <a:pt x="11308" y="1387387"/>
                    </a:lnTo>
                    <a:lnTo>
                      <a:pt x="9873" y="1388732"/>
                    </a:lnTo>
                    <a:lnTo>
                      <a:pt x="11308" y="1390077"/>
                    </a:lnTo>
                    <a:lnTo>
                      <a:pt x="29242" y="1406307"/>
                    </a:lnTo>
                    <a:lnTo>
                      <a:pt x="198179" y="1559642"/>
                    </a:lnTo>
                    <a:lnTo>
                      <a:pt x="29242" y="1712976"/>
                    </a:lnTo>
                    <a:lnTo>
                      <a:pt x="11308" y="1729296"/>
                    </a:lnTo>
                    <a:lnTo>
                      <a:pt x="10" y="1739518"/>
                    </a:lnTo>
                    <a:lnTo>
                      <a:pt x="423070" y="1739518"/>
                    </a:lnTo>
                    <a:lnTo>
                      <a:pt x="411862" y="1729386"/>
                    </a:lnTo>
                    <a:close/>
                    <a:moveTo>
                      <a:pt x="46637" y="372420"/>
                    </a:moveTo>
                    <a:lnTo>
                      <a:pt x="36774" y="363453"/>
                    </a:lnTo>
                    <a:lnTo>
                      <a:pt x="46637" y="354486"/>
                    </a:lnTo>
                    <a:lnTo>
                      <a:pt x="211719" y="204648"/>
                    </a:lnTo>
                    <a:lnTo>
                      <a:pt x="376801" y="354486"/>
                    </a:lnTo>
                    <a:lnTo>
                      <a:pt x="386664" y="363453"/>
                    </a:lnTo>
                    <a:lnTo>
                      <a:pt x="376801" y="372420"/>
                    </a:lnTo>
                    <a:lnTo>
                      <a:pt x="211719" y="522616"/>
                    </a:lnTo>
                    <a:close/>
                    <a:moveTo>
                      <a:pt x="46637" y="714149"/>
                    </a:moveTo>
                    <a:lnTo>
                      <a:pt x="36774" y="705182"/>
                    </a:lnTo>
                    <a:lnTo>
                      <a:pt x="46637" y="696216"/>
                    </a:lnTo>
                    <a:lnTo>
                      <a:pt x="211719" y="546468"/>
                    </a:lnTo>
                    <a:lnTo>
                      <a:pt x="376801" y="696216"/>
                    </a:lnTo>
                    <a:lnTo>
                      <a:pt x="386664" y="705182"/>
                    </a:lnTo>
                    <a:lnTo>
                      <a:pt x="376801" y="714149"/>
                    </a:lnTo>
                    <a:lnTo>
                      <a:pt x="211719" y="863987"/>
                    </a:lnTo>
                    <a:close/>
                    <a:moveTo>
                      <a:pt x="46637" y="1055879"/>
                    </a:moveTo>
                    <a:lnTo>
                      <a:pt x="36774" y="1046912"/>
                    </a:lnTo>
                    <a:lnTo>
                      <a:pt x="46637" y="1037945"/>
                    </a:lnTo>
                    <a:lnTo>
                      <a:pt x="211719" y="888198"/>
                    </a:lnTo>
                    <a:lnTo>
                      <a:pt x="376801" y="1037945"/>
                    </a:lnTo>
                    <a:lnTo>
                      <a:pt x="386664" y="1046912"/>
                    </a:lnTo>
                    <a:lnTo>
                      <a:pt x="376801" y="1055879"/>
                    </a:lnTo>
                    <a:lnTo>
                      <a:pt x="211719" y="1205717"/>
                    </a:lnTo>
                    <a:close/>
                    <a:moveTo>
                      <a:pt x="46637" y="1397699"/>
                    </a:moveTo>
                    <a:lnTo>
                      <a:pt x="36774" y="1388732"/>
                    </a:lnTo>
                    <a:lnTo>
                      <a:pt x="46637" y="1379765"/>
                    </a:lnTo>
                    <a:lnTo>
                      <a:pt x="211719" y="1229928"/>
                    </a:lnTo>
                    <a:lnTo>
                      <a:pt x="376801" y="1379765"/>
                    </a:lnTo>
                    <a:lnTo>
                      <a:pt x="386664" y="1388732"/>
                    </a:lnTo>
                    <a:lnTo>
                      <a:pt x="376801" y="1397699"/>
                    </a:lnTo>
                    <a:lnTo>
                      <a:pt x="211719" y="1547536"/>
                    </a:lnTo>
                    <a:close/>
                    <a:moveTo>
                      <a:pt x="46637" y="1721585"/>
                    </a:moveTo>
                    <a:lnTo>
                      <a:pt x="211719" y="1571747"/>
                    </a:lnTo>
                    <a:lnTo>
                      <a:pt x="376801" y="17215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14;p1">
                <a:extLst>
                  <a:ext uri="{FF2B5EF4-FFF2-40B4-BE49-F238E27FC236}">
                    <a16:creationId xmlns:a16="http://schemas.microsoft.com/office/drawing/2014/main" id="{C7419BF4-B4B9-6030-3ADB-ACDCFEA34A81}"/>
                  </a:ext>
                </a:extLst>
              </p:cNvPr>
              <p:cNvSpPr/>
              <p:nvPr/>
            </p:nvSpPr>
            <p:spPr>
              <a:xfrm>
                <a:off x="10773264" y="5170046"/>
                <a:ext cx="17933" cy="1065271"/>
              </a:xfrm>
              <a:custGeom>
                <a:avLst/>
                <a:gdLst/>
                <a:ahLst/>
                <a:cxnLst/>
                <a:rect l="l" t="t" r="r" b="b"/>
                <a:pathLst>
                  <a:path w="17933" h="1512901" extrusionOk="0">
                    <a:moveTo>
                      <a:pt x="10" y="-246"/>
                    </a:moveTo>
                    <a:lnTo>
                      <a:pt x="10" y="1512655"/>
                    </a:lnTo>
                    <a:lnTo>
                      <a:pt x="17944" y="1512655"/>
                    </a:lnTo>
                    <a:lnTo>
                      <a:pt x="17944" y="19481"/>
                    </a:lnTo>
                    <a:cubicBezTo>
                      <a:pt x="11757" y="13025"/>
                      <a:pt x="5839" y="647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15;p1">
                <a:extLst>
                  <a:ext uri="{FF2B5EF4-FFF2-40B4-BE49-F238E27FC236}">
                    <a16:creationId xmlns:a16="http://schemas.microsoft.com/office/drawing/2014/main" id="{96E1417E-023E-1822-5725-96ECB9D3EA54}"/>
                  </a:ext>
                </a:extLst>
              </p:cNvPr>
              <p:cNvSpPr/>
              <p:nvPr/>
            </p:nvSpPr>
            <p:spPr>
              <a:xfrm>
                <a:off x="10402572" y="4947232"/>
                <a:ext cx="156921" cy="12627"/>
              </a:xfrm>
              <a:custGeom>
                <a:avLst/>
                <a:gdLst/>
                <a:ahLst/>
                <a:cxnLst/>
                <a:rect l="l" t="t" r="r" b="b"/>
                <a:pathLst>
                  <a:path w="156921" h="17933" extrusionOk="0">
                    <a:moveTo>
                      <a:pt x="136666" y="-246"/>
                    </a:moveTo>
                    <a:lnTo>
                      <a:pt x="10" y="-246"/>
                    </a:lnTo>
                    <a:lnTo>
                      <a:pt x="10" y="17688"/>
                    </a:lnTo>
                    <a:lnTo>
                      <a:pt x="156931" y="17688"/>
                    </a:lnTo>
                    <a:cubicBezTo>
                      <a:pt x="150026" y="11859"/>
                      <a:pt x="143301" y="5851"/>
                      <a:pt x="136666"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16;p1">
                <a:extLst>
                  <a:ext uri="{FF2B5EF4-FFF2-40B4-BE49-F238E27FC236}">
                    <a16:creationId xmlns:a16="http://schemas.microsoft.com/office/drawing/2014/main" id="{F29AEBAF-8365-8735-FEA7-0F6AD5F8BC4F}"/>
                  </a:ext>
                </a:extLst>
              </p:cNvPr>
              <p:cNvSpPr/>
              <p:nvPr/>
            </p:nvSpPr>
            <p:spPr>
              <a:xfrm>
                <a:off x="10402662" y="5187851"/>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17;p1">
                <a:extLst>
                  <a:ext uri="{FF2B5EF4-FFF2-40B4-BE49-F238E27FC236}">
                    <a16:creationId xmlns:a16="http://schemas.microsoft.com/office/drawing/2014/main" id="{6935EA90-9D3C-4BBF-524D-404484197BC1}"/>
                  </a:ext>
                </a:extLst>
              </p:cNvPr>
              <p:cNvSpPr/>
              <p:nvPr/>
            </p:nvSpPr>
            <p:spPr>
              <a:xfrm>
                <a:off x="10402662" y="542847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2" name="Google Shape;18;p1">
                <a:extLst>
                  <a:ext uri="{FF2B5EF4-FFF2-40B4-BE49-F238E27FC236}">
                    <a16:creationId xmlns:a16="http://schemas.microsoft.com/office/drawing/2014/main" id="{67AD6968-8630-1331-C8C8-B4F7CB983483}"/>
                  </a:ext>
                </a:extLst>
              </p:cNvPr>
              <p:cNvSpPr/>
              <p:nvPr/>
            </p:nvSpPr>
            <p:spPr>
              <a:xfrm>
                <a:off x="10402662" y="566909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3" name="Google Shape;19;p1">
                <a:extLst>
                  <a:ext uri="{FF2B5EF4-FFF2-40B4-BE49-F238E27FC236}">
                    <a16:creationId xmlns:a16="http://schemas.microsoft.com/office/drawing/2014/main" id="{E3B3A68E-E069-E968-836E-60511688A4B1}"/>
                  </a:ext>
                </a:extLst>
              </p:cNvPr>
              <p:cNvSpPr/>
              <p:nvPr/>
            </p:nvSpPr>
            <p:spPr>
              <a:xfrm>
                <a:off x="10402662" y="5909776"/>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25;p1">
                <a:extLst>
                  <a:ext uri="{FF2B5EF4-FFF2-40B4-BE49-F238E27FC236}">
                    <a16:creationId xmlns:a16="http://schemas.microsoft.com/office/drawing/2014/main" id="{7C5735F6-7C66-C4CF-66D5-939ED0EAC17B}"/>
                  </a:ext>
                </a:extLst>
              </p:cNvPr>
              <p:cNvSpPr/>
              <p:nvPr/>
            </p:nvSpPr>
            <p:spPr>
              <a:xfrm>
                <a:off x="9120211"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26;p1">
                <a:extLst>
                  <a:ext uri="{FF2B5EF4-FFF2-40B4-BE49-F238E27FC236}">
                    <a16:creationId xmlns:a16="http://schemas.microsoft.com/office/drawing/2014/main" id="{E0471B68-8526-56FD-A82F-9FB6A66C3F74}"/>
                  </a:ext>
                </a:extLst>
              </p:cNvPr>
              <p:cNvSpPr/>
              <p:nvPr/>
            </p:nvSpPr>
            <p:spPr>
              <a:xfrm>
                <a:off x="9120211"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6" name="Google Shape;27;p1">
                <a:extLst>
                  <a:ext uri="{FF2B5EF4-FFF2-40B4-BE49-F238E27FC236}">
                    <a16:creationId xmlns:a16="http://schemas.microsoft.com/office/drawing/2014/main" id="{94B17521-47C5-DBAD-8341-585A872798BE}"/>
                  </a:ext>
                </a:extLst>
              </p:cNvPr>
              <p:cNvSpPr/>
              <p:nvPr/>
            </p:nvSpPr>
            <p:spPr>
              <a:xfrm>
                <a:off x="9120211"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7" name="Google Shape;28;p1">
                <a:extLst>
                  <a:ext uri="{FF2B5EF4-FFF2-40B4-BE49-F238E27FC236}">
                    <a16:creationId xmlns:a16="http://schemas.microsoft.com/office/drawing/2014/main" id="{02D34753-A3E9-54C2-20C1-99CF29359EAF}"/>
                  </a:ext>
                </a:extLst>
              </p:cNvPr>
              <p:cNvSpPr/>
              <p:nvPr/>
            </p:nvSpPr>
            <p:spPr>
              <a:xfrm>
                <a:off x="9120211"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29;p1">
                <a:extLst>
                  <a:ext uri="{FF2B5EF4-FFF2-40B4-BE49-F238E27FC236}">
                    <a16:creationId xmlns:a16="http://schemas.microsoft.com/office/drawing/2014/main" id="{40815102-B125-CF3A-B77A-67D8D21C81D6}"/>
                  </a:ext>
                </a:extLst>
              </p:cNvPr>
              <p:cNvSpPr/>
              <p:nvPr/>
            </p:nvSpPr>
            <p:spPr>
              <a:xfrm>
                <a:off x="9120211"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30;p1">
                <a:extLst>
                  <a:ext uri="{FF2B5EF4-FFF2-40B4-BE49-F238E27FC236}">
                    <a16:creationId xmlns:a16="http://schemas.microsoft.com/office/drawing/2014/main" id="{22D64014-1055-B4D4-E3EE-02B100A15F51}"/>
                  </a:ext>
                </a:extLst>
              </p:cNvPr>
              <p:cNvSpPr/>
              <p:nvPr/>
            </p:nvSpPr>
            <p:spPr>
              <a:xfrm>
                <a:off x="9120211"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0" name="Google Shape;31;p1">
                <a:extLst>
                  <a:ext uri="{FF2B5EF4-FFF2-40B4-BE49-F238E27FC236}">
                    <a16:creationId xmlns:a16="http://schemas.microsoft.com/office/drawing/2014/main" id="{CB3FFBD7-62EE-EF35-ABBE-2F74A5542F70}"/>
                  </a:ext>
                </a:extLst>
              </p:cNvPr>
              <p:cNvSpPr/>
              <p:nvPr/>
            </p:nvSpPr>
            <p:spPr>
              <a:xfrm>
                <a:off x="9120211"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1" name="Google Shape;32;p1">
                <a:extLst>
                  <a:ext uri="{FF2B5EF4-FFF2-40B4-BE49-F238E27FC236}">
                    <a16:creationId xmlns:a16="http://schemas.microsoft.com/office/drawing/2014/main" id="{D59693E7-D6A5-E4D1-0D8D-1B2E906E8255}"/>
                  </a:ext>
                </a:extLst>
              </p:cNvPr>
              <p:cNvSpPr/>
              <p:nvPr/>
            </p:nvSpPr>
            <p:spPr>
              <a:xfrm>
                <a:off x="9120211"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33;p1">
                <a:extLst>
                  <a:ext uri="{FF2B5EF4-FFF2-40B4-BE49-F238E27FC236}">
                    <a16:creationId xmlns:a16="http://schemas.microsoft.com/office/drawing/2014/main" id="{F9A7A047-242C-D317-C3F9-329C56EEFAF0}"/>
                  </a:ext>
                </a:extLst>
              </p:cNvPr>
              <p:cNvSpPr/>
              <p:nvPr/>
            </p:nvSpPr>
            <p:spPr>
              <a:xfrm>
                <a:off x="9120211"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Google Shape;37;p1">
                <a:extLst>
                  <a:ext uri="{FF2B5EF4-FFF2-40B4-BE49-F238E27FC236}">
                    <a16:creationId xmlns:a16="http://schemas.microsoft.com/office/drawing/2014/main" id="{02D7D1C6-055C-B5E0-F976-443C19581130}"/>
                  </a:ext>
                </a:extLst>
              </p:cNvPr>
              <p:cNvSpPr/>
              <p:nvPr/>
            </p:nvSpPr>
            <p:spPr>
              <a:xfrm>
                <a:off x="7837760" y="326288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4" name="Google Shape;38;p1">
                <a:extLst>
                  <a:ext uri="{FF2B5EF4-FFF2-40B4-BE49-F238E27FC236}">
                    <a16:creationId xmlns:a16="http://schemas.microsoft.com/office/drawing/2014/main" id="{93CE2478-4102-7F26-DC90-B43C04116C02}"/>
                  </a:ext>
                </a:extLst>
              </p:cNvPr>
              <p:cNvSpPr/>
              <p:nvPr/>
            </p:nvSpPr>
            <p:spPr>
              <a:xfrm>
                <a:off x="7837760" y="350350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5" name="Google Shape;39;p1">
                <a:extLst>
                  <a:ext uri="{FF2B5EF4-FFF2-40B4-BE49-F238E27FC236}">
                    <a16:creationId xmlns:a16="http://schemas.microsoft.com/office/drawing/2014/main" id="{CDC9BE5C-6733-D2C6-7D24-F015102D96A0}"/>
                  </a:ext>
                </a:extLst>
              </p:cNvPr>
              <p:cNvSpPr/>
              <p:nvPr/>
            </p:nvSpPr>
            <p:spPr>
              <a:xfrm>
                <a:off x="7837760"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6" name="Google Shape;41;p1">
                <a:extLst>
                  <a:ext uri="{FF2B5EF4-FFF2-40B4-BE49-F238E27FC236}">
                    <a16:creationId xmlns:a16="http://schemas.microsoft.com/office/drawing/2014/main" id="{065D5E5E-0D32-C19D-E51D-B2A4770A1CB8}"/>
                  </a:ext>
                </a:extLst>
              </p:cNvPr>
              <p:cNvSpPr/>
              <p:nvPr/>
            </p:nvSpPr>
            <p:spPr>
              <a:xfrm>
                <a:off x="7837760"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7" name="Google Shape;42;p1">
                <a:extLst>
                  <a:ext uri="{FF2B5EF4-FFF2-40B4-BE49-F238E27FC236}">
                    <a16:creationId xmlns:a16="http://schemas.microsoft.com/office/drawing/2014/main" id="{542206B3-2537-A2C6-CEF2-4A64B0083A62}"/>
                  </a:ext>
                </a:extLst>
              </p:cNvPr>
              <p:cNvSpPr/>
              <p:nvPr/>
            </p:nvSpPr>
            <p:spPr>
              <a:xfrm>
                <a:off x="783776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8" name="Google Shape;43;p1">
                <a:extLst>
                  <a:ext uri="{FF2B5EF4-FFF2-40B4-BE49-F238E27FC236}">
                    <a16:creationId xmlns:a16="http://schemas.microsoft.com/office/drawing/2014/main" id="{45FDCD49-658C-13C4-9E93-04F2A56BAE3F}"/>
                  </a:ext>
                </a:extLst>
              </p:cNvPr>
              <p:cNvSpPr/>
              <p:nvPr/>
            </p:nvSpPr>
            <p:spPr>
              <a:xfrm>
                <a:off x="7837760"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9" name="Google Shape;44;p1">
                <a:extLst>
                  <a:ext uri="{FF2B5EF4-FFF2-40B4-BE49-F238E27FC236}">
                    <a16:creationId xmlns:a16="http://schemas.microsoft.com/office/drawing/2014/main" id="{C19B9700-9C09-D469-C6FB-45AF3CFAD7FB}"/>
                  </a:ext>
                </a:extLst>
              </p:cNvPr>
              <p:cNvSpPr/>
              <p:nvPr/>
            </p:nvSpPr>
            <p:spPr>
              <a:xfrm>
                <a:off x="7837760"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0" name="Google Shape;45;p1">
                <a:extLst>
                  <a:ext uri="{FF2B5EF4-FFF2-40B4-BE49-F238E27FC236}">
                    <a16:creationId xmlns:a16="http://schemas.microsoft.com/office/drawing/2014/main" id="{B0474C7D-4F6D-FB1D-4A7C-F8C5840BE659}"/>
                  </a:ext>
                </a:extLst>
              </p:cNvPr>
              <p:cNvSpPr/>
              <p:nvPr/>
            </p:nvSpPr>
            <p:spPr>
              <a:xfrm>
                <a:off x="7837760"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1" name="Google Shape;46;p1">
                <a:extLst>
                  <a:ext uri="{FF2B5EF4-FFF2-40B4-BE49-F238E27FC236}">
                    <a16:creationId xmlns:a16="http://schemas.microsoft.com/office/drawing/2014/main" id="{F3A8CADA-2E18-5760-6C36-BA95FD781814}"/>
                  </a:ext>
                </a:extLst>
              </p:cNvPr>
              <p:cNvSpPr/>
              <p:nvPr/>
            </p:nvSpPr>
            <p:spPr>
              <a:xfrm>
                <a:off x="7837760"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2" name="Google Shape;47;p1">
                <a:extLst>
                  <a:ext uri="{FF2B5EF4-FFF2-40B4-BE49-F238E27FC236}">
                    <a16:creationId xmlns:a16="http://schemas.microsoft.com/office/drawing/2014/main" id="{D41A6177-7E3B-5C98-FD38-D4D1EA3011CD}"/>
                  </a:ext>
                </a:extLst>
              </p:cNvPr>
              <p:cNvSpPr/>
              <p:nvPr/>
            </p:nvSpPr>
            <p:spPr>
              <a:xfrm>
                <a:off x="7837760"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3" name="Google Shape;48;p1">
                <a:extLst>
                  <a:ext uri="{FF2B5EF4-FFF2-40B4-BE49-F238E27FC236}">
                    <a16:creationId xmlns:a16="http://schemas.microsoft.com/office/drawing/2014/main" id="{8EFC6651-D4E9-6A32-ADDD-9547E6112C73}"/>
                  </a:ext>
                </a:extLst>
              </p:cNvPr>
              <p:cNvSpPr/>
              <p:nvPr/>
            </p:nvSpPr>
            <p:spPr>
              <a:xfrm>
                <a:off x="7837760"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4" name="Google Shape;49;p1">
                <a:extLst>
                  <a:ext uri="{FF2B5EF4-FFF2-40B4-BE49-F238E27FC236}">
                    <a16:creationId xmlns:a16="http://schemas.microsoft.com/office/drawing/2014/main" id="{0730777D-6BDB-1DC6-D048-2931BF5F69CC}"/>
                  </a:ext>
                </a:extLst>
              </p:cNvPr>
              <p:cNvSpPr/>
              <p:nvPr/>
            </p:nvSpPr>
            <p:spPr>
              <a:xfrm>
                <a:off x="6543652" y="4447554"/>
                <a:ext cx="17933" cy="1787763"/>
              </a:xfrm>
              <a:custGeom>
                <a:avLst/>
                <a:gdLst/>
                <a:ahLst/>
                <a:cxnLst/>
                <a:rect l="l" t="t" r="r" b="b"/>
                <a:pathLst>
                  <a:path w="17933" h="2538987" extrusionOk="0">
                    <a:moveTo>
                      <a:pt x="10" y="4596"/>
                    </a:moveTo>
                    <a:lnTo>
                      <a:pt x="10" y="2538741"/>
                    </a:lnTo>
                    <a:lnTo>
                      <a:pt x="17944" y="2538741"/>
                    </a:lnTo>
                    <a:lnTo>
                      <a:pt x="17944" y="-246"/>
                    </a:lnTo>
                    <a:cubicBezTo>
                      <a:pt x="12053" y="1673"/>
                      <a:pt x="6062" y="3287"/>
                      <a:pt x="10" y="459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5" name="Google Shape;50;p1">
                <a:extLst>
                  <a:ext uri="{FF2B5EF4-FFF2-40B4-BE49-F238E27FC236}">
                    <a16:creationId xmlns:a16="http://schemas.microsoft.com/office/drawing/2014/main" id="{34B68844-8B2D-4D56-1204-B897C4D74013}"/>
                  </a:ext>
                </a:extLst>
              </p:cNvPr>
              <p:cNvSpPr/>
              <p:nvPr/>
            </p:nvSpPr>
            <p:spPr>
              <a:xfrm>
                <a:off x="6532354" y="4179469"/>
                <a:ext cx="423059" cy="1983618"/>
              </a:xfrm>
              <a:custGeom>
                <a:avLst/>
                <a:gdLst/>
                <a:ahLst/>
                <a:cxnLst/>
                <a:rect l="l" t="t" r="r" b="b"/>
                <a:pathLst>
                  <a:path w="423059" h="2817141" extrusionOk="0">
                    <a:moveTo>
                      <a:pt x="11308" y="2806673"/>
                    </a:moveTo>
                    <a:lnTo>
                      <a:pt x="10" y="2816895"/>
                    </a:lnTo>
                    <a:lnTo>
                      <a:pt x="423070" y="2816895"/>
                    </a:lnTo>
                    <a:lnTo>
                      <a:pt x="411861" y="2806763"/>
                    </a:lnTo>
                    <a:lnTo>
                      <a:pt x="393927" y="2790443"/>
                    </a:lnTo>
                    <a:lnTo>
                      <a:pt x="224901" y="2637019"/>
                    </a:lnTo>
                    <a:lnTo>
                      <a:pt x="393927" y="2483594"/>
                    </a:lnTo>
                    <a:lnTo>
                      <a:pt x="411861" y="2467364"/>
                    </a:lnTo>
                    <a:lnTo>
                      <a:pt x="413206" y="2466109"/>
                    </a:lnTo>
                    <a:lnTo>
                      <a:pt x="411861" y="2464853"/>
                    </a:lnTo>
                    <a:lnTo>
                      <a:pt x="393927" y="2448623"/>
                    </a:lnTo>
                    <a:lnTo>
                      <a:pt x="224901" y="2295199"/>
                    </a:lnTo>
                    <a:lnTo>
                      <a:pt x="393927" y="2141775"/>
                    </a:lnTo>
                    <a:lnTo>
                      <a:pt x="411861" y="2125545"/>
                    </a:lnTo>
                    <a:lnTo>
                      <a:pt x="413206" y="2124289"/>
                    </a:lnTo>
                    <a:lnTo>
                      <a:pt x="411861" y="2123034"/>
                    </a:lnTo>
                    <a:lnTo>
                      <a:pt x="393927" y="2106804"/>
                    </a:lnTo>
                    <a:lnTo>
                      <a:pt x="224901" y="1953469"/>
                    </a:lnTo>
                    <a:lnTo>
                      <a:pt x="393927" y="1800045"/>
                    </a:lnTo>
                    <a:lnTo>
                      <a:pt x="411861" y="1783815"/>
                    </a:lnTo>
                    <a:lnTo>
                      <a:pt x="413206" y="1782559"/>
                    </a:lnTo>
                    <a:lnTo>
                      <a:pt x="411861" y="1781304"/>
                    </a:lnTo>
                    <a:lnTo>
                      <a:pt x="393927" y="1765074"/>
                    </a:lnTo>
                    <a:lnTo>
                      <a:pt x="224542" y="1611650"/>
                    </a:lnTo>
                    <a:lnTo>
                      <a:pt x="393569" y="1458315"/>
                    </a:lnTo>
                    <a:lnTo>
                      <a:pt x="411503" y="1442085"/>
                    </a:lnTo>
                    <a:lnTo>
                      <a:pt x="412848" y="1440830"/>
                    </a:lnTo>
                    <a:lnTo>
                      <a:pt x="411503" y="1439574"/>
                    </a:lnTo>
                    <a:lnTo>
                      <a:pt x="393569" y="1423344"/>
                    </a:lnTo>
                    <a:lnTo>
                      <a:pt x="224542" y="1269920"/>
                    </a:lnTo>
                    <a:lnTo>
                      <a:pt x="393569" y="1116586"/>
                    </a:lnTo>
                    <a:lnTo>
                      <a:pt x="411503" y="1100356"/>
                    </a:lnTo>
                    <a:lnTo>
                      <a:pt x="412848" y="1099100"/>
                    </a:lnTo>
                    <a:lnTo>
                      <a:pt x="411503" y="1097845"/>
                    </a:lnTo>
                    <a:lnTo>
                      <a:pt x="393569" y="1081614"/>
                    </a:lnTo>
                    <a:lnTo>
                      <a:pt x="224542" y="928190"/>
                    </a:lnTo>
                    <a:lnTo>
                      <a:pt x="393569" y="775035"/>
                    </a:lnTo>
                    <a:lnTo>
                      <a:pt x="411503" y="758805"/>
                    </a:lnTo>
                    <a:lnTo>
                      <a:pt x="412848" y="757549"/>
                    </a:lnTo>
                    <a:lnTo>
                      <a:pt x="411503" y="756294"/>
                    </a:lnTo>
                    <a:lnTo>
                      <a:pt x="393569" y="740064"/>
                    </a:lnTo>
                    <a:lnTo>
                      <a:pt x="224542" y="586729"/>
                    </a:lnTo>
                    <a:lnTo>
                      <a:pt x="393569" y="433395"/>
                    </a:lnTo>
                    <a:lnTo>
                      <a:pt x="411503" y="417165"/>
                    </a:lnTo>
                    <a:lnTo>
                      <a:pt x="412848" y="415909"/>
                    </a:lnTo>
                    <a:lnTo>
                      <a:pt x="411503" y="414654"/>
                    </a:lnTo>
                    <a:lnTo>
                      <a:pt x="393569" y="398424"/>
                    </a:lnTo>
                    <a:lnTo>
                      <a:pt x="224542" y="245089"/>
                    </a:lnTo>
                    <a:lnTo>
                      <a:pt x="393569" y="91665"/>
                    </a:lnTo>
                    <a:lnTo>
                      <a:pt x="411503" y="75435"/>
                    </a:lnTo>
                    <a:lnTo>
                      <a:pt x="412848" y="74179"/>
                    </a:lnTo>
                    <a:lnTo>
                      <a:pt x="411503" y="72924"/>
                    </a:lnTo>
                    <a:lnTo>
                      <a:pt x="393569" y="56694"/>
                    </a:lnTo>
                    <a:lnTo>
                      <a:pt x="330800" y="-246"/>
                    </a:lnTo>
                    <a:lnTo>
                      <a:pt x="322909" y="16791"/>
                    </a:lnTo>
                    <a:lnTo>
                      <a:pt x="376711" y="65213"/>
                    </a:lnTo>
                    <a:lnTo>
                      <a:pt x="386574" y="74179"/>
                    </a:lnTo>
                    <a:lnTo>
                      <a:pt x="376711" y="83146"/>
                    </a:lnTo>
                    <a:lnTo>
                      <a:pt x="226515" y="219085"/>
                    </a:lnTo>
                    <a:cubicBezTo>
                      <a:pt x="219251" y="233970"/>
                      <a:pt x="211809" y="248766"/>
                      <a:pt x="204367" y="263920"/>
                    </a:cubicBezTo>
                    <a:lnTo>
                      <a:pt x="211540" y="257374"/>
                    </a:lnTo>
                    <a:lnTo>
                      <a:pt x="376711" y="407122"/>
                    </a:lnTo>
                    <a:lnTo>
                      <a:pt x="386574" y="416089"/>
                    </a:lnTo>
                    <a:lnTo>
                      <a:pt x="376711" y="425056"/>
                    </a:lnTo>
                    <a:lnTo>
                      <a:pt x="211540" y="574803"/>
                    </a:lnTo>
                    <a:lnTo>
                      <a:pt x="95598" y="469621"/>
                    </a:lnTo>
                    <a:lnTo>
                      <a:pt x="46458" y="424787"/>
                    </a:lnTo>
                    <a:lnTo>
                      <a:pt x="36595" y="415820"/>
                    </a:lnTo>
                    <a:lnTo>
                      <a:pt x="46458" y="406853"/>
                    </a:lnTo>
                    <a:lnTo>
                      <a:pt x="29242" y="406853"/>
                    </a:lnTo>
                    <a:lnTo>
                      <a:pt x="29242" y="398424"/>
                    </a:lnTo>
                    <a:lnTo>
                      <a:pt x="11308" y="414654"/>
                    </a:lnTo>
                    <a:lnTo>
                      <a:pt x="9963" y="415909"/>
                    </a:lnTo>
                    <a:lnTo>
                      <a:pt x="11308" y="417165"/>
                    </a:lnTo>
                    <a:lnTo>
                      <a:pt x="29242" y="433395"/>
                    </a:lnTo>
                    <a:lnTo>
                      <a:pt x="86631" y="485493"/>
                    </a:lnTo>
                    <a:lnTo>
                      <a:pt x="197910" y="586729"/>
                    </a:lnTo>
                    <a:lnTo>
                      <a:pt x="29242" y="739885"/>
                    </a:lnTo>
                    <a:lnTo>
                      <a:pt x="11308" y="756115"/>
                    </a:lnTo>
                    <a:lnTo>
                      <a:pt x="9963" y="757370"/>
                    </a:lnTo>
                    <a:lnTo>
                      <a:pt x="11308" y="758625"/>
                    </a:lnTo>
                    <a:lnTo>
                      <a:pt x="29242" y="774855"/>
                    </a:lnTo>
                    <a:lnTo>
                      <a:pt x="198269" y="928190"/>
                    </a:lnTo>
                    <a:lnTo>
                      <a:pt x="29242" y="1081614"/>
                    </a:lnTo>
                    <a:lnTo>
                      <a:pt x="11308" y="1097845"/>
                    </a:lnTo>
                    <a:lnTo>
                      <a:pt x="9963" y="1099100"/>
                    </a:lnTo>
                    <a:lnTo>
                      <a:pt x="11308" y="1100356"/>
                    </a:lnTo>
                    <a:lnTo>
                      <a:pt x="29242" y="1116586"/>
                    </a:lnTo>
                    <a:lnTo>
                      <a:pt x="198269" y="1269920"/>
                    </a:lnTo>
                    <a:lnTo>
                      <a:pt x="29242" y="1423344"/>
                    </a:lnTo>
                    <a:lnTo>
                      <a:pt x="11308" y="1439574"/>
                    </a:lnTo>
                    <a:lnTo>
                      <a:pt x="9963" y="1440830"/>
                    </a:lnTo>
                    <a:lnTo>
                      <a:pt x="11308" y="1442085"/>
                    </a:lnTo>
                    <a:lnTo>
                      <a:pt x="29242" y="1458315"/>
                    </a:lnTo>
                    <a:lnTo>
                      <a:pt x="198269" y="1611650"/>
                    </a:lnTo>
                    <a:lnTo>
                      <a:pt x="29242" y="1765074"/>
                    </a:lnTo>
                    <a:lnTo>
                      <a:pt x="11308" y="1781304"/>
                    </a:lnTo>
                    <a:lnTo>
                      <a:pt x="9963" y="1782559"/>
                    </a:lnTo>
                    <a:lnTo>
                      <a:pt x="11308" y="1783815"/>
                    </a:lnTo>
                    <a:lnTo>
                      <a:pt x="29242" y="1800045"/>
                    </a:lnTo>
                    <a:lnTo>
                      <a:pt x="198269" y="1953469"/>
                    </a:lnTo>
                    <a:lnTo>
                      <a:pt x="29242" y="2106804"/>
                    </a:lnTo>
                    <a:lnTo>
                      <a:pt x="11308" y="2123034"/>
                    </a:lnTo>
                    <a:lnTo>
                      <a:pt x="9963" y="2124289"/>
                    </a:lnTo>
                    <a:lnTo>
                      <a:pt x="11308" y="2125545"/>
                    </a:lnTo>
                    <a:lnTo>
                      <a:pt x="29242" y="2141775"/>
                    </a:lnTo>
                    <a:lnTo>
                      <a:pt x="198269" y="2295199"/>
                    </a:lnTo>
                    <a:lnTo>
                      <a:pt x="29242" y="2448623"/>
                    </a:lnTo>
                    <a:lnTo>
                      <a:pt x="11308" y="2464853"/>
                    </a:lnTo>
                    <a:lnTo>
                      <a:pt x="9963" y="2466109"/>
                    </a:lnTo>
                    <a:lnTo>
                      <a:pt x="11308" y="2467364"/>
                    </a:lnTo>
                    <a:lnTo>
                      <a:pt x="29242" y="2483594"/>
                    </a:lnTo>
                    <a:lnTo>
                      <a:pt x="198269" y="2637019"/>
                    </a:lnTo>
                    <a:lnTo>
                      <a:pt x="29242" y="2790353"/>
                    </a:lnTo>
                    <a:close/>
                    <a:moveTo>
                      <a:pt x="46100" y="766068"/>
                    </a:moveTo>
                    <a:lnTo>
                      <a:pt x="36237" y="757101"/>
                    </a:lnTo>
                    <a:lnTo>
                      <a:pt x="46100" y="748134"/>
                    </a:lnTo>
                    <a:lnTo>
                      <a:pt x="211181" y="598297"/>
                    </a:lnTo>
                    <a:lnTo>
                      <a:pt x="376352" y="748134"/>
                    </a:lnTo>
                    <a:lnTo>
                      <a:pt x="386216" y="757101"/>
                    </a:lnTo>
                    <a:lnTo>
                      <a:pt x="376352" y="766068"/>
                    </a:lnTo>
                    <a:lnTo>
                      <a:pt x="211181" y="915816"/>
                    </a:lnTo>
                    <a:close/>
                    <a:moveTo>
                      <a:pt x="46100" y="1107798"/>
                    </a:moveTo>
                    <a:lnTo>
                      <a:pt x="36237" y="1098831"/>
                    </a:lnTo>
                    <a:lnTo>
                      <a:pt x="46100" y="1089864"/>
                    </a:lnTo>
                    <a:lnTo>
                      <a:pt x="211181" y="940027"/>
                    </a:lnTo>
                    <a:lnTo>
                      <a:pt x="376352" y="1089864"/>
                    </a:lnTo>
                    <a:lnTo>
                      <a:pt x="386216" y="1098831"/>
                    </a:lnTo>
                    <a:lnTo>
                      <a:pt x="376352" y="1107798"/>
                    </a:lnTo>
                    <a:lnTo>
                      <a:pt x="211181" y="1257546"/>
                    </a:lnTo>
                    <a:close/>
                    <a:moveTo>
                      <a:pt x="46100" y="1449527"/>
                    </a:moveTo>
                    <a:lnTo>
                      <a:pt x="36237" y="1440560"/>
                    </a:lnTo>
                    <a:lnTo>
                      <a:pt x="46100" y="1431593"/>
                    </a:lnTo>
                    <a:lnTo>
                      <a:pt x="211181" y="1281756"/>
                    </a:lnTo>
                    <a:lnTo>
                      <a:pt x="376352" y="1431593"/>
                    </a:lnTo>
                    <a:lnTo>
                      <a:pt x="386216" y="1440560"/>
                    </a:lnTo>
                    <a:lnTo>
                      <a:pt x="376352" y="1449527"/>
                    </a:lnTo>
                    <a:lnTo>
                      <a:pt x="211181" y="1599993"/>
                    </a:lnTo>
                    <a:close/>
                    <a:moveTo>
                      <a:pt x="46100" y="1791258"/>
                    </a:moveTo>
                    <a:lnTo>
                      <a:pt x="36237" y="1782291"/>
                    </a:lnTo>
                    <a:lnTo>
                      <a:pt x="46100" y="1773324"/>
                    </a:lnTo>
                    <a:lnTo>
                      <a:pt x="211181" y="1623576"/>
                    </a:lnTo>
                    <a:lnTo>
                      <a:pt x="376352" y="1773324"/>
                    </a:lnTo>
                    <a:lnTo>
                      <a:pt x="386216" y="1782291"/>
                    </a:lnTo>
                    <a:lnTo>
                      <a:pt x="376352" y="1791258"/>
                    </a:lnTo>
                    <a:lnTo>
                      <a:pt x="211181" y="1941095"/>
                    </a:lnTo>
                    <a:close/>
                    <a:moveTo>
                      <a:pt x="46100" y="2132987"/>
                    </a:moveTo>
                    <a:lnTo>
                      <a:pt x="36237" y="2124020"/>
                    </a:lnTo>
                    <a:lnTo>
                      <a:pt x="46100" y="2115053"/>
                    </a:lnTo>
                    <a:lnTo>
                      <a:pt x="211181" y="1965305"/>
                    </a:lnTo>
                    <a:lnTo>
                      <a:pt x="376352" y="2115053"/>
                    </a:lnTo>
                    <a:lnTo>
                      <a:pt x="386216" y="2124020"/>
                    </a:lnTo>
                    <a:lnTo>
                      <a:pt x="376352" y="2132987"/>
                    </a:lnTo>
                    <a:lnTo>
                      <a:pt x="211181" y="2282825"/>
                    </a:lnTo>
                    <a:close/>
                    <a:moveTo>
                      <a:pt x="46100" y="2474807"/>
                    </a:moveTo>
                    <a:lnTo>
                      <a:pt x="36237" y="2465840"/>
                    </a:lnTo>
                    <a:lnTo>
                      <a:pt x="46100" y="2456873"/>
                    </a:lnTo>
                    <a:lnTo>
                      <a:pt x="211181" y="2307035"/>
                    </a:lnTo>
                    <a:lnTo>
                      <a:pt x="376352" y="2456873"/>
                    </a:lnTo>
                    <a:lnTo>
                      <a:pt x="386216" y="2465840"/>
                    </a:lnTo>
                    <a:lnTo>
                      <a:pt x="376352" y="2474807"/>
                    </a:lnTo>
                    <a:lnTo>
                      <a:pt x="211181" y="2624913"/>
                    </a:lnTo>
                    <a:close/>
                    <a:moveTo>
                      <a:pt x="211181" y="2649124"/>
                    </a:moveTo>
                    <a:lnTo>
                      <a:pt x="376263" y="2798961"/>
                    </a:lnTo>
                    <a:lnTo>
                      <a:pt x="46100" y="279896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6" name="Google Shape;51;p1">
                <a:extLst>
                  <a:ext uri="{FF2B5EF4-FFF2-40B4-BE49-F238E27FC236}">
                    <a16:creationId xmlns:a16="http://schemas.microsoft.com/office/drawing/2014/main" id="{41AD1246-596E-0E03-8C23-0A5C0DE52A7C}"/>
                  </a:ext>
                </a:extLst>
              </p:cNvPr>
              <p:cNvSpPr/>
              <p:nvPr/>
            </p:nvSpPr>
            <p:spPr>
              <a:xfrm>
                <a:off x="6925913" y="3989801"/>
                <a:ext cx="17933" cy="2245516"/>
              </a:xfrm>
              <a:custGeom>
                <a:avLst/>
                <a:gdLst/>
                <a:ahLst/>
                <a:cxnLst/>
                <a:rect l="l" t="t" r="r" b="b"/>
                <a:pathLst>
                  <a:path w="17933" h="3189089" extrusionOk="0">
                    <a:moveTo>
                      <a:pt x="10" y="30331"/>
                    </a:moveTo>
                    <a:lnTo>
                      <a:pt x="10" y="3188844"/>
                    </a:lnTo>
                    <a:lnTo>
                      <a:pt x="17944" y="3188844"/>
                    </a:lnTo>
                    <a:lnTo>
                      <a:pt x="17944" y="292"/>
                    </a:lnTo>
                    <a:lnTo>
                      <a:pt x="17406" y="-246"/>
                    </a:lnTo>
                    <a:cubicBezTo>
                      <a:pt x="12294" y="10066"/>
                      <a:pt x="6107" y="20199"/>
                      <a:pt x="10" y="3033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7" name="Google Shape;52;p1">
                <a:extLst>
                  <a:ext uri="{FF2B5EF4-FFF2-40B4-BE49-F238E27FC236}">
                    <a16:creationId xmlns:a16="http://schemas.microsoft.com/office/drawing/2014/main" id="{52736794-45DE-FAA6-6577-2BC23B41EE15}"/>
                  </a:ext>
                </a:extLst>
              </p:cNvPr>
              <p:cNvSpPr/>
              <p:nvPr/>
            </p:nvSpPr>
            <p:spPr>
              <a:xfrm>
                <a:off x="6824227" y="4225370"/>
                <a:ext cx="107603" cy="12627"/>
              </a:xfrm>
              <a:custGeom>
                <a:avLst/>
                <a:gdLst/>
                <a:ahLst/>
                <a:cxnLst/>
                <a:rect l="l" t="t" r="r" b="b"/>
                <a:pathLst>
                  <a:path w="107603" h="17933" extrusionOk="0">
                    <a:moveTo>
                      <a:pt x="107613" y="-246"/>
                    </a:moveTo>
                    <a:lnTo>
                      <a:pt x="107613" y="17688"/>
                    </a:lnTo>
                    <a:lnTo>
                      <a:pt x="10" y="17688"/>
                    </a:lnTo>
                    <a:cubicBezTo>
                      <a:pt x="2790" y="11770"/>
                      <a:pt x="5659" y="5762"/>
                      <a:pt x="8439"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8" name="Google Shape;53;p1">
                <a:extLst>
                  <a:ext uri="{FF2B5EF4-FFF2-40B4-BE49-F238E27FC236}">
                    <a16:creationId xmlns:a16="http://schemas.microsoft.com/office/drawing/2014/main" id="{B170DBDD-6102-62D9-CC1B-15B4019F3E63}"/>
                  </a:ext>
                </a:extLst>
              </p:cNvPr>
              <p:cNvSpPr/>
              <p:nvPr/>
            </p:nvSpPr>
            <p:spPr>
              <a:xfrm>
                <a:off x="655522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9" name="Google Shape;54;p1">
                <a:extLst>
                  <a:ext uri="{FF2B5EF4-FFF2-40B4-BE49-F238E27FC236}">
                    <a16:creationId xmlns:a16="http://schemas.microsoft.com/office/drawing/2014/main" id="{E305538F-B850-DB25-DEE9-88252F7F36CC}"/>
                  </a:ext>
                </a:extLst>
              </p:cNvPr>
              <p:cNvSpPr/>
              <p:nvPr/>
            </p:nvSpPr>
            <p:spPr>
              <a:xfrm>
                <a:off x="6555309"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0" name="Google Shape;55;p1">
                <a:extLst>
                  <a:ext uri="{FF2B5EF4-FFF2-40B4-BE49-F238E27FC236}">
                    <a16:creationId xmlns:a16="http://schemas.microsoft.com/office/drawing/2014/main" id="{4A6ECB13-FFCF-EC24-6A09-7EC4C9405DC4}"/>
                  </a:ext>
                </a:extLst>
              </p:cNvPr>
              <p:cNvSpPr/>
              <p:nvPr/>
            </p:nvSpPr>
            <p:spPr>
              <a:xfrm>
                <a:off x="6555309"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1" name="Google Shape;56;p1">
                <a:extLst>
                  <a:ext uri="{FF2B5EF4-FFF2-40B4-BE49-F238E27FC236}">
                    <a16:creationId xmlns:a16="http://schemas.microsoft.com/office/drawing/2014/main" id="{49A8278D-142F-DEBC-AF95-28ED910A5766}"/>
                  </a:ext>
                </a:extLst>
              </p:cNvPr>
              <p:cNvSpPr/>
              <p:nvPr/>
            </p:nvSpPr>
            <p:spPr>
              <a:xfrm>
                <a:off x="6555309"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2" name="Google Shape;57;p1">
                <a:extLst>
                  <a:ext uri="{FF2B5EF4-FFF2-40B4-BE49-F238E27FC236}">
                    <a16:creationId xmlns:a16="http://schemas.microsoft.com/office/drawing/2014/main" id="{CC1A20D0-AC12-A2C3-5B4C-107A69AD879C}"/>
                  </a:ext>
                </a:extLst>
              </p:cNvPr>
              <p:cNvSpPr/>
              <p:nvPr/>
            </p:nvSpPr>
            <p:spPr>
              <a:xfrm>
                <a:off x="6555309"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3" name="Google Shape;58;p1">
                <a:extLst>
                  <a:ext uri="{FF2B5EF4-FFF2-40B4-BE49-F238E27FC236}">
                    <a16:creationId xmlns:a16="http://schemas.microsoft.com/office/drawing/2014/main" id="{1DDC8EBD-CA75-7107-C49F-BF79C5F72263}"/>
                  </a:ext>
                </a:extLst>
              </p:cNvPr>
              <p:cNvSpPr/>
              <p:nvPr/>
            </p:nvSpPr>
            <p:spPr>
              <a:xfrm>
                <a:off x="6555309"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4" name="Google Shape;59;p1">
                <a:extLst>
                  <a:ext uri="{FF2B5EF4-FFF2-40B4-BE49-F238E27FC236}">
                    <a16:creationId xmlns:a16="http://schemas.microsoft.com/office/drawing/2014/main" id="{C885A863-EBC6-17FC-9B71-F3C6972E93A8}"/>
                  </a:ext>
                </a:extLst>
              </p:cNvPr>
              <p:cNvSpPr/>
              <p:nvPr/>
            </p:nvSpPr>
            <p:spPr>
              <a:xfrm>
                <a:off x="6555309"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5" name="Google Shape;60;p1">
                <a:extLst>
                  <a:ext uri="{FF2B5EF4-FFF2-40B4-BE49-F238E27FC236}">
                    <a16:creationId xmlns:a16="http://schemas.microsoft.com/office/drawing/2014/main" id="{8D30797D-59F3-7CAD-E3B7-7C8F37FE9B36}"/>
                  </a:ext>
                </a:extLst>
              </p:cNvPr>
              <p:cNvSpPr/>
              <p:nvPr/>
            </p:nvSpPr>
            <p:spPr>
              <a:xfrm>
                <a:off x="5260842" y="5257367"/>
                <a:ext cx="17933" cy="977950"/>
              </a:xfrm>
              <a:custGeom>
                <a:avLst/>
                <a:gdLst/>
                <a:ahLst/>
                <a:cxnLst/>
                <a:rect l="l" t="t" r="r" b="b"/>
                <a:pathLst>
                  <a:path w="17933" h="1388888" extrusionOk="0">
                    <a:moveTo>
                      <a:pt x="10" y="-246"/>
                    </a:moveTo>
                    <a:lnTo>
                      <a:pt x="10" y="1388642"/>
                    </a:lnTo>
                    <a:lnTo>
                      <a:pt x="17944" y="1388642"/>
                    </a:lnTo>
                    <a:lnTo>
                      <a:pt x="17944" y="11321"/>
                    </a:lnTo>
                    <a:cubicBezTo>
                      <a:pt x="11738" y="7824"/>
                      <a:pt x="5749" y="395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6" name="Google Shape;61;p1">
                <a:extLst>
                  <a:ext uri="{FF2B5EF4-FFF2-40B4-BE49-F238E27FC236}">
                    <a16:creationId xmlns:a16="http://schemas.microsoft.com/office/drawing/2014/main" id="{D336D14B-FF8A-0F29-66D6-8C5862D1B428}"/>
                  </a:ext>
                </a:extLst>
              </p:cNvPr>
              <p:cNvSpPr/>
              <p:nvPr/>
            </p:nvSpPr>
            <p:spPr>
              <a:xfrm>
                <a:off x="5249544" y="5230470"/>
                <a:ext cx="423059" cy="932932"/>
              </a:xfrm>
              <a:custGeom>
                <a:avLst/>
                <a:gdLst/>
                <a:ahLst/>
                <a:cxnLst/>
                <a:rect l="l" t="t" r="r" b="b"/>
                <a:pathLst>
                  <a:path w="423059" h="1324953" extrusionOk="0">
                    <a:moveTo>
                      <a:pt x="393927" y="1297807"/>
                    </a:moveTo>
                    <a:lnTo>
                      <a:pt x="224901" y="1144383"/>
                    </a:lnTo>
                    <a:lnTo>
                      <a:pt x="393927" y="990959"/>
                    </a:lnTo>
                    <a:lnTo>
                      <a:pt x="411861" y="974728"/>
                    </a:lnTo>
                    <a:lnTo>
                      <a:pt x="413206" y="973473"/>
                    </a:lnTo>
                    <a:lnTo>
                      <a:pt x="411861" y="972218"/>
                    </a:lnTo>
                    <a:lnTo>
                      <a:pt x="393927" y="955988"/>
                    </a:lnTo>
                    <a:lnTo>
                      <a:pt x="224901" y="802564"/>
                    </a:lnTo>
                    <a:lnTo>
                      <a:pt x="393927" y="649139"/>
                    </a:lnTo>
                    <a:lnTo>
                      <a:pt x="411861" y="632909"/>
                    </a:lnTo>
                    <a:lnTo>
                      <a:pt x="413206" y="631654"/>
                    </a:lnTo>
                    <a:lnTo>
                      <a:pt x="411861" y="630399"/>
                    </a:lnTo>
                    <a:lnTo>
                      <a:pt x="393927" y="614168"/>
                    </a:lnTo>
                    <a:lnTo>
                      <a:pt x="224901" y="460834"/>
                    </a:lnTo>
                    <a:lnTo>
                      <a:pt x="393927" y="307409"/>
                    </a:lnTo>
                    <a:lnTo>
                      <a:pt x="411861" y="291179"/>
                    </a:lnTo>
                    <a:lnTo>
                      <a:pt x="413206" y="289924"/>
                    </a:lnTo>
                    <a:lnTo>
                      <a:pt x="411861" y="288668"/>
                    </a:lnTo>
                    <a:lnTo>
                      <a:pt x="393927" y="272438"/>
                    </a:lnTo>
                    <a:lnTo>
                      <a:pt x="224901" y="119014"/>
                    </a:lnTo>
                    <a:lnTo>
                      <a:pt x="356445" y="-246"/>
                    </a:lnTo>
                    <a:cubicBezTo>
                      <a:pt x="345748" y="2032"/>
                      <a:pt x="334943" y="3771"/>
                      <a:pt x="324075" y="4955"/>
                    </a:cubicBezTo>
                    <a:lnTo>
                      <a:pt x="211540" y="107357"/>
                    </a:lnTo>
                    <a:lnTo>
                      <a:pt x="160249" y="60819"/>
                    </a:lnTo>
                    <a:cubicBezTo>
                      <a:pt x="153694" y="63231"/>
                      <a:pt x="146978" y="65204"/>
                      <a:pt x="140163" y="66737"/>
                    </a:cubicBezTo>
                    <a:lnTo>
                      <a:pt x="198269" y="119462"/>
                    </a:lnTo>
                    <a:lnTo>
                      <a:pt x="29242" y="272887"/>
                    </a:lnTo>
                    <a:lnTo>
                      <a:pt x="11308" y="289117"/>
                    </a:lnTo>
                    <a:lnTo>
                      <a:pt x="9963" y="290372"/>
                    </a:lnTo>
                    <a:lnTo>
                      <a:pt x="11308" y="291628"/>
                    </a:lnTo>
                    <a:lnTo>
                      <a:pt x="29242" y="307858"/>
                    </a:lnTo>
                    <a:lnTo>
                      <a:pt x="198269" y="461282"/>
                    </a:lnTo>
                    <a:lnTo>
                      <a:pt x="29242" y="614617"/>
                    </a:lnTo>
                    <a:lnTo>
                      <a:pt x="11308" y="630847"/>
                    </a:lnTo>
                    <a:lnTo>
                      <a:pt x="9963" y="632102"/>
                    </a:lnTo>
                    <a:lnTo>
                      <a:pt x="11308" y="633357"/>
                    </a:lnTo>
                    <a:lnTo>
                      <a:pt x="29242" y="649587"/>
                    </a:lnTo>
                    <a:lnTo>
                      <a:pt x="198269" y="803012"/>
                    </a:lnTo>
                    <a:lnTo>
                      <a:pt x="29242" y="956436"/>
                    </a:lnTo>
                    <a:lnTo>
                      <a:pt x="11308" y="972666"/>
                    </a:lnTo>
                    <a:lnTo>
                      <a:pt x="9963" y="973922"/>
                    </a:lnTo>
                    <a:lnTo>
                      <a:pt x="11308" y="975177"/>
                    </a:lnTo>
                    <a:lnTo>
                      <a:pt x="29242" y="991407"/>
                    </a:lnTo>
                    <a:lnTo>
                      <a:pt x="198269" y="1144831"/>
                    </a:lnTo>
                    <a:lnTo>
                      <a:pt x="29242" y="1298166"/>
                    </a:lnTo>
                    <a:lnTo>
                      <a:pt x="11308" y="1314486"/>
                    </a:lnTo>
                    <a:lnTo>
                      <a:pt x="10" y="1324708"/>
                    </a:lnTo>
                    <a:lnTo>
                      <a:pt x="423070" y="1324708"/>
                    </a:lnTo>
                    <a:lnTo>
                      <a:pt x="411861" y="1314575"/>
                    </a:lnTo>
                    <a:close/>
                    <a:moveTo>
                      <a:pt x="46458" y="298891"/>
                    </a:moveTo>
                    <a:lnTo>
                      <a:pt x="36595" y="289924"/>
                    </a:lnTo>
                    <a:lnTo>
                      <a:pt x="46458" y="280957"/>
                    </a:lnTo>
                    <a:lnTo>
                      <a:pt x="211540" y="131209"/>
                    </a:lnTo>
                    <a:lnTo>
                      <a:pt x="376711" y="280957"/>
                    </a:lnTo>
                    <a:lnTo>
                      <a:pt x="386574" y="289924"/>
                    </a:lnTo>
                    <a:lnTo>
                      <a:pt x="376711" y="298891"/>
                    </a:lnTo>
                    <a:lnTo>
                      <a:pt x="211540" y="448728"/>
                    </a:lnTo>
                    <a:close/>
                    <a:moveTo>
                      <a:pt x="46458" y="640620"/>
                    </a:moveTo>
                    <a:lnTo>
                      <a:pt x="36595" y="631654"/>
                    </a:lnTo>
                    <a:lnTo>
                      <a:pt x="46458" y="622687"/>
                    </a:lnTo>
                    <a:lnTo>
                      <a:pt x="211540" y="472939"/>
                    </a:lnTo>
                    <a:lnTo>
                      <a:pt x="376711" y="622687"/>
                    </a:lnTo>
                    <a:lnTo>
                      <a:pt x="386574" y="631654"/>
                    </a:lnTo>
                    <a:lnTo>
                      <a:pt x="376711" y="640620"/>
                    </a:lnTo>
                    <a:lnTo>
                      <a:pt x="211540" y="790458"/>
                    </a:lnTo>
                    <a:close/>
                    <a:moveTo>
                      <a:pt x="46458" y="982440"/>
                    </a:moveTo>
                    <a:lnTo>
                      <a:pt x="36595" y="973473"/>
                    </a:lnTo>
                    <a:lnTo>
                      <a:pt x="46458" y="964507"/>
                    </a:lnTo>
                    <a:lnTo>
                      <a:pt x="211540" y="814669"/>
                    </a:lnTo>
                    <a:lnTo>
                      <a:pt x="376711" y="964507"/>
                    </a:lnTo>
                    <a:lnTo>
                      <a:pt x="386574" y="973473"/>
                    </a:lnTo>
                    <a:lnTo>
                      <a:pt x="376711" y="982440"/>
                    </a:lnTo>
                    <a:lnTo>
                      <a:pt x="211540" y="1132278"/>
                    </a:lnTo>
                    <a:close/>
                    <a:moveTo>
                      <a:pt x="46458" y="1306326"/>
                    </a:moveTo>
                    <a:lnTo>
                      <a:pt x="211540" y="1156488"/>
                    </a:lnTo>
                    <a:lnTo>
                      <a:pt x="376621" y="1306326"/>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7" name="Google Shape;62;p1">
                <a:extLst>
                  <a:ext uri="{FF2B5EF4-FFF2-40B4-BE49-F238E27FC236}">
                    <a16:creationId xmlns:a16="http://schemas.microsoft.com/office/drawing/2014/main" id="{06E3B1F2-36E7-B749-D5B5-DB662AAA8EA7}"/>
                  </a:ext>
                </a:extLst>
              </p:cNvPr>
              <p:cNvSpPr/>
              <p:nvPr/>
            </p:nvSpPr>
            <p:spPr>
              <a:xfrm>
                <a:off x="5643461" y="5218789"/>
                <a:ext cx="17933" cy="1016528"/>
              </a:xfrm>
              <a:custGeom>
                <a:avLst/>
                <a:gdLst/>
                <a:ahLst/>
                <a:cxnLst/>
                <a:rect l="l" t="t" r="r" b="b"/>
                <a:pathLst>
                  <a:path w="17933" h="1443676" extrusionOk="0">
                    <a:moveTo>
                      <a:pt x="10" y="5941"/>
                    </a:moveTo>
                    <a:lnTo>
                      <a:pt x="10" y="1443430"/>
                    </a:lnTo>
                    <a:lnTo>
                      <a:pt x="17944" y="1443430"/>
                    </a:lnTo>
                    <a:lnTo>
                      <a:pt x="17944" y="-246"/>
                    </a:lnTo>
                    <a:cubicBezTo>
                      <a:pt x="12474" y="1727"/>
                      <a:pt x="6018" y="3878"/>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8" name="Google Shape;63;p1">
                <a:extLst>
                  <a:ext uri="{FF2B5EF4-FFF2-40B4-BE49-F238E27FC236}">
                    <a16:creationId xmlns:a16="http://schemas.microsoft.com/office/drawing/2014/main" id="{40009DB6-C28C-BB4E-2456-9812CA2B3BD1}"/>
                  </a:ext>
                </a:extLst>
              </p:cNvPr>
              <p:cNvSpPr/>
              <p:nvPr/>
            </p:nvSpPr>
            <p:spPr>
              <a:xfrm>
                <a:off x="5272858"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9" name="Google Shape;64;p1">
                <a:extLst>
                  <a:ext uri="{FF2B5EF4-FFF2-40B4-BE49-F238E27FC236}">
                    <a16:creationId xmlns:a16="http://schemas.microsoft.com/office/drawing/2014/main" id="{11B8374D-F267-76C5-8D80-DD7DCE21343E}"/>
                  </a:ext>
                </a:extLst>
              </p:cNvPr>
              <p:cNvSpPr/>
              <p:nvPr/>
            </p:nvSpPr>
            <p:spPr>
              <a:xfrm>
                <a:off x="5272858"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0" name="Google Shape;65;p1">
                <a:extLst>
                  <a:ext uri="{FF2B5EF4-FFF2-40B4-BE49-F238E27FC236}">
                    <a16:creationId xmlns:a16="http://schemas.microsoft.com/office/drawing/2014/main" id="{A978C76E-48F3-024C-7155-C5A09BA7CDED}"/>
                  </a:ext>
                </a:extLst>
              </p:cNvPr>
              <p:cNvSpPr/>
              <p:nvPr/>
            </p:nvSpPr>
            <p:spPr>
              <a:xfrm>
                <a:off x="5272858"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1" name="Google Shape;66;p1">
                <a:extLst>
                  <a:ext uri="{FF2B5EF4-FFF2-40B4-BE49-F238E27FC236}">
                    <a16:creationId xmlns:a16="http://schemas.microsoft.com/office/drawing/2014/main" id="{9CBF4654-EED4-1A84-CC88-E8AAEFA85DF8}"/>
                  </a:ext>
                </a:extLst>
              </p:cNvPr>
              <p:cNvSpPr/>
              <p:nvPr/>
            </p:nvSpPr>
            <p:spPr>
              <a:xfrm>
                <a:off x="3978391" y="4692405"/>
                <a:ext cx="17933" cy="1542912"/>
              </a:xfrm>
              <a:custGeom>
                <a:avLst/>
                <a:gdLst/>
                <a:ahLst/>
                <a:cxnLst/>
                <a:rect l="l" t="t" r="r" b="b"/>
                <a:pathLst>
                  <a:path w="17933" h="2191249" extrusionOk="0">
                    <a:moveTo>
                      <a:pt x="10" y="-246"/>
                    </a:moveTo>
                    <a:lnTo>
                      <a:pt x="10" y="2191003"/>
                    </a:lnTo>
                    <a:lnTo>
                      <a:pt x="17944" y="2191003"/>
                    </a:lnTo>
                    <a:lnTo>
                      <a:pt x="17944" y="22530"/>
                    </a:lnTo>
                    <a:cubicBezTo>
                      <a:pt x="11667" y="14997"/>
                      <a:pt x="5659" y="7465"/>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2" name="Google Shape;67;p1">
                <a:extLst>
                  <a:ext uri="{FF2B5EF4-FFF2-40B4-BE49-F238E27FC236}">
                    <a16:creationId xmlns:a16="http://schemas.microsoft.com/office/drawing/2014/main" id="{A68538ED-E96C-64F8-8D6F-8E24C936FA0F}"/>
                  </a:ext>
                </a:extLst>
              </p:cNvPr>
              <p:cNvSpPr/>
              <p:nvPr/>
            </p:nvSpPr>
            <p:spPr>
              <a:xfrm>
                <a:off x="3967183" y="4703896"/>
                <a:ext cx="422970" cy="1459191"/>
              </a:xfrm>
              <a:custGeom>
                <a:avLst/>
                <a:gdLst/>
                <a:ahLst/>
                <a:cxnLst/>
                <a:rect l="l" t="t" r="r" b="b"/>
                <a:pathLst>
                  <a:path w="422970" h="2072348" extrusionOk="0">
                    <a:moveTo>
                      <a:pt x="393837" y="2045650"/>
                    </a:moveTo>
                    <a:lnTo>
                      <a:pt x="224811" y="1892226"/>
                    </a:lnTo>
                    <a:lnTo>
                      <a:pt x="393837" y="1738801"/>
                    </a:lnTo>
                    <a:lnTo>
                      <a:pt x="411771" y="1722571"/>
                    </a:lnTo>
                    <a:lnTo>
                      <a:pt x="413116" y="1721316"/>
                    </a:lnTo>
                    <a:lnTo>
                      <a:pt x="411771" y="1720060"/>
                    </a:lnTo>
                    <a:lnTo>
                      <a:pt x="393837" y="1703830"/>
                    </a:lnTo>
                    <a:lnTo>
                      <a:pt x="224811" y="1550406"/>
                    </a:lnTo>
                    <a:lnTo>
                      <a:pt x="393837" y="1396982"/>
                    </a:lnTo>
                    <a:lnTo>
                      <a:pt x="411771" y="1380751"/>
                    </a:lnTo>
                    <a:lnTo>
                      <a:pt x="413116" y="1379496"/>
                    </a:lnTo>
                    <a:lnTo>
                      <a:pt x="411771" y="1378241"/>
                    </a:lnTo>
                    <a:lnTo>
                      <a:pt x="393837" y="1362011"/>
                    </a:lnTo>
                    <a:lnTo>
                      <a:pt x="224811" y="1208676"/>
                    </a:lnTo>
                    <a:lnTo>
                      <a:pt x="393837" y="1055252"/>
                    </a:lnTo>
                    <a:lnTo>
                      <a:pt x="411771" y="1039022"/>
                    </a:lnTo>
                    <a:lnTo>
                      <a:pt x="413116" y="1037766"/>
                    </a:lnTo>
                    <a:lnTo>
                      <a:pt x="411771" y="1036511"/>
                    </a:lnTo>
                    <a:lnTo>
                      <a:pt x="393837" y="1020281"/>
                    </a:lnTo>
                    <a:lnTo>
                      <a:pt x="224811" y="866857"/>
                    </a:lnTo>
                    <a:lnTo>
                      <a:pt x="393837" y="713522"/>
                    </a:lnTo>
                    <a:lnTo>
                      <a:pt x="411771" y="697292"/>
                    </a:lnTo>
                    <a:lnTo>
                      <a:pt x="413116" y="696037"/>
                    </a:lnTo>
                    <a:lnTo>
                      <a:pt x="411771" y="694781"/>
                    </a:lnTo>
                    <a:lnTo>
                      <a:pt x="393837" y="678551"/>
                    </a:lnTo>
                    <a:lnTo>
                      <a:pt x="224811" y="525127"/>
                    </a:lnTo>
                    <a:lnTo>
                      <a:pt x="359315" y="403266"/>
                    </a:lnTo>
                    <a:lnTo>
                      <a:pt x="394017" y="371793"/>
                    </a:lnTo>
                    <a:lnTo>
                      <a:pt x="411950" y="355562"/>
                    </a:lnTo>
                    <a:lnTo>
                      <a:pt x="413296" y="354307"/>
                    </a:lnTo>
                    <a:lnTo>
                      <a:pt x="411950" y="353051"/>
                    </a:lnTo>
                    <a:lnTo>
                      <a:pt x="394017" y="336821"/>
                    </a:lnTo>
                    <a:lnTo>
                      <a:pt x="352679" y="299250"/>
                    </a:lnTo>
                    <a:cubicBezTo>
                      <a:pt x="339928" y="297403"/>
                      <a:pt x="327419" y="294157"/>
                      <a:pt x="315377" y="289565"/>
                    </a:cubicBezTo>
                    <a:lnTo>
                      <a:pt x="376621" y="345071"/>
                    </a:lnTo>
                    <a:lnTo>
                      <a:pt x="386484" y="354038"/>
                    </a:lnTo>
                    <a:lnTo>
                      <a:pt x="376621" y="363005"/>
                    </a:lnTo>
                    <a:lnTo>
                      <a:pt x="345595" y="391161"/>
                    </a:lnTo>
                    <a:lnTo>
                      <a:pt x="211091" y="512752"/>
                    </a:lnTo>
                    <a:lnTo>
                      <a:pt x="46010" y="363005"/>
                    </a:lnTo>
                    <a:lnTo>
                      <a:pt x="36147" y="354038"/>
                    </a:lnTo>
                    <a:lnTo>
                      <a:pt x="46010" y="345071"/>
                    </a:lnTo>
                    <a:lnTo>
                      <a:pt x="171547" y="231280"/>
                    </a:lnTo>
                    <a:lnTo>
                      <a:pt x="211271" y="195413"/>
                    </a:lnTo>
                    <a:lnTo>
                      <a:pt x="238172" y="220072"/>
                    </a:lnTo>
                    <a:cubicBezTo>
                      <a:pt x="231957" y="207069"/>
                      <a:pt x="224945" y="194462"/>
                      <a:pt x="217189" y="182321"/>
                    </a:cubicBezTo>
                    <a:cubicBezTo>
                      <a:pt x="216382" y="181066"/>
                      <a:pt x="215306" y="179631"/>
                      <a:pt x="214140" y="178106"/>
                    </a:cubicBezTo>
                    <a:lnTo>
                      <a:pt x="212167" y="176134"/>
                    </a:lnTo>
                    <a:cubicBezTo>
                      <a:pt x="201048" y="164298"/>
                      <a:pt x="190019" y="152551"/>
                      <a:pt x="178093" y="141342"/>
                    </a:cubicBezTo>
                    <a:lnTo>
                      <a:pt x="169126" y="133541"/>
                    </a:lnTo>
                    <a:cubicBezTo>
                      <a:pt x="139715" y="107178"/>
                      <a:pt x="108151" y="83416"/>
                      <a:pt x="78560" y="57322"/>
                    </a:cubicBezTo>
                    <a:cubicBezTo>
                      <a:pt x="58501" y="39693"/>
                      <a:pt x="39939" y="20441"/>
                      <a:pt x="23055" y="-246"/>
                    </a:cubicBezTo>
                    <a:lnTo>
                      <a:pt x="10411" y="11232"/>
                    </a:lnTo>
                    <a:lnTo>
                      <a:pt x="9066" y="12487"/>
                    </a:lnTo>
                    <a:lnTo>
                      <a:pt x="10411" y="13742"/>
                    </a:lnTo>
                    <a:lnTo>
                      <a:pt x="28345" y="29973"/>
                    </a:lnTo>
                    <a:lnTo>
                      <a:pt x="197372" y="183307"/>
                    </a:lnTo>
                    <a:lnTo>
                      <a:pt x="157917" y="219175"/>
                    </a:lnTo>
                    <a:lnTo>
                      <a:pt x="28345" y="336821"/>
                    </a:lnTo>
                    <a:lnTo>
                      <a:pt x="10411" y="353051"/>
                    </a:lnTo>
                    <a:lnTo>
                      <a:pt x="9066" y="354307"/>
                    </a:lnTo>
                    <a:lnTo>
                      <a:pt x="10411" y="355562"/>
                    </a:lnTo>
                    <a:lnTo>
                      <a:pt x="28345" y="371793"/>
                    </a:lnTo>
                    <a:lnTo>
                      <a:pt x="197372" y="525127"/>
                    </a:lnTo>
                    <a:lnTo>
                      <a:pt x="29152" y="678551"/>
                    </a:lnTo>
                    <a:lnTo>
                      <a:pt x="11218" y="694781"/>
                    </a:lnTo>
                    <a:lnTo>
                      <a:pt x="9873" y="696037"/>
                    </a:lnTo>
                    <a:lnTo>
                      <a:pt x="11218" y="697292"/>
                    </a:lnTo>
                    <a:lnTo>
                      <a:pt x="29152" y="713522"/>
                    </a:lnTo>
                    <a:lnTo>
                      <a:pt x="198179" y="866857"/>
                    </a:lnTo>
                    <a:lnTo>
                      <a:pt x="29152" y="1020281"/>
                    </a:lnTo>
                    <a:lnTo>
                      <a:pt x="11218" y="1036511"/>
                    </a:lnTo>
                    <a:lnTo>
                      <a:pt x="9873" y="1037766"/>
                    </a:lnTo>
                    <a:lnTo>
                      <a:pt x="11218" y="1039022"/>
                    </a:lnTo>
                    <a:lnTo>
                      <a:pt x="29152" y="1055252"/>
                    </a:lnTo>
                    <a:lnTo>
                      <a:pt x="198179" y="1208676"/>
                    </a:lnTo>
                    <a:lnTo>
                      <a:pt x="29152" y="1362011"/>
                    </a:lnTo>
                    <a:lnTo>
                      <a:pt x="11218" y="1378241"/>
                    </a:lnTo>
                    <a:lnTo>
                      <a:pt x="9873" y="1379496"/>
                    </a:lnTo>
                    <a:lnTo>
                      <a:pt x="11218" y="1380751"/>
                    </a:lnTo>
                    <a:lnTo>
                      <a:pt x="29152" y="1396982"/>
                    </a:lnTo>
                    <a:lnTo>
                      <a:pt x="198179" y="1550406"/>
                    </a:lnTo>
                    <a:lnTo>
                      <a:pt x="29152" y="1703830"/>
                    </a:lnTo>
                    <a:lnTo>
                      <a:pt x="11218" y="1720060"/>
                    </a:lnTo>
                    <a:lnTo>
                      <a:pt x="9873" y="1721316"/>
                    </a:lnTo>
                    <a:lnTo>
                      <a:pt x="11218" y="1722571"/>
                    </a:lnTo>
                    <a:lnTo>
                      <a:pt x="29152" y="1738801"/>
                    </a:lnTo>
                    <a:lnTo>
                      <a:pt x="198179" y="1892226"/>
                    </a:lnTo>
                    <a:lnTo>
                      <a:pt x="29152" y="2045650"/>
                    </a:lnTo>
                    <a:lnTo>
                      <a:pt x="11218" y="2061970"/>
                    </a:lnTo>
                    <a:lnTo>
                      <a:pt x="10" y="2072102"/>
                    </a:lnTo>
                    <a:lnTo>
                      <a:pt x="422980" y="2072102"/>
                    </a:lnTo>
                    <a:lnTo>
                      <a:pt x="411771" y="2061970"/>
                    </a:lnTo>
                    <a:close/>
                    <a:moveTo>
                      <a:pt x="46369" y="705003"/>
                    </a:moveTo>
                    <a:lnTo>
                      <a:pt x="36505" y="696037"/>
                    </a:lnTo>
                    <a:lnTo>
                      <a:pt x="46369" y="687070"/>
                    </a:lnTo>
                    <a:lnTo>
                      <a:pt x="211450" y="537232"/>
                    </a:lnTo>
                    <a:lnTo>
                      <a:pt x="376621" y="687070"/>
                    </a:lnTo>
                    <a:lnTo>
                      <a:pt x="386484" y="696037"/>
                    </a:lnTo>
                    <a:lnTo>
                      <a:pt x="376621" y="705003"/>
                    </a:lnTo>
                    <a:lnTo>
                      <a:pt x="211450" y="855200"/>
                    </a:lnTo>
                    <a:close/>
                    <a:moveTo>
                      <a:pt x="46369" y="1046733"/>
                    </a:moveTo>
                    <a:lnTo>
                      <a:pt x="36505" y="1037766"/>
                    </a:lnTo>
                    <a:lnTo>
                      <a:pt x="46369" y="1028799"/>
                    </a:lnTo>
                    <a:lnTo>
                      <a:pt x="211450" y="879051"/>
                    </a:lnTo>
                    <a:lnTo>
                      <a:pt x="376621" y="1028799"/>
                    </a:lnTo>
                    <a:lnTo>
                      <a:pt x="386484" y="1037766"/>
                    </a:lnTo>
                    <a:lnTo>
                      <a:pt x="376621" y="1046733"/>
                    </a:lnTo>
                    <a:lnTo>
                      <a:pt x="211450" y="1196571"/>
                    </a:lnTo>
                    <a:close/>
                    <a:moveTo>
                      <a:pt x="46369" y="1388463"/>
                    </a:moveTo>
                    <a:lnTo>
                      <a:pt x="36505" y="1379496"/>
                    </a:lnTo>
                    <a:lnTo>
                      <a:pt x="46369" y="1370529"/>
                    </a:lnTo>
                    <a:lnTo>
                      <a:pt x="211450" y="1220782"/>
                    </a:lnTo>
                    <a:lnTo>
                      <a:pt x="376621" y="1370529"/>
                    </a:lnTo>
                    <a:lnTo>
                      <a:pt x="386484" y="1379496"/>
                    </a:lnTo>
                    <a:lnTo>
                      <a:pt x="376621" y="1388463"/>
                    </a:lnTo>
                    <a:lnTo>
                      <a:pt x="211450" y="1538300"/>
                    </a:lnTo>
                    <a:close/>
                    <a:moveTo>
                      <a:pt x="46369" y="1730283"/>
                    </a:moveTo>
                    <a:lnTo>
                      <a:pt x="36505" y="1721316"/>
                    </a:lnTo>
                    <a:lnTo>
                      <a:pt x="46369" y="1712349"/>
                    </a:lnTo>
                    <a:lnTo>
                      <a:pt x="211450" y="1562511"/>
                    </a:lnTo>
                    <a:lnTo>
                      <a:pt x="376621" y="1712349"/>
                    </a:lnTo>
                    <a:lnTo>
                      <a:pt x="386484" y="1721316"/>
                    </a:lnTo>
                    <a:lnTo>
                      <a:pt x="376621" y="1730283"/>
                    </a:lnTo>
                    <a:lnTo>
                      <a:pt x="211450" y="1880120"/>
                    </a:lnTo>
                    <a:close/>
                    <a:moveTo>
                      <a:pt x="46369" y="2054168"/>
                    </a:moveTo>
                    <a:lnTo>
                      <a:pt x="211450" y="1904331"/>
                    </a:lnTo>
                    <a:lnTo>
                      <a:pt x="376621" y="205416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3" name="Google Shape;68;p1">
                <a:extLst>
                  <a:ext uri="{FF2B5EF4-FFF2-40B4-BE49-F238E27FC236}">
                    <a16:creationId xmlns:a16="http://schemas.microsoft.com/office/drawing/2014/main" id="{52DC768E-7B9E-4FB0-417A-B2EF4394A446}"/>
                  </a:ext>
                </a:extLst>
              </p:cNvPr>
              <p:cNvSpPr/>
              <p:nvPr/>
            </p:nvSpPr>
            <p:spPr>
              <a:xfrm>
                <a:off x="4361010" y="4914778"/>
                <a:ext cx="17933" cy="1320791"/>
              </a:xfrm>
              <a:custGeom>
                <a:avLst/>
                <a:gdLst/>
                <a:ahLst/>
                <a:cxnLst/>
                <a:rect l="l" t="t" r="r" b="b"/>
                <a:pathLst>
                  <a:path w="17933" h="1875792" extrusionOk="0">
                    <a:moveTo>
                      <a:pt x="10" y="1458"/>
                    </a:moveTo>
                    <a:lnTo>
                      <a:pt x="10" y="1875547"/>
                    </a:lnTo>
                    <a:lnTo>
                      <a:pt x="17944" y="1875547"/>
                    </a:lnTo>
                    <a:lnTo>
                      <a:pt x="17944" y="-246"/>
                    </a:lnTo>
                    <a:cubicBezTo>
                      <a:pt x="12025" y="292"/>
                      <a:pt x="6018" y="1010"/>
                      <a:pt x="10" y="145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4" name="Google Shape;69;p1">
                <a:extLst>
                  <a:ext uri="{FF2B5EF4-FFF2-40B4-BE49-F238E27FC236}">
                    <a16:creationId xmlns:a16="http://schemas.microsoft.com/office/drawing/2014/main" id="{78E61892-342E-038D-7846-990DD1848C26}"/>
                  </a:ext>
                </a:extLst>
              </p:cNvPr>
              <p:cNvSpPr/>
              <p:nvPr/>
            </p:nvSpPr>
            <p:spPr>
              <a:xfrm>
                <a:off x="3990407"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5" name="Google Shape;70;p1">
                <a:extLst>
                  <a:ext uri="{FF2B5EF4-FFF2-40B4-BE49-F238E27FC236}">
                    <a16:creationId xmlns:a16="http://schemas.microsoft.com/office/drawing/2014/main" id="{D5F718B2-8031-6E8A-1E7D-657E69C936BF}"/>
                  </a:ext>
                </a:extLst>
              </p:cNvPr>
              <p:cNvSpPr/>
              <p:nvPr/>
            </p:nvSpPr>
            <p:spPr>
              <a:xfrm>
                <a:off x="3990407"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6" name="Google Shape;71;p1">
                <a:extLst>
                  <a:ext uri="{FF2B5EF4-FFF2-40B4-BE49-F238E27FC236}">
                    <a16:creationId xmlns:a16="http://schemas.microsoft.com/office/drawing/2014/main" id="{B918A354-8039-8783-E08A-82ED223FDC2E}"/>
                  </a:ext>
                </a:extLst>
              </p:cNvPr>
              <p:cNvSpPr/>
              <p:nvPr/>
            </p:nvSpPr>
            <p:spPr>
              <a:xfrm>
                <a:off x="3990407"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7" name="Google Shape;72;p1">
                <a:extLst>
                  <a:ext uri="{FF2B5EF4-FFF2-40B4-BE49-F238E27FC236}">
                    <a16:creationId xmlns:a16="http://schemas.microsoft.com/office/drawing/2014/main" id="{268D48CC-F150-8065-E9E9-D4A3855BA3E5}"/>
                  </a:ext>
                </a:extLst>
              </p:cNvPr>
              <p:cNvSpPr/>
              <p:nvPr/>
            </p:nvSpPr>
            <p:spPr>
              <a:xfrm>
                <a:off x="3990407"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8" name="Google Shape;73;p1">
                <a:extLst>
                  <a:ext uri="{FF2B5EF4-FFF2-40B4-BE49-F238E27FC236}">
                    <a16:creationId xmlns:a16="http://schemas.microsoft.com/office/drawing/2014/main" id="{C6BC0FF3-196F-F318-D02B-664446C038D9}"/>
                  </a:ext>
                </a:extLst>
              </p:cNvPr>
              <p:cNvSpPr/>
              <p:nvPr/>
            </p:nvSpPr>
            <p:spPr>
              <a:xfrm>
                <a:off x="3990407"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9" name="Google Shape;74;p1">
                <a:extLst>
                  <a:ext uri="{FF2B5EF4-FFF2-40B4-BE49-F238E27FC236}">
                    <a16:creationId xmlns:a16="http://schemas.microsoft.com/office/drawing/2014/main" id="{3B841CB7-D3FA-7C39-2041-29C3802E931A}"/>
                  </a:ext>
                </a:extLst>
              </p:cNvPr>
              <p:cNvSpPr/>
              <p:nvPr/>
            </p:nvSpPr>
            <p:spPr>
              <a:xfrm>
                <a:off x="2695940" y="4519721"/>
                <a:ext cx="17933" cy="1715596"/>
              </a:xfrm>
              <a:custGeom>
                <a:avLst/>
                <a:gdLst/>
                <a:ahLst/>
                <a:cxnLst/>
                <a:rect l="l" t="t" r="r" b="b"/>
                <a:pathLst>
                  <a:path w="17933" h="2436495" extrusionOk="0">
                    <a:moveTo>
                      <a:pt x="10" y="-246"/>
                    </a:moveTo>
                    <a:lnTo>
                      <a:pt x="10" y="2436249"/>
                    </a:lnTo>
                    <a:lnTo>
                      <a:pt x="17944" y="2436249"/>
                    </a:lnTo>
                    <a:lnTo>
                      <a:pt x="17944" y="2713"/>
                    </a:lnTo>
                    <a:cubicBezTo>
                      <a:pt x="11918" y="2041"/>
                      <a:pt x="5928" y="105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0" name="Google Shape;75;p1">
                <a:extLst>
                  <a:ext uri="{FF2B5EF4-FFF2-40B4-BE49-F238E27FC236}">
                    <a16:creationId xmlns:a16="http://schemas.microsoft.com/office/drawing/2014/main" id="{1BB44088-35A6-C141-969E-985C7C413362}"/>
                  </a:ext>
                </a:extLst>
              </p:cNvPr>
              <p:cNvSpPr/>
              <p:nvPr/>
            </p:nvSpPr>
            <p:spPr>
              <a:xfrm>
                <a:off x="2684732" y="4444018"/>
                <a:ext cx="423059" cy="1719068"/>
              </a:xfrm>
              <a:custGeom>
                <a:avLst/>
                <a:gdLst/>
                <a:ahLst/>
                <a:cxnLst/>
                <a:rect l="l" t="t" r="r" b="b"/>
                <a:pathLst>
                  <a:path w="423059" h="2441426" extrusionOk="0">
                    <a:moveTo>
                      <a:pt x="393838" y="2414639"/>
                    </a:moveTo>
                    <a:lnTo>
                      <a:pt x="224811" y="2261304"/>
                    </a:lnTo>
                    <a:lnTo>
                      <a:pt x="393838" y="2107880"/>
                    </a:lnTo>
                    <a:lnTo>
                      <a:pt x="411772" y="2091649"/>
                    </a:lnTo>
                    <a:lnTo>
                      <a:pt x="413116" y="2090395"/>
                    </a:lnTo>
                    <a:lnTo>
                      <a:pt x="411772" y="2089139"/>
                    </a:lnTo>
                    <a:lnTo>
                      <a:pt x="393838" y="2072909"/>
                    </a:lnTo>
                    <a:lnTo>
                      <a:pt x="224811" y="1919485"/>
                    </a:lnTo>
                    <a:lnTo>
                      <a:pt x="393838" y="1766060"/>
                    </a:lnTo>
                    <a:lnTo>
                      <a:pt x="411772" y="1749830"/>
                    </a:lnTo>
                    <a:lnTo>
                      <a:pt x="413116" y="1748575"/>
                    </a:lnTo>
                    <a:lnTo>
                      <a:pt x="411772" y="1747320"/>
                    </a:lnTo>
                    <a:lnTo>
                      <a:pt x="393838" y="1731090"/>
                    </a:lnTo>
                    <a:lnTo>
                      <a:pt x="224811" y="1577755"/>
                    </a:lnTo>
                    <a:lnTo>
                      <a:pt x="393838" y="1424331"/>
                    </a:lnTo>
                    <a:lnTo>
                      <a:pt x="411772" y="1408100"/>
                    </a:lnTo>
                    <a:lnTo>
                      <a:pt x="413116" y="1406845"/>
                    </a:lnTo>
                    <a:lnTo>
                      <a:pt x="411772" y="1405589"/>
                    </a:lnTo>
                    <a:lnTo>
                      <a:pt x="393838" y="1389359"/>
                    </a:lnTo>
                    <a:lnTo>
                      <a:pt x="224811" y="1235935"/>
                    </a:lnTo>
                    <a:lnTo>
                      <a:pt x="393838" y="1082601"/>
                    </a:lnTo>
                    <a:lnTo>
                      <a:pt x="411772" y="1066371"/>
                    </a:lnTo>
                    <a:lnTo>
                      <a:pt x="413116" y="1065115"/>
                    </a:lnTo>
                    <a:lnTo>
                      <a:pt x="411772" y="1063860"/>
                    </a:lnTo>
                    <a:lnTo>
                      <a:pt x="393838" y="1047630"/>
                    </a:lnTo>
                    <a:lnTo>
                      <a:pt x="224811" y="894206"/>
                    </a:lnTo>
                    <a:lnTo>
                      <a:pt x="393838" y="740871"/>
                    </a:lnTo>
                    <a:lnTo>
                      <a:pt x="411772" y="724641"/>
                    </a:lnTo>
                    <a:lnTo>
                      <a:pt x="413116" y="723386"/>
                    </a:lnTo>
                    <a:lnTo>
                      <a:pt x="411772" y="722130"/>
                    </a:lnTo>
                    <a:lnTo>
                      <a:pt x="393838" y="705900"/>
                    </a:lnTo>
                    <a:lnTo>
                      <a:pt x="224811" y="552476"/>
                    </a:lnTo>
                    <a:lnTo>
                      <a:pt x="393838" y="399321"/>
                    </a:lnTo>
                    <a:lnTo>
                      <a:pt x="411772" y="383090"/>
                    </a:lnTo>
                    <a:lnTo>
                      <a:pt x="413116" y="381835"/>
                    </a:lnTo>
                    <a:lnTo>
                      <a:pt x="411772" y="380579"/>
                    </a:lnTo>
                    <a:lnTo>
                      <a:pt x="393838" y="364349"/>
                    </a:lnTo>
                    <a:lnTo>
                      <a:pt x="224811" y="211015"/>
                    </a:lnTo>
                    <a:lnTo>
                      <a:pt x="393838" y="57680"/>
                    </a:lnTo>
                    <a:lnTo>
                      <a:pt x="411772" y="41450"/>
                    </a:lnTo>
                    <a:lnTo>
                      <a:pt x="413116" y="40195"/>
                    </a:lnTo>
                    <a:lnTo>
                      <a:pt x="411772" y="38939"/>
                    </a:lnTo>
                    <a:lnTo>
                      <a:pt x="393838" y="22709"/>
                    </a:lnTo>
                    <a:lnTo>
                      <a:pt x="368551" y="-246"/>
                    </a:lnTo>
                    <a:lnTo>
                      <a:pt x="357790" y="1189"/>
                    </a:lnTo>
                    <a:lnTo>
                      <a:pt x="345506" y="2982"/>
                    </a:lnTo>
                    <a:lnTo>
                      <a:pt x="376621" y="31228"/>
                    </a:lnTo>
                    <a:lnTo>
                      <a:pt x="386485" y="40195"/>
                    </a:lnTo>
                    <a:lnTo>
                      <a:pt x="376621" y="49162"/>
                    </a:lnTo>
                    <a:lnTo>
                      <a:pt x="211540" y="198910"/>
                    </a:lnTo>
                    <a:lnTo>
                      <a:pt x="103130" y="100273"/>
                    </a:lnTo>
                    <a:cubicBezTo>
                      <a:pt x="96826" y="102936"/>
                      <a:pt x="90316" y="105089"/>
                      <a:pt x="83671" y="106729"/>
                    </a:cubicBezTo>
                    <a:lnTo>
                      <a:pt x="198179" y="211015"/>
                    </a:lnTo>
                    <a:lnTo>
                      <a:pt x="29152" y="364170"/>
                    </a:lnTo>
                    <a:lnTo>
                      <a:pt x="11218" y="380400"/>
                    </a:lnTo>
                    <a:lnTo>
                      <a:pt x="9873" y="381656"/>
                    </a:lnTo>
                    <a:lnTo>
                      <a:pt x="11218" y="382911"/>
                    </a:lnTo>
                    <a:lnTo>
                      <a:pt x="29152" y="399141"/>
                    </a:lnTo>
                    <a:lnTo>
                      <a:pt x="198179" y="552476"/>
                    </a:lnTo>
                    <a:lnTo>
                      <a:pt x="29152" y="705900"/>
                    </a:lnTo>
                    <a:lnTo>
                      <a:pt x="11218" y="722130"/>
                    </a:lnTo>
                    <a:lnTo>
                      <a:pt x="9873" y="723386"/>
                    </a:lnTo>
                    <a:lnTo>
                      <a:pt x="11218" y="724641"/>
                    </a:lnTo>
                    <a:lnTo>
                      <a:pt x="29152" y="740871"/>
                    </a:lnTo>
                    <a:lnTo>
                      <a:pt x="198179" y="894206"/>
                    </a:lnTo>
                    <a:lnTo>
                      <a:pt x="29152" y="1047630"/>
                    </a:lnTo>
                    <a:lnTo>
                      <a:pt x="11218" y="1063860"/>
                    </a:lnTo>
                    <a:lnTo>
                      <a:pt x="9873" y="1065115"/>
                    </a:lnTo>
                    <a:lnTo>
                      <a:pt x="11218" y="1066371"/>
                    </a:lnTo>
                    <a:lnTo>
                      <a:pt x="29152" y="1082601"/>
                    </a:lnTo>
                    <a:lnTo>
                      <a:pt x="198179" y="1235935"/>
                    </a:lnTo>
                    <a:lnTo>
                      <a:pt x="29152" y="1389359"/>
                    </a:lnTo>
                    <a:lnTo>
                      <a:pt x="11218" y="1405589"/>
                    </a:lnTo>
                    <a:lnTo>
                      <a:pt x="9873" y="1406845"/>
                    </a:lnTo>
                    <a:lnTo>
                      <a:pt x="11218" y="1408100"/>
                    </a:lnTo>
                    <a:lnTo>
                      <a:pt x="29152" y="1424331"/>
                    </a:lnTo>
                    <a:lnTo>
                      <a:pt x="198179" y="1577755"/>
                    </a:lnTo>
                    <a:lnTo>
                      <a:pt x="29152" y="1731090"/>
                    </a:lnTo>
                    <a:lnTo>
                      <a:pt x="11218" y="1747320"/>
                    </a:lnTo>
                    <a:lnTo>
                      <a:pt x="9873" y="1748575"/>
                    </a:lnTo>
                    <a:lnTo>
                      <a:pt x="11218" y="1749830"/>
                    </a:lnTo>
                    <a:lnTo>
                      <a:pt x="29152" y="1766060"/>
                    </a:lnTo>
                    <a:lnTo>
                      <a:pt x="198179" y="1919485"/>
                    </a:lnTo>
                    <a:lnTo>
                      <a:pt x="29152" y="2072909"/>
                    </a:lnTo>
                    <a:lnTo>
                      <a:pt x="11218" y="2089139"/>
                    </a:lnTo>
                    <a:lnTo>
                      <a:pt x="9873" y="2090395"/>
                    </a:lnTo>
                    <a:lnTo>
                      <a:pt x="11218" y="2091649"/>
                    </a:lnTo>
                    <a:lnTo>
                      <a:pt x="29152" y="2107880"/>
                    </a:lnTo>
                    <a:lnTo>
                      <a:pt x="198179" y="2261304"/>
                    </a:lnTo>
                    <a:lnTo>
                      <a:pt x="29152" y="2414728"/>
                    </a:lnTo>
                    <a:lnTo>
                      <a:pt x="11218" y="2431048"/>
                    </a:lnTo>
                    <a:lnTo>
                      <a:pt x="10" y="2441181"/>
                    </a:lnTo>
                    <a:lnTo>
                      <a:pt x="423070" y="2441181"/>
                    </a:lnTo>
                    <a:lnTo>
                      <a:pt x="411772" y="2430959"/>
                    </a:lnTo>
                    <a:close/>
                    <a:moveTo>
                      <a:pt x="46369" y="390354"/>
                    </a:moveTo>
                    <a:lnTo>
                      <a:pt x="36505" y="381387"/>
                    </a:lnTo>
                    <a:lnTo>
                      <a:pt x="46369" y="372420"/>
                    </a:lnTo>
                    <a:lnTo>
                      <a:pt x="211540" y="222582"/>
                    </a:lnTo>
                    <a:lnTo>
                      <a:pt x="376621" y="372420"/>
                    </a:lnTo>
                    <a:lnTo>
                      <a:pt x="386485" y="381387"/>
                    </a:lnTo>
                    <a:lnTo>
                      <a:pt x="376621" y="390354"/>
                    </a:lnTo>
                    <a:lnTo>
                      <a:pt x="211540" y="540101"/>
                    </a:lnTo>
                    <a:close/>
                    <a:moveTo>
                      <a:pt x="46369" y="732083"/>
                    </a:moveTo>
                    <a:lnTo>
                      <a:pt x="36505" y="723116"/>
                    </a:lnTo>
                    <a:lnTo>
                      <a:pt x="46369" y="714149"/>
                    </a:lnTo>
                    <a:lnTo>
                      <a:pt x="211540" y="564312"/>
                    </a:lnTo>
                    <a:lnTo>
                      <a:pt x="376621" y="714149"/>
                    </a:lnTo>
                    <a:lnTo>
                      <a:pt x="386485" y="723116"/>
                    </a:lnTo>
                    <a:lnTo>
                      <a:pt x="376621" y="732083"/>
                    </a:lnTo>
                    <a:lnTo>
                      <a:pt x="211540" y="881831"/>
                    </a:lnTo>
                    <a:close/>
                    <a:moveTo>
                      <a:pt x="46369" y="1073813"/>
                    </a:moveTo>
                    <a:lnTo>
                      <a:pt x="36505" y="1064846"/>
                    </a:lnTo>
                    <a:lnTo>
                      <a:pt x="46369" y="1055879"/>
                    </a:lnTo>
                    <a:lnTo>
                      <a:pt x="211540" y="906042"/>
                    </a:lnTo>
                    <a:lnTo>
                      <a:pt x="376621" y="1055879"/>
                    </a:lnTo>
                    <a:lnTo>
                      <a:pt x="386485" y="1064846"/>
                    </a:lnTo>
                    <a:lnTo>
                      <a:pt x="376621" y="1073813"/>
                    </a:lnTo>
                    <a:lnTo>
                      <a:pt x="211540" y="1224278"/>
                    </a:lnTo>
                    <a:close/>
                    <a:moveTo>
                      <a:pt x="46369" y="1415543"/>
                    </a:moveTo>
                    <a:lnTo>
                      <a:pt x="36505" y="1406576"/>
                    </a:lnTo>
                    <a:lnTo>
                      <a:pt x="46369" y="1397609"/>
                    </a:lnTo>
                    <a:lnTo>
                      <a:pt x="211540" y="1247861"/>
                    </a:lnTo>
                    <a:lnTo>
                      <a:pt x="376621" y="1397609"/>
                    </a:lnTo>
                    <a:lnTo>
                      <a:pt x="386485" y="1406576"/>
                    </a:lnTo>
                    <a:lnTo>
                      <a:pt x="376621" y="1415543"/>
                    </a:lnTo>
                    <a:lnTo>
                      <a:pt x="211540" y="1565380"/>
                    </a:lnTo>
                    <a:close/>
                    <a:moveTo>
                      <a:pt x="46369" y="1757273"/>
                    </a:moveTo>
                    <a:lnTo>
                      <a:pt x="36505" y="1748306"/>
                    </a:lnTo>
                    <a:lnTo>
                      <a:pt x="46369" y="1739339"/>
                    </a:lnTo>
                    <a:lnTo>
                      <a:pt x="211540" y="1589591"/>
                    </a:lnTo>
                    <a:lnTo>
                      <a:pt x="376621" y="1739339"/>
                    </a:lnTo>
                    <a:lnTo>
                      <a:pt x="386485" y="1748306"/>
                    </a:lnTo>
                    <a:lnTo>
                      <a:pt x="376621" y="1757273"/>
                    </a:lnTo>
                    <a:lnTo>
                      <a:pt x="211540" y="1907110"/>
                    </a:lnTo>
                    <a:close/>
                    <a:moveTo>
                      <a:pt x="46369" y="2099092"/>
                    </a:moveTo>
                    <a:lnTo>
                      <a:pt x="36505" y="2090125"/>
                    </a:lnTo>
                    <a:lnTo>
                      <a:pt x="46369" y="2081158"/>
                    </a:lnTo>
                    <a:lnTo>
                      <a:pt x="211540" y="1931321"/>
                    </a:lnTo>
                    <a:lnTo>
                      <a:pt x="376621" y="2081158"/>
                    </a:lnTo>
                    <a:lnTo>
                      <a:pt x="386485" y="2090125"/>
                    </a:lnTo>
                    <a:lnTo>
                      <a:pt x="376621" y="2099092"/>
                    </a:lnTo>
                    <a:lnTo>
                      <a:pt x="211540" y="2249199"/>
                    </a:lnTo>
                    <a:close/>
                    <a:moveTo>
                      <a:pt x="46369" y="2422978"/>
                    </a:moveTo>
                    <a:lnTo>
                      <a:pt x="211540" y="2273409"/>
                    </a:lnTo>
                    <a:lnTo>
                      <a:pt x="376621" y="242324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1" name="Google Shape;76;p1">
                <a:extLst>
                  <a:ext uri="{FF2B5EF4-FFF2-40B4-BE49-F238E27FC236}">
                    <a16:creationId xmlns:a16="http://schemas.microsoft.com/office/drawing/2014/main" id="{0F231909-7674-7CD8-3E49-16BEB028A3D7}"/>
                  </a:ext>
                </a:extLst>
              </p:cNvPr>
              <p:cNvSpPr/>
              <p:nvPr/>
            </p:nvSpPr>
            <p:spPr>
              <a:xfrm>
                <a:off x="3078560" y="4392687"/>
                <a:ext cx="17933" cy="1842630"/>
              </a:xfrm>
              <a:custGeom>
                <a:avLst/>
                <a:gdLst/>
                <a:ahLst/>
                <a:cxnLst/>
                <a:rect l="l" t="t" r="r" b="b"/>
                <a:pathLst>
                  <a:path w="17933" h="2616909" extrusionOk="0">
                    <a:moveTo>
                      <a:pt x="10" y="5941"/>
                    </a:moveTo>
                    <a:lnTo>
                      <a:pt x="10" y="2616664"/>
                    </a:lnTo>
                    <a:lnTo>
                      <a:pt x="17944" y="2616664"/>
                    </a:lnTo>
                    <a:lnTo>
                      <a:pt x="17944" y="-246"/>
                    </a:lnTo>
                    <a:cubicBezTo>
                      <a:pt x="12115" y="1906"/>
                      <a:pt x="6107" y="3879"/>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2" name="Google Shape;77;p1">
                <a:extLst>
                  <a:ext uri="{FF2B5EF4-FFF2-40B4-BE49-F238E27FC236}">
                    <a16:creationId xmlns:a16="http://schemas.microsoft.com/office/drawing/2014/main" id="{CE3D4B75-6131-D148-50D6-2C277A9B790F}"/>
                  </a:ext>
                </a:extLst>
              </p:cNvPr>
              <p:cNvSpPr/>
              <p:nvPr/>
            </p:nvSpPr>
            <p:spPr>
              <a:xfrm>
                <a:off x="2854745" y="4465991"/>
                <a:ext cx="229822" cy="12627"/>
              </a:xfrm>
              <a:custGeom>
                <a:avLst/>
                <a:gdLst/>
                <a:ahLst/>
                <a:cxnLst/>
                <a:rect l="l" t="t" r="r" b="b"/>
                <a:pathLst>
                  <a:path w="229822" h="17933" extrusionOk="0">
                    <a:moveTo>
                      <a:pt x="4583" y="12128"/>
                    </a:moveTo>
                    <a:cubicBezTo>
                      <a:pt x="2790" y="14460"/>
                      <a:pt x="1355" y="16253"/>
                      <a:pt x="10" y="17688"/>
                    </a:cubicBezTo>
                    <a:lnTo>
                      <a:pt x="229832" y="17688"/>
                    </a:lnTo>
                    <a:lnTo>
                      <a:pt x="229832" y="-246"/>
                    </a:lnTo>
                    <a:lnTo>
                      <a:pt x="25924" y="-246"/>
                    </a:lnTo>
                    <a:cubicBezTo>
                      <a:pt x="18751" y="3789"/>
                      <a:pt x="11667" y="7914"/>
                      <a:pt x="4583" y="1212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3" name="Google Shape;78;p1">
                <a:extLst>
                  <a:ext uri="{FF2B5EF4-FFF2-40B4-BE49-F238E27FC236}">
                    <a16:creationId xmlns:a16="http://schemas.microsoft.com/office/drawing/2014/main" id="{9161F272-2809-D970-C227-7AA4CCF591CE}"/>
                  </a:ext>
                </a:extLst>
              </p:cNvPr>
              <p:cNvSpPr/>
              <p:nvPr/>
            </p:nvSpPr>
            <p:spPr>
              <a:xfrm>
                <a:off x="2707956"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4" name="Google Shape;79;p1">
                <a:extLst>
                  <a:ext uri="{FF2B5EF4-FFF2-40B4-BE49-F238E27FC236}">
                    <a16:creationId xmlns:a16="http://schemas.microsoft.com/office/drawing/2014/main" id="{A5978FFF-B747-E988-D358-8F7D3985D785}"/>
                  </a:ext>
                </a:extLst>
              </p:cNvPr>
              <p:cNvSpPr/>
              <p:nvPr/>
            </p:nvSpPr>
            <p:spPr>
              <a:xfrm>
                <a:off x="2707956"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5" name="Google Shape;80;p1">
                <a:extLst>
                  <a:ext uri="{FF2B5EF4-FFF2-40B4-BE49-F238E27FC236}">
                    <a16:creationId xmlns:a16="http://schemas.microsoft.com/office/drawing/2014/main" id="{D541DB5D-4BA4-5B88-1641-1527E6660867}"/>
                  </a:ext>
                </a:extLst>
              </p:cNvPr>
              <p:cNvSpPr/>
              <p:nvPr/>
            </p:nvSpPr>
            <p:spPr>
              <a:xfrm>
                <a:off x="2707956"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6" name="Google Shape;81;p1">
                <a:extLst>
                  <a:ext uri="{FF2B5EF4-FFF2-40B4-BE49-F238E27FC236}">
                    <a16:creationId xmlns:a16="http://schemas.microsoft.com/office/drawing/2014/main" id="{616E2004-D542-7455-1385-0D53DD3D05E9}"/>
                  </a:ext>
                </a:extLst>
              </p:cNvPr>
              <p:cNvSpPr/>
              <p:nvPr/>
            </p:nvSpPr>
            <p:spPr>
              <a:xfrm>
                <a:off x="2707956"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7" name="Google Shape;82;p1">
                <a:extLst>
                  <a:ext uri="{FF2B5EF4-FFF2-40B4-BE49-F238E27FC236}">
                    <a16:creationId xmlns:a16="http://schemas.microsoft.com/office/drawing/2014/main" id="{29CA807C-3509-B573-D10C-4F6AA8C671A1}"/>
                  </a:ext>
                </a:extLst>
              </p:cNvPr>
              <p:cNvSpPr/>
              <p:nvPr/>
            </p:nvSpPr>
            <p:spPr>
              <a:xfrm>
                <a:off x="2707956"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8" name="Google Shape;83;p1">
                <a:extLst>
                  <a:ext uri="{FF2B5EF4-FFF2-40B4-BE49-F238E27FC236}">
                    <a16:creationId xmlns:a16="http://schemas.microsoft.com/office/drawing/2014/main" id="{CEB39E56-A174-5B72-6781-B047B2506A66}"/>
                  </a:ext>
                </a:extLst>
              </p:cNvPr>
              <p:cNvSpPr/>
              <p:nvPr/>
            </p:nvSpPr>
            <p:spPr>
              <a:xfrm>
                <a:off x="2707956"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9" name="Google Shape;84;p1">
                <a:extLst>
                  <a:ext uri="{FF2B5EF4-FFF2-40B4-BE49-F238E27FC236}">
                    <a16:creationId xmlns:a16="http://schemas.microsoft.com/office/drawing/2014/main" id="{916999DC-0EF7-92BC-1C01-311352DEA597}"/>
                  </a:ext>
                </a:extLst>
              </p:cNvPr>
              <p:cNvSpPr/>
              <p:nvPr/>
            </p:nvSpPr>
            <p:spPr>
              <a:xfrm>
                <a:off x="1413490" y="5212918"/>
                <a:ext cx="17933" cy="1022399"/>
              </a:xfrm>
              <a:custGeom>
                <a:avLst/>
                <a:gdLst/>
                <a:ahLst/>
                <a:cxnLst/>
                <a:rect l="l" t="t" r="r" b="b"/>
                <a:pathLst>
                  <a:path w="17933" h="1452015" extrusionOk="0">
                    <a:moveTo>
                      <a:pt x="10" y="-246"/>
                    </a:moveTo>
                    <a:lnTo>
                      <a:pt x="10" y="1451770"/>
                    </a:lnTo>
                    <a:lnTo>
                      <a:pt x="17944" y="1451770"/>
                    </a:lnTo>
                    <a:lnTo>
                      <a:pt x="17944" y="920"/>
                    </a:lnTo>
                    <a:cubicBezTo>
                      <a:pt x="11936" y="741"/>
                      <a:pt x="6018" y="382"/>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0" name="Google Shape;85;p1">
                <a:extLst>
                  <a:ext uri="{FF2B5EF4-FFF2-40B4-BE49-F238E27FC236}">
                    <a16:creationId xmlns:a16="http://schemas.microsoft.com/office/drawing/2014/main" id="{719754B0-4093-8B7F-2C98-66F46AF9ADC0}"/>
                  </a:ext>
                </a:extLst>
              </p:cNvPr>
              <p:cNvSpPr/>
              <p:nvPr/>
            </p:nvSpPr>
            <p:spPr>
              <a:xfrm>
                <a:off x="1402281" y="5139361"/>
                <a:ext cx="423059" cy="1024041"/>
              </a:xfrm>
              <a:custGeom>
                <a:avLst/>
                <a:gdLst/>
                <a:ahLst/>
                <a:cxnLst/>
                <a:rect l="l" t="t" r="r" b="b"/>
                <a:pathLst>
                  <a:path w="423059" h="1454346" extrusionOk="0">
                    <a:moveTo>
                      <a:pt x="393838" y="1427110"/>
                    </a:moveTo>
                    <a:lnTo>
                      <a:pt x="224811" y="1273776"/>
                    </a:lnTo>
                    <a:lnTo>
                      <a:pt x="393838" y="1120351"/>
                    </a:lnTo>
                    <a:lnTo>
                      <a:pt x="411771" y="1104121"/>
                    </a:lnTo>
                    <a:lnTo>
                      <a:pt x="413116" y="1102866"/>
                    </a:lnTo>
                    <a:lnTo>
                      <a:pt x="411771" y="1101611"/>
                    </a:lnTo>
                    <a:lnTo>
                      <a:pt x="393838" y="1085381"/>
                    </a:lnTo>
                    <a:lnTo>
                      <a:pt x="224811" y="931957"/>
                    </a:lnTo>
                    <a:lnTo>
                      <a:pt x="393838" y="778532"/>
                    </a:lnTo>
                    <a:lnTo>
                      <a:pt x="411771" y="762302"/>
                    </a:lnTo>
                    <a:lnTo>
                      <a:pt x="413116" y="761046"/>
                    </a:lnTo>
                    <a:lnTo>
                      <a:pt x="411771" y="759791"/>
                    </a:lnTo>
                    <a:lnTo>
                      <a:pt x="393838" y="743561"/>
                    </a:lnTo>
                    <a:lnTo>
                      <a:pt x="224811" y="590226"/>
                    </a:lnTo>
                    <a:lnTo>
                      <a:pt x="393838" y="436802"/>
                    </a:lnTo>
                    <a:lnTo>
                      <a:pt x="411771" y="420572"/>
                    </a:lnTo>
                    <a:lnTo>
                      <a:pt x="413116" y="419317"/>
                    </a:lnTo>
                    <a:lnTo>
                      <a:pt x="411771" y="418061"/>
                    </a:lnTo>
                    <a:lnTo>
                      <a:pt x="393838" y="401831"/>
                    </a:lnTo>
                    <a:lnTo>
                      <a:pt x="224811" y="248407"/>
                    </a:lnTo>
                    <a:lnTo>
                      <a:pt x="393838" y="95073"/>
                    </a:lnTo>
                    <a:lnTo>
                      <a:pt x="411771" y="78842"/>
                    </a:lnTo>
                    <a:lnTo>
                      <a:pt x="413116" y="77587"/>
                    </a:lnTo>
                    <a:lnTo>
                      <a:pt x="411771" y="76331"/>
                    </a:lnTo>
                    <a:lnTo>
                      <a:pt x="393838" y="60101"/>
                    </a:lnTo>
                    <a:lnTo>
                      <a:pt x="327392" y="-246"/>
                    </a:lnTo>
                    <a:lnTo>
                      <a:pt x="310624" y="8721"/>
                    </a:lnTo>
                    <a:lnTo>
                      <a:pt x="376621" y="68620"/>
                    </a:lnTo>
                    <a:lnTo>
                      <a:pt x="386485" y="77587"/>
                    </a:lnTo>
                    <a:lnTo>
                      <a:pt x="376621" y="86554"/>
                    </a:lnTo>
                    <a:lnTo>
                      <a:pt x="211540" y="236750"/>
                    </a:lnTo>
                    <a:lnTo>
                      <a:pt x="67620" y="106191"/>
                    </a:lnTo>
                    <a:lnTo>
                      <a:pt x="65648" y="104398"/>
                    </a:lnTo>
                    <a:cubicBezTo>
                      <a:pt x="57309" y="105295"/>
                      <a:pt x="48880" y="105743"/>
                      <a:pt x="40451" y="105833"/>
                    </a:cubicBezTo>
                    <a:lnTo>
                      <a:pt x="47086" y="111841"/>
                    </a:lnTo>
                    <a:lnTo>
                      <a:pt x="198179" y="248855"/>
                    </a:lnTo>
                    <a:lnTo>
                      <a:pt x="29152" y="402280"/>
                    </a:lnTo>
                    <a:lnTo>
                      <a:pt x="11218" y="418510"/>
                    </a:lnTo>
                    <a:lnTo>
                      <a:pt x="9873" y="419765"/>
                    </a:lnTo>
                    <a:lnTo>
                      <a:pt x="11218" y="421020"/>
                    </a:lnTo>
                    <a:lnTo>
                      <a:pt x="29152" y="437250"/>
                    </a:lnTo>
                    <a:lnTo>
                      <a:pt x="198179" y="590675"/>
                    </a:lnTo>
                    <a:lnTo>
                      <a:pt x="29152" y="744009"/>
                    </a:lnTo>
                    <a:lnTo>
                      <a:pt x="11218" y="760240"/>
                    </a:lnTo>
                    <a:lnTo>
                      <a:pt x="9873" y="761495"/>
                    </a:lnTo>
                    <a:lnTo>
                      <a:pt x="11218" y="762750"/>
                    </a:lnTo>
                    <a:lnTo>
                      <a:pt x="29152" y="778980"/>
                    </a:lnTo>
                    <a:lnTo>
                      <a:pt x="198179" y="932405"/>
                    </a:lnTo>
                    <a:lnTo>
                      <a:pt x="29152" y="1085829"/>
                    </a:lnTo>
                    <a:lnTo>
                      <a:pt x="11218" y="1102059"/>
                    </a:lnTo>
                    <a:lnTo>
                      <a:pt x="9873" y="1103314"/>
                    </a:lnTo>
                    <a:lnTo>
                      <a:pt x="11218" y="1104570"/>
                    </a:lnTo>
                    <a:lnTo>
                      <a:pt x="29152" y="1120800"/>
                    </a:lnTo>
                    <a:lnTo>
                      <a:pt x="198179" y="1274224"/>
                    </a:lnTo>
                    <a:lnTo>
                      <a:pt x="29152" y="1427648"/>
                    </a:lnTo>
                    <a:lnTo>
                      <a:pt x="11218" y="1443968"/>
                    </a:lnTo>
                    <a:lnTo>
                      <a:pt x="10" y="1454101"/>
                    </a:lnTo>
                    <a:lnTo>
                      <a:pt x="423070" y="1454101"/>
                    </a:lnTo>
                    <a:lnTo>
                      <a:pt x="411771" y="1443878"/>
                    </a:lnTo>
                    <a:close/>
                    <a:moveTo>
                      <a:pt x="46369" y="428284"/>
                    </a:moveTo>
                    <a:lnTo>
                      <a:pt x="36505" y="419317"/>
                    </a:lnTo>
                    <a:lnTo>
                      <a:pt x="46369" y="410350"/>
                    </a:lnTo>
                    <a:lnTo>
                      <a:pt x="211540" y="260602"/>
                    </a:lnTo>
                    <a:lnTo>
                      <a:pt x="376621" y="410350"/>
                    </a:lnTo>
                    <a:lnTo>
                      <a:pt x="386485" y="419317"/>
                    </a:lnTo>
                    <a:lnTo>
                      <a:pt x="376621" y="428284"/>
                    </a:lnTo>
                    <a:lnTo>
                      <a:pt x="211540" y="578121"/>
                    </a:lnTo>
                    <a:close/>
                    <a:moveTo>
                      <a:pt x="46369" y="770013"/>
                    </a:moveTo>
                    <a:lnTo>
                      <a:pt x="36505" y="761046"/>
                    </a:lnTo>
                    <a:lnTo>
                      <a:pt x="46369" y="752079"/>
                    </a:lnTo>
                    <a:lnTo>
                      <a:pt x="211540" y="602332"/>
                    </a:lnTo>
                    <a:lnTo>
                      <a:pt x="376621" y="752079"/>
                    </a:lnTo>
                    <a:lnTo>
                      <a:pt x="386485" y="761046"/>
                    </a:lnTo>
                    <a:lnTo>
                      <a:pt x="376621" y="770013"/>
                    </a:lnTo>
                    <a:lnTo>
                      <a:pt x="211540" y="919851"/>
                    </a:lnTo>
                    <a:close/>
                    <a:moveTo>
                      <a:pt x="46369" y="1111833"/>
                    </a:moveTo>
                    <a:lnTo>
                      <a:pt x="36505" y="1102866"/>
                    </a:lnTo>
                    <a:lnTo>
                      <a:pt x="46369" y="1093899"/>
                    </a:lnTo>
                    <a:lnTo>
                      <a:pt x="211540" y="944062"/>
                    </a:lnTo>
                    <a:lnTo>
                      <a:pt x="376621" y="1093899"/>
                    </a:lnTo>
                    <a:lnTo>
                      <a:pt x="386485" y="1102866"/>
                    </a:lnTo>
                    <a:lnTo>
                      <a:pt x="376621" y="1111833"/>
                    </a:lnTo>
                    <a:lnTo>
                      <a:pt x="211540" y="1261670"/>
                    </a:lnTo>
                    <a:close/>
                    <a:moveTo>
                      <a:pt x="46369" y="1435719"/>
                    </a:moveTo>
                    <a:lnTo>
                      <a:pt x="211540" y="1285881"/>
                    </a:lnTo>
                    <a:lnTo>
                      <a:pt x="376621" y="143571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1" name="Google Shape;86;p1">
                <a:extLst>
                  <a:ext uri="{FF2B5EF4-FFF2-40B4-BE49-F238E27FC236}">
                    <a16:creationId xmlns:a16="http://schemas.microsoft.com/office/drawing/2014/main" id="{0FA3FF2F-6419-02E0-2AE8-1FCAB300B17B}"/>
                  </a:ext>
                </a:extLst>
              </p:cNvPr>
              <p:cNvSpPr/>
              <p:nvPr/>
            </p:nvSpPr>
            <p:spPr>
              <a:xfrm>
                <a:off x="1796109" y="5104320"/>
                <a:ext cx="17933" cy="1130997"/>
              </a:xfrm>
              <a:custGeom>
                <a:avLst/>
                <a:gdLst/>
                <a:ahLst/>
                <a:cxnLst/>
                <a:rect l="l" t="t" r="r" b="b"/>
                <a:pathLst>
                  <a:path w="17933" h="1606246" extrusionOk="0">
                    <a:moveTo>
                      <a:pt x="10" y="10873"/>
                    </a:moveTo>
                    <a:lnTo>
                      <a:pt x="17944" y="-246"/>
                    </a:lnTo>
                    <a:lnTo>
                      <a:pt x="17944" y="1606001"/>
                    </a:lnTo>
                    <a:lnTo>
                      <a:pt x="10" y="160600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2" name="Google Shape;87;p1">
                <a:extLst>
                  <a:ext uri="{FF2B5EF4-FFF2-40B4-BE49-F238E27FC236}">
                    <a16:creationId xmlns:a16="http://schemas.microsoft.com/office/drawing/2014/main" id="{F8C6E8EA-8546-A722-58A1-684BEEAC011F}"/>
                  </a:ext>
                </a:extLst>
              </p:cNvPr>
              <p:cNvSpPr/>
              <p:nvPr/>
            </p:nvSpPr>
            <p:spPr>
              <a:xfrm>
                <a:off x="1543689" y="5187851"/>
                <a:ext cx="258427" cy="12627"/>
              </a:xfrm>
              <a:custGeom>
                <a:avLst/>
                <a:gdLst/>
                <a:ahLst/>
                <a:cxnLst/>
                <a:rect l="l" t="t" r="r" b="b"/>
                <a:pathLst>
                  <a:path w="258427" h="17933" extrusionOk="0">
                    <a:moveTo>
                      <a:pt x="10" y="17688"/>
                    </a:moveTo>
                    <a:lnTo>
                      <a:pt x="258437" y="17688"/>
                    </a:lnTo>
                    <a:lnTo>
                      <a:pt x="258437" y="-246"/>
                    </a:lnTo>
                    <a:lnTo>
                      <a:pt x="43679" y="-246"/>
                    </a:lnTo>
                    <a:cubicBezTo>
                      <a:pt x="29466" y="6524"/>
                      <a:pt x="14886" y="12514"/>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3" name="Google Shape;88;p1">
                <a:extLst>
                  <a:ext uri="{FF2B5EF4-FFF2-40B4-BE49-F238E27FC236}">
                    <a16:creationId xmlns:a16="http://schemas.microsoft.com/office/drawing/2014/main" id="{91392B7F-6529-0A9A-AF1C-8F641912B190}"/>
                  </a:ext>
                </a:extLst>
              </p:cNvPr>
              <p:cNvSpPr/>
              <p:nvPr/>
            </p:nvSpPr>
            <p:spPr>
              <a:xfrm>
                <a:off x="142550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4" name="Google Shape;89;p1">
                <a:extLst>
                  <a:ext uri="{FF2B5EF4-FFF2-40B4-BE49-F238E27FC236}">
                    <a16:creationId xmlns:a16="http://schemas.microsoft.com/office/drawing/2014/main" id="{B5FD5DCF-E5BD-0DE7-1B55-320D5BCFD834}"/>
                  </a:ext>
                </a:extLst>
              </p:cNvPr>
              <p:cNvSpPr/>
              <p:nvPr/>
            </p:nvSpPr>
            <p:spPr>
              <a:xfrm>
                <a:off x="142550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5" name="Google Shape;90;p1">
                <a:extLst>
                  <a:ext uri="{FF2B5EF4-FFF2-40B4-BE49-F238E27FC236}">
                    <a16:creationId xmlns:a16="http://schemas.microsoft.com/office/drawing/2014/main" id="{EC365118-4854-2960-8823-50DA1D132570}"/>
                  </a:ext>
                </a:extLst>
              </p:cNvPr>
              <p:cNvSpPr/>
              <p:nvPr/>
            </p:nvSpPr>
            <p:spPr>
              <a:xfrm>
                <a:off x="142550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6" name="Google Shape;91;p1">
                <a:extLst>
                  <a:ext uri="{FF2B5EF4-FFF2-40B4-BE49-F238E27FC236}">
                    <a16:creationId xmlns:a16="http://schemas.microsoft.com/office/drawing/2014/main" id="{ED56672F-2153-2EF7-0AEA-99A85E445FBE}"/>
                  </a:ext>
                </a:extLst>
              </p:cNvPr>
              <p:cNvSpPr/>
              <p:nvPr/>
            </p:nvSpPr>
            <p:spPr>
              <a:xfrm>
                <a:off x="131039" y="5044717"/>
                <a:ext cx="17933" cy="1190600"/>
              </a:xfrm>
              <a:custGeom>
                <a:avLst/>
                <a:gdLst/>
                <a:ahLst/>
                <a:cxnLst/>
                <a:rect l="l" t="t" r="r" b="b"/>
                <a:pathLst>
                  <a:path w="17933" h="1690894" extrusionOk="0">
                    <a:moveTo>
                      <a:pt x="10" y="-246"/>
                    </a:moveTo>
                    <a:lnTo>
                      <a:pt x="17944" y="10066"/>
                    </a:lnTo>
                    <a:lnTo>
                      <a:pt x="17944" y="1690649"/>
                    </a:lnTo>
                    <a:lnTo>
                      <a:pt x="10" y="169064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7" name="Google Shape;92;p1">
                <a:extLst>
                  <a:ext uri="{FF2B5EF4-FFF2-40B4-BE49-F238E27FC236}">
                    <a16:creationId xmlns:a16="http://schemas.microsoft.com/office/drawing/2014/main" id="{FCF983EE-B4D4-C270-16A5-643D8FCB0F46}"/>
                  </a:ext>
                </a:extLst>
              </p:cNvPr>
              <p:cNvSpPr/>
              <p:nvPr/>
            </p:nvSpPr>
            <p:spPr>
              <a:xfrm>
                <a:off x="119830" y="5099773"/>
                <a:ext cx="423059" cy="1063313"/>
              </a:xfrm>
              <a:custGeom>
                <a:avLst/>
                <a:gdLst/>
                <a:ahLst/>
                <a:cxnLst/>
                <a:rect l="l" t="t" r="r" b="b"/>
                <a:pathLst>
                  <a:path w="423059" h="1510121" extrusionOk="0">
                    <a:moveTo>
                      <a:pt x="411771" y="1499653"/>
                    </a:moveTo>
                    <a:lnTo>
                      <a:pt x="393838" y="1483333"/>
                    </a:lnTo>
                    <a:lnTo>
                      <a:pt x="224811" y="1329999"/>
                    </a:lnTo>
                    <a:lnTo>
                      <a:pt x="393838" y="1176574"/>
                    </a:lnTo>
                    <a:lnTo>
                      <a:pt x="411771" y="1160344"/>
                    </a:lnTo>
                    <a:lnTo>
                      <a:pt x="413116" y="1159089"/>
                    </a:lnTo>
                    <a:lnTo>
                      <a:pt x="411771" y="1157834"/>
                    </a:lnTo>
                    <a:lnTo>
                      <a:pt x="393838" y="1141603"/>
                    </a:lnTo>
                    <a:lnTo>
                      <a:pt x="224811" y="988179"/>
                    </a:lnTo>
                    <a:lnTo>
                      <a:pt x="393838" y="834755"/>
                    </a:lnTo>
                    <a:lnTo>
                      <a:pt x="411771" y="818525"/>
                    </a:lnTo>
                    <a:lnTo>
                      <a:pt x="413116" y="817269"/>
                    </a:lnTo>
                    <a:lnTo>
                      <a:pt x="411771" y="816014"/>
                    </a:lnTo>
                    <a:lnTo>
                      <a:pt x="393838" y="799784"/>
                    </a:lnTo>
                    <a:lnTo>
                      <a:pt x="224811" y="646449"/>
                    </a:lnTo>
                    <a:lnTo>
                      <a:pt x="393838" y="493025"/>
                    </a:lnTo>
                    <a:lnTo>
                      <a:pt x="411771" y="476795"/>
                    </a:lnTo>
                    <a:lnTo>
                      <a:pt x="413116" y="475539"/>
                    </a:lnTo>
                    <a:lnTo>
                      <a:pt x="411771" y="474284"/>
                    </a:lnTo>
                    <a:lnTo>
                      <a:pt x="393838" y="458054"/>
                    </a:lnTo>
                    <a:lnTo>
                      <a:pt x="224811" y="304630"/>
                    </a:lnTo>
                    <a:lnTo>
                      <a:pt x="393838" y="151295"/>
                    </a:lnTo>
                    <a:lnTo>
                      <a:pt x="411771" y="135065"/>
                    </a:lnTo>
                    <a:lnTo>
                      <a:pt x="413116" y="133810"/>
                    </a:lnTo>
                    <a:lnTo>
                      <a:pt x="411771" y="132554"/>
                    </a:lnTo>
                    <a:lnTo>
                      <a:pt x="393838" y="116324"/>
                    </a:lnTo>
                    <a:lnTo>
                      <a:pt x="368640" y="93459"/>
                    </a:lnTo>
                    <a:cubicBezTo>
                      <a:pt x="353038" y="87541"/>
                      <a:pt x="337256" y="81264"/>
                      <a:pt x="321564" y="74897"/>
                    </a:cubicBezTo>
                    <a:lnTo>
                      <a:pt x="376621" y="124843"/>
                    </a:lnTo>
                    <a:lnTo>
                      <a:pt x="386485" y="133810"/>
                    </a:lnTo>
                    <a:lnTo>
                      <a:pt x="376621" y="142777"/>
                    </a:lnTo>
                    <a:lnTo>
                      <a:pt x="211540" y="292973"/>
                    </a:lnTo>
                    <a:lnTo>
                      <a:pt x="46369" y="143225"/>
                    </a:lnTo>
                    <a:lnTo>
                      <a:pt x="36505" y="134258"/>
                    </a:lnTo>
                    <a:lnTo>
                      <a:pt x="46369" y="125291"/>
                    </a:lnTo>
                    <a:lnTo>
                      <a:pt x="174417" y="8721"/>
                    </a:lnTo>
                    <a:lnTo>
                      <a:pt x="157110" y="-246"/>
                    </a:lnTo>
                    <a:lnTo>
                      <a:pt x="29152" y="116324"/>
                    </a:lnTo>
                    <a:lnTo>
                      <a:pt x="11218" y="132554"/>
                    </a:lnTo>
                    <a:lnTo>
                      <a:pt x="9873" y="133810"/>
                    </a:lnTo>
                    <a:lnTo>
                      <a:pt x="11218" y="135065"/>
                    </a:lnTo>
                    <a:lnTo>
                      <a:pt x="29152" y="151295"/>
                    </a:lnTo>
                    <a:lnTo>
                      <a:pt x="198179" y="304630"/>
                    </a:lnTo>
                    <a:lnTo>
                      <a:pt x="29152" y="458054"/>
                    </a:lnTo>
                    <a:lnTo>
                      <a:pt x="11218" y="474284"/>
                    </a:lnTo>
                    <a:lnTo>
                      <a:pt x="9873" y="475539"/>
                    </a:lnTo>
                    <a:lnTo>
                      <a:pt x="11218" y="476795"/>
                    </a:lnTo>
                    <a:lnTo>
                      <a:pt x="29152" y="493025"/>
                    </a:lnTo>
                    <a:lnTo>
                      <a:pt x="198179" y="646449"/>
                    </a:lnTo>
                    <a:lnTo>
                      <a:pt x="29152" y="799784"/>
                    </a:lnTo>
                    <a:lnTo>
                      <a:pt x="11218" y="816014"/>
                    </a:lnTo>
                    <a:lnTo>
                      <a:pt x="9873" y="817269"/>
                    </a:lnTo>
                    <a:lnTo>
                      <a:pt x="11218" y="818525"/>
                    </a:lnTo>
                    <a:lnTo>
                      <a:pt x="29152" y="834755"/>
                    </a:lnTo>
                    <a:lnTo>
                      <a:pt x="198179" y="988179"/>
                    </a:lnTo>
                    <a:lnTo>
                      <a:pt x="29152" y="1141603"/>
                    </a:lnTo>
                    <a:lnTo>
                      <a:pt x="11218" y="1157834"/>
                    </a:lnTo>
                    <a:lnTo>
                      <a:pt x="9873" y="1159089"/>
                    </a:lnTo>
                    <a:lnTo>
                      <a:pt x="11218" y="1160344"/>
                    </a:lnTo>
                    <a:lnTo>
                      <a:pt x="29152" y="1176574"/>
                    </a:lnTo>
                    <a:lnTo>
                      <a:pt x="198179" y="1329999"/>
                    </a:lnTo>
                    <a:lnTo>
                      <a:pt x="29152" y="1483423"/>
                    </a:lnTo>
                    <a:lnTo>
                      <a:pt x="11218" y="1499743"/>
                    </a:lnTo>
                    <a:lnTo>
                      <a:pt x="10" y="1509875"/>
                    </a:lnTo>
                    <a:lnTo>
                      <a:pt x="423070" y="1509875"/>
                    </a:lnTo>
                    <a:close/>
                    <a:moveTo>
                      <a:pt x="46369" y="484506"/>
                    </a:moveTo>
                    <a:lnTo>
                      <a:pt x="36505" y="475539"/>
                    </a:lnTo>
                    <a:lnTo>
                      <a:pt x="46369" y="466573"/>
                    </a:lnTo>
                    <a:lnTo>
                      <a:pt x="211540" y="316825"/>
                    </a:lnTo>
                    <a:lnTo>
                      <a:pt x="376621" y="466573"/>
                    </a:lnTo>
                    <a:lnTo>
                      <a:pt x="386485" y="475539"/>
                    </a:lnTo>
                    <a:lnTo>
                      <a:pt x="376621" y="484506"/>
                    </a:lnTo>
                    <a:lnTo>
                      <a:pt x="211540" y="634344"/>
                    </a:lnTo>
                    <a:close/>
                    <a:moveTo>
                      <a:pt x="46369" y="826236"/>
                    </a:moveTo>
                    <a:lnTo>
                      <a:pt x="36505" y="817269"/>
                    </a:lnTo>
                    <a:lnTo>
                      <a:pt x="46369" y="808302"/>
                    </a:lnTo>
                    <a:lnTo>
                      <a:pt x="211540" y="658555"/>
                    </a:lnTo>
                    <a:lnTo>
                      <a:pt x="376621" y="808302"/>
                    </a:lnTo>
                    <a:lnTo>
                      <a:pt x="386485" y="817269"/>
                    </a:lnTo>
                    <a:lnTo>
                      <a:pt x="376621" y="826236"/>
                    </a:lnTo>
                    <a:lnTo>
                      <a:pt x="211540" y="976074"/>
                    </a:lnTo>
                    <a:close/>
                    <a:moveTo>
                      <a:pt x="46369" y="1168056"/>
                    </a:moveTo>
                    <a:lnTo>
                      <a:pt x="36505" y="1159089"/>
                    </a:lnTo>
                    <a:lnTo>
                      <a:pt x="46369" y="1150122"/>
                    </a:lnTo>
                    <a:lnTo>
                      <a:pt x="211540" y="1000285"/>
                    </a:lnTo>
                    <a:lnTo>
                      <a:pt x="376621" y="1150122"/>
                    </a:lnTo>
                    <a:lnTo>
                      <a:pt x="386485" y="1159089"/>
                    </a:lnTo>
                    <a:lnTo>
                      <a:pt x="376621" y="1168056"/>
                    </a:lnTo>
                    <a:lnTo>
                      <a:pt x="211540" y="1317893"/>
                    </a:lnTo>
                    <a:close/>
                    <a:moveTo>
                      <a:pt x="46369" y="1491942"/>
                    </a:moveTo>
                    <a:lnTo>
                      <a:pt x="211540" y="1342104"/>
                    </a:lnTo>
                    <a:lnTo>
                      <a:pt x="376621" y="149194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8" name="Google Shape;93;p1">
                <a:extLst>
                  <a:ext uri="{FF2B5EF4-FFF2-40B4-BE49-F238E27FC236}">
                    <a16:creationId xmlns:a16="http://schemas.microsoft.com/office/drawing/2014/main" id="{64DA169A-55D0-F1E3-7452-0CEDC8A01024}"/>
                  </a:ext>
                </a:extLst>
              </p:cNvPr>
              <p:cNvSpPr/>
              <p:nvPr/>
            </p:nvSpPr>
            <p:spPr>
              <a:xfrm>
                <a:off x="513658" y="5172382"/>
                <a:ext cx="17933" cy="1062934"/>
              </a:xfrm>
              <a:custGeom>
                <a:avLst/>
                <a:gdLst/>
                <a:ahLst/>
                <a:cxnLst/>
                <a:rect l="l" t="t" r="r" b="b"/>
                <a:pathLst>
                  <a:path w="17933" h="1509583" extrusionOk="0">
                    <a:moveTo>
                      <a:pt x="10" y="-246"/>
                    </a:moveTo>
                    <a:cubicBezTo>
                      <a:pt x="6018" y="1996"/>
                      <a:pt x="11936" y="4148"/>
                      <a:pt x="17944" y="6211"/>
                    </a:cubicBezTo>
                    <a:lnTo>
                      <a:pt x="17944" y="1509337"/>
                    </a:lnTo>
                    <a:lnTo>
                      <a:pt x="10" y="150933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9" name="Google Shape;94;p1">
                <a:extLst>
                  <a:ext uri="{FF2B5EF4-FFF2-40B4-BE49-F238E27FC236}">
                    <a16:creationId xmlns:a16="http://schemas.microsoft.com/office/drawing/2014/main" id="{ACA3AF8F-DD1D-EF7B-B156-E0A2D74B2782}"/>
                  </a:ext>
                </a:extLst>
              </p:cNvPr>
              <p:cNvSpPr/>
              <p:nvPr/>
            </p:nvSpPr>
            <p:spPr>
              <a:xfrm>
                <a:off x="143055"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0" name="Google Shape;95;p1">
                <a:extLst>
                  <a:ext uri="{FF2B5EF4-FFF2-40B4-BE49-F238E27FC236}">
                    <a16:creationId xmlns:a16="http://schemas.microsoft.com/office/drawing/2014/main" id="{48AC19BD-A04A-EFBD-A057-41B6D84D08F6}"/>
                  </a:ext>
                </a:extLst>
              </p:cNvPr>
              <p:cNvSpPr/>
              <p:nvPr/>
            </p:nvSpPr>
            <p:spPr>
              <a:xfrm>
                <a:off x="14305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1" name="Google Shape;96;p1">
                <a:extLst>
                  <a:ext uri="{FF2B5EF4-FFF2-40B4-BE49-F238E27FC236}">
                    <a16:creationId xmlns:a16="http://schemas.microsoft.com/office/drawing/2014/main" id="{E553A664-1DBB-D8C9-0C9F-09FBAB8053E1}"/>
                  </a:ext>
                </a:extLst>
              </p:cNvPr>
              <p:cNvSpPr/>
              <p:nvPr/>
            </p:nvSpPr>
            <p:spPr>
              <a:xfrm>
                <a:off x="14305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2" name="Google Shape;97;p1">
                <a:extLst>
                  <a:ext uri="{FF2B5EF4-FFF2-40B4-BE49-F238E27FC236}">
                    <a16:creationId xmlns:a16="http://schemas.microsoft.com/office/drawing/2014/main" id="{C1B0ED1C-D4E1-50E1-7B01-1404DB57138F}"/>
                  </a:ext>
                </a:extLst>
              </p:cNvPr>
              <p:cNvSpPr/>
              <p:nvPr/>
            </p:nvSpPr>
            <p:spPr>
              <a:xfrm>
                <a:off x="14305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3" name="Google Shape;98;p1">
                <a:extLst>
                  <a:ext uri="{FF2B5EF4-FFF2-40B4-BE49-F238E27FC236}">
                    <a16:creationId xmlns:a16="http://schemas.microsoft.com/office/drawing/2014/main" id="{274D2989-AEFF-F15D-5354-C74EC2FF4109}"/>
                  </a:ext>
                </a:extLst>
              </p:cNvPr>
              <p:cNvSpPr/>
              <p:nvPr/>
            </p:nvSpPr>
            <p:spPr>
              <a:xfrm>
                <a:off x="11672738" y="4997427"/>
                <a:ext cx="17933" cy="1237890"/>
              </a:xfrm>
              <a:custGeom>
                <a:avLst/>
                <a:gdLst/>
                <a:ahLst/>
                <a:cxnLst/>
                <a:rect l="l" t="t" r="r" b="b"/>
                <a:pathLst>
                  <a:path w="17933" h="1758056" extrusionOk="0">
                    <a:moveTo>
                      <a:pt x="10" y="7914"/>
                    </a:moveTo>
                    <a:lnTo>
                      <a:pt x="10" y="1757811"/>
                    </a:lnTo>
                    <a:lnTo>
                      <a:pt x="17944" y="1757811"/>
                    </a:lnTo>
                    <a:lnTo>
                      <a:pt x="17944" y="-246"/>
                    </a:lnTo>
                    <a:cubicBezTo>
                      <a:pt x="12115" y="2821"/>
                      <a:pt x="6108" y="5547"/>
                      <a:pt x="10" y="791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4" name="Google Shape;99;p1">
                <a:extLst>
                  <a:ext uri="{FF2B5EF4-FFF2-40B4-BE49-F238E27FC236}">
                    <a16:creationId xmlns:a16="http://schemas.microsoft.com/office/drawing/2014/main" id="{B9650BFA-E0E2-5798-95DD-2940711BE47F}"/>
                  </a:ext>
                </a:extLst>
              </p:cNvPr>
              <p:cNvSpPr/>
              <p:nvPr/>
            </p:nvSpPr>
            <p:spPr>
              <a:xfrm>
                <a:off x="11661440" y="4670875"/>
                <a:ext cx="423777" cy="1492212"/>
              </a:xfrm>
              <a:custGeom>
                <a:avLst/>
                <a:gdLst/>
                <a:ahLst/>
                <a:cxnLst/>
                <a:rect l="l" t="t" r="r" b="b"/>
                <a:pathLst>
                  <a:path w="423777" h="2119244" extrusionOk="0">
                    <a:moveTo>
                      <a:pt x="394196" y="2092457"/>
                    </a:moveTo>
                    <a:lnTo>
                      <a:pt x="225259" y="1939122"/>
                    </a:lnTo>
                    <a:lnTo>
                      <a:pt x="394196" y="1785788"/>
                    </a:lnTo>
                    <a:lnTo>
                      <a:pt x="412130" y="1769557"/>
                    </a:lnTo>
                    <a:lnTo>
                      <a:pt x="413565" y="1768213"/>
                    </a:lnTo>
                    <a:lnTo>
                      <a:pt x="412130" y="1766867"/>
                    </a:lnTo>
                    <a:lnTo>
                      <a:pt x="394196" y="1750637"/>
                    </a:lnTo>
                    <a:lnTo>
                      <a:pt x="225259" y="1597303"/>
                    </a:lnTo>
                    <a:lnTo>
                      <a:pt x="394196" y="1443968"/>
                    </a:lnTo>
                    <a:lnTo>
                      <a:pt x="412130" y="1427738"/>
                    </a:lnTo>
                    <a:lnTo>
                      <a:pt x="413565" y="1426393"/>
                    </a:lnTo>
                    <a:lnTo>
                      <a:pt x="412130" y="1425048"/>
                    </a:lnTo>
                    <a:lnTo>
                      <a:pt x="394196" y="1408818"/>
                    </a:lnTo>
                    <a:lnTo>
                      <a:pt x="225259" y="1255573"/>
                    </a:lnTo>
                    <a:lnTo>
                      <a:pt x="394196" y="1102239"/>
                    </a:lnTo>
                    <a:lnTo>
                      <a:pt x="412130" y="1086008"/>
                    </a:lnTo>
                    <a:lnTo>
                      <a:pt x="413565" y="1084663"/>
                    </a:lnTo>
                    <a:lnTo>
                      <a:pt x="412130" y="1083318"/>
                    </a:lnTo>
                    <a:lnTo>
                      <a:pt x="394196" y="1067088"/>
                    </a:lnTo>
                    <a:lnTo>
                      <a:pt x="225259" y="913753"/>
                    </a:lnTo>
                    <a:lnTo>
                      <a:pt x="394196" y="760509"/>
                    </a:lnTo>
                    <a:lnTo>
                      <a:pt x="412130" y="744279"/>
                    </a:lnTo>
                    <a:lnTo>
                      <a:pt x="413565" y="742933"/>
                    </a:lnTo>
                    <a:lnTo>
                      <a:pt x="412130" y="741588"/>
                    </a:lnTo>
                    <a:lnTo>
                      <a:pt x="394196" y="725358"/>
                    </a:lnTo>
                    <a:lnTo>
                      <a:pt x="225259" y="572024"/>
                    </a:lnTo>
                    <a:lnTo>
                      <a:pt x="394196" y="418779"/>
                    </a:lnTo>
                    <a:lnTo>
                      <a:pt x="412130" y="402548"/>
                    </a:lnTo>
                    <a:lnTo>
                      <a:pt x="413565" y="401204"/>
                    </a:lnTo>
                    <a:lnTo>
                      <a:pt x="412130" y="399859"/>
                    </a:lnTo>
                    <a:lnTo>
                      <a:pt x="394196" y="383628"/>
                    </a:lnTo>
                    <a:lnTo>
                      <a:pt x="235482" y="239440"/>
                    </a:lnTo>
                    <a:lnTo>
                      <a:pt x="225349" y="230473"/>
                    </a:lnTo>
                    <a:lnTo>
                      <a:pt x="253236" y="205187"/>
                    </a:lnTo>
                    <a:lnTo>
                      <a:pt x="394196" y="77139"/>
                    </a:lnTo>
                    <a:lnTo>
                      <a:pt x="412130" y="60909"/>
                    </a:lnTo>
                    <a:lnTo>
                      <a:pt x="413565" y="59563"/>
                    </a:lnTo>
                    <a:lnTo>
                      <a:pt x="412130" y="58219"/>
                    </a:lnTo>
                    <a:lnTo>
                      <a:pt x="394196" y="41988"/>
                    </a:lnTo>
                    <a:lnTo>
                      <a:pt x="347748" y="-246"/>
                    </a:lnTo>
                    <a:cubicBezTo>
                      <a:pt x="345326" y="5673"/>
                      <a:pt x="342815" y="11501"/>
                      <a:pt x="340304" y="17688"/>
                    </a:cubicBezTo>
                    <a:lnTo>
                      <a:pt x="376980" y="50955"/>
                    </a:lnTo>
                    <a:lnTo>
                      <a:pt x="386843" y="59922"/>
                    </a:lnTo>
                    <a:lnTo>
                      <a:pt x="376980" y="68889"/>
                    </a:lnTo>
                    <a:lnTo>
                      <a:pt x="275026" y="161428"/>
                    </a:lnTo>
                    <a:lnTo>
                      <a:pt x="215665" y="215230"/>
                    </a:lnTo>
                    <a:cubicBezTo>
                      <a:pt x="205800" y="232536"/>
                      <a:pt x="195669" y="249662"/>
                      <a:pt x="185536" y="266790"/>
                    </a:cubicBezTo>
                    <a:lnTo>
                      <a:pt x="211898" y="242847"/>
                    </a:lnTo>
                    <a:lnTo>
                      <a:pt x="226604" y="256208"/>
                    </a:lnTo>
                    <a:lnTo>
                      <a:pt x="376980" y="392685"/>
                    </a:lnTo>
                    <a:lnTo>
                      <a:pt x="386843" y="401652"/>
                    </a:lnTo>
                    <a:lnTo>
                      <a:pt x="376980" y="410619"/>
                    </a:lnTo>
                    <a:lnTo>
                      <a:pt x="211898" y="560367"/>
                    </a:lnTo>
                    <a:lnTo>
                      <a:pt x="100439" y="459220"/>
                    </a:lnTo>
                    <a:lnTo>
                      <a:pt x="72374" y="433844"/>
                    </a:lnTo>
                    <a:cubicBezTo>
                      <a:pt x="67979" y="437968"/>
                      <a:pt x="63407" y="441913"/>
                      <a:pt x="58744" y="445679"/>
                    </a:cubicBezTo>
                    <a:lnTo>
                      <a:pt x="89679" y="473746"/>
                    </a:lnTo>
                    <a:lnTo>
                      <a:pt x="198538" y="572382"/>
                    </a:lnTo>
                    <a:lnTo>
                      <a:pt x="29242" y="725358"/>
                    </a:lnTo>
                    <a:lnTo>
                      <a:pt x="11308" y="741588"/>
                    </a:lnTo>
                    <a:lnTo>
                      <a:pt x="9873" y="742933"/>
                    </a:lnTo>
                    <a:lnTo>
                      <a:pt x="11308" y="744279"/>
                    </a:lnTo>
                    <a:lnTo>
                      <a:pt x="29242" y="760509"/>
                    </a:lnTo>
                    <a:lnTo>
                      <a:pt x="198179" y="913753"/>
                    </a:lnTo>
                    <a:lnTo>
                      <a:pt x="29242" y="1067088"/>
                    </a:lnTo>
                    <a:lnTo>
                      <a:pt x="11308" y="1083318"/>
                    </a:lnTo>
                    <a:lnTo>
                      <a:pt x="9873" y="1084663"/>
                    </a:lnTo>
                    <a:lnTo>
                      <a:pt x="11308" y="1086008"/>
                    </a:lnTo>
                    <a:lnTo>
                      <a:pt x="29242" y="1102239"/>
                    </a:lnTo>
                    <a:lnTo>
                      <a:pt x="198179" y="1255573"/>
                    </a:lnTo>
                    <a:lnTo>
                      <a:pt x="29242" y="1408818"/>
                    </a:lnTo>
                    <a:lnTo>
                      <a:pt x="11308" y="1425048"/>
                    </a:lnTo>
                    <a:lnTo>
                      <a:pt x="9873" y="1426393"/>
                    </a:lnTo>
                    <a:lnTo>
                      <a:pt x="11308" y="1427738"/>
                    </a:lnTo>
                    <a:lnTo>
                      <a:pt x="29242" y="1443968"/>
                    </a:lnTo>
                    <a:lnTo>
                      <a:pt x="198179" y="1597303"/>
                    </a:lnTo>
                    <a:lnTo>
                      <a:pt x="29242" y="1750637"/>
                    </a:lnTo>
                    <a:lnTo>
                      <a:pt x="11308" y="1766867"/>
                    </a:lnTo>
                    <a:lnTo>
                      <a:pt x="9873" y="1768213"/>
                    </a:lnTo>
                    <a:lnTo>
                      <a:pt x="11308" y="1769557"/>
                    </a:lnTo>
                    <a:lnTo>
                      <a:pt x="29242" y="1785788"/>
                    </a:lnTo>
                    <a:lnTo>
                      <a:pt x="198179" y="1939122"/>
                    </a:lnTo>
                    <a:lnTo>
                      <a:pt x="29242" y="2092457"/>
                    </a:lnTo>
                    <a:lnTo>
                      <a:pt x="11308" y="2108777"/>
                    </a:lnTo>
                    <a:lnTo>
                      <a:pt x="10" y="2118999"/>
                    </a:lnTo>
                    <a:lnTo>
                      <a:pt x="423787" y="2118999"/>
                    </a:lnTo>
                    <a:lnTo>
                      <a:pt x="412489" y="2108777"/>
                    </a:lnTo>
                    <a:close/>
                    <a:moveTo>
                      <a:pt x="47176" y="751900"/>
                    </a:moveTo>
                    <a:lnTo>
                      <a:pt x="37313" y="742933"/>
                    </a:lnTo>
                    <a:lnTo>
                      <a:pt x="47176" y="733967"/>
                    </a:lnTo>
                    <a:lnTo>
                      <a:pt x="212258" y="584129"/>
                    </a:lnTo>
                    <a:lnTo>
                      <a:pt x="377338" y="733967"/>
                    </a:lnTo>
                    <a:lnTo>
                      <a:pt x="387202" y="742933"/>
                    </a:lnTo>
                    <a:lnTo>
                      <a:pt x="377338" y="751900"/>
                    </a:lnTo>
                    <a:lnTo>
                      <a:pt x="211898" y="902096"/>
                    </a:lnTo>
                    <a:close/>
                    <a:moveTo>
                      <a:pt x="47176" y="1093630"/>
                    </a:moveTo>
                    <a:lnTo>
                      <a:pt x="37313" y="1084663"/>
                    </a:lnTo>
                    <a:lnTo>
                      <a:pt x="47176" y="1075696"/>
                    </a:lnTo>
                    <a:lnTo>
                      <a:pt x="212258" y="925948"/>
                    </a:lnTo>
                    <a:lnTo>
                      <a:pt x="377338" y="1075696"/>
                    </a:lnTo>
                    <a:lnTo>
                      <a:pt x="387202" y="1084663"/>
                    </a:lnTo>
                    <a:lnTo>
                      <a:pt x="377338" y="1093630"/>
                    </a:lnTo>
                    <a:lnTo>
                      <a:pt x="212258" y="1243468"/>
                    </a:lnTo>
                    <a:close/>
                    <a:moveTo>
                      <a:pt x="47176" y="1435360"/>
                    </a:moveTo>
                    <a:lnTo>
                      <a:pt x="37313" y="1426393"/>
                    </a:lnTo>
                    <a:lnTo>
                      <a:pt x="47176" y="1417426"/>
                    </a:lnTo>
                    <a:lnTo>
                      <a:pt x="212258" y="1267679"/>
                    </a:lnTo>
                    <a:lnTo>
                      <a:pt x="377338" y="1417426"/>
                    </a:lnTo>
                    <a:lnTo>
                      <a:pt x="387202" y="1426393"/>
                    </a:lnTo>
                    <a:lnTo>
                      <a:pt x="377338" y="1435360"/>
                    </a:lnTo>
                    <a:lnTo>
                      <a:pt x="212258" y="1585197"/>
                    </a:lnTo>
                    <a:close/>
                    <a:moveTo>
                      <a:pt x="47176" y="1777180"/>
                    </a:moveTo>
                    <a:lnTo>
                      <a:pt x="37313" y="1768213"/>
                    </a:lnTo>
                    <a:lnTo>
                      <a:pt x="47176" y="1759246"/>
                    </a:lnTo>
                    <a:lnTo>
                      <a:pt x="212258" y="1609408"/>
                    </a:lnTo>
                    <a:lnTo>
                      <a:pt x="377338" y="1759246"/>
                    </a:lnTo>
                    <a:lnTo>
                      <a:pt x="387202" y="1768213"/>
                    </a:lnTo>
                    <a:lnTo>
                      <a:pt x="377338" y="1777180"/>
                    </a:lnTo>
                    <a:lnTo>
                      <a:pt x="212258" y="1927017"/>
                    </a:lnTo>
                    <a:close/>
                    <a:moveTo>
                      <a:pt x="47176" y="2101065"/>
                    </a:moveTo>
                    <a:lnTo>
                      <a:pt x="211898" y="1951228"/>
                    </a:lnTo>
                    <a:lnTo>
                      <a:pt x="376980" y="210106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5" name="Google Shape;100;p1">
                <a:extLst>
                  <a:ext uri="{FF2B5EF4-FFF2-40B4-BE49-F238E27FC236}">
                    <a16:creationId xmlns:a16="http://schemas.microsoft.com/office/drawing/2014/main" id="{EBD3AF42-4684-81EA-1C7F-3DA3FF01D013}"/>
                  </a:ext>
                </a:extLst>
              </p:cNvPr>
              <p:cNvSpPr/>
              <p:nvPr/>
            </p:nvSpPr>
            <p:spPr>
              <a:xfrm>
                <a:off x="12055626" y="4536895"/>
                <a:ext cx="17933" cy="1698422"/>
              </a:xfrm>
              <a:custGeom>
                <a:avLst/>
                <a:gdLst/>
                <a:ahLst/>
                <a:cxnLst/>
                <a:rect l="l" t="t" r="r" b="b"/>
                <a:pathLst>
                  <a:path w="17933" h="2412105" extrusionOk="0">
                    <a:moveTo>
                      <a:pt x="10" y="42347"/>
                    </a:moveTo>
                    <a:lnTo>
                      <a:pt x="10" y="2411859"/>
                    </a:lnTo>
                    <a:lnTo>
                      <a:pt x="17944" y="2411859"/>
                    </a:lnTo>
                    <a:lnTo>
                      <a:pt x="17944" y="-246"/>
                    </a:lnTo>
                    <a:cubicBezTo>
                      <a:pt x="11667" y="13922"/>
                      <a:pt x="6108" y="28179"/>
                      <a:pt x="10" y="4234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6" name="Google Shape;101;p1">
                <a:extLst>
                  <a:ext uri="{FF2B5EF4-FFF2-40B4-BE49-F238E27FC236}">
                    <a16:creationId xmlns:a16="http://schemas.microsoft.com/office/drawing/2014/main" id="{8DBC941A-1FD0-F623-18E6-1A8F1FB16815}"/>
                  </a:ext>
                </a:extLst>
              </p:cNvPr>
              <p:cNvSpPr/>
              <p:nvPr/>
            </p:nvSpPr>
            <p:spPr>
              <a:xfrm>
                <a:off x="11955286" y="4706422"/>
                <a:ext cx="106347" cy="12627"/>
              </a:xfrm>
              <a:custGeom>
                <a:avLst/>
                <a:gdLst/>
                <a:ahLst/>
                <a:cxnLst/>
                <a:rect l="l" t="t" r="r" b="b"/>
                <a:pathLst>
                  <a:path w="106347" h="17933" extrusionOk="0">
                    <a:moveTo>
                      <a:pt x="10" y="17688"/>
                    </a:moveTo>
                    <a:lnTo>
                      <a:pt x="106358" y="17688"/>
                    </a:lnTo>
                    <a:lnTo>
                      <a:pt x="106358" y="-246"/>
                    </a:lnTo>
                    <a:lnTo>
                      <a:pt x="8977" y="-246"/>
                    </a:lnTo>
                    <a:cubicBezTo>
                      <a:pt x="6018" y="6031"/>
                      <a:pt x="2969" y="11949"/>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7" name="Google Shape;102;p1">
                <a:extLst>
                  <a:ext uri="{FF2B5EF4-FFF2-40B4-BE49-F238E27FC236}">
                    <a16:creationId xmlns:a16="http://schemas.microsoft.com/office/drawing/2014/main" id="{FF8A420C-C690-572E-061D-43A57A8363F2}"/>
                  </a:ext>
                </a:extLst>
              </p:cNvPr>
              <p:cNvSpPr/>
              <p:nvPr/>
            </p:nvSpPr>
            <p:spPr>
              <a:xfrm>
                <a:off x="11754965" y="4947232"/>
                <a:ext cx="306937" cy="12627"/>
              </a:xfrm>
              <a:custGeom>
                <a:avLst/>
                <a:gdLst/>
                <a:ahLst/>
                <a:cxnLst/>
                <a:rect l="l" t="t" r="r" b="b"/>
                <a:pathLst>
                  <a:path w="306937" h="17933" extrusionOk="0">
                    <a:moveTo>
                      <a:pt x="7452" y="7465"/>
                    </a:moveTo>
                    <a:cubicBezTo>
                      <a:pt x="5120" y="10963"/>
                      <a:pt x="2609" y="14370"/>
                      <a:pt x="10" y="17688"/>
                    </a:cubicBezTo>
                    <a:lnTo>
                      <a:pt x="306948" y="17688"/>
                    </a:lnTo>
                    <a:lnTo>
                      <a:pt x="306948" y="-246"/>
                    </a:lnTo>
                    <a:lnTo>
                      <a:pt x="12652" y="-246"/>
                    </a:lnTo>
                    <a:cubicBezTo>
                      <a:pt x="10590" y="2264"/>
                      <a:pt x="8977" y="4954"/>
                      <a:pt x="7452" y="7465"/>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8" name="Google Shape;103;p1">
                <a:extLst>
                  <a:ext uri="{FF2B5EF4-FFF2-40B4-BE49-F238E27FC236}">
                    <a16:creationId xmlns:a16="http://schemas.microsoft.com/office/drawing/2014/main" id="{D658C1F7-A54C-F910-4938-D6CB26234495}"/>
                  </a:ext>
                </a:extLst>
              </p:cNvPr>
              <p:cNvSpPr/>
              <p:nvPr/>
            </p:nvSpPr>
            <p:spPr>
              <a:xfrm>
                <a:off x="11685112" y="5187851"/>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9" name="Google Shape;104;p1">
                <a:extLst>
                  <a:ext uri="{FF2B5EF4-FFF2-40B4-BE49-F238E27FC236}">
                    <a16:creationId xmlns:a16="http://schemas.microsoft.com/office/drawing/2014/main" id="{E9C41877-B709-7BF8-6D17-5A023ED5AA61}"/>
                  </a:ext>
                </a:extLst>
              </p:cNvPr>
              <p:cNvSpPr/>
              <p:nvPr/>
            </p:nvSpPr>
            <p:spPr>
              <a:xfrm>
                <a:off x="11685112" y="542847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0" name="Google Shape;105;p1">
                <a:extLst>
                  <a:ext uri="{FF2B5EF4-FFF2-40B4-BE49-F238E27FC236}">
                    <a16:creationId xmlns:a16="http://schemas.microsoft.com/office/drawing/2014/main" id="{D1C17DA4-A1EB-C0F0-D807-51544273274F}"/>
                  </a:ext>
                </a:extLst>
              </p:cNvPr>
              <p:cNvSpPr/>
              <p:nvPr/>
            </p:nvSpPr>
            <p:spPr>
              <a:xfrm>
                <a:off x="11685112" y="566909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1" name="Google Shape;106;p1">
                <a:extLst>
                  <a:ext uri="{FF2B5EF4-FFF2-40B4-BE49-F238E27FC236}">
                    <a16:creationId xmlns:a16="http://schemas.microsoft.com/office/drawing/2014/main" id="{0EC115E1-952A-DC14-72F1-D69FF3E1D677}"/>
                  </a:ext>
                </a:extLst>
              </p:cNvPr>
              <p:cNvSpPr/>
              <p:nvPr/>
            </p:nvSpPr>
            <p:spPr>
              <a:xfrm>
                <a:off x="11685112" y="5909776"/>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2" name="Google Shape;107;p1">
                <a:extLst>
                  <a:ext uri="{FF2B5EF4-FFF2-40B4-BE49-F238E27FC236}">
                    <a16:creationId xmlns:a16="http://schemas.microsoft.com/office/drawing/2014/main" id="{6493A885-93F9-BAE8-BD76-A15949D6A81E}"/>
                  </a:ext>
                </a:extLst>
              </p:cNvPr>
              <p:cNvSpPr/>
              <p:nvPr/>
            </p:nvSpPr>
            <p:spPr>
              <a:xfrm>
                <a:off x="148973" y="5016747"/>
                <a:ext cx="142753" cy="83279"/>
              </a:xfrm>
              <a:custGeom>
                <a:avLst/>
                <a:gdLst/>
                <a:ahLst/>
                <a:cxnLst/>
                <a:rect l="l" t="t" r="r" b="b"/>
                <a:pathLst>
                  <a:path w="142753" h="118273" extrusionOk="0">
                    <a:moveTo>
                      <a:pt x="10" y="-246"/>
                    </a:moveTo>
                    <a:lnTo>
                      <a:pt x="10" y="49789"/>
                    </a:lnTo>
                    <a:cubicBezTo>
                      <a:pt x="42872" y="74117"/>
                      <a:pt x="85525" y="96866"/>
                      <a:pt x="127968" y="118028"/>
                    </a:cubicBezTo>
                    <a:lnTo>
                      <a:pt x="142763" y="104578"/>
                    </a:lnTo>
                    <a:cubicBezTo>
                      <a:pt x="89316" y="78412"/>
                      <a:pt x="40973" y="42921"/>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3" name="Google Shape;108;p1">
                <a:extLst>
                  <a:ext uri="{FF2B5EF4-FFF2-40B4-BE49-F238E27FC236}">
                    <a16:creationId xmlns:a16="http://schemas.microsoft.com/office/drawing/2014/main" id="{028D5D46-93FB-476E-0682-396EB7C97101}"/>
                  </a:ext>
                </a:extLst>
              </p:cNvPr>
              <p:cNvSpPr/>
              <p:nvPr/>
            </p:nvSpPr>
            <p:spPr>
              <a:xfrm>
                <a:off x="294237" y="5096301"/>
                <a:ext cx="147147" cy="56382"/>
              </a:xfrm>
              <a:custGeom>
                <a:avLst/>
                <a:gdLst/>
                <a:ahLst/>
                <a:cxnLst/>
                <a:rect l="l" t="t" r="r" b="b"/>
                <a:pathLst>
                  <a:path w="147147" h="80074" extrusionOk="0">
                    <a:moveTo>
                      <a:pt x="15254" y="-246"/>
                    </a:moveTo>
                    <a:lnTo>
                      <a:pt x="10" y="13653"/>
                    </a:lnTo>
                    <a:cubicBezTo>
                      <a:pt x="49447" y="37864"/>
                      <a:pt x="98496" y="59922"/>
                      <a:pt x="147157" y="79829"/>
                    </a:cubicBezTo>
                    <a:lnTo>
                      <a:pt x="84389" y="22530"/>
                    </a:lnTo>
                    <a:cubicBezTo>
                      <a:pt x="60678" y="17132"/>
                      <a:pt x="37530" y="9501"/>
                      <a:pt x="15254"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4" name="Google Shape;109;p1">
                <a:extLst>
                  <a:ext uri="{FF2B5EF4-FFF2-40B4-BE49-F238E27FC236}">
                    <a16:creationId xmlns:a16="http://schemas.microsoft.com/office/drawing/2014/main" id="{B1358391-5630-80AB-7069-6FA3989A9B67}"/>
                  </a:ext>
                </a:extLst>
              </p:cNvPr>
              <p:cNvSpPr/>
              <p:nvPr/>
            </p:nvSpPr>
            <p:spPr>
              <a:xfrm>
                <a:off x="1413490" y="5211086"/>
                <a:ext cx="69403" cy="13069"/>
              </a:xfrm>
              <a:custGeom>
                <a:avLst/>
                <a:gdLst/>
                <a:ahLst/>
                <a:cxnLst/>
                <a:rect l="l" t="t" r="r" b="b"/>
                <a:pathLst>
                  <a:path w="69403" h="18561" extrusionOk="0">
                    <a:moveTo>
                      <a:pt x="10" y="2354"/>
                    </a:moveTo>
                    <a:lnTo>
                      <a:pt x="10" y="18316"/>
                    </a:lnTo>
                    <a:lnTo>
                      <a:pt x="17944" y="13922"/>
                    </a:lnTo>
                    <a:cubicBezTo>
                      <a:pt x="23952" y="12487"/>
                      <a:pt x="29959" y="10873"/>
                      <a:pt x="35878" y="9259"/>
                    </a:cubicBezTo>
                    <a:cubicBezTo>
                      <a:pt x="41796" y="7645"/>
                      <a:pt x="49597" y="5583"/>
                      <a:pt x="56412" y="3610"/>
                    </a:cubicBezTo>
                    <a:lnTo>
                      <a:pt x="69414" y="-246"/>
                    </a:lnTo>
                    <a:cubicBezTo>
                      <a:pt x="46485" y="3619"/>
                      <a:pt x="23162" y="4489"/>
                      <a:pt x="10" y="235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5" name="Google Shape;110;p1">
                <a:extLst>
                  <a:ext uri="{FF2B5EF4-FFF2-40B4-BE49-F238E27FC236}">
                    <a16:creationId xmlns:a16="http://schemas.microsoft.com/office/drawing/2014/main" id="{AD2ED088-383A-6E95-036F-694A66EADBA4}"/>
                  </a:ext>
                </a:extLst>
              </p:cNvPr>
              <p:cNvSpPr/>
              <p:nvPr/>
            </p:nvSpPr>
            <p:spPr>
              <a:xfrm>
                <a:off x="2851875" y="4425834"/>
                <a:ext cx="178352" cy="54803"/>
              </a:xfrm>
              <a:custGeom>
                <a:avLst/>
                <a:gdLst/>
                <a:ahLst/>
                <a:cxnLst/>
                <a:rect l="l" t="t" r="r" b="b"/>
                <a:pathLst>
                  <a:path w="178352" h="77832" extrusionOk="0">
                    <a:moveTo>
                      <a:pt x="53722" y="43692"/>
                    </a:moveTo>
                    <a:cubicBezTo>
                      <a:pt x="37761" y="51493"/>
                      <a:pt x="22606" y="60102"/>
                      <a:pt x="7452" y="69158"/>
                    </a:cubicBezTo>
                    <a:cubicBezTo>
                      <a:pt x="5273" y="72216"/>
                      <a:pt x="2771" y="75040"/>
                      <a:pt x="10" y="77587"/>
                    </a:cubicBezTo>
                    <a:lnTo>
                      <a:pt x="7093" y="74718"/>
                    </a:lnTo>
                    <a:cubicBezTo>
                      <a:pt x="23593" y="68172"/>
                      <a:pt x="40540" y="62164"/>
                      <a:pt x="57757" y="56784"/>
                    </a:cubicBezTo>
                    <a:cubicBezTo>
                      <a:pt x="97175" y="44284"/>
                      <a:pt x="137491" y="34842"/>
                      <a:pt x="178362" y="28538"/>
                    </a:cubicBezTo>
                    <a:lnTo>
                      <a:pt x="146619" y="-246"/>
                    </a:lnTo>
                    <a:cubicBezTo>
                      <a:pt x="116311" y="15715"/>
                      <a:pt x="84568" y="28717"/>
                      <a:pt x="53722" y="43692"/>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6" name="Google Shape;111;p1">
                <a:extLst>
                  <a:ext uri="{FF2B5EF4-FFF2-40B4-BE49-F238E27FC236}">
                    <a16:creationId xmlns:a16="http://schemas.microsoft.com/office/drawing/2014/main" id="{CE5246C9-8CD8-FCC7-2E7F-8DB6ACC0839F}"/>
                  </a:ext>
                </a:extLst>
              </p:cNvPr>
              <p:cNvSpPr/>
              <p:nvPr/>
            </p:nvSpPr>
            <p:spPr>
              <a:xfrm>
                <a:off x="2695940" y="4519721"/>
                <a:ext cx="35867" cy="18941"/>
              </a:xfrm>
              <a:custGeom>
                <a:avLst/>
                <a:gdLst/>
                <a:ahLst/>
                <a:cxnLst/>
                <a:rect l="l" t="t" r="r" b="b"/>
                <a:pathLst>
                  <a:path w="35867" h="26900" extrusionOk="0">
                    <a:moveTo>
                      <a:pt x="10" y="-246"/>
                    </a:moveTo>
                    <a:lnTo>
                      <a:pt x="10" y="26655"/>
                    </a:lnTo>
                    <a:cubicBezTo>
                      <a:pt x="5928" y="22709"/>
                      <a:pt x="11936" y="18943"/>
                      <a:pt x="17944" y="15177"/>
                    </a:cubicBezTo>
                    <a:cubicBezTo>
                      <a:pt x="23952" y="11411"/>
                      <a:pt x="30049" y="7824"/>
                      <a:pt x="35878" y="4148"/>
                    </a:cubicBezTo>
                    <a:cubicBezTo>
                      <a:pt x="23799" y="4013"/>
                      <a:pt x="11766" y="253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7" name="Google Shape;112;p1">
                <a:extLst>
                  <a:ext uri="{FF2B5EF4-FFF2-40B4-BE49-F238E27FC236}">
                    <a16:creationId xmlns:a16="http://schemas.microsoft.com/office/drawing/2014/main" id="{24671942-DCC6-CB29-69EE-BB0E579456EA}"/>
                  </a:ext>
                </a:extLst>
              </p:cNvPr>
              <p:cNvSpPr/>
              <p:nvPr/>
            </p:nvSpPr>
            <p:spPr>
              <a:xfrm>
                <a:off x="3015073" y="4392687"/>
                <a:ext cx="81419" cy="51142"/>
              </a:xfrm>
              <a:custGeom>
                <a:avLst/>
                <a:gdLst/>
                <a:ahLst/>
                <a:cxnLst/>
                <a:rect l="l" t="t" r="r" b="b"/>
                <a:pathLst>
                  <a:path w="81419" h="72632" extrusionOk="0">
                    <a:moveTo>
                      <a:pt x="51659" y="8990"/>
                    </a:moveTo>
                    <a:lnTo>
                      <a:pt x="42065" y="11321"/>
                    </a:lnTo>
                    <a:cubicBezTo>
                      <a:pt x="38532" y="13931"/>
                      <a:pt x="34855" y="16325"/>
                      <a:pt x="31036" y="18495"/>
                    </a:cubicBezTo>
                    <a:cubicBezTo>
                      <a:pt x="20813" y="25400"/>
                      <a:pt x="10232" y="31856"/>
                      <a:pt x="10" y="37774"/>
                    </a:cubicBezTo>
                    <a:lnTo>
                      <a:pt x="38209" y="72386"/>
                    </a:lnTo>
                    <a:cubicBezTo>
                      <a:pt x="46728" y="71310"/>
                      <a:pt x="55067" y="70414"/>
                      <a:pt x="63496" y="69696"/>
                    </a:cubicBezTo>
                    <a:cubicBezTo>
                      <a:pt x="69504" y="69158"/>
                      <a:pt x="75422" y="68620"/>
                      <a:pt x="81430" y="68262"/>
                    </a:cubicBezTo>
                    <a:lnTo>
                      <a:pt x="81430" y="-246"/>
                    </a:lnTo>
                    <a:cubicBezTo>
                      <a:pt x="71683" y="3368"/>
                      <a:pt x="61747" y="6452"/>
                      <a:pt x="51659" y="8990"/>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8" name="Google Shape;113;p1">
                <a:extLst>
                  <a:ext uri="{FF2B5EF4-FFF2-40B4-BE49-F238E27FC236}">
                    <a16:creationId xmlns:a16="http://schemas.microsoft.com/office/drawing/2014/main" id="{EFD04AC1-414D-966D-F961-E156B8117D0D}"/>
                  </a:ext>
                </a:extLst>
              </p:cNvPr>
              <p:cNvSpPr/>
              <p:nvPr/>
            </p:nvSpPr>
            <p:spPr>
              <a:xfrm>
                <a:off x="3977046" y="4692594"/>
                <a:ext cx="403242" cy="326993"/>
              </a:xfrm>
              <a:custGeom>
                <a:avLst/>
                <a:gdLst/>
                <a:ahLst/>
                <a:cxnLst/>
                <a:rect l="l" t="t" r="r" b="b"/>
                <a:pathLst>
                  <a:path w="403242" h="464397" extrusionOk="0">
                    <a:moveTo>
                      <a:pt x="401908" y="315300"/>
                    </a:moveTo>
                    <a:cubicBezTo>
                      <a:pt x="334566" y="326419"/>
                      <a:pt x="260499" y="302478"/>
                      <a:pt x="229474" y="238095"/>
                    </a:cubicBezTo>
                    <a:cubicBezTo>
                      <a:pt x="223107" y="224573"/>
                      <a:pt x="215862" y="211481"/>
                      <a:pt x="207774" y="198910"/>
                    </a:cubicBezTo>
                    <a:cubicBezTo>
                      <a:pt x="206967" y="197654"/>
                      <a:pt x="205891" y="196219"/>
                      <a:pt x="204725" y="194695"/>
                    </a:cubicBezTo>
                    <a:lnTo>
                      <a:pt x="202752" y="192723"/>
                    </a:lnTo>
                    <a:cubicBezTo>
                      <a:pt x="190468" y="179631"/>
                      <a:pt x="178362" y="166629"/>
                      <a:pt x="165002" y="154434"/>
                    </a:cubicBezTo>
                    <a:cubicBezTo>
                      <a:pt x="134245" y="126367"/>
                      <a:pt x="100709" y="101439"/>
                      <a:pt x="69504" y="73731"/>
                    </a:cubicBezTo>
                    <a:cubicBezTo>
                      <a:pt x="44172" y="51619"/>
                      <a:pt x="21324" y="26808"/>
                      <a:pt x="1355" y="-246"/>
                    </a:cubicBezTo>
                    <a:lnTo>
                      <a:pt x="1355" y="27641"/>
                    </a:lnTo>
                    <a:lnTo>
                      <a:pt x="10" y="28897"/>
                    </a:lnTo>
                    <a:lnTo>
                      <a:pt x="1355" y="30152"/>
                    </a:lnTo>
                    <a:lnTo>
                      <a:pt x="1355" y="94893"/>
                    </a:lnTo>
                    <a:lnTo>
                      <a:pt x="19289" y="111930"/>
                    </a:lnTo>
                    <a:cubicBezTo>
                      <a:pt x="45831" y="137038"/>
                      <a:pt x="72436" y="162388"/>
                      <a:pt x="99095" y="187970"/>
                    </a:cubicBezTo>
                    <a:lnTo>
                      <a:pt x="148861" y="235494"/>
                    </a:lnTo>
                    <a:lnTo>
                      <a:pt x="161863" y="247869"/>
                    </a:lnTo>
                    <a:cubicBezTo>
                      <a:pt x="202214" y="286158"/>
                      <a:pt x="242566" y="324357"/>
                      <a:pt x="284082" y="361659"/>
                    </a:cubicBezTo>
                    <a:lnTo>
                      <a:pt x="303989" y="379593"/>
                    </a:lnTo>
                    <a:cubicBezTo>
                      <a:pt x="314570" y="389098"/>
                      <a:pt x="325151" y="398424"/>
                      <a:pt x="335732" y="407749"/>
                    </a:cubicBezTo>
                    <a:lnTo>
                      <a:pt x="349272" y="419586"/>
                    </a:lnTo>
                    <a:lnTo>
                      <a:pt x="383974" y="449177"/>
                    </a:lnTo>
                    <a:lnTo>
                      <a:pt x="401908" y="464151"/>
                    </a:lnTo>
                    <a:lnTo>
                      <a:pt x="401908" y="371613"/>
                    </a:lnTo>
                    <a:lnTo>
                      <a:pt x="403253" y="370358"/>
                    </a:lnTo>
                    <a:lnTo>
                      <a:pt x="401908" y="36910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9" name="Google Shape;114;p1">
                <a:extLst>
                  <a:ext uri="{FF2B5EF4-FFF2-40B4-BE49-F238E27FC236}">
                    <a16:creationId xmlns:a16="http://schemas.microsoft.com/office/drawing/2014/main" id="{A5478C87-E37D-EA7D-A023-FD605290459B}"/>
                  </a:ext>
                </a:extLst>
              </p:cNvPr>
              <p:cNvSpPr/>
              <p:nvPr/>
            </p:nvSpPr>
            <p:spPr>
              <a:xfrm>
                <a:off x="6542307" y="4364843"/>
                <a:ext cx="194403" cy="246871"/>
              </a:xfrm>
              <a:custGeom>
                <a:avLst/>
                <a:gdLst/>
                <a:ahLst/>
                <a:cxnLst/>
                <a:rect l="l" t="t" r="r" b="b"/>
                <a:pathLst>
                  <a:path w="194403" h="350607" extrusionOk="0">
                    <a:moveTo>
                      <a:pt x="36147" y="143404"/>
                    </a:moveTo>
                    <a:lnTo>
                      <a:pt x="19289" y="143404"/>
                    </a:lnTo>
                    <a:lnTo>
                      <a:pt x="19289" y="117221"/>
                    </a:lnTo>
                    <a:cubicBezTo>
                      <a:pt x="13398" y="119077"/>
                      <a:pt x="7408" y="120637"/>
                      <a:pt x="1355" y="121884"/>
                    </a:cubicBezTo>
                    <a:lnTo>
                      <a:pt x="1355" y="150937"/>
                    </a:lnTo>
                    <a:lnTo>
                      <a:pt x="10" y="152192"/>
                    </a:lnTo>
                    <a:lnTo>
                      <a:pt x="1355" y="153447"/>
                    </a:lnTo>
                    <a:lnTo>
                      <a:pt x="1355" y="350361"/>
                    </a:lnTo>
                    <a:cubicBezTo>
                      <a:pt x="7453" y="340498"/>
                      <a:pt x="13371" y="330634"/>
                      <a:pt x="19289" y="320681"/>
                    </a:cubicBezTo>
                    <a:cubicBezTo>
                      <a:pt x="38837" y="288220"/>
                      <a:pt x="57963" y="255339"/>
                      <a:pt x="76678" y="222044"/>
                    </a:cubicBezTo>
                    <a:cubicBezTo>
                      <a:pt x="79726" y="216754"/>
                      <a:pt x="82775" y="211374"/>
                      <a:pt x="85644" y="205993"/>
                    </a:cubicBezTo>
                    <a:cubicBezTo>
                      <a:pt x="93957" y="191225"/>
                      <a:pt x="102143" y="176286"/>
                      <a:pt x="110214" y="161159"/>
                    </a:cubicBezTo>
                    <a:lnTo>
                      <a:pt x="119987" y="143225"/>
                    </a:lnTo>
                    <a:cubicBezTo>
                      <a:pt x="145337" y="96059"/>
                      <a:pt x="170140" y="48238"/>
                      <a:pt x="194413"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0" name="Google Shape;115;p1">
                <a:extLst>
                  <a:ext uri="{FF2B5EF4-FFF2-40B4-BE49-F238E27FC236}">
                    <a16:creationId xmlns:a16="http://schemas.microsoft.com/office/drawing/2014/main" id="{883335FC-50CF-4481-7131-EEEE669582BA}"/>
                  </a:ext>
                </a:extLst>
              </p:cNvPr>
              <p:cNvSpPr/>
              <p:nvPr/>
            </p:nvSpPr>
            <p:spPr>
              <a:xfrm>
                <a:off x="6798313" y="3989801"/>
                <a:ext cx="147147" cy="189478"/>
              </a:xfrm>
              <a:custGeom>
                <a:avLst/>
                <a:gdLst/>
                <a:ahLst/>
                <a:cxnLst/>
                <a:rect l="l" t="t" r="r" b="b"/>
                <a:pathLst>
                  <a:path w="147147" h="269097" extrusionOk="0">
                    <a:moveTo>
                      <a:pt x="145543" y="292"/>
                    </a:moveTo>
                    <a:lnTo>
                      <a:pt x="145005" y="-246"/>
                    </a:lnTo>
                    <a:cubicBezTo>
                      <a:pt x="137832" y="13384"/>
                      <a:pt x="130057" y="26834"/>
                      <a:pt x="121691" y="40105"/>
                    </a:cubicBezTo>
                    <a:cubicBezTo>
                      <a:pt x="99013" y="76923"/>
                      <a:pt x="63217" y="103771"/>
                      <a:pt x="21530" y="115248"/>
                    </a:cubicBezTo>
                    <a:lnTo>
                      <a:pt x="12563" y="123498"/>
                    </a:lnTo>
                    <a:cubicBezTo>
                      <a:pt x="10653" y="152542"/>
                      <a:pt x="6457" y="181379"/>
                      <a:pt x="10" y="209760"/>
                    </a:cubicBezTo>
                    <a:lnTo>
                      <a:pt x="65109" y="268852"/>
                    </a:lnTo>
                    <a:cubicBezTo>
                      <a:pt x="86272" y="223120"/>
                      <a:pt x="107192" y="177272"/>
                      <a:pt x="127878" y="131299"/>
                    </a:cubicBezTo>
                    <a:cubicBezTo>
                      <a:pt x="133886" y="118028"/>
                      <a:pt x="139804" y="104398"/>
                      <a:pt x="145812" y="91396"/>
                    </a:cubicBezTo>
                    <a:lnTo>
                      <a:pt x="145812" y="2803"/>
                    </a:lnTo>
                    <a:lnTo>
                      <a:pt x="147157" y="15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1" name="Google Shape;116;p1">
                <a:extLst>
                  <a:ext uri="{FF2B5EF4-FFF2-40B4-BE49-F238E27FC236}">
                    <a16:creationId xmlns:a16="http://schemas.microsoft.com/office/drawing/2014/main" id="{A599B810-8B28-9818-F2C7-BFF8E0D8EFF1}"/>
                  </a:ext>
                </a:extLst>
              </p:cNvPr>
              <p:cNvSpPr/>
              <p:nvPr/>
            </p:nvSpPr>
            <p:spPr>
              <a:xfrm>
                <a:off x="7825924" y="3028582"/>
                <a:ext cx="10580" cy="4925"/>
              </a:xfrm>
              <a:custGeom>
                <a:avLst/>
                <a:gdLst/>
                <a:ahLst/>
                <a:cxnLst/>
                <a:rect l="l" t="t" r="r" b="b"/>
                <a:pathLst>
                  <a:path w="10580" h="6994" extrusionOk="0">
                    <a:moveTo>
                      <a:pt x="10" y="-246"/>
                    </a:moveTo>
                    <a:lnTo>
                      <a:pt x="10591" y="-246"/>
                    </a:lnTo>
                    <a:cubicBezTo>
                      <a:pt x="7004" y="1996"/>
                      <a:pt x="3507" y="4417"/>
                      <a:pt x="10" y="674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2" name="Google Shape;117;p1">
                <a:extLst>
                  <a:ext uri="{FF2B5EF4-FFF2-40B4-BE49-F238E27FC236}">
                    <a16:creationId xmlns:a16="http://schemas.microsoft.com/office/drawing/2014/main" id="{F849159E-41C7-95F9-5A2A-F5D17A930CDE}"/>
                  </a:ext>
                </a:extLst>
              </p:cNvPr>
              <p:cNvSpPr/>
              <p:nvPr/>
            </p:nvSpPr>
            <p:spPr>
              <a:xfrm>
                <a:off x="7840002" y="3023910"/>
                <a:ext cx="5021" cy="3031"/>
              </a:xfrm>
              <a:custGeom>
                <a:avLst/>
                <a:gdLst/>
                <a:ahLst/>
                <a:cxnLst/>
                <a:rect l="l" t="t" r="r" b="b"/>
                <a:pathLst>
                  <a:path w="5021" h="4304" extrusionOk="0">
                    <a:moveTo>
                      <a:pt x="3866" y="-246"/>
                    </a:moveTo>
                    <a:lnTo>
                      <a:pt x="5031" y="830"/>
                    </a:lnTo>
                    <a:lnTo>
                      <a:pt x="10" y="405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3" name="Google Shape;120;p1">
                <a:extLst>
                  <a:ext uri="{FF2B5EF4-FFF2-40B4-BE49-F238E27FC236}">
                    <a16:creationId xmlns:a16="http://schemas.microsoft.com/office/drawing/2014/main" id="{B68C38EF-A14F-FE5D-B717-6F45FAB6009D}"/>
                  </a:ext>
                </a:extLst>
              </p:cNvPr>
              <p:cNvSpPr/>
              <p:nvPr/>
            </p:nvSpPr>
            <p:spPr>
              <a:xfrm>
                <a:off x="10390467" y="4815967"/>
                <a:ext cx="82764" cy="121983"/>
              </a:xfrm>
              <a:custGeom>
                <a:avLst/>
                <a:gdLst/>
                <a:ahLst/>
                <a:cxnLst/>
                <a:rect l="l" t="t" r="r" b="b"/>
                <a:pathLst>
                  <a:path w="82764" h="173241" extrusionOk="0">
                    <a:moveTo>
                      <a:pt x="62778" y="94176"/>
                    </a:moveTo>
                    <a:cubicBezTo>
                      <a:pt x="39195" y="64531"/>
                      <a:pt x="18213" y="32941"/>
                      <a:pt x="10" y="-246"/>
                    </a:cubicBezTo>
                    <a:lnTo>
                      <a:pt x="10" y="141970"/>
                    </a:lnTo>
                    <a:cubicBezTo>
                      <a:pt x="5928" y="150130"/>
                      <a:pt x="11935" y="158200"/>
                      <a:pt x="17944" y="166180"/>
                    </a:cubicBezTo>
                    <a:lnTo>
                      <a:pt x="23054" y="172995"/>
                    </a:lnTo>
                    <a:lnTo>
                      <a:pt x="82774" y="119194"/>
                    </a:lnTo>
                    <a:cubicBezTo>
                      <a:pt x="76049" y="110675"/>
                      <a:pt x="69234" y="102605"/>
                      <a:pt x="62778" y="9417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4" name="Google Shape;121;p1">
                <a:extLst>
                  <a:ext uri="{FF2B5EF4-FFF2-40B4-BE49-F238E27FC236}">
                    <a16:creationId xmlns:a16="http://schemas.microsoft.com/office/drawing/2014/main" id="{C5F7BDD3-F31F-AF94-02CC-56052520DA71}"/>
                  </a:ext>
                </a:extLst>
              </p:cNvPr>
              <p:cNvSpPr/>
              <p:nvPr/>
            </p:nvSpPr>
            <p:spPr>
              <a:xfrm>
                <a:off x="10423823" y="4909159"/>
                <a:ext cx="367374" cy="279956"/>
              </a:xfrm>
              <a:custGeom>
                <a:avLst/>
                <a:gdLst/>
                <a:ahLst/>
                <a:cxnLst/>
                <a:rect l="l" t="t" r="r" b="b"/>
                <a:pathLst>
                  <a:path w="367374" h="397594" extrusionOk="0">
                    <a:moveTo>
                      <a:pt x="249381" y="217023"/>
                    </a:moveTo>
                    <a:cubicBezTo>
                      <a:pt x="234944" y="188212"/>
                      <a:pt x="221852" y="159070"/>
                      <a:pt x="210106" y="129596"/>
                    </a:cubicBezTo>
                    <a:cubicBezTo>
                      <a:pt x="155945" y="91997"/>
                      <a:pt x="106089" y="48444"/>
                      <a:pt x="61613" y="-246"/>
                    </a:cubicBezTo>
                    <a:lnTo>
                      <a:pt x="1982" y="53556"/>
                    </a:lnTo>
                    <a:lnTo>
                      <a:pt x="10" y="53556"/>
                    </a:lnTo>
                    <a:lnTo>
                      <a:pt x="818" y="54632"/>
                    </a:lnTo>
                    <a:cubicBezTo>
                      <a:pt x="5211" y="60281"/>
                      <a:pt x="9785" y="65930"/>
                      <a:pt x="13999" y="71490"/>
                    </a:cubicBezTo>
                    <a:cubicBezTo>
                      <a:pt x="24669" y="85209"/>
                      <a:pt x="35520" y="98390"/>
                      <a:pt x="46369" y="111751"/>
                    </a:cubicBezTo>
                    <a:cubicBezTo>
                      <a:pt x="141867" y="227155"/>
                      <a:pt x="242117" y="321398"/>
                      <a:pt x="349451" y="386767"/>
                    </a:cubicBezTo>
                    <a:lnTo>
                      <a:pt x="349451" y="386767"/>
                    </a:lnTo>
                    <a:cubicBezTo>
                      <a:pt x="355369" y="390354"/>
                      <a:pt x="361378" y="393941"/>
                      <a:pt x="367385" y="397348"/>
                    </a:cubicBezTo>
                    <a:lnTo>
                      <a:pt x="367385" y="389637"/>
                    </a:lnTo>
                    <a:cubicBezTo>
                      <a:pt x="319950" y="338104"/>
                      <a:pt x="280137" y="279962"/>
                      <a:pt x="249381" y="217023"/>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5" name="Google Shape;122;p1">
                <a:extLst>
                  <a:ext uri="{FF2B5EF4-FFF2-40B4-BE49-F238E27FC236}">
                    <a16:creationId xmlns:a16="http://schemas.microsoft.com/office/drawing/2014/main" id="{6AB13545-C8C6-7595-5085-2E9EC1364DB5}"/>
                  </a:ext>
                </a:extLst>
              </p:cNvPr>
              <p:cNvSpPr/>
              <p:nvPr/>
            </p:nvSpPr>
            <p:spPr>
              <a:xfrm>
                <a:off x="11673365" y="4673905"/>
                <a:ext cx="329266" cy="396950"/>
              </a:xfrm>
              <a:custGeom>
                <a:avLst/>
                <a:gdLst/>
                <a:ahLst/>
                <a:cxnLst/>
                <a:rect l="l" t="t" r="r" b="b"/>
                <a:pathLst>
                  <a:path w="329266" h="563750" extrusionOk="0">
                    <a:moveTo>
                      <a:pt x="89052" y="395644"/>
                    </a:moveTo>
                    <a:cubicBezTo>
                      <a:pt x="67711" y="428338"/>
                      <a:pt x="36506" y="453445"/>
                      <a:pt x="10" y="467380"/>
                    </a:cubicBezTo>
                    <a:lnTo>
                      <a:pt x="10" y="563505"/>
                    </a:lnTo>
                    <a:cubicBezTo>
                      <a:pt x="6018" y="556959"/>
                      <a:pt x="12026" y="550324"/>
                      <a:pt x="17944" y="543509"/>
                    </a:cubicBezTo>
                    <a:cubicBezTo>
                      <a:pt x="38299" y="520195"/>
                      <a:pt x="58385" y="495536"/>
                      <a:pt x="78023" y="469263"/>
                    </a:cubicBezTo>
                    <a:cubicBezTo>
                      <a:pt x="81610" y="464537"/>
                      <a:pt x="85196" y="459695"/>
                      <a:pt x="88783" y="454737"/>
                    </a:cubicBezTo>
                    <a:cubicBezTo>
                      <a:pt x="100171" y="439071"/>
                      <a:pt x="111469" y="422877"/>
                      <a:pt x="122678" y="406135"/>
                    </a:cubicBezTo>
                    <a:lnTo>
                      <a:pt x="134514" y="388202"/>
                    </a:lnTo>
                    <a:cubicBezTo>
                      <a:pt x="152807" y="360108"/>
                      <a:pt x="170741" y="330607"/>
                      <a:pt x="188315" y="299698"/>
                    </a:cubicBezTo>
                    <a:cubicBezTo>
                      <a:pt x="197282" y="284006"/>
                      <a:pt x="206249" y="267955"/>
                      <a:pt x="215216" y="251725"/>
                    </a:cubicBezTo>
                    <a:cubicBezTo>
                      <a:pt x="218176" y="246345"/>
                      <a:pt x="221045" y="240875"/>
                      <a:pt x="224183" y="235405"/>
                    </a:cubicBezTo>
                    <a:cubicBezTo>
                      <a:pt x="230102" y="224107"/>
                      <a:pt x="236110" y="212540"/>
                      <a:pt x="242117" y="200972"/>
                    </a:cubicBezTo>
                    <a:cubicBezTo>
                      <a:pt x="249471" y="186446"/>
                      <a:pt x="256823" y="171829"/>
                      <a:pt x="263997" y="156945"/>
                    </a:cubicBezTo>
                    <a:cubicBezTo>
                      <a:pt x="278613" y="127058"/>
                      <a:pt x="292870" y="96212"/>
                      <a:pt x="306949" y="64406"/>
                    </a:cubicBezTo>
                    <a:cubicBezTo>
                      <a:pt x="309638" y="58488"/>
                      <a:pt x="312239" y="52480"/>
                      <a:pt x="314840" y="46472"/>
                    </a:cubicBezTo>
                    <a:cubicBezTo>
                      <a:pt x="319681" y="35443"/>
                      <a:pt x="324524" y="24413"/>
                      <a:pt x="329276" y="13204"/>
                    </a:cubicBezTo>
                    <a:lnTo>
                      <a:pt x="314481" y="-246"/>
                    </a:lnTo>
                    <a:cubicBezTo>
                      <a:pt x="249381" y="137190"/>
                      <a:pt x="174058" y="269524"/>
                      <a:pt x="89052" y="39564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6" name="Google Shape;123;p1">
                <a:extLst>
                  <a:ext uri="{FF2B5EF4-FFF2-40B4-BE49-F238E27FC236}">
                    <a16:creationId xmlns:a16="http://schemas.microsoft.com/office/drawing/2014/main" id="{E07EA626-24AA-F393-7C6B-DFC13EFB5406}"/>
                  </a:ext>
                </a:extLst>
              </p:cNvPr>
              <p:cNvSpPr/>
              <p:nvPr/>
            </p:nvSpPr>
            <p:spPr>
              <a:xfrm>
                <a:off x="11995009" y="4536895"/>
                <a:ext cx="78550" cy="133916"/>
              </a:xfrm>
              <a:custGeom>
                <a:avLst/>
                <a:gdLst/>
                <a:ahLst/>
                <a:cxnLst/>
                <a:rect l="l" t="t" r="r" b="b"/>
                <a:pathLst>
                  <a:path w="78550" h="190188" extrusionOk="0">
                    <a:moveTo>
                      <a:pt x="38209" y="93817"/>
                    </a:moveTo>
                    <a:cubicBezTo>
                      <a:pt x="25924" y="121704"/>
                      <a:pt x="13102" y="149412"/>
                      <a:pt x="10" y="177120"/>
                    </a:cubicBezTo>
                    <a:lnTo>
                      <a:pt x="14178" y="189943"/>
                    </a:lnTo>
                    <a:cubicBezTo>
                      <a:pt x="29960" y="152461"/>
                      <a:pt x="45473" y="114199"/>
                      <a:pt x="60626" y="75166"/>
                    </a:cubicBezTo>
                    <a:cubicBezTo>
                      <a:pt x="66635" y="59743"/>
                      <a:pt x="72553" y="44230"/>
                      <a:pt x="78560" y="28628"/>
                    </a:cubicBezTo>
                    <a:lnTo>
                      <a:pt x="78560" y="-246"/>
                    </a:lnTo>
                    <a:cubicBezTo>
                      <a:pt x="65469" y="31255"/>
                      <a:pt x="52018" y="62612"/>
                      <a:pt x="38209" y="9381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sp>
        <p:nvSpPr>
          <p:cNvPr id="118" name="Google Shape;124;p1">
            <a:extLst>
              <a:ext uri="{FF2B5EF4-FFF2-40B4-BE49-F238E27FC236}">
                <a16:creationId xmlns:a16="http://schemas.microsoft.com/office/drawing/2014/main" id="{7076D3B4-4AF1-53D8-6A94-8089A4A5764C}"/>
              </a:ext>
            </a:extLst>
          </p:cNvPr>
          <p:cNvSpPr/>
          <p:nvPr/>
        </p:nvSpPr>
        <p:spPr>
          <a:xfrm>
            <a:off x="0" y="2887579"/>
            <a:ext cx="12192000" cy="2434714"/>
          </a:xfrm>
          <a:custGeom>
            <a:avLst/>
            <a:gdLst/>
            <a:ahLst/>
            <a:cxnLst/>
            <a:rect l="l" t="t" r="r" b="b"/>
            <a:pathLst>
              <a:path w="12191999" h="3455682" extrusionOk="0">
                <a:moveTo>
                  <a:pt x="8222721" y="6"/>
                </a:moveTo>
                <a:cubicBezTo>
                  <a:pt x="8599332" y="-1339"/>
                  <a:pt x="8939089" y="199699"/>
                  <a:pt x="9261989" y="614420"/>
                </a:cubicBezTo>
                <a:cubicBezTo>
                  <a:pt x="9536197" y="966551"/>
                  <a:pt x="9764137" y="1424224"/>
                  <a:pt x="9984723" y="1866921"/>
                </a:cubicBezTo>
                <a:cubicBezTo>
                  <a:pt x="10345642" y="2591808"/>
                  <a:pt x="10686386" y="3275985"/>
                  <a:pt x="11127380" y="3275985"/>
                </a:cubicBezTo>
                <a:lnTo>
                  <a:pt x="11132491" y="3275985"/>
                </a:lnTo>
                <a:cubicBezTo>
                  <a:pt x="11359623" y="3273205"/>
                  <a:pt x="11542907" y="3136011"/>
                  <a:pt x="11709512" y="2844227"/>
                </a:cubicBezTo>
                <a:cubicBezTo>
                  <a:pt x="11869214" y="2564459"/>
                  <a:pt x="11992689" y="2180674"/>
                  <a:pt x="12123337" y="1774382"/>
                </a:cubicBezTo>
                <a:cubicBezTo>
                  <a:pt x="12145215" y="1706350"/>
                  <a:pt x="12167365" y="1637843"/>
                  <a:pt x="12189782" y="1568860"/>
                </a:cubicBezTo>
                <a:lnTo>
                  <a:pt x="12191999" y="1569543"/>
                </a:lnTo>
                <a:lnTo>
                  <a:pt x="12191999" y="2153883"/>
                </a:lnTo>
                <a:lnTo>
                  <a:pt x="12122424" y="2355705"/>
                </a:lnTo>
                <a:cubicBezTo>
                  <a:pt x="12045711" y="2569453"/>
                  <a:pt x="11964421" y="2765811"/>
                  <a:pt x="11869662" y="2931655"/>
                </a:cubicBezTo>
                <a:cubicBezTo>
                  <a:pt x="11670596" y="3280378"/>
                  <a:pt x="11430282" y="3451737"/>
                  <a:pt x="11134373" y="3455323"/>
                </a:cubicBezTo>
                <a:lnTo>
                  <a:pt x="11126662" y="3455323"/>
                </a:lnTo>
                <a:cubicBezTo>
                  <a:pt x="10571519" y="3455323"/>
                  <a:pt x="10206116" y="2721828"/>
                  <a:pt x="9819373" y="1945471"/>
                </a:cubicBezTo>
                <a:cubicBezTo>
                  <a:pt x="9602822" y="1510665"/>
                  <a:pt x="9378828" y="1061063"/>
                  <a:pt x="9115648" y="723099"/>
                </a:cubicBezTo>
                <a:cubicBezTo>
                  <a:pt x="8831217" y="357248"/>
                  <a:pt x="8540061" y="179703"/>
                  <a:pt x="8226218" y="179703"/>
                </a:cubicBezTo>
                <a:lnTo>
                  <a:pt x="8223349" y="179703"/>
                </a:lnTo>
                <a:cubicBezTo>
                  <a:pt x="7649465" y="181676"/>
                  <a:pt x="7344589" y="867198"/>
                  <a:pt x="7023035" y="1592892"/>
                </a:cubicBezTo>
                <a:cubicBezTo>
                  <a:pt x="6826659" y="2035230"/>
                  <a:pt x="6623648" y="2492634"/>
                  <a:pt x="6342803" y="2844944"/>
                </a:cubicBezTo>
                <a:cubicBezTo>
                  <a:pt x="6015331" y="3255809"/>
                  <a:pt x="5631458" y="3455593"/>
                  <a:pt x="5169570" y="3455682"/>
                </a:cubicBezTo>
                <a:lnTo>
                  <a:pt x="5165446" y="3455682"/>
                </a:lnTo>
                <a:cubicBezTo>
                  <a:pt x="4719699" y="3454517"/>
                  <a:pt x="4396620" y="3145516"/>
                  <a:pt x="4084302" y="2846827"/>
                </a:cubicBezTo>
                <a:cubicBezTo>
                  <a:pt x="3763376" y="2539890"/>
                  <a:pt x="3460293" y="2249988"/>
                  <a:pt x="3050684" y="2307018"/>
                </a:cubicBezTo>
                <a:cubicBezTo>
                  <a:pt x="2728323" y="2351853"/>
                  <a:pt x="2524235" y="2572080"/>
                  <a:pt x="2308222" y="2805131"/>
                </a:cubicBezTo>
                <a:cubicBezTo>
                  <a:pt x="2070867" y="3061137"/>
                  <a:pt x="1801859" y="3351307"/>
                  <a:pt x="1341497" y="3430396"/>
                </a:cubicBezTo>
                <a:cubicBezTo>
                  <a:pt x="938680" y="3499598"/>
                  <a:pt x="503115" y="3389204"/>
                  <a:pt x="45135" y="3102217"/>
                </a:cubicBezTo>
                <a:lnTo>
                  <a:pt x="0" y="3071658"/>
                </a:lnTo>
                <a:lnTo>
                  <a:pt x="0" y="2852990"/>
                </a:lnTo>
                <a:lnTo>
                  <a:pt x="101483" y="2924065"/>
                </a:lnTo>
                <a:cubicBezTo>
                  <a:pt x="535288" y="3206210"/>
                  <a:pt x="940989" y="3317065"/>
                  <a:pt x="1309754" y="3253747"/>
                </a:cubicBezTo>
                <a:cubicBezTo>
                  <a:pt x="1708244" y="3185329"/>
                  <a:pt x="1944075" y="2930937"/>
                  <a:pt x="2172283" y="2684705"/>
                </a:cubicBezTo>
                <a:cubicBezTo>
                  <a:pt x="2400492" y="2438474"/>
                  <a:pt x="2636950" y="2183454"/>
                  <a:pt x="3024769" y="2129473"/>
                </a:cubicBezTo>
                <a:cubicBezTo>
                  <a:pt x="3523958" y="2059531"/>
                  <a:pt x="3874027" y="2394535"/>
                  <a:pt x="4212260" y="2718241"/>
                </a:cubicBezTo>
                <a:cubicBezTo>
                  <a:pt x="4511935" y="3004287"/>
                  <a:pt x="4795111" y="3274998"/>
                  <a:pt x="5165893" y="3275985"/>
                </a:cubicBezTo>
                <a:lnTo>
                  <a:pt x="5169480" y="3275985"/>
                </a:lnTo>
                <a:cubicBezTo>
                  <a:pt x="6075948" y="3275985"/>
                  <a:pt x="6471838" y="2383954"/>
                  <a:pt x="6854726" y="1521156"/>
                </a:cubicBezTo>
                <a:cubicBezTo>
                  <a:pt x="7026712" y="1133605"/>
                  <a:pt x="7189192" y="767485"/>
                  <a:pt x="7394714" y="487807"/>
                </a:cubicBezTo>
                <a:cubicBezTo>
                  <a:pt x="7635118" y="160693"/>
                  <a:pt x="7905829" y="1082"/>
                  <a:pt x="8222721" y="6"/>
                </a:cubicBezTo>
                <a:close/>
              </a:path>
            </a:pathLst>
          </a:custGeom>
          <a:solidFill>
            <a:srgbClr val="59595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cxnSp>
        <p:nvCxnSpPr>
          <p:cNvPr id="119" name="Google Shape;5035;p58">
            <a:extLst>
              <a:ext uri="{FF2B5EF4-FFF2-40B4-BE49-F238E27FC236}">
                <a16:creationId xmlns:a16="http://schemas.microsoft.com/office/drawing/2014/main" id="{BB58DB93-8930-222F-19DE-631C11FFB2DE}"/>
              </a:ext>
            </a:extLst>
          </p:cNvPr>
          <p:cNvCxnSpPr>
            <a:cxnSpLocks/>
          </p:cNvCxnSpPr>
          <p:nvPr/>
        </p:nvCxnSpPr>
        <p:spPr>
          <a:xfrm flipV="1">
            <a:off x="1086786" y="412279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0" name="Google Shape;5035;p58">
            <a:extLst>
              <a:ext uri="{FF2B5EF4-FFF2-40B4-BE49-F238E27FC236}">
                <a16:creationId xmlns:a16="http://schemas.microsoft.com/office/drawing/2014/main" id="{8368F6AE-2B18-85CB-3FA9-9208A5CD0F0D}"/>
              </a:ext>
            </a:extLst>
          </p:cNvPr>
          <p:cNvCxnSpPr>
            <a:cxnSpLocks/>
          </p:cNvCxnSpPr>
          <p:nvPr/>
        </p:nvCxnSpPr>
        <p:spPr>
          <a:xfrm flipV="1">
            <a:off x="5242722" y="410005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1" name="Google Shape;5035;p58">
            <a:extLst>
              <a:ext uri="{FF2B5EF4-FFF2-40B4-BE49-F238E27FC236}">
                <a16:creationId xmlns:a16="http://schemas.microsoft.com/office/drawing/2014/main" id="{9800B998-C4C8-B516-B4BF-37279BA41D5F}"/>
              </a:ext>
            </a:extLst>
          </p:cNvPr>
          <p:cNvCxnSpPr>
            <a:cxnSpLocks/>
          </p:cNvCxnSpPr>
          <p:nvPr/>
        </p:nvCxnSpPr>
        <p:spPr>
          <a:xfrm flipV="1">
            <a:off x="11105213" y="4411700"/>
            <a:ext cx="1" cy="28800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2" name="Google Shape;5035;p58">
            <a:extLst>
              <a:ext uri="{FF2B5EF4-FFF2-40B4-BE49-F238E27FC236}">
                <a16:creationId xmlns:a16="http://schemas.microsoft.com/office/drawing/2014/main" id="{E5C63773-0AE1-4741-027F-51C4EB139F3B}"/>
              </a:ext>
            </a:extLst>
          </p:cNvPr>
          <p:cNvCxnSpPr>
            <a:cxnSpLocks/>
          </p:cNvCxnSpPr>
          <p:nvPr/>
        </p:nvCxnSpPr>
        <p:spPr>
          <a:xfrm flipV="1">
            <a:off x="3077226" y="3486552"/>
            <a:ext cx="1" cy="36000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123" name="TextBox 82">
            <a:extLst>
              <a:ext uri="{FF2B5EF4-FFF2-40B4-BE49-F238E27FC236}">
                <a16:creationId xmlns:a16="http://schemas.microsoft.com/office/drawing/2014/main" id="{4DDBEE80-ECAC-6D8C-BC8F-02DF76BC0C59}"/>
              </a:ext>
            </a:extLst>
          </p:cNvPr>
          <p:cNvSpPr txBox="1"/>
          <p:nvPr/>
        </p:nvSpPr>
        <p:spPr>
          <a:xfrm>
            <a:off x="348187" y="2076239"/>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4" name="TextBox 82">
            <a:extLst>
              <a:ext uri="{FF2B5EF4-FFF2-40B4-BE49-F238E27FC236}">
                <a16:creationId xmlns:a16="http://schemas.microsoft.com/office/drawing/2014/main" id="{DE7708C0-16C5-659A-E8D0-6A4D263A1F77}"/>
              </a:ext>
            </a:extLst>
          </p:cNvPr>
          <p:cNvSpPr txBox="1"/>
          <p:nvPr/>
        </p:nvSpPr>
        <p:spPr>
          <a:xfrm>
            <a:off x="2236764" y="1447374"/>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5" name="TextBox 82">
            <a:extLst>
              <a:ext uri="{FF2B5EF4-FFF2-40B4-BE49-F238E27FC236}">
                <a16:creationId xmlns:a16="http://schemas.microsoft.com/office/drawing/2014/main" id="{443F5857-8E50-F7BA-DCDC-62E6BE1AF8DE}"/>
              </a:ext>
            </a:extLst>
          </p:cNvPr>
          <p:cNvSpPr txBox="1"/>
          <p:nvPr/>
        </p:nvSpPr>
        <p:spPr>
          <a:xfrm>
            <a:off x="4419314" y="2091857"/>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6" name="TextBox 82">
            <a:extLst>
              <a:ext uri="{FF2B5EF4-FFF2-40B4-BE49-F238E27FC236}">
                <a16:creationId xmlns:a16="http://schemas.microsoft.com/office/drawing/2014/main" id="{C06A668F-23AE-CFBF-1D96-58EF2BD9457B}"/>
              </a:ext>
            </a:extLst>
          </p:cNvPr>
          <p:cNvSpPr txBox="1"/>
          <p:nvPr/>
        </p:nvSpPr>
        <p:spPr>
          <a:xfrm>
            <a:off x="7274498" y="1164149"/>
            <a:ext cx="2740240"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7" name="TextBox 82">
            <a:extLst>
              <a:ext uri="{FF2B5EF4-FFF2-40B4-BE49-F238E27FC236}">
                <a16:creationId xmlns:a16="http://schemas.microsoft.com/office/drawing/2014/main" id="{B242F0B4-78E2-3DCC-D41C-7B248CD6C796}"/>
              </a:ext>
            </a:extLst>
          </p:cNvPr>
          <p:cNvSpPr txBox="1"/>
          <p:nvPr/>
        </p:nvSpPr>
        <p:spPr>
          <a:xfrm>
            <a:off x="10288938" y="2445355"/>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28" name="Google Shape;5035;p58">
            <a:extLst>
              <a:ext uri="{FF2B5EF4-FFF2-40B4-BE49-F238E27FC236}">
                <a16:creationId xmlns:a16="http://schemas.microsoft.com/office/drawing/2014/main" id="{51FAF6A3-FA49-B9FE-A4A2-F162BBD42123}"/>
              </a:ext>
            </a:extLst>
          </p:cNvPr>
          <p:cNvCxnSpPr>
            <a:cxnSpLocks/>
          </p:cNvCxnSpPr>
          <p:nvPr/>
        </p:nvCxnSpPr>
        <p:spPr>
          <a:xfrm flipV="1">
            <a:off x="7213009" y="2439710"/>
            <a:ext cx="275950" cy="625103"/>
          </a:xfrm>
          <a:prstGeom prst="straightConnector1">
            <a:avLst/>
          </a:prstGeom>
          <a:solidFill>
            <a:schemeClr val="accent2"/>
          </a:solidFill>
          <a:ln w="9525" cap="flat" cmpd="sng">
            <a:solidFill>
              <a:srgbClr val="7F7F7F"/>
            </a:solidFill>
            <a:prstDash val="solid"/>
            <a:round/>
            <a:headEnd type="none" w="med" len="med"/>
            <a:tailEnd type="diamond" w="med" len="med"/>
          </a:ln>
        </p:spPr>
      </p:cxnSp>
      <p:grpSp>
        <p:nvGrpSpPr>
          <p:cNvPr id="141" name="Biker2" descr="{&quot;Key&quot;:&quot;POWER_USER_SHAPE_ICON&quot;,&quot;Value&quot;:&quot;POWER_USER_SHAPE_ICON_STYLE_1&quot;}">
            <a:extLst>
              <a:ext uri="{FF2B5EF4-FFF2-40B4-BE49-F238E27FC236}">
                <a16:creationId xmlns:a16="http://schemas.microsoft.com/office/drawing/2014/main" id="{28E5794A-7F82-E3D6-6D12-2CF83838F8B0}"/>
              </a:ext>
            </a:extLst>
          </p:cNvPr>
          <p:cNvGrpSpPr>
            <a:grpSpLocks noChangeAspect="1"/>
          </p:cNvGrpSpPr>
          <p:nvPr/>
        </p:nvGrpSpPr>
        <p:grpSpPr>
          <a:xfrm>
            <a:off x="2787585" y="3877367"/>
            <a:ext cx="560825" cy="486626"/>
            <a:chOff x="5745479" y="6118305"/>
            <a:chExt cx="779831" cy="676657"/>
          </a:xfrm>
          <a:solidFill>
            <a:schemeClr val="accent2"/>
          </a:solidFill>
        </p:grpSpPr>
        <p:sp>
          <p:nvSpPr>
            <p:cNvPr id="160" name="Free-form: Shape 159">
              <a:extLst>
                <a:ext uri="{FF2B5EF4-FFF2-40B4-BE49-F238E27FC236}">
                  <a16:creationId xmlns:a16="http://schemas.microsoft.com/office/drawing/2014/main" id="{AD901DA8-7BE9-AF54-7D65-575321C8D088}"/>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E5DE4A9C-0956-F3FE-21C0-75F3605EBA2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787A732F-5A4C-7086-388E-08C2DCE0663C}"/>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9F78BB79-9CE1-259A-EEDE-1DBC0021ADB3}"/>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95E27141-0CC6-BF66-3399-78611D18F4D5}"/>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D2FF474-D29B-9989-EB77-10A7B79C0220}"/>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130" name="Group 129">
            <a:extLst>
              <a:ext uri="{FF2B5EF4-FFF2-40B4-BE49-F238E27FC236}">
                <a16:creationId xmlns:a16="http://schemas.microsoft.com/office/drawing/2014/main" id="{AEB84C49-B18F-3B11-C6B1-2C68293AA58E}"/>
              </a:ext>
            </a:extLst>
          </p:cNvPr>
          <p:cNvGrpSpPr>
            <a:grpSpLocks noChangeAspect="1"/>
          </p:cNvGrpSpPr>
          <p:nvPr/>
        </p:nvGrpSpPr>
        <p:grpSpPr>
          <a:xfrm flipH="1">
            <a:off x="787695" y="4729890"/>
            <a:ext cx="641023" cy="434682"/>
            <a:chOff x="-844701" y="2732271"/>
            <a:chExt cx="437827" cy="296894"/>
          </a:xfrm>
        </p:grpSpPr>
        <p:sp>
          <p:nvSpPr>
            <p:cNvPr id="131" name="Freeform 882">
              <a:extLst>
                <a:ext uri="{FF2B5EF4-FFF2-40B4-BE49-F238E27FC236}">
                  <a16:creationId xmlns:a16="http://schemas.microsoft.com/office/drawing/2014/main" id="{8CB91907-8824-0D2F-8D52-480B7BDB122A}"/>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883">
              <a:extLst>
                <a:ext uri="{FF2B5EF4-FFF2-40B4-BE49-F238E27FC236}">
                  <a16:creationId xmlns:a16="http://schemas.microsoft.com/office/drawing/2014/main" id="{DE4DB4CF-72A3-1F39-5A52-B6B6BDF26D1C}"/>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884">
              <a:extLst>
                <a:ext uri="{FF2B5EF4-FFF2-40B4-BE49-F238E27FC236}">
                  <a16:creationId xmlns:a16="http://schemas.microsoft.com/office/drawing/2014/main" id="{9372EFBF-681A-1571-3CBD-DA13D05A5589}"/>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885">
              <a:extLst>
                <a:ext uri="{FF2B5EF4-FFF2-40B4-BE49-F238E27FC236}">
                  <a16:creationId xmlns:a16="http://schemas.microsoft.com/office/drawing/2014/main" id="{AD2B7366-0DBE-A74D-1050-6C1C83523452}"/>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886">
              <a:extLst>
                <a:ext uri="{FF2B5EF4-FFF2-40B4-BE49-F238E27FC236}">
                  <a16:creationId xmlns:a16="http://schemas.microsoft.com/office/drawing/2014/main" id="{0C279364-DF6D-89E6-6F84-FE22F7E1FCF8}"/>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887">
              <a:extLst>
                <a:ext uri="{FF2B5EF4-FFF2-40B4-BE49-F238E27FC236}">
                  <a16:creationId xmlns:a16="http://schemas.microsoft.com/office/drawing/2014/main" id="{7E81EDC9-BCFA-705B-E016-0AC26345D6F8}"/>
                </a:ext>
              </a:extLst>
            </p:cNvPr>
            <p:cNvSpPr>
              <a:spLocks noChangeArrowheads="1"/>
            </p:cNvSpPr>
            <p:nvPr/>
          </p:nvSpPr>
          <p:spPr bwMode="auto">
            <a:xfrm>
              <a:off x="-669946" y="2970913"/>
              <a:ext cx="88317" cy="16912"/>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888">
              <a:extLst>
                <a:ext uri="{FF2B5EF4-FFF2-40B4-BE49-F238E27FC236}">
                  <a16:creationId xmlns:a16="http://schemas.microsoft.com/office/drawing/2014/main" id="{E5A3360D-9CCA-9473-B42B-64EA644BBA11}"/>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889">
              <a:extLst>
                <a:ext uri="{FF2B5EF4-FFF2-40B4-BE49-F238E27FC236}">
                  <a16:creationId xmlns:a16="http://schemas.microsoft.com/office/drawing/2014/main" id="{0376B383-3E57-E2CF-9548-456E6B07456A}"/>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890">
              <a:extLst>
                <a:ext uri="{FF2B5EF4-FFF2-40B4-BE49-F238E27FC236}">
                  <a16:creationId xmlns:a16="http://schemas.microsoft.com/office/drawing/2014/main" id="{EC9A0993-56FF-2C2D-25CD-EF82D0B6E5E4}"/>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891">
              <a:extLst>
                <a:ext uri="{FF2B5EF4-FFF2-40B4-BE49-F238E27FC236}">
                  <a16:creationId xmlns:a16="http://schemas.microsoft.com/office/drawing/2014/main" id="{AFC3B30A-2C0A-6CA6-B30F-CF7CF92693E5}"/>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E500CFF9-DD94-E0D4-5F42-7A8BF77CA534}"/>
              </a:ext>
            </a:extLst>
          </p:cNvPr>
          <p:cNvGrpSpPr>
            <a:grpSpLocks noChangeAspect="1"/>
          </p:cNvGrpSpPr>
          <p:nvPr/>
        </p:nvGrpSpPr>
        <p:grpSpPr>
          <a:xfrm flipH="1">
            <a:off x="10829311" y="4737250"/>
            <a:ext cx="641023" cy="434682"/>
            <a:chOff x="-844701" y="2732271"/>
            <a:chExt cx="437827" cy="296894"/>
          </a:xfrm>
          <a:solidFill>
            <a:schemeClr val="accent5"/>
          </a:solidFill>
        </p:grpSpPr>
        <p:sp>
          <p:nvSpPr>
            <p:cNvPr id="144" name="Freeform 882">
              <a:extLst>
                <a:ext uri="{FF2B5EF4-FFF2-40B4-BE49-F238E27FC236}">
                  <a16:creationId xmlns:a16="http://schemas.microsoft.com/office/drawing/2014/main" id="{277E5535-4386-350C-DB56-CAB26F7F1492}"/>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883">
              <a:extLst>
                <a:ext uri="{FF2B5EF4-FFF2-40B4-BE49-F238E27FC236}">
                  <a16:creationId xmlns:a16="http://schemas.microsoft.com/office/drawing/2014/main" id="{6CF3AAD4-298A-4F67-A1A4-835EAF4EB1D7}"/>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884">
              <a:extLst>
                <a:ext uri="{FF2B5EF4-FFF2-40B4-BE49-F238E27FC236}">
                  <a16:creationId xmlns:a16="http://schemas.microsoft.com/office/drawing/2014/main" id="{321D52EF-BB6A-44E9-ADF8-16B2ACB033AB}"/>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885">
              <a:extLst>
                <a:ext uri="{FF2B5EF4-FFF2-40B4-BE49-F238E27FC236}">
                  <a16:creationId xmlns:a16="http://schemas.microsoft.com/office/drawing/2014/main" id="{57479364-0ECD-F5CA-D3F1-F8E63977041A}"/>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886">
              <a:extLst>
                <a:ext uri="{FF2B5EF4-FFF2-40B4-BE49-F238E27FC236}">
                  <a16:creationId xmlns:a16="http://schemas.microsoft.com/office/drawing/2014/main" id="{9A5B622E-900F-C85F-619B-9C59D8669F83}"/>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887">
              <a:extLst>
                <a:ext uri="{FF2B5EF4-FFF2-40B4-BE49-F238E27FC236}">
                  <a16:creationId xmlns:a16="http://schemas.microsoft.com/office/drawing/2014/main" id="{F9C3157C-4FB7-F438-C751-E298CDB75D8E}"/>
                </a:ext>
              </a:extLst>
            </p:cNvPr>
            <p:cNvSpPr>
              <a:spLocks noChangeArrowheads="1"/>
            </p:cNvSpPr>
            <p:nvPr/>
          </p:nvSpPr>
          <p:spPr bwMode="auto">
            <a:xfrm>
              <a:off x="-669946" y="2970913"/>
              <a:ext cx="88317" cy="1691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888">
              <a:extLst>
                <a:ext uri="{FF2B5EF4-FFF2-40B4-BE49-F238E27FC236}">
                  <a16:creationId xmlns:a16="http://schemas.microsoft.com/office/drawing/2014/main" id="{FDF302D2-E6D9-E26C-08D5-F6EFDFDE418E}"/>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889">
              <a:extLst>
                <a:ext uri="{FF2B5EF4-FFF2-40B4-BE49-F238E27FC236}">
                  <a16:creationId xmlns:a16="http://schemas.microsoft.com/office/drawing/2014/main" id="{23974F55-9D34-442F-8A01-28BFD323851C}"/>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890">
              <a:extLst>
                <a:ext uri="{FF2B5EF4-FFF2-40B4-BE49-F238E27FC236}">
                  <a16:creationId xmlns:a16="http://schemas.microsoft.com/office/drawing/2014/main" id="{378F7034-1320-DD3D-3A44-258611AC7010}"/>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891">
              <a:extLst>
                <a:ext uri="{FF2B5EF4-FFF2-40B4-BE49-F238E27FC236}">
                  <a16:creationId xmlns:a16="http://schemas.microsoft.com/office/drawing/2014/main" id="{57FCB6A0-B858-0584-DC0E-170109EC4F87}"/>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6" name="Biker2" descr="{&quot;Key&quot;:&quot;POWER_USER_SHAPE_ICON&quot;,&quot;Value&quot;:&quot;POWER_USER_SHAPE_ICON_STYLE_1&quot;}">
            <a:extLst>
              <a:ext uri="{FF2B5EF4-FFF2-40B4-BE49-F238E27FC236}">
                <a16:creationId xmlns:a16="http://schemas.microsoft.com/office/drawing/2014/main" id="{4632F6F7-56E2-B691-B09C-0EDB0040F0D4}"/>
              </a:ext>
            </a:extLst>
          </p:cNvPr>
          <p:cNvGrpSpPr>
            <a:grpSpLocks noChangeAspect="1"/>
          </p:cNvGrpSpPr>
          <p:nvPr/>
        </p:nvGrpSpPr>
        <p:grpSpPr>
          <a:xfrm rot="18540341">
            <a:off x="6705006" y="3063188"/>
            <a:ext cx="560825" cy="486626"/>
            <a:chOff x="5745479" y="6118305"/>
            <a:chExt cx="779831" cy="676657"/>
          </a:xfrm>
          <a:solidFill>
            <a:schemeClr val="accent4"/>
          </a:solidFill>
        </p:grpSpPr>
        <p:sp>
          <p:nvSpPr>
            <p:cNvPr id="167" name="Free-form: Shape 166">
              <a:extLst>
                <a:ext uri="{FF2B5EF4-FFF2-40B4-BE49-F238E27FC236}">
                  <a16:creationId xmlns:a16="http://schemas.microsoft.com/office/drawing/2014/main" id="{0CC4B540-F50F-0E47-62C7-F73EB446B7BA}"/>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DC1FD718-862C-F604-3B93-21E61C513E6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15A1541-B4D4-B8DB-B8C9-1B913D4415DE}"/>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21151591-7E90-D02A-DC24-105B8E20FC02}"/>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256E642E-B97E-F135-7A70-24D028ECCB5E}"/>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285FCCF6-3A34-1DD6-B4C0-0164070A52C5}"/>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407" name="Walk" descr="{&quot;Key&quot;:&quot;POWER_USER_SHAPE_ICON&quot;,&quot;Value&quot;:&quot;POWER_USER_SHAPE_ICON_STYLE_1&quot;}">
            <a:extLst>
              <a:ext uri="{FF2B5EF4-FFF2-40B4-BE49-F238E27FC236}">
                <a16:creationId xmlns:a16="http://schemas.microsoft.com/office/drawing/2014/main" id="{E5C97884-5AC2-6EDC-61CC-FCBD77E00B6C}"/>
              </a:ext>
            </a:extLst>
          </p:cNvPr>
          <p:cNvGrpSpPr>
            <a:grpSpLocks noChangeAspect="1"/>
          </p:cNvGrpSpPr>
          <p:nvPr/>
        </p:nvGrpSpPr>
        <p:grpSpPr>
          <a:xfrm>
            <a:off x="5170934" y="4743769"/>
            <a:ext cx="276795" cy="430129"/>
            <a:chOff x="6201333" y="5113520"/>
            <a:chExt cx="349381" cy="542924"/>
          </a:xfrm>
          <a:solidFill>
            <a:schemeClr val="accent3"/>
          </a:solidFill>
        </p:grpSpPr>
        <p:sp>
          <p:nvSpPr>
            <p:cNvPr id="408" name="Free-form: Shape 407">
              <a:extLst>
                <a:ext uri="{FF2B5EF4-FFF2-40B4-BE49-F238E27FC236}">
                  <a16:creationId xmlns:a16="http://schemas.microsoft.com/office/drawing/2014/main" id="{4129904C-CAA9-811A-E33E-372980D3E039}"/>
                </a:ext>
              </a:extLst>
            </p:cNvPr>
            <p:cNvSpPr/>
            <p:nvPr/>
          </p:nvSpPr>
          <p:spPr>
            <a:xfrm>
              <a:off x="6330718" y="5113520"/>
              <a:ext cx="112608" cy="115274"/>
            </a:xfrm>
            <a:custGeom>
              <a:avLst/>
              <a:gdLst>
                <a:gd name="connsiteX0" fmla="*/ 59231 w 112608"/>
                <a:gd name="connsiteY0" fmla="*/ 0 h 115274"/>
                <a:gd name="connsiteX1" fmla="*/ 108146 w 112608"/>
                <a:gd name="connsiteY1" fmla="*/ 35382 h 115274"/>
                <a:gd name="connsiteX2" fmla="*/ 108619 w 112608"/>
                <a:gd name="connsiteY2" fmla="*/ 78055 h 115274"/>
                <a:gd name="connsiteX3" fmla="*/ 77013 w 112608"/>
                <a:gd name="connsiteY3" fmla="*/ 111024 h 115274"/>
                <a:gd name="connsiteX4" fmla="*/ 36045 w 112608"/>
                <a:gd name="connsiteY4" fmla="*/ 111287 h 115274"/>
                <a:gd name="connsiteX5" fmla="*/ 453 w 112608"/>
                <a:gd name="connsiteY5" fmla="*/ 50437 h 115274"/>
                <a:gd name="connsiteX6" fmla="*/ 11600 w 112608"/>
                <a:gd name="connsiteY6" fmla="*/ 22687 h 115274"/>
                <a:gd name="connsiteX7" fmla="*/ 52831 w 112608"/>
                <a:gd name="connsiteY7" fmla="*/ 0 h 115274"/>
                <a:gd name="connsiteX8" fmla="*/ 59231 w 112608"/>
                <a:gd name="connsiteY8" fmla="*/ 0 h 115274"/>
                <a:gd name="connsiteX9" fmla="*/ 56014 w 112608"/>
                <a:gd name="connsiteY9" fmla="*/ 86395 h 115274"/>
                <a:gd name="connsiteX10" fmla="*/ 83701 w 112608"/>
                <a:gd name="connsiteY10" fmla="*/ 57894 h 115274"/>
                <a:gd name="connsiteX11" fmla="*/ 56415 w 112608"/>
                <a:gd name="connsiteY11" fmla="*/ 29009 h 115274"/>
                <a:gd name="connsiteX12" fmla="*/ 28728 w 112608"/>
                <a:gd name="connsiteY12" fmla="*/ 57510 h 115274"/>
                <a:gd name="connsiteX13" fmla="*/ 56014 w 112608"/>
                <a:gd name="connsiteY13" fmla="*/ 86395 h 115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08" h="115274">
                  <a:moveTo>
                    <a:pt x="59231" y="0"/>
                  </a:moveTo>
                  <a:cubicBezTo>
                    <a:pt x="82959" y="2588"/>
                    <a:pt x="99264" y="14382"/>
                    <a:pt x="108146" y="35382"/>
                  </a:cubicBezTo>
                  <a:cubicBezTo>
                    <a:pt x="113934" y="49038"/>
                    <a:pt x="114092" y="63263"/>
                    <a:pt x="108619" y="78055"/>
                  </a:cubicBezTo>
                  <a:cubicBezTo>
                    <a:pt x="102813" y="93757"/>
                    <a:pt x="92278" y="104747"/>
                    <a:pt x="77013" y="111024"/>
                  </a:cubicBezTo>
                  <a:cubicBezTo>
                    <a:pt x="63462" y="116602"/>
                    <a:pt x="49806" y="116690"/>
                    <a:pt x="36045" y="111287"/>
                  </a:cubicBezTo>
                  <a:cubicBezTo>
                    <a:pt x="11705" y="101713"/>
                    <a:pt x="-2799" y="76587"/>
                    <a:pt x="453" y="50437"/>
                  </a:cubicBezTo>
                  <a:cubicBezTo>
                    <a:pt x="1712" y="40295"/>
                    <a:pt x="5428" y="31046"/>
                    <a:pt x="11600" y="22687"/>
                  </a:cubicBezTo>
                  <a:cubicBezTo>
                    <a:pt x="21235" y="9643"/>
                    <a:pt x="34978" y="2081"/>
                    <a:pt x="52831" y="0"/>
                  </a:cubicBezTo>
                  <a:lnTo>
                    <a:pt x="59231" y="0"/>
                  </a:lnTo>
                  <a:close/>
                  <a:moveTo>
                    <a:pt x="56014" y="86395"/>
                  </a:moveTo>
                  <a:cubicBezTo>
                    <a:pt x="71194" y="86501"/>
                    <a:pt x="83590" y="73741"/>
                    <a:pt x="83701" y="57894"/>
                  </a:cubicBezTo>
                  <a:cubicBezTo>
                    <a:pt x="83812" y="42048"/>
                    <a:pt x="71595" y="29115"/>
                    <a:pt x="56415" y="29009"/>
                  </a:cubicBezTo>
                  <a:cubicBezTo>
                    <a:pt x="41234" y="28903"/>
                    <a:pt x="28839" y="41664"/>
                    <a:pt x="28728" y="57510"/>
                  </a:cubicBezTo>
                  <a:cubicBezTo>
                    <a:pt x="28617" y="73357"/>
                    <a:pt x="40834" y="86289"/>
                    <a:pt x="56014" y="86395"/>
                  </a:cubicBezTo>
                  <a:close/>
                </a:path>
              </a:pathLst>
            </a:custGeom>
            <a:grpFill/>
            <a:ln w="2611"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8805D3B3-8404-CF59-C26E-036BF0CFE53B}"/>
                </a:ext>
              </a:extLst>
            </p:cNvPr>
            <p:cNvSpPr/>
            <p:nvPr/>
          </p:nvSpPr>
          <p:spPr>
            <a:xfrm>
              <a:off x="6201333" y="5234049"/>
              <a:ext cx="349381" cy="422395"/>
            </a:xfrm>
            <a:custGeom>
              <a:avLst/>
              <a:gdLst>
                <a:gd name="connsiteX0" fmla="*/ 252482 w 349381"/>
                <a:gd name="connsiteY0" fmla="*/ 422396 h 422395"/>
                <a:gd name="connsiteX1" fmla="*/ 247341 w 349381"/>
                <a:gd name="connsiteY1" fmla="*/ 422396 h 422395"/>
                <a:gd name="connsiteX2" fmla="*/ 214713 w 349381"/>
                <a:gd name="connsiteY2" fmla="*/ 395984 h 422395"/>
                <a:gd name="connsiteX3" fmla="*/ 186754 w 349381"/>
                <a:gd name="connsiteY3" fmla="*/ 302271 h 422395"/>
                <a:gd name="connsiteX4" fmla="*/ 180171 w 349381"/>
                <a:gd name="connsiteY4" fmla="*/ 289288 h 422395"/>
                <a:gd name="connsiteX5" fmla="*/ 157536 w 349381"/>
                <a:gd name="connsiteY5" fmla="*/ 259938 h 422395"/>
                <a:gd name="connsiteX6" fmla="*/ 156146 w 349381"/>
                <a:gd name="connsiteY6" fmla="*/ 259886 h 422395"/>
                <a:gd name="connsiteX7" fmla="*/ 148487 w 349381"/>
                <a:gd name="connsiteY7" fmla="*/ 291543 h 422395"/>
                <a:gd name="connsiteX8" fmla="*/ 137864 w 349381"/>
                <a:gd name="connsiteY8" fmla="*/ 315647 h 422395"/>
                <a:gd name="connsiteX9" fmla="*/ 65501 w 349381"/>
                <a:gd name="connsiteY9" fmla="*/ 407184 h 422395"/>
                <a:gd name="connsiteX10" fmla="*/ 39377 w 349381"/>
                <a:gd name="connsiteY10" fmla="*/ 422396 h 422395"/>
                <a:gd name="connsiteX11" fmla="*/ 34184 w 349381"/>
                <a:gd name="connsiteY11" fmla="*/ 422396 h 422395"/>
                <a:gd name="connsiteX12" fmla="*/ 17109 w 349381"/>
                <a:gd name="connsiteY12" fmla="*/ 416967 h 422395"/>
                <a:gd name="connsiteX13" fmla="*/ 4730 w 349381"/>
                <a:gd name="connsiteY13" fmla="*/ 404771 h 422395"/>
                <a:gd name="connsiteX14" fmla="*/ 1504 w 349381"/>
                <a:gd name="connsiteY14" fmla="*/ 376733 h 422395"/>
                <a:gd name="connsiteX15" fmla="*/ 15405 w 349381"/>
                <a:gd name="connsiteY15" fmla="*/ 354124 h 422395"/>
                <a:gd name="connsiteX16" fmla="*/ 75651 w 349381"/>
                <a:gd name="connsiteY16" fmla="*/ 278691 h 422395"/>
                <a:gd name="connsiteX17" fmla="*/ 77907 w 349381"/>
                <a:gd name="connsiteY17" fmla="*/ 273577 h 422395"/>
                <a:gd name="connsiteX18" fmla="*/ 102430 w 349381"/>
                <a:gd name="connsiteY18" fmla="*/ 118699 h 422395"/>
                <a:gd name="connsiteX19" fmla="*/ 100988 w 349381"/>
                <a:gd name="connsiteY19" fmla="*/ 117860 h 422395"/>
                <a:gd name="connsiteX20" fmla="*/ 95952 w 349381"/>
                <a:gd name="connsiteY20" fmla="*/ 124863 h 422395"/>
                <a:gd name="connsiteX21" fmla="*/ 74130 w 349381"/>
                <a:gd name="connsiteY21" fmla="*/ 176008 h 422395"/>
                <a:gd name="connsiteX22" fmla="*/ 61645 w 349381"/>
                <a:gd name="connsiteY22" fmla="*/ 198223 h 422395"/>
                <a:gd name="connsiteX23" fmla="*/ 36990 w 349381"/>
                <a:gd name="connsiteY23" fmla="*/ 208845 h 422395"/>
                <a:gd name="connsiteX24" fmla="*/ 7877 w 349381"/>
                <a:gd name="connsiteY24" fmla="*/ 194787 h 422395"/>
                <a:gd name="connsiteX25" fmla="*/ 1268 w 349381"/>
                <a:gd name="connsiteY25" fmla="*/ 170054 h 422395"/>
                <a:gd name="connsiteX26" fmla="*/ 8821 w 349381"/>
                <a:gd name="connsiteY26" fmla="*/ 146842 h 422395"/>
                <a:gd name="connsiteX27" fmla="*/ 33450 w 349381"/>
                <a:gd name="connsiteY27" fmla="*/ 89927 h 422395"/>
                <a:gd name="connsiteX28" fmla="*/ 39115 w 349381"/>
                <a:gd name="connsiteY28" fmla="*/ 80432 h 422395"/>
                <a:gd name="connsiteX29" fmla="*/ 48898 w 349381"/>
                <a:gd name="connsiteY29" fmla="*/ 69285 h 422395"/>
                <a:gd name="connsiteX30" fmla="*/ 111767 w 349381"/>
                <a:gd name="connsiteY30" fmla="*/ 15491 h 422395"/>
                <a:gd name="connsiteX31" fmla="*/ 124278 w 349381"/>
                <a:gd name="connsiteY31" fmla="*/ 5708 h 422395"/>
                <a:gd name="connsiteX32" fmla="*/ 138966 w 349381"/>
                <a:gd name="connsiteY32" fmla="*/ 724 h 422395"/>
                <a:gd name="connsiteX33" fmla="*/ 169234 w 349381"/>
                <a:gd name="connsiteY33" fmla="*/ 357 h 422395"/>
                <a:gd name="connsiteX34" fmla="*/ 207579 w 349381"/>
                <a:gd name="connsiteY34" fmla="*/ 16356 h 422395"/>
                <a:gd name="connsiteX35" fmla="*/ 214451 w 349381"/>
                <a:gd name="connsiteY35" fmla="*/ 20868 h 422395"/>
                <a:gd name="connsiteX36" fmla="*/ 269137 w 349381"/>
                <a:gd name="connsiteY36" fmla="*/ 87251 h 422395"/>
                <a:gd name="connsiteX37" fmla="*/ 275616 w 349381"/>
                <a:gd name="connsiteY37" fmla="*/ 91684 h 422395"/>
                <a:gd name="connsiteX38" fmla="*/ 315037 w 349381"/>
                <a:gd name="connsiteY38" fmla="*/ 104641 h 422395"/>
                <a:gd name="connsiteX39" fmla="*/ 337934 w 349381"/>
                <a:gd name="connsiteY39" fmla="*/ 116207 h 422395"/>
                <a:gd name="connsiteX40" fmla="*/ 349317 w 349381"/>
                <a:gd name="connsiteY40" fmla="*/ 141045 h 422395"/>
                <a:gd name="connsiteX41" fmla="*/ 343521 w 349381"/>
                <a:gd name="connsiteY41" fmla="*/ 162658 h 422395"/>
                <a:gd name="connsiteX42" fmla="*/ 324243 w 349381"/>
                <a:gd name="connsiteY42" fmla="*/ 176637 h 422395"/>
                <a:gd name="connsiteX43" fmla="*/ 298854 w 349381"/>
                <a:gd name="connsiteY43" fmla="*/ 175116 h 422395"/>
                <a:gd name="connsiteX44" fmla="*/ 246187 w 349381"/>
                <a:gd name="connsiteY44" fmla="*/ 157595 h 422395"/>
                <a:gd name="connsiteX45" fmla="*/ 229165 w 349381"/>
                <a:gd name="connsiteY45" fmla="*/ 149675 h 422395"/>
                <a:gd name="connsiteX46" fmla="*/ 215238 w 349381"/>
                <a:gd name="connsiteY46" fmla="*/ 134515 h 422395"/>
                <a:gd name="connsiteX47" fmla="*/ 212720 w 349381"/>
                <a:gd name="connsiteY47" fmla="*/ 135039 h 422395"/>
                <a:gd name="connsiteX48" fmla="*/ 204222 w 349381"/>
                <a:gd name="connsiteY48" fmla="*/ 188702 h 422395"/>
                <a:gd name="connsiteX49" fmla="*/ 205271 w 349381"/>
                <a:gd name="connsiteY49" fmla="*/ 193712 h 422395"/>
                <a:gd name="connsiteX50" fmla="*/ 247263 w 349381"/>
                <a:gd name="connsiteY50" fmla="*/ 260410 h 422395"/>
                <a:gd name="connsiteX51" fmla="*/ 251695 w 349381"/>
                <a:gd name="connsiteY51" fmla="*/ 270272 h 422395"/>
                <a:gd name="connsiteX52" fmla="*/ 282330 w 349381"/>
                <a:gd name="connsiteY52" fmla="*/ 375133 h 422395"/>
                <a:gd name="connsiteX53" fmla="*/ 274750 w 349381"/>
                <a:gd name="connsiteY53" fmla="*/ 411249 h 422395"/>
                <a:gd name="connsiteX54" fmla="*/ 252482 w 349381"/>
                <a:gd name="connsiteY54" fmla="*/ 422396 h 422395"/>
                <a:gd name="connsiteX55" fmla="*/ 177495 w 349381"/>
                <a:gd name="connsiteY55" fmla="*/ 171418 h 422395"/>
                <a:gd name="connsiteX56" fmla="*/ 194570 w 349381"/>
                <a:gd name="connsiteY56" fmla="*/ 68157 h 422395"/>
                <a:gd name="connsiteX57" fmla="*/ 194649 w 349381"/>
                <a:gd name="connsiteY57" fmla="*/ 47778 h 422395"/>
                <a:gd name="connsiteX58" fmla="*/ 175712 w 349381"/>
                <a:gd name="connsiteY58" fmla="*/ 30283 h 422395"/>
                <a:gd name="connsiteX59" fmla="*/ 144500 w 349381"/>
                <a:gd name="connsiteY59" fmla="*/ 28998 h 422395"/>
                <a:gd name="connsiteX60" fmla="*/ 137366 w 349381"/>
                <a:gd name="connsiteY60" fmla="*/ 31647 h 422395"/>
                <a:gd name="connsiteX61" fmla="*/ 67153 w 349381"/>
                <a:gd name="connsiteY61" fmla="*/ 91448 h 422395"/>
                <a:gd name="connsiteX62" fmla="*/ 60150 w 349381"/>
                <a:gd name="connsiteY62" fmla="*/ 101021 h 422395"/>
                <a:gd name="connsiteX63" fmla="*/ 30145 w 349381"/>
                <a:gd name="connsiteY63" fmla="*/ 170474 h 422395"/>
                <a:gd name="connsiteX64" fmla="*/ 34315 w 349381"/>
                <a:gd name="connsiteY64" fmla="*/ 179916 h 422395"/>
                <a:gd name="connsiteX65" fmla="*/ 37672 w 349381"/>
                <a:gd name="connsiteY65" fmla="*/ 179758 h 422395"/>
                <a:gd name="connsiteX66" fmla="*/ 42839 w 349381"/>
                <a:gd name="connsiteY66" fmla="*/ 175824 h 422395"/>
                <a:gd name="connsiteX67" fmla="*/ 71638 w 349381"/>
                <a:gd name="connsiteY67" fmla="*/ 108339 h 422395"/>
                <a:gd name="connsiteX68" fmla="*/ 78352 w 349381"/>
                <a:gd name="connsiteY68" fmla="*/ 99395 h 422395"/>
                <a:gd name="connsiteX69" fmla="*/ 109302 w 349381"/>
                <a:gd name="connsiteY69" fmla="*/ 72983 h 422395"/>
                <a:gd name="connsiteX70" fmla="*/ 118665 w 349381"/>
                <a:gd name="connsiteY70" fmla="*/ 66321 h 422395"/>
                <a:gd name="connsiteX71" fmla="*/ 130914 w 349381"/>
                <a:gd name="connsiteY71" fmla="*/ 68288 h 422395"/>
                <a:gd name="connsiteX72" fmla="*/ 136868 w 349381"/>
                <a:gd name="connsiteY72" fmla="*/ 85258 h 422395"/>
                <a:gd name="connsiteX73" fmla="*/ 126849 w 349381"/>
                <a:gd name="connsiteY73" fmla="*/ 149727 h 422395"/>
                <a:gd name="connsiteX74" fmla="*/ 126272 w 349381"/>
                <a:gd name="connsiteY74" fmla="*/ 165936 h 422395"/>
                <a:gd name="connsiteX75" fmla="*/ 133930 w 349381"/>
                <a:gd name="connsiteY75" fmla="*/ 182276 h 422395"/>
                <a:gd name="connsiteX76" fmla="*/ 208261 w 349381"/>
                <a:gd name="connsiteY76" fmla="*/ 278718 h 422395"/>
                <a:gd name="connsiteX77" fmla="*/ 212300 w 349381"/>
                <a:gd name="connsiteY77" fmla="*/ 286639 h 422395"/>
                <a:gd name="connsiteX78" fmla="*/ 242856 w 349381"/>
                <a:gd name="connsiteY78" fmla="*/ 389348 h 422395"/>
                <a:gd name="connsiteX79" fmla="*/ 246135 w 349381"/>
                <a:gd name="connsiteY79" fmla="*/ 392470 h 422395"/>
                <a:gd name="connsiteX80" fmla="*/ 251433 w 349381"/>
                <a:gd name="connsiteY80" fmla="*/ 393283 h 422395"/>
                <a:gd name="connsiteX81" fmla="*/ 255420 w 349381"/>
                <a:gd name="connsiteY81" fmla="*/ 385047 h 422395"/>
                <a:gd name="connsiteX82" fmla="*/ 225519 w 349381"/>
                <a:gd name="connsiteY82" fmla="*/ 282993 h 422395"/>
                <a:gd name="connsiteX83" fmla="*/ 217730 w 349381"/>
                <a:gd name="connsiteY83" fmla="*/ 266994 h 422395"/>
                <a:gd name="connsiteX84" fmla="*/ 182846 w 349381"/>
                <a:gd name="connsiteY84" fmla="*/ 212255 h 422395"/>
                <a:gd name="connsiteX85" fmla="*/ 174112 w 349381"/>
                <a:gd name="connsiteY85" fmla="*/ 191273 h 422395"/>
                <a:gd name="connsiteX86" fmla="*/ 177495 w 349381"/>
                <a:gd name="connsiteY86" fmla="*/ 171418 h 422395"/>
                <a:gd name="connsiteX87" fmla="*/ 253689 w 349381"/>
                <a:gd name="connsiteY87" fmla="*/ 113925 h 422395"/>
                <a:gd name="connsiteX88" fmla="*/ 222765 w 349381"/>
                <a:gd name="connsiteY88" fmla="*/ 76262 h 422395"/>
                <a:gd name="connsiteX89" fmla="*/ 222543 w 349381"/>
                <a:gd name="connsiteY89" fmla="*/ 76266 h 422395"/>
                <a:gd name="connsiteX90" fmla="*/ 222503 w 349381"/>
                <a:gd name="connsiteY90" fmla="*/ 76340 h 422395"/>
                <a:gd name="connsiteX91" fmla="*/ 219775 w 349381"/>
                <a:gd name="connsiteY91" fmla="*/ 93651 h 422395"/>
                <a:gd name="connsiteX92" fmla="*/ 220221 w 349381"/>
                <a:gd name="connsiteY92" fmla="*/ 95277 h 422395"/>
                <a:gd name="connsiteX93" fmla="*/ 244194 w 349381"/>
                <a:gd name="connsiteY93" fmla="*/ 124469 h 422395"/>
                <a:gd name="connsiteX94" fmla="*/ 249938 w 349381"/>
                <a:gd name="connsiteY94" fmla="*/ 128430 h 422395"/>
                <a:gd name="connsiteX95" fmla="*/ 311548 w 349381"/>
                <a:gd name="connsiteY95" fmla="*/ 148966 h 422395"/>
                <a:gd name="connsiteX96" fmla="*/ 320387 w 349381"/>
                <a:gd name="connsiteY96" fmla="*/ 145321 h 422395"/>
                <a:gd name="connsiteX97" fmla="*/ 320702 w 349381"/>
                <a:gd name="connsiteY97" fmla="*/ 144586 h 422395"/>
                <a:gd name="connsiteX98" fmla="*/ 315220 w 349381"/>
                <a:gd name="connsiteY98" fmla="*/ 135301 h 422395"/>
                <a:gd name="connsiteX99" fmla="*/ 255839 w 349381"/>
                <a:gd name="connsiteY99" fmla="*/ 115394 h 422395"/>
                <a:gd name="connsiteX100" fmla="*/ 253689 w 349381"/>
                <a:gd name="connsiteY100" fmla="*/ 113925 h 422395"/>
                <a:gd name="connsiteX101" fmla="*/ 117800 w 349381"/>
                <a:gd name="connsiteY101" fmla="*/ 208347 h 422395"/>
                <a:gd name="connsiteX102" fmla="*/ 117504 w 349381"/>
                <a:gd name="connsiteY102" fmla="*/ 208324 h 422395"/>
                <a:gd name="connsiteX103" fmla="*/ 117433 w 349381"/>
                <a:gd name="connsiteY103" fmla="*/ 208452 h 422395"/>
                <a:gd name="connsiteX104" fmla="*/ 105604 w 349381"/>
                <a:gd name="connsiteY104" fmla="*/ 283098 h 422395"/>
                <a:gd name="connsiteX105" fmla="*/ 101486 w 349381"/>
                <a:gd name="connsiteY105" fmla="*/ 292487 h 422395"/>
                <a:gd name="connsiteX106" fmla="*/ 30014 w 349381"/>
                <a:gd name="connsiteY106" fmla="*/ 382241 h 422395"/>
                <a:gd name="connsiteX107" fmla="*/ 32296 w 349381"/>
                <a:gd name="connsiteY107" fmla="*/ 392574 h 422395"/>
                <a:gd name="connsiteX108" fmla="*/ 33712 w 349381"/>
                <a:gd name="connsiteY108" fmla="*/ 393125 h 422395"/>
                <a:gd name="connsiteX109" fmla="*/ 41213 w 349381"/>
                <a:gd name="connsiteY109" fmla="*/ 390896 h 422395"/>
                <a:gd name="connsiteX110" fmla="*/ 114233 w 349381"/>
                <a:gd name="connsiteY110" fmla="*/ 298887 h 422395"/>
                <a:gd name="connsiteX111" fmla="*/ 119819 w 349381"/>
                <a:gd name="connsiteY111" fmla="*/ 287845 h 422395"/>
                <a:gd name="connsiteX112" fmla="*/ 133196 w 349381"/>
                <a:gd name="connsiteY112" fmla="*/ 229330 h 422395"/>
                <a:gd name="connsiteX113" fmla="*/ 132907 w 349381"/>
                <a:gd name="connsiteY113" fmla="*/ 228071 h 422395"/>
                <a:gd name="connsiteX114" fmla="*/ 117800 w 349381"/>
                <a:gd name="connsiteY114" fmla="*/ 208347 h 42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49381" h="422395">
                  <a:moveTo>
                    <a:pt x="252482" y="422396"/>
                  </a:moveTo>
                  <a:lnTo>
                    <a:pt x="247341" y="422396"/>
                  </a:lnTo>
                  <a:cubicBezTo>
                    <a:pt x="230153" y="420263"/>
                    <a:pt x="219277" y="411459"/>
                    <a:pt x="214713" y="395984"/>
                  </a:cubicBezTo>
                  <a:cubicBezTo>
                    <a:pt x="205499" y="364738"/>
                    <a:pt x="196179" y="333500"/>
                    <a:pt x="186754" y="302271"/>
                  </a:cubicBezTo>
                  <a:cubicBezTo>
                    <a:pt x="185268" y="297375"/>
                    <a:pt x="183073" y="293047"/>
                    <a:pt x="180171" y="289288"/>
                  </a:cubicBezTo>
                  <a:cubicBezTo>
                    <a:pt x="165448" y="270193"/>
                    <a:pt x="157903" y="260410"/>
                    <a:pt x="157536" y="259938"/>
                  </a:cubicBezTo>
                  <a:cubicBezTo>
                    <a:pt x="156836" y="259046"/>
                    <a:pt x="156373" y="259029"/>
                    <a:pt x="156146" y="259886"/>
                  </a:cubicBezTo>
                  <a:cubicBezTo>
                    <a:pt x="151599" y="277459"/>
                    <a:pt x="149046" y="288011"/>
                    <a:pt x="148487" y="291543"/>
                  </a:cubicBezTo>
                  <a:cubicBezTo>
                    <a:pt x="147036" y="300548"/>
                    <a:pt x="143495" y="308583"/>
                    <a:pt x="137864" y="315647"/>
                  </a:cubicBezTo>
                  <a:cubicBezTo>
                    <a:pt x="113612" y="346054"/>
                    <a:pt x="89491" y="376566"/>
                    <a:pt x="65501" y="407184"/>
                  </a:cubicBezTo>
                  <a:cubicBezTo>
                    <a:pt x="58856" y="415664"/>
                    <a:pt x="50148" y="420735"/>
                    <a:pt x="39377" y="422396"/>
                  </a:cubicBezTo>
                  <a:lnTo>
                    <a:pt x="34184" y="422396"/>
                  </a:lnTo>
                  <a:cubicBezTo>
                    <a:pt x="28064" y="421714"/>
                    <a:pt x="22373" y="419904"/>
                    <a:pt x="17109" y="416967"/>
                  </a:cubicBezTo>
                  <a:cubicBezTo>
                    <a:pt x="11619" y="413907"/>
                    <a:pt x="7492" y="409841"/>
                    <a:pt x="4730" y="404771"/>
                  </a:cubicBezTo>
                  <a:cubicBezTo>
                    <a:pt x="-201" y="395713"/>
                    <a:pt x="-1277" y="386367"/>
                    <a:pt x="1504" y="376733"/>
                  </a:cubicBezTo>
                  <a:cubicBezTo>
                    <a:pt x="3077" y="371312"/>
                    <a:pt x="7711" y="363776"/>
                    <a:pt x="15405" y="354124"/>
                  </a:cubicBezTo>
                  <a:cubicBezTo>
                    <a:pt x="30495" y="335222"/>
                    <a:pt x="50577" y="310078"/>
                    <a:pt x="75651" y="278691"/>
                  </a:cubicBezTo>
                  <a:cubicBezTo>
                    <a:pt x="76857" y="277188"/>
                    <a:pt x="77609" y="275483"/>
                    <a:pt x="77907" y="273577"/>
                  </a:cubicBezTo>
                  <a:lnTo>
                    <a:pt x="102430" y="118699"/>
                  </a:lnTo>
                  <a:cubicBezTo>
                    <a:pt x="102675" y="117160"/>
                    <a:pt x="102194" y="116880"/>
                    <a:pt x="100988" y="117860"/>
                  </a:cubicBezTo>
                  <a:cubicBezTo>
                    <a:pt x="98942" y="119521"/>
                    <a:pt x="97263" y="121855"/>
                    <a:pt x="95952" y="124863"/>
                  </a:cubicBezTo>
                  <a:cubicBezTo>
                    <a:pt x="94710" y="127660"/>
                    <a:pt x="87436" y="144709"/>
                    <a:pt x="74130" y="176008"/>
                  </a:cubicBezTo>
                  <a:cubicBezTo>
                    <a:pt x="69444" y="187024"/>
                    <a:pt x="65282" y="194429"/>
                    <a:pt x="61645" y="198223"/>
                  </a:cubicBezTo>
                  <a:cubicBezTo>
                    <a:pt x="54966" y="205200"/>
                    <a:pt x="46747" y="208741"/>
                    <a:pt x="36990" y="208845"/>
                  </a:cubicBezTo>
                  <a:cubicBezTo>
                    <a:pt x="24418" y="209003"/>
                    <a:pt x="14714" y="204317"/>
                    <a:pt x="7877" y="194787"/>
                  </a:cubicBezTo>
                  <a:cubicBezTo>
                    <a:pt x="2666" y="187531"/>
                    <a:pt x="463" y="179286"/>
                    <a:pt x="1268" y="170054"/>
                  </a:cubicBezTo>
                  <a:cubicBezTo>
                    <a:pt x="1687" y="165158"/>
                    <a:pt x="4205" y="157421"/>
                    <a:pt x="8821" y="146842"/>
                  </a:cubicBezTo>
                  <a:cubicBezTo>
                    <a:pt x="24244" y="111469"/>
                    <a:pt x="32453" y="92497"/>
                    <a:pt x="33450" y="89927"/>
                  </a:cubicBezTo>
                  <a:cubicBezTo>
                    <a:pt x="34779" y="86482"/>
                    <a:pt x="36667" y="83317"/>
                    <a:pt x="39115" y="80432"/>
                  </a:cubicBezTo>
                  <a:cubicBezTo>
                    <a:pt x="42053" y="76970"/>
                    <a:pt x="45069" y="72590"/>
                    <a:pt x="48898" y="69285"/>
                  </a:cubicBezTo>
                  <a:cubicBezTo>
                    <a:pt x="69811" y="51310"/>
                    <a:pt x="90767" y="33378"/>
                    <a:pt x="111767" y="15491"/>
                  </a:cubicBezTo>
                  <a:cubicBezTo>
                    <a:pt x="117538" y="10577"/>
                    <a:pt x="121708" y="7316"/>
                    <a:pt x="124278" y="5708"/>
                  </a:cubicBezTo>
                  <a:cubicBezTo>
                    <a:pt x="128597" y="2980"/>
                    <a:pt x="133493" y="1319"/>
                    <a:pt x="138966" y="724"/>
                  </a:cubicBezTo>
                  <a:cubicBezTo>
                    <a:pt x="146625" y="-98"/>
                    <a:pt x="156714" y="-220"/>
                    <a:pt x="169234" y="357"/>
                  </a:cubicBezTo>
                  <a:cubicBezTo>
                    <a:pt x="184638" y="1056"/>
                    <a:pt x="197420" y="6390"/>
                    <a:pt x="207579" y="16356"/>
                  </a:cubicBezTo>
                  <a:cubicBezTo>
                    <a:pt x="210071" y="18822"/>
                    <a:pt x="212458" y="18455"/>
                    <a:pt x="214451" y="20868"/>
                  </a:cubicBezTo>
                  <a:cubicBezTo>
                    <a:pt x="245226" y="58199"/>
                    <a:pt x="263454" y="80327"/>
                    <a:pt x="269137" y="87251"/>
                  </a:cubicBezTo>
                  <a:cubicBezTo>
                    <a:pt x="270832" y="89323"/>
                    <a:pt x="273080" y="90861"/>
                    <a:pt x="275616" y="91684"/>
                  </a:cubicBezTo>
                  <a:cubicBezTo>
                    <a:pt x="279025" y="92803"/>
                    <a:pt x="292166" y="97122"/>
                    <a:pt x="315037" y="104641"/>
                  </a:cubicBezTo>
                  <a:cubicBezTo>
                    <a:pt x="325773" y="108173"/>
                    <a:pt x="333405" y="112028"/>
                    <a:pt x="337934" y="116207"/>
                  </a:cubicBezTo>
                  <a:cubicBezTo>
                    <a:pt x="344963" y="122712"/>
                    <a:pt x="348757" y="130991"/>
                    <a:pt x="349317" y="141045"/>
                  </a:cubicBezTo>
                  <a:cubicBezTo>
                    <a:pt x="349772" y="149001"/>
                    <a:pt x="347840" y="156205"/>
                    <a:pt x="343521" y="162658"/>
                  </a:cubicBezTo>
                  <a:cubicBezTo>
                    <a:pt x="339149" y="169197"/>
                    <a:pt x="332723" y="173857"/>
                    <a:pt x="324243" y="176637"/>
                  </a:cubicBezTo>
                  <a:cubicBezTo>
                    <a:pt x="315719" y="179444"/>
                    <a:pt x="308007" y="178106"/>
                    <a:pt x="298854" y="175116"/>
                  </a:cubicBezTo>
                  <a:cubicBezTo>
                    <a:pt x="280651" y="169153"/>
                    <a:pt x="263096" y="163313"/>
                    <a:pt x="246187" y="157595"/>
                  </a:cubicBezTo>
                  <a:cubicBezTo>
                    <a:pt x="238057" y="154850"/>
                    <a:pt x="232383" y="152210"/>
                    <a:pt x="229165" y="149675"/>
                  </a:cubicBezTo>
                  <a:cubicBezTo>
                    <a:pt x="223552" y="145251"/>
                    <a:pt x="218910" y="140197"/>
                    <a:pt x="215238" y="134515"/>
                  </a:cubicBezTo>
                  <a:cubicBezTo>
                    <a:pt x="213944" y="132486"/>
                    <a:pt x="213105" y="132661"/>
                    <a:pt x="212720" y="135039"/>
                  </a:cubicBezTo>
                  <a:lnTo>
                    <a:pt x="204222" y="188702"/>
                  </a:lnTo>
                  <a:cubicBezTo>
                    <a:pt x="203942" y="190503"/>
                    <a:pt x="204292" y="192173"/>
                    <a:pt x="205271" y="193712"/>
                  </a:cubicBezTo>
                  <a:cubicBezTo>
                    <a:pt x="231482" y="234750"/>
                    <a:pt x="245479" y="256983"/>
                    <a:pt x="247263" y="260410"/>
                  </a:cubicBezTo>
                  <a:cubicBezTo>
                    <a:pt x="248941" y="263610"/>
                    <a:pt x="250419" y="266897"/>
                    <a:pt x="251695" y="270272"/>
                  </a:cubicBezTo>
                  <a:cubicBezTo>
                    <a:pt x="253566" y="275255"/>
                    <a:pt x="263778" y="310209"/>
                    <a:pt x="282330" y="375133"/>
                  </a:cubicBezTo>
                  <a:cubicBezTo>
                    <a:pt x="286299" y="388999"/>
                    <a:pt x="283773" y="401037"/>
                    <a:pt x="274750" y="411249"/>
                  </a:cubicBezTo>
                  <a:cubicBezTo>
                    <a:pt x="269225" y="417509"/>
                    <a:pt x="261802" y="421224"/>
                    <a:pt x="252482" y="422396"/>
                  </a:cubicBezTo>
                  <a:close/>
                  <a:moveTo>
                    <a:pt x="177495" y="171418"/>
                  </a:moveTo>
                  <a:cubicBezTo>
                    <a:pt x="178999" y="163339"/>
                    <a:pt x="184691" y="128919"/>
                    <a:pt x="194570" y="68157"/>
                  </a:cubicBezTo>
                  <a:cubicBezTo>
                    <a:pt x="196126" y="58627"/>
                    <a:pt x="196153" y="51834"/>
                    <a:pt x="194649" y="47778"/>
                  </a:cubicBezTo>
                  <a:cubicBezTo>
                    <a:pt x="191431" y="39070"/>
                    <a:pt x="185119" y="33239"/>
                    <a:pt x="175712" y="30283"/>
                  </a:cubicBezTo>
                  <a:cubicBezTo>
                    <a:pt x="167817" y="27818"/>
                    <a:pt x="151084" y="28972"/>
                    <a:pt x="144500" y="28998"/>
                  </a:cubicBezTo>
                  <a:cubicBezTo>
                    <a:pt x="141874" y="29015"/>
                    <a:pt x="139347" y="29954"/>
                    <a:pt x="137366" y="31647"/>
                  </a:cubicBezTo>
                  <a:cubicBezTo>
                    <a:pt x="119548" y="46807"/>
                    <a:pt x="96144" y="66741"/>
                    <a:pt x="67153" y="91448"/>
                  </a:cubicBezTo>
                  <a:cubicBezTo>
                    <a:pt x="64128" y="94036"/>
                    <a:pt x="61794" y="97227"/>
                    <a:pt x="60150" y="101021"/>
                  </a:cubicBezTo>
                  <a:cubicBezTo>
                    <a:pt x="46197" y="133055"/>
                    <a:pt x="36195" y="156205"/>
                    <a:pt x="30145" y="170474"/>
                  </a:cubicBezTo>
                  <a:cubicBezTo>
                    <a:pt x="28361" y="174688"/>
                    <a:pt x="29751" y="177835"/>
                    <a:pt x="34315" y="179916"/>
                  </a:cubicBezTo>
                  <a:cubicBezTo>
                    <a:pt x="34647" y="180073"/>
                    <a:pt x="35766" y="180021"/>
                    <a:pt x="37672" y="179758"/>
                  </a:cubicBezTo>
                  <a:cubicBezTo>
                    <a:pt x="40138" y="179409"/>
                    <a:pt x="41860" y="178097"/>
                    <a:pt x="42839" y="175824"/>
                  </a:cubicBezTo>
                  <a:lnTo>
                    <a:pt x="71638" y="108339"/>
                  </a:lnTo>
                  <a:cubicBezTo>
                    <a:pt x="73119" y="104859"/>
                    <a:pt x="75423" y="101790"/>
                    <a:pt x="78352" y="99395"/>
                  </a:cubicBezTo>
                  <a:cubicBezTo>
                    <a:pt x="89159" y="90547"/>
                    <a:pt x="99475" y="81743"/>
                    <a:pt x="109302" y="72983"/>
                  </a:cubicBezTo>
                  <a:cubicBezTo>
                    <a:pt x="113481" y="69241"/>
                    <a:pt x="116602" y="67021"/>
                    <a:pt x="118665" y="66321"/>
                  </a:cubicBezTo>
                  <a:cubicBezTo>
                    <a:pt x="122809" y="64922"/>
                    <a:pt x="126892" y="65578"/>
                    <a:pt x="130914" y="68288"/>
                  </a:cubicBezTo>
                  <a:cubicBezTo>
                    <a:pt x="136195" y="71890"/>
                    <a:pt x="138179" y="77547"/>
                    <a:pt x="136868" y="85258"/>
                  </a:cubicBezTo>
                  <a:cubicBezTo>
                    <a:pt x="133476" y="105349"/>
                    <a:pt x="130136" y="126838"/>
                    <a:pt x="126849" y="149727"/>
                  </a:cubicBezTo>
                  <a:cubicBezTo>
                    <a:pt x="126062" y="155252"/>
                    <a:pt x="125869" y="160655"/>
                    <a:pt x="126272" y="165936"/>
                  </a:cubicBezTo>
                  <a:cubicBezTo>
                    <a:pt x="126639" y="170745"/>
                    <a:pt x="129192" y="176191"/>
                    <a:pt x="133930" y="182276"/>
                  </a:cubicBezTo>
                  <a:cubicBezTo>
                    <a:pt x="160543" y="216425"/>
                    <a:pt x="185320" y="248573"/>
                    <a:pt x="208261" y="278718"/>
                  </a:cubicBezTo>
                  <a:cubicBezTo>
                    <a:pt x="210080" y="281113"/>
                    <a:pt x="211426" y="283753"/>
                    <a:pt x="212300" y="286639"/>
                  </a:cubicBezTo>
                  <a:lnTo>
                    <a:pt x="242856" y="389348"/>
                  </a:lnTo>
                  <a:cubicBezTo>
                    <a:pt x="243330" y="390894"/>
                    <a:pt x="244574" y="392079"/>
                    <a:pt x="246135" y="392470"/>
                  </a:cubicBezTo>
                  <a:cubicBezTo>
                    <a:pt x="249230" y="393221"/>
                    <a:pt x="250996" y="393492"/>
                    <a:pt x="251433" y="393283"/>
                  </a:cubicBezTo>
                  <a:cubicBezTo>
                    <a:pt x="254654" y="391742"/>
                    <a:pt x="256339" y="388261"/>
                    <a:pt x="255420" y="385047"/>
                  </a:cubicBezTo>
                  <a:cubicBezTo>
                    <a:pt x="246135" y="352594"/>
                    <a:pt x="236168" y="318576"/>
                    <a:pt x="225519" y="282993"/>
                  </a:cubicBezTo>
                  <a:cubicBezTo>
                    <a:pt x="224086" y="278202"/>
                    <a:pt x="221489" y="272869"/>
                    <a:pt x="217730" y="266994"/>
                  </a:cubicBezTo>
                  <a:cubicBezTo>
                    <a:pt x="213725" y="260734"/>
                    <a:pt x="202098" y="242488"/>
                    <a:pt x="182846" y="212255"/>
                  </a:cubicBezTo>
                  <a:cubicBezTo>
                    <a:pt x="178597" y="205567"/>
                    <a:pt x="172145" y="201213"/>
                    <a:pt x="174112" y="191273"/>
                  </a:cubicBezTo>
                  <a:cubicBezTo>
                    <a:pt x="175764" y="182906"/>
                    <a:pt x="176473" y="176768"/>
                    <a:pt x="177495" y="171418"/>
                  </a:cubicBezTo>
                  <a:close/>
                  <a:moveTo>
                    <a:pt x="253689" y="113925"/>
                  </a:moveTo>
                  <a:lnTo>
                    <a:pt x="222765" y="76262"/>
                  </a:lnTo>
                  <a:cubicBezTo>
                    <a:pt x="222703" y="76202"/>
                    <a:pt x="222603" y="76204"/>
                    <a:pt x="222543" y="76266"/>
                  </a:cubicBezTo>
                  <a:cubicBezTo>
                    <a:pt x="222523" y="76287"/>
                    <a:pt x="222510" y="76313"/>
                    <a:pt x="222503" y="76340"/>
                  </a:cubicBezTo>
                  <a:lnTo>
                    <a:pt x="219775" y="93651"/>
                  </a:lnTo>
                  <a:cubicBezTo>
                    <a:pt x="219671" y="94245"/>
                    <a:pt x="219819" y="94788"/>
                    <a:pt x="220221" y="95277"/>
                  </a:cubicBezTo>
                  <a:lnTo>
                    <a:pt x="244194" y="124469"/>
                  </a:lnTo>
                  <a:cubicBezTo>
                    <a:pt x="245703" y="126304"/>
                    <a:pt x="247693" y="127676"/>
                    <a:pt x="249938" y="128430"/>
                  </a:cubicBezTo>
                  <a:lnTo>
                    <a:pt x="311548" y="148966"/>
                  </a:lnTo>
                  <a:cubicBezTo>
                    <a:pt x="315535" y="150295"/>
                    <a:pt x="318481" y="149080"/>
                    <a:pt x="320387" y="145321"/>
                  </a:cubicBezTo>
                  <a:cubicBezTo>
                    <a:pt x="320597" y="144884"/>
                    <a:pt x="320702" y="144639"/>
                    <a:pt x="320702" y="144586"/>
                  </a:cubicBezTo>
                  <a:cubicBezTo>
                    <a:pt x="321227" y="139795"/>
                    <a:pt x="319399" y="136700"/>
                    <a:pt x="315220" y="135301"/>
                  </a:cubicBezTo>
                  <a:lnTo>
                    <a:pt x="255839" y="115394"/>
                  </a:lnTo>
                  <a:cubicBezTo>
                    <a:pt x="254983" y="115114"/>
                    <a:pt x="254266" y="114625"/>
                    <a:pt x="253689" y="113925"/>
                  </a:cubicBezTo>
                  <a:close/>
                  <a:moveTo>
                    <a:pt x="117800" y="208347"/>
                  </a:moveTo>
                  <a:cubicBezTo>
                    <a:pt x="117725" y="208259"/>
                    <a:pt x="117592" y="208248"/>
                    <a:pt x="117504" y="208324"/>
                  </a:cubicBezTo>
                  <a:cubicBezTo>
                    <a:pt x="117466" y="208356"/>
                    <a:pt x="117440" y="208402"/>
                    <a:pt x="117433" y="208452"/>
                  </a:cubicBezTo>
                  <a:lnTo>
                    <a:pt x="105604" y="283098"/>
                  </a:lnTo>
                  <a:cubicBezTo>
                    <a:pt x="105071" y="286535"/>
                    <a:pt x="103652" y="289772"/>
                    <a:pt x="101486" y="292487"/>
                  </a:cubicBezTo>
                  <a:lnTo>
                    <a:pt x="30014" y="382241"/>
                  </a:lnTo>
                  <a:cubicBezTo>
                    <a:pt x="26936" y="386105"/>
                    <a:pt x="27697" y="389549"/>
                    <a:pt x="32296" y="392574"/>
                  </a:cubicBezTo>
                  <a:cubicBezTo>
                    <a:pt x="32505" y="392697"/>
                    <a:pt x="32978" y="392880"/>
                    <a:pt x="33712" y="393125"/>
                  </a:cubicBezTo>
                  <a:cubicBezTo>
                    <a:pt x="36438" y="394036"/>
                    <a:pt x="39439" y="393144"/>
                    <a:pt x="41213" y="390896"/>
                  </a:cubicBezTo>
                  <a:cubicBezTo>
                    <a:pt x="72163" y="351956"/>
                    <a:pt x="96502" y="321286"/>
                    <a:pt x="114233" y="298887"/>
                  </a:cubicBezTo>
                  <a:cubicBezTo>
                    <a:pt x="117118" y="295250"/>
                    <a:pt x="118980" y="291569"/>
                    <a:pt x="119819" y="287845"/>
                  </a:cubicBezTo>
                  <a:cubicBezTo>
                    <a:pt x="123859" y="270150"/>
                    <a:pt x="128317" y="250645"/>
                    <a:pt x="133196" y="229330"/>
                  </a:cubicBezTo>
                  <a:cubicBezTo>
                    <a:pt x="133301" y="228875"/>
                    <a:pt x="133205" y="228455"/>
                    <a:pt x="132907" y="228071"/>
                  </a:cubicBezTo>
                  <a:lnTo>
                    <a:pt x="117800" y="208347"/>
                  </a:lnTo>
                  <a:close/>
                </a:path>
              </a:pathLst>
            </a:custGeom>
            <a:grpFill/>
            <a:ln w="2611"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4126113428"/>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Sieve</a:t>
            </a:r>
          </a:p>
        </p:txBody>
      </p:sp>
      <p:sp>
        <p:nvSpPr>
          <p:cNvPr id="42" name="Freeform 656">
            <a:extLst>
              <a:ext uri="{FF2B5EF4-FFF2-40B4-BE49-F238E27FC236}">
                <a16:creationId xmlns:a16="http://schemas.microsoft.com/office/drawing/2014/main" id="{803277EC-FA7B-84C5-9659-0DC028CBF331}"/>
              </a:ext>
            </a:extLst>
          </p:cNvPr>
          <p:cNvSpPr>
            <a:spLocks noEditPoints="1"/>
          </p:cNvSpPr>
          <p:nvPr/>
        </p:nvSpPr>
        <p:spPr bwMode="auto">
          <a:xfrm>
            <a:off x="7708603" y="2330988"/>
            <a:ext cx="2751305" cy="1483047"/>
          </a:xfrm>
          <a:custGeom>
            <a:avLst/>
            <a:gdLst>
              <a:gd name="T0" fmla="*/ 2264 w 4086"/>
              <a:gd name="T1" fmla="*/ 2204 h 2204"/>
              <a:gd name="T2" fmla="*/ 1821 w 4086"/>
              <a:gd name="T3" fmla="*/ 2204 h 2204"/>
              <a:gd name="T4" fmla="*/ 566 w 4086"/>
              <a:gd name="T5" fmla="*/ 1567 h 2204"/>
              <a:gd name="T6" fmla="*/ 0 w 4086"/>
              <a:gd name="T7" fmla="*/ 216 h 2204"/>
              <a:gd name="T8" fmla="*/ 216 w 4086"/>
              <a:gd name="T9" fmla="*/ 0 h 2204"/>
              <a:gd name="T10" fmla="*/ 3870 w 4086"/>
              <a:gd name="T11" fmla="*/ 0 h 2204"/>
              <a:gd name="T12" fmla="*/ 4086 w 4086"/>
              <a:gd name="T13" fmla="*/ 216 h 2204"/>
              <a:gd name="T14" fmla="*/ 3520 w 4086"/>
              <a:gd name="T15" fmla="*/ 1567 h 2204"/>
              <a:gd name="T16" fmla="*/ 2264 w 4086"/>
              <a:gd name="T17" fmla="*/ 2204 h 2204"/>
              <a:gd name="T18" fmla="*/ 216 w 4086"/>
              <a:gd name="T19" fmla="*/ 100 h 2204"/>
              <a:gd name="T20" fmla="*/ 100 w 4086"/>
              <a:gd name="T21" fmla="*/ 216 h 2204"/>
              <a:gd name="T22" fmla="*/ 641 w 4086"/>
              <a:gd name="T23" fmla="*/ 1500 h 2204"/>
              <a:gd name="T24" fmla="*/ 1821 w 4086"/>
              <a:gd name="T25" fmla="*/ 2104 h 2204"/>
              <a:gd name="T26" fmla="*/ 2264 w 4086"/>
              <a:gd name="T27" fmla="*/ 2104 h 2204"/>
              <a:gd name="T28" fmla="*/ 3445 w 4086"/>
              <a:gd name="T29" fmla="*/ 1500 h 2204"/>
              <a:gd name="T30" fmla="*/ 3986 w 4086"/>
              <a:gd name="T31" fmla="*/ 216 h 2204"/>
              <a:gd name="T32" fmla="*/ 3870 w 4086"/>
              <a:gd name="T33" fmla="*/ 100 h 2204"/>
              <a:gd name="T34" fmla="*/ 216 w 4086"/>
              <a:gd name="T35" fmla="*/ 100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86" h="2204">
                <a:moveTo>
                  <a:pt x="2264" y="2204"/>
                </a:moveTo>
                <a:lnTo>
                  <a:pt x="1821" y="2204"/>
                </a:lnTo>
                <a:cubicBezTo>
                  <a:pt x="1389" y="2204"/>
                  <a:pt x="931" y="1972"/>
                  <a:pt x="566" y="1567"/>
                </a:cubicBezTo>
                <a:cubicBezTo>
                  <a:pt x="206" y="1168"/>
                  <a:pt x="0" y="676"/>
                  <a:pt x="0" y="216"/>
                </a:cubicBezTo>
                <a:cubicBezTo>
                  <a:pt x="0" y="77"/>
                  <a:pt x="77" y="0"/>
                  <a:pt x="216" y="0"/>
                </a:cubicBezTo>
                <a:lnTo>
                  <a:pt x="3870" y="0"/>
                </a:lnTo>
                <a:cubicBezTo>
                  <a:pt x="4009" y="0"/>
                  <a:pt x="4086" y="77"/>
                  <a:pt x="4086" y="216"/>
                </a:cubicBezTo>
                <a:cubicBezTo>
                  <a:pt x="4086" y="676"/>
                  <a:pt x="3880" y="1168"/>
                  <a:pt x="3520" y="1567"/>
                </a:cubicBezTo>
                <a:cubicBezTo>
                  <a:pt x="3154" y="1972"/>
                  <a:pt x="2697" y="2204"/>
                  <a:pt x="2264" y="2204"/>
                </a:cubicBezTo>
                <a:close/>
                <a:moveTo>
                  <a:pt x="216" y="100"/>
                </a:moveTo>
                <a:cubicBezTo>
                  <a:pt x="132" y="100"/>
                  <a:pt x="100" y="133"/>
                  <a:pt x="100" y="216"/>
                </a:cubicBezTo>
                <a:cubicBezTo>
                  <a:pt x="100" y="645"/>
                  <a:pt x="302" y="1125"/>
                  <a:pt x="641" y="1500"/>
                </a:cubicBezTo>
                <a:cubicBezTo>
                  <a:pt x="987" y="1884"/>
                  <a:pt x="1417" y="2104"/>
                  <a:pt x="1821" y="2104"/>
                </a:cubicBezTo>
                <a:lnTo>
                  <a:pt x="2264" y="2104"/>
                </a:lnTo>
                <a:cubicBezTo>
                  <a:pt x="2669" y="2104"/>
                  <a:pt x="3099" y="1884"/>
                  <a:pt x="3445" y="1500"/>
                </a:cubicBezTo>
                <a:cubicBezTo>
                  <a:pt x="3784" y="1125"/>
                  <a:pt x="3986" y="645"/>
                  <a:pt x="3986" y="216"/>
                </a:cubicBezTo>
                <a:cubicBezTo>
                  <a:pt x="3986" y="133"/>
                  <a:pt x="3953" y="100"/>
                  <a:pt x="3870" y="100"/>
                </a:cubicBezTo>
                <a:lnTo>
                  <a:pt x="216" y="10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57">
            <a:extLst>
              <a:ext uri="{FF2B5EF4-FFF2-40B4-BE49-F238E27FC236}">
                <a16:creationId xmlns:a16="http://schemas.microsoft.com/office/drawing/2014/main" id="{723D6669-2927-6E3A-5AF2-81F0BF515EC8}"/>
              </a:ext>
            </a:extLst>
          </p:cNvPr>
          <p:cNvSpPr>
            <a:spLocks/>
          </p:cNvSpPr>
          <p:nvPr/>
        </p:nvSpPr>
        <p:spPr bwMode="auto">
          <a:xfrm>
            <a:off x="7923385" y="2699192"/>
            <a:ext cx="81823" cy="81823"/>
          </a:xfrm>
          <a:custGeom>
            <a:avLst/>
            <a:gdLst>
              <a:gd name="T0" fmla="*/ 63 w 125"/>
              <a:gd name="T1" fmla="*/ 0 h 125"/>
              <a:gd name="T2" fmla="*/ 0 w 125"/>
              <a:gd name="T3" fmla="*/ 63 h 125"/>
              <a:gd name="T4" fmla="*/ 63 w 125"/>
              <a:gd name="T5" fmla="*/ 125 h 125"/>
              <a:gd name="T6" fmla="*/ 125 w 125"/>
              <a:gd name="T7" fmla="*/ 63 h 125"/>
              <a:gd name="T8" fmla="*/ 63 w 125"/>
              <a:gd name="T9" fmla="*/ 0 h 125"/>
            </a:gdLst>
            <a:ahLst/>
            <a:cxnLst>
              <a:cxn ang="0">
                <a:pos x="T0" y="T1"/>
              </a:cxn>
              <a:cxn ang="0">
                <a:pos x="T2" y="T3"/>
              </a:cxn>
              <a:cxn ang="0">
                <a:pos x="T4" y="T5"/>
              </a:cxn>
              <a:cxn ang="0">
                <a:pos x="T6" y="T7"/>
              </a:cxn>
              <a:cxn ang="0">
                <a:pos x="T8" y="T9"/>
              </a:cxn>
            </a:cxnLst>
            <a:rect l="0" t="0" r="r" b="b"/>
            <a:pathLst>
              <a:path w="125" h="125">
                <a:moveTo>
                  <a:pt x="63" y="0"/>
                </a:moveTo>
                <a:cubicBezTo>
                  <a:pt x="28" y="0"/>
                  <a:pt x="0" y="28"/>
                  <a:pt x="0" y="63"/>
                </a:cubicBezTo>
                <a:cubicBezTo>
                  <a:pt x="0" y="97"/>
                  <a:pt x="28" y="125"/>
                  <a:pt x="63" y="125"/>
                </a:cubicBezTo>
                <a:cubicBezTo>
                  <a:pt x="98" y="125"/>
                  <a:pt x="125" y="97"/>
                  <a:pt x="125" y="63"/>
                </a:cubicBezTo>
                <a:cubicBezTo>
                  <a:pt x="125" y="28"/>
                  <a:pt x="97" y="0"/>
                  <a:pt x="63"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Oval 658">
            <a:extLst>
              <a:ext uri="{FF2B5EF4-FFF2-40B4-BE49-F238E27FC236}">
                <a16:creationId xmlns:a16="http://schemas.microsoft.com/office/drawing/2014/main" id="{736E2191-187E-1F57-7A86-FF615A191EE3}"/>
              </a:ext>
            </a:extLst>
          </p:cNvPr>
          <p:cNvSpPr>
            <a:spLocks noChangeArrowheads="1"/>
          </p:cNvSpPr>
          <p:nvPr/>
        </p:nvSpPr>
        <p:spPr bwMode="auto">
          <a:xfrm>
            <a:off x="8363187"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Oval 659">
            <a:extLst>
              <a:ext uri="{FF2B5EF4-FFF2-40B4-BE49-F238E27FC236}">
                <a16:creationId xmlns:a16="http://schemas.microsoft.com/office/drawing/2014/main" id="{C8859FFF-10C2-CD98-1B4F-F7FF0453CCF8}"/>
              </a:ext>
            </a:extLst>
          </p:cNvPr>
          <p:cNvSpPr>
            <a:spLocks noChangeArrowheads="1"/>
          </p:cNvSpPr>
          <p:nvPr/>
        </p:nvSpPr>
        <p:spPr bwMode="auto">
          <a:xfrm>
            <a:off x="8813215"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660">
            <a:extLst>
              <a:ext uri="{FF2B5EF4-FFF2-40B4-BE49-F238E27FC236}">
                <a16:creationId xmlns:a16="http://schemas.microsoft.com/office/drawing/2014/main" id="{0C01ABEC-109A-D008-5876-D27CD6710DB2}"/>
              </a:ext>
            </a:extLst>
          </p:cNvPr>
          <p:cNvSpPr>
            <a:spLocks noChangeArrowheads="1"/>
          </p:cNvSpPr>
          <p:nvPr/>
        </p:nvSpPr>
        <p:spPr bwMode="auto">
          <a:xfrm>
            <a:off x="9263242"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Oval 661">
            <a:extLst>
              <a:ext uri="{FF2B5EF4-FFF2-40B4-BE49-F238E27FC236}">
                <a16:creationId xmlns:a16="http://schemas.microsoft.com/office/drawing/2014/main" id="{DA5FFD3E-8FEE-0B6D-6283-7097E0FE358E}"/>
              </a:ext>
            </a:extLst>
          </p:cNvPr>
          <p:cNvSpPr>
            <a:spLocks noChangeArrowheads="1"/>
          </p:cNvSpPr>
          <p:nvPr/>
        </p:nvSpPr>
        <p:spPr bwMode="auto">
          <a:xfrm>
            <a:off x="9713269"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Oval 662">
            <a:extLst>
              <a:ext uri="{FF2B5EF4-FFF2-40B4-BE49-F238E27FC236}">
                <a16:creationId xmlns:a16="http://schemas.microsoft.com/office/drawing/2014/main" id="{7AC382F3-0039-C73D-1750-78F219D2503F}"/>
              </a:ext>
            </a:extLst>
          </p:cNvPr>
          <p:cNvSpPr>
            <a:spLocks noChangeArrowheads="1"/>
          </p:cNvSpPr>
          <p:nvPr/>
        </p:nvSpPr>
        <p:spPr bwMode="auto">
          <a:xfrm>
            <a:off x="10153065"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Oval 663">
            <a:extLst>
              <a:ext uri="{FF2B5EF4-FFF2-40B4-BE49-F238E27FC236}">
                <a16:creationId xmlns:a16="http://schemas.microsoft.com/office/drawing/2014/main" id="{0084DA03-DAAB-CC1C-281E-2A6900CA859D}"/>
              </a:ext>
            </a:extLst>
          </p:cNvPr>
          <p:cNvSpPr>
            <a:spLocks noChangeArrowheads="1"/>
          </p:cNvSpPr>
          <p:nvPr/>
        </p:nvSpPr>
        <p:spPr bwMode="auto">
          <a:xfrm>
            <a:off x="8148399"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Oval 664">
            <a:extLst>
              <a:ext uri="{FF2B5EF4-FFF2-40B4-BE49-F238E27FC236}">
                <a16:creationId xmlns:a16="http://schemas.microsoft.com/office/drawing/2014/main" id="{D26E5134-C6F0-0783-CE31-BC7E5EDA1681}"/>
              </a:ext>
            </a:extLst>
          </p:cNvPr>
          <p:cNvSpPr>
            <a:spLocks noChangeArrowheads="1"/>
          </p:cNvSpPr>
          <p:nvPr/>
        </p:nvSpPr>
        <p:spPr bwMode="auto">
          <a:xfrm>
            <a:off x="8588201"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Oval 665">
            <a:extLst>
              <a:ext uri="{FF2B5EF4-FFF2-40B4-BE49-F238E27FC236}">
                <a16:creationId xmlns:a16="http://schemas.microsoft.com/office/drawing/2014/main" id="{0FA9E685-BB41-1FB4-AD74-55051A51706F}"/>
              </a:ext>
            </a:extLst>
          </p:cNvPr>
          <p:cNvSpPr>
            <a:spLocks noChangeArrowheads="1"/>
          </p:cNvSpPr>
          <p:nvPr/>
        </p:nvSpPr>
        <p:spPr bwMode="auto">
          <a:xfrm>
            <a:off x="9038228"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Oval 666">
            <a:extLst>
              <a:ext uri="{FF2B5EF4-FFF2-40B4-BE49-F238E27FC236}">
                <a16:creationId xmlns:a16="http://schemas.microsoft.com/office/drawing/2014/main" id="{BDA52B5E-0042-A786-2868-ADCB9C67BFB9}"/>
              </a:ext>
            </a:extLst>
          </p:cNvPr>
          <p:cNvSpPr>
            <a:spLocks noChangeArrowheads="1"/>
          </p:cNvSpPr>
          <p:nvPr/>
        </p:nvSpPr>
        <p:spPr bwMode="auto">
          <a:xfrm>
            <a:off x="9488255"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667">
            <a:extLst>
              <a:ext uri="{FF2B5EF4-FFF2-40B4-BE49-F238E27FC236}">
                <a16:creationId xmlns:a16="http://schemas.microsoft.com/office/drawing/2014/main" id="{0F190F87-B796-FC07-9A7B-E25AF91E2C1D}"/>
              </a:ext>
            </a:extLst>
          </p:cNvPr>
          <p:cNvSpPr>
            <a:spLocks noChangeArrowheads="1"/>
          </p:cNvSpPr>
          <p:nvPr/>
        </p:nvSpPr>
        <p:spPr bwMode="auto">
          <a:xfrm>
            <a:off x="9928051" y="2995798"/>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Oval 668">
            <a:extLst>
              <a:ext uri="{FF2B5EF4-FFF2-40B4-BE49-F238E27FC236}">
                <a16:creationId xmlns:a16="http://schemas.microsoft.com/office/drawing/2014/main" id="{B2BEB6E3-93B3-3E39-3564-160D6B6C8450}"/>
              </a:ext>
            </a:extLst>
          </p:cNvPr>
          <p:cNvSpPr>
            <a:spLocks noChangeArrowheads="1"/>
          </p:cNvSpPr>
          <p:nvPr/>
        </p:nvSpPr>
        <p:spPr bwMode="auto">
          <a:xfrm>
            <a:off x="8813215"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669">
            <a:extLst>
              <a:ext uri="{FF2B5EF4-FFF2-40B4-BE49-F238E27FC236}">
                <a16:creationId xmlns:a16="http://schemas.microsoft.com/office/drawing/2014/main" id="{A7F6EFCA-0F69-1395-4E4A-F36CC625749E}"/>
              </a:ext>
            </a:extLst>
          </p:cNvPr>
          <p:cNvSpPr>
            <a:spLocks noChangeArrowheads="1"/>
          </p:cNvSpPr>
          <p:nvPr/>
        </p:nvSpPr>
        <p:spPr bwMode="auto">
          <a:xfrm>
            <a:off x="9263242"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Oval 670">
            <a:extLst>
              <a:ext uri="{FF2B5EF4-FFF2-40B4-BE49-F238E27FC236}">
                <a16:creationId xmlns:a16="http://schemas.microsoft.com/office/drawing/2014/main" id="{3E600B77-B04F-3BE6-4087-AE51AB05A33E}"/>
              </a:ext>
            </a:extLst>
          </p:cNvPr>
          <p:cNvSpPr>
            <a:spLocks noChangeArrowheads="1"/>
          </p:cNvSpPr>
          <p:nvPr/>
        </p:nvSpPr>
        <p:spPr bwMode="auto">
          <a:xfrm>
            <a:off x="8363187" y="3292410"/>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671">
            <a:extLst>
              <a:ext uri="{FF2B5EF4-FFF2-40B4-BE49-F238E27FC236}">
                <a16:creationId xmlns:a16="http://schemas.microsoft.com/office/drawing/2014/main" id="{FC47DF6E-95CC-739F-89BB-ECA9D71D35FA}"/>
              </a:ext>
            </a:extLst>
          </p:cNvPr>
          <p:cNvSpPr>
            <a:spLocks noChangeArrowheads="1"/>
          </p:cNvSpPr>
          <p:nvPr/>
        </p:nvSpPr>
        <p:spPr bwMode="auto">
          <a:xfrm>
            <a:off x="9713269"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72">
            <a:extLst>
              <a:ext uri="{FF2B5EF4-FFF2-40B4-BE49-F238E27FC236}">
                <a16:creationId xmlns:a16="http://schemas.microsoft.com/office/drawing/2014/main" id="{0025C68F-CE0B-8525-C468-FF2A6A11B587}"/>
              </a:ext>
            </a:extLst>
          </p:cNvPr>
          <p:cNvSpPr>
            <a:spLocks/>
          </p:cNvSpPr>
          <p:nvPr/>
        </p:nvSpPr>
        <p:spPr bwMode="auto">
          <a:xfrm>
            <a:off x="7186977" y="2484403"/>
            <a:ext cx="685272" cy="490939"/>
          </a:xfrm>
          <a:custGeom>
            <a:avLst/>
            <a:gdLst>
              <a:gd name="T0" fmla="*/ 941 w 1023"/>
              <a:gd name="T1" fmla="*/ 729 h 729"/>
              <a:gd name="T2" fmla="*/ 235 w 1023"/>
              <a:gd name="T3" fmla="*/ 432 h 729"/>
              <a:gd name="T4" fmla="*/ 216 w 1023"/>
              <a:gd name="T5" fmla="*/ 432 h 729"/>
              <a:gd name="T6" fmla="*/ 179 w 1023"/>
              <a:gd name="T7" fmla="*/ 430 h 729"/>
              <a:gd name="T8" fmla="*/ 166 w 1023"/>
              <a:gd name="T9" fmla="*/ 429 h 729"/>
              <a:gd name="T10" fmla="*/ 166 w 1023"/>
              <a:gd name="T11" fmla="*/ 428 h 729"/>
              <a:gd name="T12" fmla="*/ 0 w 1023"/>
              <a:gd name="T13" fmla="*/ 216 h 729"/>
              <a:gd name="T14" fmla="*/ 216 w 1023"/>
              <a:gd name="T15" fmla="*/ 0 h 729"/>
              <a:gd name="T16" fmla="*/ 831 w 1023"/>
              <a:gd name="T17" fmla="*/ 0 h 729"/>
              <a:gd name="T18" fmla="*/ 831 w 1023"/>
              <a:gd name="T19" fmla="*/ 100 h 729"/>
              <a:gd name="T20" fmla="*/ 216 w 1023"/>
              <a:gd name="T21" fmla="*/ 100 h 729"/>
              <a:gd name="T22" fmla="*/ 100 w 1023"/>
              <a:gd name="T23" fmla="*/ 216 h 729"/>
              <a:gd name="T24" fmla="*/ 210 w 1023"/>
              <a:gd name="T25" fmla="*/ 332 h 729"/>
              <a:gd name="T26" fmla="*/ 216 w 1023"/>
              <a:gd name="T27" fmla="*/ 332 h 729"/>
              <a:gd name="T28" fmla="*/ 1023 w 1023"/>
              <a:gd name="T29" fmla="*/ 672 h 729"/>
              <a:gd name="T30" fmla="*/ 941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941" y="729"/>
                </a:moveTo>
                <a:cubicBezTo>
                  <a:pt x="755" y="462"/>
                  <a:pt x="339" y="435"/>
                  <a:pt x="235" y="432"/>
                </a:cubicBezTo>
                <a:lnTo>
                  <a:pt x="216" y="432"/>
                </a:lnTo>
                <a:cubicBezTo>
                  <a:pt x="203" y="432"/>
                  <a:pt x="190" y="431"/>
                  <a:pt x="179" y="430"/>
                </a:cubicBezTo>
                <a:lnTo>
                  <a:pt x="166" y="429"/>
                </a:lnTo>
                <a:lnTo>
                  <a:pt x="166" y="428"/>
                </a:lnTo>
                <a:cubicBezTo>
                  <a:pt x="60" y="411"/>
                  <a:pt x="0" y="336"/>
                  <a:pt x="0" y="216"/>
                </a:cubicBezTo>
                <a:cubicBezTo>
                  <a:pt x="0" y="76"/>
                  <a:pt x="76" y="0"/>
                  <a:pt x="216" y="0"/>
                </a:cubicBezTo>
                <a:lnTo>
                  <a:pt x="831" y="0"/>
                </a:lnTo>
                <a:lnTo>
                  <a:pt x="831" y="100"/>
                </a:lnTo>
                <a:lnTo>
                  <a:pt x="216" y="100"/>
                </a:lnTo>
                <a:cubicBezTo>
                  <a:pt x="132" y="100"/>
                  <a:pt x="100" y="132"/>
                  <a:pt x="100" y="216"/>
                </a:cubicBezTo>
                <a:cubicBezTo>
                  <a:pt x="100" y="298"/>
                  <a:pt x="131" y="331"/>
                  <a:pt x="210" y="332"/>
                </a:cubicBezTo>
                <a:lnTo>
                  <a:pt x="216" y="332"/>
                </a:lnTo>
                <a:cubicBezTo>
                  <a:pt x="274" y="332"/>
                  <a:pt x="793" y="341"/>
                  <a:pt x="1023" y="672"/>
                </a:cubicBezTo>
                <a:lnTo>
                  <a:pt x="941" y="72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73">
            <a:extLst>
              <a:ext uri="{FF2B5EF4-FFF2-40B4-BE49-F238E27FC236}">
                <a16:creationId xmlns:a16="http://schemas.microsoft.com/office/drawing/2014/main" id="{00208CA4-FFE2-CC79-2499-5AB7B8868B81}"/>
              </a:ext>
            </a:extLst>
          </p:cNvPr>
          <p:cNvSpPr>
            <a:spLocks/>
          </p:cNvSpPr>
          <p:nvPr/>
        </p:nvSpPr>
        <p:spPr bwMode="auto">
          <a:xfrm>
            <a:off x="10286031" y="2484403"/>
            <a:ext cx="695496" cy="490939"/>
          </a:xfrm>
          <a:custGeom>
            <a:avLst/>
            <a:gdLst>
              <a:gd name="T0" fmla="*/ 82 w 1023"/>
              <a:gd name="T1" fmla="*/ 729 h 729"/>
              <a:gd name="T2" fmla="*/ 0 w 1023"/>
              <a:gd name="T3" fmla="*/ 672 h 729"/>
              <a:gd name="T4" fmla="*/ 807 w 1023"/>
              <a:gd name="T5" fmla="*/ 332 h 729"/>
              <a:gd name="T6" fmla="*/ 813 w 1023"/>
              <a:gd name="T7" fmla="*/ 332 h 729"/>
              <a:gd name="T8" fmla="*/ 923 w 1023"/>
              <a:gd name="T9" fmla="*/ 216 h 729"/>
              <a:gd name="T10" fmla="*/ 807 w 1023"/>
              <a:gd name="T11" fmla="*/ 100 h 729"/>
              <a:gd name="T12" fmla="*/ 191 w 1023"/>
              <a:gd name="T13" fmla="*/ 100 h 729"/>
              <a:gd name="T14" fmla="*/ 191 w 1023"/>
              <a:gd name="T15" fmla="*/ 0 h 729"/>
              <a:gd name="T16" fmla="*/ 807 w 1023"/>
              <a:gd name="T17" fmla="*/ 0 h 729"/>
              <a:gd name="T18" fmla="*/ 1023 w 1023"/>
              <a:gd name="T19" fmla="*/ 216 h 729"/>
              <a:gd name="T20" fmla="*/ 858 w 1023"/>
              <a:gd name="T21" fmla="*/ 428 h 729"/>
              <a:gd name="T22" fmla="*/ 858 w 1023"/>
              <a:gd name="T23" fmla="*/ 429 h 729"/>
              <a:gd name="T24" fmla="*/ 844 w 1023"/>
              <a:gd name="T25" fmla="*/ 430 h 729"/>
              <a:gd name="T26" fmla="*/ 807 w 1023"/>
              <a:gd name="T27" fmla="*/ 432 h 729"/>
              <a:gd name="T28" fmla="*/ 788 w 1023"/>
              <a:gd name="T29" fmla="*/ 432 h 729"/>
              <a:gd name="T30" fmla="*/ 82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82" y="729"/>
                </a:moveTo>
                <a:lnTo>
                  <a:pt x="0" y="672"/>
                </a:lnTo>
                <a:cubicBezTo>
                  <a:pt x="230" y="341"/>
                  <a:pt x="749" y="332"/>
                  <a:pt x="807" y="332"/>
                </a:cubicBezTo>
                <a:lnTo>
                  <a:pt x="813" y="332"/>
                </a:lnTo>
                <a:cubicBezTo>
                  <a:pt x="892" y="331"/>
                  <a:pt x="923" y="297"/>
                  <a:pt x="923" y="216"/>
                </a:cubicBezTo>
                <a:cubicBezTo>
                  <a:pt x="923" y="132"/>
                  <a:pt x="891" y="100"/>
                  <a:pt x="807" y="100"/>
                </a:cubicBezTo>
                <a:lnTo>
                  <a:pt x="191" y="100"/>
                </a:lnTo>
                <a:lnTo>
                  <a:pt x="191" y="0"/>
                </a:lnTo>
                <a:lnTo>
                  <a:pt x="807" y="0"/>
                </a:lnTo>
                <a:cubicBezTo>
                  <a:pt x="946" y="0"/>
                  <a:pt x="1023" y="76"/>
                  <a:pt x="1023" y="216"/>
                </a:cubicBezTo>
                <a:cubicBezTo>
                  <a:pt x="1023" y="335"/>
                  <a:pt x="964" y="410"/>
                  <a:pt x="858" y="428"/>
                </a:cubicBezTo>
                <a:lnTo>
                  <a:pt x="858" y="429"/>
                </a:lnTo>
                <a:lnTo>
                  <a:pt x="844" y="430"/>
                </a:lnTo>
                <a:cubicBezTo>
                  <a:pt x="832" y="431"/>
                  <a:pt x="820" y="432"/>
                  <a:pt x="807" y="432"/>
                </a:cubicBezTo>
                <a:lnTo>
                  <a:pt x="788" y="432"/>
                </a:lnTo>
                <a:cubicBezTo>
                  <a:pt x="683" y="435"/>
                  <a:pt x="268" y="462"/>
                  <a:pt x="82" y="72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3C9A0556-3C0B-F8E2-6146-A79625F8363F}"/>
              </a:ext>
            </a:extLst>
          </p:cNvPr>
          <p:cNvGrpSpPr/>
          <p:nvPr/>
        </p:nvGrpSpPr>
        <p:grpSpPr>
          <a:xfrm rot="16200000">
            <a:off x="8806724" y="1484064"/>
            <a:ext cx="512529" cy="209671"/>
            <a:chOff x="3240968" y="3920007"/>
            <a:chExt cx="512529" cy="209671"/>
          </a:xfrm>
        </p:grpSpPr>
        <p:sp>
          <p:nvSpPr>
            <p:cNvPr id="63" name="Freeform 492">
              <a:extLst>
                <a:ext uri="{FF2B5EF4-FFF2-40B4-BE49-F238E27FC236}">
                  <a16:creationId xmlns:a16="http://schemas.microsoft.com/office/drawing/2014/main" id="{2003A112-A85A-DC3D-BD9D-CFB2BE894E48}"/>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493">
              <a:extLst>
                <a:ext uri="{FF2B5EF4-FFF2-40B4-BE49-F238E27FC236}">
                  <a16:creationId xmlns:a16="http://schemas.microsoft.com/office/drawing/2014/main" id="{6C491363-EBAD-8450-E15B-93DED04A6A9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 name="Group 64">
            <a:extLst>
              <a:ext uri="{FF2B5EF4-FFF2-40B4-BE49-F238E27FC236}">
                <a16:creationId xmlns:a16="http://schemas.microsoft.com/office/drawing/2014/main" id="{BFE82A93-5617-8C57-24B2-84CD0C785033}"/>
              </a:ext>
            </a:extLst>
          </p:cNvPr>
          <p:cNvGrpSpPr/>
          <p:nvPr/>
        </p:nvGrpSpPr>
        <p:grpSpPr>
          <a:xfrm rot="16200000">
            <a:off x="8126357" y="1898403"/>
            <a:ext cx="512529" cy="209671"/>
            <a:chOff x="3240968" y="3920007"/>
            <a:chExt cx="512529" cy="209671"/>
          </a:xfrm>
        </p:grpSpPr>
        <p:sp>
          <p:nvSpPr>
            <p:cNvPr id="66" name="Freeform 492">
              <a:extLst>
                <a:ext uri="{FF2B5EF4-FFF2-40B4-BE49-F238E27FC236}">
                  <a16:creationId xmlns:a16="http://schemas.microsoft.com/office/drawing/2014/main" id="{86C80EA0-69ED-F888-619B-735099DC6B1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93">
              <a:extLst>
                <a:ext uri="{FF2B5EF4-FFF2-40B4-BE49-F238E27FC236}">
                  <a16:creationId xmlns:a16="http://schemas.microsoft.com/office/drawing/2014/main" id="{EC5F75B9-F3AB-B23A-BDA9-A36C0252B9CA}"/>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C104734D-E063-F2A9-61B8-18371EDA79CB}"/>
              </a:ext>
            </a:extLst>
          </p:cNvPr>
          <p:cNvGrpSpPr/>
          <p:nvPr/>
        </p:nvGrpSpPr>
        <p:grpSpPr>
          <a:xfrm rot="16200000">
            <a:off x="9487091" y="1858803"/>
            <a:ext cx="512529" cy="209671"/>
            <a:chOff x="3240968" y="3920007"/>
            <a:chExt cx="512529" cy="209671"/>
          </a:xfrm>
        </p:grpSpPr>
        <p:sp>
          <p:nvSpPr>
            <p:cNvPr id="69" name="Freeform 492">
              <a:extLst>
                <a:ext uri="{FF2B5EF4-FFF2-40B4-BE49-F238E27FC236}">
                  <a16:creationId xmlns:a16="http://schemas.microsoft.com/office/drawing/2014/main" id="{A353D5EF-2DE3-BCE9-8C74-59D83CCA69CB}"/>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93">
              <a:extLst>
                <a:ext uri="{FF2B5EF4-FFF2-40B4-BE49-F238E27FC236}">
                  <a16:creationId xmlns:a16="http://schemas.microsoft.com/office/drawing/2014/main" id="{81945496-18BA-53C7-360B-785E12DAC8CB}"/>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Group 70">
            <a:extLst>
              <a:ext uri="{FF2B5EF4-FFF2-40B4-BE49-F238E27FC236}">
                <a16:creationId xmlns:a16="http://schemas.microsoft.com/office/drawing/2014/main" id="{23F23FC1-288A-81A6-F7D2-A044F1E103A9}"/>
              </a:ext>
            </a:extLst>
          </p:cNvPr>
          <p:cNvGrpSpPr/>
          <p:nvPr/>
        </p:nvGrpSpPr>
        <p:grpSpPr>
          <a:xfrm rot="16200000">
            <a:off x="8731664" y="4099456"/>
            <a:ext cx="512529" cy="209671"/>
            <a:chOff x="3240968" y="3920007"/>
            <a:chExt cx="512529" cy="209671"/>
          </a:xfrm>
          <a:solidFill>
            <a:schemeClr val="accent2"/>
          </a:solidFill>
        </p:grpSpPr>
        <p:sp>
          <p:nvSpPr>
            <p:cNvPr id="72" name="Freeform 492">
              <a:extLst>
                <a:ext uri="{FF2B5EF4-FFF2-40B4-BE49-F238E27FC236}">
                  <a16:creationId xmlns:a16="http://schemas.microsoft.com/office/drawing/2014/main" id="{48C7364B-DB0A-A227-A81C-8213184D8A12}"/>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93">
              <a:extLst>
                <a:ext uri="{FF2B5EF4-FFF2-40B4-BE49-F238E27FC236}">
                  <a16:creationId xmlns:a16="http://schemas.microsoft.com/office/drawing/2014/main" id="{7E1D89CB-656A-53B5-CD89-DE0F2518274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 name="Group 73">
            <a:extLst>
              <a:ext uri="{FF2B5EF4-FFF2-40B4-BE49-F238E27FC236}">
                <a16:creationId xmlns:a16="http://schemas.microsoft.com/office/drawing/2014/main" id="{70663BB4-38C3-6116-E462-A4051D089425}"/>
              </a:ext>
            </a:extLst>
          </p:cNvPr>
          <p:cNvGrpSpPr/>
          <p:nvPr/>
        </p:nvGrpSpPr>
        <p:grpSpPr>
          <a:xfrm rot="16200000">
            <a:off x="8069660" y="3882791"/>
            <a:ext cx="512529" cy="209671"/>
            <a:chOff x="3240968" y="3920007"/>
            <a:chExt cx="512529" cy="209671"/>
          </a:xfrm>
          <a:solidFill>
            <a:schemeClr val="accent2"/>
          </a:solidFill>
        </p:grpSpPr>
        <p:sp>
          <p:nvSpPr>
            <p:cNvPr id="75" name="Freeform 492">
              <a:extLst>
                <a:ext uri="{FF2B5EF4-FFF2-40B4-BE49-F238E27FC236}">
                  <a16:creationId xmlns:a16="http://schemas.microsoft.com/office/drawing/2014/main" id="{3340096C-7793-4865-3EEA-87DA49396F2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93">
              <a:extLst>
                <a:ext uri="{FF2B5EF4-FFF2-40B4-BE49-F238E27FC236}">
                  <a16:creationId xmlns:a16="http://schemas.microsoft.com/office/drawing/2014/main" id="{C6DF6E32-ABCB-D25D-3253-E615BFFE757D}"/>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76">
            <a:extLst>
              <a:ext uri="{FF2B5EF4-FFF2-40B4-BE49-F238E27FC236}">
                <a16:creationId xmlns:a16="http://schemas.microsoft.com/office/drawing/2014/main" id="{0AF53DF0-BD81-5A71-E283-EAEB1D377F74}"/>
              </a:ext>
            </a:extLst>
          </p:cNvPr>
          <p:cNvGrpSpPr/>
          <p:nvPr/>
        </p:nvGrpSpPr>
        <p:grpSpPr>
          <a:xfrm rot="16200000">
            <a:off x="9532589" y="3843191"/>
            <a:ext cx="512529" cy="209671"/>
            <a:chOff x="3240968" y="3920007"/>
            <a:chExt cx="512529" cy="209671"/>
          </a:xfrm>
          <a:solidFill>
            <a:schemeClr val="accent2"/>
          </a:solidFill>
        </p:grpSpPr>
        <p:sp>
          <p:nvSpPr>
            <p:cNvPr id="78" name="Freeform 492">
              <a:extLst>
                <a:ext uri="{FF2B5EF4-FFF2-40B4-BE49-F238E27FC236}">
                  <a16:creationId xmlns:a16="http://schemas.microsoft.com/office/drawing/2014/main" id="{4ADB12CA-1161-CB45-1B75-0E35E71071F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493">
              <a:extLst>
                <a:ext uri="{FF2B5EF4-FFF2-40B4-BE49-F238E27FC236}">
                  <a16:creationId xmlns:a16="http://schemas.microsoft.com/office/drawing/2014/main" id="{CEC410B7-E5AF-46CE-0980-58F6BB355FBF}"/>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0" name="TextBox 79">
            <a:extLst>
              <a:ext uri="{FF2B5EF4-FFF2-40B4-BE49-F238E27FC236}">
                <a16:creationId xmlns:a16="http://schemas.microsoft.com/office/drawing/2014/main" id="{79147318-7862-AF39-97B6-4F9DC8C17C94}"/>
              </a:ext>
            </a:extLst>
          </p:cNvPr>
          <p:cNvSpPr txBox="1"/>
          <p:nvPr/>
        </p:nvSpPr>
        <p:spPr>
          <a:xfrm>
            <a:off x="838200" y="2021235"/>
            <a:ext cx="4529682" cy="1077218"/>
          </a:xfrm>
          <a:prstGeom prst="rect">
            <a:avLst/>
          </a:prstGeom>
          <a:noFill/>
        </p:spPr>
        <p:txBody>
          <a:bodyPr wrap="square" rtlCol="0" anchor="ctr">
            <a:spAutoFit/>
          </a:bodyPr>
          <a:lstStyle/>
          <a:p>
            <a:pPr>
              <a:defRPr/>
            </a:pPr>
            <a:r>
              <a:rPr lang="en-US" sz="1600" b="1" dirty="0">
                <a:solidFill>
                  <a:schemeClr val="accent1"/>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1" name="TextBox 80">
            <a:extLst>
              <a:ext uri="{FF2B5EF4-FFF2-40B4-BE49-F238E27FC236}">
                <a16:creationId xmlns:a16="http://schemas.microsoft.com/office/drawing/2014/main" id="{BA8D4BB4-FFB2-C972-A398-84108D29DF03}"/>
              </a:ext>
            </a:extLst>
          </p:cNvPr>
          <p:cNvSpPr txBox="1"/>
          <p:nvPr/>
        </p:nvSpPr>
        <p:spPr>
          <a:xfrm>
            <a:off x="838200" y="3176532"/>
            <a:ext cx="4529682" cy="1077218"/>
          </a:xfrm>
          <a:prstGeom prst="rect">
            <a:avLst/>
          </a:prstGeom>
          <a:noFill/>
        </p:spPr>
        <p:txBody>
          <a:bodyPr wrap="square" rtlCol="0" anchor="ctr">
            <a:spAutoFit/>
          </a:bodyPr>
          <a:lstStyle/>
          <a:p>
            <a:pPr>
              <a:defRPr/>
            </a:pPr>
            <a:r>
              <a:rPr lang="en-US" sz="1600" b="1" dirty="0">
                <a:solidFill>
                  <a:schemeClr val="accent2"/>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2" name="TextBox 81">
            <a:extLst>
              <a:ext uri="{FF2B5EF4-FFF2-40B4-BE49-F238E27FC236}">
                <a16:creationId xmlns:a16="http://schemas.microsoft.com/office/drawing/2014/main" id="{4DC1421C-C11A-96E3-15F7-55AA795C8424}"/>
              </a:ext>
            </a:extLst>
          </p:cNvPr>
          <p:cNvSpPr txBox="1"/>
          <p:nvPr/>
        </p:nvSpPr>
        <p:spPr>
          <a:xfrm>
            <a:off x="838200" y="4331830"/>
            <a:ext cx="4529682" cy="1077218"/>
          </a:xfrm>
          <a:prstGeom prst="rect">
            <a:avLst/>
          </a:prstGeom>
          <a:noFill/>
        </p:spPr>
        <p:txBody>
          <a:bodyPr wrap="square" rtlCol="0" anchor="ctr">
            <a:spAutoFit/>
          </a:bodyPr>
          <a:lstStyle/>
          <a:p>
            <a:pPr>
              <a:defRPr/>
            </a:pPr>
            <a:r>
              <a:rPr lang="en-US" sz="1600" b="1" dirty="0">
                <a:solidFill>
                  <a:schemeClr val="accent3"/>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6" name="Straight Connector 5">
            <a:extLst>
              <a:ext uri="{FF2B5EF4-FFF2-40B4-BE49-F238E27FC236}">
                <a16:creationId xmlns:a16="http://schemas.microsoft.com/office/drawing/2014/main" id="{7D2D8C0F-E4C8-883F-2561-AD4432F89CE5}"/>
              </a:ext>
            </a:extLst>
          </p:cNvPr>
          <p:cNvCxnSpPr>
            <a:cxnSpLocks/>
          </p:cNvCxnSpPr>
          <p:nvPr/>
        </p:nvCxnSpPr>
        <p:spPr>
          <a:xfrm>
            <a:off x="954313" y="3123086"/>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8305388B-A41E-DA10-C7C1-0704A931353A}"/>
              </a:ext>
            </a:extLst>
          </p:cNvPr>
          <p:cNvCxnSpPr>
            <a:cxnSpLocks/>
          </p:cNvCxnSpPr>
          <p:nvPr/>
        </p:nvCxnSpPr>
        <p:spPr>
          <a:xfrm>
            <a:off x="954313" y="4278383"/>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25" name="Groupe 24">
            <a:extLst>
              <a:ext uri="{FF2B5EF4-FFF2-40B4-BE49-F238E27FC236}">
                <a16:creationId xmlns:a16="http://schemas.microsoft.com/office/drawing/2014/main" id="{58FE8B8F-0775-EC63-4549-FB77771379B3}"/>
              </a:ext>
            </a:extLst>
          </p:cNvPr>
          <p:cNvGrpSpPr/>
          <p:nvPr/>
        </p:nvGrpSpPr>
        <p:grpSpPr>
          <a:xfrm>
            <a:off x="7276092" y="4503398"/>
            <a:ext cx="3564265" cy="479214"/>
            <a:chOff x="5747386" y="1713035"/>
            <a:chExt cx="1844735" cy="479214"/>
          </a:xfrm>
        </p:grpSpPr>
        <p:sp>
          <p:nvSpPr>
            <p:cNvPr id="23" name="Cube 22">
              <a:extLst>
                <a:ext uri="{FF2B5EF4-FFF2-40B4-BE49-F238E27FC236}">
                  <a16:creationId xmlns:a16="http://schemas.microsoft.com/office/drawing/2014/main" id="{0AF2E7E4-F56C-49B3-C57B-790B5D76F9AE}"/>
                </a:ext>
              </a:extLst>
            </p:cNvPr>
            <p:cNvSpPr/>
            <p:nvPr/>
          </p:nvSpPr>
          <p:spPr>
            <a:xfrm>
              <a:off x="5747386" y="1713035"/>
              <a:ext cx="1844735" cy="479214"/>
            </a:xfrm>
            <a:prstGeom prst="cube">
              <a:avLst>
                <a:gd name="adj" fmla="val 80654"/>
              </a:avLst>
            </a:prstGeom>
            <a:no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Parallélogramme 23">
              <a:extLst>
                <a:ext uri="{FF2B5EF4-FFF2-40B4-BE49-F238E27FC236}">
                  <a16:creationId xmlns:a16="http://schemas.microsoft.com/office/drawing/2014/main" id="{C2AD65EB-93FD-8F02-8357-86B916515B74}"/>
                </a:ext>
              </a:extLst>
            </p:cNvPr>
            <p:cNvSpPr/>
            <p:nvPr/>
          </p:nvSpPr>
          <p:spPr>
            <a:xfrm>
              <a:off x="5859081" y="1746147"/>
              <a:ext cx="1647299" cy="311597"/>
            </a:xfrm>
            <a:prstGeom prst="parallelogram">
              <a:avLst>
                <a:gd name="adj" fmla="val 102156"/>
              </a:avLst>
            </a:prstGeom>
            <a:pattFill prst="openDmnd">
              <a:fgClr>
                <a:srgbClr val="000000"/>
              </a:fgClr>
              <a:bgClr>
                <a:schemeClr val="bg1"/>
              </a:bgClr>
            </a:patt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6" name="Group 70">
            <a:extLst>
              <a:ext uri="{FF2B5EF4-FFF2-40B4-BE49-F238E27FC236}">
                <a16:creationId xmlns:a16="http://schemas.microsoft.com/office/drawing/2014/main" id="{508DE095-02EF-E953-A6BE-E2EA02F246D0}"/>
              </a:ext>
            </a:extLst>
          </p:cNvPr>
          <p:cNvGrpSpPr/>
          <p:nvPr/>
        </p:nvGrpSpPr>
        <p:grpSpPr>
          <a:xfrm rot="16200000">
            <a:off x="8792162" y="5463046"/>
            <a:ext cx="512529" cy="209671"/>
            <a:chOff x="3240968" y="3920007"/>
            <a:chExt cx="512529" cy="209671"/>
          </a:xfrm>
          <a:solidFill>
            <a:schemeClr val="accent3"/>
          </a:solidFill>
        </p:grpSpPr>
        <p:sp>
          <p:nvSpPr>
            <p:cNvPr id="27" name="Freeform 492">
              <a:extLst>
                <a:ext uri="{FF2B5EF4-FFF2-40B4-BE49-F238E27FC236}">
                  <a16:creationId xmlns:a16="http://schemas.microsoft.com/office/drawing/2014/main" id="{A4ECE7C4-2DEB-59CD-8BAB-49778B2A0F1A}"/>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493">
              <a:extLst>
                <a:ext uri="{FF2B5EF4-FFF2-40B4-BE49-F238E27FC236}">
                  <a16:creationId xmlns:a16="http://schemas.microsoft.com/office/drawing/2014/main" id="{C26E10DF-4493-68B4-576F-3C29750B0C6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73">
            <a:extLst>
              <a:ext uri="{FF2B5EF4-FFF2-40B4-BE49-F238E27FC236}">
                <a16:creationId xmlns:a16="http://schemas.microsoft.com/office/drawing/2014/main" id="{08F54429-F903-2DC2-59B8-C3EEDFFD1F9C}"/>
              </a:ext>
            </a:extLst>
          </p:cNvPr>
          <p:cNvGrpSpPr/>
          <p:nvPr/>
        </p:nvGrpSpPr>
        <p:grpSpPr>
          <a:xfrm rot="16200000">
            <a:off x="8130158" y="5246381"/>
            <a:ext cx="512529" cy="209671"/>
            <a:chOff x="3240968" y="3920007"/>
            <a:chExt cx="512529" cy="209671"/>
          </a:xfrm>
          <a:solidFill>
            <a:schemeClr val="accent3"/>
          </a:solidFill>
        </p:grpSpPr>
        <p:sp>
          <p:nvSpPr>
            <p:cNvPr id="30" name="Freeform 492">
              <a:extLst>
                <a:ext uri="{FF2B5EF4-FFF2-40B4-BE49-F238E27FC236}">
                  <a16:creationId xmlns:a16="http://schemas.microsoft.com/office/drawing/2014/main" id="{838AA2BC-005B-975C-D2BF-5DE455076DB6}"/>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493">
              <a:extLst>
                <a:ext uri="{FF2B5EF4-FFF2-40B4-BE49-F238E27FC236}">
                  <a16:creationId xmlns:a16="http://schemas.microsoft.com/office/drawing/2014/main" id="{BAF0DB55-DDEA-3F10-C019-0A7671597C0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Group 76">
            <a:extLst>
              <a:ext uri="{FF2B5EF4-FFF2-40B4-BE49-F238E27FC236}">
                <a16:creationId xmlns:a16="http://schemas.microsoft.com/office/drawing/2014/main" id="{954B97B1-77DC-A922-9A08-8CE5A06A8E3A}"/>
              </a:ext>
            </a:extLst>
          </p:cNvPr>
          <p:cNvGrpSpPr/>
          <p:nvPr/>
        </p:nvGrpSpPr>
        <p:grpSpPr>
          <a:xfrm rot="16200000">
            <a:off x="9593087" y="5206781"/>
            <a:ext cx="512529" cy="209671"/>
            <a:chOff x="3240968" y="3920007"/>
            <a:chExt cx="512529" cy="209671"/>
          </a:xfrm>
          <a:solidFill>
            <a:schemeClr val="accent3"/>
          </a:solidFill>
        </p:grpSpPr>
        <p:sp>
          <p:nvSpPr>
            <p:cNvPr id="33" name="Freeform 492">
              <a:extLst>
                <a:ext uri="{FF2B5EF4-FFF2-40B4-BE49-F238E27FC236}">
                  <a16:creationId xmlns:a16="http://schemas.microsoft.com/office/drawing/2014/main" id="{122D6ABF-5F04-57A7-C513-352734D0BDE4}"/>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493">
              <a:extLst>
                <a:ext uri="{FF2B5EF4-FFF2-40B4-BE49-F238E27FC236}">
                  <a16:creationId xmlns:a16="http://schemas.microsoft.com/office/drawing/2014/main" id="{8EACFC32-8197-C976-54B0-C7AF0F5D9541}"/>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45589013"/>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7AB94-2910-2803-B729-74E4FC73F598}"/>
              </a:ext>
            </a:extLst>
          </p:cNvPr>
          <p:cNvSpPr>
            <a:spLocks noGrp="1"/>
          </p:cNvSpPr>
          <p:nvPr>
            <p:ph type="title"/>
          </p:nvPr>
        </p:nvSpPr>
        <p:spPr>
          <a:xfrm>
            <a:off x="214184" y="13663"/>
            <a:ext cx="9728886" cy="678316"/>
          </a:xfrm>
        </p:spPr>
        <p:txBody>
          <a:bodyPr/>
          <a:lstStyle/>
          <a:p>
            <a:r>
              <a:rPr lang="en-US" dirty="0"/>
              <a:t>Solar system</a:t>
            </a:r>
          </a:p>
        </p:txBody>
      </p:sp>
      <p:cxnSp>
        <p:nvCxnSpPr>
          <p:cNvPr id="3" name="Gerader Verbinder 23">
            <a:extLst>
              <a:ext uri="{FF2B5EF4-FFF2-40B4-BE49-F238E27FC236}">
                <a16:creationId xmlns:a16="http://schemas.microsoft.com/office/drawing/2014/main" id="{BFD7124C-5965-44D4-FBB3-B7DF81525DE6}"/>
              </a:ext>
            </a:extLst>
          </p:cNvPr>
          <p:cNvCxnSpPr>
            <a:cxnSpLocks/>
          </p:cNvCxnSpPr>
          <p:nvPr/>
        </p:nvCxnSpPr>
        <p:spPr>
          <a:xfrm>
            <a:off x="8600615" y="324108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 name="Gerader Verbinder 23">
            <a:extLst>
              <a:ext uri="{FF2B5EF4-FFF2-40B4-BE49-F238E27FC236}">
                <a16:creationId xmlns:a16="http://schemas.microsoft.com/office/drawing/2014/main" id="{5940A174-D4A9-69DE-E070-22EF15B8A0C1}"/>
              </a:ext>
            </a:extLst>
          </p:cNvPr>
          <p:cNvCxnSpPr>
            <a:cxnSpLocks/>
          </p:cNvCxnSpPr>
          <p:nvPr/>
        </p:nvCxnSpPr>
        <p:spPr>
          <a:xfrm>
            <a:off x="7710300" y="217620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5" name="Gerader Verbinder 23">
            <a:extLst>
              <a:ext uri="{FF2B5EF4-FFF2-40B4-BE49-F238E27FC236}">
                <a16:creationId xmlns:a16="http://schemas.microsoft.com/office/drawing/2014/main" id="{F9B2978D-C4C8-850C-61C6-D61C98D64316}"/>
              </a:ext>
            </a:extLst>
          </p:cNvPr>
          <p:cNvCxnSpPr>
            <a:cxnSpLocks/>
          </p:cNvCxnSpPr>
          <p:nvPr/>
        </p:nvCxnSpPr>
        <p:spPr>
          <a:xfrm>
            <a:off x="2518036" y="1930583"/>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 name="Arc plein 58">
            <a:extLst>
              <a:ext uri="{FF2B5EF4-FFF2-40B4-BE49-F238E27FC236}">
                <a16:creationId xmlns:a16="http://schemas.microsoft.com/office/drawing/2014/main" id="{AFC0793D-A1D0-D381-4B61-DFEEB0B93E05}"/>
              </a:ext>
            </a:extLst>
          </p:cNvPr>
          <p:cNvSpPr/>
          <p:nvPr/>
        </p:nvSpPr>
        <p:spPr>
          <a:xfrm flipV="1">
            <a:off x="3687271" y="2204218"/>
            <a:ext cx="4817458" cy="1195754"/>
          </a:xfrm>
          <a:prstGeom prst="blockArc">
            <a:avLst>
              <a:gd name="adj1" fmla="val 6402722"/>
              <a:gd name="adj2" fmla="val 4404281"/>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7" name="Gerader Verbinder 23">
            <a:extLst>
              <a:ext uri="{FF2B5EF4-FFF2-40B4-BE49-F238E27FC236}">
                <a16:creationId xmlns:a16="http://schemas.microsoft.com/office/drawing/2014/main" id="{41DEB8B9-A08C-8183-56A7-39837EB21CB7}"/>
              </a:ext>
            </a:extLst>
          </p:cNvPr>
          <p:cNvCxnSpPr>
            <a:cxnSpLocks/>
          </p:cNvCxnSpPr>
          <p:nvPr/>
        </p:nvCxnSpPr>
        <p:spPr>
          <a:xfrm>
            <a:off x="3362526" y="3237885"/>
            <a:ext cx="0" cy="49677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8" name="Forme libre : forme 53">
            <a:extLst>
              <a:ext uri="{FF2B5EF4-FFF2-40B4-BE49-F238E27FC236}">
                <a16:creationId xmlns:a16="http://schemas.microsoft.com/office/drawing/2014/main" id="{E53119BB-5F88-11EE-9656-CF63E6255E0A}"/>
              </a:ext>
            </a:extLst>
          </p:cNvPr>
          <p:cNvSpPr/>
          <p:nvPr/>
        </p:nvSpPr>
        <p:spPr>
          <a:xfrm flipV="1">
            <a:off x="5552788" y="2257806"/>
            <a:ext cx="1088577" cy="1088577"/>
          </a:xfrm>
          <a:custGeom>
            <a:avLst/>
            <a:gdLst>
              <a:gd name="connsiteX0" fmla="*/ 1086409 w 1088577"/>
              <a:gd name="connsiteY0" fmla="*/ 541558 h 1088577"/>
              <a:gd name="connsiteX1" fmla="*/ 542127 w 1088577"/>
              <a:gd name="connsiteY1" fmla="*/ -2725 h 1088577"/>
              <a:gd name="connsiteX2" fmla="*/ -2168 w 1088577"/>
              <a:gd name="connsiteY2" fmla="*/ 541558 h 1088577"/>
              <a:gd name="connsiteX3" fmla="*/ 542127 w 1088577"/>
              <a:gd name="connsiteY3" fmla="*/ 1085853 h 1088577"/>
              <a:gd name="connsiteX4" fmla="*/ 1086409 w 1088577"/>
              <a:gd name="connsiteY4" fmla="*/ 541558 h 1088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577" h="1088577">
                <a:moveTo>
                  <a:pt x="1086409" y="541558"/>
                </a:moveTo>
                <a:cubicBezTo>
                  <a:pt x="1086409" y="240962"/>
                  <a:pt x="842735" y="-2725"/>
                  <a:pt x="542127" y="-2725"/>
                </a:cubicBezTo>
                <a:cubicBezTo>
                  <a:pt x="241518" y="-2725"/>
                  <a:pt x="-2168" y="240962"/>
                  <a:pt x="-2168" y="541558"/>
                </a:cubicBezTo>
                <a:cubicBezTo>
                  <a:pt x="-2168" y="842166"/>
                  <a:pt x="241518" y="1085853"/>
                  <a:pt x="542127" y="1085853"/>
                </a:cubicBezTo>
                <a:cubicBezTo>
                  <a:pt x="842735" y="1085853"/>
                  <a:pt x="1086409" y="842166"/>
                  <a:pt x="1086409" y="541558"/>
                </a:cubicBezTo>
              </a:path>
            </a:pathLst>
          </a:custGeom>
          <a:solidFill>
            <a:schemeClr val="accent4"/>
          </a:solidFill>
          <a:ln w="1270" cap="flat">
            <a:noFill/>
            <a:prstDash val="solid"/>
            <a:miter/>
          </a:ln>
        </p:spPr>
        <p:txBody>
          <a:bodyPr rtlCol="0" anchor="ctr"/>
          <a:lstStyle/>
          <a:p>
            <a:endParaRPr lang="en-US" dirty="0"/>
          </a:p>
        </p:txBody>
      </p:sp>
      <p:sp>
        <p:nvSpPr>
          <p:cNvPr id="9" name="Forme libre : forme 54">
            <a:extLst>
              <a:ext uri="{FF2B5EF4-FFF2-40B4-BE49-F238E27FC236}">
                <a16:creationId xmlns:a16="http://schemas.microsoft.com/office/drawing/2014/main" id="{29CA811C-C898-BCF5-9946-20922CA2D9E9}"/>
              </a:ext>
            </a:extLst>
          </p:cNvPr>
          <p:cNvSpPr/>
          <p:nvPr/>
        </p:nvSpPr>
        <p:spPr>
          <a:xfrm flipV="1">
            <a:off x="5695536" y="2400554"/>
            <a:ext cx="803095" cy="803095"/>
          </a:xfrm>
          <a:custGeom>
            <a:avLst/>
            <a:gdLst>
              <a:gd name="connsiteX0" fmla="*/ 800927 w 803095"/>
              <a:gd name="connsiteY0" fmla="*/ 398823 h 803095"/>
              <a:gd name="connsiteX1" fmla="*/ 399379 w 803095"/>
              <a:gd name="connsiteY1" fmla="*/ -2725 h 803095"/>
              <a:gd name="connsiteX2" fmla="*/ -2168 w 803095"/>
              <a:gd name="connsiteY2" fmla="*/ 398823 h 803095"/>
              <a:gd name="connsiteX3" fmla="*/ 399379 w 803095"/>
              <a:gd name="connsiteY3" fmla="*/ 800371 h 803095"/>
              <a:gd name="connsiteX4" fmla="*/ 800927 w 803095"/>
              <a:gd name="connsiteY4" fmla="*/ 398823 h 80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095" h="803095">
                <a:moveTo>
                  <a:pt x="800927" y="398823"/>
                </a:moveTo>
                <a:cubicBezTo>
                  <a:pt x="800927" y="177056"/>
                  <a:pt x="621146" y="-2725"/>
                  <a:pt x="399379" y="-2725"/>
                </a:cubicBezTo>
                <a:cubicBezTo>
                  <a:pt x="177612" y="-2725"/>
                  <a:pt x="-2168" y="177056"/>
                  <a:pt x="-2168" y="398823"/>
                </a:cubicBezTo>
                <a:cubicBezTo>
                  <a:pt x="-2168" y="620603"/>
                  <a:pt x="177612" y="800371"/>
                  <a:pt x="399379" y="800371"/>
                </a:cubicBezTo>
                <a:cubicBezTo>
                  <a:pt x="621146" y="800371"/>
                  <a:pt x="800927" y="620603"/>
                  <a:pt x="800927" y="398823"/>
                </a:cubicBezTo>
              </a:path>
            </a:pathLst>
          </a:custGeom>
          <a:solidFill>
            <a:schemeClr val="accent4">
              <a:lumMod val="20000"/>
              <a:lumOff val="80000"/>
            </a:schemeClr>
          </a:solidFill>
          <a:ln w="1270" cap="flat">
            <a:noFill/>
            <a:prstDash val="solid"/>
            <a:miter/>
          </a:ln>
        </p:spPr>
        <p:txBody>
          <a:bodyPr rtlCol="0" anchor="ctr"/>
          <a:lstStyle/>
          <a:p>
            <a:endParaRPr lang="en-US" dirty="0"/>
          </a:p>
        </p:txBody>
      </p:sp>
      <p:sp>
        <p:nvSpPr>
          <p:cNvPr id="10" name="Arc plein 1">
            <a:extLst>
              <a:ext uri="{FF2B5EF4-FFF2-40B4-BE49-F238E27FC236}">
                <a16:creationId xmlns:a16="http://schemas.microsoft.com/office/drawing/2014/main" id="{E26DEEAF-7748-8E5C-9046-95C3B8651E51}"/>
              </a:ext>
            </a:extLst>
          </p:cNvPr>
          <p:cNvSpPr/>
          <p:nvPr/>
        </p:nvSpPr>
        <p:spPr>
          <a:xfrm flipV="1">
            <a:off x="5362924" y="2619870"/>
            <a:ext cx="1468306" cy="364451"/>
          </a:xfrm>
          <a:prstGeom prst="blockArc">
            <a:avLst>
              <a:gd name="adj1" fmla="val 10018756"/>
              <a:gd name="adj2" fmla="val 829577"/>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1" name="Arc plein 56">
            <a:extLst>
              <a:ext uri="{FF2B5EF4-FFF2-40B4-BE49-F238E27FC236}">
                <a16:creationId xmlns:a16="http://schemas.microsoft.com/office/drawing/2014/main" id="{738F6AC2-13F5-56FD-4710-D20B81286BBD}"/>
              </a:ext>
            </a:extLst>
          </p:cNvPr>
          <p:cNvSpPr/>
          <p:nvPr/>
        </p:nvSpPr>
        <p:spPr>
          <a:xfrm flipV="1">
            <a:off x="4881880" y="2500735"/>
            <a:ext cx="2428240" cy="602720"/>
          </a:xfrm>
          <a:prstGeom prst="blockArc">
            <a:avLst>
              <a:gd name="adj1" fmla="val 8962908"/>
              <a:gd name="adj2" fmla="val 1832882"/>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55">
            <a:extLst>
              <a:ext uri="{FF2B5EF4-FFF2-40B4-BE49-F238E27FC236}">
                <a16:creationId xmlns:a16="http://schemas.microsoft.com/office/drawing/2014/main" id="{95FAACAD-EC3B-FB7D-71FC-420F4986591D}"/>
              </a:ext>
            </a:extLst>
          </p:cNvPr>
          <p:cNvSpPr/>
          <p:nvPr/>
        </p:nvSpPr>
        <p:spPr>
          <a:xfrm flipV="1">
            <a:off x="5471203" y="2176209"/>
            <a:ext cx="1251759" cy="1251772"/>
          </a:xfrm>
          <a:custGeom>
            <a:avLst/>
            <a:gdLst>
              <a:gd name="connsiteX0" fmla="*/ 1236891 w 1251759"/>
              <a:gd name="connsiteY0" fmla="*/ 623155 h 1251772"/>
              <a:gd name="connsiteX1" fmla="*/ 1224191 w 1251759"/>
              <a:gd name="connsiteY1" fmla="*/ 623155 h 1251772"/>
              <a:gd name="connsiteX2" fmla="*/ 1048322 w 1251759"/>
              <a:gd name="connsiteY2" fmla="*/ 198544 h 1251772"/>
              <a:gd name="connsiteX3" fmla="*/ 623711 w 1251759"/>
              <a:gd name="connsiteY3" fmla="*/ 22675 h 1251772"/>
              <a:gd name="connsiteX4" fmla="*/ 199101 w 1251759"/>
              <a:gd name="connsiteY4" fmla="*/ 198544 h 1251772"/>
              <a:gd name="connsiteX5" fmla="*/ 23231 w 1251759"/>
              <a:gd name="connsiteY5" fmla="*/ 623155 h 1251772"/>
              <a:gd name="connsiteX6" fmla="*/ 199101 w 1251759"/>
              <a:gd name="connsiteY6" fmla="*/ 1047766 h 1251772"/>
              <a:gd name="connsiteX7" fmla="*/ 623711 w 1251759"/>
              <a:gd name="connsiteY7" fmla="*/ 1223648 h 1251772"/>
              <a:gd name="connsiteX8" fmla="*/ 1048322 w 1251759"/>
              <a:gd name="connsiteY8" fmla="*/ 1047766 h 1251772"/>
              <a:gd name="connsiteX9" fmla="*/ 1224191 w 1251759"/>
              <a:gd name="connsiteY9" fmla="*/ 623155 h 1251772"/>
              <a:gd name="connsiteX10" fmla="*/ 1236891 w 1251759"/>
              <a:gd name="connsiteY10" fmla="*/ 623155 h 1251772"/>
              <a:gd name="connsiteX11" fmla="*/ 1249591 w 1251759"/>
              <a:gd name="connsiteY11" fmla="*/ 623155 h 1251772"/>
              <a:gd name="connsiteX12" fmla="*/ 623711 w 1251759"/>
              <a:gd name="connsiteY12" fmla="*/ 1249048 h 1251772"/>
              <a:gd name="connsiteX13" fmla="*/ -2168 w 1251759"/>
              <a:gd name="connsiteY13" fmla="*/ 623155 h 1251772"/>
              <a:gd name="connsiteX14" fmla="*/ 623711 w 1251759"/>
              <a:gd name="connsiteY14" fmla="*/ -2725 h 1251772"/>
              <a:gd name="connsiteX15" fmla="*/ 1249591 w 1251759"/>
              <a:gd name="connsiteY15" fmla="*/ 623155 h 1251772"/>
              <a:gd name="connsiteX16" fmla="*/ 1236891 w 1251759"/>
              <a:gd name="connsiteY16" fmla="*/ 623155 h 1251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1759" h="1251772">
                <a:moveTo>
                  <a:pt x="1236891" y="623155"/>
                </a:moveTo>
                <a:lnTo>
                  <a:pt x="1224191" y="623155"/>
                </a:lnTo>
                <a:cubicBezTo>
                  <a:pt x="1224178" y="457294"/>
                  <a:pt x="1156996" y="307256"/>
                  <a:pt x="1048322" y="198544"/>
                </a:cubicBezTo>
                <a:cubicBezTo>
                  <a:pt x="939610" y="89858"/>
                  <a:pt x="789573" y="22675"/>
                  <a:pt x="623711" y="22675"/>
                </a:cubicBezTo>
                <a:cubicBezTo>
                  <a:pt x="457850" y="22675"/>
                  <a:pt x="307812" y="89858"/>
                  <a:pt x="199101" y="198544"/>
                </a:cubicBezTo>
                <a:cubicBezTo>
                  <a:pt x="90414" y="307256"/>
                  <a:pt x="23231" y="457294"/>
                  <a:pt x="23231" y="623155"/>
                </a:cubicBezTo>
                <a:cubicBezTo>
                  <a:pt x="23231" y="789017"/>
                  <a:pt x="90414" y="939067"/>
                  <a:pt x="199101" y="1047766"/>
                </a:cubicBezTo>
                <a:cubicBezTo>
                  <a:pt x="307812" y="1156452"/>
                  <a:pt x="457850" y="1223648"/>
                  <a:pt x="623711" y="1223648"/>
                </a:cubicBezTo>
                <a:cubicBezTo>
                  <a:pt x="789573" y="1223648"/>
                  <a:pt x="939610" y="1156452"/>
                  <a:pt x="1048322" y="1047766"/>
                </a:cubicBezTo>
                <a:cubicBezTo>
                  <a:pt x="1156996" y="939067"/>
                  <a:pt x="1224178" y="789017"/>
                  <a:pt x="1224191" y="623155"/>
                </a:cubicBezTo>
                <a:lnTo>
                  <a:pt x="1236891" y="623155"/>
                </a:lnTo>
                <a:lnTo>
                  <a:pt x="1249591" y="623155"/>
                </a:lnTo>
                <a:cubicBezTo>
                  <a:pt x="1249578" y="968836"/>
                  <a:pt x="969392" y="1249035"/>
                  <a:pt x="623711" y="1249048"/>
                </a:cubicBezTo>
                <a:cubicBezTo>
                  <a:pt x="278031" y="1249035"/>
                  <a:pt x="-2168" y="968836"/>
                  <a:pt x="-2168" y="623155"/>
                </a:cubicBezTo>
                <a:cubicBezTo>
                  <a:pt x="-2168" y="277487"/>
                  <a:pt x="278031" y="-2725"/>
                  <a:pt x="623711" y="-2725"/>
                </a:cubicBezTo>
                <a:cubicBezTo>
                  <a:pt x="969392" y="-2725"/>
                  <a:pt x="1249578" y="277487"/>
                  <a:pt x="1249591" y="623155"/>
                </a:cubicBezTo>
                <a:lnTo>
                  <a:pt x="1236891" y="623155"/>
                </a:lnTo>
              </a:path>
            </a:pathLst>
          </a:custGeom>
          <a:solidFill>
            <a:schemeClr val="accent4">
              <a:lumMod val="75000"/>
            </a:schemeClr>
          </a:solidFill>
          <a:ln w="1270" cap="flat">
            <a:noFill/>
            <a:prstDash val="solid"/>
            <a:miter/>
          </a:ln>
        </p:spPr>
        <p:txBody>
          <a:bodyPr rtlCol="0" anchor="ctr"/>
          <a:lstStyle/>
          <a:p>
            <a:endParaRPr lang="en-US" dirty="0"/>
          </a:p>
        </p:txBody>
      </p:sp>
      <p:sp>
        <p:nvSpPr>
          <p:cNvPr id="13" name="Arc plein 57">
            <a:extLst>
              <a:ext uri="{FF2B5EF4-FFF2-40B4-BE49-F238E27FC236}">
                <a16:creationId xmlns:a16="http://schemas.microsoft.com/office/drawing/2014/main" id="{225A0C8F-604D-CA88-64A9-E47AA67E2B9D}"/>
              </a:ext>
            </a:extLst>
          </p:cNvPr>
          <p:cNvSpPr/>
          <p:nvPr/>
        </p:nvSpPr>
        <p:spPr>
          <a:xfrm flipV="1">
            <a:off x="4473742" y="2399430"/>
            <a:ext cx="3244516" cy="805330"/>
          </a:xfrm>
          <a:prstGeom prst="blockArc">
            <a:avLst>
              <a:gd name="adj1" fmla="val 8041435"/>
              <a:gd name="adj2" fmla="val 2773860"/>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Arc plein 72">
            <a:extLst>
              <a:ext uri="{FF2B5EF4-FFF2-40B4-BE49-F238E27FC236}">
                <a16:creationId xmlns:a16="http://schemas.microsoft.com/office/drawing/2014/main" id="{5816AC9F-EB2C-F0A2-A905-945F755340E2}"/>
              </a:ext>
            </a:extLst>
          </p:cNvPr>
          <p:cNvSpPr/>
          <p:nvPr/>
        </p:nvSpPr>
        <p:spPr>
          <a:xfrm flipV="1">
            <a:off x="3108960" y="2060674"/>
            <a:ext cx="5974080" cy="1482842"/>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5" name="Arc plein 73">
            <a:extLst>
              <a:ext uri="{FF2B5EF4-FFF2-40B4-BE49-F238E27FC236}">
                <a16:creationId xmlns:a16="http://schemas.microsoft.com/office/drawing/2014/main" id="{CB7AECA9-CBDD-F9DE-AF2F-E36F0ECF747F}"/>
              </a:ext>
            </a:extLst>
          </p:cNvPr>
          <p:cNvSpPr/>
          <p:nvPr/>
        </p:nvSpPr>
        <p:spPr>
          <a:xfrm flipV="1">
            <a:off x="2420112" y="1889693"/>
            <a:ext cx="7351776" cy="1824804"/>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6" name="Forme libre : forme 28">
            <a:extLst>
              <a:ext uri="{FF2B5EF4-FFF2-40B4-BE49-F238E27FC236}">
                <a16:creationId xmlns:a16="http://schemas.microsoft.com/office/drawing/2014/main" id="{28DD5846-5BE9-CE9E-5660-3E4926AD080B}"/>
              </a:ext>
            </a:extLst>
          </p:cNvPr>
          <p:cNvSpPr/>
          <p:nvPr/>
        </p:nvSpPr>
        <p:spPr>
          <a:xfrm flipV="1">
            <a:off x="5055321" y="2530935"/>
            <a:ext cx="177874" cy="177870"/>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17" name="Forme libre : forme 30">
            <a:extLst>
              <a:ext uri="{FF2B5EF4-FFF2-40B4-BE49-F238E27FC236}">
                <a16:creationId xmlns:a16="http://schemas.microsoft.com/office/drawing/2014/main" id="{7A240717-4153-D0EE-CCEA-B684C718E43B}"/>
              </a:ext>
            </a:extLst>
          </p:cNvPr>
          <p:cNvSpPr/>
          <p:nvPr/>
        </p:nvSpPr>
        <p:spPr>
          <a:xfrm flipV="1">
            <a:off x="5058492" y="2543053"/>
            <a:ext cx="174703" cy="143061"/>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nvGrpSpPr>
          <p:cNvPr id="18" name="Groupe 103">
            <a:extLst>
              <a:ext uri="{FF2B5EF4-FFF2-40B4-BE49-F238E27FC236}">
                <a16:creationId xmlns:a16="http://schemas.microsoft.com/office/drawing/2014/main" id="{E44B98B7-D8DC-E069-1696-FAFC32F1351E}"/>
              </a:ext>
            </a:extLst>
          </p:cNvPr>
          <p:cNvGrpSpPr/>
          <p:nvPr/>
        </p:nvGrpSpPr>
        <p:grpSpPr>
          <a:xfrm>
            <a:off x="7657142" y="2727907"/>
            <a:ext cx="106316" cy="106312"/>
            <a:chOff x="5126818" y="4836751"/>
            <a:chExt cx="377112" cy="377100"/>
          </a:xfrm>
        </p:grpSpPr>
        <p:sp>
          <p:nvSpPr>
            <p:cNvPr id="19" name="Forme libre : forme 104">
              <a:extLst>
                <a:ext uri="{FF2B5EF4-FFF2-40B4-BE49-F238E27FC236}">
                  <a16:creationId xmlns:a16="http://schemas.microsoft.com/office/drawing/2014/main" id="{AC0DBA6E-5C40-7A84-3DC5-BE0DD38B7B03}"/>
                </a:ext>
              </a:extLst>
            </p:cNvPr>
            <p:cNvSpPr/>
            <p:nvPr/>
          </p:nvSpPr>
          <p:spPr>
            <a:xfrm flipV="1">
              <a:off x="5126818" y="4836751"/>
              <a:ext cx="377112" cy="37710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20" name="Forme libre : forme 105">
              <a:extLst>
                <a:ext uri="{FF2B5EF4-FFF2-40B4-BE49-F238E27FC236}">
                  <a16:creationId xmlns:a16="http://schemas.microsoft.com/office/drawing/2014/main" id="{28F30AFC-1426-6C5C-FFAF-C4DE7952B991}"/>
                </a:ext>
              </a:extLst>
            </p:cNvPr>
            <p:cNvSpPr/>
            <p:nvPr/>
          </p:nvSpPr>
          <p:spPr>
            <a:xfrm flipV="1">
              <a:off x="5164715" y="5106765"/>
              <a:ext cx="261047" cy="107086"/>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21" name="Groupe 106">
            <a:extLst>
              <a:ext uri="{FF2B5EF4-FFF2-40B4-BE49-F238E27FC236}">
                <a16:creationId xmlns:a16="http://schemas.microsoft.com/office/drawing/2014/main" id="{921C07F0-A52A-D4AB-C863-B9F052C1FF5B}"/>
              </a:ext>
            </a:extLst>
          </p:cNvPr>
          <p:cNvGrpSpPr/>
          <p:nvPr/>
        </p:nvGrpSpPr>
        <p:grpSpPr>
          <a:xfrm>
            <a:off x="8416328" y="3023832"/>
            <a:ext cx="368574" cy="307754"/>
            <a:chOff x="6677121" y="4719246"/>
            <a:chExt cx="733064" cy="612096"/>
          </a:xfrm>
        </p:grpSpPr>
        <p:sp>
          <p:nvSpPr>
            <p:cNvPr id="22" name="Forme libre : forme 107">
              <a:extLst>
                <a:ext uri="{FF2B5EF4-FFF2-40B4-BE49-F238E27FC236}">
                  <a16:creationId xmlns:a16="http://schemas.microsoft.com/office/drawing/2014/main" id="{ED6E898F-FBFD-0517-8A21-387AF9C982DF}"/>
                </a:ext>
              </a:extLst>
            </p:cNvPr>
            <p:cNvSpPr/>
            <p:nvPr/>
          </p:nvSpPr>
          <p:spPr>
            <a:xfrm flipV="1">
              <a:off x="6737615" y="4719246"/>
              <a:ext cx="612083" cy="612096"/>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23" name="Forme libre : forme 108">
              <a:extLst>
                <a:ext uri="{FF2B5EF4-FFF2-40B4-BE49-F238E27FC236}">
                  <a16:creationId xmlns:a16="http://schemas.microsoft.com/office/drawing/2014/main" id="{D44C0A1F-5F35-8A6D-5C54-4A194D7FFE35}"/>
                </a:ext>
              </a:extLst>
            </p:cNvPr>
            <p:cNvSpPr/>
            <p:nvPr/>
          </p:nvSpPr>
          <p:spPr>
            <a:xfrm flipV="1">
              <a:off x="6876557" y="4719530"/>
              <a:ext cx="473137" cy="611668"/>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24" name="Forme libre : forme 109">
              <a:extLst>
                <a:ext uri="{FF2B5EF4-FFF2-40B4-BE49-F238E27FC236}">
                  <a16:creationId xmlns:a16="http://schemas.microsoft.com/office/drawing/2014/main" id="{4809CC3E-AB21-4DB8-2203-ED3B0294019E}"/>
                </a:ext>
              </a:extLst>
            </p:cNvPr>
            <p:cNvSpPr/>
            <p:nvPr/>
          </p:nvSpPr>
          <p:spPr>
            <a:xfrm flipV="1">
              <a:off x="6677121" y="4733678"/>
              <a:ext cx="733064" cy="583238"/>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25" name="Forme libre : forme 110">
              <a:extLst>
                <a:ext uri="{FF2B5EF4-FFF2-40B4-BE49-F238E27FC236}">
                  <a16:creationId xmlns:a16="http://schemas.microsoft.com/office/drawing/2014/main" id="{23336ACA-7D5C-5642-A306-061A4A04C672}"/>
                </a:ext>
              </a:extLst>
            </p:cNvPr>
            <p:cNvSpPr/>
            <p:nvPr/>
          </p:nvSpPr>
          <p:spPr>
            <a:xfrm flipV="1">
              <a:off x="7002718" y="5084794"/>
              <a:ext cx="86105" cy="60185"/>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26" name="Forme libre : forme 111">
              <a:extLst>
                <a:ext uri="{FF2B5EF4-FFF2-40B4-BE49-F238E27FC236}">
                  <a16:creationId xmlns:a16="http://schemas.microsoft.com/office/drawing/2014/main" id="{0B9F79E2-6868-5B55-7176-A3E50696E9A8}"/>
                </a:ext>
              </a:extLst>
            </p:cNvPr>
            <p:cNvSpPr/>
            <p:nvPr/>
          </p:nvSpPr>
          <p:spPr>
            <a:xfrm flipV="1">
              <a:off x="7002743" y="4733678"/>
              <a:ext cx="407440" cy="464679"/>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27" name="Groupe 143">
            <a:extLst>
              <a:ext uri="{FF2B5EF4-FFF2-40B4-BE49-F238E27FC236}">
                <a16:creationId xmlns:a16="http://schemas.microsoft.com/office/drawing/2014/main" id="{BE3F44E4-0274-AD46-249D-04B9EDE41B10}"/>
              </a:ext>
            </a:extLst>
          </p:cNvPr>
          <p:cNvGrpSpPr/>
          <p:nvPr/>
        </p:nvGrpSpPr>
        <p:grpSpPr>
          <a:xfrm>
            <a:off x="6583206" y="5358246"/>
            <a:ext cx="624668" cy="624668"/>
            <a:chOff x="6583206" y="4712967"/>
            <a:chExt cx="624668" cy="624668"/>
          </a:xfrm>
        </p:grpSpPr>
        <p:sp>
          <p:nvSpPr>
            <p:cNvPr id="28" name="Forme libre : forme 13">
              <a:extLst>
                <a:ext uri="{FF2B5EF4-FFF2-40B4-BE49-F238E27FC236}">
                  <a16:creationId xmlns:a16="http://schemas.microsoft.com/office/drawing/2014/main" id="{E0DC6EA0-4F49-1CE3-9DD3-A7A878A3C75A}"/>
                </a:ext>
              </a:extLst>
            </p:cNvPr>
            <p:cNvSpPr/>
            <p:nvPr/>
          </p:nvSpPr>
          <p:spPr>
            <a:xfrm flipV="1">
              <a:off x="6583206" y="4712967"/>
              <a:ext cx="624668" cy="624668"/>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29" name="Forme libre : forme 14">
              <a:extLst>
                <a:ext uri="{FF2B5EF4-FFF2-40B4-BE49-F238E27FC236}">
                  <a16:creationId xmlns:a16="http://schemas.microsoft.com/office/drawing/2014/main" id="{4E31F15C-3169-9AE3-DF50-BC22D307ABAB}"/>
                </a:ext>
              </a:extLst>
            </p:cNvPr>
            <p:cNvSpPr/>
            <p:nvPr/>
          </p:nvSpPr>
          <p:spPr>
            <a:xfrm flipV="1">
              <a:off x="6587399" y="4717148"/>
              <a:ext cx="620475" cy="440831"/>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grpSp>
        <p:nvGrpSpPr>
          <p:cNvPr id="30" name="Groupe 145">
            <a:extLst>
              <a:ext uri="{FF2B5EF4-FFF2-40B4-BE49-F238E27FC236}">
                <a16:creationId xmlns:a16="http://schemas.microsoft.com/office/drawing/2014/main" id="{6B7E86C5-EDF9-05C1-BC19-6396D62D434E}"/>
              </a:ext>
            </a:extLst>
          </p:cNvPr>
          <p:cNvGrpSpPr/>
          <p:nvPr/>
        </p:nvGrpSpPr>
        <p:grpSpPr>
          <a:xfrm>
            <a:off x="10727818" y="5407316"/>
            <a:ext cx="526528" cy="526528"/>
            <a:chOff x="10727818" y="4762037"/>
            <a:chExt cx="526528" cy="526528"/>
          </a:xfrm>
        </p:grpSpPr>
        <p:sp>
          <p:nvSpPr>
            <p:cNvPr id="31" name="Forme libre : forme 42">
              <a:extLst>
                <a:ext uri="{FF2B5EF4-FFF2-40B4-BE49-F238E27FC236}">
                  <a16:creationId xmlns:a16="http://schemas.microsoft.com/office/drawing/2014/main" id="{F14EC6A0-D30F-799B-3A78-2F4D33BF930B}"/>
                </a:ext>
              </a:extLst>
            </p:cNvPr>
            <p:cNvSpPr/>
            <p:nvPr/>
          </p:nvSpPr>
          <p:spPr>
            <a:xfrm flipV="1">
              <a:off x="10727818"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32" name="Forme libre : forme 43">
              <a:extLst>
                <a:ext uri="{FF2B5EF4-FFF2-40B4-BE49-F238E27FC236}">
                  <a16:creationId xmlns:a16="http://schemas.microsoft.com/office/drawing/2014/main" id="{AA9F8EA7-3E59-8485-E0F0-DEBF127634D5}"/>
                </a:ext>
              </a:extLst>
            </p:cNvPr>
            <p:cNvSpPr/>
            <p:nvPr/>
          </p:nvSpPr>
          <p:spPr>
            <a:xfrm flipV="1">
              <a:off x="10982008"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33" name="Forme libre : forme 44">
              <a:extLst>
                <a:ext uri="{FF2B5EF4-FFF2-40B4-BE49-F238E27FC236}">
                  <a16:creationId xmlns:a16="http://schemas.microsoft.com/office/drawing/2014/main" id="{53BB75BD-593B-515F-F390-C5A7076816AE}"/>
                </a:ext>
              </a:extLst>
            </p:cNvPr>
            <p:cNvSpPr/>
            <p:nvPr/>
          </p:nvSpPr>
          <p:spPr>
            <a:xfrm flipV="1">
              <a:off x="10729825"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grpSp>
        <p:nvGrpSpPr>
          <p:cNvPr id="34" name="Groupe 141">
            <a:extLst>
              <a:ext uri="{FF2B5EF4-FFF2-40B4-BE49-F238E27FC236}">
                <a16:creationId xmlns:a16="http://schemas.microsoft.com/office/drawing/2014/main" id="{2184B62B-CA4A-603F-0F55-61A812693F38}"/>
              </a:ext>
            </a:extLst>
          </p:cNvPr>
          <p:cNvGrpSpPr/>
          <p:nvPr/>
        </p:nvGrpSpPr>
        <p:grpSpPr>
          <a:xfrm>
            <a:off x="2672896" y="5415069"/>
            <a:ext cx="515496" cy="515496"/>
            <a:chOff x="2672896" y="4769790"/>
            <a:chExt cx="515496" cy="515496"/>
          </a:xfrm>
        </p:grpSpPr>
        <p:sp>
          <p:nvSpPr>
            <p:cNvPr id="35" name="Forme libre : forme 95">
              <a:extLst>
                <a:ext uri="{FF2B5EF4-FFF2-40B4-BE49-F238E27FC236}">
                  <a16:creationId xmlns:a16="http://schemas.microsoft.com/office/drawing/2014/main" id="{78D5CD50-0053-6B88-ACF3-2125E20DEFB3}"/>
                </a:ext>
              </a:extLst>
            </p:cNvPr>
            <p:cNvSpPr/>
            <p:nvPr/>
          </p:nvSpPr>
          <p:spPr>
            <a:xfrm flipV="1">
              <a:off x="2672896" y="4769790"/>
              <a:ext cx="515496" cy="515496"/>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36" name="Forme libre : forme 96">
              <a:extLst>
                <a:ext uri="{FF2B5EF4-FFF2-40B4-BE49-F238E27FC236}">
                  <a16:creationId xmlns:a16="http://schemas.microsoft.com/office/drawing/2014/main" id="{AA94AB77-DDB7-B48A-6DD5-E1BE9BD79263}"/>
                </a:ext>
              </a:extLst>
            </p:cNvPr>
            <p:cNvSpPr/>
            <p:nvPr/>
          </p:nvSpPr>
          <p:spPr>
            <a:xfrm flipV="1">
              <a:off x="2684013" y="4869049"/>
              <a:ext cx="496496" cy="416237"/>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grpSp>
        <p:nvGrpSpPr>
          <p:cNvPr id="37" name="Groupe 140">
            <a:extLst>
              <a:ext uri="{FF2B5EF4-FFF2-40B4-BE49-F238E27FC236}">
                <a16:creationId xmlns:a16="http://schemas.microsoft.com/office/drawing/2014/main" id="{8F5F095C-16AB-3041-1021-36CEA2BE6984}"/>
              </a:ext>
            </a:extLst>
          </p:cNvPr>
          <p:cNvGrpSpPr/>
          <p:nvPr/>
        </p:nvGrpSpPr>
        <p:grpSpPr>
          <a:xfrm>
            <a:off x="937654" y="5497334"/>
            <a:ext cx="346486" cy="346478"/>
            <a:chOff x="937654" y="4852055"/>
            <a:chExt cx="346486" cy="346478"/>
          </a:xfrm>
        </p:grpSpPr>
        <p:sp>
          <p:nvSpPr>
            <p:cNvPr id="38" name="Forme libre : forme 97">
              <a:extLst>
                <a:ext uri="{FF2B5EF4-FFF2-40B4-BE49-F238E27FC236}">
                  <a16:creationId xmlns:a16="http://schemas.microsoft.com/office/drawing/2014/main" id="{38A8A5CE-3F56-255B-C74E-10D7075B72EE}"/>
                </a:ext>
              </a:extLst>
            </p:cNvPr>
            <p:cNvSpPr/>
            <p:nvPr/>
          </p:nvSpPr>
          <p:spPr>
            <a:xfrm flipV="1">
              <a:off x="937654" y="4852055"/>
              <a:ext cx="346486" cy="346478"/>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39" name="Forme libre : forme 98">
              <a:extLst>
                <a:ext uri="{FF2B5EF4-FFF2-40B4-BE49-F238E27FC236}">
                  <a16:creationId xmlns:a16="http://schemas.microsoft.com/office/drawing/2014/main" id="{19D1830E-D2F9-5422-A164-6A34DAECD013}"/>
                </a:ext>
              </a:extLst>
            </p:cNvPr>
            <p:cNvSpPr/>
            <p:nvPr/>
          </p:nvSpPr>
          <p:spPr>
            <a:xfrm flipV="1">
              <a:off x="943831" y="4875660"/>
              <a:ext cx="340309" cy="278673"/>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grpSp>
        <p:nvGrpSpPr>
          <p:cNvPr id="40" name="Groupe 144">
            <a:extLst>
              <a:ext uri="{FF2B5EF4-FFF2-40B4-BE49-F238E27FC236}">
                <a16:creationId xmlns:a16="http://schemas.microsoft.com/office/drawing/2014/main" id="{68306DD6-FC11-1F9C-ECBD-0C05524D19E6}"/>
              </a:ext>
            </a:extLst>
          </p:cNvPr>
          <p:cNvGrpSpPr/>
          <p:nvPr/>
        </p:nvGrpSpPr>
        <p:grpSpPr>
          <a:xfrm>
            <a:off x="8596630" y="5358246"/>
            <a:ext cx="742430" cy="619918"/>
            <a:chOff x="8596630" y="4712967"/>
            <a:chExt cx="742430" cy="619918"/>
          </a:xfrm>
        </p:grpSpPr>
        <p:sp>
          <p:nvSpPr>
            <p:cNvPr id="41" name="Forme libre : forme 125">
              <a:extLst>
                <a:ext uri="{FF2B5EF4-FFF2-40B4-BE49-F238E27FC236}">
                  <a16:creationId xmlns:a16="http://schemas.microsoft.com/office/drawing/2014/main" id="{0E29FC74-A965-FC5C-38AE-F17A05E9B226}"/>
                </a:ext>
              </a:extLst>
            </p:cNvPr>
            <p:cNvSpPr/>
            <p:nvPr/>
          </p:nvSpPr>
          <p:spPr>
            <a:xfrm flipV="1">
              <a:off x="8657897" y="4712967"/>
              <a:ext cx="619903" cy="619918"/>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42" name="Forme libre : forme 126">
              <a:extLst>
                <a:ext uri="{FF2B5EF4-FFF2-40B4-BE49-F238E27FC236}">
                  <a16:creationId xmlns:a16="http://schemas.microsoft.com/office/drawing/2014/main" id="{2FEFFC82-8B0B-0992-AEB9-D33966AC00B3}"/>
                </a:ext>
              </a:extLst>
            </p:cNvPr>
            <p:cNvSpPr/>
            <p:nvPr/>
          </p:nvSpPr>
          <p:spPr>
            <a:xfrm flipV="1">
              <a:off x="8798614" y="4713255"/>
              <a:ext cx="479182" cy="619485"/>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43" name="Forme libre : forme 127">
              <a:extLst>
                <a:ext uri="{FF2B5EF4-FFF2-40B4-BE49-F238E27FC236}">
                  <a16:creationId xmlns:a16="http://schemas.microsoft.com/office/drawing/2014/main" id="{6AF1738D-6545-100F-0058-75CD16563F2D}"/>
                </a:ext>
              </a:extLst>
            </p:cNvPr>
            <p:cNvSpPr/>
            <p:nvPr/>
          </p:nvSpPr>
          <p:spPr>
            <a:xfrm flipV="1">
              <a:off x="8596630" y="4727583"/>
              <a:ext cx="742430" cy="590691"/>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44" name="Forme libre : forme 128">
              <a:extLst>
                <a:ext uri="{FF2B5EF4-FFF2-40B4-BE49-F238E27FC236}">
                  <a16:creationId xmlns:a16="http://schemas.microsoft.com/office/drawing/2014/main" id="{4CD9B0EC-CA8E-6058-7D7B-6C7E652C72AD}"/>
                </a:ext>
              </a:extLst>
            </p:cNvPr>
            <p:cNvSpPr/>
            <p:nvPr/>
          </p:nvSpPr>
          <p:spPr>
            <a:xfrm flipV="1">
              <a:off x="8926387" y="5083186"/>
              <a:ext cx="87205" cy="60954"/>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45" name="Forme libre : forme 129">
              <a:extLst>
                <a:ext uri="{FF2B5EF4-FFF2-40B4-BE49-F238E27FC236}">
                  <a16:creationId xmlns:a16="http://schemas.microsoft.com/office/drawing/2014/main" id="{4419BD50-3D82-095D-C6D3-21CD3187C028}"/>
                </a:ext>
              </a:extLst>
            </p:cNvPr>
            <p:cNvSpPr/>
            <p:nvPr/>
          </p:nvSpPr>
          <p:spPr>
            <a:xfrm flipV="1">
              <a:off x="8926412" y="4727583"/>
              <a:ext cx="412646" cy="470617"/>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46" name="Groupe 142">
            <a:extLst>
              <a:ext uri="{FF2B5EF4-FFF2-40B4-BE49-F238E27FC236}">
                <a16:creationId xmlns:a16="http://schemas.microsoft.com/office/drawing/2014/main" id="{04EAA408-0289-0E97-AB87-188CED632E69}"/>
              </a:ext>
            </a:extLst>
          </p:cNvPr>
          <p:cNvGrpSpPr/>
          <p:nvPr/>
        </p:nvGrpSpPr>
        <p:grpSpPr>
          <a:xfrm>
            <a:off x="4577148" y="5361933"/>
            <a:ext cx="617302" cy="617280"/>
            <a:chOff x="4577148" y="4716654"/>
            <a:chExt cx="617302" cy="617280"/>
          </a:xfrm>
        </p:grpSpPr>
        <p:sp>
          <p:nvSpPr>
            <p:cNvPr id="47" name="Forme libre : forme 116">
              <a:extLst>
                <a:ext uri="{FF2B5EF4-FFF2-40B4-BE49-F238E27FC236}">
                  <a16:creationId xmlns:a16="http://schemas.microsoft.com/office/drawing/2014/main" id="{4CF8EDA9-818C-4C65-2B92-B43D6A0639B0}"/>
                </a:ext>
              </a:extLst>
            </p:cNvPr>
            <p:cNvSpPr/>
            <p:nvPr/>
          </p:nvSpPr>
          <p:spPr>
            <a:xfrm flipV="1">
              <a:off x="4577148" y="4716654"/>
              <a:ext cx="617302" cy="61728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48" name="Forme libre : forme 117">
              <a:extLst>
                <a:ext uri="{FF2B5EF4-FFF2-40B4-BE49-F238E27FC236}">
                  <a16:creationId xmlns:a16="http://schemas.microsoft.com/office/drawing/2014/main" id="{D997EC09-5EA2-6BBE-9431-D5D279D2E07C}"/>
                </a:ext>
              </a:extLst>
            </p:cNvPr>
            <p:cNvSpPr/>
            <p:nvPr/>
          </p:nvSpPr>
          <p:spPr>
            <a:xfrm flipV="1">
              <a:off x="4639182" y="5158644"/>
              <a:ext cx="427313" cy="175290"/>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49" name="Groupe 131">
            <a:extLst>
              <a:ext uri="{FF2B5EF4-FFF2-40B4-BE49-F238E27FC236}">
                <a16:creationId xmlns:a16="http://schemas.microsoft.com/office/drawing/2014/main" id="{498CB329-F6C1-E439-4DA9-7208B33A0AA0}"/>
              </a:ext>
            </a:extLst>
          </p:cNvPr>
          <p:cNvGrpSpPr/>
          <p:nvPr/>
        </p:nvGrpSpPr>
        <p:grpSpPr>
          <a:xfrm>
            <a:off x="2441219" y="2527020"/>
            <a:ext cx="153634" cy="153634"/>
            <a:chOff x="7648473" y="4762037"/>
            <a:chExt cx="526528" cy="526528"/>
          </a:xfrm>
        </p:grpSpPr>
        <p:sp>
          <p:nvSpPr>
            <p:cNvPr id="50" name="Forme libre : forme 132">
              <a:extLst>
                <a:ext uri="{FF2B5EF4-FFF2-40B4-BE49-F238E27FC236}">
                  <a16:creationId xmlns:a16="http://schemas.microsoft.com/office/drawing/2014/main" id="{5F1C2C2E-0695-99AB-D82C-0D499C778B83}"/>
                </a:ext>
              </a:extLst>
            </p:cNvPr>
            <p:cNvSpPr/>
            <p:nvPr/>
          </p:nvSpPr>
          <p:spPr>
            <a:xfrm flipV="1">
              <a:off x="7648473"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51" name="Forme libre : forme 133">
              <a:extLst>
                <a:ext uri="{FF2B5EF4-FFF2-40B4-BE49-F238E27FC236}">
                  <a16:creationId xmlns:a16="http://schemas.microsoft.com/office/drawing/2014/main" id="{A8DF6712-5B35-C0AB-8F10-AC000A5E0CF8}"/>
                </a:ext>
              </a:extLst>
            </p:cNvPr>
            <p:cNvSpPr/>
            <p:nvPr/>
          </p:nvSpPr>
          <p:spPr>
            <a:xfrm flipV="1">
              <a:off x="7902663"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52" name="Forme libre : forme 134">
              <a:extLst>
                <a:ext uri="{FF2B5EF4-FFF2-40B4-BE49-F238E27FC236}">
                  <a16:creationId xmlns:a16="http://schemas.microsoft.com/office/drawing/2014/main" id="{FD4C8C74-9999-4AF1-4FA7-E2C5FA2B4080}"/>
                </a:ext>
              </a:extLst>
            </p:cNvPr>
            <p:cNvSpPr/>
            <p:nvPr/>
          </p:nvSpPr>
          <p:spPr>
            <a:xfrm flipV="1">
              <a:off x="7650480"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sp>
        <p:nvSpPr>
          <p:cNvPr id="53" name="TextBox 82">
            <a:extLst>
              <a:ext uri="{FF2B5EF4-FFF2-40B4-BE49-F238E27FC236}">
                <a16:creationId xmlns:a16="http://schemas.microsoft.com/office/drawing/2014/main" id="{3FEF2563-BC6C-F241-E477-1AAAC4AE1E1B}"/>
              </a:ext>
            </a:extLst>
          </p:cNvPr>
          <p:cNvSpPr txBox="1"/>
          <p:nvPr/>
        </p:nvSpPr>
        <p:spPr>
          <a:xfrm>
            <a:off x="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54" name="TextBox 82">
            <a:extLst>
              <a:ext uri="{FF2B5EF4-FFF2-40B4-BE49-F238E27FC236}">
                <a16:creationId xmlns:a16="http://schemas.microsoft.com/office/drawing/2014/main" id="{8FA361DD-C492-4FB1-BB78-1618915B4E60}"/>
              </a:ext>
            </a:extLst>
          </p:cNvPr>
          <p:cNvSpPr txBox="1"/>
          <p:nvPr/>
        </p:nvSpPr>
        <p:spPr>
          <a:xfrm>
            <a:off x="1392461" y="1334602"/>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55" name="TextBox 82">
            <a:extLst>
              <a:ext uri="{FF2B5EF4-FFF2-40B4-BE49-F238E27FC236}">
                <a16:creationId xmlns:a16="http://schemas.microsoft.com/office/drawing/2014/main" id="{ED063D7F-9824-03B2-611A-9D3FC5B94AB3}"/>
              </a:ext>
            </a:extLst>
          </p:cNvPr>
          <p:cNvSpPr txBox="1"/>
          <p:nvPr/>
        </p:nvSpPr>
        <p:spPr>
          <a:xfrm>
            <a:off x="182567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56" name="TextBox 82">
            <a:extLst>
              <a:ext uri="{FF2B5EF4-FFF2-40B4-BE49-F238E27FC236}">
                <a16:creationId xmlns:a16="http://schemas.microsoft.com/office/drawing/2014/main" id="{17C8709C-BE41-507E-2E91-E4312768D313}"/>
              </a:ext>
            </a:extLst>
          </p:cNvPr>
          <p:cNvSpPr txBox="1"/>
          <p:nvPr/>
        </p:nvSpPr>
        <p:spPr>
          <a:xfrm>
            <a:off x="3758706"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57" name="TextBox 82">
            <a:extLst>
              <a:ext uri="{FF2B5EF4-FFF2-40B4-BE49-F238E27FC236}">
                <a16:creationId xmlns:a16="http://schemas.microsoft.com/office/drawing/2014/main" id="{BA8EC4EB-EC28-3D56-0996-0AB6ABD01F4A}"/>
              </a:ext>
            </a:extLst>
          </p:cNvPr>
          <p:cNvSpPr txBox="1"/>
          <p:nvPr/>
        </p:nvSpPr>
        <p:spPr>
          <a:xfrm>
            <a:off x="5772613"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58" name="TextBox 82">
            <a:extLst>
              <a:ext uri="{FF2B5EF4-FFF2-40B4-BE49-F238E27FC236}">
                <a16:creationId xmlns:a16="http://schemas.microsoft.com/office/drawing/2014/main" id="{F4B47921-AD3B-2093-2852-4C9CB1E80622}"/>
              </a:ext>
            </a:extLst>
          </p:cNvPr>
          <p:cNvSpPr txBox="1"/>
          <p:nvPr/>
        </p:nvSpPr>
        <p:spPr>
          <a:xfrm>
            <a:off x="778652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cxnSp>
        <p:nvCxnSpPr>
          <p:cNvPr id="59" name="Gerader Verbinder 23">
            <a:extLst>
              <a:ext uri="{FF2B5EF4-FFF2-40B4-BE49-F238E27FC236}">
                <a16:creationId xmlns:a16="http://schemas.microsoft.com/office/drawing/2014/main" id="{4B37198D-5010-953E-96DB-8E8E3E05F664}"/>
              </a:ext>
            </a:extLst>
          </p:cNvPr>
          <p:cNvCxnSpPr>
            <a:cxnSpLocks/>
          </p:cNvCxnSpPr>
          <p:nvPr/>
        </p:nvCxnSpPr>
        <p:spPr>
          <a:xfrm>
            <a:off x="5145843" y="1892629"/>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0" name="TextBox 82">
            <a:extLst>
              <a:ext uri="{FF2B5EF4-FFF2-40B4-BE49-F238E27FC236}">
                <a16:creationId xmlns:a16="http://schemas.microsoft.com/office/drawing/2014/main" id="{BA2F486A-EC6E-0AF4-9A57-ABE7D551A9A9}"/>
              </a:ext>
            </a:extLst>
          </p:cNvPr>
          <p:cNvSpPr txBox="1"/>
          <p:nvPr/>
        </p:nvSpPr>
        <p:spPr>
          <a:xfrm>
            <a:off x="9800427"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LOREM IPSUM</a:t>
            </a:r>
          </a:p>
        </p:txBody>
      </p:sp>
      <p:sp>
        <p:nvSpPr>
          <p:cNvPr id="61" name="TextBox 82">
            <a:extLst>
              <a:ext uri="{FF2B5EF4-FFF2-40B4-BE49-F238E27FC236}">
                <a16:creationId xmlns:a16="http://schemas.microsoft.com/office/drawing/2014/main" id="{521DEF04-A11A-201B-6EEE-7D599BE96F52}"/>
              </a:ext>
            </a:extLst>
          </p:cNvPr>
          <p:cNvSpPr txBox="1"/>
          <p:nvPr/>
        </p:nvSpPr>
        <p:spPr>
          <a:xfrm>
            <a:off x="4071524" y="1334602"/>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2" name="TextBox 82">
            <a:extLst>
              <a:ext uri="{FF2B5EF4-FFF2-40B4-BE49-F238E27FC236}">
                <a16:creationId xmlns:a16="http://schemas.microsoft.com/office/drawing/2014/main" id="{1EF10299-EEE5-43AD-10C1-B358A83C4284}"/>
              </a:ext>
            </a:extLst>
          </p:cNvPr>
          <p:cNvSpPr txBox="1"/>
          <p:nvPr/>
        </p:nvSpPr>
        <p:spPr>
          <a:xfrm>
            <a:off x="2290472" y="3698157"/>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3" name="TextBox 82">
            <a:extLst>
              <a:ext uri="{FF2B5EF4-FFF2-40B4-BE49-F238E27FC236}">
                <a16:creationId xmlns:a16="http://schemas.microsoft.com/office/drawing/2014/main" id="{8990B50E-6EF3-DBD1-06A1-9B357E50C07C}"/>
              </a:ext>
            </a:extLst>
          </p:cNvPr>
          <p:cNvSpPr txBox="1"/>
          <p:nvPr/>
        </p:nvSpPr>
        <p:spPr>
          <a:xfrm>
            <a:off x="6600665" y="1655853"/>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4" name="TextBox 82">
            <a:extLst>
              <a:ext uri="{FF2B5EF4-FFF2-40B4-BE49-F238E27FC236}">
                <a16:creationId xmlns:a16="http://schemas.microsoft.com/office/drawing/2014/main" id="{FE368555-D3B6-F658-F4AB-3DF5AF812102}"/>
              </a:ext>
            </a:extLst>
          </p:cNvPr>
          <p:cNvSpPr txBox="1"/>
          <p:nvPr/>
        </p:nvSpPr>
        <p:spPr>
          <a:xfrm>
            <a:off x="7473703" y="3808490"/>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grpSp>
        <p:nvGrpSpPr>
          <p:cNvPr id="65" name="Groupe 9">
            <a:extLst>
              <a:ext uri="{FF2B5EF4-FFF2-40B4-BE49-F238E27FC236}">
                <a16:creationId xmlns:a16="http://schemas.microsoft.com/office/drawing/2014/main" id="{8A4B726F-13BD-ABD5-A566-08BB18B1471D}"/>
              </a:ext>
            </a:extLst>
          </p:cNvPr>
          <p:cNvGrpSpPr/>
          <p:nvPr/>
        </p:nvGrpSpPr>
        <p:grpSpPr>
          <a:xfrm>
            <a:off x="3218296" y="2996924"/>
            <a:ext cx="288460" cy="288460"/>
            <a:chOff x="5694507" y="4648741"/>
            <a:chExt cx="753120" cy="753120"/>
          </a:xfrm>
        </p:grpSpPr>
        <p:sp>
          <p:nvSpPr>
            <p:cNvPr id="66" name="Forme libre : forme 10">
              <a:extLst>
                <a:ext uri="{FF2B5EF4-FFF2-40B4-BE49-F238E27FC236}">
                  <a16:creationId xmlns:a16="http://schemas.microsoft.com/office/drawing/2014/main" id="{11BE5131-A797-2B96-25AA-5CF1D0D2B62B}"/>
                </a:ext>
              </a:extLst>
            </p:cNvPr>
            <p:cNvSpPr/>
            <p:nvPr/>
          </p:nvSpPr>
          <p:spPr>
            <a:xfrm flipV="1">
              <a:off x="5694507" y="4648741"/>
              <a:ext cx="753120" cy="753120"/>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67" name="Forme libre : forme 11">
              <a:extLst>
                <a:ext uri="{FF2B5EF4-FFF2-40B4-BE49-F238E27FC236}">
                  <a16:creationId xmlns:a16="http://schemas.microsoft.com/office/drawing/2014/main" id="{EE2856E5-764E-D03B-16CA-65E5D2B9BE7E}"/>
                </a:ext>
              </a:extLst>
            </p:cNvPr>
            <p:cNvSpPr/>
            <p:nvPr/>
          </p:nvSpPr>
          <p:spPr>
            <a:xfrm flipV="1">
              <a:off x="5699562" y="4653782"/>
              <a:ext cx="748065" cy="531480"/>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cxnSp>
        <p:nvCxnSpPr>
          <p:cNvPr id="68" name="Gerader Verbinder 23">
            <a:extLst>
              <a:ext uri="{FF2B5EF4-FFF2-40B4-BE49-F238E27FC236}">
                <a16:creationId xmlns:a16="http://schemas.microsoft.com/office/drawing/2014/main" id="{4041EE78-7C81-E668-60C8-DA53A5EE333D}"/>
              </a:ext>
            </a:extLst>
          </p:cNvPr>
          <p:cNvCxnSpPr>
            <a:cxnSpLocks/>
          </p:cNvCxnSpPr>
          <p:nvPr/>
        </p:nvCxnSpPr>
        <p:spPr>
          <a:xfrm>
            <a:off x="6096000" y="2982333"/>
            <a:ext cx="0" cy="900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p:nvGrpSpPr>
          <p:cNvPr id="69" name="Groupe 87">
            <a:extLst>
              <a:ext uri="{FF2B5EF4-FFF2-40B4-BE49-F238E27FC236}">
                <a16:creationId xmlns:a16="http://schemas.microsoft.com/office/drawing/2014/main" id="{5AC9E93D-0F9C-9F54-6A6E-4BFA6B9C1672}"/>
              </a:ext>
            </a:extLst>
          </p:cNvPr>
          <p:cNvGrpSpPr/>
          <p:nvPr/>
        </p:nvGrpSpPr>
        <p:grpSpPr>
          <a:xfrm>
            <a:off x="6004560" y="2872253"/>
            <a:ext cx="182880" cy="182880"/>
            <a:chOff x="5979960" y="2686054"/>
            <a:chExt cx="232080" cy="232080"/>
          </a:xfrm>
        </p:grpSpPr>
        <p:sp>
          <p:nvSpPr>
            <p:cNvPr id="70" name="Forme libre : forme 75">
              <a:extLst>
                <a:ext uri="{FF2B5EF4-FFF2-40B4-BE49-F238E27FC236}">
                  <a16:creationId xmlns:a16="http://schemas.microsoft.com/office/drawing/2014/main" id="{351F1CDD-8249-E29F-3737-9709233E4B95}"/>
                </a:ext>
              </a:extLst>
            </p:cNvPr>
            <p:cNvSpPr/>
            <p:nvPr/>
          </p:nvSpPr>
          <p:spPr>
            <a:xfrm flipV="1">
              <a:off x="5979960" y="2686054"/>
              <a:ext cx="232080" cy="232080"/>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71" name="Forme libre : forme 82">
              <a:extLst>
                <a:ext uri="{FF2B5EF4-FFF2-40B4-BE49-F238E27FC236}">
                  <a16:creationId xmlns:a16="http://schemas.microsoft.com/office/drawing/2014/main" id="{BF8E6005-A3DD-54D8-D4DF-C36CB8735CC0}"/>
                </a:ext>
              </a:extLst>
            </p:cNvPr>
            <p:cNvSpPr/>
            <p:nvPr/>
          </p:nvSpPr>
          <p:spPr>
            <a:xfrm flipV="1">
              <a:off x="5984965" y="2730741"/>
              <a:ext cx="223526" cy="187393"/>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sp>
        <p:nvSpPr>
          <p:cNvPr id="72" name="TextBox 82">
            <a:extLst>
              <a:ext uri="{FF2B5EF4-FFF2-40B4-BE49-F238E27FC236}">
                <a16:creationId xmlns:a16="http://schemas.microsoft.com/office/drawing/2014/main" id="{17858E32-DF57-0D0B-14F3-3A5DA2A435EC}"/>
              </a:ext>
            </a:extLst>
          </p:cNvPr>
          <p:cNvSpPr txBox="1"/>
          <p:nvPr/>
        </p:nvSpPr>
        <p:spPr>
          <a:xfrm>
            <a:off x="4962020" y="3918036"/>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Tree>
    <p:extLst>
      <p:ext uri="{BB962C8B-B14F-4D97-AF65-F5344CB8AC3E}">
        <p14:creationId xmlns:p14="http://schemas.microsoft.com/office/powerpoint/2010/main" val="188751670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Squares 01</a:t>
            </a:r>
          </a:p>
        </p:txBody>
      </p:sp>
      <p:sp>
        <p:nvSpPr>
          <p:cNvPr id="92" name="Freeform 91"/>
          <p:cNvSpPr>
            <a:spLocks noChangeAspect="1"/>
          </p:cNvSpPr>
          <p:nvPr/>
        </p:nvSpPr>
        <p:spPr>
          <a:xfrm rot="847535">
            <a:off x="3707490" y="1034214"/>
            <a:ext cx="1243354" cy="357983"/>
          </a:xfrm>
          <a:custGeom>
            <a:avLst/>
            <a:gdLst>
              <a:gd name="connsiteX0" fmla="*/ 0 w 1027565"/>
              <a:gd name="connsiteY0" fmla="*/ 258595 h 295854"/>
              <a:gd name="connsiteX1" fmla="*/ 1027565 w 1027565"/>
              <a:gd name="connsiteY1" fmla="*/ 0 h 295854"/>
              <a:gd name="connsiteX2" fmla="*/ 1027565 w 1027565"/>
              <a:gd name="connsiteY2" fmla="*/ 111446 h 295854"/>
              <a:gd name="connsiteX3" fmla="*/ 843157 w 1027565"/>
              <a:gd name="connsiteY3" fmla="*/ 295854 h 295854"/>
              <a:gd name="connsiteX4" fmla="*/ 105549 w 1027565"/>
              <a:gd name="connsiteY4" fmla="*/ 295854 h 295854"/>
              <a:gd name="connsiteX5" fmla="*/ 33769 w 1027565"/>
              <a:gd name="connsiteY5" fmla="*/ 281362 h 29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7565" h="295854">
                <a:moveTo>
                  <a:pt x="0" y="258595"/>
                </a:moveTo>
                <a:lnTo>
                  <a:pt x="1027565" y="0"/>
                </a:lnTo>
                <a:lnTo>
                  <a:pt x="1027565" y="111446"/>
                </a:lnTo>
                <a:cubicBezTo>
                  <a:pt x="1027565" y="213292"/>
                  <a:pt x="945003" y="295854"/>
                  <a:pt x="843157" y="295854"/>
                </a:cubicBezTo>
                <a:lnTo>
                  <a:pt x="105549" y="295854"/>
                </a:lnTo>
                <a:cubicBezTo>
                  <a:pt x="80087" y="295854"/>
                  <a:pt x="55831" y="290694"/>
                  <a:pt x="33769" y="281362"/>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Freeform 92"/>
          <p:cNvSpPr>
            <a:spLocks noChangeAspect="1"/>
          </p:cNvSpPr>
          <p:nvPr/>
        </p:nvSpPr>
        <p:spPr>
          <a:xfrm rot="847535">
            <a:off x="5070165" y="1017031"/>
            <a:ext cx="1338773" cy="724388"/>
          </a:xfrm>
          <a:custGeom>
            <a:avLst/>
            <a:gdLst>
              <a:gd name="connsiteX0" fmla="*/ 0 w 1106424"/>
              <a:gd name="connsiteY0" fmla="*/ 278440 h 598668"/>
              <a:gd name="connsiteX1" fmla="*/ 1106424 w 1106424"/>
              <a:gd name="connsiteY1" fmla="*/ 0 h 598668"/>
              <a:gd name="connsiteX2" fmla="*/ 1106424 w 1106424"/>
              <a:gd name="connsiteY2" fmla="*/ 414260 h 598668"/>
              <a:gd name="connsiteX3" fmla="*/ 922016 w 1106424"/>
              <a:gd name="connsiteY3" fmla="*/ 598668 h 598668"/>
              <a:gd name="connsiteX4" fmla="*/ 184408 w 1106424"/>
              <a:gd name="connsiteY4" fmla="*/ 598668 h 598668"/>
              <a:gd name="connsiteX5" fmla="*/ 0 w 1106424"/>
              <a:gd name="connsiteY5" fmla="*/ 414260 h 598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598668">
                <a:moveTo>
                  <a:pt x="0" y="278440"/>
                </a:moveTo>
                <a:lnTo>
                  <a:pt x="1106424" y="0"/>
                </a:lnTo>
                <a:lnTo>
                  <a:pt x="1106424" y="414260"/>
                </a:lnTo>
                <a:cubicBezTo>
                  <a:pt x="1106424" y="516106"/>
                  <a:pt x="1023862" y="598668"/>
                  <a:pt x="922016" y="598668"/>
                </a:cubicBezTo>
                <a:lnTo>
                  <a:pt x="184408" y="598668"/>
                </a:lnTo>
                <a:cubicBezTo>
                  <a:pt x="82562" y="598668"/>
                  <a:pt x="0" y="516106"/>
                  <a:pt x="0" y="414260"/>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 name="Freeform 93"/>
          <p:cNvSpPr>
            <a:spLocks noChangeAspect="1"/>
          </p:cNvSpPr>
          <p:nvPr/>
        </p:nvSpPr>
        <p:spPr>
          <a:xfrm rot="847535">
            <a:off x="6526817" y="1011493"/>
            <a:ext cx="1338773" cy="1090792"/>
          </a:xfrm>
          <a:custGeom>
            <a:avLst/>
            <a:gdLst>
              <a:gd name="connsiteX0" fmla="*/ 0 w 1106424"/>
              <a:gd name="connsiteY0" fmla="*/ 278440 h 901481"/>
              <a:gd name="connsiteX1" fmla="*/ 1106424 w 1106424"/>
              <a:gd name="connsiteY1" fmla="*/ 0 h 901481"/>
              <a:gd name="connsiteX2" fmla="*/ 1106424 w 1106424"/>
              <a:gd name="connsiteY2" fmla="*/ 717073 h 901481"/>
              <a:gd name="connsiteX3" fmla="*/ 922016 w 1106424"/>
              <a:gd name="connsiteY3" fmla="*/ 901481 h 901481"/>
              <a:gd name="connsiteX4" fmla="*/ 184408 w 1106424"/>
              <a:gd name="connsiteY4" fmla="*/ 901481 h 901481"/>
              <a:gd name="connsiteX5" fmla="*/ 0 w 1106424"/>
              <a:gd name="connsiteY5" fmla="*/ 717073 h 901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901481">
                <a:moveTo>
                  <a:pt x="0" y="278440"/>
                </a:moveTo>
                <a:lnTo>
                  <a:pt x="1106424" y="0"/>
                </a:lnTo>
                <a:lnTo>
                  <a:pt x="1106424" y="717073"/>
                </a:lnTo>
                <a:cubicBezTo>
                  <a:pt x="1106424" y="818919"/>
                  <a:pt x="1023862" y="901481"/>
                  <a:pt x="922016" y="901481"/>
                </a:cubicBezTo>
                <a:lnTo>
                  <a:pt x="184408" y="901481"/>
                </a:lnTo>
                <a:cubicBezTo>
                  <a:pt x="82562" y="901481"/>
                  <a:pt x="0" y="818919"/>
                  <a:pt x="0" y="71707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Freeform 94"/>
          <p:cNvSpPr>
            <a:spLocks noChangeAspect="1"/>
          </p:cNvSpPr>
          <p:nvPr/>
        </p:nvSpPr>
        <p:spPr>
          <a:xfrm rot="847535">
            <a:off x="7969020" y="1122587"/>
            <a:ext cx="1338774" cy="1338773"/>
          </a:xfrm>
          <a:custGeom>
            <a:avLst/>
            <a:gdLst>
              <a:gd name="connsiteX0" fmla="*/ 817 w 1106425"/>
              <a:gd name="connsiteY0" fmla="*/ 180363 h 1106424"/>
              <a:gd name="connsiteX1" fmla="*/ 717519 w 1106425"/>
              <a:gd name="connsiteY1" fmla="*/ 0 h 1106424"/>
              <a:gd name="connsiteX2" fmla="*/ 922016 w 1106425"/>
              <a:gd name="connsiteY2" fmla="*/ 0 h 1106424"/>
              <a:gd name="connsiteX3" fmla="*/ 1106425 w 1106425"/>
              <a:gd name="connsiteY3" fmla="*/ 184408 h 1106424"/>
              <a:gd name="connsiteX4" fmla="*/ 1106424 w 1106425"/>
              <a:gd name="connsiteY4" fmla="*/ 922016 h 1106424"/>
              <a:gd name="connsiteX5" fmla="*/ 922016 w 1106425"/>
              <a:gd name="connsiteY5" fmla="*/ 1106424 h 1106424"/>
              <a:gd name="connsiteX6" fmla="*/ 184408 w 1106425"/>
              <a:gd name="connsiteY6" fmla="*/ 1106424 h 1106424"/>
              <a:gd name="connsiteX7" fmla="*/ 0 w 1106425"/>
              <a:gd name="connsiteY7" fmla="*/ 922016 h 1106424"/>
              <a:gd name="connsiteX8" fmla="*/ 0 w 1106425"/>
              <a:gd name="connsiteY8" fmla="*/ 184408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6425" h="1106424">
                <a:moveTo>
                  <a:pt x="817" y="180363"/>
                </a:moveTo>
                <a:lnTo>
                  <a:pt x="717519" y="0"/>
                </a:lnTo>
                <a:lnTo>
                  <a:pt x="922016" y="0"/>
                </a:lnTo>
                <a:cubicBezTo>
                  <a:pt x="1023862" y="0"/>
                  <a:pt x="1106424" y="82562"/>
                  <a:pt x="1106425" y="184408"/>
                </a:cubicBezTo>
                <a:lnTo>
                  <a:pt x="1106424" y="922016"/>
                </a:lnTo>
                <a:cubicBezTo>
                  <a:pt x="1106424" y="1023862"/>
                  <a:pt x="1023862" y="1106424"/>
                  <a:pt x="922016" y="1106424"/>
                </a:cubicBezTo>
                <a:lnTo>
                  <a:pt x="184408" y="1106424"/>
                </a:lnTo>
                <a:cubicBezTo>
                  <a:pt x="82562" y="1106424"/>
                  <a:pt x="0" y="1023862"/>
                  <a:pt x="0" y="922016"/>
                </a:cubicBezTo>
                <a:lnTo>
                  <a:pt x="0" y="18440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1" name="Rounded Rectangle 10"/>
          <p:cNvSpPr>
            <a:spLocks noChangeAspect="1"/>
          </p:cNvSpPr>
          <p:nvPr/>
        </p:nvSpPr>
        <p:spPr>
          <a:xfrm rot="847535">
            <a:off x="9380962" y="1477913"/>
            <a:ext cx="1338773" cy="1338773"/>
          </a:xfrm>
          <a:prstGeom prst="round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12" name="Rounded Rectangle 11"/>
          <p:cNvSpPr>
            <a:spLocks noChangeAspect="1"/>
          </p:cNvSpPr>
          <p:nvPr/>
        </p:nvSpPr>
        <p:spPr>
          <a:xfrm rot="847535">
            <a:off x="10792904" y="183323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6" name="Freeform 75"/>
          <p:cNvSpPr>
            <a:spLocks noChangeAspect="1"/>
          </p:cNvSpPr>
          <p:nvPr/>
        </p:nvSpPr>
        <p:spPr>
          <a:xfrm rot="847535">
            <a:off x="12131827" y="2794599"/>
            <a:ext cx="140568" cy="558568"/>
          </a:xfrm>
          <a:custGeom>
            <a:avLst/>
            <a:gdLst>
              <a:gd name="connsiteX0" fmla="*/ 0 w 140568"/>
              <a:gd name="connsiteY0" fmla="*/ 0 h 558568"/>
              <a:gd name="connsiteX1" fmla="*/ 140568 w 140568"/>
              <a:gd name="connsiteY1" fmla="*/ 558568 h 558568"/>
              <a:gd name="connsiteX2" fmla="*/ 136280 w 140568"/>
              <a:gd name="connsiteY2" fmla="*/ 557702 h 558568"/>
              <a:gd name="connsiteX3" fmla="*/ 0 w 140568"/>
              <a:gd name="connsiteY3" fmla="*/ 352104 h 558568"/>
            </a:gdLst>
            <a:ahLst/>
            <a:cxnLst>
              <a:cxn ang="0">
                <a:pos x="connsiteX0" y="connsiteY0"/>
              </a:cxn>
              <a:cxn ang="0">
                <a:pos x="connsiteX1" y="connsiteY1"/>
              </a:cxn>
              <a:cxn ang="0">
                <a:pos x="connsiteX2" y="connsiteY2"/>
              </a:cxn>
              <a:cxn ang="0">
                <a:pos x="connsiteX3" y="connsiteY3"/>
              </a:cxn>
            </a:cxnLst>
            <a:rect l="l" t="t" r="r" b="b"/>
            <a:pathLst>
              <a:path w="140568" h="558568">
                <a:moveTo>
                  <a:pt x="0" y="0"/>
                </a:moveTo>
                <a:lnTo>
                  <a:pt x="140568" y="558568"/>
                </a:lnTo>
                <a:lnTo>
                  <a:pt x="136280" y="557702"/>
                </a:lnTo>
                <a:cubicBezTo>
                  <a:pt x="56193" y="523829"/>
                  <a:pt x="0" y="444529"/>
                  <a:pt x="0" y="3521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90" name="Freeform 89"/>
          <p:cNvSpPr>
            <a:spLocks noChangeAspect="1"/>
          </p:cNvSpPr>
          <p:nvPr/>
        </p:nvSpPr>
        <p:spPr>
          <a:xfrm rot="847535">
            <a:off x="522394" y="1011621"/>
            <a:ext cx="1338773" cy="1082373"/>
          </a:xfrm>
          <a:custGeom>
            <a:avLst/>
            <a:gdLst>
              <a:gd name="connsiteX0" fmla="*/ 0 w 1106424"/>
              <a:gd name="connsiteY0" fmla="*/ 278440 h 894523"/>
              <a:gd name="connsiteX1" fmla="*/ 1106424 w 1106424"/>
              <a:gd name="connsiteY1" fmla="*/ 0 h 894523"/>
              <a:gd name="connsiteX2" fmla="*/ 1106424 w 1106424"/>
              <a:gd name="connsiteY2" fmla="*/ 710115 h 894523"/>
              <a:gd name="connsiteX3" fmla="*/ 922016 w 1106424"/>
              <a:gd name="connsiteY3" fmla="*/ 894523 h 894523"/>
              <a:gd name="connsiteX4" fmla="*/ 184408 w 1106424"/>
              <a:gd name="connsiteY4" fmla="*/ 894523 h 894523"/>
              <a:gd name="connsiteX5" fmla="*/ 0 w 1106424"/>
              <a:gd name="connsiteY5" fmla="*/ 710115 h 89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894523">
                <a:moveTo>
                  <a:pt x="0" y="278440"/>
                </a:moveTo>
                <a:lnTo>
                  <a:pt x="1106424" y="0"/>
                </a:lnTo>
                <a:lnTo>
                  <a:pt x="1106424" y="710115"/>
                </a:lnTo>
                <a:cubicBezTo>
                  <a:pt x="1106424" y="811961"/>
                  <a:pt x="1023862" y="894523"/>
                  <a:pt x="922016" y="894523"/>
                </a:cubicBezTo>
                <a:lnTo>
                  <a:pt x="184408" y="894523"/>
                </a:lnTo>
                <a:cubicBezTo>
                  <a:pt x="82562" y="894523"/>
                  <a:pt x="0" y="811961"/>
                  <a:pt x="0" y="71011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 name="Freeform 90"/>
          <p:cNvSpPr>
            <a:spLocks noChangeAspect="1"/>
          </p:cNvSpPr>
          <p:nvPr/>
        </p:nvSpPr>
        <p:spPr>
          <a:xfrm rot="847535">
            <a:off x="1965623" y="1114420"/>
            <a:ext cx="1338773" cy="1338773"/>
          </a:xfrm>
          <a:custGeom>
            <a:avLst/>
            <a:gdLst>
              <a:gd name="connsiteX0" fmla="*/ 0 w 1106424"/>
              <a:gd name="connsiteY0" fmla="*/ 187528 h 1106424"/>
              <a:gd name="connsiteX1" fmla="*/ 745173 w 1106424"/>
              <a:gd name="connsiteY1" fmla="*/ 0 h 1106424"/>
              <a:gd name="connsiteX2" fmla="*/ 922016 w 1106424"/>
              <a:gd name="connsiteY2" fmla="*/ 0 h 1106424"/>
              <a:gd name="connsiteX3" fmla="*/ 1106424 w 1106424"/>
              <a:gd name="connsiteY3" fmla="*/ 184408 h 1106424"/>
              <a:gd name="connsiteX4" fmla="*/ 1106424 w 1106424"/>
              <a:gd name="connsiteY4" fmla="*/ 922016 h 1106424"/>
              <a:gd name="connsiteX5" fmla="*/ 922016 w 1106424"/>
              <a:gd name="connsiteY5" fmla="*/ 1106424 h 1106424"/>
              <a:gd name="connsiteX6" fmla="*/ 184408 w 1106424"/>
              <a:gd name="connsiteY6" fmla="*/ 1106424 h 1106424"/>
              <a:gd name="connsiteX7" fmla="*/ 0 w 1106424"/>
              <a:gd name="connsiteY7" fmla="*/ 922016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6424" h="1106424">
                <a:moveTo>
                  <a:pt x="0" y="187528"/>
                </a:moveTo>
                <a:lnTo>
                  <a:pt x="745173" y="0"/>
                </a:lnTo>
                <a:lnTo>
                  <a:pt x="922016" y="0"/>
                </a:lnTo>
                <a:cubicBezTo>
                  <a:pt x="1023862" y="0"/>
                  <a:pt x="1106424" y="82562"/>
                  <a:pt x="1106424" y="184408"/>
                </a:cubicBezTo>
                <a:lnTo>
                  <a:pt x="1106424" y="922016"/>
                </a:lnTo>
                <a:cubicBezTo>
                  <a:pt x="1106424" y="1023862"/>
                  <a:pt x="1023862" y="1106424"/>
                  <a:pt x="922016" y="1106424"/>
                </a:cubicBezTo>
                <a:lnTo>
                  <a:pt x="184408" y="1106424"/>
                </a:lnTo>
                <a:cubicBezTo>
                  <a:pt x="82562" y="1106424"/>
                  <a:pt x="0" y="1023862"/>
                  <a:pt x="0" y="922016"/>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6" name="Rounded Rectangle 15"/>
          <p:cNvSpPr>
            <a:spLocks noChangeAspect="1"/>
          </p:cNvSpPr>
          <p:nvPr/>
        </p:nvSpPr>
        <p:spPr>
          <a:xfrm rot="847535">
            <a:off x="3377566" y="1469747"/>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7" name="Rounded Rectangle 16"/>
          <p:cNvSpPr>
            <a:spLocks noChangeAspect="1"/>
          </p:cNvSpPr>
          <p:nvPr/>
        </p:nvSpPr>
        <p:spPr>
          <a:xfrm rot="847535">
            <a:off x="4789507" y="1825073"/>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8" name="Rounded Rectangle 17"/>
          <p:cNvSpPr>
            <a:spLocks noChangeAspect="1"/>
          </p:cNvSpPr>
          <p:nvPr/>
        </p:nvSpPr>
        <p:spPr>
          <a:xfrm rot="847535">
            <a:off x="6201450" y="218039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9" name="Rounded Rectangle 18"/>
          <p:cNvSpPr>
            <a:spLocks noChangeAspect="1"/>
          </p:cNvSpPr>
          <p:nvPr/>
        </p:nvSpPr>
        <p:spPr>
          <a:xfrm rot="847535">
            <a:off x="7613393" y="2535724"/>
            <a:ext cx="1338773" cy="1338773"/>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20" name="Rounded Rectangle 19"/>
          <p:cNvSpPr>
            <a:spLocks noChangeAspect="1"/>
          </p:cNvSpPr>
          <p:nvPr/>
        </p:nvSpPr>
        <p:spPr>
          <a:xfrm rot="847535">
            <a:off x="9025335" y="2891049"/>
            <a:ext cx="1338773" cy="1338773"/>
          </a:xfrm>
          <a:prstGeom prst="roundRect">
            <a:avLst/>
          </a:prstGeom>
          <a:solidFill>
            <a:schemeClr val="tx2">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21" name="Rounded Rectangle 20"/>
          <p:cNvSpPr>
            <a:spLocks noChangeAspect="1"/>
          </p:cNvSpPr>
          <p:nvPr/>
        </p:nvSpPr>
        <p:spPr>
          <a:xfrm rot="847535">
            <a:off x="10437278" y="324637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7" name="Freeform 76"/>
          <p:cNvSpPr>
            <a:spLocks noChangeAspect="1"/>
          </p:cNvSpPr>
          <p:nvPr/>
        </p:nvSpPr>
        <p:spPr>
          <a:xfrm rot="847535">
            <a:off x="11860590" y="3509941"/>
            <a:ext cx="511477" cy="1329442"/>
          </a:xfrm>
          <a:custGeom>
            <a:avLst/>
            <a:gdLst>
              <a:gd name="connsiteX0" fmla="*/ 136279 w 511477"/>
              <a:gd name="connsiteY0" fmla="*/ 8204 h 1329442"/>
              <a:gd name="connsiteX1" fmla="*/ 176913 w 511477"/>
              <a:gd name="connsiteY1" fmla="*/ 0 h 1329442"/>
              <a:gd name="connsiteX2" fmla="*/ 511477 w 511477"/>
              <a:gd name="connsiteY2" fmla="*/ 1329442 h 1329442"/>
              <a:gd name="connsiteX3" fmla="*/ 223133 w 511477"/>
              <a:gd name="connsiteY3" fmla="*/ 1329442 h 1329442"/>
              <a:gd name="connsiteX4" fmla="*/ 0 w 511477"/>
              <a:gd name="connsiteY4" fmla="*/ 1106309 h 1329442"/>
              <a:gd name="connsiteX5" fmla="*/ 0 w 511477"/>
              <a:gd name="connsiteY5" fmla="*/ 213802 h 1329442"/>
              <a:gd name="connsiteX6" fmla="*/ 136279 w 511477"/>
              <a:gd name="connsiteY6" fmla="*/ 8204 h 132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1477" h="1329442">
                <a:moveTo>
                  <a:pt x="136279" y="8204"/>
                </a:moveTo>
                <a:lnTo>
                  <a:pt x="176913" y="0"/>
                </a:lnTo>
                <a:lnTo>
                  <a:pt x="511477" y="1329442"/>
                </a:lnTo>
                <a:lnTo>
                  <a:pt x="223133" y="1329442"/>
                </a:lnTo>
                <a:cubicBezTo>
                  <a:pt x="99900" y="1329442"/>
                  <a:pt x="0" y="1229542"/>
                  <a:pt x="0" y="1106309"/>
                </a:cubicBezTo>
                <a:lnTo>
                  <a:pt x="0" y="213802"/>
                </a:lnTo>
                <a:cubicBezTo>
                  <a:pt x="0" y="121377"/>
                  <a:pt x="56194" y="42077"/>
                  <a:pt x="136279" y="82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1" name="Rounded Rectangle 40"/>
          <p:cNvSpPr>
            <a:spLocks noChangeAspect="1"/>
          </p:cNvSpPr>
          <p:nvPr/>
        </p:nvSpPr>
        <p:spPr>
          <a:xfrm rot="847535">
            <a:off x="198054" y="2172231"/>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2" name="Rounded Rectangle 41"/>
          <p:cNvSpPr>
            <a:spLocks noChangeAspect="1"/>
          </p:cNvSpPr>
          <p:nvPr/>
        </p:nvSpPr>
        <p:spPr>
          <a:xfrm rot="847535">
            <a:off x="1609997" y="252755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3" name="Rounded Rectangle 42"/>
          <p:cNvSpPr>
            <a:spLocks noChangeAspect="1"/>
          </p:cNvSpPr>
          <p:nvPr/>
        </p:nvSpPr>
        <p:spPr>
          <a:xfrm rot="847535">
            <a:off x="3021940" y="2882884"/>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4" name="Rounded Rectangle 43"/>
          <p:cNvSpPr>
            <a:spLocks noChangeAspect="1"/>
          </p:cNvSpPr>
          <p:nvPr/>
        </p:nvSpPr>
        <p:spPr>
          <a:xfrm rot="847535">
            <a:off x="4433881" y="3238209"/>
            <a:ext cx="1338773" cy="1338773"/>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5" name="Rounded Rectangle 44"/>
          <p:cNvSpPr>
            <a:spLocks noChangeAspect="1"/>
          </p:cNvSpPr>
          <p:nvPr/>
        </p:nvSpPr>
        <p:spPr>
          <a:xfrm rot="847535">
            <a:off x="5807704" y="3533748"/>
            <a:ext cx="1338773" cy="1338773"/>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6" name="Rounded Rectangle 45"/>
          <p:cNvSpPr>
            <a:spLocks noChangeAspect="1"/>
          </p:cNvSpPr>
          <p:nvPr/>
        </p:nvSpPr>
        <p:spPr>
          <a:xfrm rot="847535">
            <a:off x="7257767" y="3948861"/>
            <a:ext cx="1338773" cy="1338773"/>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7" name="Rounded Rectangle 46"/>
          <p:cNvSpPr>
            <a:spLocks noChangeAspect="1"/>
          </p:cNvSpPr>
          <p:nvPr/>
        </p:nvSpPr>
        <p:spPr>
          <a:xfrm rot="847535">
            <a:off x="8669709" y="4304186"/>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8" name="Rounded Rectangle 47"/>
          <p:cNvSpPr>
            <a:spLocks noChangeAspect="1"/>
          </p:cNvSpPr>
          <p:nvPr/>
        </p:nvSpPr>
        <p:spPr>
          <a:xfrm rot="847535">
            <a:off x="10081652" y="4659512"/>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1" name="Freeform: Shape 100">
            <a:extLst>
              <a:ext uri="{FF2B5EF4-FFF2-40B4-BE49-F238E27FC236}">
                <a16:creationId xmlns:a16="http://schemas.microsoft.com/office/drawing/2014/main" id="{33EFD700-4618-B38D-4171-FCDB27EA9DAD}"/>
              </a:ext>
            </a:extLst>
          </p:cNvPr>
          <p:cNvSpPr>
            <a:spLocks noChangeAspect="1"/>
          </p:cNvSpPr>
          <p:nvPr/>
        </p:nvSpPr>
        <p:spPr>
          <a:xfrm rot="847535">
            <a:off x="11500558" y="4958636"/>
            <a:ext cx="878191" cy="1338773"/>
          </a:xfrm>
          <a:custGeom>
            <a:avLst/>
            <a:gdLst>
              <a:gd name="connsiteX0" fmla="*/ 178164 w 878191"/>
              <a:gd name="connsiteY0" fmla="*/ 4533 h 1338773"/>
              <a:gd name="connsiteX1" fmla="*/ 223133 w 878191"/>
              <a:gd name="connsiteY1" fmla="*/ 0 h 1338773"/>
              <a:gd name="connsiteX2" fmla="*/ 541279 w 878191"/>
              <a:gd name="connsiteY2" fmla="*/ 0 h 1338773"/>
              <a:gd name="connsiteX3" fmla="*/ 878191 w 878191"/>
              <a:gd name="connsiteY3" fmla="*/ 1338773 h 1338773"/>
              <a:gd name="connsiteX4" fmla="*/ 867766 w 878191"/>
              <a:gd name="connsiteY4" fmla="*/ 1338773 h 1338773"/>
              <a:gd name="connsiteX5" fmla="*/ 809103 w 878191"/>
              <a:gd name="connsiteY5" fmla="*/ 1105664 h 1338773"/>
              <a:gd name="connsiteX6" fmla="*/ 86324 w 878191"/>
              <a:gd name="connsiteY6" fmla="*/ 1287557 h 1338773"/>
              <a:gd name="connsiteX7" fmla="*/ 65354 w 878191"/>
              <a:gd name="connsiteY7" fmla="*/ 1273419 h 1338773"/>
              <a:gd name="connsiteX8" fmla="*/ 0 w 878191"/>
              <a:gd name="connsiteY8" fmla="*/ 1115640 h 1338773"/>
              <a:gd name="connsiteX9" fmla="*/ 0 w 878191"/>
              <a:gd name="connsiteY9" fmla="*/ 223133 h 1338773"/>
              <a:gd name="connsiteX10" fmla="*/ 136279 w 878191"/>
              <a:gd name="connsiteY10" fmla="*/ 17535 h 1338773"/>
              <a:gd name="connsiteX11" fmla="*/ 178164 w 878191"/>
              <a:gd name="connsiteY11" fmla="*/ 453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78191" h="1338773">
                <a:moveTo>
                  <a:pt x="178164" y="4533"/>
                </a:moveTo>
                <a:cubicBezTo>
                  <a:pt x="192690" y="1561"/>
                  <a:pt x="207729" y="0"/>
                  <a:pt x="223133" y="0"/>
                </a:cubicBezTo>
                <a:lnTo>
                  <a:pt x="541279" y="0"/>
                </a:lnTo>
                <a:lnTo>
                  <a:pt x="878191" y="1338773"/>
                </a:lnTo>
                <a:lnTo>
                  <a:pt x="867766" y="1338773"/>
                </a:lnTo>
                <a:lnTo>
                  <a:pt x="809103" y="1105664"/>
                </a:lnTo>
                <a:lnTo>
                  <a:pt x="86324" y="1287557"/>
                </a:lnTo>
                <a:lnTo>
                  <a:pt x="65354" y="1273419"/>
                </a:lnTo>
                <a:cubicBezTo>
                  <a:pt x="24975" y="1233040"/>
                  <a:pt x="0" y="1177257"/>
                  <a:pt x="0" y="1115640"/>
                </a:cubicBezTo>
                <a:lnTo>
                  <a:pt x="0" y="223133"/>
                </a:lnTo>
                <a:cubicBezTo>
                  <a:pt x="0" y="130709"/>
                  <a:pt x="56194" y="51408"/>
                  <a:pt x="136279" y="17535"/>
                </a:cubicBezTo>
                <a:cubicBezTo>
                  <a:pt x="149627" y="11890"/>
                  <a:pt x="163638" y="7506"/>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67" name="Freeform 66"/>
          <p:cNvSpPr>
            <a:spLocks noChangeAspect="1"/>
          </p:cNvSpPr>
          <p:nvPr/>
        </p:nvSpPr>
        <p:spPr>
          <a:xfrm rot="847535">
            <a:off x="-157573" y="3585369"/>
            <a:ext cx="1338773" cy="1338773"/>
          </a:xfrm>
          <a:custGeom>
            <a:avLst/>
            <a:gdLst>
              <a:gd name="connsiteX0" fmla="*/ 136280 w 1338773"/>
              <a:gd name="connsiteY0" fmla="*/ 17535 h 1338773"/>
              <a:gd name="connsiteX1" fmla="*/ 223133 w 1338773"/>
              <a:gd name="connsiteY1" fmla="*/ 0 h 1338773"/>
              <a:gd name="connsiteX2" fmla="*/ 1115640 w 1338773"/>
              <a:gd name="connsiteY2" fmla="*/ 0 h 1338773"/>
              <a:gd name="connsiteX3" fmla="*/ 1338773 w 1338773"/>
              <a:gd name="connsiteY3" fmla="*/ 223133 h 1338773"/>
              <a:gd name="connsiteX4" fmla="*/ 1338773 w 1338773"/>
              <a:gd name="connsiteY4" fmla="*/ 1115640 h 1338773"/>
              <a:gd name="connsiteX5" fmla="*/ 1115640 w 1338773"/>
              <a:gd name="connsiteY5" fmla="*/ 1338773 h 1338773"/>
              <a:gd name="connsiteX6" fmla="*/ 260955 w 1338773"/>
              <a:gd name="connsiteY6" fmla="*/ 1338773 h 1338773"/>
              <a:gd name="connsiteX7" fmla="*/ 0 w 1338773"/>
              <a:gd name="connsiteY7" fmla="*/ 301828 h 1338773"/>
              <a:gd name="connsiteX8" fmla="*/ 0 w 1338773"/>
              <a:gd name="connsiteY8" fmla="*/ 223133 h 1338773"/>
              <a:gd name="connsiteX9" fmla="*/ 136280 w 1338773"/>
              <a:gd name="connsiteY9" fmla="*/ 17535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338773">
                <a:moveTo>
                  <a:pt x="136280" y="17535"/>
                </a:moveTo>
                <a:cubicBezTo>
                  <a:pt x="162975" y="6244"/>
                  <a:pt x="192325" y="0"/>
                  <a:pt x="223133" y="0"/>
                </a:cubicBezTo>
                <a:lnTo>
                  <a:pt x="1115640" y="0"/>
                </a:lnTo>
                <a:cubicBezTo>
                  <a:pt x="1238873" y="0"/>
                  <a:pt x="1338773" y="99900"/>
                  <a:pt x="1338773" y="223133"/>
                </a:cubicBezTo>
                <a:lnTo>
                  <a:pt x="1338773" y="1115640"/>
                </a:lnTo>
                <a:cubicBezTo>
                  <a:pt x="1338773" y="1238873"/>
                  <a:pt x="1238873" y="1338773"/>
                  <a:pt x="1115640" y="1338773"/>
                </a:cubicBezTo>
                <a:lnTo>
                  <a:pt x="260955" y="1338773"/>
                </a:lnTo>
                <a:lnTo>
                  <a:pt x="0" y="301828"/>
                </a:lnTo>
                <a:lnTo>
                  <a:pt x="0" y="223133"/>
                </a:lnTo>
                <a:cubicBezTo>
                  <a:pt x="0" y="130708"/>
                  <a:pt x="56194" y="51408"/>
                  <a:pt x="136280" y="1753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1" name="Rounded Rectangle 50"/>
          <p:cNvSpPr>
            <a:spLocks noChangeAspect="1"/>
          </p:cNvSpPr>
          <p:nvPr/>
        </p:nvSpPr>
        <p:spPr>
          <a:xfrm rot="847535">
            <a:off x="1254370" y="394069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2" name="Rounded Rectangle 51"/>
          <p:cNvSpPr>
            <a:spLocks noChangeAspect="1"/>
          </p:cNvSpPr>
          <p:nvPr/>
        </p:nvSpPr>
        <p:spPr>
          <a:xfrm rot="847535">
            <a:off x="2666313" y="4296021"/>
            <a:ext cx="1338773" cy="1338773"/>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53" name="Rounded Rectangle 52"/>
          <p:cNvSpPr>
            <a:spLocks noChangeAspect="1"/>
          </p:cNvSpPr>
          <p:nvPr/>
        </p:nvSpPr>
        <p:spPr>
          <a:xfrm rot="847535">
            <a:off x="4078255" y="4651346"/>
            <a:ext cx="1338773" cy="1338773"/>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84" name="Freeform: Shape 83">
            <a:extLst>
              <a:ext uri="{FF2B5EF4-FFF2-40B4-BE49-F238E27FC236}">
                <a16:creationId xmlns:a16="http://schemas.microsoft.com/office/drawing/2014/main" id="{9A8F0D28-E554-5E07-0E18-91DD32378736}"/>
              </a:ext>
            </a:extLst>
          </p:cNvPr>
          <p:cNvSpPr>
            <a:spLocks noChangeAspect="1"/>
          </p:cNvSpPr>
          <p:nvPr/>
        </p:nvSpPr>
        <p:spPr>
          <a:xfrm rot="847535">
            <a:off x="5495699" y="5007354"/>
            <a:ext cx="1338773" cy="1293689"/>
          </a:xfrm>
          <a:custGeom>
            <a:avLst/>
            <a:gdLst>
              <a:gd name="connsiteX0" fmla="*/ 178164 w 1338773"/>
              <a:gd name="connsiteY0" fmla="*/ 4533 h 1293689"/>
              <a:gd name="connsiteX1" fmla="*/ 223133 w 1338773"/>
              <a:gd name="connsiteY1" fmla="*/ 0 h 1293689"/>
              <a:gd name="connsiteX2" fmla="*/ 1115640 w 1338773"/>
              <a:gd name="connsiteY2" fmla="*/ 0 h 1293689"/>
              <a:gd name="connsiteX3" fmla="*/ 1338773 w 1338773"/>
              <a:gd name="connsiteY3" fmla="*/ 223133 h 1293689"/>
              <a:gd name="connsiteX4" fmla="*/ 1338773 w 1338773"/>
              <a:gd name="connsiteY4" fmla="*/ 980789 h 1293689"/>
              <a:gd name="connsiteX5" fmla="*/ 95418 w 1338773"/>
              <a:gd name="connsiteY5" fmla="*/ 1293689 h 1293689"/>
              <a:gd name="connsiteX6" fmla="*/ 65354 w 1338773"/>
              <a:gd name="connsiteY6" fmla="*/ 1273419 h 1293689"/>
              <a:gd name="connsiteX7" fmla="*/ 0 w 1338773"/>
              <a:gd name="connsiteY7" fmla="*/ 1115640 h 1293689"/>
              <a:gd name="connsiteX8" fmla="*/ 0 w 1338773"/>
              <a:gd name="connsiteY8" fmla="*/ 223133 h 1293689"/>
              <a:gd name="connsiteX9" fmla="*/ 178164 w 1338773"/>
              <a:gd name="connsiteY9" fmla="*/ 4533 h 1293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293689">
                <a:moveTo>
                  <a:pt x="178164" y="4533"/>
                </a:moveTo>
                <a:cubicBezTo>
                  <a:pt x="192690" y="1561"/>
                  <a:pt x="207729" y="0"/>
                  <a:pt x="223133" y="0"/>
                </a:cubicBezTo>
                <a:lnTo>
                  <a:pt x="1115640" y="0"/>
                </a:lnTo>
                <a:cubicBezTo>
                  <a:pt x="1238873" y="0"/>
                  <a:pt x="1338773" y="99900"/>
                  <a:pt x="1338773" y="223133"/>
                </a:cubicBezTo>
                <a:lnTo>
                  <a:pt x="1338773" y="980789"/>
                </a:lnTo>
                <a:lnTo>
                  <a:pt x="95418" y="1293689"/>
                </a:lnTo>
                <a:lnTo>
                  <a:pt x="65354" y="1273419"/>
                </a:lnTo>
                <a:cubicBezTo>
                  <a:pt x="24975" y="1233040"/>
                  <a:pt x="0" y="1177256"/>
                  <a:pt x="0" y="1115640"/>
                </a:cubicBez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5" name="Freeform: Shape 84">
            <a:extLst>
              <a:ext uri="{FF2B5EF4-FFF2-40B4-BE49-F238E27FC236}">
                <a16:creationId xmlns:a16="http://schemas.microsoft.com/office/drawing/2014/main" id="{C7B33E51-2087-4876-1960-81C35C23FDAB}"/>
              </a:ext>
            </a:extLst>
          </p:cNvPr>
          <p:cNvSpPr>
            <a:spLocks noChangeAspect="1"/>
          </p:cNvSpPr>
          <p:nvPr/>
        </p:nvSpPr>
        <p:spPr>
          <a:xfrm rot="847535">
            <a:off x="6949422" y="5367856"/>
            <a:ext cx="1338773" cy="951297"/>
          </a:xfrm>
          <a:custGeom>
            <a:avLst/>
            <a:gdLst>
              <a:gd name="connsiteX0" fmla="*/ 178164 w 1338773"/>
              <a:gd name="connsiteY0" fmla="*/ 4533 h 951297"/>
              <a:gd name="connsiteX1" fmla="*/ 223133 w 1338773"/>
              <a:gd name="connsiteY1" fmla="*/ 0 h 951297"/>
              <a:gd name="connsiteX2" fmla="*/ 1115640 w 1338773"/>
              <a:gd name="connsiteY2" fmla="*/ 0 h 951297"/>
              <a:gd name="connsiteX3" fmla="*/ 1338773 w 1338773"/>
              <a:gd name="connsiteY3" fmla="*/ 223133 h 951297"/>
              <a:gd name="connsiteX4" fmla="*/ 1338773 w 1338773"/>
              <a:gd name="connsiteY4" fmla="*/ 614384 h 951297"/>
              <a:gd name="connsiteX5" fmla="*/ 0 w 1338773"/>
              <a:gd name="connsiteY5" fmla="*/ 951297 h 951297"/>
              <a:gd name="connsiteX6" fmla="*/ 0 w 1338773"/>
              <a:gd name="connsiteY6" fmla="*/ 223133 h 951297"/>
              <a:gd name="connsiteX7" fmla="*/ 178164 w 1338773"/>
              <a:gd name="connsiteY7" fmla="*/ 4533 h 951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1297">
                <a:moveTo>
                  <a:pt x="178164" y="4533"/>
                </a:moveTo>
                <a:cubicBezTo>
                  <a:pt x="192690" y="1561"/>
                  <a:pt x="207729" y="0"/>
                  <a:pt x="223133" y="0"/>
                </a:cubicBezTo>
                <a:lnTo>
                  <a:pt x="1115640" y="0"/>
                </a:lnTo>
                <a:cubicBezTo>
                  <a:pt x="1238873" y="0"/>
                  <a:pt x="1338773" y="99900"/>
                  <a:pt x="1338773" y="223133"/>
                </a:cubicBezTo>
                <a:lnTo>
                  <a:pt x="1338773" y="614384"/>
                </a:lnTo>
                <a:lnTo>
                  <a:pt x="0" y="95129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6" name="Freeform: Shape 85">
            <a:extLst>
              <a:ext uri="{FF2B5EF4-FFF2-40B4-BE49-F238E27FC236}">
                <a16:creationId xmlns:a16="http://schemas.microsoft.com/office/drawing/2014/main" id="{B5FAC4C4-F383-BE4F-B3DD-666954692E8E}"/>
              </a:ext>
            </a:extLst>
          </p:cNvPr>
          <p:cNvSpPr>
            <a:spLocks noChangeAspect="1"/>
          </p:cNvSpPr>
          <p:nvPr/>
        </p:nvSpPr>
        <p:spPr>
          <a:xfrm rot="847535">
            <a:off x="8406073" y="5728720"/>
            <a:ext cx="1338773" cy="584893"/>
          </a:xfrm>
          <a:custGeom>
            <a:avLst/>
            <a:gdLst>
              <a:gd name="connsiteX0" fmla="*/ 178164 w 1338773"/>
              <a:gd name="connsiteY0" fmla="*/ 4533 h 584893"/>
              <a:gd name="connsiteX1" fmla="*/ 223133 w 1338773"/>
              <a:gd name="connsiteY1" fmla="*/ 0 h 584893"/>
              <a:gd name="connsiteX2" fmla="*/ 1115640 w 1338773"/>
              <a:gd name="connsiteY2" fmla="*/ 0 h 584893"/>
              <a:gd name="connsiteX3" fmla="*/ 1338773 w 1338773"/>
              <a:gd name="connsiteY3" fmla="*/ 223133 h 584893"/>
              <a:gd name="connsiteX4" fmla="*/ 1338773 w 1338773"/>
              <a:gd name="connsiteY4" fmla="*/ 247981 h 584893"/>
              <a:gd name="connsiteX5" fmla="*/ 0 w 1338773"/>
              <a:gd name="connsiteY5" fmla="*/ 584893 h 584893"/>
              <a:gd name="connsiteX6" fmla="*/ 0 w 1338773"/>
              <a:gd name="connsiteY6" fmla="*/ 223133 h 584893"/>
              <a:gd name="connsiteX7" fmla="*/ 178164 w 1338773"/>
              <a:gd name="connsiteY7" fmla="*/ 4533 h 584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84893">
                <a:moveTo>
                  <a:pt x="178164" y="4533"/>
                </a:moveTo>
                <a:cubicBezTo>
                  <a:pt x="192690" y="1561"/>
                  <a:pt x="207729" y="0"/>
                  <a:pt x="223133" y="0"/>
                </a:cubicBezTo>
                <a:lnTo>
                  <a:pt x="1115640" y="0"/>
                </a:lnTo>
                <a:cubicBezTo>
                  <a:pt x="1238873" y="0"/>
                  <a:pt x="1338773" y="99900"/>
                  <a:pt x="1338773" y="223133"/>
                </a:cubicBezTo>
                <a:lnTo>
                  <a:pt x="1338773" y="247981"/>
                </a:lnTo>
                <a:lnTo>
                  <a:pt x="0" y="584893"/>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0" name="Freeform: Shape 99">
            <a:extLst>
              <a:ext uri="{FF2B5EF4-FFF2-40B4-BE49-F238E27FC236}">
                <a16:creationId xmlns:a16="http://schemas.microsoft.com/office/drawing/2014/main" id="{EB9EAD98-AD2F-2C06-3B79-17AF472454B9}"/>
              </a:ext>
            </a:extLst>
          </p:cNvPr>
          <p:cNvSpPr>
            <a:spLocks noChangeAspect="1"/>
          </p:cNvSpPr>
          <p:nvPr/>
        </p:nvSpPr>
        <p:spPr>
          <a:xfrm rot="847535">
            <a:off x="9870712" y="6032272"/>
            <a:ext cx="867337" cy="218272"/>
          </a:xfrm>
          <a:custGeom>
            <a:avLst/>
            <a:gdLst>
              <a:gd name="connsiteX0" fmla="*/ 177306 w 867337"/>
              <a:gd name="connsiteY0" fmla="*/ 4533 h 218272"/>
              <a:gd name="connsiteX1" fmla="*/ 222275 w 867337"/>
              <a:gd name="connsiteY1" fmla="*/ 0 h 218272"/>
              <a:gd name="connsiteX2" fmla="*/ 867337 w 867337"/>
              <a:gd name="connsiteY2" fmla="*/ 0 h 218272"/>
              <a:gd name="connsiteX3" fmla="*/ 0 w 867337"/>
              <a:gd name="connsiteY3" fmla="*/ 218272 h 218272"/>
              <a:gd name="connsiteX4" fmla="*/ 12682 w 867337"/>
              <a:gd name="connsiteY4" fmla="*/ 146412 h 218272"/>
              <a:gd name="connsiteX5" fmla="*/ 177306 w 867337"/>
              <a:gd name="connsiteY5" fmla="*/ 4533 h 218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337" h="218272">
                <a:moveTo>
                  <a:pt x="177306" y="4533"/>
                </a:moveTo>
                <a:cubicBezTo>
                  <a:pt x="191832" y="1561"/>
                  <a:pt x="206871" y="0"/>
                  <a:pt x="222275" y="0"/>
                </a:cubicBezTo>
                <a:lnTo>
                  <a:pt x="867337" y="0"/>
                </a:lnTo>
                <a:lnTo>
                  <a:pt x="0" y="218272"/>
                </a:lnTo>
                <a:lnTo>
                  <a:pt x="12682" y="146412"/>
                </a:lnTo>
                <a:cubicBezTo>
                  <a:pt x="38960" y="74644"/>
                  <a:pt x="101047" y="20138"/>
                  <a:pt x="177306"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3" name="Freeform: Shape 72">
            <a:extLst>
              <a:ext uri="{FF2B5EF4-FFF2-40B4-BE49-F238E27FC236}">
                <a16:creationId xmlns:a16="http://schemas.microsoft.com/office/drawing/2014/main" id="{C602D60E-E67B-6E2D-5D54-EE02BBBDB627}"/>
              </a:ext>
            </a:extLst>
          </p:cNvPr>
          <p:cNvSpPr>
            <a:spLocks noChangeAspect="1"/>
          </p:cNvSpPr>
          <p:nvPr/>
        </p:nvSpPr>
        <p:spPr>
          <a:xfrm rot="847535">
            <a:off x="-226838" y="5033986"/>
            <a:ext cx="1048016" cy="1338773"/>
          </a:xfrm>
          <a:custGeom>
            <a:avLst/>
            <a:gdLst>
              <a:gd name="connsiteX0" fmla="*/ 0 w 1048016"/>
              <a:gd name="connsiteY0" fmla="*/ 0 h 1338773"/>
              <a:gd name="connsiteX1" fmla="*/ 824883 w 1048016"/>
              <a:gd name="connsiteY1" fmla="*/ 0 h 1338773"/>
              <a:gd name="connsiteX2" fmla="*/ 1048016 w 1048016"/>
              <a:gd name="connsiteY2" fmla="*/ 223133 h 1338773"/>
              <a:gd name="connsiteX3" fmla="*/ 1048016 w 1048016"/>
              <a:gd name="connsiteY3" fmla="*/ 989209 h 1338773"/>
              <a:gd name="connsiteX4" fmla="*/ 342725 w 1048016"/>
              <a:gd name="connsiteY4" fmla="*/ 1166701 h 1338773"/>
              <a:gd name="connsiteX5" fmla="*/ 386029 w 1048016"/>
              <a:gd name="connsiteY5" fmla="*/ 1338773 h 1338773"/>
              <a:gd name="connsiteX6" fmla="*/ 336912 w 1048016"/>
              <a:gd name="connsiteY6" fmla="*/ 133877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8016" h="1338773">
                <a:moveTo>
                  <a:pt x="0" y="0"/>
                </a:moveTo>
                <a:lnTo>
                  <a:pt x="824883" y="0"/>
                </a:lnTo>
                <a:cubicBezTo>
                  <a:pt x="948116" y="0"/>
                  <a:pt x="1048016" y="99900"/>
                  <a:pt x="1048016" y="223133"/>
                </a:cubicBezTo>
                <a:lnTo>
                  <a:pt x="1048016" y="989209"/>
                </a:lnTo>
                <a:lnTo>
                  <a:pt x="342725" y="1166701"/>
                </a:lnTo>
                <a:lnTo>
                  <a:pt x="386029" y="1338773"/>
                </a:lnTo>
                <a:lnTo>
                  <a:pt x="336912" y="1338773"/>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4" name="Freeform: Shape 73">
            <a:extLst>
              <a:ext uri="{FF2B5EF4-FFF2-40B4-BE49-F238E27FC236}">
                <a16:creationId xmlns:a16="http://schemas.microsoft.com/office/drawing/2014/main" id="{6D4B89F7-BD39-A525-F4D7-2C9217DB2DEC}"/>
              </a:ext>
            </a:extLst>
          </p:cNvPr>
          <p:cNvSpPr>
            <a:spLocks noChangeAspect="1"/>
          </p:cNvSpPr>
          <p:nvPr/>
        </p:nvSpPr>
        <p:spPr>
          <a:xfrm rot="847535">
            <a:off x="944998" y="5359563"/>
            <a:ext cx="1338773" cy="959717"/>
          </a:xfrm>
          <a:custGeom>
            <a:avLst/>
            <a:gdLst>
              <a:gd name="connsiteX0" fmla="*/ 178164 w 1338773"/>
              <a:gd name="connsiteY0" fmla="*/ 4533 h 959717"/>
              <a:gd name="connsiteX1" fmla="*/ 223133 w 1338773"/>
              <a:gd name="connsiteY1" fmla="*/ 0 h 959717"/>
              <a:gd name="connsiteX2" fmla="*/ 1115640 w 1338773"/>
              <a:gd name="connsiteY2" fmla="*/ 0 h 959717"/>
              <a:gd name="connsiteX3" fmla="*/ 1338773 w 1338773"/>
              <a:gd name="connsiteY3" fmla="*/ 223133 h 959717"/>
              <a:gd name="connsiteX4" fmla="*/ 1338773 w 1338773"/>
              <a:gd name="connsiteY4" fmla="*/ 622805 h 959717"/>
              <a:gd name="connsiteX5" fmla="*/ 0 w 1338773"/>
              <a:gd name="connsiteY5" fmla="*/ 959717 h 959717"/>
              <a:gd name="connsiteX6" fmla="*/ 0 w 1338773"/>
              <a:gd name="connsiteY6" fmla="*/ 223133 h 959717"/>
              <a:gd name="connsiteX7" fmla="*/ 178164 w 1338773"/>
              <a:gd name="connsiteY7" fmla="*/ 4533 h 95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9717">
                <a:moveTo>
                  <a:pt x="178164" y="4533"/>
                </a:moveTo>
                <a:cubicBezTo>
                  <a:pt x="192689" y="1561"/>
                  <a:pt x="207729" y="0"/>
                  <a:pt x="223133" y="0"/>
                </a:cubicBezTo>
                <a:lnTo>
                  <a:pt x="1115640" y="0"/>
                </a:lnTo>
                <a:cubicBezTo>
                  <a:pt x="1238873" y="0"/>
                  <a:pt x="1338773" y="99900"/>
                  <a:pt x="1338773" y="223133"/>
                </a:cubicBezTo>
                <a:lnTo>
                  <a:pt x="1338773" y="622805"/>
                </a:lnTo>
                <a:lnTo>
                  <a:pt x="0" y="95971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5" name="Freeform: Shape 74">
            <a:extLst>
              <a:ext uri="{FF2B5EF4-FFF2-40B4-BE49-F238E27FC236}">
                <a16:creationId xmlns:a16="http://schemas.microsoft.com/office/drawing/2014/main" id="{12ABE279-C7F2-129E-021D-5FB4BA2F231C}"/>
              </a:ext>
            </a:extLst>
          </p:cNvPr>
          <p:cNvSpPr>
            <a:spLocks noChangeAspect="1"/>
          </p:cNvSpPr>
          <p:nvPr/>
        </p:nvSpPr>
        <p:spPr>
          <a:xfrm rot="847535">
            <a:off x="2401651" y="5720428"/>
            <a:ext cx="1338773" cy="593312"/>
          </a:xfrm>
          <a:custGeom>
            <a:avLst/>
            <a:gdLst>
              <a:gd name="connsiteX0" fmla="*/ 178164 w 1338773"/>
              <a:gd name="connsiteY0" fmla="*/ 4533 h 593312"/>
              <a:gd name="connsiteX1" fmla="*/ 223133 w 1338773"/>
              <a:gd name="connsiteY1" fmla="*/ 0 h 593312"/>
              <a:gd name="connsiteX2" fmla="*/ 1115640 w 1338773"/>
              <a:gd name="connsiteY2" fmla="*/ 0 h 593312"/>
              <a:gd name="connsiteX3" fmla="*/ 1338773 w 1338773"/>
              <a:gd name="connsiteY3" fmla="*/ 223133 h 593312"/>
              <a:gd name="connsiteX4" fmla="*/ 1338773 w 1338773"/>
              <a:gd name="connsiteY4" fmla="*/ 256400 h 593312"/>
              <a:gd name="connsiteX5" fmla="*/ 0 w 1338773"/>
              <a:gd name="connsiteY5" fmla="*/ 593312 h 593312"/>
              <a:gd name="connsiteX6" fmla="*/ 0 w 1338773"/>
              <a:gd name="connsiteY6" fmla="*/ 223133 h 593312"/>
              <a:gd name="connsiteX7" fmla="*/ 178164 w 1338773"/>
              <a:gd name="connsiteY7" fmla="*/ 4533 h 593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93312">
                <a:moveTo>
                  <a:pt x="178164" y="4533"/>
                </a:moveTo>
                <a:cubicBezTo>
                  <a:pt x="192690" y="1561"/>
                  <a:pt x="207729" y="0"/>
                  <a:pt x="223133" y="0"/>
                </a:cubicBezTo>
                <a:lnTo>
                  <a:pt x="1115640" y="0"/>
                </a:lnTo>
                <a:cubicBezTo>
                  <a:pt x="1238873" y="0"/>
                  <a:pt x="1338773" y="99900"/>
                  <a:pt x="1338773" y="223133"/>
                </a:cubicBezTo>
                <a:lnTo>
                  <a:pt x="1338773" y="256400"/>
                </a:lnTo>
                <a:lnTo>
                  <a:pt x="0" y="593312"/>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kern="0" dirty="0">
              <a:solidFill>
                <a:sysClr val="windowText" lastClr="000000"/>
              </a:solidFill>
            </a:endParaRPr>
          </a:p>
        </p:txBody>
      </p:sp>
      <p:sp>
        <p:nvSpPr>
          <p:cNvPr id="79" name="Freeform: Shape 78">
            <a:extLst>
              <a:ext uri="{FF2B5EF4-FFF2-40B4-BE49-F238E27FC236}">
                <a16:creationId xmlns:a16="http://schemas.microsoft.com/office/drawing/2014/main" id="{4A6536BB-04E4-DDA5-F4D3-D8291BAB5A06}"/>
              </a:ext>
            </a:extLst>
          </p:cNvPr>
          <p:cNvSpPr>
            <a:spLocks noChangeAspect="1"/>
          </p:cNvSpPr>
          <p:nvPr/>
        </p:nvSpPr>
        <p:spPr>
          <a:xfrm rot="847535">
            <a:off x="3864911" y="6027955"/>
            <a:ext cx="901658" cy="226909"/>
          </a:xfrm>
          <a:custGeom>
            <a:avLst/>
            <a:gdLst>
              <a:gd name="connsiteX0" fmla="*/ 178164 w 901658"/>
              <a:gd name="connsiteY0" fmla="*/ 4533 h 226909"/>
              <a:gd name="connsiteX1" fmla="*/ 223133 w 901658"/>
              <a:gd name="connsiteY1" fmla="*/ 0 h 226909"/>
              <a:gd name="connsiteX2" fmla="*/ 901658 w 901658"/>
              <a:gd name="connsiteY2" fmla="*/ 0 h 226909"/>
              <a:gd name="connsiteX3" fmla="*/ 0 w 901658"/>
              <a:gd name="connsiteY3" fmla="*/ 226909 h 226909"/>
              <a:gd name="connsiteX4" fmla="*/ 0 w 901658"/>
              <a:gd name="connsiteY4" fmla="*/ 223133 h 226909"/>
              <a:gd name="connsiteX5" fmla="*/ 178164 w 901658"/>
              <a:gd name="connsiteY5" fmla="*/ 4533 h 226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1658" h="226909">
                <a:moveTo>
                  <a:pt x="178164" y="4533"/>
                </a:moveTo>
                <a:cubicBezTo>
                  <a:pt x="192689" y="1561"/>
                  <a:pt x="207729" y="0"/>
                  <a:pt x="223133" y="0"/>
                </a:cubicBezTo>
                <a:lnTo>
                  <a:pt x="901658" y="0"/>
                </a:lnTo>
                <a:lnTo>
                  <a:pt x="0" y="226909"/>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9" name="Arrow14" descr="{&quot;Key&quot;:&quot;POWER_USER_SHAPE_ICON&quot;,&quot;Value&quot;:&quot;POWER_USER_SHAPE_ICON_STYLE_1&quot;}">
            <a:extLst>
              <a:ext uri="{FF2B5EF4-FFF2-40B4-BE49-F238E27FC236}">
                <a16:creationId xmlns:a16="http://schemas.microsoft.com/office/drawing/2014/main" id="{834617B7-7BE9-4525-AC15-079B8F736BD2}"/>
              </a:ext>
            </a:extLst>
          </p:cNvPr>
          <p:cNvSpPr>
            <a:spLocks noChangeAspect="1"/>
          </p:cNvSpPr>
          <p:nvPr/>
        </p:nvSpPr>
        <p:spPr>
          <a:xfrm rot="3398551">
            <a:off x="3889550" y="4943683"/>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Arrow14" descr="{&quot;Key&quot;:&quot;POWER_USER_SHAPE_ICON&quot;,&quot;Value&quot;:&quot;POWER_USER_SHAPE_ICON_STYLE_1&quot;}">
            <a:extLst>
              <a:ext uri="{FF2B5EF4-FFF2-40B4-BE49-F238E27FC236}">
                <a16:creationId xmlns:a16="http://schemas.microsoft.com/office/drawing/2014/main" id="{98712D4B-D1D8-43ED-A11D-6A45B98C4D45}"/>
              </a:ext>
            </a:extLst>
          </p:cNvPr>
          <p:cNvSpPr>
            <a:spLocks noChangeAspect="1"/>
          </p:cNvSpPr>
          <p:nvPr/>
        </p:nvSpPr>
        <p:spPr>
          <a:xfrm rot="19598551">
            <a:off x="4790013" y="4462050"/>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Arrow14" descr="{&quot;Key&quot;:&quot;POWER_USER_SHAPE_ICON&quot;,&quot;Value&quot;:&quot;POWER_USER_SHAPE_ICON_STYLE_1&quot;}">
            <a:extLst>
              <a:ext uri="{FF2B5EF4-FFF2-40B4-BE49-F238E27FC236}">
                <a16:creationId xmlns:a16="http://schemas.microsoft.com/office/drawing/2014/main" id="{8F13D31D-A4A4-478D-A449-71E51C78D30D}"/>
              </a:ext>
            </a:extLst>
          </p:cNvPr>
          <p:cNvSpPr>
            <a:spLocks noChangeAspect="1"/>
          </p:cNvSpPr>
          <p:nvPr/>
        </p:nvSpPr>
        <p:spPr>
          <a:xfrm rot="19598551">
            <a:off x="7955438" y="3735038"/>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Arrow14" descr="{&quot;Key&quot;:&quot;POWER_USER_SHAPE_ICON&quot;,&quot;Value&quot;:&quot;POWER_USER_SHAPE_ICON_STYLE_1&quot;}">
            <a:extLst>
              <a:ext uri="{FF2B5EF4-FFF2-40B4-BE49-F238E27FC236}">
                <a16:creationId xmlns:a16="http://schemas.microsoft.com/office/drawing/2014/main" id="{DA562BC3-76AB-41D1-A998-A0BA1624A5B2}"/>
              </a:ext>
            </a:extLst>
          </p:cNvPr>
          <p:cNvSpPr>
            <a:spLocks noChangeAspect="1"/>
          </p:cNvSpPr>
          <p:nvPr/>
        </p:nvSpPr>
        <p:spPr>
          <a:xfrm rot="19598551">
            <a:off x="9723007" y="2656204"/>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Arrow14" descr="{&quot;Key&quot;:&quot;POWER_USER_SHAPE_ICON&quot;,&quot;Value&quot;:&quot;POWER_USER_SHAPE_ICON_STYLE_1&quot;}">
            <a:extLst>
              <a:ext uri="{FF2B5EF4-FFF2-40B4-BE49-F238E27FC236}">
                <a16:creationId xmlns:a16="http://schemas.microsoft.com/office/drawing/2014/main" id="{8F0D4654-FFD5-4E9A-9130-1730FD5B187C}"/>
              </a:ext>
            </a:extLst>
          </p:cNvPr>
          <p:cNvSpPr>
            <a:spLocks noChangeAspect="1"/>
          </p:cNvSpPr>
          <p:nvPr/>
        </p:nvSpPr>
        <p:spPr>
          <a:xfrm rot="3398551">
            <a:off x="5589927" y="391509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Arrow14" descr="{&quot;Key&quot;:&quot;POWER_USER_SHAPE_ICON&quot;,&quot;Value&quot;:&quot;POWER_USER_SHAPE_ICON_STYLE_1&quot;}">
            <a:extLst>
              <a:ext uri="{FF2B5EF4-FFF2-40B4-BE49-F238E27FC236}">
                <a16:creationId xmlns:a16="http://schemas.microsoft.com/office/drawing/2014/main" id="{890E755B-0158-4D33-8EE7-B568F4143010}"/>
              </a:ext>
            </a:extLst>
          </p:cNvPr>
          <p:cNvSpPr>
            <a:spLocks noChangeAspect="1"/>
          </p:cNvSpPr>
          <p:nvPr/>
        </p:nvSpPr>
        <p:spPr>
          <a:xfrm rot="3398551">
            <a:off x="7016828" y="4227385"/>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6" name="Arrow14" descr="{&quot;Key&quot;:&quot;POWER_USER_SHAPE_ICON&quot;,&quot;Value&quot;:&quot;POWER_USER_SHAPE_ICON_STYLE_1&quot;}">
            <a:extLst>
              <a:ext uri="{FF2B5EF4-FFF2-40B4-BE49-F238E27FC236}">
                <a16:creationId xmlns:a16="http://schemas.microsoft.com/office/drawing/2014/main" id="{999FAAE1-7AFC-40B3-9B47-80B25AEB664A}"/>
              </a:ext>
            </a:extLst>
          </p:cNvPr>
          <p:cNvSpPr>
            <a:spLocks noChangeAspect="1"/>
          </p:cNvSpPr>
          <p:nvPr/>
        </p:nvSpPr>
        <p:spPr>
          <a:xfrm rot="3398551">
            <a:off x="8768670" y="317448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custDataLst>
      <p:tags r:id="rId1"/>
    </p:custDataLst>
    <p:extLst>
      <p:ext uri="{BB962C8B-B14F-4D97-AF65-F5344CB8AC3E}">
        <p14:creationId xmlns:p14="http://schemas.microsoft.com/office/powerpoint/2010/main" val="517574846"/>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465C00-AE5A-978E-6226-559E1C5D5B6C}"/>
              </a:ext>
            </a:extLst>
          </p:cNvPr>
          <p:cNvSpPr>
            <a:spLocks noGrp="1"/>
          </p:cNvSpPr>
          <p:nvPr>
            <p:ph type="title"/>
          </p:nvPr>
        </p:nvSpPr>
        <p:spPr>
          <a:xfrm>
            <a:off x="214184" y="13663"/>
            <a:ext cx="9728886" cy="678316"/>
          </a:xfrm>
        </p:spPr>
        <p:txBody>
          <a:bodyPr>
            <a:normAutofit/>
          </a:bodyPr>
          <a:lstStyle/>
          <a:p>
            <a:r>
              <a:rPr lang="en-US" dirty="0"/>
              <a:t>Stopwatch</a:t>
            </a:r>
          </a:p>
        </p:txBody>
      </p:sp>
      <p:grpSp>
        <p:nvGrpSpPr>
          <p:cNvPr id="3" name="Groupe 81">
            <a:extLst>
              <a:ext uri="{FF2B5EF4-FFF2-40B4-BE49-F238E27FC236}">
                <a16:creationId xmlns:a16="http://schemas.microsoft.com/office/drawing/2014/main" id="{CA28BFA3-D53B-49A7-26EE-EC3FE9C82354}"/>
              </a:ext>
            </a:extLst>
          </p:cNvPr>
          <p:cNvGrpSpPr/>
          <p:nvPr/>
        </p:nvGrpSpPr>
        <p:grpSpPr>
          <a:xfrm>
            <a:off x="3966781" y="1524000"/>
            <a:ext cx="4298248" cy="4329676"/>
            <a:chOff x="3219682" y="555538"/>
            <a:chExt cx="5792446" cy="5834800"/>
          </a:xfrm>
        </p:grpSpPr>
        <p:sp>
          <p:nvSpPr>
            <p:cNvPr id="4" name="Freeform: Shape 56">
              <a:extLst>
                <a:ext uri="{FF2B5EF4-FFF2-40B4-BE49-F238E27FC236}">
                  <a16:creationId xmlns:a16="http://schemas.microsoft.com/office/drawing/2014/main" id="{0AC8C142-02B1-A5A1-47A6-920CDC6CBDC5}"/>
                </a:ext>
              </a:extLst>
            </p:cNvPr>
            <p:cNvSpPr/>
            <p:nvPr/>
          </p:nvSpPr>
          <p:spPr>
            <a:xfrm rot="6999277">
              <a:off x="2769037" y="2363614"/>
              <a:ext cx="2676924" cy="1775633"/>
            </a:xfrm>
            <a:custGeom>
              <a:avLst/>
              <a:gdLst>
                <a:gd name="connsiteX0" fmla="*/ 0 w 2676923"/>
                <a:gd name="connsiteY0" fmla="*/ 1124281 h 1775633"/>
                <a:gd name="connsiteX1" fmla="*/ 660877 w 2676923"/>
                <a:gd name="connsiteY1" fmla="*/ 456114 h 1775633"/>
                <a:gd name="connsiteX2" fmla="*/ 662988 w 2676923"/>
                <a:gd name="connsiteY2" fmla="*/ 624064 h 1775633"/>
                <a:gd name="connsiteX3" fmla="*/ 709555 w 2676923"/>
                <a:gd name="connsiteY3" fmla="*/ 623305 h 1775633"/>
                <a:gd name="connsiteX4" fmla="*/ 1320782 w 2676923"/>
                <a:gd name="connsiteY4" fmla="*/ 456774 h 1775633"/>
                <a:gd name="connsiteX5" fmla="*/ 1819525 w 2676923"/>
                <a:gd name="connsiteY5" fmla="*/ 66150 h 1775633"/>
                <a:gd name="connsiteX6" fmla="*/ 1870512 w 2676923"/>
                <a:gd name="connsiteY6" fmla="*/ 0 h 1775633"/>
                <a:gd name="connsiteX7" fmla="*/ 2676923 w 2676923"/>
                <a:gd name="connsiteY7" fmla="*/ 606589 h 1775633"/>
                <a:gd name="connsiteX8" fmla="*/ 2588355 w 2676923"/>
                <a:gd name="connsiteY8" fmla="*/ 721497 h 1775633"/>
                <a:gd name="connsiteX9" fmla="*/ 1773869 w 2676923"/>
                <a:gd name="connsiteY9" fmla="*/ 1359417 h 1775633"/>
                <a:gd name="connsiteX10" fmla="*/ 775687 w 2676923"/>
                <a:gd name="connsiteY10" fmla="*/ 1631376 h 1775633"/>
                <a:gd name="connsiteX11" fmla="*/ 675666 w 2676923"/>
                <a:gd name="connsiteY11" fmla="*/ 1633006 h 1775633"/>
                <a:gd name="connsiteX12" fmla="*/ 677458 w 2676923"/>
                <a:gd name="connsiteY12" fmla="*/ 1775633 h 177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923" h="1775633">
                  <a:moveTo>
                    <a:pt x="0" y="1124281"/>
                  </a:moveTo>
                  <a:lnTo>
                    <a:pt x="660877" y="456114"/>
                  </a:lnTo>
                  <a:lnTo>
                    <a:pt x="662988" y="624064"/>
                  </a:lnTo>
                  <a:lnTo>
                    <a:pt x="709555" y="623305"/>
                  </a:lnTo>
                  <a:cubicBezTo>
                    <a:pt x="916351" y="609831"/>
                    <a:pt x="1123921" y="555590"/>
                    <a:pt x="1320782" y="456774"/>
                  </a:cubicBezTo>
                  <a:cubicBezTo>
                    <a:pt x="1517644" y="357959"/>
                    <a:pt x="1685160" y="223923"/>
                    <a:pt x="1819525" y="66150"/>
                  </a:cubicBezTo>
                  <a:lnTo>
                    <a:pt x="1870512" y="0"/>
                  </a:lnTo>
                  <a:lnTo>
                    <a:pt x="2676923" y="606589"/>
                  </a:lnTo>
                  <a:lnTo>
                    <a:pt x="2588355" y="721497"/>
                  </a:lnTo>
                  <a:cubicBezTo>
                    <a:pt x="2368928" y="979153"/>
                    <a:pt x="2095360" y="1198043"/>
                    <a:pt x="1773869" y="1359417"/>
                  </a:cubicBezTo>
                  <a:cubicBezTo>
                    <a:pt x="1452378" y="1520791"/>
                    <a:pt x="1113401" y="1609371"/>
                    <a:pt x="775687" y="1631376"/>
                  </a:cubicBezTo>
                  <a:lnTo>
                    <a:pt x="675666" y="1633006"/>
                  </a:lnTo>
                  <a:lnTo>
                    <a:pt x="677458" y="1775633"/>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5" name="Freeform: Shape 40">
              <a:extLst>
                <a:ext uri="{FF2B5EF4-FFF2-40B4-BE49-F238E27FC236}">
                  <a16:creationId xmlns:a16="http://schemas.microsoft.com/office/drawing/2014/main" id="{C2ADA524-03AA-B0A2-E20E-1D9E4E07F373}"/>
                </a:ext>
              </a:extLst>
            </p:cNvPr>
            <p:cNvSpPr/>
            <p:nvPr/>
          </p:nvSpPr>
          <p:spPr>
            <a:xfrm rot="6999277">
              <a:off x="6080273" y="3408009"/>
              <a:ext cx="12268" cy="15386"/>
            </a:xfrm>
            <a:custGeom>
              <a:avLst/>
              <a:gdLst>
                <a:gd name="connsiteX0" fmla="*/ 0 w 12268"/>
                <a:gd name="connsiteY0" fmla="*/ 15386 h 15386"/>
                <a:gd name="connsiteX1" fmla="*/ 0 w 12268"/>
                <a:gd name="connsiteY1" fmla="*/ 0 h 15386"/>
                <a:gd name="connsiteX2" fmla="*/ 12268 w 12268"/>
                <a:gd name="connsiteY2" fmla="*/ 9228 h 15386"/>
                <a:gd name="connsiteX3" fmla="*/ 0 w 12268"/>
                <a:gd name="connsiteY3" fmla="*/ 15386 h 15386"/>
              </a:gdLst>
              <a:ahLst/>
              <a:cxnLst>
                <a:cxn ang="0">
                  <a:pos x="connsiteX0" y="connsiteY0"/>
                </a:cxn>
                <a:cxn ang="0">
                  <a:pos x="connsiteX1" y="connsiteY1"/>
                </a:cxn>
                <a:cxn ang="0">
                  <a:pos x="connsiteX2" y="connsiteY2"/>
                </a:cxn>
                <a:cxn ang="0">
                  <a:pos x="connsiteX3" y="connsiteY3"/>
                </a:cxn>
              </a:cxnLst>
              <a:rect l="l" t="t" r="r" b="b"/>
              <a:pathLst>
                <a:path w="12268" h="15386">
                  <a:moveTo>
                    <a:pt x="0" y="15386"/>
                  </a:moveTo>
                  <a:lnTo>
                    <a:pt x="0" y="0"/>
                  </a:lnTo>
                  <a:lnTo>
                    <a:pt x="12268" y="9228"/>
                  </a:lnTo>
                  <a:lnTo>
                    <a:pt x="0" y="1538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6" name="Freeform: Shape 39">
              <a:extLst>
                <a:ext uri="{FF2B5EF4-FFF2-40B4-BE49-F238E27FC236}">
                  <a16:creationId xmlns:a16="http://schemas.microsoft.com/office/drawing/2014/main" id="{75F7565A-E275-6C26-0C20-B6E7C811C38C}"/>
                </a:ext>
              </a:extLst>
            </p:cNvPr>
            <p:cNvSpPr/>
            <p:nvPr/>
          </p:nvSpPr>
          <p:spPr>
            <a:xfrm rot="6999277">
              <a:off x="6099510" y="3403996"/>
              <a:ext cx="12206" cy="15308"/>
            </a:xfrm>
            <a:custGeom>
              <a:avLst/>
              <a:gdLst>
                <a:gd name="connsiteX0" fmla="*/ 0 w 12206"/>
                <a:gd name="connsiteY0" fmla="*/ 6127 h 15308"/>
                <a:gd name="connsiteX1" fmla="*/ 12206 w 12206"/>
                <a:gd name="connsiteY1" fmla="*/ 0 h 15308"/>
                <a:gd name="connsiteX2" fmla="*/ 12206 w 12206"/>
                <a:gd name="connsiteY2" fmla="*/ 15308 h 15308"/>
                <a:gd name="connsiteX3" fmla="*/ 0 w 12206"/>
                <a:gd name="connsiteY3" fmla="*/ 6127 h 15308"/>
              </a:gdLst>
              <a:ahLst/>
              <a:cxnLst>
                <a:cxn ang="0">
                  <a:pos x="connsiteX0" y="connsiteY0"/>
                </a:cxn>
                <a:cxn ang="0">
                  <a:pos x="connsiteX1" y="connsiteY1"/>
                </a:cxn>
                <a:cxn ang="0">
                  <a:pos x="connsiteX2" y="connsiteY2"/>
                </a:cxn>
                <a:cxn ang="0">
                  <a:pos x="connsiteX3" y="connsiteY3"/>
                </a:cxn>
              </a:cxnLst>
              <a:rect l="l" t="t" r="r" b="b"/>
              <a:pathLst>
                <a:path w="12206" h="15308">
                  <a:moveTo>
                    <a:pt x="0" y="6127"/>
                  </a:moveTo>
                  <a:lnTo>
                    <a:pt x="12206" y="0"/>
                  </a:lnTo>
                  <a:lnTo>
                    <a:pt x="12206" y="15308"/>
                  </a:lnTo>
                  <a:lnTo>
                    <a:pt x="0" y="612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7" name="Freeform: Shape 38">
              <a:extLst>
                <a:ext uri="{FF2B5EF4-FFF2-40B4-BE49-F238E27FC236}">
                  <a16:creationId xmlns:a16="http://schemas.microsoft.com/office/drawing/2014/main" id="{F6330006-1E51-5F34-85A1-98FB4CD10213}"/>
                </a:ext>
              </a:extLst>
            </p:cNvPr>
            <p:cNvSpPr/>
            <p:nvPr/>
          </p:nvSpPr>
          <p:spPr>
            <a:xfrm rot="6999277">
              <a:off x="6069605" y="3416911"/>
              <a:ext cx="15164" cy="19018"/>
            </a:xfrm>
            <a:custGeom>
              <a:avLst/>
              <a:gdLst>
                <a:gd name="connsiteX0" fmla="*/ 0 w 15164"/>
                <a:gd name="connsiteY0" fmla="*/ 7612 h 19018"/>
                <a:gd name="connsiteX1" fmla="*/ 15164 w 15164"/>
                <a:gd name="connsiteY1" fmla="*/ 0 h 19018"/>
                <a:gd name="connsiteX2" fmla="*/ 15164 w 15164"/>
                <a:gd name="connsiteY2" fmla="*/ 19018 h 19018"/>
                <a:gd name="connsiteX3" fmla="*/ 0 w 15164"/>
                <a:gd name="connsiteY3" fmla="*/ 7612 h 19018"/>
              </a:gdLst>
              <a:ahLst/>
              <a:cxnLst>
                <a:cxn ang="0">
                  <a:pos x="connsiteX0" y="connsiteY0"/>
                </a:cxn>
                <a:cxn ang="0">
                  <a:pos x="connsiteX1" y="connsiteY1"/>
                </a:cxn>
                <a:cxn ang="0">
                  <a:pos x="connsiteX2" y="connsiteY2"/>
                </a:cxn>
                <a:cxn ang="0">
                  <a:pos x="connsiteX3" y="connsiteY3"/>
                </a:cxn>
              </a:cxnLst>
              <a:rect l="l" t="t" r="r" b="b"/>
              <a:pathLst>
                <a:path w="15164" h="19018">
                  <a:moveTo>
                    <a:pt x="0" y="7612"/>
                  </a:moveTo>
                  <a:lnTo>
                    <a:pt x="15164" y="0"/>
                  </a:lnTo>
                  <a:lnTo>
                    <a:pt x="15164" y="19018"/>
                  </a:lnTo>
                  <a:lnTo>
                    <a:pt x="0" y="761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8" name="Freeform: Shape 37">
              <a:extLst>
                <a:ext uri="{FF2B5EF4-FFF2-40B4-BE49-F238E27FC236}">
                  <a16:creationId xmlns:a16="http://schemas.microsoft.com/office/drawing/2014/main" id="{97C9F384-5FDC-4BAA-42BB-C303F8DC7DC4}"/>
                </a:ext>
              </a:extLst>
            </p:cNvPr>
            <p:cNvSpPr/>
            <p:nvPr/>
          </p:nvSpPr>
          <p:spPr>
            <a:xfrm rot="6999277">
              <a:off x="6107231" y="3422071"/>
              <a:ext cx="15164" cy="19019"/>
            </a:xfrm>
            <a:custGeom>
              <a:avLst/>
              <a:gdLst>
                <a:gd name="connsiteX0" fmla="*/ 0 w 15164"/>
                <a:gd name="connsiteY0" fmla="*/ 19019 h 19019"/>
                <a:gd name="connsiteX1" fmla="*/ 0 w 15164"/>
                <a:gd name="connsiteY1" fmla="*/ 0 h 19019"/>
                <a:gd name="connsiteX2" fmla="*/ 15164 w 15164"/>
                <a:gd name="connsiteY2" fmla="*/ 11407 h 19019"/>
                <a:gd name="connsiteX3" fmla="*/ 0 w 15164"/>
                <a:gd name="connsiteY3" fmla="*/ 19019 h 19019"/>
              </a:gdLst>
              <a:ahLst/>
              <a:cxnLst>
                <a:cxn ang="0">
                  <a:pos x="connsiteX0" y="connsiteY0"/>
                </a:cxn>
                <a:cxn ang="0">
                  <a:pos x="connsiteX1" y="connsiteY1"/>
                </a:cxn>
                <a:cxn ang="0">
                  <a:pos x="connsiteX2" y="connsiteY2"/>
                </a:cxn>
                <a:cxn ang="0">
                  <a:pos x="connsiteX3" y="connsiteY3"/>
                </a:cxn>
              </a:cxnLst>
              <a:rect l="l" t="t" r="r" b="b"/>
              <a:pathLst>
                <a:path w="15164" h="19019">
                  <a:moveTo>
                    <a:pt x="0" y="19019"/>
                  </a:moveTo>
                  <a:lnTo>
                    <a:pt x="0" y="0"/>
                  </a:lnTo>
                  <a:lnTo>
                    <a:pt x="15164" y="11407"/>
                  </a:lnTo>
                  <a:lnTo>
                    <a:pt x="0" y="1901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9" name="Freeform: Shape 36">
              <a:extLst>
                <a:ext uri="{FF2B5EF4-FFF2-40B4-BE49-F238E27FC236}">
                  <a16:creationId xmlns:a16="http://schemas.microsoft.com/office/drawing/2014/main" id="{10194A66-0210-AA6F-C3D8-6C09D145B2E0}"/>
                </a:ext>
              </a:extLst>
            </p:cNvPr>
            <p:cNvSpPr/>
            <p:nvPr/>
          </p:nvSpPr>
          <p:spPr>
            <a:xfrm rot="6999277">
              <a:off x="6080284" y="3438697"/>
              <a:ext cx="12206" cy="15308"/>
            </a:xfrm>
            <a:custGeom>
              <a:avLst/>
              <a:gdLst>
                <a:gd name="connsiteX0" fmla="*/ 0 w 12206"/>
                <a:gd name="connsiteY0" fmla="*/ 15308 h 15308"/>
                <a:gd name="connsiteX1" fmla="*/ 0 w 12206"/>
                <a:gd name="connsiteY1" fmla="*/ 0 h 15308"/>
                <a:gd name="connsiteX2" fmla="*/ 12206 w 12206"/>
                <a:gd name="connsiteY2" fmla="*/ 9181 h 15308"/>
                <a:gd name="connsiteX3" fmla="*/ 0 w 12206"/>
                <a:gd name="connsiteY3" fmla="*/ 15308 h 15308"/>
              </a:gdLst>
              <a:ahLst/>
              <a:cxnLst>
                <a:cxn ang="0">
                  <a:pos x="connsiteX0" y="connsiteY0"/>
                </a:cxn>
                <a:cxn ang="0">
                  <a:pos x="connsiteX1" y="connsiteY1"/>
                </a:cxn>
                <a:cxn ang="0">
                  <a:pos x="connsiteX2" y="connsiteY2"/>
                </a:cxn>
                <a:cxn ang="0">
                  <a:pos x="connsiteX3" y="connsiteY3"/>
                </a:cxn>
              </a:cxnLst>
              <a:rect l="l" t="t" r="r" b="b"/>
              <a:pathLst>
                <a:path w="12206" h="15308">
                  <a:moveTo>
                    <a:pt x="0" y="15308"/>
                  </a:moveTo>
                  <a:lnTo>
                    <a:pt x="0" y="0"/>
                  </a:lnTo>
                  <a:lnTo>
                    <a:pt x="12206" y="9181"/>
                  </a:lnTo>
                  <a:lnTo>
                    <a:pt x="0" y="1530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0" name="Freeform: Shape 35">
              <a:extLst>
                <a:ext uri="{FF2B5EF4-FFF2-40B4-BE49-F238E27FC236}">
                  <a16:creationId xmlns:a16="http://schemas.microsoft.com/office/drawing/2014/main" id="{AA6EFE7B-F3A6-658E-ED84-DE32AFF4152E}"/>
                </a:ext>
              </a:extLst>
            </p:cNvPr>
            <p:cNvSpPr/>
            <p:nvPr/>
          </p:nvSpPr>
          <p:spPr>
            <a:xfrm rot="6999277">
              <a:off x="6099458" y="3434606"/>
              <a:ext cx="12268" cy="15386"/>
            </a:xfrm>
            <a:custGeom>
              <a:avLst/>
              <a:gdLst>
                <a:gd name="connsiteX0" fmla="*/ 0 w 12268"/>
                <a:gd name="connsiteY0" fmla="*/ 6158 h 15386"/>
                <a:gd name="connsiteX1" fmla="*/ 12268 w 12268"/>
                <a:gd name="connsiteY1" fmla="*/ 0 h 15386"/>
                <a:gd name="connsiteX2" fmla="*/ 12268 w 12268"/>
                <a:gd name="connsiteY2" fmla="*/ 15386 h 15386"/>
                <a:gd name="connsiteX3" fmla="*/ 0 w 12268"/>
                <a:gd name="connsiteY3" fmla="*/ 6158 h 15386"/>
              </a:gdLst>
              <a:ahLst/>
              <a:cxnLst>
                <a:cxn ang="0">
                  <a:pos x="connsiteX0" y="connsiteY0"/>
                </a:cxn>
                <a:cxn ang="0">
                  <a:pos x="connsiteX1" y="connsiteY1"/>
                </a:cxn>
                <a:cxn ang="0">
                  <a:pos x="connsiteX2" y="connsiteY2"/>
                </a:cxn>
                <a:cxn ang="0">
                  <a:pos x="connsiteX3" y="connsiteY3"/>
                </a:cxn>
              </a:cxnLst>
              <a:rect l="l" t="t" r="r" b="b"/>
              <a:pathLst>
                <a:path w="12268" h="15386">
                  <a:moveTo>
                    <a:pt x="0" y="6158"/>
                  </a:moveTo>
                  <a:lnTo>
                    <a:pt x="12268" y="0"/>
                  </a:lnTo>
                  <a:lnTo>
                    <a:pt x="12268" y="15386"/>
                  </a:lnTo>
                  <a:lnTo>
                    <a:pt x="0" y="615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1" name="Freeform: Shape 55">
              <a:extLst>
                <a:ext uri="{FF2B5EF4-FFF2-40B4-BE49-F238E27FC236}">
                  <a16:creationId xmlns:a16="http://schemas.microsoft.com/office/drawing/2014/main" id="{0B6673A4-3FD2-7235-73FA-8E0044190935}"/>
                </a:ext>
              </a:extLst>
            </p:cNvPr>
            <p:cNvSpPr/>
            <p:nvPr/>
          </p:nvSpPr>
          <p:spPr>
            <a:xfrm rot="6999277">
              <a:off x="4256267" y="3514618"/>
              <a:ext cx="1430424" cy="2930821"/>
            </a:xfrm>
            <a:custGeom>
              <a:avLst/>
              <a:gdLst>
                <a:gd name="connsiteX0" fmla="*/ 142404 w 1430424"/>
                <a:gd name="connsiteY0" fmla="*/ 2930821 h 2930821"/>
                <a:gd name="connsiteX1" fmla="*/ 0 w 1430424"/>
                <a:gd name="connsiteY1" fmla="*/ 2001882 h 2930821"/>
                <a:gd name="connsiteX2" fmla="*/ 118797 w 1430424"/>
                <a:gd name="connsiteY2" fmla="*/ 2087811 h 2930821"/>
                <a:gd name="connsiteX3" fmla="*/ 133469 w 1430424"/>
                <a:gd name="connsiteY3" fmla="*/ 2068776 h 2930821"/>
                <a:gd name="connsiteX4" fmla="*/ 316153 w 1430424"/>
                <a:gd name="connsiteY4" fmla="*/ 589993 h 2930821"/>
                <a:gd name="connsiteX5" fmla="*/ 255874 w 1430424"/>
                <a:gd name="connsiteY5" fmla="*/ 453087 h 2930821"/>
                <a:gd name="connsiteX6" fmla="*/ 1158518 w 1430424"/>
                <a:gd name="connsiteY6" fmla="*/ 0 h 2930821"/>
                <a:gd name="connsiteX7" fmla="*/ 1260461 w 1430424"/>
                <a:gd name="connsiteY7" fmla="*/ 231534 h 2930821"/>
                <a:gd name="connsiteX8" fmla="*/ 962125 w 1430424"/>
                <a:gd name="connsiteY8" fmla="*/ 2646507 h 2930821"/>
                <a:gd name="connsiteX9" fmla="*/ 936739 w 1430424"/>
                <a:gd name="connsiteY9" fmla="*/ 2679442 h 2930821"/>
                <a:gd name="connsiteX10" fmla="*/ 1069234 w 1430424"/>
                <a:gd name="connsiteY10" fmla="*/ 2775278 h 293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0424" h="2930821">
                  <a:moveTo>
                    <a:pt x="142404" y="2930821"/>
                  </a:moveTo>
                  <a:lnTo>
                    <a:pt x="0" y="2001882"/>
                  </a:lnTo>
                  <a:lnTo>
                    <a:pt x="118797" y="2087811"/>
                  </a:lnTo>
                  <a:lnTo>
                    <a:pt x="133469" y="2068776"/>
                  </a:lnTo>
                  <a:cubicBezTo>
                    <a:pt x="427345" y="1646467"/>
                    <a:pt x="508069" y="1093737"/>
                    <a:pt x="316153" y="589993"/>
                  </a:cubicBezTo>
                  <a:lnTo>
                    <a:pt x="255874" y="453087"/>
                  </a:lnTo>
                  <a:lnTo>
                    <a:pt x="1158518" y="0"/>
                  </a:lnTo>
                  <a:lnTo>
                    <a:pt x="1260461" y="231534"/>
                  </a:lnTo>
                  <a:cubicBezTo>
                    <a:pt x="1573876" y="1054189"/>
                    <a:pt x="1442046" y="1956841"/>
                    <a:pt x="962125" y="2646507"/>
                  </a:cubicBezTo>
                  <a:lnTo>
                    <a:pt x="936739" y="2679442"/>
                  </a:lnTo>
                  <a:lnTo>
                    <a:pt x="1069234" y="2775278"/>
                  </a:lnTo>
                  <a:close/>
                </a:path>
              </a:pathLst>
            </a:cu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2" name="Freeform: Shape 54">
              <a:extLst>
                <a:ext uri="{FF2B5EF4-FFF2-40B4-BE49-F238E27FC236}">
                  <a16:creationId xmlns:a16="http://schemas.microsoft.com/office/drawing/2014/main" id="{BEB345FE-7038-B8E4-4029-45F2B17BF3DB}"/>
                </a:ext>
              </a:extLst>
            </p:cNvPr>
            <p:cNvSpPr/>
            <p:nvPr/>
          </p:nvSpPr>
          <p:spPr>
            <a:xfrm rot="6999277">
              <a:off x="5661240" y="4055829"/>
              <a:ext cx="2414639" cy="2254380"/>
            </a:xfrm>
            <a:custGeom>
              <a:avLst/>
              <a:gdLst>
                <a:gd name="connsiteX0" fmla="*/ 0 w 2414639"/>
                <a:gd name="connsiteY0" fmla="*/ 1010266 h 2254380"/>
                <a:gd name="connsiteX1" fmla="*/ 0 w 2414639"/>
                <a:gd name="connsiteY1" fmla="*/ 1115 h 2254380"/>
                <a:gd name="connsiteX2" fmla="*/ 68448 w 2414639"/>
                <a:gd name="connsiteY2" fmla="*/ 0 h 2254380"/>
                <a:gd name="connsiteX3" fmla="*/ 2183203 w 2414639"/>
                <a:gd name="connsiteY3" fmla="*/ 1203709 h 2254380"/>
                <a:gd name="connsiteX4" fmla="*/ 2303556 w 2414639"/>
                <a:gd name="connsiteY4" fmla="*/ 1416039 h 2254380"/>
                <a:gd name="connsiteX5" fmla="*/ 2414639 w 2414639"/>
                <a:gd name="connsiteY5" fmla="*/ 1360281 h 2254380"/>
                <a:gd name="connsiteX6" fmla="*/ 2125167 w 2414639"/>
                <a:gd name="connsiteY6" fmla="*/ 2254380 h 2254380"/>
                <a:gd name="connsiteX7" fmla="*/ 1235256 w 2414639"/>
                <a:gd name="connsiteY7" fmla="*/ 1952278 h 2254380"/>
                <a:gd name="connsiteX8" fmla="*/ 1400912 w 2414639"/>
                <a:gd name="connsiteY8" fmla="*/ 1869127 h 2254380"/>
                <a:gd name="connsiteX9" fmla="*/ 1331545 w 2414639"/>
                <a:gd name="connsiteY9" fmla="*/ 1746748 h 2254380"/>
                <a:gd name="connsiteX10" fmla="*/ 36598 w 2414639"/>
                <a:gd name="connsiteY10" fmla="*/ 1009669 h 22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4639" h="2254380">
                  <a:moveTo>
                    <a:pt x="0" y="1010266"/>
                  </a:moveTo>
                  <a:lnTo>
                    <a:pt x="0" y="1115"/>
                  </a:lnTo>
                  <a:lnTo>
                    <a:pt x="68448" y="0"/>
                  </a:lnTo>
                  <a:cubicBezTo>
                    <a:pt x="908224" y="27237"/>
                    <a:pt x="1710803" y="460857"/>
                    <a:pt x="2183203" y="1203709"/>
                  </a:cubicBezTo>
                  <a:lnTo>
                    <a:pt x="2303556" y="1416039"/>
                  </a:lnTo>
                  <a:lnTo>
                    <a:pt x="2414639" y="1360281"/>
                  </a:lnTo>
                  <a:lnTo>
                    <a:pt x="2125167" y="2254380"/>
                  </a:lnTo>
                  <a:lnTo>
                    <a:pt x="1235256" y="1952278"/>
                  </a:lnTo>
                  <a:lnTo>
                    <a:pt x="1400912" y="1869127"/>
                  </a:lnTo>
                  <a:lnTo>
                    <a:pt x="1331545" y="1746748"/>
                  </a:lnTo>
                  <a:cubicBezTo>
                    <a:pt x="1042276" y="1291870"/>
                    <a:pt x="550825" y="1026347"/>
                    <a:pt x="36598" y="1009669"/>
                  </a:cubicBez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3" name="Freeform: Shape 19">
              <a:extLst>
                <a:ext uri="{FF2B5EF4-FFF2-40B4-BE49-F238E27FC236}">
                  <a16:creationId xmlns:a16="http://schemas.microsoft.com/office/drawing/2014/main" id="{E02A4F48-65A0-4920-398A-392C47FDFF22}"/>
                </a:ext>
              </a:extLst>
            </p:cNvPr>
            <p:cNvSpPr/>
            <p:nvPr/>
          </p:nvSpPr>
          <p:spPr>
            <a:xfrm rot="6999277">
              <a:off x="6082284" y="3412926"/>
              <a:ext cx="27432" cy="32148"/>
            </a:xfrm>
            <a:custGeom>
              <a:avLst/>
              <a:gdLst>
                <a:gd name="connsiteX0" fmla="*/ 0 w 27432"/>
                <a:gd name="connsiteY0" fmla="*/ 22920 h 32148"/>
                <a:gd name="connsiteX1" fmla="*/ 0 w 27432"/>
                <a:gd name="connsiteY1" fmla="*/ 7612 h 32148"/>
                <a:gd name="connsiteX2" fmla="*/ 15164 w 27432"/>
                <a:gd name="connsiteY2" fmla="*/ 0 h 32148"/>
                <a:gd name="connsiteX3" fmla="*/ 27432 w 27432"/>
                <a:gd name="connsiteY3" fmla="*/ 9228 h 32148"/>
                <a:gd name="connsiteX4" fmla="*/ 27432 w 27432"/>
                <a:gd name="connsiteY4" fmla="*/ 24536 h 32148"/>
                <a:gd name="connsiteX5" fmla="*/ 12268 w 27432"/>
                <a:gd name="connsiteY5" fmla="*/ 32148 h 32148"/>
                <a:gd name="connsiteX6" fmla="*/ 0 w 27432"/>
                <a:gd name="connsiteY6" fmla="*/ 22920 h 32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32" h="32148">
                  <a:moveTo>
                    <a:pt x="0" y="22920"/>
                  </a:moveTo>
                  <a:lnTo>
                    <a:pt x="0" y="7612"/>
                  </a:lnTo>
                  <a:lnTo>
                    <a:pt x="15164" y="0"/>
                  </a:lnTo>
                  <a:lnTo>
                    <a:pt x="27432" y="9228"/>
                  </a:lnTo>
                  <a:lnTo>
                    <a:pt x="27432" y="24536"/>
                  </a:lnTo>
                  <a:lnTo>
                    <a:pt x="12268" y="32148"/>
                  </a:lnTo>
                  <a:lnTo>
                    <a:pt x="0" y="2292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4" name="Freeform: Shape 53">
              <a:extLst>
                <a:ext uri="{FF2B5EF4-FFF2-40B4-BE49-F238E27FC236}">
                  <a16:creationId xmlns:a16="http://schemas.microsoft.com/office/drawing/2014/main" id="{97288F0B-57CE-E157-E2B3-7D84134A7C1B}"/>
                </a:ext>
              </a:extLst>
            </p:cNvPr>
            <p:cNvSpPr/>
            <p:nvPr/>
          </p:nvSpPr>
          <p:spPr>
            <a:xfrm rot="6999277">
              <a:off x="6765266" y="2706889"/>
              <a:ext cx="2676216" cy="1817508"/>
            </a:xfrm>
            <a:custGeom>
              <a:avLst/>
              <a:gdLst>
                <a:gd name="connsiteX0" fmla="*/ 0 w 2676216"/>
                <a:gd name="connsiteY0" fmla="*/ 1210917 h 1817508"/>
                <a:gd name="connsiteX1" fmla="*/ 88570 w 2676216"/>
                <a:gd name="connsiteY1" fmla="*/ 1096007 h 1817508"/>
                <a:gd name="connsiteX2" fmla="*/ 903056 w 2676216"/>
                <a:gd name="connsiteY2" fmla="*/ 458087 h 1817508"/>
                <a:gd name="connsiteX3" fmla="*/ 1901238 w 2676216"/>
                <a:gd name="connsiteY3" fmla="*/ 186129 h 1817508"/>
                <a:gd name="connsiteX4" fmla="*/ 2005314 w 2676216"/>
                <a:gd name="connsiteY4" fmla="*/ 184432 h 1817508"/>
                <a:gd name="connsiteX5" fmla="*/ 2004660 w 2676216"/>
                <a:gd name="connsiteY5" fmla="*/ 0 h 1817508"/>
                <a:gd name="connsiteX6" fmla="*/ 2676216 w 2676216"/>
                <a:gd name="connsiteY6" fmla="*/ 657433 h 1817508"/>
                <a:gd name="connsiteX7" fmla="*/ 2009341 w 2676216"/>
                <a:gd name="connsiteY7" fmla="*/ 1319614 h 1817508"/>
                <a:gd name="connsiteX8" fmla="*/ 2008893 w 2676216"/>
                <a:gd name="connsiteY8" fmla="*/ 1193525 h 1817508"/>
                <a:gd name="connsiteX9" fmla="*/ 1967371 w 2676216"/>
                <a:gd name="connsiteY9" fmla="*/ 1194201 h 1817508"/>
                <a:gd name="connsiteX10" fmla="*/ 1356143 w 2676216"/>
                <a:gd name="connsiteY10" fmla="*/ 1360732 h 1817508"/>
                <a:gd name="connsiteX11" fmla="*/ 857401 w 2676216"/>
                <a:gd name="connsiteY11" fmla="*/ 1751356 h 1817508"/>
                <a:gd name="connsiteX12" fmla="*/ 806413 w 2676216"/>
                <a:gd name="connsiteY12" fmla="*/ 1817508 h 1817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216" h="1817508">
                  <a:moveTo>
                    <a:pt x="0" y="1210917"/>
                  </a:moveTo>
                  <a:lnTo>
                    <a:pt x="88570" y="1096007"/>
                  </a:lnTo>
                  <a:cubicBezTo>
                    <a:pt x="307997" y="838351"/>
                    <a:pt x="581565" y="619461"/>
                    <a:pt x="903056" y="458087"/>
                  </a:cubicBezTo>
                  <a:cubicBezTo>
                    <a:pt x="1224546" y="296713"/>
                    <a:pt x="1563524" y="208132"/>
                    <a:pt x="1901238" y="186129"/>
                  </a:cubicBezTo>
                  <a:lnTo>
                    <a:pt x="2005314" y="184432"/>
                  </a:lnTo>
                  <a:lnTo>
                    <a:pt x="2004660" y="0"/>
                  </a:lnTo>
                  <a:lnTo>
                    <a:pt x="2676216" y="657433"/>
                  </a:lnTo>
                  <a:lnTo>
                    <a:pt x="2009341" y="1319614"/>
                  </a:lnTo>
                  <a:lnTo>
                    <a:pt x="2008893" y="1193525"/>
                  </a:lnTo>
                  <a:lnTo>
                    <a:pt x="1967371" y="1194201"/>
                  </a:lnTo>
                  <a:cubicBezTo>
                    <a:pt x="1760574" y="1207675"/>
                    <a:pt x="1553005" y="1261916"/>
                    <a:pt x="1356143" y="1360732"/>
                  </a:cubicBezTo>
                  <a:cubicBezTo>
                    <a:pt x="1159282" y="1459548"/>
                    <a:pt x="991765" y="1593583"/>
                    <a:pt x="857401" y="1751356"/>
                  </a:cubicBezTo>
                  <a:lnTo>
                    <a:pt x="806413" y="1817508"/>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5" name="Freeform: Shape 14">
              <a:extLst>
                <a:ext uri="{FF2B5EF4-FFF2-40B4-BE49-F238E27FC236}">
                  <a16:creationId xmlns:a16="http://schemas.microsoft.com/office/drawing/2014/main" id="{B043340C-393F-A6F6-7AAB-A84380AB7CCA}"/>
                </a:ext>
              </a:extLst>
            </p:cNvPr>
            <p:cNvSpPr/>
            <p:nvPr/>
          </p:nvSpPr>
          <p:spPr>
            <a:xfrm rot="6999277">
              <a:off x="6510165" y="409566"/>
              <a:ext cx="1400051" cy="2892452"/>
            </a:xfrm>
            <a:custGeom>
              <a:avLst/>
              <a:gdLst>
                <a:gd name="connsiteX0" fmla="*/ 271908 w 1400051"/>
                <a:gd name="connsiteY0" fmla="*/ 2892452 h 2892452"/>
                <a:gd name="connsiteX1" fmla="*/ 169963 w 1400051"/>
                <a:gd name="connsiteY1" fmla="*/ 2660917 h 2892452"/>
                <a:gd name="connsiteX2" fmla="*/ 468300 w 1400051"/>
                <a:gd name="connsiteY2" fmla="*/ 245943 h 2892452"/>
                <a:gd name="connsiteX3" fmla="*/ 472044 w 1400051"/>
                <a:gd name="connsiteY3" fmla="*/ 241086 h 2892452"/>
                <a:gd name="connsiteX4" fmla="*/ 340858 w 1400051"/>
                <a:gd name="connsiteY4" fmla="*/ 143602 h 2892452"/>
                <a:gd name="connsiteX5" fmla="*/ 1269613 w 1400051"/>
                <a:gd name="connsiteY5" fmla="*/ 0 h 2892452"/>
                <a:gd name="connsiteX6" fmla="*/ 1400051 w 1400051"/>
                <a:gd name="connsiteY6" fmla="*/ 930694 h 2892452"/>
                <a:gd name="connsiteX7" fmla="*/ 1284195 w 1400051"/>
                <a:gd name="connsiteY7" fmla="*/ 844600 h 2892452"/>
                <a:gd name="connsiteX8" fmla="*/ 1196860 w 1400051"/>
                <a:gd name="connsiteY8" fmla="*/ 987805 h 2892452"/>
                <a:gd name="connsiteX9" fmla="*/ 1114273 w 1400051"/>
                <a:gd name="connsiteY9" fmla="*/ 2302459 h 2892452"/>
                <a:gd name="connsiteX10" fmla="*/ 1174552 w 1400051"/>
                <a:gd name="connsiteY10" fmla="*/ 2439365 h 28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051" h="2892452">
                  <a:moveTo>
                    <a:pt x="271908" y="2892452"/>
                  </a:moveTo>
                  <a:lnTo>
                    <a:pt x="169963" y="2660917"/>
                  </a:lnTo>
                  <a:cubicBezTo>
                    <a:pt x="-143451" y="1838261"/>
                    <a:pt x="-11622" y="935609"/>
                    <a:pt x="468300" y="245943"/>
                  </a:cubicBezTo>
                  <a:lnTo>
                    <a:pt x="472044" y="241086"/>
                  </a:lnTo>
                  <a:lnTo>
                    <a:pt x="340858" y="143602"/>
                  </a:lnTo>
                  <a:lnTo>
                    <a:pt x="1269613" y="0"/>
                  </a:lnTo>
                  <a:lnTo>
                    <a:pt x="1400051" y="930694"/>
                  </a:lnTo>
                  <a:lnTo>
                    <a:pt x="1284195" y="844600"/>
                  </a:lnTo>
                  <a:lnTo>
                    <a:pt x="1196860" y="987805"/>
                  </a:lnTo>
                  <a:cubicBezTo>
                    <a:pt x="987160" y="1383402"/>
                    <a:pt x="946346" y="1861683"/>
                    <a:pt x="1114273" y="2302459"/>
                  </a:cubicBezTo>
                  <a:lnTo>
                    <a:pt x="1174552" y="2439365"/>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6" name="Rectangle 15">
              <a:extLst>
                <a:ext uri="{FF2B5EF4-FFF2-40B4-BE49-F238E27FC236}">
                  <a16:creationId xmlns:a16="http://schemas.microsoft.com/office/drawing/2014/main" id="{5216C6B5-E0C5-69FC-6382-5133CF8618FC}"/>
                </a:ext>
              </a:extLst>
            </p:cNvPr>
            <p:cNvSpPr/>
            <p:nvPr/>
          </p:nvSpPr>
          <p:spPr>
            <a:xfrm>
              <a:off x="5963081" y="1320740"/>
              <a:ext cx="362790" cy="644914"/>
            </a:xfrm>
            <a:prstGeom prst="rect">
              <a:avLst/>
            </a:prstGeom>
            <a:gradFill flip="none" rotWithShape="1">
              <a:gsLst>
                <a:gs pos="9000">
                  <a:srgbClr val="262626"/>
                </a:gs>
                <a:gs pos="57000">
                  <a:srgbClr val="D9D9D9"/>
                </a:gs>
                <a:gs pos="31000">
                  <a:srgbClr val="F2F2F2"/>
                </a:gs>
                <a:gs pos="89000">
                  <a:srgbClr val="26262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 name="Oval 58">
              <a:extLst>
                <a:ext uri="{FF2B5EF4-FFF2-40B4-BE49-F238E27FC236}">
                  <a16:creationId xmlns:a16="http://schemas.microsoft.com/office/drawing/2014/main" id="{216399B8-D647-3FE1-37AE-597DCA903B41}"/>
                </a:ext>
              </a:extLst>
            </p:cNvPr>
            <p:cNvSpPr/>
            <p:nvPr/>
          </p:nvSpPr>
          <p:spPr>
            <a:xfrm>
              <a:off x="4561621" y="1894621"/>
              <a:ext cx="3068760" cy="3068760"/>
            </a:xfrm>
            <a:prstGeom prst="ellipse">
              <a:avLst/>
            </a:prstGeom>
            <a:gradFill flip="none" rotWithShape="1">
              <a:gsLst>
                <a:gs pos="0">
                  <a:schemeClr val="lt1"/>
                </a:gs>
                <a:gs pos="68000">
                  <a:srgbClr val="F3F3F3"/>
                </a:gs>
                <a:gs pos="100000">
                  <a:srgbClr val="D3D3D3"/>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 name="Oval 72">
              <a:extLst>
                <a:ext uri="{FF2B5EF4-FFF2-40B4-BE49-F238E27FC236}">
                  <a16:creationId xmlns:a16="http://schemas.microsoft.com/office/drawing/2014/main" id="{53856216-CD5C-FBEA-4F2C-37C2900E70C7}"/>
                </a:ext>
              </a:extLst>
            </p:cNvPr>
            <p:cNvSpPr/>
            <p:nvPr/>
          </p:nvSpPr>
          <p:spPr>
            <a:xfrm>
              <a:off x="4561621" y="1894620"/>
              <a:ext cx="3068760" cy="3068760"/>
            </a:xfrm>
            <a:prstGeom prst="ellipse">
              <a:avLst/>
            </a:prstGeom>
            <a:gradFill flip="none" rotWithShape="1">
              <a:gsLst>
                <a:gs pos="0">
                  <a:schemeClr val="lt1"/>
                </a:gs>
                <a:gs pos="54000">
                  <a:srgbClr val="F3F3F3">
                    <a:alpha val="0"/>
                  </a:srgbClr>
                </a:gs>
                <a:gs pos="87000">
                  <a:schemeClr val="tx1">
                    <a:lumMod val="95000"/>
                    <a:lumOff val="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9" name="Freeform: Shape 75">
              <a:extLst>
                <a:ext uri="{FF2B5EF4-FFF2-40B4-BE49-F238E27FC236}">
                  <a16:creationId xmlns:a16="http://schemas.microsoft.com/office/drawing/2014/main" id="{747A95AD-F503-4702-1D49-52F424867014}"/>
                </a:ext>
              </a:extLst>
            </p:cNvPr>
            <p:cNvSpPr/>
            <p:nvPr/>
          </p:nvSpPr>
          <p:spPr>
            <a:xfrm>
              <a:off x="4671126" y="2004126"/>
              <a:ext cx="2849748" cy="2849748"/>
            </a:xfrm>
            <a:custGeom>
              <a:avLst/>
              <a:gdLst>
                <a:gd name="connsiteX0" fmla="*/ 1419234 w 2849748"/>
                <a:gd name="connsiteY0" fmla="*/ 2654656 h 2849748"/>
                <a:gd name="connsiteX1" fmla="*/ 1424875 w 2849748"/>
                <a:gd name="connsiteY1" fmla="*/ 2654941 h 2849748"/>
                <a:gd name="connsiteX2" fmla="*/ 1430514 w 2849748"/>
                <a:gd name="connsiteY2" fmla="*/ 2654656 h 2849748"/>
                <a:gd name="connsiteX3" fmla="*/ 1424874 w 2849748"/>
                <a:gd name="connsiteY3" fmla="*/ 2849748 h 2849748"/>
                <a:gd name="connsiteX4" fmla="*/ 2044276 w 2849748"/>
                <a:gd name="connsiteY4" fmla="*/ 2486384 h 2849748"/>
                <a:gd name="connsiteX5" fmla="*/ 2137311 w 2849748"/>
                <a:gd name="connsiteY5" fmla="*/ 2658851 h 2849748"/>
                <a:gd name="connsiteX6" fmla="*/ 2034600 w 2849748"/>
                <a:gd name="connsiteY6" fmla="*/ 2492262 h 2849748"/>
                <a:gd name="connsiteX7" fmla="*/ 805473 w 2849748"/>
                <a:gd name="connsiteY7" fmla="*/ 2486383 h 2849748"/>
                <a:gd name="connsiteX8" fmla="*/ 815149 w 2849748"/>
                <a:gd name="connsiteY8" fmla="*/ 2492261 h 2849748"/>
                <a:gd name="connsiteX9" fmla="*/ 712437 w 2849748"/>
                <a:gd name="connsiteY9" fmla="*/ 2658851 h 2849748"/>
                <a:gd name="connsiteX10" fmla="*/ 2492262 w 2849748"/>
                <a:gd name="connsiteY10" fmla="*/ 2034600 h 2849748"/>
                <a:gd name="connsiteX11" fmla="*/ 2658851 w 2849748"/>
                <a:gd name="connsiteY11" fmla="*/ 2137311 h 2849748"/>
                <a:gd name="connsiteX12" fmla="*/ 2486384 w 2849748"/>
                <a:gd name="connsiteY12" fmla="*/ 2044276 h 2849748"/>
                <a:gd name="connsiteX13" fmla="*/ 357488 w 2849748"/>
                <a:gd name="connsiteY13" fmla="*/ 2034599 h 2849748"/>
                <a:gd name="connsiteX14" fmla="*/ 363366 w 2849748"/>
                <a:gd name="connsiteY14" fmla="*/ 2044275 h 2849748"/>
                <a:gd name="connsiteX15" fmla="*/ 190897 w 2849748"/>
                <a:gd name="connsiteY15" fmla="*/ 2137311 h 2849748"/>
                <a:gd name="connsiteX16" fmla="*/ 2654656 w 2849748"/>
                <a:gd name="connsiteY16" fmla="*/ 1419234 h 2849748"/>
                <a:gd name="connsiteX17" fmla="*/ 2849748 w 2849748"/>
                <a:gd name="connsiteY17" fmla="*/ 1424874 h 2849748"/>
                <a:gd name="connsiteX18" fmla="*/ 2654656 w 2849748"/>
                <a:gd name="connsiteY18" fmla="*/ 1430514 h 2849748"/>
                <a:gd name="connsiteX19" fmla="*/ 2654941 w 2849748"/>
                <a:gd name="connsiteY19" fmla="*/ 1424875 h 2849748"/>
                <a:gd name="connsiteX20" fmla="*/ 195094 w 2849748"/>
                <a:gd name="connsiteY20" fmla="*/ 1419234 h 2849748"/>
                <a:gd name="connsiteX21" fmla="*/ 194809 w 2849748"/>
                <a:gd name="connsiteY21" fmla="*/ 1424875 h 2849748"/>
                <a:gd name="connsiteX22" fmla="*/ 195094 w 2849748"/>
                <a:gd name="connsiteY22" fmla="*/ 1430514 h 2849748"/>
                <a:gd name="connsiteX23" fmla="*/ 0 w 2849748"/>
                <a:gd name="connsiteY23" fmla="*/ 1424874 h 2849748"/>
                <a:gd name="connsiteX24" fmla="*/ 2658851 w 2849748"/>
                <a:gd name="connsiteY24" fmla="*/ 712437 h 2849748"/>
                <a:gd name="connsiteX25" fmla="*/ 2492261 w 2849748"/>
                <a:gd name="connsiteY25" fmla="*/ 815149 h 2849748"/>
                <a:gd name="connsiteX26" fmla="*/ 2486383 w 2849748"/>
                <a:gd name="connsiteY26" fmla="*/ 805473 h 2849748"/>
                <a:gd name="connsiteX27" fmla="*/ 190897 w 2849748"/>
                <a:gd name="connsiteY27" fmla="*/ 712437 h 2849748"/>
                <a:gd name="connsiteX28" fmla="*/ 363367 w 2849748"/>
                <a:gd name="connsiteY28" fmla="*/ 805474 h 2849748"/>
                <a:gd name="connsiteX29" fmla="*/ 357489 w 2849748"/>
                <a:gd name="connsiteY29" fmla="*/ 815150 h 2849748"/>
                <a:gd name="connsiteX30" fmla="*/ 2137311 w 2849748"/>
                <a:gd name="connsiteY30" fmla="*/ 190897 h 2849748"/>
                <a:gd name="connsiteX31" fmla="*/ 2044275 w 2849748"/>
                <a:gd name="connsiteY31" fmla="*/ 363366 h 2849748"/>
                <a:gd name="connsiteX32" fmla="*/ 2034599 w 2849748"/>
                <a:gd name="connsiteY32" fmla="*/ 357488 h 2849748"/>
                <a:gd name="connsiteX33" fmla="*/ 712437 w 2849748"/>
                <a:gd name="connsiteY33" fmla="*/ 190897 h 2849748"/>
                <a:gd name="connsiteX34" fmla="*/ 815150 w 2849748"/>
                <a:gd name="connsiteY34" fmla="*/ 357489 h 2849748"/>
                <a:gd name="connsiteX35" fmla="*/ 805474 w 2849748"/>
                <a:gd name="connsiteY35" fmla="*/ 363367 h 2849748"/>
                <a:gd name="connsiteX36" fmla="*/ 1424874 w 2849748"/>
                <a:gd name="connsiteY36" fmla="*/ 0 h 2849748"/>
                <a:gd name="connsiteX37" fmla="*/ 1430514 w 2849748"/>
                <a:gd name="connsiteY37" fmla="*/ 195094 h 2849748"/>
                <a:gd name="connsiteX38" fmla="*/ 1424875 w 2849748"/>
                <a:gd name="connsiteY38" fmla="*/ 194809 h 2849748"/>
                <a:gd name="connsiteX39" fmla="*/ 1419234 w 2849748"/>
                <a:gd name="connsiteY39" fmla="*/ 195094 h 284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49748" h="2849748">
                  <a:moveTo>
                    <a:pt x="1419234" y="2654656"/>
                  </a:moveTo>
                  <a:lnTo>
                    <a:pt x="1424875" y="2654941"/>
                  </a:lnTo>
                  <a:lnTo>
                    <a:pt x="1430514" y="2654656"/>
                  </a:lnTo>
                  <a:lnTo>
                    <a:pt x="1424874" y="2849748"/>
                  </a:lnTo>
                  <a:close/>
                  <a:moveTo>
                    <a:pt x="2044276" y="2486384"/>
                  </a:moveTo>
                  <a:lnTo>
                    <a:pt x="2137311" y="2658851"/>
                  </a:lnTo>
                  <a:lnTo>
                    <a:pt x="2034600" y="2492262"/>
                  </a:lnTo>
                  <a:close/>
                  <a:moveTo>
                    <a:pt x="805473" y="2486383"/>
                  </a:moveTo>
                  <a:lnTo>
                    <a:pt x="815149" y="2492261"/>
                  </a:lnTo>
                  <a:lnTo>
                    <a:pt x="712437" y="2658851"/>
                  </a:lnTo>
                  <a:close/>
                  <a:moveTo>
                    <a:pt x="2492262" y="2034600"/>
                  </a:moveTo>
                  <a:lnTo>
                    <a:pt x="2658851" y="2137311"/>
                  </a:lnTo>
                  <a:lnTo>
                    <a:pt x="2486384" y="2044276"/>
                  </a:lnTo>
                  <a:close/>
                  <a:moveTo>
                    <a:pt x="357488" y="2034599"/>
                  </a:moveTo>
                  <a:lnTo>
                    <a:pt x="363366" y="2044275"/>
                  </a:lnTo>
                  <a:lnTo>
                    <a:pt x="190897" y="2137311"/>
                  </a:lnTo>
                  <a:close/>
                  <a:moveTo>
                    <a:pt x="2654656" y="1419234"/>
                  </a:moveTo>
                  <a:lnTo>
                    <a:pt x="2849748" y="1424874"/>
                  </a:lnTo>
                  <a:lnTo>
                    <a:pt x="2654656" y="1430514"/>
                  </a:lnTo>
                  <a:lnTo>
                    <a:pt x="2654941" y="1424875"/>
                  </a:lnTo>
                  <a:close/>
                  <a:moveTo>
                    <a:pt x="195094" y="1419234"/>
                  </a:moveTo>
                  <a:lnTo>
                    <a:pt x="194809" y="1424875"/>
                  </a:lnTo>
                  <a:lnTo>
                    <a:pt x="195094" y="1430514"/>
                  </a:lnTo>
                  <a:lnTo>
                    <a:pt x="0" y="1424874"/>
                  </a:lnTo>
                  <a:close/>
                  <a:moveTo>
                    <a:pt x="2658851" y="712437"/>
                  </a:moveTo>
                  <a:lnTo>
                    <a:pt x="2492261" y="815149"/>
                  </a:lnTo>
                  <a:lnTo>
                    <a:pt x="2486383" y="805473"/>
                  </a:lnTo>
                  <a:close/>
                  <a:moveTo>
                    <a:pt x="190897" y="712437"/>
                  </a:moveTo>
                  <a:lnTo>
                    <a:pt x="363367" y="805474"/>
                  </a:lnTo>
                  <a:lnTo>
                    <a:pt x="357489" y="815150"/>
                  </a:lnTo>
                  <a:close/>
                  <a:moveTo>
                    <a:pt x="2137311" y="190897"/>
                  </a:moveTo>
                  <a:lnTo>
                    <a:pt x="2044275" y="363366"/>
                  </a:lnTo>
                  <a:lnTo>
                    <a:pt x="2034599" y="357488"/>
                  </a:lnTo>
                  <a:close/>
                  <a:moveTo>
                    <a:pt x="712437" y="190897"/>
                  </a:moveTo>
                  <a:lnTo>
                    <a:pt x="815150" y="357489"/>
                  </a:lnTo>
                  <a:lnTo>
                    <a:pt x="805474" y="363367"/>
                  </a:lnTo>
                  <a:close/>
                  <a:moveTo>
                    <a:pt x="1424874" y="0"/>
                  </a:moveTo>
                  <a:lnTo>
                    <a:pt x="1430514" y="195094"/>
                  </a:lnTo>
                  <a:lnTo>
                    <a:pt x="1424875" y="194809"/>
                  </a:lnTo>
                  <a:lnTo>
                    <a:pt x="1419234" y="195094"/>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20" name="Star: 12 Points 76">
              <a:extLst>
                <a:ext uri="{FF2B5EF4-FFF2-40B4-BE49-F238E27FC236}">
                  <a16:creationId xmlns:a16="http://schemas.microsoft.com/office/drawing/2014/main" id="{2BA6D1F2-6E34-D19E-D4DF-1C227ED42658}"/>
                </a:ext>
              </a:extLst>
            </p:cNvPr>
            <p:cNvSpPr/>
            <p:nvPr/>
          </p:nvSpPr>
          <p:spPr>
            <a:xfrm>
              <a:off x="4930958" y="2263958"/>
              <a:ext cx="2330084" cy="2330084"/>
            </a:xfrm>
            <a:prstGeom prst="star12">
              <a:avLst>
                <a:gd name="adj" fmla="val 76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1" name="Rectangle 20">
              <a:extLst>
                <a:ext uri="{FF2B5EF4-FFF2-40B4-BE49-F238E27FC236}">
                  <a16:creationId xmlns:a16="http://schemas.microsoft.com/office/drawing/2014/main" id="{0B5D9A19-A063-2128-EF34-1A4FB481F51C}"/>
                </a:ext>
              </a:extLst>
            </p:cNvPr>
            <p:cNvSpPr/>
            <p:nvPr/>
          </p:nvSpPr>
          <p:spPr>
            <a:xfrm>
              <a:off x="5876277" y="1005920"/>
              <a:ext cx="536397" cy="374128"/>
            </a:xfrm>
            <a:prstGeom prst="rect">
              <a:avLst/>
            </a:prstGeom>
            <a:gradFill flip="none" rotWithShape="1">
              <a:gsLst>
                <a:gs pos="13000">
                  <a:srgbClr val="595959"/>
                </a:gs>
                <a:gs pos="71000">
                  <a:srgbClr val="D9D9D9"/>
                </a:gs>
                <a:gs pos="31000">
                  <a:srgbClr val="F2F2F2"/>
                </a:gs>
                <a:gs pos="87000">
                  <a:srgbClr val="404040"/>
                </a:gs>
              </a:gsLst>
              <a:lin ang="10800000" scaled="1"/>
              <a:tileRect/>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2" name="Freeform: Shape 81">
              <a:extLst>
                <a:ext uri="{FF2B5EF4-FFF2-40B4-BE49-F238E27FC236}">
                  <a16:creationId xmlns:a16="http://schemas.microsoft.com/office/drawing/2014/main" id="{084939AF-C312-D044-684C-F72B99C511BB}"/>
                </a:ext>
              </a:extLst>
            </p:cNvPr>
            <p:cNvSpPr/>
            <p:nvPr/>
          </p:nvSpPr>
          <p:spPr>
            <a:xfrm>
              <a:off x="5593213" y="555538"/>
              <a:ext cx="1066540" cy="1038344"/>
            </a:xfrm>
            <a:custGeom>
              <a:avLst/>
              <a:gdLst>
                <a:gd name="connsiteX0" fmla="*/ 533270 w 1066540"/>
                <a:gd name="connsiteY0" fmla="*/ 0 h 1038344"/>
                <a:gd name="connsiteX1" fmla="*/ 1066540 w 1066540"/>
                <a:gd name="connsiteY1" fmla="*/ 533270 h 1038344"/>
                <a:gd name="connsiteX2" fmla="*/ 740843 w 1066540"/>
                <a:gd name="connsiteY2" fmla="*/ 1024633 h 1038344"/>
                <a:gd name="connsiteX3" fmla="*/ 732657 w 1066540"/>
                <a:gd name="connsiteY3" fmla="*/ 1027174 h 1038344"/>
                <a:gd name="connsiteX4" fmla="*/ 732657 w 1066540"/>
                <a:gd name="connsiteY4" fmla="*/ 943424 h 1038344"/>
                <a:gd name="connsiteX5" fmla="*/ 789148 w 1066540"/>
                <a:gd name="connsiteY5" fmla="*/ 912762 h 1038344"/>
                <a:gd name="connsiteX6" fmla="*/ 990922 w 1066540"/>
                <a:gd name="connsiteY6" fmla="*/ 533270 h 1038344"/>
                <a:gd name="connsiteX7" fmla="*/ 533270 w 1066540"/>
                <a:gd name="connsiteY7" fmla="*/ 75618 h 1038344"/>
                <a:gd name="connsiteX8" fmla="*/ 75618 w 1066540"/>
                <a:gd name="connsiteY8" fmla="*/ 533270 h 1038344"/>
                <a:gd name="connsiteX9" fmla="*/ 355132 w 1066540"/>
                <a:gd name="connsiteY9" fmla="*/ 954957 h 1038344"/>
                <a:gd name="connsiteX10" fmla="*/ 369867 w 1066540"/>
                <a:gd name="connsiteY10" fmla="*/ 959532 h 1038344"/>
                <a:gd name="connsiteX11" fmla="*/ 369867 w 1066540"/>
                <a:gd name="connsiteY11" fmla="*/ 1038344 h 1038344"/>
                <a:gd name="connsiteX12" fmla="*/ 325697 w 1066540"/>
                <a:gd name="connsiteY12" fmla="*/ 1024633 h 1038344"/>
                <a:gd name="connsiteX13" fmla="*/ 0 w 1066540"/>
                <a:gd name="connsiteY13" fmla="*/ 533270 h 1038344"/>
                <a:gd name="connsiteX14" fmla="*/ 533270 w 1066540"/>
                <a:gd name="connsiteY14" fmla="*/ 0 h 103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6540" h="1038344">
                  <a:moveTo>
                    <a:pt x="533270" y="0"/>
                  </a:moveTo>
                  <a:cubicBezTo>
                    <a:pt x="827787" y="0"/>
                    <a:pt x="1066540" y="238753"/>
                    <a:pt x="1066540" y="533270"/>
                  </a:cubicBezTo>
                  <a:cubicBezTo>
                    <a:pt x="1066540" y="754158"/>
                    <a:pt x="932242" y="943678"/>
                    <a:pt x="740843" y="1024633"/>
                  </a:cubicBezTo>
                  <a:lnTo>
                    <a:pt x="732657" y="1027174"/>
                  </a:lnTo>
                  <a:lnTo>
                    <a:pt x="732657" y="943424"/>
                  </a:lnTo>
                  <a:lnTo>
                    <a:pt x="789148" y="912762"/>
                  </a:lnTo>
                  <a:cubicBezTo>
                    <a:pt x="910884" y="830519"/>
                    <a:pt x="990922" y="691241"/>
                    <a:pt x="990922" y="533270"/>
                  </a:cubicBezTo>
                  <a:cubicBezTo>
                    <a:pt x="990922" y="280516"/>
                    <a:pt x="786024" y="75618"/>
                    <a:pt x="533270" y="75618"/>
                  </a:cubicBezTo>
                  <a:cubicBezTo>
                    <a:pt x="280516" y="75618"/>
                    <a:pt x="75618" y="280516"/>
                    <a:pt x="75618" y="533270"/>
                  </a:cubicBezTo>
                  <a:cubicBezTo>
                    <a:pt x="75618" y="722836"/>
                    <a:pt x="190873" y="885482"/>
                    <a:pt x="355132" y="954957"/>
                  </a:cubicBezTo>
                  <a:lnTo>
                    <a:pt x="369867" y="959532"/>
                  </a:lnTo>
                  <a:lnTo>
                    <a:pt x="369867" y="1038344"/>
                  </a:lnTo>
                  <a:lnTo>
                    <a:pt x="325697" y="1024633"/>
                  </a:lnTo>
                  <a:cubicBezTo>
                    <a:pt x="134299" y="943678"/>
                    <a:pt x="0" y="754158"/>
                    <a:pt x="0" y="533270"/>
                  </a:cubicBezTo>
                  <a:cubicBezTo>
                    <a:pt x="0" y="238753"/>
                    <a:pt x="238753" y="0"/>
                    <a:pt x="533270" y="0"/>
                  </a:cubicBezTo>
                  <a:close/>
                </a:path>
              </a:pathLst>
            </a:custGeom>
            <a:gradFill flip="none" rotWithShape="1">
              <a:gsLst>
                <a:gs pos="0">
                  <a:srgbClr val="7F7F7F"/>
                </a:gs>
                <a:gs pos="26000">
                  <a:srgbClr val="D9D9D9"/>
                </a:gs>
                <a:gs pos="76126">
                  <a:srgbClr val="FFFFFF"/>
                </a:gs>
                <a:gs pos="54000">
                  <a:srgbClr val="A6A6A6"/>
                </a:gs>
                <a:gs pos="100000">
                  <a:srgbClr val="FFFFFF"/>
                </a:gs>
              </a:gsLst>
              <a:lin ang="13500000" scaled="1"/>
              <a:tileRect/>
            </a:gradFill>
            <a:ln>
              <a:no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solidFill>
                  <a:schemeClr val="tx1"/>
                </a:solidFill>
              </a:endParaRPr>
            </a:p>
          </p:txBody>
        </p:sp>
        <p:grpSp>
          <p:nvGrpSpPr>
            <p:cNvPr id="23" name="Group 110">
              <a:extLst>
                <a:ext uri="{FF2B5EF4-FFF2-40B4-BE49-F238E27FC236}">
                  <a16:creationId xmlns:a16="http://schemas.microsoft.com/office/drawing/2014/main" id="{A5F03922-5B3F-F26F-8ECC-EFE683C85827}"/>
                </a:ext>
              </a:extLst>
            </p:cNvPr>
            <p:cNvGrpSpPr/>
            <p:nvPr/>
          </p:nvGrpSpPr>
          <p:grpSpPr>
            <a:xfrm>
              <a:off x="6051974" y="2500250"/>
              <a:ext cx="109086" cy="1817824"/>
              <a:chOff x="945831" y="887706"/>
              <a:chExt cx="369034" cy="2208400"/>
            </a:xfrm>
          </p:grpSpPr>
          <p:sp>
            <p:nvSpPr>
              <p:cNvPr id="40" name="Isosceles Triangle 108">
                <a:extLst>
                  <a:ext uri="{FF2B5EF4-FFF2-40B4-BE49-F238E27FC236}">
                    <a16:creationId xmlns:a16="http://schemas.microsoft.com/office/drawing/2014/main" id="{F74FB932-C44E-6F0D-DF1C-C07A49CB5B6F}"/>
                  </a:ext>
                </a:extLst>
              </p:cNvPr>
              <p:cNvSpPr/>
              <p:nvPr/>
            </p:nvSpPr>
            <p:spPr>
              <a:xfrm>
                <a:off x="945831" y="887706"/>
                <a:ext cx="294958" cy="1116421"/>
              </a:xfrm>
              <a:prstGeom prst="triangl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1" name="Isosceles Triangle 109">
                <a:extLst>
                  <a:ext uri="{FF2B5EF4-FFF2-40B4-BE49-F238E27FC236}">
                    <a16:creationId xmlns:a16="http://schemas.microsoft.com/office/drawing/2014/main" id="{25A3EAC2-E8C1-394D-1C87-4730869BF6D6}"/>
                  </a:ext>
                </a:extLst>
              </p:cNvPr>
              <p:cNvSpPr/>
              <p:nvPr/>
            </p:nvSpPr>
            <p:spPr>
              <a:xfrm flipV="1">
                <a:off x="1019906" y="1979686"/>
                <a:ext cx="294959" cy="111642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sp>
          <p:nvSpPr>
            <p:cNvPr id="24" name="Isosceles Triangle 113">
              <a:extLst>
                <a:ext uri="{FF2B5EF4-FFF2-40B4-BE49-F238E27FC236}">
                  <a16:creationId xmlns:a16="http://schemas.microsoft.com/office/drawing/2014/main" id="{4BE05A80-81B1-DDE2-CDA1-1D85F632E8F2}"/>
                </a:ext>
              </a:extLst>
            </p:cNvPr>
            <p:cNvSpPr/>
            <p:nvPr/>
          </p:nvSpPr>
          <p:spPr>
            <a:xfrm flipV="1">
              <a:off x="6047495" y="3422080"/>
              <a:ext cx="106484" cy="63217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5" name="Oval 107">
              <a:extLst>
                <a:ext uri="{FF2B5EF4-FFF2-40B4-BE49-F238E27FC236}">
                  <a16:creationId xmlns:a16="http://schemas.microsoft.com/office/drawing/2014/main" id="{4AAEFE66-89A4-FA83-DF98-C60517B380D4}"/>
                </a:ext>
              </a:extLst>
            </p:cNvPr>
            <p:cNvSpPr/>
            <p:nvPr/>
          </p:nvSpPr>
          <p:spPr>
            <a:xfrm>
              <a:off x="5996320" y="3329320"/>
              <a:ext cx="199360" cy="199360"/>
            </a:xfrm>
            <a:prstGeom prst="ellipse">
              <a:avLst/>
            </a:prstGeom>
            <a:solidFill>
              <a:schemeClr val="accent1">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6" name="Circle: Hollow 4">
              <a:extLst>
                <a:ext uri="{FF2B5EF4-FFF2-40B4-BE49-F238E27FC236}">
                  <a16:creationId xmlns:a16="http://schemas.microsoft.com/office/drawing/2014/main" id="{7A02A17F-CB0D-F8D0-BFC0-7E69EC83072E}"/>
                </a:ext>
              </a:extLst>
            </p:cNvPr>
            <p:cNvSpPr/>
            <p:nvPr/>
          </p:nvSpPr>
          <p:spPr>
            <a:xfrm>
              <a:off x="4441372" y="1774371"/>
              <a:ext cx="3309258" cy="3309258"/>
            </a:xfrm>
            <a:prstGeom prst="donut">
              <a:avLst>
                <a:gd name="adj" fmla="val 4390"/>
              </a:avLst>
            </a:prstGeom>
            <a:gradFill flip="none" rotWithShape="1">
              <a:gsLst>
                <a:gs pos="0">
                  <a:srgbClr val="7F7F7F"/>
                </a:gs>
                <a:gs pos="26000">
                  <a:srgbClr val="D9D9D9"/>
                </a:gs>
                <a:gs pos="87000">
                  <a:srgbClr val="FFFFFF"/>
                </a:gs>
                <a:gs pos="54000">
                  <a:srgbClr val="A6A6A6"/>
                </a:gs>
              </a:gsLst>
              <a:lin ang="13500000" scaled="1"/>
              <a:tileRect/>
            </a:gradFill>
            <a:ln>
              <a:noFill/>
            </a:ln>
            <a:effectLst>
              <a:outerShdw blurRad="50800" dist="38100" dir="2700000" algn="tl" rotWithShape="0">
                <a:prstClr val="black">
                  <a:alpha val="40000"/>
                </a:prstClr>
              </a:outerShdw>
            </a:effectLst>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7" name="Circle: Hollow 7">
              <a:extLst>
                <a:ext uri="{FF2B5EF4-FFF2-40B4-BE49-F238E27FC236}">
                  <a16:creationId xmlns:a16="http://schemas.microsoft.com/office/drawing/2014/main" id="{D0A4999D-A6C4-C2F1-DC2E-F0558E3CA9EB}"/>
                </a:ext>
              </a:extLst>
            </p:cNvPr>
            <p:cNvSpPr/>
            <p:nvPr/>
          </p:nvSpPr>
          <p:spPr>
            <a:xfrm>
              <a:off x="6051138" y="3384138"/>
              <a:ext cx="89725" cy="89725"/>
            </a:xfrm>
            <a:prstGeom prst="donu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8" name="TextBox 60">
              <a:extLst>
                <a:ext uri="{FF2B5EF4-FFF2-40B4-BE49-F238E27FC236}">
                  <a16:creationId xmlns:a16="http://schemas.microsoft.com/office/drawing/2014/main" id="{0B38FE04-48AE-D3B9-39D3-19B353D80CE3}"/>
                </a:ext>
              </a:extLst>
            </p:cNvPr>
            <p:cNvSpPr txBox="1"/>
            <p:nvPr/>
          </p:nvSpPr>
          <p:spPr>
            <a:xfrm>
              <a:off x="5846901" y="225083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12</a:t>
              </a:r>
            </a:p>
          </p:txBody>
        </p:sp>
        <p:sp>
          <p:nvSpPr>
            <p:cNvPr id="29" name="TextBox 61">
              <a:extLst>
                <a:ext uri="{FF2B5EF4-FFF2-40B4-BE49-F238E27FC236}">
                  <a16:creationId xmlns:a16="http://schemas.microsoft.com/office/drawing/2014/main" id="{6E620D54-1B6A-0533-52BB-2C199DCC9186}"/>
                </a:ext>
              </a:extLst>
            </p:cNvPr>
            <p:cNvSpPr txBox="1"/>
            <p:nvPr/>
          </p:nvSpPr>
          <p:spPr>
            <a:xfrm>
              <a:off x="6396500" y="230576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a:t>
              </a:r>
            </a:p>
          </p:txBody>
        </p:sp>
        <p:sp>
          <p:nvSpPr>
            <p:cNvPr id="30" name="TextBox 62">
              <a:extLst>
                <a:ext uri="{FF2B5EF4-FFF2-40B4-BE49-F238E27FC236}">
                  <a16:creationId xmlns:a16="http://schemas.microsoft.com/office/drawing/2014/main" id="{4D44F65C-2527-F1E8-D763-A3563579F09C}"/>
                </a:ext>
              </a:extLst>
            </p:cNvPr>
            <p:cNvSpPr txBox="1"/>
            <p:nvPr/>
          </p:nvSpPr>
          <p:spPr>
            <a:xfrm>
              <a:off x="6813894" y="270694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2</a:t>
              </a:r>
            </a:p>
          </p:txBody>
        </p:sp>
        <p:sp>
          <p:nvSpPr>
            <p:cNvPr id="31" name="TextBox 63">
              <a:extLst>
                <a:ext uri="{FF2B5EF4-FFF2-40B4-BE49-F238E27FC236}">
                  <a16:creationId xmlns:a16="http://schemas.microsoft.com/office/drawing/2014/main" id="{57A1A6E9-1914-3743-D4DC-94BC207C2649}"/>
                </a:ext>
              </a:extLst>
            </p:cNvPr>
            <p:cNvSpPr txBox="1"/>
            <p:nvPr/>
          </p:nvSpPr>
          <p:spPr>
            <a:xfrm>
              <a:off x="6963052" y="326818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3</a:t>
              </a:r>
            </a:p>
          </p:txBody>
        </p:sp>
        <p:sp>
          <p:nvSpPr>
            <p:cNvPr id="32" name="TextBox 64">
              <a:extLst>
                <a:ext uri="{FF2B5EF4-FFF2-40B4-BE49-F238E27FC236}">
                  <a16:creationId xmlns:a16="http://schemas.microsoft.com/office/drawing/2014/main" id="{8B9321A3-1DA6-1B7B-29D8-11F3B09D01D4}"/>
                </a:ext>
              </a:extLst>
            </p:cNvPr>
            <p:cNvSpPr txBox="1"/>
            <p:nvPr/>
          </p:nvSpPr>
          <p:spPr>
            <a:xfrm>
              <a:off x="6816368" y="381319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4</a:t>
              </a:r>
            </a:p>
          </p:txBody>
        </p:sp>
        <p:sp>
          <p:nvSpPr>
            <p:cNvPr id="33" name="TextBox 65">
              <a:extLst>
                <a:ext uri="{FF2B5EF4-FFF2-40B4-BE49-F238E27FC236}">
                  <a16:creationId xmlns:a16="http://schemas.microsoft.com/office/drawing/2014/main" id="{7DABB9E7-27C9-6806-98DF-24BB996D12B5}"/>
                </a:ext>
              </a:extLst>
            </p:cNvPr>
            <p:cNvSpPr txBox="1"/>
            <p:nvPr/>
          </p:nvSpPr>
          <p:spPr>
            <a:xfrm>
              <a:off x="6362523" y="419917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5</a:t>
              </a:r>
            </a:p>
          </p:txBody>
        </p:sp>
        <p:sp>
          <p:nvSpPr>
            <p:cNvPr id="34" name="TextBox 66">
              <a:extLst>
                <a:ext uri="{FF2B5EF4-FFF2-40B4-BE49-F238E27FC236}">
                  <a16:creationId xmlns:a16="http://schemas.microsoft.com/office/drawing/2014/main" id="{63726ABC-2E5D-DFAD-B08A-E197E9A67187}"/>
                </a:ext>
              </a:extLst>
            </p:cNvPr>
            <p:cNvSpPr txBox="1"/>
            <p:nvPr/>
          </p:nvSpPr>
          <p:spPr>
            <a:xfrm>
              <a:off x="5846901" y="4352456"/>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6</a:t>
              </a:r>
            </a:p>
          </p:txBody>
        </p:sp>
        <p:sp>
          <p:nvSpPr>
            <p:cNvPr id="35" name="TextBox 67">
              <a:extLst>
                <a:ext uri="{FF2B5EF4-FFF2-40B4-BE49-F238E27FC236}">
                  <a16:creationId xmlns:a16="http://schemas.microsoft.com/office/drawing/2014/main" id="{F21621DD-3A54-1344-EC9F-61738B040B53}"/>
                </a:ext>
              </a:extLst>
            </p:cNvPr>
            <p:cNvSpPr txBox="1"/>
            <p:nvPr/>
          </p:nvSpPr>
          <p:spPr>
            <a:xfrm>
              <a:off x="5282150" y="4190772"/>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7</a:t>
              </a:r>
            </a:p>
          </p:txBody>
        </p:sp>
        <p:sp>
          <p:nvSpPr>
            <p:cNvPr id="36" name="TextBox 68">
              <a:extLst>
                <a:ext uri="{FF2B5EF4-FFF2-40B4-BE49-F238E27FC236}">
                  <a16:creationId xmlns:a16="http://schemas.microsoft.com/office/drawing/2014/main" id="{90BE2B75-DEDB-2266-995B-10613500AD87}"/>
                </a:ext>
              </a:extLst>
            </p:cNvPr>
            <p:cNvSpPr txBox="1"/>
            <p:nvPr/>
          </p:nvSpPr>
          <p:spPr>
            <a:xfrm>
              <a:off x="4879672" y="3797466"/>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8</a:t>
              </a:r>
            </a:p>
          </p:txBody>
        </p:sp>
        <p:sp>
          <p:nvSpPr>
            <p:cNvPr id="37" name="TextBox 69">
              <a:extLst>
                <a:ext uri="{FF2B5EF4-FFF2-40B4-BE49-F238E27FC236}">
                  <a16:creationId xmlns:a16="http://schemas.microsoft.com/office/drawing/2014/main" id="{0D5F185E-D4B3-E8BE-3EDB-580E1ECBD240}"/>
                </a:ext>
              </a:extLst>
            </p:cNvPr>
            <p:cNvSpPr txBox="1"/>
            <p:nvPr/>
          </p:nvSpPr>
          <p:spPr>
            <a:xfrm>
              <a:off x="4761376" y="324025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9</a:t>
              </a:r>
            </a:p>
          </p:txBody>
        </p:sp>
        <p:sp>
          <p:nvSpPr>
            <p:cNvPr id="38" name="TextBox 70">
              <a:extLst>
                <a:ext uri="{FF2B5EF4-FFF2-40B4-BE49-F238E27FC236}">
                  <a16:creationId xmlns:a16="http://schemas.microsoft.com/office/drawing/2014/main" id="{604D955A-FD84-654B-D3E2-0C34C214E1FB}"/>
                </a:ext>
              </a:extLst>
            </p:cNvPr>
            <p:cNvSpPr txBox="1"/>
            <p:nvPr/>
          </p:nvSpPr>
          <p:spPr>
            <a:xfrm>
              <a:off x="4935023" y="2702731"/>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10</a:t>
              </a:r>
            </a:p>
          </p:txBody>
        </p:sp>
        <p:sp>
          <p:nvSpPr>
            <p:cNvPr id="39" name="TextBox 71">
              <a:extLst>
                <a:ext uri="{FF2B5EF4-FFF2-40B4-BE49-F238E27FC236}">
                  <a16:creationId xmlns:a16="http://schemas.microsoft.com/office/drawing/2014/main" id="{1178F835-3878-D597-C5AA-CE436C758494}"/>
                </a:ext>
              </a:extLst>
            </p:cNvPr>
            <p:cNvSpPr txBox="1"/>
            <p:nvPr/>
          </p:nvSpPr>
          <p:spPr>
            <a:xfrm>
              <a:off x="5324516" y="235197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11</a:t>
              </a:r>
            </a:p>
          </p:txBody>
        </p:sp>
      </p:grpSp>
      <p:sp>
        <p:nvSpPr>
          <p:cNvPr id="44" name="Rectangle 43">
            <a:extLst>
              <a:ext uri="{FF2B5EF4-FFF2-40B4-BE49-F238E27FC236}">
                <a16:creationId xmlns:a16="http://schemas.microsoft.com/office/drawing/2014/main" id="{51482274-3D6D-E2A3-D00B-1FFB2DB42737}"/>
              </a:ext>
            </a:extLst>
          </p:cNvPr>
          <p:cNvSpPr/>
          <p:nvPr/>
        </p:nvSpPr>
        <p:spPr>
          <a:xfrm flipH="1">
            <a:off x="7344208" y="2733922"/>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5" name="Rectangle 44">
            <a:extLst>
              <a:ext uri="{FF2B5EF4-FFF2-40B4-BE49-F238E27FC236}">
                <a16:creationId xmlns:a16="http://schemas.microsoft.com/office/drawing/2014/main" id="{96F871EC-E9A0-9B83-BBC0-4F517A808A02}"/>
              </a:ext>
            </a:extLst>
          </p:cNvPr>
          <p:cNvSpPr/>
          <p:nvPr/>
        </p:nvSpPr>
        <p:spPr>
          <a:xfrm flipH="1">
            <a:off x="7344208" y="4120197"/>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6" name="Rectangle 45">
            <a:extLst>
              <a:ext uri="{FF2B5EF4-FFF2-40B4-BE49-F238E27FC236}">
                <a16:creationId xmlns:a16="http://schemas.microsoft.com/office/drawing/2014/main" id="{B99674FE-A1A1-C345-10CE-4629F0AB0F71}"/>
              </a:ext>
            </a:extLst>
          </p:cNvPr>
          <p:cNvSpPr/>
          <p:nvPr/>
        </p:nvSpPr>
        <p:spPr>
          <a:xfrm flipH="1">
            <a:off x="5872144" y="4942553"/>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7" name="Rectangle 46">
            <a:extLst>
              <a:ext uri="{FF2B5EF4-FFF2-40B4-BE49-F238E27FC236}">
                <a16:creationId xmlns:a16="http://schemas.microsoft.com/office/drawing/2014/main" id="{B7B82380-E174-4F43-9DB4-103525169C43}"/>
              </a:ext>
            </a:extLst>
          </p:cNvPr>
          <p:cNvSpPr/>
          <p:nvPr/>
        </p:nvSpPr>
        <p:spPr>
          <a:xfrm flipH="1">
            <a:off x="4433470" y="406974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4</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8" name="Rectangle 47">
            <a:extLst>
              <a:ext uri="{FF2B5EF4-FFF2-40B4-BE49-F238E27FC236}">
                <a16:creationId xmlns:a16="http://schemas.microsoft.com/office/drawing/2014/main" id="{DD52A4BC-2E15-DC82-DED1-5D5D68A0D729}"/>
              </a:ext>
            </a:extLst>
          </p:cNvPr>
          <p:cNvSpPr/>
          <p:nvPr/>
        </p:nvSpPr>
        <p:spPr>
          <a:xfrm flipH="1">
            <a:off x="4534612" y="2641826"/>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5</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9" name="TextBox 82">
            <a:extLst>
              <a:ext uri="{FF2B5EF4-FFF2-40B4-BE49-F238E27FC236}">
                <a16:creationId xmlns:a16="http://schemas.microsoft.com/office/drawing/2014/main" id="{5815D667-FA3D-3BB0-F3ED-A2D8D387D743}"/>
              </a:ext>
            </a:extLst>
          </p:cNvPr>
          <p:cNvSpPr txBox="1"/>
          <p:nvPr/>
        </p:nvSpPr>
        <p:spPr>
          <a:xfrm>
            <a:off x="7664499" y="1228099"/>
            <a:ext cx="3119088"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0" name="TextBox 82">
            <a:extLst>
              <a:ext uri="{FF2B5EF4-FFF2-40B4-BE49-F238E27FC236}">
                <a16:creationId xmlns:a16="http://schemas.microsoft.com/office/drawing/2014/main" id="{649CDFC4-0CCB-7E3A-385A-B2470F6CA4EE}"/>
              </a:ext>
            </a:extLst>
          </p:cNvPr>
          <p:cNvSpPr txBox="1"/>
          <p:nvPr/>
        </p:nvSpPr>
        <p:spPr>
          <a:xfrm>
            <a:off x="8248633" y="3352356"/>
            <a:ext cx="31856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1" name="TextBox 82">
            <a:extLst>
              <a:ext uri="{FF2B5EF4-FFF2-40B4-BE49-F238E27FC236}">
                <a16:creationId xmlns:a16="http://schemas.microsoft.com/office/drawing/2014/main" id="{56829377-3B8B-C475-6A6A-8A97FE9CEB29}"/>
              </a:ext>
            </a:extLst>
          </p:cNvPr>
          <p:cNvSpPr txBox="1"/>
          <p:nvPr/>
        </p:nvSpPr>
        <p:spPr>
          <a:xfrm>
            <a:off x="7519629" y="5067329"/>
            <a:ext cx="31856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2" name="TextBox 82">
            <a:extLst>
              <a:ext uri="{FF2B5EF4-FFF2-40B4-BE49-F238E27FC236}">
                <a16:creationId xmlns:a16="http://schemas.microsoft.com/office/drawing/2014/main" id="{26010695-17FE-83DB-2BC4-3BD8B4463500}"/>
              </a:ext>
            </a:extLst>
          </p:cNvPr>
          <p:cNvSpPr txBox="1"/>
          <p:nvPr/>
        </p:nvSpPr>
        <p:spPr>
          <a:xfrm>
            <a:off x="795760" y="2586567"/>
            <a:ext cx="311908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3" name="TextBox 82">
            <a:extLst>
              <a:ext uri="{FF2B5EF4-FFF2-40B4-BE49-F238E27FC236}">
                <a16:creationId xmlns:a16="http://schemas.microsoft.com/office/drawing/2014/main" id="{8E4558A2-FD8A-C916-3635-0BFDAF3A2948}"/>
              </a:ext>
            </a:extLst>
          </p:cNvPr>
          <p:cNvSpPr txBox="1"/>
          <p:nvPr/>
        </p:nvSpPr>
        <p:spPr>
          <a:xfrm>
            <a:off x="1259336" y="4628925"/>
            <a:ext cx="311908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432774115"/>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Umbrella</a:t>
            </a:r>
          </a:p>
        </p:txBody>
      </p:sp>
      <p:grpSp>
        <p:nvGrpSpPr>
          <p:cNvPr id="5" name="Group 4"/>
          <p:cNvGrpSpPr>
            <a:grpSpLocks noChangeAspect="1"/>
          </p:cNvGrpSpPr>
          <p:nvPr/>
        </p:nvGrpSpPr>
        <p:grpSpPr>
          <a:xfrm>
            <a:off x="3880725" y="1823888"/>
            <a:ext cx="4430551" cy="4372170"/>
            <a:chOff x="3415516" y="1069498"/>
            <a:chExt cx="5360967" cy="5290326"/>
          </a:xfrm>
        </p:grpSpPr>
        <p:grpSp>
          <p:nvGrpSpPr>
            <p:cNvPr id="6" name="Group 5"/>
            <p:cNvGrpSpPr/>
            <p:nvPr/>
          </p:nvGrpSpPr>
          <p:grpSpPr>
            <a:xfrm>
              <a:off x="5593170" y="3009100"/>
              <a:ext cx="551454" cy="3350724"/>
              <a:chOff x="5593170" y="3009100"/>
              <a:chExt cx="551454" cy="3350724"/>
            </a:xfrm>
          </p:grpSpPr>
          <p:sp>
            <p:nvSpPr>
              <p:cNvPr id="11" name="Rectangle 10">
                <a:extLst>
                  <a:ext uri="{FF2B5EF4-FFF2-40B4-BE49-F238E27FC236}">
                    <a16:creationId xmlns:a16="http://schemas.microsoft.com/office/drawing/2014/main" id="{71BE7152-F682-4AEE-8896-6654BB075A22}"/>
                  </a:ext>
                </a:extLst>
              </p:cNvPr>
              <p:cNvSpPr/>
              <p:nvPr/>
            </p:nvSpPr>
            <p:spPr>
              <a:xfrm>
                <a:off x="6047377" y="3009100"/>
                <a:ext cx="97247" cy="2952000"/>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EDE260FF-D49B-401E-BDC5-032C2E350BB1}"/>
                  </a:ext>
                </a:extLst>
              </p:cNvPr>
              <p:cNvSpPr/>
              <p:nvPr/>
            </p:nvSpPr>
            <p:spPr>
              <a:xfrm>
                <a:off x="6047377" y="5687798"/>
                <a:ext cx="97247" cy="29970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e 9">
                <a:extLst>
                  <a:ext uri="{FF2B5EF4-FFF2-40B4-BE49-F238E27FC236}">
                    <a16:creationId xmlns:a16="http://schemas.microsoft.com/office/drawing/2014/main" id="{F782C4E7-F3BD-444A-BB74-E7B3392FE449}"/>
                  </a:ext>
                </a:extLst>
              </p:cNvPr>
              <p:cNvGrpSpPr/>
              <p:nvPr/>
            </p:nvGrpSpPr>
            <p:grpSpPr>
              <a:xfrm rot="313293">
                <a:off x="5593170" y="5445424"/>
                <a:ext cx="543924" cy="914400"/>
                <a:chOff x="5593170" y="5466688"/>
                <a:chExt cx="543924" cy="914400"/>
              </a:xfrm>
            </p:grpSpPr>
            <p:sp>
              <p:nvSpPr>
                <p:cNvPr id="14" name="Arc plein 7">
                  <a:extLst>
                    <a:ext uri="{FF2B5EF4-FFF2-40B4-BE49-F238E27FC236}">
                      <a16:creationId xmlns:a16="http://schemas.microsoft.com/office/drawing/2014/main" id="{00BBB588-6498-4EE7-A67F-0C84DEFF1F1B}"/>
                    </a:ext>
                  </a:extLst>
                </p:cNvPr>
                <p:cNvSpPr/>
                <p:nvPr/>
              </p:nvSpPr>
              <p:spPr>
                <a:xfrm rot="9921231">
                  <a:off x="5593170" y="5466688"/>
                  <a:ext cx="543924" cy="914400"/>
                </a:xfrm>
                <a:prstGeom prst="blockArc">
                  <a:avLst>
                    <a:gd name="adj1" fmla="val 12267858"/>
                    <a:gd name="adj2" fmla="val 20874447"/>
                    <a:gd name="adj3" fmla="val 1741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Ellipse 8">
                  <a:extLst>
                    <a:ext uri="{FF2B5EF4-FFF2-40B4-BE49-F238E27FC236}">
                      <a16:creationId xmlns:a16="http://schemas.microsoft.com/office/drawing/2014/main" id="{EC955E8A-5764-426F-AAEC-BAB47EB6F72C}"/>
                    </a:ext>
                  </a:extLst>
                </p:cNvPr>
                <p:cNvSpPr/>
                <p:nvPr/>
              </p:nvSpPr>
              <p:spPr>
                <a:xfrm>
                  <a:off x="5621020" y="5994369"/>
                  <a:ext cx="97247" cy="108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7" name="Groupe 6">
              <a:extLst>
                <a:ext uri="{FF2B5EF4-FFF2-40B4-BE49-F238E27FC236}">
                  <a16:creationId xmlns:a16="http://schemas.microsoft.com/office/drawing/2014/main" id="{9733C5CA-742B-4831-9D4C-8C77C50D0422}"/>
                </a:ext>
              </a:extLst>
            </p:cNvPr>
            <p:cNvGrpSpPr/>
            <p:nvPr/>
          </p:nvGrpSpPr>
          <p:grpSpPr>
            <a:xfrm>
              <a:off x="3415516" y="1069498"/>
              <a:ext cx="5360967" cy="2393105"/>
              <a:chOff x="3415780" y="859948"/>
              <a:chExt cx="5360967" cy="2393105"/>
            </a:xfrm>
          </p:grpSpPr>
          <p:sp>
            <p:nvSpPr>
              <p:cNvPr id="8" name="Forme libre : forme 34">
                <a:extLst>
                  <a:ext uri="{FF2B5EF4-FFF2-40B4-BE49-F238E27FC236}">
                    <a16:creationId xmlns:a16="http://schemas.microsoft.com/office/drawing/2014/main" id="{FBDEB634-9CE7-4444-86EF-222BF01E6548}"/>
                  </a:ext>
                </a:extLst>
              </p:cNvPr>
              <p:cNvSpPr/>
              <p:nvPr/>
            </p:nvSpPr>
            <p:spPr>
              <a:xfrm>
                <a:off x="5196852" y="859948"/>
                <a:ext cx="1798299" cy="2393105"/>
              </a:xfrm>
              <a:custGeom>
                <a:avLst/>
                <a:gdLst>
                  <a:gd name="connsiteX0" fmla="*/ 899149 w 1798299"/>
                  <a:gd name="connsiteY0" fmla="*/ 0 h 2393105"/>
                  <a:gd name="connsiteX1" fmla="*/ 1794503 w 1798299"/>
                  <a:gd name="connsiteY1" fmla="*/ 2189383 h 2393105"/>
                  <a:gd name="connsiteX2" fmla="*/ 1798299 w 1798299"/>
                  <a:gd name="connsiteY2" fmla="*/ 2393105 h 2393105"/>
                  <a:gd name="connsiteX3" fmla="*/ 1791475 w 1798299"/>
                  <a:gd name="connsiteY3" fmla="*/ 2393105 h 2393105"/>
                  <a:gd name="connsiteX4" fmla="*/ 1602784 w 1798299"/>
                  <a:gd name="connsiteY4" fmla="*/ 2262347 h 2393105"/>
                  <a:gd name="connsiteX5" fmla="*/ 905766 w 1798299"/>
                  <a:gd name="connsiteY5" fmla="*/ 2076821 h 2393105"/>
                  <a:gd name="connsiteX6" fmla="*/ 208749 w 1798299"/>
                  <a:gd name="connsiteY6" fmla="*/ 2262347 h 2393105"/>
                  <a:gd name="connsiteX7" fmla="*/ 20058 w 1798299"/>
                  <a:gd name="connsiteY7" fmla="*/ 2393105 h 2393105"/>
                  <a:gd name="connsiteX8" fmla="*/ 0 w 1798299"/>
                  <a:gd name="connsiteY8" fmla="*/ 2393105 h 2393105"/>
                  <a:gd name="connsiteX9" fmla="*/ 3796 w 1798299"/>
                  <a:gd name="connsiteY9" fmla="*/ 2189383 h 2393105"/>
                  <a:gd name="connsiteX10" fmla="*/ 899149 w 1798299"/>
                  <a:gd name="connsiteY10" fmla="*/ 0 h 239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8299" h="2393105">
                    <a:moveTo>
                      <a:pt x="899149" y="0"/>
                    </a:moveTo>
                    <a:cubicBezTo>
                      <a:pt x="1365139" y="0"/>
                      <a:pt x="1748414" y="959639"/>
                      <a:pt x="1794503" y="2189383"/>
                    </a:cubicBezTo>
                    <a:lnTo>
                      <a:pt x="1798299" y="2393105"/>
                    </a:lnTo>
                    <a:lnTo>
                      <a:pt x="1791475" y="2393105"/>
                    </a:lnTo>
                    <a:lnTo>
                      <a:pt x="1602784" y="2262347"/>
                    </a:lnTo>
                    <a:cubicBezTo>
                      <a:pt x="1397528" y="2144322"/>
                      <a:pt x="1159530" y="2076821"/>
                      <a:pt x="905766" y="2076821"/>
                    </a:cubicBezTo>
                    <a:cubicBezTo>
                      <a:pt x="652003" y="2076821"/>
                      <a:pt x="414006" y="2144322"/>
                      <a:pt x="208749" y="2262347"/>
                    </a:cubicBezTo>
                    <a:lnTo>
                      <a:pt x="20058" y="2393105"/>
                    </a:lnTo>
                    <a:lnTo>
                      <a:pt x="0" y="2393105"/>
                    </a:lnTo>
                    <a:lnTo>
                      <a:pt x="3796" y="2189383"/>
                    </a:lnTo>
                    <a:cubicBezTo>
                      <a:pt x="49885" y="959639"/>
                      <a:pt x="433159" y="0"/>
                      <a:pt x="89914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orme libre : forme 36">
                <a:extLst>
                  <a:ext uri="{FF2B5EF4-FFF2-40B4-BE49-F238E27FC236}">
                    <a16:creationId xmlns:a16="http://schemas.microsoft.com/office/drawing/2014/main" id="{186ED51C-7606-4324-BB3D-A8F30F77196D}"/>
                  </a:ext>
                </a:extLst>
              </p:cNvPr>
              <p:cNvSpPr>
                <a:spLocks noChangeAspect="1"/>
              </p:cNvSpPr>
              <p:nvPr/>
            </p:nvSpPr>
            <p:spPr>
              <a:xfrm>
                <a:off x="6105325" y="860360"/>
                <a:ext cx="2671422" cy="2392692"/>
              </a:xfrm>
              <a:custGeom>
                <a:avLst/>
                <a:gdLst>
                  <a:gd name="connsiteX0" fmla="*/ 0 w 2671422"/>
                  <a:gd name="connsiteY0" fmla="*/ 0 h 2392692"/>
                  <a:gd name="connsiteX1" fmla="*/ 232636 w 2671422"/>
                  <a:gd name="connsiteY1" fmla="*/ 10282 h 2392692"/>
                  <a:gd name="connsiteX2" fmla="*/ 2635822 w 2671422"/>
                  <a:gd name="connsiteY2" fmla="*/ 2155445 h 2392692"/>
                  <a:gd name="connsiteX3" fmla="*/ 2671422 w 2671422"/>
                  <a:gd name="connsiteY3" fmla="*/ 2388707 h 2392692"/>
                  <a:gd name="connsiteX4" fmla="*/ 2573606 w 2671422"/>
                  <a:gd name="connsiteY4" fmla="*/ 2315562 h 2392692"/>
                  <a:gd name="connsiteX5" fmla="*/ 1790675 w 2671422"/>
                  <a:gd name="connsiteY5" fmla="*/ 2076409 h 2392692"/>
                  <a:gd name="connsiteX6" fmla="*/ 1007744 w 2671422"/>
                  <a:gd name="connsiteY6" fmla="*/ 2315562 h 2392692"/>
                  <a:gd name="connsiteX7" fmla="*/ 904599 w 2671422"/>
                  <a:gd name="connsiteY7" fmla="*/ 2392692 h 2392692"/>
                  <a:gd name="connsiteX8" fmla="*/ 889826 w 2671422"/>
                  <a:gd name="connsiteY8" fmla="*/ 2392692 h 2392692"/>
                  <a:gd name="connsiteX9" fmla="*/ 886030 w 2671422"/>
                  <a:gd name="connsiteY9" fmla="*/ 2188971 h 2392692"/>
                  <a:gd name="connsiteX10" fmla="*/ 82696 w 2671422"/>
                  <a:gd name="connsiteY10" fmla="*/ 12179 h 2392692"/>
                  <a:gd name="connsiteX11" fmla="*/ 0 w 2671422"/>
                  <a:gd name="connsiteY11" fmla="*/ 864 h 2392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1422" h="2392692">
                    <a:moveTo>
                      <a:pt x="0" y="0"/>
                    </a:moveTo>
                    <a:lnTo>
                      <a:pt x="232636" y="10282"/>
                    </a:lnTo>
                    <a:cubicBezTo>
                      <a:pt x="1428256" y="116468"/>
                      <a:pt x="2399792" y="1001997"/>
                      <a:pt x="2635822" y="2155445"/>
                    </a:cubicBezTo>
                    <a:lnTo>
                      <a:pt x="2671422" y="2388707"/>
                    </a:lnTo>
                    <a:lnTo>
                      <a:pt x="2573606" y="2315562"/>
                    </a:lnTo>
                    <a:cubicBezTo>
                      <a:pt x="2350114" y="2164573"/>
                      <a:pt x="2080691" y="2076409"/>
                      <a:pt x="1790675" y="2076409"/>
                    </a:cubicBezTo>
                    <a:cubicBezTo>
                      <a:pt x="1500660" y="2076409"/>
                      <a:pt x="1231237" y="2164573"/>
                      <a:pt x="1007744" y="2315562"/>
                    </a:cubicBezTo>
                    <a:lnTo>
                      <a:pt x="904599" y="2392692"/>
                    </a:lnTo>
                    <a:lnTo>
                      <a:pt x="889826" y="2392692"/>
                    </a:lnTo>
                    <a:lnTo>
                      <a:pt x="886030" y="2188971"/>
                    </a:lnTo>
                    <a:cubicBezTo>
                      <a:pt x="843013" y="1041210"/>
                      <a:pt x="506271" y="128740"/>
                      <a:pt x="82696" y="12179"/>
                    </a:cubicBezTo>
                    <a:lnTo>
                      <a:pt x="0" y="86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orme libre : forme 35">
                <a:extLst>
                  <a:ext uri="{FF2B5EF4-FFF2-40B4-BE49-F238E27FC236}">
                    <a16:creationId xmlns:a16="http://schemas.microsoft.com/office/drawing/2014/main" id="{3C880688-B224-428C-808A-1D69477C16E0}"/>
                  </a:ext>
                </a:extLst>
              </p:cNvPr>
              <p:cNvSpPr>
                <a:spLocks noChangeAspect="1"/>
              </p:cNvSpPr>
              <p:nvPr/>
            </p:nvSpPr>
            <p:spPr>
              <a:xfrm>
                <a:off x="3415780" y="860242"/>
                <a:ext cx="2673604" cy="2392811"/>
              </a:xfrm>
              <a:custGeom>
                <a:avLst/>
                <a:gdLst>
                  <a:gd name="connsiteX0" fmla="*/ 2673604 w 2673604"/>
                  <a:gd name="connsiteY0" fmla="*/ 0 h 2392811"/>
                  <a:gd name="connsiteX1" fmla="*/ 2673604 w 2673604"/>
                  <a:gd name="connsiteY1" fmla="*/ 611 h 2392811"/>
                  <a:gd name="connsiteX2" fmla="*/ 2588202 w 2673604"/>
                  <a:gd name="connsiteY2" fmla="*/ 12297 h 2392811"/>
                  <a:gd name="connsiteX3" fmla="*/ 1784868 w 2673604"/>
                  <a:gd name="connsiteY3" fmla="*/ 2189089 h 2392811"/>
                  <a:gd name="connsiteX4" fmla="*/ 1781072 w 2673604"/>
                  <a:gd name="connsiteY4" fmla="*/ 2392811 h 2392811"/>
                  <a:gd name="connsiteX5" fmla="*/ 1762239 w 2673604"/>
                  <a:gd name="connsiteY5" fmla="*/ 2392811 h 2392811"/>
                  <a:gd name="connsiteX6" fmla="*/ 1659092 w 2673604"/>
                  <a:gd name="connsiteY6" fmla="*/ 2315680 h 2392811"/>
                  <a:gd name="connsiteX7" fmla="*/ 876161 w 2673604"/>
                  <a:gd name="connsiteY7" fmla="*/ 2076527 h 2392811"/>
                  <a:gd name="connsiteX8" fmla="*/ 93230 w 2673604"/>
                  <a:gd name="connsiteY8" fmla="*/ 2315680 h 2392811"/>
                  <a:gd name="connsiteX9" fmla="*/ 0 w 2673604"/>
                  <a:gd name="connsiteY9" fmla="*/ 2385396 h 2392811"/>
                  <a:gd name="connsiteX10" fmla="*/ 35076 w 2673604"/>
                  <a:gd name="connsiteY10" fmla="*/ 2155564 h 2392811"/>
                  <a:gd name="connsiteX11" fmla="*/ 2438261 w 2673604"/>
                  <a:gd name="connsiteY11" fmla="*/ 10401 h 239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3604" h="2392811">
                    <a:moveTo>
                      <a:pt x="2673604" y="0"/>
                    </a:moveTo>
                    <a:lnTo>
                      <a:pt x="2673604" y="611"/>
                    </a:lnTo>
                    <a:lnTo>
                      <a:pt x="2588202" y="12297"/>
                    </a:lnTo>
                    <a:cubicBezTo>
                      <a:pt x="2164627" y="128858"/>
                      <a:pt x="1827884" y="1041328"/>
                      <a:pt x="1784868" y="2189089"/>
                    </a:cubicBezTo>
                    <a:lnTo>
                      <a:pt x="1781072" y="2392811"/>
                    </a:lnTo>
                    <a:lnTo>
                      <a:pt x="1762239" y="2392811"/>
                    </a:lnTo>
                    <a:lnTo>
                      <a:pt x="1659092" y="2315680"/>
                    </a:lnTo>
                    <a:cubicBezTo>
                      <a:pt x="1435600" y="2164691"/>
                      <a:pt x="1166177" y="2076527"/>
                      <a:pt x="876161" y="2076527"/>
                    </a:cubicBezTo>
                    <a:cubicBezTo>
                      <a:pt x="586146" y="2076527"/>
                      <a:pt x="316722" y="2164691"/>
                      <a:pt x="93230" y="2315680"/>
                    </a:cubicBezTo>
                    <a:lnTo>
                      <a:pt x="0" y="2385396"/>
                    </a:lnTo>
                    <a:lnTo>
                      <a:pt x="35076" y="2155564"/>
                    </a:lnTo>
                    <a:cubicBezTo>
                      <a:pt x="271106" y="1002116"/>
                      <a:pt x="1242641" y="116587"/>
                      <a:pt x="2438261" y="1040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sp>
        <p:nvSpPr>
          <p:cNvPr id="16" name="Rectangle 15"/>
          <p:cNvSpPr/>
          <p:nvPr/>
        </p:nvSpPr>
        <p:spPr>
          <a:xfrm>
            <a:off x="381792" y="3528012"/>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indent="450850"/>
            <a:r>
              <a:rPr lang="en-US" b="1" kern="0" dirty="0">
                <a:solidFill>
                  <a:schemeClr val="accent1"/>
                </a:solidFill>
                <a:cs typeface="Arial" pitchFamily="34" charset="0"/>
              </a:rPr>
              <a:t>LOREM IPSUM</a:t>
            </a: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7" name="Rectangle 16"/>
          <p:cNvSpPr/>
          <p:nvPr/>
        </p:nvSpPr>
        <p:spPr>
          <a:xfrm>
            <a:off x="1653309" y="509925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450850"/>
            <a:r>
              <a:rPr lang="en-US" b="1" kern="0" dirty="0">
                <a:solidFill>
                  <a:schemeClr val="accent2"/>
                </a:solidFill>
                <a:cs typeface="Arial" pitchFamily="34" charset="0"/>
              </a:rPr>
              <a:t>LOREM IPSUM</a:t>
            </a:r>
            <a:endParaRPr lang="en-US" kern="0" dirty="0">
              <a:solidFill>
                <a:schemeClr val="accent2"/>
              </a:solidFill>
              <a:cs typeface="Arial" pitchFamily="34" charset="0"/>
            </a:endParaRP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8" name="Rectangle 17"/>
          <p:cNvSpPr/>
          <p:nvPr/>
        </p:nvSpPr>
        <p:spPr>
          <a:xfrm>
            <a:off x="7101041" y="4552223"/>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indent="450850"/>
            <a:r>
              <a:rPr lang="en-US" b="1" kern="0" dirty="0">
                <a:solidFill>
                  <a:schemeClr val="accent3"/>
                </a:solidFill>
                <a:cs typeface="Arial" pitchFamily="34" charset="0"/>
              </a:rPr>
              <a:t>LOREM IPSUM</a:t>
            </a:r>
            <a:endParaRPr lang="en-US" kern="0" dirty="0">
              <a:solidFill>
                <a:schemeClr val="accent3"/>
              </a:solidFill>
              <a:cs typeface="Arial" pitchFamily="34" charset="0"/>
            </a:endParaRP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9" name="Oval 18"/>
          <p:cNvSpPr>
            <a:spLocks noChangeAspect="1"/>
          </p:cNvSpPr>
          <p:nvPr/>
        </p:nvSpPr>
        <p:spPr>
          <a:xfrm>
            <a:off x="4674771"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1"/>
                </a:solidFill>
              </a:rPr>
              <a:t>1</a:t>
            </a:r>
          </a:p>
        </p:txBody>
      </p:sp>
      <p:sp>
        <p:nvSpPr>
          <p:cNvPr id="20" name="Oval 19"/>
          <p:cNvSpPr>
            <a:spLocks noChangeAspect="1"/>
          </p:cNvSpPr>
          <p:nvPr/>
        </p:nvSpPr>
        <p:spPr>
          <a:xfrm>
            <a:off x="5919730" y="2754804"/>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2"/>
                </a:solidFill>
              </a:rPr>
              <a:t>2</a:t>
            </a:r>
          </a:p>
        </p:txBody>
      </p:sp>
      <p:sp>
        <p:nvSpPr>
          <p:cNvPr id="21" name="Oval 20"/>
          <p:cNvSpPr>
            <a:spLocks noChangeAspect="1"/>
          </p:cNvSpPr>
          <p:nvPr/>
        </p:nvSpPr>
        <p:spPr>
          <a:xfrm>
            <a:off x="7164689"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3"/>
                </a:solidFill>
              </a:rPr>
              <a:t>3</a:t>
            </a:r>
          </a:p>
        </p:txBody>
      </p:sp>
      <p:sp>
        <p:nvSpPr>
          <p:cNvPr id="22" name="Oval 21"/>
          <p:cNvSpPr>
            <a:spLocks noChangeAspect="1"/>
          </p:cNvSpPr>
          <p:nvPr/>
        </p:nvSpPr>
        <p:spPr>
          <a:xfrm>
            <a:off x="519556" y="3391272"/>
            <a:ext cx="352541" cy="352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23" name="Oval 22"/>
          <p:cNvSpPr>
            <a:spLocks noChangeAspect="1"/>
          </p:cNvSpPr>
          <p:nvPr/>
        </p:nvSpPr>
        <p:spPr>
          <a:xfrm>
            <a:off x="1755747" y="4991225"/>
            <a:ext cx="352541" cy="35254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24" name="Oval 23"/>
          <p:cNvSpPr>
            <a:spLocks noChangeAspect="1"/>
          </p:cNvSpPr>
          <p:nvPr/>
        </p:nvSpPr>
        <p:spPr>
          <a:xfrm>
            <a:off x="7219281" y="4452213"/>
            <a:ext cx="352541" cy="35254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30" name="Freeform 29"/>
          <p:cNvSpPr>
            <a:spLocks noChangeAspect="1"/>
          </p:cNvSpPr>
          <p:nvPr/>
        </p:nvSpPr>
        <p:spPr>
          <a:xfrm rot="2202702">
            <a:off x="10164208" y="195667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 name="Freeform 30"/>
          <p:cNvSpPr>
            <a:spLocks noChangeAspect="1"/>
          </p:cNvSpPr>
          <p:nvPr/>
        </p:nvSpPr>
        <p:spPr>
          <a:xfrm rot="2202702">
            <a:off x="9265732" y="20752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 name="Freeform 31"/>
          <p:cNvSpPr>
            <a:spLocks noChangeAspect="1"/>
          </p:cNvSpPr>
          <p:nvPr/>
        </p:nvSpPr>
        <p:spPr>
          <a:xfrm rot="2202702">
            <a:off x="8367256" y="219385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32"/>
          <p:cNvSpPr>
            <a:spLocks noChangeAspect="1"/>
          </p:cNvSpPr>
          <p:nvPr/>
        </p:nvSpPr>
        <p:spPr>
          <a:xfrm rot="2202702">
            <a:off x="8820575" y="13082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33"/>
          <p:cNvSpPr>
            <a:spLocks noChangeAspect="1"/>
          </p:cNvSpPr>
          <p:nvPr/>
        </p:nvSpPr>
        <p:spPr>
          <a:xfrm rot="2202702">
            <a:off x="10055465" y="117038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 name="Freeform 34"/>
          <p:cNvSpPr>
            <a:spLocks noChangeAspect="1"/>
          </p:cNvSpPr>
          <p:nvPr/>
        </p:nvSpPr>
        <p:spPr>
          <a:xfrm rot="2202702">
            <a:off x="9483219" y="307115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 name="Freeform 35"/>
          <p:cNvSpPr>
            <a:spLocks noChangeAspect="1"/>
          </p:cNvSpPr>
          <p:nvPr/>
        </p:nvSpPr>
        <p:spPr>
          <a:xfrm rot="2202702">
            <a:off x="10397360" y="263367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 name="Freeform 36"/>
          <p:cNvSpPr>
            <a:spLocks noChangeAspect="1"/>
          </p:cNvSpPr>
          <p:nvPr/>
        </p:nvSpPr>
        <p:spPr>
          <a:xfrm rot="2202702">
            <a:off x="11108204" y="158398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 name="Freeform 37"/>
          <p:cNvSpPr>
            <a:spLocks noChangeAspect="1"/>
          </p:cNvSpPr>
          <p:nvPr/>
        </p:nvSpPr>
        <p:spPr>
          <a:xfrm rot="2202702">
            <a:off x="7861197" y="162729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Freeform 38"/>
          <p:cNvSpPr>
            <a:spLocks noChangeAspect="1"/>
          </p:cNvSpPr>
          <p:nvPr/>
        </p:nvSpPr>
        <p:spPr>
          <a:xfrm rot="2202702">
            <a:off x="4614190" y="1670609"/>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0" name="Freeform 39"/>
          <p:cNvSpPr>
            <a:spLocks noChangeAspect="1"/>
          </p:cNvSpPr>
          <p:nvPr/>
        </p:nvSpPr>
        <p:spPr>
          <a:xfrm rot="2202702">
            <a:off x="3255894" y="222178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Freeform 40"/>
          <p:cNvSpPr>
            <a:spLocks noChangeAspect="1"/>
          </p:cNvSpPr>
          <p:nvPr/>
        </p:nvSpPr>
        <p:spPr>
          <a:xfrm rot="2202702">
            <a:off x="1897598" y="277296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Freeform 41"/>
          <p:cNvSpPr>
            <a:spLocks noChangeAspect="1"/>
          </p:cNvSpPr>
          <p:nvPr/>
        </p:nvSpPr>
        <p:spPr>
          <a:xfrm rot="2202702">
            <a:off x="539302" y="219385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Freeform 42"/>
          <p:cNvSpPr>
            <a:spLocks noChangeAspect="1"/>
          </p:cNvSpPr>
          <p:nvPr/>
        </p:nvSpPr>
        <p:spPr>
          <a:xfrm rot="2202702">
            <a:off x="1503494" y="161474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Freeform 43"/>
          <p:cNvSpPr>
            <a:spLocks noChangeAspect="1"/>
          </p:cNvSpPr>
          <p:nvPr/>
        </p:nvSpPr>
        <p:spPr>
          <a:xfrm rot="2202702">
            <a:off x="2250200" y="204708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Freeform 44"/>
          <p:cNvSpPr>
            <a:spLocks noChangeAspect="1"/>
          </p:cNvSpPr>
          <p:nvPr/>
        </p:nvSpPr>
        <p:spPr>
          <a:xfrm rot="2202702">
            <a:off x="2200349" y="13488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6" name="Freeform 45"/>
          <p:cNvSpPr>
            <a:spLocks noChangeAspect="1"/>
          </p:cNvSpPr>
          <p:nvPr/>
        </p:nvSpPr>
        <p:spPr>
          <a:xfrm rot="2202702">
            <a:off x="3136109" y="153274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7" name="Freeform 46"/>
          <p:cNvSpPr>
            <a:spLocks noChangeAspect="1"/>
          </p:cNvSpPr>
          <p:nvPr/>
        </p:nvSpPr>
        <p:spPr>
          <a:xfrm rot="2202702">
            <a:off x="4071869" y="17165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Freeform 47"/>
          <p:cNvSpPr>
            <a:spLocks noChangeAspect="1"/>
          </p:cNvSpPr>
          <p:nvPr/>
        </p:nvSpPr>
        <p:spPr>
          <a:xfrm rot="2202702">
            <a:off x="5361701" y="121026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 name="Freeform 48"/>
          <p:cNvSpPr>
            <a:spLocks noChangeAspect="1"/>
          </p:cNvSpPr>
          <p:nvPr/>
        </p:nvSpPr>
        <p:spPr>
          <a:xfrm rot="2202702">
            <a:off x="6255588" y="9796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0" name="Freeform 49"/>
          <p:cNvSpPr>
            <a:spLocks noChangeAspect="1"/>
          </p:cNvSpPr>
          <p:nvPr/>
        </p:nvSpPr>
        <p:spPr>
          <a:xfrm rot="2202702">
            <a:off x="7193095" y="117038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1" name="Freeform 50"/>
          <p:cNvSpPr>
            <a:spLocks noChangeAspect="1"/>
          </p:cNvSpPr>
          <p:nvPr/>
        </p:nvSpPr>
        <p:spPr>
          <a:xfrm rot="2202702">
            <a:off x="3946286" y="111753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Freeform 51"/>
          <p:cNvSpPr>
            <a:spLocks noChangeAspect="1"/>
          </p:cNvSpPr>
          <p:nvPr/>
        </p:nvSpPr>
        <p:spPr>
          <a:xfrm>
            <a:off x="3656162" y="367979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Freeform 52"/>
          <p:cNvSpPr>
            <a:spLocks noChangeAspect="1"/>
          </p:cNvSpPr>
          <p:nvPr/>
        </p:nvSpPr>
        <p:spPr>
          <a:xfrm>
            <a:off x="5269640" y="40297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Freeform 53"/>
          <p:cNvSpPr>
            <a:spLocks noChangeAspect="1"/>
          </p:cNvSpPr>
          <p:nvPr/>
        </p:nvSpPr>
        <p:spPr>
          <a:xfrm>
            <a:off x="6913170" y="390415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Freeform 54"/>
          <p:cNvSpPr>
            <a:spLocks noChangeAspect="1"/>
          </p:cNvSpPr>
          <p:nvPr/>
        </p:nvSpPr>
        <p:spPr>
          <a:xfrm>
            <a:off x="8556700" y="374462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965784997"/>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ACA732-99F3-4E2C-AC5F-3D71E981CFC4}"/>
              </a:ext>
            </a:extLst>
          </p:cNvPr>
          <p:cNvSpPr>
            <a:spLocks noGrp="1"/>
          </p:cNvSpPr>
          <p:nvPr>
            <p:ph type="title"/>
          </p:nvPr>
        </p:nvSpPr>
        <p:spPr>
          <a:xfrm>
            <a:off x="214184" y="13663"/>
            <a:ext cx="9728886" cy="678316"/>
          </a:xfrm>
        </p:spPr>
        <p:txBody>
          <a:bodyPr>
            <a:normAutofit/>
          </a:bodyPr>
          <a:lstStyle/>
          <a:p>
            <a:r>
              <a:rPr lang="en-US" dirty="0"/>
              <a:t>Arrows 01</a:t>
            </a:r>
          </a:p>
        </p:txBody>
      </p:sp>
      <p:grpSp>
        <p:nvGrpSpPr>
          <p:cNvPr id="4" name="Group 3">
            <a:extLst>
              <a:ext uri="{FF2B5EF4-FFF2-40B4-BE49-F238E27FC236}">
                <a16:creationId xmlns:a16="http://schemas.microsoft.com/office/drawing/2014/main" id="{DE57A65E-D972-41AB-9353-C645002466BA}"/>
              </a:ext>
            </a:extLst>
          </p:cNvPr>
          <p:cNvGrpSpPr/>
          <p:nvPr/>
        </p:nvGrpSpPr>
        <p:grpSpPr>
          <a:xfrm>
            <a:off x="838200" y="1282606"/>
            <a:ext cx="2062836" cy="4968000"/>
            <a:chOff x="667744" y="1100589"/>
            <a:chExt cx="2062836" cy="4830155"/>
          </a:xfrm>
        </p:grpSpPr>
        <p:sp>
          <p:nvSpPr>
            <p:cNvPr id="5" name="Freeform: Shape 4">
              <a:extLst>
                <a:ext uri="{FF2B5EF4-FFF2-40B4-BE49-F238E27FC236}">
                  <a16:creationId xmlns:a16="http://schemas.microsoft.com/office/drawing/2014/main" id="{F74396C4-0B67-4615-8CAC-3AEB51BCC54F}"/>
                </a:ext>
              </a:extLst>
            </p:cNvPr>
            <p:cNvSpPr/>
            <p:nvPr/>
          </p:nvSpPr>
          <p:spPr>
            <a:xfrm flipH="1">
              <a:off x="667744" y="1100589"/>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6" name="Freeform: Shape 5">
              <a:extLst>
                <a:ext uri="{FF2B5EF4-FFF2-40B4-BE49-F238E27FC236}">
                  <a16:creationId xmlns:a16="http://schemas.microsoft.com/office/drawing/2014/main" id="{447209E4-2648-4ED1-8258-3BC06C152E73}"/>
                </a:ext>
              </a:extLst>
            </p:cNvPr>
            <p:cNvSpPr/>
            <p:nvPr/>
          </p:nvSpPr>
          <p:spPr>
            <a:xfrm>
              <a:off x="667744" y="2028520"/>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7" name="Freeform: Shape 6">
              <a:extLst>
                <a:ext uri="{FF2B5EF4-FFF2-40B4-BE49-F238E27FC236}">
                  <a16:creationId xmlns:a16="http://schemas.microsoft.com/office/drawing/2014/main" id="{36D3E309-45B5-4786-B5F7-C5D2BAAA5A37}"/>
                </a:ext>
              </a:extLst>
            </p:cNvPr>
            <p:cNvSpPr/>
            <p:nvPr/>
          </p:nvSpPr>
          <p:spPr>
            <a:xfrm>
              <a:off x="671003" y="3884382"/>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8" name="Freeform: Shape 7">
              <a:extLst>
                <a:ext uri="{FF2B5EF4-FFF2-40B4-BE49-F238E27FC236}">
                  <a16:creationId xmlns:a16="http://schemas.microsoft.com/office/drawing/2014/main" id="{E6016CAD-06FD-4432-A69B-7F9243ADDB7E}"/>
                </a:ext>
              </a:extLst>
            </p:cNvPr>
            <p:cNvSpPr/>
            <p:nvPr/>
          </p:nvSpPr>
          <p:spPr>
            <a:xfrm flipH="1">
              <a:off x="671003" y="4812313"/>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9" name="Freeform: Shape 8">
              <a:extLst>
                <a:ext uri="{FF2B5EF4-FFF2-40B4-BE49-F238E27FC236}">
                  <a16:creationId xmlns:a16="http://schemas.microsoft.com/office/drawing/2014/main" id="{28B91244-E586-4D8C-8BFE-E6A786B2EB09}"/>
                </a:ext>
              </a:extLst>
            </p:cNvPr>
            <p:cNvSpPr/>
            <p:nvPr/>
          </p:nvSpPr>
          <p:spPr>
            <a:xfrm flipH="1">
              <a:off x="684066" y="2956451"/>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grpSp>
      <p:cxnSp>
        <p:nvCxnSpPr>
          <p:cNvPr id="11" name="Straight Connector 10">
            <a:extLst>
              <a:ext uri="{FF2B5EF4-FFF2-40B4-BE49-F238E27FC236}">
                <a16:creationId xmlns:a16="http://schemas.microsoft.com/office/drawing/2014/main" id="{368CD7E8-C930-4FF3-8C7A-DC44E26A8748}"/>
              </a:ext>
            </a:extLst>
          </p:cNvPr>
          <p:cNvCxnSpPr>
            <a:cxnSpLocks/>
          </p:cNvCxnSpPr>
          <p:nvPr/>
        </p:nvCxnSpPr>
        <p:spPr>
          <a:xfrm>
            <a:off x="3250477" y="2198399"/>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651E2FA-26C3-4D25-A9DD-2BA83EF73A91}"/>
              </a:ext>
            </a:extLst>
          </p:cNvPr>
          <p:cNvCxnSpPr>
            <a:cxnSpLocks/>
          </p:cNvCxnSpPr>
          <p:nvPr/>
        </p:nvCxnSpPr>
        <p:spPr>
          <a:xfrm>
            <a:off x="3250477" y="3213818"/>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096A048-70B4-463B-A49D-587982A2D9DF}"/>
              </a:ext>
            </a:extLst>
          </p:cNvPr>
          <p:cNvCxnSpPr>
            <a:cxnSpLocks/>
          </p:cNvCxnSpPr>
          <p:nvPr/>
        </p:nvCxnSpPr>
        <p:spPr>
          <a:xfrm>
            <a:off x="3250477" y="4229237"/>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CCC2086-991F-4721-9542-189EA36ACB77}"/>
              </a:ext>
            </a:extLst>
          </p:cNvPr>
          <p:cNvCxnSpPr>
            <a:cxnSpLocks/>
          </p:cNvCxnSpPr>
          <p:nvPr/>
        </p:nvCxnSpPr>
        <p:spPr>
          <a:xfrm>
            <a:off x="3250477" y="5244656"/>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D11AFFF5-18F7-411F-80BA-3ADC8770EFD3}"/>
              </a:ext>
            </a:extLst>
          </p:cNvPr>
          <p:cNvSpPr>
            <a:spLocks noChangeAspect="1"/>
          </p:cNvSpPr>
          <p:nvPr/>
        </p:nvSpPr>
        <p:spPr>
          <a:xfrm>
            <a:off x="3250477" y="1427152"/>
            <a:ext cx="527076" cy="5270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17" name="Oval 16">
            <a:extLst>
              <a:ext uri="{FF2B5EF4-FFF2-40B4-BE49-F238E27FC236}">
                <a16:creationId xmlns:a16="http://schemas.microsoft.com/office/drawing/2014/main" id="{BADF4E0B-B160-4F66-A782-587D63C3D362}"/>
              </a:ext>
            </a:extLst>
          </p:cNvPr>
          <p:cNvSpPr>
            <a:spLocks noChangeAspect="1"/>
          </p:cNvSpPr>
          <p:nvPr/>
        </p:nvSpPr>
        <p:spPr>
          <a:xfrm>
            <a:off x="3250477" y="2442571"/>
            <a:ext cx="527076" cy="5270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18" name="Oval 17">
            <a:extLst>
              <a:ext uri="{FF2B5EF4-FFF2-40B4-BE49-F238E27FC236}">
                <a16:creationId xmlns:a16="http://schemas.microsoft.com/office/drawing/2014/main" id="{150C6C1A-0E5D-4071-B2DB-55B5D498B4FA}"/>
              </a:ext>
            </a:extLst>
          </p:cNvPr>
          <p:cNvSpPr>
            <a:spLocks noChangeAspect="1"/>
          </p:cNvSpPr>
          <p:nvPr/>
        </p:nvSpPr>
        <p:spPr>
          <a:xfrm>
            <a:off x="3250477" y="3457990"/>
            <a:ext cx="527076" cy="52707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
        <p:nvSpPr>
          <p:cNvPr id="19" name="Oval 18">
            <a:extLst>
              <a:ext uri="{FF2B5EF4-FFF2-40B4-BE49-F238E27FC236}">
                <a16:creationId xmlns:a16="http://schemas.microsoft.com/office/drawing/2014/main" id="{1FAA72E7-0FA7-40F1-9F16-3E459D3C666D}"/>
              </a:ext>
            </a:extLst>
          </p:cNvPr>
          <p:cNvSpPr>
            <a:spLocks noChangeAspect="1"/>
          </p:cNvSpPr>
          <p:nvPr/>
        </p:nvSpPr>
        <p:spPr>
          <a:xfrm>
            <a:off x="3250477" y="4473409"/>
            <a:ext cx="527076" cy="52707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4</a:t>
            </a:r>
          </a:p>
        </p:txBody>
      </p:sp>
      <p:sp>
        <p:nvSpPr>
          <p:cNvPr id="20" name="Oval 19">
            <a:extLst>
              <a:ext uri="{FF2B5EF4-FFF2-40B4-BE49-F238E27FC236}">
                <a16:creationId xmlns:a16="http://schemas.microsoft.com/office/drawing/2014/main" id="{EC7C0117-009D-432A-B1AE-3BEA54D653C8}"/>
              </a:ext>
            </a:extLst>
          </p:cNvPr>
          <p:cNvSpPr>
            <a:spLocks noChangeAspect="1"/>
          </p:cNvSpPr>
          <p:nvPr/>
        </p:nvSpPr>
        <p:spPr>
          <a:xfrm>
            <a:off x="3250477" y="5488828"/>
            <a:ext cx="527076" cy="52707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5</a:t>
            </a:r>
          </a:p>
        </p:txBody>
      </p:sp>
      <p:sp>
        <p:nvSpPr>
          <p:cNvPr id="21" name="Rectangle 20">
            <a:extLst>
              <a:ext uri="{FF2B5EF4-FFF2-40B4-BE49-F238E27FC236}">
                <a16:creationId xmlns:a16="http://schemas.microsoft.com/office/drawing/2014/main" id="{E3E421DD-7F73-48C5-BDA3-451A3E2EF995}"/>
              </a:ext>
            </a:extLst>
          </p:cNvPr>
          <p:cNvSpPr/>
          <p:nvPr/>
        </p:nvSpPr>
        <p:spPr>
          <a:xfrm>
            <a:off x="3919496" y="1182980"/>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2" name="Rectangle 21">
            <a:extLst>
              <a:ext uri="{FF2B5EF4-FFF2-40B4-BE49-F238E27FC236}">
                <a16:creationId xmlns:a16="http://schemas.microsoft.com/office/drawing/2014/main" id="{EAEA28A2-3B7A-4F81-8E2F-726011B03030}"/>
              </a:ext>
            </a:extLst>
          </p:cNvPr>
          <p:cNvSpPr/>
          <p:nvPr/>
        </p:nvSpPr>
        <p:spPr>
          <a:xfrm>
            <a:off x="3919496" y="2201348"/>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3" name="Rectangle 22">
            <a:extLst>
              <a:ext uri="{FF2B5EF4-FFF2-40B4-BE49-F238E27FC236}">
                <a16:creationId xmlns:a16="http://schemas.microsoft.com/office/drawing/2014/main" id="{61E2407D-97B3-4CF4-8F03-F12333D4588D}"/>
              </a:ext>
            </a:extLst>
          </p:cNvPr>
          <p:cNvSpPr/>
          <p:nvPr/>
        </p:nvSpPr>
        <p:spPr>
          <a:xfrm>
            <a:off x="3919496" y="3219716"/>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4" name="Rectangle 23">
            <a:extLst>
              <a:ext uri="{FF2B5EF4-FFF2-40B4-BE49-F238E27FC236}">
                <a16:creationId xmlns:a16="http://schemas.microsoft.com/office/drawing/2014/main" id="{D32CF6D2-EB84-48EA-89DE-6CAD6AE383EC}"/>
              </a:ext>
            </a:extLst>
          </p:cNvPr>
          <p:cNvSpPr/>
          <p:nvPr/>
        </p:nvSpPr>
        <p:spPr>
          <a:xfrm>
            <a:off x="3919496" y="423808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5" name="Rectangle 24">
            <a:extLst>
              <a:ext uri="{FF2B5EF4-FFF2-40B4-BE49-F238E27FC236}">
                <a16:creationId xmlns:a16="http://schemas.microsoft.com/office/drawing/2014/main" id="{36A19458-CE65-4D18-A503-7A991346632A}"/>
              </a:ext>
            </a:extLst>
          </p:cNvPr>
          <p:cNvSpPr/>
          <p:nvPr/>
        </p:nvSpPr>
        <p:spPr>
          <a:xfrm>
            <a:off x="3919496" y="525645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122061580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Arrows 02</a:t>
            </a:r>
          </a:p>
        </p:txBody>
      </p:sp>
      <p:grpSp>
        <p:nvGrpSpPr>
          <p:cNvPr id="4" name="Groupe 1 - 1">
            <a:extLst>
              <a:ext uri="{FF2B5EF4-FFF2-40B4-BE49-F238E27FC236}">
                <a16:creationId xmlns:a16="http://schemas.microsoft.com/office/drawing/2014/main" id="{DD96DA52-C659-4E4E-AB7E-FA6290693993}"/>
              </a:ext>
            </a:extLst>
          </p:cNvPr>
          <p:cNvGrpSpPr>
            <a:grpSpLocks noChangeAspect="1"/>
          </p:cNvGrpSpPr>
          <p:nvPr/>
        </p:nvGrpSpPr>
        <p:grpSpPr>
          <a:xfrm>
            <a:off x="3317816" y="2108817"/>
            <a:ext cx="2911925" cy="2798921"/>
            <a:chOff x="2503112" y="1968871"/>
            <a:chExt cx="3203117" cy="3078813"/>
          </a:xfrm>
        </p:grpSpPr>
        <p:sp>
          <p:nvSpPr>
            <p:cNvPr id="5"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 name="Groupe 1">
            <a:extLst>
              <a:ext uri="{FF2B5EF4-FFF2-40B4-BE49-F238E27FC236}">
                <a16:creationId xmlns:a16="http://schemas.microsoft.com/office/drawing/2014/main" id="{DD96DA52-C659-4E4E-AB7E-FA6290693993}"/>
              </a:ext>
            </a:extLst>
          </p:cNvPr>
          <p:cNvGrpSpPr>
            <a:grpSpLocks noChangeAspect="1"/>
          </p:cNvGrpSpPr>
          <p:nvPr/>
        </p:nvGrpSpPr>
        <p:grpSpPr>
          <a:xfrm rot="10800000">
            <a:off x="5962259" y="1981301"/>
            <a:ext cx="2911925" cy="2798921"/>
            <a:chOff x="2503112" y="1968871"/>
            <a:chExt cx="3203117" cy="3078813"/>
          </a:xfrm>
        </p:grpSpPr>
        <p:sp>
          <p:nvSpPr>
            <p:cNvPr id="8"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Rectangle 9">
            <a:extLst>
              <a:ext uri="{FF2B5EF4-FFF2-40B4-BE49-F238E27FC236}">
                <a16:creationId xmlns:a16="http://schemas.microsoft.com/office/drawing/2014/main" id="{E3E421DD-7F73-48C5-BDA3-451A3E2EF995}"/>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1" name="Rectangle 10">
            <a:extLst>
              <a:ext uri="{FF2B5EF4-FFF2-40B4-BE49-F238E27FC236}">
                <a16:creationId xmlns:a16="http://schemas.microsoft.com/office/drawing/2014/main" id="{E3E421DD-7F73-48C5-BDA3-451A3E2EF995}"/>
              </a:ext>
            </a:extLst>
          </p:cNvPr>
          <p:cNvSpPr/>
          <p:nvPr/>
        </p:nvSpPr>
        <p:spPr>
          <a:xfrm>
            <a:off x="83820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a:extLst>
              <a:ext uri="{FF2B5EF4-FFF2-40B4-BE49-F238E27FC236}">
                <a16:creationId xmlns:a16="http://schemas.microsoft.com/office/drawing/2014/main" id="{E3E421DD-7F73-48C5-BDA3-451A3E2EF995}"/>
              </a:ext>
            </a:extLst>
          </p:cNvPr>
          <p:cNvSpPr/>
          <p:nvPr/>
        </p:nvSpPr>
        <p:spPr>
          <a:xfrm>
            <a:off x="83820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3" name="Rectangle 12">
            <a:extLst>
              <a:ext uri="{FF2B5EF4-FFF2-40B4-BE49-F238E27FC236}">
                <a16:creationId xmlns:a16="http://schemas.microsoft.com/office/drawing/2014/main" id="{E3E421DD-7F73-48C5-BDA3-451A3E2EF995}"/>
              </a:ext>
            </a:extLst>
          </p:cNvPr>
          <p:cNvSpPr/>
          <p:nvPr/>
        </p:nvSpPr>
        <p:spPr>
          <a:xfrm>
            <a:off x="840413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4" name="Rectangle 13">
            <a:extLst>
              <a:ext uri="{FF2B5EF4-FFF2-40B4-BE49-F238E27FC236}">
                <a16:creationId xmlns:a16="http://schemas.microsoft.com/office/drawing/2014/main" id="{E3E421DD-7F73-48C5-BDA3-451A3E2EF995}"/>
              </a:ext>
            </a:extLst>
          </p:cNvPr>
          <p:cNvSpPr/>
          <p:nvPr/>
        </p:nvSpPr>
        <p:spPr>
          <a:xfrm>
            <a:off x="840413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E3E421DD-7F73-48C5-BDA3-451A3E2EF995}"/>
              </a:ext>
            </a:extLst>
          </p:cNvPr>
          <p:cNvSpPr/>
          <p:nvPr/>
        </p:nvSpPr>
        <p:spPr>
          <a:xfrm>
            <a:off x="840413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354434805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Arrows 03</a:t>
            </a:r>
          </a:p>
        </p:txBody>
      </p:sp>
      <p:grpSp>
        <p:nvGrpSpPr>
          <p:cNvPr id="5" name="Groupe 1 - 1">
            <a:extLst>
              <a:ext uri="{FF2B5EF4-FFF2-40B4-BE49-F238E27FC236}">
                <a16:creationId xmlns:a16="http://schemas.microsoft.com/office/drawing/2014/main" id="{DD96DA52-C659-4E4E-AB7E-FA6290693993}"/>
              </a:ext>
            </a:extLst>
          </p:cNvPr>
          <p:cNvGrpSpPr>
            <a:grpSpLocks noChangeAspect="1"/>
          </p:cNvGrpSpPr>
          <p:nvPr/>
        </p:nvGrpSpPr>
        <p:grpSpPr>
          <a:xfrm rot="5400000">
            <a:off x="3362266" y="1599132"/>
            <a:ext cx="2911925" cy="2798921"/>
            <a:chOff x="2503112" y="1968871"/>
            <a:chExt cx="3203117" cy="3078813"/>
          </a:xfrm>
        </p:grpSpPr>
        <p:sp>
          <p:nvSpPr>
            <p:cNvPr id="6"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e 1">
            <a:extLst>
              <a:ext uri="{FF2B5EF4-FFF2-40B4-BE49-F238E27FC236}">
                <a16:creationId xmlns:a16="http://schemas.microsoft.com/office/drawing/2014/main" id="{DD96DA52-C659-4E4E-AB7E-FA6290693993}"/>
              </a:ext>
            </a:extLst>
          </p:cNvPr>
          <p:cNvGrpSpPr>
            <a:grpSpLocks noChangeAspect="1"/>
          </p:cNvGrpSpPr>
          <p:nvPr/>
        </p:nvGrpSpPr>
        <p:grpSpPr>
          <a:xfrm rot="16200000">
            <a:off x="5917809" y="3352935"/>
            <a:ext cx="2911925" cy="2798921"/>
            <a:chOff x="2503112" y="1968871"/>
            <a:chExt cx="3203117" cy="3078813"/>
          </a:xfrm>
        </p:grpSpPr>
        <p:sp>
          <p:nvSpPr>
            <p:cNvPr id="9"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2" name="Rectangle 11">
            <a:extLst>
              <a:ext uri="{FF2B5EF4-FFF2-40B4-BE49-F238E27FC236}">
                <a16:creationId xmlns:a16="http://schemas.microsoft.com/office/drawing/2014/main" id="{E3E421DD-7F73-48C5-BDA3-451A3E2EF995}"/>
              </a:ext>
            </a:extLst>
          </p:cNvPr>
          <p:cNvSpPr/>
          <p:nvPr/>
        </p:nvSpPr>
        <p:spPr>
          <a:xfrm>
            <a:off x="1743328" y="3486582"/>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3" name="Rectangle 12">
            <a:extLst>
              <a:ext uri="{FF2B5EF4-FFF2-40B4-BE49-F238E27FC236}">
                <a16:creationId xmlns:a16="http://schemas.microsoft.com/office/drawing/2014/main" id="{E3E421DD-7F73-48C5-BDA3-451A3E2EF995}"/>
              </a:ext>
            </a:extLst>
          </p:cNvPr>
          <p:cNvSpPr/>
          <p:nvPr/>
        </p:nvSpPr>
        <p:spPr>
          <a:xfrm>
            <a:off x="2641150" y="5172907"/>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4" name="Rectangle 13">
            <a:extLst>
              <a:ext uri="{FF2B5EF4-FFF2-40B4-BE49-F238E27FC236}">
                <a16:creationId xmlns:a16="http://schemas.microsoft.com/office/drawing/2014/main" id="{E3E421DD-7F73-48C5-BDA3-451A3E2EF995}"/>
              </a:ext>
            </a:extLst>
          </p:cNvPr>
          <p:cNvSpPr/>
          <p:nvPr/>
        </p:nvSpPr>
        <p:spPr>
          <a:xfrm>
            <a:off x="6345526" y="1438879"/>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E3E421DD-7F73-48C5-BDA3-451A3E2EF995}"/>
              </a:ext>
            </a:extLst>
          </p:cNvPr>
          <p:cNvSpPr/>
          <p:nvPr/>
        </p:nvSpPr>
        <p:spPr>
          <a:xfrm>
            <a:off x="7821872" y="3001076"/>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15">
            <a:extLst>
              <a:ext uri="{FF2B5EF4-FFF2-40B4-BE49-F238E27FC236}">
                <a16:creationId xmlns:a16="http://schemas.microsoft.com/office/drawing/2014/main" id="{E3E421DD-7F73-48C5-BDA3-451A3E2EF995}"/>
              </a:ext>
            </a:extLst>
          </p:cNvPr>
          <p:cNvSpPr/>
          <p:nvPr/>
        </p:nvSpPr>
        <p:spPr>
          <a:xfrm>
            <a:off x="8840147" y="5172907"/>
            <a:ext cx="2949670"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16">
            <a:extLst>
              <a:ext uri="{FF2B5EF4-FFF2-40B4-BE49-F238E27FC236}">
                <a16:creationId xmlns:a16="http://schemas.microsoft.com/office/drawing/2014/main" id="{92300BCD-6B20-89A1-DF1A-2F1F8F5C8157}"/>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4148018564"/>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ight Arrow 1"/>
          <p:cNvSpPr/>
          <p:nvPr/>
        </p:nvSpPr>
        <p:spPr>
          <a:xfrm>
            <a:off x="397042" y="2057797"/>
            <a:ext cx="11397916" cy="1491518"/>
          </a:xfrm>
          <a:prstGeom prst="rightArrow">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8" name="Group 7"/>
          <p:cNvGrpSpPr>
            <a:grpSpLocks noChangeAspect="1"/>
          </p:cNvGrpSpPr>
          <p:nvPr/>
        </p:nvGrpSpPr>
        <p:grpSpPr>
          <a:xfrm>
            <a:off x="698314" y="2250344"/>
            <a:ext cx="1106424" cy="1106424"/>
            <a:chOff x="1115911" y="2879929"/>
            <a:chExt cx="1338773" cy="1338773"/>
          </a:xfrm>
        </p:grpSpPr>
        <p:sp>
          <p:nvSpPr>
            <p:cNvPr id="5" name="Oval 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 name="Oval 2"/>
            <p:cNvSpPr>
              <a:spLocks noChangeAspect="1"/>
            </p:cNvSpPr>
            <p:nvPr/>
          </p:nvSpPr>
          <p:spPr>
            <a:xfrm>
              <a:off x="1232085" y="2996103"/>
              <a:ext cx="1106424" cy="1106424"/>
            </a:xfrm>
            <a:prstGeom prst="ellipse">
              <a:avLst/>
            </a:prstGeom>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2" name="Group 21"/>
          <p:cNvGrpSpPr>
            <a:grpSpLocks noChangeAspect="1"/>
          </p:cNvGrpSpPr>
          <p:nvPr/>
        </p:nvGrpSpPr>
        <p:grpSpPr>
          <a:xfrm>
            <a:off x="2498795" y="2250344"/>
            <a:ext cx="1106424" cy="1106424"/>
            <a:chOff x="1115911" y="2879929"/>
            <a:chExt cx="1338773" cy="1338773"/>
          </a:xfrm>
        </p:grpSpPr>
        <p:sp>
          <p:nvSpPr>
            <p:cNvPr id="23" name="Oval 22"/>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Oval 23"/>
            <p:cNvSpPr>
              <a:spLocks noChangeAspect="1"/>
            </p:cNvSpPr>
            <p:nvPr/>
          </p:nvSpPr>
          <p:spPr>
            <a:xfrm>
              <a:off x="1232085" y="2996103"/>
              <a:ext cx="1106424" cy="110642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 24"/>
          <p:cNvGrpSpPr>
            <a:grpSpLocks noChangeAspect="1"/>
          </p:cNvGrpSpPr>
          <p:nvPr/>
        </p:nvGrpSpPr>
        <p:grpSpPr>
          <a:xfrm>
            <a:off x="4299276" y="2250344"/>
            <a:ext cx="1106424" cy="1106424"/>
            <a:chOff x="1115911" y="2879929"/>
            <a:chExt cx="1338773" cy="1338773"/>
          </a:xfrm>
        </p:grpSpPr>
        <p:sp>
          <p:nvSpPr>
            <p:cNvPr id="26" name="Oval 25"/>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Oval 26"/>
            <p:cNvSpPr>
              <a:spLocks noChangeAspect="1"/>
            </p:cNvSpPr>
            <p:nvPr/>
          </p:nvSpPr>
          <p:spPr>
            <a:xfrm>
              <a:off x="1232085" y="2996103"/>
              <a:ext cx="1106424" cy="1106424"/>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8" name="Group 27"/>
          <p:cNvGrpSpPr>
            <a:grpSpLocks noChangeAspect="1"/>
          </p:cNvGrpSpPr>
          <p:nvPr/>
        </p:nvGrpSpPr>
        <p:grpSpPr>
          <a:xfrm>
            <a:off x="6099757" y="2250344"/>
            <a:ext cx="1106424" cy="1106424"/>
            <a:chOff x="1115911" y="2879929"/>
            <a:chExt cx="1338773" cy="1338773"/>
          </a:xfrm>
        </p:grpSpPr>
        <p:sp>
          <p:nvSpPr>
            <p:cNvPr id="29" name="Oval 28"/>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Oval 29"/>
            <p:cNvSpPr>
              <a:spLocks noChangeAspect="1"/>
            </p:cNvSpPr>
            <p:nvPr/>
          </p:nvSpPr>
          <p:spPr>
            <a:xfrm>
              <a:off x="1232085" y="2996103"/>
              <a:ext cx="1106424" cy="1106424"/>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1" name="Group 30"/>
          <p:cNvGrpSpPr>
            <a:grpSpLocks noChangeAspect="1"/>
          </p:cNvGrpSpPr>
          <p:nvPr/>
        </p:nvGrpSpPr>
        <p:grpSpPr>
          <a:xfrm>
            <a:off x="7900238" y="2250344"/>
            <a:ext cx="1106424" cy="1106424"/>
            <a:chOff x="1115911" y="2879929"/>
            <a:chExt cx="1338773" cy="1338773"/>
          </a:xfrm>
        </p:grpSpPr>
        <p:sp>
          <p:nvSpPr>
            <p:cNvPr id="32" name="Oval 31"/>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3" name="Oval 32"/>
            <p:cNvSpPr>
              <a:spLocks noChangeAspect="1"/>
            </p:cNvSpPr>
            <p:nvPr/>
          </p:nvSpPr>
          <p:spPr>
            <a:xfrm>
              <a:off x="1232085" y="2996103"/>
              <a:ext cx="1106424" cy="1106424"/>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4" name="Group 33"/>
          <p:cNvGrpSpPr>
            <a:grpSpLocks noChangeAspect="1"/>
          </p:cNvGrpSpPr>
          <p:nvPr/>
        </p:nvGrpSpPr>
        <p:grpSpPr>
          <a:xfrm>
            <a:off x="9700720" y="2250344"/>
            <a:ext cx="1106424" cy="1106424"/>
            <a:chOff x="1115911" y="2879929"/>
            <a:chExt cx="1338773" cy="1338773"/>
          </a:xfrm>
        </p:grpSpPr>
        <p:sp>
          <p:nvSpPr>
            <p:cNvPr id="35" name="Oval 3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Oval 35"/>
            <p:cNvSpPr>
              <a:spLocks noChangeAspect="1"/>
            </p:cNvSpPr>
            <p:nvPr/>
          </p:nvSpPr>
          <p:spPr>
            <a:xfrm>
              <a:off x="1232085" y="2996103"/>
              <a:ext cx="1106424" cy="1106424"/>
            </a:xfrm>
            <a:prstGeom prst="ellipse">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21" name="TextBox 20"/>
          <p:cNvSpPr txBox="1"/>
          <p:nvPr/>
        </p:nvSpPr>
        <p:spPr>
          <a:xfrm>
            <a:off x="311909" y="3539192"/>
            <a:ext cx="1832607" cy="2062103"/>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8" name="TextBox 37"/>
          <p:cNvSpPr txBox="1"/>
          <p:nvPr/>
        </p:nvSpPr>
        <p:spPr>
          <a:xfrm>
            <a:off x="2117053" y="3549315"/>
            <a:ext cx="1832607" cy="2062103"/>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9" name="TextBox 38"/>
          <p:cNvSpPr txBox="1"/>
          <p:nvPr/>
        </p:nvSpPr>
        <p:spPr>
          <a:xfrm>
            <a:off x="3922197" y="3559438"/>
            <a:ext cx="1832607" cy="2062103"/>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porttitor congue massa. </a:t>
            </a:r>
          </a:p>
        </p:txBody>
      </p:sp>
      <p:sp>
        <p:nvSpPr>
          <p:cNvPr id="40" name="TextBox 39"/>
          <p:cNvSpPr txBox="1"/>
          <p:nvPr/>
        </p:nvSpPr>
        <p:spPr>
          <a:xfrm>
            <a:off x="5727341" y="3569561"/>
            <a:ext cx="1832607" cy="2062103"/>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porttitor congue massa. </a:t>
            </a:r>
          </a:p>
        </p:txBody>
      </p:sp>
      <p:sp>
        <p:nvSpPr>
          <p:cNvPr id="41" name="TextBox 40"/>
          <p:cNvSpPr txBox="1"/>
          <p:nvPr/>
        </p:nvSpPr>
        <p:spPr>
          <a:xfrm>
            <a:off x="7532485" y="3579684"/>
            <a:ext cx="1832607" cy="2062103"/>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porttitor congue massa. </a:t>
            </a:r>
          </a:p>
        </p:txBody>
      </p:sp>
      <p:sp>
        <p:nvSpPr>
          <p:cNvPr id="42" name="TextBox 41"/>
          <p:cNvSpPr txBox="1"/>
          <p:nvPr/>
        </p:nvSpPr>
        <p:spPr>
          <a:xfrm>
            <a:off x="9337629" y="3589807"/>
            <a:ext cx="1832607" cy="2062103"/>
          </a:xfrm>
          <a:prstGeom prst="rect">
            <a:avLst/>
          </a:prstGeom>
          <a:noFill/>
        </p:spPr>
        <p:txBody>
          <a:bodyPr wrap="square" rtlCol="0">
            <a:spAutoFit/>
          </a:bodyPr>
          <a:lstStyle/>
          <a:p>
            <a:pPr algn="ctr"/>
            <a:r>
              <a:rPr lang="en-US" sz="1600" b="1" dirty="0">
                <a:solidFill>
                  <a:schemeClr val="accent6"/>
                </a:solidFill>
              </a:rPr>
              <a:t>LOREM IPSUM</a:t>
            </a:r>
          </a:p>
          <a:p>
            <a:pPr algn="ctr"/>
            <a:r>
              <a:rPr lang="en-US" sz="1600" dirty="0"/>
              <a:t>Lorem ipsum dolor sit amet, consectetuer adipiscing elit. Maecenas porttitor congue massa. </a:t>
            </a:r>
          </a:p>
        </p:txBody>
      </p:sp>
      <p:sp>
        <p:nvSpPr>
          <p:cNvPr id="4" name="Title 3"/>
          <p:cNvSpPr>
            <a:spLocks noGrp="1"/>
          </p:cNvSpPr>
          <p:nvPr>
            <p:ph type="title"/>
          </p:nvPr>
        </p:nvSpPr>
        <p:spPr>
          <a:xfrm>
            <a:off x="214184" y="13663"/>
            <a:ext cx="9728886" cy="678316"/>
          </a:xfrm>
        </p:spPr>
        <p:txBody>
          <a:bodyPr>
            <a:normAutofit/>
          </a:bodyPr>
          <a:lstStyle/>
          <a:p>
            <a:r>
              <a:rPr lang="en-US" dirty="0"/>
              <a:t>Arrows 04</a:t>
            </a:r>
          </a:p>
        </p:txBody>
      </p:sp>
      <p:grpSp>
        <p:nvGrpSpPr>
          <p:cNvPr id="155" name="Accounting2" descr="{&quot;Key&quot;:&quot;POWER_USER_SHAPE_ICON&quot;,&quot;Value&quot;:&quot;POWER_USER_SHAPE_ICON_STYLE_1&quot;}">
            <a:extLst>
              <a:ext uri="{FF2B5EF4-FFF2-40B4-BE49-F238E27FC236}">
                <a16:creationId xmlns:a16="http://schemas.microsoft.com/office/drawing/2014/main" id="{9EF190CB-24D5-2AA0-F7B7-2E5DD4F1293D}"/>
              </a:ext>
            </a:extLst>
          </p:cNvPr>
          <p:cNvGrpSpPr>
            <a:grpSpLocks noChangeAspect="1"/>
          </p:cNvGrpSpPr>
          <p:nvPr/>
        </p:nvGrpSpPr>
        <p:grpSpPr>
          <a:xfrm>
            <a:off x="9915261" y="2556440"/>
            <a:ext cx="658679" cy="534335"/>
            <a:chOff x="3374106" y="6005512"/>
            <a:chExt cx="668627" cy="542405"/>
          </a:xfrm>
          <a:solidFill>
            <a:srgbClr val="FFFFFF"/>
          </a:solidFill>
        </p:grpSpPr>
        <p:sp>
          <p:nvSpPr>
            <p:cNvPr id="156" name="Free-form: Shape 155">
              <a:extLst>
                <a:ext uri="{FF2B5EF4-FFF2-40B4-BE49-F238E27FC236}">
                  <a16:creationId xmlns:a16="http://schemas.microsoft.com/office/drawing/2014/main" id="{B3BEEEA7-7461-18BE-1509-33313528A48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2DCFBBB5-6535-2F4D-7920-0BCF2854765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48C4F11C-DD2B-AB04-3BC7-197F9F30F564}"/>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B72DD252-FC42-654E-23CB-46672E7AADDB}"/>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F9FE2498-A8BB-D3BE-1EEF-00928CB8EE1E}"/>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CD4FCE83-1A2C-8A46-0CF1-FB561072C6E6}"/>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62" name="Analytics30" descr="{&quot;Key&quot;:&quot;POWER_USER_SHAPE_ICON&quot;,&quot;Value&quot;:&quot;POWER_USER_SHAPE_ICON_STYLE_1&quot;}">
            <a:extLst>
              <a:ext uri="{FF2B5EF4-FFF2-40B4-BE49-F238E27FC236}">
                <a16:creationId xmlns:a16="http://schemas.microsoft.com/office/drawing/2014/main" id="{4BB92877-BB1D-62DE-4921-BB2E5694809B}"/>
              </a:ext>
            </a:extLst>
          </p:cNvPr>
          <p:cNvGrpSpPr>
            <a:grpSpLocks noChangeAspect="1"/>
          </p:cNvGrpSpPr>
          <p:nvPr/>
        </p:nvGrpSpPr>
        <p:grpSpPr>
          <a:xfrm>
            <a:off x="974888" y="2494126"/>
            <a:ext cx="504501" cy="534335"/>
            <a:chOff x="8321999" y="5827650"/>
            <a:chExt cx="550316" cy="582860"/>
          </a:xfrm>
          <a:solidFill>
            <a:srgbClr val="FFFFFF"/>
          </a:solidFill>
        </p:grpSpPr>
        <p:sp>
          <p:nvSpPr>
            <p:cNvPr id="163" name="Free-form: Shape 162">
              <a:extLst>
                <a:ext uri="{FF2B5EF4-FFF2-40B4-BE49-F238E27FC236}">
                  <a16:creationId xmlns:a16="http://schemas.microsoft.com/office/drawing/2014/main" id="{6FEF8635-DF7A-0356-2DF3-24DC8C51423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D414B156-959D-F3CC-29F6-CBBD60B025C7}"/>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E5DCBC3-FBF0-7065-F4C4-8C41B865DC7E}"/>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F7A4F35-5BDE-5703-D92D-50B909253453}"/>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3401AFF2-17B6-90DB-DA18-279E93E7DE21}"/>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6" name="Alarm3" descr="{&quot;Key&quot;:&quot;POWER_USER_SHAPE_ICON&quot;,&quot;Value&quot;:&quot;POWER_USER_SHAPE_ICON_STYLE_1&quot;}">
            <a:extLst>
              <a:ext uri="{FF2B5EF4-FFF2-40B4-BE49-F238E27FC236}">
                <a16:creationId xmlns:a16="http://schemas.microsoft.com/office/drawing/2014/main" id="{3D1EB020-D0BB-7B2C-7934-7919BE983DD5}"/>
              </a:ext>
            </a:extLst>
          </p:cNvPr>
          <p:cNvGrpSpPr>
            <a:grpSpLocks noChangeAspect="1"/>
          </p:cNvGrpSpPr>
          <p:nvPr/>
        </p:nvGrpSpPr>
        <p:grpSpPr>
          <a:xfrm>
            <a:off x="6336728" y="2480596"/>
            <a:ext cx="632481" cy="534335"/>
            <a:chOff x="6639646" y="3454741"/>
            <a:chExt cx="489352" cy="413416"/>
          </a:xfrm>
          <a:solidFill>
            <a:srgbClr val="FFFFFF"/>
          </a:solidFill>
        </p:grpSpPr>
        <p:sp>
          <p:nvSpPr>
            <p:cNvPr id="7" name="Freeform 699">
              <a:extLst>
                <a:ext uri="{FF2B5EF4-FFF2-40B4-BE49-F238E27FC236}">
                  <a16:creationId xmlns:a16="http://schemas.microsoft.com/office/drawing/2014/main" id="{B822DA4C-8B9B-4848-D765-CDBCEE3C7557}"/>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700">
              <a:extLst>
                <a:ext uri="{FF2B5EF4-FFF2-40B4-BE49-F238E27FC236}">
                  <a16:creationId xmlns:a16="http://schemas.microsoft.com/office/drawing/2014/main" id="{B1A71A50-E173-9128-10A0-BE9ECD037966}"/>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701">
              <a:extLst>
                <a:ext uri="{FF2B5EF4-FFF2-40B4-BE49-F238E27FC236}">
                  <a16:creationId xmlns:a16="http://schemas.microsoft.com/office/drawing/2014/main" id="{415521F7-AF06-CEF5-9300-0A50FC9A625D}"/>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702">
              <a:extLst>
                <a:ext uri="{FF2B5EF4-FFF2-40B4-BE49-F238E27FC236}">
                  <a16:creationId xmlns:a16="http://schemas.microsoft.com/office/drawing/2014/main" id="{59F76808-E44F-C05E-5A92-2CB881DCC88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703">
              <a:extLst>
                <a:ext uri="{FF2B5EF4-FFF2-40B4-BE49-F238E27FC236}">
                  <a16:creationId xmlns:a16="http://schemas.microsoft.com/office/drawing/2014/main" id="{F65A8590-51D7-77B9-CA47-81E25B11EC0B}"/>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704">
              <a:extLst>
                <a:ext uri="{FF2B5EF4-FFF2-40B4-BE49-F238E27FC236}">
                  <a16:creationId xmlns:a16="http://schemas.microsoft.com/office/drawing/2014/main" id="{FFF663CB-48BC-660D-6716-47CC7E2B416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5">
              <a:extLst>
                <a:ext uri="{FF2B5EF4-FFF2-40B4-BE49-F238E27FC236}">
                  <a16:creationId xmlns:a16="http://schemas.microsoft.com/office/drawing/2014/main" id="{D25C6A06-AD68-F9BC-4C2F-F4363ED9C876}"/>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6">
              <a:extLst>
                <a:ext uri="{FF2B5EF4-FFF2-40B4-BE49-F238E27FC236}">
                  <a16:creationId xmlns:a16="http://schemas.microsoft.com/office/drawing/2014/main" id="{CF2ECDF4-3CE9-A7DE-EB67-95A48F9D4C3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7">
              <a:extLst>
                <a:ext uri="{FF2B5EF4-FFF2-40B4-BE49-F238E27FC236}">
                  <a16:creationId xmlns:a16="http://schemas.microsoft.com/office/drawing/2014/main" id="{C14FD9D5-9F03-A894-A3E7-EFE29CB9FC29}"/>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8">
              <a:extLst>
                <a:ext uri="{FF2B5EF4-FFF2-40B4-BE49-F238E27FC236}">
                  <a16:creationId xmlns:a16="http://schemas.microsoft.com/office/drawing/2014/main" id="{71F69A86-58A8-8212-6CC2-99359521CEE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9">
              <a:extLst>
                <a:ext uri="{FF2B5EF4-FFF2-40B4-BE49-F238E27FC236}">
                  <a16:creationId xmlns:a16="http://schemas.microsoft.com/office/drawing/2014/main" id="{99121EE8-35B9-D09E-199A-88500429B62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10">
              <a:extLst>
                <a:ext uri="{FF2B5EF4-FFF2-40B4-BE49-F238E27FC236}">
                  <a16:creationId xmlns:a16="http://schemas.microsoft.com/office/drawing/2014/main" id="{240A5606-877D-58D2-BF4F-F692BF1A769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11">
              <a:extLst>
                <a:ext uri="{FF2B5EF4-FFF2-40B4-BE49-F238E27FC236}">
                  <a16:creationId xmlns:a16="http://schemas.microsoft.com/office/drawing/2014/main" id="{5803FD22-CA0A-FC41-451E-2B6DF5B0CC9C}"/>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59E9985A-5704-594E-9323-2DAA88B85600}"/>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6" name="AI2" descr="{&quot;Key&quot;:&quot;POWER_USER_SHAPE_ICON&quot;,&quot;Value&quot;:&quot;POWER_USER_SHAPE_ICON_STYLE_1&quot;}">
            <a:extLst>
              <a:ext uri="{FF2B5EF4-FFF2-40B4-BE49-F238E27FC236}">
                <a16:creationId xmlns:a16="http://schemas.microsoft.com/office/drawing/2014/main" id="{9321BA66-5BD9-4223-19B2-D6A15F5132E1}"/>
              </a:ext>
            </a:extLst>
          </p:cNvPr>
          <p:cNvGrpSpPr>
            <a:grpSpLocks noChangeAspect="1"/>
          </p:cNvGrpSpPr>
          <p:nvPr>
            <p:custDataLst>
              <p:tags r:id="rId1"/>
            </p:custDataLst>
          </p:nvPr>
        </p:nvGrpSpPr>
        <p:grpSpPr>
          <a:xfrm>
            <a:off x="4519978" y="2488583"/>
            <a:ext cx="636654" cy="534335"/>
            <a:chOff x="3457576" y="4243388"/>
            <a:chExt cx="711200" cy="596900"/>
          </a:xfrm>
          <a:solidFill>
            <a:srgbClr val="FFFFFF"/>
          </a:solidFill>
        </p:grpSpPr>
        <p:sp>
          <p:nvSpPr>
            <p:cNvPr id="57" name="Freeform 322">
              <a:extLst>
                <a:ext uri="{FF2B5EF4-FFF2-40B4-BE49-F238E27FC236}">
                  <a16:creationId xmlns:a16="http://schemas.microsoft.com/office/drawing/2014/main" id="{A57E6364-7E1B-DD87-0187-99656185749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23">
              <a:extLst>
                <a:ext uri="{FF2B5EF4-FFF2-40B4-BE49-F238E27FC236}">
                  <a16:creationId xmlns:a16="http://schemas.microsoft.com/office/drawing/2014/main" id="{56EFCD39-BF28-5238-56EF-37319BB9784E}"/>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24">
              <a:extLst>
                <a:ext uri="{FF2B5EF4-FFF2-40B4-BE49-F238E27FC236}">
                  <a16:creationId xmlns:a16="http://schemas.microsoft.com/office/drawing/2014/main" id="{28671759-3514-68D5-6168-6A8976A50FAD}"/>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25">
              <a:extLst>
                <a:ext uri="{FF2B5EF4-FFF2-40B4-BE49-F238E27FC236}">
                  <a16:creationId xmlns:a16="http://schemas.microsoft.com/office/drawing/2014/main" id="{909AEDCA-0DB0-AAD3-80BC-FA7E8E12C6BF}"/>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26">
              <a:extLst>
                <a:ext uri="{FF2B5EF4-FFF2-40B4-BE49-F238E27FC236}">
                  <a16:creationId xmlns:a16="http://schemas.microsoft.com/office/drawing/2014/main" id="{B8336083-1B19-F6D1-B7D5-1E70D12F7FE5}"/>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27">
              <a:extLst>
                <a:ext uri="{FF2B5EF4-FFF2-40B4-BE49-F238E27FC236}">
                  <a16:creationId xmlns:a16="http://schemas.microsoft.com/office/drawing/2014/main" id="{35559AE6-484E-DF3A-CDE1-121F09B5A9BC}"/>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28">
              <a:extLst>
                <a:ext uri="{FF2B5EF4-FFF2-40B4-BE49-F238E27FC236}">
                  <a16:creationId xmlns:a16="http://schemas.microsoft.com/office/drawing/2014/main" id="{D3C61C73-71FA-12B9-4254-96B55B071503}"/>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29">
              <a:extLst>
                <a:ext uri="{FF2B5EF4-FFF2-40B4-BE49-F238E27FC236}">
                  <a16:creationId xmlns:a16="http://schemas.microsoft.com/office/drawing/2014/main" id="{6114DB34-2A9E-3517-CC40-DAC3D92E7D2F}"/>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0">
              <a:extLst>
                <a:ext uri="{FF2B5EF4-FFF2-40B4-BE49-F238E27FC236}">
                  <a16:creationId xmlns:a16="http://schemas.microsoft.com/office/drawing/2014/main" id="{B72812B5-1DDE-048B-1D27-4B32FBED0D76}"/>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31">
              <a:extLst>
                <a:ext uri="{FF2B5EF4-FFF2-40B4-BE49-F238E27FC236}">
                  <a16:creationId xmlns:a16="http://schemas.microsoft.com/office/drawing/2014/main" id="{026D8652-5AB8-79D5-10ED-03F2C64C0017}"/>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32">
              <a:extLst>
                <a:ext uri="{FF2B5EF4-FFF2-40B4-BE49-F238E27FC236}">
                  <a16:creationId xmlns:a16="http://schemas.microsoft.com/office/drawing/2014/main" id="{A49A6B9D-69B0-A06A-00F4-880B7BF71DC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33">
              <a:extLst>
                <a:ext uri="{FF2B5EF4-FFF2-40B4-BE49-F238E27FC236}">
                  <a16:creationId xmlns:a16="http://schemas.microsoft.com/office/drawing/2014/main" id="{E33859A2-DF6C-A2DD-9CBC-CA31C3E2AF8F}"/>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34">
              <a:extLst>
                <a:ext uri="{FF2B5EF4-FFF2-40B4-BE49-F238E27FC236}">
                  <a16:creationId xmlns:a16="http://schemas.microsoft.com/office/drawing/2014/main" id="{67E9646B-C290-9350-4270-CA9C3B98D2CB}"/>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35">
              <a:extLst>
                <a:ext uri="{FF2B5EF4-FFF2-40B4-BE49-F238E27FC236}">
                  <a16:creationId xmlns:a16="http://schemas.microsoft.com/office/drawing/2014/main" id="{923EF77E-1390-4084-4BC7-C9CB56CE2726}"/>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36">
              <a:extLst>
                <a:ext uri="{FF2B5EF4-FFF2-40B4-BE49-F238E27FC236}">
                  <a16:creationId xmlns:a16="http://schemas.microsoft.com/office/drawing/2014/main" id="{238BD5EE-F7A7-B016-B0BC-66078E296752}"/>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2" name="Abilities" descr="{&quot;Key&quot;:&quot;POWER_USER_SHAPE_ICON&quot;,&quot;Value&quot;:&quot;POWER_USER_SHAPE_ICON_STYLE_1&quot;}">
            <a:extLst>
              <a:ext uri="{FF2B5EF4-FFF2-40B4-BE49-F238E27FC236}">
                <a16:creationId xmlns:a16="http://schemas.microsoft.com/office/drawing/2014/main" id="{AE459333-CD03-520F-2538-1A115361CC05}"/>
              </a:ext>
            </a:extLst>
          </p:cNvPr>
          <p:cNvGrpSpPr>
            <a:grpSpLocks noChangeAspect="1"/>
          </p:cNvGrpSpPr>
          <p:nvPr/>
        </p:nvGrpSpPr>
        <p:grpSpPr>
          <a:xfrm>
            <a:off x="2759161" y="2488583"/>
            <a:ext cx="562832" cy="534335"/>
            <a:chOff x="10361046" y="2403176"/>
            <a:chExt cx="1011340" cy="960133"/>
          </a:xfrm>
          <a:solidFill>
            <a:srgbClr val="FFFFFF"/>
          </a:solidFill>
        </p:grpSpPr>
        <p:sp>
          <p:nvSpPr>
            <p:cNvPr id="147" name="Free-form: Shape 146">
              <a:extLst>
                <a:ext uri="{FF2B5EF4-FFF2-40B4-BE49-F238E27FC236}">
                  <a16:creationId xmlns:a16="http://schemas.microsoft.com/office/drawing/2014/main" id="{CFFE6204-D59C-F924-FA66-CAAB899A72A1}"/>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B0C011D1-E7F0-A6D2-B28F-A41E53FBE00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4C921243-F743-0DC5-981C-78B5CF17B715}"/>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FF001F4C-F677-27BA-571F-90E79F2AC71B}"/>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FFF6FC28-10D0-3839-F048-807DE7D4BB4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46AEB21-A7EB-140F-D2DB-5BB0D57B736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8BD116F5-91F5-253A-A691-91AEB092F38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E38C7D8E-9934-F089-EAC4-125DBA3AABB5}"/>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ir_hostess" descr="{&quot;Key&quot;:&quot;POWER_USER_SHAPE_ICON&quot;,&quot;Value&quot;:&quot;POWER_USER_SHAPE_ICON_STYLE_1&quot;}">
            <a:extLst>
              <a:ext uri="{FF2B5EF4-FFF2-40B4-BE49-F238E27FC236}">
                <a16:creationId xmlns:a16="http://schemas.microsoft.com/office/drawing/2014/main" id="{95B607B3-4C87-6A87-56D9-684BADA74BDD}"/>
              </a:ext>
            </a:extLst>
          </p:cNvPr>
          <p:cNvGrpSpPr>
            <a:grpSpLocks noChangeAspect="1"/>
          </p:cNvGrpSpPr>
          <p:nvPr/>
        </p:nvGrpSpPr>
        <p:grpSpPr>
          <a:xfrm>
            <a:off x="8227880" y="2510334"/>
            <a:ext cx="441817" cy="534335"/>
            <a:chOff x="7264401" y="4197351"/>
            <a:chExt cx="371475" cy="449263"/>
          </a:xfrm>
          <a:solidFill>
            <a:srgbClr val="FFFFFF"/>
          </a:solidFill>
        </p:grpSpPr>
        <p:sp>
          <p:nvSpPr>
            <p:cNvPr id="44" name="Freeform 618">
              <a:extLst>
                <a:ext uri="{FF2B5EF4-FFF2-40B4-BE49-F238E27FC236}">
                  <a16:creationId xmlns:a16="http://schemas.microsoft.com/office/drawing/2014/main" id="{024C9145-E8DB-95B4-4EC1-EA4A6298968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619">
              <a:extLst>
                <a:ext uri="{FF2B5EF4-FFF2-40B4-BE49-F238E27FC236}">
                  <a16:creationId xmlns:a16="http://schemas.microsoft.com/office/drawing/2014/main" id="{204785E4-04A4-DD58-F6CA-D78A7566700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620">
              <a:extLst>
                <a:ext uri="{FF2B5EF4-FFF2-40B4-BE49-F238E27FC236}">
                  <a16:creationId xmlns:a16="http://schemas.microsoft.com/office/drawing/2014/main" id="{231097DE-CDEA-71FB-15EE-4A59E5C1B956}"/>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621">
              <a:extLst>
                <a:ext uri="{FF2B5EF4-FFF2-40B4-BE49-F238E27FC236}">
                  <a16:creationId xmlns:a16="http://schemas.microsoft.com/office/drawing/2014/main" id="{4404DE2C-6A35-08D9-FD04-BDC5DCF921A8}"/>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622">
              <a:extLst>
                <a:ext uri="{FF2B5EF4-FFF2-40B4-BE49-F238E27FC236}">
                  <a16:creationId xmlns:a16="http://schemas.microsoft.com/office/drawing/2014/main" id="{F1A8E118-0520-89C5-D5F9-DEC31DD1D9D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623">
              <a:extLst>
                <a:ext uri="{FF2B5EF4-FFF2-40B4-BE49-F238E27FC236}">
                  <a16:creationId xmlns:a16="http://schemas.microsoft.com/office/drawing/2014/main" id="{A2C595CE-22A8-9E17-82F8-0B8668EA8554}"/>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624">
              <a:extLst>
                <a:ext uri="{FF2B5EF4-FFF2-40B4-BE49-F238E27FC236}">
                  <a16:creationId xmlns:a16="http://schemas.microsoft.com/office/drawing/2014/main" id="{87F0E818-D660-56AA-5093-8A4751F2E9CD}"/>
                </a:ext>
              </a:extLst>
            </p:cNvPr>
            <p:cNvSpPr>
              <a:spLocks noChangeArrowheads="1"/>
            </p:cNvSpPr>
            <p:nvPr/>
          </p:nvSpPr>
          <p:spPr bwMode="auto">
            <a:xfrm>
              <a:off x="7570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625">
              <a:extLst>
                <a:ext uri="{FF2B5EF4-FFF2-40B4-BE49-F238E27FC236}">
                  <a16:creationId xmlns:a16="http://schemas.microsoft.com/office/drawing/2014/main" id="{79544644-446E-AE04-DF6F-2628B7241F01}"/>
                </a:ext>
              </a:extLst>
            </p:cNvPr>
            <p:cNvSpPr>
              <a:spLocks noChangeArrowheads="1"/>
            </p:cNvSpPr>
            <p:nvPr/>
          </p:nvSpPr>
          <p:spPr bwMode="auto">
            <a:xfrm>
              <a:off x="7316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26">
              <a:extLst>
                <a:ext uri="{FF2B5EF4-FFF2-40B4-BE49-F238E27FC236}">
                  <a16:creationId xmlns:a16="http://schemas.microsoft.com/office/drawing/2014/main" id="{3DE3B865-D34C-85E7-B714-B5B6E56227D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27">
              <a:extLst>
                <a:ext uri="{FF2B5EF4-FFF2-40B4-BE49-F238E27FC236}">
                  <a16:creationId xmlns:a16="http://schemas.microsoft.com/office/drawing/2014/main" id="{C952A71C-B4DA-D375-DA52-20A8DD9947C9}"/>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28">
              <a:extLst>
                <a:ext uri="{FF2B5EF4-FFF2-40B4-BE49-F238E27FC236}">
                  <a16:creationId xmlns:a16="http://schemas.microsoft.com/office/drawing/2014/main" id="{9CFBF3F2-99B5-BB28-E825-BF2DD3626225}"/>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629">
              <a:extLst>
                <a:ext uri="{FF2B5EF4-FFF2-40B4-BE49-F238E27FC236}">
                  <a16:creationId xmlns:a16="http://schemas.microsoft.com/office/drawing/2014/main" id="{E3DE8768-13D9-4021-AC9E-3EF72669BDE1}"/>
                </a:ext>
              </a:extLst>
            </p:cNvPr>
            <p:cNvSpPr>
              <a:spLocks noChangeArrowheads="1"/>
            </p:cNvSpPr>
            <p:nvPr/>
          </p:nvSpPr>
          <p:spPr bwMode="auto">
            <a:xfrm>
              <a:off x="7359651" y="4589463"/>
              <a:ext cx="4127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557087093"/>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Arrows 05</a:t>
            </a:r>
          </a:p>
        </p:txBody>
      </p:sp>
      <p:sp>
        <p:nvSpPr>
          <p:cNvPr id="19" name="Rectangle 18">
            <a:extLst>
              <a:ext uri="{FF2B5EF4-FFF2-40B4-BE49-F238E27FC236}">
                <a16:creationId xmlns:a16="http://schemas.microsoft.com/office/drawing/2014/main" id="{E3E421DD-7F73-48C5-BDA3-451A3E2EF995}"/>
              </a:ext>
            </a:extLst>
          </p:cNvPr>
          <p:cNvSpPr/>
          <p:nvPr/>
        </p:nvSpPr>
        <p:spPr>
          <a:xfrm>
            <a:off x="646135" y="174486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0" name="Rectangle 19">
            <a:extLst>
              <a:ext uri="{FF2B5EF4-FFF2-40B4-BE49-F238E27FC236}">
                <a16:creationId xmlns:a16="http://schemas.microsoft.com/office/drawing/2014/main" id="{E3E421DD-7F73-48C5-BDA3-451A3E2EF995}"/>
              </a:ext>
            </a:extLst>
          </p:cNvPr>
          <p:cNvSpPr/>
          <p:nvPr/>
        </p:nvSpPr>
        <p:spPr>
          <a:xfrm>
            <a:off x="646135" y="459561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1" name="Rectangle 20">
            <a:extLst>
              <a:ext uri="{FF2B5EF4-FFF2-40B4-BE49-F238E27FC236}">
                <a16:creationId xmlns:a16="http://schemas.microsoft.com/office/drawing/2014/main" id="{E3E421DD-7F73-48C5-BDA3-451A3E2EF995}"/>
              </a:ext>
            </a:extLst>
          </p:cNvPr>
          <p:cNvSpPr/>
          <p:nvPr/>
        </p:nvSpPr>
        <p:spPr>
          <a:xfrm>
            <a:off x="8187167" y="174335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4"/>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2" name="Rectangle 21">
            <a:extLst>
              <a:ext uri="{FF2B5EF4-FFF2-40B4-BE49-F238E27FC236}">
                <a16:creationId xmlns:a16="http://schemas.microsoft.com/office/drawing/2014/main" id="{E3E421DD-7F73-48C5-BDA3-451A3E2EF995}"/>
              </a:ext>
            </a:extLst>
          </p:cNvPr>
          <p:cNvSpPr/>
          <p:nvPr/>
        </p:nvSpPr>
        <p:spPr>
          <a:xfrm>
            <a:off x="8187167" y="459410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3"/>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grpSp>
        <p:nvGrpSpPr>
          <p:cNvPr id="5" name="Group 4"/>
          <p:cNvGrpSpPr>
            <a:grpSpLocks noChangeAspect="1"/>
          </p:cNvGrpSpPr>
          <p:nvPr/>
        </p:nvGrpSpPr>
        <p:grpSpPr>
          <a:xfrm>
            <a:off x="3964476" y="1612540"/>
            <a:ext cx="4263048" cy="4313739"/>
            <a:chOff x="2921889" y="1692973"/>
            <a:chExt cx="3202891" cy="3240976"/>
          </a:xfrm>
        </p:grpSpPr>
        <p:sp>
          <p:nvSpPr>
            <p:cNvPr id="6" name="Isosceles Triangle 5"/>
            <p:cNvSpPr/>
            <p:nvPr/>
          </p:nvSpPr>
          <p:spPr>
            <a:xfrm rot="10800000" flipH="1">
              <a:off x="5364070" y="4185093"/>
              <a:ext cx="507600" cy="457200"/>
            </a:xfrm>
            <a:prstGeom prst="triangle">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p:nvSpPr>
          <p:spPr>
            <a:xfrm rot="10800000">
              <a:off x="4627069" y="4185093"/>
              <a:ext cx="737001" cy="4572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Down Arrow 7"/>
            <p:cNvSpPr>
              <a:spLocks noChangeAspect="1"/>
            </p:cNvSpPr>
            <p:nvPr/>
          </p:nvSpPr>
          <p:spPr>
            <a:xfrm rot="16200000">
              <a:off x="3803378" y="3775707"/>
              <a:ext cx="1014222" cy="1302261"/>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Isosceles Triangle 8"/>
            <p:cNvSpPr/>
            <p:nvPr/>
          </p:nvSpPr>
          <p:spPr>
            <a:xfrm rot="16200000" flipH="1">
              <a:off x="3176958" y="4198439"/>
              <a:ext cx="507600" cy="4572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rot="16200000">
              <a:off x="3062257" y="3576138"/>
              <a:ext cx="737001" cy="4572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Down Arrow 10"/>
            <p:cNvSpPr>
              <a:spLocks noChangeAspect="1"/>
            </p:cNvSpPr>
            <p:nvPr/>
          </p:nvSpPr>
          <p:spPr>
            <a:xfrm>
              <a:off x="2921889" y="2441828"/>
              <a:ext cx="1014222" cy="1302261"/>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Isosceles Triangle 11"/>
            <p:cNvSpPr/>
            <p:nvPr/>
          </p:nvSpPr>
          <p:spPr>
            <a:xfrm flipH="1">
              <a:off x="3174999" y="1984628"/>
              <a:ext cx="507600" cy="457200"/>
            </a:xfrm>
            <a:prstGeom prst="triangle">
              <a:avLst>
                <a:gd name="adj"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p:nvPr/>
          </p:nvSpPr>
          <p:spPr>
            <a:xfrm>
              <a:off x="3682599" y="1984628"/>
              <a:ext cx="737001" cy="4572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rot="5400000">
              <a:off x="5247411" y="2593583"/>
              <a:ext cx="737001" cy="4572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Down Arrow 14"/>
            <p:cNvSpPr>
              <a:spLocks noChangeAspect="1"/>
            </p:cNvSpPr>
            <p:nvPr/>
          </p:nvSpPr>
          <p:spPr>
            <a:xfrm rot="5400000">
              <a:off x="4229070" y="1548953"/>
              <a:ext cx="1014222" cy="1302261"/>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Isosceles Triangle 15"/>
            <p:cNvSpPr/>
            <p:nvPr/>
          </p:nvSpPr>
          <p:spPr>
            <a:xfrm rot="5400000" flipH="1">
              <a:off x="5362111" y="1971282"/>
              <a:ext cx="507600" cy="457200"/>
            </a:xfrm>
            <a:prstGeom prst="triangle">
              <a:avLst>
                <a:gd name="adj"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Down Arrow 16"/>
            <p:cNvSpPr>
              <a:spLocks noChangeAspect="1"/>
            </p:cNvSpPr>
            <p:nvPr/>
          </p:nvSpPr>
          <p:spPr>
            <a:xfrm rot="10800000">
              <a:off x="5110558" y="2882832"/>
              <a:ext cx="1014222" cy="1302261"/>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9" name="Abilities" descr="{&quot;Key&quot;:&quot;POWER_USER_SHAPE_ICON&quot;,&quot;Value&quot;:&quot;POWER_USER_SHAPE_ICON_STYLE_1&quot;}">
            <a:extLst>
              <a:ext uri="{FF2B5EF4-FFF2-40B4-BE49-F238E27FC236}">
                <a16:creationId xmlns:a16="http://schemas.microsoft.com/office/drawing/2014/main" id="{C8382C34-E797-D7CE-5CB8-5E456FF2648B}"/>
              </a:ext>
            </a:extLst>
          </p:cNvPr>
          <p:cNvGrpSpPr>
            <a:grpSpLocks noChangeAspect="1"/>
          </p:cNvGrpSpPr>
          <p:nvPr/>
        </p:nvGrpSpPr>
        <p:grpSpPr>
          <a:xfrm>
            <a:off x="6559401" y="2051174"/>
            <a:ext cx="465150" cy="441599"/>
            <a:chOff x="10361046" y="2403176"/>
            <a:chExt cx="1011340" cy="960133"/>
          </a:xfrm>
          <a:solidFill>
            <a:srgbClr val="FFFFFF"/>
          </a:solidFill>
        </p:grpSpPr>
        <p:sp>
          <p:nvSpPr>
            <p:cNvPr id="120" name="Free-form: Shape 119">
              <a:extLst>
                <a:ext uri="{FF2B5EF4-FFF2-40B4-BE49-F238E27FC236}">
                  <a16:creationId xmlns:a16="http://schemas.microsoft.com/office/drawing/2014/main" id="{5BCA320F-5C4D-BEDC-E2B0-73541D50A648}"/>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8B6B1BFD-FB80-208B-705C-BFE6F8B00D38}"/>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8F11C01-56E1-4897-0644-085B58EDD91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32DE5CE6-D61C-513C-6E56-A5439057D314}"/>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BE5FB01C-D2FC-1ED5-2D1B-D204DEBBDC94}"/>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CA2511C5-6BF7-2146-6EAA-6735188876A4}"/>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E3C56E15-E606-CBD6-7000-81A76051296E}"/>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F4ACC576-02C4-709E-3C9F-C49B872F535F}"/>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nalytics30" descr="{&quot;Key&quot;:&quot;POWER_USER_SHAPE_ICON&quot;,&quot;Value&quot;:&quot;POWER_USER_SHAPE_ICON_STYLE_1&quot;}">
            <a:extLst>
              <a:ext uri="{FF2B5EF4-FFF2-40B4-BE49-F238E27FC236}">
                <a16:creationId xmlns:a16="http://schemas.microsoft.com/office/drawing/2014/main" id="{A720D359-EB0D-A798-3CA6-7FC668F4A4F7}"/>
              </a:ext>
            </a:extLst>
          </p:cNvPr>
          <p:cNvGrpSpPr>
            <a:grpSpLocks noChangeAspect="1"/>
          </p:cNvGrpSpPr>
          <p:nvPr/>
        </p:nvGrpSpPr>
        <p:grpSpPr>
          <a:xfrm>
            <a:off x="4430721" y="2975443"/>
            <a:ext cx="416943" cy="441599"/>
            <a:chOff x="8321999" y="5827650"/>
            <a:chExt cx="550316" cy="582860"/>
          </a:xfrm>
          <a:solidFill>
            <a:srgbClr val="FFFFFF"/>
          </a:solidFill>
        </p:grpSpPr>
        <p:sp>
          <p:nvSpPr>
            <p:cNvPr id="44" name="Free-form: Shape 43">
              <a:extLst>
                <a:ext uri="{FF2B5EF4-FFF2-40B4-BE49-F238E27FC236}">
                  <a16:creationId xmlns:a16="http://schemas.microsoft.com/office/drawing/2014/main" id="{233462A6-D713-CB0D-FBA8-D37B8984E8D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11D9876F-5BD0-CE83-252D-0E1D3D6EF9FC}"/>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452662EC-AB53-F35E-3BAB-CCDA6CFBC812}"/>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62EC8C8A-116C-1257-8337-5FA0E23D8425}"/>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1655E3AD-31BC-927F-42C6-5AE445A3E06E}"/>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49" name="Alarm3" descr="{&quot;Key&quot;:&quot;POWER_USER_SHAPE_ICON&quot;,&quot;Value&quot;:&quot;POWER_USER_SHAPE_ICON_STYLE_1&quot;}">
            <a:extLst>
              <a:ext uri="{FF2B5EF4-FFF2-40B4-BE49-F238E27FC236}">
                <a16:creationId xmlns:a16="http://schemas.microsoft.com/office/drawing/2014/main" id="{96F0188C-E1F2-DB40-C3D8-755B93BA85F4}"/>
              </a:ext>
            </a:extLst>
          </p:cNvPr>
          <p:cNvGrpSpPr>
            <a:grpSpLocks noChangeAspect="1"/>
          </p:cNvGrpSpPr>
          <p:nvPr/>
        </p:nvGrpSpPr>
        <p:grpSpPr>
          <a:xfrm>
            <a:off x="5252745" y="5021125"/>
            <a:ext cx="522712" cy="441599"/>
            <a:chOff x="6639646" y="3454741"/>
            <a:chExt cx="489352" cy="413416"/>
          </a:xfrm>
          <a:solidFill>
            <a:srgbClr val="FFFFFF"/>
          </a:solidFill>
        </p:grpSpPr>
        <p:sp>
          <p:nvSpPr>
            <p:cNvPr id="50" name="Freeform 699">
              <a:extLst>
                <a:ext uri="{FF2B5EF4-FFF2-40B4-BE49-F238E27FC236}">
                  <a16:creationId xmlns:a16="http://schemas.microsoft.com/office/drawing/2014/main" id="{0645A53C-F3AD-014A-FC7F-89F980EAF9A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700">
              <a:extLst>
                <a:ext uri="{FF2B5EF4-FFF2-40B4-BE49-F238E27FC236}">
                  <a16:creationId xmlns:a16="http://schemas.microsoft.com/office/drawing/2014/main" id="{8A32F2AC-2949-DC76-06F0-927EFAC0C47E}"/>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701">
              <a:extLst>
                <a:ext uri="{FF2B5EF4-FFF2-40B4-BE49-F238E27FC236}">
                  <a16:creationId xmlns:a16="http://schemas.microsoft.com/office/drawing/2014/main" id="{AE8EB3FB-41A6-83A9-E813-41A8C8C8A5A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702">
              <a:extLst>
                <a:ext uri="{FF2B5EF4-FFF2-40B4-BE49-F238E27FC236}">
                  <a16:creationId xmlns:a16="http://schemas.microsoft.com/office/drawing/2014/main" id="{31BACB2A-B772-8853-62B5-C877BFB489E7}"/>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703">
              <a:extLst>
                <a:ext uri="{FF2B5EF4-FFF2-40B4-BE49-F238E27FC236}">
                  <a16:creationId xmlns:a16="http://schemas.microsoft.com/office/drawing/2014/main" id="{A17E46BD-100D-2159-C4E0-391330A4F8B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704">
              <a:extLst>
                <a:ext uri="{FF2B5EF4-FFF2-40B4-BE49-F238E27FC236}">
                  <a16:creationId xmlns:a16="http://schemas.microsoft.com/office/drawing/2014/main" id="{02D9A92E-61DC-F9D6-6233-9426124D56ED}"/>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705">
              <a:extLst>
                <a:ext uri="{FF2B5EF4-FFF2-40B4-BE49-F238E27FC236}">
                  <a16:creationId xmlns:a16="http://schemas.microsoft.com/office/drawing/2014/main" id="{F0E43BEA-E0AD-412E-CFA0-98B947E104F2}"/>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706">
              <a:extLst>
                <a:ext uri="{FF2B5EF4-FFF2-40B4-BE49-F238E27FC236}">
                  <a16:creationId xmlns:a16="http://schemas.microsoft.com/office/drawing/2014/main" id="{104A69D6-C639-70D1-7AC9-477206562A6E}"/>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707">
              <a:extLst>
                <a:ext uri="{FF2B5EF4-FFF2-40B4-BE49-F238E27FC236}">
                  <a16:creationId xmlns:a16="http://schemas.microsoft.com/office/drawing/2014/main" id="{222AD3AA-9FDB-983A-9242-D967A0ECA82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708">
              <a:extLst>
                <a:ext uri="{FF2B5EF4-FFF2-40B4-BE49-F238E27FC236}">
                  <a16:creationId xmlns:a16="http://schemas.microsoft.com/office/drawing/2014/main" id="{EC807C99-2BAC-CE8A-ADE0-6D292E1F9E9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709">
              <a:extLst>
                <a:ext uri="{FF2B5EF4-FFF2-40B4-BE49-F238E27FC236}">
                  <a16:creationId xmlns:a16="http://schemas.microsoft.com/office/drawing/2014/main" id="{9BB29393-E8E3-06AB-93AA-B066F0FDD600}"/>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710">
              <a:extLst>
                <a:ext uri="{FF2B5EF4-FFF2-40B4-BE49-F238E27FC236}">
                  <a16:creationId xmlns:a16="http://schemas.microsoft.com/office/drawing/2014/main" id="{4F8BC8E4-B24A-0204-98CA-A6A701D7580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711">
              <a:extLst>
                <a:ext uri="{FF2B5EF4-FFF2-40B4-BE49-F238E27FC236}">
                  <a16:creationId xmlns:a16="http://schemas.microsoft.com/office/drawing/2014/main" id="{FA1FC39A-730F-76B5-22B2-4B9C9171337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712">
              <a:extLst>
                <a:ext uri="{FF2B5EF4-FFF2-40B4-BE49-F238E27FC236}">
                  <a16:creationId xmlns:a16="http://schemas.microsoft.com/office/drawing/2014/main" id="{929D4BA1-6238-2BE7-363F-110165CE25E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3" name="AI2" descr="{&quot;Key&quot;:&quot;POWER_USER_SHAPE_ICON&quot;,&quot;Value&quot;:&quot;POWER_USER_SHAPE_ICON_STYLE_1&quot;}">
            <a:extLst>
              <a:ext uri="{FF2B5EF4-FFF2-40B4-BE49-F238E27FC236}">
                <a16:creationId xmlns:a16="http://schemas.microsoft.com/office/drawing/2014/main" id="{D01C516B-1988-EF5D-D460-7A676AC03ADC}"/>
              </a:ext>
            </a:extLst>
          </p:cNvPr>
          <p:cNvGrpSpPr>
            <a:grpSpLocks noChangeAspect="1"/>
          </p:cNvGrpSpPr>
          <p:nvPr>
            <p:custDataLst>
              <p:tags r:id="rId1"/>
            </p:custDataLst>
          </p:nvPr>
        </p:nvGrpSpPr>
        <p:grpSpPr>
          <a:xfrm>
            <a:off x="7264464" y="4160102"/>
            <a:ext cx="526160" cy="441599"/>
            <a:chOff x="3457576" y="4243388"/>
            <a:chExt cx="711200" cy="596900"/>
          </a:xfrm>
          <a:solidFill>
            <a:srgbClr val="FFFFFF"/>
          </a:solidFill>
        </p:grpSpPr>
        <p:sp>
          <p:nvSpPr>
            <p:cNvPr id="104" name="Freeform 322">
              <a:extLst>
                <a:ext uri="{FF2B5EF4-FFF2-40B4-BE49-F238E27FC236}">
                  <a16:creationId xmlns:a16="http://schemas.microsoft.com/office/drawing/2014/main" id="{DFAE815B-C9DB-DA5B-8AA3-56A2293CCC55}"/>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323">
              <a:extLst>
                <a:ext uri="{FF2B5EF4-FFF2-40B4-BE49-F238E27FC236}">
                  <a16:creationId xmlns:a16="http://schemas.microsoft.com/office/drawing/2014/main" id="{FE7EB3AB-1454-C42B-0975-71EBCC576C16}"/>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324">
              <a:extLst>
                <a:ext uri="{FF2B5EF4-FFF2-40B4-BE49-F238E27FC236}">
                  <a16:creationId xmlns:a16="http://schemas.microsoft.com/office/drawing/2014/main" id="{42980B6B-81E6-2E5D-C632-53158397355F}"/>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325">
              <a:extLst>
                <a:ext uri="{FF2B5EF4-FFF2-40B4-BE49-F238E27FC236}">
                  <a16:creationId xmlns:a16="http://schemas.microsoft.com/office/drawing/2014/main" id="{631F88CB-4C72-B0F0-587C-F581341F53D4}"/>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326">
              <a:extLst>
                <a:ext uri="{FF2B5EF4-FFF2-40B4-BE49-F238E27FC236}">
                  <a16:creationId xmlns:a16="http://schemas.microsoft.com/office/drawing/2014/main" id="{ABF1B8C3-96E7-D35A-DAFD-B3A3C612EA87}"/>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327">
              <a:extLst>
                <a:ext uri="{FF2B5EF4-FFF2-40B4-BE49-F238E27FC236}">
                  <a16:creationId xmlns:a16="http://schemas.microsoft.com/office/drawing/2014/main" id="{C161A12A-F947-D0AC-F913-E246191D2841}"/>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328">
              <a:extLst>
                <a:ext uri="{FF2B5EF4-FFF2-40B4-BE49-F238E27FC236}">
                  <a16:creationId xmlns:a16="http://schemas.microsoft.com/office/drawing/2014/main" id="{02C4481E-8A48-43AD-7BBC-97D73B950FA2}"/>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329">
              <a:extLst>
                <a:ext uri="{FF2B5EF4-FFF2-40B4-BE49-F238E27FC236}">
                  <a16:creationId xmlns:a16="http://schemas.microsoft.com/office/drawing/2014/main" id="{42B27A61-15EB-69F4-5388-E5AE7EEE7B74}"/>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330">
              <a:extLst>
                <a:ext uri="{FF2B5EF4-FFF2-40B4-BE49-F238E27FC236}">
                  <a16:creationId xmlns:a16="http://schemas.microsoft.com/office/drawing/2014/main" id="{C00811E4-8FDA-C776-5EC7-6946959AC86C}"/>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331">
              <a:extLst>
                <a:ext uri="{FF2B5EF4-FFF2-40B4-BE49-F238E27FC236}">
                  <a16:creationId xmlns:a16="http://schemas.microsoft.com/office/drawing/2014/main" id="{28AE26D6-F8C8-5ED0-A536-840F251F6D0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332">
              <a:extLst>
                <a:ext uri="{FF2B5EF4-FFF2-40B4-BE49-F238E27FC236}">
                  <a16:creationId xmlns:a16="http://schemas.microsoft.com/office/drawing/2014/main" id="{F367BF65-F9F2-3B83-E7EB-83A979BC79D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333">
              <a:extLst>
                <a:ext uri="{FF2B5EF4-FFF2-40B4-BE49-F238E27FC236}">
                  <a16:creationId xmlns:a16="http://schemas.microsoft.com/office/drawing/2014/main" id="{A7A32081-C41F-57D9-E9E6-7D3673B4CEA4}"/>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334">
              <a:extLst>
                <a:ext uri="{FF2B5EF4-FFF2-40B4-BE49-F238E27FC236}">
                  <a16:creationId xmlns:a16="http://schemas.microsoft.com/office/drawing/2014/main" id="{8D928E7D-0686-CA66-B002-7D2857582DD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335">
              <a:extLst>
                <a:ext uri="{FF2B5EF4-FFF2-40B4-BE49-F238E27FC236}">
                  <a16:creationId xmlns:a16="http://schemas.microsoft.com/office/drawing/2014/main" id="{0085FCD3-7064-174E-4269-F4A4434B57E7}"/>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336">
              <a:extLst>
                <a:ext uri="{FF2B5EF4-FFF2-40B4-BE49-F238E27FC236}">
                  <a16:creationId xmlns:a16="http://schemas.microsoft.com/office/drawing/2014/main" id="{2DAA3A85-E3AA-5F13-8788-E352B6A3569E}"/>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466746021"/>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67F266-3070-4B83-9733-B15DC3AD9A4F}"/>
              </a:ext>
            </a:extLst>
          </p:cNvPr>
          <p:cNvSpPr>
            <a:spLocks noGrp="1"/>
          </p:cNvSpPr>
          <p:nvPr>
            <p:ph type="title"/>
          </p:nvPr>
        </p:nvSpPr>
        <p:spPr>
          <a:xfrm>
            <a:off x="214184" y="13663"/>
            <a:ext cx="9728886" cy="678316"/>
          </a:xfrm>
        </p:spPr>
        <p:txBody>
          <a:bodyPr>
            <a:normAutofit/>
          </a:bodyPr>
          <a:lstStyle/>
          <a:p>
            <a:r>
              <a:rPr lang="en-US" dirty="0"/>
              <a:t>Arrows 06</a:t>
            </a:r>
          </a:p>
        </p:txBody>
      </p:sp>
      <p:sp>
        <p:nvSpPr>
          <p:cNvPr id="4" name="Arrow14" descr="{&quot;Key&quot;:&quot;POWER_USER_SHAPE_ICON&quot;,&quot;Value&quot;:&quot;POWER_USER_SHAPE_ICON_STYLE_1&quot;}">
            <a:extLst>
              <a:ext uri="{FF2B5EF4-FFF2-40B4-BE49-F238E27FC236}">
                <a16:creationId xmlns:a16="http://schemas.microsoft.com/office/drawing/2014/main" id="{6690B58B-6CF1-4955-8D52-7FBE295B9BD2}"/>
              </a:ext>
            </a:extLst>
          </p:cNvPr>
          <p:cNvSpPr>
            <a:spLocks noChangeAspect="1"/>
          </p:cNvSpPr>
          <p:nvPr/>
        </p:nvSpPr>
        <p:spPr>
          <a:xfrm>
            <a:off x="94287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rot lat="0" lon="0" rev="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5" name="Arrow14 - 1" descr="{&quot;Key&quot;:&quot;POWER_USER_SHAPE_ICON&quot;,&quot;Value&quot;:&quot;POWER_USER_SHAPE_ICON_STYLE_1&quot;}">
            <a:extLst>
              <a:ext uri="{FF2B5EF4-FFF2-40B4-BE49-F238E27FC236}">
                <a16:creationId xmlns:a16="http://schemas.microsoft.com/office/drawing/2014/main" id="{B763D653-18EE-4628-8A73-0A473F0C4375}"/>
              </a:ext>
            </a:extLst>
          </p:cNvPr>
          <p:cNvSpPr>
            <a:spLocks noChangeAspect="1"/>
          </p:cNvSpPr>
          <p:nvPr/>
        </p:nvSpPr>
        <p:spPr>
          <a:xfrm>
            <a:off x="3583158"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6" name="Arrow14 - 2" descr="{&quot;Key&quot;:&quot;POWER_USER_SHAPE_ICON&quot;,&quot;Value&quot;:&quot;POWER_USER_SHAPE_ICON_STYLE_1&quot;}">
            <a:extLst>
              <a:ext uri="{FF2B5EF4-FFF2-40B4-BE49-F238E27FC236}">
                <a16:creationId xmlns:a16="http://schemas.microsoft.com/office/drawing/2014/main" id="{E50EC5FC-1270-41FF-A626-74A5248546C4}"/>
              </a:ext>
            </a:extLst>
          </p:cNvPr>
          <p:cNvSpPr>
            <a:spLocks noChangeAspect="1"/>
          </p:cNvSpPr>
          <p:nvPr/>
        </p:nvSpPr>
        <p:spPr>
          <a:xfrm>
            <a:off x="6223445"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7" name="Arrow14 - 3" descr="{&quot;Key&quot;:&quot;POWER_USER_SHAPE_ICON&quot;,&quot;Value&quot;:&quot;POWER_USER_SHAPE_ICON_STYLE_1&quot;}">
            <a:extLst>
              <a:ext uri="{FF2B5EF4-FFF2-40B4-BE49-F238E27FC236}">
                <a16:creationId xmlns:a16="http://schemas.microsoft.com/office/drawing/2014/main" id="{B86B2D5A-22BF-4879-9614-32F41509D7EE}"/>
              </a:ext>
            </a:extLst>
          </p:cNvPr>
          <p:cNvSpPr>
            <a:spLocks noChangeAspect="1"/>
          </p:cNvSpPr>
          <p:nvPr/>
        </p:nvSpPr>
        <p:spPr>
          <a:xfrm>
            <a:off x="886373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8" name="TextBox 7">
            <a:extLst>
              <a:ext uri="{FF2B5EF4-FFF2-40B4-BE49-F238E27FC236}">
                <a16:creationId xmlns:a16="http://schemas.microsoft.com/office/drawing/2014/main" id="{30F52DC4-6365-41DC-B358-A3F94817D177}"/>
              </a:ext>
            </a:extLst>
          </p:cNvPr>
          <p:cNvSpPr txBox="1"/>
          <p:nvPr/>
        </p:nvSpPr>
        <p:spPr>
          <a:xfrm>
            <a:off x="807776"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9" name="TextBox 8">
            <a:extLst>
              <a:ext uri="{FF2B5EF4-FFF2-40B4-BE49-F238E27FC236}">
                <a16:creationId xmlns:a16="http://schemas.microsoft.com/office/drawing/2014/main" id="{0E02E1EA-EFA6-4CAF-A9D7-1F201D8F5B01}"/>
              </a:ext>
            </a:extLst>
          </p:cNvPr>
          <p:cNvSpPr txBox="1"/>
          <p:nvPr/>
        </p:nvSpPr>
        <p:spPr>
          <a:xfrm>
            <a:off x="3445259"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0" name="TextBox 9">
            <a:extLst>
              <a:ext uri="{FF2B5EF4-FFF2-40B4-BE49-F238E27FC236}">
                <a16:creationId xmlns:a16="http://schemas.microsoft.com/office/drawing/2014/main" id="{4DF27763-2715-4333-A30D-4A43099E7A7E}"/>
              </a:ext>
            </a:extLst>
          </p:cNvPr>
          <p:cNvSpPr txBox="1"/>
          <p:nvPr/>
        </p:nvSpPr>
        <p:spPr>
          <a:xfrm>
            <a:off x="6082742"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1" name="TextBox 10">
            <a:extLst>
              <a:ext uri="{FF2B5EF4-FFF2-40B4-BE49-F238E27FC236}">
                <a16:creationId xmlns:a16="http://schemas.microsoft.com/office/drawing/2014/main" id="{35BE4D2A-B711-4648-84B3-069249F9177C}"/>
              </a:ext>
            </a:extLst>
          </p:cNvPr>
          <p:cNvSpPr txBox="1"/>
          <p:nvPr/>
        </p:nvSpPr>
        <p:spPr>
          <a:xfrm>
            <a:off x="8720224"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2" name="TextBox 11">
            <a:extLst>
              <a:ext uri="{FF2B5EF4-FFF2-40B4-BE49-F238E27FC236}">
                <a16:creationId xmlns:a16="http://schemas.microsoft.com/office/drawing/2014/main" id="{D0A48AC1-E82A-475B-8546-A9ABAFA0EE9D}"/>
              </a:ext>
            </a:extLst>
          </p:cNvPr>
          <p:cNvSpPr txBox="1"/>
          <p:nvPr/>
        </p:nvSpPr>
        <p:spPr>
          <a:xfrm>
            <a:off x="1884907"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3" name="TextBox 12">
            <a:extLst>
              <a:ext uri="{FF2B5EF4-FFF2-40B4-BE49-F238E27FC236}">
                <a16:creationId xmlns:a16="http://schemas.microsoft.com/office/drawing/2014/main" id="{668B92FC-59CB-4A91-AE6E-2C5B755F4174}"/>
              </a:ext>
            </a:extLst>
          </p:cNvPr>
          <p:cNvSpPr txBox="1"/>
          <p:nvPr/>
        </p:nvSpPr>
        <p:spPr>
          <a:xfrm>
            <a:off x="4519880"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4" name="TextBox 13">
            <a:extLst>
              <a:ext uri="{FF2B5EF4-FFF2-40B4-BE49-F238E27FC236}">
                <a16:creationId xmlns:a16="http://schemas.microsoft.com/office/drawing/2014/main" id="{5F43AFB8-AB54-4CE1-8221-FD65726C0178}"/>
              </a:ext>
            </a:extLst>
          </p:cNvPr>
          <p:cNvSpPr txBox="1"/>
          <p:nvPr/>
        </p:nvSpPr>
        <p:spPr>
          <a:xfrm>
            <a:off x="7154853"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5" name="TextBox 14">
            <a:extLst>
              <a:ext uri="{FF2B5EF4-FFF2-40B4-BE49-F238E27FC236}">
                <a16:creationId xmlns:a16="http://schemas.microsoft.com/office/drawing/2014/main" id="{2EAD023D-E873-4B8F-9552-B6FD46601525}"/>
              </a:ext>
            </a:extLst>
          </p:cNvPr>
          <p:cNvSpPr txBox="1"/>
          <p:nvPr/>
        </p:nvSpPr>
        <p:spPr>
          <a:xfrm>
            <a:off x="9789827"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Tree>
    <p:extLst>
      <p:ext uri="{BB962C8B-B14F-4D97-AF65-F5344CB8AC3E}">
        <p14:creationId xmlns:p14="http://schemas.microsoft.com/office/powerpoint/2010/main" val="3252353109"/>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rapezoid 17">
            <a:extLst>
              <a:ext uri="{FF2B5EF4-FFF2-40B4-BE49-F238E27FC236}">
                <a16:creationId xmlns:a16="http://schemas.microsoft.com/office/drawing/2014/main" id="{6D4B99DD-0A24-08B2-F6B0-D469C4705589}"/>
              </a:ext>
            </a:extLst>
          </p:cNvPr>
          <p:cNvSpPr/>
          <p:nvPr/>
        </p:nvSpPr>
        <p:spPr>
          <a:xfrm rot="16200000">
            <a:off x="5069997" y="-2486241"/>
            <a:ext cx="2052000" cy="10515600"/>
          </a:xfrm>
          <a:prstGeom prst="trapezoid">
            <a:avLst>
              <a:gd name="adj" fmla="val 3727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p:cNvSpPr>
            <a:spLocks noGrp="1"/>
          </p:cNvSpPr>
          <p:nvPr>
            <p:ph type="title"/>
          </p:nvPr>
        </p:nvSpPr>
        <p:spPr>
          <a:xfrm>
            <a:off x="214184" y="13663"/>
            <a:ext cx="9728886" cy="678316"/>
          </a:xfrm>
        </p:spPr>
        <p:txBody>
          <a:bodyPr/>
          <a:lstStyle/>
          <a:p>
            <a:r>
              <a:rPr lang="en-US" dirty="0"/>
              <a:t>Bubbles</a:t>
            </a:r>
          </a:p>
        </p:txBody>
      </p:sp>
      <p:sp>
        <p:nvSpPr>
          <p:cNvPr id="5" name="Oval 4"/>
          <p:cNvSpPr/>
          <p:nvPr/>
        </p:nvSpPr>
        <p:spPr>
          <a:xfrm>
            <a:off x="2141802" y="2395162"/>
            <a:ext cx="765336" cy="765336"/>
          </a:xfrm>
          <a:prstGeom prst="ellipse">
            <a:avLst/>
          </a:prstGeom>
          <a:solidFill>
            <a:schemeClr val="accent2"/>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6" name="Oval 5"/>
          <p:cNvSpPr>
            <a:spLocks noChangeAspect="1"/>
          </p:cNvSpPr>
          <p:nvPr/>
        </p:nvSpPr>
        <p:spPr>
          <a:xfrm>
            <a:off x="3513936" y="2311671"/>
            <a:ext cx="933700" cy="932318"/>
          </a:xfrm>
          <a:prstGeom prst="ellipse">
            <a:avLst/>
          </a:prstGeom>
          <a:solidFill>
            <a:schemeClr val="accent3"/>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7" name="Oval 6"/>
          <p:cNvSpPr>
            <a:spLocks noChangeAspect="1"/>
          </p:cNvSpPr>
          <p:nvPr/>
        </p:nvSpPr>
        <p:spPr>
          <a:xfrm>
            <a:off x="5115313" y="2169040"/>
            <a:ext cx="1217580" cy="1217580"/>
          </a:xfrm>
          <a:prstGeom prst="ellipse">
            <a:avLst/>
          </a:prstGeom>
          <a:solidFill>
            <a:schemeClr val="accent4"/>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8" name="Oval 7"/>
          <p:cNvSpPr>
            <a:spLocks noChangeAspect="1"/>
          </p:cNvSpPr>
          <p:nvPr/>
        </p:nvSpPr>
        <p:spPr>
          <a:xfrm>
            <a:off x="7032158" y="1995100"/>
            <a:ext cx="1565460" cy="1565460"/>
          </a:xfrm>
          <a:prstGeom prst="ellipse">
            <a:avLst/>
          </a:prstGeom>
          <a:solidFill>
            <a:schemeClr val="accent5"/>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9" name="Oval 8"/>
          <p:cNvSpPr/>
          <p:nvPr/>
        </p:nvSpPr>
        <p:spPr>
          <a:xfrm>
            <a:off x="9236003" y="1821160"/>
            <a:ext cx="1910043" cy="1913340"/>
          </a:xfrm>
          <a:prstGeom prst="ellipse">
            <a:avLst/>
          </a:prstGeom>
          <a:solidFill>
            <a:schemeClr val="accent6"/>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0" name="Oval 9"/>
          <p:cNvSpPr/>
          <p:nvPr/>
        </p:nvSpPr>
        <p:spPr>
          <a:xfrm>
            <a:off x="1045954" y="2509963"/>
            <a:ext cx="535735" cy="535735"/>
          </a:xfrm>
          <a:prstGeom prst="ellipse">
            <a:avLst/>
          </a:prstGeom>
          <a:solidFill>
            <a:schemeClr val="accent1"/>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1" name="TextBox 10"/>
          <p:cNvSpPr txBox="1"/>
          <p:nvPr/>
        </p:nvSpPr>
        <p:spPr>
          <a:xfrm>
            <a:off x="838199" y="4107067"/>
            <a:ext cx="1728000" cy="1723549"/>
          </a:xfrm>
          <a:prstGeom prst="rect">
            <a:avLst/>
          </a:prstGeom>
          <a:noFill/>
        </p:spPr>
        <p:txBody>
          <a:bodyPr wrap="square" lIns="0" tIns="0" rIns="0" bIns="0" rtlCol="0">
            <a:spAutoFit/>
          </a:bodyPr>
          <a:lstStyle/>
          <a:p>
            <a:pPr algn="ctr"/>
            <a:r>
              <a:rPr lang="en-US" sz="1600" b="1" dirty="0">
                <a:solidFill>
                  <a:schemeClr val="accent1"/>
                </a:solidFill>
              </a:rPr>
              <a:t>LOREM IPSUM</a:t>
            </a:r>
          </a:p>
          <a:p>
            <a:pPr algn="ctr"/>
            <a:r>
              <a:rPr lang="en-US" sz="1600" dirty="0"/>
              <a:t>Lorem ipsum dolor sit amet, consectetuer adipiscing elit. Maecenas porttitor congue massa. </a:t>
            </a:r>
          </a:p>
        </p:txBody>
      </p:sp>
      <p:sp>
        <p:nvSpPr>
          <p:cNvPr id="12" name="TextBox 11"/>
          <p:cNvSpPr txBox="1"/>
          <p:nvPr/>
        </p:nvSpPr>
        <p:spPr>
          <a:xfrm>
            <a:off x="2595719" y="4107067"/>
            <a:ext cx="1728000" cy="1723549"/>
          </a:xfrm>
          <a:prstGeom prst="rect">
            <a:avLst/>
          </a:prstGeom>
          <a:noFill/>
        </p:spPr>
        <p:txBody>
          <a:bodyPr wrap="square" lIns="0" tIns="0" rIns="0" bIns="0" rtlCol="0">
            <a:spAutoFit/>
          </a:bodyPr>
          <a:lstStyle/>
          <a:p>
            <a:pPr algn="ctr"/>
            <a:r>
              <a:rPr lang="en-US" sz="1600" b="1" dirty="0">
                <a:solidFill>
                  <a:schemeClr val="accent2"/>
                </a:solidFill>
              </a:rPr>
              <a:t>LOREM IPSUM</a:t>
            </a:r>
          </a:p>
          <a:p>
            <a:pPr algn="ctr"/>
            <a:r>
              <a:rPr lang="en-US" sz="1600" dirty="0"/>
              <a:t>Lorem ipsum dolor sit amet, consectetuer adipiscing elit. Maecenas porttitor congue massa. </a:t>
            </a:r>
          </a:p>
        </p:txBody>
      </p:sp>
      <p:sp>
        <p:nvSpPr>
          <p:cNvPr id="14" name="TextBox 13"/>
          <p:cNvSpPr txBox="1"/>
          <p:nvPr/>
        </p:nvSpPr>
        <p:spPr>
          <a:xfrm>
            <a:off x="4353239" y="4107067"/>
            <a:ext cx="1728000" cy="1723549"/>
          </a:xfrm>
          <a:prstGeom prst="rect">
            <a:avLst/>
          </a:prstGeom>
          <a:noFill/>
        </p:spPr>
        <p:txBody>
          <a:bodyPr wrap="square" lIns="0" tIns="0" rIns="0" bIns="0" rtlCol="0">
            <a:spAutoFit/>
          </a:bodyPr>
          <a:lstStyle/>
          <a:p>
            <a:pPr algn="ctr"/>
            <a:r>
              <a:rPr lang="en-US" sz="1600" b="1" dirty="0">
                <a:solidFill>
                  <a:schemeClr val="accent3"/>
                </a:solidFill>
              </a:rPr>
              <a:t>LOREM IPSUM</a:t>
            </a:r>
          </a:p>
          <a:p>
            <a:pPr algn="ctr"/>
            <a:r>
              <a:rPr lang="en-US" sz="1600" dirty="0"/>
              <a:t>Lorem ipsum dolor sit amet, consectetuer adipiscing elit. Maecenas porttitor congue massa. </a:t>
            </a:r>
          </a:p>
        </p:txBody>
      </p:sp>
      <p:sp>
        <p:nvSpPr>
          <p:cNvPr id="15" name="TextBox 14"/>
          <p:cNvSpPr txBox="1"/>
          <p:nvPr/>
        </p:nvSpPr>
        <p:spPr>
          <a:xfrm>
            <a:off x="6110759" y="4107067"/>
            <a:ext cx="1728000" cy="1723549"/>
          </a:xfrm>
          <a:prstGeom prst="rect">
            <a:avLst/>
          </a:prstGeom>
          <a:noFill/>
        </p:spPr>
        <p:txBody>
          <a:bodyPr wrap="square" lIns="0" tIns="0" rIns="0" bIns="0" rtlCol="0">
            <a:spAutoFit/>
          </a:bodyPr>
          <a:lstStyle/>
          <a:p>
            <a:pPr algn="ctr"/>
            <a:r>
              <a:rPr lang="en-US" sz="1600" b="1" dirty="0">
                <a:solidFill>
                  <a:schemeClr val="accent4"/>
                </a:solidFill>
              </a:rPr>
              <a:t>LOREM IPSUM</a:t>
            </a:r>
          </a:p>
          <a:p>
            <a:pPr algn="ctr"/>
            <a:r>
              <a:rPr lang="en-US" sz="1600" dirty="0"/>
              <a:t>Lorem ipsum dolor sit amet, consectetuer adipiscing elit. Maecenas porttitor congue massa. </a:t>
            </a:r>
          </a:p>
        </p:txBody>
      </p:sp>
      <p:sp>
        <p:nvSpPr>
          <p:cNvPr id="16" name="TextBox 15"/>
          <p:cNvSpPr txBox="1"/>
          <p:nvPr/>
        </p:nvSpPr>
        <p:spPr>
          <a:xfrm>
            <a:off x="7868279" y="4107067"/>
            <a:ext cx="1728000" cy="1723549"/>
          </a:xfrm>
          <a:prstGeom prst="rect">
            <a:avLst/>
          </a:prstGeom>
          <a:noFill/>
        </p:spPr>
        <p:txBody>
          <a:bodyPr wrap="square" lIns="0" tIns="0" rIns="0" bIns="0" rtlCol="0">
            <a:spAutoFit/>
          </a:bodyPr>
          <a:lstStyle/>
          <a:p>
            <a:pPr algn="ctr"/>
            <a:r>
              <a:rPr lang="en-US" sz="1600" b="1" dirty="0">
                <a:solidFill>
                  <a:schemeClr val="accent5"/>
                </a:solidFill>
              </a:rPr>
              <a:t>LOREM IPSUM</a:t>
            </a:r>
          </a:p>
          <a:p>
            <a:pPr algn="ctr"/>
            <a:r>
              <a:rPr lang="en-US" sz="1600" dirty="0"/>
              <a:t>Lorem ipsum dolor sit amet, consectetuer adipiscing elit. Maecenas porttitor congue massa. </a:t>
            </a:r>
          </a:p>
        </p:txBody>
      </p:sp>
      <p:sp>
        <p:nvSpPr>
          <p:cNvPr id="17" name="TextBox 16"/>
          <p:cNvSpPr txBox="1"/>
          <p:nvPr/>
        </p:nvSpPr>
        <p:spPr>
          <a:xfrm>
            <a:off x="9625801" y="4107067"/>
            <a:ext cx="1728000" cy="1723549"/>
          </a:xfrm>
          <a:prstGeom prst="rect">
            <a:avLst/>
          </a:prstGeom>
          <a:noFill/>
        </p:spPr>
        <p:txBody>
          <a:bodyPr wrap="square" lIns="0" tIns="0" rIns="0" bIns="0" rtlCol="0">
            <a:spAutoFit/>
          </a:bodyPr>
          <a:lstStyle/>
          <a:p>
            <a:pPr algn="ctr"/>
            <a:r>
              <a:rPr lang="en-US" sz="1600" b="1" dirty="0">
                <a:solidFill>
                  <a:schemeClr val="accent6"/>
                </a:solidFill>
              </a:rPr>
              <a:t>LOREM IPSUM</a:t>
            </a:r>
          </a:p>
          <a:p>
            <a:pPr algn="ctr"/>
            <a:r>
              <a:rPr lang="en-US" sz="1600" dirty="0"/>
              <a:t>Lorem ipsum dolor sit amet, consectetuer adipiscing elit. Maecenas porttitor congue massa. </a:t>
            </a:r>
          </a:p>
        </p:txBody>
      </p:sp>
    </p:spTree>
    <p:custDataLst>
      <p:tags r:id="rId1"/>
    </p:custDataLst>
    <p:extLst>
      <p:ext uri="{BB962C8B-B14F-4D97-AF65-F5344CB8AC3E}">
        <p14:creationId xmlns:p14="http://schemas.microsoft.com/office/powerpoint/2010/main" val="600588112"/>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Oval 4"/>
          <p:cNvSpPr>
            <a:spLocks noChangeArrowheads="1"/>
          </p:cNvSpPr>
          <p:nvPr/>
        </p:nvSpPr>
        <p:spPr bwMode="auto">
          <a:xfrm>
            <a:off x="7500376" y="4671886"/>
            <a:ext cx="1404375" cy="1434635"/>
          </a:xfrm>
          <a:prstGeom prst="ellipse">
            <a:avLst/>
          </a:prstGeom>
          <a:solidFill>
            <a:srgbClr val="FFFFFF"/>
          </a:solidFill>
          <a:ln w="6350">
            <a:solidFill>
              <a:schemeClr val="accent5"/>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rgbClr val="FFFFFF"/>
          </a:solidFill>
          <a:ln w="6350">
            <a:solidFill>
              <a:schemeClr val="accent6"/>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rgbClr val="FFFFFF"/>
          </a:solidFill>
          <a:ln w="6350">
            <a:solidFill>
              <a:schemeClr val="accent1"/>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Text</a:t>
            </a:r>
          </a:p>
        </p:txBody>
      </p:sp>
      <p:sp>
        <p:nvSpPr>
          <p:cNvPr id="2" name="Title 1"/>
          <p:cNvSpPr>
            <a:spLocks noGrp="1"/>
          </p:cNvSpPr>
          <p:nvPr>
            <p:ph type="title"/>
          </p:nvPr>
        </p:nvSpPr>
        <p:spPr>
          <a:xfrm>
            <a:off x="214184" y="13663"/>
            <a:ext cx="9728886" cy="678316"/>
          </a:xfrm>
        </p:spPr>
        <p:txBody>
          <a:bodyPr>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Lorem ipsum dolor sit </a:t>
            </a:r>
            <a:r>
              <a:rPr kumimoji="0" lang="en-US" b="0" i="0" u="none" strike="noStrike" kern="0" cap="none" spc="0" normalizeH="0" baseline="0" noProof="0" dirty="0" err="1">
                <a:ln>
                  <a:noFill/>
                </a:ln>
                <a:effectLst/>
                <a:uLnTx/>
                <a:uFillTx/>
              </a:rPr>
              <a:t>amet</a:t>
            </a:r>
            <a:endParaRPr kumimoji="0" lang="en-US" b="0" i="0" u="none" strike="noStrike" kern="0" cap="none" spc="0" normalizeH="0" baseline="0" noProof="0" dirty="0">
              <a:ln>
                <a:noFill/>
              </a:ln>
              <a:effectLst/>
              <a:uLnTx/>
              <a:uFillTx/>
            </a:endParaRPr>
          </a:p>
        </p:txBody>
      </p:sp>
      <p:sp>
        <p:nvSpPr>
          <p:cNvPr id="25" name="Oval 4"/>
          <p:cNvSpPr>
            <a:spLocks noChangeArrowheads="1"/>
          </p:cNvSpPr>
          <p:nvPr/>
        </p:nvSpPr>
        <p:spPr bwMode="auto">
          <a:xfrm>
            <a:off x="3287250" y="4671886"/>
            <a:ext cx="1404375" cy="1434635"/>
          </a:xfrm>
          <a:prstGeom prst="ellipse">
            <a:avLst/>
          </a:prstGeom>
          <a:solidFill>
            <a:srgbClr val="FFFFFF"/>
          </a:solidFill>
          <a:ln w="6350">
            <a:solidFill>
              <a:schemeClr val="accent2"/>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rgbClr val="FFFFFF"/>
          </a:solidFill>
          <a:ln w="6350">
            <a:solidFill>
              <a:schemeClr val="accent3"/>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Text</a:t>
            </a:r>
          </a:p>
        </p:txBody>
      </p:sp>
      <p:sp>
        <p:nvSpPr>
          <p:cNvPr id="4" name="Oval 4"/>
          <p:cNvSpPr>
            <a:spLocks noChangeArrowheads="1"/>
          </p:cNvSpPr>
          <p:nvPr/>
        </p:nvSpPr>
        <p:spPr bwMode="auto">
          <a:xfrm>
            <a:off x="6096001" y="4671887"/>
            <a:ext cx="1404375" cy="1434635"/>
          </a:xfrm>
          <a:prstGeom prst="ellipse">
            <a:avLst/>
          </a:prstGeom>
          <a:solidFill>
            <a:srgbClr val="FFFFFF"/>
          </a:solidFill>
          <a:ln w="6350">
            <a:solidFill>
              <a:schemeClr val="accent4"/>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Text</a:t>
            </a:r>
          </a:p>
        </p:txBody>
      </p:sp>
      <p:sp>
        <p:nvSpPr>
          <p:cNvPr id="5" name="Arrow14" descr="{&quot;Key&quot;:&quot;POWER_USER_SHAPE_ICON&quot;,&quot;Value&quot;:&quot;POWER_USER_SHAPE_ICON_STYLE_1&quot;}">
            <a:extLst>
              <a:ext uri="{FF2B5EF4-FFF2-40B4-BE49-F238E27FC236}">
                <a16:creationId xmlns:a16="http://schemas.microsoft.com/office/drawing/2014/main" id="{AD7DC3F4-0E9B-F8E7-23FA-1D7ACF782C17}"/>
              </a:ext>
            </a:extLst>
          </p:cNvPr>
          <p:cNvSpPr>
            <a:spLocks noChangeAspect="1"/>
          </p:cNvSpPr>
          <p:nvPr/>
        </p:nvSpPr>
        <p:spPr>
          <a:xfrm rot="2700000">
            <a:off x="4521251" y="5211462"/>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Arrow14" descr="{&quot;Key&quot;:&quot;POWER_USER_SHAPE_ICON&quot;,&quot;Value&quot;:&quot;POWER_USER_SHAPE_ICON_STYLE_1&quot;}">
            <a:extLst>
              <a:ext uri="{FF2B5EF4-FFF2-40B4-BE49-F238E27FC236}">
                <a16:creationId xmlns:a16="http://schemas.microsoft.com/office/drawing/2014/main" id="{308D184A-FE73-A31F-D387-3D4DB81FD32A}"/>
              </a:ext>
            </a:extLst>
          </p:cNvPr>
          <p:cNvSpPr>
            <a:spLocks noChangeAspect="1"/>
          </p:cNvSpPr>
          <p:nvPr/>
        </p:nvSpPr>
        <p:spPr>
          <a:xfrm rot="2700000">
            <a:off x="5910312" y="5211461"/>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Arrow14" descr="{&quot;Key&quot;:&quot;POWER_USER_SHAPE_ICON&quot;,&quot;Value&quot;:&quot;POWER_USER_SHAPE_ICON_STYLE_1&quot;}">
            <a:extLst>
              <a:ext uri="{FF2B5EF4-FFF2-40B4-BE49-F238E27FC236}">
                <a16:creationId xmlns:a16="http://schemas.microsoft.com/office/drawing/2014/main" id="{3B021DEC-B7E8-D2BA-4E1D-4296AF47958D}"/>
              </a:ext>
            </a:extLst>
          </p:cNvPr>
          <p:cNvSpPr>
            <a:spLocks noChangeAspect="1"/>
          </p:cNvSpPr>
          <p:nvPr/>
        </p:nvSpPr>
        <p:spPr>
          <a:xfrm rot="2700000">
            <a:off x="7299373" y="5211460"/>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Arrow14" descr="{&quot;Key&quot;:&quot;POWER_USER_SHAPE_ICON&quot;,&quot;Value&quot;:&quot;POWER_USER_SHAPE_ICON_STYLE_1&quot;}">
            <a:extLst>
              <a:ext uri="{FF2B5EF4-FFF2-40B4-BE49-F238E27FC236}">
                <a16:creationId xmlns:a16="http://schemas.microsoft.com/office/drawing/2014/main" id="{06776849-3F71-D5D6-5322-C7A9AEC6FE85}"/>
              </a:ext>
            </a:extLst>
          </p:cNvPr>
          <p:cNvSpPr>
            <a:spLocks noChangeAspect="1"/>
          </p:cNvSpPr>
          <p:nvPr/>
        </p:nvSpPr>
        <p:spPr>
          <a:xfrm rot="277848">
            <a:off x="9080806" y="4857803"/>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Arrow14" descr="{&quot;Key&quot;:&quot;POWER_USER_SHAPE_ICON&quot;,&quot;Value&quot;:&quot;POWER_USER_SHAPE_ICON_STYLE_1&quot;}">
            <a:extLst>
              <a:ext uri="{FF2B5EF4-FFF2-40B4-BE49-F238E27FC236}">
                <a16:creationId xmlns:a16="http://schemas.microsoft.com/office/drawing/2014/main" id="{9FF8BA44-E73C-411B-9CA0-1E127DF120E7}"/>
              </a:ext>
            </a:extLst>
          </p:cNvPr>
          <p:cNvSpPr>
            <a:spLocks noChangeAspect="1"/>
          </p:cNvSpPr>
          <p:nvPr/>
        </p:nvSpPr>
        <p:spPr>
          <a:xfrm rot="4960170">
            <a:off x="2836491" y="4760637"/>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Tree>
    <p:custDataLst>
      <p:tags r:id="rId1"/>
    </p:custDataLst>
    <p:extLst>
      <p:ext uri="{BB962C8B-B14F-4D97-AF65-F5344CB8AC3E}">
        <p14:creationId xmlns:p14="http://schemas.microsoft.com/office/powerpoint/2010/main" val="30856283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921851327"/>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Autofit/>
          </a:bodyPr>
          <a:lstStyle/>
          <a:p>
            <a:r>
              <a:rPr lang="en-US" sz="1600" dirty="0"/>
              <a:t>Lorem ipsum dolor sit amet, consectetuer adipiscing elit. Maecenas porttitor congue massa. Fusce posuere, magna sed pulvinar ultricies, purus lectus malesuada libero, sit amet commodo magna eros quis urna.</a:t>
            </a:r>
          </a:p>
          <a:p>
            <a:endParaRPr lang="en-US" sz="1600" dirty="0"/>
          </a:p>
          <a:p>
            <a:r>
              <a:rPr lang="en-US" sz="1600" dirty="0"/>
              <a:t>Nunc viverra imperdiet enim. Fusce est. Vivamus a tellus.</a:t>
            </a:r>
          </a:p>
          <a:p>
            <a:endParaRPr lang="en-US" sz="1600" dirty="0"/>
          </a:p>
          <a:p>
            <a:r>
              <a:rPr lang="en-US" sz="1600" dirty="0"/>
              <a:t>Pellentesque habitant morbi tristique senectus et netus et malesuada fames ac turpis egestas. Proin pharetra nonummy pede. Mauris et orci.</a:t>
            </a:r>
          </a:p>
          <a:p>
            <a:endParaRPr lang="en-US" sz="1600" dirty="0"/>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r>
              <a:rPr lang="en-US" sz="1600" dirty="0"/>
              <a:t>Lorem ipsum dolor sit amet, consectetuer adipiscing elit. Maecenas porttitor congue massa. </a:t>
            </a:r>
          </a:p>
          <a:p>
            <a:r>
              <a:rPr lang="en-US" sz="1600" dirty="0" err="1"/>
              <a:t>Fusce</a:t>
            </a:r>
            <a:r>
              <a:rPr lang="en-US" sz="1600" dirty="0"/>
              <a:t> posuere, magna sed pulvinar </a:t>
            </a:r>
            <a:r>
              <a:rPr lang="en-US" sz="1600" dirty="0" err="1"/>
              <a:t>ultricies</a:t>
            </a:r>
            <a:r>
              <a:rPr lang="en-US" sz="1600" dirty="0"/>
              <a:t>.</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2" name="Title 1"/>
          <p:cNvSpPr>
            <a:spLocks noGrp="1"/>
          </p:cNvSpPr>
          <p:nvPr>
            <p:ph type="title"/>
          </p:nvPr>
        </p:nvSpPr>
        <p:spPr>
          <a:xfrm>
            <a:off x="214184" y="13663"/>
            <a:ext cx="9728886" cy="678316"/>
          </a:xfrm>
        </p:spPr>
        <p:txBody>
          <a:bodyPr>
            <a:normAutofit/>
          </a:bodyPr>
          <a:lstStyle/>
          <a:p>
            <a:r>
              <a:rPr lang="en-US" dirty="0"/>
              <a:t>Chevrons (sequential) 2</a:t>
            </a:r>
          </a:p>
        </p:txBody>
      </p:sp>
    </p:spTree>
    <p:extLst>
      <p:ext uri="{BB962C8B-B14F-4D97-AF65-F5344CB8AC3E}">
        <p14:creationId xmlns:p14="http://schemas.microsoft.com/office/powerpoint/2010/main" val="2772783000"/>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 name="Straight Connector 68"/>
          <p:cNvCxnSpPr>
            <a:endCxn id="67" idx="4"/>
          </p:cNvCxnSpPr>
          <p:nvPr/>
        </p:nvCxnSpPr>
        <p:spPr>
          <a:xfrm flipH="1" flipV="1">
            <a:off x="5741645" y="1678616"/>
            <a:ext cx="124318" cy="1509252"/>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a:cxnSpLocks/>
            <a:endCxn id="6" idx="6"/>
          </p:cNvCxnSpPr>
          <p:nvPr/>
        </p:nvCxnSpPr>
        <p:spPr>
          <a:xfrm flipH="1">
            <a:off x="1750483" y="3933056"/>
            <a:ext cx="3769453" cy="40208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stCxn id="3" idx="3"/>
            <a:endCxn id="5" idx="7"/>
          </p:cNvCxnSpPr>
          <p:nvPr/>
        </p:nvCxnSpPr>
        <p:spPr>
          <a:xfrm flipH="1">
            <a:off x="3861784" y="4156909"/>
            <a:ext cx="1803918" cy="97317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a:stCxn id="3" idx="7"/>
            <a:endCxn id="14" idx="3"/>
          </p:cNvCxnSpPr>
          <p:nvPr/>
        </p:nvCxnSpPr>
        <p:spPr>
          <a:xfrm flipV="1">
            <a:off x="6526298" y="2320511"/>
            <a:ext cx="1099575" cy="975802"/>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V="1">
            <a:off x="6672064" y="1949225"/>
            <a:ext cx="3494155" cy="1551783"/>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a:stCxn id="3" idx="6"/>
          </p:cNvCxnSpPr>
          <p:nvPr/>
        </p:nvCxnSpPr>
        <p:spPr>
          <a:xfrm flipV="1">
            <a:off x="6704533" y="3429000"/>
            <a:ext cx="2847851" cy="29761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672064" y="3919509"/>
            <a:ext cx="3494155" cy="1099901"/>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stCxn id="3" idx="5"/>
            <a:endCxn id="13" idx="1"/>
          </p:cNvCxnSpPr>
          <p:nvPr/>
        </p:nvCxnSpPr>
        <p:spPr>
          <a:xfrm>
            <a:off x="6526298" y="4156909"/>
            <a:ext cx="911445" cy="865618"/>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a:endCxn id="39" idx="0"/>
          </p:cNvCxnSpPr>
          <p:nvPr/>
        </p:nvCxnSpPr>
        <p:spPr>
          <a:xfrm flipH="1">
            <a:off x="5312278" y="4335145"/>
            <a:ext cx="623264" cy="1399913"/>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a:endCxn id="43" idx="0"/>
          </p:cNvCxnSpPr>
          <p:nvPr/>
        </p:nvCxnSpPr>
        <p:spPr>
          <a:xfrm>
            <a:off x="6280030" y="4335144"/>
            <a:ext cx="280772" cy="11751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a:stCxn id="3" idx="2"/>
            <a:endCxn id="9" idx="6"/>
          </p:cNvCxnSpPr>
          <p:nvPr/>
        </p:nvCxnSpPr>
        <p:spPr>
          <a:xfrm flipH="1" flipV="1">
            <a:off x="3114055" y="3414337"/>
            <a:ext cx="2373412" cy="3122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a:endCxn id="7" idx="5"/>
          </p:cNvCxnSpPr>
          <p:nvPr/>
        </p:nvCxnSpPr>
        <p:spPr>
          <a:xfrm flipH="1" flipV="1">
            <a:off x="3056820" y="2166134"/>
            <a:ext cx="2490074" cy="1334875"/>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a:stCxn id="3" idx="1"/>
          </p:cNvCxnSpPr>
          <p:nvPr/>
        </p:nvCxnSpPr>
        <p:spPr>
          <a:xfrm flipH="1" flipV="1">
            <a:off x="4999168" y="2166134"/>
            <a:ext cx="666534" cy="113017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cxnSpLocks/>
            <a:endCxn id="63" idx="4"/>
          </p:cNvCxnSpPr>
          <p:nvPr/>
        </p:nvCxnSpPr>
        <p:spPr>
          <a:xfrm flipV="1">
            <a:off x="6211019" y="1702307"/>
            <a:ext cx="615063" cy="14157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sp>
        <p:nvSpPr>
          <p:cNvPr id="77" name="Title 1"/>
          <p:cNvSpPr>
            <a:spLocks noGrp="1"/>
          </p:cNvSpPr>
          <p:nvPr>
            <p:ph type="title"/>
          </p:nvPr>
        </p:nvSpPr>
        <p:spPr>
          <a:xfrm>
            <a:off x="214184" y="13663"/>
            <a:ext cx="9728886" cy="678316"/>
          </a:xfrm>
        </p:spPr>
        <p:txBody>
          <a:bodyPr>
            <a:normAutofit/>
          </a:bodyPr>
          <a:lstStyle/>
          <a:p>
            <a:r>
              <a:rPr lang="en-US" dirty="0"/>
              <a:t>Circles 03</a:t>
            </a:r>
          </a:p>
        </p:txBody>
      </p:sp>
      <p:sp>
        <p:nvSpPr>
          <p:cNvPr id="5" name="Oval 4"/>
          <p:cNvSpPr>
            <a:spLocks noChangeAspect="1"/>
          </p:cNvSpPr>
          <p:nvPr/>
        </p:nvSpPr>
        <p:spPr>
          <a:xfrm>
            <a:off x="3216751" y="5019410"/>
            <a:ext cx="755703" cy="755703"/>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6" name="Oval 5"/>
          <p:cNvSpPr>
            <a:spLocks noChangeAspect="1"/>
          </p:cNvSpPr>
          <p:nvPr/>
        </p:nvSpPr>
        <p:spPr>
          <a:xfrm>
            <a:off x="919210" y="3919508"/>
            <a:ext cx="831273" cy="831273"/>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7" name="Oval 6"/>
          <p:cNvSpPr>
            <a:spLocks noChangeAspect="1"/>
          </p:cNvSpPr>
          <p:nvPr/>
        </p:nvSpPr>
        <p:spPr>
          <a:xfrm>
            <a:off x="2411787" y="1521101"/>
            <a:ext cx="755703" cy="7557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8" name="Oval 7"/>
          <p:cNvSpPr>
            <a:spLocks noChangeAspect="1"/>
          </p:cNvSpPr>
          <p:nvPr/>
        </p:nvSpPr>
        <p:spPr>
          <a:xfrm>
            <a:off x="4610358" y="1692632"/>
            <a:ext cx="516155" cy="516155"/>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9" name="Oval 8"/>
          <p:cNvSpPr>
            <a:spLocks noChangeAspect="1"/>
          </p:cNvSpPr>
          <p:nvPr/>
        </p:nvSpPr>
        <p:spPr>
          <a:xfrm>
            <a:off x="2489507" y="3102063"/>
            <a:ext cx="624548" cy="624548"/>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0" name="Oval 9"/>
          <p:cNvSpPr>
            <a:spLocks noChangeAspect="1"/>
          </p:cNvSpPr>
          <p:nvPr/>
        </p:nvSpPr>
        <p:spPr>
          <a:xfrm>
            <a:off x="10158745" y="1497646"/>
            <a:ext cx="624548" cy="624548"/>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1" name="Oval 10"/>
          <p:cNvSpPr>
            <a:spLocks noChangeAspect="1"/>
          </p:cNvSpPr>
          <p:nvPr/>
        </p:nvSpPr>
        <p:spPr>
          <a:xfrm>
            <a:off x="9538463" y="3187868"/>
            <a:ext cx="469232" cy="469232"/>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2" name="Oval 11"/>
          <p:cNvSpPr>
            <a:spLocks noChangeAspect="1"/>
          </p:cNvSpPr>
          <p:nvPr/>
        </p:nvSpPr>
        <p:spPr>
          <a:xfrm>
            <a:off x="10166219" y="4722773"/>
            <a:ext cx="914400" cy="914400"/>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3" name="Oval 12"/>
          <p:cNvSpPr>
            <a:spLocks noChangeAspect="1"/>
          </p:cNvSpPr>
          <p:nvPr/>
        </p:nvSpPr>
        <p:spPr>
          <a:xfrm>
            <a:off x="7337134" y="4921918"/>
            <a:ext cx="687003" cy="6870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4" name="Oval 13"/>
          <p:cNvSpPr>
            <a:spLocks noChangeAspect="1"/>
          </p:cNvSpPr>
          <p:nvPr/>
        </p:nvSpPr>
        <p:spPr>
          <a:xfrm>
            <a:off x="7515203" y="1675478"/>
            <a:ext cx="755703" cy="755703"/>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39" name="Oval 38"/>
          <p:cNvSpPr>
            <a:spLocks noChangeAspect="1"/>
          </p:cNvSpPr>
          <p:nvPr/>
        </p:nvSpPr>
        <p:spPr>
          <a:xfrm>
            <a:off x="5077662" y="5735058"/>
            <a:ext cx="469232" cy="469232"/>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43" name="Oval 42"/>
          <p:cNvSpPr>
            <a:spLocks noChangeAspect="1"/>
          </p:cNvSpPr>
          <p:nvPr/>
        </p:nvSpPr>
        <p:spPr>
          <a:xfrm>
            <a:off x="6384531" y="5510284"/>
            <a:ext cx="352541" cy="352541"/>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a:bodyPr>
          <a:lstStyle/>
          <a:p>
            <a:pPr algn="ctr"/>
            <a:r>
              <a:rPr lang="en-US" sz="700" dirty="0">
                <a:solidFill>
                  <a:schemeClr val="tx1"/>
                </a:solidFill>
              </a:rPr>
              <a:t>Lorem ipsum</a:t>
            </a:r>
          </a:p>
        </p:txBody>
      </p:sp>
      <p:sp>
        <p:nvSpPr>
          <p:cNvPr id="63" name="Oval 62"/>
          <p:cNvSpPr>
            <a:spLocks noChangeAspect="1"/>
          </p:cNvSpPr>
          <p:nvPr/>
        </p:nvSpPr>
        <p:spPr>
          <a:xfrm>
            <a:off x="6612794" y="1275732"/>
            <a:ext cx="426575" cy="426575"/>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2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67" name="Oval 66"/>
          <p:cNvSpPr>
            <a:spLocks noChangeAspect="1"/>
          </p:cNvSpPr>
          <p:nvPr/>
        </p:nvSpPr>
        <p:spPr>
          <a:xfrm>
            <a:off x="5528357" y="1252041"/>
            <a:ext cx="426575" cy="426575"/>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2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3" name="Oval 2"/>
          <p:cNvSpPr>
            <a:spLocks noChangeAspect="1"/>
          </p:cNvSpPr>
          <p:nvPr/>
        </p:nvSpPr>
        <p:spPr>
          <a:xfrm>
            <a:off x="5487467" y="3118078"/>
            <a:ext cx="1217066" cy="1217066"/>
          </a:xfrm>
          <a:prstGeom prst="ellipse">
            <a:avLst/>
          </a:prstGeom>
          <a:solidFill>
            <a:srgbClr val="7F7F7F"/>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900" b="1" dirty="0"/>
              <a:t>Lorem ipsum dolor sit </a:t>
            </a:r>
            <a:r>
              <a:rPr lang="en-US" sz="900" b="1" dirty="0" err="1"/>
              <a:t>amet</a:t>
            </a:r>
            <a:endParaRPr lang="en-US" sz="900" b="1" dirty="0"/>
          </a:p>
        </p:txBody>
      </p:sp>
    </p:spTree>
    <p:custDataLst>
      <p:tags r:id="rId1"/>
    </p:custDataLst>
    <p:extLst>
      <p:ext uri="{BB962C8B-B14F-4D97-AF65-F5344CB8AC3E}">
        <p14:creationId xmlns:p14="http://schemas.microsoft.com/office/powerpoint/2010/main" val="392924768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E6241CF3-D4DD-4C6C-88C8-620FA64EFC68}"/>
              </a:ext>
            </a:extLst>
          </p:cNvPr>
          <p:cNvSpPr>
            <a:spLocks noGrp="1"/>
          </p:cNvSpPr>
          <p:nvPr>
            <p:ph type="title"/>
          </p:nvPr>
        </p:nvSpPr>
        <p:spPr>
          <a:xfrm>
            <a:off x="214184" y="13663"/>
            <a:ext cx="9728886" cy="678316"/>
          </a:xfrm>
        </p:spPr>
        <p:txBody>
          <a:bodyPr>
            <a:normAutofit/>
          </a:bodyPr>
          <a:lstStyle/>
          <a:p>
            <a:r>
              <a:rPr lang="en-US" dirty="0"/>
              <a:t>Circles 06</a:t>
            </a:r>
          </a:p>
        </p:txBody>
      </p:sp>
      <p:sp>
        <p:nvSpPr>
          <p:cNvPr id="3" name="Oval 2">
            <a:extLst>
              <a:ext uri="{FF2B5EF4-FFF2-40B4-BE49-F238E27FC236}">
                <a16:creationId xmlns:a16="http://schemas.microsoft.com/office/drawing/2014/main" id="{A0C9C2E4-C6EC-4405-BE11-9DF876BC2F50}"/>
              </a:ext>
            </a:extLst>
          </p:cNvPr>
          <p:cNvSpPr>
            <a:spLocks noChangeAspect="1"/>
          </p:cNvSpPr>
          <p:nvPr/>
        </p:nvSpPr>
        <p:spPr>
          <a:xfrm>
            <a:off x="868368" y="2661608"/>
            <a:ext cx="2156108" cy="215610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63FC80FC-4644-4117-881F-72760D1C2CDD}"/>
              </a:ext>
            </a:extLst>
          </p:cNvPr>
          <p:cNvSpPr>
            <a:spLocks noChangeAspect="1"/>
          </p:cNvSpPr>
          <p:nvPr/>
        </p:nvSpPr>
        <p:spPr>
          <a:xfrm>
            <a:off x="3634753" y="2661608"/>
            <a:ext cx="2156108" cy="215610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434677FD-3371-4DBF-BEC1-C7E85BF2FDF7}"/>
              </a:ext>
            </a:extLst>
          </p:cNvPr>
          <p:cNvSpPr>
            <a:spLocks noChangeAspect="1"/>
          </p:cNvSpPr>
          <p:nvPr/>
        </p:nvSpPr>
        <p:spPr>
          <a:xfrm>
            <a:off x="6401138" y="2661608"/>
            <a:ext cx="2156108" cy="2156108"/>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D2463D8C-A460-4635-84E9-07D5077FE511}"/>
              </a:ext>
            </a:extLst>
          </p:cNvPr>
          <p:cNvSpPr>
            <a:spLocks noChangeAspect="1"/>
          </p:cNvSpPr>
          <p:nvPr/>
        </p:nvSpPr>
        <p:spPr>
          <a:xfrm>
            <a:off x="9167524" y="2661608"/>
            <a:ext cx="2156108" cy="2156108"/>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Arrow: Right 6">
            <a:extLst>
              <a:ext uri="{FF2B5EF4-FFF2-40B4-BE49-F238E27FC236}">
                <a16:creationId xmlns:a16="http://schemas.microsoft.com/office/drawing/2014/main" id="{01606B2D-4098-4BF1-BA43-76D8E7FFC8E7}"/>
              </a:ext>
            </a:extLst>
          </p:cNvPr>
          <p:cNvSpPr/>
          <p:nvPr/>
        </p:nvSpPr>
        <p:spPr>
          <a:xfrm>
            <a:off x="3104531" y="3500511"/>
            <a:ext cx="450167" cy="478302"/>
          </a:xfrm>
          <a:prstGeom prst="rightArrow">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Arrow: Right 7">
            <a:extLst>
              <a:ext uri="{FF2B5EF4-FFF2-40B4-BE49-F238E27FC236}">
                <a16:creationId xmlns:a16="http://schemas.microsoft.com/office/drawing/2014/main" id="{E8361888-300F-47DC-96D7-0F665A3400F9}"/>
              </a:ext>
            </a:extLst>
          </p:cNvPr>
          <p:cNvSpPr/>
          <p:nvPr/>
        </p:nvSpPr>
        <p:spPr>
          <a:xfrm>
            <a:off x="5870916" y="3500511"/>
            <a:ext cx="450167" cy="478302"/>
          </a:xfrm>
          <a:prstGeom prst="rightArrow">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Arrow: Right 8">
            <a:extLst>
              <a:ext uri="{FF2B5EF4-FFF2-40B4-BE49-F238E27FC236}">
                <a16:creationId xmlns:a16="http://schemas.microsoft.com/office/drawing/2014/main" id="{CA9AFB3D-EF89-49B0-BC76-B39B8324DFA5}"/>
              </a:ext>
            </a:extLst>
          </p:cNvPr>
          <p:cNvSpPr/>
          <p:nvPr/>
        </p:nvSpPr>
        <p:spPr>
          <a:xfrm>
            <a:off x="8637301" y="3500511"/>
            <a:ext cx="450167" cy="478302"/>
          </a:xfrm>
          <a:prstGeom prst="rightArrow">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a:extLst>
              <a:ext uri="{FF2B5EF4-FFF2-40B4-BE49-F238E27FC236}">
                <a16:creationId xmlns:a16="http://schemas.microsoft.com/office/drawing/2014/main" id="{87C57E5E-D393-4B39-8772-E70DD73EEBBF}"/>
              </a:ext>
            </a:extLst>
          </p:cNvPr>
          <p:cNvSpPr txBox="1"/>
          <p:nvPr/>
        </p:nvSpPr>
        <p:spPr>
          <a:xfrm>
            <a:off x="731635" y="3074715"/>
            <a:ext cx="2439201" cy="1329225"/>
          </a:xfrm>
          <a:prstGeom prst="rect">
            <a:avLst/>
          </a:prstGeom>
          <a:noFill/>
        </p:spPr>
        <p:txBody>
          <a:bodyPr wrap="square" rtlCol="0" anchor="ctr">
            <a:noAutofit/>
          </a:bodyPr>
          <a:lstStyle/>
          <a:p>
            <a:pPr algn="ctr"/>
            <a:r>
              <a:rPr lang="en-US" sz="1600" b="1" dirty="0">
                <a:solidFill>
                  <a:schemeClr val="accent1"/>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1" name="TextBox 10">
            <a:extLst>
              <a:ext uri="{FF2B5EF4-FFF2-40B4-BE49-F238E27FC236}">
                <a16:creationId xmlns:a16="http://schemas.microsoft.com/office/drawing/2014/main" id="{FC2F66D6-8D04-4666-A7E2-E87AE2AF7B33}"/>
              </a:ext>
            </a:extLst>
          </p:cNvPr>
          <p:cNvSpPr txBox="1"/>
          <p:nvPr/>
        </p:nvSpPr>
        <p:spPr>
          <a:xfrm>
            <a:off x="3494811" y="3074715"/>
            <a:ext cx="2439201" cy="1329225"/>
          </a:xfrm>
          <a:prstGeom prst="rect">
            <a:avLst/>
          </a:prstGeom>
          <a:noFill/>
        </p:spPr>
        <p:txBody>
          <a:bodyPr wrap="square" rtlCol="0" anchor="ctr">
            <a:noAutofit/>
          </a:bodyPr>
          <a:lstStyle/>
          <a:p>
            <a:pPr algn="ctr"/>
            <a:r>
              <a:rPr lang="en-US" sz="1600" b="1" dirty="0">
                <a:solidFill>
                  <a:schemeClr val="accent2"/>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2" name="TextBox 11">
            <a:extLst>
              <a:ext uri="{FF2B5EF4-FFF2-40B4-BE49-F238E27FC236}">
                <a16:creationId xmlns:a16="http://schemas.microsoft.com/office/drawing/2014/main" id="{E5695C9B-3E9B-40BB-BA74-37F5BC1F6786}"/>
              </a:ext>
            </a:extLst>
          </p:cNvPr>
          <p:cNvSpPr txBox="1"/>
          <p:nvPr/>
        </p:nvSpPr>
        <p:spPr>
          <a:xfrm>
            <a:off x="6257987" y="3074715"/>
            <a:ext cx="2439201" cy="1329225"/>
          </a:xfrm>
          <a:prstGeom prst="rect">
            <a:avLst/>
          </a:prstGeom>
          <a:noFill/>
        </p:spPr>
        <p:txBody>
          <a:bodyPr wrap="square" rtlCol="0" anchor="ctr">
            <a:noAutofit/>
          </a:bodyPr>
          <a:lstStyle/>
          <a:p>
            <a:pPr algn="ctr"/>
            <a:r>
              <a:rPr lang="en-US" sz="1600" b="1" dirty="0">
                <a:solidFill>
                  <a:schemeClr val="accent3"/>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3" name="TextBox 12">
            <a:extLst>
              <a:ext uri="{FF2B5EF4-FFF2-40B4-BE49-F238E27FC236}">
                <a16:creationId xmlns:a16="http://schemas.microsoft.com/office/drawing/2014/main" id="{81580A09-D4FC-47F5-8808-3F62884AE2B9}"/>
              </a:ext>
            </a:extLst>
          </p:cNvPr>
          <p:cNvSpPr txBox="1"/>
          <p:nvPr/>
        </p:nvSpPr>
        <p:spPr>
          <a:xfrm>
            <a:off x="9021164" y="3074715"/>
            <a:ext cx="2439201" cy="1329225"/>
          </a:xfrm>
          <a:prstGeom prst="rect">
            <a:avLst/>
          </a:prstGeom>
          <a:noFill/>
        </p:spPr>
        <p:txBody>
          <a:bodyPr wrap="square" rtlCol="0" anchor="ctr">
            <a:noAutofit/>
          </a:bodyPr>
          <a:lstStyle/>
          <a:p>
            <a:pPr algn="ctr"/>
            <a:r>
              <a:rPr lang="en-US" sz="1600" b="1" dirty="0">
                <a:solidFill>
                  <a:schemeClr val="accent4"/>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Tree>
    <p:extLst>
      <p:ext uri="{BB962C8B-B14F-4D97-AF65-F5344CB8AC3E}">
        <p14:creationId xmlns:p14="http://schemas.microsoft.com/office/powerpoint/2010/main" val="3060098896"/>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a:spLocks noGrp="1"/>
          </p:cNvSpPr>
          <p:nvPr>
            <p:ph type="title"/>
          </p:nvPr>
        </p:nvSpPr>
        <p:spPr>
          <a:xfrm>
            <a:off x="214184" y="13663"/>
            <a:ext cx="9728886" cy="678316"/>
          </a:xfrm>
          <a:effectLst/>
        </p:spPr>
        <p:txBody>
          <a:bodyPr>
            <a:normAutofit/>
          </a:bodyPr>
          <a:lstStyle/>
          <a:p>
            <a:r>
              <a:rPr lang="en-US" dirty="0"/>
              <a:t>Cycle 01</a:t>
            </a:r>
          </a:p>
        </p:txBody>
      </p:sp>
      <p:cxnSp>
        <p:nvCxnSpPr>
          <p:cNvPr id="14" name="Curved Connector 13"/>
          <p:cNvCxnSpPr>
            <a:stCxn id="6" idx="0"/>
            <a:endCxn id="11" idx="2"/>
          </p:cNvCxnSpPr>
          <p:nvPr/>
        </p:nvCxnSpPr>
        <p:spPr>
          <a:xfrm rot="5400000" flipH="1" flipV="1">
            <a:off x="1784350" y="1868622"/>
            <a:ext cx="965200" cy="1943100"/>
          </a:xfrm>
          <a:prstGeom prst="curvedConnector2">
            <a:avLst/>
          </a:prstGeom>
          <a:ln w="38100">
            <a:solidFill>
              <a:schemeClr val="accent6"/>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16" name="Curved Connector 15"/>
          <p:cNvCxnSpPr>
            <a:stCxn id="11" idx="6"/>
            <a:endCxn id="10" idx="2"/>
          </p:cNvCxnSpPr>
          <p:nvPr/>
        </p:nvCxnSpPr>
        <p:spPr>
          <a:xfrm>
            <a:off x="4152900" y="2357572"/>
            <a:ext cx="3886200" cy="2844800"/>
          </a:xfrm>
          <a:prstGeom prst="curvedConnector3">
            <a:avLst>
              <a:gd name="adj1" fmla="val 50000"/>
            </a:avLst>
          </a:prstGeom>
          <a:ln w="38100">
            <a:solidFill>
              <a:schemeClr val="accent1"/>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0" name="Curved Connector 19"/>
          <p:cNvCxnSpPr>
            <a:cxnSpLocks/>
            <a:stCxn id="12" idx="2"/>
            <a:endCxn id="9" idx="6"/>
          </p:cNvCxnSpPr>
          <p:nvPr/>
        </p:nvCxnSpPr>
        <p:spPr>
          <a:xfrm rot="10800000" flipV="1">
            <a:off x="4152900" y="2357571"/>
            <a:ext cx="3886200" cy="2844802"/>
          </a:xfrm>
          <a:prstGeom prst="curvedConnector3">
            <a:avLst>
              <a:gd name="adj1" fmla="val 50000"/>
            </a:avLst>
          </a:prstGeom>
          <a:ln w="38100">
            <a:solidFill>
              <a:schemeClr val="accent4"/>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3" name="Curved Connector 22"/>
          <p:cNvCxnSpPr>
            <a:stCxn id="8" idx="0"/>
            <a:endCxn id="12" idx="6"/>
          </p:cNvCxnSpPr>
          <p:nvPr/>
        </p:nvCxnSpPr>
        <p:spPr>
          <a:xfrm rot="16200000" flipV="1">
            <a:off x="9442450" y="1868621"/>
            <a:ext cx="965200" cy="1943100"/>
          </a:xfrm>
          <a:prstGeom prst="curvedConnector2">
            <a:avLst/>
          </a:prstGeom>
          <a:ln w="38100">
            <a:solidFill>
              <a:schemeClr val="accent3"/>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6" name="Curved Connector 25"/>
          <p:cNvCxnSpPr>
            <a:stCxn id="10" idx="6"/>
            <a:endCxn id="8" idx="4"/>
          </p:cNvCxnSpPr>
          <p:nvPr/>
        </p:nvCxnSpPr>
        <p:spPr>
          <a:xfrm flipV="1">
            <a:off x="8953500" y="4237171"/>
            <a:ext cx="1943100" cy="965201"/>
          </a:xfrm>
          <a:prstGeom prst="curvedConnector2">
            <a:avLst/>
          </a:prstGeom>
          <a:ln w="38100">
            <a:solidFill>
              <a:schemeClr val="accent2"/>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32" name="Curved Connector 31"/>
          <p:cNvCxnSpPr>
            <a:cxnSpLocks/>
            <a:stCxn id="9" idx="2"/>
            <a:endCxn id="6" idx="4"/>
          </p:cNvCxnSpPr>
          <p:nvPr/>
        </p:nvCxnSpPr>
        <p:spPr>
          <a:xfrm rot="10800000">
            <a:off x="1295400" y="4237173"/>
            <a:ext cx="1943100" cy="965201"/>
          </a:xfrm>
          <a:prstGeom prst="curvedConnector2">
            <a:avLst/>
          </a:prstGeom>
          <a:ln w="38100">
            <a:solidFill>
              <a:schemeClr val="accent5"/>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sp>
        <p:nvSpPr>
          <p:cNvPr id="6" name="Oval 5"/>
          <p:cNvSpPr>
            <a:spLocks noChangeAspect="1"/>
          </p:cNvSpPr>
          <p:nvPr/>
        </p:nvSpPr>
        <p:spPr>
          <a:xfrm>
            <a:off x="838200" y="3322772"/>
            <a:ext cx="914400" cy="914400"/>
          </a:xfrm>
          <a:prstGeom prst="ellipse">
            <a:avLst/>
          </a:prstGeom>
          <a:solidFill>
            <a:schemeClr val="bg1"/>
          </a:solidFill>
          <a:ln w="38100">
            <a:solidFill>
              <a:schemeClr val="accent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10439400" y="3322771"/>
            <a:ext cx="914400" cy="914400"/>
          </a:xfrm>
          <a:prstGeom prst="ellipse">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3238500" y="4745173"/>
            <a:ext cx="914400" cy="914400"/>
          </a:xfrm>
          <a:prstGeom prst="ellipse">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8039100" y="4745172"/>
            <a:ext cx="914400" cy="914400"/>
          </a:xfrm>
          <a:prstGeom prst="ellipse">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Oval 10"/>
          <p:cNvSpPr>
            <a:spLocks noChangeAspect="1"/>
          </p:cNvSpPr>
          <p:nvPr/>
        </p:nvSpPr>
        <p:spPr>
          <a:xfrm>
            <a:off x="3238500" y="1900372"/>
            <a:ext cx="914400" cy="914400"/>
          </a:xfrm>
          <a:prstGeom prst="ellipse">
            <a:avLst/>
          </a:prstGeom>
          <a:solidFill>
            <a:schemeClr val="bg1"/>
          </a:solidFill>
          <a:ln w="381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Oval 11"/>
          <p:cNvSpPr>
            <a:spLocks noChangeAspect="1"/>
          </p:cNvSpPr>
          <p:nvPr/>
        </p:nvSpPr>
        <p:spPr>
          <a:xfrm>
            <a:off x="8039100" y="1900371"/>
            <a:ext cx="914400" cy="914400"/>
          </a:xfrm>
          <a:prstGeom prst="ellipse">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6" name="TextBox 105">
            <a:extLst>
              <a:ext uri="{FF2B5EF4-FFF2-40B4-BE49-F238E27FC236}">
                <a16:creationId xmlns:a16="http://schemas.microsoft.com/office/drawing/2014/main" id="{1AE78509-7481-435A-99B4-D520D885EAA1}"/>
              </a:ext>
            </a:extLst>
          </p:cNvPr>
          <p:cNvSpPr txBox="1"/>
          <p:nvPr/>
        </p:nvSpPr>
        <p:spPr>
          <a:xfrm>
            <a:off x="4184409" y="1675433"/>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07" name="TextBox 106">
            <a:extLst>
              <a:ext uri="{FF2B5EF4-FFF2-40B4-BE49-F238E27FC236}">
                <a16:creationId xmlns:a16="http://schemas.microsoft.com/office/drawing/2014/main" id="{17E14C73-C3CE-475E-9593-BB59B7D3E0F1}"/>
              </a:ext>
            </a:extLst>
          </p:cNvPr>
          <p:cNvSpPr txBox="1"/>
          <p:nvPr/>
        </p:nvSpPr>
        <p:spPr>
          <a:xfrm>
            <a:off x="4187625" y="1383044"/>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p:txBody>
      </p:sp>
      <p:sp>
        <p:nvSpPr>
          <p:cNvPr id="110" name="TextBox 109">
            <a:extLst>
              <a:ext uri="{FF2B5EF4-FFF2-40B4-BE49-F238E27FC236}">
                <a16:creationId xmlns:a16="http://schemas.microsoft.com/office/drawing/2014/main" id="{1AE78509-7481-435A-99B4-D520D885EAA1}"/>
              </a:ext>
            </a:extLst>
          </p:cNvPr>
          <p:cNvSpPr txBox="1"/>
          <p:nvPr/>
        </p:nvSpPr>
        <p:spPr>
          <a:xfrm>
            <a:off x="9112205" y="1681442"/>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1" name="TextBox 110">
            <a:extLst>
              <a:ext uri="{FF2B5EF4-FFF2-40B4-BE49-F238E27FC236}">
                <a16:creationId xmlns:a16="http://schemas.microsoft.com/office/drawing/2014/main" id="{17E14C73-C3CE-475E-9593-BB59B7D3E0F1}"/>
              </a:ext>
            </a:extLst>
          </p:cNvPr>
          <p:cNvSpPr txBox="1"/>
          <p:nvPr/>
        </p:nvSpPr>
        <p:spPr>
          <a:xfrm>
            <a:off x="9115421" y="1389053"/>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p:txBody>
      </p:sp>
      <p:sp>
        <p:nvSpPr>
          <p:cNvPr id="112" name="TextBox 111">
            <a:extLst>
              <a:ext uri="{FF2B5EF4-FFF2-40B4-BE49-F238E27FC236}">
                <a16:creationId xmlns:a16="http://schemas.microsoft.com/office/drawing/2014/main" id="{1AE78509-7481-435A-99B4-D520D885EAA1}"/>
              </a:ext>
            </a:extLst>
          </p:cNvPr>
          <p:cNvSpPr txBox="1"/>
          <p:nvPr/>
        </p:nvSpPr>
        <p:spPr>
          <a:xfrm>
            <a:off x="1311033" y="5673021"/>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3" name="TextBox 112">
            <a:extLst>
              <a:ext uri="{FF2B5EF4-FFF2-40B4-BE49-F238E27FC236}">
                <a16:creationId xmlns:a16="http://schemas.microsoft.com/office/drawing/2014/main" id="{17E14C73-C3CE-475E-9593-BB59B7D3E0F1}"/>
              </a:ext>
            </a:extLst>
          </p:cNvPr>
          <p:cNvSpPr txBox="1"/>
          <p:nvPr/>
        </p:nvSpPr>
        <p:spPr>
          <a:xfrm>
            <a:off x="1314249" y="5380632"/>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Lorem ipsum</a:t>
            </a:r>
          </a:p>
        </p:txBody>
      </p:sp>
      <p:sp>
        <p:nvSpPr>
          <p:cNvPr id="114" name="TextBox 113">
            <a:extLst>
              <a:ext uri="{FF2B5EF4-FFF2-40B4-BE49-F238E27FC236}">
                <a16:creationId xmlns:a16="http://schemas.microsoft.com/office/drawing/2014/main" id="{1AE78509-7481-435A-99B4-D520D885EAA1}"/>
              </a:ext>
            </a:extLst>
          </p:cNvPr>
          <p:cNvSpPr txBox="1"/>
          <p:nvPr/>
        </p:nvSpPr>
        <p:spPr>
          <a:xfrm>
            <a:off x="9058524" y="5673021"/>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5" name="TextBox 114">
            <a:extLst>
              <a:ext uri="{FF2B5EF4-FFF2-40B4-BE49-F238E27FC236}">
                <a16:creationId xmlns:a16="http://schemas.microsoft.com/office/drawing/2014/main" id="{17E14C73-C3CE-475E-9593-BB59B7D3E0F1}"/>
              </a:ext>
            </a:extLst>
          </p:cNvPr>
          <p:cNvSpPr txBox="1"/>
          <p:nvPr/>
        </p:nvSpPr>
        <p:spPr>
          <a:xfrm>
            <a:off x="9061740" y="5380632"/>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p:txBody>
      </p:sp>
      <p:sp>
        <p:nvSpPr>
          <p:cNvPr id="116" name="TextBox 115">
            <a:extLst>
              <a:ext uri="{FF2B5EF4-FFF2-40B4-BE49-F238E27FC236}">
                <a16:creationId xmlns:a16="http://schemas.microsoft.com/office/drawing/2014/main" id="{1AE78509-7481-435A-99B4-D520D885EAA1}"/>
              </a:ext>
            </a:extLst>
          </p:cNvPr>
          <p:cNvSpPr txBox="1"/>
          <p:nvPr/>
        </p:nvSpPr>
        <p:spPr>
          <a:xfrm>
            <a:off x="7923700" y="3713952"/>
            <a:ext cx="2825109"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7" name="TextBox 116">
            <a:extLst>
              <a:ext uri="{FF2B5EF4-FFF2-40B4-BE49-F238E27FC236}">
                <a16:creationId xmlns:a16="http://schemas.microsoft.com/office/drawing/2014/main" id="{17E14C73-C3CE-475E-9593-BB59B7D3E0F1}"/>
              </a:ext>
            </a:extLst>
          </p:cNvPr>
          <p:cNvSpPr txBox="1"/>
          <p:nvPr/>
        </p:nvSpPr>
        <p:spPr>
          <a:xfrm>
            <a:off x="7926917" y="3421563"/>
            <a:ext cx="2001060"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p:txBody>
      </p:sp>
      <p:sp>
        <p:nvSpPr>
          <p:cNvPr id="118" name="TextBox 117">
            <a:extLst>
              <a:ext uri="{FF2B5EF4-FFF2-40B4-BE49-F238E27FC236}">
                <a16:creationId xmlns:a16="http://schemas.microsoft.com/office/drawing/2014/main" id="{1AE78509-7481-435A-99B4-D520D885EAA1}"/>
              </a:ext>
            </a:extLst>
          </p:cNvPr>
          <p:cNvSpPr txBox="1"/>
          <p:nvPr/>
        </p:nvSpPr>
        <p:spPr>
          <a:xfrm>
            <a:off x="1752598" y="3709878"/>
            <a:ext cx="2825109"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9" name="TextBox 118">
            <a:extLst>
              <a:ext uri="{FF2B5EF4-FFF2-40B4-BE49-F238E27FC236}">
                <a16:creationId xmlns:a16="http://schemas.microsoft.com/office/drawing/2014/main" id="{17E14C73-C3CE-475E-9593-BB59B7D3E0F1}"/>
              </a:ext>
            </a:extLst>
          </p:cNvPr>
          <p:cNvSpPr txBox="1"/>
          <p:nvPr/>
        </p:nvSpPr>
        <p:spPr>
          <a:xfrm>
            <a:off x="1752599" y="3432878"/>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Lorem ipsum</a:t>
            </a:r>
          </a:p>
        </p:txBody>
      </p:sp>
      <p:grpSp>
        <p:nvGrpSpPr>
          <p:cNvPr id="133" name="Connected_home5" descr="{&quot;Key&quot;:&quot;POWER_USER_SHAPE_ICON&quot;,&quot;Value&quot;:&quot;POWER_USER_SHAPE_ICON_STYLE_1&quot;}">
            <a:extLst>
              <a:ext uri="{FF2B5EF4-FFF2-40B4-BE49-F238E27FC236}">
                <a16:creationId xmlns:a16="http://schemas.microsoft.com/office/drawing/2014/main" id="{5D9EE424-26DD-C466-7F43-8FA05776C9D2}"/>
              </a:ext>
            </a:extLst>
          </p:cNvPr>
          <p:cNvGrpSpPr>
            <a:grpSpLocks noChangeAspect="1"/>
          </p:cNvGrpSpPr>
          <p:nvPr/>
        </p:nvGrpSpPr>
        <p:grpSpPr>
          <a:xfrm>
            <a:off x="8237786" y="4882675"/>
            <a:ext cx="571750" cy="629752"/>
            <a:chOff x="4638675" y="246063"/>
            <a:chExt cx="438151" cy="482600"/>
          </a:xfrm>
          <a:solidFill>
            <a:schemeClr val="accent2"/>
          </a:solidFill>
        </p:grpSpPr>
        <p:sp>
          <p:nvSpPr>
            <p:cNvPr id="134" name="Freeform 21">
              <a:extLst>
                <a:ext uri="{FF2B5EF4-FFF2-40B4-BE49-F238E27FC236}">
                  <a16:creationId xmlns:a16="http://schemas.microsoft.com/office/drawing/2014/main" id="{834C40F5-294D-C532-5424-6E369518227C}"/>
                </a:ext>
              </a:extLst>
            </p:cNvPr>
            <p:cNvSpPr>
              <a:spLocks noEditPoints="1"/>
            </p:cNvSpPr>
            <p:nvPr/>
          </p:nvSpPr>
          <p:spPr bwMode="auto">
            <a:xfrm>
              <a:off x="4962525" y="323850"/>
              <a:ext cx="23813" cy="20638"/>
            </a:xfrm>
            <a:custGeom>
              <a:avLst/>
              <a:gdLst>
                <a:gd name="T0" fmla="*/ 161 w 182"/>
                <a:gd name="T1" fmla="*/ 68 h 167"/>
                <a:gd name="T2" fmla="*/ 162 w 182"/>
                <a:gd name="T3" fmla="*/ 75 h 167"/>
                <a:gd name="T4" fmla="*/ 150 w 182"/>
                <a:gd name="T5" fmla="*/ 131 h 167"/>
                <a:gd name="T6" fmla="*/ 161 w 182"/>
                <a:gd name="T7" fmla="*/ 68 h 167"/>
                <a:gd name="T8" fmla="*/ 99 w 182"/>
                <a:gd name="T9" fmla="*/ 167 h 167"/>
                <a:gd name="T10" fmla="*/ 59 w 182"/>
                <a:gd name="T11" fmla="*/ 154 h 167"/>
                <a:gd name="T12" fmla="*/ 49 w 182"/>
                <a:gd name="T13" fmla="*/ 147 h 167"/>
                <a:gd name="T14" fmla="*/ 44 w 182"/>
                <a:gd name="T15" fmla="*/ 145 h 167"/>
                <a:gd name="T16" fmla="*/ 21 w 182"/>
                <a:gd name="T17" fmla="*/ 45 h 167"/>
                <a:gd name="T18" fmla="*/ 121 w 182"/>
                <a:gd name="T19" fmla="*/ 22 h 167"/>
                <a:gd name="T20" fmla="*/ 148 w 182"/>
                <a:gd name="T21" fmla="*/ 44 h 167"/>
                <a:gd name="T22" fmla="*/ 140 w 182"/>
                <a:gd name="T23" fmla="*/ 35 h 167"/>
                <a:gd name="T24" fmla="*/ 135 w 182"/>
                <a:gd name="T25" fmla="*/ 31 h 167"/>
                <a:gd name="T26" fmla="*/ 140 w 182"/>
                <a:gd name="T27" fmla="*/ 35 h 167"/>
                <a:gd name="T28" fmla="*/ 159 w 182"/>
                <a:gd name="T29" fmla="*/ 135 h 167"/>
                <a:gd name="T30" fmla="*/ 99 w 182"/>
                <a:gd name="T31"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2" h="167">
                  <a:moveTo>
                    <a:pt x="161" y="68"/>
                  </a:moveTo>
                  <a:cubicBezTo>
                    <a:pt x="161" y="70"/>
                    <a:pt x="162" y="72"/>
                    <a:pt x="162" y="75"/>
                  </a:cubicBezTo>
                  <a:cubicBezTo>
                    <a:pt x="166" y="95"/>
                    <a:pt x="162" y="115"/>
                    <a:pt x="150" y="131"/>
                  </a:cubicBezTo>
                  <a:cubicBezTo>
                    <a:pt x="164" y="112"/>
                    <a:pt x="167" y="89"/>
                    <a:pt x="161" y="68"/>
                  </a:cubicBezTo>
                  <a:close/>
                  <a:moveTo>
                    <a:pt x="99" y="167"/>
                  </a:moveTo>
                  <a:cubicBezTo>
                    <a:pt x="85" y="167"/>
                    <a:pt x="71" y="163"/>
                    <a:pt x="59" y="154"/>
                  </a:cubicBezTo>
                  <a:cubicBezTo>
                    <a:pt x="56" y="152"/>
                    <a:pt x="53" y="150"/>
                    <a:pt x="49" y="147"/>
                  </a:cubicBezTo>
                  <a:lnTo>
                    <a:pt x="44" y="145"/>
                  </a:lnTo>
                  <a:cubicBezTo>
                    <a:pt x="10" y="123"/>
                    <a:pt x="0" y="79"/>
                    <a:pt x="21" y="45"/>
                  </a:cubicBezTo>
                  <a:cubicBezTo>
                    <a:pt x="43" y="11"/>
                    <a:pt x="87" y="0"/>
                    <a:pt x="121" y="22"/>
                  </a:cubicBezTo>
                  <a:cubicBezTo>
                    <a:pt x="129" y="27"/>
                    <a:pt x="140" y="33"/>
                    <a:pt x="148" y="44"/>
                  </a:cubicBezTo>
                  <a:cubicBezTo>
                    <a:pt x="146" y="41"/>
                    <a:pt x="143" y="38"/>
                    <a:pt x="140" y="35"/>
                  </a:cubicBezTo>
                  <a:cubicBezTo>
                    <a:pt x="139" y="35"/>
                    <a:pt x="138" y="33"/>
                    <a:pt x="135" y="31"/>
                  </a:cubicBezTo>
                  <a:cubicBezTo>
                    <a:pt x="136" y="32"/>
                    <a:pt x="138" y="33"/>
                    <a:pt x="140" y="35"/>
                  </a:cubicBezTo>
                  <a:cubicBezTo>
                    <a:pt x="173" y="57"/>
                    <a:pt x="182" y="102"/>
                    <a:pt x="159" y="135"/>
                  </a:cubicBezTo>
                  <a:cubicBezTo>
                    <a:pt x="145" y="156"/>
                    <a:pt x="123" y="167"/>
                    <a:pt x="99" y="1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
              <a:extLst>
                <a:ext uri="{FF2B5EF4-FFF2-40B4-BE49-F238E27FC236}">
                  <a16:creationId xmlns:a16="http://schemas.microsoft.com/office/drawing/2014/main" id="{9C6CA3A9-B443-F8FF-8310-5FF8926EBD37}"/>
                </a:ext>
              </a:extLst>
            </p:cNvPr>
            <p:cNvSpPr>
              <a:spLocks noEditPoints="1"/>
            </p:cNvSpPr>
            <p:nvPr/>
          </p:nvSpPr>
          <p:spPr bwMode="auto">
            <a:xfrm>
              <a:off x="4989513" y="344488"/>
              <a:ext cx="87313" cy="206375"/>
            </a:xfrm>
            <a:custGeom>
              <a:avLst/>
              <a:gdLst>
                <a:gd name="T0" fmla="*/ 168 w 677"/>
                <a:gd name="T1" fmla="*/ 240 h 1608"/>
                <a:gd name="T2" fmla="*/ 115 w 677"/>
                <a:gd name="T3" fmla="*/ 217 h 1608"/>
                <a:gd name="T4" fmla="*/ 31 w 677"/>
                <a:gd name="T5" fmla="*/ 133 h 1608"/>
                <a:gd name="T6" fmla="*/ 27 w 677"/>
                <a:gd name="T7" fmla="*/ 31 h 1608"/>
                <a:gd name="T8" fmla="*/ 129 w 677"/>
                <a:gd name="T9" fmla="*/ 27 h 1608"/>
                <a:gd name="T10" fmla="*/ 221 w 677"/>
                <a:gd name="T11" fmla="*/ 118 h 1608"/>
                <a:gd name="T12" fmla="*/ 217 w 677"/>
                <a:gd name="T13" fmla="*/ 220 h 1608"/>
                <a:gd name="T14" fmla="*/ 168 w 677"/>
                <a:gd name="T15" fmla="*/ 240 h 1608"/>
                <a:gd name="T16" fmla="*/ 387 w 677"/>
                <a:gd name="T17" fmla="*/ 537 h 1608"/>
                <a:gd name="T18" fmla="*/ 324 w 677"/>
                <a:gd name="T19" fmla="*/ 501 h 1608"/>
                <a:gd name="T20" fmla="*/ 262 w 677"/>
                <a:gd name="T21" fmla="*/ 401 h 1608"/>
                <a:gd name="T22" fmla="*/ 281 w 677"/>
                <a:gd name="T23" fmla="*/ 300 h 1608"/>
                <a:gd name="T24" fmla="*/ 381 w 677"/>
                <a:gd name="T25" fmla="*/ 319 h 1608"/>
                <a:gd name="T26" fmla="*/ 450 w 677"/>
                <a:gd name="T27" fmla="*/ 428 h 1608"/>
                <a:gd name="T28" fmla="*/ 423 w 677"/>
                <a:gd name="T29" fmla="*/ 527 h 1608"/>
                <a:gd name="T30" fmla="*/ 387 w 677"/>
                <a:gd name="T31" fmla="*/ 537 h 1608"/>
                <a:gd name="T32" fmla="*/ 534 w 677"/>
                <a:gd name="T33" fmla="*/ 875 h 1608"/>
                <a:gd name="T34" fmla="*/ 465 w 677"/>
                <a:gd name="T35" fmla="*/ 824 h 1608"/>
                <a:gd name="T36" fmla="*/ 426 w 677"/>
                <a:gd name="T37" fmla="*/ 713 h 1608"/>
                <a:gd name="T38" fmla="*/ 468 w 677"/>
                <a:gd name="T39" fmla="*/ 619 h 1608"/>
                <a:gd name="T40" fmla="*/ 561 w 677"/>
                <a:gd name="T41" fmla="*/ 660 h 1608"/>
                <a:gd name="T42" fmla="*/ 604 w 677"/>
                <a:gd name="T43" fmla="*/ 782 h 1608"/>
                <a:gd name="T44" fmla="*/ 556 w 677"/>
                <a:gd name="T45" fmla="*/ 872 h 1608"/>
                <a:gd name="T46" fmla="*/ 534 w 677"/>
                <a:gd name="T47" fmla="*/ 875 h 1608"/>
                <a:gd name="T48" fmla="*/ 602 w 677"/>
                <a:gd name="T49" fmla="*/ 1239 h 1608"/>
                <a:gd name="T50" fmla="*/ 529 w 677"/>
                <a:gd name="T51" fmla="*/ 1171 h 1608"/>
                <a:gd name="T52" fmla="*/ 517 w 677"/>
                <a:gd name="T53" fmla="*/ 1054 h 1608"/>
                <a:gd name="T54" fmla="*/ 578 w 677"/>
                <a:gd name="T55" fmla="*/ 972 h 1608"/>
                <a:gd name="T56" fmla="*/ 660 w 677"/>
                <a:gd name="T57" fmla="*/ 1033 h 1608"/>
                <a:gd name="T58" fmla="*/ 674 w 677"/>
                <a:gd name="T59" fmla="*/ 1161 h 1608"/>
                <a:gd name="T60" fmla="*/ 607 w 677"/>
                <a:gd name="T61" fmla="*/ 1238 h 1608"/>
                <a:gd name="T62" fmla="*/ 602 w 677"/>
                <a:gd name="T63" fmla="*/ 1239 h 1608"/>
                <a:gd name="T64" fmla="*/ 584 w 677"/>
                <a:gd name="T65" fmla="*/ 1608 h 1608"/>
                <a:gd name="T66" fmla="*/ 572 w 677"/>
                <a:gd name="T67" fmla="*/ 1606 h 1608"/>
                <a:gd name="T68" fmla="*/ 513 w 677"/>
                <a:gd name="T69" fmla="*/ 1523 h 1608"/>
                <a:gd name="T70" fmla="*/ 528 w 677"/>
                <a:gd name="T71" fmla="*/ 1407 h 1608"/>
                <a:gd name="T72" fmla="*/ 606 w 677"/>
                <a:gd name="T73" fmla="*/ 1341 h 1608"/>
                <a:gd name="T74" fmla="*/ 672 w 677"/>
                <a:gd name="T75" fmla="*/ 1419 h 1608"/>
                <a:gd name="T76" fmla="*/ 656 w 677"/>
                <a:gd name="T77" fmla="*/ 1548 h 1608"/>
                <a:gd name="T78" fmla="*/ 584 w 677"/>
                <a:gd name="T79" fmla="*/ 1608 h 1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7" h="1608">
                  <a:moveTo>
                    <a:pt x="168" y="240"/>
                  </a:moveTo>
                  <a:cubicBezTo>
                    <a:pt x="148" y="240"/>
                    <a:pt x="129" y="232"/>
                    <a:pt x="115" y="217"/>
                  </a:cubicBezTo>
                  <a:cubicBezTo>
                    <a:pt x="88" y="188"/>
                    <a:pt x="60" y="160"/>
                    <a:pt x="31" y="133"/>
                  </a:cubicBezTo>
                  <a:cubicBezTo>
                    <a:pt x="2" y="106"/>
                    <a:pt x="0" y="60"/>
                    <a:pt x="27" y="31"/>
                  </a:cubicBezTo>
                  <a:cubicBezTo>
                    <a:pt x="54" y="2"/>
                    <a:pt x="100" y="0"/>
                    <a:pt x="129" y="27"/>
                  </a:cubicBezTo>
                  <a:cubicBezTo>
                    <a:pt x="161" y="56"/>
                    <a:pt x="192" y="87"/>
                    <a:pt x="221" y="118"/>
                  </a:cubicBezTo>
                  <a:cubicBezTo>
                    <a:pt x="248" y="147"/>
                    <a:pt x="246" y="193"/>
                    <a:pt x="217" y="220"/>
                  </a:cubicBezTo>
                  <a:cubicBezTo>
                    <a:pt x="203" y="233"/>
                    <a:pt x="185" y="240"/>
                    <a:pt x="168" y="240"/>
                  </a:cubicBezTo>
                  <a:close/>
                  <a:moveTo>
                    <a:pt x="387" y="537"/>
                  </a:moveTo>
                  <a:cubicBezTo>
                    <a:pt x="362" y="537"/>
                    <a:pt x="338" y="524"/>
                    <a:pt x="324" y="501"/>
                  </a:cubicBezTo>
                  <a:cubicBezTo>
                    <a:pt x="305" y="467"/>
                    <a:pt x="284" y="433"/>
                    <a:pt x="262" y="401"/>
                  </a:cubicBezTo>
                  <a:cubicBezTo>
                    <a:pt x="239" y="368"/>
                    <a:pt x="248" y="323"/>
                    <a:pt x="281" y="300"/>
                  </a:cubicBezTo>
                  <a:cubicBezTo>
                    <a:pt x="314" y="278"/>
                    <a:pt x="359" y="286"/>
                    <a:pt x="381" y="319"/>
                  </a:cubicBezTo>
                  <a:cubicBezTo>
                    <a:pt x="405" y="354"/>
                    <a:pt x="429" y="391"/>
                    <a:pt x="450" y="428"/>
                  </a:cubicBezTo>
                  <a:cubicBezTo>
                    <a:pt x="470" y="463"/>
                    <a:pt x="458" y="507"/>
                    <a:pt x="423" y="527"/>
                  </a:cubicBezTo>
                  <a:cubicBezTo>
                    <a:pt x="412" y="534"/>
                    <a:pt x="399" y="537"/>
                    <a:pt x="387" y="537"/>
                  </a:cubicBezTo>
                  <a:close/>
                  <a:moveTo>
                    <a:pt x="534" y="875"/>
                  </a:moveTo>
                  <a:cubicBezTo>
                    <a:pt x="503" y="875"/>
                    <a:pt x="475" y="855"/>
                    <a:pt x="465" y="824"/>
                  </a:cubicBezTo>
                  <a:cubicBezTo>
                    <a:pt x="454" y="787"/>
                    <a:pt x="441" y="750"/>
                    <a:pt x="426" y="713"/>
                  </a:cubicBezTo>
                  <a:cubicBezTo>
                    <a:pt x="412" y="676"/>
                    <a:pt x="430" y="634"/>
                    <a:pt x="468" y="619"/>
                  </a:cubicBezTo>
                  <a:cubicBezTo>
                    <a:pt x="505" y="605"/>
                    <a:pt x="547" y="623"/>
                    <a:pt x="561" y="660"/>
                  </a:cubicBezTo>
                  <a:cubicBezTo>
                    <a:pt x="577" y="700"/>
                    <a:pt x="591" y="741"/>
                    <a:pt x="604" y="782"/>
                  </a:cubicBezTo>
                  <a:cubicBezTo>
                    <a:pt x="615" y="820"/>
                    <a:pt x="594" y="861"/>
                    <a:pt x="556" y="872"/>
                  </a:cubicBezTo>
                  <a:cubicBezTo>
                    <a:pt x="548" y="875"/>
                    <a:pt x="541" y="875"/>
                    <a:pt x="534" y="875"/>
                  </a:cubicBezTo>
                  <a:close/>
                  <a:moveTo>
                    <a:pt x="602" y="1239"/>
                  </a:moveTo>
                  <a:cubicBezTo>
                    <a:pt x="564" y="1239"/>
                    <a:pt x="532" y="1210"/>
                    <a:pt x="529" y="1171"/>
                  </a:cubicBezTo>
                  <a:cubicBezTo>
                    <a:pt x="527" y="1132"/>
                    <a:pt x="522" y="1093"/>
                    <a:pt x="517" y="1054"/>
                  </a:cubicBezTo>
                  <a:cubicBezTo>
                    <a:pt x="511" y="1014"/>
                    <a:pt x="538" y="978"/>
                    <a:pt x="578" y="972"/>
                  </a:cubicBezTo>
                  <a:cubicBezTo>
                    <a:pt x="617" y="966"/>
                    <a:pt x="654" y="994"/>
                    <a:pt x="660" y="1033"/>
                  </a:cubicBezTo>
                  <a:cubicBezTo>
                    <a:pt x="666" y="1075"/>
                    <a:pt x="671" y="1119"/>
                    <a:pt x="674" y="1161"/>
                  </a:cubicBezTo>
                  <a:cubicBezTo>
                    <a:pt x="677" y="1201"/>
                    <a:pt x="647" y="1236"/>
                    <a:pt x="607" y="1238"/>
                  </a:cubicBezTo>
                  <a:cubicBezTo>
                    <a:pt x="605" y="1239"/>
                    <a:pt x="603" y="1239"/>
                    <a:pt x="602" y="1239"/>
                  </a:cubicBezTo>
                  <a:close/>
                  <a:moveTo>
                    <a:pt x="584" y="1608"/>
                  </a:moveTo>
                  <a:cubicBezTo>
                    <a:pt x="580" y="1608"/>
                    <a:pt x="576" y="1607"/>
                    <a:pt x="572" y="1606"/>
                  </a:cubicBezTo>
                  <a:cubicBezTo>
                    <a:pt x="532" y="1600"/>
                    <a:pt x="506" y="1562"/>
                    <a:pt x="513" y="1523"/>
                  </a:cubicBezTo>
                  <a:cubicBezTo>
                    <a:pt x="520" y="1485"/>
                    <a:pt x="525" y="1446"/>
                    <a:pt x="528" y="1407"/>
                  </a:cubicBezTo>
                  <a:cubicBezTo>
                    <a:pt x="531" y="1367"/>
                    <a:pt x="567" y="1337"/>
                    <a:pt x="606" y="1341"/>
                  </a:cubicBezTo>
                  <a:cubicBezTo>
                    <a:pt x="646" y="1344"/>
                    <a:pt x="676" y="1379"/>
                    <a:pt x="672" y="1419"/>
                  </a:cubicBezTo>
                  <a:cubicBezTo>
                    <a:pt x="669" y="1462"/>
                    <a:pt x="663" y="1506"/>
                    <a:pt x="656" y="1548"/>
                  </a:cubicBezTo>
                  <a:cubicBezTo>
                    <a:pt x="650" y="1583"/>
                    <a:pt x="619" y="1608"/>
                    <a:pt x="584" y="16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
              <a:extLst>
                <a:ext uri="{FF2B5EF4-FFF2-40B4-BE49-F238E27FC236}">
                  <a16:creationId xmlns:a16="http://schemas.microsoft.com/office/drawing/2014/main" id="{F69E74DF-5558-DC45-7904-1CEF90345CA9}"/>
                </a:ext>
              </a:extLst>
            </p:cNvPr>
            <p:cNvSpPr>
              <a:spLocks/>
            </p:cNvSpPr>
            <p:nvPr/>
          </p:nvSpPr>
          <p:spPr bwMode="auto">
            <a:xfrm>
              <a:off x="5043488" y="561975"/>
              <a:ext cx="23813" cy="26988"/>
            </a:xfrm>
            <a:custGeom>
              <a:avLst/>
              <a:gdLst>
                <a:gd name="T0" fmla="*/ 83 w 187"/>
                <a:gd name="T1" fmla="*/ 211 h 211"/>
                <a:gd name="T2" fmla="*/ 54 w 187"/>
                <a:gd name="T3" fmla="*/ 205 h 211"/>
                <a:gd name="T4" fmla="*/ 16 w 187"/>
                <a:gd name="T5" fmla="*/ 110 h 211"/>
                <a:gd name="T6" fmla="*/ 37 w 187"/>
                <a:gd name="T7" fmla="*/ 57 h 211"/>
                <a:gd name="T8" fmla="*/ 131 w 187"/>
                <a:gd name="T9" fmla="*/ 15 h 211"/>
                <a:gd name="T10" fmla="*/ 173 w 187"/>
                <a:gd name="T11" fmla="*/ 108 h 211"/>
                <a:gd name="T12" fmla="*/ 149 w 187"/>
                <a:gd name="T13" fmla="*/ 167 h 211"/>
                <a:gd name="T14" fmla="*/ 83 w 187"/>
                <a:gd name="T15" fmla="*/ 211 h 2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211">
                  <a:moveTo>
                    <a:pt x="83" y="211"/>
                  </a:moveTo>
                  <a:cubicBezTo>
                    <a:pt x="73" y="211"/>
                    <a:pt x="63" y="209"/>
                    <a:pt x="54" y="205"/>
                  </a:cubicBezTo>
                  <a:cubicBezTo>
                    <a:pt x="17" y="189"/>
                    <a:pt x="0" y="147"/>
                    <a:pt x="16" y="110"/>
                  </a:cubicBezTo>
                  <a:cubicBezTo>
                    <a:pt x="24" y="92"/>
                    <a:pt x="31" y="74"/>
                    <a:pt x="37" y="57"/>
                  </a:cubicBezTo>
                  <a:cubicBezTo>
                    <a:pt x="52" y="20"/>
                    <a:pt x="93" y="0"/>
                    <a:pt x="131" y="15"/>
                  </a:cubicBezTo>
                  <a:cubicBezTo>
                    <a:pt x="168" y="29"/>
                    <a:pt x="187" y="71"/>
                    <a:pt x="173" y="108"/>
                  </a:cubicBezTo>
                  <a:cubicBezTo>
                    <a:pt x="166" y="128"/>
                    <a:pt x="158" y="148"/>
                    <a:pt x="149" y="167"/>
                  </a:cubicBezTo>
                  <a:cubicBezTo>
                    <a:pt x="137" y="194"/>
                    <a:pt x="111" y="211"/>
                    <a:pt x="83" y="2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4">
              <a:extLst>
                <a:ext uri="{FF2B5EF4-FFF2-40B4-BE49-F238E27FC236}">
                  <a16:creationId xmlns:a16="http://schemas.microsoft.com/office/drawing/2014/main" id="{DEC6C5E8-4C13-9E2F-C762-5F6D00EA1545}"/>
                </a:ext>
              </a:extLst>
            </p:cNvPr>
            <p:cNvSpPr>
              <a:spLocks/>
            </p:cNvSpPr>
            <p:nvPr/>
          </p:nvSpPr>
          <p:spPr bwMode="auto">
            <a:xfrm>
              <a:off x="4814888" y="246063"/>
              <a:ext cx="92075" cy="115888"/>
            </a:xfrm>
            <a:custGeom>
              <a:avLst/>
              <a:gdLst>
                <a:gd name="T0" fmla="*/ 82 w 724"/>
                <a:gd name="T1" fmla="*/ 899 h 899"/>
                <a:gd name="T2" fmla="*/ 23 w 724"/>
                <a:gd name="T3" fmla="*/ 868 h 899"/>
                <a:gd name="T4" fmla="*/ 41 w 724"/>
                <a:gd name="T5" fmla="*/ 767 h 899"/>
                <a:gd name="T6" fmla="*/ 519 w 724"/>
                <a:gd name="T7" fmla="*/ 436 h 899"/>
                <a:gd name="T8" fmla="*/ 49 w 724"/>
                <a:gd name="T9" fmla="*/ 145 h 899"/>
                <a:gd name="T10" fmla="*/ 25 w 724"/>
                <a:gd name="T11" fmla="*/ 45 h 899"/>
                <a:gd name="T12" fmla="*/ 125 w 724"/>
                <a:gd name="T13" fmla="*/ 21 h 899"/>
                <a:gd name="T14" fmla="*/ 689 w 724"/>
                <a:gd name="T15" fmla="*/ 371 h 899"/>
                <a:gd name="T16" fmla="*/ 723 w 724"/>
                <a:gd name="T17" fmla="*/ 431 h 899"/>
                <a:gd name="T18" fmla="*/ 692 w 724"/>
                <a:gd name="T19" fmla="*/ 492 h 899"/>
                <a:gd name="T20" fmla="*/ 124 w 724"/>
                <a:gd name="T21" fmla="*/ 886 h 899"/>
                <a:gd name="T22" fmla="*/ 82 w 724"/>
                <a:gd name="T23" fmla="*/ 899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899">
                  <a:moveTo>
                    <a:pt x="82" y="899"/>
                  </a:moveTo>
                  <a:cubicBezTo>
                    <a:pt x="59" y="899"/>
                    <a:pt x="37" y="888"/>
                    <a:pt x="23" y="868"/>
                  </a:cubicBezTo>
                  <a:cubicBezTo>
                    <a:pt x="0" y="835"/>
                    <a:pt x="8" y="790"/>
                    <a:pt x="41" y="767"/>
                  </a:cubicBezTo>
                  <a:lnTo>
                    <a:pt x="519" y="436"/>
                  </a:lnTo>
                  <a:lnTo>
                    <a:pt x="49" y="145"/>
                  </a:lnTo>
                  <a:cubicBezTo>
                    <a:pt x="15" y="123"/>
                    <a:pt x="4" y="79"/>
                    <a:pt x="25" y="45"/>
                  </a:cubicBezTo>
                  <a:cubicBezTo>
                    <a:pt x="46" y="11"/>
                    <a:pt x="91" y="0"/>
                    <a:pt x="125" y="21"/>
                  </a:cubicBezTo>
                  <a:lnTo>
                    <a:pt x="689" y="371"/>
                  </a:lnTo>
                  <a:cubicBezTo>
                    <a:pt x="710" y="384"/>
                    <a:pt x="723" y="406"/>
                    <a:pt x="723" y="431"/>
                  </a:cubicBezTo>
                  <a:cubicBezTo>
                    <a:pt x="724" y="455"/>
                    <a:pt x="712" y="478"/>
                    <a:pt x="692" y="492"/>
                  </a:cubicBezTo>
                  <a:lnTo>
                    <a:pt x="124" y="886"/>
                  </a:lnTo>
                  <a:cubicBezTo>
                    <a:pt x="111" y="895"/>
                    <a:pt x="97" y="899"/>
                    <a:pt x="82" y="8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5">
              <a:extLst>
                <a:ext uri="{FF2B5EF4-FFF2-40B4-BE49-F238E27FC236}">
                  <a16:creationId xmlns:a16="http://schemas.microsoft.com/office/drawing/2014/main" id="{6BDB4EC7-787D-B2D9-CBEA-B8A8BBCFFF19}"/>
                </a:ext>
              </a:extLst>
            </p:cNvPr>
            <p:cNvSpPr>
              <a:spLocks/>
            </p:cNvSpPr>
            <p:nvPr/>
          </p:nvSpPr>
          <p:spPr bwMode="auto">
            <a:xfrm>
              <a:off x="4638675" y="292100"/>
              <a:ext cx="411163" cy="436563"/>
            </a:xfrm>
            <a:custGeom>
              <a:avLst/>
              <a:gdLst>
                <a:gd name="T0" fmla="*/ 1711 w 3222"/>
                <a:gd name="T1" fmla="*/ 3414 h 3414"/>
                <a:gd name="T2" fmla="*/ 0 w 3222"/>
                <a:gd name="T3" fmla="*/ 1703 h 3414"/>
                <a:gd name="T4" fmla="*/ 1501 w 3222"/>
                <a:gd name="T5" fmla="*/ 4 h 3414"/>
                <a:gd name="T6" fmla="*/ 1582 w 3222"/>
                <a:gd name="T7" fmla="*/ 68 h 3414"/>
                <a:gd name="T8" fmla="*/ 1518 w 3222"/>
                <a:gd name="T9" fmla="*/ 148 h 3414"/>
                <a:gd name="T10" fmla="*/ 145 w 3222"/>
                <a:gd name="T11" fmla="*/ 1703 h 3414"/>
                <a:gd name="T12" fmla="*/ 1711 w 3222"/>
                <a:gd name="T13" fmla="*/ 3269 h 3414"/>
                <a:gd name="T14" fmla="*/ 3076 w 3222"/>
                <a:gd name="T15" fmla="*/ 2472 h 3414"/>
                <a:gd name="T16" fmla="*/ 3175 w 3222"/>
                <a:gd name="T17" fmla="*/ 2444 h 3414"/>
                <a:gd name="T18" fmla="*/ 3202 w 3222"/>
                <a:gd name="T19" fmla="*/ 2543 h 3414"/>
                <a:gd name="T20" fmla="*/ 1711 w 3222"/>
                <a:gd name="T21" fmla="*/ 3414 h 3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2" h="3414">
                  <a:moveTo>
                    <a:pt x="1711" y="3414"/>
                  </a:moveTo>
                  <a:cubicBezTo>
                    <a:pt x="768" y="3414"/>
                    <a:pt x="0" y="2646"/>
                    <a:pt x="0" y="1703"/>
                  </a:cubicBezTo>
                  <a:cubicBezTo>
                    <a:pt x="0" y="840"/>
                    <a:pt x="645" y="110"/>
                    <a:pt x="1501" y="4"/>
                  </a:cubicBezTo>
                  <a:cubicBezTo>
                    <a:pt x="1541" y="0"/>
                    <a:pt x="1577" y="28"/>
                    <a:pt x="1582" y="68"/>
                  </a:cubicBezTo>
                  <a:cubicBezTo>
                    <a:pt x="1586" y="107"/>
                    <a:pt x="1558" y="144"/>
                    <a:pt x="1518" y="148"/>
                  </a:cubicBezTo>
                  <a:cubicBezTo>
                    <a:pt x="735" y="244"/>
                    <a:pt x="145" y="913"/>
                    <a:pt x="145" y="1703"/>
                  </a:cubicBezTo>
                  <a:cubicBezTo>
                    <a:pt x="145" y="2567"/>
                    <a:pt x="848" y="3269"/>
                    <a:pt x="1711" y="3269"/>
                  </a:cubicBezTo>
                  <a:cubicBezTo>
                    <a:pt x="2275" y="3269"/>
                    <a:pt x="2798" y="2963"/>
                    <a:pt x="3076" y="2472"/>
                  </a:cubicBezTo>
                  <a:cubicBezTo>
                    <a:pt x="3096" y="2437"/>
                    <a:pt x="3140" y="2425"/>
                    <a:pt x="3175" y="2444"/>
                  </a:cubicBezTo>
                  <a:cubicBezTo>
                    <a:pt x="3210" y="2464"/>
                    <a:pt x="3222" y="2508"/>
                    <a:pt x="3202" y="2543"/>
                  </a:cubicBezTo>
                  <a:cubicBezTo>
                    <a:pt x="2899" y="3080"/>
                    <a:pt x="2328" y="3414"/>
                    <a:pt x="1711" y="34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6">
              <a:extLst>
                <a:ext uri="{FF2B5EF4-FFF2-40B4-BE49-F238E27FC236}">
                  <a16:creationId xmlns:a16="http://schemas.microsoft.com/office/drawing/2014/main" id="{5D2EC73D-C450-6AE2-0B13-411540C618F4}"/>
                </a:ext>
              </a:extLst>
            </p:cNvPr>
            <p:cNvSpPr>
              <a:spLocks/>
            </p:cNvSpPr>
            <p:nvPr/>
          </p:nvSpPr>
          <p:spPr bwMode="auto">
            <a:xfrm>
              <a:off x="4741863" y="495300"/>
              <a:ext cx="225425" cy="150813"/>
            </a:xfrm>
            <a:custGeom>
              <a:avLst/>
              <a:gdLst>
                <a:gd name="T0" fmla="*/ 1685 w 1762"/>
                <a:gd name="T1" fmla="*/ 1171 h 1171"/>
                <a:gd name="T2" fmla="*/ 72 w 1762"/>
                <a:gd name="T3" fmla="*/ 1171 h 1171"/>
                <a:gd name="T4" fmla="*/ 0 w 1762"/>
                <a:gd name="T5" fmla="*/ 1098 h 1171"/>
                <a:gd name="T6" fmla="*/ 0 w 1762"/>
                <a:gd name="T7" fmla="*/ 72 h 1171"/>
                <a:gd name="T8" fmla="*/ 72 w 1762"/>
                <a:gd name="T9" fmla="*/ 0 h 1171"/>
                <a:gd name="T10" fmla="*/ 145 w 1762"/>
                <a:gd name="T11" fmla="*/ 72 h 1171"/>
                <a:gd name="T12" fmla="*/ 145 w 1762"/>
                <a:gd name="T13" fmla="*/ 1026 h 1171"/>
                <a:gd name="T14" fmla="*/ 1613 w 1762"/>
                <a:gd name="T15" fmla="*/ 1026 h 1171"/>
                <a:gd name="T16" fmla="*/ 1617 w 1762"/>
                <a:gd name="T17" fmla="*/ 94 h 1171"/>
                <a:gd name="T18" fmla="*/ 1689 w 1762"/>
                <a:gd name="T19" fmla="*/ 22 h 1171"/>
                <a:gd name="T20" fmla="*/ 1762 w 1762"/>
                <a:gd name="T21" fmla="*/ 94 h 1171"/>
                <a:gd name="T22" fmla="*/ 1758 w 1762"/>
                <a:gd name="T23" fmla="*/ 1099 h 1171"/>
                <a:gd name="T24" fmla="*/ 1685 w 1762"/>
                <a:gd name="T25" fmla="*/ 1171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62" h="1171">
                  <a:moveTo>
                    <a:pt x="1685" y="1171"/>
                  </a:moveTo>
                  <a:lnTo>
                    <a:pt x="72" y="1171"/>
                  </a:lnTo>
                  <a:cubicBezTo>
                    <a:pt x="32" y="1171"/>
                    <a:pt x="0" y="1138"/>
                    <a:pt x="0" y="1098"/>
                  </a:cubicBezTo>
                  <a:lnTo>
                    <a:pt x="0" y="72"/>
                  </a:lnTo>
                  <a:cubicBezTo>
                    <a:pt x="0" y="32"/>
                    <a:pt x="32" y="0"/>
                    <a:pt x="72" y="0"/>
                  </a:cubicBezTo>
                  <a:cubicBezTo>
                    <a:pt x="112" y="0"/>
                    <a:pt x="145" y="32"/>
                    <a:pt x="145" y="72"/>
                  </a:cubicBezTo>
                  <a:lnTo>
                    <a:pt x="145" y="1026"/>
                  </a:lnTo>
                  <a:lnTo>
                    <a:pt x="1613" y="1026"/>
                  </a:lnTo>
                  <a:lnTo>
                    <a:pt x="1617" y="94"/>
                  </a:lnTo>
                  <a:cubicBezTo>
                    <a:pt x="1617" y="54"/>
                    <a:pt x="1649" y="22"/>
                    <a:pt x="1689" y="22"/>
                  </a:cubicBezTo>
                  <a:cubicBezTo>
                    <a:pt x="1729" y="22"/>
                    <a:pt x="1762" y="54"/>
                    <a:pt x="1762" y="94"/>
                  </a:cubicBezTo>
                  <a:lnTo>
                    <a:pt x="1758" y="1099"/>
                  </a:lnTo>
                  <a:cubicBezTo>
                    <a:pt x="1757" y="1139"/>
                    <a:pt x="1725" y="1171"/>
                    <a:pt x="1685" y="11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7">
              <a:extLst>
                <a:ext uri="{FF2B5EF4-FFF2-40B4-BE49-F238E27FC236}">
                  <a16:creationId xmlns:a16="http://schemas.microsoft.com/office/drawing/2014/main" id="{F8FB062C-CA11-061F-BFE3-DE31FD62356D}"/>
                </a:ext>
              </a:extLst>
            </p:cNvPr>
            <p:cNvSpPr>
              <a:spLocks/>
            </p:cNvSpPr>
            <p:nvPr/>
          </p:nvSpPr>
          <p:spPr bwMode="auto">
            <a:xfrm>
              <a:off x="4941888" y="454025"/>
              <a:ext cx="53975" cy="46038"/>
            </a:xfrm>
            <a:custGeom>
              <a:avLst/>
              <a:gdLst>
                <a:gd name="T0" fmla="*/ 334 w 415"/>
                <a:gd name="T1" fmla="*/ 365 h 365"/>
                <a:gd name="T2" fmla="*/ 288 w 415"/>
                <a:gd name="T3" fmla="*/ 349 h 365"/>
                <a:gd name="T4" fmla="*/ 35 w 415"/>
                <a:gd name="T5" fmla="*/ 137 h 365"/>
                <a:gd name="T6" fmla="*/ 26 w 415"/>
                <a:gd name="T7" fmla="*/ 35 h 365"/>
                <a:gd name="T8" fmla="*/ 128 w 415"/>
                <a:gd name="T9" fmla="*/ 26 h 365"/>
                <a:gd name="T10" fmla="*/ 381 w 415"/>
                <a:gd name="T11" fmla="*/ 237 h 365"/>
                <a:gd name="T12" fmla="*/ 390 w 415"/>
                <a:gd name="T13" fmla="*/ 339 h 365"/>
                <a:gd name="T14" fmla="*/ 334 w 415"/>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5" h="365">
                  <a:moveTo>
                    <a:pt x="334" y="365"/>
                  </a:moveTo>
                  <a:cubicBezTo>
                    <a:pt x="318" y="365"/>
                    <a:pt x="301" y="360"/>
                    <a:pt x="288" y="349"/>
                  </a:cubicBezTo>
                  <a:lnTo>
                    <a:pt x="35" y="137"/>
                  </a:lnTo>
                  <a:cubicBezTo>
                    <a:pt x="4" y="111"/>
                    <a:pt x="0" y="65"/>
                    <a:pt x="26" y="35"/>
                  </a:cubicBezTo>
                  <a:cubicBezTo>
                    <a:pt x="52" y="4"/>
                    <a:pt x="97" y="0"/>
                    <a:pt x="128" y="26"/>
                  </a:cubicBezTo>
                  <a:lnTo>
                    <a:pt x="381" y="237"/>
                  </a:lnTo>
                  <a:cubicBezTo>
                    <a:pt x="411" y="263"/>
                    <a:pt x="415" y="309"/>
                    <a:pt x="390" y="339"/>
                  </a:cubicBezTo>
                  <a:cubicBezTo>
                    <a:pt x="375" y="357"/>
                    <a:pt x="355" y="365"/>
                    <a:pt x="334" y="3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8">
              <a:extLst>
                <a:ext uri="{FF2B5EF4-FFF2-40B4-BE49-F238E27FC236}">
                  <a16:creationId xmlns:a16="http://schemas.microsoft.com/office/drawing/2014/main" id="{60721E9C-EBE7-D0C3-33AB-E2AD14C4C671}"/>
                </a:ext>
              </a:extLst>
            </p:cNvPr>
            <p:cNvSpPr>
              <a:spLocks/>
            </p:cNvSpPr>
            <p:nvPr/>
          </p:nvSpPr>
          <p:spPr bwMode="auto">
            <a:xfrm>
              <a:off x="4714875" y="373063"/>
              <a:ext cx="214313" cy="123825"/>
            </a:xfrm>
            <a:custGeom>
              <a:avLst/>
              <a:gdLst>
                <a:gd name="T0" fmla="*/ 81 w 1674"/>
                <a:gd name="T1" fmla="*/ 970 h 970"/>
                <a:gd name="T2" fmla="*/ 25 w 1674"/>
                <a:gd name="T3" fmla="*/ 943 h 970"/>
                <a:gd name="T4" fmla="*/ 36 w 1674"/>
                <a:gd name="T5" fmla="*/ 841 h 970"/>
                <a:gd name="T6" fmla="*/ 1056 w 1674"/>
                <a:gd name="T7" fmla="*/ 22 h 970"/>
                <a:gd name="T8" fmla="*/ 1148 w 1674"/>
                <a:gd name="T9" fmla="*/ 23 h 970"/>
                <a:gd name="T10" fmla="*/ 1639 w 1674"/>
                <a:gd name="T11" fmla="*/ 437 h 970"/>
                <a:gd name="T12" fmla="*/ 1648 w 1674"/>
                <a:gd name="T13" fmla="*/ 539 h 970"/>
                <a:gd name="T14" fmla="*/ 1546 w 1674"/>
                <a:gd name="T15" fmla="*/ 548 h 970"/>
                <a:gd name="T16" fmla="*/ 1100 w 1674"/>
                <a:gd name="T17" fmla="*/ 172 h 970"/>
                <a:gd name="T18" fmla="*/ 127 w 1674"/>
                <a:gd name="T19" fmla="*/ 954 h 970"/>
                <a:gd name="T20" fmla="*/ 81 w 1674"/>
                <a:gd name="T21" fmla="*/ 97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4" h="970">
                  <a:moveTo>
                    <a:pt x="81" y="970"/>
                  </a:moveTo>
                  <a:cubicBezTo>
                    <a:pt x="60" y="970"/>
                    <a:pt x="39" y="960"/>
                    <a:pt x="25" y="943"/>
                  </a:cubicBezTo>
                  <a:cubicBezTo>
                    <a:pt x="0" y="911"/>
                    <a:pt x="5" y="866"/>
                    <a:pt x="36" y="841"/>
                  </a:cubicBezTo>
                  <a:lnTo>
                    <a:pt x="1056" y="22"/>
                  </a:lnTo>
                  <a:cubicBezTo>
                    <a:pt x="1083" y="0"/>
                    <a:pt x="1121" y="1"/>
                    <a:pt x="1148" y="23"/>
                  </a:cubicBezTo>
                  <a:cubicBezTo>
                    <a:pt x="1151" y="25"/>
                    <a:pt x="1412" y="247"/>
                    <a:pt x="1639" y="437"/>
                  </a:cubicBezTo>
                  <a:cubicBezTo>
                    <a:pt x="1670" y="463"/>
                    <a:pt x="1674" y="509"/>
                    <a:pt x="1648" y="539"/>
                  </a:cubicBezTo>
                  <a:cubicBezTo>
                    <a:pt x="1622" y="570"/>
                    <a:pt x="1576" y="574"/>
                    <a:pt x="1546" y="548"/>
                  </a:cubicBezTo>
                  <a:cubicBezTo>
                    <a:pt x="1375" y="405"/>
                    <a:pt x="1185" y="245"/>
                    <a:pt x="1100" y="172"/>
                  </a:cubicBezTo>
                  <a:lnTo>
                    <a:pt x="127" y="954"/>
                  </a:lnTo>
                  <a:cubicBezTo>
                    <a:pt x="113" y="964"/>
                    <a:pt x="97" y="970"/>
                    <a:pt x="81" y="9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29">
              <a:extLst>
                <a:ext uri="{FF2B5EF4-FFF2-40B4-BE49-F238E27FC236}">
                  <a16:creationId xmlns:a16="http://schemas.microsoft.com/office/drawing/2014/main" id="{3535AFCD-E1F4-B4F9-0E86-B12C149078B9}"/>
                </a:ext>
              </a:extLst>
            </p:cNvPr>
            <p:cNvSpPr>
              <a:spLocks/>
            </p:cNvSpPr>
            <p:nvPr/>
          </p:nvSpPr>
          <p:spPr bwMode="auto">
            <a:xfrm>
              <a:off x="4940300" y="384175"/>
              <a:ext cx="17463" cy="85725"/>
            </a:xfrm>
            <a:custGeom>
              <a:avLst/>
              <a:gdLst>
                <a:gd name="T0" fmla="*/ 72 w 145"/>
                <a:gd name="T1" fmla="*/ 664 h 664"/>
                <a:gd name="T2" fmla="*/ 0 w 145"/>
                <a:gd name="T3" fmla="*/ 592 h 664"/>
                <a:gd name="T4" fmla="*/ 0 w 145"/>
                <a:gd name="T5" fmla="*/ 72 h 664"/>
                <a:gd name="T6" fmla="*/ 72 w 145"/>
                <a:gd name="T7" fmla="*/ 0 h 664"/>
                <a:gd name="T8" fmla="*/ 145 w 145"/>
                <a:gd name="T9" fmla="*/ 72 h 664"/>
                <a:gd name="T10" fmla="*/ 145 w 145"/>
                <a:gd name="T11" fmla="*/ 592 h 664"/>
                <a:gd name="T12" fmla="*/ 72 w 145"/>
                <a:gd name="T13" fmla="*/ 664 h 664"/>
              </a:gdLst>
              <a:ahLst/>
              <a:cxnLst>
                <a:cxn ang="0">
                  <a:pos x="T0" y="T1"/>
                </a:cxn>
                <a:cxn ang="0">
                  <a:pos x="T2" y="T3"/>
                </a:cxn>
                <a:cxn ang="0">
                  <a:pos x="T4" y="T5"/>
                </a:cxn>
                <a:cxn ang="0">
                  <a:pos x="T6" y="T7"/>
                </a:cxn>
                <a:cxn ang="0">
                  <a:pos x="T8" y="T9"/>
                </a:cxn>
                <a:cxn ang="0">
                  <a:pos x="T10" y="T11"/>
                </a:cxn>
                <a:cxn ang="0">
                  <a:pos x="T12" y="T13"/>
                </a:cxn>
              </a:cxnLst>
              <a:rect l="0" t="0" r="r" b="b"/>
              <a:pathLst>
                <a:path w="145" h="664">
                  <a:moveTo>
                    <a:pt x="72" y="664"/>
                  </a:moveTo>
                  <a:cubicBezTo>
                    <a:pt x="32" y="664"/>
                    <a:pt x="0" y="632"/>
                    <a:pt x="0" y="592"/>
                  </a:cubicBezTo>
                  <a:lnTo>
                    <a:pt x="0" y="72"/>
                  </a:lnTo>
                  <a:cubicBezTo>
                    <a:pt x="0" y="32"/>
                    <a:pt x="32" y="0"/>
                    <a:pt x="72" y="0"/>
                  </a:cubicBezTo>
                  <a:cubicBezTo>
                    <a:pt x="112" y="0"/>
                    <a:pt x="145" y="32"/>
                    <a:pt x="145" y="72"/>
                  </a:cubicBezTo>
                  <a:lnTo>
                    <a:pt x="145" y="592"/>
                  </a:lnTo>
                  <a:cubicBezTo>
                    <a:pt x="145" y="632"/>
                    <a:pt x="112" y="664"/>
                    <a:pt x="72"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
              <a:extLst>
                <a:ext uri="{FF2B5EF4-FFF2-40B4-BE49-F238E27FC236}">
                  <a16:creationId xmlns:a16="http://schemas.microsoft.com/office/drawing/2014/main" id="{C3287554-D0FC-F7F6-9846-3D8D19906C4E}"/>
                </a:ext>
              </a:extLst>
            </p:cNvPr>
            <p:cNvSpPr>
              <a:spLocks/>
            </p:cNvSpPr>
            <p:nvPr/>
          </p:nvSpPr>
          <p:spPr bwMode="auto">
            <a:xfrm>
              <a:off x="4908550" y="398463"/>
              <a:ext cx="19050" cy="46038"/>
            </a:xfrm>
            <a:custGeom>
              <a:avLst/>
              <a:gdLst>
                <a:gd name="T0" fmla="*/ 73 w 145"/>
                <a:gd name="T1" fmla="*/ 362 h 362"/>
                <a:gd name="T2" fmla="*/ 0 w 145"/>
                <a:gd name="T3" fmla="*/ 289 h 362"/>
                <a:gd name="T4" fmla="*/ 0 w 145"/>
                <a:gd name="T5" fmla="*/ 72 h 362"/>
                <a:gd name="T6" fmla="*/ 73 w 145"/>
                <a:gd name="T7" fmla="*/ 0 h 362"/>
                <a:gd name="T8" fmla="*/ 145 w 145"/>
                <a:gd name="T9" fmla="*/ 72 h 362"/>
                <a:gd name="T10" fmla="*/ 145 w 145"/>
                <a:gd name="T11" fmla="*/ 289 h 362"/>
                <a:gd name="T12" fmla="*/ 73 w 145"/>
                <a:gd name="T13" fmla="*/ 362 h 362"/>
              </a:gdLst>
              <a:ahLst/>
              <a:cxnLst>
                <a:cxn ang="0">
                  <a:pos x="T0" y="T1"/>
                </a:cxn>
                <a:cxn ang="0">
                  <a:pos x="T2" y="T3"/>
                </a:cxn>
                <a:cxn ang="0">
                  <a:pos x="T4" y="T5"/>
                </a:cxn>
                <a:cxn ang="0">
                  <a:pos x="T6" y="T7"/>
                </a:cxn>
                <a:cxn ang="0">
                  <a:pos x="T8" y="T9"/>
                </a:cxn>
                <a:cxn ang="0">
                  <a:pos x="T10" y="T11"/>
                </a:cxn>
                <a:cxn ang="0">
                  <a:pos x="T12" y="T13"/>
                </a:cxn>
              </a:cxnLst>
              <a:rect l="0" t="0" r="r" b="b"/>
              <a:pathLst>
                <a:path w="145" h="362">
                  <a:moveTo>
                    <a:pt x="73" y="362"/>
                  </a:moveTo>
                  <a:cubicBezTo>
                    <a:pt x="33" y="362"/>
                    <a:pt x="0" y="330"/>
                    <a:pt x="0" y="289"/>
                  </a:cubicBezTo>
                  <a:lnTo>
                    <a:pt x="0" y="72"/>
                  </a:lnTo>
                  <a:cubicBezTo>
                    <a:pt x="0" y="32"/>
                    <a:pt x="33" y="0"/>
                    <a:pt x="73" y="0"/>
                  </a:cubicBezTo>
                  <a:cubicBezTo>
                    <a:pt x="113" y="0"/>
                    <a:pt x="145" y="32"/>
                    <a:pt x="145" y="72"/>
                  </a:cubicBezTo>
                  <a:lnTo>
                    <a:pt x="145" y="289"/>
                  </a:lnTo>
                  <a:cubicBezTo>
                    <a:pt x="145" y="330"/>
                    <a:pt x="113" y="362"/>
                    <a:pt x="73"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1">
              <a:extLst>
                <a:ext uri="{FF2B5EF4-FFF2-40B4-BE49-F238E27FC236}">
                  <a16:creationId xmlns:a16="http://schemas.microsoft.com/office/drawing/2014/main" id="{7695D11E-0F4F-C6D5-4482-4641F4998D55}"/>
                </a:ext>
              </a:extLst>
            </p:cNvPr>
            <p:cNvSpPr>
              <a:spLocks/>
            </p:cNvSpPr>
            <p:nvPr/>
          </p:nvSpPr>
          <p:spPr bwMode="auto">
            <a:xfrm>
              <a:off x="4899025" y="377825"/>
              <a:ext cx="66675" cy="19050"/>
            </a:xfrm>
            <a:custGeom>
              <a:avLst/>
              <a:gdLst>
                <a:gd name="T0" fmla="*/ 446 w 519"/>
                <a:gd name="T1" fmla="*/ 145 h 145"/>
                <a:gd name="T2" fmla="*/ 72 w 519"/>
                <a:gd name="T3" fmla="*/ 145 h 145"/>
                <a:gd name="T4" fmla="*/ 0 w 519"/>
                <a:gd name="T5" fmla="*/ 72 h 145"/>
                <a:gd name="T6" fmla="*/ 72 w 519"/>
                <a:gd name="T7" fmla="*/ 0 h 145"/>
                <a:gd name="T8" fmla="*/ 446 w 519"/>
                <a:gd name="T9" fmla="*/ 0 h 145"/>
                <a:gd name="T10" fmla="*/ 519 w 519"/>
                <a:gd name="T11" fmla="*/ 72 h 145"/>
                <a:gd name="T12" fmla="*/ 446 w 51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19" h="145">
                  <a:moveTo>
                    <a:pt x="446" y="145"/>
                  </a:moveTo>
                  <a:lnTo>
                    <a:pt x="72" y="145"/>
                  </a:lnTo>
                  <a:cubicBezTo>
                    <a:pt x="32" y="145"/>
                    <a:pt x="0" y="112"/>
                    <a:pt x="0" y="72"/>
                  </a:cubicBezTo>
                  <a:cubicBezTo>
                    <a:pt x="0" y="32"/>
                    <a:pt x="32" y="0"/>
                    <a:pt x="72" y="0"/>
                  </a:cubicBezTo>
                  <a:lnTo>
                    <a:pt x="446" y="0"/>
                  </a:lnTo>
                  <a:cubicBezTo>
                    <a:pt x="486" y="0"/>
                    <a:pt x="519" y="32"/>
                    <a:pt x="519" y="72"/>
                  </a:cubicBezTo>
                  <a:cubicBezTo>
                    <a:pt x="519" y="112"/>
                    <a:pt x="486" y="145"/>
                    <a:pt x="446"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
              <a:extLst>
                <a:ext uri="{FF2B5EF4-FFF2-40B4-BE49-F238E27FC236}">
                  <a16:creationId xmlns:a16="http://schemas.microsoft.com/office/drawing/2014/main" id="{0562C4A4-36E4-3EA1-EE31-8DFB209D4217}"/>
                </a:ext>
              </a:extLst>
            </p:cNvPr>
            <p:cNvSpPr>
              <a:spLocks/>
            </p:cNvSpPr>
            <p:nvPr/>
          </p:nvSpPr>
          <p:spPr bwMode="auto">
            <a:xfrm>
              <a:off x="4741863" y="412750"/>
              <a:ext cx="227013" cy="104775"/>
            </a:xfrm>
            <a:custGeom>
              <a:avLst/>
              <a:gdLst>
                <a:gd name="T0" fmla="*/ 1698 w 1779"/>
                <a:gd name="T1" fmla="*/ 822 h 822"/>
                <a:gd name="T2" fmla="*/ 1651 w 1779"/>
                <a:gd name="T3" fmla="*/ 805 h 822"/>
                <a:gd name="T4" fmla="*/ 894 w 1779"/>
                <a:gd name="T5" fmla="*/ 172 h 822"/>
                <a:gd name="T6" fmla="*/ 126 w 1779"/>
                <a:gd name="T7" fmla="*/ 785 h 822"/>
                <a:gd name="T8" fmla="*/ 25 w 1779"/>
                <a:gd name="T9" fmla="*/ 774 h 822"/>
                <a:gd name="T10" fmla="*/ 36 w 1779"/>
                <a:gd name="T11" fmla="*/ 672 h 822"/>
                <a:gd name="T12" fmla="*/ 850 w 1779"/>
                <a:gd name="T13" fmla="*/ 22 h 822"/>
                <a:gd name="T14" fmla="*/ 941 w 1779"/>
                <a:gd name="T15" fmla="*/ 23 h 822"/>
                <a:gd name="T16" fmla="*/ 1744 w 1779"/>
                <a:gd name="T17" fmla="*/ 693 h 822"/>
                <a:gd name="T18" fmla="*/ 1753 w 1779"/>
                <a:gd name="T19" fmla="*/ 795 h 822"/>
                <a:gd name="T20" fmla="*/ 1698 w 1779"/>
                <a:gd name="T21" fmla="*/ 822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79" h="822">
                  <a:moveTo>
                    <a:pt x="1698" y="822"/>
                  </a:moveTo>
                  <a:cubicBezTo>
                    <a:pt x="1681" y="822"/>
                    <a:pt x="1665" y="816"/>
                    <a:pt x="1651" y="805"/>
                  </a:cubicBezTo>
                  <a:lnTo>
                    <a:pt x="894" y="172"/>
                  </a:lnTo>
                  <a:lnTo>
                    <a:pt x="126" y="785"/>
                  </a:lnTo>
                  <a:cubicBezTo>
                    <a:pt x="95" y="810"/>
                    <a:pt x="50" y="805"/>
                    <a:pt x="25" y="774"/>
                  </a:cubicBezTo>
                  <a:cubicBezTo>
                    <a:pt x="0" y="742"/>
                    <a:pt x="5" y="697"/>
                    <a:pt x="36" y="672"/>
                  </a:cubicBezTo>
                  <a:lnTo>
                    <a:pt x="850" y="22"/>
                  </a:lnTo>
                  <a:cubicBezTo>
                    <a:pt x="877" y="0"/>
                    <a:pt x="915" y="1"/>
                    <a:pt x="941" y="23"/>
                  </a:cubicBezTo>
                  <a:lnTo>
                    <a:pt x="1744" y="693"/>
                  </a:lnTo>
                  <a:cubicBezTo>
                    <a:pt x="1775" y="719"/>
                    <a:pt x="1779" y="765"/>
                    <a:pt x="1753" y="795"/>
                  </a:cubicBezTo>
                  <a:cubicBezTo>
                    <a:pt x="1739" y="813"/>
                    <a:pt x="1718" y="822"/>
                    <a:pt x="1698" y="8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3">
              <a:extLst>
                <a:ext uri="{FF2B5EF4-FFF2-40B4-BE49-F238E27FC236}">
                  <a16:creationId xmlns:a16="http://schemas.microsoft.com/office/drawing/2014/main" id="{14BFAD7B-CC49-532F-A8EB-E12B54BDDC62}"/>
                </a:ext>
              </a:extLst>
            </p:cNvPr>
            <p:cNvSpPr>
              <a:spLocks/>
            </p:cNvSpPr>
            <p:nvPr/>
          </p:nvSpPr>
          <p:spPr bwMode="auto">
            <a:xfrm>
              <a:off x="4792663" y="290513"/>
              <a:ext cx="103188" cy="25400"/>
            </a:xfrm>
            <a:custGeom>
              <a:avLst/>
              <a:gdLst>
                <a:gd name="T0" fmla="*/ 80 w 808"/>
                <a:gd name="T1" fmla="*/ 196 h 196"/>
                <a:gd name="T2" fmla="*/ 10 w 808"/>
                <a:gd name="T3" fmla="*/ 141 h 196"/>
                <a:gd name="T4" fmla="*/ 62 w 808"/>
                <a:gd name="T5" fmla="*/ 53 h 196"/>
                <a:gd name="T6" fmla="*/ 489 w 808"/>
                <a:gd name="T7" fmla="*/ 0 h 196"/>
                <a:gd name="T8" fmla="*/ 741 w 808"/>
                <a:gd name="T9" fmla="*/ 18 h 196"/>
                <a:gd name="T10" fmla="*/ 802 w 808"/>
                <a:gd name="T11" fmla="*/ 101 h 196"/>
                <a:gd name="T12" fmla="*/ 720 w 808"/>
                <a:gd name="T13" fmla="*/ 162 h 196"/>
                <a:gd name="T14" fmla="*/ 489 w 808"/>
                <a:gd name="T15" fmla="*/ 145 h 196"/>
                <a:gd name="T16" fmla="*/ 98 w 808"/>
                <a:gd name="T17" fmla="*/ 193 h 196"/>
                <a:gd name="T18" fmla="*/ 80 w 808"/>
                <a:gd name="T19"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8" h="196">
                  <a:moveTo>
                    <a:pt x="80" y="196"/>
                  </a:moveTo>
                  <a:cubicBezTo>
                    <a:pt x="48" y="196"/>
                    <a:pt x="18" y="174"/>
                    <a:pt x="10" y="141"/>
                  </a:cubicBezTo>
                  <a:cubicBezTo>
                    <a:pt x="0" y="102"/>
                    <a:pt x="24" y="63"/>
                    <a:pt x="62" y="53"/>
                  </a:cubicBezTo>
                  <a:cubicBezTo>
                    <a:pt x="201" y="18"/>
                    <a:pt x="345" y="0"/>
                    <a:pt x="489" y="0"/>
                  </a:cubicBezTo>
                  <a:cubicBezTo>
                    <a:pt x="573" y="0"/>
                    <a:pt x="658" y="6"/>
                    <a:pt x="741" y="18"/>
                  </a:cubicBezTo>
                  <a:cubicBezTo>
                    <a:pt x="780" y="24"/>
                    <a:pt x="808" y="61"/>
                    <a:pt x="802" y="101"/>
                  </a:cubicBezTo>
                  <a:cubicBezTo>
                    <a:pt x="796" y="140"/>
                    <a:pt x="759" y="167"/>
                    <a:pt x="720" y="162"/>
                  </a:cubicBezTo>
                  <a:cubicBezTo>
                    <a:pt x="644" y="151"/>
                    <a:pt x="566" y="145"/>
                    <a:pt x="489" y="145"/>
                  </a:cubicBezTo>
                  <a:cubicBezTo>
                    <a:pt x="356" y="145"/>
                    <a:pt x="225" y="161"/>
                    <a:pt x="98" y="193"/>
                  </a:cubicBezTo>
                  <a:cubicBezTo>
                    <a:pt x="92" y="195"/>
                    <a:pt x="86" y="196"/>
                    <a:pt x="80" y="1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32">
              <a:extLst>
                <a:ext uri="{FF2B5EF4-FFF2-40B4-BE49-F238E27FC236}">
                  <a16:creationId xmlns:a16="http://schemas.microsoft.com/office/drawing/2014/main" id="{9C0967BB-EA04-1083-71B2-4C702EB3CA3A}"/>
                </a:ext>
              </a:extLst>
            </p:cNvPr>
            <p:cNvSpPr>
              <a:spLocks/>
            </p:cNvSpPr>
            <p:nvPr/>
          </p:nvSpPr>
          <p:spPr bwMode="auto">
            <a:xfrm>
              <a:off x="4791076" y="504826"/>
              <a:ext cx="58738" cy="88900"/>
            </a:xfrm>
            <a:custGeom>
              <a:avLst/>
              <a:gdLst>
                <a:gd name="T0" fmla="*/ 397 w 468"/>
                <a:gd name="T1" fmla="*/ 623 h 700"/>
                <a:gd name="T2" fmla="*/ 468 w 468"/>
                <a:gd name="T3" fmla="*/ 661 h 700"/>
                <a:gd name="T4" fmla="*/ 398 w 468"/>
                <a:gd name="T5" fmla="*/ 700 h 700"/>
                <a:gd name="T6" fmla="*/ 58 w 468"/>
                <a:gd name="T7" fmla="*/ 700 h 700"/>
                <a:gd name="T8" fmla="*/ 0 w 468"/>
                <a:gd name="T9" fmla="*/ 657 h 700"/>
                <a:gd name="T10" fmla="*/ 129 w 468"/>
                <a:gd name="T11" fmla="*/ 476 h 700"/>
                <a:gd name="T12" fmla="*/ 229 w 468"/>
                <a:gd name="T13" fmla="*/ 394 h 700"/>
                <a:gd name="T14" fmla="*/ 369 w 468"/>
                <a:gd name="T15" fmla="*/ 197 h 700"/>
                <a:gd name="T16" fmla="*/ 233 w 468"/>
                <a:gd name="T17" fmla="*/ 66 h 700"/>
                <a:gd name="T18" fmla="*/ 94 w 468"/>
                <a:gd name="T19" fmla="*/ 167 h 700"/>
                <a:gd name="T20" fmla="*/ 47 w 468"/>
                <a:gd name="T21" fmla="*/ 226 h 700"/>
                <a:gd name="T22" fmla="*/ 11 w 468"/>
                <a:gd name="T23" fmla="*/ 187 h 700"/>
                <a:gd name="T24" fmla="*/ 232 w 468"/>
                <a:gd name="T25" fmla="*/ 0 h 700"/>
                <a:gd name="T26" fmla="*/ 456 w 468"/>
                <a:gd name="T27" fmla="*/ 195 h 700"/>
                <a:gd name="T28" fmla="*/ 257 w 468"/>
                <a:gd name="T29" fmla="*/ 467 h 700"/>
                <a:gd name="T30" fmla="*/ 106 w 468"/>
                <a:gd name="T31" fmla="*/ 623 h 700"/>
                <a:gd name="T32" fmla="*/ 397 w 468"/>
                <a:gd name="T33" fmla="*/ 623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8" h="700">
                  <a:moveTo>
                    <a:pt x="397" y="623"/>
                  </a:moveTo>
                  <a:cubicBezTo>
                    <a:pt x="429" y="623"/>
                    <a:pt x="468" y="623"/>
                    <a:pt x="468" y="661"/>
                  </a:cubicBezTo>
                  <a:cubicBezTo>
                    <a:pt x="468" y="700"/>
                    <a:pt x="431" y="700"/>
                    <a:pt x="398" y="700"/>
                  </a:cubicBezTo>
                  <a:lnTo>
                    <a:pt x="58" y="700"/>
                  </a:lnTo>
                  <a:cubicBezTo>
                    <a:pt x="16" y="700"/>
                    <a:pt x="0" y="684"/>
                    <a:pt x="0" y="657"/>
                  </a:cubicBezTo>
                  <a:cubicBezTo>
                    <a:pt x="0" y="610"/>
                    <a:pt x="48" y="545"/>
                    <a:pt x="129" y="476"/>
                  </a:cubicBezTo>
                  <a:cubicBezTo>
                    <a:pt x="162" y="448"/>
                    <a:pt x="195" y="421"/>
                    <a:pt x="229" y="394"/>
                  </a:cubicBezTo>
                  <a:cubicBezTo>
                    <a:pt x="345" y="301"/>
                    <a:pt x="369" y="257"/>
                    <a:pt x="369" y="197"/>
                  </a:cubicBezTo>
                  <a:cubicBezTo>
                    <a:pt x="369" y="111"/>
                    <a:pt x="302" y="66"/>
                    <a:pt x="233" y="66"/>
                  </a:cubicBezTo>
                  <a:cubicBezTo>
                    <a:pt x="176" y="66"/>
                    <a:pt x="114" y="97"/>
                    <a:pt x="94" y="167"/>
                  </a:cubicBezTo>
                  <a:cubicBezTo>
                    <a:pt x="86" y="200"/>
                    <a:pt x="79" y="226"/>
                    <a:pt x="47" y="226"/>
                  </a:cubicBezTo>
                  <a:cubicBezTo>
                    <a:pt x="37" y="226"/>
                    <a:pt x="11" y="219"/>
                    <a:pt x="11" y="187"/>
                  </a:cubicBezTo>
                  <a:cubicBezTo>
                    <a:pt x="11" y="115"/>
                    <a:pt x="80" y="0"/>
                    <a:pt x="232" y="0"/>
                  </a:cubicBezTo>
                  <a:cubicBezTo>
                    <a:pt x="433" y="0"/>
                    <a:pt x="456" y="147"/>
                    <a:pt x="456" y="195"/>
                  </a:cubicBezTo>
                  <a:cubicBezTo>
                    <a:pt x="456" y="307"/>
                    <a:pt x="373" y="375"/>
                    <a:pt x="257" y="467"/>
                  </a:cubicBezTo>
                  <a:cubicBezTo>
                    <a:pt x="133" y="566"/>
                    <a:pt x="122" y="590"/>
                    <a:pt x="106" y="623"/>
                  </a:cubicBezTo>
                  <a:lnTo>
                    <a:pt x="397" y="62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33">
              <a:extLst>
                <a:ext uri="{FF2B5EF4-FFF2-40B4-BE49-F238E27FC236}">
                  <a16:creationId xmlns:a16="http://schemas.microsoft.com/office/drawing/2014/main" id="{4AAFCCA2-1A44-F1ED-F018-9FC75B63D027}"/>
                </a:ext>
              </a:extLst>
            </p:cNvPr>
            <p:cNvSpPr>
              <a:spLocks noEditPoints="1"/>
            </p:cNvSpPr>
            <p:nvPr/>
          </p:nvSpPr>
          <p:spPr bwMode="auto">
            <a:xfrm>
              <a:off x="4786313" y="500063"/>
              <a:ext cx="68263" cy="98425"/>
            </a:xfrm>
            <a:custGeom>
              <a:avLst/>
              <a:gdLst>
                <a:gd name="T0" fmla="*/ 264 w 529"/>
                <a:gd name="T1" fmla="*/ 66 h 760"/>
                <a:gd name="T2" fmla="*/ 431 w 529"/>
                <a:gd name="T3" fmla="*/ 227 h 760"/>
                <a:gd name="T4" fmla="*/ 279 w 529"/>
                <a:gd name="T5" fmla="*/ 447 h 760"/>
                <a:gd name="T6" fmla="*/ 270 w 529"/>
                <a:gd name="T7" fmla="*/ 455 h 760"/>
                <a:gd name="T8" fmla="*/ 179 w 529"/>
                <a:gd name="T9" fmla="*/ 529 h 760"/>
                <a:gd name="T10" fmla="*/ 61 w 529"/>
                <a:gd name="T11" fmla="*/ 687 h 760"/>
                <a:gd name="T12" fmla="*/ 89 w 529"/>
                <a:gd name="T13" fmla="*/ 700 h 760"/>
                <a:gd name="T14" fmla="*/ 429 w 529"/>
                <a:gd name="T15" fmla="*/ 700 h 760"/>
                <a:gd name="T16" fmla="*/ 469 w 529"/>
                <a:gd name="T17" fmla="*/ 696 h 760"/>
                <a:gd name="T18" fmla="*/ 469 w 529"/>
                <a:gd name="T19" fmla="*/ 691 h 760"/>
                <a:gd name="T20" fmla="*/ 469 w 529"/>
                <a:gd name="T21" fmla="*/ 687 h 760"/>
                <a:gd name="T22" fmla="*/ 428 w 529"/>
                <a:gd name="T23" fmla="*/ 683 h 760"/>
                <a:gd name="T24" fmla="*/ 137 w 529"/>
                <a:gd name="T25" fmla="*/ 683 h 760"/>
                <a:gd name="T26" fmla="*/ 112 w 529"/>
                <a:gd name="T27" fmla="*/ 669 h 760"/>
                <a:gd name="T28" fmla="*/ 110 w 529"/>
                <a:gd name="T29" fmla="*/ 640 h 760"/>
                <a:gd name="T30" fmla="*/ 269 w 529"/>
                <a:gd name="T31" fmla="*/ 474 h 760"/>
                <a:gd name="T32" fmla="*/ 457 w 529"/>
                <a:gd name="T33" fmla="*/ 225 h 760"/>
                <a:gd name="T34" fmla="*/ 263 w 529"/>
                <a:gd name="T35" fmla="*/ 60 h 760"/>
                <a:gd name="T36" fmla="*/ 72 w 529"/>
                <a:gd name="T37" fmla="*/ 218 h 760"/>
                <a:gd name="T38" fmla="*/ 79 w 529"/>
                <a:gd name="T39" fmla="*/ 225 h 760"/>
                <a:gd name="T40" fmla="*/ 96 w 529"/>
                <a:gd name="T41" fmla="*/ 189 h 760"/>
                <a:gd name="T42" fmla="*/ 264 w 529"/>
                <a:gd name="T43" fmla="*/ 66 h 760"/>
                <a:gd name="T44" fmla="*/ 429 w 529"/>
                <a:gd name="T45" fmla="*/ 760 h 760"/>
                <a:gd name="T46" fmla="*/ 89 w 529"/>
                <a:gd name="T47" fmla="*/ 760 h 760"/>
                <a:gd name="T48" fmla="*/ 0 w 529"/>
                <a:gd name="T49" fmla="*/ 687 h 760"/>
                <a:gd name="T50" fmla="*/ 140 w 529"/>
                <a:gd name="T51" fmla="*/ 483 h 760"/>
                <a:gd name="T52" fmla="*/ 232 w 529"/>
                <a:gd name="T53" fmla="*/ 408 h 760"/>
                <a:gd name="T54" fmla="*/ 242 w 529"/>
                <a:gd name="T55" fmla="*/ 401 h 760"/>
                <a:gd name="T56" fmla="*/ 370 w 529"/>
                <a:gd name="T57" fmla="*/ 227 h 760"/>
                <a:gd name="T58" fmla="*/ 264 w 529"/>
                <a:gd name="T59" fmla="*/ 126 h 760"/>
                <a:gd name="T60" fmla="*/ 154 w 529"/>
                <a:gd name="T61" fmla="*/ 205 h 760"/>
                <a:gd name="T62" fmla="*/ 78 w 529"/>
                <a:gd name="T63" fmla="*/ 286 h 760"/>
                <a:gd name="T64" fmla="*/ 12 w 529"/>
                <a:gd name="T65" fmla="*/ 218 h 760"/>
                <a:gd name="T66" fmla="*/ 263 w 529"/>
                <a:gd name="T67" fmla="*/ 0 h 760"/>
                <a:gd name="T68" fmla="*/ 518 w 529"/>
                <a:gd name="T69" fmla="*/ 225 h 760"/>
                <a:gd name="T70" fmla="*/ 307 w 529"/>
                <a:gd name="T71" fmla="*/ 521 h 760"/>
                <a:gd name="T72" fmla="*/ 192 w 529"/>
                <a:gd name="T73" fmla="*/ 623 h 760"/>
                <a:gd name="T74" fmla="*/ 428 w 529"/>
                <a:gd name="T75" fmla="*/ 623 h 760"/>
                <a:gd name="T76" fmla="*/ 529 w 529"/>
                <a:gd name="T77" fmla="*/ 691 h 760"/>
                <a:gd name="T78" fmla="*/ 429 w 529"/>
                <a:gd name="T79" fmla="*/ 76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9" h="760">
                  <a:moveTo>
                    <a:pt x="264" y="66"/>
                  </a:moveTo>
                  <a:cubicBezTo>
                    <a:pt x="347" y="66"/>
                    <a:pt x="431" y="122"/>
                    <a:pt x="431" y="227"/>
                  </a:cubicBezTo>
                  <a:cubicBezTo>
                    <a:pt x="431" y="303"/>
                    <a:pt x="395" y="354"/>
                    <a:pt x="279" y="447"/>
                  </a:cubicBezTo>
                  <a:lnTo>
                    <a:pt x="270" y="455"/>
                  </a:lnTo>
                  <a:cubicBezTo>
                    <a:pt x="239" y="480"/>
                    <a:pt x="209" y="504"/>
                    <a:pt x="179" y="529"/>
                  </a:cubicBezTo>
                  <a:cubicBezTo>
                    <a:pt x="92" y="604"/>
                    <a:pt x="61" y="660"/>
                    <a:pt x="61" y="687"/>
                  </a:cubicBezTo>
                  <a:cubicBezTo>
                    <a:pt x="61" y="694"/>
                    <a:pt x="61" y="700"/>
                    <a:pt x="89" y="700"/>
                  </a:cubicBezTo>
                  <a:lnTo>
                    <a:pt x="429" y="700"/>
                  </a:lnTo>
                  <a:cubicBezTo>
                    <a:pt x="440" y="700"/>
                    <a:pt x="464" y="700"/>
                    <a:pt x="469" y="696"/>
                  </a:cubicBezTo>
                  <a:cubicBezTo>
                    <a:pt x="469" y="696"/>
                    <a:pt x="469" y="694"/>
                    <a:pt x="469" y="691"/>
                  </a:cubicBezTo>
                  <a:cubicBezTo>
                    <a:pt x="469" y="688"/>
                    <a:pt x="469" y="687"/>
                    <a:pt x="469" y="687"/>
                  </a:cubicBezTo>
                  <a:cubicBezTo>
                    <a:pt x="464" y="683"/>
                    <a:pt x="439" y="683"/>
                    <a:pt x="428" y="683"/>
                  </a:cubicBezTo>
                  <a:lnTo>
                    <a:pt x="137" y="683"/>
                  </a:lnTo>
                  <a:cubicBezTo>
                    <a:pt x="127" y="683"/>
                    <a:pt x="117" y="678"/>
                    <a:pt x="112" y="669"/>
                  </a:cubicBezTo>
                  <a:cubicBezTo>
                    <a:pt x="106" y="660"/>
                    <a:pt x="105" y="649"/>
                    <a:pt x="110" y="640"/>
                  </a:cubicBezTo>
                  <a:cubicBezTo>
                    <a:pt x="129" y="599"/>
                    <a:pt x="146" y="572"/>
                    <a:pt x="269" y="474"/>
                  </a:cubicBezTo>
                  <a:cubicBezTo>
                    <a:pt x="389" y="378"/>
                    <a:pt x="457" y="319"/>
                    <a:pt x="457" y="225"/>
                  </a:cubicBezTo>
                  <a:cubicBezTo>
                    <a:pt x="457" y="198"/>
                    <a:pt x="448" y="60"/>
                    <a:pt x="263" y="60"/>
                  </a:cubicBezTo>
                  <a:cubicBezTo>
                    <a:pt x="121" y="60"/>
                    <a:pt x="72" y="168"/>
                    <a:pt x="72" y="218"/>
                  </a:cubicBezTo>
                  <a:cubicBezTo>
                    <a:pt x="72" y="222"/>
                    <a:pt x="72" y="225"/>
                    <a:pt x="79" y="225"/>
                  </a:cubicBezTo>
                  <a:cubicBezTo>
                    <a:pt x="84" y="225"/>
                    <a:pt x="87" y="225"/>
                    <a:pt x="96" y="189"/>
                  </a:cubicBezTo>
                  <a:cubicBezTo>
                    <a:pt x="117" y="114"/>
                    <a:pt x="183" y="66"/>
                    <a:pt x="264" y="66"/>
                  </a:cubicBezTo>
                  <a:close/>
                  <a:moveTo>
                    <a:pt x="429" y="760"/>
                  </a:moveTo>
                  <a:lnTo>
                    <a:pt x="89" y="760"/>
                  </a:lnTo>
                  <a:cubicBezTo>
                    <a:pt x="9" y="760"/>
                    <a:pt x="0" y="709"/>
                    <a:pt x="0" y="687"/>
                  </a:cubicBezTo>
                  <a:cubicBezTo>
                    <a:pt x="0" y="617"/>
                    <a:pt x="76" y="538"/>
                    <a:pt x="140" y="483"/>
                  </a:cubicBezTo>
                  <a:cubicBezTo>
                    <a:pt x="171" y="457"/>
                    <a:pt x="201" y="433"/>
                    <a:pt x="232" y="408"/>
                  </a:cubicBezTo>
                  <a:lnTo>
                    <a:pt x="242" y="401"/>
                  </a:lnTo>
                  <a:cubicBezTo>
                    <a:pt x="352" y="312"/>
                    <a:pt x="370" y="275"/>
                    <a:pt x="370" y="227"/>
                  </a:cubicBezTo>
                  <a:cubicBezTo>
                    <a:pt x="370" y="158"/>
                    <a:pt x="315" y="126"/>
                    <a:pt x="264" y="126"/>
                  </a:cubicBezTo>
                  <a:cubicBezTo>
                    <a:pt x="222" y="126"/>
                    <a:pt x="171" y="147"/>
                    <a:pt x="154" y="205"/>
                  </a:cubicBezTo>
                  <a:cubicBezTo>
                    <a:pt x="146" y="239"/>
                    <a:pt x="133" y="286"/>
                    <a:pt x="78" y="286"/>
                  </a:cubicBezTo>
                  <a:cubicBezTo>
                    <a:pt x="46" y="286"/>
                    <a:pt x="12" y="262"/>
                    <a:pt x="12" y="218"/>
                  </a:cubicBezTo>
                  <a:cubicBezTo>
                    <a:pt x="12" y="130"/>
                    <a:pt x="92" y="0"/>
                    <a:pt x="263" y="0"/>
                  </a:cubicBezTo>
                  <a:cubicBezTo>
                    <a:pt x="510" y="0"/>
                    <a:pt x="518" y="202"/>
                    <a:pt x="518" y="225"/>
                  </a:cubicBezTo>
                  <a:cubicBezTo>
                    <a:pt x="518" y="353"/>
                    <a:pt x="425" y="427"/>
                    <a:pt x="307" y="521"/>
                  </a:cubicBezTo>
                  <a:cubicBezTo>
                    <a:pt x="242" y="572"/>
                    <a:pt x="210" y="602"/>
                    <a:pt x="192" y="623"/>
                  </a:cubicBezTo>
                  <a:lnTo>
                    <a:pt x="428" y="623"/>
                  </a:lnTo>
                  <a:cubicBezTo>
                    <a:pt x="458" y="623"/>
                    <a:pt x="529" y="623"/>
                    <a:pt x="529" y="691"/>
                  </a:cubicBezTo>
                  <a:cubicBezTo>
                    <a:pt x="529" y="760"/>
                    <a:pt x="459" y="760"/>
                    <a:pt x="429" y="7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34">
              <a:extLst>
                <a:ext uri="{FF2B5EF4-FFF2-40B4-BE49-F238E27FC236}">
                  <a16:creationId xmlns:a16="http://schemas.microsoft.com/office/drawing/2014/main" id="{F8DD707B-4E3B-5C41-6AB5-01750F0FB166}"/>
                </a:ext>
              </a:extLst>
            </p:cNvPr>
            <p:cNvSpPr>
              <a:spLocks noEditPoints="1"/>
            </p:cNvSpPr>
            <p:nvPr/>
          </p:nvSpPr>
          <p:spPr bwMode="auto">
            <a:xfrm>
              <a:off x="4856163" y="504826"/>
              <a:ext cx="66675" cy="90488"/>
            </a:xfrm>
            <a:custGeom>
              <a:avLst/>
              <a:gdLst>
                <a:gd name="T0" fmla="*/ 332 w 519"/>
                <a:gd name="T1" fmla="*/ 463 h 712"/>
                <a:gd name="T2" fmla="*/ 332 w 519"/>
                <a:gd name="T3" fmla="*/ 132 h 712"/>
                <a:gd name="T4" fmla="*/ 88 w 519"/>
                <a:gd name="T5" fmla="*/ 463 h 712"/>
                <a:gd name="T6" fmla="*/ 332 w 519"/>
                <a:gd name="T7" fmla="*/ 463 h 712"/>
                <a:gd name="T8" fmla="*/ 78 w 519"/>
                <a:gd name="T9" fmla="*/ 535 h 712"/>
                <a:gd name="T10" fmla="*/ 16 w 519"/>
                <a:gd name="T11" fmla="*/ 523 h 712"/>
                <a:gd name="T12" fmla="*/ 0 w 519"/>
                <a:gd name="T13" fmla="*/ 487 h 712"/>
                <a:gd name="T14" fmla="*/ 29 w 519"/>
                <a:gd name="T15" fmla="*/ 435 h 712"/>
                <a:gd name="T16" fmla="*/ 322 w 519"/>
                <a:gd name="T17" fmla="*/ 39 h 712"/>
                <a:gd name="T18" fmla="*/ 370 w 519"/>
                <a:gd name="T19" fmla="*/ 0 h 712"/>
                <a:gd name="T20" fmla="*/ 413 w 519"/>
                <a:gd name="T21" fmla="*/ 68 h 712"/>
                <a:gd name="T22" fmla="*/ 413 w 519"/>
                <a:gd name="T23" fmla="*/ 463 h 712"/>
                <a:gd name="T24" fmla="*/ 461 w 519"/>
                <a:gd name="T25" fmla="*/ 463 h 712"/>
                <a:gd name="T26" fmla="*/ 519 w 519"/>
                <a:gd name="T27" fmla="*/ 499 h 712"/>
                <a:gd name="T28" fmla="*/ 464 w 519"/>
                <a:gd name="T29" fmla="*/ 535 h 712"/>
                <a:gd name="T30" fmla="*/ 413 w 519"/>
                <a:gd name="T31" fmla="*/ 535 h 712"/>
                <a:gd name="T32" fmla="*/ 413 w 519"/>
                <a:gd name="T33" fmla="*/ 645 h 712"/>
                <a:gd name="T34" fmla="*/ 401 w 519"/>
                <a:gd name="T35" fmla="*/ 700 h 712"/>
                <a:gd name="T36" fmla="*/ 373 w 519"/>
                <a:gd name="T37" fmla="*/ 712 h 712"/>
                <a:gd name="T38" fmla="*/ 332 w 519"/>
                <a:gd name="T39" fmla="*/ 645 h 712"/>
                <a:gd name="T40" fmla="*/ 332 w 519"/>
                <a:gd name="T41" fmla="*/ 535 h 712"/>
                <a:gd name="T42" fmla="*/ 78 w 519"/>
                <a:gd name="T43" fmla="*/ 535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9" h="712">
                  <a:moveTo>
                    <a:pt x="332" y="463"/>
                  </a:moveTo>
                  <a:lnTo>
                    <a:pt x="332" y="132"/>
                  </a:lnTo>
                  <a:lnTo>
                    <a:pt x="88" y="463"/>
                  </a:lnTo>
                  <a:lnTo>
                    <a:pt x="332" y="463"/>
                  </a:lnTo>
                  <a:close/>
                  <a:moveTo>
                    <a:pt x="78" y="535"/>
                  </a:moveTo>
                  <a:cubicBezTo>
                    <a:pt x="43" y="535"/>
                    <a:pt x="28" y="535"/>
                    <a:pt x="16" y="523"/>
                  </a:cubicBezTo>
                  <a:cubicBezTo>
                    <a:pt x="5" y="512"/>
                    <a:pt x="0" y="501"/>
                    <a:pt x="0" y="487"/>
                  </a:cubicBezTo>
                  <a:cubicBezTo>
                    <a:pt x="0" y="473"/>
                    <a:pt x="3" y="469"/>
                    <a:pt x="29" y="435"/>
                  </a:cubicBezTo>
                  <a:lnTo>
                    <a:pt x="322" y="39"/>
                  </a:lnTo>
                  <a:cubicBezTo>
                    <a:pt x="349" y="2"/>
                    <a:pt x="359" y="0"/>
                    <a:pt x="370" y="0"/>
                  </a:cubicBezTo>
                  <a:cubicBezTo>
                    <a:pt x="413" y="0"/>
                    <a:pt x="413" y="35"/>
                    <a:pt x="413" y="68"/>
                  </a:cubicBezTo>
                  <a:lnTo>
                    <a:pt x="413" y="463"/>
                  </a:lnTo>
                  <a:lnTo>
                    <a:pt x="461" y="463"/>
                  </a:lnTo>
                  <a:cubicBezTo>
                    <a:pt x="483" y="463"/>
                    <a:pt x="519" y="463"/>
                    <a:pt x="519" y="499"/>
                  </a:cubicBezTo>
                  <a:cubicBezTo>
                    <a:pt x="519" y="535"/>
                    <a:pt x="481" y="535"/>
                    <a:pt x="464" y="535"/>
                  </a:cubicBezTo>
                  <a:lnTo>
                    <a:pt x="413" y="535"/>
                  </a:lnTo>
                  <a:lnTo>
                    <a:pt x="413" y="645"/>
                  </a:lnTo>
                  <a:cubicBezTo>
                    <a:pt x="413" y="673"/>
                    <a:pt x="413" y="691"/>
                    <a:pt x="401" y="700"/>
                  </a:cubicBezTo>
                  <a:cubicBezTo>
                    <a:pt x="395" y="706"/>
                    <a:pt x="386" y="712"/>
                    <a:pt x="373" y="712"/>
                  </a:cubicBezTo>
                  <a:cubicBezTo>
                    <a:pt x="332" y="712"/>
                    <a:pt x="332" y="676"/>
                    <a:pt x="332" y="645"/>
                  </a:cubicBezTo>
                  <a:lnTo>
                    <a:pt x="332" y="535"/>
                  </a:lnTo>
                  <a:lnTo>
                    <a:pt x="78" y="5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35">
              <a:extLst>
                <a:ext uri="{FF2B5EF4-FFF2-40B4-BE49-F238E27FC236}">
                  <a16:creationId xmlns:a16="http://schemas.microsoft.com/office/drawing/2014/main" id="{A342AB77-8F19-499D-7DBC-0F81BC34BEDA}"/>
                </a:ext>
              </a:extLst>
            </p:cNvPr>
            <p:cNvSpPr>
              <a:spLocks noEditPoints="1"/>
            </p:cNvSpPr>
            <p:nvPr/>
          </p:nvSpPr>
          <p:spPr bwMode="auto">
            <a:xfrm>
              <a:off x="4852988" y="500063"/>
              <a:ext cx="73025" cy="98425"/>
            </a:xfrm>
            <a:custGeom>
              <a:avLst/>
              <a:gdLst>
                <a:gd name="T0" fmla="*/ 178 w 579"/>
                <a:gd name="T1" fmla="*/ 462 h 772"/>
                <a:gd name="T2" fmla="*/ 332 w 579"/>
                <a:gd name="T3" fmla="*/ 462 h 772"/>
                <a:gd name="T4" fmla="*/ 332 w 579"/>
                <a:gd name="T5" fmla="*/ 254 h 772"/>
                <a:gd name="T6" fmla="*/ 178 w 579"/>
                <a:gd name="T7" fmla="*/ 462 h 772"/>
                <a:gd name="T8" fmla="*/ 362 w 579"/>
                <a:gd name="T9" fmla="*/ 523 h 772"/>
                <a:gd name="T10" fmla="*/ 118 w 579"/>
                <a:gd name="T11" fmla="*/ 523 h 772"/>
                <a:gd name="T12" fmla="*/ 91 w 579"/>
                <a:gd name="T13" fmla="*/ 506 h 772"/>
                <a:gd name="T14" fmla="*/ 94 w 579"/>
                <a:gd name="T15" fmla="*/ 475 h 772"/>
                <a:gd name="T16" fmla="*/ 337 w 579"/>
                <a:gd name="T17" fmla="*/ 144 h 772"/>
                <a:gd name="T18" fmla="*/ 371 w 579"/>
                <a:gd name="T19" fmla="*/ 133 h 772"/>
                <a:gd name="T20" fmla="*/ 392 w 579"/>
                <a:gd name="T21" fmla="*/ 162 h 772"/>
                <a:gd name="T22" fmla="*/ 392 w 579"/>
                <a:gd name="T23" fmla="*/ 493 h 772"/>
                <a:gd name="T24" fmla="*/ 362 w 579"/>
                <a:gd name="T25" fmla="*/ 523 h 772"/>
                <a:gd name="T26" fmla="*/ 396 w 579"/>
                <a:gd name="T27" fmla="*/ 711 h 772"/>
                <a:gd name="T28" fmla="*/ 403 w 579"/>
                <a:gd name="T29" fmla="*/ 712 h 772"/>
                <a:gd name="T30" fmla="*/ 410 w 579"/>
                <a:gd name="T31" fmla="*/ 709 h 772"/>
                <a:gd name="T32" fmla="*/ 411 w 579"/>
                <a:gd name="T33" fmla="*/ 708 h 772"/>
                <a:gd name="T34" fmla="*/ 413 w 579"/>
                <a:gd name="T35" fmla="*/ 676 h 772"/>
                <a:gd name="T36" fmla="*/ 413 w 579"/>
                <a:gd name="T37" fmla="*/ 565 h 772"/>
                <a:gd name="T38" fmla="*/ 443 w 579"/>
                <a:gd name="T39" fmla="*/ 535 h 772"/>
                <a:gd name="T40" fmla="*/ 494 w 579"/>
                <a:gd name="T41" fmla="*/ 535 h 772"/>
                <a:gd name="T42" fmla="*/ 518 w 579"/>
                <a:gd name="T43" fmla="*/ 532 h 772"/>
                <a:gd name="T44" fmla="*/ 518 w 579"/>
                <a:gd name="T45" fmla="*/ 529 h 772"/>
                <a:gd name="T46" fmla="*/ 518 w 579"/>
                <a:gd name="T47" fmla="*/ 525 h 772"/>
                <a:gd name="T48" fmla="*/ 491 w 579"/>
                <a:gd name="T49" fmla="*/ 523 h 772"/>
                <a:gd name="T50" fmla="*/ 443 w 579"/>
                <a:gd name="T51" fmla="*/ 523 h 772"/>
                <a:gd name="T52" fmla="*/ 413 w 579"/>
                <a:gd name="T53" fmla="*/ 493 h 772"/>
                <a:gd name="T54" fmla="*/ 413 w 579"/>
                <a:gd name="T55" fmla="*/ 98 h 772"/>
                <a:gd name="T56" fmla="*/ 409 w 579"/>
                <a:gd name="T57" fmla="*/ 61 h 772"/>
                <a:gd name="T58" fmla="*/ 400 w 579"/>
                <a:gd name="T59" fmla="*/ 60 h 772"/>
                <a:gd name="T60" fmla="*/ 400 w 579"/>
                <a:gd name="T61" fmla="*/ 60 h 772"/>
                <a:gd name="T62" fmla="*/ 376 w 579"/>
                <a:gd name="T63" fmla="*/ 87 h 772"/>
                <a:gd name="T64" fmla="*/ 83 w 579"/>
                <a:gd name="T65" fmla="*/ 483 h 772"/>
                <a:gd name="T66" fmla="*/ 60 w 579"/>
                <a:gd name="T67" fmla="*/ 515 h 772"/>
                <a:gd name="T68" fmla="*/ 60 w 579"/>
                <a:gd name="T69" fmla="*/ 517 h 772"/>
                <a:gd name="T70" fmla="*/ 67 w 579"/>
                <a:gd name="T71" fmla="*/ 532 h 772"/>
                <a:gd name="T72" fmla="*/ 108 w 579"/>
                <a:gd name="T73" fmla="*/ 535 h 772"/>
                <a:gd name="T74" fmla="*/ 362 w 579"/>
                <a:gd name="T75" fmla="*/ 535 h 772"/>
                <a:gd name="T76" fmla="*/ 392 w 579"/>
                <a:gd name="T77" fmla="*/ 565 h 772"/>
                <a:gd name="T78" fmla="*/ 392 w 579"/>
                <a:gd name="T79" fmla="*/ 676 h 772"/>
                <a:gd name="T80" fmla="*/ 396 w 579"/>
                <a:gd name="T81" fmla="*/ 711 h 772"/>
                <a:gd name="T82" fmla="*/ 403 w 579"/>
                <a:gd name="T83" fmla="*/ 772 h 772"/>
                <a:gd name="T84" fmla="*/ 332 w 579"/>
                <a:gd name="T85" fmla="*/ 676 h 772"/>
                <a:gd name="T86" fmla="*/ 332 w 579"/>
                <a:gd name="T87" fmla="*/ 595 h 772"/>
                <a:gd name="T88" fmla="*/ 108 w 579"/>
                <a:gd name="T89" fmla="*/ 595 h 772"/>
                <a:gd name="T90" fmla="*/ 24 w 579"/>
                <a:gd name="T91" fmla="*/ 575 h 772"/>
                <a:gd name="T92" fmla="*/ 0 w 579"/>
                <a:gd name="T93" fmla="*/ 517 h 772"/>
                <a:gd name="T94" fmla="*/ 34 w 579"/>
                <a:gd name="T95" fmla="*/ 447 h 772"/>
                <a:gd name="T96" fmla="*/ 328 w 579"/>
                <a:gd name="T97" fmla="*/ 51 h 772"/>
                <a:gd name="T98" fmla="*/ 400 w 579"/>
                <a:gd name="T99" fmla="*/ 0 h 772"/>
                <a:gd name="T100" fmla="*/ 473 w 579"/>
                <a:gd name="T101" fmla="*/ 98 h 772"/>
                <a:gd name="T102" fmla="*/ 473 w 579"/>
                <a:gd name="T103" fmla="*/ 462 h 772"/>
                <a:gd name="T104" fmla="*/ 491 w 579"/>
                <a:gd name="T105" fmla="*/ 462 h 772"/>
                <a:gd name="T106" fmla="*/ 579 w 579"/>
                <a:gd name="T107" fmla="*/ 529 h 772"/>
                <a:gd name="T108" fmla="*/ 494 w 579"/>
                <a:gd name="T109" fmla="*/ 595 h 772"/>
                <a:gd name="T110" fmla="*/ 473 w 579"/>
                <a:gd name="T111" fmla="*/ 595 h 772"/>
                <a:gd name="T112" fmla="*/ 473 w 579"/>
                <a:gd name="T113" fmla="*/ 676 h 772"/>
                <a:gd name="T114" fmla="*/ 452 w 579"/>
                <a:gd name="T115" fmla="*/ 752 h 772"/>
                <a:gd name="T116" fmla="*/ 403 w 579"/>
                <a:gd name="T117"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9" h="772">
                  <a:moveTo>
                    <a:pt x="178" y="462"/>
                  </a:moveTo>
                  <a:lnTo>
                    <a:pt x="332" y="462"/>
                  </a:lnTo>
                  <a:lnTo>
                    <a:pt x="332" y="254"/>
                  </a:lnTo>
                  <a:lnTo>
                    <a:pt x="178" y="462"/>
                  </a:lnTo>
                  <a:close/>
                  <a:moveTo>
                    <a:pt x="362" y="523"/>
                  </a:moveTo>
                  <a:lnTo>
                    <a:pt x="118" y="523"/>
                  </a:lnTo>
                  <a:cubicBezTo>
                    <a:pt x="107" y="523"/>
                    <a:pt x="96" y="516"/>
                    <a:pt x="91" y="506"/>
                  </a:cubicBezTo>
                  <a:cubicBezTo>
                    <a:pt x="86" y="496"/>
                    <a:pt x="87" y="484"/>
                    <a:pt x="94" y="475"/>
                  </a:cubicBezTo>
                  <a:lnTo>
                    <a:pt x="337" y="144"/>
                  </a:lnTo>
                  <a:cubicBezTo>
                    <a:pt x="345" y="133"/>
                    <a:pt x="359" y="129"/>
                    <a:pt x="371" y="133"/>
                  </a:cubicBezTo>
                  <a:cubicBezTo>
                    <a:pt x="384" y="137"/>
                    <a:pt x="392" y="149"/>
                    <a:pt x="392" y="162"/>
                  </a:cubicBezTo>
                  <a:lnTo>
                    <a:pt x="392" y="493"/>
                  </a:lnTo>
                  <a:cubicBezTo>
                    <a:pt x="392" y="509"/>
                    <a:pt x="378" y="523"/>
                    <a:pt x="362" y="523"/>
                  </a:cubicBezTo>
                  <a:close/>
                  <a:moveTo>
                    <a:pt x="396" y="711"/>
                  </a:moveTo>
                  <a:cubicBezTo>
                    <a:pt x="396" y="711"/>
                    <a:pt x="398" y="712"/>
                    <a:pt x="403" y="712"/>
                  </a:cubicBezTo>
                  <a:cubicBezTo>
                    <a:pt x="407" y="712"/>
                    <a:pt x="409" y="710"/>
                    <a:pt x="410" y="709"/>
                  </a:cubicBezTo>
                  <a:cubicBezTo>
                    <a:pt x="410" y="709"/>
                    <a:pt x="411" y="708"/>
                    <a:pt x="411" y="708"/>
                  </a:cubicBezTo>
                  <a:cubicBezTo>
                    <a:pt x="413" y="703"/>
                    <a:pt x="413" y="688"/>
                    <a:pt x="413" y="676"/>
                  </a:cubicBezTo>
                  <a:lnTo>
                    <a:pt x="413" y="565"/>
                  </a:lnTo>
                  <a:cubicBezTo>
                    <a:pt x="413" y="548"/>
                    <a:pt x="426" y="535"/>
                    <a:pt x="443" y="535"/>
                  </a:cubicBezTo>
                  <a:lnTo>
                    <a:pt x="494" y="535"/>
                  </a:lnTo>
                  <a:cubicBezTo>
                    <a:pt x="507" y="535"/>
                    <a:pt x="516" y="534"/>
                    <a:pt x="518" y="532"/>
                  </a:cubicBezTo>
                  <a:cubicBezTo>
                    <a:pt x="518" y="531"/>
                    <a:pt x="518" y="530"/>
                    <a:pt x="518" y="529"/>
                  </a:cubicBezTo>
                  <a:cubicBezTo>
                    <a:pt x="518" y="526"/>
                    <a:pt x="518" y="525"/>
                    <a:pt x="518" y="525"/>
                  </a:cubicBezTo>
                  <a:cubicBezTo>
                    <a:pt x="515" y="523"/>
                    <a:pt x="497" y="523"/>
                    <a:pt x="491" y="523"/>
                  </a:cubicBezTo>
                  <a:lnTo>
                    <a:pt x="443" y="523"/>
                  </a:lnTo>
                  <a:cubicBezTo>
                    <a:pt x="426" y="523"/>
                    <a:pt x="413" y="509"/>
                    <a:pt x="413" y="493"/>
                  </a:cubicBezTo>
                  <a:lnTo>
                    <a:pt x="413" y="98"/>
                  </a:lnTo>
                  <a:cubicBezTo>
                    <a:pt x="413" y="88"/>
                    <a:pt x="413" y="65"/>
                    <a:pt x="409" y="61"/>
                  </a:cubicBezTo>
                  <a:cubicBezTo>
                    <a:pt x="408" y="61"/>
                    <a:pt x="406" y="60"/>
                    <a:pt x="400" y="60"/>
                  </a:cubicBezTo>
                  <a:lnTo>
                    <a:pt x="400" y="60"/>
                  </a:lnTo>
                  <a:cubicBezTo>
                    <a:pt x="398" y="61"/>
                    <a:pt x="391" y="67"/>
                    <a:pt x="376" y="87"/>
                  </a:cubicBezTo>
                  <a:lnTo>
                    <a:pt x="83" y="483"/>
                  </a:lnTo>
                  <a:cubicBezTo>
                    <a:pt x="71" y="499"/>
                    <a:pt x="62" y="512"/>
                    <a:pt x="60" y="515"/>
                  </a:cubicBezTo>
                  <a:lnTo>
                    <a:pt x="60" y="517"/>
                  </a:lnTo>
                  <a:cubicBezTo>
                    <a:pt x="60" y="522"/>
                    <a:pt x="61" y="526"/>
                    <a:pt x="67" y="532"/>
                  </a:cubicBezTo>
                  <a:cubicBezTo>
                    <a:pt x="70" y="535"/>
                    <a:pt x="89" y="535"/>
                    <a:pt x="108" y="535"/>
                  </a:cubicBezTo>
                  <a:lnTo>
                    <a:pt x="362" y="535"/>
                  </a:lnTo>
                  <a:cubicBezTo>
                    <a:pt x="378" y="535"/>
                    <a:pt x="392" y="548"/>
                    <a:pt x="392" y="565"/>
                  </a:cubicBezTo>
                  <a:lnTo>
                    <a:pt x="392" y="676"/>
                  </a:lnTo>
                  <a:cubicBezTo>
                    <a:pt x="392" y="685"/>
                    <a:pt x="392" y="707"/>
                    <a:pt x="396" y="711"/>
                  </a:cubicBezTo>
                  <a:close/>
                  <a:moveTo>
                    <a:pt x="403" y="772"/>
                  </a:moveTo>
                  <a:cubicBezTo>
                    <a:pt x="332" y="772"/>
                    <a:pt x="332" y="702"/>
                    <a:pt x="332" y="676"/>
                  </a:cubicBezTo>
                  <a:lnTo>
                    <a:pt x="332" y="595"/>
                  </a:lnTo>
                  <a:lnTo>
                    <a:pt x="108" y="595"/>
                  </a:lnTo>
                  <a:cubicBezTo>
                    <a:pt x="69" y="595"/>
                    <a:pt x="45" y="595"/>
                    <a:pt x="24" y="575"/>
                  </a:cubicBezTo>
                  <a:cubicBezTo>
                    <a:pt x="8" y="558"/>
                    <a:pt x="0" y="539"/>
                    <a:pt x="0" y="517"/>
                  </a:cubicBezTo>
                  <a:cubicBezTo>
                    <a:pt x="0" y="493"/>
                    <a:pt x="7" y="483"/>
                    <a:pt x="34" y="447"/>
                  </a:cubicBezTo>
                  <a:lnTo>
                    <a:pt x="328" y="51"/>
                  </a:lnTo>
                  <a:cubicBezTo>
                    <a:pt x="356" y="12"/>
                    <a:pt x="374" y="0"/>
                    <a:pt x="400" y="0"/>
                  </a:cubicBezTo>
                  <a:cubicBezTo>
                    <a:pt x="473" y="0"/>
                    <a:pt x="473" y="69"/>
                    <a:pt x="473" y="98"/>
                  </a:cubicBezTo>
                  <a:lnTo>
                    <a:pt x="473" y="462"/>
                  </a:lnTo>
                  <a:lnTo>
                    <a:pt x="491" y="462"/>
                  </a:lnTo>
                  <a:cubicBezTo>
                    <a:pt x="549" y="462"/>
                    <a:pt x="579" y="485"/>
                    <a:pt x="579" y="529"/>
                  </a:cubicBezTo>
                  <a:cubicBezTo>
                    <a:pt x="579" y="554"/>
                    <a:pt x="568" y="595"/>
                    <a:pt x="494" y="595"/>
                  </a:cubicBezTo>
                  <a:lnTo>
                    <a:pt x="473" y="595"/>
                  </a:lnTo>
                  <a:lnTo>
                    <a:pt x="473" y="676"/>
                  </a:lnTo>
                  <a:cubicBezTo>
                    <a:pt x="473" y="707"/>
                    <a:pt x="473" y="734"/>
                    <a:pt x="452" y="752"/>
                  </a:cubicBezTo>
                  <a:cubicBezTo>
                    <a:pt x="439" y="765"/>
                    <a:pt x="421" y="772"/>
                    <a:pt x="403" y="7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Construction3" descr="{&quot;Key&quot;:&quot;POWER_USER_SHAPE_ICON&quot;,&quot;Value&quot;:&quot;POWER_USER_SHAPE_ICON_STYLE_1&quot;}">
            <a:extLst>
              <a:ext uri="{FF2B5EF4-FFF2-40B4-BE49-F238E27FC236}">
                <a16:creationId xmlns:a16="http://schemas.microsoft.com/office/drawing/2014/main" id="{7ACBB1FC-EDC4-6CC2-F144-CC176400936D}"/>
              </a:ext>
            </a:extLst>
          </p:cNvPr>
          <p:cNvGrpSpPr>
            <a:grpSpLocks noChangeAspect="1"/>
          </p:cNvGrpSpPr>
          <p:nvPr/>
        </p:nvGrpSpPr>
        <p:grpSpPr>
          <a:xfrm>
            <a:off x="3482626" y="4911657"/>
            <a:ext cx="478993" cy="572502"/>
            <a:chOff x="8158164" y="1847851"/>
            <a:chExt cx="398462" cy="476250"/>
          </a:xfrm>
          <a:solidFill>
            <a:schemeClr val="accent5"/>
          </a:solidFill>
        </p:grpSpPr>
        <p:sp>
          <p:nvSpPr>
            <p:cNvPr id="152" name="Freeform 527">
              <a:extLst>
                <a:ext uri="{FF2B5EF4-FFF2-40B4-BE49-F238E27FC236}">
                  <a16:creationId xmlns:a16="http://schemas.microsoft.com/office/drawing/2014/main" id="{17012CCD-5E8B-054D-27F4-77B6F259B9E5}"/>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528">
              <a:extLst>
                <a:ext uri="{FF2B5EF4-FFF2-40B4-BE49-F238E27FC236}">
                  <a16:creationId xmlns:a16="http://schemas.microsoft.com/office/drawing/2014/main" id="{67ECD458-3B9C-75ED-ED36-2A0AD797ACAD}"/>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529">
              <a:extLst>
                <a:ext uri="{FF2B5EF4-FFF2-40B4-BE49-F238E27FC236}">
                  <a16:creationId xmlns:a16="http://schemas.microsoft.com/office/drawing/2014/main" id="{6CA1E24A-B8A0-884E-9EBB-0292E357A18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530">
              <a:extLst>
                <a:ext uri="{FF2B5EF4-FFF2-40B4-BE49-F238E27FC236}">
                  <a16:creationId xmlns:a16="http://schemas.microsoft.com/office/drawing/2014/main" id="{7EF9C469-AAA5-3431-7339-34E3E0CF21C7}"/>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531">
              <a:extLst>
                <a:ext uri="{FF2B5EF4-FFF2-40B4-BE49-F238E27FC236}">
                  <a16:creationId xmlns:a16="http://schemas.microsoft.com/office/drawing/2014/main" id="{072FA10B-AD5C-4DCE-9326-6E377624B6A7}"/>
                </a:ext>
              </a:extLst>
            </p:cNvPr>
            <p:cNvSpPr>
              <a:spLocks noChangeArrowheads="1"/>
            </p:cNvSpPr>
            <p:nvPr/>
          </p:nvSpPr>
          <p:spPr bwMode="auto">
            <a:xfrm>
              <a:off x="8237539" y="1978026"/>
              <a:ext cx="236538"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532">
              <a:extLst>
                <a:ext uri="{FF2B5EF4-FFF2-40B4-BE49-F238E27FC236}">
                  <a16:creationId xmlns:a16="http://schemas.microsoft.com/office/drawing/2014/main" id="{115A5F85-C52A-583F-B452-34C79B12E7D5}"/>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533">
              <a:extLst>
                <a:ext uri="{FF2B5EF4-FFF2-40B4-BE49-F238E27FC236}">
                  <a16:creationId xmlns:a16="http://schemas.microsoft.com/office/drawing/2014/main" id="{590DAB24-5B1C-99E8-E1AD-66CD3C5BE1AD}"/>
                </a:ext>
              </a:extLst>
            </p:cNvPr>
            <p:cNvSpPr>
              <a:spLocks noChangeArrowheads="1"/>
            </p:cNvSpPr>
            <p:nvPr/>
          </p:nvSpPr>
          <p:spPr bwMode="auto">
            <a:xfrm>
              <a:off x="8216901" y="2192338"/>
              <a:ext cx="14288"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534">
              <a:extLst>
                <a:ext uri="{FF2B5EF4-FFF2-40B4-BE49-F238E27FC236}">
                  <a16:creationId xmlns:a16="http://schemas.microsoft.com/office/drawing/2014/main" id="{5B5BED00-7485-7ECC-11AC-90EABD64EE70}"/>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535">
              <a:extLst>
                <a:ext uri="{FF2B5EF4-FFF2-40B4-BE49-F238E27FC236}">
                  <a16:creationId xmlns:a16="http://schemas.microsoft.com/office/drawing/2014/main" id="{0EFFA8E3-C648-570A-CAC3-4052AB52BB99}"/>
                </a:ext>
              </a:extLst>
            </p:cNvPr>
            <p:cNvSpPr>
              <a:spLocks noChangeArrowheads="1"/>
            </p:cNvSpPr>
            <p:nvPr/>
          </p:nvSpPr>
          <p:spPr bwMode="auto">
            <a:xfrm>
              <a:off x="8483601" y="2192338"/>
              <a:ext cx="1270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536">
              <a:extLst>
                <a:ext uri="{FF2B5EF4-FFF2-40B4-BE49-F238E27FC236}">
                  <a16:creationId xmlns:a16="http://schemas.microsoft.com/office/drawing/2014/main" id="{54D94DF0-D923-7CE3-CD5A-2BF0D581AC6B}"/>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537">
              <a:extLst>
                <a:ext uri="{FF2B5EF4-FFF2-40B4-BE49-F238E27FC236}">
                  <a16:creationId xmlns:a16="http://schemas.microsoft.com/office/drawing/2014/main" id="{7815C1CD-E824-6606-3C7F-83B7F9668B93}"/>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538">
              <a:extLst>
                <a:ext uri="{FF2B5EF4-FFF2-40B4-BE49-F238E27FC236}">
                  <a16:creationId xmlns:a16="http://schemas.microsoft.com/office/drawing/2014/main" id="{F32E0E88-38C6-7C38-3AE9-184AD1CF0764}"/>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539">
              <a:extLst>
                <a:ext uri="{FF2B5EF4-FFF2-40B4-BE49-F238E27FC236}">
                  <a16:creationId xmlns:a16="http://schemas.microsoft.com/office/drawing/2014/main" id="{0D201C82-0410-800E-A846-96D8240E9380}"/>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1" name="Computer9" descr="{&quot;Key&quot;:&quot;POWER_USER_SHAPE_ICON&quot;,&quot;Value&quot;:&quot;POWER_USER_SHAPE_ICON_STYLE_1&quot;}">
            <a:extLst>
              <a:ext uri="{FF2B5EF4-FFF2-40B4-BE49-F238E27FC236}">
                <a16:creationId xmlns:a16="http://schemas.microsoft.com/office/drawing/2014/main" id="{E9D275CA-3C44-90D6-7358-9117298ACDE3}"/>
              </a:ext>
            </a:extLst>
          </p:cNvPr>
          <p:cNvGrpSpPr>
            <a:grpSpLocks noChangeAspect="1"/>
          </p:cNvGrpSpPr>
          <p:nvPr/>
        </p:nvGrpSpPr>
        <p:grpSpPr>
          <a:xfrm>
            <a:off x="1021798" y="3509566"/>
            <a:ext cx="561109" cy="572502"/>
            <a:chOff x="2325688" y="5576888"/>
            <a:chExt cx="625475" cy="638175"/>
          </a:xfrm>
          <a:solidFill>
            <a:schemeClr val="accent6"/>
          </a:solidFill>
        </p:grpSpPr>
        <p:sp>
          <p:nvSpPr>
            <p:cNvPr id="182" name="Freeform 85">
              <a:extLst>
                <a:ext uri="{FF2B5EF4-FFF2-40B4-BE49-F238E27FC236}">
                  <a16:creationId xmlns:a16="http://schemas.microsoft.com/office/drawing/2014/main" id="{C82394B2-E588-9B6C-AD00-6A43A20799BE}"/>
                </a:ext>
              </a:extLst>
            </p:cNvPr>
            <p:cNvSpPr>
              <a:spLocks noEditPoints="1"/>
            </p:cNvSpPr>
            <p:nvPr/>
          </p:nvSpPr>
          <p:spPr bwMode="auto">
            <a:xfrm>
              <a:off x="2387600" y="5641976"/>
              <a:ext cx="130175" cy="142875"/>
            </a:xfrm>
            <a:custGeom>
              <a:avLst/>
              <a:gdLst>
                <a:gd name="T0" fmla="*/ 109 w 219"/>
                <a:gd name="T1" fmla="*/ 33 h 241"/>
                <a:gd name="T2" fmla="*/ 185 w 219"/>
                <a:gd name="T3" fmla="*/ 120 h 241"/>
                <a:gd name="T4" fmla="*/ 109 w 219"/>
                <a:gd name="T5" fmla="*/ 207 h 241"/>
                <a:gd name="T6" fmla="*/ 33 w 219"/>
                <a:gd name="T7" fmla="*/ 120 h 241"/>
                <a:gd name="T8" fmla="*/ 109 w 219"/>
                <a:gd name="T9" fmla="*/ 33 h 241"/>
                <a:gd name="T10" fmla="*/ 109 w 219"/>
                <a:gd name="T11" fmla="*/ 241 h 241"/>
                <a:gd name="T12" fmla="*/ 219 w 219"/>
                <a:gd name="T13" fmla="*/ 120 h 241"/>
                <a:gd name="T14" fmla="*/ 109 w 219"/>
                <a:gd name="T15" fmla="*/ 0 h 241"/>
                <a:gd name="T16" fmla="*/ 0 w 219"/>
                <a:gd name="T17" fmla="*/ 120 h 241"/>
                <a:gd name="T18" fmla="*/ 109 w 219"/>
                <a:gd name="T19"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9" h="241">
                  <a:moveTo>
                    <a:pt x="109" y="33"/>
                  </a:moveTo>
                  <a:cubicBezTo>
                    <a:pt x="151" y="33"/>
                    <a:pt x="185" y="72"/>
                    <a:pt x="185" y="120"/>
                  </a:cubicBezTo>
                  <a:cubicBezTo>
                    <a:pt x="185" y="168"/>
                    <a:pt x="151" y="207"/>
                    <a:pt x="109" y="207"/>
                  </a:cubicBezTo>
                  <a:cubicBezTo>
                    <a:pt x="67" y="207"/>
                    <a:pt x="33" y="168"/>
                    <a:pt x="33" y="120"/>
                  </a:cubicBezTo>
                  <a:cubicBezTo>
                    <a:pt x="33" y="72"/>
                    <a:pt x="67" y="33"/>
                    <a:pt x="109" y="33"/>
                  </a:cubicBezTo>
                  <a:close/>
                  <a:moveTo>
                    <a:pt x="109" y="241"/>
                  </a:moveTo>
                  <a:cubicBezTo>
                    <a:pt x="170" y="241"/>
                    <a:pt x="219" y="187"/>
                    <a:pt x="219" y="120"/>
                  </a:cubicBezTo>
                  <a:cubicBezTo>
                    <a:pt x="219" y="54"/>
                    <a:pt x="170" y="0"/>
                    <a:pt x="109" y="0"/>
                  </a:cubicBezTo>
                  <a:cubicBezTo>
                    <a:pt x="49" y="0"/>
                    <a:pt x="0" y="54"/>
                    <a:pt x="0" y="120"/>
                  </a:cubicBezTo>
                  <a:cubicBezTo>
                    <a:pt x="0" y="187"/>
                    <a:pt x="49" y="241"/>
                    <a:pt x="109"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86">
              <a:extLst>
                <a:ext uri="{FF2B5EF4-FFF2-40B4-BE49-F238E27FC236}">
                  <a16:creationId xmlns:a16="http://schemas.microsoft.com/office/drawing/2014/main" id="{AC89C160-20BF-7233-1DB9-B9A8E9280C6B}"/>
                </a:ext>
              </a:extLst>
            </p:cNvPr>
            <p:cNvSpPr>
              <a:spLocks noEditPoints="1"/>
            </p:cNvSpPr>
            <p:nvPr/>
          </p:nvSpPr>
          <p:spPr bwMode="auto">
            <a:xfrm>
              <a:off x="2325688" y="5576888"/>
              <a:ext cx="625475" cy="638175"/>
            </a:xfrm>
            <a:custGeom>
              <a:avLst/>
              <a:gdLst>
                <a:gd name="T0" fmla="*/ 312 w 1045"/>
                <a:gd name="T1" fmla="*/ 575 h 1067"/>
                <a:gd name="T2" fmla="*/ 276 w 1045"/>
                <a:gd name="T3" fmla="*/ 539 h 1067"/>
                <a:gd name="T4" fmla="*/ 226 w 1045"/>
                <a:gd name="T5" fmla="*/ 513 h 1067"/>
                <a:gd name="T6" fmla="*/ 247 w 1045"/>
                <a:gd name="T7" fmla="*/ 557 h 1067"/>
                <a:gd name="T8" fmla="*/ 247 w 1045"/>
                <a:gd name="T9" fmla="*/ 687 h 1067"/>
                <a:gd name="T10" fmla="*/ 387 w 1045"/>
                <a:gd name="T11" fmla="*/ 704 h 1067"/>
                <a:gd name="T12" fmla="*/ 514 w 1045"/>
                <a:gd name="T13" fmla="*/ 1034 h 1067"/>
                <a:gd name="T14" fmla="*/ 379 w 1045"/>
                <a:gd name="T15" fmla="*/ 825 h 1067"/>
                <a:gd name="T16" fmla="*/ 185 w 1045"/>
                <a:gd name="T17" fmla="*/ 813 h 1067"/>
                <a:gd name="T18" fmla="*/ 115 w 1045"/>
                <a:gd name="T19" fmla="*/ 532 h 1067"/>
                <a:gd name="T20" fmla="*/ 131 w 1045"/>
                <a:gd name="T21" fmla="*/ 424 h 1067"/>
                <a:gd name="T22" fmla="*/ 243 w 1045"/>
                <a:gd name="T23" fmla="*/ 407 h 1067"/>
                <a:gd name="T24" fmla="*/ 370 w 1045"/>
                <a:gd name="T25" fmla="*/ 526 h 1067"/>
                <a:gd name="T26" fmla="*/ 497 w 1045"/>
                <a:gd name="T27" fmla="*/ 530 h 1067"/>
                <a:gd name="T28" fmla="*/ 488 w 1045"/>
                <a:gd name="T29" fmla="*/ 564 h 1067"/>
                <a:gd name="T30" fmla="*/ 442 w 1045"/>
                <a:gd name="T31" fmla="*/ 575 h 1067"/>
                <a:gd name="T32" fmla="*/ 53 w 1045"/>
                <a:gd name="T33" fmla="*/ 888 h 1067"/>
                <a:gd name="T34" fmla="*/ 33 w 1045"/>
                <a:gd name="T35" fmla="*/ 427 h 1067"/>
                <a:gd name="T36" fmla="*/ 61 w 1045"/>
                <a:gd name="T37" fmla="*/ 407 h 1067"/>
                <a:gd name="T38" fmla="*/ 81 w 1045"/>
                <a:gd name="T39" fmla="*/ 464 h 1067"/>
                <a:gd name="T40" fmla="*/ 81 w 1045"/>
                <a:gd name="T41" fmla="*/ 532 h 1067"/>
                <a:gd name="T42" fmla="*/ 100 w 1045"/>
                <a:gd name="T43" fmla="*/ 848 h 1067"/>
                <a:gd name="T44" fmla="*/ 280 w 1045"/>
                <a:gd name="T45" fmla="*/ 868 h 1067"/>
                <a:gd name="T46" fmla="*/ 787 w 1045"/>
                <a:gd name="T47" fmla="*/ 347 h 1067"/>
                <a:gd name="T48" fmla="*/ 690 w 1045"/>
                <a:gd name="T49" fmla="*/ 406 h 1067"/>
                <a:gd name="T50" fmla="*/ 727 w 1045"/>
                <a:gd name="T51" fmla="*/ 34 h 1067"/>
                <a:gd name="T52" fmla="*/ 787 w 1045"/>
                <a:gd name="T53" fmla="*/ 347 h 1067"/>
                <a:gd name="T54" fmla="*/ 785 w 1045"/>
                <a:gd name="T55" fmla="*/ 575 h 1067"/>
                <a:gd name="T56" fmla="*/ 932 w 1045"/>
                <a:gd name="T57" fmla="*/ 535 h 1067"/>
                <a:gd name="T58" fmla="*/ 949 w 1045"/>
                <a:gd name="T59" fmla="*/ 220 h 1067"/>
                <a:gd name="T60" fmla="*/ 820 w 1045"/>
                <a:gd name="T61" fmla="*/ 203 h 1067"/>
                <a:gd name="T62" fmla="*/ 727 w 1045"/>
                <a:gd name="T63" fmla="*/ 0 h 1067"/>
                <a:gd name="T64" fmla="*/ 657 w 1045"/>
                <a:gd name="T65" fmla="*/ 17 h 1067"/>
                <a:gd name="T66" fmla="*/ 674 w 1045"/>
                <a:gd name="T67" fmla="*/ 440 h 1067"/>
                <a:gd name="T68" fmla="*/ 820 w 1045"/>
                <a:gd name="T69" fmla="*/ 347 h 1067"/>
                <a:gd name="T70" fmla="*/ 916 w 1045"/>
                <a:gd name="T71" fmla="*/ 237 h 1067"/>
                <a:gd name="T72" fmla="*/ 769 w 1045"/>
                <a:gd name="T73" fmla="*/ 501 h 1067"/>
                <a:gd name="T74" fmla="*/ 752 w 1045"/>
                <a:gd name="T75" fmla="*/ 575 h 1067"/>
                <a:gd name="T76" fmla="*/ 531 w 1045"/>
                <a:gd name="T77" fmla="*/ 536 h 1067"/>
                <a:gd name="T78" fmla="*/ 513 w 1045"/>
                <a:gd name="T79" fmla="*/ 497 h 1067"/>
                <a:gd name="T80" fmla="*/ 281 w 1045"/>
                <a:gd name="T81" fmla="*/ 389 h 1067"/>
                <a:gd name="T82" fmla="*/ 172 w 1045"/>
                <a:gd name="T83" fmla="*/ 374 h 1067"/>
                <a:gd name="T84" fmla="*/ 107 w 1045"/>
                <a:gd name="T85" fmla="*/ 401 h 1067"/>
                <a:gd name="T86" fmla="*/ 53 w 1045"/>
                <a:gd name="T87" fmla="*/ 374 h 1067"/>
                <a:gd name="T88" fmla="*/ 0 w 1045"/>
                <a:gd name="T89" fmla="*/ 868 h 1067"/>
                <a:gd name="T90" fmla="*/ 166 w 1045"/>
                <a:gd name="T91" fmla="*/ 922 h 1067"/>
                <a:gd name="T92" fmla="*/ 95 w 1045"/>
                <a:gd name="T93" fmla="*/ 1013 h 1067"/>
                <a:gd name="T94" fmla="*/ 105 w 1045"/>
                <a:gd name="T95" fmla="*/ 1044 h 1067"/>
                <a:gd name="T96" fmla="*/ 166 w 1045"/>
                <a:gd name="T97" fmla="*/ 1006 h 1067"/>
                <a:gd name="T98" fmla="*/ 183 w 1045"/>
                <a:gd name="T99" fmla="*/ 1067 h 1067"/>
                <a:gd name="T100" fmla="*/ 199 w 1045"/>
                <a:gd name="T101" fmla="*/ 1006 h 1067"/>
                <a:gd name="T102" fmla="*/ 276 w 1045"/>
                <a:gd name="T103" fmla="*/ 1038 h 1067"/>
                <a:gd name="T104" fmla="*/ 199 w 1045"/>
                <a:gd name="T105" fmla="*/ 965 h 1067"/>
                <a:gd name="T106" fmla="*/ 260 w 1045"/>
                <a:gd name="T107" fmla="*/ 922 h 1067"/>
                <a:gd name="T108" fmla="*/ 308 w 1045"/>
                <a:gd name="T109" fmla="*/ 847 h 1067"/>
                <a:gd name="T110" fmla="*/ 419 w 1045"/>
                <a:gd name="T111" fmla="*/ 1056 h 1067"/>
                <a:gd name="T112" fmla="*/ 535 w 1045"/>
                <a:gd name="T113" fmla="*/ 1067 h 1067"/>
                <a:gd name="T114" fmla="*/ 551 w 1045"/>
                <a:gd name="T115" fmla="*/ 1047 h 1067"/>
                <a:gd name="T116" fmla="*/ 387 w 1045"/>
                <a:gd name="T117" fmla="*/ 671 h 1067"/>
                <a:gd name="T118" fmla="*/ 281 w 1045"/>
                <a:gd name="T119" fmla="*/ 608 h 1067"/>
                <a:gd name="T120" fmla="*/ 462 w 1045"/>
                <a:gd name="T121" fmla="*/ 608 h 1067"/>
                <a:gd name="T122" fmla="*/ 1045 w 1045"/>
                <a:gd name="T123" fmla="*/ 591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067">
                  <a:moveTo>
                    <a:pt x="442" y="575"/>
                  </a:moveTo>
                  <a:lnTo>
                    <a:pt x="312" y="575"/>
                  </a:lnTo>
                  <a:lnTo>
                    <a:pt x="276" y="539"/>
                  </a:lnTo>
                  <a:lnTo>
                    <a:pt x="276" y="539"/>
                  </a:lnTo>
                  <a:lnTo>
                    <a:pt x="250" y="513"/>
                  </a:lnTo>
                  <a:cubicBezTo>
                    <a:pt x="243" y="506"/>
                    <a:pt x="233" y="506"/>
                    <a:pt x="226" y="513"/>
                  </a:cubicBezTo>
                  <a:cubicBezTo>
                    <a:pt x="220" y="519"/>
                    <a:pt x="220" y="530"/>
                    <a:pt x="226" y="536"/>
                  </a:cubicBezTo>
                  <a:lnTo>
                    <a:pt x="247" y="557"/>
                  </a:lnTo>
                  <a:lnTo>
                    <a:pt x="247" y="591"/>
                  </a:lnTo>
                  <a:lnTo>
                    <a:pt x="247" y="687"/>
                  </a:lnTo>
                  <a:cubicBezTo>
                    <a:pt x="247" y="697"/>
                    <a:pt x="255" y="704"/>
                    <a:pt x="264" y="704"/>
                  </a:cubicBezTo>
                  <a:lnTo>
                    <a:pt x="387" y="704"/>
                  </a:lnTo>
                  <a:cubicBezTo>
                    <a:pt x="416" y="704"/>
                    <a:pt x="441" y="724"/>
                    <a:pt x="448" y="752"/>
                  </a:cubicBezTo>
                  <a:lnTo>
                    <a:pt x="514" y="1034"/>
                  </a:lnTo>
                  <a:lnTo>
                    <a:pt x="447" y="1034"/>
                  </a:lnTo>
                  <a:lnTo>
                    <a:pt x="379" y="825"/>
                  </a:lnTo>
                  <a:cubicBezTo>
                    <a:pt x="377" y="818"/>
                    <a:pt x="371" y="813"/>
                    <a:pt x="363" y="813"/>
                  </a:cubicBezTo>
                  <a:lnTo>
                    <a:pt x="185" y="813"/>
                  </a:lnTo>
                  <a:cubicBezTo>
                    <a:pt x="147" y="813"/>
                    <a:pt x="117" y="782"/>
                    <a:pt x="117" y="744"/>
                  </a:cubicBezTo>
                  <a:lnTo>
                    <a:pt x="115" y="532"/>
                  </a:lnTo>
                  <a:lnTo>
                    <a:pt x="114" y="463"/>
                  </a:lnTo>
                  <a:cubicBezTo>
                    <a:pt x="115" y="449"/>
                    <a:pt x="120" y="435"/>
                    <a:pt x="131" y="424"/>
                  </a:cubicBezTo>
                  <a:cubicBezTo>
                    <a:pt x="142" y="413"/>
                    <a:pt x="157" y="407"/>
                    <a:pt x="172" y="407"/>
                  </a:cubicBezTo>
                  <a:lnTo>
                    <a:pt x="243" y="407"/>
                  </a:lnTo>
                  <a:cubicBezTo>
                    <a:pt x="248" y="407"/>
                    <a:pt x="254" y="409"/>
                    <a:pt x="257" y="413"/>
                  </a:cubicBezTo>
                  <a:lnTo>
                    <a:pt x="370" y="526"/>
                  </a:lnTo>
                  <a:cubicBezTo>
                    <a:pt x="373" y="529"/>
                    <a:pt x="377" y="530"/>
                    <a:pt x="382" y="530"/>
                  </a:cubicBezTo>
                  <a:lnTo>
                    <a:pt x="497" y="530"/>
                  </a:lnTo>
                  <a:lnTo>
                    <a:pt x="498" y="537"/>
                  </a:lnTo>
                  <a:cubicBezTo>
                    <a:pt x="498" y="547"/>
                    <a:pt x="495" y="556"/>
                    <a:pt x="488" y="564"/>
                  </a:cubicBezTo>
                  <a:cubicBezTo>
                    <a:pt x="481" y="571"/>
                    <a:pt x="472" y="575"/>
                    <a:pt x="462" y="575"/>
                  </a:cubicBezTo>
                  <a:lnTo>
                    <a:pt x="442" y="575"/>
                  </a:lnTo>
                  <a:close/>
                  <a:moveTo>
                    <a:pt x="260" y="888"/>
                  </a:moveTo>
                  <a:lnTo>
                    <a:pt x="53" y="888"/>
                  </a:lnTo>
                  <a:cubicBezTo>
                    <a:pt x="42" y="888"/>
                    <a:pt x="33" y="879"/>
                    <a:pt x="33" y="868"/>
                  </a:cubicBezTo>
                  <a:lnTo>
                    <a:pt x="33" y="427"/>
                  </a:lnTo>
                  <a:cubicBezTo>
                    <a:pt x="33" y="416"/>
                    <a:pt x="42" y="407"/>
                    <a:pt x="53" y="407"/>
                  </a:cubicBezTo>
                  <a:lnTo>
                    <a:pt x="61" y="407"/>
                  </a:lnTo>
                  <a:cubicBezTo>
                    <a:pt x="72" y="407"/>
                    <a:pt x="81" y="416"/>
                    <a:pt x="81" y="427"/>
                  </a:cubicBezTo>
                  <a:lnTo>
                    <a:pt x="81" y="464"/>
                  </a:lnTo>
                  <a:cubicBezTo>
                    <a:pt x="81" y="465"/>
                    <a:pt x="81" y="465"/>
                    <a:pt x="81" y="466"/>
                  </a:cubicBezTo>
                  <a:lnTo>
                    <a:pt x="81" y="532"/>
                  </a:lnTo>
                  <a:lnTo>
                    <a:pt x="83" y="832"/>
                  </a:lnTo>
                  <a:cubicBezTo>
                    <a:pt x="83" y="841"/>
                    <a:pt x="90" y="848"/>
                    <a:pt x="100" y="848"/>
                  </a:cubicBezTo>
                  <a:lnTo>
                    <a:pt x="260" y="848"/>
                  </a:lnTo>
                  <a:cubicBezTo>
                    <a:pt x="271" y="848"/>
                    <a:pt x="280" y="857"/>
                    <a:pt x="280" y="868"/>
                  </a:cubicBezTo>
                  <a:cubicBezTo>
                    <a:pt x="280" y="879"/>
                    <a:pt x="271" y="888"/>
                    <a:pt x="260" y="888"/>
                  </a:cubicBezTo>
                  <a:close/>
                  <a:moveTo>
                    <a:pt x="787" y="347"/>
                  </a:moveTo>
                  <a:cubicBezTo>
                    <a:pt x="787" y="380"/>
                    <a:pt x="760" y="406"/>
                    <a:pt x="727" y="406"/>
                  </a:cubicBezTo>
                  <a:lnTo>
                    <a:pt x="690" y="406"/>
                  </a:lnTo>
                  <a:lnTo>
                    <a:pt x="690" y="34"/>
                  </a:lnTo>
                  <a:lnTo>
                    <a:pt x="727" y="34"/>
                  </a:lnTo>
                  <a:cubicBezTo>
                    <a:pt x="760" y="34"/>
                    <a:pt x="787" y="60"/>
                    <a:pt x="787" y="93"/>
                  </a:cubicBezTo>
                  <a:lnTo>
                    <a:pt x="787" y="347"/>
                  </a:lnTo>
                  <a:close/>
                  <a:moveTo>
                    <a:pt x="1029" y="575"/>
                  </a:moveTo>
                  <a:lnTo>
                    <a:pt x="785" y="575"/>
                  </a:lnTo>
                  <a:lnTo>
                    <a:pt x="785" y="535"/>
                  </a:lnTo>
                  <a:lnTo>
                    <a:pt x="932" y="535"/>
                  </a:lnTo>
                  <a:cubicBezTo>
                    <a:pt x="942" y="535"/>
                    <a:pt x="949" y="527"/>
                    <a:pt x="949" y="518"/>
                  </a:cubicBezTo>
                  <a:lnTo>
                    <a:pt x="949" y="220"/>
                  </a:lnTo>
                  <a:cubicBezTo>
                    <a:pt x="949" y="211"/>
                    <a:pt x="942" y="203"/>
                    <a:pt x="932" y="203"/>
                  </a:cubicBezTo>
                  <a:lnTo>
                    <a:pt x="820" y="203"/>
                  </a:lnTo>
                  <a:lnTo>
                    <a:pt x="820" y="93"/>
                  </a:lnTo>
                  <a:cubicBezTo>
                    <a:pt x="820" y="42"/>
                    <a:pt x="778" y="0"/>
                    <a:pt x="727" y="0"/>
                  </a:cubicBezTo>
                  <a:lnTo>
                    <a:pt x="674" y="0"/>
                  </a:lnTo>
                  <a:cubicBezTo>
                    <a:pt x="665" y="0"/>
                    <a:pt x="657" y="8"/>
                    <a:pt x="657" y="17"/>
                  </a:cubicBezTo>
                  <a:lnTo>
                    <a:pt x="657" y="423"/>
                  </a:lnTo>
                  <a:cubicBezTo>
                    <a:pt x="657" y="432"/>
                    <a:pt x="665" y="440"/>
                    <a:pt x="674" y="440"/>
                  </a:cubicBezTo>
                  <a:lnTo>
                    <a:pt x="727" y="440"/>
                  </a:lnTo>
                  <a:cubicBezTo>
                    <a:pt x="778" y="440"/>
                    <a:pt x="820" y="398"/>
                    <a:pt x="820" y="347"/>
                  </a:cubicBezTo>
                  <a:lnTo>
                    <a:pt x="820" y="237"/>
                  </a:lnTo>
                  <a:lnTo>
                    <a:pt x="916" y="237"/>
                  </a:lnTo>
                  <a:lnTo>
                    <a:pt x="916" y="501"/>
                  </a:lnTo>
                  <a:lnTo>
                    <a:pt x="769" y="501"/>
                  </a:lnTo>
                  <a:cubicBezTo>
                    <a:pt x="759" y="501"/>
                    <a:pt x="752" y="509"/>
                    <a:pt x="752" y="518"/>
                  </a:cubicBezTo>
                  <a:lnTo>
                    <a:pt x="752" y="575"/>
                  </a:lnTo>
                  <a:lnTo>
                    <a:pt x="521" y="575"/>
                  </a:lnTo>
                  <a:cubicBezTo>
                    <a:pt x="528" y="563"/>
                    <a:pt x="532" y="550"/>
                    <a:pt x="531" y="536"/>
                  </a:cubicBezTo>
                  <a:lnTo>
                    <a:pt x="530" y="513"/>
                  </a:lnTo>
                  <a:cubicBezTo>
                    <a:pt x="530" y="504"/>
                    <a:pt x="522" y="497"/>
                    <a:pt x="513" y="497"/>
                  </a:cubicBezTo>
                  <a:lnTo>
                    <a:pt x="389" y="497"/>
                  </a:lnTo>
                  <a:lnTo>
                    <a:pt x="281" y="389"/>
                  </a:lnTo>
                  <a:cubicBezTo>
                    <a:pt x="271" y="379"/>
                    <a:pt x="257" y="374"/>
                    <a:pt x="243" y="374"/>
                  </a:cubicBezTo>
                  <a:lnTo>
                    <a:pt x="172" y="374"/>
                  </a:lnTo>
                  <a:cubicBezTo>
                    <a:pt x="148" y="374"/>
                    <a:pt x="125" y="383"/>
                    <a:pt x="107" y="401"/>
                  </a:cubicBezTo>
                  <a:cubicBezTo>
                    <a:pt x="107" y="401"/>
                    <a:pt x="107" y="401"/>
                    <a:pt x="107" y="401"/>
                  </a:cubicBezTo>
                  <a:cubicBezTo>
                    <a:pt x="98" y="385"/>
                    <a:pt x="81" y="374"/>
                    <a:pt x="61" y="374"/>
                  </a:cubicBezTo>
                  <a:lnTo>
                    <a:pt x="53" y="374"/>
                  </a:lnTo>
                  <a:cubicBezTo>
                    <a:pt x="24" y="374"/>
                    <a:pt x="0" y="398"/>
                    <a:pt x="0" y="427"/>
                  </a:cubicBezTo>
                  <a:lnTo>
                    <a:pt x="0" y="868"/>
                  </a:lnTo>
                  <a:cubicBezTo>
                    <a:pt x="0" y="898"/>
                    <a:pt x="24" y="922"/>
                    <a:pt x="53" y="922"/>
                  </a:cubicBezTo>
                  <a:lnTo>
                    <a:pt x="166" y="922"/>
                  </a:lnTo>
                  <a:lnTo>
                    <a:pt x="166" y="965"/>
                  </a:lnTo>
                  <a:lnTo>
                    <a:pt x="95" y="1013"/>
                  </a:lnTo>
                  <a:cubicBezTo>
                    <a:pt x="88" y="1018"/>
                    <a:pt x="86" y="1029"/>
                    <a:pt x="91" y="1036"/>
                  </a:cubicBezTo>
                  <a:cubicBezTo>
                    <a:pt x="94" y="1041"/>
                    <a:pt x="99" y="1044"/>
                    <a:pt x="105" y="1044"/>
                  </a:cubicBezTo>
                  <a:cubicBezTo>
                    <a:pt x="108" y="1044"/>
                    <a:pt x="111" y="1043"/>
                    <a:pt x="114" y="1041"/>
                  </a:cubicBezTo>
                  <a:lnTo>
                    <a:pt x="166" y="1006"/>
                  </a:lnTo>
                  <a:lnTo>
                    <a:pt x="166" y="1050"/>
                  </a:lnTo>
                  <a:cubicBezTo>
                    <a:pt x="166" y="1060"/>
                    <a:pt x="173" y="1067"/>
                    <a:pt x="183" y="1067"/>
                  </a:cubicBezTo>
                  <a:cubicBezTo>
                    <a:pt x="192" y="1067"/>
                    <a:pt x="199" y="1060"/>
                    <a:pt x="199" y="1050"/>
                  </a:cubicBezTo>
                  <a:lnTo>
                    <a:pt x="199" y="1006"/>
                  </a:lnTo>
                  <a:lnTo>
                    <a:pt x="253" y="1043"/>
                  </a:lnTo>
                  <a:cubicBezTo>
                    <a:pt x="261" y="1048"/>
                    <a:pt x="271" y="1046"/>
                    <a:pt x="276" y="1038"/>
                  </a:cubicBezTo>
                  <a:cubicBezTo>
                    <a:pt x="281" y="1031"/>
                    <a:pt x="279" y="1020"/>
                    <a:pt x="272" y="1015"/>
                  </a:cubicBezTo>
                  <a:lnTo>
                    <a:pt x="199" y="965"/>
                  </a:lnTo>
                  <a:lnTo>
                    <a:pt x="199" y="922"/>
                  </a:lnTo>
                  <a:lnTo>
                    <a:pt x="260" y="922"/>
                  </a:lnTo>
                  <a:cubicBezTo>
                    <a:pt x="289" y="922"/>
                    <a:pt x="313" y="898"/>
                    <a:pt x="313" y="868"/>
                  </a:cubicBezTo>
                  <a:cubicBezTo>
                    <a:pt x="313" y="861"/>
                    <a:pt x="311" y="853"/>
                    <a:pt x="308" y="847"/>
                  </a:cubicBezTo>
                  <a:lnTo>
                    <a:pt x="351" y="847"/>
                  </a:lnTo>
                  <a:lnTo>
                    <a:pt x="419" y="1056"/>
                  </a:lnTo>
                  <a:cubicBezTo>
                    <a:pt x="422" y="1062"/>
                    <a:pt x="428" y="1067"/>
                    <a:pt x="435" y="1067"/>
                  </a:cubicBezTo>
                  <a:lnTo>
                    <a:pt x="535" y="1067"/>
                  </a:lnTo>
                  <a:cubicBezTo>
                    <a:pt x="540" y="1067"/>
                    <a:pt x="545" y="1065"/>
                    <a:pt x="548" y="1061"/>
                  </a:cubicBezTo>
                  <a:cubicBezTo>
                    <a:pt x="551" y="1057"/>
                    <a:pt x="552" y="1051"/>
                    <a:pt x="551" y="1047"/>
                  </a:cubicBezTo>
                  <a:lnTo>
                    <a:pt x="480" y="744"/>
                  </a:lnTo>
                  <a:cubicBezTo>
                    <a:pt x="470" y="701"/>
                    <a:pt x="432" y="671"/>
                    <a:pt x="387" y="671"/>
                  </a:cubicBezTo>
                  <a:lnTo>
                    <a:pt x="281" y="671"/>
                  </a:lnTo>
                  <a:lnTo>
                    <a:pt x="281" y="608"/>
                  </a:lnTo>
                  <a:lnTo>
                    <a:pt x="442" y="608"/>
                  </a:lnTo>
                  <a:lnTo>
                    <a:pt x="462" y="608"/>
                  </a:lnTo>
                  <a:lnTo>
                    <a:pt x="1029" y="608"/>
                  </a:lnTo>
                  <a:cubicBezTo>
                    <a:pt x="1038" y="608"/>
                    <a:pt x="1045" y="601"/>
                    <a:pt x="1045" y="591"/>
                  </a:cubicBezTo>
                  <a:cubicBezTo>
                    <a:pt x="1045" y="582"/>
                    <a:pt x="1038" y="575"/>
                    <a:pt x="1029"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bilities" descr="{&quot;Key&quot;:&quot;POWER_USER_SHAPE_ICON&quot;,&quot;Value&quot;:&quot;POWER_USER_SHAPE_ICON_STYLE_1&quot;}">
            <a:extLst>
              <a:ext uri="{FF2B5EF4-FFF2-40B4-BE49-F238E27FC236}">
                <a16:creationId xmlns:a16="http://schemas.microsoft.com/office/drawing/2014/main" id="{9C891125-9A0F-C4D8-7365-9EA619B1FDD0}"/>
              </a:ext>
            </a:extLst>
          </p:cNvPr>
          <p:cNvGrpSpPr>
            <a:grpSpLocks noChangeAspect="1"/>
          </p:cNvGrpSpPr>
          <p:nvPr/>
        </p:nvGrpSpPr>
        <p:grpSpPr>
          <a:xfrm>
            <a:off x="3415937" y="2099999"/>
            <a:ext cx="562832" cy="534335"/>
            <a:chOff x="10361046" y="2403176"/>
            <a:chExt cx="1011340" cy="960133"/>
          </a:xfrm>
          <a:solidFill>
            <a:schemeClr val="accent1"/>
          </a:solidFill>
        </p:grpSpPr>
        <p:sp>
          <p:nvSpPr>
            <p:cNvPr id="3" name="Free-form: Shape 2">
              <a:extLst>
                <a:ext uri="{FF2B5EF4-FFF2-40B4-BE49-F238E27FC236}">
                  <a16:creationId xmlns:a16="http://schemas.microsoft.com/office/drawing/2014/main" id="{E874907F-1F31-AC26-6362-77A6A302CBE6}"/>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BDBC73A3-6F77-F5F9-686A-1A36E185D8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3B2C640-527A-0994-1F4F-BBA17B17E32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6CE3DD2-A9D8-AED4-DC4C-B0D30D50538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EAEA5EC6-5F86-1A8A-2580-F1615A12A989}"/>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5EA89AC3-5397-7A36-6D24-92F6EF300C0F}"/>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1FED30F7-0C68-3B0A-B72C-F868A0BF69D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D5ABFA9E-981A-EAC4-C002-EE8E5782E0AE}"/>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9" name="Alarm3" descr="{&quot;Key&quot;:&quot;POWER_USER_SHAPE_ICON&quot;,&quot;Value&quot;:&quot;POWER_USER_SHAPE_ICON_STYLE_1&quot;}">
            <a:extLst>
              <a:ext uri="{FF2B5EF4-FFF2-40B4-BE49-F238E27FC236}">
                <a16:creationId xmlns:a16="http://schemas.microsoft.com/office/drawing/2014/main" id="{C697B705-40E7-9423-0F89-FAF7A7DA80AA}"/>
              </a:ext>
            </a:extLst>
          </p:cNvPr>
          <p:cNvGrpSpPr>
            <a:grpSpLocks noChangeAspect="1"/>
          </p:cNvGrpSpPr>
          <p:nvPr/>
        </p:nvGrpSpPr>
        <p:grpSpPr>
          <a:xfrm>
            <a:off x="8211563" y="2044179"/>
            <a:ext cx="632481" cy="534335"/>
            <a:chOff x="6639646" y="3454741"/>
            <a:chExt cx="489352" cy="413416"/>
          </a:xfrm>
          <a:solidFill>
            <a:schemeClr val="accent4"/>
          </a:solidFill>
        </p:grpSpPr>
        <p:sp>
          <p:nvSpPr>
            <p:cNvPr id="21" name="Freeform 699">
              <a:extLst>
                <a:ext uri="{FF2B5EF4-FFF2-40B4-BE49-F238E27FC236}">
                  <a16:creationId xmlns:a16="http://schemas.microsoft.com/office/drawing/2014/main" id="{DC1EC24A-FAC3-246B-6184-B7FDA21A8C3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0">
              <a:extLst>
                <a:ext uri="{FF2B5EF4-FFF2-40B4-BE49-F238E27FC236}">
                  <a16:creationId xmlns:a16="http://schemas.microsoft.com/office/drawing/2014/main" id="{D7ACD762-8AB8-72EC-3837-DE52964FD9B2}"/>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01">
              <a:extLst>
                <a:ext uri="{FF2B5EF4-FFF2-40B4-BE49-F238E27FC236}">
                  <a16:creationId xmlns:a16="http://schemas.microsoft.com/office/drawing/2014/main" id="{9BF14AE6-2296-A964-8486-2C821AE80882}"/>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02">
              <a:extLst>
                <a:ext uri="{FF2B5EF4-FFF2-40B4-BE49-F238E27FC236}">
                  <a16:creationId xmlns:a16="http://schemas.microsoft.com/office/drawing/2014/main" id="{2DBC2BC9-4A17-96C6-A0C1-36660C74D690}"/>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703">
              <a:extLst>
                <a:ext uri="{FF2B5EF4-FFF2-40B4-BE49-F238E27FC236}">
                  <a16:creationId xmlns:a16="http://schemas.microsoft.com/office/drawing/2014/main" id="{0E920D73-BDBF-B017-D5C2-7C6644FF5540}"/>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704">
              <a:extLst>
                <a:ext uri="{FF2B5EF4-FFF2-40B4-BE49-F238E27FC236}">
                  <a16:creationId xmlns:a16="http://schemas.microsoft.com/office/drawing/2014/main" id="{59E34300-9EBB-519A-9D42-DDFC7605D464}"/>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705">
              <a:extLst>
                <a:ext uri="{FF2B5EF4-FFF2-40B4-BE49-F238E27FC236}">
                  <a16:creationId xmlns:a16="http://schemas.microsoft.com/office/drawing/2014/main" id="{5C8567D2-CC89-B335-A766-D62C9B9E94D5}"/>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706">
              <a:extLst>
                <a:ext uri="{FF2B5EF4-FFF2-40B4-BE49-F238E27FC236}">
                  <a16:creationId xmlns:a16="http://schemas.microsoft.com/office/drawing/2014/main" id="{5C44ED51-2176-9F78-3E18-931D67911E3A}"/>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707">
              <a:extLst>
                <a:ext uri="{FF2B5EF4-FFF2-40B4-BE49-F238E27FC236}">
                  <a16:creationId xmlns:a16="http://schemas.microsoft.com/office/drawing/2014/main" id="{57F82534-94C3-22DD-1089-1923572077A6}"/>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708">
              <a:extLst>
                <a:ext uri="{FF2B5EF4-FFF2-40B4-BE49-F238E27FC236}">
                  <a16:creationId xmlns:a16="http://schemas.microsoft.com/office/drawing/2014/main" id="{4E449CA8-D866-5585-5633-E6E589B62817}"/>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709">
              <a:extLst>
                <a:ext uri="{FF2B5EF4-FFF2-40B4-BE49-F238E27FC236}">
                  <a16:creationId xmlns:a16="http://schemas.microsoft.com/office/drawing/2014/main" id="{872FC688-4868-0A35-4E39-19AE8B8BB0D2}"/>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710">
              <a:extLst>
                <a:ext uri="{FF2B5EF4-FFF2-40B4-BE49-F238E27FC236}">
                  <a16:creationId xmlns:a16="http://schemas.microsoft.com/office/drawing/2014/main" id="{E9DFD7E9-C826-C84D-9E39-0D7A5F458C40}"/>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711">
              <a:extLst>
                <a:ext uri="{FF2B5EF4-FFF2-40B4-BE49-F238E27FC236}">
                  <a16:creationId xmlns:a16="http://schemas.microsoft.com/office/drawing/2014/main" id="{F9F6D23F-13FE-FD58-04AC-7EE2743CC66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895AAA1D-39D1-BB1D-26A0-34322046F20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 name="Analytics30" descr="{&quot;Key&quot;:&quot;POWER_USER_SHAPE_ICON&quot;,&quot;Value&quot;:&quot;POWER_USER_SHAPE_ICON_STYLE_1&quot;}">
            <a:extLst>
              <a:ext uri="{FF2B5EF4-FFF2-40B4-BE49-F238E27FC236}">
                <a16:creationId xmlns:a16="http://schemas.microsoft.com/office/drawing/2014/main" id="{FF6F4766-C71C-0D5A-65DA-D6D6DE7EF749}"/>
              </a:ext>
            </a:extLst>
          </p:cNvPr>
          <p:cNvGrpSpPr>
            <a:grpSpLocks noChangeAspect="1"/>
          </p:cNvGrpSpPr>
          <p:nvPr/>
        </p:nvGrpSpPr>
        <p:grpSpPr>
          <a:xfrm>
            <a:off x="10614659" y="3497859"/>
            <a:ext cx="554951" cy="587769"/>
            <a:chOff x="8321999" y="5827650"/>
            <a:chExt cx="550316" cy="582860"/>
          </a:xfrm>
          <a:solidFill>
            <a:schemeClr val="accent3"/>
          </a:solidFill>
        </p:grpSpPr>
        <p:sp>
          <p:nvSpPr>
            <p:cNvPr id="39" name="Free-form: Shape 38">
              <a:extLst>
                <a:ext uri="{FF2B5EF4-FFF2-40B4-BE49-F238E27FC236}">
                  <a16:creationId xmlns:a16="http://schemas.microsoft.com/office/drawing/2014/main" id="{BC1C741F-8ADF-C126-FB23-4F9937F1175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1876263-19A2-8F9C-1BAA-5E06F3FD3A29}"/>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F96F791-89FB-7A97-FA8E-143F0B21ADEF}"/>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1E3D0CEA-1A90-BF2B-5CE8-9AC8C400015B}"/>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E82C3A7C-B14F-2112-3C08-84EF082110AB}"/>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257064789"/>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3B399B-0DF3-4A14-82B1-2CBA605E13A1}"/>
              </a:ext>
            </a:extLst>
          </p:cNvPr>
          <p:cNvSpPr>
            <a:spLocks noGrp="1"/>
          </p:cNvSpPr>
          <p:nvPr>
            <p:ph type="title"/>
          </p:nvPr>
        </p:nvSpPr>
        <p:spPr>
          <a:xfrm>
            <a:off x="214184" y="13663"/>
            <a:ext cx="9728886" cy="678316"/>
          </a:xfrm>
        </p:spPr>
        <p:txBody>
          <a:bodyPr>
            <a:normAutofit/>
          </a:bodyPr>
          <a:lstStyle/>
          <a:p>
            <a:r>
              <a:rPr lang="en-US" dirty="0"/>
              <a:t>Domino effect 1</a:t>
            </a:r>
          </a:p>
        </p:txBody>
      </p:sp>
      <p:sp>
        <p:nvSpPr>
          <p:cNvPr id="17" name="Cube 16">
            <a:extLst>
              <a:ext uri="{FF2B5EF4-FFF2-40B4-BE49-F238E27FC236}">
                <a16:creationId xmlns:a16="http://schemas.microsoft.com/office/drawing/2014/main" id="{5BDE05C7-0BDA-44FB-AC37-D7FCF0722070}"/>
              </a:ext>
            </a:extLst>
          </p:cNvPr>
          <p:cNvSpPr/>
          <p:nvPr/>
        </p:nvSpPr>
        <p:spPr>
          <a:xfrm rot="1234034">
            <a:off x="1859127" y="2238232"/>
            <a:ext cx="1216152" cy="3154134"/>
          </a:xfrm>
          <a:prstGeom prst="cube">
            <a:avLst>
              <a:gd name="adj" fmla="val 61754"/>
            </a:avLst>
          </a:prstGeom>
          <a:solidFill>
            <a:schemeClr val="accent1"/>
          </a:solidFill>
          <a:ln w="12700">
            <a:solidFill>
              <a:schemeClr val="accent1">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21" name="Cube 20">
            <a:extLst>
              <a:ext uri="{FF2B5EF4-FFF2-40B4-BE49-F238E27FC236}">
                <a16:creationId xmlns:a16="http://schemas.microsoft.com/office/drawing/2014/main" id="{0BE0CF23-BC10-4FCB-A53E-99932FB2F083}"/>
              </a:ext>
            </a:extLst>
          </p:cNvPr>
          <p:cNvSpPr/>
          <p:nvPr/>
        </p:nvSpPr>
        <p:spPr>
          <a:xfrm>
            <a:off x="3673526" y="2238232"/>
            <a:ext cx="1216152" cy="3154134"/>
          </a:xfrm>
          <a:prstGeom prst="cube">
            <a:avLst>
              <a:gd name="adj" fmla="val 61754"/>
            </a:avLst>
          </a:prstGeom>
          <a:solidFill>
            <a:schemeClr val="accent2"/>
          </a:solidFill>
          <a:ln w="12700">
            <a:solidFill>
              <a:schemeClr val="accent2">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19" name="Cube 18">
            <a:extLst>
              <a:ext uri="{FF2B5EF4-FFF2-40B4-BE49-F238E27FC236}">
                <a16:creationId xmlns:a16="http://schemas.microsoft.com/office/drawing/2014/main" id="{A31273F4-2FC2-4250-8B75-94D5C99F287C}"/>
              </a:ext>
            </a:extLst>
          </p:cNvPr>
          <p:cNvSpPr/>
          <p:nvPr/>
        </p:nvSpPr>
        <p:spPr>
          <a:xfrm>
            <a:off x="5487925" y="2238232"/>
            <a:ext cx="1216152" cy="3154134"/>
          </a:xfrm>
          <a:prstGeom prst="cube">
            <a:avLst>
              <a:gd name="adj" fmla="val 61754"/>
            </a:avLst>
          </a:prstGeom>
          <a:solidFill>
            <a:schemeClr val="accent3"/>
          </a:solidFill>
          <a:ln w="12700">
            <a:solidFill>
              <a:schemeClr val="accent3">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20" name="Cube 19">
            <a:extLst>
              <a:ext uri="{FF2B5EF4-FFF2-40B4-BE49-F238E27FC236}">
                <a16:creationId xmlns:a16="http://schemas.microsoft.com/office/drawing/2014/main" id="{42ACF788-B447-4C29-AB36-1C6965A2C62C}"/>
              </a:ext>
            </a:extLst>
          </p:cNvPr>
          <p:cNvSpPr/>
          <p:nvPr/>
        </p:nvSpPr>
        <p:spPr>
          <a:xfrm>
            <a:off x="7302324" y="2238232"/>
            <a:ext cx="1216152" cy="3154134"/>
          </a:xfrm>
          <a:prstGeom prst="cube">
            <a:avLst>
              <a:gd name="adj" fmla="val 61754"/>
            </a:avLst>
          </a:prstGeom>
          <a:solidFill>
            <a:schemeClr val="accent4"/>
          </a:solidFill>
          <a:ln w="12700">
            <a:solidFill>
              <a:schemeClr val="accent4">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18" name="Cube 17">
            <a:extLst>
              <a:ext uri="{FF2B5EF4-FFF2-40B4-BE49-F238E27FC236}">
                <a16:creationId xmlns:a16="http://schemas.microsoft.com/office/drawing/2014/main" id="{A91A85E9-CDBB-4E29-9B8B-BE92B7FF9B6E}"/>
              </a:ext>
            </a:extLst>
          </p:cNvPr>
          <p:cNvSpPr/>
          <p:nvPr/>
        </p:nvSpPr>
        <p:spPr>
          <a:xfrm>
            <a:off x="9116721" y="2238232"/>
            <a:ext cx="1216152" cy="3154134"/>
          </a:xfrm>
          <a:prstGeom prst="cube">
            <a:avLst>
              <a:gd name="adj" fmla="val 61754"/>
            </a:avLst>
          </a:prstGeom>
          <a:solidFill>
            <a:schemeClr val="accent5"/>
          </a:solidFill>
          <a:ln w="12700">
            <a:solidFill>
              <a:schemeClr val="accent5">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Tree>
    <p:custDataLst>
      <p:tags r:id="rId1"/>
    </p:custDataLst>
    <p:extLst>
      <p:ext uri="{BB962C8B-B14F-4D97-AF65-F5344CB8AC3E}">
        <p14:creationId xmlns:p14="http://schemas.microsoft.com/office/powerpoint/2010/main" val="32558721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F31573-98D3-34CD-205B-478BB884DD2A}"/>
              </a:ext>
            </a:extLst>
          </p:cNvPr>
          <p:cNvSpPr>
            <a:spLocks noGrp="1"/>
          </p:cNvSpPr>
          <p:nvPr>
            <p:ph type="title"/>
          </p:nvPr>
        </p:nvSpPr>
        <p:spPr>
          <a:xfrm>
            <a:off x="214184" y="13663"/>
            <a:ext cx="9728886" cy="678316"/>
          </a:xfrm>
        </p:spPr>
        <p:txBody>
          <a:bodyPr>
            <a:normAutofit/>
          </a:bodyPr>
          <a:lstStyle/>
          <a:p>
            <a:r>
              <a:rPr lang="en-US" dirty="0"/>
              <a:t>Domino effect 2</a:t>
            </a:r>
          </a:p>
        </p:txBody>
      </p:sp>
      <p:grpSp>
        <p:nvGrpSpPr>
          <p:cNvPr id="3" name="Group 2">
            <a:extLst>
              <a:ext uri="{FF2B5EF4-FFF2-40B4-BE49-F238E27FC236}">
                <a16:creationId xmlns:a16="http://schemas.microsoft.com/office/drawing/2014/main" id="{2A8DB55E-AD02-5D07-201B-3BC00ADF65ED}"/>
              </a:ext>
            </a:extLst>
          </p:cNvPr>
          <p:cNvGrpSpPr>
            <a:grpSpLocks noChangeAspect="1"/>
          </p:cNvGrpSpPr>
          <p:nvPr/>
        </p:nvGrpSpPr>
        <p:grpSpPr>
          <a:xfrm>
            <a:off x="4035315" y="1941571"/>
            <a:ext cx="2878403" cy="3631792"/>
            <a:chOff x="3661201" y="3309382"/>
            <a:chExt cx="3166243" cy="3994971"/>
          </a:xfrm>
        </p:grpSpPr>
        <p:sp>
          <p:nvSpPr>
            <p:cNvPr id="4" name="Rectangle 3">
              <a:extLst>
                <a:ext uri="{FF2B5EF4-FFF2-40B4-BE49-F238E27FC236}">
                  <a16:creationId xmlns:a16="http://schemas.microsoft.com/office/drawing/2014/main" id="{8A1C39B3-5CD6-12C6-5F08-75B59FDEF9E8}"/>
                </a:ext>
              </a:extLst>
            </p:cNvPr>
            <p:cNvSpPr>
              <a:spLocks noChangeAspect="1"/>
            </p:cNvSpPr>
            <p:nvPr/>
          </p:nvSpPr>
          <p:spPr>
            <a:xfrm rot="20924871">
              <a:off x="4127444" y="3309382"/>
              <a:ext cx="2700000" cy="3340800"/>
            </a:xfrm>
            <a:prstGeom prst="rect">
              <a:avLst/>
            </a:prstGeom>
            <a:gradFill>
              <a:gsLst>
                <a:gs pos="0">
                  <a:schemeClr val="accent1">
                    <a:lumMod val="75000"/>
                  </a:schemeClr>
                </a:gs>
                <a:gs pos="100000">
                  <a:schemeClr val="accent1"/>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4">
              <a:extLst>
                <a:ext uri="{FF2B5EF4-FFF2-40B4-BE49-F238E27FC236}">
                  <a16:creationId xmlns:a16="http://schemas.microsoft.com/office/drawing/2014/main" id="{9C22F862-D1D9-46B2-AC8E-F04BAF36D0FA}"/>
                </a:ext>
              </a:extLst>
            </p:cNvPr>
            <p:cNvGrpSpPr/>
            <p:nvPr/>
          </p:nvGrpSpPr>
          <p:grpSpPr>
            <a:xfrm>
              <a:off x="3661201" y="3311456"/>
              <a:ext cx="2700000" cy="3992897"/>
              <a:chOff x="3661201" y="3311456"/>
              <a:chExt cx="2700000" cy="3992897"/>
            </a:xfrm>
          </p:grpSpPr>
          <p:sp>
            <p:nvSpPr>
              <p:cNvPr id="6" name="Rectangle 5">
                <a:extLst>
                  <a:ext uri="{FF2B5EF4-FFF2-40B4-BE49-F238E27FC236}">
                    <a16:creationId xmlns:a16="http://schemas.microsoft.com/office/drawing/2014/main" id="{093305AE-10E5-95BC-F460-3B54266A84F2}"/>
                  </a:ext>
                </a:extLst>
              </p:cNvPr>
              <p:cNvSpPr>
                <a:spLocks noChangeAspect="1"/>
              </p:cNvSpPr>
              <p:nvPr/>
            </p:nvSpPr>
            <p:spPr>
              <a:xfrm rot="20924871">
                <a:off x="4186016" y="3964253"/>
                <a:ext cx="520700" cy="3340100"/>
              </a:xfrm>
              <a:prstGeom prst="rect">
                <a:avLst/>
              </a:prstGeom>
              <a:solidFill>
                <a:schemeClr val="accent1">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707D719B-938F-7A12-18BE-0264F830DA6E}"/>
                  </a:ext>
                </a:extLst>
              </p:cNvPr>
              <p:cNvSpPr>
                <a:spLocks noChangeAspect="1"/>
              </p:cNvSpPr>
              <p:nvPr/>
            </p:nvSpPr>
            <p:spPr>
              <a:xfrm rot="20924871">
                <a:off x="3661201" y="3311456"/>
                <a:ext cx="2700000" cy="522000"/>
              </a:xfrm>
              <a:prstGeom prst="rect">
                <a:avLst/>
              </a:prstGeom>
              <a:solidFill>
                <a:schemeClr val="accent1"/>
              </a:solidFill>
              <a:ln>
                <a:solidFill>
                  <a:srgbClr val="FFFFFF"/>
                </a:solidFill>
              </a:ln>
              <a:scene3d>
                <a:camera prst="isometricTopUp"/>
                <a:lightRig rig="threePt" dir="t">
                  <a:rot lat="0" lon="0" rev="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ZoneTexte 17">
                <a:extLst>
                  <a:ext uri="{FF2B5EF4-FFF2-40B4-BE49-F238E27FC236}">
                    <a16:creationId xmlns:a16="http://schemas.microsoft.com/office/drawing/2014/main" id="{48EC6FF8-F363-CF2B-6F68-98D673665C12}"/>
                  </a:ext>
                </a:extLst>
              </p:cNvPr>
              <p:cNvSpPr txBox="1">
                <a:spLocks noChangeAspect="1"/>
              </p:cNvSpPr>
              <p:nvPr/>
            </p:nvSpPr>
            <p:spPr>
              <a:xfrm>
                <a:off x="3712763" y="3873365"/>
                <a:ext cx="1266443" cy="643252"/>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1</a:t>
                </a:r>
              </a:p>
            </p:txBody>
          </p:sp>
        </p:grpSp>
      </p:grpSp>
      <p:grpSp>
        <p:nvGrpSpPr>
          <p:cNvPr id="9" name="Group 8">
            <a:extLst>
              <a:ext uri="{FF2B5EF4-FFF2-40B4-BE49-F238E27FC236}">
                <a16:creationId xmlns:a16="http://schemas.microsoft.com/office/drawing/2014/main" id="{37201FC5-85B3-F592-77B5-21EEF0BA9ABB}"/>
              </a:ext>
            </a:extLst>
          </p:cNvPr>
          <p:cNvGrpSpPr>
            <a:grpSpLocks noChangeAspect="1"/>
          </p:cNvGrpSpPr>
          <p:nvPr/>
        </p:nvGrpSpPr>
        <p:grpSpPr>
          <a:xfrm>
            <a:off x="4581240" y="2231901"/>
            <a:ext cx="2872053" cy="3637327"/>
            <a:chOff x="4207761" y="3598891"/>
            <a:chExt cx="3159258" cy="4001060"/>
          </a:xfrm>
        </p:grpSpPr>
        <p:grpSp>
          <p:nvGrpSpPr>
            <p:cNvPr id="10" name="Group 9">
              <a:extLst>
                <a:ext uri="{FF2B5EF4-FFF2-40B4-BE49-F238E27FC236}">
                  <a16:creationId xmlns:a16="http://schemas.microsoft.com/office/drawing/2014/main" id="{DB6AB295-39AE-572E-7BC4-20DB576AB32C}"/>
                </a:ext>
              </a:extLst>
            </p:cNvPr>
            <p:cNvGrpSpPr/>
            <p:nvPr/>
          </p:nvGrpSpPr>
          <p:grpSpPr>
            <a:xfrm>
              <a:off x="4207761" y="3598891"/>
              <a:ext cx="3159258" cy="3352784"/>
              <a:chOff x="4207761" y="3598891"/>
              <a:chExt cx="3159258" cy="3352784"/>
            </a:xfrm>
          </p:grpSpPr>
          <p:sp>
            <p:nvSpPr>
              <p:cNvPr id="14" name="Rectangle 13">
                <a:extLst>
                  <a:ext uri="{FF2B5EF4-FFF2-40B4-BE49-F238E27FC236}">
                    <a16:creationId xmlns:a16="http://schemas.microsoft.com/office/drawing/2014/main" id="{EBC26DDA-91BD-C9EF-9791-B3DF2C930BB9}"/>
                  </a:ext>
                </a:extLst>
              </p:cNvPr>
              <p:cNvSpPr>
                <a:spLocks noChangeAspect="1"/>
              </p:cNvSpPr>
              <p:nvPr/>
            </p:nvSpPr>
            <p:spPr>
              <a:xfrm rot="20924871">
                <a:off x="4207761" y="3598891"/>
                <a:ext cx="2700000" cy="522000"/>
              </a:xfrm>
              <a:prstGeom prst="rect">
                <a:avLst/>
              </a:prstGeom>
              <a:solidFill>
                <a:schemeClr val="accent2"/>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391D8051-15A1-7C81-5E23-6047216DF9D4}"/>
                  </a:ext>
                </a:extLst>
              </p:cNvPr>
              <p:cNvSpPr>
                <a:spLocks noChangeAspect="1"/>
              </p:cNvSpPr>
              <p:nvPr/>
            </p:nvSpPr>
            <p:spPr>
              <a:xfrm rot="20924871">
                <a:off x="4667019" y="3610875"/>
                <a:ext cx="2700000" cy="3340800"/>
              </a:xfrm>
              <a:prstGeom prst="rect">
                <a:avLst/>
              </a:prstGeom>
              <a:solidFill>
                <a:schemeClr val="accent2"/>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a:extLst>
                <a:ext uri="{FF2B5EF4-FFF2-40B4-BE49-F238E27FC236}">
                  <a16:creationId xmlns:a16="http://schemas.microsoft.com/office/drawing/2014/main" id="{77F67FCD-6969-C27E-293C-75E93D496E48}"/>
                </a:ext>
              </a:extLst>
            </p:cNvPr>
            <p:cNvGrpSpPr/>
            <p:nvPr/>
          </p:nvGrpSpPr>
          <p:grpSpPr>
            <a:xfrm>
              <a:off x="4254811" y="4169612"/>
              <a:ext cx="1266443" cy="3430339"/>
              <a:chOff x="4254811" y="4169612"/>
              <a:chExt cx="1266443" cy="3430339"/>
            </a:xfrm>
          </p:grpSpPr>
          <p:sp>
            <p:nvSpPr>
              <p:cNvPr id="12" name="Rectangle 11">
                <a:extLst>
                  <a:ext uri="{FF2B5EF4-FFF2-40B4-BE49-F238E27FC236}">
                    <a16:creationId xmlns:a16="http://schemas.microsoft.com/office/drawing/2014/main" id="{442BC1D6-A3E5-8FAB-04A3-3F4C42A5215A}"/>
                  </a:ext>
                </a:extLst>
              </p:cNvPr>
              <p:cNvSpPr>
                <a:spLocks noChangeAspect="1"/>
              </p:cNvSpPr>
              <p:nvPr/>
            </p:nvSpPr>
            <p:spPr>
              <a:xfrm rot="20924871">
                <a:off x="4731085" y="4259851"/>
                <a:ext cx="520700" cy="3340100"/>
              </a:xfrm>
              <a:prstGeom prst="rect">
                <a:avLst/>
              </a:prstGeom>
              <a:solidFill>
                <a:schemeClr val="accent2">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ZoneTexte 18">
                <a:extLst>
                  <a:ext uri="{FF2B5EF4-FFF2-40B4-BE49-F238E27FC236}">
                    <a16:creationId xmlns:a16="http://schemas.microsoft.com/office/drawing/2014/main" id="{522BFC49-F63F-A59F-3E42-E2D564E1B99E}"/>
                  </a:ext>
                </a:extLst>
              </p:cNvPr>
              <p:cNvSpPr txBox="1">
                <a:spLocks noChangeAspect="1"/>
              </p:cNvSpPr>
              <p:nvPr/>
            </p:nvSpPr>
            <p:spPr>
              <a:xfrm>
                <a:off x="4254811" y="4169612"/>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2</a:t>
                </a:r>
              </a:p>
            </p:txBody>
          </p:sp>
        </p:grpSp>
      </p:grpSp>
      <p:grpSp>
        <p:nvGrpSpPr>
          <p:cNvPr id="16" name="Group 15">
            <a:extLst>
              <a:ext uri="{FF2B5EF4-FFF2-40B4-BE49-F238E27FC236}">
                <a16:creationId xmlns:a16="http://schemas.microsoft.com/office/drawing/2014/main" id="{77674BD7-307C-415B-94B8-6CB1766C9E47}"/>
              </a:ext>
            </a:extLst>
          </p:cNvPr>
          <p:cNvGrpSpPr>
            <a:grpSpLocks noChangeAspect="1"/>
          </p:cNvGrpSpPr>
          <p:nvPr/>
        </p:nvGrpSpPr>
        <p:grpSpPr>
          <a:xfrm>
            <a:off x="5224780" y="2455485"/>
            <a:ext cx="2846062" cy="3680710"/>
            <a:chOff x="4852236" y="3820376"/>
            <a:chExt cx="3130668" cy="4048780"/>
          </a:xfrm>
        </p:grpSpPr>
        <p:grpSp>
          <p:nvGrpSpPr>
            <p:cNvPr id="17" name="Group 16">
              <a:extLst>
                <a:ext uri="{FF2B5EF4-FFF2-40B4-BE49-F238E27FC236}">
                  <a16:creationId xmlns:a16="http://schemas.microsoft.com/office/drawing/2014/main" id="{AD958695-07B8-30B9-2A31-23B5D0F52168}"/>
                </a:ext>
              </a:extLst>
            </p:cNvPr>
            <p:cNvGrpSpPr/>
            <p:nvPr/>
          </p:nvGrpSpPr>
          <p:grpSpPr>
            <a:xfrm>
              <a:off x="5102274" y="3820376"/>
              <a:ext cx="2880630" cy="4048780"/>
              <a:chOff x="5102274" y="3820376"/>
              <a:chExt cx="2880630" cy="4048780"/>
            </a:xfrm>
          </p:grpSpPr>
          <p:sp>
            <p:nvSpPr>
              <p:cNvPr id="19" name="Rectangle 18">
                <a:extLst>
                  <a:ext uri="{FF2B5EF4-FFF2-40B4-BE49-F238E27FC236}">
                    <a16:creationId xmlns:a16="http://schemas.microsoft.com/office/drawing/2014/main" id="{29B3DC8A-6B4E-696D-5910-0E6484D4ACFF}"/>
                  </a:ext>
                </a:extLst>
              </p:cNvPr>
              <p:cNvSpPr>
                <a:spLocks noChangeAspect="1"/>
              </p:cNvSpPr>
              <p:nvPr/>
            </p:nvSpPr>
            <p:spPr>
              <a:xfrm rot="20924871">
                <a:off x="5346778" y="4529056"/>
                <a:ext cx="520700" cy="3340100"/>
              </a:xfrm>
              <a:prstGeom prst="rect">
                <a:avLst/>
              </a:prstGeom>
              <a:solidFill>
                <a:schemeClr val="accent3">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e 12">
                <a:extLst>
                  <a:ext uri="{FF2B5EF4-FFF2-40B4-BE49-F238E27FC236}">
                    <a16:creationId xmlns:a16="http://schemas.microsoft.com/office/drawing/2014/main" id="{3005B54F-7DBB-D537-3451-C44A92EC559A}"/>
                  </a:ext>
                </a:extLst>
              </p:cNvPr>
              <p:cNvGrpSpPr>
                <a:grpSpLocks noChangeAspect="1"/>
              </p:cNvGrpSpPr>
              <p:nvPr/>
            </p:nvGrpSpPr>
            <p:grpSpPr>
              <a:xfrm rot="20924871">
                <a:off x="5102274" y="3820376"/>
                <a:ext cx="2880630" cy="3412924"/>
                <a:chOff x="5964693" y="2282077"/>
                <a:chExt cx="2880630" cy="3412924"/>
              </a:xfrm>
            </p:grpSpPr>
            <p:sp>
              <p:nvSpPr>
                <p:cNvPr id="21" name="Rectangle 20">
                  <a:extLst>
                    <a:ext uri="{FF2B5EF4-FFF2-40B4-BE49-F238E27FC236}">
                      <a16:creationId xmlns:a16="http://schemas.microsoft.com/office/drawing/2014/main" id="{E91FE053-89B4-972D-5D39-6A4053376B91}"/>
                    </a:ext>
                  </a:extLst>
                </p:cNvPr>
                <p:cNvSpPr/>
                <p:nvPr/>
              </p:nvSpPr>
              <p:spPr>
                <a:xfrm>
                  <a:off x="5964693" y="2282077"/>
                  <a:ext cx="2700000" cy="521999"/>
                </a:xfrm>
                <a:prstGeom prst="rect">
                  <a:avLst/>
                </a:prstGeom>
                <a:solidFill>
                  <a:schemeClr val="accent3"/>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E59D21AE-C501-0017-7818-D66541E60944}"/>
                    </a:ext>
                  </a:extLst>
                </p:cNvPr>
                <p:cNvSpPr/>
                <p:nvPr/>
              </p:nvSpPr>
              <p:spPr>
                <a:xfrm>
                  <a:off x="6145323" y="2354201"/>
                  <a:ext cx="2700000" cy="3340800"/>
                </a:xfrm>
                <a:prstGeom prst="rect">
                  <a:avLst/>
                </a:prstGeom>
                <a:solidFill>
                  <a:schemeClr val="accent3"/>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8" name="ZoneTexte 19">
              <a:extLst>
                <a:ext uri="{FF2B5EF4-FFF2-40B4-BE49-F238E27FC236}">
                  <a16:creationId xmlns:a16="http://schemas.microsoft.com/office/drawing/2014/main" id="{7FFD07B9-7827-5FB3-60BE-087F3E867B89}"/>
                </a:ext>
              </a:extLst>
            </p:cNvPr>
            <p:cNvSpPr txBox="1">
              <a:spLocks noChangeAspect="1"/>
            </p:cNvSpPr>
            <p:nvPr/>
          </p:nvSpPr>
          <p:spPr>
            <a:xfrm>
              <a:off x="4852236" y="4453633"/>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3</a:t>
              </a:r>
            </a:p>
          </p:txBody>
        </p:sp>
      </p:grpSp>
      <p:grpSp>
        <p:nvGrpSpPr>
          <p:cNvPr id="23" name="Group 22">
            <a:extLst>
              <a:ext uri="{FF2B5EF4-FFF2-40B4-BE49-F238E27FC236}">
                <a16:creationId xmlns:a16="http://schemas.microsoft.com/office/drawing/2014/main" id="{6D10510E-B50C-42D7-35C0-EAFA90497777}"/>
              </a:ext>
            </a:extLst>
          </p:cNvPr>
          <p:cNvGrpSpPr>
            <a:grpSpLocks noChangeAspect="1"/>
          </p:cNvGrpSpPr>
          <p:nvPr/>
        </p:nvGrpSpPr>
        <p:grpSpPr>
          <a:xfrm>
            <a:off x="5776314" y="2771966"/>
            <a:ext cx="2840875" cy="3688258"/>
            <a:chOff x="5403995" y="4136106"/>
            <a:chExt cx="3124964" cy="4057085"/>
          </a:xfrm>
        </p:grpSpPr>
        <p:grpSp>
          <p:nvGrpSpPr>
            <p:cNvPr id="24" name="Group 23">
              <a:extLst>
                <a:ext uri="{FF2B5EF4-FFF2-40B4-BE49-F238E27FC236}">
                  <a16:creationId xmlns:a16="http://schemas.microsoft.com/office/drawing/2014/main" id="{7CD02458-C407-5BD0-C06A-8D7DE70CD0AE}"/>
                </a:ext>
              </a:extLst>
            </p:cNvPr>
            <p:cNvGrpSpPr/>
            <p:nvPr/>
          </p:nvGrpSpPr>
          <p:grpSpPr>
            <a:xfrm>
              <a:off x="5649966" y="4136106"/>
              <a:ext cx="2878993" cy="4057085"/>
              <a:chOff x="5649966" y="4136106"/>
              <a:chExt cx="2878993" cy="4057085"/>
            </a:xfrm>
          </p:grpSpPr>
          <p:sp>
            <p:nvSpPr>
              <p:cNvPr id="26" name="Rectangle 25">
                <a:extLst>
                  <a:ext uri="{FF2B5EF4-FFF2-40B4-BE49-F238E27FC236}">
                    <a16:creationId xmlns:a16="http://schemas.microsoft.com/office/drawing/2014/main" id="{05F0402C-C729-82F8-B5BA-F1402ED16E7D}"/>
                  </a:ext>
                </a:extLst>
              </p:cNvPr>
              <p:cNvSpPr>
                <a:spLocks noChangeAspect="1"/>
              </p:cNvSpPr>
              <p:nvPr/>
            </p:nvSpPr>
            <p:spPr>
              <a:xfrm rot="20924871">
                <a:off x="5893650" y="4853091"/>
                <a:ext cx="520700" cy="3340100"/>
              </a:xfrm>
              <a:prstGeom prst="rect">
                <a:avLst/>
              </a:prstGeom>
              <a:solidFill>
                <a:schemeClr val="accent4">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e 15">
                <a:extLst>
                  <a:ext uri="{FF2B5EF4-FFF2-40B4-BE49-F238E27FC236}">
                    <a16:creationId xmlns:a16="http://schemas.microsoft.com/office/drawing/2014/main" id="{87F17B5A-3437-14EA-136D-16E02DC20C35}"/>
                  </a:ext>
                </a:extLst>
              </p:cNvPr>
              <p:cNvGrpSpPr>
                <a:grpSpLocks noChangeAspect="1"/>
              </p:cNvGrpSpPr>
              <p:nvPr/>
            </p:nvGrpSpPr>
            <p:grpSpPr>
              <a:xfrm rot="20924871">
                <a:off x="5649966" y="4136106"/>
                <a:ext cx="2878993" cy="3421149"/>
                <a:chOff x="5966330" y="2273852"/>
                <a:chExt cx="2878993" cy="3421149"/>
              </a:xfrm>
            </p:grpSpPr>
            <p:sp>
              <p:nvSpPr>
                <p:cNvPr id="28" name="Rectangle 27">
                  <a:extLst>
                    <a:ext uri="{FF2B5EF4-FFF2-40B4-BE49-F238E27FC236}">
                      <a16:creationId xmlns:a16="http://schemas.microsoft.com/office/drawing/2014/main" id="{79475FCD-C756-DA79-646F-52561E6483EC}"/>
                    </a:ext>
                  </a:extLst>
                </p:cNvPr>
                <p:cNvSpPr/>
                <p:nvPr/>
              </p:nvSpPr>
              <p:spPr>
                <a:xfrm>
                  <a:off x="5966330" y="2273852"/>
                  <a:ext cx="2700000" cy="521999"/>
                </a:xfrm>
                <a:prstGeom prst="rect">
                  <a:avLst/>
                </a:prstGeom>
                <a:solidFill>
                  <a:schemeClr val="accent4"/>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58E1F9D6-3002-D705-2B7B-77EC9494E0A8}"/>
                    </a:ext>
                  </a:extLst>
                </p:cNvPr>
                <p:cNvSpPr/>
                <p:nvPr/>
              </p:nvSpPr>
              <p:spPr>
                <a:xfrm>
                  <a:off x="6145323" y="2354201"/>
                  <a:ext cx="2700000" cy="3340800"/>
                </a:xfrm>
                <a:prstGeom prst="rect">
                  <a:avLst/>
                </a:prstGeom>
                <a:gradFill>
                  <a:gsLst>
                    <a:gs pos="0">
                      <a:schemeClr val="accent4">
                        <a:lumMod val="50000"/>
                      </a:schemeClr>
                    </a:gs>
                    <a:gs pos="100000">
                      <a:schemeClr val="accent4"/>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 name="ZoneTexte 20">
              <a:extLst>
                <a:ext uri="{FF2B5EF4-FFF2-40B4-BE49-F238E27FC236}">
                  <a16:creationId xmlns:a16="http://schemas.microsoft.com/office/drawing/2014/main" id="{E431ADF0-B6F8-5C85-1245-C4E80899E10E}"/>
                </a:ext>
              </a:extLst>
            </p:cNvPr>
            <p:cNvSpPr txBox="1">
              <a:spLocks noChangeAspect="1"/>
            </p:cNvSpPr>
            <p:nvPr/>
          </p:nvSpPr>
          <p:spPr>
            <a:xfrm>
              <a:off x="5403995" y="4766061"/>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4</a:t>
              </a:r>
            </a:p>
          </p:txBody>
        </p:sp>
      </p:grpSp>
      <p:sp>
        <p:nvSpPr>
          <p:cNvPr id="30" name="Forme libre : forme 26">
            <a:extLst>
              <a:ext uri="{FF2B5EF4-FFF2-40B4-BE49-F238E27FC236}">
                <a16:creationId xmlns:a16="http://schemas.microsoft.com/office/drawing/2014/main" id="{30F3EFC9-2DE3-14B8-B244-3C962E951D4F}"/>
              </a:ext>
            </a:extLst>
          </p:cNvPr>
          <p:cNvSpPr/>
          <p:nvPr/>
        </p:nvSpPr>
        <p:spPr>
          <a:xfrm>
            <a:off x="3264852" y="2130989"/>
            <a:ext cx="1528117" cy="462846"/>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1"/>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orme libre : forme 28">
            <a:extLst>
              <a:ext uri="{FF2B5EF4-FFF2-40B4-BE49-F238E27FC236}">
                <a16:creationId xmlns:a16="http://schemas.microsoft.com/office/drawing/2014/main" id="{EA6590F9-5D7C-6D42-E89F-3A33F824D5C5}"/>
              </a:ext>
            </a:extLst>
          </p:cNvPr>
          <p:cNvSpPr/>
          <p:nvPr/>
        </p:nvSpPr>
        <p:spPr>
          <a:xfrm flipH="1">
            <a:off x="6476820" y="1504506"/>
            <a:ext cx="1795199" cy="518379"/>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2"/>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orme libre : forme 30">
            <a:extLst>
              <a:ext uri="{FF2B5EF4-FFF2-40B4-BE49-F238E27FC236}">
                <a16:creationId xmlns:a16="http://schemas.microsoft.com/office/drawing/2014/main" id="{D5531E6A-CE11-7A29-A777-D543527F1C3C}"/>
              </a:ext>
            </a:extLst>
          </p:cNvPr>
          <p:cNvSpPr/>
          <p:nvPr/>
        </p:nvSpPr>
        <p:spPr>
          <a:xfrm flipV="1">
            <a:off x="4409241" y="5424927"/>
            <a:ext cx="1614189" cy="409610"/>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3"/>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Forme libre : forme 32">
            <a:extLst>
              <a:ext uri="{FF2B5EF4-FFF2-40B4-BE49-F238E27FC236}">
                <a16:creationId xmlns:a16="http://schemas.microsoft.com/office/drawing/2014/main" id="{9CE3088C-7315-6DE9-05FA-13F8630C34EA}"/>
              </a:ext>
            </a:extLst>
          </p:cNvPr>
          <p:cNvSpPr/>
          <p:nvPr/>
        </p:nvSpPr>
        <p:spPr>
          <a:xfrm flipH="1" flipV="1">
            <a:off x="7726012" y="5125000"/>
            <a:ext cx="1351993" cy="346297"/>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4"/>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7">
            <a:extLst>
              <a:ext uri="{FF2B5EF4-FFF2-40B4-BE49-F238E27FC236}">
                <a16:creationId xmlns:a16="http://schemas.microsoft.com/office/drawing/2014/main" id="{2DBFACEC-F7A9-7382-2007-ACBC7BEA7AE5}"/>
              </a:ext>
            </a:extLst>
          </p:cNvPr>
          <p:cNvSpPr txBox="1"/>
          <p:nvPr/>
        </p:nvSpPr>
        <p:spPr>
          <a:xfrm>
            <a:off x="7374419" y="1351784"/>
            <a:ext cx="3642238" cy="1077218"/>
          </a:xfrm>
          <a:prstGeom prst="rect">
            <a:avLst/>
          </a:prstGeom>
          <a:noFill/>
        </p:spPr>
        <p:txBody>
          <a:bodyPr wrap="square" rtlCol="0">
            <a:spAutoFit/>
          </a:bodyPr>
          <a:lstStyle/>
          <a:p>
            <a:pPr algn="r"/>
            <a:r>
              <a:rPr lang="en-US" sz="1600" b="1" dirty="0">
                <a:solidFill>
                  <a:schemeClr val="accent2"/>
                </a:solidFill>
              </a:rPr>
              <a:t>2.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5" name="TextBox 34">
            <a:extLst>
              <a:ext uri="{FF2B5EF4-FFF2-40B4-BE49-F238E27FC236}">
                <a16:creationId xmlns:a16="http://schemas.microsoft.com/office/drawing/2014/main" id="{38A55B44-1071-7B17-AFD8-660E9CE7DB41}"/>
              </a:ext>
            </a:extLst>
          </p:cNvPr>
          <p:cNvSpPr txBox="1"/>
          <p:nvPr/>
        </p:nvSpPr>
        <p:spPr>
          <a:xfrm>
            <a:off x="8159399" y="5291790"/>
            <a:ext cx="3642238" cy="1077218"/>
          </a:xfrm>
          <a:prstGeom prst="rect">
            <a:avLst/>
          </a:prstGeom>
          <a:noFill/>
        </p:spPr>
        <p:txBody>
          <a:bodyPr wrap="square" rtlCol="0">
            <a:spAutoFit/>
          </a:bodyPr>
          <a:lstStyle/>
          <a:p>
            <a:pPr algn="r"/>
            <a:r>
              <a:rPr lang="en-US" sz="1600" b="1" dirty="0">
                <a:solidFill>
                  <a:schemeClr val="accent4"/>
                </a:solidFill>
              </a:rPr>
              <a:t>4.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6" name="TextBox 37">
            <a:extLst>
              <a:ext uri="{FF2B5EF4-FFF2-40B4-BE49-F238E27FC236}">
                <a16:creationId xmlns:a16="http://schemas.microsoft.com/office/drawing/2014/main" id="{5A00E19B-9252-FEC7-50D0-7505232E5446}"/>
              </a:ext>
            </a:extLst>
          </p:cNvPr>
          <p:cNvSpPr txBox="1"/>
          <p:nvPr/>
        </p:nvSpPr>
        <p:spPr>
          <a:xfrm>
            <a:off x="860672" y="5094852"/>
            <a:ext cx="3642238" cy="1077218"/>
          </a:xfrm>
          <a:prstGeom prst="rect">
            <a:avLst/>
          </a:prstGeom>
          <a:noFill/>
        </p:spPr>
        <p:txBody>
          <a:bodyPr wrap="square" rtlCol="0">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7" name="TextBox 37">
            <a:extLst>
              <a:ext uri="{FF2B5EF4-FFF2-40B4-BE49-F238E27FC236}">
                <a16:creationId xmlns:a16="http://schemas.microsoft.com/office/drawing/2014/main" id="{43060473-D15C-CD88-5BF6-D9A29F5A43F6}"/>
              </a:ext>
            </a:extLst>
          </p:cNvPr>
          <p:cNvSpPr txBox="1"/>
          <p:nvPr/>
        </p:nvSpPr>
        <p:spPr>
          <a:xfrm>
            <a:off x="495312" y="1950749"/>
            <a:ext cx="3642238" cy="1077218"/>
          </a:xfrm>
          <a:prstGeom prst="rect">
            <a:avLst/>
          </a:prstGeom>
          <a:noFill/>
        </p:spPr>
        <p:txBody>
          <a:bodyPr wrap="square" rtlCol="0">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4265554119"/>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12" name="Straight Arrow Connector 11"/>
          <p:cNvCxnSpPr/>
          <p:nvPr/>
        </p:nvCxnSpPr>
        <p:spPr>
          <a:xfrm>
            <a:off x="2438400" y="1741714"/>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normAutofit/>
          </a:bodyPr>
          <a:lstStyle/>
          <a:p>
            <a:r>
              <a:rPr lang="en-US" dirty="0"/>
              <a:t>Filter 1</a:t>
            </a:r>
          </a:p>
        </p:txBody>
      </p:sp>
      <p:cxnSp>
        <p:nvCxnSpPr>
          <p:cNvPr id="16" name="Straight Arrow Connector 15"/>
          <p:cNvCxnSpPr/>
          <p:nvPr/>
        </p:nvCxnSpPr>
        <p:spPr>
          <a:xfrm>
            <a:off x="2438400" y="2053771"/>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2438400" y="2362199"/>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rot="10800000" flipV="1">
            <a:off x="2438399" y="3135086"/>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a:off x="2438399" y="2674256"/>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rot="10800000" flipV="1">
            <a:off x="2438398" y="3755571"/>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6156040" y="1741714"/>
            <a:ext cx="124466" cy="42577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a:extLst>
              <a:ext uri="{FF2B5EF4-FFF2-40B4-BE49-F238E27FC236}">
                <a16:creationId xmlns:a16="http://schemas.microsoft.com/office/drawing/2014/main" id="{E3E421DD-7F73-48C5-BDA3-451A3E2EF995}"/>
              </a:ext>
            </a:extLst>
          </p:cNvPr>
          <p:cNvSpPr/>
          <p:nvPr/>
        </p:nvSpPr>
        <p:spPr>
          <a:xfrm>
            <a:off x="654579" y="4962555"/>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3" name="Rectangle 12">
            <a:extLst>
              <a:ext uri="{FF2B5EF4-FFF2-40B4-BE49-F238E27FC236}">
                <a16:creationId xmlns:a16="http://schemas.microsoft.com/office/drawing/2014/main" id="{E3E421DD-7F73-48C5-BDA3-451A3E2EF995}"/>
              </a:ext>
            </a:extLst>
          </p:cNvPr>
          <p:cNvSpPr/>
          <p:nvPr/>
        </p:nvSpPr>
        <p:spPr>
          <a:xfrm>
            <a:off x="6320971" y="1741714"/>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1447030852"/>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Filter 2</a:t>
            </a:r>
          </a:p>
        </p:txBody>
      </p:sp>
      <p:sp>
        <p:nvSpPr>
          <p:cNvPr id="3" name="Rectangle 2"/>
          <p:cNvSpPr/>
          <p:nvPr/>
        </p:nvSpPr>
        <p:spPr>
          <a:xfrm>
            <a:off x="6492846" y="1561797"/>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p:cNvSpPr/>
          <p:nvPr/>
        </p:nvSpPr>
        <p:spPr>
          <a:xfrm>
            <a:off x="6492846" y="2817283"/>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a:off x="6492846" y="4072769"/>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ectangle 13"/>
          <p:cNvSpPr/>
          <p:nvPr/>
        </p:nvSpPr>
        <p:spPr>
          <a:xfrm>
            <a:off x="6492846" y="5328255"/>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 name="Oval 3"/>
          <p:cNvSpPr>
            <a:spLocks noChangeAspect="1"/>
          </p:cNvSpPr>
          <p:nvPr/>
        </p:nvSpPr>
        <p:spPr>
          <a:xfrm>
            <a:off x="3448346" y="2090883"/>
            <a:ext cx="914400" cy="914400"/>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Oval 17"/>
          <p:cNvSpPr>
            <a:spLocks noChangeAspect="1"/>
          </p:cNvSpPr>
          <p:nvPr/>
        </p:nvSpPr>
        <p:spPr>
          <a:xfrm>
            <a:off x="4690949" y="3469167"/>
            <a:ext cx="469232" cy="469232"/>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2" name="Oval 21"/>
          <p:cNvSpPr>
            <a:spLocks noChangeAspect="1"/>
          </p:cNvSpPr>
          <p:nvPr/>
        </p:nvSpPr>
        <p:spPr>
          <a:xfrm>
            <a:off x="4310655" y="5182577"/>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3" name="Oval 22"/>
          <p:cNvSpPr>
            <a:spLocks noChangeAspect="1"/>
          </p:cNvSpPr>
          <p:nvPr/>
        </p:nvSpPr>
        <p:spPr>
          <a:xfrm>
            <a:off x="6117903" y="3703783"/>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4" name="Oval 23"/>
          <p:cNvSpPr>
            <a:spLocks noChangeAspect="1"/>
          </p:cNvSpPr>
          <p:nvPr/>
        </p:nvSpPr>
        <p:spPr>
          <a:xfrm>
            <a:off x="7880305" y="2413139"/>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5" name="Oval 24"/>
          <p:cNvSpPr>
            <a:spLocks noChangeAspect="1"/>
          </p:cNvSpPr>
          <p:nvPr/>
        </p:nvSpPr>
        <p:spPr>
          <a:xfrm>
            <a:off x="8441726" y="5590105"/>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7" name="Oval 26"/>
          <p:cNvSpPr>
            <a:spLocks noChangeAspect="1"/>
          </p:cNvSpPr>
          <p:nvPr/>
        </p:nvSpPr>
        <p:spPr>
          <a:xfrm>
            <a:off x="8674997" y="3750821"/>
            <a:ext cx="352541" cy="35254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Oval 27"/>
          <p:cNvSpPr>
            <a:spLocks noChangeAspect="1"/>
          </p:cNvSpPr>
          <p:nvPr/>
        </p:nvSpPr>
        <p:spPr>
          <a:xfrm>
            <a:off x="7586755" y="4334618"/>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Oval 28"/>
          <p:cNvSpPr>
            <a:spLocks noChangeAspect="1"/>
          </p:cNvSpPr>
          <p:nvPr/>
        </p:nvSpPr>
        <p:spPr>
          <a:xfrm>
            <a:off x="3164461" y="4285349"/>
            <a:ext cx="567771" cy="56777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Oval 29"/>
          <p:cNvSpPr>
            <a:spLocks noChangeAspect="1"/>
          </p:cNvSpPr>
          <p:nvPr/>
        </p:nvSpPr>
        <p:spPr>
          <a:xfrm>
            <a:off x="5397812" y="4965603"/>
            <a:ext cx="624548" cy="624548"/>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1" name="Oval 30"/>
          <p:cNvSpPr>
            <a:spLocks noChangeAspect="1"/>
          </p:cNvSpPr>
          <p:nvPr/>
        </p:nvSpPr>
        <p:spPr>
          <a:xfrm>
            <a:off x="5477103" y="2290006"/>
            <a:ext cx="516155" cy="516155"/>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Rectangle 18">
            <a:extLst>
              <a:ext uri="{FF2B5EF4-FFF2-40B4-BE49-F238E27FC236}">
                <a16:creationId xmlns:a16="http://schemas.microsoft.com/office/drawing/2014/main" id="{E3E421DD-7F73-48C5-BDA3-451A3E2EF995}"/>
              </a:ext>
            </a:extLst>
          </p:cNvPr>
          <p:cNvSpPr/>
          <p:nvPr/>
        </p:nvSpPr>
        <p:spPr>
          <a:xfrm>
            <a:off x="606454"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0" name="Rectangle 19">
            <a:extLst>
              <a:ext uri="{FF2B5EF4-FFF2-40B4-BE49-F238E27FC236}">
                <a16:creationId xmlns:a16="http://schemas.microsoft.com/office/drawing/2014/main" id="{E3E421DD-7F73-48C5-BDA3-451A3E2EF995}"/>
              </a:ext>
            </a:extLst>
          </p:cNvPr>
          <p:cNvSpPr/>
          <p:nvPr/>
        </p:nvSpPr>
        <p:spPr>
          <a:xfrm>
            <a:off x="9065546"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2812925084"/>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12</a:t>
            </a:r>
          </a:p>
        </p:txBody>
      </p:sp>
      <p:grpSp>
        <p:nvGrpSpPr>
          <p:cNvPr id="5" name="Group 4"/>
          <p:cNvGrpSpPr/>
          <p:nvPr/>
        </p:nvGrpSpPr>
        <p:grpSpPr>
          <a:xfrm>
            <a:off x="2671401" y="3287813"/>
            <a:ext cx="1372991" cy="1352130"/>
            <a:chOff x="2890274" y="3322788"/>
            <a:chExt cx="1134703" cy="1117463"/>
          </a:xfrm>
        </p:grpSpPr>
        <p:sp>
          <p:nvSpPr>
            <p:cNvPr id="13" name="Freeform 12"/>
            <p:cNvSpPr/>
            <p:nvPr/>
          </p:nvSpPr>
          <p:spPr>
            <a:xfrm>
              <a:off x="2890274"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Shape 4"/>
            <p:cNvSpPr/>
            <p:nvPr/>
          </p:nvSpPr>
          <p:spPr>
            <a:xfrm>
              <a:off x="3191509" y="35862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5" name="Freeform 14"/>
            <p:cNvSpPr>
              <a:spLocks noChangeAspect="1"/>
            </p:cNvSpPr>
            <p:nvPr/>
          </p:nvSpPr>
          <p:spPr>
            <a:xfrm>
              <a:off x="3045054" y="3465883"/>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 name="Group 3"/>
          <p:cNvGrpSpPr/>
          <p:nvPr/>
        </p:nvGrpSpPr>
        <p:grpSpPr>
          <a:xfrm>
            <a:off x="1576160" y="2623686"/>
            <a:ext cx="1372991" cy="1352130"/>
            <a:chOff x="1985116" y="2773923"/>
            <a:chExt cx="1134703" cy="1117463"/>
          </a:xfrm>
        </p:grpSpPr>
        <p:sp>
          <p:nvSpPr>
            <p:cNvPr id="9" name="Freeform 8"/>
            <p:cNvSpPr/>
            <p:nvPr/>
          </p:nvSpPr>
          <p:spPr>
            <a:xfrm>
              <a:off x="1985116" y="2773923"/>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 name="Shape 4"/>
            <p:cNvSpPr/>
            <p:nvPr/>
          </p:nvSpPr>
          <p:spPr>
            <a:xfrm>
              <a:off x="2208961" y="3037344"/>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1" name="Freeform 10"/>
            <p:cNvSpPr>
              <a:spLocks noChangeAspect="1"/>
            </p:cNvSpPr>
            <p:nvPr/>
          </p:nvSpPr>
          <p:spPr>
            <a:xfrm>
              <a:off x="2128783"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6" name="Group 5"/>
          <p:cNvGrpSpPr/>
          <p:nvPr/>
        </p:nvGrpSpPr>
        <p:grpSpPr>
          <a:xfrm>
            <a:off x="3766642" y="2623685"/>
            <a:ext cx="1372991" cy="1352130"/>
            <a:chOff x="3795432" y="2773922"/>
            <a:chExt cx="1134703" cy="1117463"/>
          </a:xfrm>
        </p:grpSpPr>
        <p:sp>
          <p:nvSpPr>
            <p:cNvPr id="33" name="Freeform 32"/>
            <p:cNvSpPr/>
            <p:nvPr/>
          </p:nvSpPr>
          <p:spPr>
            <a:xfrm>
              <a:off x="3795432" y="277392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4" name="Shape 4"/>
            <p:cNvSpPr/>
            <p:nvPr/>
          </p:nvSpPr>
          <p:spPr>
            <a:xfrm>
              <a:off x="4096667" y="30374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5" name="Freeform 34"/>
            <p:cNvSpPr>
              <a:spLocks noChangeAspect="1"/>
            </p:cNvSpPr>
            <p:nvPr/>
          </p:nvSpPr>
          <p:spPr>
            <a:xfrm>
              <a:off x="3934424"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7" name="Group 6"/>
          <p:cNvGrpSpPr/>
          <p:nvPr/>
        </p:nvGrpSpPr>
        <p:grpSpPr>
          <a:xfrm>
            <a:off x="4861884" y="3287813"/>
            <a:ext cx="1372991" cy="1352130"/>
            <a:chOff x="4700590" y="3322788"/>
            <a:chExt cx="1134703" cy="1117463"/>
          </a:xfrm>
        </p:grpSpPr>
        <p:sp>
          <p:nvSpPr>
            <p:cNvPr id="46" name="Freeform 45"/>
            <p:cNvSpPr/>
            <p:nvPr/>
          </p:nvSpPr>
          <p:spPr>
            <a:xfrm>
              <a:off x="4700590"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7" name="Shape 4"/>
            <p:cNvSpPr/>
            <p:nvPr/>
          </p:nvSpPr>
          <p:spPr>
            <a:xfrm>
              <a:off x="5001825" y="3663206"/>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8" name="Freeform 47"/>
            <p:cNvSpPr>
              <a:spLocks noChangeAspect="1"/>
            </p:cNvSpPr>
            <p:nvPr/>
          </p:nvSpPr>
          <p:spPr>
            <a:xfrm>
              <a:off x="4855370" y="3476781"/>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29" name="Group 28"/>
          <p:cNvGrpSpPr/>
          <p:nvPr/>
        </p:nvGrpSpPr>
        <p:grpSpPr>
          <a:xfrm>
            <a:off x="7052366" y="3280332"/>
            <a:ext cx="1372991" cy="1352130"/>
            <a:chOff x="566422" y="1349672"/>
            <a:chExt cx="1134703" cy="1117463"/>
          </a:xfrm>
        </p:grpSpPr>
        <p:sp>
          <p:nvSpPr>
            <p:cNvPr id="30" name="Freeform 29"/>
            <p:cNvSpPr/>
            <p:nvPr/>
          </p:nvSpPr>
          <p:spPr>
            <a:xfrm>
              <a:off x="566422" y="134967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1" name="Shape 4"/>
            <p:cNvSpPr/>
            <p:nvPr/>
          </p:nvSpPr>
          <p:spPr>
            <a:xfrm>
              <a:off x="790267" y="1613093"/>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6" name="Freeform 35"/>
            <p:cNvSpPr>
              <a:spLocks noChangeAspect="1"/>
            </p:cNvSpPr>
            <p:nvPr/>
          </p:nvSpPr>
          <p:spPr>
            <a:xfrm>
              <a:off x="721202" y="1492767"/>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37" name="ShapeNameChangedByPowerUser3"/>
          <p:cNvGrpSpPr>
            <a:grpSpLocks noChangeAspect="1"/>
          </p:cNvGrpSpPr>
          <p:nvPr/>
        </p:nvGrpSpPr>
        <p:grpSpPr>
          <a:xfrm>
            <a:off x="5957125" y="2616206"/>
            <a:ext cx="1372991" cy="1352130"/>
            <a:chOff x="4624438" y="4606710"/>
            <a:chExt cx="2943124" cy="2898410"/>
          </a:xfrm>
        </p:grpSpPr>
        <p:sp>
          <p:nvSpPr>
            <p:cNvPr id="38" name="Freeform 37"/>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9"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0" name="Freeform 39"/>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1" name="ShapeNameChangedByPowerUser1"/>
          <p:cNvGrpSpPr>
            <a:grpSpLocks noChangeAspect="1"/>
          </p:cNvGrpSpPr>
          <p:nvPr/>
        </p:nvGrpSpPr>
        <p:grpSpPr>
          <a:xfrm>
            <a:off x="8147607" y="2616204"/>
            <a:ext cx="1372991" cy="1352130"/>
            <a:chOff x="4624438" y="4606710"/>
            <a:chExt cx="2943124" cy="2898410"/>
          </a:xfrm>
        </p:grpSpPr>
        <p:sp>
          <p:nvSpPr>
            <p:cNvPr id="42" name="Freeform 41"/>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3"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4" name="Freeform 43"/>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9" name="Group 18"/>
          <p:cNvGrpSpPr/>
          <p:nvPr/>
        </p:nvGrpSpPr>
        <p:grpSpPr>
          <a:xfrm>
            <a:off x="9242849" y="3280332"/>
            <a:ext cx="1372991" cy="1352130"/>
            <a:chOff x="9242849" y="3280332"/>
            <a:chExt cx="1372991" cy="1352130"/>
          </a:xfrm>
        </p:grpSpPr>
        <p:sp>
          <p:nvSpPr>
            <p:cNvPr id="57" name="Freeform 56"/>
            <p:cNvSpPr/>
            <p:nvPr/>
          </p:nvSpPr>
          <p:spPr>
            <a:xfrm>
              <a:off x="9242849" y="3280332"/>
              <a:ext cx="1372991" cy="135213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58" name="Shape 4"/>
            <p:cNvSpPr/>
            <p:nvPr/>
          </p:nvSpPr>
          <p:spPr>
            <a:xfrm>
              <a:off x="9513701" y="3599072"/>
              <a:ext cx="831287" cy="71465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59" name="Freeform 58"/>
            <p:cNvSpPr>
              <a:spLocks noChangeAspect="1"/>
            </p:cNvSpPr>
            <p:nvPr/>
          </p:nvSpPr>
          <p:spPr>
            <a:xfrm>
              <a:off x="9426423" y="3453477"/>
              <a:ext cx="1005842" cy="1005841"/>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sp>
        <p:nvSpPr>
          <p:cNvPr id="16" name="Arc 15"/>
          <p:cNvSpPr/>
          <p:nvPr/>
        </p:nvSpPr>
        <p:spPr>
          <a:xfrm>
            <a:off x="2409675" y="2536353"/>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Arc 59"/>
          <p:cNvSpPr/>
          <p:nvPr/>
        </p:nvSpPr>
        <p:spPr>
          <a:xfrm>
            <a:off x="4770896" y="2542340"/>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 name="Arc 60"/>
          <p:cNvSpPr/>
          <p:nvPr/>
        </p:nvSpPr>
        <p:spPr>
          <a:xfrm>
            <a:off x="6786208" y="2533854"/>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Arc 61"/>
          <p:cNvSpPr/>
          <p:nvPr/>
        </p:nvSpPr>
        <p:spPr>
          <a:xfrm>
            <a:off x="8801520" y="2525369"/>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 name="Arc 62"/>
          <p:cNvSpPr/>
          <p:nvPr/>
        </p:nvSpPr>
        <p:spPr>
          <a:xfrm rot="11429741">
            <a:off x="4383620" y="3793250"/>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1429741">
            <a:off x="6612411" y="3793249"/>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p:nvPr/>
        </p:nvSpPr>
        <p:spPr>
          <a:xfrm rot="11429741">
            <a:off x="8841202" y="3793248"/>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 name="TextBox 16"/>
          <p:cNvSpPr txBox="1"/>
          <p:nvPr/>
        </p:nvSpPr>
        <p:spPr>
          <a:xfrm>
            <a:off x="2208957" y="1853458"/>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6" name="TextBox 65"/>
          <p:cNvSpPr txBox="1"/>
          <p:nvPr/>
        </p:nvSpPr>
        <p:spPr>
          <a:xfrm>
            <a:off x="4309511" y="1855964"/>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7" name="TextBox 66"/>
          <p:cNvSpPr txBox="1"/>
          <p:nvPr/>
        </p:nvSpPr>
        <p:spPr>
          <a:xfrm>
            <a:off x="6410067" y="1858470"/>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8" name="TextBox 67"/>
          <p:cNvSpPr txBox="1"/>
          <p:nvPr/>
        </p:nvSpPr>
        <p:spPr>
          <a:xfrm>
            <a:off x="8510623" y="1860976"/>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9" name="TextBox 68"/>
          <p:cNvSpPr txBox="1"/>
          <p:nvPr/>
        </p:nvSpPr>
        <p:spPr>
          <a:xfrm>
            <a:off x="3990679" y="4790303"/>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70" name="TextBox 69"/>
          <p:cNvSpPr txBox="1"/>
          <p:nvPr/>
        </p:nvSpPr>
        <p:spPr>
          <a:xfrm>
            <a:off x="6091235" y="4792809"/>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71" name="TextBox 70"/>
          <p:cNvSpPr txBox="1"/>
          <p:nvPr/>
        </p:nvSpPr>
        <p:spPr>
          <a:xfrm>
            <a:off x="8191791" y="4795315"/>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Tree>
    <p:custDataLst>
      <p:tags r:id="rId1"/>
    </p:custDataLst>
    <p:extLst>
      <p:ext uri="{BB962C8B-B14F-4D97-AF65-F5344CB8AC3E}">
        <p14:creationId xmlns:p14="http://schemas.microsoft.com/office/powerpoint/2010/main" val="2338538509"/>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reeform 16"/>
          <p:cNvSpPr/>
          <p:nvPr/>
        </p:nvSpPr>
        <p:spPr>
          <a:xfrm rot="16200000">
            <a:off x="8824737" y="1688581"/>
            <a:ext cx="2995334" cy="2520001"/>
          </a:xfrm>
          <a:custGeom>
            <a:avLst/>
            <a:gdLst>
              <a:gd name="connsiteX0" fmla="*/ 4702629 w 4702629"/>
              <a:gd name="connsiteY0" fmla="*/ 2520001 h 2520001"/>
              <a:gd name="connsiteX1" fmla="*/ 0 w 4702629"/>
              <a:gd name="connsiteY1" fmla="*/ 2520000 h 2520001"/>
              <a:gd name="connsiteX2" fmla="*/ 0 w 4702629"/>
              <a:gd name="connsiteY2" fmla="*/ 0 h 2520001"/>
              <a:gd name="connsiteX3" fmla="*/ 3622629 w 4702629"/>
              <a:gd name="connsiteY3" fmla="*/ 1 h 2520001"/>
            </a:gdLst>
            <a:ahLst/>
            <a:cxnLst>
              <a:cxn ang="0">
                <a:pos x="connsiteX0" y="connsiteY0"/>
              </a:cxn>
              <a:cxn ang="0">
                <a:pos x="connsiteX1" y="connsiteY1"/>
              </a:cxn>
              <a:cxn ang="0">
                <a:pos x="connsiteX2" y="connsiteY2"/>
              </a:cxn>
              <a:cxn ang="0">
                <a:pos x="connsiteX3" y="connsiteY3"/>
              </a:cxn>
            </a:cxnLst>
            <a:rect l="l" t="t" r="r" b="b"/>
            <a:pathLst>
              <a:path w="4702629" h="2520001">
                <a:moveTo>
                  <a:pt x="4702629" y="2520001"/>
                </a:moveTo>
                <a:lnTo>
                  <a:pt x="0" y="2520000"/>
                </a:lnTo>
                <a:lnTo>
                  <a:pt x="0" y="0"/>
                </a:lnTo>
                <a:lnTo>
                  <a:pt x="3622629" y="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 </a:t>
            </a:r>
          </a:p>
          <a:p>
            <a:pPr lvl="0" algn="ctr">
              <a:defRPr/>
            </a:pPr>
            <a:r>
              <a:rPr lang="en-US" sz="1600" kern="0" dirty="0">
                <a:solidFill>
                  <a:srgbClr val="FFFFFF"/>
                </a:solidFill>
              </a:rPr>
              <a:t>Maecenas </a:t>
            </a:r>
            <a:r>
              <a:rPr lang="en-US" sz="1600" kern="0" dirty="0" err="1">
                <a:solidFill>
                  <a:srgbClr val="FFFFFF"/>
                </a:solidFill>
              </a:rPr>
              <a:t>porttitor</a:t>
            </a:r>
            <a:r>
              <a:rPr lang="en-US" sz="1600" kern="0" dirty="0">
                <a:solidFill>
                  <a:srgbClr val="FFFFFF"/>
                </a:solidFill>
              </a:rPr>
              <a:t> </a:t>
            </a:r>
            <a:r>
              <a:rPr lang="en-US" sz="1600" kern="0" dirty="0" err="1">
                <a:solidFill>
                  <a:srgbClr val="FFFFFF"/>
                </a:solidFill>
              </a:rPr>
              <a:t>congue</a:t>
            </a:r>
            <a:r>
              <a:rPr lang="en-US" sz="1600" kern="0" dirty="0">
                <a:solidFill>
                  <a:srgbClr val="FFFFFF"/>
                </a:solidFill>
              </a:rPr>
              <a:t> </a:t>
            </a:r>
            <a:r>
              <a:rPr lang="en-US" sz="1600" kern="0" dirty="0" err="1">
                <a:solidFill>
                  <a:srgbClr val="FFFFFF"/>
                </a:solidFill>
              </a:rPr>
              <a:t>massa</a:t>
            </a:r>
            <a:r>
              <a:rPr lang="en-US" sz="1600" kern="0" dirty="0">
                <a:solidFill>
                  <a:srgbClr val="FFFFFF"/>
                </a:solidFill>
              </a:rPr>
              <a:t>.</a:t>
            </a:r>
          </a:p>
        </p:txBody>
      </p:sp>
      <p:sp>
        <p:nvSpPr>
          <p:cNvPr id="16" name="Freeform 15"/>
          <p:cNvSpPr/>
          <p:nvPr/>
        </p:nvSpPr>
        <p:spPr>
          <a:xfrm rot="16200000">
            <a:off x="6391707" y="2073155"/>
            <a:ext cx="2226190" cy="2520000"/>
          </a:xfrm>
          <a:custGeom>
            <a:avLst/>
            <a:gdLst>
              <a:gd name="connsiteX0" fmla="*/ 3495086 w 3495086"/>
              <a:gd name="connsiteY0" fmla="*/ 2520000 h 2520000"/>
              <a:gd name="connsiteX1" fmla="*/ 0 w 3495086"/>
              <a:gd name="connsiteY1" fmla="*/ 2520000 h 2520000"/>
              <a:gd name="connsiteX2" fmla="*/ 0 w 3495086"/>
              <a:gd name="connsiteY2" fmla="*/ 0 h 2520000"/>
              <a:gd name="connsiteX3" fmla="*/ 2415086 w 3495086"/>
              <a:gd name="connsiteY3" fmla="*/ 0 h 2520000"/>
            </a:gdLst>
            <a:ahLst/>
            <a:cxnLst>
              <a:cxn ang="0">
                <a:pos x="connsiteX0" y="connsiteY0"/>
              </a:cxn>
              <a:cxn ang="0">
                <a:pos x="connsiteX1" y="connsiteY1"/>
              </a:cxn>
              <a:cxn ang="0">
                <a:pos x="connsiteX2" y="connsiteY2"/>
              </a:cxn>
              <a:cxn ang="0">
                <a:pos x="connsiteX3" y="connsiteY3"/>
              </a:cxn>
            </a:cxnLst>
            <a:rect l="l" t="t" r="r" b="b"/>
            <a:pathLst>
              <a:path w="3495086" h="2520000">
                <a:moveTo>
                  <a:pt x="3495086" y="2520000"/>
                </a:moveTo>
                <a:lnTo>
                  <a:pt x="0" y="2520000"/>
                </a:lnTo>
                <a:lnTo>
                  <a:pt x="0" y="0"/>
                </a:lnTo>
                <a:lnTo>
                  <a:pt x="241508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 </a:t>
            </a:r>
          </a:p>
          <a:p>
            <a:pPr lvl="0" algn="ctr">
              <a:defRPr/>
            </a:pPr>
            <a:r>
              <a:rPr lang="en-US" sz="1600" kern="0" dirty="0">
                <a:solidFill>
                  <a:srgbClr val="FFFFFF"/>
                </a:solidFill>
              </a:rPr>
              <a:t>Maecenas </a:t>
            </a:r>
            <a:r>
              <a:rPr lang="en-US" sz="1600" kern="0" dirty="0" err="1">
                <a:solidFill>
                  <a:srgbClr val="FFFFFF"/>
                </a:solidFill>
              </a:rPr>
              <a:t>porttitor</a:t>
            </a:r>
            <a:r>
              <a:rPr lang="en-US" sz="1600" kern="0" dirty="0">
                <a:solidFill>
                  <a:srgbClr val="FFFFFF"/>
                </a:solidFill>
              </a:rPr>
              <a:t> </a:t>
            </a:r>
            <a:r>
              <a:rPr lang="en-US" sz="1600" kern="0" dirty="0" err="1">
                <a:solidFill>
                  <a:srgbClr val="FFFFFF"/>
                </a:solidFill>
              </a:rPr>
              <a:t>congue</a:t>
            </a:r>
            <a:r>
              <a:rPr lang="en-US" sz="1600" kern="0" dirty="0">
                <a:solidFill>
                  <a:srgbClr val="FFFFFF"/>
                </a:solidFill>
              </a:rPr>
              <a:t> </a:t>
            </a:r>
            <a:r>
              <a:rPr lang="en-US" sz="1600" kern="0" dirty="0" err="1">
                <a:solidFill>
                  <a:srgbClr val="FFFFFF"/>
                </a:solidFill>
              </a:rPr>
              <a:t>massa</a:t>
            </a:r>
            <a:r>
              <a:rPr lang="en-US" sz="1600" kern="0" dirty="0">
                <a:solidFill>
                  <a:srgbClr val="FFFFFF"/>
                </a:solidFill>
              </a:rPr>
              <a:t>.</a:t>
            </a:r>
          </a:p>
        </p:txBody>
      </p:sp>
      <p:sp>
        <p:nvSpPr>
          <p:cNvPr id="14" name="Freeform 13"/>
          <p:cNvSpPr/>
          <p:nvPr/>
        </p:nvSpPr>
        <p:spPr>
          <a:xfrm rot="16200000">
            <a:off x="3958678" y="2457726"/>
            <a:ext cx="1457047" cy="2520000"/>
          </a:xfrm>
          <a:custGeom>
            <a:avLst/>
            <a:gdLst>
              <a:gd name="connsiteX0" fmla="*/ 2287542 w 2287542"/>
              <a:gd name="connsiteY0" fmla="*/ 2520000 h 2520000"/>
              <a:gd name="connsiteX1" fmla="*/ 0 w 2287542"/>
              <a:gd name="connsiteY1" fmla="*/ 2520000 h 2520000"/>
              <a:gd name="connsiteX2" fmla="*/ 0 w 2287542"/>
              <a:gd name="connsiteY2" fmla="*/ 0 h 2520000"/>
              <a:gd name="connsiteX3" fmla="*/ 1207542 w 2287542"/>
              <a:gd name="connsiteY3" fmla="*/ 0 h 2520000"/>
            </a:gdLst>
            <a:ahLst/>
            <a:cxnLst>
              <a:cxn ang="0">
                <a:pos x="connsiteX0" y="connsiteY0"/>
              </a:cxn>
              <a:cxn ang="0">
                <a:pos x="connsiteX1" y="connsiteY1"/>
              </a:cxn>
              <a:cxn ang="0">
                <a:pos x="connsiteX2" y="connsiteY2"/>
              </a:cxn>
              <a:cxn ang="0">
                <a:pos x="connsiteX3" y="connsiteY3"/>
              </a:cxn>
            </a:cxnLst>
            <a:rect l="l" t="t" r="r" b="b"/>
            <a:pathLst>
              <a:path w="2287542" h="2520000">
                <a:moveTo>
                  <a:pt x="2287542" y="2520000"/>
                </a:moveTo>
                <a:lnTo>
                  <a:pt x="0" y="2520000"/>
                </a:lnTo>
                <a:lnTo>
                  <a:pt x="0" y="0"/>
                </a:lnTo>
                <a:lnTo>
                  <a:pt x="1207542"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a:t>
            </a:r>
          </a:p>
        </p:txBody>
      </p:sp>
      <p:sp>
        <p:nvSpPr>
          <p:cNvPr id="2" name="Title 1"/>
          <p:cNvSpPr>
            <a:spLocks noGrp="1"/>
          </p:cNvSpPr>
          <p:nvPr>
            <p:ph type="title"/>
          </p:nvPr>
        </p:nvSpPr>
        <p:spPr>
          <a:xfrm>
            <a:off x="214184" y="13663"/>
            <a:ext cx="9728886" cy="678316"/>
          </a:xfrm>
        </p:spPr>
        <p:txBody>
          <a:bodyPr>
            <a:normAutofit/>
          </a:bodyPr>
          <a:lstStyle/>
          <a:p>
            <a:r>
              <a:rPr lang="en-US" dirty="0"/>
              <a:t>Growing process</a:t>
            </a:r>
          </a:p>
        </p:txBody>
      </p:sp>
      <p:sp>
        <p:nvSpPr>
          <p:cNvPr id="4" name="ShapeNameChangedByPowerUser4"/>
          <p:cNvSpPr/>
          <p:nvPr/>
        </p:nvSpPr>
        <p:spPr>
          <a:xfrm rot="16200000">
            <a:off x="1525649" y="2842298"/>
            <a:ext cx="687905" cy="2520000"/>
          </a:xfrm>
          <a:prstGeom prst="r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88900" tIns="38100" rIns="88900" bIns="38100" rtlCol="0" anchor="b"/>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Lorem</a:t>
            </a:r>
          </a:p>
        </p:txBody>
      </p:sp>
      <p:sp>
        <p:nvSpPr>
          <p:cNvPr id="18" name="Rectangle 17"/>
          <p:cNvSpPr/>
          <p:nvPr/>
        </p:nvSpPr>
        <p:spPr>
          <a:xfrm>
            <a:off x="609600"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Maecenas porttitor congue massa. </a:t>
            </a:r>
          </a:p>
        </p:txBody>
      </p:sp>
      <p:sp>
        <p:nvSpPr>
          <p:cNvPr id="19" name="Rectangle 18"/>
          <p:cNvSpPr/>
          <p:nvPr/>
        </p:nvSpPr>
        <p:spPr>
          <a:xfrm>
            <a:off x="3427201"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2"/>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0" name="Rectangle 19"/>
          <p:cNvSpPr/>
          <p:nvPr/>
        </p:nvSpPr>
        <p:spPr>
          <a:xfrm>
            <a:off x="6244802"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3"/>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1" name="Rectangle 20"/>
          <p:cNvSpPr/>
          <p:nvPr/>
        </p:nvSpPr>
        <p:spPr>
          <a:xfrm>
            <a:off x="9062403"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4"/>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cxnSp>
        <p:nvCxnSpPr>
          <p:cNvPr id="5" name="Straight Arrow Connector 4">
            <a:extLst>
              <a:ext uri="{FF2B5EF4-FFF2-40B4-BE49-F238E27FC236}">
                <a16:creationId xmlns:a16="http://schemas.microsoft.com/office/drawing/2014/main" id="{D3A4E49E-FBAD-4CBB-B47E-8676D779435A}"/>
              </a:ext>
            </a:extLst>
          </p:cNvPr>
          <p:cNvCxnSpPr>
            <a:cxnSpLocks/>
          </p:cNvCxnSpPr>
          <p:nvPr/>
        </p:nvCxnSpPr>
        <p:spPr>
          <a:xfrm flipV="1">
            <a:off x="609602" y="1318394"/>
            <a:ext cx="10972803" cy="2995337"/>
          </a:xfrm>
          <a:prstGeom prst="straightConnector1">
            <a:avLst/>
          </a:prstGeom>
          <a:ln>
            <a:solidFill>
              <a:srgbClr val="7F7F7F"/>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975190592"/>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Rounded Corners 56"/>
          <p:cNvSpPr/>
          <p:nvPr/>
        </p:nvSpPr>
        <p:spPr>
          <a:xfrm rot="3511430">
            <a:off x="3369023" y="194695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Rectangle: Rounded Corners 55"/>
          <p:cNvSpPr/>
          <p:nvPr/>
        </p:nvSpPr>
        <p:spPr>
          <a:xfrm rot="724764">
            <a:off x="2532930" y="2891894"/>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Title 1"/>
          <p:cNvSpPr>
            <a:spLocks noGrp="1"/>
          </p:cNvSpPr>
          <p:nvPr>
            <p:ph type="title"/>
          </p:nvPr>
        </p:nvSpPr>
        <p:spPr>
          <a:xfrm>
            <a:off x="214184" y="13663"/>
            <a:ext cx="9728886" cy="678316"/>
          </a:xfrm>
        </p:spPr>
        <p:txBody>
          <a:bodyPr>
            <a:normAutofit/>
          </a:bodyPr>
          <a:lstStyle/>
          <a:p>
            <a:r>
              <a:rPr lang="en-US" dirty="0"/>
              <a:t>Hexagons 08</a:t>
            </a:r>
          </a:p>
        </p:txBody>
      </p:sp>
      <p:sp>
        <p:nvSpPr>
          <p:cNvPr id="55" name="Rectangle: Rounded Corners 54"/>
          <p:cNvSpPr/>
          <p:nvPr/>
        </p:nvSpPr>
        <p:spPr>
          <a:xfrm rot="19584712">
            <a:off x="2765635" y="409934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Rectangle: Rounded Corners 44"/>
          <p:cNvSpPr/>
          <p:nvPr/>
        </p:nvSpPr>
        <p:spPr>
          <a:xfrm rot="19682451">
            <a:off x="4973161" y="2413795"/>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Rectangle: Rounded Corners 43"/>
          <p:cNvSpPr/>
          <p:nvPr/>
        </p:nvSpPr>
        <p:spPr>
          <a:xfrm rot="3076687">
            <a:off x="4479447" y="4482507"/>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Rectangle: Rounded Corners 42"/>
          <p:cNvSpPr/>
          <p:nvPr/>
        </p:nvSpPr>
        <p:spPr>
          <a:xfrm rot="724764">
            <a:off x="5241856" y="359120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Rectangle: Rounded Corners 41"/>
          <p:cNvSpPr/>
          <p:nvPr/>
        </p:nvSpPr>
        <p:spPr>
          <a:xfrm rot="3511430">
            <a:off x="6220918" y="266777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Rectangle: Rounded Corners 40"/>
          <p:cNvSpPr/>
          <p:nvPr/>
        </p:nvSpPr>
        <p:spPr>
          <a:xfrm rot="19302997">
            <a:off x="5713152" y="484667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Rounded Corners 23"/>
          <p:cNvSpPr/>
          <p:nvPr/>
        </p:nvSpPr>
        <p:spPr>
          <a:xfrm rot="3521337">
            <a:off x="7358591" y="548168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Rounded Corners 22"/>
          <p:cNvSpPr/>
          <p:nvPr/>
        </p:nvSpPr>
        <p:spPr>
          <a:xfrm rot="1029833">
            <a:off x="8318744" y="451451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Rounded Corners 21"/>
          <p:cNvSpPr/>
          <p:nvPr/>
        </p:nvSpPr>
        <p:spPr>
          <a:xfrm rot="19290270">
            <a:off x="7931093" y="299611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reeform 8"/>
          <p:cNvSpPr>
            <a:spLocks noChangeAspect="1"/>
          </p:cNvSpPr>
          <p:nvPr/>
        </p:nvSpPr>
        <p:spPr>
          <a:xfrm rot="1136491">
            <a:off x="3705540" y="2462534"/>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Freeform 8"/>
          <p:cNvSpPr>
            <a:spLocks noChangeAspect="1"/>
          </p:cNvSpPr>
          <p:nvPr/>
        </p:nvSpPr>
        <p:spPr>
          <a:xfrm rot="1136491">
            <a:off x="3862500" y="25989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Freeform 8"/>
          <p:cNvSpPr>
            <a:spLocks noChangeAspect="1"/>
          </p:cNvSpPr>
          <p:nvPr/>
        </p:nvSpPr>
        <p:spPr>
          <a:xfrm rot="1136491">
            <a:off x="6620833" y="324691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1" name="Freeform 8"/>
          <p:cNvSpPr>
            <a:spLocks noChangeAspect="1"/>
          </p:cNvSpPr>
          <p:nvPr/>
        </p:nvSpPr>
        <p:spPr>
          <a:xfrm rot="1136491">
            <a:off x="6777793" y="33833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3" name="Freeform 8"/>
          <p:cNvSpPr>
            <a:spLocks noChangeAspect="1"/>
          </p:cNvSpPr>
          <p:nvPr/>
        </p:nvSpPr>
        <p:spPr>
          <a:xfrm rot="1136491">
            <a:off x="9046691" y="2079416"/>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4" name="Freeform 8"/>
          <p:cNvSpPr>
            <a:spLocks noChangeAspect="1"/>
          </p:cNvSpPr>
          <p:nvPr/>
        </p:nvSpPr>
        <p:spPr>
          <a:xfrm>
            <a:off x="9129651" y="2162302"/>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5"/>
                </a:solidFill>
              </a:rPr>
              <a:t>05</a:t>
            </a:r>
          </a:p>
        </p:txBody>
      </p:sp>
      <p:sp>
        <p:nvSpPr>
          <p:cNvPr id="17" name="Freeform 8"/>
          <p:cNvSpPr>
            <a:spLocks noChangeAspect="1"/>
          </p:cNvSpPr>
          <p:nvPr/>
        </p:nvSpPr>
        <p:spPr>
          <a:xfrm rot="1136491">
            <a:off x="9467376" y="4368781"/>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8" name="Freeform 8"/>
          <p:cNvSpPr>
            <a:spLocks noChangeAspect="1"/>
          </p:cNvSpPr>
          <p:nvPr/>
        </p:nvSpPr>
        <p:spPr>
          <a:xfrm>
            <a:off x="9550336" y="4451667"/>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6"/>
                </a:solidFill>
              </a:rPr>
              <a:t>06</a:t>
            </a:r>
          </a:p>
        </p:txBody>
      </p:sp>
      <p:sp>
        <p:nvSpPr>
          <p:cNvPr id="20" name="Freeform 8"/>
          <p:cNvSpPr>
            <a:spLocks noChangeAspect="1"/>
          </p:cNvSpPr>
          <p:nvPr/>
        </p:nvSpPr>
        <p:spPr>
          <a:xfrm rot="1136491">
            <a:off x="8028025" y="5587039"/>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21" name="Freeform 8"/>
          <p:cNvSpPr>
            <a:spLocks noChangeAspect="1"/>
          </p:cNvSpPr>
          <p:nvPr/>
        </p:nvSpPr>
        <p:spPr>
          <a:xfrm>
            <a:off x="8110985" y="5669925"/>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3"/>
                </a:solidFill>
              </a:rPr>
              <a:t>07</a:t>
            </a:r>
          </a:p>
        </p:txBody>
      </p:sp>
      <p:sp>
        <p:nvSpPr>
          <p:cNvPr id="36" name="Freeform 8"/>
          <p:cNvSpPr>
            <a:spLocks noChangeAspect="1"/>
          </p:cNvSpPr>
          <p:nvPr/>
        </p:nvSpPr>
        <p:spPr>
          <a:xfrm rot="1136491">
            <a:off x="6196727" y="1562374"/>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37" name="Freeform 8"/>
          <p:cNvSpPr>
            <a:spLocks noChangeAspect="1"/>
          </p:cNvSpPr>
          <p:nvPr/>
        </p:nvSpPr>
        <p:spPr>
          <a:xfrm>
            <a:off x="6279687" y="1645260"/>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04</a:t>
            </a:r>
          </a:p>
        </p:txBody>
      </p:sp>
      <p:sp>
        <p:nvSpPr>
          <p:cNvPr id="39" name="Freeform 8"/>
          <p:cNvSpPr>
            <a:spLocks noChangeAspect="1"/>
          </p:cNvSpPr>
          <p:nvPr/>
        </p:nvSpPr>
        <p:spPr>
          <a:xfrm rot="1136491">
            <a:off x="5516526" y="4942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0" name="Freeform 8"/>
          <p:cNvSpPr>
            <a:spLocks noChangeAspect="1"/>
          </p:cNvSpPr>
          <p:nvPr/>
        </p:nvSpPr>
        <p:spPr>
          <a:xfrm>
            <a:off x="5599486" y="5025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08</a:t>
            </a:r>
          </a:p>
        </p:txBody>
      </p:sp>
      <p:sp>
        <p:nvSpPr>
          <p:cNvPr id="47" name="Freeform 8"/>
          <p:cNvSpPr>
            <a:spLocks noChangeAspect="1"/>
          </p:cNvSpPr>
          <p:nvPr/>
        </p:nvSpPr>
        <p:spPr>
          <a:xfrm rot="1136491">
            <a:off x="2415014" y="4238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8" name="Freeform 8"/>
          <p:cNvSpPr>
            <a:spLocks noChangeAspect="1"/>
          </p:cNvSpPr>
          <p:nvPr/>
        </p:nvSpPr>
        <p:spPr>
          <a:xfrm>
            <a:off x="2497974" y="4321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1"/>
                </a:solidFill>
              </a:rPr>
              <a:t>01</a:t>
            </a:r>
          </a:p>
        </p:txBody>
      </p:sp>
      <p:sp>
        <p:nvSpPr>
          <p:cNvPr id="50" name="Freeform 8"/>
          <p:cNvSpPr>
            <a:spLocks noChangeAspect="1"/>
          </p:cNvSpPr>
          <p:nvPr/>
        </p:nvSpPr>
        <p:spPr>
          <a:xfrm rot="1136491">
            <a:off x="2028405" y="243063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1" name="Freeform 8"/>
          <p:cNvSpPr>
            <a:spLocks noChangeAspect="1"/>
          </p:cNvSpPr>
          <p:nvPr/>
        </p:nvSpPr>
        <p:spPr>
          <a:xfrm>
            <a:off x="2111365" y="251351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2"/>
                </a:solidFill>
              </a:rPr>
              <a:t>02</a:t>
            </a:r>
          </a:p>
        </p:txBody>
      </p:sp>
      <p:sp>
        <p:nvSpPr>
          <p:cNvPr id="53" name="Freeform 8"/>
          <p:cNvSpPr>
            <a:spLocks noChangeAspect="1"/>
          </p:cNvSpPr>
          <p:nvPr/>
        </p:nvSpPr>
        <p:spPr>
          <a:xfrm rot="1136491">
            <a:off x="3519057" y="118761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4" name="Freeform 8"/>
          <p:cNvSpPr>
            <a:spLocks noChangeAspect="1"/>
          </p:cNvSpPr>
          <p:nvPr/>
        </p:nvSpPr>
        <p:spPr>
          <a:xfrm>
            <a:off x="3602017" y="127049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03</a:t>
            </a:r>
          </a:p>
        </p:txBody>
      </p:sp>
      <p:sp>
        <p:nvSpPr>
          <p:cNvPr id="58" name="Rectangle 57">
            <a:extLst>
              <a:ext uri="{FF2B5EF4-FFF2-40B4-BE49-F238E27FC236}">
                <a16:creationId xmlns:a16="http://schemas.microsoft.com/office/drawing/2014/main" id="{76D4BC8A-A1E3-B930-1DDB-326A0FEE2D36}"/>
              </a:ext>
            </a:extLst>
          </p:cNvPr>
          <p:cNvSpPr/>
          <p:nvPr/>
        </p:nvSpPr>
        <p:spPr bwMode="auto">
          <a:xfrm>
            <a:off x="3913762" y="3060875"/>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a:t>
            </a:r>
          </a:p>
        </p:txBody>
      </p:sp>
      <p:sp>
        <p:nvSpPr>
          <p:cNvPr id="59" name="Rectangle 58">
            <a:extLst>
              <a:ext uri="{FF2B5EF4-FFF2-40B4-BE49-F238E27FC236}">
                <a16:creationId xmlns:a16="http://schemas.microsoft.com/office/drawing/2014/main" id="{0B6F0861-EEB4-5C17-61EA-E8CA882BA636}"/>
              </a:ext>
            </a:extLst>
          </p:cNvPr>
          <p:cNvSpPr/>
          <p:nvPr/>
        </p:nvSpPr>
        <p:spPr bwMode="auto">
          <a:xfrm>
            <a:off x="6829055" y="3867986"/>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a:t>
            </a:r>
          </a:p>
        </p:txBody>
      </p:sp>
    </p:spTree>
    <p:custDataLst>
      <p:tags r:id="rId1"/>
    </p:custDataLst>
    <p:extLst>
      <p:ext uri="{BB962C8B-B14F-4D97-AF65-F5344CB8AC3E}">
        <p14:creationId xmlns:p14="http://schemas.microsoft.com/office/powerpoint/2010/main" val="2464390747"/>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F6BBCE-6BC9-948A-6AFB-24F1EAD74EA5}"/>
              </a:ext>
            </a:extLst>
          </p:cNvPr>
          <p:cNvSpPr>
            <a:spLocks noGrp="1"/>
          </p:cNvSpPr>
          <p:nvPr>
            <p:ph type="title"/>
          </p:nvPr>
        </p:nvSpPr>
        <p:spPr>
          <a:xfrm>
            <a:off x="214184" y="13663"/>
            <a:ext cx="9728886" cy="678316"/>
          </a:xfrm>
        </p:spPr>
        <p:txBody>
          <a:bodyPr/>
          <a:lstStyle/>
          <a:p>
            <a:r>
              <a:rPr lang="en-US" dirty="0"/>
              <a:t>Infinite 1</a:t>
            </a:r>
          </a:p>
        </p:txBody>
      </p:sp>
      <p:grpSp>
        <p:nvGrpSpPr>
          <p:cNvPr id="3" name="Groupe 9">
            <a:extLst>
              <a:ext uri="{FF2B5EF4-FFF2-40B4-BE49-F238E27FC236}">
                <a16:creationId xmlns:a16="http://schemas.microsoft.com/office/drawing/2014/main" id="{C861C616-F33F-6AAC-1D61-624BC1AC4A22}"/>
              </a:ext>
            </a:extLst>
          </p:cNvPr>
          <p:cNvGrpSpPr/>
          <p:nvPr/>
        </p:nvGrpSpPr>
        <p:grpSpPr>
          <a:xfrm>
            <a:off x="3555243" y="1466801"/>
            <a:ext cx="5081514" cy="2936514"/>
            <a:chOff x="2955649" y="1638170"/>
            <a:chExt cx="6280701" cy="3629502"/>
          </a:xfrm>
        </p:grpSpPr>
        <p:sp>
          <p:nvSpPr>
            <p:cNvPr id="4" name="Forma libre 43">
              <a:extLst>
                <a:ext uri="{FF2B5EF4-FFF2-40B4-BE49-F238E27FC236}">
                  <a16:creationId xmlns:a16="http://schemas.microsoft.com/office/drawing/2014/main" id="{44AAB9F1-2994-CF39-9010-1A7880C7388C}"/>
                </a:ext>
              </a:extLst>
            </p:cNvPr>
            <p:cNvSpPr/>
            <p:nvPr/>
          </p:nvSpPr>
          <p:spPr>
            <a:xfrm>
              <a:off x="2955649"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5" name="Forma libre 44">
              <a:extLst>
                <a:ext uri="{FF2B5EF4-FFF2-40B4-BE49-F238E27FC236}">
                  <a16:creationId xmlns:a16="http://schemas.microsoft.com/office/drawing/2014/main" id="{8DDBF955-36D9-77C0-1278-F3C50C67D5FF}"/>
                </a:ext>
              </a:extLst>
            </p:cNvPr>
            <p:cNvSpPr/>
            <p:nvPr/>
          </p:nvSpPr>
          <p:spPr>
            <a:xfrm>
              <a:off x="2955649"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6" name="Forma libre 45">
              <a:extLst>
                <a:ext uri="{FF2B5EF4-FFF2-40B4-BE49-F238E27FC236}">
                  <a16:creationId xmlns:a16="http://schemas.microsoft.com/office/drawing/2014/main" id="{D2EAB12D-6EF6-981D-B423-28FA06044A81}"/>
                </a:ext>
              </a:extLst>
            </p:cNvPr>
            <p:cNvSpPr/>
            <p:nvPr/>
          </p:nvSpPr>
          <p:spPr>
            <a:xfrm>
              <a:off x="4728542"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7" name="Freeform 22064">
              <a:extLst>
                <a:ext uri="{FF2B5EF4-FFF2-40B4-BE49-F238E27FC236}">
                  <a16:creationId xmlns:a16="http://schemas.microsoft.com/office/drawing/2014/main" id="{DF8FE53D-5117-9A97-5767-1951C66DB0AB}"/>
                </a:ext>
              </a:extLst>
            </p:cNvPr>
            <p:cNvSpPr>
              <a:spLocks noChangeArrowheads="1"/>
            </p:cNvSpPr>
            <p:nvPr/>
          </p:nvSpPr>
          <p:spPr bwMode="auto">
            <a:xfrm rot="18923921">
              <a:off x="3507311" y="2333154"/>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8" name="Freeform 22064">
              <a:extLst>
                <a:ext uri="{FF2B5EF4-FFF2-40B4-BE49-F238E27FC236}">
                  <a16:creationId xmlns:a16="http://schemas.microsoft.com/office/drawing/2014/main" id="{7CFE3E3C-FE33-7ABD-7238-3503A43117C5}"/>
                </a:ext>
              </a:extLst>
            </p:cNvPr>
            <p:cNvSpPr>
              <a:spLocks noChangeArrowheads="1"/>
            </p:cNvSpPr>
            <p:nvPr/>
          </p:nvSpPr>
          <p:spPr bwMode="auto">
            <a:xfrm rot="8123921">
              <a:off x="5497184"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9" name="Freeform 22064">
              <a:extLst>
                <a:ext uri="{FF2B5EF4-FFF2-40B4-BE49-F238E27FC236}">
                  <a16:creationId xmlns:a16="http://schemas.microsoft.com/office/drawing/2014/main" id="{46EAEBF7-8F42-1DF9-EC68-E35D75B49831}"/>
                </a:ext>
              </a:extLst>
            </p:cNvPr>
            <p:cNvSpPr>
              <a:spLocks noChangeArrowheads="1"/>
            </p:cNvSpPr>
            <p:nvPr/>
          </p:nvSpPr>
          <p:spPr bwMode="auto">
            <a:xfrm rot="13523921">
              <a:off x="3508454"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0" name="Forma libre 43">
              <a:extLst>
                <a:ext uri="{FF2B5EF4-FFF2-40B4-BE49-F238E27FC236}">
                  <a16:creationId xmlns:a16="http://schemas.microsoft.com/office/drawing/2014/main" id="{BEEF6C94-9C62-1DA4-0919-BBAC94584B27}"/>
                </a:ext>
              </a:extLst>
            </p:cNvPr>
            <p:cNvSpPr/>
            <p:nvPr/>
          </p:nvSpPr>
          <p:spPr>
            <a:xfrm>
              <a:off x="5645466"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1" name="Freeform 22064">
              <a:extLst>
                <a:ext uri="{FF2B5EF4-FFF2-40B4-BE49-F238E27FC236}">
                  <a16:creationId xmlns:a16="http://schemas.microsoft.com/office/drawing/2014/main" id="{060D0B2E-7DAB-A579-446F-063700123A38}"/>
                </a:ext>
              </a:extLst>
            </p:cNvPr>
            <p:cNvSpPr>
              <a:spLocks noChangeArrowheads="1"/>
            </p:cNvSpPr>
            <p:nvPr/>
          </p:nvSpPr>
          <p:spPr bwMode="auto">
            <a:xfrm rot="18876079" flipH="1">
              <a:off x="6205342" y="2333152"/>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2" name="Forma libre 46">
              <a:extLst>
                <a:ext uri="{FF2B5EF4-FFF2-40B4-BE49-F238E27FC236}">
                  <a16:creationId xmlns:a16="http://schemas.microsoft.com/office/drawing/2014/main" id="{48DEF84B-A19D-BBC9-D6C2-0B71A58F7A3B}"/>
                </a:ext>
              </a:extLst>
            </p:cNvPr>
            <p:cNvSpPr/>
            <p:nvPr/>
          </p:nvSpPr>
          <p:spPr>
            <a:xfrm>
              <a:off x="4729420"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3" name="Forma libre 44">
              <a:extLst>
                <a:ext uri="{FF2B5EF4-FFF2-40B4-BE49-F238E27FC236}">
                  <a16:creationId xmlns:a16="http://schemas.microsoft.com/office/drawing/2014/main" id="{DB63FEEA-ECDF-D09B-CBDE-10B77524140B}"/>
                </a:ext>
              </a:extLst>
            </p:cNvPr>
            <p:cNvSpPr/>
            <p:nvPr/>
          </p:nvSpPr>
          <p:spPr>
            <a:xfrm>
              <a:off x="5645466"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4" name="Freeform 22064">
              <a:extLst>
                <a:ext uri="{FF2B5EF4-FFF2-40B4-BE49-F238E27FC236}">
                  <a16:creationId xmlns:a16="http://schemas.microsoft.com/office/drawing/2014/main" id="{D94A208D-DD4C-AC4C-0541-21F3315D297F}"/>
                </a:ext>
              </a:extLst>
            </p:cNvPr>
            <p:cNvSpPr>
              <a:spLocks noChangeArrowheads="1"/>
            </p:cNvSpPr>
            <p:nvPr/>
          </p:nvSpPr>
          <p:spPr bwMode="auto">
            <a:xfrm rot="2723921">
              <a:off x="5498325" y="2333153"/>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5" name="Forma libre 45">
              <a:extLst>
                <a:ext uri="{FF2B5EF4-FFF2-40B4-BE49-F238E27FC236}">
                  <a16:creationId xmlns:a16="http://schemas.microsoft.com/office/drawing/2014/main" id="{A98F4257-D7AD-826C-EAF4-00F78BFC41F4}"/>
                </a:ext>
              </a:extLst>
            </p:cNvPr>
            <p:cNvSpPr/>
            <p:nvPr/>
          </p:nvSpPr>
          <p:spPr>
            <a:xfrm>
              <a:off x="7418359"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16" name="Forma libre 46">
              <a:extLst>
                <a:ext uri="{FF2B5EF4-FFF2-40B4-BE49-F238E27FC236}">
                  <a16:creationId xmlns:a16="http://schemas.microsoft.com/office/drawing/2014/main" id="{4B86073F-0907-1119-A444-00000F203AC3}"/>
                </a:ext>
              </a:extLst>
            </p:cNvPr>
            <p:cNvSpPr/>
            <p:nvPr/>
          </p:nvSpPr>
          <p:spPr>
            <a:xfrm>
              <a:off x="7419237"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7" name="Freeform 22064">
              <a:extLst>
                <a:ext uri="{FF2B5EF4-FFF2-40B4-BE49-F238E27FC236}">
                  <a16:creationId xmlns:a16="http://schemas.microsoft.com/office/drawing/2014/main" id="{B34160DC-A46A-5E1F-AC7B-8927FA8732BA}"/>
                </a:ext>
              </a:extLst>
            </p:cNvPr>
            <p:cNvSpPr>
              <a:spLocks noChangeArrowheads="1"/>
            </p:cNvSpPr>
            <p:nvPr/>
          </p:nvSpPr>
          <p:spPr bwMode="auto">
            <a:xfrm rot="8076079" flipH="1">
              <a:off x="8194365"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8" name="Oval 17">
              <a:extLst>
                <a:ext uri="{FF2B5EF4-FFF2-40B4-BE49-F238E27FC236}">
                  <a16:creationId xmlns:a16="http://schemas.microsoft.com/office/drawing/2014/main" id="{58CA90E2-AB38-D82F-BCAB-E009481B2C24}"/>
                </a:ext>
              </a:extLst>
            </p:cNvPr>
            <p:cNvSpPr/>
            <p:nvPr/>
          </p:nvSpPr>
          <p:spPr>
            <a:xfrm>
              <a:off x="3828353"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9" name="Oval 18">
              <a:extLst>
                <a:ext uri="{FF2B5EF4-FFF2-40B4-BE49-F238E27FC236}">
                  <a16:creationId xmlns:a16="http://schemas.microsoft.com/office/drawing/2014/main" id="{E8BEE22D-164B-614A-4561-428B5E2D30FF}"/>
                </a:ext>
              </a:extLst>
            </p:cNvPr>
            <p:cNvSpPr/>
            <p:nvPr/>
          </p:nvSpPr>
          <p:spPr>
            <a:xfrm>
              <a:off x="6518170"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0" name="Freeform 22064">
              <a:extLst>
                <a:ext uri="{FF2B5EF4-FFF2-40B4-BE49-F238E27FC236}">
                  <a16:creationId xmlns:a16="http://schemas.microsoft.com/office/drawing/2014/main" id="{EA221E6B-35E1-C2FC-037D-0AB54C7BBF58}"/>
                </a:ext>
              </a:extLst>
            </p:cNvPr>
            <p:cNvSpPr>
              <a:spLocks noChangeArrowheads="1"/>
            </p:cNvSpPr>
            <p:nvPr/>
          </p:nvSpPr>
          <p:spPr bwMode="auto">
            <a:xfrm rot="2676079" flipH="1">
              <a:off x="8193225" y="233315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21" name="Freeform 22064">
              <a:extLst>
                <a:ext uri="{FF2B5EF4-FFF2-40B4-BE49-F238E27FC236}">
                  <a16:creationId xmlns:a16="http://schemas.microsoft.com/office/drawing/2014/main" id="{D5E733B0-52D6-9DAA-487A-EF59D4F8E146}"/>
                </a:ext>
              </a:extLst>
            </p:cNvPr>
            <p:cNvSpPr>
              <a:spLocks noChangeArrowheads="1"/>
            </p:cNvSpPr>
            <p:nvPr/>
          </p:nvSpPr>
          <p:spPr bwMode="auto">
            <a:xfrm rot="13476079" flipH="1">
              <a:off x="6202155"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grpSp>
      <p:grpSp>
        <p:nvGrpSpPr>
          <p:cNvPr id="22" name="Groupe 2">
            <a:extLst>
              <a:ext uri="{FF2B5EF4-FFF2-40B4-BE49-F238E27FC236}">
                <a16:creationId xmlns:a16="http://schemas.microsoft.com/office/drawing/2014/main" id="{AAA8091E-BE14-BFDC-A285-743004B0AC8A}"/>
              </a:ext>
            </a:extLst>
          </p:cNvPr>
          <p:cNvGrpSpPr/>
          <p:nvPr/>
        </p:nvGrpSpPr>
        <p:grpSpPr>
          <a:xfrm>
            <a:off x="716881" y="2262364"/>
            <a:ext cx="2594126" cy="1422122"/>
            <a:chOff x="362292" y="4063237"/>
            <a:chExt cx="2594126" cy="1422122"/>
          </a:xfrm>
        </p:grpSpPr>
        <p:sp>
          <p:nvSpPr>
            <p:cNvPr id="23" name="TextBox 82">
              <a:extLst>
                <a:ext uri="{FF2B5EF4-FFF2-40B4-BE49-F238E27FC236}">
                  <a16:creationId xmlns:a16="http://schemas.microsoft.com/office/drawing/2014/main" id="{724149C2-24E4-6171-7805-3C00DD3EA4E8}"/>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p:txBody>
        </p:sp>
        <p:sp>
          <p:nvSpPr>
            <p:cNvPr id="24" name="TextBox 82">
              <a:extLst>
                <a:ext uri="{FF2B5EF4-FFF2-40B4-BE49-F238E27FC236}">
                  <a16:creationId xmlns:a16="http://schemas.microsoft.com/office/drawing/2014/main" id="{DB38E496-8B7A-2E47-AE02-221EB333D17B}"/>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grpSp>
        <p:nvGrpSpPr>
          <p:cNvPr id="25" name="Groupe 6">
            <a:extLst>
              <a:ext uri="{FF2B5EF4-FFF2-40B4-BE49-F238E27FC236}">
                <a16:creationId xmlns:a16="http://schemas.microsoft.com/office/drawing/2014/main" id="{572385F0-AC5A-4538-6153-51CEF20BD195}"/>
              </a:ext>
            </a:extLst>
          </p:cNvPr>
          <p:cNvGrpSpPr/>
          <p:nvPr/>
        </p:nvGrpSpPr>
        <p:grpSpPr>
          <a:xfrm>
            <a:off x="8880993" y="2262364"/>
            <a:ext cx="2594126" cy="1422122"/>
            <a:chOff x="362292" y="4063237"/>
            <a:chExt cx="2594126" cy="1422122"/>
          </a:xfrm>
        </p:grpSpPr>
        <p:sp>
          <p:nvSpPr>
            <p:cNvPr id="26" name="TextBox 82">
              <a:extLst>
                <a:ext uri="{FF2B5EF4-FFF2-40B4-BE49-F238E27FC236}">
                  <a16:creationId xmlns:a16="http://schemas.microsoft.com/office/drawing/2014/main" id="{18B5322A-074D-C1C1-F10C-E5C878C01675}"/>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p:txBody>
        </p:sp>
        <p:sp>
          <p:nvSpPr>
            <p:cNvPr id="27" name="TextBox 82">
              <a:extLst>
                <a:ext uri="{FF2B5EF4-FFF2-40B4-BE49-F238E27FC236}">
                  <a16:creationId xmlns:a16="http://schemas.microsoft.com/office/drawing/2014/main" id="{70292BDE-AA78-58B8-C236-70170369838A}"/>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grpSp>
        <p:nvGrpSpPr>
          <p:cNvPr id="28" name="Groupe 10">
            <a:extLst>
              <a:ext uri="{FF2B5EF4-FFF2-40B4-BE49-F238E27FC236}">
                <a16:creationId xmlns:a16="http://schemas.microsoft.com/office/drawing/2014/main" id="{6AC8DFBD-49E7-DCF1-262B-361FD34E9D89}"/>
              </a:ext>
            </a:extLst>
          </p:cNvPr>
          <p:cNvGrpSpPr/>
          <p:nvPr/>
        </p:nvGrpSpPr>
        <p:grpSpPr>
          <a:xfrm>
            <a:off x="4798937" y="4680138"/>
            <a:ext cx="2594126" cy="1422122"/>
            <a:chOff x="362292" y="4063237"/>
            <a:chExt cx="2594126" cy="1422122"/>
          </a:xfrm>
        </p:grpSpPr>
        <p:sp>
          <p:nvSpPr>
            <p:cNvPr id="29" name="TextBox 82">
              <a:extLst>
                <a:ext uri="{FF2B5EF4-FFF2-40B4-BE49-F238E27FC236}">
                  <a16:creationId xmlns:a16="http://schemas.microsoft.com/office/drawing/2014/main" id="{074140A7-7309-7674-9FFC-5A27D3ACF670}"/>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p:txBody>
        </p:sp>
        <p:sp>
          <p:nvSpPr>
            <p:cNvPr id="30" name="TextBox 82">
              <a:extLst>
                <a:ext uri="{FF2B5EF4-FFF2-40B4-BE49-F238E27FC236}">
                  <a16:creationId xmlns:a16="http://schemas.microsoft.com/office/drawing/2014/main" id="{D0D33CFC-65E5-5A92-296A-AC15AD56CD12}"/>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408105176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255F97-BA09-7B89-0F19-47429CC6E415}"/>
              </a:ext>
            </a:extLst>
          </p:cNvPr>
          <p:cNvSpPr>
            <a:spLocks noGrp="1"/>
          </p:cNvSpPr>
          <p:nvPr>
            <p:ph type="title"/>
          </p:nvPr>
        </p:nvSpPr>
        <p:spPr>
          <a:xfrm>
            <a:off x="214184" y="13663"/>
            <a:ext cx="9728886" cy="678316"/>
          </a:xfrm>
        </p:spPr>
        <p:txBody>
          <a:bodyPr/>
          <a:lstStyle/>
          <a:p>
            <a:r>
              <a:rPr lang="en-US" dirty="0"/>
              <a:t>Infinite 2</a:t>
            </a:r>
          </a:p>
        </p:txBody>
      </p:sp>
      <p:sp>
        <p:nvSpPr>
          <p:cNvPr id="3" name="TextBox 82">
            <a:extLst>
              <a:ext uri="{FF2B5EF4-FFF2-40B4-BE49-F238E27FC236}">
                <a16:creationId xmlns:a16="http://schemas.microsoft.com/office/drawing/2014/main" id="{3F75B6F4-06C6-D6D1-B6E3-CB86B96E8B88}"/>
              </a:ext>
            </a:extLst>
          </p:cNvPr>
          <p:cNvSpPr txBox="1"/>
          <p:nvPr/>
        </p:nvSpPr>
        <p:spPr>
          <a:xfrm>
            <a:off x="130629" y="3597513"/>
            <a:ext cx="242684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4" name="Groupe 3">
            <a:extLst>
              <a:ext uri="{FF2B5EF4-FFF2-40B4-BE49-F238E27FC236}">
                <a16:creationId xmlns:a16="http://schemas.microsoft.com/office/drawing/2014/main" id="{FB396A4F-F37D-E7BD-B67A-142153B5391F}"/>
              </a:ext>
            </a:extLst>
          </p:cNvPr>
          <p:cNvGrpSpPr/>
          <p:nvPr/>
        </p:nvGrpSpPr>
        <p:grpSpPr>
          <a:xfrm>
            <a:off x="2579140" y="1773747"/>
            <a:ext cx="7033720" cy="3663802"/>
            <a:chOff x="2323529" y="1460848"/>
            <a:chExt cx="7487794" cy="3900327"/>
          </a:xfrm>
        </p:grpSpPr>
        <p:sp>
          <p:nvSpPr>
            <p:cNvPr id="5" name="Forme libre : forme 4">
              <a:extLst>
                <a:ext uri="{FF2B5EF4-FFF2-40B4-BE49-F238E27FC236}">
                  <a16:creationId xmlns:a16="http://schemas.microsoft.com/office/drawing/2014/main" id="{6255134F-E380-BB87-C9C7-A6240C224E1E}"/>
                </a:ext>
              </a:extLst>
            </p:cNvPr>
            <p:cNvSpPr/>
            <p:nvPr/>
          </p:nvSpPr>
          <p:spPr>
            <a:xfrm rot="2702003">
              <a:off x="2897341" y="1647901"/>
              <a:ext cx="844537" cy="1992162"/>
            </a:xfrm>
            <a:custGeom>
              <a:avLst/>
              <a:gdLst>
                <a:gd name="connsiteX0" fmla="*/ 275913 w 844537"/>
                <a:gd name="connsiteY0" fmla="*/ 0 h 1992162"/>
                <a:gd name="connsiteX1" fmla="*/ 703467 w 844537"/>
                <a:gd name="connsiteY1" fmla="*/ 40115 h 1992162"/>
                <a:gd name="connsiteX2" fmla="*/ 738618 w 844537"/>
                <a:gd name="connsiteY2" fmla="*/ 410123 h 1992162"/>
                <a:gd name="connsiteX3" fmla="*/ 730994 w 844537"/>
                <a:gd name="connsiteY3" fmla="*/ 422689 h 1992162"/>
                <a:gd name="connsiteX4" fmla="*/ 608946 w 844537"/>
                <a:gd name="connsiteY4" fmla="*/ 905875 h 1992162"/>
                <a:gd name="connsiteX5" fmla="*/ 608946 w 844537"/>
                <a:gd name="connsiteY5" fmla="*/ 905876 h 1992162"/>
                <a:gd name="connsiteX6" fmla="*/ 840765 w 844537"/>
                <a:gd name="connsiteY6" fmla="*/ 1550449 h 1992162"/>
                <a:gd name="connsiteX7" fmla="*/ 844537 w 844537"/>
                <a:gd name="connsiteY7" fmla="*/ 1554595 h 1992162"/>
                <a:gd name="connsiteX8" fmla="*/ 457925 w 844537"/>
                <a:gd name="connsiteY8" fmla="*/ 1591323 h 1992162"/>
                <a:gd name="connsiteX9" fmla="*/ 420316 w 844537"/>
                <a:gd name="connsiteY9" fmla="*/ 1992162 h 1992162"/>
                <a:gd name="connsiteX10" fmla="*/ 371099 w 844537"/>
                <a:gd name="connsiteY10" fmla="*/ 1938073 h 1992162"/>
                <a:gd name="connsiteX11" fmla="*/ 0 w 844537"/>
                <a:gd name="connsiteY11" fmla="*/ 906233 h 1992162"/>
                <a:gd name="connsiteX12" fmla="*/ 195375 w 844537"/>
                <a:gd name="connsiteY12" fmla="*/ 132743 h 1992162"/>
                <a:gd name="connsiteX13" fmla="*/ 275913 w 844537"/>
                <a:gd name="connsiteY13" fmla="*/ 0 h 199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4537" h="1992162">
                  <a:moveTo>
                    <a:pt x="275913" y="0"/>
                  </a:moveTo>
                  <a:lnTo>
                    <a:pt x="703467" y="40115"/>
                  </a:lnTo>
                  <a:lnTo>
                    <a:pt x="738618" y="410123"/>
                  </a:lnTo>
                  <a:lnTo>
                    <a:pt x="730994" y="422689"/>
                  </a:lnTo>
                  <a:cubicBezTo>
                    <a:pt x="653063" y="566347"/>
                    <a:pt x="608844" y="730949"/>
                    <a:pt x="608946" y="905875"/>
                  </a:cubicBezTo>
                  <a:lnTo>
                    <a:pt x="608946" y="905876"/>
                  </a:lnTo>
                  <a:cubicBezTo>
                    <a:pt x="609088" y="1150773"/>
                    <a:pt x="696075" y="1375333"/>
                    <a:pt x="840765" y="1550449"/>
                  </a:cubicBezTo>
                  <a:lnTo>
                    <a:pt x="844537" y="1554595"/>
                  </a:lnTo>
                  <a:lnTo>
                    <a:pt x="457925" y="1591323"/>
                  </a:lnTo>
                  <a:lnTo>
                    <a:pt x="420316" y="1992162"/>
                  </a:lnTo>
                  <a:lnTo>
                    <a:pt x="371099" y="1938073"/>
                  </a:lnTo>
                  <a:cubicBezTo>
                    <a:pt x="139478" y="1657746"/>
                    <a:pt x="229" y="1298267"/>
                    <a:pt x="0" y="906233"/>
                  </a:cubicBezTo>
                  <a:cubicBezTo>
                    <a:pt x="-163" y="626208"/>
                    <a:pt x="70622" y="362712"/>
                    <a:pt x="195375" y="132743"/>
                  </a:cubicBezTo>
                  <a:lnTo>
                    <a:pt x="275913" y="0"/>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6" name="Forme libre : forme 5">
              <a:extLst>
                <a:ext uri="{FF2B5EF4-FFF2-40B4-BE49-F238E27FC236}">
                  <a16:creationId xmlns:a16="http://schemas.microsoft.com/office/drawing/2014/main" id="{B3258A97-CE55-1269-151E-F5CB1DA12866}"/>
                </a:ext>
              </a:extLst>
            </p:cNvPr>
            <p:cNvSpPr/>
            <p:nvPr/>
          </p:nvSpPr>
          <p:spPr>
            <a:xfrm rot="2702003">
              <a:off x="2389103" y="3935694"/>
              <a:ext cx="2048171" cy="802792"/>
            </a:xfrm>
            <a:custGeom>
              <a:avLst/>
              <a:gdLst>
                <a:gd name="connsiteX0" fmla="*/ 35650 w 2048171"/>
                <a:gd name="connsiteY0" fmla="*/ 106002 h 802792"/>
                <a:gd name="connsiteX1" fmla="*/ 466579 w 2048171"/>
                <a:gd name="connsiteY1" fmla="*/ 65063 h 802792"/>
                <a:gd name="connsiteX2" fmla="*/ 477674 w 2048171"/>
                <a:gd name="connsiteY2" fmla="*/ 71795 h 802792"/>
                <a:gd name="connsiteX3" fmla="*/ 960862 w 2048171"/>
                <a:gd name="connsiteY3" fmla="*/ 193843 h 802792"/>
                <a:gd name="connsiteX4" fmla="*/ 1527444 w 2048171"/>
                <a:gd name="connsiteY4" fmla="*/ 20415 h 802792"/>
                <a:gd name="connsiteX5" fmla="*/ 1554712 w 2048171"/>
                <a:gd name="connsiteY5" fmla="*/ 0 h 802792"/>
                <a:gd name="connsiteX6" fmla="*/ 1586846 w 2048171"/>
                <a:gd name="connsiteY6" fmla="*/ 338259 h 802792"/>
                <a:gd name="connsiteX7" fmla="*/ 2048171 w 2048171"/>
                <a:gd name="connsiteY7" fmla="*/ 381543 h 802792"/>
                <a:gd name="connsiteX8" fmla="*/ 1993057 w 2048171"/>
                <a:gd name="connsiteY8" fmla="*/ 431693 h 802792"/>
                <a:gd name="connsiteX9" fmla="*/ 961217 w 2048171"/>
                <a:gd name="connsiteY9" fmla="*/ 802792 h 802792"/>
                <a:gd name="connsiteX10" fmla="*/ 53905 w 2048171"/>
                <a:gd name="connsiteY10" fmla="*/ 526225 h 802792"/>
                <a:gd name="connsiteX11" fmla="*/ 0 w 2048171"/>
                <a:gd name="connsiteY11" fmla="*/ 485965 h 802792"/>
                <a:gd name="connsiteX12" fmla="*/ 35650 w 2048171"/>
                <a:gd name="connsiteY12" fmla="*/ 106002 h 80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8171" h="802792">
                  <a:moveTo>
                    <a:pt x="35650" y="106002"/>
                  </a:moveTo>
                  <a:lnTo>
                    <a:pt x="466579" y="65063"/>
                  </a:lnTo>
                  <a:lnTo>
                    <a:pt x="477674" y="71795"/>
                  </a:lnTo>
                  <a:cubicBezTo>
                    <a:pt x="621332" y="149726"/>
                    <a:pt x="785935" y="193945"/>
                    <a:pt x="960862" y="193843"/>
                  </a:cubicBezTo>
                  <a:cubicBezTo>
                    <a:pt x="1170774" y="193720"/>
                    <a:pt x="1365745" y="129795"/>
                    <a:pt x="1527444" y="20415"/>
                  </a:cubicBezTo>
                  <a:lnTo>
                    <a:pt x="1554712" y="0"/>
                  </a:lnTo>
                  <a:lnTo>
                    <a:pt x="1586846" y="338259"/>
                  </a:lnTo>
                  <a:lnTo>
                    <a:pt x="2048171" y="381543"/>
                  </a:lnTo>
                  <a:lnTo>
                    <a:pt x="1993057" y="431693"/>
                  </a:lnTo>
                  <a:cubicBezTo>
                    <a:pt x="1712729" y="663314"/>
                    <a:pt x="1353251" y="802564"/>
                    <a:pt x="961217" y="802792"/>
                  </a:cubicBezTo>
                  <a:cubicBezTo>
                    <a:pt x="625188" y="802988"/>
                    <a:pt x="312958" y="701018"/>
                    <a:pt x="53905" y="526225"/>
                  </a:cubicBezTo>
                  <a:lnTo>
                    <a:pt x="0" y="485965"/>
                  </a:lnTo>
                  <a:lnTo>
                    <a:pt x="35650" y="106002"/>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grpSp>
          <p:nvGrpSpPr>
            <p:cNvPr id="7" name="Groupe 6">
              <a:extLst>
                <a:ext uri="{FF2B5EF4-FFF2-40B4-BE49-F238E27FC236}">
                  <a16:creationId xmlns:a16="http://schemas.microsoft.com/office/drawing/2014/main" id="{FE126A60-27F6-2371-7228-C0C7FC584685}"/>
                </a:ext>
              </a:extLst>
            </p:cNvPr>
            <p:cNvGrpSpPr/>
            <p:nvPr/>
          </p:nvGrpSpPr>
          <p:grpSpPr>
            <a:xfrm>
              <a:off x="2777014" y="1460848"/>
              <a:ext cx="7034309" cy="3745165"/>
              <a:chOff x="2777014" y="1460848"/>
              <a:chExt cx="7034309" cy="3745165"/>
            </a:xfrm>
          </p:grpSpPr>
          <p:sp>
            <p:nvSpPr>
              <p:cNvPr id="8" name="Forme libre : forme 7">
                <a:extLst>
                  <a:ext uri="{FF2B5EF4-FFF2-40B4-BE49-F238E27FC236}">
                    <a16:creationId xmlns:a16="http://schemas.microsoft.com/office/drawing/2014/main" id="{25AE7F0F-8714-4073-82BB-578B726DA940}"/>
                  </a:ext>
                </a:extLst>
              </p:cNvPr>
              <p:cNvSpPr/>
              <p:nvPr/>
            </p:nvSpPr>
            <p:spPr>
              <a:xfrm rot="2702003">
                <a:off x="6137312" y="2898597"/>
                <a:ext cx="719" cy="117211"/>
              </a:xfrm>
              <a:custGeom>
                <a:avLst/>
                <a:gdLst>
                  <a:gd name="connsiteX0" fmla="*/ 0 w 719"/>
                  <a:gd name="connsiteY0" fmla="*/ 0 h 117211"/>
                  <a:gd name="connsiteX1" fmla="*/ 718 w 719"/>
                  <a:gd name="connsiteY1" fmla="*/ 0 h 117211"/>
                  <a:gd name="connsiteX2" fmla="*/ 719 w 719"/>
                  <a:gd name="connsiteY2" fmla="*/ 117210 h 117211"/>
                  <a:gd name="connsiteX3" fmla="*/ 68 w 719"/>
                  <a:gd name="connsiteY3" fmla="*/ 117211 h 117211"/>
                  <a:gd name="connsiteX4" fmla="*/ 0 w 719"/>
                  <a:gd name="connsiteY4" fmla="*/ 0 h 117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 h="117211">
                    <a:moveTo>
                      <a:pt x="0" y="0"/>
                    </a:moveTo>
                    <a:lnTo>
                      <a:pt x="718" y="0"/>
                    </a:lnTo>
                    <a:lnTo>
                      <a:pt x="719" y="117210"/>
                    </a:lnTo>
                    <a:lnTo>
                      <a:pt x="68" y="117211"/>
                    </a:lnTo>
                    <a:lnTo>
                      <a:pt x="0" y="0"/>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9" name="Forme libre : forme 8">
                <a:extLst>
                  <a:ext uri="{FF2B5EF4-FFF2-40B4-BE49-F238E27FC236}">
                    <a16:creationId xmlns:a16="http://schemas.microsoft.com/office/drawing/2014/main" id="{907E4E86-6BD0-E236-334B-1B38050F027D}"/>
                  </a:ext>
                </a:extLst>
              </p:cNvPr>
              <p:cNvSpPr/>
              <p:nvPr/>
            </p:nvSpPr>
            <p:spPr>
              <a:xfrm rot="2702003">
                <a:off x="6080031" y="3852981"/>
                <a:ext cx="1936" cy="40512"/>
              </a:xfrm>
              <a:custGeom>
                <a:avLst/>
                <a:gdLst>
                  <a:gd name="connsiteX0" fmla="*/ 0 w 1936"/>
                  <a:gd name="connsiteY0" fmla="*/ 1 h 40512"/>
                  <a:gd name="connsiteX1" fmla="*/ 1913 w 1936"/>
                  <a:gd name="connsiteY1" fmla="*/ 0 h 40512"/>
                  <a:gd name="connsiteX2" fmla="*/ 1936 w 1936"/>
                  <a:gd name="connsiteY2" fmla="*/ 40512 h 40512"/>
                  <a:gd name="connsiteX3" fmla="*/ 0 w 1936"/>
                  <a:gd name="connsiteY3" fmla="*/ 40512 h 40512"/>
                  <a:gd name="connsiteX4" fmla="*/ 0 w 1936"/>
                  <a:gd name="connsiteY4" fmla="*/ 1 h 405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6" h="40512">
                    <a:moveTo>
                      <a:pt x="0" y="1"/>
                    </a:moveTo>
                    <a:lnTo>
                      <a:pt x="1913" y="0"/>
                    </a:lnTo>
                    <a:lnTo>
                      <a:pt x="1936" y="40512"/>
                    </a:lnTo>
                    <a:lnTo>
                      <a:pt x="0" y="40512"/>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0" name="Forme libre : forme 9">
                <a:extLst>
                  <a:ext uri="{FF2B5EF4-FFF2-40B4-BE49-F238E27FC236}">
                    <a16:creationId xmlns:a16="http://schemas.microsoft.com/office/drawing/2014/main" id="{C03253E2-9050-3FB1-F15E-0BE0435FE441}"/>
                  </a:ext>
                </a:extLst>
              </p:cNvPr>
              <p:cNvSpPr/>
              <p:nvPr/>
            </p:nvSpPr>
            <p:spPr>
              <a:xfrm rot="2702003">
                <a:off x="3962342" y="2095235"/>
                <a:ext cx="2113012" cy="844237"/>
              </a:xfrm>
              <a:custGeom>
                <a:avLst/>
                <a:gdLst>
                  <a:gd name="connsiteX0" fmla="*/ 0 w 2113012"/>
                  <a:gd name="connsiteY0" fmla="*/ 474205 h 844237"/>
                  <a:gd name="connsiteX1" fmla="*/ 112692 w 2113012"/>
                  <a:gd name="connsiteY1" fmla="*/ 371663 h 844237"/>
                  <a:gd name="connsiteX2" fmla="*/ 1144531 w 2113012"/>
                  <a:gd name="connsiteY2" fmla="*/ 564 h 844237"/>
                  <a:gd name="connsiteX3" fmla="*/ 2113012 w 2113012"/>
                  <a:gd name="connsiteY3" fmla="*/ 0 h 844237"/>
                  <a:gd name="connsiteX4" fmla="*/ 2113012 w 2113012"/>
                  <a:gd name="connsiteY4" fmla="*/ 608944 h 844237"/>
                  <a:gd name="connsiteX5" fmla="*/ 1144887 w 2113012"/>
                  <a:gd name="connsiteY5" fmla="*/ 609508 h 844237"/>
                  <a:gd name="connsiteX6" fmla="*/ 500312 w 2113012"/>
                  <a:gd name="connsiteY6" fmla="*/ 841329 h 844237"/>
                  <a:gd name="connsiteX7" fmla="*/ 497116 w 2113012"/>
                  <a:gd name="connsiteY7" fmla="*/ 844237 h 844237"/>
                  <a:gd name="connsiteX8" fmla="*/ 466118 w 2113012"/>
                  <a:gd name="connsiteY8" fmla="*/ 517938 h 844237"/>
                  <a:gd name="connsiteX9" fmla="*/ 0 w 2113012"/>
                  <a:gd name="connsiteY9" fmla="*/ 474205 h 8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13012" h="844237">
                    <a:moveTo>
                      <a:pt x="0" y="474205"/>
                    </a:moveTo>
                    <a:lnTo>
                      <a:pt x="112692" y="371663"/>
                    </a:lnTo>
                    <a:cubicBezTo>
                      <a:pt x="393019" y="140042"/>
                      <a:pt x="752497" y="792"/>
                      <a:pt x="1144531" y="564"/>
                    </a:cubicBezTo>
                    <a:lnTo>
                      <a:pt x="2113012" y="0"/>
                    </a:lnTo>
                    <a:lnTo>
                      <a:pt x="2113012" y="608944"/>
                    </a:lnTo>
                    <a:lnTo>
                      <a:pt x="1144887" y="609508"/>
                    </a:lnTo>
                    <a:cubicBezTo>
                      <a:pt x="899989" y="609651"/>
                      <a:pt x="675429" y="696638"/>
                      <a:pt x="500312" y="841329"/>
                    </a:cubicBezTo>
                    <a:lnTo>
                      <a:pt x="497116" y="844237"/>
                    </a:lnTo>
                    <a:lnTo>
                      <a:pt x="466118" y="517938"/>
                    </a:lnTo>
                    <a:lnTo>
                      <a:pt x="0" y="474205"/>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1" name="Forme libre : forme 10">
                <a:extLst>
                  <a:ext uri="{FF2B5EF4-FFF2-40B4-BE49-F238E27FC236}">
                    <a16:creationId xmlns:a16="http://schemas.microsoft.com/office/drawing/2014/main" id="{971DE43D-A1C9-E451-F65A-C3B0E5BEDA9F}"/>
                  </a:ext>
                </a:extLst>
              </p:cNvPr>
              <p:cNvSpPr/>
              <p:nvPr/>
            </p:nvSpPr>
            <p:spPr>
              <a:xfrm rot="2702003">
                <a:off x="7787756" y="2173489"/>
                <a:ext cx="2063194" cy="867288"/>
              </a:xfrm>
              <a:custGeom>
                <a:avLst/>
                <a:gdLst>
                  <a:gd name="connsiteX0" fmla="*/ 0 w 2063194"/>
                  <a:gd name="connsiteY0" fmla="*/ 350863 h 867288"/>
                  <a:gd name="connsiteX1" fmla="*/ 97823 w 2063194"/>
                  <a:gd name="connsiteY1" fmla="*/ 277624 h 867288"/>
                  <a:gd name="connsiteX2" fmla="*/ 1004812 w 2063194"/>
                  <a:gd name="connsiteY2" fmla="*/ 0 h 867288"/>
                  <a:gd name="connsiteX3" fmla="*/ 2037083 w 2063194"/>
                  <a:gd name="connsiteY3" fmla="*/ 369896 h 867288"/>
                  <a:gd name="connsiteX4" fmla="*/ 2063194 w 2063194"/>
                  <a:gd name="connsiteY4" fmla="*/ 393600 h 867288"/>
                  <a:gd name="connsiteX5" fmla="*/ 1721453 w 2063194"/>
                  <a:gd name="connsiteY5" fmla="*/ 426066 h 867288"/>
                  <a:gd name="connsiteX6" fmla="*/ 1680055 w 2063194"/>
                  <a:gd name="connsiteY6" fmla="*/ 867288 h 867288"/>
                  <a:gd name="connsiteX7" fmla="*/ 1650009 w 2063194"/>
                  <a:gd name="connsiteY7" fmla="*/ 840012 h 867288"/>
                  <a:gd name="connsiteX8" fmla="*/ 1005166 w 2063194"/>
                  <a:gd name="connsiteY8" fmla="*/ 608944 h 867288"/>
                  <a:gd name="connsiteX9" fmla="*/ 1005165 w 2063194"/>
                  <a:gd name="connsiteY9" fmla="*/ 608944 h 867288"/>
                  <a:gd name="connsiteX10" fmla="*/ 438584 w 2063194"/>
                  <a:gd name="connsiteY10" fmla="*/ 782372 h 867288"/>
                  <a:gd name="connsiteX11" fmla="*/ 372038 w 2063194"/>
                  <a:gd name="connsiteY11" fmla="*/ 832196 h 867288"/>
                  <a:gd name="connsiteX12" fmla="*/ 42792 w 2063194"/>
                  <a:gd name="connsiteY12" fmla="*/ 801304 h 867288"/>
                  <a:gd name="connsiteX13" fmla="*/ 0 w 2063194"/>
                  <a:gd name="connsiteY13" fmla="*/ 350863 h 867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3194" h="867288">
                    <a:moveTo>
                      <a:pt x="0" y="350863"/>
                    </a:moveTo>
                    <a:lnTo>
                      <a:pt x="97823" y="277624"/>
                    </a:lnTo>
                    <a:cubicBezTo>
                      <a:pt x="356672" y="102529"/>
                      <a:pt x="668783" y="195"/>
                      <a:pt x="1004812" y="0"/>
                    </a:cubicBezTo>
                    <a:cubicBezTo>
                      <a:pt x="1396846" y="-229"/>
                      <a:pt x="1756487" y="138602"/>
                      <a:pt x="2037083" y="369896"/>
                    </a:cubicBezTo>
                    <a:lnTo>
                      <a:pt x="2063194" y="393600"/>
                    </a:lnTo>
                    <a:lnTo>
                      <a:pt x="1721453" y="426066"/>
                    </a:lnTo>
                    <a:lnTo>
                      <a:pt x="1680055" y="867288"/>
                    </a:lnTo>
                    <a:lnTo>
                      <a:pt x="1650009" y="840012"/>
                    </a:lnTo>
                    <a:cubicBezTo>
                      <a:pt x="1474725" y="695526"/>
                      <a:pt x="1250063" y="608800"/>
                      <a:pt x="1005166" y="608944"/>
                    </a:cubicBezTo>
                    <a:lnTo>
                      <a:pt x="1005165" y="608944"/>
                    </a:lnTo>
                    <a:cubicBezTo>
                      <a:pt x="795254" y="609067"/>
                      <a:pt x="600283" y="672993"/>
                      <a:pt x="438584" y="782372"/>
                    </a:cubicBezTo>
                    <a:lnTo>
                      <a:pt x="372038" y="832196"/>
                    </a:lnTo>
                    <a:lnTo>
                      <a:pt x="42792" y="801304"/>
                    </a:lnTo>
                    <a:lnTo>
                      <a:pt x="0" y="350863"/>
                    </a:lnTo>
                    <a:close/>
                  </a:path>
                </a:pathLst>
              </a:cu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2" name="Forme libre : forme 11">
                <a:extLst>
                  <a:ext uri="{FF2B5EF4-FFF2-40B4-BE49-F238E27FC236}">
                    <a16:creationId xmlns:a16="http://schemas.microsoft.com/office/drawing/2014/main" id="{74BC9355-F608-63EF-AD1B-252114EE17EC}"/>
                  </a:ext>
                </a:extLst>
              </p:cNvPr>
              <p:cNvSpPr/>
              <p:nvPr/>
            </p:nvSpPr>
            <p:spPr>
              <a:xfrm rot="2702003">
                <a:off x="5880486" y="2909338"/>
                <a:ext cx="651" cy="608948"/>
              </a:xfrm>
              <a:custGeom>
                <a:avLst/>
                <a:gdLst>
                  <a:gd name="connsiteX0" fmla="*/ 0 w 651"/>
                  <a:gd name="connsiteY0" fmla="*/ 1 h 608948"/>
                  <a:gd name="connsiteX1" fmla="*/ 651 w 651"/>
                  <a:gd name="connsiteY1" fmla="*/ 0 h 608948"/>
                  <a:gd name="connsiteX2" fmla="*/ 651 w 651"/>
                  <a:gd name="connsiteY2" fmla="*/ 608948 h 608948"/>
                  <a:gd name="connsiteX3" fmla="*/ 355 w 651"/>
                  <a:gd name="connsiteY3" fmla="*/ 608948 h 608948"/>
                  <a:gd name="connsiteX4" fmla="*/ 0 w 651"/>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 h="608948">
                    <a:moveTo>
                      <a:pt x="0" y="1"/>
                    </a:moveTo>
                    <a:lnTo>
                      <a:pt x="651" y="0"/>
                    </a:lnTo>
                    <a:lnTo>
                      <a:pt x="651" y="608948"/>
                    </a:lnTo>
                    <a:lnTo>
                      <a:pt x="355"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3" name="Forme libre : forme 12">
                <a:extLst>
                  <a:ext uri="{FF2B5EF4-FFF2-40B4-BE49-F238E27FC236}">
                    <a16:creationId xmlns:a16="http://schemas.microsoft.com/office/drawing/2014/main" id="{6D9FE6FA-B35A-36BF-578E-83F1718ADAB1}"/>
                  </a:ext>
                </a:extLst>
              </p:cNvPr>
              <p:cNvSpPr/>
              <p:nvPr/>
            </p:nvSpPr>
            <p:spPr>
              <a:xfrm rot="2702003">
                <a:off x="6309786" y="3339269"/>
                <a:ext cx="1913" cy="608948"/>
              </a:xfrm>
              <a:custGeom>
                <a:avLst/>
                <a:gdLst>
                  <a:gd name="connsiteX0" fmla="*/ 0 w 1913"/>
                  <a:gd name="connsiteY0" fmla="*/ 1 h 608948"/>
                  <a:gd name="connsiteX1" fmla="*/ 1558 w 1913"/>
                  <a:gd name="connsiteY1" fmla="*/ 0 h 608948"/>
                  <a:gd name="connsiteX2" fmla="*/ 1913 w 1913"/>
                  <a:gd name="connsiteY2" fmla="*/ 608947 h 608948"/>
                  <a:gd name="connsiteX3" fmla="*/ 0 w 1913"/>
                  <a:gd name="connsiteY3" fmla="*/ 608948 h 608948"/>
                  <a:gd name="connsiteX4" fmla="*/ 0 w 1913"/>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 h="608948">
                    <a:moveTo>
                      <a:pt x="0" y="1"/>
                    </a:moveTo>
                    <a:lnTo>
                      <a:pt x="1558" y="0"/>
                    </a:lnTo>
                    <a:lnTo>
                      <a:pt x="1913" y="608947"/>
                    </a:lnTo>
                    <a:lnTo>
                      <a:pt x="0"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4" name="Forme libre : forme 13">
                <a:extLst>
                  <a:ext uri="{FF2B5EF4-FFF2-40B4-BE49-F238E27FC236}">
                    <a16:creationId xmlns:a16="http://schemas.microsoft.com/office/drawing/2014/main" id="{D094E862-019A-E31B-6D38-861650BCFF0C}"/>
                  </a:ext>
                </a:extLst>
              </p:cNvPr>
              <p:cNvSpPr/>
              <p:nvPr/>
            </p:nvSpPr>
            <p:spPr>
              <a:xfrm rot="2702003">
                <a:off x="8283303" y="3247619"/>
                <a:ext cx="883165" cy="2172874"/>
              </a:xfrm>
              <a:custGeom>
                <a:avLst/>
                <a:gdLst>
                  <a:gd name="connsiteX0" fmla="*/ 216314 w 883165"/>
                  <a:gd name="connsiteY0" fmla="*/ 31279 h 2172874"/>
                  <a:gd name="connsiteX1" fmla="*/ 545566 w 883165"/>
                  <a:gd name="connsiteY1" fmla="*/ 0 h 2172874"/>
                  <a:gd name="connsiteX2" fmla="*/ 605540 w 883165"/>
                  <a:gd name="connsiteY2" fmla="*/ 80105 h 2172874"/>
                  <a:gd name="connsiteX3" fmla="*/ 883165 w 883165"/>
                  <a:gd name="connsiteY3" fmla="*/ 987094 h 2172874"/>
                  <a:gd name="connsiteX4" fmla="*/ 408617 w 883165"/>
                  <a:gd name="connsiteY4" fmla="*/ 2134645 h 2172874"/>
                  <a:gd name="connsiteX5" fmla="*/ 366603 w 883165"/>
                  <a:gd name="connsiteY5" fmla="*/ 2172874 h 2172874"/>
                  <a:gd name="connsiteX6" fmla="*/ 322639 w 883165"/>
                  <a:gd name="connsiteY6" fmla="*/ 1710093 h 2172874"/>
                  <a:gd name="connsiteX7" fmla="*/ 0 w 883165"/>
                  <a:gd name="connsiteY7" fmla="*/ 1679821 h 2172874"/>
                  <a:gd name="connsiteX8" fmla="*/ 43148 w 883165"/>
                  <a:gd name="connsiteY8" fmla="*/ 1632291 h 2172874"/>
                  <a:gd name="connsiteX9" fmla="*/ 274217 w 883165"/>
                  <a:gd name="connsiteY9" fmla="*/ 987446 h 2172874"/>
                  <a:gd name="connsiteX10" fmla="*/ 194337 w 883165"/>
                  <a:gd name="connsiteY10" fmla="*/ 592975 h 2172874"/>
                  <a:gd name="connsiteX11" fmla="*/ 168615 w 883165"/>
                  <a:gd name="connsiteY11" fmla="*/ 539658 h 2172874"/>
                  <a:gd name="connsiteX12" fmla="*/ 216314 w 883165"/>
                  <a:gd name="connsiteY12" fmla="*/ 31279 h 217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3165" h="2172874">
                    <a:moveTo>
                      <a:pt x="216314" y="31279"/>
                    </a:moveTo>
                    <a:lnTo>
                      <a:pt x="545566" y="0"/>
                    </a:lnTo>
                    <a:lnTo>
                      <a:pt x="605540" y="80105"/>
                    </a:lnTo>
                    <a:cubicBezTo>
                      <a:pt x="780635" y="338954"/>
                      <a:pt x="882969" y="651064"/>
                      <a:pt x="883165" y="987094"/>
                    </a:cubicBezTo>
                    <a:cubicBezTo>
                      <a:pt x="883426" y="1435132"/>
                      <a:pt x="702059" y="1840861"/>
                      <a:pt x="408617" y="2134645"/>
                    </a:cubicBezTo>
                    <a:lnTo>
                      <a:pt x="366603" y="2172874"/>
                    </a:lnTo>
                    <a:lnTo>
                      <a:pt x="322639" y="1710093"/>
                    </a:lnTo>
                    <a:lnTo>
                      <a:pt x="0" y="1679821"/>
                    </a:lnTo>
                    <a:lnTo>
                      <a:pt x="43148" y="1632291"/>
                    </a:lnTo>
                    <a:cubicBezTo>
                      <a:pt x="187634" y="1457006"/>
                      <a:pt x="274359" y="1232344"/>
                      <a:pt x="274217" y="987446"/>
                    </a:cubicBezTo>
                    <a:cubicBezTo>
                      <a:pt x="274135" y="847505"/>
                      <a:pt x="245696" y="714204"/>
                      <a:pt x="194337" y="592975"/>
                    </a:cubicBezTo>
                    <a:lnTo>
                      <a:pt x="168615" y="539658"/>
                    </a:lnTo>
                    <a:lnTo>
                      <a:pt x="216314" y="31279"/>
                    </a:lnTo>
                    <a:close/>
                  </a:path>
                </a:pathLst>
              </a:cu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5" name="Forme libre : forme 14">
                <a:extLst>
                  <a:ext uri="{FF2B5EF4-FFF2-40B4-BE49-F238E27FC236}">
                    <a16:creationId xmlns:a16="http://schemas.microsoft.com/office/drawing/2014/main" id="{1E217CC7-248C-7BD7-2493-2E7BD1C7989E}"/>
                  </a:ext>
                </a:extLst>
              </p:cNvPr>
              <p:cNvSpPr/>
              <p:nvPr/>
            </p:nvSpPr>
            <p:spPr>
              <a:xfrm rot="2702003">
                <a:off x="5643107" y="1076981"/>
                <a:ext cx="949162" cy="4635393"/>
              </a:xfrm>
              <a:custGeom>
                <a:avLst/>
                <a:gdLst>
                  <a:gd name="connsiteX0" fmla="*/ 554720 w 949162"/>
                  <a:gd name="connsiteY0" fmla="*/ 0 h 4635393"/>
                  <a:gd name="connsiteX1" fmla="*/ 598161 w 949162"/>
                  <a:gd name="connsiteY1" fmla="*/ 457270 h 4635393"/>
                  <a:gd name="connsiteX2" fmla="*/ 949162 w 949162"/>
                  <a:gd name="connsiteY2" fmla="*/ 490203 h 4635393"/>
                  <a:gd name="connsiteX3" fmla="*/ 909294 w 949162"/>
                  <a:gd name="connsiteY3" fmla="*/ 555913 h 4635393"/>
                  <a:gd name="connsiteX4" fmla="*/ 787246 w 949162"/>
                  <a:gd name="connsiteY4" fmla="*/ 1039101 h 4635393"/>
                  <a:gd name="connsiteX5" fmla="*/ 787742 w 949162"/>
                  <a:gd name="connsiteY5" fmla="*/ 1891877 h 4635393"/>
                  <a:gd name="connsiteX6" fmla="*/ 786275 w 949162"/>
                  <a:gd name="connsiteY6" fmla="*/ 1891877 h 4635393"/>
                  <a:gd name="connsiteX7" fmla="*/ 786274 w 949162"/>
                  <a:gd name="connsiteY7" fmla="*/ 2052648 h 4635393"/>
                  <a:gd name="connsiteX8" fmla="*/ 786275 w 949162"/>
                  <a:gd name="connsiteY8" fmla="*/ 2052648 h 4635393"/>
                  <a:gd name="connsiteX9" fmla="*/ 786275 w 949162"/>
                  <a:gd name="connsiteY9" fmla="*/ 2661595 h 4635393"/>
                  <a:gd name="connsiteX10" fmla="*/ 585712 w 949162"/>
                  <a:gd name="connsiteY10" fmla="*/ 2661712 h 4635393"/>
                  <a:gd name="connsiteX11" fmla="*/ 786273 w 949162"/>
                  <a:gd name="connsiteY11" fmla="*/ 2661595 h 4635393"/>
                  <a:gd name="connsiteX12" fmla="*/ 786273 w 949162"/>
                  <a:gd name="connsiteY12" fmla="*/ 2702106 h 4635393"/>
                  <a:gd name="connsiteX13" fmla="*/ 788209 w 949162"/>
                  <a:gd name="connsiteY13" fmla="*/ 2702106 h 4635393"/>
                  <a:gd name="connsiteX14" fmla="*/ 788776 w 949162"/>
                  <a:gd name="connsiteY14" fmla="*/ 3675138 h 4635393"/>
                  <a:gd name="connsiteX15" fmla="*/ 512209 w 949162"/>
                  <a:gd name="connsiteY15" fmla="*/ 4582450 h 4635393"/>
                  <a:gd name="connsiteX16" fmla="*/ 472668 w 949162"/>
                  <a:gd name="connsiteY16" fmla="*/ 4635393 h 4635393"/>
                  <a:gd name="connsiteX17" fmla="*/ 32525 w 949162"/>
                  <a:gd name="connsiteY17" fmla="*/ 4594097 h 4635393"/>
                  <a:gd name="connsiteX18" fmla="*/ 0 w 949162"/>
                  <a:gd name="connsiteY18" fmla="*/ 4251731 h 4635393"/>
                  <a:gd name="connsiteX19" fmla="*/ 7063 w 949162"/>
                  <a:gd name="connsiteY19" fmla="*/ 4242274 h 4635393"/>
                  <a:gd name="connsiteX20" fmla="*/ 179830 w 949162"/>
                  <a:gd name="connsiteY20" fmla="*/ 3675490 h 4635393"/>
                  <a:gd name="connsiteX21" fmla="*/ 179288 w 949162"/>
                  <a:gd name="connsiteY21" fmla="*/ 2746019 h 4635393"/>
                  <a:gd name="connsiteX22" fmla="*/ 179540 w 949162"/>
                  <a:gd name="connsiteY22" fmla="*/ 2746019 h 4635393"/>
                  <a:gd name="connsiteX23" fmla="*/ 179540 w 949162"/>
                  <a:gd name="connsiteY23" fmla="*/ 2661949 h 4635393"/>
                  <a:gd name="connsiteX24" fmla="*/ 179542 w 949162"/>
                  <a:gd name="connsiteY24" fmla="*/ 2661949 h 4635393"/>
                  <a:gd name="connsiteX25" fmla="*/ 179541 w 949162"/>
                  <a:gd name="connsiteY25" fmla="*/ 2053001 h 4635393"/>
                  <a:gd name="connsiteX26" fmla="*/ 179541 w 949162"/>
                  <a:gd name="connsiteY26" fmla="*/ 2053001 h 4635393"/>
                  <a:gd name="connsiteX27" fmla="*/ 179540 w 949162"/>
                  <a:gd name="connsiteY27" fmla="*/ 1935791 h 4635393"/>
                  <a:gd name="connsiteX28" fmla="*/ 178822 w 949162"/>
                  <a:gd name="connsiteY28" fmla="*/ 1935791 h 4635393"/>
                  <a:gd name="connsiteX29" fmla="*/ 178300 w 949162"/>
                  <a:gd name="connsiteY29" fmla="*/ 1039457 h 4635393"/>
                  <a:gd name="connsiteX30" fmla="*/ 548197 w 949162"/>
                  <a:gd name="connsiteY30" fmla="*/ 7185 h 463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49162" h="4635393">
                    <a:moveTo>
                      <a:pt x="554720" y="0"/>
                    </a:moveTo>
                    <a:lnTo>
                      <a:pt x="598161" y="457270"/>
                    </a:lnTo>
                    <a:lnTo>
                      <a:pt x="949162" y="490203"/>
                    </a:lnTo>
                    <a:lnTo>
                      <a:pt x="909294" y="555913"/>
                    </a:lnTo>
                    <a:cubicBezTo>
                      <a:pt x="831362" y="699572"/>
                      <a:pt x="787144" y="864174"/>
                      <a:pt x="787246" y="1039101"/>
                    </a:cubicBezTo>
                    <a:lnTo>
                      <a:pt x="787742" y="1891877"/>
                    </a:lnTo>
                    <a:lnTo>
                      <a:pt x="786275" y="1891877"/>
                    </a:lnTo>
                    <a:lnTo>
                      <a:pt x="786274" y="2052648"/>
                    </a:lnTo>
                    <a:lnTo>
                      <a:pt x="786275" y="2052648"/>
                    </a:lnTo>
                    <a:lnTo>
                      <a:pt x="786275" y="2661595"/>
                    </a:lnTo>
                    <a:lnTo>
                      <a:pt x="585712" y="2661712"/>
                    </a:lnTo>
                    <a:lnTo>
                      <a:pt x="786273" y="2661595"/>
                    </a:lnTo>
                    <a:lnTo>
                      <a:pt x="786273" y="2702106"/>
                    </a:lnTo>
                    <a:lnTo>
                      <a:pt x="788209" y="2702106"/>
                    </a:lnTo>
                    <a:lnTo>
                      <a:pt x="788776" y="3675138"/>
                    </a:lnTo>
                    <a:cubicBezTo>
                      <a:pt x="788972" y="4011167"/>
                      <a:pt x="687002" y="4323397"/>
                      <a:pt x="512209" y="4582450"/>
                    </a:cubicBezTo>
                    <a:lnTo>
                      <a:pt x="472668" y="4635393"/>
                    </a:lnTo>
                    <a:lnTo>
                      <a:pt x="32525" y="4594097"/>
                    </a:lnTo>
                    <a:lnTo>
                      <a:pt x="0" y="4251731"/>
                    </a:lnTo>
                    <a:lnTo>
                      <a:pt x="7063" y="4242274"/>
                    </a:lnTo>
                    <a:cubicBezTo>
                      <a:pt x="116253" y="4080447"/>
                      <a:pt x="179953" y="3885402"/>
                      <a:pt x="179830" y="3675490"/>
                    </a:cubicBezTo>
                    <a:lnTo>
                      <a:pt x="179288" y="2746019"/>
                    </a:lnTo>
                    <a:lnTo>
                      <a:pt x="179540" y="2746019"/>
                    </a:lnTo>
                    <a:lnTo>
                      <a:pt x="179540" y="2661949"/>
                    </a:lnTo>
                    <a:lnTo>
                      <a:pt x="179542" y="2661949"/>
                    </a:lnTo>
                    <a:lnTo>
                      <a:pt x="179541" y="2053001"/>
                    </a:lnTo>
                    <a:lnTo>
                      <a:pt x="179541" y="2053001"/>
                    </a:lnTo>
                    <a:lnTo>
                      <a:pt x="179540" y="1935791"/>
                    </a:lnTo>
                    <a:lnTo>
                      <a:pt x="178822" y="1935791"/>
                    </a:lnTo>
                    <a:lnTo>
                      <a:pt x="178300" y="1039457"/>
                    </a:lnTo>
                    <a:cubicBezTo>
                      <a:pt x="178072" y="647423"/>
                      <a:pt x="316902" y="287783"/>
                      <a:pt x="548197" y="7185"/>
                    </a:cubicBez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6" name="Forme libre : forme 15">
                <a:extLst>
                  <a:ext uri="{FF2B5EF4-FFF2-40B4-BE49-F238E27FC236}">
                    <a16:creationId xmlns:a16="http://schemas.microsoft.com/office/drawing/2014/main" id="{A65EA566-9E1D-B4A7-C70D-E9DDB94C8CC1}"/>
                  </a:ext>
                </a:extLst>
              </p:cNvPr>
              <p:cNvSpPr/>
              <p:nvPr/>
            </p:nvSpPr>
            <p:spPr>
              <a:xfrm rot="2702003">
                <a:off x="6105933" y="3941317"/>
                <a:ext cx="1830162" cy="699229"/>
              </a:xfrm>
              <a:custGeom>
                <a:avLst/>
                <a:gdLst>
                  <a:gd name="connsiteX0" fmla="*/ 0 w 1830162"/>
                  <a:gd name="connsiteY0" fmla="*/ 90281 h 699229"/>
                  <a:gd name="connsiteX1" fmla="*/ 969388 w 1830162"/>
                  <a:gd name="connsiteY1" fmla="*/ 89716 h 699229"/>
                  <a:gd name="connsiteX2" fmla="*/ 1363858 w 1830162"/>
                  <a:gd name="connsiteY2" fmla="*/ 9837 h 699229"/>
                  <a:gd name="connsiteX3" fmla="*/ 1384251 w 1830162"/>
                  <a:gd name="connsiteY3" fmla="*/ 0 h 699229"/>
                  <a:gd name="connsiteX4" fmla="*/ 1791098 w 1830162"/>
                  <a:gd name="connsiteY4" fmla="*/ 38172 h 699229"/>
                  <a:gd name="connsiteX5" fmla="*/ 1830162 w 1830162"/>
                  <a:gd name="connsiteY5" fmla="*/ 449369 h 699229"/>
                  <a:gd name="connsiteX6" fmla="*/ 1743006 w 1830162"/>
                  <a:gd name="connsiteY6" fmla="*/ 502388 h 699229"/>
                  <a:gd name="connsiteX7" fmla="*/ 969744 w 1830162"/>
                  <a:gd name="connsiteY7" fmla="*/ 698664 h 699229"/>
                  <a:gd name="connsiteX8" fmla="*/ 1 w 1830162"/>
                  <a:gd name="connsiteY8" fmla="*/ 699229 h 699229"/>
                  <a:gd name="connsiteX9" fmla="*/ 0 w 1830162"/>
                  <a:gd name="connsiteY9" fmla="*/ 90281 h 69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62" h="699229">
                    <a:moveTo>
                      <a:pt x="0" y="90281"/>
                    </a:moveTo>
                    <a:lnTo>
                      <a:pt x="969388" y="89716"/>
                    </a:lnTo>
                    <a:cubicBezTo>
                      <a:pt x="1109329" y="89635"/>
                      <a:pt x="1242630" y="61196"/>
                      <a:pt x="1363858" y="9837"/>
                    </a:cubicBezTo>
                    <a:lnTo>
                      <a:pt x="1384251" y="0"/>
                    </a:lnTo>
                    <a:lnTo>
                      <a:pt x="1791098" y="38172"/>
                    </a:lnTo>
                    <a:lnTo>
                      <a:pt x="1830162" y="449369"/>
                    </a:lnTo>
                    <a:lnTo>
                      <a:pt x="1743006" y="502388"/>
                    </a:lnTo>
                    <a:cubicBezTo>
                      <a:pt x="1513183" y="627409"/>
                      <a:pt x="1249768" y="698501"/>
                      <a:pt x="969744" y="698664"/>
                    </a:cubicBezTo>
                    <a:lnTo>
                      <a:pt x="1" y="699229"/>
                    </a:lnTo>
                    <a:lnTo>
                      <a:pt x="0" y="90281"/>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7" name="Rectangle 16">
                <a:extLst>
                  <a:ext uri="{FF2B5EF4-FFF2-40B4-BE49-F238E27FC236}">
                    <a16:creationId xmlns:a16="http://schemas.microsoft.com/office/drawing/2014/main" id="{31C3283C-EC95-7DBD-03C6-C378DB8C7C0D}"/>
                  </a:ext>
                </a:extLst>
              </p:cNvPr>
              <p:cNvSpPr/>
              <p:nvPr/>
            </p:nvSpPr>
            <p:spPr>
              <a:xfrm flipH="1">
                <a:off x="2777014" y="353389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1</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8945FF39-5B2E-A5C7-23F6-1CF5A5FC7405}"/>
                  </a:ext>
                </a:extLst>
              </p:cNvPr>
              <p:cNvSpPr/>
              <p:nvPr/>
            </p:nvSpPr>
            <p:spPr>
              <a:xfrm flipH="1">
                <a:off x="3706794" y="200947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2</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9" name="Rectangle 18">
                <a:extLst>
                  <a:ext uri="{FF2B5EF4-FFF2-40B4-BE49-F238E27FC236}">
                    <a16:creationId xmlns:a16="http://schemas.microsoft.com/office/drawing/2014/main" id="{9BCD45DF-B5B3-53D5-7297-837ACDB3BCC7}"/>
                  </a:ext>
                </a:extLst>
              </p:cNvPr>
              <p:cNvSpPr/>
              <p:nvPr/>
            </p:nvSpPr>
            <p:spPr>
              <a:xfrm flipH="1">
                <a:off x="7375238" y="4500385"/>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3</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FF183B4E-D062-1131-E75F-8820EBEDCC44}"/>
                  </a:ext>
                </a:extLst>
              </p:cNvPr>
              <p:cNvSpPr/>
              <p:nvPr/>
            </p:nvSpPr>
            <p:spPr>
              <a:xfrm flipH="1">
                <a:off x="9125883" y="351455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4</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9F5E8E47-2B43-B0E7-D963-23DB5207F792}"/>
                  </a:ext>
                </a:extLst>
              </p:cNvPr>
              <p:cNvSpPr/>
              <p:nvPr/>
            </p:nvSpPr>
            <p:spPr>
              <a:xfrm flipH="1">
                <a:off x="7924955" y="2009478"/>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5</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2A3F6651-B2E0-FAA2-DAEC-3F5AC6087324}"/>
                  </a:ext>
                </a:extLst>
              </p:cNvPr>
              <p:cNvSpPr/>
              <p:nvPr/>
            </p:nvSpPr>
            <p:spPr>
              <a:xfrm flipH="1">
                <a:off x="4282980" y="450038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1" dirty="0">
                    <a:solidFill>
                      <a:srgbClr val="FFFFFF"/>
                    </a:solidFill>
                  </a:rPr>
                  <a:t>6</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grpSp>
      </p:grpSp>
      <p:sp>
        <p:nvSpPr>
          <p:cNvPr id="23" name="TextBox 82">
            <a:extLst>
              <a:ext uri="{FF2B5EF4-FFF2-40B4-BE49-F238E27FC236}">
                <a16:creationId xmlns:a16="http://schemas.microsoft.com/office/drawing/2014/main" id="{7ED28B50-D0B1-3B46-E69A-B13E474741E5}"/>
              </a:ext>
            </a:extLst>
          </p:cNvPr>
          <p:cNvSpPr txBox="1"/>
          <p:nvPr/>
        </p:nvSpPr>
        <p:spPr>
          <a:xfrm>
            <a:off x="130629" y="2099730"/>
            <a:ext cx="242684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4" name="TextBox 82 - 1">
            <a:extLst>
              <a:ext uri="{FF2B5EF4-FFF2-40B4-BE49-F238E27FC236}">
                <a16:creationId xmlns:a16="http://schemas.microsoft.com/office/drawing/2014/main" id="{B56010BE-214D-8C15-CA23-8446A4C88E46}"/>
              </a:ext>
            </a:extLst>
          </p:cNvPr>
          <p:cNvSpPr txBox="1"/>
          <p:nvPr/>
        </p:nvSpPr>
        <p:spPr>
          <a:xfrm>
            <a:off x="9634523" y="2099730"/>
            <a:ext cx="2606329"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TextBox 82 - 1">
            <a:extLst>
              <a:ext uri="{FF2B5EF4-FFF2-40B4-BE49-F238E27FC236}">
                <a16:creationId xmlns:a16="http://schemas.microsoft.com/office/drawing/2014/main" id="{4C91771D-E6FC-D9F6-8DE3-87555451E552}"/>
              </a:ext>
            </a:extLst>
          </p:cNvPr>
          <p:cNvSpPr txBox="1"/>
          <p:nvPr/>
        </p:nvSpPr>
        <p:spPr>
          <a:xfrm>
            <a:off x="9634523" y="3597513"/>
            <a:ext cx="2606329"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6" name="TextBox 82">
            <a:extLst>
              <a:ext uri="{FF2B5EF4-FFF2-40B4-BE49-F238E27FC236}">
                <a16:creationId xmlns:a16="http://schemas.microsoft.com/office/drawing/2014/main" id="{5B37EEA8-BF80-5EF9-754E-10686163C44A}"/>
              </a:ext>
            </a:extLst>
          </p:cNvPr>
          <p:cNvSpPr txBox="1"/>
          <p:nvPr/>
        </p:nvSpPr>
        <p:spPr>
          <a:xfrm>
            <a:off x="4792836" y="1143816"/>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7" name="TextBox 82">
            <a:extLst>
              <a:ext uri="{FF2B5EF4-FFF2-40B4-BE49-F238E27FC236}">
                <a16:creationId xmlns:a16="http://schemas.microsoft.com/office/drawing/2014/main" id="{9EDAA797-9211-1EE9-D837-FC9713D8316B}"/>
              </a:ext>
            </a:extLst>
          </p:cNvPr>
          <p:cNvSpPr txBox="1"/>
          <p:nvPr/>
        </p:nvSpPr>
        <p:spPr>
          <a:xfrm>
            <a:off x="4792836" y="4802966"/>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363997355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B91F3-7569-1220-1A4F-81FFDD83CA4E}"/>
              </a:ext>
            </a:extLst>
          </p:cNvPr>
          <p:cNvSpPr>
            <a:spLocks noGrp="1"/>
          </p:cNvSpPr>
          <p:nvPr>
            <p:ph type="title"/>
          </p:nvPr>
        </p:nvSpPr>
        <p:spPr>
          <a:xfrm>
            <a:off x="214184" y="13663"/>
            <a:ext cx="9728886" cy="678316"/>
          </a:xfrm>
        </p:spPr>
        <p:txBody>
          <a:bodyPr/>
          <a:lstStyle/>
          <a:p>
            <a:r>
              <a:rPr lang="en-US" dirty="0"/>
              <a:t>Infinite 3</a:t>
            </a:r>
          </a:p>
        </p:txBody>
      </p:sp>
      <p:sp>
        <p:nvSpPr>
          <p:cNvPr id="3" name="Forme libre : forme 2364">
            <a:extLst>
              <a:ext uri="{FF2B5EF4-FFF2-40B4-BE49-F238E27FC236}">
                <a16:creationId xmlns:a16="http://schemas.microsoft.com/office/drawing/2014/main" id="{DF607805-56DF-9B13-3CCD-B6662BF668E5}"/>
              </a:ext>
            </a:extLst>
          </p:cNvPr>
          <p:cNvSpPr/>
          <p:nvPr/>
        </p:nvSpPr>
        <p:spPr>
          <a:xfrm rot="2702250">
            <a:off x="6162203" y="2940063"/>
            <a:ext cx="419" cy="239591"/>
          </a:xfrm>
          <a:custGeom>
            <a:avLst/>
            <a:gdLst>
              <a:gd name="connsiteX0" fmla="*/ 0 w 419"/>
              <a:gd name="connsiteY0" fmla="*/ 0 h 239591"/>
              <a:gd name="connsiteX1" fmla="*/ 419 w 419"/>
              <a:gd name="connsiteY1" fmla="*/ 0 h 239591"/>
              <a:gd name="connsiteX2" fmla="*/ 419 w 419"/>
              <a:gd name="connsiteY2" fmla="*/ 239591 h 239591"/>
              <a:gd name="connsiteX3" fmla="*/ 157 w 419"/>
              <a:gd name="connsiteY3" fmla="*/ 239591 h 239591"/>
              <a:gd name="connsiteX4" fmla="*/ 0 w 419"/>
              <a:gd name="connsiteY4" fmla="*/ 0 h 239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 h="239591">
                <a:moveTo>
                  <a:pt x="0" y="0"/>
                </a:moveTo>
                <a:lnTo>
                  <a:pt x="419" y="0"/>
                </a:lnTo>
                <a:lnTo>
                  <a:pt x="419" y="239591"/>
                </a:lnTo>
                <a:lnTo>
                  <a:pt x="157" y="239591"/>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orme libre : forme 2328">
            <a:extLst>
              <a:ext uri="{FF2B5EF4-FFF2-40B4-BE49-F238E27FC236}">
                <a16:creationId xmlns:a16="http://schemas.microsoft.com/office/drawing/2014/main" id="{84C8C01A-6ABB-CE4F-AFF9-D9D00C53429F}"/>
              </a:ext>
            </a:extLst>
          </p:cNvPr>
          <p:cNvSpPr/>
          <p:nvPr/>
        </p:nvSpPr>
        <p:spPr>
          <a:xfrm rot="2702250">
            <a:off x="842743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58">
            <a:extLst>
              <a:ext uri="{FF2B5EF4-FFF2-40B4-BE49-F238E27FC236}">
                <a16:creationId xmlns:a16="http://schemas.microsoft.com/office/drawing/2014/main" id="{D1333536-F952-FB7C-4BB6-27BD2BC27560}"/>
              </a:ext>
            </a:extLst>
          </p:cNvPr>
          <p:cNvSpPr/>
          <p:nvPr/>
        </p:nvSpPr>
        <p:spPr>
          <a:xfrm rot="2702250">
            <a:off x="637611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orme libre : forme 43">
            <a:extLst>
              <a:ext uri="{FF2B5EF4-FFF2-40B4-BE49-F238E27FC236}">
                <a16:creationId xmlns:a16="http://schemas.microsoft.com/office/drawing/2014/main" id="{81A166E9-4211-8F69-9543-EB15282954B2}"/>
              </a:ext>
            </a:extLst>
          </p:cNvPr>
          <p:cNvSpPr/>
          <p:nvPr/>
        </p:nvSpPr>
        <p:spPr>
          <a:xfrm rot="2702250">
            <a:off x="862772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35">
            <a:extLst>
              <a:ext uri="{FF2B5EF4-FFF2-40B4-BE49-F238E27FC236}">
                <a16:creationId xmlns:a16="http://schemas.microsoft.com/office/drawing/2014/main" id="{C3E529FB-94B0-D5DF-5B83-A8A166302291}"/>
              </a:ext>
            </a:extLst>
          </p:cNvPr>
          <p:cNvSpPr/>
          <p:nvPr/>
        </p:nvSpPr>
        <p:spPr>
          <a:xfrm rot="2702250">
            <a:off x="581504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orme libre : forme 2411">
            <a:extLst>
              <a:ext uri="{FF2B5EF4-FFF2-40B4-BE49-F238E27FC236}">
                <a16:creationId xmlns:a16="http://schemas.microsoft.com/office/drawing/2014/main" id="{53E87CA6-8516-BA85-6F35-B3B072B16734}"/>
              </a:ext>
            </a:extLst>
          </p:cNvPr>
          <p:cNvSpPr/>
          <p:nvPr/>
        </p:nvSpPr>
        <p:spPr>
          <a:xfrm rot="2702250">
            <a:off x="840457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Forme libre : forme 2424">
            <a:extLst>
              <a:ext uri="{FF2B5EF4-FFF2-40B4-BE49-F238E27FC236}">
                <a16:creationId xmlns:a16="http://schemas.microsoft.com/office/drawing/2014/main" id="{F1C7F98D-1168-A483-2591-555E458610E0}"/>
              </a:ext>
            </a:extLst>
          </p:cNvPr>
          <p:cNvSpPr/>
          <p:nvPr/>
        </p:nvSpPr>
        <p:spPr>
          <a:xfrm rot="2702250">
            <a:off x="635325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orme libre : forme 2080">
            <a:extLst>
              <a:ext uri="{FF2B5EF4-FFF2-40B4-BE49-F238E27FC236}">
                <a16:creationId xmlns:a16="http://schemas.microsoft.com/office/drawing/2014/main" id="{0C1E3761-FD24-ACD2-E750-BF00933A9E68}"/>
              </a:ext>
            </a:extLst>
          </p:cNvPr>
          <p:cNvSpPr/>
          <p:nvPr/>
        </p:nvSpPr>
        <p:spPr>
          <a:xfrm rot="2702250">
            <a:off x="4373613" y="620752"/>
            <a:ext cx="3675838" cy="4534769"/>
          </a:xfrm>
          <a:custGeom>
            <a:avLst/>
            <a:gdLst>
              <a:gd name="connsiteX0" fmla="*/ 3227638 w 3227682"/>
              <a:gd name="connsiteY0" fmla="*/ 572182 h 3981891"/>
              <a:gd name="connsiteX1" fmla="*/ 3227682 w 3227682"/>
              <a:gd name="connsiteY1" fmla="*/ 572230 h 3981891"/>
              <a:gd name="connsiteX2" fmla="*/ 3227682 w 3227682"/>
              <a:gd name="connsiteY2" fmla="*/ 638037 h 3981891"/>
              <a:gd name="connsiteX3" fmla="*/ 3211485 w 3227682"/>
              <a:gd name="connsiteY3" fmla="*/ 588357 h 3981891"/>
              <a:gd name="connsiteX4" fmla="*/ 3211528 w 3227682"/>
              <a:gd name="connsiteY4" fmla="*/ 588405 h 3981891"/>
              <a:gd name="connsiteX5" fmla="*/ 3211528 w 3227682"/>
              <a:gd name="connsiteY5" fmla="*/ 654212 h 3981891"/>
              <a:gd name="connsiteX6" fmla="*/ 1743994 w 3227682"/>
              <a:gd name="connsiteY6" fmla="*/ 1980184 h 3981891"/>
              <a:gd name="connsiteX7" fmla="*/ 1744364 w 3227682"/>
              <a:gd name="connsiteY7" fmla="*/ 1980184 h 3981891"/>
              <a:gd name="connsiteX8" fmla="*/ 1744532 w 3227682"/>
              <a:gd name="connsiteY8" fmla="*/ 2235613 h 3981891"/>
              <a:gd name="connsiteX9" fmla="*/ 1744532 w 3227682"/>
              <a:gd name="connsiteY9" fmla="*/ 2235613 h 3981891"/>
              <a:gd name="connsiteX10" fmla="*/ 1744735 w 3227682"/>
              <a:gd name="connsiteY10" fmla="*/ 2546210 h 3981891"/>
              <a:gd name="connsiteX11" fmla="*/ 1743995 w 3227682"/>
              <a:gd name="connsiteY11" fmla="*/ 2546211 h 3981891"/>
              <a:gd name="connsiteX12" fmla="*/ 1743995 w 3227682"/>
              <a:gd name="connsiteY12" fmla="*/ 2235613 h 3981891"/>
              <a:gd name="connsiteX13" fmla="*/ 1743994 w 3227682"/>
              <a:gd name="connsiteY13" fmla="*/ 2235613 h 3981891"/>
              <a:gd name="connsiteX14" fmla="*/ 0 w 3227682"/>
              <a:gd name="connsiteY14" fmla="*/ 3726463 h 3981891"/>
              <a:gd name="connsiteX15" fmla="*/ 371 w 3227682"/>
              <a:gd name="connsiteY15" fmla="*/ 3726462 h 3981891"/>
              <a:gd name="connsiteX16" fmla="*/ 538 w 3227682"/>
              <a:gd name="connsiteY16" fmla="*/ 3981891 h 3981891"/>
              <a:gd name="connsiteX17" fmla="*/ 0 w 3227682"/>
              <a:gd name="connsiteY17" fmla="*/ 3981891 h 3981891"/>
              <a:gd name="connsiteX18" fmla="*/ 1489195 w 3227682"/>
              <a:gd name="connsiteY18" fmla="*/ 1980350 h 3981891"/>
              <a:gd name="connsiteX19" fmla="*/ 1743993 w 3227682"/>
              <a:gd name="connsiteY19" fmla="*/ 1980183 h 3981891"/>
              <a:gd name="connsiteX20" fmla="*/ 1743993 w 3227682"/>
              <a:gd name="connsiteY20" fmla="*/ 2235612 h 3981891"/>
              <a:gd name="connsiteX21" fmla="*/ 1728367 w 3227682"/>
              <a:gd name="connsiteY21" fmla="*/ 2235622 h 3981891"/>
              <a:gd name="connsiteX22" fmla="*/ 1728367 w 3227682"/>
              <a:gd name="connsiteY22" fmla="*/ 2235624 h 3981891"/>
              <a:gd name="connsiteX23" fmla="*/ 1743994 w 3227682"/>
              <a:gd name="connsiteY23" fmla="*/ 2235613 h 3981891"/>
              <a:gd name="connsiteX24" fmla="*/ 1743994 w 3227682"/>
              <a:gd name="connsiteY24" fmla="*/ 2546211 h 3981891"/>
              <a:gd name="connsiteX25" fmla="*/ 1744735 w 3227682"/>
              <a:gd name="connsiteY25" fmla="*/ 2546211 h 3981891"/>
              <a:gd name="connsiteX26" fmla="*/ 1745016 w 3227682"/>
              <a:gd name="connsiteY26" fmla="*/ 2977711 h 3981891"/>
              <a:gd name="connsiteX27" fmla="*/ 1453310 w 3227682"/>
              <a:gd name="connsiteY27" fmla="*/ 3683260 h 3981891"/>
              <a:gd name="connsiteX28" fmla="*/ 1450421 w 3227682"/>
              <a:gd name="connsiteY28" fmla="*/ 3685889 h 3981891"/>
              <a:gd name="connsiteX29" fmla="*/ 1450417 w 3227682"/>
              <a:gd name="connsiteY29" fmla="*/ 3685893 h 3981891"/>
              <a:gd name="connsiteX30" fmla="*/ 1450413 w 3227682"/>
              <a:gd name="connsiteY30" fmla="*/ 3685897 h 3981891"/>
              <a:gd name="connsiteX31" fmla="*/ 1447800 w 3227682"/>
              <a:gd name="connsiteY31" fmla="*/ 3688776 h 3981891"/>
              <a:gd name="connsiteX32" fmla="*/ 742634 w 3227682"/>
              <a:gd name="connsiteY32" fmla="*/ 3981406 h 3981891"/>
              <a:gd name="connsiteX33" fmla="*/ 45718 w 3227682"/>
              <a:gd name="connsiteY33" fmla="*/ 3981862 h 3981891"/>
              <a:gd name="connsiteX34" fmla="*/ 45718 w 3227682"/>
              <a:gd name="connsiteY34" fmla="*/ 3726433 h 3981891"/>
              <a:gd name="connsiteX35" fmla="*/ 89109 w 3227682"/>
              <a:gd name="connsiteY35" fmla="*/ 3726405 h 3981891"/>
              <a:gd name="connsiteX36" fmla="*/ 113474 w 3227682"/>
              <a:gd name="connsiteY36" fmla="*/ 3748521 h 3981891"/>
              <a:gd name="connsiteX37" fmla="*/ 748143 w 3227682"/>
              <a:gd name="connsiteY37" fmla="*/ 3975891 h 3981891"/>
              <a:gd name="connsiteX38" fmla="*/ 881420 w 3227682"/>
              <a:gd name="connsiteY38" fmla="*/ 3966976 h 3981891"/>
              <a:gd name="connsiteX39" fmla="*/ 907417 w 3227682"/>
              <a:gd name="connsiteY39" fmla="*/ 3961731 h 3981891"/>
              <a:gd name="connsiteX40" fmla="*/ 924712 w 3227682"/>
              <a:gd name="connsiteY40" fmla="*/ 3960194 h 3981891"/>
              <a:gd name="connsiteX41" fmla="*/ 952975 w 3227682"/>
              <a:gd name="connsiteY41" fmla="*/ 3952540 h 3981891"/>
              <a:gd name="connsiteX42" fmla="*/ 1009341 w 3227682"/>
              <a:gd name="connsiteY42" fmla="*/ 3941168 h 3981891"/>
              <a:gd name="connsiteX43" fmla="*/ 1063790 w 3227682"/>
              <a:gd name="connsiteY43" fmla="*/ 3922529 h 3981891"/>
              <a:gd name="connsiteX44" fmla="*/ 1091087 w 3227682"/>
              <a:gd name="connsiteY44" fmla="*/ 3915136 h 3981891"/>
              <a:gd name="connsiteX45" fmla="*/ 1106701 w 3227682"/>
              <a:gd name="connsiteY45" fmla="*/ 3907839 h 3981891"/>
              <a:gd name="connsiteX46" fmla="*/ 1130773 w 3227682"/>
              <a:gd name="connsiteY46" fmla="*/ 3899599 h 3981891"/>
              <a:gd name="connsiteX47" fmla="*/ 1244582 w 3227682"/>
              <a:gd name="connsiteY47" fmla="*/ 3843404 h 3981891"/>
              <a:gd name="connsiteX48" fmla="*/ 1244583 w 3227682"/>
              <a:gd name="connsiteY48" fmla="*/ 3843404 h 3981891"/>
              <a:gd name="connsiteX49" fmla="*/ 1106701 w 3227682"/>
              <a:gd name="connsiteY49" fmla="*/ 3907839 h 3981891"/>
              <a:gd name="connsiteX50" fmla="*/ 1063790 w 3227682"/>
              <a:gd name="connsiteY50" fmla="*/ 3922529 h 3981891"/>
              <a:gd name="connsiteX51" fmla="*/ 952975 w 3227682"/>
              <a:gd name="connsiteY51" fmla="*/ 3952540 h 3981891"/>
              <a:gd name="connsiteX52" fmla="*/ 907417 w 3227682"/>
              <a:gd name="connsiteY52" fmla="*/ 3961731 h 3981891"/>
              <a:gd name="connsiteX53" fmla="*/ 748144 w 3227682"/>
              <a:gd name="connsiteY53" fmla="*/ 3975890 h 3981891"/>
              <a:gd name="connsiteX54" fmla="*/ 113475 w 3227682"/>
              <a:gd name="connsiteY54" fmla="*/ 3748520 h 3981891"/>
              <a:gd name="connsiteX55" fmla="*/ 89110 w 3227682"/>
              <a:gd name="connsiteY55" fmla="*/ 3726404 h 3981891"/>
              <a:gd name="connsiteX56" fmla="*/ 742468 w 3227682"/>
              <a:gd name="connsiteY56" fmla="*/ 3725976 h 3981891"/>
              <a:gd name="connsiteX57" fmla="*/ 1267068 w 3227682"/>
              <a:gd name="connsiteY57" fmla="*/ 3508277 h 3981891"/>
              <a:gd name="connsiteX58" fmla="*/ 1269554 w 3227682"/>
              <a:gd name="connsiteY58" fmla="*/ 3505259 h 3981891"/>
              <a:gd name="connsiteX59" fmla="*/ 1272577 w 3227682"/>
              <a:gd name="connsiteY59" fmla="*/ 3502762 h 3981891"/>
              <a:gd name="connsiteX60" fmla="*/ 1489588 w 3227682"/>
              <a:gd name="connsiteY60" fmla="*/ 2977879 h 3981891"/>
              <a:gd name="connsiteX61" fmla="*/ 1489196 w 3227682"/>
              <a:gd name="connsiteY61" fmla="*/ 2378797 h 3981891"/>
              <a:gd name="connsiteX62" fmla="*/ 1489196 w 3227682"/>
              <a:gd name="connsiteY62" fmla="*/ 2324560 h 3981891"/>
              <a:gd name="connsiteX63" fmla="*/ 1489195 w 3227682"/>
              <a:gd name="connsiteY63" fmla="*/ 2324559 h 3981891"/>
              <a:gd name="connsiteX64" fmla="*/ 1489196 w 3227682"/>
              <a:gd name="connsiteY64" fmla="*/ 2235780 h 3981891"/>
              <a:gd name="connsiteX65" fmla="*/ 1727840 w 3227682"/>
              <a:gd name="connsiteY65" fmla="*/ 2235624 h 3981891"/>
              <a:gd name="connsiteX66" fmla="*/ 1727840 w 3227682"/>
              <a:gd name="connsiteY66" fmla="*/ 2235623 h 3981891"/>
              <a:gd name="connsiteX67" fmla="*/ 1489195 w 3227682"/>
              <a:gd name="connsiteY67" fmla="*/ 2235779 h 3981891"/>
              <a:gd name="connsiteX68" fmla="*/ 2949994 w 3227682"/>
              <a:gd name="connsiteY68" fmla="*/ 354922 h 3981891"/>
              <a:gd name="connsiteX69" fmla="*/ 2950001 w 3227682"/>
              <a:gd name="connsiteY69" fmla="*/ 458959 h 3981891"/>
              <a:gd name="connsiteX70" fmla="*/ 2949724 w 3227682"/>
              <a:gd name="connsiteY70" fmla="*/ 458959 h 3981891"/>
              <a:gd name="connsiteX71" fmla="*/ 2950001 w 3227682"/>
              <a:gd name="connsiteY71" fmla="*/ 458959 h 3981891"/>
              <a:gd name="connsiteX72" fmla="*/ 2949994 w 3227682"/>
              <a:gd name="connsiteY72" fmla="*/ 354924 h 3981891"/>
              <a:gd name="connsiteX73" fmla="*/ 2949994 w 3227682"/>
              <a:gd name="connsiteY73" fmla="*/ 354922 h 3981891"/>
              <a:gd name="connsiteX74" fmla="*/ 3227262 w 3227682"/>
              <a:gd name="connsiteY74" fmla="*/ 0 h 3981891"/>
              <a:gd name="connsiteX75" fmla="*/ 3227681 w 3227682"/>
              <a:gd name="connsiteY75" fmla="*/ 0 h 3981891"/>
              <a:gd name="connsiteX76" fmla="*/ 3227682 w 3227682"/>
              <a:gd name="connsiteY76" fmla="*/ 239589 h 3981891"/>
              <a:gd name="connsiteX77" fmla="*/ 3227682 w 3227682"/>
              <a:gd name="connsiteY77" fmla="*/ 239590 h 3981891"/>
              <a:gd name="connsiteX78" fmla="*/ 3227682 w 3227682"/>
              <a:gd name="connsiteY78" fmla="*/ 495019 h 3981891"/>
              <a:gd name="connsiteX79" fmla="*/ 3227588 w 3227682"/>
              <a:gd name="connsiteY79" fmla="*/ 495019 h 3981891"/>
              <a:gd name="connsiteX80" fmla="*/ 3227420 w 3227682"/>
              <a:gd name="connsiteY80" fmla="*/ 239591 h 3981891"/>
              <a:gd name="connsiteX81" fmla="*/ 3227420 w 3227682"/>
              <a:gd name="connsiteY81" fmla="*/ 239591 h 3981891"/>
              <a:gd name="connsiteX82" fmla="*/ 3211108 w 3227682"/>
              <a:gd name="connsiteY82" fmla="*/ 16175 h 3981891"/>
              <a:gd name="connsiteX83" fmla="*/ 3211527 w 3227682"/>
              <a:gd name="connsiteY83" fmla="*/ 16175 h 3981891"/>
              <a:gd name="connsiteX84" fmla="*/ 3211528 w 3227682"/>
              <a:gd name="connsiteY84" fmla="*/ 255764 h 3981891"/>
              <a:gd name="connsiteX85" fmla="*/ 3211528 w 3227682"/>
              <a:gd name="connsiteY85" fmla="*/ 255765 h 3981891"/>
              <a:gd name="connsiteX86" fmla="*/ 3211528 w 3227682"/>
              <a:gd name="connsiteY86" fmla="*/ 511194 h 3981891"/>
              <a:gd name="connsiteX87" fmla="*/ 3211434 w 3227682"/>
              <a:gd name="connsiteY87" fmla="*/ 511194 h 3981891"/>
              <a:gd name="connsiteX88" fmla="*/ 3211266 w 3227682"/>
              <a:gd name="connsiteY88" fmla="*/ 255766 h 3981891"/>
              <a:gd name="connsiteX89" fmla="*/ 3211266 w 3227682"/>
              <a:gd name="connsiteY89" fmla="*/ 255766 h 3981891"/>
              <a:gd name="connsiteX90" fmla="*/ 1780157 w 3227682"/>
              <a:gd name="connsiteY90" fmla="*/ 532702 h 3981891"/>
              <a:gd name="connsiteX91" fmla="*/ 2485323 w 3227682"/>
              <a:gd name="connsiteY91" fmla="*/ 240072 h 3981891"/>
              <a:gd name="connsiteX92" fmla="*/ 2485365 w 3227682"/>
              <a:gd name="connsiteY92" fmla="*/ 240075 h 3981891"/>
              <a:gd name="connsiteX93" fmla="*/ 2485324 w 3227682"/>
              <a:gd name="connsiteY93" fmla="*/ 240075 h 3981891"/>
              <a:gd name="connsiteX94" fmla="*/ 1927709 w 3227682"/>
              <a:gd name="connsiteY94" fmla="*/ 410801 h 3981891"/>
              <a:gd name="connsiteX95" fmla="*/ 1898345 w 3227682"/>
              <a:gd name="connsiteY95" fmla="*/ 432788 h 3981891"/>
              <a:gd name="connsiteX96" fmla="*/ 1927707 w 3227682"/>
              <a:gd name="connsiteY96" fmla="*/ 410802 h 3981891"/>
              <a:gd name="connsiteX97" fmla="*/ 2485323 w 3227682"/>
              <a:gd name="connsiteY97" fmla="*/ 240075 h 3981891"/>
              <a:gd name="connsiteX98" fmla="*/ 2485364 w 3227682"/>
              <a:gd name="connsiteY98" fmla="*/ 240075 h 3981891"/>
              <a:gd name="connsiteX99" fmla="*/ 2485385 w 3227682"/>
              <a:gd name="connsiteY99" fmla="*/ 240076 h 3981891"/>
              <a:gd name="connsiteX100" fmla="*/ 2949579 w 3227682"/>
              <a:gd name="connsiteY100" fmla="*/ 239772 h 3981891"/>
              <a:gd name="connsiteX101" fmla="*/ 2949654 w 3227682"/>
              <a:gd name="connsiteY101" fmla="*/ 354759 h 3981891"/>
              <a:gd name="connsiteX102" fmla="*/ 2949656 w 3227682"/>
              <a:gd name="connsiteY102" fmla="*/ 354759 h 3981891"/>
              <a:gd name="connsiteX103" fmla="*/ 2949581 w 3227682"/>
              <a:gd name="connsiteY103" fmla="*/ 239772 h 3981891"/>
              <a:gd name="connsiteX104" fmla="*/ 2949988 w 3227682"/>
              <a:gd name="connsiteY104" fmla="*/ 239772 h 3981891"/>
              <a:gd name="connsiteX105" fmla="*/ 2949988 w 3227682"/>
              <a:gd name="connsiteY105" fmla="*/ 239773 h 3981891"/>
              <a:gd name="connsiteX106" fmla="*/ 3181963 w 3227682"/>
              <a:gd name="connsiteY106" fmla="*/ 239621 h 3981891"/>
              <a:gd name="connsiteX107" fmla="*/ 3181962 w 3227682"/>
              <a:gd name="connsiteY107" fmla="*/ 495051 h 3981891"/>
              <a:gd name="connsiteX108" fmla="*/ 3150427 w 3227682"/>
              <a:gd name="connsiteY108" fmla="*/ 495071 h 3981891"/>
              <a:gd name="connsiteX109" fmla="*/ 3150425 w 3227682"/>
              <a:gd name="connsiteY109" fmla="*/ 495070 h 3981891"/>
              <a:gd name="connsiteX110" fmla="*/ 2485511 w 3227682"/>
              <a:gd name="connsiteY110" fmla="*/ 495505 h 3981891"/>
              <a:gd name="connsiteX111" fmla="*/ 2485490 w 3227682"/>
              <a:gd name="connsiteY111" fmla="*/ 495503 h 3981891"/>
              <a:gd name="connsiteX112" fmla="*/ 1743879 w 3227682"/>
              <a:gd name="connsiteY112" fmla="*/ 1238086 h 3981891"/>
              <a:gd name="connsiteX113" fmla="*/ 1744197 w 3227682"/>
              <a:gd name="connsiteY113" fmla="*/ 1723250 h 3981891"/>
              <a:gd name="connsiteX114" fmla="*/ 1743994 w 3227682"/>
              <a:gd name="connsiteY114" fmla="*/ 1723250 h 3981891"/>
              <a:gd name="connsiteX115" fmla="*/ 1743994 w 3227682"/>
              <a:gd name="connsiteY115" fmla="*/ 1902667 h 3981891"/>
              <a:gd name="connsiteX116" fmla="*/ 1743995 w 3227682"/>
              <a:gd name="connsiteY116" fmla="*/ 1902668 h 3981891"/>
              <a:gd name="connsiteX117" fmla="*/ 1743995 w 3227682"/>
              <a:gd name="connsiteY117" fmla="*/ 1980182 h 3981891"/>
              <a:gd name="connsiteX118" fmla="*/ 1489197 w 3227682"/>
              <a:gd name="connsiteY118" fmla="*/ 1980349 h 3981891"/>
              <a:gd name="connsiteX119" fmla="*/ 1489197 w 3227682"/>
              <a:gd name="connsiteY119" fmla="*/ 1740758 h 3981891"/>
              <a:gd name="connsiteX120" fmla="*/ 1488778 w 3227682"/>
              <a:gd name="connsiteY120" fmla="*/ 1740758 h 3981891"/>
              <a:gd name="connsiteX121" fmla="*/ 1488449 w 3227682"/>
              <a:gd name="connsiteY121" fmla="*/ 1238256 h 3981891"/>
              <a:gd name="connsiteX122" fmla="*/ 1488449 w 3227682"/>
              <a:gd name="connsiteY122" fmla="*/ 1238254 h 3981891"/>
              <a:gd name="connsiteX123" fmla="*/ 1493532 w 3227682"/>
              <a:gd name="connsiteY123" fmla="*/ 1136260 h 3981891"/>
              <a:gd name="connsiteX124" fmla="*/ 1493532 w 3227682"/>
              <a:gd name="connsiteY124" fmla="*/ 1136259 h 3981891"/>
              <a:gd name="connsiteX125" fmla="*/ 1493532 w 3227682"/>
              <a:gd name="connsiteY125" fmla="*/ 1136257 h 3981891"/>
              <a:gd name="connsiteX126" fmla="*/ 1780157 w 3227682"/>
              <a:gd name="connsiteY126" fmla="*/ 532702 h 398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227682" h="3981891">
                <a:moveTo>
                  <a:pt x="3227638" y="572182"/>
                </a:moveTo>
                <a:lnTo>
                  <a:pt x="3227682" y="572230"/>
                </a:lnTo>
                <a:lnTo>
                  <a:pt x="3227682" y="638037"/>
                </a:lnTo>
                <a:close/>
                <a:moveTo>
                  <a:pt x="3211485" y="588357"/>
                </a:moveTo>
                <a:lnTo>
                  <a:pt x="3211528" y="588405"/>
                </a:lnTo>
                <a:lnTo>
                  <a:pt x="3211528" y="654212"/>
                </a:lnTo>
                <a:close/>
                <a:moveTo>
                  <a:pt x="1743994" y="1980184"/>
                </a:moveTo>
                <a:lnTo>
                  <a:pt x="1744364" y="1980184"/>
                </a:lnTo>
                <a:lnTo>
                  <a:pt x="1744532" y="2235613"/>
                </a:lnTo>
                <a:lnTo>
                  <a:pt x="1744532" y="2235613"/>
                </a:lnTo>
                <a:lnTo>
                  <a:pt x="1744735" y="2546210"/>
                </a:lnTo>
                <a:lnTo>
                  <a:pt x="1743995" y="2546211"/>
                </a:lnTo>
                <a:lnTo>
                  <a:pt x="1743995" y="2235613"/>
                </a:lnTo>
                <a:lnTo>
                  <a:pt x="1743994" y="2235613"/>
                </a:lnTo>
                <a:close/>
                <a:moveTo>
                  <a:pt x="0" y="3726463"/>
                </a:moveTo>
                <a:lnTo>
                  <a:pt x="371" y="3726462"/>
                </a:lnTo>
                <a:lnTo>
                  <a:pt x="538" y="3981891"/>
                </a:lnTo>
                <a:lnTo>
                  <a:pt x="0" y="3981891"/>
                </a:lnTo>
                <a:close/>
                <a:moveTo>
                  <a:pt x="1489195" y="1980350"/>
                </a:moveTo>
                <a:lnTo>
                  <a:pt x="1743993" y="1980183"/>
                </a:lnTo>
                <a:lnTo>
                  <a:pt x="1743993" y="2235612"/>
                </a:lnTo>
                <a:lnTo>
                  <a:pt x="1728367" y="2235622"/>
                </a:lnTo>
                <a:lnTo>
                  <a:pt x="1728367" y="2235624"/>
                </a:lnTo>
                <a:lnTo>
                  <a:pt x="1743994" y="2235613"/>
                </a:lnTo>
                <a:lnTo>
                  <a:pt x="1743994" y="2546211"/>
                </a:lnTo>
                <a:lnTo>
                  <a:pt x="1744735" y="2546211"/>
                </a:lnTo>
                <a:lnTo>
                  <a:pt x="1745016" y="2977711"/>
                </a:lnTo>
                <a:cubicBezTo>
                  <a:pt x="1745197" y="3253170"/>
                  <a:pt x="1633708" y="3502624"/>
                  <a:pt x="1453310" y="3683260"/>
                </a:cubicBezTo>
                <a:lnTo>
                  <a:pt x="1450421" y="3685889"/>
                </a:lnTo>
                <a:lnTo>
                  <a:pt x="1450417" y="3685893"/>
                </a:lnTo>
                <a:lnTo>
                  <a:pt x="1450413" y="3685897"/>
                </a:lnTo>
                <a:lnTo>
                  <a:pt x="1447800" y="3688776"/>
                </a:lnTo>
                <a:cubicBezTo>
                  <a:pt x="1267402" y="3869410"/>
                  <a:pt x="1018093" y="3981225"/>
                  <a:pt x="742634" y="3981406"/>
                </a:cubicBezTo>
                <a:lnTo>
                  <a:pt x="45718" y="3981862"/>
                </a:lnTo>
                <a:lnTo>
                  <a:pt x="45718" y="3726433"/>
                </a:lnTo>
                <a:lnTo>
                  <a:pt x="89109" y="3726405"/>
                </a:lnTo>
                <a:lnTo>
                  <a:pt x="113474" y="3748521"/>
                </a:lnTo>
                <a:cubicBezTo>
                  <a:pt x="285998" y="3890710"/>
                  <a:pt x="507116" y="3976049"/>
                  <a:pt x="748143" y="3975891"/>
                </a:cubicBezTo>
                <a:cubicBezTo>
                  <a:pt x="793336" y="3975861"/>
                  <a:pt x="837824" y="3972827"/>
                  <a:pt x="881420" y="3966976"/>
                </a:cubicBezTo>
                <a:lnTo>
                  <a:pt x="907417" y="3961731"/>
                </a:lnTo>
                <a:lnTo>
                  <a:pt x="924712" y="3960194"/>
                </a:lnTo>
                <a:lnTo>
                  <a:pt x="952975" y="3952540"/>
                </a:lnTo>
                <a:lnTo>
                  <a:pt x="1009341" y="3941168"/>
                </a:lnTo>
                <a:lnTo>
                  <a:pt x="1063790" y="3922529"/>
                </a:lnTo>
                <a:lnTo>
                  <a:pt x="1091087" y="3915136"/>
                </a:lnTo>
                <a:lnTo>
                  <a:pt x="1106701" y="3907839"/>
                </a:lnTo>
                <a:lnTo>
                  <a:pt x="1130773" y="3899599"/>
                </a:lnTo>
                <a:cubicBezTo>
                  <a:pt x="1170042" y="3883242"/>
                  <a:pt x="1208042" y="3864447"/>
                  <a:pt x="1244582" y="3843404"/>
                </a:cubicBezTo>
                <a:lnTo>
                  <a:pt x="1244583" y="3843404"/>
                </a:lnTo>
                <a:lnTo>
                  <a:pt x="1106701" y="3907839"/>
                </a:lnTo>
                <a:lnTo>
                  <a:pt x="1063790" y="3922529"/>
                </a:lnTo>
                <a:lnTo>
                  <a:pt x="952975" y="3952540"/>
                </a:lnTo>
                <a:lnTo>
                  <a:pt x="907417" y="3961731"/>
                </a:lnTo>
                <a:lnTo>
                  <a:pt x="748144" y="3975890"/>
                </a:lnTo>
                <a:cubicBezTo>
                  <a:pt x="507117" y="3976048"/>
                  <a:pt x="285999" y="3890709"/>
                  <a:pt x="113475" y="3748520"/>
                </a:cubicBezTo>
                <a:lnTo>
                  <a:pt x="89110" y="3726404"/>
                </a:lnTo>
                <a:lnTo>
                  <a:pt x="742468" y="3725976"/>
                </a:lnTo>
                <a:cubicBezTo>
                  <a:pt x="947393" y="3725842"/>
                  <a:pt x="1132862" y="3642658"/>
                  <a:pt x="1267068" y="3508277"/>
                </a:cubicBezTo>
                <a:lnTo>
                  <a:pt x="1269554" y="3505259"/>
                </a:lnTo>
                <a:lnTo>
                  <a:pt x="1272577" y="3502762"/>
                </a:lnTo>
                <a:cubicBezTo>
                  <a:pt x="1406782" y="3368382"/>
                  <a:pt x="1489723" y="3182803"/>
                  <a:pt x="1489588" y="2977879"/>
                </a:cubicBezTo>
                <a:lnTo>
                  <a:pt x="1489196" y="2378797"/>
                </a:lnTo>
                <a:lnTo>
                  <a:pt x="1489196" y="2324560"/>
                </a:lnTo>
                <a:lnTo>
                  <a:pt x="1489195" y="2324559"/>
                </a:lnTo>
                <a:lnTo>
                  <a:pt x="1489196" y="2235780"/>
                </a:lnTo>
                <a:lnTo>
                  <a:pt x="1727840" y="2235624"/>
                </a:lnTo>
                <a:lnTo>
                  <a:pt x="1727840" y="2235623"/>
                </a:lnTo>
                <a:lnTo>
                  <a:pt x="1489195" y="2235779"/>
                </a:lnTo>
                <a:close/>
                <a:moveTo>
                  <a:pt x="2949994" y="354922"/>
                </a:moveTo>
                <a:lnTo>
                  <a:pt x="2950001" y="458959"/>
                </a:lnTo>
                <a:lnTo>
                  <a:pt x="2949724" y="458959"/>
                </a:lnTo>
                <a:lnTo>
                  <a:pt x="2950001" y="458959"/>
                </a:lnTo>
                <a:lnTo>
                  <a:pt x="2949994" y="354924"/>
                </a:lnTo>
                <a:lnTo>
                  <a:pt x="2949994" y="354922"/>
                </a:lnTo>
                <a:close/>
                <a:moveTo>
                  <a:pt x="3227262" y="0"/>
                </a:moveTo>
                <a:lnTo>
                  <a:pt x="3227681" y="0"/>
                </a:lnTo>
                <a:lnTo>
                  <a:pt x="3227682" y="239589"/>
                </a:lnTo>
                <a:lnTo>
                  <a:pt x="3227682" y="239590"/>
                </a:lnTo>
                <a:lnTo>
                  <a:pt x="3227682" y="495019"/>
                </a:lnTo>
                <a:lnTo>
                  <a:pt x="3227588" y="495019"/>
                </a:lnTo>
                <a:lnTo>
                  <a:pt x="3227420" y="239591"/>
                </a:lnTo>
                <a:lnTo>
                  <a:pt x="3227420" y="239591"/>
                </a:lnTo>
                <a:close/>
                <a:moveTo>
                  <a:pt x="3211108" y="16175"/>
                </a:moveTo>
                <a:lnTo>
                  <a:pt x="3211527" y="16175"/>
                </a:lnTo>
                <a:lnTo>
                  <a:pt x="3211528" y="255764"/>
                </a:lnTo>
                <a:lnTo>
                  <a:pt x="3211528" y="255765"/>
                </a:lnTo>
                <a:lnTo>
                  <a:pt x="3211528" y="511194"/>
                </a:lnTo>
                <a:lnTo>
                  <a:pt x="3211434" y="511194"/>
                </a:lnTo>
                <a:lnTo>
                  <a:pt x="3211266" y="255766"/>
                </a:lnTo>
                <a:lnTo>
                  <a:pt x="3211266" y="255766"/>
                </a:lnTo>
                <a:close/>
                <a:moveTo>
                  <a:pt x="1780157" y="532702"/>
                </a:moveTo>
                <a:cubicBezTo>
                  <a:pt x="1960555" y="352067"/>
                  <a:pt x="2209864" y="240252"/>
                  <a:pt x="2485323" y="240072"/>
                </a:cubicBezTo>
                <a:lnTo>
                  <a:pt x="2485365" y="240075"/>
                </a:lnTo>
                <a:lnTo>
                  <a:pt x="2485324" y="240075"/>
                </a:lnTo>
                <a:cubicBezTo>
                  <a:pt x="2278729" y="240209"/>
                  <a:pt x="2086844" y="303139"/>
                  <a:pt x="1927709" y="410801"/>
                </a:cubicBezTo>
                <a:lnTo>
                  <a:pt x="1898345" y="432788"/>
                </a:lnTo>
                <a:lnTo>
                  <a:pt x="1927707" y="410802"/>
                </a:lnTo>
                <a:cubicBezTo>
                  <a:pt x="2086844" y="303140"/>
                  <a:pt x="2278729" y="240210"/>
                  <a:pt x="2485323" y="240075"/>
                </a:cubicBezTo>
                <a:lnTo>
                  <a:pt x="2485364" y="240075"/>
                </a:lnTo>
                <a:lnTo>
                  <a:pt x="2485385" y="240076"/>
                </a:lnTo>
                <a:lnTo>
                  <a:pt x="2949579" y="239772"/>
                </a:lnTo>
                <a:lnTo>
                  <a:pt x="2949654" y="354759"/>
                </a:lnTo>
                <a:lnTo>
                  <a:pt x="2949656" y="354759"/>
                </a:lnTo>
                <a:lnTo>
                  <a:pt x="2949581" y="239772"/>
                </a:lnTo>
                <a:lnTo>
                  <a:pt x="2949988" y="239772"/>
                </a:lnTo>
                <a:lnTo>
                  <a:pt x="2949988" y="239773"/>
                </a:lnTo>
                <a:lnTo>
                  <a:pt x="3181963" y="239621"/>
                </a:lnTo>
                <a:lnTo>
                  <a:pt x="3181962" y="495051"/>
                </a:lnTo>
                <a:lnTo>
                  <a:pt x="3150427" y="495071"/>
                </a:lnTo>
                <a:lnTo>
                  <a:pt x="3150425" y="495070"/>
                </a:lnTo>
                <a:lnTo>
                  <a:pt x="2485511" y="495505"/>
                </a:lnTo>
                <a:lnTo>
                  <a:pt x="2485490" y="495503"/>
                </a:lnTo>
                <a:cubicBezTo>
                  <a:pt x="2075641" y="495771"/>
                  <a:pt x="1743610" y="828237"/>
                  <a:pt x="1743879" y="1238086"/>
                </a:cubicBezTo>
                <a:lnTo>
                  <a:pt x="1744197" y="1723250"/>
                </a:lnTo>
                <a:lnTo>
                  <a:pt x="1743994" y="1723250"/>
                </a:lnTo>
                <a:lnTo>
                  <a:pt x="1743994" y="1902667"/>
                </a:lnTo>
                <a:lnTo>
                  <a:pt x="1743995" y="1902668"/>
                </a:lnTo>
                <a:lnTo>
                  <a:pt x="1743995" y="1980182"/>
                </a:lnTo>
                <a:lnTo>
                  <a:pt x="1489197" y="1980349"/>
                </a:lnTo>
                <a:lnTo>
                  <a:pt x="1489197" y="1740758"/>
                </a:lnTo>
                <a:lnTo>
                  <a:pt x="1488778" y="1740758"/>
                </a:lnTo>
                <a:lnTo>
                  <a:pt x="1488449" y="1238256"/>
                </a:lnTo>
                <a:lnTo>
                  <a:pt x="1488449" y="1238254"/>
                </a:lnTo>
                <a:cubicBezTo>
                  <a:pt x="1488426" y="1203822"/>
                  <a:pt x="1490148" y="1169796"/>
                  <a:pt x="1493532" y="1136260"/>
                </a:cubicBezTo>
                <a:lnTo>
                  <a:pt x="1493532" y="1136259"/>
                </a:lnTo>
                <a:lnTo>
                  <a:pt x="1493532" y="1136257"/>
                </a:lnTo>
                <a:cubicBezTo>
                  <a:pt x="1517218" y="901504"/>
                  <a:pt x="1622307" y="690758"/>
                  <a:pt x="1780157" y="532702"/>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2081">
            <a:extLst>
              <a:ext uri="{FF2B5EF4-FFF2-40B4-BE49-F238E27FC236}">
                <a16:creationId xmlns:a16="http://schemas.microsoft.com/office/drawing/2014/main" id="{7FFDB6ED-2332-BBF4-8999-D218214084CF}"/>
              </a:ext>
            </a:extLst>
          </p:cNvPr>
          <p:cNvSpPr/>
          <p:nvPr/>
        </p:nvSpPr>
        <p:spPr>
          <a:xfrm rot="2702250">
            <a:off x="7087965" y="978695"/>
            <a:ext cx="3908836" cy="4255045"/>
          </a:xfrm>
          <a:custGeom>
            <a:avLst/>
            <a:gdLst>
              <a:gd name="connsiteX0" fmla="*/ 1693790 w 3432273"/>
              <a:gd name="connsiteY0" fmla="*/ 2737634 h 3736271"/>
              <a:gd name="connsiteX1" fmla="*/ 1693789 w 3432273"/>
              <a:gd name="connsiteY1" fmla="*/ 2737635 h 3736271"/>
              <a:gd name="connsiteX2" fmla="*/ 1693789 w 3432273"/>
              <a:gd name="connsiteY2" fmla="*/ 2737635 h 3736271"/>
              <a:gd name="connsiteX3" fmla="*/ 0 w 3432273"/>
              <a:gd name="connsiteY3" fmla="*/ 3480842 h 3736271"/>
              <a:gd name="connsiteX4" fmla="*/ 31812 w 3432273"/>
              <a:gd name="connsiteY4" fmla="*/ 3480821 h 3736271"/>
              <a:gd name="connsiteX5" fmla="*/ 31812 w 3432273"/>
              <a:gd name="connsiteY5" fmla="*/ 3480821 h 3736271"/>
              <a:gd name="connsiteX6" fmla="*/ 696727 w 3432273"/>
              <a:gd name="connsiteY6" fmla="*/ 3480386 h 3736271"/>
              <a:gd name="connsiteX7" fmla="*/ 696748 w 3432273"/>
              <a:gd name="connsiteY7" fmla="*/ 3480387 h 3736271"/>
              <a:gd name="connsiteX8" fmla="*/ 1438360 w 3432273"/>
              <a:gd name="connsiteY8" fmla="*/ 2737806 h 3736271"/>
              <a:gd name="connsiteX9" fmla="*/ 1437968 w 3432273"/>
              <a:gd name="connsiteY9" fmla="*/ 2138723 h 3736271"/>
              <a:gd name="connsiteX10" fmla="*/ 1437968 w 3432273"/>
              <a:gd name="connsiteY10" fmla="*/ 2072916 h 3736271"/>
              <a:gd name="connsiteX11" fmla="*/ 1465587 w 3432273"/>
              <a:gd name="connsiteY11" fmla="*/ 2103264 h 3736271"/>
              <a:gd name="connsiteX12" fmla="*/ 1693788 w 3432273"/>
              <a:gd name="connsiteY12" fmla="*/ 2737636 h 3736271"/>
              <a:gd name="connsiteX13" fmla="*/ 1254529 w 3432273"/>
              <a:gd name="connsiteY13" fmla="*/ 3565088 h 3736271"/>
              <a:gd name="connsiteX14" fmla="*/ 1172317 w 3432273"/>
              <a:gd name="connsiteY14" fmla="*/ 3615107 h 3736271"/>
              <a:gd name="connsiteX15" fmla="*/ 1172317 w 3432273"/>
              <a:gd name="connsiteY15" fmla="*/ 3615107 h 3736271"/>
              <a:gd name="connsiteX16" fmla="*/ 1688706 w 3432273"/>
              <a:gd name="connsiteY16" fmla="*/ 2839629 h 3736271"/>
              <a:gd name="connsiteX17" fmla="*/ 1693789 w 3432273"/>
              <a:gd name="connsiteY17" fmla="*/ 2737635 h 3736271"/>
              <a:gd name="connsiteX18" fmla="*/ 1693789 w 3432273"/>
              <a:gd name="connsiteY18" fmla="*/ 2737637 h 3736271"/>
              <a:gd name="connsiteX19" fmla="*/ 696916 w 3432273"/>
              <a:gd name="connsiteY19" fmla="*/ 3735816 h 3736271"/>
              <a:gd name="connsiteX20" fmla="*/ 696891 w 3432273"/>
              <a:gd name="connsiteY20" fmla="*/ 3735815 h 3736271"/>
              <a:gd name="connsiteX21" fmla="*/ 696873 w 3432273"/>
              <a:gd name="connsiteY21" fmla="*/ 3735815 h 3736271"/>
              <a:gd name="connsiteX22" fmla="*/ 594920 w 3432273"/>
              <a:gd name="connsiteY22" fmla="*/ 3730734 h 3736271"/>
              <a:gd name="connsiteX23" fmla="*/ 308582 w 3432273"/>
              <a:gd name="connsiteY23" fmla="*/ 3657680 h 3736271"/>
              <a:gd name="connsiteX24" fmla="*/ 303255 w 3432273"/>
              <a:gd name="connsiteY24" fmla="*/ 3654957 h 3736271"/>
              <a:gd name="connsiteX25" fmla="*/ 308582 w 3432273"/>
              <a:gd name="connsiteY25" fmla="*/ 3657681 h 3736271"/>
              <a:gd name="connsiteX26" fmla="*/ 594921 w 3432273"/>
              <a:gd name="connsiteY26" fmla="*/ 3730734 h 3736271"/>
              <a:gd name="connsiteX27" fmla="*/ 696873 w 3432273"/>
              <a:gd name="connsiteY27" fmla="*/ 3735815 h 3736271"/>
              <a:gd name="connsiteX28" fmla="*/ 0 w 3432273"/>
              <a:gd name="connsiteY28" fmla="*/ 3736271 h 3736271"/>
              <a:gd name="connsiteX29" fmla="*/ 1692766 w 3432273"/>
              <a:gd name="connsiteY29" fmla="*/ 1483178 h 3736271"/>
              <a:gd name="connsiteX30" fmla="*/ 1692968 w 3432273"/>
              <a:gd name="connsiteY30" fmla="*/ 1483178 h 3736271"/>
              <a:gd name="connsiteX31" fmla="*/ 1693137 w 3432273"/>
              <a:gd name="connsiteY31" fmla="*/ 1740111 h 3736271"/>
              <a:gd name="connsiteX32" fmla="*/ 1692766 w 3432273"/>
              <a:gd name="connsiteY32" fmla="*/ 1740111 h 3736271"/>
              <a:gd name="connsiteX33" fmla="*/ 1728927 w 3432273"/>
              <a:gd name="connsiteY33" fmla="*/ 292630 h 3736271"/>
              <a:gd name="connsiteX34" fmla="*/ 2434093 w 3432273"/>
              <a:gd name="connsiteY34" fmla="*/ 0 h 3736271"/>
              <a:gd name="connsiteX35" fmla="*/ 3432273 w 3432273"/>
              <a:gd name="connsiteY35" fmla="*/ 996874 h 3736271"/>
              <a:gd name="connsiteX36" fmla="*/ 2435400 w 3432273"/>
              <a:gd name="connsiteY36" fmla="*/ 1995053 h 3736271"/>
              <a:gd name="connsiteX37" fmla="*/ 1738484 w 3432273"/>
              <a:gd name="connsiteY37" fmla="*/ 1995509 h 3736271"/>
              <a:gd name="connsiteX38" fmla="*/ 1738484 w 3432273"/>
              <a:gd name="connsiteY38" fmla="*/ 1740081 h 3736271"/>
              <a:gd name="connsiteX39" fmla="*/ 2435233 w 3432273"/>
              <a:gd name="connsiteY39" fmla="*/ 1739624 h 3736271"/>
              <a:gd name="connsiteX40" fmla="*/ 3176844 w 3432273"/>
              <a:gd name="connsiteY40" fmla="*/ 997042 h 3736271"/>
              <a:gd name="connsiteX41" fmla="*/ 2434261 w 3432273"/>
              <a:gd name="connsiteY41" fmla="*/ 255430 h 3736271"/>
              <a:gd name="connsiteX42" fmla="*/ 1692651 w 3432273"/>
              <a:gd name="connsiteY42" fmla="*/ 998013 h 3736271"/>
              <a:gd name="connsiteX43" fmla="*/ 1692967 w 3432273"/>
              <a:gd name="connsiteY43" fmla="*/ 1483177 h 3736271"/>
              <a:gd name="connsiteX44" fmla="*/ 1692766 w 3432273"/>
              <a:gd name="connsiteY44" fmla="*/ 1483177 h 3736271"/>
              <a:gd name="connsiteX45" fmla="*/ 1692766 w 3432273"/>
              <a:gd name="connsiteY45" fmla="*/ 1740110 h 3736271"/>
              <a:gd name="connsiteX46" fmla="*/ 1692765 w 3432273"/>
              <a:gd name="connsiteY46" fmla="*/ 1995539 h 3736271"/>
              <a:gd name="connsiteX47" fmla="*/ 1692766 w 3432273"/>
              <a:gd name="connsiteY47" fmla="*/ 1995539 h 3736271"/>
              <a:gd name="connsiteX48" fmla="*/ 1692766 w 3432273"/>
              <a:gd name="connsiteY48" fmla="*/ 2306136 h 3736271"/>
              <a:gd name="connsiteX49" fmla="*/ 1693507 w 3432273"/>
              <a:gd name="connsiteY49" fmla="*/ 2306137 h 3736271"/>
              <a:gd name="connsiteX50" fmla="*/ 1693790 w 3432273"/>
              <a:gd name="connsiteY50" fmla="*/ 2737634 h 3736271"/>
              <a:gd name="connsiteX51" fmla="*/ 1678093 w 3432273"/>
              <a:gd name="connsiteY51" fmla="*/ 2561066 h 3736271"/>
              <a:gd name="connsiteX52" fmla="*/ 1465588 w 3432273"/>
              <a:gd name="connsiteY52" fmla="*/ 2103264 h 3736271"/>
              <a:gd name="connsiteX53" fmla="*/ 1437969 w 3432273"/>
              <a:gd name="connsiteY53" fmla="*/ 2072916 h 3736271"/>
              <a:gd name="connsiteX54" fmla="*/ 1437968 w 3432273"/>
              <a:gd name="connsiteY54" fmla="*/ 1995706 h 3736271"/>
              <a:gd name="connsiteX55" fmla="*/ 1437967 w 3432273"/>
              <a:gd name="connsiteY55" fmla="*/ 1995706 h 3736271"/>
              <a:gd name="connsiteX56" fmla="*/ 1437967 w 3432273"/>
              <a:gd name="connsiteY56" fmla="*/ 1740277 h 3736271"/>
              <a:gd name="connsiteX57" fmla="*/ 1437967 w 3432273"/>
              <a:gd name="connsiteY57" fmla="*/ 1740277 h 3736271"/>
              <a:gd name="connsiteX58" fmla="*/ 1437967 w 3432273"/>
              <a:gd name="connsiteY58" fmla="*/ 1500686 h 3736271"/>
              <a:gd name="connsiteX59" fmla="*/ 1437548 w 3432273"/>
              <a:gd name="connsiteY59" fmla="*/ 1500686 h 3736271"/>
              <a:gd name="connsiteX60" fmla="*/ 1437220 w 3432273"/>
              <a:gd name="connsiteY60" fmla="*/ 998179 h 3736271"/>
              <a:gd name="connsiteX61" fmla="*/ 1728927 w 3432273"/>
              <a:gd name="connsiteY61" fmla="*/ 292630 h 3736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432273" h="3736271">
                <a:moveTo>
                  <a:pt x="1693790" y="2737634"/>
                </a:moveTo>
                <a:lnTo>
                  <a:pt x="1693789" y="2737635"/>
                </a:lnTo>
                <a:lnTo>
                  <a:pt x="1693789" y="2737635"/>
                </a:lnTo>
                <a:close/>
                <a:moveTo>
                  <a:pt x="0" y="3480842"/>
                </a:moveTo>
                <a:lnTo>
                  <a:pt x="31812" y="3480821"/>
                </a:lnTo>
                <a:lnTo>
                  <a:pt x="31812" y="3480821"/>
                </a:lnTo>
                <a:lnTo>
                  <a:pt x="696727" y="3480386"/>
                </a:lnTo>
                <a:lnTo>
                  <a:pt x="696748" y="3480387"/>
                </a:lnTo>
                <a:cubicBezTo>
                  <a:pt x="1106597" y="3480120"/>
                  <a:pt x="1438628" y="3147655"/>
                  <a:pt x="1438360" y="2737806"/>
                </a:cubicBezTo>
                <a:lnTo>
                  <a:pt x="1437968" y="2138723"/>
                </a:lnTo>
                <a:lnTo>
                  <a:pt x="1437968" y="2072916"/>
                </a:lnTo>
                <a:lnTo>
                  <a:pt x="1465587" y="2103264"/>
                </a:lnTo>
                <a:cubicBezTo>
                  <a:pt x="1608002" y="2275603"/>
                  <a:pt x="1693630" y="2496608"/>
                  <a:pt x="1693788" y="2737636"/>
                </a:cubicBezTo>
                <a:cubicBezTo>
                  <a:pt x="1694013" y="3081959"/>
                  <a:pt x="1519756" y="3385651"/>
                  <a:pt x="1254529" y="3565088"/>
                </a:cubicBezTo>
                <a:lnTo>
                  <a:pt x="1172317" y="3615107"/>
                </a:lnTo>
                <a:lnTo>
                  <a:pt x="1172317" y="3615107"/>
                </a:lnTo>
                <a:cubicBezTo>
                  <a:pt x="1454902" y="3461357"/>
                  <a:pt x="1654870" y="3174990"/>
                  <a:pt x="1688706" y="2839629"/>
                </a:cubicBezTo>
                <a:lnTo>
                  <a:pt x="1693789" y="2737635"/>
                </a:lnTo>
                <a:lnTo>
                  <a:pt x="1693789" y="2737637"/>
                </a:lnTo>
                <a:cubicBezTo>
                  <a:pt x="1694151" y="3288556"/>
                  <a:pt x="1247835" y="3735456"/>
                  <a:pt x="696916" y="3735816"/>
                </a:cubicBezTo>
                <a:lnTo>
                  <a:pt x="696891" y="3735815"/>
                </a:lnTo>
                <a:lnTo>
                  <a:pt x="696873" y="3735815"/>
                </a:lnTo>
                <a:lnTo>
                  <a:pt x="594920" y="3730734"/>
                </a:lnTo>
                <a:cubicBezTo>
                  <a:pt x="494312" y="3720583"/>
                  <a:pt x="398113" y="3695480"/>
                  <a:pt x="308582" y="3657680"/>
                </a:cubicBezTo>
                <a:lnTo>
                  <a:pt x="303255" y="3654957"/>
                </a:lnTo>
                <a:lnTo>
                  <a:pt x="308582" y="3657681"/>
                </a:lnTo>
                <a:cubicBezTo>
                  <a:pt x="398114" y="3695480"/>
                  <a:pt x="494313" y="3720583"/>
                  <a:pt x="594921" y="3730734"/>
                </a:cubicBezTo>
                <a:lnTo>
                  <a:pt x="696873" y="3735815"/>
                </a:lnTo>
                <a:lnTo>
                  <a:pt x="0" y="3736271"/>
                </a:lnTo>
                <a:close/>
                <a:moveTo>
                  <a:pt x="1692766" y="1483178"/>
                </a:moveTo>
                <a:lnTo>
                  <a:pt x="1692968" y="1483178"/>
                </a:lnTo>
                <a:lnTo>
                  <a:pt x="1693137" y="1740111"/>
                </a:lnTo>
                <a:lnTo>
                  <a:pt x="1692766" y="1740111"/>
                </a:lnTo>
                <a:close/>
                <a:moveTo>
                  <a:pt x="1728927" y="292630"/>
                </a:moveTo>
                <a:cubicBezTo>
                  <a:pt x="1909327" y="111995"/>
                  <a:pt x="2158634" y="180"/>
                  <a:pt x="2434093" y="0"/>
                </a:cubicBezTo>
                <a:cubicBezTo>
                  <a:pt x="2985014" y="-361"/>
                  <a:pt x="3431913" y="445955"/>
                  <a:pt x="3432273" y="996874"/>
                </a:cubicBezTo>
                <a:cubicBezTo>
                  <a:pt x="3432634" y="1547793"/>
                  <a:pt x="2986319" y="1994693"/>
                  <a:pt x="2435400" y="1995053"/>
                </a:cubicBezTo>
                <a:lnTo>
                  <a:pt x="1738484" y="1995509"/>
                </a:lnTo>
                <a:lnTo>
                  <a:pt x="1738484" y="1740081"/>
                </a:lnTo>
                <a:lnTo>
                  <a:pt x="2435233" y="1739624"/>
                </a:lnTo>
                <a:cubicBezTo>
                  <a:pt x="2845083" y="1739356"/>
                  <a:pt x="3177113" y="1406891"/>
                  <a:pt x="3176844" y="997042"/>
                </a:cubicBezTo>
                <a:cubicBezTo>
                  <a:pt x="3176576" y="587193"/>
                  <a:pt x="2844110" y="255162"/>
                  <a:pt x="2434261" y="255430"/>
                </a:cubicBezTo>
                <a:cubicBezTo>
                  <a:pt x="2024413" y="255698"/>
                  <a:pt x="1692382" y="588164"/>
                  <a:pt x="1692651" y="998013"/>
                </a:cubicBezTo>
                <a:lnTo>
                  <a:pt x="1692967" y="1483177"/>
                </a:lnTo>
                <a:lnTo>
                  <a:pt x="1692766" y="1483177"/>
                </a:lnTo>
                <a:lnTo>
                  <a:pt x="1692766" y="1740110"/>
                </a:lnTo>
                <a:lnTo>
                  <a:pt x="1692765" y="1995539"/>
                </a:lnTo>
                <a:lnTo>
                  <a:pt x="1692766" y="1995539"/>
                </a:lnTo>
                <a:lnTo>
                  <a:pt x="1692766" y="2306136"/>
                </a:lnTo>
                <a:lnTo>
                  <a:pt x="1693507" y="2306137"/>
                </a:lnTo>
                <a:lnTo>
                  <a:pt x="1693790" y="2737634"/>
                </a:lnTo>
                <a:lnTo>
                  <a:pt x="1678093" y="2561066"/>
                </a:lnTo>
                <a:cubicBezTo>
                  <a:pt x="1647268" y="2389147"/>
                  <a:pt x="1572399" y="2232517"/>
                  <a:pt x="1465588" y="2103264"/>
                </a:cubicBezTo>
                <a:lnTo>
                  <a:pt x="1437969" y="2072916"/>
                </a:lnTo>
                <a:lnTo>
                  <a:pt x="1437968" y="1995706"/>
                </a:lnTo>
                <a:lnTo>
                  <a:pt x="1437967" y="1995706"/>
                </a:lnTo>
                <a:lnTo>
                  <a:pt x="1437967" y="1740277"/>
                </a:lnTo>
                <a:lnTo>
                  <a:pt x="1437967" y="1740277"/>
                </a:lnTo>
                <a:lnTo>
                  <a:pt x="1437967" y="1500686"/>
                </a:lnTo>
                <a:lnTo>
                  <a:pt x="1437548" y="1500686"/>
                </a:lnTo>
                <a:lnTo>
                  <a:pt x="1437220" y="998179"/>
                </a:lnTo>
                <a:cubicBezTo>
                  <a:pt x="1437040" y="722720"/>
                  <a:pt x="1548527" y="473266"/>
                  <a:pt x="1728927" y="292630"/>
                </a:cubicBez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2057">
            <a:extLst>
              <a:ext uri="{FF2B5EF4-FFF2-40B4-BE49-F238E27FC236}">
                <a16:creationId xmlns:a16="http://schemas.microsoft.com/office/drawing/2014/main" id="{FD9DB3DB-A07C-66AF-46C2-D42A13360BCA}"/>
              </a:ext>
            </a:extLst>
          </p:cNvPr>
          <p:cNvSpPr/>
          <p:nvPr/>
        </p:nvSpPr>
        <p:spPr>
          <a:xfrm rot="2702250">
            <a:off x="1367009" y="413359"/>
            <a:ext cx="3966863" cy="4656690"/>
          </a:xfrm>
          <a:custGeom>
            <a:avLst/>
            <a:gdLst>
              <a:gd name="connsiteX0" fmla="*/ 1951644 w 3483226"/>
              <a:gd name="connsiteY0" fmla="*/ 2093272 h 4088948"/>
              <a:gd name="connsiteX1" fmla="*/ 1977875 w 3483226"/>
              <a:gd name="connsiteY1" fmla="*/ 2093255 h 4088948"/>
              <a:gd name="connsiteX2" fmla="*/ 1977875 w 3483226"/>
              <a:gd name="connsiteY2" fmla="*/ 2093255 h 4088948"/>
              <a:gd name="connsiteX3" fmla="*/ 3482964 w 3483226"/>
              <a:gd name="connsiteY3" fmla="*/ 347134 h 4088948"/>
              <a:gd name="connsiteX4" fmla="*/ 3483226 w 3483226"/>
              <a:gd name="connsiteY4" fmla="*/ 347134 h 4088948"/>
              <a:gd name="connsiteX5" fmla="*/ 3483226 w 3483226"/>
              <a:gd name="connsiteY5" fmla="*/ 602563 h 4088948"/>
              <a:gd name="connsiteX6" fmla="*/ 3483131 w 3483226"/>
              <a:gd name="connsiteY6" fmla="*/ 602563 h 4088948"/>
              <a:gd name="connsiteX7" fmla="*/ 1994029 w 3483226"/>
              <a:gd name="connsiteY7" fmla="*/ 1836311 h 4088948"/>
              <a:gd name="connsiteX8" fmla="*/ 1994028 w 3483226"/>
              <a:gd name="connsiteY8" fmla="*/ 2004162 h 4088948"/>
              <a:gd name="connsiteX9" fmla="*/ 1994029 w 3483226"/>
              <a:gd name="connsiteY9" fmla="*/ 2004162 h 4088948"/>
              <a:gd name="connsiteX10" fmla="*/ 1994030 w 3483226"/>
              <a:gd name="connsiteY10" fmla="*/ 1836311 h 4088948"/>
              <a:gd name="connsiteX11" fmla="*/ 3199386 w 3483226"/>
              <a:gd name="connsiteY11" fmla="*/ 1 h 4088948"/>
              <a:gd name="connsiteX12" fmla="*/ 3199995 w 3483226"/>
              <a:gd name="connsiteY12" fmla="*/ 0 h 4088948"/>
              <a:gd name="connsiteX13" fmla="*/ 3199995 w 3483226"/>
              <a:gd name="connsiteY13" fmla="*/ 1 h 4088948"/>
              <a:gd name="connsiteX14" fmla="*/ 3199386 w 3483226"/>
              <a:gd name="connsiteY14" fmla="*/ 3 h 4088948"/>
              <a:gd name="connsiteX15" fmla="*/ 3183232 w 3483226"/>
              <a:gd name="connsiteY15" fmla="*/ 16176 h 4088948"/>
              <a:gd name="connsiteX16" fmla="*/ 3183841 w 3483226"/>
              <a:gd name="connsiteY16" fmla="*/ 16175 h 4088948"/>
              <a:gd name="connsiteX17" fmla="*/ 3183841 w 3483226"/>
              <a:gd name="connsiteY17" fmla="*/ 16176 h 4088948"/>
              <a:gd name="connsiteX18" fmla="*/ 3183233 w 3483226"/>
              <a:gd name="connsiteY18" fmla="*/ 16178 h 4088948"/>
              <a:gd name="connsiteX19" fmla="*/ 2576088 w 3483226"/>
              <a:gd name="connsiteY19" fmla="*/ 367292 h 4088948"/>
              <a:gd name="connsiteX20" fmla="*/ 2735350 w 3483226"/>
              <a:gd name="connsiteY20" fmla="*/ 353135 h 4088948"/>
              <a:gd name="connsiteX21" fmla="*/ 2602079 w 3483226"/>
              <a:gd name="connsiteY21" fmla="*/ 362048 h 4088948"/>
              <a:gd name="connsiteX22" fmla="*/ 2419713 w 3483226"/>
              <a:gd name="connsiteY22" fmla="*/ 406494 h 4088948"/>
              <a:gd name="connsiteX23" fmla="*/ 2530520 w 3483226"/>
              <a:gd name="connsiteY23" fmla="*/ 376485 h 4088948"/>
              <a:gd name="connsiteX24" fmla="*/ 2474159 w 3483226"/>
              <a:gd name="connsiteY24" fmla="*/ 387856 h 4088948"/>
              <a:gd name="connsiteX25" fmla="*/ 2238919 w 3483226"/>
              <a:gd name="connsiteY25" fmla="*/ 485619 h 4088948"/>
              <a:gd name="connsiteX26" fmla="*/ 2376798 w 3483226"/>
              <a:gd name="connsiteY26" fmla="*/ 421185 h 4088948"/>
              <a:gd name="connsiteX27" fmla="*/ 2352727 w 3483226"/>
              <a:gd name="connsiteY27" fmla="*/ 429425 h 4088948"/>
              <a:gd name="connsiteX28" fmla="*/ 2178064 w 3483226"/>
              <a:gd name="connsiteY28" fmla="*/ 527848 h 4088948"/>
              <a:gd name="connsiteX29" fmla="*/ 2222740 w 3483226"/>
              <a:gd name="connsiteY29" fmla="*/ 496845 h 4088948"/>
              <a:gd name="connsiteX30" fmla="*/ 2178065 w 3483226"/>
              <a:gd name="connsiteY30" fmla="*/ 527847 h 4088948"/>
              <a:gd name="connsiteX31" fmla="*/ 2100987 w 3483226"/>
              <a:gd name="connsiteY31" fmla="*/ 581335 h 4088948"/>
              <a:gd name="connsiteX32" fmla="*/ 2149999 w 3483226"/>
              <a:gd name="connsiteY32" fmla="*/ 547324 h 4088948"/>
              <a:gd name="connsiteX33" fmla="*/ 2149996 w 3483226"/>
              <a:gd name="connsiteY33" fmla="*/ 547325 h 4088948"/>
              <a:gd name="connsiteX34" fmla="*/ 2019545 w 3483226"/>
              <a:gd name="connsiteY34" fmla="*/ 656424 h 4088948"/>
              <a:gd name="connsiteX35" fmla="*/ 2025124 w 3483226"/>
              <a:gd name="connsiteY35" fmla="*/ 651346 h 4088948"/>
              <a:gd name="connsiteX36" fmla="*/ 2030191 w 3483226"/>
              <a:gd name="connsiteY36" fmla="*/ 645764 h 4088948"/>
              <a:gd name="connsiteX37" fmla="*/ 2033077 w 3483226"/>
              <a:gd name="connsiteY37" fmla="*/ 643139 h 4088948"/>
              <a:gd name="connsiteX38" fmla="*/ 2033084 w 3483226"/>
              <a:gd name="connsiteY38" fmla="*/ 643131 h 4088948"/>
              <a:gd name="connsiteX39" fmla="*/ 2035699 w 3483226"/>
              <a:gd name="connsiteY39" fmla="*/ 640249 h 4088948"/>
              <a:gd name="connsiteX40" fmla="*/ 2740866 w 3483226"/>
              <a:gd name="connsiteY40" fmla="*/ 347619 h 4088948"/>
              <a:gd name="connsiteX41" fmla="*/ 3199611 w 3483226"/>
              <a:gd name="connsiteY41" fmla="*/ 347319 h 4088948"/>
              <a:gd name="connsiteX42" fmla="*/ 3199690 w 3483226"/>
              <a:gd name="connsiteY42" fmla="*/ 467820 h 4088948"/>
              <a:gd name="connsiteX43" fmla="*/ 3199758 w 3483226"/>
              <a:gd name="connsiteY43" fmla="*/ 572020 h 4088948"/>
              <a:gd name="connsiteX44" fmla="*/ 3199691 w 3483226"/>
              <a:gd name="connsiteY44" fmla="*/ 467820 h 4088948"/>
              <a:gd name="connsiteX45" fmla="*/ 3199612 w 3483226"/>
              <a:gd name="connsiteY45" fmla="*/ 347319 h 4088948"/>
              <a:gd name="connsiteX46" fmla="*/ 3200022 w 3483226"/>
              <a:gd name="connsiteY46" fmla="*/ 347319 h 4088948"/>
              <a:gd name="connsiteX47" fmla="*/ 3200023 w 3483226"/>
              <a:gd name="connsiteY47" fmla="*/ 347319 h 4088948"/>
              <a:gd name="connsiteX48" fmla="*/ 3437505 w 3483226"/>
              <a:gd name="connsiteY48" fmla="*/ 347163 h 4088948"/>
              <a:gd name="connsiteX49" fmla="*/ 3437505 w 3483226"/>
              <a:gd name="connsiteY49" fmla="*/ 602593 h 4088948"/>
              <a:gd name="connsiteX50" fmla="*/ 3394392 w 3483226"/>
              <a:gd name="connsiteY50" fmla="*/ 602621 h 4088948"/>
              <a:gd name="connsiteX51" fmla="*/ 2741034 w 3483226"/>
              <a:gd name="connsiteY51" fmla="*/ 603049 h 4088948"/>
              <a:gd name="connsiteX52" fmla="*/ 2216434 w 3483226"/>
              <a:gd name="connsiteY52" fmla="*/ 820748 h 4088948"/>
              <a:gd name="connsiteX53" fmla="*/ 2213948 w 3483226"/>
              <a:gd name="connsiteY53" fmla="*/ 823766 h 4088948"/>
              <a:gd name="connsiteX54" fmla="*/ 2210925 w 3483226"/>
              <a:gd name="connsiteY54" fmla="*/ 826263 h 4088948"/>
              <a:gd name="connsiteX55" fmla="*/ 1993913 w 3483226"/>
              <a:gd name="connsiteY55" fmla="*/ 1351147 h 4088948"/>
              <a:gd name="connsiteX56" fmla="*/ 1994231 w 3483226"/>
              <a:gd name="connsiteY56" fmla="*/ 1836311 h 4088948"/>
              <a:gd name="connsiteX57" fmla="*/ 1994232 w 3483226"/>
              <a:gd name="connsiteY57" fmla="*/ 1836311 h 4088948"/>
              <a:gd name="connsiteX58" fmla="*/ 1994342 w 3483226"/>
              <a:gd name="connsiteY58" fmla="*/ 2004505 h 4088948"/>
              <a:gd name="connsiteX59" fmla="*/ 1994400 w 3483226"/>
              <a:gd name="connsiteY59" fmla="*/ 2093244 h 4088948"/>
              <a:gd name="connsiteX60" fmla="*/ 1994029 w 3483226"/>
              <a:gd name="connsiteY60" fmla="*/ 2093244 h 4088948"/>
              <a:gd name="connsiteX61" fmla="*/ 1994029 w 3483226"/>
              <a:gd name="connsiteY61" fmla="*/ 2093244 h 4088948"/>
              <a:gd name="connsiteX62" fmla="*/ 1994029 w 3483226"/>
              <a:gd name="connsiteY62" fmla="*/ 2348673 h 4088948"/>
              <a:gd name="connsiteX63" fmla="*/ 1994566 w 3483226"/>
              <a:gd name="connsiteY63" fmla="*/ 2348673 h 4088948"/>
              <a:gd name="connsiteX64" fmla="*/ 1994770 w 3483226"/>
              <a:gd name="connsiteY64" fmla="*/ 2659270 h 4088948"/>
              <a:gd name="connsiteX65" fmla="*/ 1994771 w 3483226"/>
              <a:gd name="connsiteY65" fmla="*/ 2659270 h 4088948"/>
              <a:gd name="connsiteX66" fmla="*/ 1995052 w 3483226"/>
              <a:gd name="connsiteY66" fmla="*/ 3090769 h 4088948"/>
              <a:gd name="connsiteX67" fmla="*/ 998179 w 3483226"/>
              <a:gd name="connsiteY67" fmla="*/ 4088948 h 4088948"/>
              <a:gd name="connsiteX68" fmla="*/ 0 w 3483226"/>
              <a:gd name="connsiteY68" fmla="*/ 3092075 h 4088948"/>
              <a:gd name="connsiteX69" fmla="*/ 291707 w 3483226"/>
              <a:gd name="connsiteY69" fmla="*/ 2386526 h 4088948"/>
              <a:gd name="connsiteX70" fmla="*/ 996873 w 3483226"/>
              <a:gd name="connsiteY70" fmla="*/ 2093896 h 4088948"/>
              <a:gd name="connsiteX71" fmla="*/ 1693513 w 3483226"/>
              <a:gd name="connsiteY71" fmla="*/ 2093440 h 4088948"/>
              <a:gd name="connsiteX72" fmla="*/ 1693511 w 3483226"/>
              <a:gd name="connsiteY72" fmla="*/ 2348870 h 4088948"/>
              <a:gd name="connsiteX73" fmla="*/ 997041 w 3483226"/>
              <a:gd name="connsiteY73" fmla="*/ 2349326 h 4088948"/>
              <a:gd name="connsiteX74" fmla="*/ 255430 w 3483226"/>
              <a:gd name="connsiteY74" fmla="*/ 3091908 h 4088948"/>
              <a:gd name="connsiteX75" fmla="*/ 998013 w 3483226"/>
              <a:gd name="connsiteY75" fmla="*/ 3833519 h 4088948"/>
              <a:gd name="connsiteX76" fmla="*/ 1739623 w 3483226"/>
              <a:gd name="connsiteY76" fmla="*/ 3090937 h 4088948"/>
              <a:gd name="connsiteX77" fmla="*/ 1739230 w 3483226"/>
              <a:gd name="connsiteY77" fmla="*/ 2491019 h 4088948"/>
              <a:gd name="connsiteX78" fmla="*/ 1739231 w 3483226"/>
              <a:gd name="connsiteY78" fmla="*/ 2348841 h 4088948"/>
              <a:gd name="connsiteX79" fmla="*/ 1739137 w 3483226"/>
              <a:gd name="connsiteY79" fmla="*/ 2348841 h 4088948"/>
              <a:gd name="connsiteX80" fmla="*/ 1738970 w 3483226"/>
              <a:gd name="connsiteY80" fmla="*/ 2093412 h 4088948"/>
              <a:gd name="connsiteX81" fmla="*/ 1738813 w 3483226"/>
              <a:gd name="connsiteY81" fmla="*/ 1853821 h 4088948"/>
              <a:gd name="connsiteX82" fmla="*/ 1738484 w 3483226"/>
              <a:gd name="connsiteY82" fmla="*/ 1351314 h 4088948"/>
              <a:gd name="connsiteX83" fmla="*/ 1965855 w 3483226"/>
              <a:gd name="connsiteY83" fmla="*/ 716645 h 4088948"/>
              <a:gd name="connsiteX84" fmla="*/ 2022505 w 3483226"/>
              <a:gd name="connsiteY84" fmla="*/ 654233 h 4088948"/>
              <a:gd name="connsiteX85" fmla="*/ 2016930 w 3483226"/>
              <a:gd name="connsiteY85" fmla="*/ 659306 h 4088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483226" h="4088948">
                <a:moveTo>
                  <a:pt x="1951644" y="2093272"/>
                </a:moveTo>
                <a:lnTo>
                  <a:pt x="1977875" y="2093255"/>
                </a:lnTo>
                <a:lnTo>
                  <a:pt x="1977875" y="2093255"/>
                </a:lnTo>
                <a:close/>
                <a:moveTo>
                  <a:pt x="3482964" y="347134"/>
                </a:moveTo>
                <a:lnTo>
                  <a:pt x="3483226" y="347134"/>
                </a:lnTo>
                <a:lnTo>
                  <a:pt x="3483226" y="602563"/>
                </a:lnTo>
                <a:lnTo>
                  <a:pt x="3483131" y="602563"/>
                </a:lnTo>
                <a:close/>
                <a:moveTo>
                  <a:pt x="1994029" y="1836311"/>
                </a:moveTo>
                <a:lnTo>
                  <a:pt x="1994028" y="2004162"/>
                </a:lnTo>
                <a:lnTo>
                  <a:pt x="1994029" y="2004162"/>
                </a:lnTo>
                <a:lnTo>
                  <a:pt x="1994030" y="1836311"/>
                </a:lnTo>
                <a:close/>
                <a:moveTo>
                  <a:pt x="3199386" y="1"/>
                </a:moveTo>
                <a:lnTo>
                  <a:pt x="3199995" y="0"/>
                </a:lnTo>
                <a:lnTo>
                  <a:pt x="3199995" y="1"/>
                </a:lnTo>
                <a:lnTo>
                  <a:pt x="3199386" y="3"/>
                </a:lnTo>
                <a:close/>
                <a:moveTo>
                  <a:pt x="3183232" y="16176"/>
                </a:moveTo>
                <a:lnTo>
                  <a:pt x="3183841" y="16175"/>
                </a:lnTo>
                <a:lnTo>
                  <a:pt x="3183841" y="16176"/>
                </a:lnTo>
                <a:lnTo>
                  <a:pt x="3183233" y="16178"/>
                </a:lnTo>
                <a:close/>
                <a:moveTo>
                  <a:pt x="2576088" y="367292"/>
                </a:moveTo>
                <a:lnTo>
                  <a:pt x="2735350" y="353135"/>
                </a:lnTo>
                <a:lnTo>
                  <a:pt x="2602079" y="362048"/>
                </a:lnTo>
                <a:close/>
                <a:moveTo>
                  <a:pt x="2419713" y="406494"/>
                </a:moveTo>
                <a:lnTo>
                  <a:pt x="2530520" y="376485"/>
                </a:lnTo>
                <a:lnTo>
                  <a:pt x="2474159" y="387856"/>
                </a:lnTo>
                <a:close/>
                <a:moveTo>
                  <a:pt x="2238919" y="485619"/>
                </a:moveTo>
                <a:lnTo>
                  <a:pt x="2376798" y="421185"/>
                </a:lnTo>
                <a:lnTo>
                  <a:pt x="2352727" y="429425"/>
                </a:lnTo>
                <a:close/>
                <a:moveTo>
                  <a:pt x="2178064" y="527848"/>
                </a:moveTo>
                <a:lnTo>
                  <a:pt x="2222740" y="496845"/>
                </a:lnTo>
                <a:lnTo>
                  <a:pt x="2178065" y="527847"/>
                </a:lnTo>
                <a:close/>
                <a:moveTo>
                  <a:pt x="2100987" y="581335"/>
                </a:moveTo>
                <a:lnTo>
                  <a:pt x="2149999" y="547324"/>
                </a:lnTo>
                <a:lnTo>
                  <a:pt x="2149996" y="547325"/>
                </a:lnTo>
                <a:close/>
                <a:moveTo>
                  <a:pt x="2019545" y="656424"/>
                </a:moveTo>
                <a:lnTo>
                  <a:pt x="2025124" y="651346"/>
                </a:lnTo>
                <a:lnTo>
                  <a:pt x="2030191" y="645764"/>
                </a:lnTo>
                <a:lnTo>
                  <a:pt x="2033077" y="643139"/>
                </a:lnTo>
                <a:lnTo>
                  <a:pt x="2033084" y="643131"/>
                </a:lnTo>
                <a:lnTo>
                  <a:pt x="2035699" y="640249"/>
                </a:lnTo>
                <a:cubicBezTo>
                  <a:pt x="2216098" y="459614"/>
                  <a:pt x="2465406" y="347799"/>
                  <a:pt x="2740866" y="347619"/>
                </a:cubicBezTo>
                <a:lnTo>
                  <a:pt x="3199611" y="347319"/>
                </a:lnTo>
                <a:lnTo>
                  <a:pt x="3199690" y="467820"/>
                </a:lnTo>
                <a:lnTo>
                  <a:pt x="3199758" y="572020"/>
                </a:lnTo>
                <a:lnTo>
                  <a:pt x="3199691" y="467820"/>
                </a:lnTo>
                <a:lnTo>
                  <a:pt x="3199612" y="347319"/>
                </a:lnTo>
                <a:lnTo>
                  <a:pt x="3200022" y="347319"/>
                </a:lnTo>
                <a:lnTo>
                  <a:pt x="3200023" y="347319"/>
                </a:lnTo>
                <a:lnTo>
                  <a:pt x="3437505" y="347163"/>
                </a:lnTo>
                <a:lnTo>
                  <a:pt x="3437505" y="602593"/>
                </a:lnTo>
                <a:lnTo>
                  <a:pt x="3394392" y="602621"/>
                </a:lnTo>
                <a:lnTo>
                  <a:pt x="2741034" y="603049"/>
                </a:lnTo>
                <a:cubicBezTo>
                  <a:pt x="2536109" y="603183"/>
                  <a:pt x="2350639" y="686367"/>
                  <a:pt x="2216434" y="820748"/>
                </a:cubicBezTo>
                <a:lnTo>
                  <a:pt x="2213948" y="823766"/>
                </a:lnTo>
                <a:lnTo>
                  <a:pt x="2210925" y="826263"/>
                </a:lnTo>
                <a:cubicBezTo>
                  <a:pt x="2076720" y="960643"/>
                  <a:pt x="1993779" y="1146222"/>
                  <a:pt x="1993913" y="1351147"/>
                </a:cubicBezTo>
                <a:lnTo>
                  <a:pt x="1994231" y="1836311"/>
                </a:lnTo>
                <a:lnTo>
                  <a:pt x="1994232" y="1836311"/>
                </a:lnTo>
                <a:lnTo>
                  <a:pt x="1994342" y="2004505"/>
                </a:lnTo>
                <a:lnTo>
                  <a:pt x="1994400" y="2093244"/>
                </a:lnTo>
                <a:lnTo>
                  <a:pt x="1994029" y="2093244"/>
                </a:lnTo>
                <a:lnTo>
                  <a:pt x="1994029" y="2093244"/>
                </a:lnTo>
                <a:lnTo>
                  <a:pt x="1994029" y="2348673"/>
                </a:lnTo>
                <a:lnTo>
                  <a:pt x="1994566" y="2348673"/>
                </a:lnTo>
                <a:lnTo>
                  <a:pt x="1994770" y="2659270"/>
                </a:lnTo>
                <a:lnTo>
                  <a:pt x="1994771" y="2659270"/>
                </a:lnTo>
                <a:lnTo>
                  <a:pt x="1995052" y="3090769"/>
                </a:lnTo>
                <a:cubicBezTo>
                  <a:pt x="1995414" y="3641688"/>
                  <a:pt x="1549099" y="4088588"/>
                  <a:pt x="998179" y="4088948"/>
                </a:cubicBezTo>
                <a:cubicBezTo>
                  <a:pt x="447260" y="4089309"/>
                  <a:pt x="360" y="3642994"/>
                  <a:pt x="0" y="3092075"/>
                </a:cubicBezTo>
                <a:cubicBezTo>
                  <a:pt x="-181" y="2816614"/>
                  <a:pt x="111307" y="2567161"/>
                  <a:pt x="291707" y="2386526"/>
                </a:cubicBezTo>
                <a:cubicBezTo>
                  <a:pt x="472104" y="2205891"/>
                  <a:pt x="721413" y="2094076"/>
                  <a:pt x="996873" y="2093896"/>
                </a:cubicBezTo>
                <a:lnTo>
                  <a:pt x="1693513" y="2093440"/>
                </a:lnTo>
                <a:lnTo>
                  <a:pt x="1693511" y="2348870"/>
                </a:lnTo>
                <a:lnTo>
                  <a:pt x="997041" y="2349326"/>
                </a:lnTo>
                <a:cubicBezTo>
                  <a:pt x="587192" y="2349594"/>
                  <a:pt x="255162" y="2682060"/>
                  <a:pt x="255430" y="3091908"/>
                </a:cubicBezTo>
                <a:cubicBezTo>
                  <a:pt x="255698" y="3501757"/>
                  <a:pt x="588164" y="3833787"/>
                  <a:pt x="998013" y="3833519"/>
                </a:cubicBezTo>
                <a:cubicBezTo>
                  <a:pt x="1407861" y="3833252"/>
                  <a:pt x="1739891" y="3500786"/>
                  <a:pt x="1739623" y="3090937"/>
                </a:cubicBezTo>
                <a:lnTo>
                  <a:pt x="1739230" y="2491019"/>
                </a:lnTo>
                <a:lnTo>
                  <a:pt x="1739231" y="2348841"/>
                </a:lnTo>
                <a:lnTo>
                  <a:pt x="1739137" y="2348841"/>
                </a:lnTo>
                <a:lnTo>
                  <a:pt x="1738970" y="2093412"/>
                </a:lnTo>
                <a:lnTo>
                  <a:pt x="1738813" y="1853821"/>
                </a:lnTo>
                <a:lnTo>
                  <a:pt x="1738484" y="1351314"/>
                </a:lnTo>
                <a:cubicBezTo>
                  <a:pt x="1738327" y="1110286"/>
                  <a:pt x="1823665" y="889169"/>
                  <a:pt x="1965855" y="716645"/>
                </a:cubicBezTo>
                <a:lnTo>
                  <a:pt x="2022505" y="654233"/>
                </a:lnTo>
                <a:lnTo>
                  <a:pt x="2016930" y="659306"/>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orme libre : forme 2430">
            <a:extLst>
              <a:ext uri="{FF2B5EF4-FFF2-40B4-BE49-F238E27FC236}">
                <a16:creationId xmlns:a16="http://schemas.microsoft.com/office/drawing/2014/main" id="{EC6BD24C-84B0-450B-BBB3-3EFD9EE0121A}"/>
              </a:ext>
            </a:extLst>
          </p:cNvPr>
          <p:cNvSpPr/>
          <p:nvPr/>
        </p:nvSpPr>
        <p:spPr>
          <a:xfrm rot="2702250">
            <a:off x="860486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2053">
            <a:extLst>
              <a:ext uri="{FF2B5EF4-FFF2-40B4-BE49-F238E27FC236}">
                <a16:creationId xmlns:a16="http://schemas.microsoft.com/office/drawing/2014/main" id="{DCA620B4-0843-608B-796A-47627F4917AE}"/>
              </a:ext>
            </a:extLst>
          </p:cNvPr>
          <p:cNvSpPr/>
          <p:nvPr/>
        </p:nvSpPr>
        <p:spPr>
          <a:xfrm rot="2702250">
            <a:off x="579218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82">
            <a:extLst>
              <a:ext uri="{FF2B5EF4-FFF2-40B4-BE49-F238E27FC236}">
                <a16:creationId xmlns:a16="http://schemas.microsoft.com/office/drawing/2014/main" id="{C99D6C6F-A47E-C45D-05BF-E6AA74B266CE}"/>
              </a:ext>
            </a:extLst>
          </p:cNvPr>
          <p:cNvSpPr txBox="1"/>
          <p:nvPr/>
        </p:nvSpPr>
        <p:spPr>
          <a:xfrm>
            <a:off x="593312"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8" name="Ellipse 2085">
            <a:extLst>
              <a:ext uri="{FF2B5EF4-FFF2-40B4-BE49-F238E27FC236}">
                <a16:creationId xmlns:a16="http://schemas.microsoft.com/office/drawing/2014/main" id="{7AB71D0C-01EE-C760-BD34-4C84EFAE5B54}"/>
              </a:ext>
            </a:extLst>
          </p:cNvPr>
          <p:cNvSpPr>
            <a:spLocks noChangeAspect="1"/>
          </p:cNvSpPr>
          <p:nvPr/>
        </p:nvSpPr>
        <p:spPr>
          <a:xfrm>
            <a:off x="1577845" y="2655616"/>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1</a:t>
            </a:r>
          </a:p>
        </p:txBody>
      </p:sp>
      <p:sp>
        <p:nvSpPr>
          <p:cNvPr id="21" name="Ellipse 2088">
            <a:extLst>
              <a:ext uri="{FF2B5EF4-FFF2-40B4-BE49-F238E27FC236}">
                <a16:creationId xmlns:a16="http://schemas.microsoft.com/office/drawing/2014/main" id="{BD720CC6-B082-C14C-BD08-3BB93D88604B}"/>
              </a:ext>
            </a:extLst>
          </p:cNvPr>
          <p:cNvSpPr>
            <a:spLocks noChangeAspect="1"/>
          </p:cNvSpPr>
          <p:nvPr/>
        </p:nvSpPr>
        <p:spPr>
          <a:xfrm>
            <a:off x="4412752"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2</a:t>
            </a:r>
          </a:p>
        </p:txBody>
      </p:sp>
      <p:sp>
        <p:nvSpPr>
          <p:cNvPr id="24" name="Ellipse 2091">
            <a:extLst>
              <a:ext uri="{FF2B5EF4-FFF2-40B4-BE49-F238E27FC236}">
                <a16:creationId xmlns:a16="http://schemas.microsoft.com/office/drawing/2014/main" id="{204EE38D-C173-6B05-10C9-EC5F90C5A6E2}"/>
              </a:ext>
            </a:extLst>
          </p:cNvPr>
          <p:cNvSpPr>
            <a:spLocks noChangeAspect="1"/>
          </p:cNvSpPr>
          <p:nvPr/>
        </p:nvSpPr>
        <p:spPr>
          <a:xfrm>
            <a:off x="7214227"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3</a:t>
            </a:r>
          </a:p>
        </p:txBody>
      </p:sp>
      <p:sp>
        <p:nvSpPr>
          <p:cNvPr id="27" name="Ellipse 2094">
            <a:extLst>
              <a:ext uri="{FF2B5EF4-FFF2-40B4-BE49-F238E27FC236}">
                <a16:creationId xmlns:a16="http://schemas.microsoft.com/office/drawing/2014/main" id="{7249E434-C141-E546-CC44-73BB6652BC21}"/>
              </a:ext>
            </a:extLst>
          </p:cNvPr>
          <p:cNvSpPr>
            <a:spLocks noChangeAspect="1"/>
          </p:cNvSpPr>
          <p:nvPr/>
        </p:nvSpPr>
        <p:spPr>
          <a:xfrm>
            <a:off x="9994193"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4</a:t>
            </a:r>
          </a:p>
        </p:txBody>
      </p:sp>
      <p:sp>
        <p:nvSpPr>
          <p:cNvPr id="29" name="TextBox 82">
            <a:extLst>
              <a:ext uri="{FF2B5EF4-FFF2-40B4-BE49-F238E27FC236}">
                <a16:creationId xmlns:a16="http://schemas.microsoft.com/office/drawing/2014/main" id="{DA5408BB-F3B6-073F-DDE0-D678A16C8BA3}"/>
              </a:ext>
            </a:extLst>
          </p:cNvPr>
          <p:cNvSpPr txBox="1"/>
          <p:nvPr/>
        </p:nvSpPr>
        <p:spPr>
          <a:xfrm>
            <a:off x="3429737"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90EA50A0-C04A-AEF5-657A-6660E880AC26}"/>
              </a:ext>
            </a:extLst>
          </p:cNvPr>
          <p:cNvSpPr txBox="1"/>
          <p:nvPr/>
        </p:nvSpPr>
        <p:spPr>
          <a:xfrm>
            <a:off x="6230500"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1" name="TextBox 82">
            <a:extLst>
              <a:ext uri="{FF2B5EF4-FFF2-40B4-BE49-F238E27FC236}">
                <a16:creationId xmlns:a16="http://schemas.microsoft.com/office/drawing/2014/main" id="{5E0BC71C-E455-5417-D4DE-1FAE8D752720}"/>
              </a:ext>
            </a:extLst>
          </p:cNvPr>
          <p:cNvSpPr txBox="1"/>
          <p:nvPr/>
        </p:nvSpPr>
        <p:spPr>
          <a:xfrm>
            <a:off x="9002080"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2" name="Groupe 2104">
            <a:extLst>
              <a:ext uri="{FF2B5EF4-FFF2-40B4-BE49-F238E27FC236}">
                <a16:creationId xmlns:a16="http://schemas.microsoft.com/office/drawing/2014/main" id="{71ACB08C-37B2-E982-6D1C-4726AFE18697}"/>
              </a:ext>
            </a:extLst>
          </p:cNvPr>
          <p:cNvGrpSpPr/>
          <p:nvPr/>
        </p:nvGrpSpPr>
        <p:grpSpPr>
          <a:xfrm>
            <a:off x="3179736" y="2829816"/>
            <a:ext cx="263340" cy="292794"/>
            <a:chOff x="3179736" y="3349362"/>
            <a:chExt cx="263340" cy="292794"/>
          </a:xfrm>
        </p:grpSpPr>
        <p:sp>
          <p:nvSpPr>
            <p:cNvPr id="33" name="Flèche : chevron 2100">
              <a:extLst>
                <a:ext uri="{FF2B5EF4-FFF2-40B4-BE49-F238E27FC236}">
                  <a16:creationId xmlns:a16="http://schemas.microsoft.com/office/drawing/2014/main" id="{46F4736D-5FD5-641A-E52F-6617EBDD81B6}"/>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4" name="Flèche : chevron 2101">
              <a:extLst>
                <a:ext uri="{FF2B5EF4-FFF2-40B4-BE49-F238E27FC236}">
                  <a16:creationId xmlns:a16="http://schemas.microsoft.com/office/drawing/2014/main" id="{38B6F9E8-DC3B-8630-7B99-B4B107B5F575}"/>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5" name="Flèche : chevron 2102">
              <a:extLst>
                <a:ext uri="{FF2B5EF4-FFF2-40B4-BE49-F238E27FC236}">
                  <a16:creationId xmlns:a16="http://schemas.microsoft.com/office/drawing/2014/main" id="{58D58DFE-7141-6D5B-91F5-451E27F9450C}"/>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36" name="Groupe 2105">
            <a:extLst>
              <a:ext uri="{FF2B5EF4-FFF2-40B4-BE49-F238E27FC236}">
                <a16:creationId xmlns:a16="http://schemas.microsoft.com/office/drawing/2014/main" id="{2B8B3ADD-4CFA-C214-7953-DD356C501ECB}"/>
              </a:ext>
            </a:extLst>
          </p:cNvPr>
          <p:cNvGrpSpPr/>
          <p:nvPr/>
        </p:nvGrpSpPr>
        <p:grpSpPr>
          <a:xfrm rot="16200000" flipH="1">
            <a:off x="6006155" y="2828150"/>
            <a:ext cx="263340" cy="292794"/>
            <a:chOff x="3179736" y="3349362"/>
            <a:chExt cx="263340" cy="292794"/>
          </a:xfrm>
        </p:grpSpPr>
        <p:sp>
          <p:nvSpPr>
            <p:cNvPr id="37" name="Flèche : chevron 2106">
              <a:extLst>
                <a:ext uri="{FF2B5EF4-FFF2-40B4-BE49-F238E27FC236}">
                  <a16:creationId xmlns:a16="http://schemas.microsoft.com/office/drawing/2014/main" id="{8DB946F4-9184-3F47-D1B0-2BABB3DFBFC3}"/>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8" name="Flèche : chevron 2107">
              <a:extLst>
                <a:ext uri="{FF2B5EF4-FFF2-40B4-BE49-F238E27FC236}">
                  <a16:creationId xmlns:a16="http://schemas.microsoft.com/office/drawing/2014/main" id="{ED88E964-42A0-4278-643B-3104926D1B7E}"/>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9" name="Flèche : chevron 2108">
              <a:extLst>
                <a:ext uri="{FF2B5EF4-FFF2-40B4-BE49-F238E27FC236}">
                  <a16:creationId xmlns:a16="http://schemas.microsoft.com/office/drawing/2014/main" id="{1D3ACA13-6242-0D73-BAF3-87C5D1647FDA}"/>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0" name="Groupe 2109">
            <a:extLst>
              <a:ext uri="{FF2B5EF4-FFF2-40B4-BE49-F238E27FC236}">
                <a16:creationId xmlns:a16="http://schemas.microsoft.com/office/drawing/2014/main" id="{2F361025-8834-E64C-6769-2A32AF3B42D8}"/>
              </a:ext>
            </a:extLst>
          </p:cNvPr>
          <p:cNvGrpSpPr/>
          <p:nvPr/>
        </p:nvGrpSpPr>
        <p:grpSpPr>
          <a:xfrm>
            <a:off x="8808221" y="2829816"/>
            <a:ext cx="263340" cy="292794"/>
            <a:chOff x="3179736" y="3349362"/>
            <a:chExt cx="263340" cy="292794"/>
          </a:xfrm>
        </p:grpSpPr>
        <p:sp>
          <p:nvSpPr>
            <p:cNvPr id="41" name="Flèche : chevron 2110">
              <a:extLst>
                <a:ext uri="{FF2B5EF4-FFF2-40B4-BE49-F238E27FC236}">
                  <a16:creationId xmlns:a16="http://schemas.microsoft.com/office/drawing/2014/main" id="{8F0E2199-3C88-861A-279E-3F7590630279}"/>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2" name="Flèche : chevron 2431">
              <a:extLst>
                <a:ext uri="{FF2B5EF4-FFF2-40B4-BE49-F238E27FC236}">
                  <a16:creationId xmlns:a16="http://schemas.microsoft.com/office/drawing/2014/main" id="{7B1F40B0-2EF7-686D-C9D7-F07A7C35798C}"/>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3" name="Flèche : chevron 2432">
              <a:extLst>
                <a:ext uri="{FF2B5EF4-FFF2-40B4-BE49-F238E27FC236}">
                  <a16:creationId xmlns:a16="http://schemas.microsoft.com/office/drawing/2014/main" id="{38D978A1-526D-8405-7AEB-CBDF7D910B2D}"/>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Tree>
    <p:extLst>
      <p:ext uri="{BB962C8B-B14F-4D97-AF65-F5344CB8AC3E}">
        <p14:creationId xmlns:p14="http://schemas.microsoft.com/office/powerpoint/2010/main" val="147388418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0689D6-C892-D036-226A-36357A6BA774}"/>
              </a:ext>
            </a:extLst>
          </p:cNvPr>
          <p:cNvSpPr>
            <a:spLocks noGrp="1"/>
          </p:cNvSpPr>
          <p:nvPr>
            <p:ph type="title"/>
          </p:nvPr>
        </p:nvSpPr>
        <p:spPr>
          <a:xfrm>
            <a:off x="214184" y="13663"/>
            <a:ext cx="9728886" cy="678316"/>
          </a:xfrm>
        </p:spPr>
        <p:txBody>
          <a:bodyPr/>
          <a:lstStyle/>
          <a:p>
            <a:r>
              <a:rPr lang="en-US" dirty="0"/>
              <a:t>Infinite 4</a:t>
            </a:r>
          </a:p>
        </p:txBody>
      </p:sp>
      <p:grpSp>
        <p:nvGrpSpPr>
          <p:cNvPr id="4" name="Groupe 1">
            <a:extLst>
              <a:ext uri="{FF2B5EF4-FFF2-40B4-BE49-F238E27FC236}">
                <a16:creationId xmlns:a16="http://schemas.microsoft.com/office/drawing/2014/main" id="{166278DF-9C06-F458-FD33-2A266E468A6A}"/>
              </a:ext>
            </a:extLst>
          </p:cNvPr>
          <p:cNvGrpSpPr/>
          <p:nvPr/>
        </p:nvGrpSpPr>
        <p:grpSpPr>
          <a:xfrm>
            <a:off x="2868373" y="2217880"/>
            <a:ext cx="6455255" cy="3895620"/>
            <a:chOff x="2013856" y="1739899"/>
            <a:chExt cx="6455255" cy="3895620"/>
          </a:xfrm>
        </p:grpSpPr>
        <p:sp>
          <p:nvSpPr>
            <p:cNvPr id="16" name="Arc 15">
              <a:extLst>
                <a:ext uri="{FF2B5EF4-FFF2-40B4-BE49-F238E27FC236}">
                  <a16:creationId xmlns:a16="http://schemas.microsoft.com/office/drawing/2014/main" id="{DEC5F1A2-ACC1-2166-61EF-E7FF97B3BF22}"/>
                </a:ext>
              </a:extLst>
            </p:cNvPr>
            <p:cNvSpPr/>
            <p:nvPr/>
          </p:nvSpPr>
          <p:spPr>
            <a:xfrm flipH="1">
              <a:off x="2013856" y="1747519"/>
              <a:ext cx="3888000" cy="3888000"/>
            </a:xfrm>
            <a:prstGeom prst="arc">
              <a:avLst>
                <a:gd name="adj1" fmla="val 16085110"/>
                <a:gd name="adj2" fmla="val 5372152"/>
              </a:avLst>
            </a:prstGeom>
            <a:ln>
              <a:solidFill>
                <a:schemeClr val="tx1"/>
              </a:solidFill>
              <a:head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cxnSp>
          <p:nvCxnSpPr>
            <p:cNvPr id="17" name="Connecteur droit 3">
              <a:extLst>
                <a:ext uri="{FF2B5EF4-FFF2-40B4-BE49-F238E27FC236}">
                  <a16:creationId xmlns:a16="http://schemas.microsoft.com/office/drawing/2014/main" id="{DBC72BBC-1AB8-115B-8297-ACB223B61E7B}"/>
                </a:ext>
              </a:extLst>
            </p:cNvPr>
            <p:cNvCxnSpPr>
              <a:cxnSpLocks/>
            </p:cNvCxnSpPr>
            <p:nvPr/>
          </p:nvCxnSpPr>
          <p:spPr>
            <a:xfrm flipH="1" flipV="1">
              <a:off x="5641633" y="1741653"/>
              <a:ext cx="826223" cy="1"/>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 name="Connecteur droit 4">
              <a:extLst>
                <a:ext uri="{FF2B5EF4-FFF2-40B4-BE49-F238E27FC236}">
                  <a16:creationId xmlns:a16="http://schemas.microsoft.com/office/drawing/2014/main" id="{E58698EA-5F17-B934-194E-9B462CE5338D}"/>
                </a:ext>
              </a:extLst>
            </p:cNvPr>
            <p:cNvCxnSpPr/>
            <p:nvPr/>
          </p:nvCxnSpPr>
          <p:spPr>
            <a:xfrm>
              <a:off x="4122089" y="1742685"/>
              <a:ext cx="1365956"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9" name="Connecteur droit 5">
              <a:extLst>
                <a:ext uri="{FF2B5EF4-FFF2-40B4-BE49-F238E27FC236}">
                  <a16:creationId xmlns:a16="http://schemas.microsoft.com/office/drawing/2014/main" id="{20DBE63E-DE06-A290-BBE0-1A7A572B645C}"/>
                </a:ext>
              </a:extLst>
            </p:cNvPr>
            <p:cNvCxnSpPr>
              <a:cxnSpLocks/>
            </p:cNvCxnSpPr>
            <p:nvPr/>
          </p:nvCxnSpPr>
          <p:spPr>
            <a:xfrm flipH="1">
              <a:off x="3985161" y="5635519"/>
              <a:ext cx="2476599"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0" name="Arc 19">
              <a:extLst>
                <a:ext uri="{FF2B5EF4-FFF2-40B4-BE49-F238E27FC236}">
                  <a16:creationId xmlns:a16="http://schemas.microsoft.com/office/drawing/2014/main" id="{E867E8D9-1979-6CEA-BA86-7867E5B3FE45}"/>
                </a:ext>
              </a:extLst>
            </p:cNvPr>
            <p:cNvSpPr/>
            <p:nvPr/>
          </p:nvSpPr>
          <p:spPr>
            <a:xfrm>
              <a:off x="4581111" y="1739899"/>
              <a:ext cx="3888000" cy="3888000"/>
            </a:xfrm>
            <a:prstGeom prst="arc">
              <a:avLst>
                <a:gd name="adj1" fmla="val 16085110"/>
                <a:gd name="adj2" fmla="val 5372152"/>
              </a:avLst>
            </a:prstGeom>
            <a:ln>
              <a:solidFill>
                <a:schemeClr val="tx1"/>
              </a:solidFill>
              <a:headEnd type="none"/>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5" name="Groupe 7">
            <a:extLst>
              <a:ext uri="{FF2B5EF4-FFF2-40B4-BE49-F238E27FC236}">
                <a16:creationId xmlns:a16="http://schemas.microsoft.com/office/drawing/2014/main" id="{5D098CF0-9261-20B0-38E9-28AA9C017F02}"/>
              </a:ext>
            </a:extLst>
          </p:cNvPr>
          <p:cNvGrpSpPr/>
          <p:nvPr/>
        </p:nvGrpSpPr>
        <p:grpSpPr>
          <a:xfrm>
            <a:off x="3277772" y="2708567"/>
            <a:ext cx="5636457" cy="2916000"/>
            <a:chOff x="2499856" y="2233519"/>
            <a:chExt cx="5636457" cy="2916000"/>
          </a:xfrm>
        </p:grpSpPr>
        <p:grpSp>
          <p:nvGrpSpPr>
            <p:cNvPr id="6" name="Groupe 8">
              <a:extLst>
                <a:ext uri="{FF2B5EF4-FFF2-40B4-BE49-F238E27FC236}">
                  <a16:creationId xmlns:a16="http://schemas.microsoft.com/office/drawing/2014/main" id="{E8B42E95-036F-88C3-FA0B-170D832C7CF8}"/>
                </a:ext>
              </a:extLst>
            </p:cNvPr>
            <p:cNvGrpSpPr/>
            <p:nvPr/>
          </p:nvGrpSpPr>
          <p:grpSpPr>
            <a:xfrm rot="2700000">
              <a:off x="2499856" y="2233519"/>
              <a:ext cx="2916000" cy="2916000"/>
              <a:chOff x="4871744" y="3264626"/>
              <a:chExt cx="2158988" cy="2185307"/>
            </a:xfrm>
          </p:grpSpPr>
          <p:sp>
            <p:nvSpPr>
              <p:cNvPr id="12" name="Arc 11">
                <a:extLst>
                  <a:ext uri="{FF2B5EF4-FFF2-40B4-BE49-F238E27FC236}">
                    <a16:creationId xmlns:a16="http://schemas.microsoft.com/office/drawing/2014/main" id="{EB901635-8E6E-3C50-15D1-45E9A8271228}"/>
                  </a:ext>
                </a:extLst>
              </p:cNvPr>
              <p:cNvSpPr/>
              <p:nvPr/>
            </p:nvSpPr>
            <p:spPr>
              <a:xfrm>
                <a:off x="4880610" y="3316333"/>
                <a:ext cx="2133600" cy="2133600"/>
              </a:xfrm>
              <a:prstGeom prst="arc">
                <a:avLst>
                  <a:gd name="adj1" fmla="val 16396229"/>
                  <a:gd name="adj2" fmla="val 20736895"/>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3" name="Arc 12">
                <a:extLst>
                  <a:ext uri="{FF2B5EF4-FFF2-40B4-BE49-F238E27FC236}">
                    <a16:creationId xmlns:a16="http://schemas.microsoft.com/office/drawing/2014/main" id="{353F16CC-7740-094D-3090-A72B20E7565F}"/>
                  </a:ext>
                </a:extLst>
              </p:cNvPr>
              <p:cNvSpPr/>
              <p:nvPr/>
            </p:nvSpPr>
            <p:spPr>
              <a:xfrm>
                <a:off x="4880610" y="3264626"/>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4" name="Arc 13">
                <a:extLst>
                  <a:ext uri="{FF2B5EF4-FFF2-40B4-BE49-F238E27FC236}">
                    <a16:creationId xmlns:a16="http://schemas.microsoft.com/office/drawing/2014/main" id="{E2154B87-5261-51B6-C805-BF5293F2F629}"/>
                  </a:ext>
                </a:extLst>
              </p:cNvPr>
              <p:cNvSpPr/>
              <p:nvPr/>
            </p:nvSpPr>
            <p:spPr>
              <a:xfrm rot="5719725">
                <a:off x="4897132" y="3273577"/>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5" name="Arc 14">
                <a:extLst>
                  <a:ext uri="{FF2B5EF4-FFF2-40B4-BE49-F238E27FC236}">
                    <a16:creationId xmlns:a16="http://schemas.microsoft.com/office/drawing/2014/main" id="{39E29DB7-0EC1-DE41-A366-E99E6C13524C}"/>
                  </a:ext>
                </a:extLst>
              </p:cNvPr>
              <p:cNvSpPr/>
              <p:nvPr/>
            </p:nvSpPr>
            <p:spPr>
              <a:xfrm flipH="1">
                <a:off x="4871744" y="3316333"/>
                <a:ext cx="2133600" cy="2133600"/>
              </a:xfrm>
              <a:prstGeom prst="arc">
                <a:avLst>
                  <a:gd name="adj1" fmla="val 16396229"/>
                  <a:gd name="adj2" fmla="val 20736895"/>
                </a:avLst>
              </a:prstGeom>
              <a:ln w="22225">
                <a:solidFill>
                  <a:schemeClr val="accent1"/>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B40F9935-6DE8-4F0F-98A3-4749EE942C74}"/>
                </a:ext>
              </a:extLst>
            </p:cNvPr>
            <p:cNvGrpSpPr/>
            <p:nvPr/>
          </p:nvGrpSpPr>
          <p:grpSpPr>
            <a:xfrm rot="9000000">
              <a:off x="5220313" y="2233519"/>
              <a:ext cx="2916000" cy="2916000"/>
              <a:chOff x="4871744" y="3264626"/>
              <a:chExt cx="2158988" cy="2185307"/>
            </a:xfrm>
          </p:grpSpPr>
          <p:sp>
            <p:nvSpPr>
              <p:cNvPr id="8" name="Arc 7">
                <a:extLst>
                  <a:ext uri="{FF2B5EF4-FFF2-40B4-BE49-F238E27FC236}">
                    <a16:creationId xmlns:a16="http://schemas.microsoft.com/office/drawing/2014/main" id="{90C3089C-6AEB-10BD-B20B-4A1ED00E7556}"/>
                  </a:ext>
                </a:extLst>
              </p:cNvPr>
              <p:cNvSpPr/>
              <p:nvPr/>
            </p:nvSpPr>
            <p:spPr>
              <a:xfrm>
                <a:off x="4880610" y="3316333"/>
                <a:ext cx="2133600" cy="2133600"/>
              </a:xfrm>
              <a:prstGeom prst="arc">
                <a:avLst>
                  <a:gd name="adj1" fmla="val 16396229"/>
                  <a:gd name="adj2" fmla="val 20736895"/>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FFDEC76D-C5C1-0311-6357-25E39AE940A5}"/>
                  </a:ext>
                </a:extLst>
              </p:cNvPr>
              <p:cNvSpPr/>
              <p:nvPr/>
            </p:nvSpPr>
            <p:spPr>
              <a:xfrm>
                <a:off x="4880610" y="3264626"/>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6C5E9FB6-3B27-580A-9210-0B9ED45F97B4}"/>
                  </a:ext>
                </a:extLst>
              </p:cNvPr>
              <p:cNvSpPr/>
              <p:nvPr/>
            </p:nvSpPr>
            <p:spPr>
              <a:xfrm rot="5719725">
                <a:off x="4897132" y="3273577"/>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1" name="Arc 10">
                <a:extLst>
                  <a:ext uri="{FF2B5EF4-FFF2-40B4-BE49-F238E27FC236}">
                    <a16:creationId xmlns:a16="http://schemas.microsoft.com/office/drawing/2014/main" id="{0EFB51A6-E216-BE58-5672-B2DBFCC09B63}"/>
                  </a:ext>
                </a:extLst>
              </p:cNvPr>
              <p:cNvSpPr/>
              <p:nvPr/>
            </p:nvSpPr>
            <p:spPr>
              <a:xfrm flipH="1">
                <a:off x="4871744" y="3316333"/>
                <a:ext cx="2133600" cy="2133600"/>
              </a:xfrm>
              <a:prstGeom prst="arc">
                <a:avLst>
                  <a:gd name="adj1" fmla="val 16396229"/>
                  <a:gd name="adj2" fmla="val 20736895"/>
                </a:avLst>
              </a:prstGeom>
              <a:ln w="22225">
                <a:solidFill>
                  <a:schemeClr val="accent2"/>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sp>
        <p:nvSpPr>
          <p:cNvPr id="22" name="TextBox 82">
            <a:extLst>
              <a:ext uri="{FF2B5EF4-FFF2-40B4-BE49-F238E27FC236}">
                <a16:creationId xmlns:a16="http://schemas.microsoft.com/office/drawing/2014/main" id="{911E0CA0-98EE-B8EE-61E2-2524C65B3594}"/>
              </a:ext>
            </a:extLst>
          </p:cNvPr>
          <p:cNvSpPr txBox="1"/>
          <p:nvPr/>
        </p:nvSpPr>
        <p:spPr>
          <a:xfrm>
            <a:off x="4953877" y="1359180"/>
            <a:ext cx="4555808"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3" name="TextBox 10">
            <a:extLst>
              <a:ext uri="{FF2B5EF4-FFF2-40B4-BE49-F238E27FC236}">
                <a16:creationId xmlns:a16="http://schemas.microsoft.com/office/drawing/2014/main" id="{6EE8FA88-1EE7-E4A3-974A-19EA3D960B35}"/>
              </a:ext>
            </a:extLst>
          </p:cNvPr>
          <p:cNvSpPr txBox="1">
            <a:spLocks/>
          </p:cNvSpPr>
          <p:nvPr/>
        </p:nvSpPr>
        <p:spPr>
          <a:xfrm>
            <a:off x="4407678" y="1512115"/>
            <a:ext cx="432000" cy="432000"/>
          </a:xfrm>
          <a:prstGeom prst="ellipse">
            <a:avLst/>
          </a:prstGeom>
          <a:solidFill>
            <a:schemeClr val="tx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2000" dirty="0">
                <a:solidFill>
                  <a:srgbClr val="FFFFFF"/>
                </a:solidFill>
              </a:rPr>
              <a:t>01</a:t>
            </a:r>
          </a:p>
        </p:txBody>
      </p:sp>
      <p:sp>
        <p:nvSpPr>
          <p:cNvPr id="25" name="TextBox 82">
            <a:extLst>
              <a:ext uri="{FF2B5EF4-FFF2-40B4-BE49-F238E27FC236}">
                <a16:creationId xmlns:a16="http://schemas.microsoft.com/office/drawing/2014/main" id="{9F973DAF-3785-C336-35C3-E73E14A28B41}"/>
              </a:ext>
            </a:extLst>
          </p:cNvPr>
          <p:cNvSpPr txBox="1"/>
          <p:nvPr/>
        </p:nvSpPr>
        <p:spPr>
          <a:xfrm>
            <a:off x="4118605" y="3340328"/>
            <a:ext cx="1849195" cy="1384995"/>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6" name="TextBox 10">
            <a:extLst>
              <a:ext uri="{FF2B5EF4-FFF2-40B4-BE49-F238E27FC236}">
                <a16:creationId xmlns:a16="http://schemas.microsoft.com/office/drawing/2014/main" id="{BABA6E24-8206-C7F1-D5D8-349DBBEB3B14}"/>
              </a:ext>
            </a:extLst>
          </p:cNvPr>
          <p:cNvSpPr txBox="1">
            <a:spLocks noChangeAspect="1"/>
          </p:cNvSpPr>
          <p:nvPr/>
        </p:nvSpPr>
        <p:spPr>
          <a:xfrm>
            <a:off x="3601301" y="3866529"/>
            <a:ext cx="432000" cy="389513"/>
          </a:xfrm>
          <a:prstGeom prst="ellipse">
            <a:avLst/>
          </a:prstGeom>
          <a:solidFill>
            <a:schemeClr val="accent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02</a:t>
            </a:r>
          </a:p>
        </p:txBody>
      </p:sp>
      <p:sp>
        <p:nvSpPr>
          <p:cNvPr id="28" name="TextBox 82">
            <a:extLst>
              <a:ext uri="{FF2B5EF4-FFF2-40B4-BE49-F238E27FC236}">
                <a16:creationId xmlns:a16="http://schemas.microsoft.com/office/drawing/2014/main" id="{4474C450-98F4-CD00-29B9-E2B60F473E58}"/>
              </a:ext>
            </a:extLst>
          </p:cNvPr>
          <p:cNvSpPr txBox="1"/>
          <p:nvPr/>
        </p:nvSpPr>
        <p:spPr>
          <a:xfrm>
            <a:off x="6796585" y="3340328"/>
            <a:ext cx="1849195" cy="1384995"/>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9" name="TextBox 10">
            <a:extLst>
              <a:ext uri="{FF2B5EF4-FFF2-40B4-BE49-F238E27FC236}">
                <a16:creationId xmlns:a16="http://schemas.microsoft.com/office/drawing/2014/main" id="{CE40D17E-4FDA-DBB4-8FE4-BC0BB475EBB1}"/>
              </a:ext>
            </a:extLst>
          </p:cNvPr>
          <p:cNvSpPr txBox="1">
            <a:spLocks noChangeAspect="1"/>
          </p:cNvSpPr>
          <p:nvPr/>
        </p:nvSpPr>
        <p:spPr>
          <a:xfrm>
            <a:off x="6279281" y="3888167"/>
            <a:ext cx="432000" cy="389513"/>
          </a:xfrm>
          <a:prstGeom prst="ellipse">
            <a:avLst/>
          </a:prstGeom>
          <a:solidFill>
            <a:schemeClr val="accent2"/>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03</a:t>
            </a:r>
          </a:p>
        </p:txBody>
      </p:sp>
    </p:spTree>
    <p:extLst>
      <p:ext uri="{BB962C8B-B14F-4D97-AF65-F5344CB8AC3E}">
        <p14:creationId xmlns:p14="http://schemas.microsoft.com/office/powerpoint/2010/main" val="1387992072"/>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Large Arrow 1</a:t>
            </a:r>
          </a:p>
        </p:txBody>
      </p:sp>
      <p:sp>
        <p:nvSpPr>
          <p:cNvPr id="27" name="Freeform 26"/>
          <p:cNvSpPr/>
          <p:nvPr/>
        </p:nvSpPr>
        <p:spPr>
          <a:xfrm>
            <a:off x="916266" y="1349002"/>
            <a:ext cx="8727900" cy="753890"/>
          </a:xfrm>
          <a:custGeom>
            <a:avLst/>
            <a:gdLst>
              <a:gd name="connsiteX0" fmla="*/ 144783 w 7149927"/>
              <a:gd name="connsiteY0" fmla="*/ 0 h 868680"/>
              <a:gd name="connsiteX1" fmla="*/ 6598920 w 7149927"/>
              <a:gd name="connsiteY1" fmla="*/ 0 h 868680"/>
              <a:gd name="connsiteX2" fmla="*/ 7149927 w 7149927"/>
              <a:gd name="connsiteY2" fmla="*/ 860509 h 868680"/>
              <a:gd name="connsiteX3" fmla="*/ 7109457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6598920" y="0"/>
                </a:lnTo>
                <a:lnTo>
                  <a:pt x="7149927" y="860509"/>
                </a:lnTo>
                <a:lnTo>
                  <a:pt x="7109457" y="868680"/>
                </a:lnTo>
                <a:lnTo>
                  <a:pt x="144783" y="868680"/>
                </a:lnTo>
                <a:cubicBezTo>
                  <a:pt x="64822" y="868680"/>
                  <a:pt x="0" y="803858"/>
                  <a:pt x="0" y="723897"/>
                </a:cubicBezTo>
                <a:lnTo>
                  <a:pt x="0" y="144783"/>
                </a:lnTo>
                <a:cubicBezTo>
                  <a:pt x="0" y="64822"/>
                  <a:pt x="64822" y="0"/>
                  <a:pt x="144783" y="0"/>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01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2" name="Freeform 31"/>
          <p:cNvSpPr/>
          <p:nvPr/>
        </p:nvSpPr>
        <p:spPr>
          <a:xfrm>
            <a:off x="916266" y="2174824"/>
            <a:ext cx="9471360" cy="753890"/>
          </a:xfrm>
          <a:custGeom>
            <a:avLst/>
            <a:gdLst>
              <a:gd name="connsiteX0" fmla="*/ 144783 w 7758972"/>
              <a:gd name="connsiteY0" fmla="*/ 0 h 868680"/>
              <a:gd name="connsiteX1" fmla="*/ 7203952 w 7758972"/>
              <a:gd name="connsiteY1" fmla="*/ 0 h 868680"/>
              <a:gd name="connsiteX2" fmla="*/ 7758972 w 7758972"/>
              <a:gd name="connsiteY2" fmla="*/ 866775 h 868680"/>
              <a:gd name="connsiteX3" fmla="*/ 7749537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203952" y="0"/>
                </a:lnTo>
                <a:lnTo>
                  <a:pt x="7758972" y="866775"/>
                </a:lnTo>
                <a:lnTo>
                  <a:pt x="7749537" y="868680"/>
                </a:lnTo>
                <a:lnTo>
                  <a:pt x="144783" y="868680"/>
                </a:lnTo>
                <a:cubicBezTo>
                  <a:pt x="64822" y="868680"/>
                  <a:pt x="0" y="803858"/>
                  <a:pt x="0" y="723897"/>
                </a:cubicBezTo>
                <a:lnTo>
                  <a:pt x="0" y="144783"/>
                </a:lnTo>
                <a:cubicBezTo>
                  <a:pt x="0" y="64822"/>
                  <a:pt x="64822" y="0"/>
                  <a:pt x="144783" y="0"/>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02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3" name="Freeform 32"/>
          <p:cNvSpPr/>
          <p:nvPr/>
        </p:nvSpPr>
        <p:spPr>
          <a:xfrm>
            <a:off x="916266" y="3000646"/>
            <a:ext cx="10201263" cy="753890"/>
          </a:xfrm>
          <a:custGeom>
            <a:avLst/>
            <a:gdLst>
              <a:gd name="connsiteX0" fmla="*/ 144783 w 8356911"/>
              <a:gd name="connsiteY0" fmla="*/ 0 h 868680"/>
              <a:gd name="connsiteX1" fmla="*/ 7808984 w 8356911"/>
              <a:gd name="connsiteY1" fmla="*/ 0 h 868680"/>
              <a:gd name="connsiteX2" fmla="*/ 8356911 w 8356911"/>
              <a:gd name="connsiteY2" fmla="*/ 855699 h 868680"/>
              <a:gd name="connsiteX3" fmla="*/ 8354533 w 8356911"/>
              <a:gd name="connsiteY3" fmla="*/ 857302 h 868680"/>
              <a:gd name="connsiteX4" fmla="*/ 8298177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7808984" y="0"/>
                </a:lnTo>
                <a:lnTo>
                  <a:pt x="8356911" y="855699"/>
                </a:lnTo>
                <a:lnTo>
                  <a:pt x="8354533" y="857302"/>
                </a:lnTo>
                <a:cubicBezTo>
                  <a:pt x="8337211" y="864629"/>
                  <a:pt x="8318167" y="868680"/>
                  <a:pt x="8298177" y="868680"/>
                </a:cubicBezTo>
                <a:lnTo>
                  <a:pt x="144783" y="868680"/>
                </a:lnTo>
                <a:cubicBezTo>
                  <a:pt x="64822" y="868680"/>
                  <a:pt x="0" y="803858"/>
                  <a:pt x="0" y="723897"/>
                </a:cubicBezTo>
                <a:lnTo>
                  <a:pt x="0" y="144783"/>
                </a:lnTo>
                <a:cubicBezTo>
                  <a:pt x="0" y="64822"/>
                  <a:pt x="64822" y="0"/>
                  <a:pt x="144783" y="0"/>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03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4" name="Freeform 33"/>
          <p:cNvSpPr/>
          <p:nvPr/>
        </p:nvSpPr>
        <p:spPr>
          <a:xfrm>
            <a:off x="916266" y="3826468"/>
            <a:ext cx="10201263" cy="753890"/>
          </a:xfrm>
          <a:custGeom>
            <a:avLst/>
            <a:gdLst>
              <a:gd name="connsiteX0" fmla="*/ 144783 w 8356911"/>
              <a:gd name="connsiteY0" fmla="*/ 0 h 868680"/>
              <a:gd name="connsiteX1" fmla="*/ 8298177 w 8356911"/>
              <a:gd name="connsiteY1" fmla="*/ 0 h 868680"/>
              <a:gd name="connsiteX2" fmla="*/ 8354533 w 8356911"/>
              <a:gd name="connsiteY2" fmla="*/ 11378 h 868680"/>
              <a:gd name="connsiteX3" fmla="*/ 8356911 w 8356911"/>
              <a:gd name="connsiteY3" fmla="*/ 12982 h 868680"/>
              <a:gd name="connsiteX4" fmla="*/ 7808984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8298177" y="0"/>
                </a:lnTo>
                <a:cubicBezTo>
                  <a:pt x="8318167" y="0"/>
                  <a:pt x="8337211" y="4051"/>
                  <a:pt x="8354533" y="11378"/>
                </a:cubicBezTo>
                <a:lnTo>
                  <a:pt x="8356911" y="12982"/>
                </a:lnTo>
                <a:lnTo>
                  <a:pt x="7808984" y="868680"/>
                </a:lnTo>
                <a:lnTo>
                  <a:pt x="144783" y="868680"/>
                </a:lnTo>
                <a:cubicBezTo>
                  <a:pt x="64822" y="868680"/>
                  <a:pt x="0" y="803858"/>
                  <a:pt x="0" y="723897"/>
                </a:cubicBezTo>
                <a:lnTo>
                  <a:pt x="0" y="144783"/>
                </a:lnTo>
                <a:cubicBezTo>
                  <a:pt x="0" y="64822"/>
                  <a:pt x="64822" y="0"/>
                  <a:pt x="144783" y="0"/>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04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p>
        </p:txBody>
      </p:sp>
      <p:sp>
        <p:nvSpPr>
          <p:cNvPr id="35" name="Freeform 34"/>
          <p:cNvSpPr/>
          <p:nvPr/>
        </p:nvSpPr>
        <p:spPr>
          <a:xfrm>
            <a:off x="916266" y="4652290"/>
            <a:ext cx="9471360" cy="753890"/>
          </a:xfrm>
          <a:custGeom>
            <a:avLst/>
            <a:gdLst>
              <a:gd name="connsiteX0" fmla="*/ 144783 w 7758972"/>
              <a:gd name="connsiteY0" fmla="*/ 0 h 868680"/>
              <a:gd name="connsiteX1" fmla="*/ 7749537 w 7758972"/>
              <a:gd name="connsiteY1" fmla="*/ 0 h 868680"/>
              <a:gd name="connsiteX2" fmla="*/ 7758972 w 7758972"/>
              <a:gd name="connsiteY2" fmla="*/ 1905 h 868680"/>
              <a:gd name="connsiteX3" fmla="*/ 7203952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749537" y="0"/>
                </a:lnTo>
                <a:lnTo>
                  <a:pt x="7758972" y="1905"/>
                </a:lnTo>
                <a:lnTo>
                  <a:pt x="7203952" y="868680"/>
                </a:lnTo>
                <a:lnTo>
                  <a:pt x="144783" y="868680"/>
                </a:lnTo>
                <a:cubicBezTo>
                  <a:pt x="64822" y="868680"/>
                  <a:pt x="0" y="803858"/>
                  <a:pt x="0" y="723897"/>
                </a:cubicBezTo>
                <a:lnTo>
                  <a:pt x="0" y="144783"/>
                </a:lnTo>
                <a:cubicBezTo>
                  <a:pt x="0" y="64822"/>
                  <a:pt x="64822" y="0"/>
                  <a:pt x="144783" y="0"/>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05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tx1"/>
              </a:solidFill>
              <a:effectLst/>
              <a:uLnTx/>
              <a:uFillTx/>
              <a:latin typeface="Calibri" panose="020F0502020204030204" pitchFamily="34" charset="0"/>
            </a:endParaRPr>
          </a:p>
        </p:txBody>
      </p:sp>
      <p:sp>
        <p:nvSpPr>
          <p:cNvPr id="36" name="Freeform 35"/>
          <p:cNvSpPr/>
          <p:nvPr/>
        </p:nvSpPr>
        <p:spPr>
          <a:xfrm>
            <a:off x="916266" y="5478113"/>
            <a:ext cx="8727900" cy="753890"/>
          </a:xfrm>
          <a:custGeom>
            <a:avLst/>
            <a:gdLst>
              <a:gd name="connsiteX0" fmla="*/ 144783 w 7149927"/>
              <a:gd name="connsiteY0" fmla="*/ 0 h 868680"/>
              <a:gd name="connsiteX1" fmla="*/ 7109457 w 7149927"/>
              <a:gd name="connsiteY1" fmla="*/ 0 h 868680"/>
              <a:gd name="connsiteX2" fmla="*/ 7149927 w 7149927"/>
              <a:gd name="connsiteY2" fmla="*/ 8171 h 868680"/>
              <a:gd name="connsiteX3" fmla="*/ 6598920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7109457" y="0"/>
                </a:lnTo>
                <a:lnTo>
                  <a:pt x="7149927" y="8171"/>
                </a:lnTo>
                <a:lnTo>
                  <a:pt x="6598920" y="868680"/>
                </a:lnTo>
                <a:lnTo>
                  <a:pt x="144783" y="868680"/>
                </a:lnTo>
                <a:cubicBezTo>
                  <a:pt x="64822" y="868680"/>
                  <a:pt x="0" y="803858"/>
                  <a:pt x="0" y="723897"/>
                </a:cubicBezTo>
                <a:lnTo>
                  <a:pt x="0" y="144783"/>
                </a:lnTo>
                <a:cubicBezTo>
                  <a:pt x="0" y="64822"/>
                  <a:pt x="64822" y="0"/>
                  <a:pt x="144783" y="0"/>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06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endParaRPr kumimoji="0" lang="en-US" sz="1200" b="0" i="0" u="none" strike="noStrike" kern="0" cap="none" spc="0" normalizeH="0" baseline="0" noProof="0" dirty="0">
              <a:ln>
                <a:noFill/>
              </a:ln>
              <a:solidFill>
                <a:schemeClr val="tx1"/>
              </a:solidFill>
              <a:effectLst/>
              <a:uLnTx/>
              <a:uFillTx/>
              <a:latin typeface="Calibri" panose="020F0502020204030204" pitchFamily="34" charset="0"/>
            </a:endParaRPr>
          </a:p>
        </p:txBody>
      </p:sp>
      <p:sp>
        <p:nvSpPr>
          <p:cNvPr id="37" name="Chevron 36"/>
          <p:cNvSpPr/>
          <p:nvPr/>
        </p:nvSpPr>
        <p:spPr>
          <a:xfrm>
            <a:off x="8945671" y="1349002"/>
            <a:ext cx="2521857" cy="4894636"/>
          </a:xfrm>
          <a:prstGeom prst="chevron">
            <a:avLst>
              <a:gd name="adj" fmla="val 8222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524000" marR="0" lvl="0" indent="-152400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11" name="Code2" descr="{&quot;Key&quot;:&quot;POWER_USER_SHAPE_ICON&quot;,&quot;Value&quot;:&quot;POWER_USER_SHAPE_ICON_STYLE_1&quot;}">
            <a:extLst>
              <a:ext uri="{FF2B5EF4-FFF2-40B4-BE49-F238E27FC236}">
                <a16:creationId xmlns:a16="http://schemas.microsoft.com/office/drawing/2014/main" id="{5F5C0448-EA30-76DB-B1A4-BF3A7D4CF045}"/>
              </a:ext>
            </a:extLst>
          </p:cNvPr>
          <p:cNvGrpSpPr>
            <a:grpSpLocks noChangeAspect="1"/>
          </p:cNvGrpSpPr>
          <p:nvPr/>
        </p:nvGrpSpPr>
        <p:grpSpPr>
          <a:xfrm>
            <a:off x="9336171" y="3078749"/>
            <a:ext cx="615989" cy="598265"/>
            <a:chOff x="8535988" y="1231900"/>
            <a:chExt cx="220663" cy="214313"/>
          </a:xfrm>
          <a:solidFill>
            <a:schemeClr val="accent3"/>
          </a:solidFill>
        </p:grpSpPr>
        <p:sp>
          <p:nvSpPr>
            <p:cNvPr id="112" name="Freeform 2852">
              <a:extLst>
                <a:ext uri="{FF2B5EF4-FFF2-40B4-BE49-F238E27FC236}">
                  <a16:creationId xmlns:a16="http://schemas.microsoft.com/office/drawing/2014/main" id="{B73654F7-C324-E83B-B213-8A432C0E2930}"/>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2853">
              <a:extLst>
                <a:ext uri="{FF2B5EF4-FFF2-40B4-BE49-F238E27FC236}">
                  <a16:creationId xmlns:a16="http://schemas.microsoft.com/office/drawing/2014/main" id="{D30FEE4B-680D-9641-8C14-FE7D6ECCB806}"/>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2854">
              <a:extLst>
                <a:ext uri="{FF2B5EF4-FFF2-40B4-BE49-F238E27FC236}">
                  <a16:creationId xmlns:a16="http://schemas.microsoft.com/office/drawing/2014/main" id="{E8673027-990D-59CA-22CE-4B4313713641}"/>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855">
              <a:extLst>
                <a:ext uri="{FF2B5EF4-FFF2-40B4-BE49-F238E27FC236}">
                  <a16:creationId xmlns:a16="http://schemas.microsoft.com/office/drawing/2014/main" id="{23A46DFF-77D5-6C88-1610-B3D2D4460226}"/>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856">
              <a:extLst>
                <a:ext uri="{FF2B5EF4-FFF2-40B4-BE49-F238E27FC236}">
                  <a16:creationId xmlns:a16="http://schemas.microsoft.com/office/drawing/2014/main" id="{96A161A5-3FBB-E6BA-8BB7-5DF5E530C243}"/>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2857">
              <a:extLst>
                <a:ext uri="{FF2B5EF4-FFF2-40B4-BE49-F238E27FC236}">
                  <a16:creationId xmlns:a16="http://schemas.microsoft.com/office/drawing/2014/main" id="{4A10A841-AD9D-A48D-D4AF-CEFBD22C997E}"/>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858">
              <a:extLst>
                <a:ext uri="{FF2B5EF4-FFF2-40B4-BE49-F238E27FC236}">
                  <a16:creationId xmlns:a16="http://schemas.microsoft.com/office/drawing/2014/main" id="{2F6D960E-DCDE-4548-ACC3-E3562A0A21A0}"/>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859">
              <a:extLst>
                <a:ext uri="{FF2B5EF4-FFF2-40B4-BE49-F238E27FC236}">
                  <a16:creationId xmlns:a16="http://schemas.microsoft.com/office/drawing/2014/main" id="{940E103F-6B9B-0347-269F-702FCCEB2EF3}"/>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860">
              <a:extLst>
                <a:ext uri="{FF2B5EF4-FFF2-40B4-BE49-F238E27FC236}">
                  <a16:creationId xmlns:a16="http://schemas.microsoft.com/office/drawing/2014/main" id="{F30BC573-0D3B-F5FE-2018-56872157819A}"/>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861">
              <a:extLst>
                <a:ext uri="{FF2B5EF4-FFF2-40B4-BE49-F238E27FC236}">
                  <a16:creationId xmlns:a16="http://schemas.microsoft.com/office/drawing/2014/main" id="{C6DBE9A2-BF53-2436-D6A8-6E5CD311D084}"/>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Code" descr="{&quot;Key&quot;:&quot;POWER_USER_SHAPE_ICON&quot;,&quot;Value&quot;:&quot;POWER_USER_SHAPE_ICON_STYLE_1&quot;}">
            <a:extLst>
              <a:ext uri="{FF2B5EF4-FFF2-40B4-BE49-F238E27FC236}">
                <a16:creationId xmlns:a16="http://schemas.microsoft.com/office/drawing/2014/main" id="{8DE52A2A-7310-F879-5AEE-41796385B032}"/>
              </a:ext>
            </a:extLst>
          </p:cNvPr>
          <p:cNvGrpSpPr>
            <a:grpSpLocks noChangeAspect="1"/>
          </p:cNvGrpSpPr>
          <p:nvPr/>
        </p:nvGrpSpPr>
        <p:grpSpPr>
          <a:xfrm>
            <a:off x="8348576" y="1436169"/>
            <a:ext cx="620850" cy="556281"/>
            <a:chOff x="8548688" y="385763"/>
            <a:chExt cx="198438" cy="177800"/>
          </a:xfrm>
          <a:solidFill>
            <a:schemeClr val="accent1"/>
          </a:solidFill>
        </p:grpSpPr>
        <p:sp>
          <p:nvSpPr>
            <p:cNvPr id="123" name="Freeform 2627">
              <a:extLst>
                <a:ext uri="{FF2B5EF4-FFF2-40B4-BE49-F238E27FC236}">
                  <a16:creationId xmlns:a16="http://schemas.microsoft.com/office/drawing/2014/main" id="{99AD4B8E-9712-3553-1FC0-C340A89F21F0}"/>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28">
              <a:extLst>
                <a:ext uri="{FF2B5EF4-FFF2-40B4-BE49-F238E27FC236}">
                  <a16:creationId xmlns:a16="http://schemas.microsoft.com/office/drawing/2014/main" id="{D6AEB842-5D30-F80F-51D9-5D6BF30F8DAB}"/>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2629">
              <a:extLst>
                <a:ext uri="{FF2B5EF4-FFF2-40B4-BE49-F238E27FC236}">
                  <a16:creationId xmlns:a16="http://schemas.microsoft.com/office/drawing/2014/main" id="{D40E5FE7-9CCD-3529-9913-945CE3B405AC}"/>
                </a:ext>
              </a:extLst>
            </p:cNvPr>
            <p:cNvSpPr>
              <a:spLocks noChangeArrowheads="1"/>
            </p:cNvSpPr>
            <p:nvPr/>
          </p:nvSpPr>
          <p:spPr bwMode="auto">
            <a:xfrm>
              <a:off x="8551863" y="420688"/>
              <a:ext cx="3333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30">
              <a:extLst>
                <a:ext uri="{FF2B5EF4-FFF2-40B4-BE49-F238E27FC236}">
                  <a16:creationId xmlns:a16="http://schemas.microsoft.com/office/drawing/2014/main" id="{661849E8-65A6-CBD3-13B4-15BE67317816}"/>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631">
              <a:extLst>
                <a:ext uri="{FF2B5EF4-FFF2-40B4-BE49-F238E27FC236}">
                  <a16:creationId xmlns:a16="http://schemas.microsoft.com/office/drawing/2014/main" id="{4582598A-7FAA-5B7F-E225-B9A99D29468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2632">
              <a:extLst>
                <a:ext uri="{FF2B5EF4-FFF2-40B4-BE49-F238E27FC236}">
                  <a16:creationId xmlns:a16="http://schemas.microsoft.com/office/drawing/2014/main" id="{F9674120-1E9A-E812-F6A2-611C3F5924D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33">
              <a:extLst>
                <a:ext uri="{FF2B5EF4-FFF2-40B4-BE49-F238E27FC236}">
                  <a16:creationId xmlns:a16="http://schemas.microsoft.com/office/drawing/2014/main" id="{F956291C-25DA-2D55-26F9-39BBA3F2FAD3}"/>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634">
              <a:extLst>
                <a:ext uri="{FF2B5EF4-FFF2-40B4-BE49-F238E27FC236}">
                  <a16:creationId xmlns:a16="http://schemas.microsoft.com/office/drawing/2014/main" id="{299500A8-EFA7-AC6A-4C08-AFFBD4E80FFB}"/>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635">
              <a:extLst>
                <a:ext uri="{FF2B5EF4-FFF2-40B4-BE49-F238E27FC236}">
                  <a16:creationId xmlns:a16="http://schemas.microsoft.com/office/drawing/2014/main" id="{D857E165-FB68-67EF-AF39-05A79B9C8A0C}"/>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Coins4" descr="{&quot;Key&quot;:&quot;POWER_USER_SHAPE_ICON&quot;,&quot;Value&quot;:&quot;POWER_USER_SHAPE_ICON_STYLE_1&quot;}">
            <a:extLst>
              <a:ext uri="{FF2B5EF4-FFF2-40B4-BE49-F238E27FC236}">
                <a16:creationId xmlns:a16="http://schemas.microsoft.com/office/drawing/2014/main" id="{190E3CC8-1EAD-1B12-B036-C3D0A8033388}"/>
              </a:ext>
            </a:extLst>
          </p:cNvPr>
          <p:cNvGrpSpPr>
            <a:grpSpLocks noChangeAspect="1"/>
          </p:cNvGrpSpPr>
          <p:nvPr/>
        </p:nvGrpSpPr>
        <p:grpSpPr>
          <a:xfrm>
            <a:off x="8594470" y="2302825"/>
            <a:ext cx="524106" cy="520456"/>
            <a:chOff x="6602413" y="307975"/>
            <a:chExt cx="455613" cy="452438"/>
          </a:xfrm>
          <a:solidFill>
            <a:schemeClr val="accent2"/>
          </a:solidFill>
        </p:grpSpPr>
        <p:sp>
          <p:nvSpPr>
            <p:cNvPr id="133" name="Freeform 225">
              <a:extLst>
                <a:ext uri="{FF2B5EF4-FFF2-40B4-BE49-F238E27FC236}">
                  <a16:creationId xmlns:a16="http://schemas.microsoft.com/office/drawing/2014/main" id="{39DDAAE6-0AB3-AD79-10E4-4303E4D50428}"/>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26">
              <a:extLst>
                <a:ext uri="{FF2B5EF4-FFF2-40B4-BE49-F238E27FC236}">
                  <a16:creationId xmlns:a16="http://schemas.microsoft.com/office/drawing/2014/main" id="{AA6AD0A0-FC2F-E39F-1AE1-CCA23591441A}"/>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7">
              <a:extLst>
                <a:ext uri="{FF2B5EF4-FFF2-40B4-BE49-F238E27FC236}">
                  <a16:creationId xmlns:a16="http://schemas.microsoft.com/office/drawing/2014/main" id="{7D0F8A9E-56F3-A16D-EDC6-5DE7688D7292}"/>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28">
              <a:extLst>
                <a:ext uri="{FF2B5EF4-FFF2-40B4-BE49-F238E27FC236}">
                  <a16:creationId xmlns:a16="http://schemas.microsoft.com/office/drawing/2014/main" id="{D5C36601-B52A-4A6A-2DBA-06B223CD72D9}"/>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29">
              <a:extLst>
                <a:ext uri="{FF2B5EF4-FFF2-40B4-BE49-F238E27FC236}">
                  <a16:creationId xmlns:a16="http://schemas.microsoft.com/office/drawing/2014/main" id="{7D3DF7EB-9CF5-8B16-EB66-52C40B1F2C07}"/>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0">
              <a:extLst>
                <a:ext uri="{FF2B5EF4-FFF2-40B4-BE49-F238E27FC236}">
                  <a16:creationId xmlns:a16="http://schemas.microsoft.com/office/drawing/2014/main" id="{5E830D20-6A69-7FB4-301F-5A9A7C4553B0}"/>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1">
              <a:extLst>
                <a:ext uri="{FF2B5EF4-FFF2-40B4-BE49-F238E27FC236}">
                  <a16:creationId xmlns:a16="http://schemas.microsoft.com/office/drawing/2014/main" id="{08B93315-1888-AE6A-A481-324E0D2CE875}"/>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32">
              <a:extLst>
                <a:ext uri="{FF2B5EF4-FFF2-40B4-BE49-F238E27FC236}">
                  <a16:creationId xmlns:a16="http://schemas.microsoft.com/office/drawing/2014/main" id="{D8062239-EBB6-C0ED-1E92-626A86AC0CBF}"/>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33">
              <a:extLst>
                <a:ext uri="{FF2B5EF4-FFF2-40B4-BE49-F238E27FC236}">
                  <a16:creationId xmlns:a16="http://schemas.microsoft.com/office/drawing/2014/main" id="{50527CB5-44DC-D545-9499-B7FE6E5E82F6}"/>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2" name="Compass5" descr="{&quot;Key&quot;:&quot;POWER_USER_SHAPE_ICON&quot;,&quot;Value&quot;:&quot;POWER_USER_SHAPE_ICON_STYLE_1&quot;}">
            <a:extLst>
              <a:ext uri="{FF2B5EF4-FFF2-40B4-BE49-F238E27FC236}">
                <a16:creationId xmlns:a16="http://schemas.microsoft.com/office/drawing/2014/main" id="{9A416FBF-E0FC-7897-043F-A8CF3C126B5A}"/>
              </a:ext>
            </a:extLst>
          </p:cNvPr>
          <p:cNvGrpSpPr>
            <a:grpSpLocks noChangeAspect="1"/>
          </p:cNvGrpSpPr>
          <p:nvPr/>
        </p:nvGrpSpPr>
        <p:grpSpPr>
          <a:xfrm>
            <a:off x="8728435" y="4714636"/>
            <a:ext cx="465265" cy="629752"/>
            <a:chOff x="9291638" y="2614613"/>
            <a:chExt cx="471488" cy="638175"/>
          </a:xfrm>
          <a:solidFill>
            <a:schemeClr val="accent5"/>
          </a:solidFill>
        </p:grpSpPr>
        <p:sp>
          <p:nvSpPr>
            <p:cNvPr id="143" name="Freeform 288">
              <a:extLst>
                <a:ext uri="{FF2B5EF4-FFF2-40B4-BE49-F238E27FC236}">
                  <a16:creationId xmlns:a16="http://schemas.microsoft.com/office/drawing/2014/main" id="{834B5250-CC00-1EA3-8923-CC8317FB0352}"/>
                </a:ext>
              </a:extLst>
            </p:cNvPr>
            <p:cNvSpPr>
              <a:spLocks noEditPoints="1"/>
            </p:cNvSpPr>
            <p:nvPr/>
          </p:nvSpPr>
          <p:spPr bwMode="auto">
            <a:xfrm>
              <a:off x="9291638" y="2614613"/>
              <a:ext cx="471488" cy="638175"/>
            </a:xfrm>
            <a:custGeom>
              <a:avLst/>
              <a:gdLst>
                <a:gd name="T0" fmla="*/ 657 w 791"/>
                <a:gd name="T1" fmla="*/ 933 h 1067"/>
                <a:gd name="T2" fmla="*/ 414 w 791"/>
                <a:gd name="T3" fmla="*/ 1034 h 1067"/>
                <a:gd name="T4" fmla="*/ 170 w 791"/>
                <a:gd name="T5" fmla="*/ 933 h 1067"/>
                <a:gd name="T6" fmla="*/ 170 w 791"/>
                <a:gd name="T7" fmla="*/ 446 h 1067"/>
                <a:gd name="T8" fmla="*/ 414 w 791"/>
                <a:gd name="T9" fmla="*/ 346 h 1067"/>
                <a:gd name="T10" fmla="*/ 657 w 791"/>
                <a:gd name="T11" fmla="*/ 446 h 1067"/>
                <a:gd name="T12" fmla="*/ 758 w 791"/>
                <a:gd name="T13" fmla="*/ 690 h 1067"/>
                <a:gd name="T14" fmla="*/ 657 w 791"/>
                <a:gd name="T15" fmla="*/ 933 h 1067"/>
                <a:gd name="T16" fmla="*/ 330 w 791"/>
                <a:gd name="T17" fmla="*/ 289 h 1067"/>
                <a:gd name="T18" fmla="*/ 338 w 791"/>
                <a:gd name="T19" fmla="*/ 281 h 1067"/>
                <a:gd name="T20" fmla="*/ 488 w 791"/>
                <a:gd name="T21" fmla="*/ 281 h 1067"/>
                <a:gd name="T22" fmla="*/ 496 w 791"/>
                <a:gd name="T23" fmla="*/ 289 h 1067"/>
                <a:gd name="T24" fmla="*/ 496 w 791"/>
                <a:gd name="T25" fmla="*/ 321 h 1067"/>
                <a:gd name="T26" fmla="*/ 414 w 791"/>
                <a:gd name="T27" fmla="*/ 312 h 1067"/>
                <a:gd name="T28" fmla="*/ 330 w 791"/>
                <a:gd name="T29" fmla="*/ 322 h 1067"/>
                <a:gd name="T30" fmla="*/ 330 w 791"/>
                <a:gd name="T31" fmla="*/ 289 h 1067"/>
                <a:gd name="T32" fmla="*/ 332 w 791"/>
                <a:gd name="T33" fmla="*/ 114 h 1067"/>
                <a:gd name="T34" fmla="*/ 413 w 791"/>
                <a:gd name="T35" fmla="*/ 34 h 1067"/>
                <a:gd name="T36" fmla="*/ 493 w 791"/>
                <a:gd name="T37" fmla="*/ 114 h 1067"/>
                <a:gd name="T38" fmla="*/ 430 w 791"/>
                <a:gd name="T39" fmla="*/ 193 h 1067"/>
                <a:gd name="T40" fmla="*/ 430 w 791"/>
                <a:gd name="T41" fmla="*/ 157 h 1067"/>
                <a:gd name="T42" fmla="*/ 413 w 791"/>
                <a:gd name="T43" fmla="*/ 141 h 1067"/>
                <a:gd name="T44" fmla="*/ 397 w 791"/>
                <a:gd name="T45" fmla="*/ 157 h 1067"/>
                <a:gd name="T46" fmla="*/ 397 w 791"/>
                <a:gd name="T47" fmla="*/ 193 h 1067"/>
                <a:gd name="T48" fmla="*/ 332 w 791"/>
                <a:gd name="T49" fmla="*/ 114 h 1067"/>
                <a:gd name="T50" fmla="*/ 681 w 791"/>
                <a:gd name="T51" fmla="*/ 423 h 1067"/>
                <a:gd name="T52" fmla="*/ 529 w 791"/>
                <a:gd name="T53" fmla="*/ 330 h 1067"/>
                <a:gd name="T54" fmla="*/ 529 w 791"/>
                <a:gd name="T55" fmla="*/ 289 h 1067"/>
                <a:gd name="T56" fmla="*/ 488 w 791"/>
                <a:gd name="T57" fmla="*/ 248 h 1067"/>
                <a:gd name="T58" fmla="*/ 430 w 791"/>
                <a:gd name="T59" fmla="*/ 248 h 1067"/>
                <a:gd name="T60" fmla="*/ 430 w 791"/>
                <a:gd name="T61" fmla="*/ 227 h 1067"/>
                <a:gd name="T62" fmla="*/ 527 w 791"/>
                <a:gd name="T63" fmla="*/ 114 h 1067"/>
                <a:gd name="T64" fmla="*/ 413 w 791"/>
                <a:gd name="T65" fmla="*/ 0 h 1067"/>
                <a:gd name="T66" fmla="*/ 299 w 791"/>
                <a:gd name="T67" fmla="*/ 114 h 1067"/>
                <a:gd name="T68" fmla="*/ 397 w 791"/>
                <a:gd name="T69" fmla="*/ 227 h 1067"/>
                <a:gd name="T70" fmla="*/ 397 w 791"/>
                <a:gd name="T71" fmla="*/ 248 h 1067"/>
                <a:gd name="T72" fmla="*/ 338 w 791"/>
                <a:gd name="T73" fmla="*/ 248 h 1067"/>
                <a:gd name="T74" fmla="*/ 296 w 791"/>
                <a:gd name="T75" fmla="*/ 289 h 1067"/>
                <a:gd name="T76" fmla="*/ 296 w 791"/>
                <a:gd name="T77" fmla="*/ 331 h 1067"/>
                <a:gd name="T78" fmla="*/ 147 w 791"/>
                <a:gd name="T79" fmla="*/ 423 h 1067"/>
                <a:gd name="T80" fmla="*/ 147 w 791"/>
                <a:gd name="T81" fmla="*/ 956 h 1067"/>
                <a:gd name="T82" fmla="*/ 414 w 791"/>
                <a:gd name="T83" fmla="*/ 1067 h 1067"/>
                <a:gd name="T84" fmla="*/ 681 w 791"/>
                <a:gd name="T85" fmla="*/ 956 h 1067"/>
                <a:gd name="T86" fmla="*/ 791 w 791"/>
                <a:gd name="T87" fmla="*/ 690 h 1067"/>
                <a:gd name="T88" fmla="*/ 681 w 791"/>
                <a:gd name="T89" fmla="*/ 423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1" h="1067">
                  <a:moveTo>
                    <a:pt x="657" y="933"/>
                  </a:moveTo>
                  <a:cubicBezTo>
                    <a:pt x="592" y="998"/>
                    <a:pt x="506" y="1034"/>
                    <a:pt x="414" y="1034"/>
                  </a:cubicBezTo>
                  <a:cubicBezTo>
                    <a:pt x="322" y="1034"/>
                    <a:pt x="235" y="998"/>
                    <a:pt x="170" y="933"/>
                  </a:cubicBezTo>
                  <a:cubicBezTo>
                    <a:pt x="36" y="799"/>
                    <a:pt x="36" y="580"/>
                    <a:pt x="170" y="446"/>
                  </a:cubicBezTo>
                  <a:cubicBezTo>
                    <a:pt x="237" y="379"/>
                    <a:pt x="326" y="346"/>
                    <a:pt x="414" y="346"/>
                  </a:cubicBezTo>
                  <a:cubicBezTo>
                    <a:pt x="502" y="346"/>
                    <a:pt x="590" y="379"/>
                    <a:pt x="657" y="446"/>
                  </a:cubicBezTo>
                  <a:cubicBezTo>
                    <a:pt x="722" y="511"/>
                    <a:pt x="758" y="598"/>
                    <a:pt x="758" y="690"/>
                  </a:cubicBezTo>
                  <a:cubicBezTo>
                    <a:pt x="758" y="781"/>
                    <a:pt x="722" y="868"/>
                    <a:pt x="657" y="933"/>
                  </a:cubicBezTo>
                  <a:close/>
                  <a:moveTo>
                    <a:pt x="330" y="289"/>
                  </a:moveTo>
                  <a:cubicBezTo>
                    <a:pt x="330" y="285"/>
                    <a:pt x="333" y="281"/>
                    <a:pt x="338" y="281"/>
                  </a:cubicBezTo>
                  <a:lnTo>
                    <a:pt x="488" y="281"/>
                  </a:lnTo>
                  <a:cubicBezTo>
                    <a:pt x="492" y="281"/>
                    <a:pt x="496" y="285"/>
                    <a:pt x="496" y="289"/>
                  </a:cubicBezTo>
                  <a:lnTo>
                    <a:pt x="496" y="321"/>
                  </a:lnTo>
                  <a:cubicBezTo>
                    <a:pt x="469" y="315"/>
                    <a:pt x="442" y="312"/>
                    <a:pt x="414" y="312"/>
                  </a:cubicBezTo>
                  <a:cubicBezTo>
                    <a:pt x="385" y="312"/>
                    <a:pt x="357" y="316"/>
                    <a:pt x="330" y="322"/>
                  </a:cubicBezTo>
                  <a:lnTo>
                    <a:pt x="330" y="289"/>
                  </a:lnTo>
                  <a:close/>
                  <a:moveTo>
                    <a:pt x="332" y="114"/>
                  </a:moveTo>
                  <a:cubicBezTo>
                    <a:pt x="332" y="70"/>
                    <a:pt x="369" y="34"/>
                    <a:pt x="413" y="34"/>
                  </a:cubicBezTo>
                  <a:cubicBezTo>
                    <a:pt x="457" y="34"/>
                    <a:pt x="493" y="70"/>
                    <a:pt x="493" y="114"/>
                  </a:cubicBezTo>
                  <a:cubicBezTo>
                    <a:pt x="493" y="153"/>
                    <a:pt x="466" y="185"/>
                    <a:pt x="430" y="193"/>
                  </a:cubicBezTo>
                  <a:lnTo>
                    <a:pt x="430" y="157"/>
                  </a:lnTo>
                  <a:cubicBezTo>
                    <a:pt x="430" y="148"/>
                    <a:pt x="423" y="141"/>
                    <a:pt x="413" y="141"/>
                  </a:cubicBezTo>
                  <a:cubicBezTo>
                    <a:pt x="404" y="141"/>
                    <a:pt x="397" y="148"/>
                    <a:pt x="397" y="157"/>
                  </a:cubicBezTo>
                  <a:lnTo>
                    <a:pt x="397" y="193"/>
                  </a:lnTo>
                  <a:cubicBezTo>
                    <a:pt x="360" y="185"/>
                    <a:pt x="332" y="153"/>
                    <a:pt x="332" y="114"/>
                  </a:cubicBezTo>
                  <a:close/>
                  <a:moveTo>
                    <a:pt x="681" y="423"/>
                  </a:moveTo>
                  <a:cubicBezTo>
                    <a:pt x="637" y="380"/>
                    <a:pt x="586" y="348"/>
                    <a:pt x="529" y="330"/>
                  </a:cubicBezTo>
                  <a:lnTo>
                    <a:pt x="529" y="289"/>
                  </a:lnTo>
                  <a:cubicBezTo>
                    <a:pt x="529" y="266"/>
                    <a:pt x="511" y="248"/>
                    <a:pt x="488" y="248"/>
                  </a:cubicBezTo>
                  <a:lnTo>
                    <a:pt x="430" y="248"/>
                  </a:lnTo>
                  <a:lnTo>
                    <a:pt x="430" y="227"/>
                  </a:lnTo>
                  <a:cubicBezTo>
                    <a:pt x="485" y="218"/>
                    <a:pt x="527" y="171"/>
                    <a:pt x="527" y="114"/>
                  </a:cubicBezTo>
                  <a:cubicBezTo>
                    <a:pt x="527" y="51"/>
                    <a:pt x="476" y="0"/>
                    <a:pt x="413" y="0"/>
                  </a:cubicBezTo>
                  <a:cubicBezTo>
                    <a:pt x="350" y="0"/>
                    <a:pt x="299" y="51"/>
                    <a:pt x="299" y="114"/>
                  </a:cubicBezTo>
                  <a:cubicBezTo>
                    <a:pt x="299" y="171"/>
                    <a:pt x="342" y="219"/>
                    <a:pt x="397" y="227"/>
                  </a:cubicBezTo>
                  <a:lnTo>
                    <a:pt x="397" y="248"/>
                  </a:lnTo>
                  <a:lnTo>
                    <a:pt x="338" y="248"/>
                  </a:lnTo>
                  <a:cubicBezTo>
                    <a:pt x="315" y="248"/>
                    <a:pt x="296" y="266"/>
                    <a:pt x="296" y="289"/>
                  </a:cubicBezTo>
                  <a:lnTo>
                    <a:pt x="296" y="331"/>
                  </a:lnTo>
                  <a:cubicBezTo>
                    <a:pt x="241" y="349"/>
                    <a:pt x="189" y="380"/>
                    <a:pt x="147" y="423"/>
                  </a:cubicBezTo>
                  <a:cubicBezTo>
                    <a:pt x="0" y="570"/>
                    <a:pt x="0" y="809"/>
                    <a:pt x="147" y="956"/>
                  </a:cubicBezTo>
                  <a:cubicBezTo>
                    <a:pt x="218" y="1028"/>
                    <a:pt x="313" y="1067"/>
                    <a:pt x="414" y="1067"/>
                  </a:cubicBezTo>
                  <a:cubicBezTo>
                    <a:pt x="514" y="1067"/>
                    <a:pt x="609" y="1028"/>
                    <a:pt x="681" y="956"/>
                  </a:cubicBezTo>
                  <a:cubicBezTo>
                    <a:pt x="752" y="885"/>
                    <a:pt x="791" y="790"/>
                    <a:pt x="791" y="690"/>
                  </a:cubicBezTo>
                  <a:cubicBezTo>
                    <a:pt x="791" y="589"/>
                    <a:pt x="752" y="494"/>
                    <a:pt x="681" y="4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289">
              <a:extLst>
                <a:ext uri="{FF2B5EF4-FFF2-40B4-BE49-F238E27FC236}">
                  <a16:creationId xmlns:a16="http://schemas.microsoft.com/office/drawing/2014/main" id="{3333A050-B387-5CF3-2394-27803DD7A9AF}"/>
                </a:ext>
              </a:extLst>
            </p:cNvPr>
            <p:cNvSpPr>
              <a:spLocks noEditPoints="1"/>
            </p:cNvSpPr>
            <p:nvPr/>
          </p:nvSpPr>
          <p:spPr bwMode="auto">
            <a:xfrm>
              <a:off x="9358313" y="2846388"/>
              <a:ext cx="360363" cy="361950"/>
            </a:xfrm>
            <a:custGeom>
              <a:avLst/>
              <a:gdLst>
                <a:gd name="T0" fmla="*/ 491 w 603"/>
                <a:gd name="T1" fmla="*/ 491 h 603"/>
                <a:gd name="T2" fmla="*/ 318 w 603"/>
                <a:gd name="T3" fmla="*/ 569 h 603"/>
                <a:gd name="T4" fmla="*/ 318 w 603"/>
                <a:gd name="T5" fmla="*/ 534 h 603"/>
                <a:gd name="T6" fmla="*/ 301 w 603"/>
                <a:gd name="T7" fmla="*/ 517 h 603"/>
                <a:gd name="T8" fmla="*/ 301 w 603"/>
                <a:gd name="T9" fmla="*/ 517 h 603"/>
                <a:gd name="T10" fmla="*/ 285 w 603"/>
                <a:gd name="T11" fmla="*/ 534 h 603"/>
                <a:gd name="T12" fmla="*/ 285 w 603"/>
                <a:gd name="T13" fmla="*/ 569 h 603"/>
                <a:gd name="T14" fmla="*/ 112 w 603"/>
                <a:gd name="T15" fmla="*/ 491 h 603"/>
                <a:gd name="T16" fmla="*/ 35 w 603"/>
                <a:gd name="T17" fmla="*/ 318 h 603"/>
                <a:gd name="T18" fmla="*/ 70 w 603"/>
                <a:gd name="T19" fmla="*/ 318 h 603"/>
                <a:gd name="T20" fmla="*/ 86 w 603"/>
                <a:gd name="T21" fmla="*/ 301 h 603"/>
                <a:gd name="T22" fmla="*/ 69 w 603"/>
                <a:gd name="T23" fmla="*/ 285 h 603"/>
                <a:gd name="T24" fmla="*/ 35 w 603"/>
                <a:gd name="T25" fmla="*/ 285 h 603"/>
                <a:gd name="T26" fmla="*/ 112 w 603"/>
                <a:gd name="T27" fmla="*/ 112 h 603"/>
                <a:gd name="T28" fmla="*/ 285 w 603"/>
                <a:gd name="T29" fmla="*/ 34 h 603"/>
                <a:gd name="T30" fmla="*/ 285 w 603"/>
                <a:gd name="T31" fmla="*/ 70 h 603"/>
                <a:gd name="T32" fmla="*/ 302 w 603"/>
                <a:gd name="T33" fmla="*/ 86 h 603"/>
                <a:gd name="T34" fmla="*/ 302 w 603"/>
                <a:gd name="T35" fmla="*/ 86 h 603"/>
                <a:gd name="T36" fmla="*/ 319 w 603"/>
                <a:gd name="T37" fmla="*/ 69 h 603"/>
                <a:gd name="T38" fmla="*/ 318 w 603"/>
                <a:gd name="T39" fmla="*/ 34 h 603"/>
                <a:gd name="T40" fmla="*/ 491 w 603"/>
                <a:gd name="T41" fmla="*/ 112 h 603"/>
                <a:gd name="T42" fmla="*/ 569 w 603"/>
                <a:gd name="T43" fmla="*/ 285 h 603"/>
                <a:gd name="T44" fmla="*/ 534 w 603"/>
                <a:gd name="T45" fmla="*/ 285 h 603"/>
                <a:gd name="T46" fmla="*/ 517 w 603"/>
                <a:gd name="T47" fmla="*/ 302 h 603"/>
                <a:gd name="T48" fmla="*/ 534 w 603"/>
                <a:gd name="T49" fmla="*/ 319 h 603"/>
                <a:gd name="T50" fmla="*/ 534 w 603"/>
                <a:gd name="T51" fmla="*/ 319 h 603"/>
                <a:gd name="T52" fmla="*/ 569 w 603"/>
                <a:gd name="T53" fmla="*/ 318 h 603"/>
                <a:gd name="T54" fmla="*/ 491 w 603"/>
                <a:gd name="T55" fmla="*/ 491 h 603"/>
                <a:gd name="T56" fmla="*/ 515 w 603"/>
                <a:gd name="T57" fmla="*/ 89 h 603"/>
                <a:gd name="T58" fmla="*/ 302 w 603"/>
                <a:gd name="T59" fmla="*/ 0 h 603"/>
                <a:gd name="T60" fmla="*/ 89 w 603"/>
                <a:gd name="T61" fmla="*/ 89 h 603"/>
                <a:gd name="T62" fmla="*/ 0 w 603"/>
                <a:gd name="T63" fmla="*/ 302 h 603"/>
                <a:gd name="T64" fmla="*/ 89 w 603"/>
                <a:gd name="T65" fmla="*/ 515 h 603"/>
                <a:gd name="T66" fmla="*/ 302 w 603"/>
                <a:gd name="T67" fmla="*/ 603 h 603"/>
                <a:gd name="T68" fmla="*/ 515 w 603"/>
                <a:gd name="T69" fmla="*/ 515 h 603"/>
                <a:gd name="T70" fmla="*/ 603 w 603"/>
                <a:gd name="T71" fmla="*/ 302 h 603"/>
                <a:gd name="T72" fmla="*/ 515 w 603"/>
                <a:gd name="T73" fmla="*/ 89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3" h="603">
                  <a:moveTo>
                    <a:pt x="491" y="491"/>
                  </a:moveTo>
                  <a:cubicBezTo>
                    <a:pt x="444" y="538"/>
                    <a:pt x="384" y="565"/>
                    <a:pt x="318" y="569"/>
                  </a:cubicBezTo>
                  <a:lnTo>
                    <a:pt x="318" y="534"/>
                  </a:lnTo>
                  <a:cubicBezTo>
                    <a:pt x="318" y="524"/>
                    <a:pt x="310" y="517"/>
                    <a:pt x="301" y="517"/>
                  </a:cubicBezTo>
                  <a:lnTo>
                    <a:pt x="301" y="517"/>
                  </a:lnTo>
                  <a:cubicBezTo>
                    <a:pt x="292" y="517"/>
                    <a:pt x="285" y="525"/>
                    <a:pt x="285" y="534"/>
                  </a:cubicBezTo>
                  <a:lnTo>
                    <a:pt x="285" y="569"/>
                  </a:lnTo>
                  <a:cubicBezTo>
                    <a:pt x="220" y="565"/>
                    <a:pt x="159" y="538"/>
                    <a:pt x="112" y="491"/>
                  </a:cubicBezTo>
                  <a:cubicBezTo>
                    <a:pt x="65" y="444"/>
                    <a:pt x="38" y="383"/>
                    <a:pt x="35" y="318"/>
                  </a:cubicBezTo>
                  <a:lnTo>
                    <a:pt x="70" y="318"/>
                  </a:lnTo>
                  <a:cubicBezTo>
                    <a:pt x="79" y="318"/>
                    <a:pt x="86" y="310"/>
                    <a:pt x="86" y="301"/>
                  </a:cubicBezTo>
                  <a:cubicBezTo>
                    <a:pt x="86" y="292"/>
                    <a:pt x="79" y="285"/>
                    <a:pt x="69" y="285"/>
                  </a:cubicBezTo>
                  <a:lnTo>
                    <a:pt x="35" y="285"/>
                  </a:lnTo>
                  <a:cubicBezTo>
                    <a:pt x="39" y="220"/>
                    <a:pt x="66" y="159"/>
                    <a:pt x="112" y="112"/>
                  </a:cubicBezTo>
                  <a:cubicBezTo>
                    <a:pt x="159" y="65"/>
                    <a:pt x="220" y="38"/>
                    <a:pt x="285" y="34"/>
                  </a:cubicBezTo>
                  <a:lnTo>
                    <a:pt x="285" y="70"/>
                  </a:lnTo>
                  <a:cubicBezTo>
                    <a:pt x="285" y="79"/>
                    <a:pt x="293" y="86"/>
                    <a:pt x="302" y="86"/>
                  </a:cubicBezTo>
                  <a:lnTo>
                    <a:pt x="302" y="86"/>
                  </a:lnTo>
                  <a:cubicBezTo>
                    <a:pt x="311" y="86"/>
                    <a:pt x="319" y="78"/>
                    <a:pt x="319" y="69"/>
                  </a:cubicBezTo>
                  <a:lnTo>
                    <a:pt x="318" y="34"/>
                  </a:lnTo>
                  <a:cubicBezTo>
                    <a:pt x="384" y="38"/>
                    <a:pt x="445" y="65"/>
                    <a:pt x="491" y="112"/>
                  </a:cubicBezTo>
                  <a:cubicBezTo>
                    <a:pt x="538" y="159"/>
                    <a:pt x="565" y="220"/>
                    <a:pt x="569" y="285"/>
                  </a:cubicBezTo>
                  <a:lnTo>
                    <a:pt x="534" y="285"/>
                  </a:lnTo>
                  <a:cubicBezTo>
                    <a:pt x="524" y="285"/>
                    <a:pt x="517" y="293"/>
                    <a:pt x="517" y="302"/>
                  </a:cubicBezTo>
                  <a:cubicBezTo>
                    <a:pt x="517" y="311"/>
                    <a:pt x="525" y="319"/>
                    <a:pt x="534" y="319"/>
                  </a:cubicBezTo>
                  <a:lnTo>
                    <a:pt x="534" y="319"/>
                  </a:lnTo>
                  <a:lnTo>
                    <a:pt x="569" y="318"/>
                  </a:lnTo>
                  <a:cubicBezTo>
                    <a:pt x="565" y="384"/>
                    <a:pt x="538" y="444"/>
                    <a:pt x="491" y="491"/>
                  </a:cubicBezTo>
                  <a:close/>
                  <a:moveTo>
                    <a:pt x="515" y="89"/>
                  </a:moveTo>
                  <a:cubicBezTo>
                    <a:pt x="458" y="32"/>
                    <a:pt x="382" y="0"/>
                    <a:pt x="302" y="0"/>
                  </a:cubicBezTo>
                  <a:cubicBezTo>
                    <a:pt x="221" y="0"/>
                    <a:pt x="146" y="32"/>
                    <a:pt x="89" y="89"/>
                  </a:cubicBezTo>
                  <a:cubicBezTo>
                    <a:pt x="32" y="145"/>
                    <a:pt x="0" y="221"/>
                    <a:pt x="0" y="302"/>
                  </a:cubicBezTo>
                  <a:cubicBezTo>
                    <a:pt x="0" y="382"/>
                    <a:pt x="32" y="458"/>
                    <a:pt x="89" y="515"/>
                  </a:cubicBezTo>
                  <a:cubicBezTo>
                    <a:pt x="146" y="572"/>
                    <a:pt x="221" y="603"/>
                    <a:pt x="302" y="603"/>
                  </a:cubicBezTo>
                  <a:cubicBezTo>
                    <a:pt x="382" y="603"/>
                    <a:pt x="458" y="572"/>
                    <a:pt x="515" y="515"/>
                  </a:cubicBezTo>
                  <a:cubicBezTo>
                    <a:pt x="572" y="458"/>
                    <a:pt x="603" y="382"/>
                    <a:pt x="603" y="302"/>
                  </a:cubicBezTo>
                  <a:cubicBezTo>
                    <a:pt x="603" y="221"/>
                    <a:pt x="572" y="145"/>
                    <a:pt x="515"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290">
              <a:extLst>
                <a:ext uri="{FF2B5EF4-FFF2-40B4-BE49-F238E27FC236}">
                  <a16:creationId xmlns:a16="http://schemas.microsoft.com/office/drawing/2014/main" id="{26A51341-9673-7FEF-3665-20875684EBF9}"/>
                </a:ext>
              </a:extLst>
            </p:cNvPr>
            <p:cNvSpPr>
              <a:spLocks noEditPoints="1"/>
            </p:cNvSpPr>
            <p:nvPr/>
          </p:nvSpPr>
          <p:spPr bwMode="auto">
            <a:xfrm>
              <a:off x="9437688" y="2925763"/>
              <a:ext cx="201613" cy="201613"/>
            </a:xfrm>
            <a:custGeom>
              <a:avLst/>
              <a:gdLst>
                <a:gd name="T0" fmla="*/ 207 w 338"/>
                <a:gd name="T1" fmla="*/ 208 h 337"/>
                <a:gd name="T2" fmla="*/ 55 w 338"/>
                <a:gd name="T3" fmla="*/ 284 h 337"/>
                <a:gd name="T4" fmla="*/ 130 w 338"/>
                <a:gd name="T5" fmla="*/ 131 h 337"/>
                <a:gd name="T6" fmla="*/ 283 w 338"/>
                <a:gd name="T7" fmla="*/ 56 h 337"/>
                <a:gd name="T8" fmla="*/ 207 w 338"/>
                <a:gd name="T9" fmla="*/ 208 h 337"/>
                <a:gd name="T10" fmla="*/ 312 w 338"/>
                <a:gd name="T11" fmla="*/ 4 h 337"/>
                <a:gd name="T12" fmla="*/ 111 w 338"/>
                <a:gd name="T13" fmla="*/ 104 h 337"/>
                <a:gd name="T14" fmla="*/ 103 w 338"/>
                <a:gd name="T15" fmla="*/ 111 h 337"/>
                <a:gd name="T16" fmla="*/ 3 w 338"/>
                <a:gd name="T17" fmla="*/ 313 h 337"/>
                <a:gd name="T18" fmla="*/ 6 w 338"/>
                <a:gd name="T19" fmla="*/ 332 h 337"/>
                <a:gd name="T20" fmla="*/ 18 w 338"/>
                <a:gd name="T21" fmla="*/ 337 h 337"/>
                <a:gd name="T22" fmla="*/ 25 w 338"/>
                <a:gd name="T23" fmla="*/ 335 h 337"/>
                <a:gd name="T24" fmla="*/ 227 w 338"/>
                <a:gd name="T25" fmla="*/ 235 h 337"/>
                <a:gd name="T26" fmla="*/ 234 w 338"/>
                <a:gd name="T27" fmla="*/ 228 h 337"/>
                <a:gd name="T28" fmla="*/ 335 w 338"/>
                <a:gd name="T29" fmla="*/ 26 h 337"/>
                <a:gd name="T30" fmla="*/ 331 w 338"/>
                <a:gd name="T31" fmla="*/ 7 h 337"/>
                <a:gd name="T32" fmla="*/ 312 w 338"/>
                <a:gd name="T33" fmla="*/ 4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8" h="337">
                  <a:moveTo>
                    <a:pt x="207" y="208"/>
                  </a:moveTo>
                  <a:lnTo>
                    <a:pt x="55" y="284"/>
                  </a:lnTo>
                  <a:lnTo>
                    <a:pt x="130" y="131"/>
                  </a:lnTo>
                  <a:lnTo>
                    <a:pt x="283" y="56"/>
                  </a:lnTo>
                  <a:lnTo>
                    <a:pt x="207" y="208"/>
                  </a:lnTo>
                  <a:close/>
                  <a:moveTo>
                    <a:pt x="312" y="4"/>
                  </a:moveTo>
                  <a:lnTo>
                    <a:pt x="111" y="104"/>
                  </a:lnTo>
                  <a:cubicBezTo>
                    <a:pt x="107" y="106"/>
                    <a:pt x="105" y="108"/>
                    <a:pt x="103" y="111"/>
                  </a:cubicBezTo>
                  <a:lnTo>
                    <a:pt x="3" y="313"/>
                  </a:lnTo>
                  <a:cubicBezTo>
                    <a:pt x="0" y="320"/>
                    <a:pt x="1" y="327"/>
                    <a:pt x="6" y="332"/>
                  </a:cubicBezTo>
                  <a:cubicBezTo>
                    <a:pt x="9" y="336"/>
                    <a:pt x="13" y="337"/>
                    <a:pt x="18" y="337"/>
                  </a:cubicBezTo>
                  <a:cubicBezTo>
                    <a:pt x="20" y="337"/>
                    <a:pt x="23" y="337"/>
                    <a:pt x="25" y="335"/>
                  </a:cubicBezTo>
                  <a:lnTo>
                    <a:pt x="227" y="235"/>
                  </a:lnTo>
                  <a:cubicBezTo>
                    <a:pt x="230" y="234"/>
                    <a:pt x="233" y="231"/>
                    <a:pt x="234" y="228"/>
                  </a:cubicBezTo>
                  <a:lnTo>
                    <a:pt x="335" y="26"/>
                  </a:lnTo>
                  <a:cubicBezTo>
                    <a:pt x="338" y="20"/>
                    <a:pt x="336" y="12"/>
                    <a:pt x="331" y="7"/>
                  </a:cubicBezTo>
                  <a:cubicBezTo>
                    <a:pt x="326" y="2"/>
                    <a:pt x="319" y="0"/>
                    <a:pt x="312"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291">
              <a:extLst>
                <a:ext uri="{FF2B5EF4-FFF2-40B4-BE49-F238E27FC236}">
                  <a16:creationId xmlns:a16="http://schemas.microsoft.com/office/drawing/2014/main" id="{B275A645-55A1-1515-5C82-6A85A4A1305D}"/>
                </a:ext>
              </a:extLst>
            </p:cNvPr>
            <p:cNvSpPr>
              <a:spLocks noEditPoints="1"/>
            </p:cNvSpPr>
            <p:nvPr/>
          </p:nvSpPr>
          <p:spPr bwMode="auto">
            <a:xfrm>
              <a:off x="9510713" y="3000376"/>
              <a:ext cx="53975" cy="52388"/>
            </a:xfrm>
            <a:custGeom>
              <a:avLst/>
              <a:gdLst>
                <a:gd name="T0" fmla="*/ 40 w 92"/>
                <a:gd name="T1" fmla="*/ 39 h 87"/>
                <a:gd name="T2" fmla="*/ 46 w 92"/>
                <a:gd name="T3" fmla="*/ 37 h 87"/>
                <a:gd name="T4" fmla="*/ 52 w 92"/>
                <a:gd name="T5" fmla="*/ 39 h 87"/>
                <a:gd name="T6" fmla="*/ 52 w 92"/>
                <a:gd name="T7" fmla="*/ 51 h 87"/>
                <a:gd name="T8" fmla="*/ 40 w 92"/>
                <a:gd name="T9" fmla="*/ 51 h 87"/>
                <a:gd name="T10" fmla="*/ 40 w 92"/>
                <a:gd name="T11" fmla="*/ 39 h 87"/>
                <a:gd name="T12" fmla="*/ 16 w 92"/>
                <a:gd name="T13" fmla="*/ 75 h 87"/>
                <a:gd name="T14" fmla="*/ 46 w 92"/>
                <a:gd name="T15" fmla="*/ 87 h 87"/>
                <a:gd name="T16" fmla="*/ 75 w 92"/>
                <a:gd name="T17" fmla="*/ 75 h 87"/>
                <a:gd name="T18" fmla="*/ 75 w 92"/>
                <a:gd name="T19" fmla="*/ 16 h 87"/>
                <a:gd name="T20" fmla="*/ 75 w 92"/>
                <a:gd name="T21" fmla="*/ 16 h 87"/>
                <a:gd name="T22" fmla="*/ 16 w 92"/>
                <a:gd name="T23" fmla="*/ 16 h 87"/>
                <a:gd name="T24" fmla="*/ 16 w 92"/>
                <a:gd name="T25"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87">
                  <a:moveTo>
                    <a:pt x="40" y="39"/>
                  </a:moveTo>
                  <a:cubicBezTo>
                    <a:pt x="42" y="38"/>
                    <a:pt x="44" y="37"/>
                    <a:pt x="46" y="37"/>
                  </a:cubicBezTo>
                  <a:cubicBezTo>
                    <a:pt x="48" y="37"/>
                    <a:pt x="50" y="38"/>
                    <a:pt x="52" y="39"/>
                  </a:cubicBezTo>
                  <a:cubicBezTo>
                    <a:pt x="55" y="43"/>
                    <a:pt x="55" y="48"/>
                    <a:pt x="52" y="51"/>
                  </a:cubicBezTo>
                  <a:cubicBezTo>
                    <a:pt x="49" y="54"/>
                    <a:pt x="43" y="54"/>
                    <a:pt x="40" y="51"/>
                  </a:cubicBezTo>
                  <a:cubicBezTo>
                    <a:pt x="37" y="48"/>
                    <a:pt x="37" y="43"/>
                    <a:pt x="40" y="39"/>
                  </a:cubicBezTo>
                  <a:close/>
                  <a:moveTo>
                    <a:pt x="16" y="75"/>
                  </a:moveTo>
                  <a:cubicBezTo>
                    <a:pt x="25" y="83"/>
                    <a:pt x="35" y="87"/>
                    <a:pt x="46" y="87"/>
                  </a:cubicBezTo>
                  <a:cubicBezTo>
                    <a:pt x="57" y="87"/>
                    <a:pt x="67" y="83"/>
                    <a:pt x="75" y="75"/>
                  </a:cubicBezTo>
                  <a:cubicBezTo>
                    <a:pt x="92" y="58"/>
                    <a:pt x="92" y="32"/>
                    <a:pt x="75" y="16"/>
                  </a:cubicBezTo>
                  <a:lnTo>
                    <a:pt x="75" y="16"/>
                  </a:lnTo>
                  <a:cubicBezTo>
                    <a:pt x="59" y="0"/>
                    <a:pt x="33" y="0"/>
                    <a:pt x="16" y="16"/>
                  </a:cubicBezTo>
                  <a:cubicBezTo>
                    <a:pt x="0" y="32"/>
                    <a:pt x="0" y="58"/>
                    <a:pt x="16" y="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7" name="Computer8" descr="{&quot;Key&quot;:&quot;POWER_USER_SHAPE_ICON&quot;,&quot;Value&quot;:&quot;POWER_USER_SHAPE_ICON_STYLE_1&quot;}">
            <a:extLst>
              <a:ext uri="{FF2B5EF4-FFF2-40B4-BE49-F238E27FC236}">
                <a16:creationId xmlns:a16="http://schemas.microsoft.com/office/drawing/2014/main" id="{3B52BB5F-06A7-B6BD-E346-8C21F0066734}"/>
              </a:ext>
            </a:extLst>
          </p:cNvPr>
          <p:cNvGrpSpPr>
            <a:grpSpLocks noChangeAspect="1"/>
          </p:cNvGrpSpPr>
          <p:nvPr/>
        </p:nvGrpSpPr>
        <p:grpSpPr>
          <a:xfrm>
            <a:off x="8331742" y="5559978"/>
            <a:ext cx="538322" cy="572502"/>
            <a:chOff x="5295900" y="5576888"/>
            <a:chExt cx="600075" cy="638176"/>
          </a:xfrm>
          <a:solidFill>
            <a:schemeClr val="accent6"/>
          </a:solidFill>
        </p:grpSpPr>
        <p:sp>
          <p:nvSpPr>
            <p:cNvPr id="148" name="Freeform 233">
              <a:extLst>
                <a:ext uri="{FF2B5EF4-FFF2-40B4-BE49-F238E27FC236}">
                  <a16:creationId xmlns:a16="http://schemas.microsoft.com/office/drawing/2014/main" id="{BD58A4BF-BF1B-0802-0920-5B9A4F31FD93}"/>
                </a:ext>
              </a:extLst>
            </p:cNvPr>
            <p:cNvSpPr>
              <a:spLocks noEditPoints="1"/>
            </p:cNvSpPr>
            <p:nvPr/>
          </p:nvSpPr>
          <p:spPr bwMode="auto">
            <a:xfrm>
              <a:off x="5332413" y="5576888"/>
              <a:ext cx="523875" cy="454025"/>
            </a:xfrm>
            <a:custGeom>
              <a:avLst/>
              <a:gdLst>
                <a:gd name="T0" fmla="*/ 843 w 876"/>
                <a:gd name="T1" fmla="*/ 34 h 758"/>
                <a:gd name="T2" fmla="*/ 843 w 876"/>
                <a:gd name="T3" fmla="*/ 489 h 758"/>
                <a:gd name="T4" fmla="*/ 33 w 876"/>
                <a:gd name="T5" fmla="*/ 489 h 758"/>
                <a:gd name="T6" fmla="*/ 33 w 876"/>
                <a:gd name="T7" fmla="*/ 34 h 758"/>
                <a:gd name="T8" fmla="*/ 843 w 876"/>
                <a:gd name="T9" fmla="*/ 34 h 758"/>
                <a:gd name="T10" fmla="*/ 33 w 876"/>
                <a:gd name="T11" fmla="*/ 608 h 758"/>
                <a:gd name="T12" fmla="*/ 33 w 876"/>
                <a:gd name="T13" fmla="*/ 522 h 758"/>
                <a:gd name="T14" fmla="*/ 843 w 876"/>
                <a:gd name="T15" fmla="*/ 522 h 758"/>
                <a:gd name="T16" fmla="*/ 843 w 876"/>
                <a:gd name="T17" fmla="*/ 608 h 758"/>
                <a:gd name="T18" fmla="*/ 33 w 876"/>
                <a:gd name="T19" fmla="*/ 608 h 758"/>
                <a:gd name="T20" fmla="*/ 573 w 876"/>
                <a:gd name="T21" fmla="*/ 724 h 758"/>
                <a:gd name="T22" fmla="*/ 303 w 876"/>
                <a:gd name="T23" fmla="*/ 724 h 758"/>
                <a:gd name="T24" fmla="*/ 336 w 876"/>
                <a:gd name="T25" fmla="*/ 641 h 758"/>
                <a:gd name="T26" fmla="*/ 541 w 876"/>
                <a:gd name="T27" fmla="*/ 641 h 758"/>
                <a:gd name="T28" fmla="*/ 573 w 876"/>
                <a:gd name="T29" fmla="*/ 724 h 758"/>
                <a:gd name="T30" fmla="*/ 16 w 876"/>
                <a:gd name="T31" fmla="*/ 641 h 758"/>
                <a:gd name="T32" fmla="*/ 300 w 876"/>
                <a:gd name="T33" fmla="*/ 641 h 758"/>
                <a:gd name="T34" fmla="*/ 267 w 876"/>
                <a:gd name="T35" fmla="*/ 724 h 758"/>
                <a:gd name="T36" fmla="*/ 222 w 876"/>
                <a:gd name="T37" fmla="*/ 724 h 758"/>
                <a:gd name="T38" fmla="*/ 206 w 876"/>
                <a:gd name="T39" fmla="*/ 741 h 758"/>
                <a:gd name="T40" fmla="*/ 222 w 876"/>
                <a:gd name="T41" fmla="*/ 758 h 758"/>
                <a:gd name="T42" fmla="*/ 654 w 876"/>
                <a:gd name="T43" fmla="*/ 758 h 758"/>
                <a:gd name="T44" fmla="*/ 670 w 876"/>
                <a:gd name="T45" fmla="*/ 741 h 758"/>
                <a:gd name="T46" fmla="*/ 654 w 876"/>
                <a:gd name="T47" fmla="*/ 724 h 758"/>
                <a:gd name="T48" fmla="*/ 609 w 876"/>
                <a:gd name="T49" fmla="*/ 724 h 758"/>
                <a:gd name="T50" fmla="*/ 576 w 876"/>
                <a:gd name="T51" fmla="*/ 641 h 758"/>
                <a:gd name="T52" fmla="*/ 860 w 876"/>
                <a:gd name="T53" fmla="*/ 641 h 758"/>
                <a:gd name="T54" fmla="*/ 876 w 876"/>
                <a:gd name="T55" fmla="*/ 625 h 758"/>
                <a:gd name="T56" fmla="*/ 876 w 876"/>
                <a:gd name="T57" fmla="*/ 17 h 758"/>
                <a:gd name="T58" fmla="*/ 860 w 876"/>
                <a:gd name="T59" fmla="*/ 0 h 758"/>
                <a:gd name="T60" fmla="*/ 16 w 876"/>
                <a:gd name="T61" fmla="*/ 0 h 758"/>
                <a:gd name="T62" fmla="*/ 0 w 876"/>
                <a:gd name="T63" fmla="*/ 17 h 758"/>
                <a:gd name="T64" fmla="*/ 0 w 876"/>
                <a:gd name="T65" fmla="*/ 625 h 758"/>
                <a:gd name="T66" fmla="*/ 16 w 876"/>
                <a:gd name="T67" fmla="*/ 641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6" h="758">
                  <a:moveTo>
                    <a:pt x="843" y="34"/>
                  </a:moveTo>
                  <a:lnTo>
                    <a:pt x="843" y="489"/>
                  </a:lnTo>
                  <a:lnTo>
                    <a:pt x="33" y="489"/>
                  </a:lnTo>
                  <a:lnTo>
                    <a:pt x="33" y="34"/>
                  </a:lnTo>
                  <a:lnTo>
                    <a:pt x="843" y="34"/>
                  </a:lnTo>
                  <a:close/>
                  <a:moveTo>
                    <a:pt x="33" y="608"/>
                  </a:moveTo>
                  <a:lnTo>
                    <a:pt x="33" y="522"/>
                  </a:lnTo>
                  <a:lnTo>
                    <a:pt x="843" y="522"/>
                  </a:lnTo>
                  <a:lnTo>
                    <a:pt x="843" y="608"/>
                  </a:lnTo>
                  <a:lnTo>
                    <a:pt x="33" y="608"/>
                  </a:lnTo>
                  <a:close/>
                  <a:moveTo>
                    <a:pt x="573" y="724"/>
                  </a:moveTo>
                  <a:lnTo>
                    <a:pt x="303" y="724"/>
                  </a:lnTo>
                  <a:lnTo>
                    <a:pt x="336" y="641"/>
                  </a:lnTo>
                  <a:lnTo>
                    <a:pt x="541" y="641"/>
                  </a:lnTo>
                  <a:lnTo>
                    <a:pt x="573" y="724"/>
                  </a:lnTo>
                  <a:close/>
                  <a:moveTo>
                    <a:pt x="16" y="641"/>
                  </a:moveTo>
                  <a:lnTo>
                    <a:pt x="300" y="641"/>
                  </a:lnTo>
                  <a:lnTo>
                    <a:pt x="267" y="724"/>
                  </a:lnTo>
                  <a:lnTo>
                    <a:pt x="222" y="724"/>
                  </a:lnTo>
                  <a:cubicBezTo>
                    <a:pt x="213" y="724"/>
                    <a:pt x="206" y="732"/>
                    <a:pt x="206" y="741"/>
                  </a:cubicBezTo>
                  <a:cubicBezTo>
                    <a:pt x="206" y="750"/>
                    <a:pt x="213" y="758"/>
                    <a:pt x="222" y="758"/>
                  </a:cubicBezTo>
                  <a:lnTo>
                    <a:pt x="654" y="758"/>
                  </a:lnTo>
                  <a:cubicBezTo>
                    <a:pt x="663" y="758"/>
                    <a:pt x="670" y="750"/>
                    <a:pt x="670" y="741"/>
                  </a:cubicBezTo>
                  <a:cubicBezTo>
                    <a:pt x="670" y="732"/>
                    <a:pt x="663" y="724"/>
                    <a:pt x="654" y="724"/>
                  </a:cubicBezTo>
                  <a:lnTo>
                    <a:pt x="609" y="724"/>
                  </a:lnTo>
                  <a:lnTo>
                    <a:pt x="576" y="641"/>
                  </a:lnTo>
                  <a:lnTo>
                    <a:pt x="860" y="641"/>
                  </a:lnTo>
                  <a:cubicBezTo>
                    <a:pt x="869" y="641"/>
                    <a:pt x="876" y="634"/>
                    <a:pt x="876" y="625"/>
                  </a:cubicBezTo>
                  <a:lnTo>
                    <a:pt x="876" y="17"/>
                  </a:lnTo>
                  <a:cubicBezTo>
                    <a:pt x="876" y="8"/>
                    <a:pt x="869" y="0"/>
                    <a:pt x="860" y="0"/>
                  </a:cubicBezTo>
                  <a:lnTo>
                    <a:pt x="16" y="0"/>
                  </a:lnTo>
                  <a:cubicBezTo>
                    <a:pt x="7" y="0"/>
                    <a:pt x="0" y="8"/>
                    <a:pt x="0" y="17"/>
                  </a:cubicBezTo>
                  <a:lnTo>
                    <a:pt x="0" y="625"/>
                  </a:lnTo>
                  <a:cubicBezTo>
                    <a:pt x="0" y="634"/>
                    <a:pt x="7" y="641"/>
                    <a:pt x="16" y="6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234">
              <a:extLst>
                <a:ext uri="{FF2B5EF4-FFF2-40B4-BE49-F238E27FC236}">
                  <a16:creationId xmlns:a16="http://schemas.microsoft.com/office/drawing/2014/main" id="{7123309D-6F52-BA87-BC58-2BFF23D3F5EB}"/>
                </a:ext>
              </a:extLst>
            </p:cNvPr>
            <p:cNvSpPr>
              <a:spLocks/>
            </p:cNvSpPr>
            <p:nvPr/>
          </p:nvSpPr>
          <p:spPr bwMode="auto">
            <a:xfrm>
              <a:off x="5568950" y="5907088"/>
              <a:ext cx="50800" cy="20638"/>
            </a:xfrm>
            <a:custGeom>
              <a:avLst/>
              <a:gdLst>
                <a:gd name="T0" fmla="*/ 69 w 86"/>
                <a:gd name="T1" fmla="*/ 0 h 33"/>
                <a:gd name="T2" fmla="*/ 17 w 86"/>
                <a:gd name="T3" fmla="*/ 0 h 33"/>
                <a:gd name="T4" fmla="*/ 0 w 86"/>
                <a:gd name="T5" fmla="*/ 16 h 33"/>
                <a:gd name="T6" fmla="*/ 17 w 86"/>
                <a:gd name="T7" fmla="*/ 33 h 33"/>
                <a:gd name="T8" fmla="*/ 69 w 86"/>
                <a:gd name="T9" fmla="*/ 33 h 33"/>
                <a:gd name="T10" fmla="*/ 86 w 86"/>
                <a:gd name="T11" fmla="*/ 16 h 33"/>
                <a:gd name="T12" fmla="*/ 69 w 86"/>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6" h="33">
                  <a:moveTo>
                    <a:pt x="69" y="0"/>
                  </a:moveTo>
                  <a:lnTo>
                    <a:pt x="17" y="0"/>
                  </a:lnTo>
                  <a:cubicBezTo>
                    <a:pt x="8" y="0"/>
                    <a:pt x="0" y="7"/>
                    <a:pt x="0" y="16"/>
                  </a:cubicBezTo>
                  <a:cubicBezTo>
                    <a:pt x="0" y="25"/>
                    <a:pt x="8" y="33"/>
                    <a:pt x="17" y="33"/>
                  </a:cubicBezTo>
                  <a:lnTo>
                    <a:pt x="69" y="33"/>
                  </a:lnTo>
                  <a:cubicBezTo>
                    <a:pt x="78" y="33"/>
                    <a:pt x="86" y="25"/>
                    <a:pt x="86" y="16"/>
                  </a:cubicBezTo>
                  <a:cubicBezTo>
                    <a:pt x="86" y="7"/>
                    <a:pt x="78" y="0"/>
                    <a:pt x="6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35">
              <a:extLst>
                <a:ext uri="{FF2B5EF4-FFF2-40B4-BE49-F238E27FC236}">
                  <a16:creationId xmlns:a16="http://schemas.microsoft.com/office/drawing/2014/main" id="{F05F60E2-91FE-79DD-5E15-BB826156D20C}"/>
                </a:ext>
              </a:extLst>
            </p:cNvPr>
            <p:cNvSpPr>
              <a:spLocks noEditPoints="1"/>
            </p:cNvSpPr>
            <p:nvPr/>
          </p:nvSpPr>
          <p:spPr bwMode="auto">
            <a:xfrm>
              <a:off x="5295900" y="6061076"/>
              <a:ext cx="600075" cy="153988"/>
            </a:xfrm>
            <a:custGeom>
              <a:avLst/>
              <a:gdLst>
                <a:gd name="T0" fmla="*/ 966 w 1005"/>
                <a:gd name="T1" fmla="*/ 216 h 258"/>
                <a:gd name="T2" fmla="*/ 950 w 1005"/>
                <a:gd name="T3" fmla="*/ 225 h 258"/>
                <a:gd name="T4" fmla="*/ 56 w 1005"/>
                <a:gd name="T5" fmla="*/ 225 h 258"/>
                <a:gd name="T6" fmla="*/ 40 w 1005"/>
                <a:gd name="T7" fmla="*/ 216 h 258"/>
                <a:gd name="T8" fmla="*/ 38 w 1005"/>
                <a:gd name="T9" fmla="*/ 199 h 258"/>
                <a:gd name="T10" fmla="*/ 95 w 1005"/>
                <a:gd name="T11" fmla="*/ 46 h 258"/>
                <a:gd name="T12" fmla="*/ 113 w 1005"/>
                <a:gd name="T13" fmla="*/ 34 h 258"/>
                <a:gd name="T14" fmla="*/ 892 w 1005"/>
                <a:gd name="T15" fmla="*/ 34 h 258"/>
                <a:gd name="T16" fmla="*/ 910 w 1005"/>
                <a:gd name="T17" fmla="*/ 46 h 258"/>
                <a:gd name="T18" fmla="*/ 968 w 1005"/>
                <a:gd name="T19" fmla="*/ 199 h 258"/>
                <a:gd name="T20" fmla="*/ 966 w 1005"/>
                <a:gd name="T21" fmla="*/ 216 h 258"/>
                <a:gd name="T22" fmla="*/ 999 w 1005"/>
                <a:gd name="T23" fmla="*/ 187 h 258"/>
                <a:gd name="T24" fmla="*/ 941 w 1005"/>
                <a:gd name="T25" fmla="*/ 34 h 258"/>
                <a:gd name="T26" fmla="*/ 892 w 1005"/>
                <a:gd name="T27" fmla="*/ 0 h 258"/>
                <a:gd name="T28" fmla="*/ 113 w 1005"/>
                <a:gd name="T29" fmla="*/ 0 h 258"/>
                <a:gd name="T30" fmla="*/ 64 w 1005"/>
                <a:gd name="T31" fmla="*/ 34 h 258"/>
                <a:gd name="T32" fmla="*/ 6 w 1005"/>
                <a:gd name="T33" fmla="*/ 187 h 258"/>
                <a:gd name="T34" fmla="*/ 12 w 1005"/>
                <a:gd name="T35" fmla="*/ 235 h 258"/>
                <a:gd name="T36" fmla="*/ 56 w 1005"/>
                <a:gd name="T37" fmla="*/ 258 h 258"/>
                <a:gd name="T38" fmla="*/ 950 w 1005"/>
                <a:gd name="T39" fmla="*/ 258 h 258"/>
                <a:gd name="T40" fmla="*/ 993 w 1005"/>
                <a:gd name="T41" fmla="*/ 235 h 258"/>
                <a:gd name="T42" fmla="*/ 999 w 1005"/>
                <a:gd name="T43" fmla="*/ 18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5" h="258">
                  <a:moveTo>
                    <a:pt x="966" y="216"/>
                  </a:moveTo>
                  <a:cubicBezTo>
                    <a:pt x="962" y="222"/>
                    <a:pt x="956" y="225"/>
                    <a:pt x="950" y="225"/>
                  </a:cubicBezTo>
                  <a:lnTo>
                    <a:pt x="56" y="225"/>
                  </a:lnTo>
                  <a:cubicBezTo>
                    <a:pt x="49" y="225"/>
                    <a:pt x="43" y="222"/>
                    <a:pt x="40" y="216"/>
                  </a:cubicBezTo>
                  <a:cubicBezTo>
                    <a:pt x="36" y="211"/>
                    <a:pt x="35" y="205"/>
                    <a:pt x="38" y="199"/>
                  </a:cubicBezTo>
                  <a:lnTo>
                    <a:pt x="95" y="46"/>
                  </a:lnTo>
                  <a:cubicBezTo>
                    <a:pt x="98" y="39"/>
                    <a:pt x="105" y="34"/>
                    <a:pt x="113" y="34"/>
                  </a:cubicBezTo>
                  <a:lnTo>
                    <a:pt x="892" y="34"/>
                  </a:lnTo>
                  <a:cubicBezTo>
                    <a:pt x="900" y="34"/>
                    <a:pt x="907" y="39"/>
                    <a:pt x="910" y="46"/>
                  </a:cubicBezTo>
                  <a:lnTo>
                    <a:pt x="968" y="199"/>
                  </a:lnTo>
                  <a:cubicBezTo>
                    <a:pt x="970" y="205"/>
                    <a:pt x="969" y="211"/>
                    <a:pt x="966" y="216"/>
                  </a:cubicBezTo>
                  <a:close/>
                  <a:moveTo>
                    <a:pt x="999" y="187"/>
                  </a:moveTo>
                  <a:lnTo>
                    <a:pt x="941" y="34"/>
                  </a:lnTo>
                  <a:cubicBezTo>
                    <a:pt x="933" y="14"/>
                    <a:pt x="914" y="0"/>
                    <a:pt x="892" y="0"/>
                  </a:cubicBezTo>
                  <a:lnTo>
                    <a:pt x="113" y="0"/>
                  </a:lnTo>
                  <a:cubicBezTo>
                    <a:pt x="92" y="0"/>
                    <a:pt x="72" y="14"/>
                    <a:pt x="64" y="34"/>
                  </a:cubicBezTo>
                  <a:lnTo>
                    <a:pt x="6" y="187"/>
                  </a:lnTo>
                  <a:cubicBezTo>
                    <a:pt x="0" y="203"/>
                    <a:pt x="2" y="221"/>
                    <a:pt x="12" y="235"/>
                  </a:cubicBezTo>
                  <a:cubicBezTo>
                    <a:pt x="22" y="249"/>
                    <a:pt x="38" y="258"/>
                    <a:pt x="56" y="258"/>
                  </a:cubicBezTo>
                  <a:lnTo>
                    <a:pt x="950" y="258"/>
                  </a:lnTo>
                  <a:cubicBezTo>
                    <a:pt x="967" y="258"/>
                    <a:pt x="983" y="249"/>
                    <a:pt x="993" y="235"/>
                  </a:cubicBezTo>
                  <a:cubicBezTo>
                    <a:pt x="1003" y="221"/>
                    <a:pt x="1005" y="203"/>
                    <a:pt x="999"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36">
              <a:extLst>
                <a:ext uri="{FF2B5EF4-FFF2-40B4-BE49-F238E27FC236}">
                  <a16:creationId xmlns:a16="http://schemas.microsoft.com/office/drawing/2014/main" id="{270D02BB-7DC7-5033-B6CB-29CA3273CA7C}"/>
                </a:ext>
              </a:extLst>
            </p:cNvPr>
            <p:cNvSpPr>
              <a:spLocks/>
            </p:cNvSpPr>
            <p:nvPr/>
          </p:nvSpPr>
          <p:spPr bwMode="auto">
            <a:xfrm>
              <a:off x="5354638" y="6105526"/>
              <a:ext cx="39688"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237">
              <a:extLst>
                <a:ext uri="{FF2B5EF4-FFF2-40B4-BE49-F238E27FC236}">
                  <a16:creationId xmlns:a16="http://schemas.microsoft.com/office/drawing/2014/main" id="{788F3E57-A086-4B17-ADAB-41292A838FFF}"/>
                </a:ext>
              </a:extLst>
            </p:cNvPr>
            <p:cNvSpPr>
              <a:spLocks/>
            </p:cNvSpPr>
            <p:nvPr/>
          </p:nvSpPr>
          <p:spPr bwMode="auto">
            <a:xfrm>
              <a:off x="5403850"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59" y="33"/>
                    <a:pt x="67" y="26"/>
                    <a:pt x="67" y="17"/>
                  </a:cubicBezTo>
                  <a:cubicBezTo>
                    <a:pt x="67" y="7"/>
                    <a:pt x="59"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238">
              <a:extLst>
                <a:ext uri="{FF2B5EF4-FFF2-40B4-BE49-F238E27FC236}">
                  <a16:creationId xmlns:a16="http://schemas.microsoft.com/office/drawing/2014/main" id="{0C479D1F-ABBD-6242-1EAE-E97905BD2353}"/>
                </a:ext>
              </a:extLst>
            </p:cNvPr>
            <p:cNvSpPr>
              <a:spLocks/>
            </p:cNvSpPr>
            <p:nvPr/>
          </p:nvSpPr>
          <p:spPr bwMode="auto">
            <a:xfrm>
              <a:off x="5453063" y="6105526"/>
              <a:ext cx="39688" cy="20638"/>
            </a:xfrm>
            <a:custGeom>
              <a:avLst/>
              <a:gdLst>
                <a:gd name="T0" fmla="*/ 67 w 67"/>
                <a:gd name="T1" fmla="*/ 17 h 33"/>
                <a:gd name="T2" fmla="*/ 50 w 67"/>
                <a:gd name="T3" fmla="*/ 0 h 33"/>
                <a:gd name="T4" fmla="*/ 17 w 67"/>
                <a:gd name="T5" fmla="*/ 0 h 33"/>
                <a:gd name="T6" fmla="*/ 0 w 67"/>
                <a:gd name="T7" fmla="*/ 17 h 33"/>
                <a:gd name="T8" fmla="*/ 17 w 67"/>
                <a:gd name="T9" fmla="*/ 33 h 33"/>
                <a:gd name="T10" fmla="*/ 50 w 67"/>
                <a:gd name="T11" fmla="*/ 33 h 33"/>
                <a:gd name="T12" fmla="*/ 67 w 6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67" y="17"/>
                  </a:moveTo>
                  <a:cubicBezTo>
                    <a:pt x="67" y="7"/>
                    <a:pt x="59" y="0"/>
                    <a:pt x="50" y="0"/>
                  </a:cubicBezTo>
                  <a:lnTo>
                    <a:pt x="17" y="0"/>
                  </a:lnTo>
                  <a:cubicBezTo>
                    <a:pt x="8" y="0"/>
                    <a:pt x="0" y="7"/>
                    <a:pt x="0" y="17"/>
                  </a:cubicBezTo>
                  <a:cubicBezTo>
                    <a:pt x="0" y="26"/>
                    <a:pt x="8" y="33"/>
                    <a:pt x="17" y="33"/>
                  </a:cubicBezTo>
                  <a:lnTo>
                    <a:pt x="50" y="33"/>
                  </a:lnTo>
                  <a:cubicBezTo>
                    <a:pt x="59" y="33"/>
                    <a:pt x="67" y="26"/>
                    <a:pt x="67"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239">
              <a:extLst>
                <a:ext uri="{FF2B5EF4-FFF2-40B4-BE49-F238E27FC236}">
                  <a16:creationId xmlns:a16="http://schemas.microsoft.com/office/drawing/2014/main" id="{2AC8D0EE-3EA8-8752-D435-775CFCB7CCBF}"/>
                </a:ext>
              </a:extLst>
            </p:cNvPr>
            <p:cNvSpPr>
              <a:spLocks/>
            </p:cNvSpPr>
            <p:nvPr/>
          </p:nvSpPr>
          <p:spPr bwMode="auto">
            <a:xfrm>
              <a:off x="550227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59" y="33"/>
                    <a:pt x="67" y="26"/>
                    <a:pt x="67" y="17"/>
                  </a:cubicBezTo>
                  <a:cubicBezTo>
                    <a:pt x="67" y="7"/>
                    <a:pt x="59"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40">
              <a:extLst>
                <a:ext uri="{FF2B5EF4-FFF2-40B4-BE49-F238E27FC236}">
                  <a16:creationId xmlns:a16="http://schemas.microsoft.com/office/drawing/2014/main" id="{F4064C2F-C745-1708-AF10-7A446B28E595}"/>
                </a:ext>
              </a:extLst>
            </p:cNvPr>
            <p:cNvSpPr>
              <a:spLocks/>
            </p:cNvSpPr>
            <p:nvPr/>
          </p:nvSpPr>
          <p:spPr bwMode="auto">
            <a:xfrm>
              <a:off x="5551488"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41">
              <a:extLst>
                <a:ext uri="{FF2B5EF4-FFF2-40B4-BE49-F238E27FC236}">
                  <a16:creationId xmlns:a16="http://schemas.microsoft.com/office/drawing/2014/main" id="{C0B42FFF-14C4-D1B9-746F-D87AFA3717E4}"/>
                </a:ext>
              </a:extLst>
            </p:cNvPr>
            <p:cNvSpPr>
              <a:spLocks/>
            </p:cNvSpPr>
            <p:nvPr/>
          </p:nvSpPr>
          <p:spPr bwMode="auto">
            <a:xfrm>
              <a:off x="5599113" y="6105526"/>
              <a:ext cx="41275"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60" y="33"/>
                    <a:pt x="67" y="26"/>
                    <a:pt x="67" y="17"/>
                  </a:cubicBezTo>
                  <a:cubicBezTo>
                    <a:pt x="67" y="7"/>
                    <a:pt x="60"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42">
              <a:extLst>
                <a:ext uri="{FF2B5EF4-FFF2-40B4-BE49-F238E27FC236}">
                  <a16:creationId xmlns:a16="http://schemas.microsoft.com/office/drawing/2014/main" id="{8A031988-B049-00D5-2FEA-A326C3137F8A}"/>
                </a:ext>
              </a:extLst>
            </p:cNvPr>
            <p:cNvSpPr>
              <a:spLocks/>
            </p:cNvSpPr>
            <p:nvPr/>
          </p:nvSpPr>
          <p:spPr bwMode="auto">
            <a:xfrm>
              <a:off x="564832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43">
              <a:extLst>
                <a:ext uri="{FF2B5EF4-FFF2-40B4-BE49-F238E27FC236}">
                  <a16:creationId xmlns:a16="http://schemas.microsoft.com/office/drawing/2014/main" id="{D3DF7467-37DA-F31C-56D7-386A463721FF}"/>
                </a:ext>
              </a:extLst>
            </p:cNvPr>
            <p:cNvSpPr>
              <a:spLocks/>
            </p:cNvSpPr>
            <p:nvPr/>
          </p:nvSpPr>
          <p:spPr bwMode="auto">
            <a:xfrm>
              <a:off x="5697538"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60" y="33"/>
                    <a:pt x="67" y="26"/>
                    <a:pt x="67" y="17"/>
                  </a:cubicBezTo>
                  <a:cubicBezTo>
                    <a:pt x="67" y="7"/>
                    <a:pt x="60"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244">
              <a:extLst>
                <a:ext uri="{FF2B5EF4-FFF2-40B4-BE49-F238E27FC236}">
                  <a16:creationId xmlns:a16="http://schemas.microsoft.com/office/drawing/2014/main" id="{C700298E-3251-7605-5AEC-209CF20E41AE}"/>
                </a:ext>
              </a:extLst>
            </p:cNvPr>
            <p:cNvSpPr>
              <a:spLocks/>
            </p:cNvSpPr>
            <p:nvPr/>
          </p:nvSpPr>
          <p:spPr bwMode="auto">
            <a:xfrm>
              <a:off x="5746750"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245">
              <a:extLst>
                <a:ext uri="{FF2B5EF4-FFF2-40B4-BE49-F238E27FC236}">
                  <a16:creationId xmlns:a16="http://schemas.microsoft.com/office/drawing/2014/main" id="{ADDFCD76-000C-F828-663B-552B6395052B}"/>
                </a:ext>
              </a:extLst>
            </p:cNvPr>
            <p:cNvSpPr>
              <a:spLocks/>
            </p:cNvSpPr>
            <p:nvPr/>
          </p:nvSpPr>
          <p:spPr bwMode="auto">
            <a:xfrm>
              <a:off x="5795963"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46">
              <a:extLst>
                <a:ext uri="{FF2B5EF4-FFF2-40B4-BE49-F238E27FC236}">
                  <a16:creationId xmlns:a16="http://schemas.microsoft.com/office/drawing/2014/main" id="{FD4FA7F2-F61E-7985-BD66-EB519465FF2E}"/>
                </a:ext>
              </a:extLst>
            </p:cNvPr>
            <p:cNvSpPr>
              <a:spLocks/>
            </p:cNvSpPr>
            <p:nvPr/>
          </p:nvSpPr>
          <p:spPr bwMode="auto">
            <a:xfrm>
              <a:off x="5464175" y="6151563"/>
              <a:ext cx="157163" cy="19050"/>
            </a:xfrm>
            <a:custGeom>
              <a:avLst/>
              <a:gdLst>
                <a:gd name="T0" fmla="*/ 246 w 262"/>
                <a:gd name="T1" fmla="*/ 0 h 33"/>
                <a:gd name="T2" fmla="*/ 17 w 262"/>
                <a:gd name="T3" fmla="*/ 0 h 33"/>
                <a:gd name="T4" fmla="*/ 0 w 262"/>
                <a:gd name="T5" fmla="*/ 17 h 33"/>
                <a:gd name="T6" fmla="*/ 17 w 262"/>
                <a:gd name="T7" fmla="*/ 33 h 33"/>
                <a:gd name="T8" fmla="*/ 246 w 262"/>
                <a:gd name="T9" fmla="*/ 33 h 33"/>
                <a:gd name="T10" fmla="*/ 262 w 262"/>
                <a:gd name="T11" fmla="*/ 17 h 33"/>
                <a:gd name="T12" fmla="*/ 246 w 262"/>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62" h="33">
                  <a:moveTo>
                    <a:pt x="246" y="0"/>
                  </a:moveTo>
                  <a:lnTo>
                    <a:pt x="17" y="0"/>
                  </a:lnTo>
                  <a:cubicBezTo>
                    <a:pt x="7" y="0"/>
                    <a:pt x="0" y="7"/>
                    <a:pt x="0" y="17"/>
                  </a:cubicBezTo>
                  <a:cubicBezTo>
                    <a:pt x="0" y="26"/>
                    <a:pt x="7" y="33"/>
                    <a:pt x="17" y="33"/>
                  </a:cubicBezTo>
                  <a:lnTo>
                    <a:pt x="246" y="33"/>
                  </a:lnTo>
                  <a:cubicBezTo>
                    <a:pt x="255" y="33"/>
                    <a:pt x="262" y="26"/>
                    <a:pt x="262" y="17"/>
                  </a:cubicBezTo>
                  <a:cubicBezTo>
                    <a:pt x="262" y="7"/>
                    <a:pt x="255" y="0"/>
                    <a:pt x="24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47">
              <a:extLst>
                <a:ext uri="{FF2B5EF4-FFF2-40B4-BE49-F238E27FC236}">
                  <a16:creationId xmlns:a16="http://schemas.microsoft.com/office/drawing/2014/main" id="{539F7668-DF4B-04A3-04B8-2121D48A6F29}"/>
                </a:ext>
              </a:extLst>
            </p:cNvPr>
            <p:cNvSpPr>
              <a:spLocks/>
            </p:cNvSpPr>
            <p:nvPr/>
          </p:nvSpPr>
          <p:spPr bwMode="auto">
            <a:xfrm>
              <a:off x="5638800" y="6151563"/>
              <a:ext cx="55563" cy="19050"/>
            </a:xfrm>
            <a:custGeom>
              <a:avLst/>
              <a:gdLst>
                <a:gd name="T0" fmla="*/ 78 w 95"/>
                <a:gd name="T1" fmla="*/ 0 h 33"/>
                <a:gd name="T2" fmla="*/ 17 w 95"/>
                <a:gd name="T3" fmla="*/ 0 h 33"/>
                <a:gd name="T4" fmla="*/ 0 w 95"/>
                <a:gd name="T5" fmla="*/ 17 h 33"/>
                <a:gd name="T6" fmla="*/ 17 w 95"/>
                <a:gd name="T7" fmla="*/ 33 h 33"/>
                <a:gd name="T8" fmla="*/ 78 w 95"/>
                <a:gd name="T9" fmla="*/ 33 h 33"/>
                <a:gd name="T10" fmla="*/ 95 w 95"/>
                <a:gd name="T11" fmla="*/ 17 h 33"/>
                <a:gd name="T12" fmla="*/ 78 w 95"/>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5" h="33">
                  <a:moveTo>
                    <a:pt x="78" y="0"/>
                  </a:moveTo>
                  <a:lnTo>
                    <a:pt x="17" y="0"/>
                  </a:lnTo>
                  <a:cubicBezTo>
                    <a:pt x="8" y="0"/>
                    <a:pt x="0" y="7"/>
                    <a:pt x="0" y="17"/>
                  </a:cubicBezTo>
                  <a:cubicBezTo>
                    <a:pt x="0" y="26"/>
                    <a:pt x="8" y="33"/>
                    <a:pt x="17" y="33"/>
                  </a:cubicBezTo>
                  <a:lnTo>
                    <a:pt x="78" y="33"/>
                  </a:lnTo>
                  <a:cubicBezTo>
                    <a:pt x="87" y="33"/>
                    <a:pt x="95" y="26"/>
                    <a:pt x="95" y="17"/>
                  </a:cubicBezTo>
                  <a:cubicBezTo>
                    <a:pt x="95" y="7"/>
                    <a:pt x="87" y="0"/>
                    <a:pt x="7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48">
              <a:extLst>
                <a:ext uri="{FF2B5EF4-FFF2-40B4-BE49-F238E27FC236}">
                  <a16:creationId xmlns:a16="http://schemas.microsoft.com/office/drawing/2014/main" id="{32201819-C0DB-15C7-9FE4-F9630B17A53A}"/>
                </a:ext>
              </a:extLst>
            </p:cNvPr>
            <p:cNvSpPr>
              <a:spLocks/>
            </p:cNvSpPr>
            <p:nvPr/>
          </p:nvSpPr>
          <p:spPr bwMode="auto">
            <a:xfrm>
              <a:off x="5700713" y="6151563"/>
              <a:ext cx="41275" cy="19050"/>
            </a:xfrm>
            <a:custGeom>
              <a:avLst/>
              <a:gdLst>
                <a:gd name="T0" fmla="*/ 51 w 67"/>
                <a:gd name="T1" fmla="*/ 0 h 33"/>
                <a:gd name="T2" fmla="*/ 17 w 67"/>
                <a:gd name="T3" fmla="*/ 0 h 33"/>
                <a:gd name="T4" fmla="*/ 0 w 67"/>
                <a:gd name="T5" fmla="*/ 17 h 33"/>
                <a:gd name="T6" fmla="*/ 17 w 67"/>
                <a:gd name="T7" fmla="*/ 33 h 33"/>
                <a:gd name="T8" fmla="*/ 51 w 67"/>
                <a:gd name="T9" fmla="*/ 33 h 33"/>
                <a:gd name="T10" fmla="*/ 67 w 67"/>
                <a:gd name="T11" fmla="*/ 17 h 33"/>
                <a:gd name="T12" fmla="*/ 51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1" y="0"/>
                  </a:moveTo>
                  <a:lnTo>
                    <a:pt x="17" y="0"/>
                  </a:lnTo>
                  <a:cubicBezTo>
                    <a:pt x="8" y="0"/>
                    <a:pt x="0" y="7"/>
                    <a:pt x="0" y="17"/>
                  </a:cubicBezTo>
                  <a:cubicBezTo>
                    <a:pt x="0" y="26"/>
                    <a:pt x="8" y="33"/>
                    <a:pt x="17" y="33"/>
                  </a:cubicBezTo>
                  <a:lnTo>
                    <a:pt x="51" y="33"/>
                  </a:lnTo>
                  <a:cubicBezTo>
                    <a:pt x="60" y="33"/>
                    <a:pt x="67" y="26"/>
                    <a:pt x="67" y="17"/>
                  </a:cubicBezTo>
                  <a:cubicBezTo>
                    <a:pt x="67"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49">
              <a:extLst>
                <a:ext uri="{FF2B5EF4-FFF2-40B4-BE49-F238E27FC236}">
                  <a16:creationId xmlns:a16="http://schemas.microsoft.com/office/drawing/2014/main" id="{3955ED80-401E-5D3A-7562-E12D90AA823C}"/>
                </a:ext>
              </a:extLst>
            </p:cNvPr>
            <p:cNvSpPr>
              <a:spLocks/>
            </p:cNvSpPr>
            <p:nvPr/>
          </p:nvSpPr>
          <p:spPr bwMode="auto">
            <a:xfrm>
              <a:off x="5345113" y="6151563"/>
              <a:ext cx="46038" cy="19050"/>
            </a:xfrm>
            <a:custGeom>
              <a:avLst/>
              <a:gdLst>
                <a:gd name="T0" fmla="*/ 63 w 79"/>
                <a:gd name="T1" fmla="*/ 0 h 33"/>
                <a:gd name="T2" fmla="*/ 17 w 79"/>
                <a:gd name="T3" fmla="*/ 0 h 33"/>
                <a:gd name="T4" fmla="*/ 0 w 79"/>
                <a:gd name="T5" fmla="*/ 17 h 33"/>
                <a:gd name="T6" fmla="*/ 17 w 79"/>
                <a:gd name="T7" fmla="*/ 33 h 33"/>
                <a:gd name="T8" fmla="*/ 63 w 79"/>
                <a:gd name="T9" fmla="*/ 33 h 33"/>
                <a:gd name="T10" fmla="*/ 79 w 79"/>
                <a:gd name="T11" fmla="*/ 17 h 33"/>
                <a:gd name="T12" fmla="*/ 63 w 7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79" h="33">
                  <a:moveTo>
                    <a:pt x="63" y="0"/>
                  </a:moveTo>
                  <a:lnTo>
                    <a:pt x="17" y="0"/>
                  </a:lnTo>
                  <a:cubicBezTo>
                    <a:pt x="8" y="0"/>
                    <a:pt x="0" y="7"/>
                    <a:pt x="0" y="17"/>
                  </a:cubicBezTo>
                  <a:cubicBezTo>
                    <a:pt x="0" y="26"/>
                    <a:pt x="8" y="33"/>
                    <a:pt x="17" y="33"/>
                  </a:cubicBezTo>
                  <a:lnTo>
                    <a:pt x="63" y="33"/>
                  </a:lnTo>
                  <a:cubicBezTo>
                    <a:pt x="72" y="33"/>
                    <a:pt x="79" y="26"/>
                    <a:pt x="79" y="17"/>
                  </a:cubicBezTo>
                  <a:cubicBezTo>
                    <a:pt x="79" y="7"/>
                    <a:pt x="72" y="0"/>
                    <a:pt x="6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50">
              <a:extLst>
                <a:ext uri="{FF2B5EF4-FFF2-40B4-BE49-F238E27FC236}">
                  <a16:creationId xmlns:a16="http://schemas.microsoft.com/office/drawing/2014/main" id="{E49050A3-F54D-FAEB-DBF5-FD04C8182D26}"/>
                </a:ext>
              </a:extLst>
            </p:cNvPr>
            <p:cNvSpPr>
              <a:spLocks/>
            </p:cNvSpPr>
            <p:nvPr/>
          </p:nvSpPr>
          <p:spPr bwMode="auto">
            <a:xfrm>
              <a:off x="5407025" y="6151563"/>
              <a:ext cx="39688" cy="19050"/>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51">
              <a:extLst>
                <a:ext uri="{FF2B5EF4-FFF2-40B4-BE49-F238E27FC236}">
                  <a16:creationId xmlns:a16="http://schemas.microsoft.com/office/drawing/2014/main" id="{E49AC9DA-CCA5-707F-78C7-6B2E026C55BC}"/>
                </a:ext>
              </a:extLst>
            </p:cNvPr>
            <p:cNvSpPr>
              <a:spLocks/>
            </p:cNvSpPr>
            <p:nvPr/>
          </p:nvSpPr>
          <p:spPr bwMode="auto">
            <a:xfrm>
              <a:off x="5748338" y="6151563"/>
              <a:ext cx="39688" cy="19050"/>
            </a:xfrm>
            <a:custGeom>
              <a:avLst/>
              <a:gdLst>
                <a:gd name="T0" fmla="*/ 51 w 68"/>
                <a:gd name="T1" fmla="*/ 0 h 33"/>
                <a:gd name="T2" fmla="*/ 17 w 68"/>
                <a:gd name="T3" fmla="*/ 0 h 33"/>
                <a:gd name="T4" fmla="*/ 0 w 68"/>
                <a:gd name="T5" fmla="*/ 17 h 33"/>
                <a:gd name="T6" fmla="*/ 17 w 68"/>
                <a:gd name="T7" fmla="*/ 33 h 33"/>
                <a:gd name="T8" fmla="*/ 51 w 68"/>
                <a:gd name="T9" fmla="*/ 33 h 33"/>
                <a:gd name="T10" fmla="*/ 68 w 68"/>
                <a:gd name="T11" fmla="*/ 17 h 33"/>
                <a:gd name="T12" fmla="*/ 51 w 68"/>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8" h="33">
                  <a:moveTo>
                    <a:pt x="51" y="0"/>
                  </a:moveTo>
                  <a:lnTo>
                    <a:pt x="17" y="0"/>
                  </a:lnTo>
                  <a:cubicBezTo>
                    <a:pt x="8" y="0"/>
                    <a:pt x="0" y="7"/>
                    <a:pt x="0" y="17"/>
                  </a:cubicBezTo>
                  <a:cubicBezTo>
                    <a:pt x="0" y="26"/>
                    <a:pt x="8" y="33"/>
                    <a:pt x="17" y="33"/>
                  </a:cubicBezTo>
                  <a:lnTo>
                    <a:pt x="51" y="33"/>
                  </a:lnTo>
                  <a:cubicBezTo>
                    <a:pt x="60" y="33"/>
                    <a:pt x="68" y="26"/>
                    <a:pt x="68" y="17"/>
                  </a:cubicBezTo>
                  <a:cubicBezTo>
                    <a:pt x="68"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2">
              <a:extLst>
                <a:ext uri="{FF2B5EF4-FFF2-40B4-BE49-F238E27FC236}">
                  <a16:creationId xmlns:a16="http://schemas.microsoft.com/office/drawing/2014/main" id="{29CD72D4-2A51-8D8A-1E75-B461A895DAFB}"/>
                </a:ext>
              </a:extLst>
            </p:cNvPr>
            <p:cNvSpPr>
              <a:spLocks/>
            </p:cNvSpPr>
            <p:nvPr/>
          </p:nvSpPr>
          <p:spPr bwMode="auto">
            <a:xfrm>
              <a:off x="5792788" y="6151563"/>
              <a:ext cx="52388" cy="19050"/>
            </a:xfrm>
            <a:custGeom>
              <a:avLst/>
              <a:gdLst>
                <a:gd name="T0" fmla="*/ 72 w 89"/>
                <a:gd name="T1" fmla="*/ 0 h 33"/>
                <a:gd name="T2" fmla="*/ 17 w 89"/>
                <a:gd name="T3" fmla="*/ 0 h 33"/>
                <a:gd name="T4" fmla="*/ 0 w 89"/>
                <a:gd name="T5" fmla="*/ 17 h 33"/>
                <a:gd name="T6" fmla="*/ 17 w 89"/>
                <a:gd name="T7" fmla="*/ 33 h 33"/>
                <a:gd name="T8" fmla="*/ 72 w 89"/>
                <a:gd name="T9" fmla="*/ 33 h 33"/>
                <a:gd name="T10" fmla="*/ 89 w 89"/>
                <a:gd name="T11" fmla="*/ 17 h 33"/>
                <a:gd name="T12" fmla="*/ 72 w 8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9" h="33">
                  <a:moveTo>
                    <a:pt x="72" y="0"/>
                  </a:moveTo>
                  <a:lnTo>
                    <a:pt x="17" y="0"/>
                  </a:lnTo>
                  <a:cubicBezTo>
                    <a:pt x="8" y="0"/>
                    <a:pt x="0" y="7"/>
                    <a:pt x="0" y="17"/>
                  </a:cubicBezTo>
                  <a:cubicBezTo>
                    <a:pt x="0" y="26"/>
                    <a:pt x="8" y="33"/>
                    <a:pt x="17" y="33"/>
                  </a:cubicBezTo>
                  <a:lnTo>
                    <a:pt x="72" y="33"/>
                  </a:lnTo>
                  <a:cubicBezTo>
                    <a:pt x="82" y="33"/>
                    <a:pt x="89" y="26"/>
                    <a:pt x="89" y="17"/>
                  </a:cubicBezTo>
                  <a:cubicBezTo>
                    <a:pt x="89" y="7"/>
                    <a:pt x="82" y="0"/>
                    <a:pt x="7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ccounting2" descr="{&quot;Key&quot;:&quot;POWER_USER_SHAPE_ICON&quot;,&quot;Value&quot;:&quot;POWER_USER_SHAPE_ICON_STYLE_1&quot;}">
            <a:extLst>
              <a:ext uri="{FF2B5EF4-FFF2-40B4-BE49-F238E27FC236}">
                <a16:creationId xmlns:a16="http://schemas.microsoft.com/office/drawing/2014/main" id="{C54342C9-D191-083A-54EC-90F9F42B0263}"/>
              </a:ext>
            </a:extLst>
          </p:cNvPr>
          <p:cNvGrpSpPr>
            <a:grpSpLocks noChangeAspect="1"/>
          </p:cNvGrpSpPr>
          <p:nvPr/>
        </p:nvGrpSpPr>
        <p:grpSpPr>
          <a:xfrm>
            <a:off x="9336171" y="3962012"/>
            <a:ext cx="658679" cy="534335"/>
            <a:chOff x="3374106" y="6005512"/>
            <a:chExt cx="668627" cy="542405"/>
          </a:xfrm>
          <a:solidFill>
            <a:schemeClr val="accent4"/>
          </a:solidFill>
        </p:grpSpPr>
        <p:sp>
          <p:nvSpPr>
            <p:cNvPr id="3" name="Free-form: Shape 2">
              <a:extLst>
                <a:ext uri="{FF2B5EF4-FFF2-40B4-BE49-F238E27FC236}">
                  <a16:creationId xmlns:a16="http://schemas.microsoft.com/office/drawing/2014/main" id="{DE39BF67-ABBC-CD56-2BC4-A7ED20A1CFE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D09C1FE3-B35F-739E-11F3-BD7E35E94E22}"/>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EF25381-90D9-A82D-DBAB-703B88C47FE6}"/>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1808B3F7-7B01-9ED1-2CF6-F67CDE5CFCA5}"/>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2E78A88E-46BE-D226-5534-9558C982822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96B86F0-E1B1-E7AB-EAB5-A6B3EEC0C3C4}"/>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659854803"/>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DA77F9-F306-3C0A-AEAE-7C5E08F2CDF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3C46045-A3E1-5C42-9845-258FD81220C8}"/>
              </a:ext>
            </a:extLst>
          </p:cNvPr>
          <p:cNvSpPr>
            <a:spLocks noGrp="1"/>
          </p:cNvSpPr>
          <p:nvPr>
            <p:ph type="title"/>
          </p:nvPr>
        </p:nvSpPr>
        <p:spPr>
          <a:xfrm>
            <a:off x="214184" y="13663"/>
            <a:ext cx="9728886" cy="678316"/>
          </a:xfrm>
        </p:spPr>
        <p:txBody>
          <a:bodyPr>
            <a:normAutofit/>
          </a:bodyPr>
          <a:lstStyle/>
          <a:p>
            <a:r>
              <a:rPr lang="en-US" dirty="0"/>
              <a:t>Process (3 steps)</a:t>
            </a:r>
          </a:p>
        </p:txBody>
      </p:sp>
      <p:grpSp>
        <p:nvGrpSpPr>
          <p:cNvPr id="109" name="Puzzle_Pieces2" descr="{&quot;Key&quot;:&quot;POWER_USER_SHAPE_ICON&quot;,&quot;Value&quot;:&quot;POWER_USER_SHAPE_ICON_STYLE_1&quot;}">
            <a:extLst>
              <a:ext uri="{FF2B5EF4-FFF2-40B4-BE49-F238E27FC236}">
                <a16:creationId xmlns:a16="http://schemas.microsoft.com/office/drawing/2014/main" id="{E233CE31-5270-C94E-DAA7-81CB470AE8B0}"/>
              </a:ext>
            </a:extLst>
          </p:cNvPr>
          <p:cNvGrpSpPr>
            <a:grpSpLocks noChangeAspect="1"/>
          </p:cNvGrpSpPr>
          <p:nvPr>
            <p:custDataLst>
              <p:tags r:id="rId1"/>
            </p:custDataLst>
          </p:nvPr>
        </p:nvGrpSpPr>
        <p:grpSpPr>
          <a:xfrm>
            <a:off x="2285070" y="2460569"/>
            <a:ext cx="570950" cy="543078"/>
            <a:chOff x="1852612" y="1198563"/>
            <a:chExt cx="333375" cy="334963"/>
          </a:xfrm>
          <a:solidFill>
            <a:schemeClr val="accent1"/>
          </a:solidFill>
        </p:grpSpPr>
        <p:sp>
          <p:nvSpPr>
            <p:cNvPr id="110" name="Freeform 613">
              <a:extLst>
                <a:ext uri="{FF2B5EF4-FFF2-40B4-BE49-F238E27FC236}">
                  <a16:creationId xmlns:a16="http://schemas.microsoft.com/office/drawing/2014/main" id="{02460911-0AC5-2AF2-5B27-26450866BE95}"/>
                </a:ext>
              </a:extLst>
            </p:cNvPr>
            <p:cNvSpPr>
              <a:spLocks noEditPoints="1"/>
            </p:cNvSpPr>
            <p:nvPr/>
          </p:nvSpPr>
          <p:spPr bwMode="auto">
            <a:xfrm>
              <a:off x="1852612" y="1260476"/>
              <a:ext cx="163513" cy="141288"/>
            </a:xfrm>
            <a:custGeom>
              <a:avLst/>
              <a:gdLst>
                <a:gd name="T0" fmla="*/ 160 w 268"/>
                <a:gd name="T1" fmla="*/ 215 h 232"/>
                <a:gd name="T2" fmla="*/ 215 w 268"/>
                <a:gd name="T3" fmla="*/ 215 h 232"/>
                <a:gd name="T4" fmla="*/ 215 w 268"/>
                <a:gd name="T5" fmla="*/ 144 h 232"/>
                <a:gd name="T6" fmla="*/ 224 w 268"/>
                <a:gd name="T7" fmla="*/ 144 h 232"/>
                <a:gd name="T8" fmla="*/ 252 w 268"/>
                <a:gd name="T9" fmla="*/ 116 h 232"/>
                <a:gd name="T10" fmla="*/ 224 w 268"/>
                <a:gd name="T11" fmla="*/ 88 h 232"/>
                <a:gd name="T12" fmla="*/ 215 w 268"/>
                <a:gd name="T13" fmla="*/ 88 h 232"/>
                <a:gd name="T14" fmla="*/ 215 w 268"/>
                <a:gd name="T15" fmla="*/ 16 h 232"/>
                <a:gd name="T16" fmla="*/ 160 w 268"/>
                <a:gd name="T17" fmla="*/ 16 h 232"/>
                <a:gd name="T18" fmla="*/ 116 w 268"/>
                <a:gd name="T19" fmla="*/ 53 h 232"/>
                <a:gd name="T20" fmla="*/ 72 w 268"/>
                <a:gd name="T21" fmla="*/ 16 h 232"/>
                <a:gd name="T22" fmla="*/ 16 w 268"/>
                <a:gd name="T23" fmla="*/ 16 h 232"/>
                <a:gd name="T24" fmla="*/ 16 w 268"/>
                <a:gd name="T25" fmla="*/ 215 h 232"/>
                <a:gd name="T26" fmla="*/ 72 w 268"/>
                <a:gd name="T27" fmla="*/ 215 h 232"/>
                <a:gd name="T28" fmla="*/ 116 w 268"/>
                <a:gd name="T29" fmla="*/ 179 h 232"/>
                <a:gd name="T30" fmla="*/ 160 w 268"/>
                <a:gd name="T31" fmla="*/ 215 h 232"/>
                <a:gd name="T32" fmla="*/ 232 w 268"/>
                <a:gd name="T33" fmla="*/ 232 h 232"/>
                <a:gd name="T34" fmla="*/ 144 w 268"/>
                <a:gd name="T35" fmla="*/ 232 h 232"/>
                <a:gd name="T36" fmla="*/ 144 w 268"/>
                <a:gd name="T37" fmla="*/ 224 h 232"/>
                <a:gd name="T38" fmla="*/ 116 w 268"/>
                <a:gd name="T39" fmla="*/ 195 h 232"/>
                <a:gd name="T40" fmla="*/ 88 w 268"/>
                <a:gd name="T41" fmla="*/ 224 h 232"/>
                <a:gd name="T42" fmla="*/ 88 w 268"/>
                <a:gd name="T43" fmla="*/ 232 h 232"/>
                <a:gd name="T44" fmla="*/ 0 w 268"/>
                <a:gd name="T45" fmla="*/ 232 h 232"/>
                <a:gd name="T46" fmla="*/ 0 w 268"/>
                <a:gd name="T47" fmla="*/ 0 h 232"/>
                <a:gd name="T48" fmla="*/ 88 w 268"/>
                <a:gd name="T49" fmla="*/ 0 h 232"/>
                <a:gd name="T50" fmla="*/ 88 w 268"/>
                <a:gd name="T51" fmla="*/ 8 h 232"/>
                <a:gd name="T52" fmla="*/ 116 w 268"/>
                <a:gd name="T53" fmla="*/ 36 h 232"/>
                <a:gd name="T54" fmla="*/ 144 w 268"/>
                <a:gd name="T55" fmla="*/ 8 h 232"/>
                <a:gd name="T56" fmla="*/ 144 w 268"/>
                <a:gd name="T57" fmla="*/ 0 h 232"/>
                <a:gd name="T58" fmla="*/ 232 w 268"/>
                <a:gd name="T59" fmla="*/ 0 h 232"/>
                <a:gd name="T60" fmla="*/ 232 w 268"/>
                <a:gd name="T61" fmla="*/ 72 h 232"/>
                <a:gd name="T62" fmla="*/ 268 w 268"/>
                <a:gd name="T63" fmla="*/ 116 h 232"/>
                <a:gd name="T64" fmla="*/ 232 w 268"/>
                <a:gd name="T65" fmla="*/ 160 h 232"/>
                <a:gd name="T66" fmla="*/ 232 w 268"/>
                <a:gd name="T67"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8" h="232">
                  <a:moveTo>
                    <a:pt x="160" y="215"/>
                  </a:moveTo>
                  <a:lnTo>
                    <a:pt x="215" y="215"/>
                  </a:lnTo>
                  <a:lnTo>
                    <a:pt x="215" y="144"/>
                  </a:lnTo>
                  <a:lnTo>
                    <a:pt x="224" y="144"/>
                  </a:lnTo>
                  <a:cubicBezTo>
                    <a:pt x="239" y="144"/>
                    <a:pt x="252" y="131"/>
                    <a:pt x="252" y="116"/>
                  </a:cubicBezTo>
                  <a:cubicBezTo>
                    <a:pt x="252" y="100"/>
                    <a:pt x="239" y="88"/>
                    <a:pt x="224" y="88"/>
                  </a:cubicBezTo>
                  <a:lnTo>
                    <a:pt x="215" y="88"/>
                  </a:lnTo>
                  <a:lnTo>
                    <a:pt x="215" y="16"/>
                  </a:lnTo>
                  <a:lnTo>
                    <a:pt x="160" y="16"/>
                  </a:lnTo>
                  <a:cubicBezTo>
                    <a:pt x="156" y="37"/>
                    <a:pt x="138" y="53"/>
                    <a:pt x="116" y="53"/>
                  </a:cubicBezTo>
                  <a:cubicBezTo>
                    <a:pt x="94" y="53"/>
                    <a:pt x="76" y="37"/>
                    <a:pt x="72" y="16"/>
                  </a:cubicBezTo>
                  <a:lnTo>
                    <a:pt x="16" y="16"/>
                  </a:lnTo>
                  <a:lnTo>
                    <a:pt x="16" y="215"/>
                  </a:lnTo>
                  <a:lnTo>
                    <a:pt x="72" y="215"/>
                  </a:lnTo>
                  <a:cubicBezTo>
                    <a:pt x="76" y="195"/>
                    <a:pt x="94" y="179"/>
                    <a:pt x="116" y="179"/>
                  </a:cubicBezTo>
                  <a:cubicBezTo>
                    <a:pt x="138" y="179"/>
                    <a:pt x="156" y="195"/>
                    <a:pt x="160" y="215"/>
                  </a:cubicBezTo>
                  <a:close/>
                  <a:moveTo>
                    <a:pt x="232" y="232"/>
                  </a:moveTo>
                  <a:lnTo>
                    <a:pt x="144" y="232"/>
                  </a:lnTo>
                  <a:lnTo>
                    <a:pt x="144" y="224"/>
                  </a:lnTo>
                  <a:cubicBezTo>
                    <a:pt x="144" y="208"/>
                    <a:pt x="131" y="195"/>
                    <a:pt x="116" y="195"/>
                  </a:cubicBezTo>
                  <a:cubicBezTo>
                    <a:pt x="100" y="195"/>
                    <a:pt x="88" y="208"/>
                    <a:pt x="88" y="224"/>
                  </a:cubicBezTo>
                  <a:lnTo>
                    <a:pt x="88" y="232"/>
                  </a:lnTo>
                  <a:lnTo>
                    <a:pt x="0" y="232"/>
                  </a:lnTo>
                  <a:lnTo>
                    <a:pt x="0" y="0"/>
                  </a:lnTo>
                  <a:lnTo>
                    <a:pt x="88" y="0"/>
                  </a:lnTo>
                  <a:lnTo>
                    <a:pt x="88" y="8"/>
                  </a:lnTo>
                  <a:cubicBezTo>
                    <a:pt x="88" y="24"/>
                    <a:pt x="100" y="36"/>
                    <a:pt x="116" y="36"/>
                  </a:cubicBezTo>
                  <a:cubicBezTo>
                    <a:pt x="131" y="36"/>
                    <a:pt x="144" y="24"/>
                    <a:pt x="144" y="8"/>
                  </a:cubicBezTo>
                  <a:lnTo>
                    <a:pt x="144" y="0"/>
                  </a:lnTo>
                  <a:lnTo>
                    <a:pt x="232" y="0"/>
                  </a:lnTo>
                  <a:lnTo>
                    <a:pt x="232" y="72"/>
                  </a:lnTo>
                  <a:cubicBezTo>
                    <a:pt x="253" y="76"/>
                    <a:pt x="268" y="94"/>
                    <a:pt x="268" y="116"/>
                  </a:cubicBezTo>
                  <a:cubicBezTo>
                    <a:pt x="268" y="138"/>
                    <a:pt x="253" y="156"/>
                    <a:pt x="232" y="160"/>
                  </a:cubicBezTo>
                  <a:lnTo>
                    <a:pt x="232" y="23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614">
              <a:extLst>
                <a:ext uri="{FF2B5EF4-FFF2-40B4-BE49-F238E27FC236}">
                  <a16:creationId xmlns:a16="http://schemas.microsoft.com/office/drawing/2014/main" id="{50F0001F-F8EE-0CFA-2FC7-8A9D0164A91E}"/>
                </a:ext>
              </a:extLst>
            </p:cNvPr>
            <p:cNvSpPr>
              <a:spLocks noEditPoints="1"/>
            </p:cNvSpPr>
            <p:nvPr/>
          </p:nvSpPr>
          <p:spPr bwMode="auto">
            <a:xfrm>
              <a:off x="1852612" y="1370013"/>
              <a:ext cx="141288" cy="163513"/>
            </a:xfrm>
            <a:custGeom>
              <a:avLst/>
              <a:gdLst>
                <a:gd name="T0" fmla="*/ 16 w 232"/>
                <a:gd name="T1" fmla="*/ 252 h 269"/>
                <a:gd name="T2" fmla="*/ 215 w 232"/>
                <a:gd name="T3" fmla="*/ 252 h 269"/>
                <a:gd name="T4" fmla="*/ 215 w 232"/>
                <a:gd name="T5" fmla="*/ 197 h 269"/>
                <a:gd name="T6" fmla="*/ 179 w 232"/>
                <a:gd name="T7" fmla="*/ 152 h 269"/>
                <a:gd name="T8" fmla="*/ 215 w 232"/>
                <a:gd name="T9" fmla="*/ 108 h 269"/>
                <a:gd name="T10" fmla="*/ 215 w 232"/>
                <a:gd name="T11" fmla="*/ 53 h 269"/>
                <a:gd name="T12" fmla="*/ 144 w 232"/>
                <a:gd name="T13" fmla="*/ 53 h 269"/>
                <a:gd name="T14" fmla="*/ 144 w 232"/>
                <a:gd name="T15" fmla="*/ 45 h 269"/>
                <a:gd name="T16" fmla="*/ 116 w 232"/>
                <a:gd name="T17" fmla="*/ 16 h 269"/>
                <a:gd name="T18" fmla="*/ 88 w 232"/>
                <a:gd name="T19" fmla="*/ 45 h 269"/>
                <a:gd name="T20" fmla="*/ 88 w 232"/>
                <a:gd name="T21" fmla="*/ 53 h 269"/>
                <a:gd name="T22" fmla="*/ 16 w 232"/>
                <a:gd name="T23" fmla="*/ 53 h 269"/>
                <a:gd name="T24" fmla="*/ 16 w 232"/>
                <a:gd name="T25" fmla="*/ 108 h 269"/>
                <a:gd name="T26" fmla="*/ 53 w 232"/>
                <a:gd name="T27" fmla="*/ 152 h 269"/>
                <a:gd name="T28" fmla="*/ 16 w 232"/>
                <a:gd name="T29" fmla="*/ 197 h 269"/>
                <a:gd name="T30" fmla="*/ 16 w 232"/>
                <a:gd name="T31" fmla="*/ 252 h 269"/>
                <a:gd name="T32" fmla="*/ 232 w 232"/>
                <a:gd name="T33" fmla="*/ 269 h 269"/>
                <a:gd name="T34" fmla="*/ 0 w 232"/>
                <a:gd name="T35" fmla="*/ 269 h 269"/>
                <a:gd name="T36" fmla="*/ 0 w 232"/>
                <a:gd name="T37" fmla="*/ 181 h 269"/>
                <a:gd name="T38" fmla="*/ 8 w 232"/>
                <a:gd name="T39" fmla="*/ 181 h 269"/>
                <a:gd name="T40" fmla="*/ 36 w 232"/>
                <a:gd name="T41" fmla="*/ 152 h 269"/>
                <a:gd name="T42" fmla="*/ 8 w 232"/>
                <a:gd name="T43" fmla="*/ 124 h 269"/>
                <a:gd name="T44" fmla="*/ 0 w 232"/>
                <a:gd name="T45" fmla="*/ 124 h 269"/>
                <a:gd name="T46" fmla="*/ 0 w 232"/>
                <a:gd name="T47" fmla="*/ 36 h 269"/>
                <a:gd name="T48" fmla="*/ 72 w 232"/>
                <a:gd name="T49" fmla="*/ 36 h 269"/>
                <a:gd name="T50" fmla="*/ 116 w 232"/>
                <a:gd name="T51" fmla="*/ 0 h 269"/>
                <a:gd name="T52" fmla="*/ 160 w 232"/>
                <a:gd name="T53" fmla="*/ 36 h 269"/>
                <a:gd name="T54" fmla="*/ 232 w 232"/>
                <a:gd name="T55" fmla="*/ 36 h 269"/>
                <a:gd name="T56" fmla="*/ 232 w 232"/>
                <a:gd name="T57" fmla="*/ 124 h 269"/>
                <a:gd name="T58" fmla="*/ 224 w 232"/>
                <a:gd name="T59" fmla="*/ 124 h 269"/>
                <a:gd name="T60" fmla="*/ 195 w 232"/>
                <a:gd name="T61" fmla="*/ 152 h 269"/>
                <a:gd name="T62" fmla="*/ 224 w 232"/>
                <a:gd name="T63" fmla="*/ 181 h 269"/>
                <a:gd name="T64" fmla="*/ 232 w 232"/>
                <a:gd name="T65" fmla="*/ 181 h 269"/>
                <a:gd name="T66" fmla="*/ 232 w 232"/>
                <a:gd name="T67"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2" h="269">
                  <a:moveTo>
                    <a:pt x="16" y="252"/>
                  </a:moveTo>
                  <a:lnTo>
                    <a:pt x="215" y="252"/>
                  </a:lnTo>
                  <a:lnTo>
                    <a:pt x="215" y="197"/>
                  </a:lnTo>
                  <a:cubicBezTo>
                    <a:pt x="194" y="193"/>
                    <a:pt x="179" y="174"/>
                    <a:pt x="179" y="152"/>
                  </a:cubicBezTo>
                  <a:cubicBezTo>
                    <a:pt x="179" y="131"/>
                    <a:pt x="194" y="112"/>
                    <a:pt x="215" y="108"/>
                  </a:cubicBezTo>
                  <a:lnTo>
                    <a:pt x="215" y="53"/>
                  </a:lnTo>
                  <a:lnTo>
                    <a:pt x="144" y="53"/>
                  </a:lnTo>
                  <a:lnTo>
                    <a:pt x="144" y="45"/>
                  </a:lnTo>
                  <a:cubicBezTo>
                    <a:pt x="144" y="29"/>
                    <a:pt x="131" y="16"/>
                    <a:pt x="116" y="16"/>
                  </a:cubicBezTo>
                  <a:cubicBezTo>
                    <a:pt x="100" y="16"/>
                    <a:pt x="88" y="29"/>
                    <a:pt x="88" y="45"/>
                  </a:cubicBezTo>
                  <a:lnTo>
                    <a:pt x="88" y="53"/>
                  </a:lnTo>
                  <a:lnTo>
                    <a:pt x="16" y="53"/>
                  </a:lnTo>
                  <a:lnTo>
                    <a:pt x="16" y="108"/>
                  </a:lnTo>
                  <a:cubicBezTo>
                    <a:pt x="37" y="112"/>
                    <a:pt x="53" y="131"/>
                    <a:pt x="53" y="152"/>
                  </a:cubicBezTo>
                  <a:cubicBezTo>
                    <a:pt x="53" y="174"/>
                    <a:pt x="37" y="193"/>
                    <a:pt x="16" y="197"/>
                  </a:cubicBezTo>
                  <a:lnTo>
                    <a:pt x="16" y="252"/>
                  </a:lnTo>
                  <a:close/>
                  <a:moveTo>
                    <a:pt x="232" y="269"/>
                  </a:moveTo>
                  <a:lnTo>
                    <a:pt x="0" y="269"/>
                  </a:lnTo>
                  <a:lnTo>
                    <a:pt x="0" y="181"/>
                  </a:lnTo>
                  <a:lnTo>
                    <a:pt x="8" y="181"/>
                  </a:lnTo>
                  <a:cubicBezTo>
                    <a:pt x="23" y="181"/>
                    <a:pt x="36" y="168"/>
                    <a:pt x="36" y="152"/>
                  </a:cubicBezTo>
                  <a:cubicBezTo>
                    <a:pt x="36" y="137"/>
                    <a:pt x="23" y="124"/>
                    <a:pt x="8" y="124"/>
                  </a:cubicBezTo>
                  <a:lnTo>
                    <a:pt x="0" y="124"/>
                  </a:lnTo>
                  <a:lnTo>
                    <a:pt x="0" y="36"/>
                  </a:lnTo>
                  <a:lnTo>
                    <a:pt x="72" y="36"/>
                  </a:lnTo>
                  <a:cubicBezTo>
                    <a:pt x="76" y="16"/>
                    <a:pt x="94" y="0"/>
                    <a:pt x="116" y="0"/>
                  </a:cubicBezTo>
                  <a:cubicBezTo>
                    <a:pt x="138" y="0"/>
                    <a:pt x="156" y="16"/>
                    <a:pt x="160" y="36"/>
                  </a:cubicBezTo>
                  <a:lnTo>
                    <a:pt x="232" y="36"/>
                  </a:lnTo>
                  <a:lnTo>
                    <a:pt x="232" y="124"/>
                  </a:lnTo>
                  <a:lnTo>
                    <a:pt x="224" y="124"/>
                  </a:lnTo>
                  <a:cubicBezTo>
                    <a:pt x="208" y="124"/>
                    <a:pt x="195" y="137"/>
                    <a:pt x="195" y="152"/>
                  </a:cubicBezTo>
                  <a:cubicBezTo>
                    <a:pt x="195" y="168"/>
                    <a:pt x="208" y="181"/>
                    <a:pt x="224" y="181"/>
                  </a:cubicBezTo>
                  <a:lnTo>
                    <a:pt x="232" y="181"/>
                  </a:lnTo>
                  <a:lnTo>
                    <a:pt x="232" y="26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615">
              <a:extLst>
                <a:ext uri="{FF2B5EF4-FFF2-40B4-BE49-F238E27FC236}">
                  <a16:creationId xmlns:a16="http://schemas.microsoft.com/office/drawing/2014/main" id="{88CA71B2-F5F4-1955-7D34-C1AB203E56F4}"/>
                </a:ext>
              </a:extLst>
            </p:cNvPr>
            <p:cNvSpPr>
              <a:spLocks noEditPoints="1"/>
            </p:cNvSpPr>
            <p:nvPr/>
          </p:nvSpPr>
          <p:spPr bwMode="auto">
            <a:xfrm>
              <a:off x="2001837" y="1198563"/>
              <a:ext cx="184150" cy="184150"/>
            </a:xfrm>
            <a:custGeom>
              <a:avLst/>
              <a:gdLst>
                <a:gd name="T0" fmla="*/ 75 w 302"/>
                <a:gd name="T1" fmla="*/ 229 h 302"/>
                <a:gd name="T2" fmla="*/ 95 w 302"/>
                <a:gd name="T3" fmla="*/ 281 h 302"/>
                <a:gd name="T4" fmla="*/ 161 w 302"/>
                <a:gd name="T5" fmla="*/ 254 h 302"/>
                <a:gd name="T6" fmla="*/ 164 w 302"/>
                <a:gd name="T7" fmla="*/ 262 h 302"/>
                <a:gd name="T8" fmla="*/ 179 w 302"/>
                <a:gd name="T9" fmla="*/ 277 h 302"/>
                <a:gd name="T10" fmla="*/ 201 w 302"/>
                <a:gd name="T11" fmla="*/ 278 h 302"/>
                <a:gd name="T12" fmla="*/ 216 w 302"/>
                <a:gd name="T13" fmla="*/ 263 h 302"/>
                <a:gd name="T14" fmla="*/ 217 w 302"/>
                <a:gd name="T15" fmla="*/ 241 h 302"/>
                <a:gd name="T16" fmla="*/ 214 w 302"/>
                <a:gd name="T17" fmla="*/ 233 h 302"/>
                <a:gd name="T18" fmla="*/ 280 w 302"/>
                <a:gd name="T19" fmla="*/ 207 h 302"/>
                <a:gd name="T20" fmla="*/ 259 w 302"/>
                <a:gd name="T21" fmla="*/ 155 h 302"/>
                <a:gd name="T22" fmla="*/ 209 w 302"/>
                <a:gd name="T23" fmla="*/ 128 h 302"/>
                <a:gd name="T24" fmla="*/ 227 w 302"/>
                <a:gd name="T25" fmla="*/ 74 h 302"/>
                <a:gd name="T26" fmla="*/ 206 w 302"/>
                <a:gd name="T27" fmla="*/ 22 h 302"/>
                <a:gd name="T28" fmla="*/ 21 w 302"/>
                <a:gd name="T29" fmla="*/ 96 h 302"/>
                <a:gd name="T30" fmla="*/ 42 w 302"/>
                <a:gd name="T31" fmla="*/ 147 h 302"/>
                <a:gd name="T32" fmla="*/ 92 w 302"/>
                <a:gd name="T33" fmla="*/ 175 h 302"/>
                <a:gd name="T34" fmla="*/ 75 w 302"/>
                <a:gd name="T35" fmla="*/ 229 h 302"/>
                <a:gd name="T36" fmla="*/ 86 w 302"/>
                <a:gd name="T37" fmla="*/ 302 h 302"/>
                <a:gd name="T38" fmla="*/ 53 w 302"/>
                <a:gd name="T39" fmla="*/ 220 h 302"/>
                <a:gd name="T40" fmla="*/ 61 w 302"/>
                <a:gd name="T41" fmla="*/ 217 h 302"/>
                <a:gd name="T42" fmla="*/ 77 w 302"/>
                <a:gd name="T43" fmla="*/ 181 h 302"/>
                <a:gd name="T44" fmla="*/ 40 w 302"/>
                <a:gd name="T45" fmla="*/ 165 h 302"/>
                <a:gd name="T46" fmla="*/ 32 w 302"/>
                <a:gd name="T47" fmla="*/ 168 h 302"/>
                <a:gd name="T48" fmla="*/ 0 w 302"/>
                <a:gd name="T49" fmla="*/ 86 h 302"/>
                <a:gd name="T50" fmla="*/ 216 w 302"/>
                <a:gd name="T51" fmla="*/ 0 h 302"/>
                <a:gd name="T52" fmla="*/ 248 w 302"/>
                <a:gd name="T53" fmla="*/ 82 h 302"/>
                <a:gd name="T54" fmla="*/ 240 w 302"/>
                <a:gd name="T55" fmla="*/ 85 h 302"/>
                <a:gd name="T56" fmla="*/ 225 w 302"/>
                <a:gd name="T57" fmla="*/ 122 h 302"/>
                <a:gd name="T58" fmla="*/ 261 w 302"/>
                <a:gd name="T59" fmla="*/ 138 h 302"/>
                <a:gd name="T60" fmla="*/ 269 w 302"/>
                <a:gd name="T61" fmla="*/ 135 h 302"/>
                <a:gd name="T62" fmla="*/ 302 w 302"/>
                <a:gd name="T63" fmla="*/ 216 h 302"/>
                <a:gd name="T64" fmla="*/ 235 w 302"/>
                <a:gd name="T65" fmla="*/ 243 h 302"/>
                <a:gd name="T66" fmla="*/ 207 w 302"/>
                <a:gd name="T67" fmla="*/ 293 h 302"/>
                <a:gd name="T68" fmla="*/ 173 w 302"/>
                <a:gd name="T69" fmla="*/ 293 h 302"/>
                <a:gd name="T70" fmla="*/ 153 w 302"/>
                <a:gd name="T71" fmla="*/ 276 h 302"/>
                <a:gd name="T72" fmla="*/ 86 w 302"/>
                <a:gd name="T73"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2" h="302">
                  <a:moveTo>
                    <a:pt x="75" y="229"/>
                  </a:moveTo>
                  <a:lnTo>
                    <a:pt x="95" y="281"/>
                  </a:lnTo>
                  <a:lnTo>
                    <a:pt x="161" y="254"/>
                  </a:lnTo>
                  <a:lnTo>
                    <a:pt x="164" y="262"/>
                  </a:lnTo>
                  <a:cubicBezTo>
                    <a:pt x="167" y="269"/>
                    <a:pt x="172" y="274"/>
                    <a:pt x="179" y="277"/>
                  </a:cubicBezTo>
                  <a:cubicBezTo>
                    <a:pt x="186" y="280"/>
                    <a:pt x="194" y="280"/>
                    <a:pt x="201" y="278"/>
                  </a:cubicBezTo>
                  <a:cubicBezTo>
                    <a:pt x="208" y="275"/>
                    <a:pt x="213" y="270"/>
                    <a:pt x="216" y="263"/>
                  </a:cubicBezTo>
                  <a:cubicBezTo>
                    <a:pt x="219" y="256"/>
                    <a:pt x="220" y="248"/>
                    <a:pt x="217" y="241"/>
                  </a:cubicBezTo>
                  <a:lnTo>
                    <a:pt x="214" y="233"/>
                  </a:lnTo>
                  <a:lnTo>
                    <a:pt x="280" y="207"/>
                  </a:lnTo>
                  <a:lnTo>
                    <a:pt x="259" y="155"/>
                  </a:lnTo>
                  <a:cubicBezTo>
                    <a:pt x="239" y="159"/>
                    <a:pt x="217" y="148"/>
                    <a:pt x="209" y="128"/>
                  </a:cubicBezTo>
                  <a:cubicBezTo>
                    <a:pt x="201" y="108"/>
                    <a:pt x="209" y="85"/>
                    <a:pt x="227" y="74"/>
                  </a:cubicBezTo>
                  <a:lnTo>
                    <a:pt x="206" y="22"/>
                  </a:lnTo>
                  <a:lnTo>
                    <a:pt x="21" y="96"/>
                  </a:lnTo>
                  <a:lnTo>
                    <a:pt x="42" y="147"/>
                  </a:lnTo>
                  <a:cubicBezTo>
                    <a:pt x="63" y="143"/>
                    <a:pt x="84" y="154"/>
                    <a:pt x="92" y="175"/>
                  </a:cubicBezTo>
                  <a:cubicBezTo>
                    <a:pt x="100" y="195"/>
                    <a:pt x="92" y="218"/>
                    <a:pt x="75" y="229"/>
                  </a:cubicBezTo>
                  <a:close/>
                  <a:moveTo>
                    <a:pt x="86" y="302"/>
                  </a:moveTo>
                  <a:lnTo>
                    <a:pt x="53" y="220"/>
                  </a:lnTo>
                  <a:lnTo>
                    <a:pt x="61" y="217"/>
                  </a:lnTo>
                  <a:cubicBezTo>
                    <a:pt x="75" y="212"/>
                    <a:pt x="82" y="195"/>
                    <a:pt x="77" y="181"/>
                  </a:cubicBezTo>
                  <a:cubicBezTo>
                    <a:pt x="71" y="166"/>
                    <a:pt x="54" y="159"/>
                    <a:pt x="40" y="165"/>
                  </a:cubicBezTo>
                  <a:lnTo>
                    <a:pt x="32" y="168"/>
                  </a:lnTo>
                  <a:lnTo>
                    <a:pt x="0" y="86"/>
                  </a:lnTo>
                  <a:lnTo>
                    <a:pt x="216" y="0"/>
                  </a:lnTo>
                  <a:lnTo>
                    <a:pt x="248" y="82"/>
                  </a:lnTo>
                  <a:lnTo>
                    <a:pt x="240" y="85"/>
                  </a:lnTo>
                  <a:cubicBezTo>
                    <a:pt x="226" y="91"/>
                    <a:pt x="219" y="107"/>
                    <a:pt x="225" y="122"/>
                  </a:cubicBezTo>
                  <a:cubicBezTo>
                    <a:pt x="230" y="136"/>
                    <a:pt x="247" y="143"/>
                    <a:pt x="261" y="138"/>
                  </a:cubicBezTo>
                  <a:lnTo>
                    <a:pt x="269" y="135"/>
                  </a:lnTo>
                  <a:lnTo>
                    <a:pt x="302" y="216"/>
                  </a:lnTo>
                  <a:lnTo>
                    <a:pt x="235" y="243"/>
                  </a:lnTo>
                  <a:cubicBezTo>
                    <a:pt x="239" y="264"/>
                    <a:pt x="227" y="285"/>
                    <a:pt x="207" y="293"/>
                  </a:cubicBezTo>
                  <a:cubicBezTo>
                    <a:pt x="196" y="298"/>
                    <a:pt x="184" y="297"/>
                    <a:pt x="173" y="293"/>
                  </a:cubicBezTo>
                  <a:cubicBezTo>
                    <a:pt x="164" y="289"/>
                    <a:pt x="157" y="283"/>
                    <a:pt x="153" y="276"/>
                  </a:cubicBezTo>
                  <a:lnTo>
                    <a:pt x="86" y="30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616">
              <a:extLst>
                <a:ext uri="{FF2B5EF4-FFF2-40B4-BE49-F238E27FC236}">
                  <a16:creationId xmlns:a16="http://schemas.microsoft.com/office/drawing/2014/main" id="{F49543BC-3C5E-DD83-727E-59E0794708F9}"/>
                </a:ext>
              </a:extLst>
            </p:cNvPr>
            <p:cNvSpPr>
              <a:spLocks noEditPoints="1"/>
            </p:cNvSpPr>
            <p:nvPr/>
          </p:nvSpPr>
          <p:spPr bwMode="auto">
            <a:xfrm>
              <a:off x="1962150" y="1390651"/>
              <a:ext cx="163513" cy="142875"/>
            </a:xfrm>
            <a:custGeom>
              <a:avLst/>
              <a:gdLst>
                <a:gd name="T0" fmla="*/ 197 w 269"/>
                <a:gd name="T1" fmla="*/ 216 h 233"/>
                <a:gd name="T2" fmla="*/ 252 w 269"/>
                <a:gd name="T3" fmla="*/ 216 h 233"/>
                <a:gd name="T4" fmla="*/ 252 w 269"/>
                <a:gd name="T5" fmla="*/ 17 h 233"/>
                <a:gd name="T6" fmla="*/ 197 w 269"/>
                <a:gd name="T7" fmla="*/ 17 h 233"/>
                <a:gd name="T8" fmla="*/ 152 w 269"/>
                <a:gd name="T9" fmla="*/ 53 h 233"/>
                <a:gd name="T10" fmla="*/ 108 w 269"/>
                <a:gd name="T11" fmla="*/ 17 h 233"/>
                <a:gd name="T12" fmla="*/ 53 w 269"/>
                <a:gd name="T13" fmla="*/ 17 h 233"/>
                <a:gd name="T14" fmla="*/ 53 w 269"/>
                <a:gd name="T15" fmla="*/ 88 h 233"/>
                <a:gd name="T16" fmla="*/ 45 w 269"/>
                <a:gd name="T17" fmla="*/ 88 h 233"/>
                <a:gd name="T18" fmla="*/ 16 w 269"/>
                <a:gd name="T19" fmla="*/ 116 h 233"/>
                <a:gd name="T20" fmla="*/ 45 w 269"/>
                <a:gd name="T21" fmla="*/ 145 h 233"/>
                <a:gd name="T22" fmla="*/ 53 w 269"/>
                <a:gd name="T23" fmla="*/ 145 h 233"/>
                <a:gd name="T24" fmla="*/ 53 w 269"/>
                <a:gd name="T25" fmla="*/ 216 h 233"/>
                <a:gd name="T26" fmla="*/ 108 w 269"/>
                <a:gd name="T27" fmla="*/ 216 h 233"/>
                <a:gd name="T28" fmla="*/ 152 w 269"/>
                <a:gd name="T29" fmla="*/ 179 h 233"/>
                <a:gd name="T30" fmla="*/ 197 w 269"/>
                <a:gd name="T31" fmla="*/ 216 h 233"/>
                <a:gd name="T32" fmla="*/ 269 w 269"/>
                <a:gd name="T33" fmla="*/ 233 h 233"/>
                <a:gd name="T34" fmla="*/ 181 w 269"/>
                <a:gd name="T35" fmla="*/ 233 h 233"/>
                <a:gd name="T36" fmla="*/ 181 w 269"/>
                <a:gd name="T37" fmla="*/ 224 h 233"/>
                <a:gd name="T38" fmla="*/ 152 w 269"/>
                <a:gd name="T39" fmla="*/ 196 h 233"/>
                <a:gd name="T40" fmla="*/ 124 w 269"/>
                <a:gd name="T41" fmla="*/ 224 h 233"/>
                <a:gd name="T42" fmla="*/ 124 w 269"/>
                <a:gd name="T43" fmla="*/ 233 h 233"/>
                <a:gd name="T44" fmla="*/ 36 w 269"/>
                <a:gd name="T45" fmla="*/ 233 h 233"/>
                <a:gd name="T46" fmla="*/ 36 w 269"/>
                <a:gd name="T47" fmla="*/ 161 h 233"/>
                <a:gd name="T48" fmla="*/ 0 w 269"/>
                <a:gd name="T49" fmla="*/ 116 h 233"/>
                <a:gd name="T50" fmla="*/ 36 w 269"/>
                <a:gd name="T51" fmla="*/ 72 h 233"/>
                <a:gd name="T52" fmla="*/ 36 w 269"/>
                <a:gd name="T53" fmla="*/ 0 h 233"/>
                <a:gd name="T54" fmla="*/ 124 w 269"/>
                <a:gd name="T55" fmla="*/ 0 h 233"/>
                <a:gd name="T56" fmla="*/ 124 w 269"/>
                <a:gd name="T57" fmla="*/ 9 h 233"/>
                <a:gd name="T58" fmla="*/ 152 w 269"/>
                <a:gd name="T59" fmla="*/ 37 h 233"/>
                <a:gd name="T60" fmla="*/ 181 w 269"/>
                <a:gd name="T61" fmla="*/ 9 h 233"/>
                <a:gd name="T62" fmla="*/ 181 w 269"/>
                <a:gd name="T63" fmla="*/ 0 h 233"/>
                <a:gd name="T64" fmla="*/ 269 w 269"/>
                <a:gd name="T65" fmla="*/ 0 h 233"/>
                <a:gd name="T66" fmla="*/ 269 w 269"/>
                <a:gd name="T67"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9" h="233">
                  <a:moveTo>
                    <a:pt x="197" y="216"/>
                  </a:moveTo>
                  <a:lnTo>
                    <a:pt x="252" y="216"/>
                  </a:lnTo>
                  <a:lnTo>
                    <a:pt x="252" y="17"/>
                  </a:lnTo>
                  <a:lnTo>
                    <a:pt x="197" y="17"/>
                  </a:lnTo>
                  <a:cubicBezTo>
                    <a:pt x="193" y="38"/>
                    <a:pt x="174" y="53"/>
                    <a:pt x="152" y="53"/>
                  </a:cubicBezTo>
                  <a:cubicBezTo>
                    <a:pt x="131" y="53"/>
                    <a:pt x="112" y="38"/>
                    <a:pt x="108" y="17"/>
                  </a:cubicBezTo>
                  <a:lnTo>
                    <a:pt x="53" y="17"/>
                  </a:lnTo>
                  <a:lnTo>
                    <a:pt x="53" y="88"/>
                  </a:lnTo>
                  <a:lnTo>
                    <a:pt x="45" y="88"/>
                  </a:lnTo>
                  <a:cubicBezTo>
                    <a:pt x="29" y="88"/>
                    <a:pt x="16" y="101"/>
                    <a:pt x="16" y="116"/>
                  </a:cubicBezTo>
                  <a:cubicBezTo>
                    <a:pt x="16" y="132"/>
                    <a:pt x="29" y="145"/>
                    <a:pt x="45" y="145"/>
                  </a:cubicBezTo>
                  <a:lnTo>
                    <a:pt x="53" y="145"/>
                  </a:lnTo>
                  <a:lnTo>
                    <a:pt x="53" y="216"/>
                  </a:lnTo>
                  <a:lnTo>
                    <a:pt x="108" y="216"/>
                  </a:lnTo>
                  <a:cubicBezTo>
                    <a:pt x="112" y="195"/>
                    <a:pt x="131" y="179"/>
                    <a:pt x="152" y="179"/>
                  </a:cubicBezTo>
                  <a:cubicBezTo>
                    <a:pt x="174" y="179"/>
                    <a:pt x="193" y="195"/>
                    <a:pt x="197" y="216"/>
                  </a:cubicBezTo>
                  <a:close/>
                  <a:moveTo>
                    <a:pt x="269" y="233"/>
                  </a:moveTo>
                  <a:lnTo>
                    <a:pt x="181" y="233"/>
                  </a:lnTo>
                  <a:lnTo>
                    <a:pt x="181" y="224"/>
                  </a:lnTo>
                  <a:cubicBezTo>
                    <a:pt x="181" y="209"/>
                    <a:pt x="168" y="196"/>
                    <a:pt x="152" y="196"/>
                  </a:cubicBezTo>
                  <a:cubicBezTo>
                    <a:pt x="137" y="196"/>
                    <a:pt x="124" y="209"/>
                    <a:pt x="124" y="224"/>
                  </a:cubicBezTo>
                  <a:lnTo>
                    <a:pt x="124" y="233"/>
                  </a:lnTo>
                  <a:lnTo>
                    <a:pt x="36" y="233"/>
                  </a:lnTo>
                  <a:lnTo>
                    <a:pt x="36" y="161"/>
                  </a:lnTo>
                  <a:cubicBezTo>
                    <a:pt x="15" y="157"/>
                    <a:pt x="0" y="138"/>
                    <a:pt x="0" y="116"/>
                  </a:cubicBezTo>
                  <a:cubicBezTo>
                    <a:pt x="0" y="95"/>
                    <a:pt x="15" y="76"/>
                    <a:pt x="36" y="72"/>
                  </a:cubicBezTo>
                  <a:lnTo>
                    <a:pt x="36" y="0"/>
                  </a:lnTo>
                  <a:lnTo>
                    <a:pt x="124" y="0"/>
                  </a:lnTo>
                  <a:lnTo>
                    <a:pt x="124" y="9"/>
                  </a:lnTo>
                  <a:cubicBezTo>
                    <a:pt x="124" y="24"/>
                    <a:pt x="137" y="37"/>
                    <a:pt x="152" y="37"/>
                  </a:cubicBezTo>
                  <a:cubicBezTo>
                    <a:pt x="168" y="37"/>
                    <a:pt x="181" y="24"/>
                    <a:pt x="181" y="9"/>
                  </a:cubicBezTo>
                  <a:lnTo>
                    <a:pt x="181" y="0"/>
                  </a:lnTo>
                  <a:lnTo>
                    <a:pt x="269" y="0"/>
                  </a:lnTo>
                  <a:lnTo>
                    <a:pt x="269" y="2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6" name="Groupe 25">
            <a:extLst>
              <a:ext uri="{FF2B5EF4-FFF2-40B4-BE49-F238E27FC236}">
                <a16:creationId xmlns:a16="http://schemas.microsoft.com/office/drawing/2014/main" id="{FE99421D-F74C-B505-1A24-2A5D54E87D6D}"/>
              </a:ext>
            </a:extLst>
          </p:cNvPr>
          <p:cNvGrpSpPr/>
          <p:nvPr/>
        </p:nvGrpSpPr>
        <p:grpSpPr>
          <a:xfrm>
            <a:off x="7412036" y="2551786"/>
            <a:ext cx="895350" cy="367489"/>
            <a:chOff x="7412036" y="2634233"/>
            <a:chExt cx="895350" cy="367489"/>
          </a:xfrm>
        </p:grpSpPr>
        <p:cxnSp>
          <p:nvCxnSpPr>
            <p:cNvPr id="21" name="Connecteur droit avec flèche 20">
              <a:extLst>
                <a:ext uri="{FF2B5EF4-FFF2-40B4-BE49-F238E27FC236}">
                  <a16:creationId xmlns:a16="http://schemas.microsoft.com/office/drawing/2014/main" id="{50D259AA-DFB7-D87F-2A0A-289E7CDE000E}"/>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2" name="Connecteur droit avec flèche 21">
              <a:extLst>
                <a:ext uri="{FF2B5EF4-FFF2-40B4-BE49-F238E27FC236}">
                  <a16:creationId xmlns:a16="http://schemas.microsoft.com/office/drawing/2014/main" id="{18C04B01-A12B-3468-D24C-10E5CF8E9371}"/>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5" name="Connecteur droit avec flèche 24">
              <a:extLst>
                <a:ext uri="{FF2B5EF4-FFF2-40B4-BE49-F238E27FC236}">
                  <a16:creationId xmlns:a16="http://schemas.microsoft.com/office/drawing/2014/main" id="{C8A0A877-90FB-84F6-7ACA-1C9C62F0ED02}"/>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 name="Groupe 26">
            <a:extLst>
              <a:ext uri="{FF2B5EF4-FFF2-40B4-BE49-F238E27FC236}">
                <a16:creationId xmlns:a16="http://schemas.microsoft.com/office/drawing/2014/main" id="{4241D5D4-F1B5-1C62-A48C-D1AF19FDC90C}"/>
              </a:ext>
            </a:extLst>
          </p:cNvPr>
          <p:cNvGrpSpPr/>
          <p:nvPr/>
        </p:nvGrpSpPr>
        <p:grpSpPr>
          <a:xfrm>
            <a:off x="3861590" y="2551786"/>
            <a:ext cx="895350" cy="367489"/>
            <a:chOff x="7412036" y="2634233"/>
            <a:chExt cx="895350" cy="367489"/>
          </a:xfrm>
        </p:grpSpPr>
        <p:cxnSp>
          <p:nvCxnSpPr>
            <p:cNvPr id="28" name="Connecteur droit avec flèche 27">
              <a:extLst>
                <a:ext uri="{FF2B5EF4-FFF2-40B4-BE49-F238E27FC236}">
                  <a16:creationId xmlns:a16="http://schemas.microsoft.com/office/drawing/2014/main" id="{6AC94B70-8D46-BC7F-9B90-0A78BEC91EEC}"/>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9" name="Connecteur droit avec flèche 28">
              <a:extLst>
                <a:ext uri="{FF2B5EF4-FFF2-40B4-BE49-F238E27FC236}">
                  <a16:creationId xmlns:a16="http://schemas.microsoft.com/office/drawing/2014/main" id="{B50591B3-BE96-0ECE-41E1-4B02D00EF004}"/>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30" name="Connecteur droit avec flèche 29">
              <a:extLst>
                <a:ext uri="{FF2B5EF4-FFF2-40B4-BE49-F238E27FC236}">
                  <a16:creationId xmlns:a16="http://schemas.microsoft.com/office/drawing/2014/main" id="{A4150D64-126D-B4A3-3A70-2E67DFE62CC5}"/>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sp>
        <p:nvSpPr>
          <p:cNvPr id="106" name="Rectangle : coins arrondis 105">
            <a:extLst>
              <a:ext uri="{FF2B5EF4-FFF2-40B4-BE49-F238E27FC236}">
                <a16:creationId xmlns:a16="http://schemas.microsoft.com/office/drawing/2014/main" id="{FA487A4D-F4B7-CCC7-B2E9-9B3E20F86459}"/>
              </a:ext>
            </a:extLst>
          </p:cNvPr>
          <p:cNvSpPr/>
          <p:nvPr/>
        </p:nvSpPr>
        <p:spPr>
          <a:xfrm>
            <a:off x="313698" y="4160978"/>
            <a:ext cx="3780000" cy="1799669"/>
          </a:xfrm>
          <a:prstGeom prst="roundRect">
            <a:avLst>
              <a:gd name="adj" fmla="val 10316"/>
            </a:avLst>
          </a:prstGeom>
          <a:solidFill>
            <a:schemeClr val="accent1">
              <a:lumMod val="20000"/>
              <a:lumOff val="80000"/>
            </a:schemeClr>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CuadroTexto 395">
            <a:extLst>
              <a:ext uri="{FF2B5EF4-FFF2-40B4-BE49-F238E27FC236}">
                <a16:creationId xmlns:a16="http://schemas.microsoft.com/office/drawing/2014/main" id="{2942440F-067B-4EC2-D924-6F85057414C5}"/>
              </a:ext>
            </a:extLst>
          </p:cNvPr>
          <p:cNvSpPr txBox="1"/>
          <p:nvPr/>
        </p:nvSpPr>
        <p:spPr>
          <a:xfrm>
            <a:off x="392863"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5" name="CuadroTexto 395 - 2">
            <a:extLst>
              <a:ext uri="{FF2B5EF4-FFF2-40B4-BE49-F238E27FC236}">
                <a16:creationId xmlns:a16="http://schemas.microsoft.com/office/drawing/2014/main" id="{E845C359-E5E5-C607-4B7D-2A672F13D6CA}"/>
              </a:ext>
            </a:extLst>
          </p:cNvPr>
          <p:cNvSpPr txBox="1"/>
          <p:nvPr/>
        </p:nvSpPr>
        <p:spPr>
          <a:xfrm>
            <a:off x="2274907"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6" name="CuadroTexto 395 - 3">
            <a:extLst>
              <a:ext uri="{FF2B5EF4-FFF2-40B4-BE49-F238E27FC236}">
                <a16:creationId xmlns:a16="http://schemas.microsoft.com/office/drawing/2014/main" id="{33522BFC-DA83-A38F-3EBB-1BC129FD1148}"/>
              </a:ext>
            </a:extLst>
          </p:cNvPr>
          <p:cNvSpPr txBox="1"/>
          <p:nvPr/>
        </p:nvSpPr>
        <p:spPr>
          <a:xfrm>
            <a:off x="2274907"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7" name="CuadroTexto 395 - 1">
            <a:extLst>
              <a:ext uri="{FF2B5EF4-FFF2-40B4-BE49-F238E27FC236}">
                <a16:creationId xmlns:a16="http://schemas.microsoft.com/office/drawing/2014/main" id="{7047AB90-93FD-4312-89DE-93D47D7AF544}"/>
              </a:ext>
            </a:extLst>
          </p:cNvPr>
          <p:cNvSpPr txBox="1"/>
          <p:nvPr/>
        </p:nvSpPr>
        <p:spPr>
          <a:xfrm>
            <a:off x="392863"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31" name="Ellipse 30">
            <a:extLst>
              <a:ext uri="{FF2B5EF4-FFF2-40B4-BE49-F238E27FC236}">
                <a16:creationId xmlns:a16="http://schemas.microsoft.com/office/drawing/2014/main" id="{57CA9E03-67C6-7B80-1672-0E7DB3EAAAEC}"/>
              </a:ext>
            </a:extLst>
          </p:cNvPr>
          <p:cNvSpPr>
            <a:spLocks noChangeAspect="1"/>
          </p:cNvSpPr>
          <p:nvPr/>
        </p:nvSpPr>
        <p:spPr>
          <a:xfrm>
            <a:off x="3852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2" name="Ellipse 31">
            <a:extLst>
              <a:ext uri="{FF2B5EF4-FFF2-40B4-BE49-F238E27FC236}">
                <a16:creationId xmlns:a16="http://schemas.microsoft.com/office/drawing/2014/main" id="{72BF1866-62F2-724A-ED81-CD669FCDBAB1}"/>
              </a:ext>
            </a:extLst>
          </p:cNvPr>
          <p:cNvSpPr>
            <a:spLocks noChangeAspect="1"/>
          </p:cNvSpPr>
          <p:nvPr/>
        </p:nvSpPr>
        <p:spPr>
          <a:xfrm>
            <a:off x="22829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3" name="Ellipse 32">
            <a:extLst>
              <a:ext uri="{FF2B5EF4-FFF2-40B4-BE49-F238E27FC236}">
                <a16:creationId xmlns:a16="http://schemas.microsoft.com/office/drawing/2014/main" id="{FC794D17-8A54-DA6F-EC15-EEE25C67F4CF}"/>
              </a:ext>
            </a:extLst>
          </p:cNvPr>
          <p:cNvSpPr>
            <a:spLocks noChangeAspect="1"/>
          </p:cNvSpPr>
          <p:nvPr/>
        </p:nvSpPr>
        <p:spPr>
          <a:xfrm>
            <a:off x="3897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4" name="Ellipse 33">
            <a:extLst>
              <a:ext uri="{FF2B5EF4-FFF2-40B4-BE49-F238E27FC236}">
                <a16:creationId xmlns:a16="http://schemas.microsoft.com/office/drawing/2014/main" id="{8BAFAFFC-FCAF-7E9B-A9FB-F2C19110A215}"/>
              </a:ext>
            </a:extLst>
          </p:cNvPr>
          <p:cNvSpPr>
            <a:spLocks noChangeAspect="1"/>
          </p:cNvSpPr>
          <p:nvPr/>
        </p:nvSpPr>
        <p:spPr>
          <a:xfrm>
            <a:off x="22874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8" name="Groupe 7">
            <a:extLst>
              <a:ext uri="{FF2B5EF4-FFF2-40B4-BE49-F238E27FC236}">
                <a16:creationId xmlns:a16="http://schemas.microsoft.com/office/drawing/2014/main" id="{642B8C62-D488-DCDD-EB87-6B184C2C4B58}"/>
              </a:ext>
            </a:extLst>
          </p:cNvPr>
          <p:cNvGrpSpPr/>
          <p:nvPr/>
        </p:nvGrpSpPr>
        <p:grpSpPr>
          <a:xfrm rot="2406145">
            <a:off x="1333276" y="1571710"/>
            <a:ext cx="2378505" cy="2371719"/>
            <a:chOff x="1333276" y="1571710"/>
            <a:chExt cx="2378505" cy="2371719"/>
          </a:xfrm>
          <a:solidFill>
            <a:schemeClr val="accent1"/>
          </a:solidFill>
        </p:grpSpPr>
        <p:sp>
          <p:nvSpPr>
            <p:cNvPr id="4" name="Arc plein 3">
              <a:extLst>
                <a:ext uri="{FF2B5EF4-FFF2-40B4-BE49-F238E27FC236}">
                  <a16:creationId xmlns:a16="http://schemas.microsoft.com/office/drawing/2014/main" id="{DA6EC4F0-2FB1-B9FB-E17B-76E9205DC912}"/>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c plein 4">
              <a:extLst>
                <a:ext uri="{FF2B5EF4-FFF2-40B4-BE49-F238E27FC236}">
                  <a16:creationId xmlns:a16="http://schemas.microsoft.com/office/drawing/2014/main" id="{49A56BDA-AC49-BBE2-B2AB-9FC008B6ACF4}"/>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Arc plein 5">
              <a:extLst>
                <a:ext uri="{FF2B5EF4-FFF2-40B4-BE49-F238E27FC236}">
                  <a16:creationId xmlns:a16="http://schemas.microsoft.com/office/drawing/2014/main" id="{BDE3EE92-3B78-07F2-C345-553D3EAE21E6}"/>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Arc plein 6">
              <a:extLst>
                <a:ext uri="{FF2B5EF4-FFF2-40B4-BE49-F238E27FC236}">
                  <a16:creationId xmlns:a16="http://schemas.microsoft.com/office/drawing/2014/main" id="{CD6DE6A1-32D4-05BB-E76C-61DE467EF271}"/>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36" name="Ellipse 35">
            <a:extLst>
              <a:ext uri="{FF2B5EF4-FFF2-40B4-BE49-F238E27FC236}">
                <a16:creationId xmlns:a16="http://schemas.microsoft.com/office/drawing/2014/main" id="{60D911BA-CF1F-B739-B100-E7896701947E}"/>
              </a:ext>
            </a:extLst>
          </p:cNvPr>
          <p:cNvSpPr>
            <a:spLocks noChangeAspect="1"/>
          </p:cNvSpPr>
          <p:nvPr/>
        </p:nvSpPr>
        <p:spPr>
          <a:xfrm>
            <a:off x="1389823"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7" name="Ellipse 36">
            <a:extLst>
              <a:ext uri="{FF2B5EF4-FFF2-40B4-BE49-F238E27FC236}">
                <a16:creationId xmlns:a16="http://schemas.microsoft.com/office/drawing/2014/main" id="{7C038333-CBFF-455F-C3DB-48B29A1CB98B}"/>
              </a:ext>
            </a:extLst>
          </p:cNvPr>
          <p:cNvSpPr>
            <a:spLocks noChangeAspect="1"/>
          </p:cNvSpPr>
          <p:nvPr/>
        </p:nvSpPr>
        <p:spPr>
          <a:xfrm>
            <a:off x="2430744"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8" name="Ellipse 37">
            <a:extLst>
              <a:ext uri="{FF2B5EF4-FFF2-40B4-BE49-F238E27FC236}">
                <a16:creationId xmlns:a16="http://schemas.microsoft.com/office/drawing/2014/main" id="{89C7196B-B0E7-062D-B749-8D202E261D5F}"/>
              </a:ext>
            </a:extLst>
          </p:cNvPr>
          <p:cNvSpPr>
            <a:spLocks noChangeAspect="1"/>
          </p:cNvSpPr>
          <p:nvPr/>
        </p:nvSpPr>
        <p:spPr>
          <a:xfrm>
            <a:off x="3488918"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9" name="Ellipse 38">
            <a:extLst>
              <a:ext uri="{FF2B5EF4-FFF2-40B4-BE49-F238E27FC236}">
                <a16:creationId xmlns:a16="http://schemas.microsoft.com/office/drawing/2014/main" id="{A42394C1-A897-4E01-F4F6-C290DE9D63BC}"/>
              </a:ext>
            </a:extLst>
          </p:cNvPr>
          <p:cNvSpPr>
            <a:spLocks noChangeAspect="1"/>
          </p:cNvSpPr>
          <p:nvPr/>
        </p:nvSpPr>
        <p:spPr>
          <a:xfrm>
            <a:off x="2430744"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42" name="Groupe 41">
            <a:extLst>
              <a:ext uri="{FF2B5EF4-FFF2-40B4-BE49-F238E27FC236}">
                <a16:creationId xmlns:a16="http://schemas.microsoft.com/office/drawing/2014/main" id="{4D125E72-823C-592F-7DFD-D1685B0C9C46}"/>
              </a:ext>
            </a:extLst>
          </p:cNvPr>
          <p:cNvGrpSpPr/>
          <p:nvPr/>
        </p:nvGrpSpPr>
        <p:grpSpPr>
          <a:xfrm rot="2406145">
            <a:off x="4906748" y="1571710"/>
            <a:ext cx="2378505" cy="2371719"/>
            <a:chOff x="1333276" y="1571710"/>
            <a:chExt cx="2378505" cy="2371719"/>
          </a:xfrm>
          <a:solidFill>
            <a:schemeClr val="accent2"/>
          </a:solidFill>
        </p:grpSpPr>
        <p:sp>
          <p:nvSpPr>
            <p:cNvPr id="47" name="Arc plein 46">
              <a:extLst>
                <a:ext uri="{FF2B5EF4-FFF2-40B4-BE49-F238E27FC236}">
                  <a16:creationId xmlns:a16="http://schemas.microsoft.com/office/drawing/2014/main" id="{5E5CC58D-EAAD-6398-F3E6-EF8B8E948E80}"/>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8" name="Arc plein 47">
              <a:extLst>
                <a:ext uri="{FF2B5EF4-FFF2-40B4-BE49-F238E27FC236}">
                  <a16:creationId xmlns:a16="http://schemas.microsoft.com/office/drawing/2014/main" id="{12CE148C-DE4F-3287-C167-30795AA7E815}"/>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9" name="Arc plein 48">
              <a:extLst>
                <a:ext uri="{FF2B5EF4-FFF2-40B4-BE49-F238E27FC236}">
                  <a16:creationId xmlns:a16="http://schemas.microsoft.com/office/drawing/2014/main" id="{8D1A4856-8D15-C0E5-BBCE-E8D0A98B1FA3}"/>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0" name="Arc plein 49">
              <a:extLst>
                <a:ext uri="{FF2B5EF4-FFF2-40B4-BE49-F238E27FC236}">
                  <a16:creationId xmlns:a16="http://schemas.microsoft.com/office/drawing/2014/main" id="{BEBFBF4D-F043-552A-A21E-90F724DE4C99}"/>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43" name="Ellipse 42">
            <a:extLst>
              <a:ext uri="{FF2B5EF4-FFF2-40B4-BE49-F238E27FC236}">
                <a16:creationId xmlns:a16="http://schemas.microsoft.com/office/drawing/2014/main" id="{D7E9C07F-E795-CA52-5871-3987A4D5EE90}"/>
              </a:ext>
            </a:extLst>
          </p:cNvPr>
          <p:cNvSpPr>
            <a:spLocks noChangeAspect="1"/>
          </p:cNvSpPr>
          <p:nvPr/>
        </p:nvSpPr>
        <p:spPr>
          <a:xfrm>
            <a:off x="4963295"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44" name="Ellipse 43">
            <a:extLst>
              <a:ext uri="{FF2B5EF4-FFF2-40B4-BE49-F238E27FC236}">
                <a16:creationId xmlns:a16="http://schemas.microsoft.com/office/drawing/2014/main" id="{7C85CB95-155D-4B37-D78F-91DD16662C4A}"/>
              </a:ext>
            </a:extLst>
          </p:cNvPr>
          <p:cNvSpPr>
            <a:spLocks noChangeAspect="1"/>
          </p:cNvSpPr>
          <p:nvPr/>
        </p:nvSpPr>
        <p:spPr>
          <a:xfrm>
            <a:off x="6004216"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45" name="Ellipse 44">
            <a:extLst>
              <a:ext uri="{FF2B5EF4-FFF2-40B4-BE49-F238E27FC236}">
                <a16:creationId xmlns:a16="http://schemas.microsoft.com/office/drawing/2014/main" id="{8584A988-6E6A-4E90-3FE5-07DF17BF7779}"/>
              </a:ext>
            </a:extLst>
          </p:cNvPr>
          <p:cNvSpPr>
            <a:spLocks noChangeAspect="1"/>
          </p:cNvSpPr>
          <p:nvPr/>
        </p:nvSpPr>
        <p:spPr>
          <a:xfrm>
            <a:off x="7062390"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46" name="Ellipse 45">
            <a:extLst>
              <a:ext uri="{FF2B5EF4-FFF2-40B4-BE49-F238E27FC236}">
                <a16:creationId xmlns:a16="http://schemas.microsoft.com/office/drawing/2014/main" id="{21886040-A365-2CCC-2BD0-8D9904F233C2}"/>
              </a:ext>
            </a:extLst>
          </p:cNvPr>
          <p:cNvSpPr>
            <a:spLocks noChangeAspect="1"/>
          </p:cNvSpPr>
          <p:nvPr/>
        </p:nvSpPr>
        <p:spPr>
          <a:xfrm>
            <a:off x="6004216"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52" name="Groupe 51">
            <a:extLst>
              <a:ext uri="{FF2B5EF4-FFF2-40B4-BE49-F238E27FC236}">
                <a16:creationId xmlns:a16="http://schemas.microsoft.com/office/drawing/2014/main" id="{28B6E1A1-7AC9-E380-520F-5B457501B575}"/>
              </a:ext>
            </a:extLst>
          </p:cNvPr>
          <p:cNvGrpSpPr/>
          <p:nvPr/>
        </p:nvGrpSpPr>
        <p:grpSpPr>
          <a:xfrm rot="2406145">
            <a:off x="8480219" y="1571710"/>
            <a:ext cx="2378505" cy="2371719"/>
            <a:chOff x="1333276" y="1571710"/>
            <a:chExt cx="2378505" cy="2371719"/>
          </a:xfrm>
          <a:solidFill>
            <a:schemeClr val="accent3"/>
          </a:solidFill>
        </p:grpSpPr>
        <p:sp>
          <p:nvSpPr>
            <p:cNvPr id="57" name="Arc plein 56">
              <a:extLst>
                <a:ext uri="{FF2B5EF4-FFF2-40B4-BE49-F238E27FC236}">
                  <a16:creationId xmlns:a16="http://schemas.microsoft.com/office/drawing/2014/main" id="{45BD0BFC-973C-B513-7ECD-D5306327EC1C}"/>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8" name="Arc plein 57">
              <a:extLst>
                <a:ext uri="{FF2B5EF4-FFF2-40B4-BE49-F238E27FC236}">
                  <a16:creationId xmlns:a16="http://schemas.microsoft.com/office/drawing/2014/main" id="{96D04712-AB8F-AD42-CF8A-955383167841}"/>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9" name="Arc plein 58">
              <a:extLst>
                <a:ext uri="{FF2B5EF4-FFF2-40B4-BE49-F238E27FC236}">
                  <a16:creationId xmlns:a16="http://schemas.microsoft.com/office/drawing/2014/main" id="{E3EFC54A-6235-7B6D-5FC8-750BA56AA104}"/>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0" name="Arc plein 59">
              <a:extLst>
                <a:ext uri="{FF2B5EF4-FFF2-40B4-BE49-F238E27FC236}">
                  <a16:creationId xmlns:a16="http://schemas.microsoft.com/office/drawing/2014/main" id="{5F22EDE0-7A37-1D81-32FA-DA6DDD54CF87}"/>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53" name="Ellipse 52">
            <a:extLst>
              <a:ext uri="{FF2B5EF4-FFF2-40B4-BE49-F238E27FC236}">
                <a16:creationId xmlns:a16="http://schemas.microsoft.com/office/drawing/2014/main" id="{019C8B40-E7F0-442E-7121-1F8B21AD4E47}"/>
              </a:ext>
            </a:extLst>
          </p:cNvPr>
          <p:cNvSpPr>
            <a:spLocks noChangeAspect="1"/>
          </p:cNvSpPr>
          <p:nvPr/>
        </p:nvSpPr>
        <p:spPr>
          <a:xfrm>
            <a:off x="8536766"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54" name="Ellipse 53">
            <a:extLst>
              <a:ext uri="{FF2B5EF4-FFF2-40B4-BE49-F238E27FC236}">
                <a16:creationId xmlns:a16="http://schemas.microsoft.com/office/drawing/2014/main" id="{C77E0C6D-9ABF-D9BD-EA38-B392F3518CEF}"/>
              </a:ext>
            </a:extLst>
          </p:cNvPr>
          <p:cNvSpPr>
            <a:spLocks noChangeAspect="1"/>
          </p:cNvSpPr>
          <p:nvPr/>
        </p:nvSpPr>
        <p:spPr>
          <a:xfrm>
            <a:off x="9577687"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55" name="Ellipse 54">
            <a:extLst>
              <a:ext uri="{FF2B5EF4-FFF2-40B4-BE49-F238E27FC236}">
                <a16:creationId xmlns:a16="http://schemas.microsoft.com/office/drawing/2014/main" id="{A5B64A17-0D8A-0238-A954-61F38FB763D5}"/>
              </a:ext>
            </a:extLst>
          </p:cNvPr>
          <p:cNvSpPr>
            <a:spLocks noChangeAspect="1"/>
          </p:cNvSpPr>
          <p:nvPr/>
        </p:nvSpPr>
        <p:spPr>
          <a:xfrm>
            <a:off x="10635861"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56" name="Ellipse 55">
            <a:extLst>
              <a:ext uri="{FF2B5EF4-FFF2-40B4-BE49-F238E27FC236}">
                <a16:creationId xmlns:a16="http://schemas.microsoft.com/office/drawing/2014/main" id="{5339E6EA-C4B2-DE8C-BF0D-87982DB07A65}"/>
              </a:ext>
            </a:extLst>
          </p:cNvPr>
          <p:cNvSpPr>
            <a:spLocks noChangeAspect="1"/>
          </p:cNvSpPr>
          <p:nvPr/>
        </p:nvSpPr>
        <p:spPr>
          <a:xfrm>
            <a:off x="9577687"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72" name="Rectangle : coins arrondis 71">
            <a:extLst>
              <a:ext uri="{FF2B5EF4-FFF2-40B4-BE49-F238E27FC236}">
                <a16:creationId xmlns:a16="http://schemas.microsoft.com/office/drawing/2014/main" id="{7AE31CB1-3D9F-B0F3-7F58-B061EB730EA2}"/>
              </a:ext>
            </a:extLst>
          </p:cNvPr>
          <p:cNvSpPr/>
          <p:nvPr/>
        </p:nvSpPr>
        <p:spPr>
          <a:xfrm>
            <a:off x="4192898" y="4160978"/>
            <a:ext cx="3780000" cy="1799669"/>
          </a:xfrm>
          <a:prstGeom prst="roundRect">
            <a:avLst>
              <a:gd name="adj" fmla="val 10316"/>
            </a:avLst>
          </a:prstGeom>
          <a:solidFill>
            <a:schemeClr val="accent2">
              <a:lumMod val="20000"/>
              <a:lumOff val="80000"/>
            </a:schemeClr>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CuadroTexto 395">
            <a:extLst>
              <a:ext uri="{FF2B5EF4-FFF2-40B4-BE49-F238E27FC236}">
                <a16:creationId xmlns:a16="http://schemas.microsoft.com/office/drawing/2014/main" id="{2E92C5E9-CB0D-1C77-59EC-629D6BC93836}"/>
              </a:ext>
            </a:extLst>
          </p:cNvPr>
          <p:cNvSpPr txBox="1"/>
          <p:nvPr/>
        </p:nvSpPr>
        <p:spPr>
          <a:xfrm>
            <a:off x="4272063"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4" name="CuadroTexto 395 - 2">
            <a:extLst>
              <a:ext uri="{FF2B5EF4-FFF2-40B4-BE49-F238E27FC236}">
                <a16:creationId xmlns:a16="http://schemas.microsoft.com/office/drawing/2014/main" id="{5BA00209-5A54-701D-8ECF-B35748D1D911}"/>
              </a:ext>
            </a:extLst>
          </p:cNvPr>
          <p:cNvSpPr txBox="1"/>
          <p:nvPr/>
        </p:nvSpPr>
        <p:spPr>
          <a:xfrm>
            <a:off x="6154107"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5" name="CuadroTexto 395 - 3">
            <a:extLst>
              <a:ext uri="{FF2B5EF4-FFF2-40B4-BE49-F238E27FC236}">
                <a16:creationId xmlns:a16="http://schemas.microsoft.com/office/drawing/2014/main" id="{582A8BC4-9226-3A56-EDBE-5B31E04B6AFA}"/>
              </a:ext>
            </a:extLst>
          </p:cNvPr>
          <p:cNvSpPr txBox="1"/>
          <p:nvPr/>
        </p:nvSpPr>
        <p:spPr>
          <a:xfrm>
            <a:off x="6154107"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6" name="CuadroTexto 395 - 1">
            <a:extLst>
              <a:ext uri="{FF2B5EF4-FFF2-40B4-BE49-F238E27FC236}">
                <a16:creationId xmlns:a16="http://schemas.microsoft.com/office/drawing/2014/main" id="{07EEEAF6-8287-27C6-C3BB-C1424DE92121}"/>
              </a:ext>
            </a:extLst>
          </p:cNvPr>
          <p:cNvSpPr txBox="1"/>
          <p:nvPr/>
        </p:nvSpPr>
        <p:spPr>
          <a:xfrm>
            <a:off x="4272063"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7" name="Ellipse 76">
            <a:extLst>
              <a:ext uri="{FF2B5EF4-FFF2-40B4-BE49-F238E27FC236}">
                <a16:creationId xmlns:a16="http://schemas.microsoft.com/office/drawing/2014/main" id="{C7BA6B0E-494C-47C1-A27F-4C92A038D90B}"/>
              </a:ext>
            </a:extLst>
          </p:cNvPr>
          <p:cNvSpPr>
            <a:spLocks noChangeAspect="1"/>
          </p:cNvSpPr>
          <p:nvPr/>
        </p:nvSpPr>
        <p:spPr>
          <a:xfrm>
            <a:off x="42644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78" name="Ellipse 77">
            <a:extLst>
              <a:ext uri="{FF2B5EF4-FFF2-40B4-BE49-F238E27FC236}">
                <a16:creationId xmlns:a16="http://schemas.microsoft.com/office/drawing/2014/main" id="{BEC68B51-435F-A277-8CBA-8A58EA6766F8}"/>
              </a:ext>
            </a:extLst>
          </p:cNvPr>
          <p:cNvSpPr>
            <a:spLocks noChangeAspect="1"/>
          </p:cNvSpPr>
          <p:nvPr/>
        </p:nvSpPr>
        <p:spPr>
          <a:xfrm>
            <a:off x="61621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79" name="Ellipse 78">
            <a:extLst>
              <a:ext uri="{FF2B5EF4-FFF2-40B4-BE49-F238E27FC236}">
                <a16:creationId xmlns:a16="http://schemas.microsoft.com/office/drawing/2014/main" id="{FFF96381-8F69-3E1E-6009-89BB9F69E8D3}"/>
              </a:ext>
            </a:extLst>
          </p:cNvPr>
          <p:cNvSpPr>
            <a:spLocks noChangeAspect="1"/>
          </p:cNvSpPr>
          <p:nvPr/>
        </p:nvSpPr>
        <p:spPr>
          <a:xfrm>
            <a:off x="42689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80" name="Ellipse 79">
            <a:extLst>
              <a:ext uri="{FF2B5EF4-FFF2-40B4-BE49-F238E27FC236}">
                <a16:creationId xmlns:a16="http://schemas.microsoft.com/office/drawing/2014/main" id="{183EA7EA-5217-D530-4EA0-0FA1E6C94F4C}"/>
              </a:ext>
            </a:extLst>
          </p:cNvPr>
          <p:cNvSpPr>
            <a:spLocks noChangeAspect="1"/>
          </p:cNvSpPr>
          <p:nvPr/>
        </p:nvSpPr>
        <p:spPr>
          <a:xfrm>
            <a:off x="61666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160" name="Rectangle : coins arrondis 159">
            <a:extLst>
              <a:ext uri="{FF2B5EF4-FFF2-40B4-BE49-F238E27FC236}">
                <a16:creationId xmlns:a16="http://schemas.microsoft.com/office/drawing/2014/main" id="{27496F45-8610-8674-D679-B28D4BCE9A01}"/>
              </a:ext>
            </a:extLst>
          </p:cNvPr>
          <p:cNvSpPr/>
          <p:nvPr/>
        </p:nvSpPr>
        <p:spPr>
          <a:xfrm>
            <a:off x="8072099" y="4160978"/>
            <a:ext cx="3780000" cy="1799669"/>
          </a:xfrm>
          <a:prstGeom prst="roundRect">
            <a:avLst>
              <a:gd name="adj" fmla="val 10316"/>
            </a:avLst>
          </a:prstGeom>
          <a:solidFill>
            <a:schemeClr val="accent3">
              <a:lumMod val="20000"/>
              <a:lumOff val="80000"/>
            </a:schemeClr>
          </a:solid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CuadroTexto 395">
            <a:extLst>
              <a:ext uri="{FF2B5EF4-FFF2-40B4-BE49-F238E27FC236}">
                <a16:creationId xmlns:a16="http://schemas.microsoft.com/office/drawing/2014/main" id="{387D7901-1D6B-7D85-1253-55F55C528DFD}"/>
              </a:ext>
            </a:extLst>
          </p:cNvPr>
          <p:cNvSpPr txBox="1"/>
          <p:nvPr/>
        </p:nvSpPr>
        <p:spPr>
          <a:xfrm>
            <a:off x="8151264"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2" name="CuadroTexto 395 - 2">
            <a:extLst>
              <a:ext uri="{FF2B5EF4-FFF2-40B4-BE49-F238E27FC236}">
                <a16:creationId xmlns:a16="http://schemas.microsoft.com/office/drawing/2014/main" id="{03772EDA-6AE1-B17C-E23C-3F4DD308C0AF}"/>
              </a:ext>
            </a:extLst>
          </p:cNvPr>
          <p:cNvSpPr txBox="1"/>
          <p:nvPr/>
        </p:nvSpPr>
        <p:spPr>
          <a:xfrm>
            <a:off x="10033308"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3" name="CuadroTexto 395 - 3">
            <a:extLst>
              <a:ext uri="{FF2B5EF4-FFF2-40B4-BE49-F238E27FC236}">
                <a16:creationId xmlns:a16="http://schemas.microsoft.com/office/drawing/2014/main" id="{6B9B1CB6-5F7A-2151-96AF-CD4C991E21F8}"/>
              </a:ext>
            </a:extLst>
          </p:cNvPr>
          <p:cNvSpPr txBox="1"/>
          <p:nvPr/>
        </p:nvSpPr>
        <p:spPr>
          <a:xfrm>
            <a:off x="10033308"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4" name="CuadroTexto 395 - 1">
            <a:extLst>
              <a:ext uri="{FF2B5EF4-FFF2-40B4-BE49-F238E27FC236}">
                <a16:creationId xmlns:a16="http://schemas.microsoft.com/office/drawing/2014/main" id="{0A63E9AE-CF33-2D8F-580D-80EC0DD64FA2}"/>
              </a:ext>
            </a:extLst>
          </p:cNvPr>
          <p:cNvSpPr txBox="1"/>
          <p:nvPr/>
        </p:nvSpPr>
        <p:spPr>
          <a:xfrm>
            <a:off x="8151264"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5" name="Ellipse 164">
            <a:extLst>
              <a:ext uri="{FF2B5EF4-FFF2-40B4-BE49-F238E27FC236}">
                <a16:creationId xmlns:a16="http://schemas.microsoft.com/office/drawing/2014/main" id="{D84C693E-3E26-C251-2A3F-F72F8AF7B051}"/>
              </a:ext>
            </a:extLst>
          </p:cNvPr>
          <p:cNvSpPr>
            <a:spLocks noChangeAspect="1"/>
          </p:cNvSpPr>
          <p:nvPr/>
        </p:nvSpPr>
        <p:spPr>
          <a:xfrm>
            <a:off x="814368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166" name="Ellipse 165">
            <a:extLst>
              <a:ext uri="{FF2B5EF4-FFF2-40B4-BE49-F238E27FC236}">
                <a16:creationId xmlns:a16="http://schemas.microsoft.com/office/drawing/2014/main" id="{F348DFE0-30E9-202E-2B50-4A3B597AEC3C}"/>
              </a:ext>
            </a:extLst>
          </p:cNvPr>
          <p:cNvSpPr>
            <a:spLocks noChangeAspect="1"/>
          </p:cNvSpPr>
          <p:nvPr/>
        </p:nvSpPr>
        <p:spPr>
          <a:xfrm>
            <a:off x="1004136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167" name="Ellipse 166">
            <a:extLst>
              <a:ext uri="{FF2B5EF4-FFF2-40B4-BE49-F238E27FC236}">
                <a16:creationId xmlns:a16="http://schemas.microsoft.com/office/drawing/2014/main" id="{03B99FCE-6CA9-0038-B50E-E574EC60737A}"/>
              </a:ext>
            </a:extLst>
          </p:cNvPr>
          <p:cNvSpPr>
            <a:spLocks noChangeAspect="1"/>
          </p:cNvSpPr>
          <p:nvPr/>
        </p:nvSpPr>
        <p:spPr>
          <a:xfrm>
            <a:off x="814814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168" name="Ellipse 167">
            <a:extLst>
              <a:ext uri="{FF2B5EF4-FFF2-40B4-BE49-F238E27FC236}">
                <a16:creationId xmlns:a16="http://schemas.microsoft.com/office/drawing/2014/main" id="{8F51B5F4-2103-EE3F-E905-132289941163}"/>
              </a:ext>
            </a:extLst>
          </p:cNvPr>
          <p:cNvSpPr>
            <a:spLocks noChangeAspect="1"/>
          </p:cNvSpPr>
          <p:nvPr/>
        </p:nvSpPr>
        <p:spPr>
          <a:xfrm>
            <a:off x="1004582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23491E46-6204-CD29-6A2F-3547597703FD}"/>
              </a:ext>
            </a:extLst>
          </p:cNvPr>
          <p:cNvGrpSpPr>
            <a:grpSpLocks noChangeAspect="1"/>
          </p:cNvGrpSpPr>
          <p:nvPr/>
        </p:nvGrpSpPr>
        <p:grpSpPr>
          <a:xfrm>
            <a:off x="5719648" y="2293096"/>
            <a:ext cx="716214" cy="762000"/>
            <a:chOff x="6289676" y="1268413"/>
            <a:chExt cx="347663" cy="369888"/>
          </a:xfrm>
          <a:solidFill>
            <a:schemeClr val="accent2"/>
          </a:solidFill>
        </p:grpSpPr>
        <p:sp>
          <p:nvSpPr>
            <p:cNvPr id="9" name="Rectangle 872">
              <a:extLst>
                <a:ext uri="{FF2B5EF4-FFF2-40B4-BE49-F238E27FC236}">
                  <a16:creationId xmlns:a16="http://schemas.microsoft.com/office/drawing/2014/main" id="{B185F81C-A16C-AB0B-E37E-CC42E645C83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Rectangle 873">
              <a:extLst>
                <a:ext uri="{FF2B5EF4-FFF2-40B4-BE49-F238E27FC236}">
                  <a16:creationId xmlns:a16="http://schemas.microsoft.com/office/drawing/2014/main" id="{B9FCB344-8511-8BA2-5339-58C120A9A64B}"/>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4">
              <a:extLst>
                <a:ext uri="{FF2B5EF4-FFF2-40B4-BE49-F238E27FC236}">
                  <a16:creationId xmlns:a16="http://schemas.microsoft.com/office/drawing/2014/main" id="{0784F569-9343-A7D2-A147-8A5D104287F7}"/>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Rectangle 875">
              <a:extLst>
                <a:ext uri="{FF2B5EF4-FFF2-40B4-BE49-F238E27FC236}">
                  <a16:creationId xmlns:a16="http://schemas.microsoft.com/office/drawing/2014/main" id="{DE9550E7-7421-3CA5-C421-344F1C10D73D}"/>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1CF35E1B-4703-431E-42BA-6A6DD9AE9749}"/>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Rectangle 877">
              <a:extLst>
                <a:ext uri="{FF2B5EF4-FFF2-40B4-BE49-F238E27FC236}">
                  <a16:creationId xmlns:a16="http://schemas.microsoft.com/office/drawing/2014/main" id="{6A179C2A-9F4D-2945-6ED9-078C06853715}"/>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8">
              <a:extLst>
                <a:ext uri="{FF2B5EF4-FFF2-40B4-BE49-F238E27FC236}">
                  <a16:creationId xmlns:a16="http://schemas.microsoft.com/office/drawing/2014/main" id="{8E4EF7E9-FC00-265F-FEB2-C2E851F65D90}"/>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9">
              <a:extLst>
                <a:ext uri="{FF2B5EF4-FFF2-40B4-BE49-F238E27FC236}">
                  <a16:creationId xmlns:a16="http://schemas.microsoft.com/office/drawing/2014/main" id="{E0BEB391-C826-7EC9-7FC7-4E92E61C4A45}"/>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880">
              <a:extLst>
                <a:ext uri="{FF2B5EF4-FFF2-40B4-BE49-F238E27FC236}">
                  <a16:creationId xmlns:a16="http://schemas.microsoft.com/office/drawing/2014/main" id="{7BD19B00-4E89-24EC-62B8-4F67CC51548E}"/>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881">
              <a:extLst>
                <a:ext uri="{FF2B5EF4-FFF2-40B4-BE49-F238E27FC236}">
                  <a16:creationId xmlns:a16="http://schemas.microsoft.com/office/drawing/2014/main" id="{D88EB8D9-2D1E-6810-7FFE-3BC0CF3FD7F0}"/>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882">
              <a:extLst>
                <a:ext uri="{FF2B5EF4-FFF2-40B4-BE49-F238E27FC236}">
                  <a16:creationId xmlns:a16="http://schemas.microsoft.com/office/drawing/2014/main" id="{5675CABF-0EEC-CDE2-5B6F-F603505E1772}"/>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883">
              <a:extLst>
                <a:ext uri="{FF2B5EF4-FFF2-40B4-BE49-F238E27FC236}">
                  <a16:creationId xmlns:a16="http://schemas.microsoft.com/office/drawing/2014/main" id="{383A638D-CEB6-7647-B909-03F412134C9B}"/>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884">
              <a:extLst>
                <a:ext uri="{FF2B5EF4-FFF2-40B4-BE49-F238E27FC236}">
                  <a16:creationId xmlns:a16="http://schemas.microsoft.com/office/drawing/2014/main" id="{AE2BD43A-45A7-CEE8-AB03-B41D812A3C71}"/>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885">
              <a:extLst>
                <a:ext uri="{FF2B5EF4-FFF2-40B4-BE49-F238E27FC236}">
                  <a16:creationId xmlns:a16="http://schemas.microsoft.com/office/drawing/2014/main" id="{53B5518B-B25F-A063-C0E7-73FF85A3E107}"/>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886">
              <a:extLst>
                <a:ext uri="{FF2B5EF4-FFF2-40B4-BE49-F238E27FC236}">
                  <a16:creationId xmlns:a16="http://schemas.microsoft.com/office/drawing/2014/main" id="{579A022D-6CF1-82AB-172E-1313DCA46779}"/>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Rectangle 887">
              <a:extLst>
                <a:ext uri="{FF2B5EF4-FFF2-40B4-BE49-F238E27FC236}">
                  <a16:creationId xmlns:a16="http://schemas.microsoft.com/office/drawing/2014/main" id="{96FBCBCA-BCA4-AE10-780F-D0DEF8032ECD}"/>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Rectangle 888">
              <a:extLst>
                <a:ext uri="{FF2B5EF4-FFF2-40B4-BE49-F238E27FC236}">
                  <a16:creationId xmlns:a16="http://schemas.microsoft.com/office/drawing/2014/main" id="{71ABD397-83CC-F311-FDC7-6FA18790C874}"/>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889">
              <a:extLst>
                <a:ext uri="{FF2B5EF4-FFF2-40B4-BE49-F238E27FC236}">
                  <a16:creationId xmlns:a16="http://schemas.microsoft.com/office/drawing/2014/main" id="{3AC881E6-7C09-BE9B-55AE-E186B1195F4D}"/>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0">
              <a:extLst>
                <a:ext uri="{FF2B5EF4-FFF2-40B4-BE49-F238E27FC236}">
                  <a16:creationId xmlns:a16="http://schemas.microsoft.com/office/drawing/2014/main" id="{95ED3700-BBE3-8E6B-C170-825B11C6C995}"/>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1">
              <a:extLst>
                <a:ext uri="{FF2B5EF4-FFF2-40B4-BE49-F238E27FC236}">
                  <a16:creationId xmlns:a16="http://schemas.microsoft.com/office/drawing/2014/main" id="{8B73C193-FD8E-5774-630A-000CA5A4B561}"/>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892">
              <a:extLst>
                <a:ext uri="{FF2B5EF4-FFF2-40B4-BE49-F238E27FC236}">
                  <a16:creationId xmlns:a16="http://schemas.microsoft.com/office/drawing/2014/main" id="{8C55E27B-7710-BC7A-7AD0-DBCAD16AC3C6}"/>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Rectangle 893">
              <a:extLst>
                <a:ext uri="{FF2B5EF4-FFF2-40B4-BE49-F238E27FC236}">
                  <a16:creationId xmlns:a16="http://schemas.microsoft.com/office/drawing/2014/main" id="{F65C1726-F323-3AB4-1025-F359AD7129DA}"/>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Rectangle 894">
              <a:extLst>
                <a:ext uri="{FF2B5EF4-FFF2-40B4-BE49-F238E27FC236}">
                  <a16:creationId xmlns:a16="http://schemas.microsoft.com/office/drawing/2014/main" id="{C36FBD7B-F164-4859-8949-7FD609CD8E24}"/>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Collaboration5" descr="{&quot;Key&quot;:&quot;POWER_USER_SHAPE_ICON&quot;,&quot;Value&quot;:&quot;POWER_USER_SHAPE_ICON_STYLE_1&quot;}">
            <a:extLst>
              <a:ext uri="{FF2B5EF4-FFF2-40B4-BE49-F238E27FC236}">
                <a16:creationId xmlns:a16="http://schemas.microsoft.com/office/drawing/2014/main" id="{15F94470-A623-34FF-0E38-2775B06E9A79}"/>
              </a:ext>
            </a:extLst>
          </p:cNvPr>
          <p:cNvGrpSpPr>
            <a:grpSpLocks noChangeAspect="1"/>
          </p:cNvGrpSpPr>
          <p:nvPr/>
        </p:nvGrpSpPr>
        <p:grpSpPr>
          <a:xfrm>
            <a:off x="9304942" y="2382825"/>
            <a:ext cx="760876" cy="762000"/>
            <a:chOff x="5438545" y="-940319"/>
            <a:chExt cx="737818" cy="738908"/>
          </a:xfrm>
          <a:solidFill>
            <a:schemeClr val="accent3"/>
          </a:solidFill>
        </p:grpSpPr>
        <p:sp>
          <p:nvSpPr>
            <p:cNvPr id="67" name="Free-form: Shape 66">
              <a:extLst>
                <a:ext uri="{FF2B5EF4-FFF2-40B4-BE49-F238E27FC236}">
                  <a16:creationId xmlns:a16="http://schemas.microsoft.com/office/drawing/2014/main" id="{972FF239-6D9C-FEC1-ECA9-C6DB68E6B88A}"/>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4A010BCA-7D5C-FEE8-C407-9759AD18B1DE}"/>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704AFD65-BD5B-17CD-8090-72C6BB628358}"/>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387FAA8-CF20-3C37-DC5F-FB6F38965D72}"/>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092596618"/>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88C160-9D08-0C69-E44A-BD06D3203939}"/>
              </a:ext>
            </a:extLst>
          </p:cNvPr>
          <p:cNvSpPr>
            <a:spLocks noGrp="1"/>
          </p:cNvSpPr>
          <p:nvPr>
            <p:ph type="title"/>
          </p:nvPr>
        </p:nvSpPr>
        <p:spPr>
          <a:xfrm>
            <a:off x="214184" y="13663"/>
            <a:ext cx="9728886" cy="678316"/>
          </a:xfrm>
        </p:spPr>
        <p:txBody>
          <a:bodyPr>
            <a:normAutofit/>
          </a:bodyPr>
          <a:lstStyle/>
          <a:p>
            <a:r>
              <a:rPr lang="en-US" dirty="0"/>
              <a:t>Process (4 steps)</a:t>
            </a:r>
          </a:p>
        </p:txBody>
      </p:sp>
      <p:sp>
        <p:nvSpPr>
          <p:cNvPr id="3" name="Flèche : bas 1">
            <a:extLst>
              <a:ext uri="{FF2B5EF4-FFF2-40B4-BE49-F238E27FC236}">
                <a16:creationId xmlns:a16="http://schemas.microsoft.com/office/drawing/2014/main" id="{331294FA-4E94-6F23-AE3E-5D9E3287B58A}"/>
              </a:ext>
            </a:extLst>
          </p:cNvPr>
          <p:cNvSpPr/>
          <p:nvPr/>
        </p:nvSpPr>
        <p:spPr>
          <a:xfrm>
            <a:off x="1211674" y="1196752"/>
            <a:ext cx="683392" cy="4896544"/>
          </a:xfrm>
          <a:prstGeom prst="down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4" name="Rectangle 3">
            <a:extLst>
              <a:ext uri="{FF2B5EF4-FFF2-40B4-BE49-F238E27FC236}">
                <a16:creationId xmlns:a16="http://schemas.microsoft.com/office/drawing/2014/main" id="{473179FD-B2B8-F566-575A-1C2D1E41B599}"/>
              </a:ext>
            </a:extLst>
          </p:cNvPr>
          <p:cNvSpPr/>
          <p:nvPr/>
        </p:nvSpPr>
        <p:spPr>
          <a:xfrm>
            <a:off x="405667" y="167747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5" name="Rectangle 4">
            <a:extLst>
              <a:ext uri="{FF2B5EF4-FFF2-40B4-BE49-F238E27FC236}">
                <a16:creationId xmlns:a16="http://schemas.microsoft.com/office/drawing/2014/main" id="{1E19F7BE-C170-2033-9953-21CE11F7BA89}"/>
              </a:ext>
            </a:extLst>
          </p:cNvPr>
          <p:cNvSpPr/>
          <p:nvPr/>
        </p:nvSpPr>
        <p:spPr>
          <a:xfrm>
            <a:off x="2867909" y="1677476"/>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6" name="Rectangle 5">
            <a:extLst>
              <a:ext uri="{FF2B5EF4-FFF2-40B4-BE49-F238E27FC236}">
                <a16:creationId xmlns:a16="http://schemas.microsoft.com/office/drawing/2014/main" id="{4AB7AEF3-5090-AD44-CDC6-5D610E152320}"/>
              </a:ext>
            </a:extLst>
          </p:cNvPr>
          <p:cNvSpPr/>
          <p:nvPr/>
        </p:nvSpPr>
        <p:spPr>
          <a:xfrm>
            <a:off x="7589439" y="169071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7" name="Rectangle 6">
            <a:extLst>
              <a:ext uri="{FF2B5EF4-FFF2-40B4-BE49-F238E27FC236}">
                <a16:creationId xmlns:a16="http://schemas.microsoft.com/office/drawing/2014/main" id="{7B57D056-22D1-7338-3CCC-4F6776205969}"/>
              </a:ext>
            </a:extLst>
          </p:cNvPr>
          <p:cNvSpPr/>
          <p:nvPr/>
        </p:nvSpPr>
        <p:spPr>
          <a:xfrm>
            <a:off x="405667" y="2671273"/>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8" name="Rectangle 7">
            <a:extLst>
              <a:ext uri="{FF2B5EF4-FFF2-40B4-BE49-F238E27FC236}">
                <a16:creationId xmlns:a16="http://schemas.microsoft.com/office/drawing/2014/main" id="{54DD3A6B-7996-F1A1-675D-5514E9F892BC}"/>
              </a:ext>
            </a:extLst>
          </p:cNvPr>
          <p:cNvSpPr/>
          <p:nvPr/>
        </p:nvSpPr>
        <p:spPr>
          <a:xfrm>
            <a:off x="405667" y="3665070"/>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9" name="Rectangle 8">
            <a:extLst>
              <a:ext uri="{FF2B5EF4-FFF2-40B4-BE49-F238E27FC236}">
                <a16:creationId xmlns:a16="http://schemas.microsoft.com/office/drawing/2014/main" id="{970D620E-BD64-EA7F-06CA-91C01C7C7770}"/>
              </a:ext>
            </a:extLst>
          </p:cNvPr>
          <p:cNvSpPr/>
          <p:nvPr/>
        </p:nvSpPr>
        <p:spPr>
          <a:xfrm>
            <a:off x="405667" y="465886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10" name="Rectangle 9">
            <a:extLst>
              <a:ext uri="{FF2B5EF4-FFF2-40B4-BE49-F238E27FC236}">
                <a16:creationId xmlns:a16="http://schemas.microsoft.com/office/drawing/2014/main" id="{8D170ED2-BBC5-A27C-E7FB-9F66621C4F70}"/>
              </a:ext>
            </a:extLst>
          </p:cNvPr>
          <p:cNvSpPr/>
          <p:nvPr/>
        </p:nvSpPr>
        <p:spPr>
          <a:xfrm>
            <a:off x="2866164" y="2667745"/>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1" name="Rectangle 10">
            <a:extLst>
              <a:ext uri="{FF2B5EF4-FFF2-40B4-BE49-F238E27FC236}">
                <a16:creationId xmlns:a16="http://schemas.microsoft.com/office/drawing/2014/main" id="{8585A567-0499-BF6F-2D4E-44D0D9E18CBF}"/>
              </a:ext>
            </a:extLst>
          </p:cNvPr>
          <p:cNvSpPr/>
          <p:nvPr/>
        </p:nvSpPr>
        <p:spPr>
          <a:xfrm>
            <a:off x="7589439" y="268009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2" name="Rectangle 11">
            <a:extLst>
              <a:ext uri="{FF2B5EF4-FFF2-40B4-BE49-F238E27FC236}">
                <a16:creationId xmlns:a16="http://schemas.microsoft.com/office/drawing/2014/main" id="{9BD4B1E2-32C7-055A-6E9D-027D2AC72A00}"/>
              </a:ext>
            </a:extLst>
          </p:cNvPr>
          <p:cNvSpPr/>
          <p:nvPr/>
        </p:nvSpPr>
        <p:spPr>
          <a:xfrm>
            <a:off x="2866164" y="365801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algn="ctr"/>
            <a:endParaRPr lang="en-US" sz="1200" dirty="0">
              <a:solidFill>
                <a:schemeClr val="tx1"/>
              </a:solidFill>
            </a:endParaRPr>
          </a:p>
        </p:txBody>
      </p:sp>
      <p:sp>
        <p:nvSpPr>
          <p:cNvPr id="13" name="Rectangle 12">
            <a:extLst>
              <a:ext uri="{FF2B5EF4-FFF2-40B4-BE49-F238E27FC236}">
                <a16:creationId xmlns:a16="http://schemas.microsoft.com/office/drawing/2014/main" id="{A79E151B-BA3E-D344-46F1-E63D0ABF20D8}"/>
              </a:ext>
            </a:extLst>
          </p:cNvPr>
          <p:cNvSpPr/>
          <p:nvPr/>
        </p:nvSpPr>
        <p:spPr>
          <a:xfrm>
            <a:off x="7589439" y="366948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4" name="Rectangle 13">
            <a:extLst>
              <a:ext uri="{FF2B5EF4-FFF2-40B4-BE49-F238E27FC236}">
                <a16:creationId xmlns:a16="http://schemas.microsoft.com/office/drawing/2014/main" id="{8B4B2EFD-4276-15F8-3397-544E048D0103}"/>
              </a:ext>
            </a:extLst>
          </p:cNvPr>
          <p:cNvSpPr/>
          <p:nvPr/>
        </p:nvSpPr>
        <p:spPr>
          <a:xfrm>
            <a:off x="2866164" y="464828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algn="ctr"/>
            <a:endParaRPr lang="en-US" sz="1200" dirty="0">
              <a:solidFill>
                <a:schemeClr val="tx1"/>
              </a:solidFill>
            </a:endParaRPr>
          </a:p>
        </p:txBody>
      </p:sp>
      <p:sp>
        <p:nvSpPr>
          <p:cNvPr id="15" name="Rectangle 14">
            <a:extLst>
              <a:ext uri="{FF2B5EF4-FFF2-40B4-BE49-F238E27FC236}">
                <a16:creationId xmlns:a16="http://schemas.microsoft.com/office/drawing/2014/main" id="{54BC0A17-2A12-B357-9D8A-727578245817}"/>
              </a:ext>
            </a:extLst>
          </p:cNvPr>
          <p:cNvSpPr/>
          <p:nvPr/>
        </p:nvSpPr>
        <p:spPr>
          <a:xfrm>
            <a:off x="7589439" y="465886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a:t>
            </a:r>
          </a:p>
        </p:txBody>
      </p:sp>
      <p:sp>
        <p:nvSpPr>
          <p:cNvPr id="16" name="Rectangle : avec coins arrondis en haut 15">
            <a:extLst>
              <a:ext uri="{FF2B5EF4-FFF2-40B4-BE49-F238E27FC236}">
                <a16:creationId xmlns:a16="http://schemas.microsoft.com/office/drawing/2014/main" id="{3DCC355E-17B0-AED6-75CD-97320F961056}"/>
              </a:ext>
            </a:extLst>
          </p:cNvPr>
          <p:cNvSpPr/>
          <p:nvPr/>
        </p:nvSpPr>
        <p:spPr>
          <a:xfrm>
            <a:off x="7589439" y="1184969"/>
            <a:ext cx="4201066" cy="378741"/>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Lorem ipsum dolor </a:t>
            </a:r>
          </a:p>
        </p:txBody>
      </p:sp>
      <p:sp>
        <p:nvSpPr>
          <p:cNvPr id="17" name="Rectangle : avec coins arrondis en haut 16">
            <a:extLst>
              <a:ext uri="{FF2B5EF4-FFF2-40B4-BE49-F238E27FC236}">
                <a16:creationId xmlns:a16="http://schemas.microsoft.com/office/drawing/2014/main" id="{2CBDB385-86B6-BE57-50E5-641ACE9C8B54}"/>
              </a:ext>
            </a:extLst>
          </p:cNvPr>
          <p:cNvSpPr/>
          <p:nvPr/>
        </p:nvSpPr>
        <p:spPr>
          <a:xfrm>
            <a:off x="2867909" y="1185559"/>
            <a:ext cx="4548778" cy="378741"/>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Lorem ipsum dolor </a:t>
            </a:r>
          </a:p>
        </p:txBody>
      </p:sp>
    </p:spTree>
    <p:extLst>
      <p:ext uri="{BB962C8B-B14F-4D97-AF65-F5344CB8AC3E}">
        <p14:creationId xmlns:p14="http://schemas.microsoft.com/office/powerpoint/2010/main" val="142008014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Stripes arrows 3</a:t>
            </a:r>
          </a:p>
        </p:txBody>
      </p:sp>
      <p:sp>
        <p:nvSpPr>
          <p:cNvPr id="3" name="Pentagon 2"/>
          <p:cNvSpPr/>
          <p:nvPr/>
        </p:nvSpPr>
        <p:spPr>
          <a:xfrm>
            <a:off x="2040880" y="2494801"/>
            <a:ext cx="9480909" cy="740980"/>
          </a:xfrm>
          <a:prstGeom prst="homePlate">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Maecenas porttitor congue </a:t>
            </a:r>
            <a:r>
              <a:rPr lang="en-US" sz="1600" dirty="0" err="1">
                <a:solidFill>
                  <a:srgbClr val="FFFFFF"/>
                </a:solidFill>
              </a:rPr>
              <a:t>massa</a:t>
            </a:r>
            <a:r>
              <a:rPr lang="en-US" sz="1600" dirty="0">
                <a:solidFill>
                  <a:srgbClr val="FFFFFF"/>
                </a:solidFill>
              </a:rPr>
              <a:t>.</a:t>
            </a:r>
          </a:p>
        </p:txBody>
      </p:sp>
      <p:sp>
        <p:nvSpPr>
          <p:cNvPr id="4" name="Pentagon 3"/>
          <p:cNvSpPr/>
          <p:nvPr/>
        </p:nvSpPr>
        <p:spPr>
          <a:xfrm>
            <a:off x="2040880" y="3235781"/>
            <a:ext cx="6657621" cy="740980"/>
          </a:xfrm>
          <a:prstGeom prst="homePlate">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Maecenas porttitor congue massa. </a:t>
            </a:r>
          </a:p>
        </p:txBody>
      </p:sp>
      <p:sp>
        <p:nvSpPr>
          <p:cNvPr id="5" name="Pentagon 4"/>
          <p:cNvSpPr/>
          <p:nvPr/>
        </p:nvSpPr>
        <p:spPr>
          <a:xfrm>
            <a:off x="2040880" y="3976761"/>
            <a:ext cx="7935730" cy="740980"/>
          </a:xfrm>
          <a:prstGeom prst="homePlat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rmAutofit/>
          </a:bodyPr>
          <a:lstStyle/>
          <a:p>
            <a:r>
              <a:rPr lang="en-US" sz="1600" dirty="0">
                <a:solidFill>
                  <a:srgbClr val="FFFFFF"/>
                </a:solidFill>
              </a:rPr>
              <a:t>Lorem ipsum dolor sit amet, consectetuer adipiscing elit. Maecenas porttitor congue massa. </a:t>
            </a:r>
          </a:p>
        </p:txBody>
      </p:sp>
      <p:sp>
        <p:nvSpPr>
          <p:cNvPr id="6" name="Pentagon 5"/>
          <p:cNvSpPr/>
          <p:nvPr/>
        </p:nvSpPr>
        <p:spPr>
          <a:xfrm>
            <a:off x="2040880" y="4717741"/>
            <a:ext cx="5379510" cy="740980"/>
          </a:xfrm>
          <a:prstGeom prst="homePlat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a:t>
            </a:r>
          </a:p>
        </p:txBody>
      </p:sp>
      <p:sp>
        <p:nvSpPr>
          <p:cNvPr id="7" name="Flowchart: Manual Input 6"/>
          <p:cNvSpPr/>
          <p:nvPr/>
        </p:nvSpPr>
        <p:spPr>
          <a:xfrm flipH="1">
            <a:off x="934458" y="2116658"/>
            <a:ext cx="1106424" cy="1860103"/>
          </a:xfrm>
          <a:prstGeom prst="flowChartManualInput">
            <a:avLst/>
          </a:prstGeom>
          <a:solidFill>
            <a:schemeClr val="accent1">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lowchart: Manual Input 7"/>
          <p:cNvSpPr/>
          <p:nvPr/>
        </p:nvSpPr>
        <p:spPr>
          <a:xfrm rot="10800000">
            <a:off x="934456" y="3976761"/>
            <a:ext cx="1106424" cy="1860103"/>
          </a:xfrm>
          <a:prstGeom prst="flowChartManualInput">
            <a:avLst/>
          </a:prstGeom>
          <a:solidFill>
            <a:schemeClr val="accent4">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lowchart: Manual Input 8"/>
          <p:cNvSpPr/>
          <p:nvPr/>
        </p:nvSpPr>
        <p:spPr>
          <a:xfrm flipH="1">
            <a:off x="934458" y="3046542"/>
            <a:ext cx="1106424" cy="930052"/>
          </a:xfrm>
          <a:prstGeom prst="flowChartManualInput">
            <a:avLst/>
          </a:prstGeom>
          <a:solidFill>
            <a:schemeClr val="accent2">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lowchart: Manual Input 9"/>
          <p:cNvSpPr/>
          <p:nvPr/>
        </p:nvSpPr>
        <p:spPr>
          <a:xfrm rot="10800000">
            <a:off x="934455" y="3976593"/>
            <a:ext cx="1106424" cy="930218"/>
          </a:xfrm>
          <a:prstGeom prst="flowChartManualInput">
            <a:avLst/>
          </a:prstGeom>
          <a:solidFill>
            <a:schemeClr val="accent3">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a:spLocks noChangeAspect="1"/>
          </p:cNvSpPr>
          <p:nvPr/>
        </p:nvSpPr>
        <p:spPr>
          <a:xfrm>
            <a:off x="0" y="3046542"/>
            <a:ext cx="934458" cy="93445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2</a:t>
            </a:r>
          </a:p>
        </p:txBody>
      </p:sp>
      <p:sp>
        <p:nvSpPr>
          <p:cNvPr id="12" name="Rectangle 11"/>
          <p:cNvSpPr>
            <a:spLocks noChangeAspect="1"/>
          </p:cNvSpPr>
          <p:nvPr/>
        </p:nvSpPr>
        <p:spPr>
          <a:xfrm>
            <a:off x="0" y="2112084"/>
            <a:ext cx="934458" cy="934458"/>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1</a:t>
            </a:r>
          </a:p>
        </p:txBody>
      </p:sp>
      <p:sp>
        <p:nvSpPr>
          <p:cNvPr id="13" name="Rectangle 12"/>
          <p:cNvSpPr>
            <a:spLocks noChangeAspect="1"/>
          </p:cNvSpPr>
          <p:nvPr/>
        </p:nvSpPr>
        <p:spPr>
          <a:xfrm>
            <a:off x="0" y="3981000"/>
            <a:ext cx="934458" cy="93445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3</a:t>
            </a:r>
          </a:p>
        </p:txBody>
      </p:sp>
      <p:sp>
        <p:nvSpPr>
          <p:cNvPr id="14" name="Rectangle 13"/>
          <p:cNvSpPr>
            <a:spLocks noChangeAspect="1"/>
          </p:cNvSpPr>
          <p:nvPr/>
        </p:nvSpPr>
        <p:spPr>
          <a:xfrm>
            <a:off x="0" y="4915457"/>
            <a:ext cx="934458" cy="934458"/>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4</a:t>
            </a:r>
          </a:p>
        </p:txBody>
      </p:sp>
      <p:sp>
        <p:nvSpPr>
          <p:cNvPr id="53" name="Cell_Phone4" descr="{&quot;Key&quot;:&quot;POWER_USER_SHAPE_ICON&quot;,&quot;Value&quot;:&quot;POWER_USER_SHAPE_ICON_STYLE_1&quot;}"/>
          <p:cNvSpPr>
            <a:spLocks noChangeAspect="1" noEditPoints="1"/>
          </p:cNvSpPr>
          <p:nvPr>
            <p:custDataLst>
              <p:tags r:id="rId2"/>
            </p:custDataLst>
          </p:nvPr>
        </p:nvSpPr>
        <p:spPr bwMode="auto">
          <a:xfrm>
            <a:off x="2379359" y="2402958"/>
            <a:ext cx="1847854" cy="3229859"/>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5" name="Abilities" descr="{&quot;Key&quot;:&quot;POWER_USER_SHAPE_ICON&quot;,&quot;Value&quot;:&quot;POWER_USER_SHAPE_ICON_STYLE_1&quot;}">
            <a:extLst>
              <a:ext uri="{FF2B5EF4-FFF2-40B4-BE49-F238E27FC236}">
                <a16:creationId xmlns:a16="http://schemas.microsoft.com/office/drawing/2014/main" id="{1DB87C8B-76DA-4B5E-479E-B4BC3F36B577}"/>
              </a:ext>
            </a:extLst>
          </p:cNvPr>
          <p:cNvGrpSpPr>
            <a:grpSpLocks noChangeAspect="1"/>
          </p:cNvGrpSpPr>
          <p:nvPr/>
        </p:nvGrpSpPr>
        <p:grpSpPr>
          <a:xfrm>
            <a:off x="3086871" y="4183735"/>
            <a:ext cx="422864" cy="401454"/>
            <a:chOff x="10361046" y="2403176"/>
            <a:chExt cx="1011340" cy="960133"/>
          </a:xfrm>
          <a:solidFill>
            <a:srgbClr val="FFFFFF"/>
          </a:solidFill>
        </p:grpSpPr>
        <p:sp>
          <p:nvSpPr>
            <p:cNvPr id="48" name="Free-form: Shape 47">
              <a:extLst>
                <a:ext uri="{FF2B5EF4-FFF2-40B4-BE49-F238E27FC236}">
                  <a16:creationId xmlns:a16="http://schemas.microsoft.com/office/drawing/2014/main" id="{BF27CC76-F880-A31B-462A-B1D9DEC2FB07}"/>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383B201F-D58C-4A70-879F-0DD49FB5DA3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81D4A680-0A77-F40A-D026-47FE5C2D0DFD}"/>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E59883F1-7D64-E3B1-6D87-191D0B6DFD7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905DCC23-268A-9068-4855-999E3466B0E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25B6B9C-ACD4-C4F2-B65D-1288D558A0B7}"/>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D68008C-F682-818E-71E6-F89945FE4AA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106CBDCD-4B67-0F11-71D7-E6E07F0C0659}"/>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57" name="Fix" descr="{&quot;Key&quot;:&quot;POWER_USER_SHAPE_ICON&quot;,&quot;Value&quot;:&quot;POWER_USER_SHAPE_ICON_STYLE_1&quot;}">
            <a:extLst>
              <a:ext uri="{FF2B5EF4-FFF2-40B4-BE49-F238E27FC236}">
                <a16:creationId xmlns:a16="http://schemas.microsoft.com/office/drawing/2014/main" id="{EAF8606E-03FB-4A31-76A2-BBA244DB8A77}"/>
              </a:ext>
            </a:extLst>
          </p:cNvPr>
          <p:cNvGrpSpPr>
            <a:grpSpLocks noChangeAspect="1"/>
          </p:cNvGrpSpPr>
          <p:nvPr/>
        </p:nvGrpSpPr>
        <p:grpSpPr>
          <a:xfrm>
            <a:off x="3066646" y="4890836"/>
            <a:ext cx="463314" cy="449485"/>
            <a:chOff x="7832341" y="2904779"/>
            <a:chExt cx="1080699" cy="1048441"/>
          </a:xfrm>
          <a:solidFill>
            <a:srgbClr val="FFFFFF"/>
          </a:solidFill>
        </p:grpSpPr>
        <p:sp>
          <p:nvSpPr>
            <p:cNvPr id="58" name="Forme libre : forme 3475">
              <a:extLst>
                <a:ext uri="{FF2B5EF4-FFF2-40B4-BE49-F238E27FC236}">
                  <a16:creationId xmlns:a16="http://schemas.microsoft.com/office/drawing/2014/main" id="{24242E5D-8C0E-12E0-8669-B66668E4F06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59" name="Forme libre : forme 3495">
              <a:extLst>
                <a:ext uri="{FF2B5EF4-FFF2-40B4-BE49-F238E27FC236}">
                  <a16:creationId xmlns:a16="http://schemas.microsoft.com/office/drawing/2014/main" id="{2EA575FD-E7A9-7D57-233A-25C9C903985B}"/>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60" name="Forme libre : forme 1553">
              <a:extLst>
                <a:ext uri="{FF2B5EF4-FFF2-40B4-BE49-F238E27FC236}">
                  <a16:creationId xmlns:a16="http://schemas.microsoft.com/office/drawing/2014/main" id="{1B1733A3-8AC3-5E19-4577-72C3CB833F5B}"/>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61" name="Forme libre : forme 1554">
              <a:extLst>
                <a:ext uri="{FF2B5EF4-FFF2-40B4-BE49-F238E27FC236}">
                  <a16:creationId xmlns:a16="http://schemas.microsoft.com/office/drawing/2014/main" id="{89C45B71-C0E9-169A-2E19-F8C5E5F9E26E}"/>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grpSp>
        <p:nvGrpSpPr>
          <p:cNvPr id="62" name="Challenge3" descr="{&quot;Key&quot;:&quot;POWER_USER_SHAPE_ICON&quot;,&quot;Value&quot;:&quot;POWER_USER_SHAPE_ICON_STYLE_1&quot;}">
            <a:extLst>
              <a:ext uri="{FF2B5EF4-FFF2-40B4-BE49-F238E27FC236}">
                <a16:creationId xmlns:a16="http://schemas.microsoft.com/office/drawing/2014/main" id="{7273EC6F-918D-963B-95E6-98EDE3B69E70}"/>
              </a:ext>
            </a:extLst>
          </p:cNvPr>
          <p:cNvGrpSpPr>
            <a:grpSpLocks noChangeAspect="1"/>
          </p:cNvGrpSpPr>
          <p:nvPr/>
        </p:nvGrpSpPr>
        <p:grpSpPr>
          <a:xfrm>
            <a:off x="3078429" y="3404947"/>
            <a:ext cx="439748" cy="473142"/>
            <a:chOff x="6293555" y="8287856"/>
            <a:chExt cx="1139547" cy="1226088"/>
          </a:xfrm>
          <a:solidFill>
            <a:srgbClr val="FFFFFF"/>
          </a:solidFill>
        </p:grpSpPr>
        <p:sp>
          <p:nvSpPr>
            <p:cNvPr id="63" name="Free-form: Shape 62">
              <a:extLst>
                <a:ext uri="{FF2B5EF4-FFF2-40B4-BE49-F238E27FC236}">
                  <a16:creationId xmlns:a16="http://schemas.microsoft.com/office/drawing/2014/main" id="{3F56C2ED-9880-3C39-DE5F-4EDE7F10C641}"/>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B0124DDD-B2A1-4C30-7AE7-2843106FA612}"/>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FB9194FC-13ED-D17C-3297-014D4BA9DBB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0C964B58-81E8-DC7C-9484-3060FF7797C5}"/>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67" name="Automation3" descr="{&quot;Key&quot;:&quot;POWER_USER_SHAPE_ICON&quot;,&quot;Value&quot;:&quot;POWER_USER_SHAPE_ICON_STYLE_1&quot;}">
            <a:extLst>
              <a:ext uri="{FF2B5EF4-FFF2-40B4-BE49-F238E27FC236}">
                <a16:creationId xmlns:a16="http://schemas.microsoft.com/office/drawing/2014/main" id="{C2CCA440-0468-CFD3-6F21-10F2E4D9ACFE}"/>
              </a:ext>
            </a:extLst>
          </p:cNvPr>
          <p:cNvGrpSpPr>
            <a:grpSpLocks noChangeAspect="1"/>
          </p:cNvGrpSpPr>
          <p:nvPr>
            <p:custDataLst>
              <p:tags r:id="rId3"/>
            </p:custDataLst>
          </p:nvPr>
        </p:nvGrpSpPr>
        <p:grpSpPr>
          <a:xfrm>
            <a:off x="3147301" y="2626159"/>
            <a:ext cx="302005" cy="473142"/>
            <a:chOff x="6967538" y="5295900"/>
            <a:chExt cx="523875" cy="820738"/>
          </a:xfrm>
          <a:solidFill>
            <a:srgbClr val="FFFFFF"/>
          </a:solidFill>
        </p:grpSpPr>
        <p:sp>
          <p:nvSpPr>
            <p:cNvPr id="68" name="Freeform 107">
              <a:extLst>
                <a:ext uri="{FF2B5EF4-FFF2-40B4-BE49-F238E27FC236}">
                  <a16:creationId xmlns:a16="http://schemas.microsoft.com/office/drawing/2014/main" id="{D85A0CA9-DBBB-7FAB-A9AE-6C63F7324319}"/>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108">
              <a:extLst>
                <a:ext uri="{FF2B5EF4-FFF2-40B4-BE49-F238E27FC236}">
                  <a16:creationId xmlns:a16="http://schemas.microsoft.com/office/drawing/2014/main" id="{65F8D876-ACC4-B0A3-253F-F60F2ED5084A}"/>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109">
              <a:extLst>
                <a:ext uri="{FF2B5EF4-FFF2-40B4-BE49-F238E27FC236}">
                  <a16:creationId xmlns:a16="http://schemas.microsoft.com/office/drawing/2014/main" id="{118D70EE-30AE-576E-610D-D618BCA8BDA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110">
              <a:extLst>
                <a:ext uri="{FF2B5EF4-FFF2-40B4-BE49-F238E27FC236}">
                  <a16:creationId xmlns:a16="http://schemas.microsoft.com/office/drawing/2014/main" id="{806C844F-FF23-C789-DA79-6818656020A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111">
              <a:extLst>
                <a:ext uri="{FF2B5EF4-FFF2-40B4-BE49-F238E27FC236}">
                  <a16:creationId xmlns:a16="http://schemas.microsoft.com/office/drawing/2014/main" id="{CF57C49C-C15B-9F2B-82A7-F2B907BC23EC}"/>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112">
              <a:extLst>
                <a:ext uri="{FF2B5EF4-FFF2-40B4-BE49-F238E27FC236}">
                  <a16:creationId xmlns:a16="http://schemas.microsoft.com/office/drawing/2014/main" id="{84944FD7-0DEC-CC6A-9D56-11412ABBEAA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113">
              <a:extLst>
                <a:ext uri="{FF2B5EF4-FFF2-40B4-BE49-F238E27FC236}">
                  <a16:creationId xmlns:a16="http://schemas.microsoft.com/office/drawing/2014/main" id="{ABA6A1D1-3C74-6209-EC36-40BC224ED496}"/>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114">
              <a:extLst>
                <a:ext uri="{FF2B5EF4-FFF2-40B4-BE49-F238E27FC236}">
                  <a16:creationId xmlns:a16="http://schemas.microsoft.com/office/drawing/2014/main" id="{C9044EB3-A9AA-0615-28E7-0B1DB1E23D2D}"/>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115">
              <a:extLst>
                <a:ext uri="{FF2B5EF4-FFF2-40B4-BE49-F238E27FC236}">
                  <a16:creationId xmlns:a16="http://schemas.microsoft.com/office/drawing/2014/main" id="{A37FFBB0-97BC-4F48-094F-3FAEC99E1D7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116">
              <a:extLst>
                <a:ext uri="{FF2B5EF4-FFF2-40B4-BE49-F238E27FC236}">
                  <a16:creationId xmlns:a16="http://schemas.microsoft.com/office/drawing/2014/main" id="{6D2451B4-934C-66B5-7F12-D8F119B41F2E}"/>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117">
              <a:extLst>
                <a:ext uri="{FF2B5EF4-FFF2-40B4-BE49-F238E27FC236}">
                  <a16:creationId xmlns:a16="http://schemas.microsoft.com/office/drawing/2014/main" id="{89034D21-EDA6-B152-2FDB-44AC02C8FF5B}"/>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18">
              <a:extLst>
                <a:ext uri="{FF2B5EF4-FFF2-40B4-BE49-F238E27FC236}">
                  <a16:creationId xmlns:a16="http://schemas.microsoft.com/office/drawing/2014/main" id="{86F61D26-A44E-02D2-4665-DFA7D5A20896}"/>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Rectangle 119">
              <a:extLst>
                <a:ext uri="{FF2B5EF4-FFF2-40B4-BE49-F238E27FC236}">
                  <a16:creationId xmlns:a16="http://schemas.microsoft.com/office/drawing/2014/main" id="{B45BCF6E-8893-B1E6-5640-BDE4C1DD515A}"/>
                </a:ext>
              </a:extLst>
            </p:cNvPr>
            <p:cNvSpPr>
              <a:spLocks noChangeArrowheads="1"/>
            </p:cNvSpPr>
            <p:nvPr/>
          </p:nvSpPr>
          <p:spPr bwMode="auto">
            <a:xfrm>
              <a:off x="7219951" y="5435600"/>
              <a:ext cx="2222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191814424"/>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Tree 2</a:t>
            </a:r>
          </a:p>
        </p:txBody>
      </p:sp>
      <p:sp>
        <p:nvSpPr>
          <p:cNvPr id="28" name="Rounded Rectangle 3">
            <a:extLst>
              <a:ext uri="{FF2B5EF4-FFF2-40B4-BE49-F238E27FC236}">
                <a16:creationId xmlns:a16="http://schemas.microsoft.com/office/drawing/2014/main" id="{53EAE11D-534F-4F57-825D-9CC593718264}"/>
              </a:ext>
            </a:extLst>
          </p:cNvPr>
          <p:cNvSpPr>
            <a:spLocks/>
          </p:cNvSpPr>
          <p:nvPr/>
        </p:nvSpPr>
        <p:spPr>
          <a:xfrm>
            <a:off x="3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29" name="Rounded Rectangle 4">
            <a:extLst>
              <a:ext uri="{FF2B5EF4-FFF2-40B4-BE49-F238E27FC236}">
                <a16:creationId xmlns:a16="http://schemas.microsoft.com/office/drawing/2014/main" id="{C7B94DE9-9E48-4B96-8CF1-11839335F5BB}"/>
              </a:ext>
            </a:extLst>
          </p:cNvPr>
          <p:cNvSpPr>
            <a:spLocks/>
          </p:cNvSpPr>
          <p:nvPr/>
        </p:nvSpPr>
        <p:spPr>
          <a:xfrm>
            <a:off x="18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0" name="Rounded Rectangle 5">
            <a:extLst>
              <a:ext uri="{FF2B5EF4-FFF2-40B4-BE49-F238E27FC236}">
                <a16:creationId xmlns:a16="http://schemas.microsoft.com/office/drawing/2014/main" id="{9F31527B-2F86-4D69-8DAC-EB2C922E976F}"/>
              </a:ext>
            </a:extLst>
          </p:cNvPr>
          <p:cNvSpPr>
            <a:spLocks/>
          </p:cNvSpPr>
          <p:nvPr/>
        </p:nvSpPr>
        <p:spPr>
          <a:xfrm>
            <a:off x="327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1" name="Rounded Rectangle 6">
            <a:extLst>
              <a:ext uri="{FF2B5EF4-FFF2-40B4-BE49-F238E27FC236}">
                <a16:creationId xmlns:a16="http://schemas.microsoft.com/office/drawing/2014/main" id="{A6A405B7-5102-4091-B7A8-DB4E75BA89AA}"/>
              </a:ext>
            </a:extLst>
          </p:cNvPr>
          <p:cNvSpPr>
            <a:spLocks/>
          </p:cNvSpPr>
          <p:nvPr/>
        </p:nvSpPr>
        <p:spPr>
          <a:xfrm>
            <a:off x="471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2" name="Rounded Rectangle 7">
            <a:extLst>
              <a:ext uri="{FF2B5EF4-FFF2-40B4-BE49-F238E27FC236}">
                <a16:creationId xmlns:a16="http://schemas.microsoft.com/office/drawing/2014/main" id="{61C23CB1-257C-4265-9BBB-57AE2813A4CE}"/>
              </a:ext>
            </a:extLst>
          </p:cNvPr>
          <p:cNvSpPr>
            <a:spLocks/>
          </p:cNvSpPr>
          <p:nvPr/>
        </p:nvSpPr>
        <p:spPr>
          <a:xfrm>
            <a:off x="615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3" name="Rounded Rectangle 8">
            <a:extLst>
              <a:ext uri="{FF2B5EF4-FFF2-40B4-BE49-F238E27FC236}">
                <a16:creationId xmlns:a16="http://schemas.microsoft.com/office/drawing/2014/main" id="{56E669B2-192A-4665-B49A-CAA7E9BB1C39}"/>
              </a:ext>
            </a:extLst>
          </p:cNvPr>
          <p:cNvSpPr>
            <a:spLocks/>
          </p:cNvSpPr>
          <p:nvPr/>
        </p:nvSpPr>
        <p:spPr>
          <a:xfrm>
            <a:off x="75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4" name="Rounded Rectangle 9">
            <a:extLst>
              <a:ext uri="{FF2B5EF4-FFF2-40B4-BE49-F238E27FC236}">
                <a16:creationId xmlns:a16="http://schemas.microsoft.com/office/drawing/2014/main" id="{3683E245-679C-4156-8E2B-1F4B3CA4CC74}"/>
              </a:ext>
            </a:extLst>
          </p:cNvPr>
          <p:cNvSpPr>
            <a:spLocks/>
          </p:cNvSpPr>
          <p:nvPr/>
        </p:nvSpPr>
        <p:spPr>
          <a:xfrm>
            <a:off x="90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5" name="Rounded Rectangle 10">
            <a:extLst>
              <a:ext uri="{FF2B5EF4-FFF2-40B4-BE49-F238E27FC236}">
                <a16:creationId xmlns:a16="http://schemas.microsoft.com/office/drawing/2014/main" id="{D416BCC5-194A-473A-B74F-C338990BDB5A}"/>
              </a:ext>
            </a:extLst>
          </p:cNvPr>
          <p:cNvSpPr>
            <a:spLocks/>
          </p:cNvSpPr>
          <p:nvPr/>
        </p:nvSpPr>
        <p:spPr>
          <a:xfrm>
            <a:off x="10471234"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6" name="Tree15" descr="{&quot;Key&quot;:&quot;POWER_USER_SHAPE_ICON&quot;,&quot;Value&quot;:&quot;POWER_USER_SHAPE_ICON_STYLE_1&quot;}">
            <a:extLst>
              <a:ext uri="{FF2B5EF4-FFF2-40B4-BE49-F238E27FC236}">
                <a16:creationId xmlns:a16="http://schemas.microsoft.com/office/drawing/2014/main" id="{75D8696B-12D9-4CA0-B56C-FCFB6AD626AE}"/>
              </a:ext>
            </a:extLst>
          </p:cNvPr>
          <p:cNvSpPr>
            <a:spLocks noChangeAspect="1" noEditPoints="1"/>
          </p:cNvSpPr>
          <p:nvPr>
            <p:custDataLst>
              <p:tags r:id="rId1"/>
            </p:custDataLst>
          </p:nvPr>
        </p:nvSpPr>
        <p:spPr bwMode="auto">
          <a:xfrm>
            <a:off x="5110762" y="1729146"/>
            <a:ext cx="546085" cy="783641"/>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C943C4C6-90EC-446D-BC70-AD3F18DC0696}"/>
              </a:ext>
            </a:extLst>
          </p:cNvPr>
          <p:cNvSpPr>
            <a:spLocks noChangeAspect="1" noEditPoints="1"/>
          </p:cNvSpPr>
          <p:nvPr>
            <p:custDataLst>
              <p:tags r:id="rId2"/>
            </p:custDataLst>
          </p:nvPr>
        </p:nvSpPr>
        <p:spPr bwMode="auto">
          <a:xfrm>
            <a:off x="3686371" y="1920850"/>
            <a:ext cx="546085" cy="636770"/>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E8178AFF-90CA-461E-A0C2-19E0819FC50D}"/>
              </a:ext>
            </a:extLst>
          </p:cNvPr>
          <p:cNvSpPr>
            <a:spLocks noChangeAspect="1" noEditPoints="1"/>
          </p:cNvSpPr>
          <p:nvPr>
            <p:custDataLst>
              <p:tags r:id="rId3"/>
            </p:custDataLst>
          </p:nvPr>
        </p:nvSpPr>
        <p:spPr bwMode="auto">
          <a:xfrm>
            <a:off x="2261980" y="1958161"/>
            <a:ext cx="546085" cy="608186"/>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990D4394-6190-4A63-A060-4DBD570D9BC9}"/>
              </a:ext>
            </a:extLst>
          </p:cNvPr>
          <p:cNvSpPr>
            <a:spLocks noChangeAspect="1" noEditPoints="1"/>
          </p:cNvSpPr>
          <p:nvPr>
            <p:custDataLst>
              <p:tags r:id="rId4"/>
            </p:custDataLst>
          </p:nvPr>
        </p:nvSpPr>
        <p:spPr bwMode="auto">
          <a:xfrm>
            <a:off x="835167" y="2203903"/>
            <a:ext cx="546085" cy="419914"/>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232E54D6-B716-49D0-9398-E4E9AE56397F}"/>
              </a:ext>
            </a:extLst>
          </p:cNvPr>
          <p:cNvSpPr>
            <a:spLocks noEditPoints="1"/>
          </p:cNvSpPr>
          <p:nvPr>
            <p:custDataLst>
              <p:tags r:id="rId5"/>
            </p:custDataLst>
          </p:nvPr>
        </p:nvSpPr>
        <p:spPr bwMode="auto">
          <a:xfrm>
            <a:off x="6493871" y="1502551"/>
            <a:ext cx="628650" cy="1004888"/>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E1F321FD-9FA4-48A7-B66F-74C30DE86DEB}"/>
              </a:ext>
            </a:extLst>
          </p:cNvPr>
          <p:cNvSpPr>
            <a:spLocks noEditPoints="1"/>
          </p:cNvSpPr>
          <p:nvPr>
            <p:custDataLst>
              <p:tags r:id="rId6"/>
            </p:custDataLst>
          </p:nvPr>
        </p:nvSpPr>
        <p:spPr bwMode="auto">
          <a:xfrm>
            <a:off x="7855555" y="1435876"/>
            <a:ext cx="754063" cy="1071563"/>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2155DAC4-DB81-4602-9D68-8A69DD79C526}"/>
              </a:ext>
            </a:extLst>
          </p:cNvPr>
          <p:cNvSpPr>
            <a:spLocks noEditPoints="1"/>
          </p:cNvSpPr>
          <p:nvPr>
            <p:custDataLst>
              <p:tags r:id="rId7"/>
            </p:custDataLst>
          </p:nvPr>
        </p:nvSpPr>
        <p:spPr bwMode="auto">
          <a:xfrm>
            <a:off x="10607499" y="1158064"/>
            <a:ext cx="947738" cy="134937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59AAF8D3-4C7F-4046-86E0-2AAF3E724AA1}"/>
              </a:ext>
            </a:extLst>
          </p:cNvPr>
          <p:cNvSpPr>
            <a:spLocks noEditPoints="1"/>
          </p:cNvSpPr>
          <p:nvPr>
            <p:custDataLst>
              <p:tags r:id="rId8"/>
            </p:custDataLst>
          </p:nvPr>
        </p:nvSpPr>
        <p:spPr bwMode="auto">
          <a:xfrm>
            <a:off x="9198190" y="1272364"/>
            <a:ext cx="917575" cy="123507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363269AB-D4FA-4B9C-8568-38D4860D7422}"/>
              </a:ext>
            </a:extLst>
          </p:cNvPr>
          <p:cNvSpPr>
            <a:spLocks noChangeAspect="1"/>
          </p:cNvSpPr>
          <p:nvPr/>
        </p:nvSpPr>
        <p:spPr>
          <a:xfrm>
            <a:off x="798358"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27DB8FFF-D481-421C-87D1-924F934287A5}"/>
              </a:ext>
            </a:extLst>
          </p:cNvPr>
          <p:cNvSpPr>
            <a:spLocks noChangeAspect="1"/>
          </p:cNvSpPr>
          <p:nvPr/>
        </p:nvSpPr>
        <p:spPr>
          <a:xfrm>
            <a:off x="2222749"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80C1291D-450B-44D2-ACBC-E60F8BE3B029}"/>
              </a:ext>
            </a:extLst>
          </p:cNvPr>
          <p:cNvSpPr>
            <a:spLocks noChangeAspect="1"/>
          </p:cNvSpPr>
          <p:nvPr/>
        </p:nvSpPr>
        <p:spPr>
          <a:xfrm>
            <a:off x="3647140"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8C4560FC-A474-4CD1-B34C-10C3692655F1}"/>
              </a:ext>
            </a:extLst>
          </p:cNvPr>
          <p:cNvSpPr>
            <a:spLocks noChangeAspect="1"/>
          </p:cNvSpPr>
          <p:nvPr/>
        </p:nvSpPr>
        <p:spPr>
          <a:xfrm>
            <a:off x="5071531"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C6E435E5-4ED4-40EF-B83B-AA2E0740D59C}"/>
              </a:ext>
            </a:extLst>
          </p:cNvPr>
          <p:cNvSpPr>
            <a:spLocks noChangeAspect="1"/>
          </p:cNvSpPr>
          <p:nvPr/>
        </p:nvSpPr>
        <p:spPr>
          <a:xfrm>
            <a:off x="6495922"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11D73609-315D-46D1-A5DF-3B62122C8058}"/>
              </a:ext>
            </a:extLst>
          </p:cNvPr>
          <p:cNvSpPr>
            <a:spLocks noChangeAspect="1"/>
          </p:cNvSpPr>
          <p:nvPr/>
        </p:nvSpPr>
        <p:spPr>
          <a:xfrm>
            <a:off x="7920313"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636492FD-86CE-4371-9B8E-D9660276CED0}"/>
              </a:ext>
            </a:extLst>
          </p:cNvPr>
          <p:cNvSpPr>
            <a:spLocks noChangeAspect="1"/>
          </p:cNvSpPr>
          <p:nvPr/>
        </p:nvSpPr>
        <p:spPr>
          <a:xfrm>
            <a:off x="934470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7819318A-178C-4036-AC65-689BA8AA2B30}"/>
              </a:ext>
            </a:extLst>
          </p:cNvPr>
          <p:cNvSpPr>
            <a:spLocks noChangeAspect="1"/>
          </p:cNvSpPr>
          <p:nvPr/>
        </p:nvSpPr>
        <p:spPr>
          <a:xfrm>
            <a:off x="1076909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332721882"/>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Tree 3</a:t>
            </a:r>
          </a:p>
        </p:txBody>
      </p:sp>
      <p:sp>
        <p:nvSpPr>
          <p:cNvPr id="28" name="Rounded Rectangle 3">
            <a:extLst>
              <a:ext uri="{FF2B5EF4-FFF2-40B4-BE49-F238E27FC236}">
                <a16:creationId xmlns:a16="http://schemas.microsoft.com/office/drawing/2014/main" id="{D69AE78A-E02E-4A8F-81A6-E4D4534D6681}"/>
              </a:ext>
            </a:extLst>
          </p:cNvPr>
          <p:cNvSpPr>
            <a:spLocks/>
          </p:cNvSpPr>
          <p:nvPr/>
        </p:nvSpPr>
        <p:spPr>
          <a:xfrm>
            <a:off x="359189"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29" name="Rounded Rectangle 4">
            <a:extLst>
              <a:ext uri="{FF2B5EF4-FFF2-40B4-BE49-F238E27FC236}">
                <a16:creationId xmlns:a16="http://schemas.microsoft.com/office/drawing/2014/main" id="{63780AAD-E641-4136-BC3C-89A7F5F692A2}"/>
              </a:ext>
            </a:extLst>
          </p:cNvPr>
          <p:cNvSpPr>
            <a:spLocks/>
          </p:cNvSpPr>
          <p:nvPr/>
        </p:nvSpPr>
        <p:spPr>
          <a:xfrm>
            <a:off x="3270297"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0" name="Rounded Rectangle 5">
            <a:extLst>
              <a:ext uri="{FF2B5EF4-FFF2-40B4-BE49-F238E27FC236}">
                <a16:creationId xmlns:a16="http://schemas.microsoft.com/office/drawing/2014/main" id="{0B716B06-F624-4078-8472-C81A7C89967B}"/>
              </a:ext>
            </a:extLst>
          </p:cNvPr>
          <p:cNvSpPr>
            <a:spLocks/>
          </p:cNvSpPr>
          <p:nvPr/>
        </p:nvSpPr>
        <p:spPr>
          <a:xfrm>
            <a:off x="6181405"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1" name="Rounded Rectangle 6">
            <a:extLst>
              <a:ext uri="{FF2B5EF4-FFF2-40B4-BE49-F238E27FC236}">
                <a16:creationId xmlns:a16="http://schemas.microsoft.com/office/drawing/2014/main" id="{9C94B54A-0E60-4EC4-8F58-F985AF38F17A}"/>
              </a:ext>
            </a:extLst>
          </p:cNvPr>
          <p:cNvSpPr>
            <a:spLocks/>
          </p:cNvSpPr>
          <p:nvPr/>
        </p:nvSpPr>
        <p:spPr>
          <a:xfrm>
            <a:off x="9092512"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2" name="Rounded Rectangle 7">
            <a:extLst>
              <a:ext uri="{FF2B5EF4-FFF2-40B4-BE49-F238E27FC236}">
                <a16:creationId xmlns:a16="http://schemas.microsoft.com/office/drawing/2014/main" id="{436848F7-096E-48CC-835D-4E5FF9A090EF}"/>
              </a:ext>
            </a:extLst>
          </p:cNvPr>
          <p:cNvSpPr>
            <a:spLocks/>
          </p:cNvSpPr>
          <p:nvPr/>
        </p:nvSpPr>
        <p:spPr>
          <a:xfrm>
            <a:off x="334104"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3" name="Rounded Rectangle 8">
            <a:extLst>
              <a:ext uri="{FF2B5EF4-FFF2-40B4-BE49-F238E27FC236}">
                <a16:creationId xmlns:a16="http://schemas.microsoft.com/office/drawing/2014/main" id="{13D5A5A6-7AD5-4AFC-8D9D-476DFABD5989}"/>
              </a:ext>
            </a:extLst>
          </p:cNvPr>
          <p:cNvSpPr>
            <a:spLocks/>
          </p:cNvSpPr>
          <p:nvPr/>
        </p:nvSpPr>
        <p:spPr>
          <a:xfrm>
            <a:off x="3261935"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4" name="Rounded Rectangle 9">
            <a:extLst>
              <a:ext uri="{FF2B5EF4-FFF2-40B4-BE49-F238E27FC236}">
                <a16:creationId xmlns:a16="http://schemas.microsoft.com/office/drawing/2014/main" id="{8727DF0C-765D-4CBD-B100-9486E9F5F25F}"/>
              </a:ext>
            </a:extLst>
          </p:cNvPr>
          <p:cNvSpPr>
            <a:spLocks/>
          </p:cNvSpPr>
          <p:nvPr/>
        </p:nvSpPr>
        <p:spPr>
          <a:xfrm>
            <a:off x="6189766"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5" name="Rounded Rectangle 10">
            <a:extLst>
              <a:ext uri="{FF2B5EF4-FFF2-40B4-BE49-F238E27FC236}">
                <a16:creationId xmlns:a16="http://schemas.microsoft.com/office/drawing/2014/main" id="{68A3D43E-1CBF-4BE8-B5BB-BB9CD9110660}"/>
              </a:ext>
            </a:extLst>
          </p:cNvPr>
          <p:cNvSpPr>
            <a:spLocks/>
          </p:cNvSpPr>
          <p:nvPr/>
        </p:nvSpPr>
        <p:spPr>
          <a:xfrm>
            <a:off x="9117597"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6" name="Tree15" descr="{&quot;Key&quot;:&quot;POWER_USER_SHAPE_ICON&quot;,&quot;Value&quot;:&quot;POWER_USER_SHAPE_ICON_STYLE_1&quot;}">
            <a:extLst>
              <a:ext uri="{FF2B5EF4-FFF2-40B4-BE49-F238E27FC236}">
                <a16:creationId xmlns:a16="http://schemas.microsoft.com/office/drawing/2014/main" id="{63C7A141-2AB6-46C9-A235-037F2D5775D9}"/>
              </a:ext>
            </a:extLst>
          </p:cNvPr>
          <p:cNvSpPr>
            <a:spLocks noChangeAspect="1" noEditPoints="1"/>
          </p:cNvSpPr>
          <p:nvPr>
            <p:custDataLst>
              <p:tags r:id="rId1"/>
            </p:custDataLst>
          </p:nvPr>
        </p:nvSpPr>
        <p:spPr bwMode="auto">
          <a:xfrm>
            <a:off x="10220712" y="1008687"/>
            <a:ext cx="451310" cy="647637"/>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62DAF6DD-FA3D-4E82-9CA4-1E584F8E044F}"/>
              </a:ext>
            </a:extLst>
          </p:cNvPr>
          <p:cNvSpPr>
            <a:spLocks noChangeAspect="1" noEditPoints="1"/>
          </p:cNvSpPr>
          <p:nvPr>
            <p:custDataLst>
              <p:tags r:id="rId2"/>
            </p:custDataLst>
          </p:nvPr>
        </p:nvSpPr>
        <p:spPr bwMode="auto">
          <a:xfrm>
            <a:off x="7334259" y="1142813"/>
            <a:ext cx="451310" cy="526256"/>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B4DF0AF8-25C7-4785-98F8-D3896B8F4C75}"/>
              </a:ext>
            </a:extLst>
          </p:cNvPr>
          <p:cNvSpPr>
            <a:spLocks noChangeAspect="1" noEditPoints="1"/>
          </p:cNvSpPr>
          <p:nvPr>
            <p:custDataLst>
              <p:tags r:id="rId3"/>
            </p:custDataLst>
          </p:nvPr>
        </p:nvSpPr>
        <p:spPr bwMode="auto">
          <a:xfrm>
            <a:off x="4405653" y="1168917"/>
            <a:ext cx="451310" cy="502633"/>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D472FBBF-2E6A-4477-8194-1EF60CCCFA52}"/>
              </a:ext>
            </a:extLst>
          </p:cNvPr>
          <p:cNvSpPr>
            <a:spLocks noChangeAspect="1" noEditPoints="1"/>
          </p:cNvSpPr>
          <p:nvPr>
            <p:custDataLst>
              <p:tags r:id="rId4"/>
            </p:custDataLst>
          </p:nvPr>
        </p:nvSpPr>
        <p:spPr bwMode="auto">
          <a:xfrm>
            <a:off x="1519976" y="1340851"/>
            <a:ext cx="451310" cy="347036"/>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926E10F1-AB9B-4BF0-9FD5-651BEA541E06}"/>
              </a:ext>
            </a:extLst>
          </p:cNvPr>
          <p:cNvSpPr>
            <a:spLocks noChangeAspect="1" noEditPoints="1"/>
          </p:cNvSpPr>
          <p:nvPr>
            <p:custDataLst>
              <p:tags r:id="rId5"/>
            </p:custDataLst>
          </p:nvPr>
        </p:nvSpPr>
        <p:spPr bwMode="auto">
          <a:xfrm>
            <a:off x="1506756" y="3642899"/>
            <a:ext cx="390342" cy="623956"/>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3007DC72-16CE-413D-B142-A25DF10A9E0D}"/>
              </a:ext>
            </a:extLst>
          </p:cNvPr>
          <p:cNvSpPr>
            <a:spLocks noChangeAspect="1" noEditPoints="1"/>
          </p:cNvSpPr>
          <p:nvPr>
            <p:custDataLst>
              <p:tags r:id="rId6"/>
            </p:custDataLst>
          </p:nvPr>
        </p:nvSpPr>
        <p:spPr bwMode="auto">
          <a:xfrm>
            <a:off x="4411769" y="3601499"/>
            <a:ext cx="468214" cy="665356"/>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5E08806C-5C40-4CE4-A931-357A8477FE9B}"/>
              </a:ext>
            </a:extLst>
          </p:cNvPr>
          <p:cNvSpPr>
            <a:spLocks noChangeAspect="1" noEditPoints="1"/>
          </p:cNvSpPr>
          <p:nvPr>
            <p:custDataLst>
              <p:tags r:id="rId7"/>
            </p:custDataLst>
          </p:nvPr>
        </p:nvSpPr>
        <p:spPr bwMode="auto">
          <a:xfrm>
            <a:off x="10195838" y="3429000"/>
            <a:ext cx="588471" cy="83785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BD71BEF1-9EFD-42DA-9DAA-6787CD3B995D}"/>
              </a:ext>
            </a:extLst>
          </p:cNvPr>
          <p:cNvSpPr>
            <a:spLocks noChangeAspect="1" noEditPoints="1"/>
          </p:cNvSpPr>
          <p:nvPr>
            <p:custDataLst>
              <p:tags r:id="rId8"/>
            </p:custDataLst>
          </p:nvPr>
        </p:nvSpPr>
        <p:spPr bwMode="auto">
          <a:xfrm>
            <a:off x="7275820" y="3499970"/>
            <a:ext cx="569741" cy="76688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441F2F52-BE90-471D-8BF0-B38E642B6BA8}"/>
              </a:ext>
            </a:extLst>
          </p:cNvPr>
          <p:cNvSpPr>
            <a:spLocks noChangeAspect="1"/>
          </p:cNvSpPr>
          <p:nvPr/>
        </p:nvSpPr>
        <p:spPr>
          <a:xfrm>
            <a:off x="148755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101D9F83-A8B8-411D-9007-AE5FFD50F7F2}"/>
              </a:ext>
            </a:extLst>
          </p:cNvPr>
          <p:cNvSpPr>
            <a:spLocks noChangeAspect="1"/>
          </p:cNvSpPr>
          <p:nvPr/>
        </p:nvSpPr>
        <p:spPr>
          <a:xfrm>
            <a:off x="4387800"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BF03C4D4-D6CC-4F9C-9AF5-512C33FF9C08}"/>
              </a:ext>
            </a:extLst>
          </p:cNvPr>
          <p:cNvSpPr>
            <a:spLocks noChangeAspect="1"/>
          </p:cNvSpPr>
          <p:nvPr/>
        </p:nvSpPr>
        <p:spPr>
          <a:xfrm>
            <a:off x="728804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292938A0-8F74-454D-B29D-B82193E08F70}"/>
              </a:ext>
            </a:extLst>
          </p:cNvPr>
          <p:cNvSpPr>
            <a:spLocks noChangeAspect="1"/>
          </p:cNvSpPr>
          <p:nvPr/>
        </p:nvSpPr>
        <p:spPr>
          <a:xfrm>
            <a:off x="10188291"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15990F26-67AB-416F-A0A1-1A8B7CDCF696}"/>
              </a:ext>
            </a:extLst>
          </p:cNvPr>
          <p:cNvSpPr>
            <a:spLocks noChangeAspect="1"/>
          </p:cNvSpPr>
          <p:nvPr/>
        </p:nvSpPr>
        <p:spPr>
          <a:xfrm>
            <a:off x="1443850"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AA0BC2EF-E063-473A-A919-D1CD6FF86B6F}"/>
              </a:ext>
            </a:extLst>
          </p:cNvPr>
          <p:cNvSpPr>
            <a:spLocks noChangeAspect="1"/>
          </p:cNvSpPr>
          <p:nvPr/>
        </p:nvSpPr>
        <p:spPr>
          <a:xfrm>
            <a:off x="4373232"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BAA15413-C4FF-4DF7-B6B1-4D5791F51B34}"/>
              </a:ext>
            </a:extLst>
          </p:cNvPr>
          <p:cNvSpPr>
            <a:spLocks noChangeAspect="1"/>
          </p:cNvSpPr>
          <p:nvPr/>
        </p:nvSpPr>
        <p:spPr>
          <a:xfrm>
            <a:off x="7302614"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8EC898DE-8A65-4CB0-8576-C38992DB2140}"/>
              </a:ext>
            </a:extLst>
          </p:cNvPr>
          <p:cNvSpPr>
            <a:spLocks noChangeAspect="1"/>
          </p:cNvSpPr>
          <p:nvPr/>
        </p:nvSpPr>
        <p:spPr>
          <a:xfrm>
            <a:off x="10231996"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505664867"/>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1</a:t>
            </a:r>
          </a:p>
        </p:txBody>
      </p:sp>
      <p:sp>
        <p:nvSpPr>
          <p:cNvPr id="4" name="Pentagon 3"/>
          <p:cNvSpPr/>
          <p:nvPr/>
        </p:nvSpPr>
        <p:spPr>
          <a:xfrm>
            <a:off x="715165" y="3291205"/>
            <a:ext cx="1602728" cy="1066801"/>
          </a:xfrm>
          <a:prstGeom prst="homePlate">
            <a:avLst>
              <a:gd name="adj" fmla="val 64634"/>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5" name="Chevron 4"/>
          <p:cNvSpPr/>
          <p:nvPr/>
        </p:nvSpPr>
        <p:spPr>
          <a:xfrm>
            <a:off x="1725520" y="3291205"/>
            <a:ext cx="2518732" cy="1066801"/>
          </a:xfrm>
          <a:prstGeom prst="chevron">
            <a:avLst>
              <a:gd name="adj" fmla="val 63839"/>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cxnSp>
        <p:nvCxnSpPr>
          <p:cNvPr id="11" name="Straight Connector 10"/>
          <p:cNvCxnSpPr/>
          <p:nvPr/>
        </p:nvCxnSpPr>
        <p:spPr>
          <a:xfrm>
            <a:off x="2953033"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4645475"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337917"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8030359"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9722801"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1573412"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2185708"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5" name="TextBox 24"/>
          <p:cNvSpPr txBox="1"/>
          <p:nvPr/>
        </p:nvSpPr>
        <p:spPr>
          <a:xfrm>
            <a:off x="5569242"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6" name="TextBox 25"/>
          <p:cNvSpPr txBox="1"/>
          <p:nvPr/>
        </p:nvSpPr>
        <p:spPr>
          <a:xfrm>
            <a:off x="8954126"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7" name="TextBox 26"/>
          <p:cNvSpPr txBox="1"/>
          <p:nvPr/>
        </p:nvSpPr>
        <p:spPr>
          <a:xfrm>
            <a:off x="838200" y="1895357"/>
            <a:ext cx="3016573" cy="830997"/>
          </a:xfrm>
          <a:prstGeom prst="rect">
            <a:avLst/>
          </a:prstGeom>
          <a:noFill/>
        </p:spPr>
        <p:txBody>
          <a:bodyPr wrap="square" rtlCol="0" anchor="b">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28" name="TextBox 27"/>
          <p:cNvSpPr txBox="1"/>
          <p:nvPr/>
        </p:nvSpPr>
        <p:spPr>
          <a:xfrm>
            <a:off x="3876801" y="1895357"/>
            <a:ext cx="3016573" cy="830997"/>
          </a:xfrm>
          <a:prstGeom prst="rect">
            <a:avLst/>
          </a:prstGeom>
          <a:noFill/>
        </p:spPr>
        <p:txBody>
          <a:bodyPr wrap="square" rtlCol="0" anchor="b">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9" name="TextBox 28"/>
          <p:cNvSpPr txBox="1"/>
          <p:nvPr/>
        </p:nvSpPr>
        <p:spPr>
          <a:xfrm>
            <a:off x="7261685" y="1895357"/>
            <a:ext cx="3016573" cy="830997"/>
          </a:xfrm>
          <a:prstGeom prst="rect">
            <a:avLst/>
          </a:prstGeom>
          <a:noFill/>
        </p:spPr>
        <p:txBody>
          <a:bodyPr wrap="square" rtlCol="0" anchor="b">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0" name="Chevron 4">
            <a:extLst>
              <a:ext uri="{FF2B5EF4-FFF2-40B4-BE49-F238E27FC236}">
                <a16:creationId xmlns:a16="http://schemas.microsoft.com/office/drawing/2014/main" id="{0E97DB3B-E727-F77B-B633-EFAF05C9F870}"/>
              </a:ext>
            </a:extLst>
          </p:cNvPr>
          <p:cNvSpPr/>
          <p:nvPr/>
        </p:nvSpPr>
        <p:spPr>
          <a:xfrm>
            <a:off x="3651879" y="3291205"/>
            <a:ext cx="2518732" cy="1066801"/>
          </a:xfrm>
          <a:prstGeom prst="chevron">
            <a:avLst>
              <a:gd name="adj" fmla="val 63839"/>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1" name="Chevron 4">
            <a:extLst>
              <a:ext uri="{FF2B5EF4-FFF2-40B4-BE49-F238E27FC236}">
                <a16:creationId xmlns:a16="http://schemas.microsoft.com/office/drawing/2014/main" id="{475E59E4-EAF0-09D3-DECF-9CFF04DEAB4D}"/>
              </a:ext>
            </a:extLst>
          </p:cNvPr>
          <p:cNvSpPr/>
          <p:nvPr/>
        </p:nvSpPr>
        <p:spPr>
          <a:xfrm>
            <a:off x="5578238" y="3291205"/>
            <a:ext cx="2518732" cy="1066801"/>
          </a:xfrm>
          <a:prstGeom prst="chevron">
            <a:avLst>
              <a:gd name="adj" fmla="val 63839"/>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3" name="Chevron 4">
            <a:extLst>
              <a:ext uri="{FF2B5EF4-FFF2-40B4-BE49-F238E27FC236}">
                <a16:creationId xmlns:a16="http://schemas.microsoft.com/office/drawing/2014/main" id="{32CA92DE-D6D5-6CE7-51D8-EFDD21BF55C7}"/>
              </a:ext>
            </a:extLst>
          </p:cNvPr>
          <p:cNvSpPr/>
          <p:nvPr/>
        </p:nvSpPr>
        <p:spPr>
          <a:xfrm>
            <a:off x="7504597" y="3291205"/>
            <a:ext cx="2518732" cy="1066801"/>
          </a:xfrm>
          <a:prstGeom prst="chevron">
            <a:avLst>
              <a:gd name="adj" fmla="val 63839"/>
            </a:avLst>
          </a:pr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4" name="Chevron 4">
            <a:extLst>
              <a:ext uri="{FF2B5EF4-FFF2-40B4-BE49-F238E27FC236}">
                <a16:creationId xmlns:a16="http://schemas.microsoft.com/office/drawing/2014/main" id="{A872570E-FC94-9190-DB80-629B0241370B}"/>
              </a:ext>
            </a:extLst>
          </p:cNvPr>
          <p:cNvSpPr/>
          <p:nvPr/>
        </p:nvSpPr>
        <p:spPr>
          <a:xfrm>
            <a:off x="9430954" y="3291205"/>
            <a:ext cx="2518732" cy="1066801"/>
          </a:xfrm>
          <a:prstGeom prst="chevron">
            <a:avLst>
              <a:gd name="adj" fmla="val 63839"/>
            </a:avLst>
          </a:prstGeom>
          <a:no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Tree>
    <p:custDataLst>
      <p:tags r:id="rId1"/>
    </p:custDataLst>
    <p:extLst>
      <p:ext uri="{BB962C8B-B14F-4D97-AF65-F5344CB8AC3E}">
        <p14:creationId xmlns:p14="http://schemas.microsoft.com/office/powerpoint/2010/main" val="2887696184"/>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2</a:t>
            </a:r>
          </a:p>
        </p:txBody>
      </p:sp>
      <p:sp>
        <p:nvSpPr>
          <p:cNvPr id="4" name="Pentagon 3"/>
          <p:cNvSpPr/>
          <p:nvPr/>
        </p:nvSpPr>
        <p:spPr>
          <a:xfrm>
            <a:off x="689811" y="2540000"/>
            <a:ext cx="2406315" cy="700508"/>
          </a:xfrm>
          <a:prstGeom prst="homePlate">
            <a:avLst>
              <a:gd name="adj" fmla="val 51790"/>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
        <p:nvSpPr>
          <p:cNvPr id="5" name="Chevron 4"/>
          <p:cNvSpPr/>
          <p:nvPr/>
        </p:nvSpPr>
        <p:spPr>
          <a:xfrm>
            <a:off x="2390275" y="2540000"/>
            <a:ext cx="2406315" cy="700508"/>
          </a:xfrm>
          <a:prstGeom prst="chevron">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6" name="Chevron 5"/>
          <p:cNvSpPr/>
          <p:nvPr/>
        </p:nvSpPr>
        <p:spPr>
          <a:xfrm>
            <a:off x="4090739" y="2540000"/>
            <a:ext cx="2406315" cy="700508"/>
          </a:xfrm>
          <a:prstGeom prst="chevron">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7" name="Chevron 6"/>
          <p:cNvSpPr/>
          <p:nvPr/>
        </p:nvSpPr>
        <p:spPr>
          <a:xfrm>
            <a:off x="5791203" y="2540000"/>
            <a:ext cx="2406315" cy="700508"/>
          </a:xfrm>
          <a:prstGeom prst="chevron">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8" name="Chevron 7"/>
          <p:cNvSpPr/>
          <p:nvPr/>
        </p:nvSpPr>
        <p:spPr>
          <a:xfrm>
            <a:off x="7491667" y="2540000"/>
            <a:ext cx="2406315" cy="700508"/>
          </a:xfrm>
          <a:prstGeom prst="chevron">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9" name="Chevron 8"/>
          <p:cNvSpPr/>
          <p:nvPr/>
        </p:nvSpPr>
        <p:spPr>
          <a:xfrm>
            <a:off x="9192131" y="2540000"/>
            <a:ext cx="2406315" cy="700508"/>
          </a:xfrm>
          <a:prstGeom prst="chevron">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3" name="Rectangle 2"/>
          <p:cNvSpPr/>
          <p:nvPr/>
        </p:nvSpPr>
        <p:spPr>
          <a:xfrm>
            <a:off x="239026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5" name="Rectangle 24"/>
          <p:cNvSpPr/>
          <p:nvPr/>
        </p:nvSpPr>
        <p:spPr>
          <a:xfrm>
            <a:off x="4090734"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6" name="Rectangle 25"/>
          <p:cNvSpPr/>
          <p:nvPr/>
        </p:nvSpPr>
        <p:spPr>
          <a:xfrm>
            <a:off x="5791200"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7" name="Rectangle 26"/>
          <p:cNvSpPr/>
          <p:nvPr/>
        </p:nvSpPr>
        <p:spPr>
          <a:xfrm>
            <a:off x="7491665"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8" name="Rectangle 27"/>
          <p:cNvSpPr/>
          <p:nvPr/>
        </p:nvSpPr>
        <p:spPr>
          <a:xfrm>
            <a:off x="919212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9" name="Rectangle 28"/>
          <p:cNvSpPr/>
          <p:nvPr/>
        </p:nvSpPr>
        <p:spPr>
          <a:xfrm>
            <a:off x="68980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Maecenas porttitor congue massa. </a:t>
            </a:r>
          </a:p>
        </p:txBody>
      </p:sp>
    </p:spTree>
    <p:custDataLst>
      <p:tags r:id="rId1"/>
    </p:custDataLst>
    <p:extLst>
      <p:ext uri="{BB962C8B-B14F-4D97-AF65-F5344CB8AC3E}">
        <p14:creationId xmlns:p14="http://schemas.microsoft.com/office/powerpoint/2010/main" val="2718211788"/>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5</a:t>
            </a:r>
          </a:p>
        </p:txBody>
      </p:sp>
      <p:grpSp>
        <p:nvGrpSpPr>
          <p:cNvPr id="5" name="Group 4">
            <a:extLst>
              <a:ext uri="{FF2B5EF4-FFF2-40B4-BE49-F238E27FC236}">
                <a16:creationId xmlns:a16="http://schemas.microsoft.com/office/drawing/2014/main" id="{CEB6F8D3-52FA-05AC-E56C-2F205DABE4BC}"/>
              </a:ext>
            </a:extLst>
          </p:cNvPr>
          <p:cNvGrpSpPr/>
          <p:nvPr/>
        </p:nvGrpSpPr>
        <p:grpSpPr>
          <a:xfrm>
            <a:off x="1049551" y="1150425"/>
            <a:ext cx="1211644" cy="5399592"/>
            <a:chOff x="709683" y="1279815"/>
            <a:chExt cx="1784661" cy="5399592"/>
          </a:xfrm>
        </p:grpSpPr>
        <p:sp>
          <p:nvSpPr>
            <p:cNvPr id="3" name="Pentagon 2"/>
            <p:cNvSpPr/>
            <p:nvPr/>
          </p:nvSpPr>
          <p:spPr>
            <a:xfrm rot="5400000">
              <a:off x="1018665" y="970833"/>
              <a:ext cx="1166697" cy="1784661"/>
            </a:xfrm>
            <a:prstGeom prst="homePlate">
              <a:avLst>
                <a:gd name="adj" fmla="val 20163"/>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
          <p:nvSpPr>
            <p:cNvPr id="4" name="Chevron 3"/>
            <p:cNvSpPr/>
            <p:nvPr/>
          </p:nvSpPr>
          <p:spPr>
            <a:xfrm rot="5400000">
              <a:off x="984604" y="2010211"/>
              <a:ext cx="1234820" cy="1784660"/>
            </a:xfrm>
            <a:prstGeom prst="chevron">
              <a:avLst>
                <a:gd name="adj" fmla="val 20340"/>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7" name="Chevron 6"/>
            <p:cNvSpPr/>
            <p:nvPr/>
          </p:nvSpPr>
          <p:spPr>
            <a:xfrm rot="5400000">
              <a:off x="984604" y="3063363"/>
              <a:ext cx="1234820" cy="1784660"/>
            </a:xfrm>
            <a:prstGeom prst="chevron">
              <a:avLst>
                <a:gd name="adj" fmla="val 20340"/>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8" name="Chevron 7"/>
            <p:cNvSpPr/>
            <p:nvPr/>
          </p:nvSpPr>
          <p:spPr>
            <a:xfrm rot="5400000">
              <a:off x="984604" y="4116515"/>
              <a:ext cx="1234820" cy="1784660"/>
            </a:xfrm>
            <a:prstGeom prst="chevron">
              <a:avLst>
                <a:gd name="adj" fmla="val 20340"/>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9" name="Chevron 8"/>
            <p:cNvSpPr/>
            <p:nvPr/>
          </p:nvSpPr>
          <p:spPr>
            <a:xfrm rot="5400000">
              <a:off x="984604" y="5169667"/>
              <a:ext cx="1234820" cy="1784660"/>
            </a:xfrm>
            <a:prstGeom prst="chevron">
              <a:avLst>
                <a:gd name="adj" fmla="val 20340"/>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grpSp>
      <p:sp>
        <p:nvSpPr>
          <p:cNvPr id="51" name="Oval 50"/>
          <p:cNvSpPr>
            <a:spLocks noChangeAspect="1"/>
          </p:cNvSpPr>
          <p:nvPr/>
        </p:nvSpPr>
        <p:spPr>
          <a:xfrm>
            <a:off x="3174943" y="1349328"/>
            <a:ext cx="687003" cy="68700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Oval 51"/>
          <p:cNvSpPr>
            <a:spLocks noChangeAspect="1"/>
          </p:cNvSpPr>
          <p:nvPr/>
        </p:nvSpPr>
        <p:spPr>
          <a:xfrm>
            <a:off x="3162067" y="2429650"/>
            <a:ext cx="687003" cy="6870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p:cNvSpPr>
            <a:spLocks noChangeAspect="1"/>
          </p:cNvSpPr>
          <p:nvPr/>
        </p:nvSpPr>
        <p:spPr>
          <a:xfrm>
            <a:off x="3149191" y="3482802"/>
            <a:ext cx="687003" cy="6870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p:cNvSpPr>
            <a:spLocks noChangeAspect="1"/>
          </p:cNvSpPr>
          <p:nvPr/>
        </p:nvSpPr>
        <p:spPr>
          <a:xfrm>
            <a:off x="3136315" y="4535954"/>
            <a:ext cx="687003" cy="6870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p:cNvSpPr>
            <a:spLocks noChangeAspect="1"/>
          </p:cNvSpPr>
          <p:nvPr/>
        </p:nvSpPr>
        <p:spPr>
          <a:xfrm>
            <a:off x="3123439" y="5589106"/>
            <a:ext cx="687003" cy="6870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Forklift" descr="{&quot;Key&quot;:&quot;POWER_USER_SHAPE_ICON&quot;,&quot;Value&quot;:&quot;POWER_USER_SHAPE_ICON_STYLE_1&quot;}"/>
          <p:cNvGrpSpPr>
            <a:grpSpLocks noChangeAspect="1"/>
          </p:cNvGrpSpPr>
          <p:nvPr>
            <p:custDataLst>
              <p:tags r:id="rId2"/>
            </p:custDataLst>
          </p:nvPr>
        </p:nvGrpSpPr>
        <p:grpSpPr bwMode="auto">
          <a:xfrm>
            <a:off x="3300046" y="2571028"/>
            <a:ext cx="466180" cy="407907"/>
            <a:chOff x="8" y="8"/>
            <a:chExt cx="528" cy="462"/>
          </a:xfrm>
          <a:solidFill>
            <a:srgbClr val="FFFFFF"/>
          </a:solidFill>
        </p:grpSpPr>
        <p:sp>
          <p:nvSpPr>
            <p:cNvPr id="32" name="Forklift"/>
            <p:cNvSpPr>
              <a:spLocks/>
            </p:cNvSpPr>
            <p:nvPr>
              <p:custDataLst>
                <p:tags r:id="rId4"/>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orklift"/>
            <p:cNvSpPr>
              <a:spLocks noEditPoints="1"/>
            </p:cNvSpPr>
            <p:nvPr>
              <p:custDataLst>
                <p:tags r:id="rId5"/>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57" name="Straight Connector 56"/>
          <p:cNvCxnSpPr/>
          <p:nvPr/>
        </p:nvCxnSpPr>
        <p:spPr>
          <a:xfrm>
            <a:off x="2262451" y="1663186"/>
            <a:ext cx="912492"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2262451" y="2773151"/>
            <a:ext cx="912492"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2262451" y="3826303"/>
            <a:ext cx="912492"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2262451" y="4879455"/>
            <a:ext cx="912492"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2262451" y="5932607"/>
            <a:ext cx="912492"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3861946" y="1286310"/>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6" name="TextBox 65"/>
          <p:cNvSpPr txBox="1"/>
          <p:nvPr/>
        </p:nvSpPr>
        <p:spPr>
          <a:xfrm>
            <a:off x="3861946" y="2347416"/>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7" name="TextBox 66"/>
          <p:cNvSpPr txBox="1"/>
          <p:nvPr/>
        </p:nvSpPr>
        <p:spPr>
          <a:xfrm>
            <a:off x="3861946" y="3408522"/>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8" name="TextBox 67"/>
          <p:cNvSpPr txBox="1"/>
          <p:nvPr/>
        </p:nvSpPr>
        <p:spPr>
          <a:xfrm>
            <a:off x="3861946" y="4469628"/>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9" name="TextBox 68"/>
          <p:cNvSpPr txBox="1"/>
          <p:nvPr/>
        </p:nvSpPr>
        <p:spPr>
          <a:xfrm>
            <a:off x="3861946" y="5530734"/>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grpSp>
        <p:nvGrpSpPr>
          <p:cNvPr id="6" name="Analytics30" descr="{&quot;Key&quot;:&quot;POWER_USER_SHAPE_ICON&quot;,&quot;Value&quot;:&quot;POWER_USER_SHAPE_ICON_STYLE_1&quot;}">
            <a:extLst>
              <a:ext uri="{FF2B5EF4-FFF2-40B4-BE49-F238E27FC236}">
                <a16:creationId xmlns:a16="http://schemas.microsoft.com/office/drawing/2014/main" id="{615289B5-8F59-8A47-9B4D-64EA3D022F82}"/>
              </a:ext>
            </a:extLst>
          </p:cNvPr>
          <p:cNvGrpSpPr>
            <a:grpSpLocks noChangeAspect="1"/>
          </p:cNvGrpSpPr>
          <p:nvPr/>
        </p:nvGrpSpPr>
        <p:grpSpPr>
          <a:xfrm>
            <a:off x="3239650" y="4631421"/>
            <a:ext cx="458637" cy="485759"/>
            <a:chOff x="8321999" y="5827650"/>
            <a:chExt cx="550316" cy="582860"/>
          </a:xfrm>
          <a:solidFill>
            <a:srgbClr val="FFFFFF"/>
          </a:solidFill>
        </p:grpSpPr>
        <p:sp>
          <p:nvSpPr>
            <p:cNvPr id="56" name="Free-form: Shape 55">
              <a:extLst>
                <a:ext uri="{FF2B5EF4-FFF2-40B4-BE49-F238E27FC236}">
                  <a16:creationId xmlns:a16="http://schemas.microsoft.com/office/drawing/2014/main" id="{4D596995-F701-9F88-8CDC-A9AD35D82831}"/>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9A01F699-7B82-1BBD-8EE4-5F7A59388232}"/>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CB7A0FD5-21BA-340C-5C64-DA5226E6CBFD}"/>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39B81789-E7EB-A8B6-CBE5-4500927BBE9A}"/>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C3DB3E2B-112C-93B3-BBFF-4D7C0F572C13}"/>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71" name="Abilities" descr="{&quot;Key&quot;:&quot;POWER_USER_SHAPE_ICON&quot;,&quot;Value&quot;:&quot;POWER_USER_SHAPE_ICON_STYLE_1&quot;}">
            <a:extLst>
              <a:ext uri="{FF2B5EF4-FFF2-40B4-BE49-F238E27FC236}">
                <a16:creationId xmlns:a16="http://schemas.microsoft.com/office/drawing/2014/main" id="{EECE59D6-DDB5-4225-7D14-F8E7E072C17D}"/>
              </a:ext>
            </a:extLst>
          </p:cNvPr>
          <p:cNvGrpSpPr>
            <a:grpSpLocks noChangeAspect="1"/>
          </p:cNvGrpSpPr>
          <p:nvPr/>
        </p:nvGrpSpPr>
        <p:grpSpPr>
          <a:xfrm>
            <a:off x="3248203" y="3593670"/>
            <a:ext cx="511665" cy="485759"/>
            <a:chOff x="10361046" y="2403176"/>
            <a:chExt cx="1011340" cy="960133"/>
          </a:xfrm>
          <a:solidFill>
            <a:srgbClr val="FFFFFF"/>
          </a:solidFill>
        </p:grpSpPr>
        <p:sp>
          <p:nvSpPr>
            <p:cNvPr id="72" name="Free-form: Shape 71">
              <a:extLst>
                <a:ext uri="{FF2B5EF4-FFF2-40B4-BE49-F238E27FC236}">
                  <a16:creationId xmlns:a16="http://schemas.microsoft.com/office/drawing/2014/main" id="{D9AEE4B9-2F79-08EB-F7C5-8C858D85063C}"/>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CD69E97-0C29-9DA7-ACC6-DBAE9E813BBB}"/>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56A7FC7-AEBB-9DF0-861D-F24671E4482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E66788BB-A412-72E8-5BE0-008788D13BA3}"/>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9474F8F6-E0F5-C142-FA33-6CB59411F5DB}"/>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E711F30F-8ED0-E13A-2A3A-B20A5950DA6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E052A8B3-4DA3-76AC-A8A3-DEFA9748A06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ECDD2C29-C578-E9F4-D373-B7F683D1DF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80" name="Handshake13" descr="{&quot;Key&quot;:&quot;POWER_USER_SHAPE_ICON&quot;,&quot;Value&quot;:&quot;POWER_USER_SHAPE_ICON_STYLE_1&quot;}">
            <a:extLst>
              <a:ext uri="{FF2B5EF4-FFF2-40B4-BE49-F238E27FC236}">
                <a16:creationId xmlns:a16="http://schemas.microsoft.com/office/drawing/2014/main" id="{2449E7E5-2F22-C258-9AD4-3D7C952A227A}"/>
              </a:ext>
            </a:extLst>
          </p:cNvPr>
          <p:cNvGrpSpPr>
            <a:grpSpLocks noChangeAspect="1"/>
          </p:cNvGrpSpPr>
          <p:nvPr>
            <p:custDataLst>
              <p:tags r:id="rId3"/>
            </p:custDataLst>
          </p:nvPr>
        </p:nvGrpSpPr>
        <p:grpSpPr>
          <a:xfrm>
            <a:off x="3234054" y="1535502"/>
            <a:ext cx="567468" cy="353043"/>
            <a:chOff x="390525" y="744539"/>
            <a:chExt cx="415925" cy="258762"/>
          </a:xfrm>
          <a:solidFill>
            <a:srgbClr val="FFFFFF"/>
          </a:solidFill>
        </p:grpSpPr>
        <p:sp>
          <p:nvSpPr>
            <p:cNvPr id="81" name="Freeform 549">
              <a:extLst>
                <a:ext uri="{FF2B5EF4-FFF2-40B4-BE49-F238E27FC236}">
                  <a16:creationId xmlns:a16="http://schemas.microsoft.com/office/drawing/2014/main" id="{29431198-3B01-D804-D5B9-CACEFDC8EE3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550">
              <a:extLst>
                <a:ext uri="{FF2B5EF4-FFF2-40B4-BE49-F238E27FC236}">
                  <a16:creationId xmlns:a16="http://schemas.microsoft.com/office/drawing/2014/main" id="{B34AB70E-176F-41B7-4134-678631744C3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552">
              <a:extLst>
                <a:ext uri="{FF2B5EF4-FFF2-40B4-BE49-F238E27FC236}">
                  <a16:creationId xmlns:a16="http://schemas.microsoft.com/office/drawing/2014/main" id="{D7C99F20-855F-02E2-9FFA-CB6077581CF8}"/>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553">
              <a:extLst>
                <a:ext uri="{FF2B5EF4-FFF2-40B4-BE49-F238E27FC236}">
                  <a16:creationId xmlns:a16="http://schemas.microsoft.com/office/drawing/2014/main" id="{5CD8A5AB-7145-3D71-E6E3-D7C49AE79F33}"/>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554">
              <a:extLst>
                <a:ext uri="{FF2B5EF4-FFF2-40B4-BE49-F238E27FC236}">
                  <a16:creationId xmlns:a16="http://schemas.microsoft.com/office/drawing/2014/main" id="{DB63CC0A-9474-DB75-80D0-79FF4BA032BB}"/>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555">
              <a:extLst>
                <a:ext uri="{FF2B5EF4-FFF2-40B4-BE49-F238E27FC236}">
                  <a16:creationId xmlns:a16="http://schemas.microsoft.com/office/drawing/2014/main" id="{A4AD89EF-CFA2-B25A-9164-AD2FA34BB349}"/>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556">
              <a:extLst>
                <a:ext uri="{FF2B5EF4-FFF2-40B4-BE49-F238E27FC236}">
                  <a16:creationId xmlns:a16="http://schemas.microsoft.com/office/drawing/2014/main" id="{71248AD1-6971-1D3F-6C46-EB837509B9C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557">
              <a:extLst>
                <a:ext uri="{FF2B5EF4-FFF2-40B4-BE49-F238E27FC236}">
                  <a16:creationId xmlns:a16="http://schemas.microsoft.com/office/drawing/2014/main" id="{C388B1A7-472F-EA2B-6C9A-7B9EBAB74B4E}"/>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558">
              <a:extLst>
                <a:ext uri="{FF2B5EF4-FFF2-40B4-BE49-F238E27FC236}">
                  <a16:creationId xmlns:a16="http://schemas.microsoft.com/office/drawing/2014/main" id="{74C1F495-3ECB-327E-FFEC-1D5165C90FAE}"/>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559">
              <a:extLst>
                <a:ext uri="{FF2B5EF4-FFF2-40B4-BE49-F238E27FC236}">
                  <a16:creationId xmlns:a16="http://schemas.microsoft.com/office/drawing/2014/main" id="{55143599-0F46-1C84-AD26-8A82714E48EB}"/>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560">
              <a:extLst>
                <a:ext uri="{FF2B5EF4-FFF2-40B4-BE49-F238E27FC236}">
                  <a16:creationId xmlns:a16="http://schemas.microsoft.com/office/drawing/2014/main" id="{659DBA54-AEC1-CEAB-195B-B9282F8C0C72}"/>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561">
              <a:extLst>
                <a:ext uri="{FF2B5EF4-FFF2-40B4-BE49-F238E27FC236}">
                  <a16:creationId xmlns:a16="http://schemas.microsoft.com/office/drawing/2014/main" id="{868047D5-630B-0D88-200F-EF864EF45CE4}"/>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562">
              <a:extLst>
                <a:ext uri="{FF2B5EF4-FFF2-40B4-BE49-F238E27FC236}">
                  <a16:creationId xmlns:a16="http://schemas.microsoft.com/office/drawing/2014/main" id="{6341E7C5-47D8-F02B-8ECC-5BA96014398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4" name="Challenge3" descr="{&quot;Key&quot;:&quot;POWER_USER_SHAPE_ICON&quot;,&quot;Value&quot;:&quot;POWER_USER_SHAPE_ICON_STYLE_1&quot;}">
            <a:extLst>
              <a:ext uri="{FF2B5EF4-FFF2-40B4-BE49-F238E27FC236}">
                <a16:creationId xmlns:a16="http://schemas.microsoft.com/office/drawing/2014/main" id="{7638D54B-1E62-751E-F27D-D73409969A90}"/>
              </a:ext>
            </a:extLst>
          </p:cNvPr>
          <p:cNvGrpSpPr>
            <a:grpSpLocks noChangeAspect="1"/>
          </p:cNvGrpSpPr>
          <p:nvPr/>
        </p:nvGrpSpPr>
        <p:grpSpPr>
          <a:xfrm>
            <a:off x="3251235" y="5680367"/>
            <a:ext cx="439748" cy="473142"/>
            <a:chOff x="6293555" y="8287856"/>
            <a:chExt cx="1139547" cy="1226088"/>
          </a:xfrm>
          <a:solidFill>
            <a:srgbClr val="FFFFFF"/>
          </a:solidFill>
        </p:grpSpPr>
        <p:sp>
          <p:nvSpPr>
            <p:cNvPr id="95" name="Free-form: Shape 94">
              <a:extLst>
                <a:ext uri="{FF2B5EF4-FFF2-40B4-BE49-F238E27FC236}">
                  <a16:creationId xmlns:a16="http://schemas.microsoft.com/office/drawing/2014/main" id="{0BBCAF2B-341A-3EE8-BE1C-3C537FAAE79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950C69C4-A146-84D8-30C3-9AEF730FF83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50F02758-0BAC-6475-0F25-B1E0A08AB091}"/>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954670B2-A334-8748-444B-E3DD5062633E}"/>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4142409729"/>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6</a:t>
            </a:r>
          </a:p>
        </p:txBody>
      </p:sp>
      <p:sp>
        <p:nvSpPr>
          <p:cNvPr id="4" name="Rectangle 3"/>
          <p:cNvSpPr/>
          <p:nvPr/>
        </p:nvSpPr>
        <p:spPr>
          <a:xfrm>
            <a:off x="555010" y="1756122"/>
            <a:ext cx="1583140" cy="764275"/>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5" name="Rectangle 4"/>
          <p:cNvSpPr/>
          <p:nvPr/>
        </p:nvSpPr>
        <p:spPr>
          <a:xfrm>
            <a:off x="2138150" y="1756122"/>
            <a:ext cx="1583140" cy="764275"/>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6" name="Rectangle 5"/>
          <p:cNvSpPr/>
          <p:nvPr/>
        </p:nvSpPr>
        <p:spPr>
          <a:xfrm>
            <a:off x="3721290" y="1756121"/>
            <a:ext cx="1583140" cy="764275"/>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7" name="Rectangle 6"/>
          <p:cNvSpPr/>
          <p:nvPr/>
        </p:nvSpPr>
        <p:spPr>
          <a:xfrm>
            <a:off x="5304430" y="1756120"/>
            <a:ext cx="1583140" cy="764275"/>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8" name="Rectangle 7"/>
          <p:cNvSpPr/>
          <p:nvPr/>
        </p:nvSpPr>
        <p:spPr>
          <a:xfrm>
            <a:off x="6887570" y="1756119"/>
            <a:ext cx="1583140" cy="764275"/>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9" name="Rectangle 8"/>
          <p:cNvSpPr/>
          <p:nvPr/>
        </p:nvSpPr>
        <p:spPr>
          <a:xfrm>
            <a:off x="8470710" y="1756118"/>
            <a:ext cx="1583140" cy="764275"/>
          </a:xfrm>
          <a:prstGeom prst="rect">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10" name="Rectangle 9"/>
          <p:cNvSpPr/>
          <p:nvPr/>
        </p:nvSpPr>
        <p:spPr>
          <a:xfrm>
            <a:off x="10053850" y="1756117"/>
            <a:ext cx="1583140" cy="764275"/>
          </a:xfrm>
          <a:prstGeom prst="rect">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11" name="Oval 10"/>
          <p:cNvSpPr>
            <a:spLocks noChangeAspect="1"/>
          </p:cNvSpPr>
          <p:nvPr/>
        </p:nvSpPr>
        <p:spPr>
          <a:xfrm>
            <a:off x="19924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2" name="Oval 11"/>
          <p:cNvSpPr>
            <a:spLocks noChangeAspect="1"/>
          </p:cNvSpPr>
          <p:nvPr/>
        </p:nvSpPr>
        <p:spPr>
          <a:xfrm>
            <a:off x="357561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3" name="Oval 12"/>
          <p:cNvSpPr>
            <a:spLocks noChangeAspect="1"/>
          </p:cNvSpPr>
          <p:nvPr/>
        </p:nvSpPr>
        <p:spPr>
          <a:xfrm>
            <a:off x="515875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4" name="Oval 13"/>
          <p:cNvSpPr>
            <a:spLocks noChangeAspect="1"/>
          </p:cNvSpPr>
          <p:nvPr/>
        </p:nvSpPr>
        <p:spPr>
          <a:xfrm>
            <a:off x="674189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5" name="Oval 14"/>
          <p:cNvSpPr>
            <a:spLocks noChangeAspect="1"/>
          </p:cNvSpPr>
          <p:nvPr/>
        </p:nvSpPr>
        <p:spPr>
          <a:xfrm>
            <a:off x="832503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6" name="Oval 15"/>
          <p:cNvSpPr>
            <a:spLocks noChangeAspect="1"/>
          </p:cNvSpPr>
          <p:nvPr/>
        </p:nvSpPr>
        <p:spPr>
          <a:xfrm>
            <a:off x="99081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7" name="TextBox 16"/>
          <p:cNvSpPr txBox="1"/>
          <p:nvPr/>
        </p:nvSpPr>
        <p:spPr>
          <a:xfrm>
            <a:off x="55501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p:txBody>
      </p:sp>
      <p:sp>
        <p:nvSpPr>
          <p:cNvPr id="18" name="TextBox 17"/>
          <p:cNvSpPr txBox="1"/>
          <p:nvPr/>
        </p:nvSpPr>
        <p:spPr>
          <a:xfrm>
            <a:off x="213815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19" name="TextBox 18"/>
          <p:cNvSpPr txBox="1"/>
          <p:nvPr/>
        </p:nvSpPr>
        <p:spPr>
          <a:xfrm>
            <a:off x="372129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0" name="TextBox 19"/>
          <p:cNvSpPr txBox="1"/>
          <p:nvPr/>
        </p:nvSpPr>
        <p:spPr>
          <a:xfrm>
            <a:off x="530443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1" name="TextBox 20"/>
          <p:cNvSpPr txBox="1"/>
          <p:nvPr/>
        </p:nvSpPr>
        <p:spPr>
          <a:xfrm>
            <a:off x="688757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2" name="TextBox 21"/>
          <p:cNvSpPr txBox="1"/>
          <p:nvPr/>
        </p:nvSpPr>
        <p:spPr>
          <a:xfrm>
            <a:off x="847071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3" name="TextBox 22"/>
          <p:cNvSpPr txBox="1"/>
          <p:nvPr/>
        </p:nvSpPr>
        <p:spPr>
          <a:xfrm>
            <a:off x="1005385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cxnSp>
        <p:nvCxnSpPr>
          <p:cNvPr id="24" name="Straight Connector 23"/>
          <p:cNvCxnSpPr/>
          <p:nvPr/>
        </p:nvCxnSpPr>
        <p:spPr>
          <a:xfrm>
            <a:off x="21381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72129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530443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88757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847071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100538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9429374"/>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F33640D-59AE-F921-5429-130F733A803A}"/>
              </a:ext>
            </a:extLst>
          </p:cNvPr>
          <p:cNvSpPr>
            <a:spLocks noGrp="1"/>
          </p:cNvSpPr>
          <p:nvPr>
            <p:ph type="title"/>
          </p:nvPr>
        </p:nvSpPr>
        <p:spPr>
          <a:xfrm>
            <a:off x="214184" y="13663"/>
            <a:ext cx="9728886" cy="678316"/>
          </a:xfrm>
        </p:spPr>
        <p:txBody>
          <a:bodyPr/>
          <a:lstStyle/>
          <a:p>
            <a:r>
              <a:rPr lang="en-US" dirty="0"/>
              <a:t>Agile loop</a:t>
            </a:r>
          </a:p>
        </p:txBody>
      </p:sp>
      <p:sp>
        <p:nvSpPr>
          <p:cNvPr id="3" name="3">
            <a:extLst>
              <a:ext uri="{FF2B5EF4-FFF2-40B4-BE49-F238E27FC236}">
                <a16:creationId xmlns:a16="http://schemas.microsoft.com/office/drawing/2014/main" id="{D9A201F5-B5CF-4B29-C517-A539D430B09F}"/>
              </a:ext>
            </a:extLst>
          </p:cNvPr>
          <p:cNvSpPr/>
          <p:nvPr/>
        </p:nvSpPr>
        <p:spPr>
          <a:xfrm rot="21385122">
            <a:off x="6692968" y="4676652"/>
            <a:ext cx="1785466" cy="959911"/>
          </a:xfrm>
          <a:custGeom>
            <a:avLst/>
            <a:gdLst/>
            <a:ahLst/>
            <a:cxnLst/>
            <a:rect l="l" t="t" r="r" b="b"/>
            <a:pathLst>
              <a:path w="16093" h="8652" extrusionOk="0">
                <a:moveTo>
                  <a:pt x="2489" y="1"/>
                </a:moveTo>
                <a:lnTo>
                  <a:pt x="1" y="2763"/>
                </a:lnTo>
                <a:cubicBezTo>
                  <a:pt x="2101" y="5981"/>
                  <a:pt x="5707" y="8172"/>
                  <a:pt x="9907" y="8264"/>
                </a:cubicBezTo>
                <a:cubicBezTo>
                  <a:pt x="11619" y="8264"/>
                  <a:pt x="13331" y="7898"/>
                  <a:pt x="14746" y="7328"/>
                </a:cubicBezTo>
                <a:lnTo>
                  <a:pt x="16093" y="8652"/>
                </a:lnTo>
                <a:lnTo>
                  <a:pt x="15705" y="3699"/>
                </a:lnTo>
                <a:lnTo>
                  <a:pt x="10752" y="3128"/>
                </a:lnTo>
                <a:lnTo>
                  <a:pt x="11984" y="4475"/>
                </a:lnTo>
                <a:cubicBezTo>
                  <a:pt x="11414" y="4657"/>
                  <a:pt x="10660" y="4657"/>
                  <a:pt x="9998" y="4657"/>
                </a:cubicBezTo>
                <a:cubicBezTo>
                  <a:pt x="6666" y="4657"/>
                  <a:pt x="3904" y="2763"/>
                  <a:pt x="24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3">
            <a:extLst>
              <a:ext uri="{FF2B5EF4-FFF2-40B4-BE49-F238E27FC236}">
                <a16:creationId xmlns:a16="http://schemas.microsoft.com/office/drawing/2014/main" id="{867B0A5A-68F9-3DF9-23C1-F6380EE2B0BC}"/>
              </a:ext>
            </a:extLst>
          </p:cNvPr>
          <p:cNvSpPr/>
          <p:nvPr/>
        </p:nvSpPr>
        <p:spPr>
          <a:xfrm rot="203186">
            <a:off x="5877689" y="1857310"/>
            <a:ext cx="2677637" cy="2579844"/>
          </a:xfrm>
          <a:custGeom>
            <a:avLst/>
            <a:gdLst/>
            <a:ahLst/>
            <a:cxnLst/>
            <a:rect l="l" t="t" r="r" b="b"/>
            <a:pathLst>
              <a:path w="25382" h="24455" extrusionOk="0">
                <a:moveTo>
                  <a:pt x="11769" y="0"/>
                </a:moveTo>
                <a:cubicBezTo>
                  <a:pt x="8065" y="0"/>
                  <a:pt x="4410" y="1714"/>
                  <a:pt x="2077" y="4962"/>
                </a:cubicBezTo>
                <a:cubicBezTo>
                  <a:pt x="1027" y="6285"/>
                  <a:pt x="365" y="7906"/>
                  <a:pt x="0" y="9412"/>
                </a:cubicBezTo>
                <a:cubicBezTo>
                  <a:pt x="1415" y="9412"/>
                  <a:pt x="2556" y="9618"/>
                  <a:pt x="3515" y="9983"/>
                </a:cubicBezTo>
                <a:cubicBezTo>
                  <a:pt x="3789" y="8956"/>
                  <a:pt x="4177" y="7906"/>
                  <a:pt x="4839" y="7039"/>
                </a:cubicBezTo>
                <a:cubicBezTo>
                  <a:pt x="6544" y="4774"/>
                  <a:pt x="9130" y="3586"/>
                  <a:pt x="11749" y="3586"/>
                </a:cubicBezTo>
                <a:cubicBezTo>
                  <a:pt x="13511" y="3586"/>
                  <a:pt x="15289" y="4124"/>
                  <a:pt x="16822" y="5235"/>
                </a:cubicBezTo>
                <a:cubicBezTo>
                  <a:pt x="20634" y="7997"/>
                  <a:pt x="21387" y="13407"/>
                  <a:pt x="18626" y="17127"/>
                </a:cubicBezTo>
                <a:cubicBezTo>
                  <a:pt x="18260" y="17698"/>
                  <a:pt x="17781" y="18269"/>
                  <a:pt x="17210" y="18657"/>
                </a:cubicBezTo>
                <a:lnTo>
                  <a:pt x="16914" y="16739"/>
                </a:lnTo>
                <a:lnTo>
                  <a:pt x="14448" y="21122"/>
                </a:lnTo>
                <a:lnTo>
                  <a:pt x="18055" y="24454"/>
                </a:lnTo>
                <a:lnTo>
                  <a:pt x="18055" y="24454"/>
                </a:lnTo>
                <a:lnTo>
                  <a:pt x="17781" y="22537"/>
                </a:lnTo>
                <a:cubicBezTo>
                  <a:pt x="19196" y="21784"/>
                  <a:pt x="20429" y="20643"/>
                  <a:pt x="21479" y="19319"/>
                </a:cubicBezTo>
                <a:cubicBezTo>
                  <a:pt x="25382" y="13886"/>
                  <a:pt x="24241" y="6377"/>
                  <a:pt x="18922" y="2382"/>
                </a:cubicBezTo>
                <a:cubicBezTo>
                  <a:pt x="16774" y="776"/>
                  <a:pt x="14260" y="0"/>
                  <a:pt x="117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2">
            <a:extLst>
              <a:ext uri="{FF2B5EF4-FFF2-40B4-BE49-F238E27FC236}">
                <a16:creationId xmlns:a16="http://schemas.microsoft.com/office/drawing/2014/main" id="{FF791564-D250-0425-A5D7-E409EC381AD9}"/>
              </a:ext>
            </a:extLst>
          </p:cNvPr>
          <p:cNvSpPr/>
          <p:nvPr/>
        </p:nvSpPr>
        <p:spPr>
          <a:xfrm>
            <a:off x="2257890" y="4981008"/>
            <a:ext cx="3393815" cy="357100"/>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1">
            <a:extLst>
              <a:ext uri="{FF2B5EF4-FFF2-40B4-BE49-F238E27FC236}">
                <a16:creationId xmlns:a16="http://schemas.microsoft.com/office/drawing/2014/main" id="{A6C39B10-EEB6-B256-50A9-94AE2F0FDB42}"/>
              </a:ext>
            </a:extLst>
          </p:cNvPr>
          <p:cNvSpPr/>
          <p:nvPr/>
        </p:nvSpPr>
        <p:spPr>
          <a:xfrm>
            <a:off x="4337083" y="2885242"/>
            <a:ext cx="2492335" cy="2452925"/>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TextBox 82">
            <a:extLst>
              <a:ext uri="{FF2B5EF4-FFF2-40B4-BE49-F238E27FC236}">
                <a16:creationId xmlns:a16="http://schemas.microsoft.com/office/drawing/2014/main" id="{BB78F9DF-BC0A-F831-9C58-32344F920A15}"/>
              </a:ext>
            </a:extLst>
          </p:cNvPr>
          <p:cNvSpPr txBox="1"/>
          <p:nvPr/>
        </p:nvSpPr>
        <p:spPr>
          <a:xfrm>
            <a:off x="838200" y="3415097"/>
            <a:ext cx="3021449" cy="1323439"/>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TextBox 82">
            <a:extLst>
              <a:ext uri="{FF2B5EF4-FFF2-40B4-BE49-F238E27FC236}">
                <a16:creationId xmlns:a16="http://schemas.microsoft.com/office/drawing/2014/main" id="{0B34763F-114D-05AF-EB04-25C43E19E387}"/>
              </a:ext>
            </a:extLst>
          </p:cNvPr>
          <p:cNvSpPr txBox="1"/>
          <p:nvPr/>
        </p:nvSpPr>
        <p:spPr>
          <a:xfrm>
            <a:off x="8375458" y="1819563"/>
            <a:ext cx="3021449" cy="1323439"/>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9" name="TextBox 82">
            <a:extLst>
              <a:ext uri="{FF2B5EF4-FFF2-40B4-BE49-F238E27FC236}">
                <a16:creationId xmlns:a16="http://schemas.microsoft.com/office/drawing/2014/main" id="{706F7AAA-54A7-815F-B347-0C6EF3E2BCB9}"/>
              </a:ext>
            </a:extLst>
          </p:cNvPr>
          <p:cNvSpPr txBox="1"/>
          <p:nvPr/>
        </p:nvSpPr>
        <p:spPr>
          <a:xfrm>
            <a:off x="8661558" y="4267765"/>
            <a:ext cx="3021449" cy="1323439"/>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1" name="Hexagon 4">
            <a:extLst>
              <a:ext uri="{FF2B5EF4-FFF2-40B4-BE49-F238E27FC236}">
                <a16:creationId xmlns:a16="http://schemas.microsoft.com/office/drawing/2014/main" id="{C02CFFF0-3FA0-7804-7BE3-7721A9EAB3EF}"/>
              </a:ext>
            </a:extLst>
          </p:cNvPr>
          <p:cNvSpPr/>
          <p:nvPr/>
        </p:nvSpPr>
        <p:spPr>
          <a:xfrm>
            <a:off x="1871720" y="4819360"/>
            <a:ext cx="674495" cy="674495"/>
          </a:xfrm>
          <a:prstGeom prst="ellipse">
            <a:avLst/>
          </a:prstGeom>
          <a:solidFill>
            <a:schemeClr val="accent1"/>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Hexagon 4">
            <a:extLst>
              <a:ext uri="{FF2B5EF4-FFF2-40B4-BE49-F238E27FC236}">
                <a16:creationId xmlns:a16="http://schemas.microsoft.com/office/drawing/2014/main" id="{37A837C7-1D4D-CE4A-E69A-91FC18968525}"/>
              </a:ext>
            </a:extLst>
          </p:cNvPr>
          <p:cNvSpPr/>
          <p:nvPr/>
        </p:nvSpPr>
        <p:spPr>
          <a:xfrm>
            <a:off x="5786212" y="2222286"/>
            <a:ext cx="674495" cy="674495"/>
          </a:xfrm>
          <a:prstGeom prst="ellipse">
            <a:avLst/>
          </a:prstGeom>
          <a:solidFill>
            <a:schemeClr val="accent2"/>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7" name="Hexagon 4">
            <a:extLst>
              <a:ext uri="{FF2B5EF4-FFF2-40B4-BE49-F238E27FC236}">
                <a16:creationId xmlns:a16="http://schemas.microsoft.com/office/drawing/2014/main" id="{78C9B4A8-29F7-907E-EAE3-6033DE6091F0}"/>
              </a:ext>
            </a:extLst>
          </p:cNvPr>
          <p:cNvSpPr/>
          <p:nvPr/>
        </p:nvSpPr>
        <p:spPr>
          <a:xfrm>
            <a:off x="6632357" y="4663613"/>
            <a:ext cx="674495" cy="674495"/>
          </a:xfrm>
          <a:prstGeom prst="ellipse">
            <a:avLst/>
          </a:prstGeom>
          <a:solidFill>
            <a:schemeClr val="accent3"/>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Tree>
    <p:extLst>
      <p:ext uri="{BB962C8B-B14F-4D97-AF65-F5344CB8AC3E}">
        <p14:creationId xmlns:p14="http://schemas.microsoft.com/office/powerpoint/2010/main" val="319097274"/>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2D52F48-285C-658F-B44E-727081319AF1}"/>
              </a:ext>
            </a:extLst>
          </p:cNvPr>
          <p:cNvSpPr>
            <a:spLocks noGrp="1"/>
          </p:cNvSpPr>
          <p:nvPr>
            <p:ph type="title"/>
          </p:nvPr>
        </p:nvSpPr>
        <p:spPr>
          <a:xfrm>
            <a:off x="214184" y="13663"/>
            <a:ext cx="9728886" cy="678316"/>
          </a:xfrm>
        </p:spPr>
        <p:txBody>
          <a:bodyPr/>
          <a:lstStyle/>
          <a:p>
            <a:r>
              <a:rPr lang="en-US" dirty="0"/>
              <a:t>Agile Vs waterfall</a:t>
            </a:r>
          </a:p>
        </p:txBody>
      </p:sp>
      <p:grpSp>
        <p:nvGrpSpPr>
          <p:cNvPr id="3" name="Groupe 2">
            <a:extLst>
              <a:ext uri="{FF2B5EF4-FFF2-40B4-BE49-F238E27FC236}">
                <a16:creationId xmlns:a16="http://schemas.microsoft.com/office/drawing/2014/main" id="{E3E064DA-8DE2-A570-D6A1-DA93C7A68DCD}"/>
              </a:ext>
            </a:extLst>
          </p:cNvPr>
          <p:cNvGrpSpPr/>
          <p:nvPr/>
        </p:nvGrpSpPr>
        <p:grpSpPr>
          <a:xfrm>
            <a:off x="574166" y="4056061"/>
            <a:ext cx="9180000" cy="1670400"/>
            <a:chOff x="1049040" y="4341811"/>
            <a:chExt cx="9180000" cy="1670400"/>
          </a:xfrm>
        </p:grpSpPr>
        <p:cxnSp>
          <p:nvCxnSpPr>
            <p:cNvPr id="4" name="Connecteur droit 3">
              <a:extLst>
                <a:ext uri="{FF2B5EF4-FFF2-40B4-BE49-F238E27FC236}">
                  <a16:creationId xmlns:a16="http://schemas.microsoft.com/office/drawing/2014/main" id="{409FB147-44B7-E6C0-3FD1-3840BCB1C68F}"/>
                </a:ext>
              </a:extLst>
            </p:cNvPr>
            <p:cNvCxnSpPr>
              <a:cxnSpLocks/>
            </p:cNvCxnSpPr>
            <p:nvPr/>
          </p:nvCxnSpPr>
          <p:spPr>
            <a:xfrm flipV="1">
              <a:off x="1049040" y="4341811"/>
              <a:ext cx="0" cy="167040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5" name="Connecteur droit 4">
              <a:extLst>
                <a:ext uri="{FF2B5EF4-FFF2-40B4-BE49-F238E27FC236}">
                  <a16:creationId xmlns:a16="http://schemas.microsoft.com/office/drawing/2014/main" id="{1F2DE1E2-BB0D-BFD6-192C-DA5C9A39BA4F}"/>
                </a:ext>
              </a:extLst>
            </p:cNvPr>
            <p:cNvCxnSpPr>
              <a:cxnSpLocks/>
            </p:cNvCxnSpPr>
            <p:nvPr/>
          </p:nvCxnSpPr>
          <p:spPr>
            <a:xfrm>
              <a:off x="1049040" y="6012211"/>
              <a:ext cx="9180000"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grpSp>
        <p:nvGrpSpPr>
          <p:cNvPr id="6" name="Groupe 5">
            <a:extLst>
              <a:ext uri="{FF2B5EF4-FFF2-40B4-BE49-F238E27FC236}">
                <a16:creationId xmlns:a16="http://schemas.microsoft.com/office/drawing/2014/main" id="{24077495-94F9-05EF-35D1-C3CEB5D24097}"/>
              </a:ext>
            </a:extLst>
          </p:cNvPr>
          <p:cNvGrpSpPr/>
          <p:nvPr/>
        </p:nvGrpSpPr>
        <p:grpSpPr>
          <a:xfrm>
            <a:off x="574166" y="2061579"/>
            <a:ext cx="9179953" cy="1670703"/>
            <a:chOff x="1049040" y="4341508"/>
            <a:chExt cx="9179953" cy="1670703"/>
          </a:xfrm>
        </p:grpSpPr>
        <p:cxnSp>
          <p:nvCxnSpPr>
            <p:cNvPr id="7" name="Connecteur droit 6">
              <a:extLst>
                <a:ext uri="{FF2B5EF4-FFF2-40B4-BE49-F238E27FC236}">
                  <a16:creationId xmlns:a16="http://schemas.microsoft.com/office/drawing/2014/main" id="{75307541-2C56-A353-59BD-2E91C992D0FF}"/>
                </a:ext>
              </a:extLst>
            </p:cNvPr>
            <p:cNvCxnSpPr>
              <a:cxnSpLocks/>
            </p:cNvCxnSpPr>
            <p:nvPr/>
          </p:nvCxnSpPr>
          <p:spPr>
            <a:xfrm flipV="1">
              <a:off x="1049040" y="4341508"/>
              <a:ext cx="0" cy="1670703"/>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8" name="Connecteur droit 7">
              <a:extLst>
                <a:ext uri="{FF2B5EF4-FFF2-40B4-BE49-F238E27FC236}">
                  <a16:creationId xmlns:a16="http://schemas.microsoft.com/office/drawing/2014/main" id="{DB99FFF8-2C93-5C62-4FDD-A3FDA80E4665}"/>
                </a:ext>
              </a:extLst>
            </p:cNvPr>
            <p:cNvCxnSpPr>
              <a:cxnSpLocks/>
            </p:cNvCxnSpPr>
            <p:nvPr/>
          </p:nvCxnSpPr>
          <p:spPr>
            <a:xfrm>
              <a:off x="1049040" y="6012211"/>
              <a:ext cx="9179953"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028145E8-607F-FF3F-1BBA-1CBCB822D08B}"/>
              </a:ext>
            </a:extLst>
          </p:cNvPr>
          <p:cNvSpPr/>
          <p:nvPr/>
        </p:nvSpPr>
        <p:spPr>
          <a:xfrm>
            <a:off x="804867" y="3045691"/>
            <a:ext cx="1361780" cy="524479"/>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8" name="Group 57">
            <a:extLst>
              <a:ext uri="{FF2B5EF4-FFF2-40B4-BE49-F238E27FC236}">
                <a16:creationId xmlns:a16="http://schemas.microsoft.com/office/drawing/2014/main" id="{F9730968-8116-D263-6204-6EE35E56DF63}"/>
              </a:ext>
            </a:extLst>
          </p:cNvPr>
          <p:cNvGrpSpPr/>
          <p:nvPr/>
        </p:nvGrpSpPr>
        <p:grpSpPr>
          <a:xfrm>
            <a:off x="803215" y="4919509"/>
            <a:ext cx="1564965" cy="699382"/>
            <a:chOff x="803215" y="4919509"/>
            <a:chExt cx="1564965" cy="699382"/>
          </a:xfrm>
        </p:grpSpPr>
        <p:sp>
          <p:nvSpPr>
            <p:cNvPr id="53" name="Free-form: Shape 52">
              <a:extLst>
                <a:ext uri="{FF2B5EF4-FFF2-40B4-BE49-F238E27FC236}">
                  <a16:creationId xmlns:a16="http://schemas.microsoft.com/office/drawing/2014/main" id="{93BE2EBA-0E45-D418-88C7-FD0F8223AE39}"/>
                </a:ext>
              </a:extLst>
            </p:cNvPr>
            <p:cNvSpPr/>
            <p:nvPr/>
          </p:nvSpPr>
          <p:spPr>
            <a:xfrm>
              <a:off x="1846407"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Triangle isocèle 11">
              <a:extLst>
                <a:ext uri="{FF2B5EF4-FFF2-40B4-BE49-F238E27FC236}">
                  <a16:creationId xmlns:a16="http://schemas.microsoft.com/office/drawing/2014/main" id="{3AE71E0C-A291-3307-4C3E-4E8949E6C79C}"/>
                </a:ext>
              </a:extLst>
            </p:cNvPr>
            <p:cNvSpPr/>
            <p:nvPr/>
          </p:nvSpPr>
          <p:spPr>
            <a:xfrm rot="5400000">
              <a:off x="2226397" y="5477107"/>
              <a:ext cx="152286" cy="131281"/>
            </a:xfrm>
            <a:prstGeom prst="triangl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2">
              <a:extLst>
                <a:ext uri="{FF2B5EF4-FFF2-40B4-BE49-F238E27FC236}">
                  <a16:creationId xmlns:a16="http://schemas.microsoft.com/office/drawing/2014/main" id="{BF9BFF23-01A7-CD9F-4A66-FFA61195120D}"/>
                </a:ext>
              </a:extLst>
            </p:cNvPr>
            <p:cNvSpPr/>
            <p:nvPr/>
          </p:nvSpPr>
          <p:spPr>
            <a:xfrm>
              <a:off x="803215"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1">
              <a:extLst>
                <a:ext uri="{FF2B5EF4-FFF2-40B4-BE49-F238E27FC236}">
                  <a16:creationId xmlns:a16="http://schemas.microsoft.com/office/drawing/2014/main" id="{B5940310-8E39-A9A2-DA02-DB91FCC20E27}"/>
                </a:ext>
              </a:extLst>
            </p:cNvPr>
            <p:cNvSpPr/>
            <p:nvPr/>
          </p:nvSpPr>
          <p:spPr>
            <a:xfrm>
              <a:off x="1372984"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59" name="Group 58">
            <a:extLst>
              <a:ext uri="{FF2B5EF4-FFF2-40B4-BE49-F238E27FC236}">
                <a16:creationId xmlns:a16="http://schemas.microsoft.com/office/drawing/2014/main" id="{C0CF6565-02CD-1514-1490-29E0B19E84E0}"/>
              </a:ext>
            </a:extLst>
          </p:cNvPr>
          <p:cNvGrpSpPr/>
          <p:nvPr/>
        </p:nvGrpSpPr>
        <p:grpSpPr>
          <a:xfrm>
            <a:off x="2595592" y="4919509"/>
            <a:ext cx="1564965" cy="699382"/>
            <a:chOff x="2595592" y="4919509"/>
            <a:chExt cx="1564965" cy="699382"/>
          </a:xfrm>
        </p:grpSpPr>
        <p:sp>
          <p:nvSpPr>
            <p:cNvPr id="54" name="Free-form: Shape 53">
              <a:extLst>
                <a:ext uri="{FF2B5EF4-FFF2-40B4-BE49-F238E27FC236}">
                  <a16:creationId xmlns:a16="http://schemas.microsoft.com/office/drawing/2014/main" id="{A14DD5E3-A7AF-0015-6E38-A5717B9A4C1C}"/>
                </a:ext>
              </a:extLst>
            </p:cNvPr>
            <p:cNvSpPr/>
            <p:nvPr/>
          </p:nvSpPr>
          <p:spPr>
            <a:xfrm>
              <a:off x="3638784"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Triangle isocèle 17">
              <a:extLst>
                <a:ext uri="{FF2B5EF4-FFF2-40B4-BE49-F238E27FC236}">
                  <a16:creationId xmlns:a16="http://schemas.microsoft.com/office/drawing/2014/main" id="{86B66DBA-3F82-EC5D-9161-9C9CA728FD91}"/>
                </a:ext>
              </a:extLst>
            </p:cNvPr>
            <p:cNvSpPr/>
            <p:nvPr/>
          </p:nvSpPr>
          <p:spPr>
            <a:xfrm rot="5400000">
              <a:off x="4018774" y="5477107"/>
              <a:ext cx="152286" cy="131281"/>
            </a:xfrm>
            <a:prstGeom prst="triangl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2">
              <a:extLst>
                <a:ext uri="{FF2B5EF4-FFF2-40B4-BE49-F238E27FC236}">
                  <a16:creationId xmlns:a16="http://schemas.microsoft.com/office/drawing/2014/main" id="{383DC29F-FEBC-4B7A-ECC9-563C592FE19D}"/>
                </a:ext>
              </a:extLst>
            </p:cNvPr>
            <p:cNvSpPr/>
            <p:nvPr/>
          </p:nvSpPr>
          <p:spPr>
            <a:xfrm>
              <a:off x="2595592"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1">
              <a:extLst>
                <a:ext uri="{FF2B5EF4-FFF2-40B4-BE49-F238E27FC236}">
                  <a16:creationId xmlns:a16="http://schemas.microsoft.com/office/drawing/2014/main" id="{E6528618-8D51-13B4-8216-36DE6413992A}"/>
                </a:ext>
              </a:extLst>
            </p:cNvPr>
            <p:cNvSpPr/>
            <p:nvPr/>
          </p:nvSpPr>
          <p:spPr>
            <a:xfrm>
              <a:off x="3165361"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0" name="Group 59">
            <a:extLst>
              <a:ext uri="{FF2B5EF4-FFF2-40B4-BE49-F238E27FC236}">
                <a16:creationId xmlns:a16="http://schemas.microsoft.com/office/drawing/2014/main" id="{FFEFCC9D-3868-F738-2F34-9FF3B5292BD6}"/>
              </a:ext>
            </a:extLst>
          </p:cNvPr>
          <p:cNvGrpSpPr/>
          <p:nvPr/>
        </p:nvGrpSpPr>
        <p:grpSpPr>
          <a:xfrm>
            <a:off x="4387969" y="4919509"/>
            <a:ext cx="1564965" cy="699382"/>
            <a:chOff x="4387969" y="4919509"/>
            <a:chExt cx="1564965" cy="699382"/>
          </a:xfrm>
        </p:grpSpPr>
        <p:sp>
          <p:nvSpPr>
            <p:cNvPr id="55" name="Free-form: Shape 54">
              <a:extLst>
                <a:ext uri="{FF2B5EF4-FFF2-40B4-BE49-F238E27FC236}">
                  <a16:creationId xmlns:a16="http://schemas.microsoft.com/office/drawing/2014/main" id="{494FE09A-7BC1-5EA4-D507-ED553705499D}"/>
                </a:ext>
              </a:extLst>
            </p:cNvPr>
            <p:cNvSpPr/>
            <p:nvPr/>
          </p:nvSpPr>
          <p:spPr>
            <a:xfrm>
              <a:off x="5431161"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Triangle isocèle 23">
              <a:extLst>
                <a:ext uri="{FF2B5EF4-FFF2-40B4-BE49-F238E27FC236}">
                  <a16:creationId xmlns:a16="http://schemas.microsoft.com/office/drawing/2014/main" id="{8D838863-B644-4EFF-5C2B-0F3EDCE851A5}"/>
                </a:ext>
              </a:extLst>
            </p:cNvPr>
            <p:cNvSpPr/>
            <p:nvPr/>
          </p:nvSpPr>
          <p:spPr>
            <a:xfrm rot="5400000">
              <a:off x="5811151" y="5477107"/>
              <a:ext cx="152286" cy="131281"/>
            </a:xfrm>
            <a:prstGeom prst="triangl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2">
              <a:extLst>
                <a:ext uri="{FF2B5EF4-FFF2-40B4-BE49-F238E27FC236}">
                  <a16:creationId xmlns:a16="http://schemas.microsoft.com/office/drawing/2014/main" id="{1F0F0984-A89B-8724-6A65-27C78E18845A}"/>
                </a:ext>
              </a:extLst>
            </p:cNvPr>
            <p:cNvSpPr/>
            <p:nvPr/>
          </p:nvSpPr>
          <p:spPr>
            <a:xfrm>
              <a:off x="4387969"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1">
              <a:extLst>
                <a:ext uri="{FF2B5EF4-FFF2-40B4-BE49-F238E27FC236}">
                  <a16:creationId xmlns:a16="http://schemas.microsoft.com/office/drawing/2014/main" id="{42ED020A-EB7E-C710-ED5B-EA9F85A614D4}"/>
                </a:ext>
              </a:extLst>
            </p:cNvPr>
            <p:cNvSpPr/>
            <p:nvPr/>
          </p:nvSpPr>
          <p:spPr>
            <a:xfrm>
              <a:off x="4957738"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1" name="Group 60">
            <a:extLst>
              <a:ext uri="{FF2B5EF4-FFF2-40B4-BE49-F238E27FC236}">
                <a16:creationId xmlns:a16="http://schemas.microsoft.com/office/drawing/2014/main" id="{71F83A6F-58C9-8B16-5B5B-A5567EE1EB72}"/>
              </a:ext>
            </a:extLst>
          </p:cNvPr>
          <p:cNvGrpSpPr/>
          <p:nvPr/>
        </p:nvGrpSpPr>
        <p:grpSpPr>
          <a:xfrm>
            <a:off x="6180347" y="4919509"/>
            <a:ext cx="1564965" cy="699382"/>
            <a:chOff x="6180347" y="4919509"/>
            <a:chExt cx="1564965" cy="699382"/>
          </a:xfrm>
        </p:grpSpPr>
        <p:sp>
          <p:nvSpPr>
            <p:cNvPr id="56" name="Free-form: Shape 55">
              <a:extLst>
                <a:ext uri="{FF2B5EF4-FFF2-40B4-BE49-F238E27FC236}">
                  <a16:creationId xmlns:a16="http://schemas.microsoft.com/office/drawing/2014/main" id="{BCBA2E87-7FD2-BCE3-1B1D-B4CBBEF5649B}"/>
                </a:ext>
              </a:extLst>
            </p:cNvPr>
            <p:cNvSpPr/>
            <p:nvPr/>
          </p:nvSpPr>
          <p:spPr>
            <a:xfrm>
              <a:off x="7223539"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Triangle isocèle 29">
              <a:extLst>
                <a:ext uri="{FF2B5EF4-FFF2-40B4-BE49-F238E27FC236}">
                  <a16:creationId xmlns:a16="http://schemas.microsoft.com/office/drawing/2014/main" id="{5575C9B8-B46A-1B5B-73E9-72FB57F5A363}"/>
                </a:ext>
              </a:extLst>
            </p:cNvPr>
            <p:cNvSpPr/>
            <p:nvPr/>
          </p:nvSpPr>
          <p:spPr>
            <a:xfrm rot="5400000">
              <a:off x="7603529" y="5477107"/>
              <a:ext cx="152286" cy="131281"/>
            </a:xfrm>
            <a:prstGeom prs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2">
              <a:extLst>
                <a:ext uri="{FF2B5EF4-FFF2-40B4-BE49-F238E27FC236}">
                  <a16:creationId xmlns:a16="http://schemas.microsoft.com/office/drawing/2014/main" id="{4FEBB75E-A842-1CB5-B723-AC9BBCDBA6C9}"/>
                </a:ext>
              </a:extLst>
            </p:cNvPr>
            <p:cNvSpPr/>
            <p:nvPr/>
          </p:nvSpPr>
          <p:spPr>
            <a:xfrm>
              <a:off x="6180347"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1">
              <a:extLst>
                <a:ext uri="{FF2B5EF4-FFF2-40B4-BE49-F238E27FC236}">
                  <a16:creationId xmlns:a16="http://schemas.microsoft.com/office/drawing/2014/main" id="{90691971-C510-A32B-44C6-22EE67C7996A}"/>
                </a:ext>
              </a:extLst>
            </p:cNvPr>
            <p:cNvSpPr/>
            <p:nvPr/>
          </p:nvSpPr>
          <p:spPr>
            <a:xfrm>
              <a:off x="6750116"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2" name="Group 61">
            <a:extLst>
              <a:ext uri="{FF2B5EF4-FFF2-40B4-BE49-F238E27FC236}">
                <a16:creationId xmlns:a16="http://schemas.microsoft.com/office/drawing/2014/main" id="{A4967F77-A33E-1062-8D16-0A39D0B52D17}"/>
              </a:ext>
            </a:extLst>
          </p:cNvPr>
          <p:cNvGrpSpPr/>
          <p:nvPr/>
        </p:nvGrpSpPr>
        <p:grpSpPr>
          <a:xfrm>
            <a:off x="7972723" y="4919509"/>
            <a:ext cx="1564965" cy="699382"/>
            <a:chOff x="7972723" y="4919509"/>
            <a:chExt cx="1564965" cy="699382"/>
          </a:xfrm>
        </p:grpSpPr>
        <p:sp>
          <p:nvSpPr>
            <p:cNvPr id="57" name="Free-form: Shape 56">
              <a:extLst>
                <a:ext uri="{FF2B5EF4-FFF2-40B4-BE49-F238E27FC236}">
                  <a16:creationId xmlns:a16="http://schemas.microsoft.com/office/drawing/2014/main" id="{CEEB5B02-24F6-29C1-951A-F16175E1CC5E}"/>
                </a:ext>
              </a:extLst>
            </p:cNvPr>
            <p:cNvSpPr/>
            <p:nvPr/>
          </p:nvSpPr>
          <p:spPr>
            <a:xfrm>
              <a:off x="9015915"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3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3" y="284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Triangle isocèle 35">
              <a:extLst>
                <a:ext uri="{FF2B5EF4-FFF2-40B4-BE49-F238E27FC236}">
                  <a16:creationId xmlns:a16="http://schemas.microsoft.com/office/drawing/2014/main" id="{F5AC13EF-0D26-D401-BD94-727A7DE95130}"/>
                </a:ext>
              </a:extLst>
            </p:cNvPr>
            <p:cNvSpPr/>
            <p:nvPr/>
          </p:nvSpPr>
          <p:spPr>
            <a:xfrm rot="5400000">
              <a:off x="9395905" y="5477107"/>
              <a:ext cx="152286" cy="131281"/>
            </a:xfrm>
            <a:prstGeom prst="triangl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2">
              <a:extLst>
                <a:ext uri="{FF2B5EF4-FFF2-40B4-BE49-F238E27FC236}">
                  <a16:creationId xmlns:a16="http://schemas.microsoft.com/office/drawing/2014/main" id="{7DF32074-2D11-1035-0E9E-5FB1E7942787}"/>
                </a:ext>
              </a:extLst>
            </p:cNvPr>
            <p:cNvSpPr/>
            <p:nvPr/>
          </p:nvSpPr>
          <p:spPr>
            <a:xfrm>
              <a:off x="7972723"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9" name="1">
              <a:extLst>
                <a:ext uri="{FF2B5EF4-FFF2-40B4-BE49-F238E27FC236}">
                  <a16:creationId xmlns:a16="http://schemas.microsoft.com/office/drawing/2014/main" id="{CAAA44B9-BBB5-7D25-8A03-8575FF0A1CFB}"/>
                </a:ext>
              </a:extLst>
            </p:cNvPr>
            <p:cNvSpPr/>
            <p:nvPr/>
          </p:nvSpPr>
          <p:spPr>
            <a:xfrm>
              <a:off x="8542492"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40" name="Rectangle 39">
            <a:extLst>
              <a:ext uri="{FF2B5EF4-FFF2-40B4-BE49-F238E27FC236}">
                <a16:creationId xmlns:a16="http://schemas.microsoft.com/office/drawing/2014/main" id="{987D915F-AF2F-6CB5-023E-7E3149008346}"/>
              </a:ext>
            </a:extLst>
          </p:cNvPr>
          <p:cNvSpPr/>
          <p:nvPr/>
        </p:nvSpPr>
        <p:spPr>
          <a:xfrm>
            <a:off x="3261882" y="2783451"/>
            <a:ext cx="1361780" cy="524479"/>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5FD9B404-5EE0-8287-132E-D821BFCBB50A}"/>
              </a:ext>
            </a:extLst>
          </p:cNvPr>
          <p:cNvSpPr/>
          <p:nvPr/>
        </p:nvSpPr>
        <p:spPr>
          <a:xfrm>
            <a:off x="5718897" y="2531151"/>
            <a:ext cx="1361780" cy="524479"/>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41">
            <a:extLst>
              <a:ext uri="{FF2B5EF4-FFF2-40B4-BE49-F238E27FC236}">
                <a16:creationId xmlns:a16="http://schemas.microsoft.com/office/drawing/2014/main" id="{66ED7CD9-2043-0737-E1E3-A8DC35601FDF}"/>
              </a:ext>
            </a:extLst>
          </p:cNvPr>
          <p:cNvSpPr/>
          <p:nvPr/>
        </p:nvSpPr>
        <p:spPr>
          <a:xfrm>
            <a:off x="8175912" y="2258972"/>
            <a:ext cx="1361780" cy="524479"/>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3" name="Connecteur droit 42">
            <a:extLst>
              <a:ext uri="{FF2B5EF4-FFF2-40B4-BE49-F238E27FC236}">
                <a16:creationId xmlns:a16="http://schemas.microsoft.com/office/drawing/2014/main" id="{FCB8A675-0E3B-AD8E-FD7B-EEE59A7D147C}"/>
              </a:ext>
            </a:extLst>
          </p:cNvPr>
          <p:cNvCxnSpPr>
            <a:cxnSpLocks/>
          </p:cNvCxnSpPr>
          <p:nvPr/>
        </p:nvCxnSpPr>
        <p:spPr>
          <a:xfrm>
            <a:off x="2166647" y="3045691"/>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43">
            <a:extLst>
              <a:ext uri="{FF2B5EF4-FFF2-40B4-BE49-F238E27FC236}">
                <a16:creationId xmlns:a16="http://schemas.microsoft.com/office/drawing/2014/main" id="{B025C2EC-F102-61AF-F0EE-53D4656FB0AF}"/>
              </a:ext>
            </a:extLst>
          </p:cNvPr>
          <p:cNvCxnSpPr>
            <a:cxnSpLocks/>
          </p:cNvCxnSpPr>
          <p:nvPr/>
        </p:nvCxnSpPr>
        <p:spPr>
          <a:xfrm>
            <a:off x="4608122" y="2789122"/>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44">
            <a:extLst>
              <a:ext uri="{FF2B5EF4-FFF2-40B4-BE49-F238E27FC236}">
                <a16:creationId xmlns:a16="http://schemas.microsoft.com/office/drawing/2014/main" id="{1AAF7807-1C61-893F-E945-70F7855AC5C1}"/>
              </a:ext>
            </a:extLst>
          </p:cNvPr>
          <p:cNvCxnSpPr>
            <a:cxnSpLocks/>
          </p:cNvCxnSpPr>
          <p:nvPr/>
        </p:nvCxnSpPr>
        <p:spPr>
          <a:xfrm>
            <a:off x="7076558" y="2534794"/>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47" name="TextBox 82">
            <a:extLst>
              <a:ext uri="{FF2B5EF4-FFF2-40B4-BE49-F238E27FC236}">
                <a16:creationId xmlns:a16="http://schemas.microsoft.com/office/drawing/2014/main" id="{0BF618D0-90A9-AD2C-5443-0441409B8186}"/>
              </a:ext>
            </a:extLst>
          </p:cNvPr>
          <p:cNvSpPr txBox="1"/>
          <p:nvPr/>
        </p:nvSpPr>
        <p:spPr>
          <a:xfrm>
            <a:off x="9754166" y="2112101"/>
            <a:ext cx="2115780" cy="156966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8" name="TextBox 82">
            <a:extLst>
              <a:ext uri="{FF2B5EF4-FFF2-40B4-BE49-F238E27FC236}">
                <a16:creationId xmlns:a16="http://schemas.microsoft.com/office/drawing/2014/main" id="{BC6AA492-F58D-063B-044C-13BD07E82B5C}"/>
              </a:ext>
            </a:extLst>
          </p:cNvPr>
          <p:cNvSpPr txBox="1"/>
          <p:nvPr/>
        </p:nvSpPr>
        <p:spPr>
          <a:xfrm>
            <a:off x="9754166" y="4144940"/>
            <a:ext cx="2115780" cy="156966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9" name="TextBox 82">
            <a:extLst>
              <a:ext uri="{FF2B5EF4-FFF2-40B4-BE49-F238E27FC236}">
                <a16:creationId xmlns:a16="http://schemas.microsoft.com/office/drawing/2014/main" id="{05D7375A-A1E7-3686-C070-4D2729B0762A}"/>
              </a:ext>
            </a:extLst>
          </p:cNvPr>
          <p:cNvSpPr txBox="1"/>
          <p:nvPr/>
        </p:nvSpPr>
        <p:spPr>
          <a:xfrm rot="16200000">
            <a:off x="-311685" y="2465003"/>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0" name="TextBox 82">
            <a:extLst>
              <a:ext uri="{FF2B5EF4-FFF2-40B4-BE49-F238E27FC236}">
                <a16:creationId xmlns:a16="http://schemas.microsoft.com/office/drawing/2014/main" id="{13DBF1CC-C0CE-5BD3-FA50-978C4F5392F6}"/>
              </a:ext>
            </a:extLst>
          </p:cNvPr>
          <p:cNvSpPr txBox="1"/>
          <p:nvPr/>
        </p:nvSpPr>
        <p:spPr>
          <a:xfrm rot="16200000">
            <a:off x="-311685" y="4412675"/>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1" name="TextBox 82">
            <a:extLst>
              <a:ext uri="{FF2B5EF4-FFF2-40B4-BE49-F238E27FC236}">
                <a16:creationId xmlns:a16="http://schemas.microsoft.com/office/drawing/2014/main" id="{B899831A-4914-DE66-38BE-2E94C64D4CEC}"/>
              </a:ext>
            </a:extLst>
          </p:cNvPr>
          <p:cNvSpPr txBox="1"/>
          <p:nvPr/>
        </p:nvSpPr>
        <p:spPr>
          <a:xfrm>
            <a:off x="8311472" y="3836477"/>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2" name="TextBox 82">
            <a:extLst>
              <a:ext uri="{FF2B5EF4-FFF2-40B4-BE49-F238E27FC236}">
                <a16:creationId xmlns:a16="http://schemas.microsoft.com/office/drawing/2014/main" id="{5372DECF-CB1C-C974-AB73-F1D7207D3279}"/>
              </a:ext>
            </a:extLst>
          </p:cNvPr>
          <p:cNvSpPr txBox="1"/>
          <p:nvPr/>
        </p:nvSpPr>
        <p:spPr>
          <a:xfrm>
            <a:off x="8311472" y="5829331"/>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Tree>
    <p:extLst>
      <p:ext uri="{BB962C8B-B14F-4D97-AF65-F5344CB8AC3E}">
        <p14:creationId xmlns:p14="http://schemas.microsoft.com/office/powerpoint/2010/main" val="3221942895"/>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C8868E-4F21-5329-43BD-5EE8A27513DF}"/>
              </a:ext>
            </a:extLst>
          </p:cNvPr>
          <p:cNvSpPr>
            <a:spLocks noGrp="1"/>
          </p:cNvSpPr>
          <p:nvPr>
            <p:ph type="title"/>
          </p:nvPr>
        </p:nvSpPr>
        <p:spPr>
          <a:xfrm>
            <a:off x="214184" y="13663"/>
            <a:ext cx="9728886" cy="678316"/>
          </a:xfrm>
        </p:spPr>
        <p:txBody>
          <a:bodyPr>
            <a:normAutofit/>
          </a:bodyPr>
          <a:lstStyle/>
          <a:p>
            <a:r>
              <a:rPr lang="en-US" dirty="0"/>
              <a:t>Bridge 1</a:t>
            </a:r>
          </a:p>
        </p:txBody>
      </p:sp>
      <p:sp>
        <p:nvSpPr>
          <p:cNvPr id="40" name="Freeform: Shape 39" descr="{&quot;Key&quot;:&quot;POWER_USER_SHAPE_ICON&quot;,&quot;Value&quot;:&quot;POWER_USER_SHAPE_ICON_STYLE_1&quot;}">
            <a:extLst>
              <a:ext uri="{FF2B5EF4-FFF2-40B4-BE49-F238E27FC236}">
                <a16:creationId xmlns:a16="http://schemas.microsoft.com/office/drawing/2014/main" id="{29134F30-A0E1-ADEE-E779-8CAB25F7C709}"/>
              </a:ext>
            </a:extLst>
          </p:cNvPr>
          <p:cNvSpPr>
            <a:spLocks noChangeAspect="1"/>
          </p:cNvSpPr>
          <p:nvPr>
            <p:custDataLst>
              <p:tags r:id="rId1"/>
            </p:custDataLst>
          </p:nvPr>
        </p:nvSpPr>
        <p:spPr bwMode="auto">
          <a:xfrm>
            <a:off x="838200" y="22907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Shape 37" descr="{&quot;Key&quot;:&quot;POWER_USER_SHAPE_ICON&quot;,&quot;Value&quot;:&quot;POWER_USER_SHAPE_ICON_STYLE_1&quot;}">
            <a:extLst>
              <a:ext uri="{FF2B5EF4-FFF2-40B4-BE49-F238E27FC236}">
                <a16:creationId xmlns:a16="http://schemas.microsoft.com/office/drawing/2014/main" id="{4A2AF922-2A43-1CBC-5BB8-F11B592C43FB}"/>
              </a:ext>
            </a:extLst>
          </p:cNvPr>
          <p:cNvSpPr>
            <a:spLocks noChangeAspect="1"/>
          </p:cNvSpPr>
          <p:nvPr>
            <p:custDataLst>
              <p:tags r:id="rId2"/>
            </p:custDataLst>
          </p:nvPr>
        </p:nvSpPr>
        <p:spPr bwMode="auto">
          <a:xfrm>
            <a:off x="838200" y="24558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F2F2F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Shape 140">
            <a:extLst>
              <a:ext uri="{FF2B5EF4-FFF2-40B4-BE49-F238E27FC236}">
                <a16:creationId xmlns:a16="http://schemas.microsoft.com/office/drawing/2014/main" id="{31503200-2986-186C-8582-C8B8CB056841}"/>
              </a:ext>
            </a:extLst>
          </p:cNvPr>
          <p:cNvSpPr/>
          <p:nvPr/>
        </p:nvSpPr>
        <p:spPr>
          <a:xfrm>
            <a:off x="5186941" y="2455842"/>
            <a:ext cx="1818118" cy="602081"/>
          </a:xfrm>
          <a:custGeom>
            <a:avLst/>
            <a:gdLst>
              <a:gd name="connsiteX0" fmla="*/ 895239 w 1818118"/>
              <a:gd name="connsiteY0" fmla="*/ 0 h 602081"/>
              <a:gd name="connsiteX1" fmla="*/ 1715770 w 1818118"/>
              <a:gd name="connsiteY1" fmla="*/ 43298 h 602081"/>
              <a:gd name="connsiteX2" fmla="*/ 1818118 w 1818118"/>
              <a:gd name="connsiteY2" fmla="*/ 56019 h 602081"/>
              <a:gd name="connsiteX3" fmla="*/ 1818118 w 1818118"/>
              <a:gd name="connsiteY3" fmla="*/ 602081 h 602081"/>
              <a:gd name="connsiteX4" fmla="*/ 1715769 w 1818118"/>
              <a:gd name="connsiteY4" fmla="*/ 589360 h 602081"/>
              <a:gd name="connsiteX5" fmla="*/ 895239 w 1818118"/>
              <a:gd name="connsiteY5" fmla="*/ 546062 h 602081"/>
              <a:gd name="connsiteX6" fmla="*/ 79837 w 1818118"/>
              <a:gd name="connsiteY6" fmla="*/ 589360 h 602081"/>
              <a:gd name="connsiteX7" fmla="*/ 0 w 1818118"/>
              <a:gd name="connsiteY7" fmla="*/ 599309 h 602081"/>
              <a:gd name="connsiteX8" fmla="*/ 0 w 1818118"/>
              <a:gd name="connsiteY8" fmla="*/ 53247 h 602081"/>
              <a:gd name="connsiteX9" fmla="*/ 79836 w 1818118"/>
              <a:gd name="connsiteY9" fmla="*/ 43298 h 602081"/>
              <a:gd name="connsiteX10" fmla="*/ 895239 w 1818118"/>
              <a:gd name="connsiteY10" fmla="*/ 0 h 60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602081">
                <a:moveTo>
                  <a:pt x="895239" y="0"/>
                </a:moveTo>
                <a:cubicBezTo>
                  <a:pt x="1172361" y="0"/>
                  <a:pt x="1446569" y="14677"/>
                  <a:pt x="1715770" y="43298"/>
                </a:cubicBezTo>
                <a:lnTo>
                  <a:pt x="1818118" y="56019"/>
                </a:lnTo>
                <a:lnTo>
                  <a:pt x="1818118" y="602081"/>
                </a:lnTo>
                <a:lnTo>
                  <a:pt x="1715769" y="589360"/>
                </a:lnTo>
                <a:cubicBezTo>
                  <a:pt x="1446569" y="560739"/>
                  <a:pt x="1172361" y="546062"/>
                  <a:pt x="895239" y="546062"/>
                </a:cubicBezTo>
                <a:cubicBezTo>
                  <a:pt x="620707" y="546062"/>
                  <a:pt x="348118" y="560739"/>
                  <a:pt x="79837" y="589360"/>
                </a:cubicBezTo>
                <a:lnTo>
                  <a:pt x="0" y="599309"/>
                </a:lnTo>
                <a:lnTo>
                  <a:pt x="0" y="53247"/>
                </a:lnTo>
                <a:lnTo>
                  <a:pt x="79836" y="43298"/>
                </a:lnTo>
                <a:cubicBezTo>
                  <a:pt x="348116" y="14677"/>
                  <a:pt x="620706" y="0"/>
                  <a:pt x="895239" y="0"/>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0" name="Freeform: Shape 139">
            <a:extLst>
              <a:ext uri="{FF2B5EF4-FFF2-40B4-BE49-F238E27FC236}">
                <a16:creationId xmlns:a16="http://schemas.microsoft.com/office/drawing/2014/main" id="{22B5CFA6-4760-77D0-1919-196D1698909B}"/>
              </a:ext>
            </a:extLst>
          </p:cNvPr>
          <p:cNvSpPr/>
          <p:nvPr/>
        </p:nvSpPr>
        <p:spPr>
          <a:xfrm>
            <a:off x="3131321" y="2540521"/>
            <a:ext cx="1818118" cy="1074227"/>
          </a:xfrm>
          <a:custGeom>
            <a:avLst/>
            <a:gdLst>
              <a:gd name="connsiteX0" fmla="*/ 1818118 w 1818118"/>
              <a:gd name="connsiteY0" fmla="*/ 0 h 1074227"/>
              <a:gd name="connsiteX1" fmla="*/ 1818118 w 1818118"/>
              <a:gd name="connsiteY1" fmla="*/ 546061 h 1074227"/>
              <a:gd name="connsiteX2" fmla="*/ 1605346 w 1818118"/>
              <a:gd name="connsiteY2" fmla="*/ 580296 h 1074227"/>
              <a:gd name="connsiteX3" fmla="*/ 126053 w 1818118"/>
              <a:gd name="connsiteY3" fmla="*/ 1017188 h 1074227"/>
              <a:gd name="connsiteX4" fmla="*/ 0 w 1818118"/>
              <a:gd name="connsiteY4" fmla="*/ 1074227 h 1074227"/>
              <a:gd name="connsiteX5" fmla="*/ 0 w 1818118"/>
              <a:gd name="connsiteY5" fmla="*/ 528165 h 1074227"/>
              <a:gd name="connsiteX6" fmla="*/ 126052 w 1818118"/>
              <a:gd name="connsiteY6" fmla="*/ 471127 h 1074227"/>
              <a:gd name="connsiteX7" fmla="*/ 1605345 w 1818118"/>
              <a:gd name="connsiteY7" fmla="*/ 34235 h 1074227"/>
              <a:gd name="connsiteX8" fmla="*/ 1818118 w 1818118"/>
              <a:gd name="connsiteY8" fmla="*/ 0 h 1074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74227">
                <a:moveTo>
                  <a:pt x="1818118" y="0"/>
                </a:moveTo>
                <a:lnTo>
                  <a:pt x="1818118" y="546061"/>
                </a:lnTo>
                <a:lnTo>
                  <a:pt x="1605346" y="580296"/>
                </a:lnTo>
                <a:cubicBezTo>
                  <a:pt x="1082383" y="674067"/>
                  <a:pt x="582972" y="821655"/>
                  <a:pt x="126053" y="1017188"/>
                </a:cubicBezTo>
                <a:lnTo>
                  <a:pt x="0" y="1074227"/>
                </a:lnTo>
                <a:lnTo>
                  <a:pt x="0" y="528165"/>
                </a:lnTo>
                <a:lnTo>
                  <a:pt x="126052" y="471127"/>
                </a:lnTo>
                <a:cubicBezTo>
                  <a:pt x="582972" y="275594"/>
                  <a:pt x="1082382" y="128006"/>
                  <a:pt x="1605345" y="34235"/>
                </a:cubicBezTo>
                <a:lnTo>
                  <a:pt x="1818118" y="0"/>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9" name="Freeform: Shape 138">
            <a:extLst>
              <a:ext uri="{FF2B5EF4-FFF2-40B4-BE49-F238E27FC236}">
                <a16:creationId xmlns:a16="http://schemas.microsoft.com/office/drawing/2014/main" id="{D18C8F20-4785-DFA1-973D-B2E019B08842}"/>
              </a:ext>
            </a:extLst>
          </p:cNvPr>
          <p:cNvSpPr/>
          <p:nvPr/>
        </p:nvSpPr>
        <p:spPr>
          <a:xfrm>
            <a:off x="7242561" y="2544017"/>
            <a:ext cx="1818118" cy="1082235"/>
          </a:xfrm>
          <a:custGeom>
            <a:avLst/>
            <a:gdLst>
              <a:gd name="connsiteX0" fmla="*/ 0 w 1818118"/>
              <a:gd name="connsiteY0" fmla="*/ 0 h 1082235"/>
              <a:gd name="connsiteX1" fmla="*/ 191253 w 1818118"/>
              <a:gd name="connsiteY1" fmla="*/ 30738 h 1082235"/>
              <a:gd name="connsiteX2" fmla="*/ 1667207 w 1818118"/>
              <a:gd name="connsiteY2" fmla="*/ 467630 h 1082235"/>
              <a:gd name="connsiteX3" fmla="*/ 1818118 w 1818118"/>
              <a:gd name="connsiteY3" fmla="*/ 536173 h 1082235"/>
              <a:gd name="connsiteX4" fmla="*/ 1818118 w 1818118"/>
              <a:gd name="connsiteY4" fmla="*/ 1082235 h 1082235"/>
              <a:gd name="connsiteX5" fmla="*/ 1667206 w 1818118"/>
              <a:gd name="connsiteY5" fmla="*/ 1013692 h 1082235"/>
              <a:gd name="connsiteX6" fmla="*/ 191253 w 1818118"/>
              <a:gd name="connsiteY6" fmla="*/ 576800 h 1082235"/>
              <a:gd name="connsiteX7" fmla="*/ 0 w 1818118"/>
              <a:gd name="connsiteY7" fmla="*/ 546062 h 1082235"/>
              <a:gd name="connsiteX8" fmla="*/ 0 w 1818118"/>
              <a:gd name="connsiteY8" fmla="*/ 0 h 1082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82235">
                <a:moveTo>
                  <a:pt x="0" y="0"/>
                </a:moveTo>
                <a:lnTo>
                  <a:pt x="191253" y="30738"/>
                </a:lnTo>
                <a:cubicBezTo>
                  <a:pt x="714438" y="124509"/>
                  <a:pt x="1212008" y="272097"/>
                  <a:pt x="1667207" y="467630"/>
                </a:cubicBezTo>
                <a:lnTo>
                  <a:pt x="1818118" y="536173"/>
                </a:lnTo>
                <a:lnTo>
                  <a:pt x="1818118" y="1082235"/>
                </a:lnTo>
                <a:lnTo>
                  <a:pt x="1667206" y="1013692"/>
                </a:lnTo>
                <a:cubicBezTo>
                  <a:pt x="1212007" y="818159"/>
                  <a:pt x="714438" y="670571"/>
                  <a:pt x="191253" y="576800"/>
                </a:cubicBezTo>
                <a:lnTo>
                  <a:pt x="0" y="546062"/>
                </a:lnTo>
                <a:lnTo>
                  <a:pt x="0" y="0"/>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8" name="Freeform: Shape 137">
            <a:extLst>
              <a:ext uri="{FF2B5EF4-FFF2-40B4-BE49-F238E27FC236}">
                <a16:creationId xmlns:a16="http://schemas.microsoft.com/office/drawing/2014/main" id="{6496D369-2667-89D4-CA4C-ED57A40D705F}"/>
              </a:ext>
            </a:extLst>
          </p:cNvPr>
          <p:cNvSpPr/>
          <p:nvPr/>
        </p:nvSpPr>
        <p:spPr>
          <a:xfrm>
            <a:off x="1075702" y="3197772"/>
            <a:ext cx="1818118" cy="1531700"/>
          </a:xfrm>
          <a:custGeom>
            <a:avLst/>
            <a:gdLst>
              <a:gd name="connsiteX0" fmla="*/ 1789525 w 1818118"/>
              <a:gd name="connsiteY0" fmla="*/ 0 h 1531700"/>
              <a:gd name="connsiteX1" fmla="*/ 1808592 w 1818118"/>
              <a:gd name="connsiteY1" fmla="*/ 21928 h 1531700"/>
              <a:gd name="connsiteX2" fmla="*/ 1818118 w 1818118"/>
              <a:gd name="connsiteY2" fmla="*/ 58511 h 1531700"/>
              <a:gd name="connsiteX3" fmla="*/ 1818118 w 1818118"/>
              <a:gd name="connsiteY3" fmla="*/ 531641 h 1531700"/>
              <a:gd name="connsiteX4" fmla="*/ 1739617 w 1818118"/>
              <a:gd name="connsiteY4" fmla="*/ 571235 h 1531700"/>
              <a:gd name="connsiteX5" fmla="*/ 1138856 w 1818118"/>
              <a:gd name="connsiteY5" fmla="*/ 945259 h 1531700"/>
              <a:gd name="connsiteX6" fmla="*/ 1138856 w 1818118"/>
              <a:gd name="connsiteY6" fmla="*/ 935982 h 1531700"/>
              <a:gd name="connsiteX7" fmla="*/ 235336 w 1818118"/>
              <a:gd name="connsiteY7" fmla="*/ 1442740 h 1531700"/>
              <a:gd name="connsiteX8" fmla="*/ 0 w 1818118"/>
              <a:gd name="connsiteY8" fmla="*/ 1531700 h 1531700"/>
              <a:gd name="connsiteX9" fmla="*/ 0 w 1818118"/>
              <a:gd name="connsiteY9" fmla="*/ 985637 h 1531700"/>
              <a:gd name="connsiteX10" fmla="*/ 235335 w 1818118"/>
              <a:gd name="connsiteY10" fmla="*/ 896678 h 1531700"/>
              <a:gd name="connsiteX11" fmla="*/ 1138856 w 1818118"/>
              <a:gd name="connsiteY11" fmla="*/ 389920 h 1531700"/>
              <a:gd name="connsiteX12" fmla="*/ 1138856 w 1818118"/>
              <a:gd name="connsiteY12" fmla="*/ 399197 h 1531700"/>
              <a:gd name="connsiteX13" fmla="*/ 1739618 w 1818118"/>
              <a:gd name="connsiteY13" fmla="*/ 25173 h 1531700"/>
              <a:gd name="connsiteX14" fmla="*/ 1789525 w 1818118"/>
              <a:gd name="connsiteY14" fmla="*/ 0 h 153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18118" h="1531700">
                <a:moveTo>
                  <a:pt x="1789525" y="0"/>
                </a:moveTo>
                <a:lnTo>
                  <a:pt x="1808592" y="21928"/>
                </a:lnTo>
                <a:cubicBezTo>
                  <a:pt x="1814726" y="33172"/>
                  <a:pt x="1818118" y="45535"/>
                  <a:pt x="1818118" y="58511"/>
                </a:cubicBezTo>
                <a:lnTo>
                  <a:pt x="1818118" y="531641"/>
                </a:lnTo>
                <a:lnTo>
                  <a:pt x="1739617" y="571235"/>
                </a:lnTo>
                <a:cubicBezTo>
                  <a:pt x="1526374" y="684657"/>
                  <a:pt x="1325331" y="809576"/>
                  <a:pt x="1138856" y="945259"/>
                </a:cubicBezTo>
                <a:lnTo>
                  <a:pt x="1138856" y="935982"/>
                </a:lnTo>
                <a:cubicBezTo>
                  <a:pt x="871447" y="1133853"/>
                  <a:pt x="566858" y="1303756"/>
                  <a:pt x="235336" y="1442740"/>
                </a:cubicBezTo>
                <a:lnTo>
                  <a:pt x="0" y="1531700"/>
                </a:lnTo>
                <a:lnTo>
                  <a:pt x="0" y="985637"/>
                </a:lnTo>
                <a:lnTo>
                  <a:pt x="235335" y="896678"/>
                </a:lnTo>
                <a:cubicBezTo>
                  <a:pt x="566856" y="757693"/>
                  <a:pt x="871446" y="587791"/>
                  <a:pt x="1138856" y="389920"/>
                </a:cubicBezTo>
                <a:lnTo>
                  <a:pt x="1138856" y="399197"/>
                </a:lnTo>
                <a:cubicBezTo>
                  <a:pt x="1325330" y="263514"/>
                  <a:pt x="1526373" y="138595"/>
                  <a:pt x="1739618" y="25173"/>
                </a:cubicBezTo>
                <a:lnTo>
                  <a:pt x="1789525" y="0"/>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7" name="Freeform: Shape 136">
            <a:extLst>
              <a:ext uri="{FF2B5EF4-FFF2-40B4-BE49-F238E27FC236}">
                <a16:creationId xmlns:a16="http://schemas.microsoft.com/office/drawing/2014/main" id="{2ADC28D9-7664-44E9-F021-45BA26BED3E8}"/>
              </a:ext>
            </a:extLst>
          </p:cNvPr>
          <p:cNvSpPr/>
          <p:nvPr/>
        </p:nvSpPr>
        <p:spPr>
          <a:xfrm>
            <a:off x="9421026" y="3262759"/>
            <a:ext cx="1818118" cy="1511774"/>
          </a:xfrm>
          <a:custGeom>
            <a:avLst/>
            <a:gdLst>
              <a:gd name="connsiteX0" fmla="*/ 0 w 1818118"/>
              <a:gd name="connsiteY0" fmla="*/ 0 h 1511774"/>
              <a:gd name="connsiteX1" fmla="*/ 137669 w 1818118"/>
              <a:gd name="connsiteY1" fmla="*/ 77413 h 1511774"/>
              <a:gd name="connsiteX2" fmla="*/ 528775 w 1818118"/>
              <a:gd name="connsiteY2" fmla="*/ 334210 h 1511774"/>
              <a:gd name="connsiteX3" fmla="*/ 556399 w 1818118"/>
              <a:gd name="connsiteY3" fmla="*/ 324933 h 1511774"/>
              <a:gd name="connsiteX4" fmla="*/ 1800040 w 1818118"/>
              <a:gd name="connsiteY4" fmla="*/ 960260 h 1511774"/>
              <a:gd name="connsiteX5" fmla="*/ 1818118 w 1818118"/>
              <a:gd name="connsiteY5" fmla="*/ 965712 h 1511774"/>
              <a:gd name="connsiteX6" fmla="*/ 1818118 w 1818118"/>
              <a:gd name="connsiteY6" fmla="*/ 1511774 h 1511774"/>
              <a:gd name="connsiteX7" fmla="*/ 1800040 w 1818118"/>
              <a:gd name="connsiteY7" fmla="*/ 1506322 h 1511774"/>
              <a:gd name="connsiteX8" fmla="*/ 556399 w 1818118"/>
              <a:gd name="connsiteY8" fmla="*/ 870995 h 1511774"/>
              <a:gd name="connsiteX9" fmla="*/ 528775 w 1818118"/>
              <a:gd name="connsiteY9" fmla="*/ 880272 h 1511774"/>
              <a:gd name="connsiteX10" fmla="*/ 137669 w 1818118"/>
              <a:gd name="connsiteY10" fmla="*/ 623475 h 1511774"/>
              <a:gd name="connsiteX11" fmla="*/ 0 w 1818118"/>
              <a:gd name="connsiteY11" fmla="*/ 546062 h 1511774"/>
              <a:gd name="connsiteX12" fmla="*/ 0 w 1818118"/>
              <a:gd name="connsiteY12" fmla="*/ 0 h 151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1511774">
                <a:moveTo>
                  <a:pt x="0" y="0"/>
                </a:moveTo>
                <a:lnTo>
                  <a:pt x="137669" y="77413"/>
                </a:lnTo>
                <a:cubicBezTo>
                  <a:pt x="273882" y="158084"/>
                  <a:pt x="404459" y="243755"/>
                  <a:pt x="528775" y="334210"/>
                </a:cubicBezTo>
                <a:lnTo>
                  <a:pt x="556399" y="324933"/>
                </a:lnTo>
                <a:cubicBezTo>
                  <a:pt x="912946" y="588761"/>
                  <a:pt x="1335590" y="802867"/>
                  <a:pt x="1800040" y="960260"/>
                </a:cubicBezTo>
                <a:lnTo>
                  <a:pt x="1818118" y="965712"/>
                </a:lnTo>
                <a:lnTo>
                  <a:pt x="1818118" y="1511774"/>
                </a:lnTo>
                <a:lnTo>
                  <a:pt x="1800040" y="1506322"/>
                </a:lnTo>
                <a:cubicBezTo>
                  <a:pt x="1335590" y="1348929"/>
                  <a:pt x="912946" y="1134823"/>
                  <a:pt x="556399" y="870995"/>
                </a:cubicBezTo>
                <a:lnTo>
                  <a:pt x="528775" y="880272"/>
                </a:lnTo>
                <a:cubicBezTo>
                  <a:pt x="404459" y="789817"/>
                  <a:pt x="273883" y="704146"/>
                  <a:pt x="137669" y="623475"/>
                </a:cubicBezTo>
                <a:lnTo>
                  <a:pt x="0" y="546062"/>
                </a:lnTo>
                <a:lnTo>
                  <a:pt x="0" y="0"/>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6" name="Freeform: Shape 135">
            <a:extLst>
              <a:ext uri="{FF2B5EF4-FFF2-40B4-BE49-F238E27FC236}">
                <a16:creationId xmlns:a16="http://schemas.microsoft.com/office/drawing/2014/main" id="{8E59A609-6177-4A35-0A45-72CF4045F3B0}"/>
              </a:ext>
            </a:extLst>
          </p:cNvPr>
          <p:cNvSpPr/>
          <p:nvPr/>
        </p:nvSpPr>
        <p:spPr>
          <a:xfrm>
            <a:off x="838200" y="2303716"/>
            <a:ext cx="10515600" cy="2505395"/>
          </a:xfrm>
          <a:custGeom>
            <a:avLst/>
            <a:gdLst>
              <a:gd name="connsiteX0" fmla="*/ 5243980 w 10515600"/>
              <a:gd name="connsiteY0" fmla="*/ 0 h 2505395"/>
              <a:gd name="connsiteX1" fmla="*/ 9111601 w 10515600"/>
              <a:gd name="connsiteY1" fmla="*/ 1141127 h 2505395"/>
              <a:gd name="connsiteX2" fmla="*/ 9139225 w 10515600"/>
              <a:gd name="connsiteY2" fmla="*/ 1131850 h 2505395"/>
              <a:gd name="connsiteX3" fmla="*/ 10382866 w 10515600"/>
              <a:gd name="connsiteY3" fmla="*/ 1767177 h 2505395"/>
              <a:gd name="connsiteX4" fmla="*/ 10515600 w 10515600"/>
              <a:gd name="connsiteY4" fmla="*/ 1807207 h 2505395"/>
              <a:gd name="connsiteX5" fmla="*/ 10515600 w 10515600"/>
              <a:gd name="connsiteY5" fmla="*/ 2505395 h 2505395"/>
              <a:gd name="connsiteX6" fmla="*/ 10400944 w 10515600"/>
              <a:gd name="connsiteY6" fmla="*/ 2470817 h 2505395"/>
              <a:gd name="connsiteX7" fmla="*/ 10400944 w 10515600"/>
              <a:gd name="connsiteY7" fmla="*/ 1924755 h 2505395"/>
              <a:gd name="connsiteX8" fmla="*/ 10382866 w 10515600"/>
              <a:gd name="connsiteY8" fmla="*/ 1919303 h 2505395"/>
              <a:gd name="connsiteX9" fmla="*/ 9139225 w 10515600"/>
              <a:gd name="connsiteY9" fmla="*/ 1283976 h 2505395"/>
              <a:gd name="connsiteX10" fmla="*/ 9111601 w 10515600"/>
              <a:gd name="connsiteY10" fmla="*/ 1293253 h 2505395"/>
              <a:gd name="connsiteX11" fmla="*/ 8720495 w 10515600"/>
              <a:gd name="connsiteY11" fmla="*/ 1036456 h 2505395"/>
              <a:gd name="connsiteX12" fmla="*/ 8582826 w 10515600"/>
              <a:gd name="connsiteY12" fmla="*/ 959043 h 2505395"/>
              <a:gd name="connsiteX13" fmla="*/ 8582826 w 10515600"/>
              <a:gd name="connsiteY13" fmla="*/ 1505105 h 2505395"/>
              <a:gd name="connsiteX14" fmla="*/ 8512023 w 10515600"/>
              <a:gd name="connsiteY14" fmla="*/ 1465291 h 2505395"/>
              <a:gd name="connsiteX15" fmla="*/ 8295559 w 10515600"/>
              <a:gd name="connsiteY15" fmla="*/ 1355728 h 2505395"/>
              <a:gd name="connsiteX16" fmla="*/ 8222479 w 10515600"/>
              <a:gd name="connsiteY16" fmla="*/ 1322536 h 2505395"/>
              <a:gd name="connsiteX17" fmla="*/ 8222479 w 10515600"/>
              <a:gd name="connsiteY17" fmla="*/ 776474 h 2505395"/>
              <a:gd name="connsiteX18" fmla="*/ 8071568 w 10515600"/>
              <a:gd name="connsiteY18" fmla="*/ 707931 h 2505395"/>
              <a:gd name="connsiteX19" fmla="*/ 6595614 w 10515600"/>
              <a:gd name="connsiteY19" fmla="*/ 271039 h 2505395"/>
              <a:gd name="connsiteX20" fmla="*/ 6404361 w 10515600"/>
              <a:gd name="connsiteY20" fmla="*/ 240301 h 2505395"/>
              <a:gd name="connsiteX21" fmla="*/ 6404361 w 10515600"/>
              <a:gd name="connsiteY21" fmla="*/ 786363 h 2505395"/>
              <a:gd name="connsiteX22" fmla="*/ 6331964 w 10515600"/>
              <a:gd name="connsiteY22" fmla="*/ 774727 h 2505395"/>
              <a:gd name="connsiteX23" fmla="*/ 6166859 w 10515600"/>
              <a:gd name="connsiteY23" fmla="*/ 754207 h 2505395"/>
              <a:gd name="connsiteX24" fmla="*/ 6166859 w 10515600"/>
              <a:gd name="connsiteY24" fmla="*/ 208145 h 2505395"/>
              <a:gd name="connsiteX25" fmla="*/ 6064511 w 10515600"/>
              <a:gd name="connsiteY25" fmla="*/ 195424 h 2505395"/>
              <a:gd name="connsiteX26" fmla="*/ 5243980 w 10515600"/>
              <a:gd name="connsiteY26" fmla="*/ 152126 h 2505395"/>
              <a:gd name="connsiteX27" fmla="*/ 4428577 w 10515600"/>
              <a:gd name="connsiteY27" fmla="*/ 195424 h 2505395"/>
              <a:gd name="connsiteX28" fmla="*/ 4348741 w 10515600"/>
              <a:gd name="connsiteY28" fmla="*/ 205373 h 2505395"/>
              <a:gd name="connsiteX29" fmla="*/ 4348741 w 10515600"/>
              <a:gd name="connsiteY29" fmla="*/ 751435 h 2505395"/>
              <a:gd name="connsiteX30" fmla="*/ 4161823 w 10515600"/>
              <a:gd name="connsiteY30" fmla="*/ 774727 h 2505395"/>
              <a:gd name="connsiteX31" fmla="*/ 4111239 w 10515600"/>
              <a:gd name="connsiteY31" fmla="*/ 782866 h 2505395"/>
              <a:gd name="connsiteX32" fmla="*/ 4111239 w 10515600"/>
              <a:gd name="connsiteY32" fmla="*/ 236805 h 2505395"/>
              <a:gd name="connsiteX33" fmla="*/ 3898466 w 10515600"/>
              <a:gd name="connsiteY33" fmla="*/ 271040 h 2505395"/>
              <a:gd name="connsiteX34" fmla="*/ 2419173 w 10515600"/>
              <a:gd name="connsiteY34" fmla="*/ 707932 h 2505395"/>
              <a:gd name="connsiteX35" fmla="*/ 2293121 w 10515600"/>
              <a:gd name="connsiteY35" fmla="*/ 764970 h 2505395"/>
              <a:gd name="connsiteX36" fmla="*/ 2293121 w 10515600"/>
              <a:gd name="connsiteY36" fmla="*/ 1311032 h 2505395"/>
              <a:gd name="connsiteX37" fmla="*/ 2194343 w 10515600"/>
              <a:gd name="connsiteY37" fmla="*/ 1355728 h 2505395"/>
              <a:gd name="connsiteX38" fmla="*/ 2055620 w 10515600"/>
              <a:gd name="connsiteY38" fmla="*/ 1425697 h 2505395"/>
              <a:gd name="connsiteX39" fmla="*/ 2055620 w 10515600"/>
              <a:gd name="connsiteY39" fmla="*/ 952567 h 2505395"/>
              <a:gd name="connsiteX40" fmla="*/ 2046094 w 10515600"/>
              <a:gd name="connsiteY40" fmla="*/ 915984 h 2505395"/>
              <a:gd name="connsiteX41" fmla="*/ 2027027 w 10515600"/>
              <a:gd name="connsiteY41" fmla="*/ 894056 h 2505395"/>
              <a:gd name="connsiteX42" fmla="*/ 1977120 w 10515600"/>
              <a:gd name="connsiteY42" fmla="*/ 919229 h 2505395"/>
              <a:gd name="connsiteX43" fmla="*/ 1376358 w 10515600"/>
              <a:gd name="connsiteY43" fmla="*/ 1293253 h 2505395"/>
              <a:gd name="connsiteX44" fmla="*/ 1376358 w 10515600"/>
              <a:gd name="connsiteY44" fmla="*/ 1283976 h 2505395"/>
              <a:gd name="connsiteX45" fmla="*/ 472837 w 10515600"/>
              <a:gd name="connsiteY45" fmla="*/ 1790734 h 2505395"/>
              <a:gd name="connsiteX46" fmla="*/ 237502 w 10515600"/>
              <a:gd name="connsiteY46" fmla="*/ 1879693 h 2505395"/>
              <a:gd name="connsiteX47" fmla="*/ 237502 w 10515600"/>
              <a:gd name="connsiteY47" fmla="*/ 2425756 h 2505395"/>
              <a:gd name="connsiteX48" fmla="*/ 132719 w 10515600"/>
              <a:gd name="connsiteY48" fmla="*/ 2465365 h 2505395"/>
              <a:gd name="connsiteX49" fmla="*/ 0 w 10515600"/>
              <a:gd name="connsiteY49" fmla="*/ 2505390 h 2505395"/>
              <a:gd name="connsiteX50" fmla="*/ 0 w 10515600"/>
              <a:gd name="connsiteY50" fmla="*/ 1807202 h 2505395"/>
              <a:gd name="connsiteX51" fmla="*/ 132719 w 10515600"/>
              <a:gd name="connsiteY51" fmla="*/ 1767177 h 2505395"/>
              <a:gd name="connsiteX52" fmla="*/ 1376358 w 10515600"/>
              <a:gd name="connsiteY52" fmla="*/ 1131850 h 2505395"/>
              <a:gd name="connsiteX53" fmla="*/ 1376358 w 10515600"/>
              <a:gd name="connsiteY53" fmla="*/ 1141127 h 2505395"/>
              <a:gd name="connsiteX54" fmla="*/ 5243980 w 10515600"/>
              <a:gd name="connsiteY54" fmla="*/ 0 h 250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0515600" h="2505395">
                <a:moveTo>
                  <a:pt x="5243980" y="0"/>
                </a:moveTo>
                <a:cubicBezTo>
                  <a:pt x="6721963" y="0"/>
                  <a:pt x="8117070" y="417486"/>
                  <a:pt x="9111601" y="1141127"/>
                </a:cubicBezTo>
                <a:lnTo>
                  <a:pt x="9139225" y="1131850"/>
                </a:lnTo>
                <a:cubicBezTo>
                  <a:pt x="9495772" y="1395678"/>
                  <a:pt x="9918416" y="1609784"/>
                  <a:pt x="10382866" y="1767177"/>
                </a:cubicBezTo>
                <a:lnTo>
                  <a:pt x="10515600" y="1807207"/>
                </a:lnTo>
                <a:lnTo>
                  <a:pt x="10515600" y="2505395"/>
                </a:lnTo>
                <a:lnTo>
                  <a:pt x="10400944" y="2470817"/>
                </a:lnTo>
                <a:lnTo>
                  <a:pt x="10400944" y="1924755"/>
                </a:lnTo>
                <a:lnTo>
                  <a:pt x="10382866" y="1919303"/>
                </a:lnTo>
                <a:cubicBezTo>
                  <a:pt x="9918416" y="1761910"/>
                  <a:pt x="9495772" y="1547804"/>
                  <a:pt x="9139225" y="1283976"/>
                </a:cubicBezTo>
                <a:lnTo>
                  <a:pt x="9111601" y="1293253"/>
                </a:lnTo>
                <a:cubicBezTo>
                  <a:pt x="8987285" y="1202798"/>
                  <a:pt x="8856708" y="1117127"/>
                  <a:pt x="8720495" y="1036456"/>
                </a:cubicBezTo>
                <a:lnTo>
                  <a:pt x="8582826" y="959043"/>
                </a:lnTo>
                <a:lnTo>
                  <a:pt x="8582826" y="1505105"/>
                </a:lnTo>
                <a:lnTo>
                  <a:pt x="8512023" y="1465291"/>
                </a:lnTo>
                <a:cubicBezTo>
                  <a:pt x="8441175" y="1427483"/>
                  <a:pt x="8368994" y="1390953"/>
                  <a:pt x="8295559" y="1355728"/>
                </a:cubicBezTo>
                <a:lnTo>
                  <a:pt x="8222479" y="1322536"/>
                </a:lnTo>
                <a:lnTo>
                  <a:pt x="8222479" y="776474"/>
                </a:lnTo>
                <a:lnTo>
                  <a:pt x="8071568" y="707931"/>
                </a:lnTo>
                <a:cubicBezTo>
                  <a:pt x="7616369" y="512398"/>
                  <a:pt x="7118799" y="364810"/>
                  <a:pt x="6595614" y="271039"/>
                </a:cubicBezTo>
                <a:lnTo>
                  <a:pt x="6404361" y="240301"/>
                </a:lnTo>
                <a:lnTo>
                  <a:pt x="6404361" y="786363"/>
                </a:lnTo>
                <a:lnTo>
                  <a:pt x="6331964" y="774727"/>
                </a:lnTo>
                <a:lnTo>
                  <a:pt x="6166859" y="754207"/>
                </a:lnTo>
                <a:lnTo>
                  <a:pt x="6166859" y="208145"/>
                </a:lnTo>
                <a:lnTo>
                  <a:pt x="6064511" y="195424"/>
                </a:lnTo>
                <a:cubicBezTo>
                  <a:pt x="5795310" y="166803"/>
                  <a:pt x="5521102" y="152126"/>
                  <a:pt x="5243980" y="152126"/>
                </a:cubicBezTo>
                <a:cubicBezTo>
                  <a:pt x="4969447" y="152126"/>
                  <a:pt x="4696857" y="166803"/>
                  <a:pt x="4428577" y="195424"/>
                </a:cubicBezTo>
                <a:lnTo>
                  <a:pt x="4348741" y="205373"/>
                </a:lnTo>
                <a:lnTo>
                  <a:pt x="4348741" y="751435"/>
                </a:lnTo>
                <a:lnTo>
                  <a:pt x="4161823" y="774727"/>
                </a:lnTo>
                <a:lnTo>
                  <a:pt x="4111239" y="782866"/>
                </a:lnTo>
                <a:lnTo>
                  <a:pt x="4111239" y="236805"/>
                </a:lnTo>
                <a:lnTo>
                  <a:pt x="3898466" y="271040"/>
                </a:lnTo>
                <a:cubicBezTo>
                  <a:pt x="3375503" y="364811"/>
                  <a:pt x="2876093" y="512399"/>
                  <a:pt x="2419173" y="707932"/>
                </a:cubicBezTo>
                <a:lnTo>
                  <a:pt x="2293121" y="764970"/>
                </a:lnTo>
                <a:lnTo>
                  <a:pt x="2293121" y="1311032"/>
                </a:lnTo>
                <a:lnTo>
                  <a:pt x="2194343" y="1355728"/>
                </a:lnTo>
                <a:lnTo>
                  <a:pt x="2055620" y="1425697"/>
                </a:lnTo>
                <a:lnTo>
                  <a:pt x="2055620" y="952567"/>
                </a:lnTo>
                <a:cubicBezTo>
                  <a:pt x="2055620" y="939591"/>
                  <a:pt x="2052228" y="927228"/>
                  <a:pt x="2046094" y="915984"/>
                </a:cubicBezTo>
                <a:lnTo>
                  <a:pt x="2027027" y="894056"/>
                </a:lnTo>
                <a:lnTo>
                  <a:pt x="1977120" y="919229"/>
                </a:lnTo>
                <a:cubicBezTo>
                  <a:pt x="1763875" y="1032651"/>
                  <a:pt x="1562832" y="1157570"/>
                  <a:pt x="1376358" y="1293253"/>
                </a:cubicBezTo>
                <a:lnTo>
                  <a:pt x="1376358" y="1283976"/>
                </a:lnTo>
                <a:cubicBezTo>
                  <a:pt x="1108948" y="1481847"/>
                  <a:pt x="804358" y="1651749"/>
                  <a:pt x="472837" y="1790734"/>
                </a:cubicBezTo>
                <a:lnTo>
                  <a:pt x="237502" y="1879693"/>
                </a:lnTo>
                <a:lnTo>
                  <a:pt x="237502" y="2425756"/>
                </a:lnTo>
                <a:lnTo>
                  <a:pt x="132719" y="2465365"/>
                </a:lnTo>
                <a:lnTo>
                  <a:pt x="0" y="2505390"/>
                </a:lnTo>
                <a:lnTo>
                  <a:pt x="0" y="1807202"/>
                </a:lnTo>
                <a:lnTo>
                  <a:pt x="132719" y="1767177"/>
                </a:lnTo>
                <a:cubicBezTo>
                  <a:pt x="597169" y="1609784"/>
                  <a:pt x="1019813" y="1395678"/>
                  <a:pt x="1376358" y="1131850"/>
                </a:cubicBezTo>
                <a:lnTo>
                  <a:pt x="1376358" y="1141127"/>
                </a:lnTo>
                <a:cubicBezTo>
                  <a:pt x="2370889" y="417486"/>
                  <a:pt x="3779809" y="0"/>
                  <a:pt x="5243980"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5" name="Freeform: Shape 134">
            <a:extLst>
              <a:ext uri="{FF2B5EF4-FFF2-40B4-BE49-F238E27FC236}">
                <a16:creationId xmlns:a16="http://schemas.microsoft.com/office/drawing/2014/main" id="{7105657B-9F0F-75A4-4742-230B0EE8C567}"/>
              </a:ext>
            </a:extLst>
          </p:cNvPr>
          <p:cNvSpPr/>
          <p:nvPr/>
        </p:nvSpPr>
        <p:spPr>
          <a:xfrm>
            <a:off x="5186941" y="3001904"/>
            <a:ext cx="1818118" cy="1507505"/>
          </a:xfrm>
          <a:custGeom>
            <a:avLst/>
            <a:gdLst>
              <a:gd name="connsiteX0" fmla="*/ 895239 w 1818118"/>
              <a:gd name="connsiteY0" fmla="*/ 0 h 1507505"/>
              <a:gd name="connsiteX1" fmla="*/ 1715769 w 1818118"/>
              <a:gd name="connsiteY1" fmla="*/ 43298 h 1507505"/>
              <a:gd name="connsiteX2" fmla="*/ 1818118 w 1818118"/>
              <a:gd name="connsiteY2" fmla="*/ 56019 h 1507505"/>
              <a:gd name="connsiteX3" fmla="*/ 1818118 w 1818118"/>
              <a:gd name="connsiteY3" fmla="*/ 1507505 h 1507505"/>
              <a:gd name="connsiteX4" fmla="*/ 1628123 w 1818118"/>
              <a:gd name="connsiteY4" fmla="*/ 1459685 h 1507505"/>
              <a:gd name="connsiteX5" fmla="*/ 922864 w 1818118"/>
              <a:gd name="connsiteY5" fmla="*/ 1383649 h 1507505"/>
              <a:gd name="connsiteX6" fmla="*/ 895239 w 1818118"/>
              <a:gd name="connsiteY6" fmla="*/ 1383649 h 1507505"/>
              <a:gd name="connsiteX7" fmla="*/ 187430 w 1818118"/>
              <a:gd name="connsiteY7" fmla="*/ 1455445 h 1507505"/>
              <a:gd name="connsiteX8" fmla="*/ 0 w 1818118"/>
              <a:gd name="connsiteY8" fmla="*/ 1501402 h 1507505"/>
              <a:gd name="connsiteX9" fmla="*/ 0 w 1818118"/>
              <a:gd name="connsiteY9" fmla="*/ 53247 h 1507505"/>
              <a:gd name="connsiteX10" fmla="*/ 79837 w 1818118"/>
              <a:gd name="connsiteY10" fmla="*/ 43298 h 1507505"/>
              <a:gd name="connsiteX11" fmla="*/ 895239 w 1818118"/>
              <a:gd name="connsiteY11" fmla="*/ 0 h 1507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1507505">
                <a:moveTo>
                  <a:pt x="895239" y="0"/>
                </a:moveTo>
                <a:cubicBezTo>
                  <a:pt x="1172361" y="0"/>
                  <a:pt x="1446569" y="14677"/>
                  <a:pt x="1715769" y="43298"/>
                </a:cubicBezTo>
                <a:lnTo>
                  <a:pt x="1818118" y="56019"/>
                </a:lnTo>
                <a:lnTo>
                  <a:pt x="1818118" y="1507505"/>
                </a:lnTo>
                <a:lnTo>
                  <a:pt x="1628123" y="1459685"/>
                </a:lnTo>
                <a:cubicBezTo>
                  <a:pt x="1405724" y="1411916"/>
                  <a:pt x="1168907" y="1385389"/>
                  <a:pt x="922864" y="1383649"/>
                </a:cubicBezTo>
                <a:lnTo>
                  <a:pt x="895239" y="1383649"/>
                </a:lnTo>
                <a:cubicBezTo>
                  <a:pt x="649196" y="1383649"/>
                  <a:pt x="411408" y="1408763"/>
                  <a:pt x="187430" y="1455445"/>
                </a:cubicBezTo>
                <a:lnTo>
                  <a:pt x="0" y="1501402"/>
                </a:lnTo>
                <a:lnTo>
                  <a:pt x="0" y="53247"/>
                </a:lnTo>
                <a:lnTo>
                  <a:pt x="79837" y="43298"/>
                </a:lnTo>
                <a:cubicBezTo>
                  <a:pt x="348118" y="14677"/>
                  <a:pt x="620707" y="0"/>
                  <a:pt x="895239"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4" name="Freeform: Shape 133">
            <a:extLst>
              <a:ext uri="{FF2B5EF4-FFF2-40B4-BE49-F238E27FC236}">
                <a16:creationId xmlns:a16="http://schemas.microsoft.com/office/drawing/2014/main" id="{9E49E81A-02DD-87BC-3A1F-949804FE45BE}"/>
              </a:ext>
            </a:extLst>
          </p:cNvPr>
          <p:cNvSpPr/>
          <p:nvPr/>
        </p:nvSpPr>
        <p:spPr>
          <a:xfrm>
            <a:off x="3131321" y="3086581"/>
            <a:ext cx="1818118" cy="2925652"/>
          </a:xfrm>
          <a:custGeom>
            <a:avLst/>
            <a:gdLst>
              <a:gd name="connsiteX0" fmla="*/ 1818118 w 1818118"/>
              <a:gd name="connsiteY0" fmla="*/ 0 h 2925652"/>
              <a:gd name="connsiteX1" fmla="*/ 1818118 w 1818118"/>
              <a:gd name="connsiteY1" fmla="*/ 1490881 h 2925652"/>
              <a:gd name="connsiteX2" fmla="*/ 1815153 w 1818118"/>
              <a:gd name="connsiteY2" fmla="*/ 1491837 h 2925652"/>
              <a:gd name="connsiteX3" fmla="*/ 561220 w 1818118"/>
              <a:gd name="connsiteY3" fmla="*/ 2903972 h 2925652"/>
              <a:gd name="connsiteX4" fmla="*/ 561220 w 1818118"/>
              <a:gd name="connsiteY4" fmla="*/ 2922527 h 2925652"/>
              <a:gd name="connsiteX5" fmla="*/ 561220 w 1818118"/>
              <a:gd name="connsiteY5" fmla="*/ 2925652 h 2925652"/>
              <a:gd name="connsiteX6" fmla="*/ 121214 w 1818118"/>
              <a:gd name="connsiteY6" fmla="*/ 2925652 h 2925652"/>
              <a:gd name="connsiteX7" fmla="*/ 0 w 1818118"/>
              <a:gd name="connsiteY7" fmla="*/ 2831667 h 2925652"/>
              <a:gd name="connsiteX8" fmla="*/ 0 w 1818118"/>
              <a:gd name="connsiteY8" fmla="*/ 528166 h 2925652"/>
              <a:gd name="connsiteX9" fmla="*/ 126053 w 1818118"/>
              <a:gd name="connsiteY9" fmla="*/ 471127 h 2925652"/>
              <a:gd name="connsiteX10" fmla="*/ 1605346 w 1818118"/>
              <a:gd name="connsiteY10" fmla="*/ 34235 h 2925652"/>
              <a:gd name="connsiteX11" fmla="*/ 1818118 w 1818118"/>
              <a:gd name="connsiteY11" fmla="*/ 0 h 292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2925652">
                <a:moveTo>
                  <a:pt x="1818118" y="0"/>
                </a:moveTo>
                <a:lnTo>
                  <a:pt x="1818118" y="1490881"/>
                </a:lnTo>
                <a:lnTo>
                  <a:pt x="1815153" y="1491837"/>
                </a:lnTo>
                <a:cubicBezTo>
                  <a:pt x="1070465" y="1762664"/>
                  <a:pt x="561220" y="2291660"/>
                  <a:pt x="561220" y="2903972"/>
                </a:cubicBezTo>
                <a:cubicBezTo>
                  <a:pt x="561220" y="2903972"/>
                  <a:pt x="561220" y="2913249"/>
                  <a:pt x="561220" y="2922527"/>
                </a:cubicBezTo>
                <a:lnTo>
                  <a:pt x="561220" y="2925652"/>
                </a:lnTo>
                <a:lnTo>
                  <a:pt x="121214" y="2925652"/>
                </a:lnTo>
                <a:cubicBezTo>
                  <a:pt x="54270" y="2925652"/>
                  <a:pt x="0" y="2883573"/>
                  <a:pt x="0" y="2831667"/>
                </a:cubicBezTo>
                <a:lnTo>
                  <a:pt x="0" y="528166"/>
                </a:lnTo>
                <a:lnTo>
                  <a:pt x="126053" y="471127"/>
                </a:lnTo>
                <a:cubicBezTo>
                  <a:pt x="582972" y="275594"/>
                  <a:pt x="1082383" y="128006"/>
                  <a:pt x="1605346" y="34235"/>
                </a:cubicBezTo>
                <a:lnTo>
                  <a:pt x="1818118" y="0"/>
                </a:ln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3" name="Freeform: Shape 132">
            <a:extLst>
              <a:ext uri="{FF2B5EF4-FFF2-40B4-BE49-F238E27FC236}">
                <a16:creationId xmlns:a16="http://schemas.microsoft.com/office/drawing/2014/main" id="{26C0C0D3-2568-B099-6F79-1579D385949B}"/>
              </a:ext>
            </a:extLst>
          </p:cNvPr>
          <p:cNvSpPr/>
          <p:nvPr/>
        </p:nvSpPr>
        <p:spPr>
          <a:xfrm>
            <a:off x="7242561" y="3090078"/>
            <a:ext cx="1818118" cy="2922154"/>
          </a:xfrm>
          <a:custGeom>
            <a:avLst/>
            <a:gdLst>
              <a:gd name="connsiteX0" fmla="*/ 0 w 1818118"/>
              <a:gd name="connsiteY0" fmla="*/ 0 h 2922154"/>
              <a:gd name="connsiteX1" fmla="*/ 191253 w 1818118"/>
              <a:gd name="connsiteY1" fmla="*/ 30738 h 2922154"/>
              <a:gd name="connsiteX2" fmla="*/ 1667206 w 1818118"/>
              <a:gd name="connsiteY2" fmla="*/ 467630 h 2922154"/>
              <a:gd name="connsiteX3" fmla="*/ 1818118 w 1818118"/>
              <a:gd name="connsiteY3" fmla="*/ 536173 h 2922154"/>
              <a:gd name="connsiteX4" fmla="*/ 1818118 w 1818118"/>
              <a:gd name="connsiteY4" fmla="*/ 2828169 h 2922154"/>
              <a:gd name="connsiteX5" fmla="*/ 1696904 w 1818118"/>
              <a:gd name="connsiteY5" fmla="*/ 2922154 h 2922154"/>
              <a:gd name="connsiteX6" fmla="*/ 1201785 w 1818118"/>
              <a:gd name="connsiteY6" fmla="*/ 2922154 h 2922154"/>
              <a:gd name="connsiteX7" fmla="*/ 1201631 w 1818118"/>
              <a:gd name="connsiteY7" fmla="*/ 2919029 h 2922154"/>
              <a:gd name="connsiteX8" fmla="*/ 1229257 w 1818118"/>
              <a:gd name="connsiteY8" fmla="*/ 2919029 h 2922154"/>
              <a:gd name="connsiteX9" fmla="*/ 1229257 w 1818118"/>
              <a:gd name="connsiteY9" fmla="*/ 2900474 h 2922154"/>
              <a:gd name="connsiteX10" fmla="*/ 191263 w 1818118"/>
              <a:gd name="connsiteY10" fmla="*/ 1574994 h 2922154"/>
              <a:gd name="connsiteX11" fmla="*/ 0 w 1818118"/>
              <a:gd name="connsiteY11" fmla="*/ 1495751 h 2922154"/>
              <a:gd name="connsiteX12" fmla="*/ 0 w 1818118"/>
              <a:gd name="connsiteY12" fmla="*/ 0 h 292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2922154">
                <a:moveTo>
                  <a:pt x="0" y="0"/>
                </a:moveTo>
                <a:lnTo>
                  <a:pt x="191253" y="30738"/>
                </a:lnTo>
                <a:cubicBezTo>
                  <a:pt x="714438" y="124509"/>
                  <a:pt x="1212007" y="272097"/>
                  <a:pt x="1667206" y="467630"/>
                </a:cubicBezTo>
                <a:lnTo>
                  <a:pt x="1818118" y="536173"/>
                </a:lnTo>
                <a:lnTo>
                  <a:pt x="1818118" y="2828169"/>
                </a:lnTo>
                <a:cubicBezTo>
                  <a:pt x="1818118" y="2880075"/>
                  <a:pt x="1763848" y="2922154"/>
                  <a:pt x="1696904" y="2922154"/>
                </a:cubicBezTo>
                <a:lnTo>
                  <a:pt x="1201785" y="2922154"/>
                </a:lnTo>
                <a:lnTo>
                  <a:pt x="1201631" y="2919029"/>
                </a:lnTo>
                <a:lnTo>
                  <a:pt x="1229257" y="2919029"/>
                </a:lnTo>
                <a:lnTo>
                  <a:pt x="1229257" y="2900474"/>
                </a:lnTo>
                <a:cubicBezTo>
                  <a:pt x="1229257" y="2349625"/>
                  <a:pt x="819185" y="1864008"/>
                  <a:pt x="191263" y="1574994"/>
                </a:cubicBezTo>
                <a:lnTo>
                  <a:pt x="0" y="1495751"/>
                </a:lnTo>
                <a:lnTo>
                  <a:pt x="0" y="0"/>
                </a:ln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2" name="Freeform: Shape 131">
            <a:extLst>
              <a:ext uri="{FF2B5EF4-FFF2-40B4-BE49-F238E27FC236}">
                <a16:creationId xmlns:a16="http://schemas.microsoft.com/office/drawing/2014/main" id="{DEF8EFA1-8129-AA6E-4A71-E18130EC8480}"/>
              </a:ext>
            </a:extLst>
          </p:cNvPr>
          <p:cNvSpPr/>
          <p:nvPr/>
        </p:nvSpPr>
        <p:spPr>
          <a:xfrm>
            <a:off x="1075702" y="3729413"/>
            <a:ext cx="1818118" cy="2282818"/>
          </a:xfrm>
          <a:custGeom>
            <a:avLst/>
            <a:gdLst>
              <a:gd name="connsiteX0" fmla="*/ 1818118 w 1818118"/>
              <a:gd name="connsiteY0" fmla="*/ 0 h 2282818"/>
              <a:gd name="connsiteX1" fmla="*/ 1818118 w 1818118"/>
              <a:gd name="connsiteY1" fmla="*/ 2188833 h 2282818"/>
              <a:gd name="connsiteX2" fmla="*/ 1696904 w 1818118"/>
              <a:gd name="connsiteY2" fmla="*/ 2282818 h 2282818"/>
              <a:gd name="connsiteX3" fmla="*/ 121214 w 1818118"/>
              <a:gd name="connsiteY3" fmla="*/ 2282818 h 2282818"/>
              <a:gd name="connsiteX4" fmla="*/ 0 w 1818118"/>
              <a:gd name="connsiteY4" fmla="*/ 2188833 h 2282818"/>
              <a:gd name="connsiteX5" fmla="*/ 0 w 1818118"/>
              <a:gd name="connsiteY5" fmla="*/ 1000059 h 2282818"/>
              <a:gd name="connsiteX6" fmla="*/ 235336 w 1818118"/>
              <a:gd name="connsiteY6" fmla="*/ 911099 h 2282818"/>
              <a:gd name="connsiteX7" fmla="*/ 1138856 w 1818118"/>
              <a:gd name="connsiteY7" fmla="*/ 404341 h 2282818"/>
              <a:gd name="connsiteX8" fmla="*/ 1138856 w 1818118"/>
              <a:gd name="connsiteY8" fmla="*/ 413618 h 2282818"/>
              <a:gd name="connsiteX9" fmla="*/ 1739617 w 1818118"/>
              <a:gd name="connsiteY9" fmla="*/ 39594 h 2282818"/>
              <a:gd name="connsiteX10" fmla="*/ 1818118 w 1818118"/>
              <a:gd name="connsiteY10" fmla="*/ 0 h 2282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82818">
                <a:moveTo>
                  <a:pt x="1818118" y="0"/>
                </a:moveTo>
                <a:lnTo>
                  <a:pt x="1818118" y="2188833"/>
                </a:lnTo>
                <a:cubicBezTo>
                  <a:pt x="1818118" y="2240739"/>
                  <a:pt x="1763848" y="2282818"/>
                  <a:pt x="1696904" y="2282818"/>
                </a:cubicBezTo>
                <a:lnTo>
                  <a:pt x="121214" y="2282818"/>
                </a:lnTo>
                <a:cubicBezTo>
                  <a:pt x="54270" y="2282818"/>
                  <a:pt x="0" y="2240739"/>
                  <a:pt x="0" y="2188833"/>
                </a:cubicBezTo>
                <a:lnTo>
                  <a:pt x="0" y="1000059"/>
                </a:lnTo>
                <a:lnTo>
                  <a:pt x="235336" y="911099"/>
                </a:lnTo>
                <a:cubicBezTo>
                  <a:pt x="566858" y="772115"/>
                  <a:pt x="871447" y="602212"/>
                  <a:pt x="1138856" y="404341"/>
                </a:cubicBezTo>
                <a:lnTo>
                  <a:pt x="1138856" y="413618"/>
                </a:lnTo>
                <a:cubicBezTo>
                  <a:pt x="1325331" y="277935"/>
                  <a:pt x="1526374" y="153016"/>
                  <a:pt x="1739617" y="39594"/>
                </a:cubicBezTo>
                <a:lnTo>
                  <a:pt x="1818118" y="0"/>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1" name="Freeform: Shape 130">
            <a:extLst>
              <a:ext uri="{FF2B5EF4-FFF2-40B4-BE49-F238E27FC236}">
                <a16:creationId xmlns:a16="http://schemas.microsoft.com/office/drawing/2014/main" id="{0DD6E945-1041-9B12-EF68-432919BFD2BB}"/>
              </a:ext>
            </a:extLst>
          </p:cNvPr>
          <p:cNvSpPr/>
          <p:nvPr/>
        </p:nvSpPr>
        <p:spPr>
          <a:xfrm>
            <a:off x="9421026" y="3808821"/>
            <a:ext cx="1818118" cy="2203410"/>
          </a:xfrm>
          <a:custGeom>
            <a:avLst/>
            <a:gdLst>
              <a:gd name="connsiteX0" fmla="*/ 0 w 1818118"/>
              <a:gd name="connsiteY0" fmla="*/ 0 h 2203410"/>
              <a:gd name="connsiteX1" fmla="*/ 137669 w 1818118"/>
              <a:gd name="connsiteY1" fmla="*/ 77413 h 2203410"/>
              <a:gd name="connsiteX2" fmla="*/ 528775 w 1818118"/>
              <a:gd name="connsiteY2" fmla="*/ 334210 h 2203410"/>
              <a:gd name="connsiteX3" fmla="*/ 556399 w 1818118"/>
              <a:gd name="connsiteY3" fmla="*/ 324933 h 2203410"/>
              <a:gd name="connsiteX4" fmla="*/ 1800040 w 1818118"/>
              <a:gd name="connsiteY4" fmla="*/ 960260 h 2203410"/>
              <a:gd name="connsiteX5" fmla="*/ 1818118 w 1818118"/>
              <a:gd name="connsiteY5" fmla="*/ 965712 h 2203410"/>
              <a:gd name="connsiteX6" fmla="*/ 1818118 w 1818118"/>
              <a:gd name="connsiteY6" fmla="*/ 2109425 h 2203410"/>
              <a:gd name="connsiteX7" fmla="*/ 1696904 w 1818118"/>
              <a:gd name="connsiteY7" fmla="*/ 2203410 h 2203410"/>
              <a:gd name="connsiteX8" fmla="*/ 121214 w 1818118"/>
              <a:gd name="connsiteY8" fmla="*/ 2203410 h 2203410"/>
              <a:gd name="connsiteX9" fmla="*/ 0 w 1818118"/>
              <a:gd name="connsiteY9" fmla="*/ 2109425 h 2203410"/>
              <a:gd name="connsiteX10" fmla="*/ 0 w 1818118"/>
              <a:gd name="connsiteY10" fmla="*/ 0 h 22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03410">
                <a:moveTo>
                  <a:pt x="0" y="0"/>
                </a:moveTo>
                <a:lnTo>
                  <a:pt x="137669" y="77413"/>
                </a:lnTo>
                <a:cubicBezTo>
                  <a:pt x="273883" y="158084"/>
                  <a:pt x="404459" y="243755"/>
                  <a:pt x="528775" y="334210"/>
                </a:cubicBezTo>
                <a:lnTo>
                  <a:pt x="556399" y="324933"/>
                </a:lnTo>
                <a:cubicBezTo>
                  <a:pt x="912946" y="588761"/>
                  <a:pt x="1335590" y="802867"/>
                  <a:pt x="1800040" y="960260"/>
                </a:cubicBezTo>
                <a:lnTo>
                  <a:pt x="1818118" y="965712"/>
                </a:lnTo>
                <a:lnTo>
                  <a:pt x="1818118" y="2109425"/>
                </a:lnTo>
                <a:cubicBezTo>
                  <a:pt x="1818118" y="2161331"/>
                  <a:pt x="1763848" y="2203410"/>
                  <a:pt x="1696904" y="2203410"/>
                </a:cubicBezTo>
                <a:lnTo>
                  <a:pt x="121214" y="2203410"/>
                </a:lnTo>
                <a:cubicBezTo>
                  <a:pt x="54270" y="2203410"/>
                  <a:pt x="0" y="2161331"/>
                  <a:pt x="0" y="2109425"/>
                </a:cubicBezTo>
                <a:lnTo>
                  <a:pt x="0" y="0"/>
                </a:lnTo>
                <a:close/>
              </a:path>
            </a:pathLst>
          </a:cu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1" name="Rectangle 40">
            <a:extLst>
              <a:ext uri="{FF2B5EF4-FFF2-40B4-BE49-F238E27FC236}">
                <a16:creationId xmlns:a16="http://schemas.microsoft.com/office/drawing/2014/main" id="{F13C5DDD-A77B-00F2-1336-5005E9A6B633}"/>
              </a:ext>
            </a:extLst>
          </p:cNvPr>
          <p:cNvSpPr/>
          <p:nvPr/>
        </p:nvSpPr>
        <p:spPr>
          <a:xfrm>
            <a:off x="838199"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42" name="Rectangle 41">
            <a:extLst>
              <a:ext uri="{FF2B5EF4-FFF2-40B4-BE49-F238E27FC236}">
                <a16:creationId xmlns:a16="http://schemas.microsoft.com/office/drawing/2014/main" id="{CF14DCDE-49F0-E7D2-CF5A-2F5D52BB00F3}"/>
              </a:ext>
            </a:extLst>
          </p:cNvPr>
          <p:cNvSpPr/>
          <p:nvPr/>
        </p:nvSpPr>
        <p:spPr>
          <a:xfrm>
            <a:off x="8496300"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76BFAE5-9AE2-8CA8-57EF-A1BE2A6B0A7A}"/>
              </a:ext>
            </a:extLst>
          </p:cNvPr>
          <p:cNvSpPr/>
          <p:nvPr/>
        </p:nvSpPr>
        <p:spPr>
          <a:xfrm>
            <a:off x="8470899" y="5700944"/>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grpSp>
        <p:nvGrpSpPr>
          <p:cNvPr id="90" name="Arts" descr="{&quot;Key&quot;:&quot;POWER_USER_SHAPE_ICON&quot;,&quot;Value&quot;:&quot;POWER_USER_SHAPE_ICON_STYLE_1&quot;}">
            <a:extLst>
              <a:ext uri="{FF2B5EF4-FFF2-40B4-BE49-F238E27FC236}">
                <a16:creationId xmlns:a16="http://schemas.microsoft.com/office/drawing/2014/main" id="{FCF9FA8B-DEA3-2961-69FC-23ED28D23CAA}"/>
              </a:ext>
            </a:extLst>
          </p:cNvPr>
          <p:cNvGrpSpPr>
            <a:grpSpLocks noChangeAspect="1"/>
          </p:cNvGrpSpPr>
          <p:nvPr>
            <p:custDataLst>
              <p:tags r:id="rId3"/>
            </p:custDataLst>
          </p:nvPr>
        </p:nvGrpSpPr>
        <p:grpSpPr>
          <a:xfrm>
            <a:off x="3851748" y="2826781"/>
            <a:ext cx="386787" cy="391026"/>
            <a:chOff x="5810251" y="258763"/>
            <a:chExt cx="579438" cy="585788"/>
          </a:xfrm>
          <a:solidFill>
            <a:schemeClr val="accent2"/>
          </a:solidFill>
        </p:grpSpPr>
        <p:sp>
          <p:nvSpPr>
            <p:cNvPr id="91" name="Freeform 109">
              <a:extLst>
                <a:ext uri="{FF2B5EF4-FFF2-40B4-BE49-F238E27FC236}">
                  <a16:creationId xmlns:a16="http://schemas.microsoft.com/office/drawing/2014/main" id="{441E6F2E-E7C8-5195-B8A4-51F484D44073}"/>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110">
              <a:extLst>
                <a:ext uri="{FF2B5EF4-FFF2-40B4-BE49-F238E27FC236}">
                  <a16:creationId xmlns:a16="http://schemas.microsoft.com/office/drawing/2014/main" id="{DABC5B2E-C756-1E2A-1C4D-C495E949874E}"/>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111">
              <a:extLst>
                <a:ext uri="{FF2B5EF4-FFF2-40B4-BE49-F238E27FC236}">
                  <a16:creationId xmlns:a16="http://schemas.microsoft.com/office/drawing/2014/main" id="{1530A7BD-C9AE-D5C4-73E8-1D7449E7FFA4}"/>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112">
              <a:extLst>
                <a:ext uri="{FF2B5EF4-FFF2-40B4-BE49-F238E27FC236}">
                  <a16:creationId xmlns:a16="http://schemas.microsoft.com/office/drawing/2014/main" id="{9516D40F-96E8-0776-37A5-0CE5D8915AB3}"/>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113">
              <a:extLst>
                <a:ext uri="{FF2B5EF4-FFF2-40B4-BE49-F238E27FC236}">
                  <a16:creationId xmlns:a16="http://schemas.microsoft.com/office/drawing/2014/main" id="{A0B41465-6A56-6711-5C29-41DF08B7432B}"/>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114">
              <a:extLst>
                <a:ext uri="{FF2B5EF4-FFF2-40B4-BE49-F238E27FC236}">
                  <a16:creationId xmlns:a16="http://schemas.microsoft.com/office/drawing/2014/main" id="{0FD5A1BB-30A5-2747-82E8-67B96E0B14EE}"/>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115">
              <a:extLst>
                <a:ext uri="{FF2B5EF4-FFF2-40B4-BE49-F238E27FC236}">
                  <a16:creationId xmlns:a16="http://schemas.microsoft.com/office/drawing/2014/main" id="{E317384F-5AFF-59A6-FAB7-BA0E4264F823}"/>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8" name="Battery9" descr="{&quot;Key&quot;:&quot;POWER_USER_SHAPE_ICON&quot;,&quot;Value&quot;:&quot;POWER_USER_SHAPE_ICON_STYLE_1&quot;}">
            <a:extLst>
              <a:ext uri="{FF2B5EF4-FFF2-40B4-BE49-F238E27FC236}">
                <a16:creationId xmlns:a16="http://schemas.microsoft.com/office/drawing/2014/main" id="{2AE43839-6AEB-F35B-435B-B252998B7D16}"/>
              </a:ext>
            </a:extLst>
          </p:cNvPr>
          <p:cNvGrpSpPr>
            <a:grpSpLocks noChangeAspect="1"/>
          </p:cNvGrpSpPr>
          <p:nvPr/>
        </p:nvGrpSpPr>
        <p:grpSpPr>
          <a:xfrm>
            <a:off x="8028451" y="2841132"/>
            <a:ext cx="315427" cy="391026"/>
            <a:chOff x="8689975" y="2786063"/>
            <a:chExt cx="384175" cy="476250"/>
          </a:xfrm>
          <a:solidFill>
            <a:schemeClr val="accent4"/>
          </a:solidFill>
        </p:grpSpPr>
        <p:sp>
          <p:nvSpPr>
            <p:cNvPr id="99" name="Freeform 1559">
              <a:extLst>
                <a:ext uri="{FF2B5EF4-FFF2-40B4-BE49-F238E27FC236}">
                  <a16:creationId xmlns:a16="http://schemas.microsoft.com/office/drawing/2014/main" id="{C0B3506F-80FD-B870-DAA1-F9706523AB42}"/>
                </a:ext>
              </a:extLst>
            </p:cNvPr>
            <p:cNvSpPr>
              <a:spLocks noEditPoints="1"/>
            </p:cNvSpPr>
            <p:nvPr/>
          </p:nvSpPr>
          <p:spPr bwMode="auto">
            <a:xfrm>
              <a:off x="8689975" y="2798763"/>
              <a:ext cx="384175" cy="463550"/>
            </a:xfrm>
            <a:custGeom>
              <a:avLst/>
              <a:gdLst>
                <a:gd name="T0" fmla="*/ 2493 w 3781"/>
                <a:gd name="T1" fmla="*/ 133 h 4569"/>
                <a:gd name="T2" fmla="*/ 2441 w 3781"/>
                <a:gd name="T3" fmla="*/ 160 h 4569"/>
                <a:gd name="T4" fmla="*/ 170 w 3781"/>
                <a:gd name="T5" fmla="*/ 3629 h 4569"/>
                <a:gd name="T6" fmla="*/ 187 w 3781"/>
                <a:gd name="T7" fmla="*/ 3713 h 4569"/>
                <a:gd name="T8" fmla="*/ 1275 w 3781"/>
                <a:gd name="T9" fmla="*/ 4426 h 4569"/>
                <a:gd name="T10" fmla="*/ 1309 w 3781"/>
                <a:gd name="T11" fmla="*/ 4436 h 4569"/>
                <a:gd name="T12" fmla="*/ 1360 w 3781"/>
                <a:gd name="T13" fmla="*/ 4408 h 4569"/>
                <a:gd name="T14" fmla="*/ 3631 w 3781"/>
                <a:gd name="T15" fmla="*/ 940 h 4569"/>
                <a:gd name="T16" fmla="*/ 3640 w 3781"/>
                <a:gd name="T17" fmla="*/ 894 h 4569"/>
                <a:gd name="T18" fmla="*/ 3614 w 3781"/>
                <a:gd name="T19" fmla="*/ 856 h 4569"/>
                <a:gd name="T20" fmla="*/ 2526 w 3781"/>
                <a:gd name="T21" fmla="*/ 143 h 4569"/>
                <a:gd name="T22" fmla="*/ 2493 w 3781"/>
                <a:gd name="T23" fmla="*/ 133 h 4569"/>
                <a:gd name="T24" fmla="*/ 1309 w 3781"/>
                <a:gd name="T25" fmla="*/ 4569 h 4569"/>
                <a:gd name="T26" fmla="*/ 1203 w 3781"/>
                <a:gd name="T27" fmla="*/ 4537 h 4569"/>
                <a:gd name="T28" fmla="*/ 114 w 3781"/>
                <a:gd name="T29" fmla="*/ 3824 h 4569"/>
                <a:gd name="T30" fmla="*/ 58 w 3781"/>
                <a:gd name="T31" fmla="*/ 3556 h 4569"/>
                <a:gd name="T32" fmla="*/ 2330 w 3781"/>
                <a:gd name="T33" fmla="*/ 87 h 4569"/>
                <a:gd name="T34" fmla="*/ 2493 w 3781"/>
                <a:gd name="T35" fmla="*/ 0 h 4569"/>
                <a:gd name="T36" fmla="*/ 2599 w 3781"/>
                <a:gd name="T37" fmla="*/ 31 h 4569"/>
                <a:gd name="T38" fmla="*/ 3687 w 3781"/>
                <a:gd name="T39" fmla="*/ 744 h 4569"/>
                <a:gd name="T40" fmla="*/ 3770 w 3781"/>
                <a:gd name="T41" fmla="*/ 867 h 4569"/>
                <a:gd name="T42" fmla="*/ 3743 w 3781"/>
                <a:gd name="T43" fmla="*/ 1013 h 4569"/>
                <a:gd name="T44" fmla="*/ 1471 w 3781"/>
                <a:gd name="T45" fmla="*/ 4481 h 4569"/>
                <a:gd name="T46" fmla="*/ 1309 w 3781"/>
                <a:gd name="T47" fmla="*/ 4569 h 4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81" h="4569">
                  <a:moveTo>
                    <a:pt x="2493" y="133"/>
                  </a:moveTo>
                  <a:cubicBezTo>
                    <a:pt x="2472" y="133"/>
                    <a:pt x="2453" y="143"/>
                    <a:pt x="2441" y="160"/>
                  </a:cubicBezTo>
                  <a:lnTo>
                    <a:pt x="170" y="3629"/>
                  </a:lnTo>
                  <a:cubicBezTo>
                    <a:pt x="152" y="3657"/>
                    <a:pt x="159" y="3694"/>
                    <a:pt x="187" y="3713"/>
                  </a:cubicBezTo>
                  <a:lnTo>
                    <a:pt x="1275" y="4426"/>
                  </a:lnTo>
                  <a:cubicBezTo>
                    <a:pt x="1285" y="4432"/>
                    <a:pt x="1297" y="4436"/>
                    <a:pt x="1309" y="4436"/>
                  </a:cubicBezTo>
                  <a:cubicBezTo>
                    <a:pt x="1329" y="4436"/>
                    <a:pt x="1348" y="4425"/>
                    <a:pt x="1360" y="4408"/>
                  </a:cubicBezTo>
                  <a:lnTo>
                    <a:pt x="3631" y="940"/>
                  </a:lnTo>
                  <a:cubicBezTo>
                    <a:pt x="3640" y="926"/>
                    <a:pt x="3643" y="910"/>
                    <a:pt x="3640" y="894"/>
                  </a:cubicBezTo>
                  <a:cubicBezTo>
                    <a:pt x="3637" y="878"/>
                    <a:pt x="3628" y="865"/>
                    <a:pt x="3614" y="856"/>
                  </a:cubicBezTo>
                  <a:lnTo>
                    <a:pt x="2526" y="143"/>
                  </a:lnTo>
                  <a:cubicBezTo>
                    <a:pt x="2516" y="136"/>
                    <a:pt x="2505" y="133"/>
                    <a:pt x="2493" y="133"/>
                  </a:cubicBezTo>
                  <a:close/>
                  <a:moveTo>
                    <a:pt x="1309" y="4569"/>
                  </a:moveTo>
                  <a:cubicBezTo>
                    <a:pt x="1271" y="4569"/>
                    <a:pt x="1234" y="4558"/>
                    <a:pt x="1203" y="4537"/>
                  </a:cubicBezTo>
                  <a:lnTo>
                    <a:pt x="114" y="3824"/>
                  </a:lnTo>
                  <a:cubicBezTo>
                    <a:pt x="25" y="3766"/>
                    <a:pt x="0" y="3645"/>
                    <a:pt x="58" y="3556"/>
                  </a:cubicBezTo>
                  <a:lnTo>
                    <a:pt x="2330" y="87"/>
                  </a:lnTo>
                  <a:cubicBezTo>
                    <a:pt x="2366" y="32"/>
                    <a:pt x="2427" y="0"/>
                    <a:pt x="2493" y="0"/>
                  </a:cubicBezTo>
                  <a:cubicBezTo>
                    <a:pt x="2530" y="0"/>
                    <a:pt x="2567" y="11"/>
                    <a:pt x="2599" y="31"/>
                  </a:cubicBezTo>
                  <a:lnTo>
                    <a:pt x="3687" y="744"/>
                  </a:lnTo>
                  <a:cubicBezTo>
                    <a:pt x="3730" y="773"/>
                    <a:pt x="3760" y="816"/>
                    <a:pt x="3770" y="867"/>
                  </a:cubicBezTo>
                  <a:cubicBezTo>
                    <a:pt x="3781" y="918"/>
                    <a:pt x="3772" y="970"/>
                    <a:pt x="3743" y="1013"/>
                  </a:cubicBezTo>
                  <a:lnTo>
                    <a:pt x="1471" y="4481"/>
                  </a:lnTo>
                  <a:cubicBezTo>
                    <a:pt x="1435" y="4536"/>
                    <a:pt x="1375" y="4569"/>
                    <a:pt x="1309" y="45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1560">
              <a:extLst>
                <a:ext uri="{FF2B5EF4-FFF2-40B4-BE49-F238E27FC236}">
                  <a16:creationId xmlns:a16="http://schemas.microsoft.com/office/drawing/2014/main" id="{C6C0CCAC-CBE5-D03B-1E35-E9D2E8FF9AC0}"/>
                </a:ext>
              </a:extLst>
            </p:cNvPr>
            <p:cNvSpPr>
              <a:spLocks/>
            </p:cNvSpPr>
            <p:nvPr/>
          </p:nvSpPr>
          <p:spPr bwMode="auto">
            <a:xfrm>
              <a:off x="8969375" y="2786063"/>
              <a:ext cx="93663" cy="77788"/>
            </a:xfrm>
            <a:custGeom>
              <a:avLst/>
              <a:gdLst>
                <a:gd name="T0" fmla="*/ 800 w 931"/>
                <a:gd name="T1" fmla="*/ 770 h 770"/>
                <a:gd name="T2" fmla="*/ 689 w 931"/>
                <a:gd name="T3" fmla="*/ 696 h 770"/>
                <a:gd name="T4" fmla="*/ 780 w 931"/>
                <a:gd name="T5" fmla="*/ 557 h 770"/>
                <a:gd name="T6" fmla="*/ 793 w 931"/>
                <a:gd name="T7" fmla="*/ 509 h 770"/>
                <a:gd name="T8" fmla="*/ 771 w 931"/>
                <a:gd name="T9" fmla="*/ 475 h 770"/>
                <a:gd name="T10" fmla="*/ 309 w 931"/>
                <a:gd name="T11" fmla="*/ 169 h 770"/>
                <a:gd name="T12" fmla="*/ 225 w 931"/>
                <a:gd name="T13" fmla="*/ 191 h 770"/>
                <a:gd name="T14" fmla="*/ 111 w 931"/>
                <a:gd name="T15" fmla="*/ 364 h 770"/>
                <a:gd name="T16" fmla="*/ 0 w 931"/>
                <a:gd name="T17" fmla="*/ 290 h 770"/>
                <a:gd name="T18" fmla="*/ 114 w 931"/>
                <a:gd name="T19" fmla="*/ 117 h 770"/>
                <a:gd name="T20" fmla="*/ 382 w 931"/>
                <a:gd name="T21" fmla="*/ 58 h 770"/>
                <a:gd name="T22" fmla="*/ 845 w 931"/>
                <a:gd name="T23" fmla="*/ 364 h 770"/>
                <a:gd name="T24" fmla="*/ 925 w 931"/>
                <a:gd name="T25" fmla="*/ 490 h 770"/>
                <a:gd name="T26" fmla="*/ 892 w 931"/>
                <a:gd name="T27" fmla="*/ 631 h 770"/>
                <a:gd name="T28" fmla="*/ 800 w 931"/>
                <a:gd name="T29" fmla="*/ 77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1" h="770">
                  <a:moveTo>
                    <a:pt x="800" y="770"/>
                  </a:moveTo>
                  <a:lnTo>
                    <a:pt x="689" y="696"/>
                  </a:lnTo>
                  <a:lnTo>
                    <a:pt x="780" y="557"/>
                  </a:lnTo>
                  <a:cubicBezTo>
                    <a:pt x="790" y="542"/>
                    <a:pt x="795" y="525"/>
                    <a:pt x="793" y="509"/>
                  </a:cubicBezTo>
                  <a:cubicBezTo>
                    <a:pt x="791" y="494"/>
                    <a:pt x="784" y="483"/>
                    <a:pt x="771" y="475"/>
                  </a:cubicBezTo>
                  <a:lnTo>
                    <a:pt x="309" y="169"/>
                  </a:lnTo>
                  <a:cubicBezTo>
                    <a:pt x="282" y="152"/>
                    <a:pt x="245" y="162"/>
                    <a:pt x="225" y="191"/>
                  </a:cubicBezTo>
                  <a:lnTo>
                    <a:pt x="111" y="364"/>
                  </a:lnTo>
                  <a:lnTo>
                    <a:pt x="0" y="290"/>
                  </a:lnTo>
                  <a:lnTo>
                    <a:pt x="114" y="117"/>
                  </a:lnTo>
                  <a:cubicBezTo>
                    <a:pt x="174" y="27"/>
                    <a:pt x="294" y="0"/>
                    <a:pt x="382" y="58"/>
                  </a:cubicBezTo>
                  <a:lnTo>
                    <a:pt x="845" y="364"/>
                  </a:lnTo>
                  <a:cubicBezTo>
                    <a:pt x="889" y="393"/>
                    <a:pt x="917" y="438"/>
                    <a:pt x="925" y="490"/>
                  </a:cubicBezTo>
                  <a:cubicBezTo>
                    <a:pt x="931" y="538"/>
                    <a:pt x="920" y="588"/>
                    <a:pt x="892" y="631"/>
                  </a:cubicBezTo>
                  <a:lnTo>
                    <a:pt x="800" y="77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1561">
              <a:extLst>
                <a:ext uri="{FF2B5EF4-FFF2-40B4-BE49-F238E27FC236}">
                  <a16:creationId xmlns:a16="http://schemas.microsoft.com/office/drawing/2014/main" id="{D60A8793-1E93-2179-E975-03620DB32742}"/>
                </a:ext>
              </a:extLst>
            </p:cNvPr>
            <p:cNvSpPr>
              <a:spLocks/>
            </p:cNvSpPr>
            <p:nvPr/>
          </p:nvSpPr>
          <p:spPr bwMode="auto">
            <a:xfrm>
              <a:off x="8756650" y="3111500"/>
              <a:ext cx="101600" cy="77788"/>
            </a:xfrm>
            <a:custGeom>
              <a:avLst/>
              <a:gdLst>
                <a:gd name="T0" fmla="*/ 11 w 64"/>
                <a:gd name="T1" fmla="*/ 12 h 49"/>
                <a:gd name="T2" fmla="*/ 6 w 64"/>
                <a:gd name="T3" fmla="*/ 20 h 49"/>
                <a:gd name="T4" fmla="*/ 0 w 64"/>
                <a:gd name="T5" fmla="*/ 16 h 49"/>
                <a:gd name="T6" fmla="*/ 10 w 64"/>
                <a:gd name="T7" fmla="*/ 0 h 49"/>
                <a:gd name="T8" fmla="*/ 52 w 64"/>
                <a:gd name="T9" fmla="*/ 28 h 49"/>
                <a:gd name="T10" fmla="*/ 58 w 64"/>
                <a:gd name="T11" fmla="*/ 19 h 49"/>
                <a:gd name="T12" fmla="*/ 64 w 64"/>
                <a:gd name="T13" fmla="*/ 23 h 49"/>
                <a:gd name="T14" fmla="*/ 48 w 64"/>
                <a:gd name="T15" fmla="*/ 49 h 49"/>
                <a:gd name="T16" fmla="*/ 42 w 64"/>
                <a:gd name="T17" fmla="*/ 45 h 49"/>
                <a:gd name="T18" fmla="*/ 47 w 64"/>
                <a:gd name="T19" fmla="*/ 36 h 49"/>
                <a:gd name="T20" fmla="*/ 11 w 64"/>
                <a:gd name="T21"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9">
                  <a:moveTo>
                    <a:pt x="11" y="12"/>
                  </a:moveTo>
                  <a:lnTo>
                    <a:pt x="6" y="20"/>
                  </a:lnTo>
                  <a:lnTo>
                    <a:pt x="0" y="16"/>
                  </a:lnTo>
                  <a:lnTo>
                    <a:pt x="10" y="0"/>
                  </a:lnTo>
                  <a:lnTo>
                    <a:pt x="52" y="28"/>
                  </a:lnTo>
                  <a:lnTo>
                    <a:pt x="58" y="19"/>
                  </a:lnTo>
                  <a:lnTo>
                    <a:pt x="64" y="23"/>
                  </a:lnTo>
                  <a:lnTo>
                    <a:pt x="48" y="49"/>
                  </a:lnTo>
                  <a:lnTo>
                    <a:pt x="42" y="45"/>
                  </a:lnTo>
                  <a:lnTo>
                    <a:pt x="47" y="36"/>
                  </a:lnTo>
                  <a:lnTo>
                    <a:pt x="1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Freeform 1562">
              <a:extLst>
                <a:ext uri="{FF2B5EF4-FFF2-40B4-BE49-F238E27FC236}">
                  <a16:creationId xmlns:a16="http://schemas.microsoft.com/office/drawing/2014/main" id="{BF61E903-5DD2-D729-0E9B-A41842B062D5}"/>
                </a:ext>
              </a:extLst>
            </p:cNvPr>
            <p:cNvSpPr>
              <a:spLocks noEditPoints="1"/>
            </p:cNvSpPr>
            <p:nvPr/>
          </p:nvSpPr>
          <p:spPr bwMode="auto">
            <a:xfrm>
              <a:off x="8799513" y="3038475"/>
              <a:ext cx="93663" cy="88900"/>
            </a:xfrm>
            <a:custGeom>
              <a:avLst/>
              <a:gdLst>
                <a:gd name="T0" fmla="*/ 654 w 934"/>
                <a:gd name="T1" fmla="*/ 702 h 871"/>
                <a:gd name="T2" fmla="*/ 749 w 934"/>
                <a:gd name="T3" fmla="*/ 618 h 871"/>
                <a:gd name="T4" fmla="*/ 787 w 934"/>
                <a:gd name="T5" fmla="*/ 498 h 871"/>
                <a:gd name="T6" fmla="*/ 740 w 934"/>
                <a:gd name="T7" fmla="*/ 390 h 871"/>
                <a:gd name="T8" fmla="*/ 673 w 934"/>
                <a:gd name="T9" fmla="*/ 336 h 871"/>
                <a:gd name="T10" fmla="*/ 476 w 934"/>
                <a:gd name="T11" fmla="*/ 207 h 871"/>
                <a:gd name="T12" fmla="*/ 399 w 934"/>
                <a:gd name="T13" fmla="*/ 168 h 871"/>
                <a:gd name="T14" fmla="*/ 280 w 934"/>
                <a:gd name="T15" fmla="*/ 167 h 871"/>
                <a:gd name="T16" fmla="*/ 184 w 934"/>
                <a:gd name="T17" fmla="*/ 250 h 871"/>
                <a:gd name="T18" fmla="*/ 147 w 934"/>
                <a:gd name="T19" fmla="*/ 372 h 871"/>
                <a:gd name="T20" fmla="*/ 195 w 934"/>
                <a:gd name="T21" fmla="*/ 481 h 871"/>
                <a:gd name="T22" fmla="*/ 262 w 934"/>
                <a:gd name="T23" fmla="*/ 535 h 871"/>
                <a:gd name="T24" fmla="*/ 459 w 934"/>
                <a:gd name="T25" fmla="*/ 663 h 871"/>
                <a:gd name="T26" fmla="*/ 536 w 934"/>
                <a:gd name="T27" fmla="*/ 703 h 871"/>
                <a:gd name="T28" fmla="*/ 654 w 934"/>
                <a:gd name="T29" fmla="*/ 702 h 871"/>
                <a:gd name="T30" fmla="*/ 73 w 934"/>
                <a:gd name="T31" fmla="*/ 178 h 871"/>
                <a:gd name="T32" fmla="*/ 276 w 934"/>
                <a:gd name="T33" fmla="*/ 23 h 871"/>
                <a:gd name="T34" fmla="*/ 519 w 934"/>
                <a:gd name="T35" fmla="*/ 67 h 871"/>
                <a:gd name="T36" fmla="*/ 783 w 934"/>
                <a:gd name="T37" fmla="*/ 238 h 871"/>
                <a:gd name="T38" fmla="*/ 922 w 934"/>
                <a:gd name="T39" fmla="*/ 443 h 871"/>
                <a:gd name="T40" fmla="*/ 861 w 934"/>
                <a:gd name="T41" fmla="*/ 691 h 871"/>
                <a:gd name="T42" fmla="*/ 658 w 934"/>
                <a:gd name="T43" fmla="*/ 848 h 871"/>
                <a:gd name="T44" fmla="*/ 414 w 934"/>
                <a:gd name="T45" fmla="*/ 804 h 871"/>
                <a:gd name="T46" fmla="*/ 150 w 934"/>
                <a:gd name="T47" fmla="*/ 633 h 871"/>
                <a:gd name="T48" fmla="*/ 12 w 934"/>
                <a:gd name="T49" fmla="*/ 427 h 871"/>
                <a:gd name="T50" fmla="*/ 73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2"/>
                  </a:moveTo>
                  <a:cubicBezTo>
                    <a:pt x="691" y="686"/>
                    <a:pt x="723" y="658"/>
                    <a:pt x="749" y="618"/>
                  </a:cubicBezTo>
                  <a:cubicBezTo>
                    <a:pt x="775" y="578"/>
                    <a:pt x="788" y="538"/>
                    <a:pt x="787" y="498"/>
                  </a:cubicBezTo>
                  <a:cubicBezTo>
                    <a:pt x="786" y="457"/>
                    <a:pt x="770" y="421"/>
                    <a:pt x="740" y="390"/>
                  </a:cubicBezTo>
                  <a:cubicBezTo>
                    <a:pt x="718" y="369"/>
                    <a:pt x="696" y="350"/>
                    <a:pt x="673" y="336"/>
                  </a:cubicBezTo>
                  <a:lnTo>
                    <a:pt x="476" y="207"/>
                  </a:lnTo>
                  <a:cubicBezTo>
                    <a:pt x="453" y="193"/>
                    <a:pt x="428" y="180"/>
                    <a:pt x="399" y="168"/>
                  </a:cubicBezTo>
                  <a:cubicBezTo>
                    <a:pt x="358" y="152"/>
                    <a:pt x="318" y="152"/>
                    <a:pt x="280" y="167"/>
                  </a:cubicBezTo>
                  <a:cubicBezTo>
                    <a:pt x="242" y="183"/>
                    <a:pt x="210" y="210"/>
                    <a:pt x="184" y="250"/>
                  </a:cubicBezTo>
                  <a:cubicBezTo>
                    <a:pt x="158" y="290"/>
                    <a:pt x="146" y="330"/>
                    <a:pt x="147" y="372"/>
                  </a:cubicBezTo>
                  <a:cubicBezTo>
                    <a:pt x="148" y="413"/>
                    <a:pt x="164" y="449"/>
                    <a:pt x="195" y="481"/>
                  </a:cubicBezTo>
                  <a:cubicBezTo>
                    <a:pt x="217" y="502"/>
                    <a:pt x="240" y="520"/>
                    <a:pt x="262" y="535"/>
                  </a:cubicBezTo>
                  <a:lnTo>
                    <a:pt x="459" y="663"/>
                  </a:lnTo>
                  <a:cubicBezTo>
                    <a:pt x="482" y="678"/>
                    <a:pt x="507" y="691"/>
                    <a:pt x="536" y="703"/>
                  </a:cubicBezTo>
                  <a:cubicBezTo>
                    <a:pt x="577" y="718"/>
                    <a:pt x="616" y="718"/>
                    <a:pt x="654" y="702"/>
                  </a:cubicBezTo>
                  <a:close/>
                  <a:moveTo>
                    <a:pt x="73" y="178"/>
                  </a:moveTo>
                  <a:cubicBezTo>
                    <a:pt x="126" y="97"/>
                    <a:pt x="193" y="45"/>
                    <a:pt x="276" y="23"/>
                  </a:cubicBezTo>
                  <a:cubicBezTo>
                    <a:pt x="358" y="0"/>
                    <a:pt x="440" y="15"/>
                    <a:pt x="519" y="67"/>
                  </a:cubicBezTo>
                  <a:lnTo>
                    <a:pt x="783" y="238"/>
                  </a:lnTo>
                  <a:cubicBezTo>
                    <a:pt x="863" y="290"/>
                    <a:pt x="909" y="359"/>
                    <a:pt x="922" y="443"/>
                  </a:cubicBezTo>
                  <a:cubicBezTo>
                    <a:pt x="934" y="528"/>
                    <a:pt x="914" y="611"/>
                    <a:pt x="861" y="691"/>
                  </a:cubicBezTo>
                  <a:cubicBezTo>
                    <a:pt x="808" y="773"/>
                    <a:pt x="741" y="825"/>
                    <a:pt x="658" y="848"/>
                  </a:cubicBezTo>
                  <a:cubicBezTo>
                    <a:pt x="575" y="871"/>
                    <a:pt x="494" y="857"/>
                    <a:pt x="414" y="804"/>
                  </a:cubicBezTo>
                  <a:lnTo>
                    <a:pt x="150" y="633"/>
                  </a:lnTo>
                  <a:cubicBezTo>
                    <a:pt x="71" y="581"/>
                    <a:pt x="24" y="512"/>
                    <a:pt x="12" y="427"/>
                  </a:cubicBezTo>
                  <a:cubicBezTo>
                    <a:pt x="0" y="342"/>
                    <a:pt x="20" y="259"/>
                    <a:pt x="73" y="1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Freeform 1563">
              <a:extLst>
                <a:ext uri="{FF2B5EF4-FFF2-40B4-BE49-F238E27FC236}">
                  <a16:creationId xmlns:a16="http://schemas.microsoft.com/office/drawing/2014/main" id="{2D6CA42A-63A0-8449-4BF6-A804ECADDF45}"/>
                </a:ext>
              </a:extLst>
            </p:cNvPr>
            <p:cNvSpPr>
              <a:spLocks noEditPoints="1"/>
            </p:cNvSpPr>
            <p:nvPr/>
          </p:nvSpPr>
          <p:spPr bwMode="auto">
            <a:xfrm>
              <a:off x="8845550" y="2967038"/>
              <a:ext cx="95250" cy="88900"/>
            </a:xfrm>
            <a:custGeom>
              <a:avLst/>
              <a:gdLst>
                <a:gd name="T0" fmla="*/ 654 w 934"/>
                <a:gd name="T1" fmla="*/ 701 h 871"/>
                <a:gd name="T2" fmla="*/ 750 w 934"/>
                <a:gd name="T3" fmla="*/ 618 h 871"/>
                <a:gd name="T4" fmla="*/ 787 w 934"/>
                <a:gd name="T5" fmla="*/ 497 h 871"/>
                <a:gd name="T6" fmla="*/ 740 w 934"/>
                <a:gd name="T7" fmla="*/ 390 h 871"/>
                <a:gd name="T8" fmla="*/ 673 w 934"/>
                <a:gd name="T9" fmla="*/ 335 h 871"/>
                <a:gd name="T10" fmla="*/ 476 w 934"/>
                <a:gd name="T11" fmla="*/ 207 h 871"/>
                <a:gd name="T12" fmla="*/ 400 w 934"/>
                <a:gd name="T13" fmla="*/ 168 h 871"/>
                <a:gd name="T14" fmla="*/ 281 w 934"/>
                <a:gd name="T15" fmla="*/ 167 h 871"/>
                <a:gd name="T16" fmla="*/ 185 w 934"/>
                <a:gd name="T17" fmla="*/ 250 h 871"/>
                <a:gd name="T18" fmla="*/ 148 w 934"/>
                <a:gd name="T19" fmla="*/ 371 h 871"/>
                <a:gd name="T20" fmla="*/ 196 w 934"/>
                <a:gd name="T21" fmla="*/ 480 h 871"/>
                <a:gd name="T22" fmla="*/ 263 w 934"/>
                <a:gd name="T23" fmla="*/ 535 h 871"/>
                <a:gd name="T24" fmla="*/ 460 w 934"/>
                <a:gd name="T25" fmla="*/ 663 h 871"/>
                <a:gd name="T26" fmla="*/ 536 w 934"/>
                <a:gd name="T27" fmla="*/ 702 h 871"/>
                <a:gd name="T28" fmla="*/ 654 w 934"/>
                <a:gd name="T29" fmla="*/ 701 h 871"/>
                <a:gd name="T30" fmla="*/ 74 w 934"/>
                <a:gd name="T31" fmla="*/ 178 h 871"/>
                <a:gd name="T32" fmla="*/ 276 w 934"/>
                <a:gd name="T33" fmla="*/ 23 h 871"/>
                <a:gd name="T34" fmla="*/ 520 w 934"/>
                <a:gd name="T35" fmla="*/ 67 h 871"/>
                <a:gd name="T36" fmla="*/ 783 w 934"/>
                <a:gd name="T37" fmla="*/ 238 h 871"/>
                <a:gd name="T38" fmla="*/ 922 w 934"/>
                <a:gd name="T39" fmla="*/ 443 h 871"/>
                <a:gd name="T40" fmla="*/ 862 w 934"/>
                <a:gd name="T41" fmla="*/ 691 h 871"/>
                <a:gd name="T42" fmla="*/ 658 w 934"/>
                <a:gd name="T43" fmla="*/ 848 h 871"/>
                <a:gd name="T44" fmla="*/ 414 w 934"/>
                <a:gd name="T45" fmla="*/ 804 h 871"/>
                <a:gd name="T46" fmla="*/ 151 w 934"/>
                <a:gd name="T47" fmla="*/ 633 h 871"/>
                <a:gd name="T48" fmla="*/ 13 w 934"/>
                <a:gd name="T49" fmla="*/ 427 h 871"/>
                <a:gd name="T50" fmla="*/ 74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1"/>
                  </a:moveTo>
                  <a:cubicBezTo>
                    <a:pt x="692" y="686"/>
                    <a:pt x="724" y="658"/>
                    <a:pt x="750" y="618"/>
                  </a:cubicBezTo>
                  <a:cubicBezTo>
                    <a:pt x="776" y="578"/>
                    <a:pt x="788" y="538"/>
                    <a:pt x="787" y="497"/>
                  </a:cubicBezTo>
                  <a:cubicBezTo>
                    <a:pt x="786" y="457"/>
                    <a:pt x="770" y="421"/>
                    <a:pt x="740" y="390"/>
                  </a:cubicBezTo>
                  <a:cubicBezTo>
                    <a:pt x="718" y="368"/>
                    <a:pt x="696" y="350"/>
                    <a:pt x="673" y="335"/>
                  </a:cubicBezTo>
                  <a:lnTo>
                    <a:pt x="476" y="207"/>
                  </a:lnTo>
                  <a:cubicBezTo>
                    <a:pt x="453" y="192"/>
                    <a:pt x="428" y="180"/>
                    <a:pt x="400" y="168"/>
                  </a:cubicBezTo>
                  <a:cubicBezTo>
                    <a:pt x="358" y="152"/>
                    <a:pt x="318" y="152"/>
                    <a:pt x="281" y="167"/>
                  </a:cubicBezTo>
                  <a:cubicBezTo>
                    <a:pt x="243" y="182"/>
                    <a:pt x="210" y="210"/>
                    <a:pt x="185" y="250"/>
                  </a:cubicBezTo>
                  <a:cubicBezTo>
                    <a:pt x="159" y="290"/>
                    <a:pt x="146" y="330"/>
                    <a:pt x="148" y="371"/>
                  </a:cubicBezTo>
                  <a:cubicBezTo>
                    <a:pt x="149" y="412"/>
                    <a:pt x="165" y="449"/>
                    <a:pt x="196" y="480"/>
                  </a:cubicBezTo>
                  <a:cubicBezTo>
                    <a:pt x="218" y="502"/>
                    <a:pt x="240" y="520"/>
                    <a:pt x="263" y="535"/>
                  </a:cubicBezTo>
                  <a:lnTo>
                    <a:pt x="460" y="663"/>
                  </a:lnTo>
                  <a:cubicBezTo>
                    <a:pt x="482" y="678"/>
                    <a:pt x="508" y="691"/>
                    <a:pt x="536" y="702"/>
                  </a:cubicBezTo>
                  <a:cubicBezTo>
                    <a:pt x="577" y="718"/>
                    <a:pt x="616" y="717"/>
                    <a:pt x="654" y="701"/>
                  </a:cubicBezTo>
                  <a:close/>
                  <a:moveTo>
                    <a:pt x="74" y="178"/>
                  </a:moveTo>
                  <a:cubicBezTo>
                    <a:pt x="126" y="97"/>
                    <a:pt x="194" y="45"/>
                    <a:pt x="276" y="23"/>
                  </a:cubicBezTo>
                  <a:cubicBezTo>
                    <a:pt x="359" y="0"/>
                    <a:pt x="440" y="14"/>
                    <a:pt x="520" y="67"/>
                  </a:cubicBezTo>
                  <a:lnTo>
                    <a:pt x="783" y="238"/>
                  </a:lnTo>
                  <a:cubicBezTo>
                    <a:pt x="863" y="290"/>
                    <a:pt x="909" y="358"/>
                    <a:pt x="922" y="443"/>
                  </a:cubicBezTo>
                  <a:cubicBezTo>
                    <a:pt x="934" y="528"/>
                    <a:pt x="914" y="610"/>
                    <a:pt x="862" y="691"/>
                  </a:cubicBezTo>
                  <a:cubicBezTo>
                    <a:pt x="809" y="772"/>
                    <a:pt x="741" y="825"/>
                    <a:pt x="658" y="848"/>
                  </a:cubicBezTo>
                  <a:cubicBezTo>
                    <a:pt x="575" y="871"/>
                    <a:pt x="494" y="856"/>
                    <a:pt x="414" y="804"/>
                  </a:cubicBezTo>
                  <a:lnTo>
                    <a:pt x="151" y="633"/>
                  </a:lnTo>
                  <a:cubicBezTo>
                    <a:pt x="71" y="581"/>
                    <a:pt x="25" y="512"/>
                    <a:pt x="13" y="427"/>
                  </a:cubicBezTo>
                  <a:cubicBezTo>
                    <a:pt x="0" y="342"/>
                    <a:pt x="21" y="259"/>
                    <a:pt x="74" y="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Freeform 1564">
              <a:extLst>
                <a:ext uri="{FF2B5EF4-FFF2-40B4-BE49-F238E27FC236}">
                  <a16:creationId xmlns:a16="http://schemas.microsoft.com/office/drawing/2014/main" id="{68FE5865-F70D-ACAF-BE3F-8C55C1C50B1D}"/>
                </a:ext>
              </a:extLst>
            </p:cNvPr>
            <p:cNvSpPr>
              <a:spLocks noEditPoints="1"/>
            </p:cNvSpPr>
            <p:nvPr/>
          </p:nvSpPr>
          <p:spPr bwMode="auto">
            <a:xfrm>
              <a:off x="8886825" y="2876550"/>
              <a:ext cx="122238" cy="100013"/>
            </a:xfrm>
            <a:custGeom>
              <a:avLst/>
              <a:gdLst>
                <a:gd name="T0" fmla="*/ 914 w 1206"/>
                <a:gd name="T1" fmla="*/ 464 h 982"/>
                <a:gd name="T2" fmla="*/ 1010 w 1206"/>
                <a:gd name="T3" fmla="*/ 485 h 982"/>
                <a:gd name="T4" fmla="*/ 1079 w 1206"/>
                <a:gd name="T5" fmla="*/ 439 h 982"/>
                <a:gd name="T6" fmla="*/ 1092 w 1206"/>
                <a:gd name="T7" fmla="*/ 358 h 982"/>
                <a:gd name="T8" fmla="*/ 1034 w 1206"/>
                <a:gd name="T9" fmla="*/ 279 h 982"/>
                <a:gd name="T10" fmla="*/ 939 w 1206"/>
                <a:gd name="T11" fmla="*/ 259 h 982"/>
                <a:gd name="T12" fmla="*/ 871 w 1206"/>
                <a:gd name="T13" fmla="*/ 304 h 982"/>
                <a:gd name="T14" fmla="*/ 857 w 1206"/>
                <a:gd name="T15" fmla="*/ 385 h 982"/>
                <a:gd name="T16" fmla="*/ 914 w 1206"/>
                <a:gd name="T17" fmla="*/ 464 h 982"/>
                <a:gd name="T18" fmla="*/ 975 w 1206"/>
                <a:gd name="T19" fmla="*/ 144 h 982"/>
                <a:gd name="T20" fmla="*/ 1096 w 1206"/>
                <a:gd name="T21" fmla="*/ 183 h 982"/>
                <a:gd name="T22" fmla="*/ 1182 w 1206"/>
                <a:gd name="T23" fmla="*/ 279 h 982"/>
                <a:gd name="T24" fmla="*/ 1201 w 1206"/>
                <a:gd name="T25" fmla="*/ 391 h 982"/>
                <a:gd name="T26" fmla="*/ 1162 w 1206"/>
                <a:gd name="T27" fmla="*/ 494 h 982"/>
                <a:gd name="T28" fmla="*/ 1083 w 1206"/>
                <a:gd name="T29" fmla="*/ 571 h 982"/>
                <a:gd name="T30" fmla="*/ 974 w 1206"/>
                <a:gd name="T31" fmla="*/ 599 h 982"/>
                <a:gd name="T32" fmla="*/ 852 w 1206"/>
                <a:gd name="T33" fmla="*/ 559 h 982"/>
                <a:gd name="T34" fmla="*/ 766 w 1206"/>
                <a:gd name="T35" fmla="*/ 464 h 982"/>
                <a:gd name="T36" fmla="*/ 748 w 1206"/>
                <a:gd name="T37" fmla="*/ 353 h 982"/>
                <a:gd name="T38" fmla="*/ 787 w 1206"/>
                <a:gd name="T39" fmla="*/ 249 h 982"/>
                <a:gd name="T40" fmla="*/ 865 w 1206"/>
                <a:gd name="T41" fmla="*/ 172 h 982"/>
                <a:gd name="T42" fmla="*/ 975 w 1206"/>
                <a:gd name="T43" fmla="*/ 144 h 982"/>
                <a:gd name="T44" fmla="*/ 820 w 1206"/>
                <a:gd name="T45" fmla="*/ 982 h 982"/>
                <a:gd name="T46" fmla="*/ 302 w 1206"/>
                <a:gd name="T47" fmla="*/ 113 h 982"/>
                <a:gd name="T48" fmla="*/ 376 w 1206"/>
                <a:gd name="T49" fmla="*/ 0 h 982"/>
                <a:gd name="T50" fmla="*/ 893 w 1206"/>
                <a:gd name="T51" fmla="*/ 870 h 982"/>
                <a:gd name="T52" fmla="*/ 820 w 1206"/>
                <a:gd name="T53" fmla="*/ 982 h 982"/>
                <a:gd name="T54" fmla="*/ 111 w 1206"/>
                <a:gd name="T55" fmla="*/ 617 h 982"/>
                <a:gd name="T56" fmla="*/ 169 w 1206"/>
                <a:gd name="T57" fmla="*/ 695 h 982"/>
                <a:gd name="T58" fmla="*/ 265 w 1206"/>
                <a:gd name="T59" fmla="*/ 717 h 982"/>
                <a:gd name="T60" fmla="*/ 333 w 1206"/>
                <a:gd name="T61" fmla="*/ 671 h 982"/>
                <a:gd name="T62" fmla="*/ 347 w 1206"/>
                <a:gd name="T63" fmla="*/ 590 h 982"/>
                <a:gd name="T64" fmla="*/ 289 w 1206"/>
                <a:gd name="T65" fmla="*/ 512 h 982"/>
                <a:gd name="T66" fmla="*/ 194 w 1206"/>
                <a:gd name="T67" fmla="*/ 490 h 982"/>
                <a:gd name="T68" fmla="*/ 125 w 1206"/>
                <a:gd name="T69" fmla="*/ 535 h 982"/>
                <a:gd name="T70" fmla="*/ 111 w 1206"/>
                <a:gd name="T71" fmla="*/ 617 h 982"/>
                <a:gd name="T72" fmla="*/ 351 w 1206"/>
                <a:gd name="T73" fmla="*/ 416 h 982"/>
                <a:gd name="T74" fmla="*/ 430 w 1206"/>
                <a:gd name="T75" fmla="*/ 497 h 982"/>
                <a:gd name="T76" fmla="*/ 456 w 1206"/>
                <a:gd name="T77" fmla="*/ 591 h 982"/>
                <a:gd name="T78" fmla="*/ 439 w 1206"/>
                <a:gd name="T79" fmla="*/ 684 h 982"/>
                <a:gd name="T80" fmla="*/ 387 w 1206"/>
                <a:gd name="T81" fmla="*/ 764 h 982"/>
                <a:gd name="T82" fmla="*/ 308 w 1206"/>
                <a:gd name="T83" fmla="*/ 817 h 982"/>
                <a:gd name="T84" fmla="*/ 212 w 1206"/>
                <a:gd name="T85" fmla="*/ 831 h 982"/>
                <a:gd name="T86" fmla="*/ 107 w 1206"/>
                <a:gd name="T87" fmla="*/ 792 h 982"/>
                <a:gd name="T88" fmla="*/ 27 w 1206"/>
                <a:gd name="T89" fmla="*/ 711 h 982"/>
                <a:gd name="T90" fmla="*/ 1 w 1206"/>
                <a:gd name="T91" fmla="*/ 617 h 982"/>
                <a:gd name="T92" fmla="*/ 18 w 1206"/>
                <a:gd name="T93" fmla="*/ 523 h 982"/>
                <a:gd name="T94" fmla="*/ 70 w 1206"/>
                <a:gd name="T95" fmla="*/ 443 h 982"/>
                <a:gd name="T96" fmla="*/ 148 w 1206"/>
                <a:gd name="T97" fmla="*/ 390 h 982"/>
                <a:gd name="T98" fmla="*/ 245 w 1206"/>
                <a:gd name="T99" fmla="*/ 377 h 982"/>
                <a:gd name="T100" fmla="*/ 351 w 1206"/>
                <a:gd name="T101" fmla="*/ 416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06" h="982">
                  <a:moveTo>
                    <a:pt x="914" y="464"/>
                  </a:moveTo>
                  <a:cubicBezTo>
                    <a:pt x="947" y="485"/>
                    <a:pt x="979" y="492"/>
                    <a:pt x="1010" y="485"/>
                  </a:cubicBezTo>
                  <a:cubicBezTo>
                    <a:pt x="1041" y="477"/>
                    <a:pt x="1064" y="462"/>
                    <a:pt x="1079" y="439"/>
                  </a:cubicBezTo>
                  <a:cubicBezTo>
                    <a:pt x="1093" y="417"/>
                    <a:pt x="1098" y="390"/>
                    <a:pt x="1092" y="358"/>
                  </a:cubicBezTo>
                  <a:cubicBezTo>
                    <a:pt x="1086" y="327"/>
                    <a:pt x="1067" y="301"/>
                    <a:pt x="1034" y="279"/>
                  </a:cubicBezTo>
                  <a:cubicBezTo>
                    <a:pt x="1001" y="258"/>
                    <a:pt x="970" y="251"/>
                    <a:pt x="939" y="259"/>
                  </a:cubicBezTo>
                  <a:cubicBezTo>
                    <a:pt x="908" y="266"/>
                    <a:pt x="886" y="281"/>
                    <a:pt x="871" y="304"/>
                  </a:cubicBezTo>
                  <a:cubicBezTo>
                    <a:pt x="856" y="327"/>
                    <a:pt x="852" y="354"/>
                    <a:pt x="857" y="385"/>
                  </a:cubicBezTo>
                  <a:cubicBezTo>
                    <a:pt x="863" y="416"/>
                    <a:pt x="882" y="443"/>
                    <a:pt x="914" y="464"/>
                  </a:cubicBezTo>
                  <a:close/>
                  <a:moveTo>
                    <a:pt x="975" y="144"/>
                  </a:moveTo>
                  <a:cubicBezTo>
                    <a:pt x="1016" y="144"/>
                    <a:pt x="1057" y="157"/>
                    <a:pt x="1096" y="183"/>
                  </a:cubicBezTo>
                  <a:cubicBezTo>
                    <a:pt x="1136" y="210"/>
                    <a:pt x="1165" y="241"/>
                    <a:pt x="1182" y="279"/>
                  </a:cubicBezTo>
                  <a:cubicBezTo>
                    <a:pt x="1200" y="317"/>
                    <a:pt x="1206" y="354"/>
                    <a:pt x="1201" y="391"/>
                  </a:cubicBezTo>
                  <a:cubicBezTo>
                    <a:pt x="1196" y="428"/>
                    <a:pt x="1183" y="462"/>
                    <a:pt x="1162" y="494"/>
                  </a:cubicBezTo>
                  <a:cubicBezTo>
                    <a:pt x="1142" y="526"/>
                    <a:pt x="1115" y="552"/>
                    <a:pt x="1083" y="571"/>
                  </a:cubicBezTo>
                  <a:cubicBezTo>
                    <a:pt x="1052" y="590"/>
                    <a:pt x="1015" y="600"/>
                    <a:pt x="974" y="599"/>
                  </a:cubicBezTo>
                  <a:cubicBezTo>
                    <a:pt x="932" y="599"/>
                    <a:pt x="892" y="585"/>
                    <a:pt x="852" y="559"/>
                  </a:cubicBezTo>
                  <a:cubicBezTo>
                    <a:pt x="812" y="533"/>
                    <a:pt x="783" y="502"/>
                    <a:pt x="766" y="464"/>
                  </a:cubicBezTo>
                  <a:cubicBezTo>
                    <a:pt x="750" y="427"/>
                    <a:pt x="743" y="390"/>
                    <a:pt x="748" y="353"/>
                  </a:cubicBezTo>
                  <a:cubicBezTo>
                    <a:pt x="753" y="316"/>
                    <a:pt x="766" y="282"/>
                    <a:pt x="787" y="249"/>
                  </a:cubicBezTo>
                  <a:cubicBezTo>
                    <a:pt x="808" y="217"/>
                    <a:pt x="834" y="191"/>
                    <a:pt x="865" y="172"/>
                  </a:cubicBezTo>
                  <a:cubicBezTo>
                    <a:pt x="896" y="152"/>
                    <a:pt x="933" y="143"/>
                    <a:pt x="975" y="144"/>
                  </a:cubicBezTo>
                  <a:close/>
                  <a:moveTo>
                    <a:pt x="820" y="982"/>
                  </a:moveTo>
                  <a:lnTo>
                    <a:pt x="302" y="113"/>
                  </a:lnTo>
                  <a:lnTo>
                    <a:pt x="376" y="0"/>
                  </a:lnTo>
                  <a:lnTo>
                    <a:pt x="893" y="870"/>
                  </a:lnTo>
                  <a:lnTo>
                    <a:pt x="820" y="982"/>
                  </a:lnTo>
                  <a:close/>
                  <a:moveTo>
                    <a:pt x="111" y="617"/>
                  </a:moveTo>
                  <a:cubicBezTo>
                    <a:pt x="117" y="648"/>
                    <a:pt x="137" y="674"/>
                    <a:pt x="169" y="695"/>
                  </a:cubicBezTo>
                  <a:cubicBezTo>
                    <a:pt x="202" y="716"/>
                    <a:pt x="234" y="723"/>
                    <a:pt x="265" y="717"/>
                  </a:cubicBezTo>
                  <a:cubicBezTo>
                    <a:pt x="295" y="710"/>
                    <a:pt x="318" y="695"/>
                    <a:pt x="333" y="671"/>
                  </a:cubicBezTo>
                  <a:cubicBezTo>
                    <a:pt x="349" y="648"/>
                    <a:pt x="353" y="621"/>
                    <a:pt x="347" y="590"/>
                  </a:cubicBezTo>
                  <a:cubicBezTo>
                    <a:pt x="341" y="559"/>
                    <a:pt x="321" y="533"/>
                    <a:pt x="289" y="512"/>
                  </a:cubicBezTo>
                  <a:cubicBezTo>
                    <a:pt x="256" y="490"/>
                    <a:pt x="224" y="484"/>
                    <a:pt x="194" y="490"/>
                  </a:cubicBezTo>
                  <a:cubicBezTo>
                    <a:pt x="163" y="497"/>
                    <a:pt x="140" y="512"/>
                    <a:pt x="125" y="535"/>
                  </a:cubicBezTo>
                  <a:cubicBezTo>
                    <a:pt x="109" y="559"/>
                    <a:pt x="105" y="585"/>
                    <a:pt x="111" y="617"/>
                  </a:cubicBezTo>
                  <a:close/>
                  <a:moveTo>
                    <a:pt x="351" y="416"/>
                  </a:moveTo>
                  <a:cubicBezTo>
                    <a:pt x="385" y="438"/>
                    <a:pt x="411" y="465"/>
                    <a:pt x="430" y="497"/>
                  </a:cubicBezTo>
                  <a:cubicBezTo>
                    <a:pt x="448" y="528"/>
                    <a:pt x="457" y="559"/>
                    <a:pt x="456" y="591"/>
                  </a:cubicBezTo>
                  <a:cubicBezTo>
                    <a:pt x="455" y="622"/>
                    <a:pt x="450" y="653"/>
                    <a:pt x="439" y="684"/>
                  </a:cubicBezTo>
                  <a:cubicBezTo>
                    <a:pt x="428" y="714"/>
                    <a:pt x="411" y="741"/>
                    <a:pt x="387" y="764"/>
                  </a:cubicBezTo>
                  <a:cubicBezTo>
                    <a:pt x="363" y="786"/>
                    <a:pt x="337" y="804"/>
                    <a:pt x="308" y="817"/>
                  </a:cubicBezTo>
                  <a:cubicBezTo>
                    <a:pt x="280" y="830"/>
                    <a:pt x="248" y="835"/>
                    <a:pt x="212" y="831"/>
                  </a:cubicBezTo>
                  <a:cubicBezTo>
                    <a:pt x="176" y="827"/>
                    <a:pt x="141" y="814"/>
                    <a:pt x="107" y="792"/>
                  </a:cubicBezTo>
                  <a:cubicBezTo>
                    <a:pt x="72" y="769"/>
                    <a:pt x="45" y="742"/>
                    <a:pt x="27" y="711"/>
                  </a:cubicBezTo>
                  <a:cubicBezTo>
                    <a:pt x="9" y="680"/>
                    <a:pt x="0" y="648"/>
                    <a:pt x="1" y="617"/>
                  </a:cubicBezTo>
                  <a:cubicBezTo>
                    <a:pt x="1" y="585"/>
                    <a:pt x="7" y="554"/>
                    <a:pt x="18" y="523"/>
                  </a:cubicBezTo>
                  <a:cubicBezTo>
                    <a:pt x="29" y="492"/>
                    <a:pt x="46" y="465"/>
                    <a:pt x="70" y="443"/>
                  </a:cubicBezTo>
                  <a:cubicBezTo>
                    <a:pt x="94" y="421"/>
                    <a:pt x="120" y="403"/>
                    <a:pt x="148" y="390"/>
                  </a:cubicBezTo>
                  <a:cubicBezTo>
                    <a:pt x="177" y="377"/>
                    <a:pt x="209" y="373"/>
                    <a:pt x="245" y="377"/>
                  </a:cubicBezTo>
                  <a:cubicBezTo>
                    <a:pt x="281" y="380"/>
                    <a:pt x="316" y="393"/>
                    <a:pt x="351" y="4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42" name="TextBox 141">
            <a:extLst>
              <a:ext uri="{FF2B5EF4-FFF2-40B4-BE49-F238E27FC236}">
                <a16:creationId xmlns:a16="http://schemas.microsoft.com/office/drawing/2014/main" id="{2158A487-E120-9FB1-451E-E4B1E0DE3DB8}"/>
              </a:ext>
            </a:extLst>
          </p:cNvPr>
          <p:cNvSpPr txBox="1"/>
          <p:nvPr/>
        </p:nvSpPr>
        <p:spPr>
          <a:xfrm>
            <a:off x="1058526" y="4653858"/>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3" name="TextBox 142">
            <a:extLst>
              <a:ext uri="{FF2B5EF4-FFF2-40B4-BE49-F238E27FC236}">
                <a16:creationId xmlns:a16="http://schemas.microsoft.com/office/drawing/2014/main" id="{9B954448-99D7-45D9-FF46-84857DC123AD}"/>
              </a:ext>
            </a:extLst>
          </p:cNvPr>
          <p:cNvSpPr txBox="1"/>
          <p:nvPr/>
        </p:nvSpPr>
        <p:spPr>
          <a:xfrm>
            <a:off x="3131321" y="3611209"/>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4" name="TextBox 143">
            <a:extLst>
              <a:ext uri="{FF2B5EF4-FFF2-40B4-BE49-F238E27FC236}">
                <a16:creationId xmlns:a16="http://schemas.microsoft.com/office/drawing/2014/main" id="{DF643825-0CDB-4659-420E-C1E304260B08}"/>
              </a:ext>
            </a:extLst>
          </p:cNvPr>
          <p:cNvSpPr txBox="1"/>
          <p:nvPr/>
        </p:nvSpPr>
        <p:spPr>
          <a:xfrm>
            <a:off x="5186941" y="3191575"/>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5" name="TextBox 144">
            <a:extLst>
              <a:ext uri="{FF2B5EF4-FFF2-40B4-BE49-F238E27FC236}">
                <a16:creationId xmlns:a16="http://schemas.microsoft.com/office/drawing/2014/main" id="{ACC69C6B-D916-6FA3-A4B8-D1976B2C5B64}"/>
              </a:ext>
            </a:extLst>
          </p:cNvPr>
          <p:cNvSpPr txBox="1"/>
          <p:nvPr/>
        </p:nvSpPr>
        <p:spPr>
          <a:xfrm>
            <a:off x="7228879" y="3611209"/>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6" name="TextBox 145">
            <a:extLst>
              <a:ext uri="{FF2B5EF4-FFF2-40B4-BE49-F238E27FC236}">
                <a16:creationId xmlns:a16="http://schemas.microsoft.com/office/drawing/2014/main" id="{549B23F8-B1F6-04E0-42C7-4AF419196270}"/>
              </a:ext>
            </a:extLst>
          </p:cNvPr>
          <p:cNvSpPr txBox="1"/>
          <p:nvPr/>
        </p:nvSpPr>
        <p:spPr>
          <a:xfrm>
            <a:off x="9421026" y="4653858"/>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7" name="TextBox 146">
            <a:extLst>
              <a:ext uri="{FF2B5EF4-FFF2-40B4-BE49-F238E27FC236}">
                <a16:creationId xmlns:a16="http://schemas.microsoft.com/office/drawing/2014/main" id="{082D6C73-B860-F9E3-AC48-5715E0495DB0}"/>
              </a:ext>
            </a:extLst>
          </p:cNvPr>
          <p:cNvSpPr txBox="1"/>
          <p:nvPr/>
        </p:nvSpPr>
        <p:spPr>
          <a:xfrm>
            <a:off x="4320674" y="5796266"/>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cxnSp>
        <p:nvCxnSpPr>
          <p:cNvPr id="148" name="Straight Arrow Connector 147">
            <a:extLst>
              <a:ext uri="{FF2B5EF4-FFF2-40B4-BE49-F238E27FC236}">
                <a16:creationId xmlns:a16="http://schemas.microsoft.com/office/drawing/2014/main" id="{35A0FB84-8364-2B6A-D291-54A67276F28A}"/>
              </a:ext>
            </a:extLst>
          </p:cNvPr>
          <p:cNvCxnSpPr/>
          <p:nvPr/>
        </p:nvCxnSpPr>
        <p:spPr>
          <a:xfrm>
            <a:off x="4277520" y="5687323"/>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3" name="Abilities" descr="{&quot;Key&quot;:&quot;POWER_USER_SHAPE_ICON&quot;,&quot;Value&quot;:&quot;POWER_USER_SHAPE_ICON_STYLE_1&quot;}">
            <a:extLst>
              <a:ext uri="{FF2B5EF4-FFF2-40B4-BE49-F238E27FC236}">
                <a16:creationId xmlns:a16="http://schemas.microsoft.com/office/drawing/2014/main" id="{55363C67-3D4B-77FD-6CE7-E5B779A9DDB6}"/>
              </a:ext>
            </a:extLst>
          </p:cNvPr>
          <p:cNvGrpSpPr>
            <a:grpSpLocks noChangeAspect="1"/>
          </p:cNvGrpSpPr>
          <p:nvPr/>
        </p:nvGrpSpPr>
        <p:grpSpPr>
          <a:xfrm>
            <a:off x="1792550" y="3840344"/>
            <a:ext cx="384422" cy="364958"/>
            <a:chOff x="10361046" y="2403176"/>
            <a:chExt cx="1011340" cy="960133"/>
          </a:xfrm>
          <a:solidFill>
            <a:schemeClr val="accent1"/>
          </a:solidFill>
        </p:grpSpPr>
        <p:sp>
          <p:nvSpPr>
            <p:cNvPr id="4" name="Free-form: Shape 3">
              <a:extLst>
                <a:ext uri="{FF2B5EF4-FFF2-40B4-BE49-F238E27FC236}">
                  <a16:creationId xmlns:a16="http://schemas.microsoft.com/office/drawing/2014/main" id="{464BEEF8-BAFC-C564-92FC-46557A03C8D0}"/>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28643095-3FF4-927D-3FC0-AFC51400020F}"/>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CAA12A95-8B79-9494-8B7A-60DFC07C8D83}"/>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02BA5B0-5D38-DF3E-0693-1018C9A4212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807C0937-62D5-3458-E5EF-B92144E36DF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8F49CE37-ACC7-CB7C-B06F-1BB366FA02EC}"/>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DEE07125-AAA2-1EE3-90BB-4EC419C2DF8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24ACEB26-D9C7-AF72-7ED5-6187728C5C5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larm3" descr="{&quot;Key&quot;:&quot;POWER_USER_SHAPE_ICON&quot;,&quot;Value&quot;:&quot;POWER_USER_SHAPE_ICON_STYLE_1&quot;}">
            <a:extLst>
              <a:ext uri="{FF2B5EF4-FFF2-40B4-BE49-F238E27FC236}">
                <a16:creationId xmlns:a16="http://schemas.microsoft.com/office/drawing/2014/main" id="{629C5542-CB68-493A-E773-45269DF01057}"/>
              </a:ext>
            </a:extLst>
          </p:cNvPr>
          <p:cNvGrpSpPr>
            <a:grpSpLocks noChangeAspect="1"/>
          </p:cNvGrpSpPr>
          <p:nvPr/>
        </p:nvGrpSpPr>
        <p:grpSpPr>
          <a:xfrm>
            <a:off x="5834644" y="2472335"/>
            <a:ext cx="522712" cy="441599"/>
            <a:chOff x="6639646" y="3454741"/>
            <a:chExt cx="489352" cy="413416"/>
          </a:xfrm>
          <a:solidFill>
            <a:schemeClr val="accent3"/>
          </a:solidFill>
        </p:grpSpPr>
        <p:sp>
          <p:nvSpPr>
            <p:cNvPr id="13" name="Freeform 699">
              <a:extLst>
                <a:ext uri="{FF2B5EF4-FFF2-40B4-BE49-F238E27FC236}">
                  <a16:creationId xmlns:a16="http://schemas.microsoft.com/office/drawing/2014/main" id="{088520A7-6278-F7A1-B898-B95DCF83489E}"/>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0">
              <a:extLst>
                <a:ext uri="{FF2B5EF4-FFF2-40B4-BE49-F238E27FC236}">
                  <a16:creationId xmlns:a16="http://schemas.microsoft.com/office/drawing/2014/main" id="{A5D5536B-DB39-FEEC-3103-CDFC86FEC9AA}"/>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1">
              <a:extLst>
                <a:ext uri="{FF2B5EF4-FFF2-40B4-BE49-F238E27FC236}">
                  <a16:creationId xmlns:a16="http://schemas.microsoft.com/office/drawing/2014/main" id="{0D9A3D44-965D-F01A-0290-6C178518F7C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2">
              <a:extLst>
                <a:ext uri="{FF2B5EF4-FFF2-40B4-BE49-F238E27FC236}">
                  <a16:creationId xmlns:a16="http://schemas.microsoft.com/office/drawing/2014/main" id="{C9EA0F60-BC7D-B8F9-F7EA-8F66450A27A4}"/>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3">
              <a:extLst>
                <a:ext uri="{FF2B5EF4-FFF2-40B4-BE49-F238E27FC236}">
                  <a16:creationId xmlns:a16="http://schemas.microsoft.com/office/drawing/2014/main" id="{E5FD2F2A-1880-1A6E-7BAD-B673AB511F6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4">
              <a:extLst>
                <a:ext uri="{FF2B5EF4-FFF2-40B4-BE49-F238E27FC236}">
                  <a16:creationId xmlns:a16="http://schemas.microsoft.com/office/drawing/2014/main" id="{AB3F57B1-5699-7827-6694-77050FD662CF}"/>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05">
              <a:extLst>
                <a:ext uri="{FF2B5EF4-FFF2-40B4-BE49-F238E27FC236}">
                  <a16:creationId xmlns:a16="http://schemas.microsoft.com/office/drawing/2014/main" id="{81DA8CBE-AF9C-40E7-36E9-01DCEFC0A5B1}"/>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06">
              <a:extLst>
                <a:ext uri="{FF2B5EF4-FFF2-40B4-BE49-F238E27FC236}">
                  <a16:creationId xmlns:a16="http://schemas.microsoft.com/office/drawing/2014/main" id="{206F8997-1F91-5C55-6190-4D3633D7DB38}"/>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707">
              <a:extLst>
                <a:ext uri="{FF2B5EF4-FFF2-40B4-BE49-F238E27FC236}">
                  <a16:creationId xmlns:a16="http://schemas.microsoft.com/office/drawing/2014/main" id="{1626182F-F740-B1CF-4C31-2C446081F6C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8">
              <a:extLst>
                <a:ext uri="{FF2B5EF4-FFF2-40B4-BE49-F238E27FC236}">
                  <a16:creationId xmlns:a16="http://schemas.microsoft.com/office/drawing/2014/main" id="{DA541EBD-CD16-6315-8F41-50D3E21542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709">
              <a:extLst>
                <a:ext uri="{FF2B5EF4-FFF2-40B4-BE49-F238E27FC236}">
                  <a16:creationId xmlns:a16="http://schemas.microsoft.com/office/drawing/2014/main" id="{75E21556-80D2-51C1-4C18-A1489D20B04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10">
              <a:extLst>
                <a:ext uri="{FF2B5EF4-FFF2-40B4-BE49-F238E27FC236}">
                  <a16:creationId xmlns:a16="http://schemas.microsoft.com/office/drawing/2014/main" id="{C75ED31F-8B0D-E048-CA1F-F690E2BA77C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11">
              <a:extLst>
                <a:ext uri="{FF2B5EF4-FFF2-40B4-BE49-F238E27FC236}">
                  <a16:creationId xmlns:a16="http://schemas.microsoft.com/office/drawing/2014/main" id="{E8ED06F4-BD19-6DB3-0EA0-6A54F511D341}"/>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712">
              <a:extLst>
                <a:ext uri="{FF2B5EF4-FFF2-40B4-BE49-F238E27FC236}">
                  <a16:creationId xmlns:a16="http://schemas.microsoft.com/office/drawing/2014/main" id="{3A639418-CA52-107A-AE4E-3B7BE956FD1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AI2" descr="{&quot;Key&quot;:&quot;POWER_USER_SHAPE_ICON&quot;,&quot;Value&quot;:&quot;POWER_USER_SHAPE_ICON_STYLE_1&quot;}">
            <a:extLst>
              <a:ext uri="{FF2B5EF4-FFF2-40B4-BE49-F238E27FC236}">
                <a16:creationId xmlns:a16="http://schemas.microsoft.com/office/drawing/2014/main" id="{6D04B3AB-A6BF-665B-6C41-C9FBF751C684}"/>
              </a:ext>
            </a:extLst>
          </p:cNvPr>
          <p:cNvGrpSpPr>
            <a:grpSpLocks noChangeAspect="1"/>
          </p:cNvGrpSpPr>
          <p:nvPr>
            <p:custDataLst>
              <p:tags r:id="rId4"/>
            </p:custDataLst>
          </p:nvPr>
        </p:nvGrpSpPr>
        <p:grpSpPr>
          <a:xfrm>
            <a:off x="10112664" y="3903697"/>
            <a:ext cx="434843" cy="364958"/>
            <a:chOff x="3457576" y="4243388"/>
            <a:chExt cx="711200" cy="596900"/>
          </a:xfrm>
          <a:solidFill>
            <a:schemeClr val="accent5"/>
          </a:solidFill>
        </p:grpSpPr>
        <p:sp>
          <p:nvSpPr>
            <p:cNvPr id="28" name="Freeform 322">
              <a:extLst>
                <a:ext uri="{FF2B5EF4-FFF2-40B4-BE49-F238E27FC236}">
                  <a16:creationId xmlns:a16="http://schemas.microsoft.com/office/drawing/2014/main" id="{3D5839B9-06CD-1E64-CACA-D99D8C167ECB}"/>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23">
              <a:extLst>
                <a:ext uri="{FF2B5EF4-FFF2-40B4-BE49-F238E27FC236}">
                  <a16:creationId xmlns:a16="http://schemas.microsoft.com/office/drawing/2014/main" id="{419410DC-3F3E-6987-32AB-7370DD79F828}"/>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24">
              <a:extLst>
                <a:ext uri="{FF2B5EF4-FFF2-40B4-BE49-F238E27FC236}">
                  <a16:creationId xmlns:a16="http://schemas.microsoft.com/office/drawing/2014/main" id="{4102D73F-7B05-CB20-C092-43F27DA0924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25">
              <a:extLst>
                <a:ext uri="{FF2B5EF4-FFF2-40B4-BE49-F238E27FC236}">
                  <a16:creationId xmlns:a16="http://schemas.microsoft.com/office/drawing/2014/main" id="{695FED42-29A5-0B9F-D959-BB81560FE808}"/>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26">
              <a:extLst>
                <a:ext uri="{FF2B5EF4-FFF2-40B4-BE49-F238E27FC236}">
                  <a16:creationId xmlns:a16="http://schemas.microsoft.com/office/drawing/2014/main" id="{80574C62-500C-990A-538D-47FC570493D8}"/>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27">
              <a:extLst>
                <a:ext uri="{FF2B5EF4-FFF2-40B4-BE49-F238E27FC236}">
                  <a16:creationId xmlns:a16="http://schemas.microsoft.com/office/drawing/2014/main" id="{238102B5-E668-ED82-1937-04344DC5F5D8}"/>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28">
              <a:extLst>
                <a:ext uri="{FF2B5EF4-FFF2-40B4-BE49-F238E27FC236}">
                  <a16:creationId xmlns:a16="http://schemas.microsoft.com/office/drawing/2014/main" id="{22EA985B-8771-E604-E8A6-11AB8B73F877}"/>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29">
              <a:extLst>
                <a:ext uri="{FF2B5EF4-FFF2-40B4-BE49-F238E27FC236}">
                  <a16:creationId xmlns:a16="http://schemas.microsoft.com/office/drawing/2014/main" id="{4EB13C2D-1748-5287-BF29-57AED18666F2}"/>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30">
              <a:extLst>
                <a:ext uri="{FF2B5EF4-FFF2-40B4-BE49-F238E27FC236}">
                  <a16:creationId xmlns:a16="http://schemas.microsoft.com/office/drawing/2014/main" id="{D37DCE34-B477-2668-12D1-1C65D3DE17F3}"/>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31">
              <a:extLst>
                <a:ext uri="{FF2B5EF4-FFF2-40B4-BE49-F238E27FC236}">
                  <a16:creationId xmlns:a16="http://schemas.microsoft.com/office/drawing/2014/main" id="{AC1FD52D-1B59-888D-EA26-A0AA9AEF3D5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32">
              <a:extLst>
                <a:ext uri="{FF2B5EF4-FFF2-40B4-BE49-F238E27FC236}">
                  <a16:creationId xmlns:a16="http://schemas.microsoft.com/office/drawing/2014/main" id="{4B36093D-C3B4-6584-B67E-5206BDB458AB}"/>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33">
              <a:extLst>
                <a:ext uri="{FF2B5EF4-FFF2-40B4-BE49-F238E27FC236}">
                  <a16:creationId xmlns:a16="http://schemas.microsoft.com/office/drawing/2014/main" id="{3907C134-1918-2591-F9AF-96467DC8E4D8}"/>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34">
              <a:extLst>
                <a:ext uri="{FF2B5EF4-FFF2-40B4-BE49-F238E27FC236}">
                  <a16:creationId xmlns:a16="http://schemas.microsoft.com/office/drawing/2014/main" id="{E9AB23BC-DD5C-1A18-2F28-933F2718639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35">
              <a:extLst>
                <a:ext uri="{FF2B5EF4-FFF2-40B4-BE49-F238E27FC236}">
                  <a16:creationId xmlns:a16="http://schemas.microsoft.com/office/drawing/2014/main" id="{4B1CE2B5-72F9-59B3-9DDE-F91171864010}"/>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36">
              <a:extLst>
                <a:ext uri="{FF2B5EF4-FFF2-40B4-BE49-F238E27FC236}">
                  <a16:creationId xmlns:a16="http://schemas.microsoft.com/office/drawing/2014/main" id="{52EDDD70-22C8-9BAC-9D61-1FF6FFE4AF05}"/>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2505946039"/>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220022-1D15-FD2F-7237-738E2843CE3D}"/>
              </a:ext>
            </a:extLst>
          </p:cNvPr>
          <p:cNvSpPr>
            <a:spLocks noGrp="1"/>
          </p:cNvSpPr>
          <p:nvPr>
            <p:ph type="title"/>
          </p:nvPr>
        </p:nvSpPr>
        <p:spPr>
          <a:xfrm>
            <a:off x="214184" y="13663"/>
            <a:ext cx="9728886" cy="678316"/>
          </a:xfrm>
        </p:spPr>
        <p:txBody>
          <a:bodyPr>
            <a:normAutofit/>
          </a:bodyPr>
          <a:lstStyle/>
          <a:p>
            <a:r>
              <a:rPr lang="en-US" dirty="0"/>
              <a:t>Bridge 2</a:t>
            </a:r>
          </a:p>
        </p:txBody>
      </p:sp>
      <p:grpSp>
        <p:nvGrpSpPr>
          <p:cNvPr id="93" name="Hiking" descr="{&quot;Key&quot;:&quot;POWER_USER_SHAPE_ICON&quot;,&quot;Value&quot;:&quot;POWER_USER_SHAPE_ICON_STYLE_1&quot;}">
            <a:extLst>
              <a:ext uri="{FF2B5EF4-FFF2-40B4-BE49-F238E27FC236}">
                <a16:creationId xmlns:a16="http://schemas.microsoft.com/office/drawing/2014/main" id="{75E1EEF6-9BEB-A264-BE72-B4186BEED182}"/>
              </a:ext>
            </a:extLst>
          </p:cNvPr>
          <p:cNvGrpSpPr>
            <a:grpSpLocks noChangeAspect="1"/>
          </p:cNvGrpSpPr>
          <p:nvPr>
            <p:custDataLst>
              <p:tags r:id="rId1"/>
            </p:custDataLst>
          </p:nvPr>
        </p:nvGrpSpPr>
        <p:grpSpPr bwMode="auto">
          <a:xfrm flipH="1">
            <a:off x="1790079" y="3138474"/>
            <a:ext cx="364817" cy="572502"/>
            <a:chOff x="5696" y="3500"/>
            <a:chExt cx="599" cy="940"/>
          </a:xfrm>
          <a:solidFill>
            <a:srgbClr val="7F7F7F"/>
          </a:solidFill>
        </p:grpSpPr>
        <p:sp>
          <p:nvSpPr>
            <p:cNvPr id="94" name="Oval 573">
              <a:extLst>
                <a:ext uri="{FF2B5EF4-FFF2-40B4-BE49-F238E27FC236}">
                  <a16:creationId xmlns:a16="http://schemas.microsoft.com/office/drawing/2014/main" id="{5DCB77DC-0DF0-2DD1-5F46-64C5CF557A78}"/>
                </a:ext>
              </a:extLst>
            </p:cNvPr>
            <p:cNvSpPr>
              <a:spLocks noChangeArrowheads="1"/>
            </p:cNvSpPr>
            <p:nvPr/>
          </p:nvSpPr>
          <p:spPr bwMode="auto">
            <a:xfrm>
              <a:off x="5851" y="3500"/>
              <a:ext cx="140" cy="1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574">
              <a:extLst>
                <a:ext uri="{FF2B5EF4-FFF2-40B4-BE49-F238E27FC236}">
                  <a16:creationId xmlns:a16="http://schemas.microsoft.com/office/drawing/2014/main" id="{7AE4F4BA-9CA3-CC60-C3F6-8A9DA25E86C5}"/>
                </a:ext>
              </a:extLst>
            </p:cNvPr>
            <p:cNvSpPr>
              <a:spLocks noEditPoints="1"/>
            </p:cNvSpPr>
            <p:nvPr/>
          </p:nvSpPr>
          <p:spPr bwMode="auto">
            <a:xfrm>
              <a:off x="5696" y="3586"/>
              <a:ext cx="599" cy="854"/>
            </a:xfrm>
            <a:custGeom>
              <a:avLst/>
              <a:gdLst>
                <a:gd name="T0" fmla="*/ 2843 w 3856"/>
                <a:gd name="T1" fmla="*/ 0 h 5496"/>
                <a:gd name="T2" fmla="*/ 2293 w 3856"/>
                <a:gd name="T3" fmla="*/ 166 h 5496"/>
                <a:gd name="T4" fmla="*/ 2574 w 3856"/>
                <a:gd name="T5" fmla="*/ 1139 h 5496"/>
                <a:gd name="T6" fmla="*/ 2267 w 3856"/>
                <a:gd name="T7" fmla="*/ 601 h 5496"/>
                <a:gd name="T8" fmla="*/ 1909 w 3856"/>
                <a:gd name="T9" fmla="*/ 358 h 5496"/>
                <a:gd name="T10" fmla="*/ 1255 w 3856"/>
                <a:gd name="T11" fmla="*/ 794 h 5496"/>
                <a:gd name="T12" fmla="*/ 935 w 3856"/>
                <a:gd name="T13" fmla="*/ 1716 h 5496"/>
                <a:gd name="T14" fmla="*/ 0 w 3856"/>
                <a:gd name="T15" fmla="*/ 2293 h 5496"/>
                <a:gd name="T16" fmla="*/ 218 w 3856"/>
                <a:gd name="T17" fmla="*/ 2651 h 5496"/>
                <a:gd name="T18" fmla="*/ 358 w 3856"/>
                <a:gd name="T19" fmla="*/ 2561 h 5496"/>
                <a:gd name="T20" fmla="*/ 1139 w 3856"/>
                <a:gd name="T21" fmla="*/ 4125 h 5496"/>
                <a:gd name="T22" fmla="*/ 896 w 3856"/>
                <a:gd name="T23" fmla="*/ 5367 h 5496"/>
                <a:gd name="T24" fmla="*/ 1409 w 3856"/>
                <a:gd name="T25" fmla="*/ 5444 h 5496"/>
                <a:gd name="T26" fmla="*/ 1525 w 3856"/>
                <a:gd name="T27" fmla="*/ 5009 h 5496"/>
                <a:gd name="T28" fmla="*/ 1819 w 3856"/>
                <a:gd name="T29" fmla="*/ 5496 h 5496"/>
                <a:gd name="T30" fmla="*/ 1986 w 3856"/>
                <a:gd name="T31" fmla="*/ 5496 h 5496"/>
                <a:gd name="T32" fmla="*/ 2037 w 3856"/>
                <a:gd name="T33" fmla="*/ 5355 h 5496"/>
                <a:gd name="T34" fmla="*/ 1640 w 3856"/>
                <a:gd name="T35" fmla="*/ 4522 h 5496"/>
                <a:gd name="T36" fmla="*/ 1729 w 3856"/>
                <a:gd name="T37" fmla="*/ 4060 h 5496"/>
                <a:gd name="T38" fmla="*/ 2395 w 3856"/>
                <a:gd name="T39" fmla="*/ 3382 h 5496"/>
                <a:gd name="T40" fmla="*/ 2587 w 3856"/>
                <a:gd name="T41" fmla="*/ 3920 h 5496"/>
                <a:gd name="T42" fmla="*/ 3421 w 3856"/>
                <a:gd name="T43" fmla="*/ 5470 h 5496"/>
                <a:gd name="T44" fmla="*/ 3856 w 3856"/>
                <a:gd name="T45" fmla="*/ 5278 h 5496"/>
                <a:gd name="T46" fmla="*/ 3023 w 3856"/>
                <a:gd name="T47" fmla="*/ 3023 h 5496"/>
                <a:gd name="T48" fmla="*/ 3010 w 3856"/>
                <a:gd name="T49" fmla="*/ 2382 h 5496"/>
                <a:gd name="T50" fmla="*/ 2908 w 3856"/>
                <a:gd name="T51" fmla="*/ 1755 h 5496"/>
                <a:gd name="T52" fmla="*/ 3344 w 3856"/>
                <a:gd name="T53" fmla="*/ 1627 h 5496"/>
                <a:gd name="T54" fmla="*/ 2843 w 3856"/>
                <a:gd name="T55" fmla="*/ 0 h 5496"/>
                <a:gd name="T56" fmla="*/ 1499 w 3856"/>
                <a:gd name="T57" fmla="*/ 1716 h 5496"/>
                <a:gd name="T58" fmla="*/ 1896 w 3856"/>
                <a:gd name="T59" fmla="*/ 2331 h 5496"/>
                <a:gd name="T60" fmla="*/ 1909 w 3856"/>
                <a:gd name="T61" fmla="*/ 2497 h 5496"/>
                <a:gd name="T62" fmla="*/ 1371 w 3856"/>
                <a:gd name="T63" fmla="*/ 3433 h 5496"/>
                <a:gd name="T64" fmla="*/ 1229 w 3856"/>
                <a:gd name="T65" fmla="*/ 3715 h 5496"/>
                <a:gd name="T66" fmla="*/ 589 w 3856"/>
                <a:gd name="T67" fmla="*/ 2433 h 5496"/>
                <a:gd name="T68" fmla="*/ 1229 w 3856"/>
                <a:gd name="T69" fmla="*/ 2203 h 5496"/>
                <a:gd name="T70" fmla="*/ 1499 w 3856"/>
                <a:gd name="T71" fmla="*/ 1716 h 5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56" h="5496">
                  <a:moveTo>
                    <a:pt x="2843" y="0"/>
                  </a:moveTo>
                  <a:lnTo>
                    <a:pt x="2293" y="166"/>
                  </a:lnTo>
                  <a:lnTo>
                    <a:pt x="2574" y="1139"/>
                  </a:lnTo>
                  <a:lnTo>
                    <a:pt x="2267" y="601"/>
                  </a:lnTo>
                  <a:lnTo>
                    <a:pt x="1909" y="358"/>
                  </a:lnTo>
                  <a:lnTo>
                    <a:pt x="1255" y="794"/>
                  </a:lnTo>
                  <a:lnTo>
                    <a:pt x="935" y="1716"/>
                  </a:lnTo>
                  <a:lnTo>
                    <a:pt x="0" y="2293"/>
                  </a:lnTo>
                  <a:lnTo>
                    <a:pt x="218" y="2651"/>
                  </a:lnTo>
                  <a:lnTo>
                    <a:pt x="358" y="2561"/>
                  </a:lnTo>
                  <a:lnTo>
                    <a:pt x="1139" y="4125"/>
                  </a:lnTo>
                  <a:lnTo>
                    <a:pt x="896" y="5367"/>
                  </a:lnTo>
                  <a:lnTo>
                    <a:pt x="1409" y="5444"/>
                  </a:lnTo>
                  <a:lnTo>
                    <a:pt x="1525" y="5009"/>
                  </a:lnTo>
                  <a:lnTo>
                    <a:pt x="1819" y="5496"/>
                  </a:lnTo>
                  <a:lnTo>
                    <a:pt x="1986" y="5496"/>
                  </a:lnTo>
                  <a:lnTo>
                    <a:pt x="2037" y="5355"/>
                  </a:lnTo>
                  <a:lnTo>
                    <a:pt x="1640" y="4522"/>
                  </a:lnTo>
                  <a:lnTo>
                    <a:pt x="1729" y="4060"/>
                  </a:lnTo>
                  <a:lnTo>
                    <a:pt x="2395" y="3382"/>
                  </a:lnTo>
                  <a:lnTo>
                    <a:pt x="2587" y="3920"/>
                  </a:lnTo>
                  <a:lnTo>
                    <a:pt x="3421" y="5470"/>
                  </a:lnTo>
                  <a:lnTo>
                    <a:pt x="3856" y="5278"/>
                  </a:lnTo>
                  <a:lnTo>
                    <a:pt x="3023" y="3023"/>
                  </a:lnTo>
                  <a:lnTo>
                    <a:pt x="3010" y="2382"/>
                  </a:lnTo>
                  <a:lnTo>
                    <a:pt x="2908" y="1755"/>
                  </a:lnTo>
                  <a:lnTo>
                    <a:pt x="3344" y="1627"/>
                  </a:lnTo>
                  <a:lnTo>
                    <a:pt x="2843" y="0"/>
                  </a:lnTo>
                  <a:close/>
                  <a:moveTo>
                    <a:pt x="1499" y="1716"/>
                  </a:moveTo>
                  <a:lnTo>
                    <a:pt x="1896" y="2331"/>
                  </a:lnTo>
                  <a:lnTo>
                    <a:pt x="1909" y="2497"/>
                  </a:lnTo>
                  <a:lnTo>
                    <a:pt x="1371" y="3433"/>
                  </a:lnTo>
                  <a:lnTo>
                    <a:pt x="1229" y="3715"/>
                  </a:lnTo>
                  <a:lnTo>
                    <a:pt x="589" y="2433"/>
                  </a:lnTo>
                  <a:lnTo>
                    <a:pt x="1229" y="2203"/>
                  </a:lnTo>
                  <a:lnTo>
                    <a:pt x="1499" y="1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 name="Jump" descr="{&quot;Key&quot;:&quot;POWER_USER_SHAPE_ICON&quot;,&quot;Value&quot;:&quot;POWER_USER_SHAPE_ICON_STYLE_1&quot;}">
            <a:extLst>
              <a:ext uri="{FF2B5EF4-FFF2-40B4-BE49-F238E27FC236}">
                <a16:creationId xmlns:a16="http://schemas.microsoft.com/office/drawing/2014/main" id="{758367D0-3638-1712-15E5-69F6926EC864}"/>
              </a:ext>
            </a:extLst>
          </p:cNvPr>
          <p:cNvGrpSpPr>
            <a:grpSpLocks noChangeAspect="1"/>
          </p:cNvGrpSpPr>
          <p:nvPr>
            <p:custDataLst>
              <p:tags r:id="rId2"/>
            </p:custDataLst>
          </p:nvPr>
        </p:nvGrpSpPr>
        <p:grpSpPr bwMode="auto">
          <a:xfrm>
            <a:off x="581995" y="3576413"/>
            <a:ext cx="11028009" cy="2432349"/>
            <a:chOff x="139" y="839"/>
            <a:chExt cx="1780" cy="396"/>
          </a:xfrm>
          <a:solidFill>
            <a:srgbClr val="D9D9D9"/>
          </a:solidFill>
        </p:grpSpPr>
        <p:sp>
          <p:nvSpPr>
            <p:cNvPr id="10" name="Freeform 16">
              <a:extLst>
                <a:ext uri="{FF2B5EF4-FFF2-40B4-BE49-F238E27FC236}">
                  <a16:creationId xmlns:a16="http://schemas.microsoft.com/office/drawing/2014/main" id="{FE13A287-86AE-4E91-CB15-85A3FBED8DF4}"/>
                </a:ext>
              </a:extLst>
            </p:cNvPr>
            <p:cNvSpPr>
              <a:spLocks/>
            </p:cNvSpPr>
            <p:nvPr/>
          </p:nvSpPr>
          <p:spPr bwMode="auto">
            <a:xfrm>
              <a:off x="1278" y="839"/>
              <a:ext cx="641" cy="396"/>
            </a:xfrm>
            <a:custGeom>
              <a:avLst/>
              <a:gdLst>
                <a:gd name="T0" fmla="*/ 2739 w 9778"/>
                <a:gd name="T1" fmla="*/ 5895 h 5896"/>
                <a:gd name="T2" fmla="*/ 2663 w 9778"/>
                <a:gd name="T3" fmla="*/ 5793 h 5896"/>
                <a:gd name="T4" fmla="*/ 2467 w 9778"/>
                <a:gd name="T5" fmla="*/ 5639 h 5896"/>
                <a:gd name="T6" fmla="*/ 2229 w 9778"/>
                <a:gd name="T7" fmla="*/ 4988 h 5896"/>
                <a:gd name="T8" fmla="*/ 2107 w 9778"/>
                <a:gd name="T9" fmla="*/ 4452 h 5896"/>
                <a:gd name="T10" fmla="*/ 1807 w 9778"/>
                <a:gd name="T11" fmla="*/ 4109 h 5896"/>
                <a:gd name="T12" fmla="*/ 1721 w 9778"/>
                <a:gd name="T13" fmla="*/ 4002 h 5896"/>
                <a:gd name="T14" fmla="*/ 1718 w 9778"/>
                <a:gd name="T15" fmla="*/ 3795 h 5896"/>
                <a:gd name="T16" fmla="*/ 1806 w 9778"/>
                <a:gd name="T17" fmla="*/ 3673 h 5896"/>
                <a:gd name="T18" fmla="*/ 1810 w 9778"/>
                <a:gd name="T19" fmla="*/ 3486 h 5896"/>
                <a:gd name="T20" fmla="*/ 1710 w 9778"/>
                <a:gd name="T21" fmla="*/ 3359 h 5896"/>
                <a:gd name="T22" fmla="*/ 1425 w 9778"/>
                <a:gd name="T23" fmla="*/ 2974 h 5896"/>
                <a:gd name="T24" fmla="*/ 675 w 9778"/>
                <a:gd name="T25" fmla="*/ 1707 h 5896"/>
                <a:gd name="T26" fmla="*/ 217 w 9778"/>
                <a:gd name="T27" fmla="*/ 1091 h 5896"/>
                <a:gd name="T28" fmla="*/ 20 w 9778"/>
                <a:gd name="T29" fmla="*/ 707 h 5896"/>
                <a:gd name="T30" fmla="*/ 25 w 9778"/>
                <a:gd name="T31" fmla="*/ 365 h 5896"/>
                <a:gd name="T32" fmla="*/ 274 w 9778"/>
                <a:gd name="T33" fmla="*/ 132 h 5896"/>
                <a:gd name="T34" fmla="*/ 821 w 9778"/>
                <a:gd name="T35" fmla="*/ 125 h 5896"/>
                <a:gd name="T36" fmla="*/ 1597 w 9778"/>
                <a:gd name="T37" fmla="*/ 207 h 5896"/>
                <a:gd name="T38" fmla="*/ 2456 w 9778"/>
                <a:gd name="T39" fmla="*/ 326 h 5896"/>
                <a:gd name="T40" fmla="*/ 3102 w 9778"/>
                <a:gd name="T41" fmla="*/ 383 h 5896"/>
                <a:gd name="T42" fmla="*/ 3251 w 9778"/>
                <a:gd name="T43" fmla="*/ 370 h 5896"/>
                <a:gd name="T44" fmla="*/ 3993 w 9778"/>
                <a:gd name="T45" fmla="*/ 439 h 5896"/>
                <a:gd name="T46" fmla="*/ 4576 w 9778"/>
                <a:gd name="T47" fmla="*/ 541 h 5896"/>
                <a:gd name="T48" fmla="*/ 4782 w 9778"/>
                <a:gd name="T49" fmla="*/ 507 h 5896"/>
                <a:gd name="T50" fmla="*/ 5292 w 9778"/>
                <a:gd name="T51" fmla="*/ 425 h 5896"/>
                <a:gd name="T52" fmla="*/ 6284 w 9778"/>
                <a:gd name="T53" fmla="*/ 468 h 5896"/>
                <a:gd name="T54" fmla="*/ 6590 w 9778"/>
                <a:gd name="T55" fmla="*/ 457 h 5896"/>
                <a:gd name="T56" fmla="*/ 6979 w 9778"/>
                <a:gd name="T57" fmla="*/ 312 h 5896"/>
                <a:gd name="T58" fmla="*/ 7423 w 9778"/>
                <a:gd name="T59" fmla="*/ 184 h 5896"/>
                <a:gd name="T60" fmla="*/ 7776 w 9778"/>
                <a:gd name="T61" fmla="*/ 226 h 5896"/>
                <a:gd name="T62" fmla="*/ 8305 w 9778"/>
                <a:gd name="T63" fmla="*/ 311 h 5896"/>
                <a:gd name="T64" fmla="*/ 8589 w 9778"/>
                <a:gd name="T65" fmla="*/ 223 h 5896"/>
                <a:gd name="T66" fmla="*/ 8671 w 9778"/>
                <a:gd name="T67" fmla="*/ 155 h 5896"/>
                <a:gd name="T68" fmla="*/ 9128 w 9778"/>
                <a:gd name="T69" fmla="*/ 36 h 5896"/>
                <a:gd name="T70" fmla="*/ 9213 w 9778"/>
                <a:gd name="T71" fmla="*/ 56 h 5896"/>
                <a:gd name="T72" fmla="*/ 9668 w 9778"/>
                <a:gd name="T73" fmla="*/ 36 h 5896"/>
                <a:gd name="T74" fmla="*/ 9776 w 9778"/>
                <a:gd name="T75" fmla="*/ 8 h 5896"/>
                <a:gd name="T76" fmla="*/ 9778 w 9778"/>
                <a:gd name="T77" fmla="*/ 5839 h 5896"/>
                <a:gd name="T78" fmla="*/ 9720 w 9778"/>
                <a:gd name="T79" fmla="*/ 5896 h 5896"/>
                <a:gd name="T80" fmla="*/ 2739 w 9778"/>
                <a:gd name="T81" fmla="*/ 5895 h 5896"/>
                <a:gd name="connsiteX0" fmla="*/ 2794 w 9993"/>
                <a:gd name="connsiteY0" fmla="*/ 9984 h 9986"/>
                <a:gd name="connsiteX1" fmla="*/ 2716 w 9993"/>
                <a:gd name="connsiteY1" fmla="*/ 9811 h 9986"/>
                <a:gd name="connsiteX2" fmla="*/ 2516 w 9993"/>
                <a:gd name="connsiteY2" fmla="*/ 9550 h 9986"/>
                <a:gd name="connsiteX3" fmla="*/ 2273 w 9993"/>
                <a:gd name="connsiteY3" fmla="*/ 8446 h 9986"/>
                <a:gd name="connsiteX4" fmla="*/ 2148 w 9993"/>
                <a:gd name="connsiteY4" fmla="*/ 7537 h 9986"/>
                <a:gd name="connsiteX5" fmla="*/ 1841 w 9993"/>
                <a:gd name="connsiteY5" fmla="*/ 6955 h 9986"/>
                <a:gd name="connsiteX6" fmla="*/ 1753 w 9993"/>
                <a:gd name="connsiteY6" fmla="*/ 6774 h 9986"/>
                <a:gd name="connsiteX7" fmla="*/ 1750 w 9993"/>
                <a:gd name="connsiteY7" fmla="*/ 6423 h 9986"/>
                <a:gd name="connsiteX8" fmla="*/ 1840 w 9993"/>
                <a:gd name="connsiteY8" fmla="*/ 6216 h 9986"/>
                <a:gd name="connsiteX9" fmla="*/ 1844 w 9993"/>
                <a:gd name="connsiteY9" fmla="*/ 5898 h 9986"/>
                <a:gd name="connsiteX10" fmla="*/ 1475 w 9993"/>
                <a:gd name="connsiteY10" fmla="*/ 5670 h 9986"/>
                <a:gd name="connsiteX11" fmla="*/ 1450 w 9993"/>
                <a:gd name="connsiteY11" fmla="*/ 5030 h 9986"/>
                <a:gd name="connsiteX12" fmla="*/ 683 w 9993"/>
                <a:gd name="connsiteY12" fmla="*/ 2881 h 9986"/>
                <a:gd name="connsiteX13" fmla="*/ 215 w 9993"/>
                <a:gd name="connsiteY13" fmla="*/ 1836 h 9986"/>
                <a:gd name="connsiteX14" fmla="*/ 13 w 9993"/>
                <a:gd name="connsiteY14" fmla="*/ 1185 h 9986"/>
                <a:gd name="connsiteX15" fmla="*/ 19 w 9993"/>
                <a:gd name="connsiteY15" fmla="*/ 605 h 9986"/>
                <a:gd name="connsiteX16" fmla="*/ 273 w 9993"/>
                <a:gd name="connsiteY16" fmla="*/ 210 h 9986"/>
                <a:gd name="connsiteX17" fmla="*/ 833 w 9993"/>
                <a:gd name="connsiteY17" fmla="*/ 198 h 9986"/>
                <a:gd name="connsiteX18" fmla="*/ 1626 w 9993"/>
                <a:gd name="connsiteY18" fmla="*/ 337 h 9986"/>
                <a:gd name="connsiteX19" fmla="*/ 2505 w 9993"/>
                <a:gd name="connsiteY19" fmla="*/ 539 h 9986"/>
                <a:gd name="connsiteX20" fmla="*/ 3165 w 9993"/>
                <a:gd name="connsiteY20" fmla="*/ 636 h 9986"/>
                <a:gd name="connsiteX21" fmla="*/ 3318 w 9993"/>
                <a:gd name="connsiteY21" fmla="*/ 614 h 9986"/>
                <a:gd name="connsiteX22" fmla="*/ 4077 w 9993"/>
                <a:gd name="connsiteY22" fmla="*/ 731 h 9986"/>
                <a:gd name="connsiteX23" fmla="*/ 4673 w 9993"/>
                <a:gd name="connsiteY23" fmla="*/ 904 h 9986"/>
                <a:gd name="connsiteX24" fmla="*/ 4884 w 9993"/>
                <a:gd name="connsiteY24" fmla="*/ 846 h 9986"/>
                <a:gd name="connsiteX25" fmla="*/ 5405 w 9993"/>
                <a:gd name="connsiteY25" fmla="*/ 707 h 9986"/>
                <a:gd name="connsiteX26" fmla="*/ 6420 w 9993"/>
                <a:gd name="connsiteY26" fmla="*/ 780 h 9986"/>
                <a:gd name="connsiteX27" fmla="*/ 6733 w 9993"/>
                <a:gd name="connsiteY27" fmla="*/ 761 h 9986"/>
                <a:gd name="connsiteX28" fmla="*/ 7130 w 9993"/>
                <a:gd name="connsiteY28" fmla="*/ 515 h 9986"/>
                <a:gd name="connsiteX29" fmla="*/ 7585 w 9993"/>
                <a:gd name="connsiteY29" fmla="*/ 298 h 9986"/>
                <a:gd name="connsiteX30" fmla="*/ 7946 w 9993"/>
                <a:gd name="connsiteY30" fmla="*/ 369 h 9986"/>
                <a:gd name="connsiteX31" fmla="*/ 8487 w 9993"/>
                <a:gd name="connsiteY31" fmla="*/ 513 h 9986"/>
                <a:gd name="connsiteX32" fmla="*/ 8777 w 9993"/>
                <a:gd name="connsiteY32" fmla="*/ 364 h 9986"/>
                <a:gd name="connsiteX33" fmla="*/ 8861 w 9993"/>
                <a:gd name="connsiteY33" fmla="*/ 249 h 9986"/>
                <a:gd name="connsiteX34" fmla="*/ 9328 w 9993"/>
                <a:gd name="connsiteY34" fmla="*/ 47 h 9986"/>
                <a:gd name="connsiteX35" fmla="*/ 9415 w 9993"/>
                <a:gd name="connsiteY35" fmla="*/ 81 h 9986"/>
                <a:gd name="connsiteX36" fmla="*/ 9881 w 9993"/>
                <a:gd name="connsiteY36" fmla="*/ 47 h 9986"/>
                <a:gd name="connsiteX37" fmla="*/ 9991 w 9993"/>
                <a:gd name="connsiteY37" fmla="*/ 0 h 9986"/>
                <a:gd name="connsiteX38" fmla="*/ 9993 w 9993"/>
                <a:gd name="connsiteY38" fmla="*/ 9889 h 9986"/>
                <a:gd name="connsiteX39" fmla="*/ 9934 w 9993"/>
                <a:gd name="connsiteY39" fmla="*/ 9986 h 9986"/>
                <a:gd name="connsiteX40" fmla="*/ 2794 w 9993"/>
                <a:gd name="connsiteY40" fmla="*/ 9984 h 9986"/>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834 w 10000"/>
                <a:gd name="connsiteY17" fmla="*/ 198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770 w 10000"/>
                <a:gd name="connsiteY7" fmla="*/ 6464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000" h="10000">
                  <a:moveTo>
                    <a:pt x="2796" y="9998"/>
                  </a:moveTo>
                  <a:cubicBezTo>
                    <a:pt x="2792" y="9915"/>
                    <a:pt x="2752" y="9871"/>
                    <a:pt x="2718" y="9825"/>
                  </a:cubicBezTo>
                  <a:cubicBezTo>
                    <a:pt x="2654" y="9735"/>
                    <a:pt x="2588" y="9646"/>
                    <a:pt x="2518" y="9563"/>
                  </a:cubicBezTo>
                  <a:cubicBezTo>
                    <a:pt x="2282" y="9288"/>
                    <a:pt x="2193" y="8926"/>
                    <a:pt x="2275" y="8458"/>
                  </a:cubicBezTo>
                  <a:cubicBezTo>
                    <a:pt x="2334" y="8118"/>
                    <a:pt x="2285" y="7819"/>
                    <a:pt x="2150" y="7548"/>
                  </a:cubicBezTo>
                  <a:cubicBezTo>
                    <a:pt x="2050" y="7348"/>
                    <a:pt x="1943" y="7160"/>
                    <a:pt x="1842" y="6965"/>
                  </a:cubicBezTo>
                  <a:cubicBezTo>
                    <a:pt x="1811" y="6907"/>
                    <a:pt x="1855" y="6807"/>
                    <a:pt x="1843" y="6724"/>
                  </a:cubicBezTo>
                  <a:cubicBezTo>
                    <a:pt x="1831" y="6641"/>
                    <a:pt x="1722" y="6581"/>
                    <a:pt x="1770" y="6464"/>
                  </a:cubicBezTo>
                  <a:cubicBezTo>
                    <a:pt x="1799" y="6392"/>
                    <a:pt x="1750" y="6359"/>
                    <a:pt x="1723" y="6304"/>
                  </a:cubicBezTo>
                  <a:cubicBezTo>
                    <a:pt x="1697" y="6249"/>
                    <a:pt x="1654" y="6228"/>
                    <a:pt x="1611" y="6134"/>
                  </a:cubicBezTo>
                  <a:cubicBezTo>
                    <a:pt x="1568" y="6041"/>
                    <a:pt x="1526" y="5939"/>
                    <a:pt x="1465" y="5743"/>
                  </a:cubicBezTo>
                  <a:cubicBezTo>
                    <a:pt x="1404" y="5547"/>
                    <a:pt x="1374" y="5434"/>
                    <a:pt x="1244" y="4958"/>
                  </a:cubicBezTo>
                  <a:cubicBezTo>
                    <a:pt x="1114" y="4482"/>
                    <a:pt x="855" y="3405"/>
                    <a:pt x="683" y="2885"/>
                  </a:cubicBezTo>
                  <a:cubicBezTo>
                    <a:pt x="512" y="2365"/>
                    <a:pt x="372" y="2185"/>
                    <a:pt x="215" y="1839"/>
                  </a:cubicBezTo>
                  <a:cubicBezTo>
                    <a:pt x="125" y="1640"/>
                    <a:pt x="35" y="1443"/>
                    <a:pt x="13" y="1187"/>
                  </a:cubicBezTo>
                  <a:cubicBezTo>
                    <a:pt x="-3" y="991"/>
                    <a:pt x="-7" y="799"/>
                    <a:pt x="19" y="606"/>
                  </a:cubicBezTo>
                  <a:cubicBezTo>
                    <a:pt x="52" y="364"/>
                    <a:pt x="167" y="417"/>
                    <a:pt x="295" y="369"/>
                  </a:cubicBezTo>
                  <a:cubicBezTo>
                    <a:pt x="423" y="321"/>
                    <a:pt x="568" y="322"/>
                    <a:pt x="790" y="317"/>
                  </a:cubicBezTo>
                  <a:lnTo>
                    <a:pt x="1627" y="337"/>
                  </a:lnTo>
                  <a:cubicBezTo>
                    <a:pt x="1913" y="374"/>
                    <a:pt x="2214" y="474"/>
                    <a:pt x="2507" y="540"/>
                  </a:cubicBezTo>
                  <a:cubicBezTo>
                    <a:pt x="2726" y="589"/>
                    <a:pt x="2944" y="659"/>
                    <a:pt x="3167" y="637"/>
                  </a:cubicBezTo>
                  <a:cubicBezTo>
                    <a:pt x="3218" y="632"/>
                    <a:pt x="3269" y="626"/>
                    <a:pt x="3320" y="615"/>
                  </a:cubicBezTo>
                  <a:cubicBezTo>
                    <a:pt x="3580" y="552"/>
                    <a:pt x="3828" y="657"/>
                    <a:pt x="4080" y="732"/>
                  </a:cubicBezTo>
                  <a:cubicBezTo>
                    <a:pt x="4278" y="791"/>
                    <a:pt x="4475" y="860"/>
                    <a:pt x="4676" y="905"/>
                  </a:cubicBezTo>
                  <a:cubicBezTo>
                    <a:pt x="4751" y="920"/>
                    <a:pt x="4823" y="906"/>
                    <a:pt x="4887" y="847"/>
                  </a:cubicBezTo>
                  <a:cubicBezTo>
                    <a:pt x="5052" y="694"/>
                    <a:pt x="5228" y="691"/>
                    <a:pt x="5409" y="708"/>
                  </a:cubicBezTo>
                  <a:cubicBezTo>
                    <a:pt x="5747" y="738"/>
                    <a:pt x="6085" y="757"/>
                    <a:pt x="6424" y="781"/>
                  </a:cubicBezTo>
                  <a:cubicBezTo>
                    <a:pt x="6529" y="788"/>
                    <a:pt x="6633" y="781"/>
                    <a:pt x="6738" y="762"/>
                  </a:cubicBezTo>
                  <a:cubicBezTo>
                    <a:pt x="6882" y="735"/>
                    <a:pt x="7010" y="632"/>
                    <a:pt x="7135" y="516"/>
                  </a:cubicBezTo>
                  <a:cubicBezTo>
                    <a:pt x="7277" y="387"/>
                    <a:pt x="7425" y="291"/>
                    <a:pt x="7590" y="298"/>
                  </a:cubicBezTo>
                  <a:cubicBezTo>
                    <a:pt x="7710" y="303"/>
                    <a:pt x="7831" y="337"/>
                    <a:pt x="7952" y="370"/>
                  </a:cubicBezTo>
                  <a:cubicBezTo>
                    <a:pt x="8132" y="421"/>
                    <a:pt x="8309" y="491"/>
                    <a:pt x="8493" y="514"/>
                  </a:cubicBezTo>
                  <a:cubicBezTo>
                    <a:pt x="8603" y="528"/>
                    <a:pt x="8698" y="481"/>
                    <a:pt x="8783" y="365"/>
                  </a:cubicBezTo>
                  <a:cubicBezTo>
                    <a:pt x="8812" y="327"/>
                    <a:pt x="8840" y="290"/>
                    <a:pt x="8867" y="249"/>
                  </a:cubicBezTo>
                  <a:cubicBezTo>
                    <a:pt x="9000" y="39"/>
                    <a:pt x="9158" y="-14"/>
                    <a:pt x="9335" y="47"/>
                  </a:cubicBezTo>
                  <a:cubicBezTo>
                    <a:pt x="9364" y="57"/>
                    <a:pt x="9394" y="66"/>
                    <a:pt x="9422" y="81"/>
                  </a:cubicBezTo>
                  <a:cubicBezTo>
                    <a:pt x="9580" y="164"/>
                    <a:pt x="9735" y="164"/>
                    <a:pt x="9888" y="47"/>
                  </a:cubicBezTo>
                  <a:cubicBezTo>
                    <a:pt x="9922" y="22"/>
                    <a:pt x="9961" y="15"/>
                    <a:pt x="9998" y="0"/>
                  </a:cubicBezTo>
                  <a:cubicBezTo>
                    <a:pt x="9998" y="3300"/>
                    <a:pt x="9998" y="6601"/>
                    <a:pt x="10000" y="9903"/>
                  </a:cubicBezTo>
                  <a:cubicBezTo>
                    <a:pt x="10000" y="9983"/>
                    <a:pt x="9989" y="10000"/>
                    <a:pt x="9941" y="10000"/>
                  </a:cubicBezTo>
                  <a:lnTo>
                    <a:pt x="2796" y="999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Freeform 17">
              <a:extLst>
                <a:ext uri="{FF2B5EF4-FFF2-40B4-BE49-F238E27FC236}">
                  <a16:creationId xmlns:a16="http://schemas.microsoft.com/office/drawing/2014/main" id="{65CA9CAB-54CC-3C8B-B1F9-28BCD6CBA06B}"/>
                </a:ext>
              </a:extLst>
            </p:cNvPr>
            <p:cNvSpPr>
              <a:spLocks/>
            </p:cNvSpPr>
            <p:nvPr/>
          </p:nvSpPr>
          <p:spPr bwMode="auto">
            <a:xfrm>
              <a:off x="139" y="849"/>
              <a:ext cx="558" cy="386"/>
            </a:xfrm>
            <a:custGeom>
              <a:avLst/>
              <a:gdLst>
                <a:gd name="T0" fmla="*/ 2 w 6069"/>
                <a:gd name="T1" fmla="*/ 50 h 5413"/>
                <a:gd name="T2" fmla="*/ 109 w 6069"/>
                <a:gd name="T3" fmla="*/ 8 h 5413"/>
                <a:gd name="T4" fmla="*/ 326 w 6069"/>
                <a:gd name="T5" fmla="*/ 82 h 5413"/>
                <a:gd name="T6" fmla="*/ 516 w 6069"/>
                <a:gd name="T7" fmla="*/ 136 h 5413"/>
                <a:gd name="T8" fmla="*/ 1248 w 6069"/>
                <a:gd name="T9" fmla="*/ 156 h 5413"/>
                <a:gd name="T10" fmla="*/ 2357 w 6069"/>
                <a:gd name="T11" fmla="*/ 87 h 5413"/>
                <a:gd name="T12" fmla="*/ 2929 w 6069"/>
                <a:gd name="T13" fmla="*/ 129 h 5413"/>
                <a:gd name="T14" fmla="*/ 3745 w 6069"/>
                <a:gd name="T15" fmla="*/ 108 h 5413"/>
                <a:gd name="T16" fmla="*/ 4454 w 6069"/>
                <a:gd name="T17" fmla="*/ 50 h 5413"/>
                <a:gd name="T18" fmla="*/ 5222 w 6069"/>
                <a:gd name="T19" fmla="*/ 49 h 5413"/>
                <a:gd name="T20" fmla="*/ 5418 w 6069"/>
                <a:gd name="T21" fmla="*/ 115 h 5413"/>
                <a:gd name="T22" fmla="*/ 5585 w 6069"/>
                <a:gd name="T23" fmla="*/ 174 h 5413"/>
                <a:gd name="T24" fmla="*/ 5835 w 6069"/>
                <a:gd name="T25" fmla="*/ 175 h 5413"/>
                <a:gd name="T26" fmla="*/ 6069 w 6069"/>
                <a:gd name="T27" fmla="*/ 411 h 5413"/>
                <a:gd name="T28" fmla="*/ 6060 w 6069"/>
                <a:gd name="T29" fmla="*/ 485 h 5413"/>
                <a:gd name="T30" fmla="*/ 5892 w 6069"/>
                <a:gd name="T31" fmla="*/ 1000 h 5413"/>
                <a:gd name="T32" fmla="*/ 5612 w 6069"/>
                <a:gd name="T33" fmla="*/ 1348 h 5413"/>
                <a:gd name="T34" fmla="*/ 5312 w 6069"/>
                <a:gd name="T35" fmla="*/ 1697 h 5413"/>
                <a:gd name="T36" fmla="*/ 5059 w 6069"/>
                <a:gd name="T37" fmla="*/ 2204 h 5413"/>
                <a:gd name="T38" fmla="*/ 4981 w 6069"/>
                <a:gd name="T39" fmla="*/ 2723 h 5413"/>
                <a:gd name="T40" fmla="*/ 5028 w 6069"/>
                <a:gd name="T41" fmla="*/ 3738 h 5413"/>
                <a:gd name="T42" fmla="*/ 4974 w 6069"/>
                <a:gd name="T43" fmla="*/ 3915 h 5413"/>
                <a:gd name="T44" fmla="*/ 4651 w 6069"/>
                <a:gd name="T45" fmla="*/ 4621 h 5413"/>
                <a:gd name="T46" fmla="*/ 4535 w 6069"/>
                <a:gd name="T47" fmla="*/ 4923 h 5413"/>
                <a:gd name="T48" fmla="*/ 4356 w 6069"/>
                <a:gd name="T49" fmla="*/ 5251 h 5413"/>
                <a:gd name="T50" fmla="*/ 4301 w 6069"/>
                <a:gd name="T51" fmla="*/ 5412 h 5413"/>
                <a:gd name="T52" fmla="*/ 51 w 6069"/>
                <a:gd name="T53" fmla="*/ 5413 h 5413"/>
                <a:gd name="T54" fmla="*/ 0 w 6069"/>
                <a:gd name="T55" fmla="*/ 5362 h 5413"/>
                <a:gd name="T56" fmla="*/ 1 w 6069"/>
                <a:gd name="T57" fmla="*/ 50 h 5413"/>
                <a:gd name="T58" fmla="*/ 2 w 6069"/>
                <a:gd name="T59" fmla="*/ 50 h 5413"/>
                <a:gd name="connsiteX0" fmla="*/ 3 w 10000"/>
                <a:gd name="connsiteY0" fmla="*/ 82 h 9990"/>
                <a:gd name="connsiteX1" fmla="*/ 180 w 10000"/>
                <a:gd name="connsiteY1" fmla="*/ 5 h 9990"/>
                <a:gd name="connsiteX2" fmla="*/ 537 w 10000"/>
                <a:gd name="connsiteY2" fmla="*/ 141 h 9990"/>
                <a:gd name="connsiteX3" fmla="*/ 850 w 10000"/>
                <a:gd name="connsiteY3" fmla="*/ 241 h 9990"/>
                <a:gd name="connsiteX4" fmla="*/ 2056 w 10000"/>
                <a:gd name="connsiteY4" fmla="*/ 278 h 9990"/>
                <a:gd name="connsiteX5" fmla="*/ 3884 w 10000"/>
                <a:gd name="connsiteY5" fmla="*/ 151 h 9990"/>
                <a:gd name="connsiteX6" fmla="*/ 4826 w 10000"/>
                <a:gd name="connsiteY6" fmla="*/ 228 h 9990"/>
                <a:gd name="connsiteX7" fmla="*/ 6171 w 10000"/>
                <a:gd name="connsiteY7" fmla="*/ 190 h 9990"/>
                <a:gd name="connsiteX8" fmla="*/ 7339 w 10000"/>
                <a:gd name="connsiteY8" fmla="*/ 82 h 9990"/>
                <a:gd name="connsiteX9" fmla="*/ 8604 w 10000"/>
                <a:gd name="connsiteY9" fmla="*/ 81 h 9990"/>
                <a:gd name="connsiteX10" fmla="*/ 8927 w 10000"/>
                <a:gd name="connsiteY10" fmla="*/ 202 h 9990"/>
                <a:gd name="connsiteX11" fmla="*/ 9203 w 10000"/>
                <a:gd name="connsiteY11" fmla="*/ 311 h 9990"/>
                <a:gd name="connsiteX12" fmla="*/ 9614 w 10000"/>
                <a:gd name="connsiteY12" fmla="*/ 313 h 9990"/>
                <a:gd name="connsiteX13" fmla="*/ 10000 w 10000"/>
                <a:gd name="connsiteY13" fmla="*/ 749 h 9990"/>
                <a:gd name="connsiteX14" fmla="*/ 9985 w 10000"/>
                <a:gd name="connsiteY14" fmla="*/ 886 h 9990"/>
                <a:gd name="connsiteX15" fmla="*/ 9708 w 10000"/>
                <a:gd name="connsiteY15" fmla="*/ 1837 h 9990"/>
                <a:gd name="connsiteX16" fmla="*/ 9247 w 10000"/>
                <a:gd name="connsiteY16" fmla="*/ 2480 h 9990"/>
                <a:gd name="connsiteX17" fmla="*/ 8753 w 10000"/>
                <a:gd name="connsiteY17" fmla="*/ 3125 h 9990"/>
                <a:gd name="connsiteX18" fmla="*/ 8336 w 10000"/>
                <a:gd name="connsiteY18" fmla="*/ 4062 h 9990"/>
                <a:gd name="connsiteX19" fmla="*/ 8821 w 10000"/>
                <a:gd name="connsiteY19" fmla="*/ 5020 h 9990"/>
                <a:gd name="connsiteX20" fmla="*/ 8285 w 10000"/>
                <a:gd name="connsiteY20" fmla="*/ 6896 h 9990"/>
                <a:gd name="connsiteX21" fmla="*/ 8196 w 10000"/>
                <a:gd name="connsiteY21" fmla="*/ 7223 h 9990"/>
                <a:gd name="connsiteX22" fmla="*/ 7664 w 10000"/>
                <a:gd name="connsiteY22" fmla="*/ 8527 h 9990"/>
                <a:gd name="connsiteX23" fmla="*/ 7472 w 10000"/>
                <a:gd name="connsiteY23" fmla="*/ 9085 h 9990"/>
                <a:gd name="connsiteX24" fmla="*/ 7177 w 10000"/>
                <a:gd name="connsiteY24" fmla="*/ 9691 h 9990"/>
                <a:gd name="connsiteX25" fmla="*/ 7087 w 10000"/>
                <a:gd name="connsiteY25" fmla="*/ 9988 h 9990"/>
                <a:gd name="connsiteX26" fmla="*/ 84 w 10000"/>
                <a:gd name="connsiteY26" fmla="*/ 9990 h 9990"/>
                <a:gd name="connsiteX27" fmla="*/ 0 w 10000"/>
                <a:gd name="connsiteY27" fmla="*/ 9896 h 9990"/>
                <a:gd name="connsiteX28" fmla="*/ 2 w 10000"/>
                <a:gd name="connsiteY28" fmla="*/ 82 h 9990"/>
                <a:gd name="connsiteX29" fmla="*/ 3 w 10000"/>
                <a:gd name="connsiteY29" fmla="*/ 82 h 9990"/>
                <a:gd name="connsiteX0" fmla="*/ 3 w 10000"/>
                <a:gd name="connsiteY0" fmla="*/ 82 h 10000"/>
                <a:gd name="connsiteX1" fmla="*/ 180 w 10000"/>
                <a:gd name="connsiteY1" fmla="*/ 5 h 10000"/>
                <a:gd name="connsiteX2" fmla="*/ 537 w 10000"/>
                <a:gd name="connsiteY2" fmla="*/ 141 h 10000"/>
                <a:gd name="connsiteX3" fmla="*/ 850 w 10000"/>
                <a:gd name="connsiteY3" fmla="*/ 241 h 10000"/>
                <a:gd name="connsiteX4" fmla="*/ 2056 w 10000"/>
                <a:gd name="connsiteY4" fmla="*/ 278 h 10000"/>
                <a:gd name="connsiteX5" fmla="*/ 3884 w 10000"/>
                <a:gd name="connsiteY5" fmla="*/ 151 h 10000"/>
                <a:gd name="connsiteX6" fmla="*/ 4826 w 10000"/>
                <a:gd name="connsiteY6" fmla="*/ 228 h 10000"/>
                <a:gd name="connsiteX7" fmla="*/ 6171 w 10000"/>
                <a:gd name="connsiteY7" fmla="*/ 190 h 10000"/>
                <a:gd name="connsiteX8" fmla="*/ 7339 w 10000"/>
                <a:gd name="connsiteY8" fmla="*/ 82 h 10000"/>
                <a:gd name="connsiteX9" fmla="*/ 8604 w 10000"/>
                <a:gd name="connsiteY9" fmla="*/ 81 h 10000"/>
                <a:gd name="connsiteX10" fmla="*/ 8927 w 10000"/>
                <a:gd name="connsiteY10" fmla="*/ 202 h 10000"/>
                <a:gd name="connsiteX11" fmla="*/ 9203 w 10000"/>
                <a:gd name="connsiteY11" fmla="*/ 311 h 10000"/>
                <a:gd name="connsiteX12" fmla="*/ 9614 w 10000"/>
                <a:gd name="connsiteY12" fmla="*/ 313 h 10000"/>
                <a:gd name="connsiteX13" fmla="*/ 10000 w 10000"/>
                <a:gd name="connsiteY13" fmla="*/ 750 h 10000"/>
                <a:gd name="connsiteX14" fmla="*/ 9985 w 10000"/>
                <a:gd name="connsiteY14" fmla="*/ 887 h 10000"/>
                <a:gd name="connsiteX15" fmla="*/ 9708 w 10000"/>
                <a:gd name="connsiteY15" fmla="*/ 1839 h 10000"/>
                <a:gd name="connsiteX16" fmla="*/ 9247 w 10000"/>
                <a:gd name="connsiteY16" fmla="*/ 2482 h 10000"/>
                <a:gd name="connsiteX17" fmla="*/ 8753 w 10000"/>
                <a:gd name="connsiteY17" fmla="*/ 3128 h 10000"/>
                <a:gd name="connsiteX18" fmla="*/ 8336 w 10000"/>
                <a:gd name="connsiteY18" fmla="*/ 4066 h 10000"/>
                <a:gd name="connsiteX19" fmla="*/ 8880 w 10000"/>
                <a:gd name="connsiteY19" fmla="*/ 5025 h 10000"/>
                <a:gd name="connsiteX20" fmla="*/ 8285 w 10000"/>
                <a:gd name="connsiteY20" fmla="*/ 6903 h 10000"/>
                <a:gd name="connsiteX21" fmla="*/ 8196 w 10000"/>
                <a:gd name="connsiteY21" fmla="*/ 7230 h 10000"/>
                <a:gd name="connsiteX22" fmla="*/ 7664 w 10000"/>
                <a:gd name="connsiteY22" fmla="*/ 8536 h 10000"/>
                <a:gd name="connsiteX23" fmla="*/ 7472 w 10000"/>
                <a:gd name="connsiteY23" fmla="*/ 9094 h 10000"/>
                <a:gd name="connsiteX24" fmla="*/ 7177 w 10000"/>
                <a:gd name="connsiteY24" fmla="*/ 9701 h 10000"/>
                <a:gd name="connsiteX25" fmla="*/ 7087 w 10000"/>
                <a:gd name="connsiteY25" fmla="*/ 9998 h 10000"/>
                <a:gd name="connsiteX26" fmla="*/ 84 w 10000"/>
                <a:gd name="connsiteY26" fmla="*/ 10000 h 10000"/>
                <a:gd name="connsiteX27" fmla="*/ 0 w 10000"/>
                <a:gd name="connsiteY27" fmla="*/ 9906 h 10000"/>
                <a:gd name="connsiteX28" fmla="*/ 2 w 10000"/>
                <a:gd name="connsiteY28" fmla="*/ 82 h 10000"/>
                <a:gd name="connsiteX29" fmla="*/ 3 w 10000"/>
                <a:gd name="connsiteY29" fmla="*/ 82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00" h="10000">
                  <a:moveTo>
                    <a:pt x="3" y="82"/>
                  </a:moveTo>
                  <a:cubicBezTo>
                    <a:pt x="44" y="8"/>
                    <a:pt x="109" y="-10"/>
                    <a:pt x="180" y="5"/>
                  </a:cubicBezTo>
                  <a:cubicBezTo>
                    <a:pt x="303" y="31"/>
                    <a:pt x="425" y="51"/>
                    <a:pt x="537" y="141"/>
                  </a:cubicBezTo>
                  <a:cubicBezTo>
                    <a:pt x="620" y="208"/>
                    <a:pt x="745" y="208"/>
                    <a:pt x="850" y="241"/>
                  </a:cubicBezTo>
                  <a:cubicBezTo>
                    <a:pt x="1249" y="363"/>
                    <a:pt x="1653" y="321"/>
                    <a:pt x="2056" y="278"/>
                  </a:cubicBezTo>
                  <a:cubicBezTo>
                    <a:pt x="2664" y="215"/>
                    <a:pt x="3271" y="129"/>
                    <a:pt x="3884" y="151"/>
                  </a:cubicBezTo>
                  <a:cubicBezTo>
                    <a:pt x="4198" y="162"/>
                    <a:pt x="4513" y="195"/>
                    <a:pt x="4826" y="228"/>
                  </a:cubicBezTo>
                  <a:cubicBezTo>
                    <a:pt x="5276" y="276"/>
                    <a:pt x="5724" y="263"/>
                    <a:pt x="6171" y="190"/>
                  </a:cubicBezTo>
                  <a:cubicBezTo>
                    <a:pt x="6558" y="125"/>
                    <a:pt x="6947" y="90"/>
                    <a:pt x="7339" y="82"/>
                  </a:cubicBezTo>
                  <a:cubicBezTo>
                    <a:pt x="7761" y="75"/>
                    <a:pt x="8183" y="71"/>
                    <a:pt x="8604" y="81"/>
                  </a:cubicBezTo>
                  <a:cubicBezTo>
                    <a:pt x="8726" y="84"/>
                    <a:pt x="8835" y="112"/>
                    <a:pt x="8927" y="202"/>
                  </a:cubicBezTo>
                  <a:cubicBezTo>
                    <a:pt x="9006" y="280"/>
                    <a:pt x="9100" y="310"/>
                    <a:pt x="9203" y="311"/>
                  </a:cubicBezTo>
                  <a:lnTo>
                    <a:pt x="9614" y="313"/>
                  </a:lnTo>
                  <a:cubicBezTo>
                    <a:pt x="9814" y="317"/>
                    <a:pt x="9998" y="527"/>
                    <a:pt x="10000" y="750"/>
                  </a:cubicBezTo>
                  <a:cubicBezTo>
                    <a:pt x="10000" y="796"/>
                    <a:pt x="9997" y="845"/>
                    <a:pt x="9985" y="887"/>
                  </a:cubicBezTo>
                  <a:cubicBezTo>
                    <a:pt x="9895" y="1205"/>
                    <a:pt x="9804" y="1523"/>
                    <a:pt x="9708" y="1839"/>
                  </a:cubicBezTo>
                  <a:cubicBezTo>
                    <a:pt x="9624" y="2115"/>
                    <a:pt x="9469" y="2335"/>
                    <a:pt x="9247" y="2482"/>
                  </a:cubicBezTo>
                  <a:cubicBezTo>
                    <a:pt x="9016" y="2638"/>
                    <a:pt x="8865" y="2856"/>
                    <a:pt x="8753" y="3128"/>
                  </a:cubicBezTo>
                  <a:cubicBezTo>
                    <a:pt x="8623" y="3444"/>
                    <a:pt x="8315" y="3750"/>
                    <a:pt x="8336" y="4066"/>
                  </a:cubicBezTo>
                  <a:cubicBezTo>
                    <a:pt x="8357" y="4382"/>
                    <a:pt x="8846" y="4687"/>
                    <a:pt x="8880" y="5025"/>
                  </a:cubicBezTo>
                  <a:cubicBezTo>
                    <a:pt x="8945" y="5649"/>
                    <a:pt x="8309" y="6273"/>
                    <a:pt x="8285" y="6903"/>
                  </a:cubicBezTo>
                  <a:cubicBezTo>
                    <a:pt x="8280" y="7021"/>
                    <a:pt x="8255" y="7135"/>
                    <a:pt x="8196" y="7230"/>
                  </a:cubicBezTo>
                  <a:cubicBezTo>
                    <a:pt x="7942" y="7626"/>
                    <a:pt x="7820" y="8090"/>
                    <a:pt x="7664" y="8536"/>
                  </a:cubicBezTo>
                  <a:cubicBezTo>
                    <a:pt x="7598" y="8721"/>
                    <a:pt x="7532" y="8907"/>
                    <a:pt x="7472" y="9094"/>
                  </a:cubicBezTo>
                  <a:cubicBezTo>
                    <a:pt x="7402" y="9314"/>
                    <a:pt x="7288" y="9507"/>
                    <a:pt x="7177" y="9701"/>
                  </a:cubicBezTo>
                  <a:cubicBezTo>
                    <a:pt x="7126" y="9791"/>
                    <a:pt x="7067" y="9880"/>
                    <a:pt x="7087" y="9998"/>
                  </a:cubicBezTo>
                  <a:lnTo>
                    <a:pt x="84" y="10000"/>
                  </a:lnTo>
                  <a:cubicBezTo>
                    <a:pt x="15" y="10000"/>
                    <a:pt x="0" y="9985"/>
                    <a:pt x="0" y="9906"/>
                  </a:cubicBezTo>
                  <a:cubicBezTo>
                    <a:pt x="3" y="6631"/>
                    <a:pt x="2" y="3355"/>
                    <a:pt x="2" y="82"/>
                  </a:cubicBezTo>
                  <a:lnTo>
                    <a:pt x="3" y="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 name="Bridge4">
            <a:extLst>
              <a:ext uri="{FF2B5EF4-FFF2-40B4-BE49-F238E27FC236}">
                <a16:creationId xmlns:a16="http://schemas.microsoft.com/office/drawing/2014/main" id="{1B1E4E9F-DDAC-3122-4F05-CFA1AF45B9E1}"/>
              </a:ext>
            </a:extLst>
          </p:cNvPr>
          <p:cNvSpPr>
            <a:spLocks noChangeArrowheads="1"/>
          </p:cNvSpPr>
          <p:nvPr>
            <p:custDataLst>
              <p:tags r:id="rId3"/>
            </p:custDataLst>
          </p:nvPr>
        </p:nvSpPr>
        <p:spPr bwMode="auto">
          <a:xfrm>
            <a:off x="3418619"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Bridge4">
            <a:extLst>
              <a:ext uri="{FF2B5EF4-FFF2-40B4-BE49-F238E27FC236}">
                <a16:creationId xmlns:a16="http://schemas.microsoft.com/office/drawing/2014/main" id="{56B2D59A-0343-0002-BBC3-FFDCFDCE2B9A}"/>
              </a:ext>
            </a:extLst>
          </p:cNvPr>
          <p:cNvSpPr>
            <a:spLocks noChangeArrowheads="1"/>
          </p:cNvSpPr>
          <p:nvPr>
            <p:custDataLst>
              <p:tags r:id="rId4"/>
            </p:custDataLst>
          </p:nvPr>
        </p:nvSpPr>
        <p:spPr bwMode="auto">
          <a:xfrm>
            <a:off x="351405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Bridge4">
            <a:extLst>
              <a:ext uri="{FF2B5EF4-FFF2-40B4-BE49-F238E27FC236}">
                <a16:creationId xmlns:a16="http://schemas.microsoft.com/office/drawing/2014/main" id="{B72F9655-2CE8-22C5-D047-9908132B5E0E}"/>
              </a:ext>
            </a:extLst>
          </p:cNvPr>
          <p:cNvSpPr>
            <a:spLocks noChangeArrowheads="1"/>
          </p:cNvSpPr>
          <p:nvPr>
            <p:custDataLst>
              <p:tags r:id="rId5"/>
            </p:custDataLst>
          </p:nvPr>
        </p:nvSpPr>
        <p:spPr bwMode="auto">
          <a:xfrm>
            <a:off x="351405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Bridge4">
            <a:extLst>
              <a:ext uri="{FF2B5EF4-FFF2-40B4-BE49-F238E27FC236}">
                <a16:creationId xmlns:a16="http://schemas.microsoft.com/office/drawing/2014/main" id="{BE96D96F-66CE-4CCB-574C-54D3C3126FC3}"/>
              </a:ext>
            </a:extLst>
          </p:cNvPr>
          <p:cNvSpPr>
            <a:spLocks noChangeArrowheads="1"/>
          </p:cNvSpPr>
          <p:nvPr>
            <p:custDataLst>
              <p:tags r:id="rId6"/>
            </p:custDataLst>
          </p:nvPr>
        </p:nvSpPr>
        <p:spPr bwMode="auto">
          <a:xfrm>
            <a:off x="351405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Bridge4">
            <a:extLst>
              <a:ext uri="{FF2B5EF4-FFF2-40B4-BE49-F238E27FC236}">
                <a16:creationId xmlns:a16="http://schemas.microsoft.com/office/drawing/2014/main" id="{A321D38A-63B8-1F45-99AB-A2CE6BCBE295}"/>
              </a:ext>
            </a:extLst>
          </p:cNvPr>
          <p:cNvSpPr>
            <a:spLocks noChangeArrowheads="1"/>
          </p:cNvSpPr>
          <p:nvPr>
            <p:custDataLst>
              <p:tags r:id="rId7"/>
            </p:custDataLst>
          </p:nvPr>
        </p:nvSpPr>
        <p:spPr bwMode="auto">
          <a:xfrm>
            <a:off x="3741624"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Bridge4">
            <a:extLst>
              <a:ext uri="{FF2B5EF4-FFF2-40B4-BE49-F238E27FC236}">
                <a16:creationId xmlns:a16="http://schemas.microsoft.com/office/drawing/2014/main" id="{7B17D1D2-9476-D13D-28C1-7449F2B1A07C}"/>
              </a:ext>
            </a:extLst>
          </p:cNvPr>
          <p:cNvSpPr>
            <a:spLocks noChangeArrowheads="1"/>
          </p:cNvSpPr>
          <p:nvPr>
            <p:custDataLst>
              <p:tags r:id="rId8"/>
            </p:custDataLst>
          </p:nvPr>
        </p:nvSpPr>
        <p:spPr bwMode="auto">
          <a:xfrm>
            <a:off x="383705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Bridge4">
            <a:extLst>
              <a:ext uri="{FF2B5EF4-FFF2-40B4-BE49-F238E27FC236}">
                <a16:creationId xmlns:a16="http://schemas.microsoft.com/office/drawing/2014/main" id="{11DF323B-3C01-8C16-B4B5-0816510CDE35}"/>
              </a:ext>
            </a:extLst>
          </p:cNvPr>
          <p:cNvSpPr>
            <a:spLocks noChangeArrowheads="1"/>
          </p:cNvSpPr>
          <p:nvPr>
            <p:custDataLst>
              <p:tags r:id="rId9"/>
            </p:custDataLst>
          </p:nvPr>
        </p:nvSpPr>
        <p:spPr bwMode="auto">
          <a:xfrm>
            <a:off x="383705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Bridge4">
            <a:extLst>
              <a:ext uri="{FF2B5EF4-FFF2-40B4-BE49-F238E27FC236}">
                <a16:creationId xmlns:a16="http://schemas.microsoft.com/office/drawing/2014/main" id="{4D4D119C-C840-F348-CD1F-AC5DC2EA498B}"/>
              </a:ext>
            </a:extLst>
          </p:cNvPr>
          <p:cNvSpPr>
            <a:spLocks noChangeArrowheads="1"/>
          </p:cNvSpPr>
          <p:nvPr>
            <p:custDataLst>
              <p:tags r:id="rId10"/>
            </p:custDataLst>
          </p:nvPr>
        </p:nvSpPr>
        <p:spPr bwMode="auto">
          <a:xfrm>
            <a:off x="383705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Bridge4">
            <a:extLst>
              <a:ext uri="{FF2B5EF4-FFF2-40B4-BE49-F238E27FC236}">
                <a16:creationId xmlns:a16="http://schemas.microsoft.com/office/drawing/2014/main" id="{F34CD58C-922E-43FD-F0A6-7E8DCCB10DB6}"/>
              </a:ext>
            </a:extLst>
          </p:cNvPr>
          <p:cNvSpPr>
            <a:spLocks noChangeArrowheads="1"/>
          </p:cNvSpPr>
          <p:nvPr>
            <p:custDataLst>
              <p:tags r:id="rId11"/>
            </p:custDataLst>
          </p:nvPr>
        </p:nvSpPr>
        <p:spPr bwMode="auto">
          <a:xfrm>
            <a:off x="4068300"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Bridge4">
            <a:extLst>
              <a:ext uri="{FF2B5EF4-FFF2-40B4-BE49-F238E27FC236}">
                <a16:creationId xmlns:a16="http://schemas.microsoft.com/office/drawing/2014/main" id="{E5F8756D-3A7D-1B12-4E44-FDD3D0F67B55}"/>
              </a:ext>
            </a:extLst>
          </p:cNvPr>
          <p:cNvSpPr>
            <a:spLocks noChangeArrowheads="1"/>
          </p:cNvSpPr>
          <p:nvPr>
            <p:custDataLst>
              <p:tags r:id="rId12"/>
            </p:custDataLst>
          </p:nvPr>
        </p:nvSpPr>
        <p:spPr bwMode="auto">
          <a:xfrm>
            <a:off x="4163734"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Bridge4">
            <a:extLst>
              <a:ext uri="{FF2B5EF4-FFF2-40B4-BE49-F238E27FC236}">
                <a16:creationId xmlns:a16="http://schemas.microsoft.com/office/drawing/2014/main" id="{DA880A57-AF0A-2154-A8B5-68DA773F3643}"/>
              </a:ext>
            </a:extLst>
          </p:cNvPr>
          <p:cNvSpPr>
            <a:spLocks noChangeArrowheads="1"/>
          </p:cNvSpPr>
          <p:nvPr>
            <p:custDataLst>
              <p:tags r:id="rId13"/>
            </p:custDataLst>
          </p:nvPr>
        </p:nvSpPr>
        <p:spPr bwMode="auto">
          <a:xfrm>
            <a:off x="4163734"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Bridge4">
            <a:extLst>
              <a:ext uri="{FF2B5EF4-FFF2-40B4-BE49-F238E27FC236}">
                <a16:creationId xmlns:a16="http://schemas.microsoft.com/office/drawing/2014/main" id="{EF1773F8-E91C-7690-42A4-E64101137AF4}"/>
              </a:ext>
            </a:extLst>
          </p:cNvPr>
          <p:cNvSpPr>
            <a:spLocks noChangeArrowheads="1"/>
          </p:cNvSpPr>
          <p:nvPr>
            <p:custDataLst>
              <p:tags r:id="rId14"/>
            </p:custDataLst>
          </p:nvPr>
        </p:nvSpPr>
        <p:spPr bwMode="auto">
          <a:xfrm>
            <a:off x="4163734"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Bridge4">
            <a:extLst>
              <a:ext uri="{FF2B5EF4-FFF2-40B4-BE49-F238E27FC236}">
                <a16:creationId xmlns:a16="http://schemas.microsoft.com/office/drawing/2014/main" id="{3CB0D8D0-3CDB-D3E3-69C0-080665EE1F55}"/>
              </a:ext>
            </a:extLst>
          </p:cNvPr>
          <p:cNvSpPr>
            <a:spLocks noChangeArrowheads="1"/>
          </p:cNvSpPr>
          <p:nvPr>
            <p:custDataLst>
              <p:tags r:id="rId15"/>
            </p:custDataLst>
          </p:nvPr>
        </p:nvSpPr>
        <p:spPr bwMode="auto">
          <a:xfrm>
            <a:off x="439130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Bridge4">
            <a:extLst>
              <a:ext uri="{FF2B5EF4-FFF2-40B4-BE49-F238E27FC236}">
                <a16:creationId xmlns:a16="http://schemas.microsoft.com/office/drawing/2014/main" id="{CBB97FFC-E9F9-DC88-E2CF-9008E878BD43}"/>
              </a:ext>
            </a:extLst>
          </p:cNvPr>
          <p:cNvSpPr>
            <a:spLocks noChangeArrowheads="1"/>
          </p:cNvSpPr>
          <p:nvPr>
            <p:custDataLst>
              <p:tags r:id="rId16"/>
            </p:custDataLst>
          </p:nvPr>
        </p:nvSpPr>
        <p:spPr bwMode="auto">
          <a:xfrm>
            <a:off x="4486739"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Bridge4">
            <a:extLst>
              <a:ext uri="{FF2B5EF4-FFF2-40B4-BE49-F238E27FC236}">
                <a16:creationId xmlns:a16="http://schemas.microsoft.com/office/drawing/2014/main" id="{CDB1C8AF-78EA-66E8-6E83-FBD74D2F6FD6}"/>
              </a:ext>
            </a:extLst>
          </p:cNvPr>
          <p:cNvSpPr>
            <a:spLocks noChangeArrowheads="1"/>
          </p:cNvSpPr>
          <p:nvPr>
            <p:custDataLst>
              <p:tags r:id="rId17"/>
            </p:custDataLst>
          </p:nvPr>
        </p:nvSpPr>
        <p:spPr bwMode="auto">
          <a:xfrm>
            <a:off x="4486739"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Bridge4">
            <a:extLst>
              <a:ext uri="{FF2B5EF4-FFF2-40B4-BE49-F238E27FC236}">
                <a16:creationId xmlns:a16="http://schemas.microsoft.com/office/drawing/2014/main" id="{CAFFD10D-ECE5-C9F7-9C4A-850B87A3F40D}"/>
              </a:ext>
            </a:extLst>
          </p:cNvPr>
          <p:cNvSpPr>
            <a:spLocks noChangeArrowheads="1"/>
          </p:cNvSpPr>
          <p:nvPr>
            <p:custDataLst>
              <p:tags r:id="rId18"/>
            </p:custDataLst>
          </p:nvPr>
        </p:nvSpPr>
        <p:spPr bwMode="auto">
          <a:xfrm>
            <a:off x="4486739"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Bridge4">
            <a:extLst>
              <a:ext uri="{FF2B5EF4-FFF2-40B4-BE49-F238E27FC236}">
                <a16:creationId xmlns:a16="http://schemas.microsoft.com/office/drawing/2014/main" id="{81677744-FA18-9681-9E84-0ED755395E84}"/>
              </a:ext>
            </a:extLst>
          </p:cNvPr>
          <p:cNvSpPr>
            <a:spLocks noChangeArrowheads="1"/>
          </p:cNvSpPr>
          <p:nvPr>
            <p:custDataLst>
              <p:tags r:id="rId19"/>
            </p:custDataLst>
          </p:nvPr>
        </p:nvSpPr>
        <p:spPr bwMode="auto">
          <a:xfrm>
            <a:off x="471798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Bridge4">
            <a:extLst>
              <a:ext uri="{FF2B5EF4-FFF2-40B4-BE49-F238E27FC236}">
                <a16:creationId xmlns:a16="http://schemas.microsoft.com/office/drawing/2014/main" id="{9EBE54EE-3109-5770-F293-04F4947112B0}"/>
              </a:ext>
            </a:extLst>
          </p:cNvPr>
          <p:cNvSpPr>
            <a:spLocks noChangeArrowheads="1"/>
          </p:cNvSpPr>
          <p:nvPr>
            <p:custDataLst>
              <p:tags r:id="rId20"/>
            </p:custDataLst>
          </p:nvPr>
        </p:nvSpPr>
        <p:spPr bwMode="auto">
          <a:xfrm>
            <a:off x="480974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Bridge4">
            <a:extLst>
              <a:ext uri="{FF2B5EF4-FFF2-40B4-BE49-F238E27FC236}">
                <a16:creationId xmlns:a16="http://schemas.microsoft.com/office/drawing/2014/main" id="{9D7A9767-CD6B-A6E5-DA96-2AEFDAB528B1}"/>
              </a:ext>
            </a:extLst>
          </p:cNvPr>
          <p:cNvSpPr>
            <a:spLocks noChangeArrowheads="1"/>
          </p:cNvSpPr>
          <p:nvPr>
            <p:custDataLst>
              <p:tags r:id="rId21"/>
            </p:custDataLst>
          </p:nvPr>
        </p:nvSpPr>
        <p:spPr bwMode="auto">
          <a:xfrm>
            <a:off x="480974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Bridge4">
            <a:extLst>
              <a:ext uri="{FF2B5EF4-FFF2-40B4-BE49-F238E27FC236}">
                <a16:creationId xmlns:a16="http://schemas.microsoft.com/office/drawing/2014/main" id="{6C57734D-F27E-748F-F131-CBFF73CCC5B9}"/>
              </a:ext>
            </a:extLst>
          </p:cNvPr>
          <p:cNvSpPr>
            <a:spLocks noChangeArrowheads="1"/>
          </p:cNvSpPr>
          <p:nvPr>
            <p:custDataLst>
              <p:tags r:id="rId22"/>
            </p:custDataLst>
          </p:nvPr>
        </p:nvSpPr>
        <p:spPr bwMode="auto">
          <a:xfrm>
            <a:off x="480974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Bridge4">
            <a:extLst>
              <a:ext uri="{FF2B5EF4-FFF2-40B4-BE49-F238E27FC236}">
                <a16:creationId xmlns:a16="http://schemas.microsoft.com/office/drawing/2014/main" id="{574178F1-CFDB-2600-5950-C898C8F3EAAF}"/>
              </a:ext>
            </a:extLst>
          </p:cNvPr>
          <p:cNvSpPr>
            <a:spLocks noChangeArrowheads="1"/>
          </p:cNvSpPr>
          <p:nvPr>
            <p:custDataLst>
              <p:tags r:id="rId23"/>
            </p:custDataLst>
          </p:nvPr>
        </p:nvSpPr>
        <p:spPr bwMode="auto">
          <a:xfrm>
            <a:off x="5040987"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Bridge4">
            <a:extLst>
              <a:ext uri="{FF2B5EF4-FFF2-40B4-BE49-F238E27FC236}">
                <a16:creationId xmlns:a16="http://schemas.microsoft.com/office/drawing/2014/main" id="{FE900093-D7CA-E404-71B6-1B5FEB710171}"/>
              </a:ext>
            </a:extLst>
          </p:cNvPr>
          <p:cNvSpPr>
            <a:spLocks noChangeArrowheads="1"/>
          </p:cNvSpPr>
          <p:nvPr>
            <p:custDataLst>
              <p:tags r:id="rId24"/>
            </p:custDataLst>
          </p:nvPr>
        </p:nvSpPr>
        <p:spPr bwMode="auto">
          <a:xfrm>
            <a:off x="5136420"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Bridge4">
            <a:extLst>
              <a:ext uri="{FF2B5EF4-FFF2-40B4-BE49-F238E27FC236}">
                <a16:creationId xmlns:a16="http://schemas.microsoft.com/office/drawing/2014/main" id="{5662F29D-F741-BFFD-76D4-69C09B96E7CA}"/>
              </a:ext>
            </a:extLst>
          </p:cNvPr>
          <p:cNvSpPr>
            <a:spLocks noChangeArrowheads="1"/>
          </p:cNvSpPr>
          <p:nvPr>
            <p:custDataLst>
              <p:tags r:id="rId25"/>
            </p:custDataLst>
          </p:nvPr>
        </p:nvSpPr>
        <p:spPr bwMode="auto">
          <a:xfrm>
            <a:off x="5136420"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Bridge4">
            <a:extLst>
              <a:ext uri="{FF2B5EF4-FFF2-40B4-BE49-F238E27FC236}">
                <a16:creationId xmlns:a16="http://schemas.microsoft.com/office/drawing/2014/main" id="{C1005C50-CAFE-2EE8-1567-EA16BD34A6B4}"/>
              </a:ext>
            </a:extLst>
          </p:cNvPr>
          <p:cNvSpPr>
            <a:spLocks noChangeArrowheads="1"/>
          </p:cNvSpPr>
          <p:nvPr>
            <p:custDataLst>
              <p:tags r:id="rId26"/>
            </p:custDataLst>
          </p:nvPr>
        </p:nvSpPr>
        <p:spPr bwMode="auto">
          <a:xfrm>
            <a:off x="5136420"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Bridge4">
            <a:extLst>
              <a:ext uri="{FF2B5EF4-FFF2-40B4-BE49-F238E27FC236}">
                <a16:creationId xmlns:a16="http://schemas.microsoft.com/office/drawing/2014/main" id="{B589BC6E-61A3-924F-D90B-1636F51AEE29}"/>
              </a:ext>
            </a:extLst>
          </p:cNvPr>
          <p:cNvSpPr>
            <a:spLocks noChangeArrowheads="1"/>
          </p:cNvSpPr>
          <p:nvPr>
            <p:custDataLst>
              <p:tags r:id="rId27"/>
            </p:custDataLst>
          </p:nvPr>
        </p:nvSpPr>
        <p:spPr bwMode="auto">
          <a:xfrm>
            <a:off x="5363992"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Bridge4">
            <a:extLst>
              <a:ext uri="{FF2B5EF4-FFF2-40B4-BE49-F238E27FC236}">
                <a16:creationId xmlns:a16="http://schemas.microsoft.com/office/drawing/2014/main" id="{260D0BC0-2F74-C051-7779-7F98AF4A3C27}"/>
              </a:ext>
            </a:extLst>
          </p:cNvPr>
          <p:cNvSpPr>
            <a:spLocks noChangeArrowheads="1"/>
          </p:cNvSpPr>
          <p:nvPr>
            <p:custDataLst>
              <p:tags r:id="rId28"/>
            </p:custDataLst>
          </p:nvPr>
        </p:nvSpPr>
        <p:spPr bwMode="auto">
          <a:xfrm>
            <a:off x="5459426"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Bridge4">
            <a:extLst>
              <a:ext uri="{FF2B5EF4-FFF2-40B4-BE49-F238E27FC236}">
                <a16:creationId xmlns:a16="http://schemas.microsoft.com/office/drawing/2014/main" id="{F92DD7F3-C8ED-F528-2A66-2DBAA43E629E}"/>
              </a:ext>
            </a:extLst>
          </p:cNvPr>
          <p:cNvSpPr>
            <a:spLocks noChangeArrowheads="1"/>
          </p:cNvSpPr>
          <p:nvPr>
            <p:custDataLst>
              <p:tags r:id="rId29"/>
            </p:custDataLst>
          </p:nvPr>
        </p:nvSpPr>
        <p:spPr bwMode="auto">
          <a:xfrm>
            <a:off x="5459426"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Bridge4">
            <a:extLst>
              <a:ext uri="{FF2B5EF4-FFF2-40B4-BE49-F238E27FC236}">
                <a16:creationId xmlns:a16="http://schemas.microsoft.com/office/drawing/2014/main" id="{9381C0E6-26D2-E088-96A2-FC9F0384E283}"/>
              </a:ext>
            </a:extLst>
          </p:cNvPr>
          <p:cNvSpPr>
            <a:spLocks noChangeArrowheads="1"/>
          </p:cNvSpPr>
          <p:nvPr>
            <p:custDataLst>
              <p:tags r:id="rId30"/>
            </p:custDataLst>
          </p:nvPr>
        </p:nvSpPr>
        <p:spPr bwMode="auto">
          <a:xfrm>
            <a:off x="5459426"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Bridge4">
            <a:extLst>
              <a:ext uri="{FF2B5EF4-FFF2-40B4-BE49-F238E27FC236}">
                <a16:creationId xmlns:a16="http://schemas.microsoft.com/office/drawing/2014/main" id="{D9E49E65-F8B0-DA7B-F119-564E84F551E5}"/>
              </a:ext>
            </a:extLst>
          </p:cNvPr>
          <p:cNvSpPr>
            <a:spLocks noChangeArrowheads="1"/>
          </p:cNvSpPr>
          <p:nvPr>
            <p:custDataLst>
              <p:tags r:id="rId31"/>
            </p:custDataLst>
          </p:nvPr>
        </p:nvSpPr>
        <p:spPr bwMode="auto">
          <a:xfrm>
            <a:off x="5690668"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Bridge4">
            <a:extLst>
              <a:ext uri="{FF2B5EF4-FFF2-40B4-BE49-F238E27FC236}">
                <a16:creationId xmlns:a16="http://schemas.microsoft.com/office/drawing/2014/main" id="{AE5E92E5-2F3F-70CE-A9CB-21CECFA7AA00}"/>
              </a:ext>
            </a:extLst>
          </p:cNvPr>
          <p:cNvSpPr>
            <a:spLocks noChangeArrowheads="1"/>
          </p:cNvSpPr>
          <p:nvPr>
            <p:custDataLst>
              <p:tags r:id="rId32"/>
            </p:custDataLst>
          </p:nvPr>
        </p:nvSpPr>
        <p:spPr bwMode="auto">
          <a:xfrm>
            <a:off x="578610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Bridge4">
            <a:extLst>
              <a:ext uri="{FF2B5EF4-FFF2-40B4-BE49-F238E27FC236}">
                <a16:creationId xmlns:a16="http://schemas.microsoft.com/office/drawing/2014/main" id="{E53BE155-50E1-7E46-9E52-2A0331301E26}"/>
              </a:ext>
            </a:extLst>
          </p:cNvPr>
          <p:cNvSpPr>
            <a:spLocks noChangeArrowheads="1"/>
          </p:cNvSpPr>
          <p:nvPr>
            <p:custDataLst>
              <p:tags r:id="rId33"/>
            </p:custDataLst>
          </p:nvPr>
        </p:nvSpPr>
        <p:spPr bwMode="auto">
          <a:xfrm>
            <a:off x="578610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Bridge4">
            <a:extLst>
              <a:ext uri="{FF2B5EF4-FFF2-40B4-BE49-F238E27FC236}">
                <a16:creationId xmlns:a16="http://schemas.microsoft.com/office/drawing/2014/main" id="{BE0FA98B-0E55-49A4-BF71-1FB4FC242FC8}"/>
              </a:ext>
            </a:extLst>
          </p:cNvPr>
          <p:cNvSpPr>
            <a:spLocks noChangeArrowheads="1"/>
          </p:cNvSpPr>
          <p:nvPr>
            <p:custDataLst>
              <p:tags r:id="rId34"/>
            </p:custDataLst>
          </p:nvPr>
        </p:nvSpPr>
        <p:spPr bwMode="auto">
          <a:xfrm>
            <a:off x="578610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Bridge4">
            <a:extLst>
              <a:ext uri="{FF2B5EF4-FFF2-40B4-BE49-F238E27FC236}">
                <a16:creationId xmlns:a16="http://schemas.microsoft.com/office/drawing/2014/main" id="{1FE04153-A3D2-1C42-642B-60C567A11DCF}"/>
              </a:ext>
            </a:extLst>
          </p:cNvPr>
          <p:cNvSpPr>
            <a:spLocks noChangeArrowheads="1"/>
          </p:cNvSpPr>
          <p:nvPr>
            <p:custDataLst>
              <p:tags r:id="rId35"/>
            </p:custDataLst>
          </p:nvPr>
        </p:nvSpPr>
        <p:spPr bwMode="auto">
          <a:xfrm>
            <a:off x="601367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Bridge4">
            <a:extLst>
              <a:ext uri="{FF2B5EF4-FFF2-40B4-BE49-F238E27FC236}">
                <a16:creationId xmlns:a16="http://schemas.microsoft.com/office/drawing/2014/main" id="{603DD03E-3435-6DF9-FC04-5DBB7647FF68}"/>
              </a:ext>
            </a:extLst>
          </p:cNvPr>
          <p:cNvSpPr>
            <a:spLocks noChangeArrowheads="1"/>
          </p:cNvSpPr>
          <p:nvPr>
            <p:custDataLst>
              <p:tags r:id="rId36"/>
            </p:custDataLst>
          </p:nvPr>
        </p:nvSpPr>
        <p:spPr bwMode="auto">
          <a:xfrm>
            <a:off x="6109107"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Bridge4">
            <a:extLst>
              <a:ext uri="{FF2B5EF4-FFF2-40B4-BE49-F238E27FC236}">
                <a16:creationId xmlns:a16="http://schemas.microsoft.com/office/drawing/2014/main" id="{E445D06B-77CD-DA61-5A90-359F59A1918D}"/>
              </a:ext>
            </a:extLst>
          </p:cNvPr>
          <p:cNvSpPr>
            <a:spLocks noChangeArrowheads="1"/>
          </p:cNvSpPr>
          <p:nvPr>
            <p:custDataLst>
              <p:tags r:id="rId37"/>
            </p:custDataLst>
          </p:nvPr>
        </p:nvSpPr>
        <p:spPr bwMode="auto">
          <a:xfrm>
            <a:off x="6109107"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Bridge4">
            <a:extLst>
              <a:ext uri="{FF2B5EF4-FFF2-40B4-BE49-F238E27FC236}">
                <a16:creationId xmlns:a16="http://schemas.microsoft.com/office/drawing/2014/main" id="{88174C7F-25AE-FAE5-4D28-9AA83CB8807C}"/>
              </a:ext>
            </a:extLst>
          </p:cNvPr>
          <p:cNvSpPr>
            <a:spLocks noChangeArrowheads="1"/>
          </p:cNvSpPr>
          <p:nvPr>
            <p:custDataLst>
              <p:tags r:id="rId38"/>
            </p:custDataLst>
          </p:nvPr>
        </p:nvSpPr>
        <p:spPr bwMode="auto">
          <a:xfrm>
            <a:off x="6109107"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Bridge4">
            <a:extLst>
              <a:ext uri="{FF2B5EF4-FFF2-40B4-BE49-F238E27FC236}">
                <a16:creationId xmlns:a16="http://schemas.microsoft.com/office/drawing/2014/main" id="{EA6EE102-FB49-95B3-EB10-ADC8F6101858}"/>
              </a:ext>
            </a:extLst>
          </p:cNvPr>
          <p:cNvSpPr>
            <a:spLocks noChangeArrowheads="1"/>
          </p:cNvSpPr>
          <p:nvPr>
            <p:custDataLst>
              <p:tags r:id="rId39"/>
            </p:custDataLst>
          </p:nvPr>
        </p:nvSpPr>
        <p:spPr bwMode="auto">
          <a:xfrm>
            <a:off x="6340349"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Bridge4">
            <a:extLst>
              <a:ext uri="{FF2B5EF4-FFF2-40B4-BE49-F238E27FC236}">
                <a16:creationId xmlns:a16="http://schemas.microsoft.com/office/drawing/2014/main" id="{1008AD13-8033-79FD-7246-784610E2365C}"/>
              </a:ext>
            </a:extLst>
          </p:cNvPr>
          <p:cNvSpPr>
            <a:spLocks noChangeArrowheads="1"/>
          </p:cNvSpPr>
          <p:nvPr>
            <p:custDataLst>
              <p:tags r:id="rId40"/>
            </p:custDataLst>
          </p:nvPr>
        </p:nvSpPr>
        <p:spPr bwMode="auto">
          <a:xfrm>
            <a:off x="6432112"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Bridge4">
            <a:extLst>
              <a:ext uri="{FF2B5EF4-FFF2-40B4-BE49-F238E27FC236}">
                <a16:creationId xmlns:a16="http://schemas.microsoft.com/office/drawing/2014/main" id="{2B3E9C6E-5959-A2A5-A41A-83D6C092DA96}"/>
              </a:ext>
            </a:extLst>
          </p:cNvPr>
          <p:cNvSpPr>
            <a:spLocks noChangeArrowheads="1"/>
          </p:cNvSpPr>
          <p:nvPr>
            <p:custDataLst>
              <p:tags r:id="rId41"/>
            </p:custDataLst>
          </p:nvPr>
        </p:nvSpPr>
        <p:spPr bwMode="auto">
          <a:xfrm>
            <a:off x="6432112"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Bridge4">
            <a:extLst>
              <a:ext uri="{FF2B5EF4-FFF2-40B4-BE49-F238E27FC236}">
                <a16:creationId xmlns:a16="http://schemas.microsoft.com/office/drawing/2014/main" id="{A21362B8-FF71-3DBC-EBD2-A83F6704DE7B}"/>
              </a:ext>
            </a:extLst>
          </p:cNvPr>
          <p:cNvSpPr>
            <a:spLocks noChangeArrowheads="1"/>
          </p:cNvSpPr>
          <p:nvPr>
            <p:custDataLst>
              <p:tags r:id="rId42"/>
            </p:custDataLst>
          </p:nvPr>
        </p:nvSpPr>
        <p:spPr bwMode="auto">
          <a:xfrm>
            <a:off x="6432112"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Bridge4">
            <a:extLst>
              <a:ext uri="{FF2B5EF4-FFF2-40B4-BE49-F238E27FC236}">
                <a16:creationId xmlns:a16="http://schemas.microsoft.com/office/drawing/2014/main" id="{ADA3A698-3F9F-D600-163F-55491425FAC7}"/>
              </a:ext>
            </a:extLst>
          </p:cNvPr>
          <p:cNvSpPr>
            <a:spLocks noChangeArrowheads="1"/>
          </p:cNvSpPr>
          <p:nvPr>
            <p:custDataLst>
              <p:tags r:id="rId43"/>
            </p:custDataLst>
          </p:nvPr>
        </p:nvSpPr>
        <p:spPr bwMode="auto">
          <a:xfrm>
            <a:off x="6663355"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Bridge4">
            <a:extLst>
              <a:ext uri="{FF2B5EF4-FFF2-40B4-BE49-F238E27FC236}">
                <a16:creationId xmlns:a16="http://schemas.microsoft.com/office/drawing/2014/main" id="{4076D371-82DB-2D13-D434-53BCD1DA5402}"/>
              </a:ext>
            </a:extLst>
          </p:cNvPr>
          <p:cNvSpPr>
            <a:spLocks noChangeArrowheads="1"/>
          </p:cNvSpPr>
          <p:nvPr>
            <p:custDataLst>
              <p:tags r:id="rId44"/>
            </p:custDataLst>
          </p:nvPr>
        </p:nvSpPr>
        <p:spPr bwMode="auto">
          <a:xfrm>
            <a:off x="675878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Bridge4">
            <a:extLst>
              <a:ext uri="{FF2B5EF4-FFF2-40B4-BE49-F238E27FC236}">
                <a16:creationId xmlns:a16="http://schemas.microsoft.com/office/drawing/2014/main" id="{B63DCFCB-5D3B-7853-16EE-4DB55F703FF7}"/>
              </a:ext>
            </a:extLst>
          </p:cNvPr>
          <p:cNvSpPr>
            <a:spLocks noChangeArrowheads="1"/>
          </p:cNvSpPr>
          <p:nvPr>
            <p:custDataLst>
              <p:tags r:id="rId45"/>
            </p:custDataLst>
          </p:nvPr>
        </p:nvSpPr>
        <p:spPr bwMode="auto">
          <a:xfrm>
            <a:off x="675878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Bridge4">
            <a:extLst>
              <a:ext uri="{FF2B5EF4-FFF2-40B4-BE49-F238E27FC236}">
                <a16:creationId xmlns:a16="http://schemas.microsoft.com/office/drawing/2014/main" id="{A0AE5AD2-59E0-F3F9-1DF9-B902B6764FCE}"/>
              </a:ext>
            </a:extLst>
          </p:cNvPr>
          <p:cNvSpPr>
            <a:spLocks noChangeArrowheads="1"/>
          </p:cNvSpPr>
          <p:nvPr>
            <p:custDataLst>
              <p:tags r:id="rId46"/>
            </p:custDataLst>
          </p:nvPr>
        </p:nvSpPr>
        <p:spPr bwMode="auto">
          <a:xfrm>
            <a:off x="675878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2" name="Bridge4">
            <a:extLst>
              <a:ext uri="{FF2B5EF4-FFF2-40B4-BE49-F238E27FC236}">
                <a16:creationId xmlns:a16="http://schemas.microsoft.com/office/drawing/2014/main" id="{A7CC5BA0-23FE-053C-2E8D-7946279669C4}"/>
              </a:ext>
            </a:extLst>
          </p:cNvPr>
          <p:cNvSpPr>
            <a:spLocks noChangeArrowheads="1"/>
          </p:cNvSpPr>
          <p:nvPr>
            <p:custDataLst>
              <p:tags r:id="rId47"/>
            </p:custDataLst>
          </p:nvPr>
        </p:nvSpPr>
        <p:spPr bwMode="auto">
          <a:xfrm>
            <a:off x="699003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 name="Bridge4">
            <a:extLst>
              <a:ext uri="{FF2B5EF4-FFF2-40B4-BE49-F238E27FC236}">
                <a16:creationId xmlns:a16="http://schemas.microsoft.com/office/drawing/2014/main" id="{EA9A9D61-3A51-A04B-67E2-2CE8E0897925}"/>
              </a:ext>
            </a:extLst>
          </p:cNvPr>
          <p:cNvSpPr>
            <a:spLocks noChangeArrowheads="1"/>
          </p:cNvSpPr>
          <p:nvPr>
            <p:custDataLst>
              <p:tags r:id="rId48"/>
            </p:custDataLst>
          </p:nvPr>
        </p:nvSpPr>
        <p:spPr bwMode="auto">
          <a:xfrm>
            <a:off x="708179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4" name="Bridge4">
            <a:extLst>
              <a:ext uri="{FF2B5EF4-FFF2-40B4-BE49-F238E27FC236}">
                <a16:creationId xmlns:a16="http://schemas.microsoft.com/office/drawing/2014/main" id="{3A154641-0584-C039-2809-A13974BCEC8F}"/>
              </a:ext>
            </a:extLst>
          </p:cNvPr>
          <p:cNvSpPr>
            <a:spLocks noChangeArrowheads="1"/>
          </p:cNvSpPr>
          <p:nvPr>
            <p:custDataLst>
              <p:tags r:id="rId49"/>
            </p:custDataLst>
          </p:nvPr>
        </p:nvSpPr>
        <p:spPr bwMode="auto">
          <a:xfrm>
            <a:off x="708179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5" name="Bridge4">
            <a:extLst>
              <a:ext uri="{FF2B5EF4-FFF2-40B4-BE49-F238E27FC236}">
                <a16:creationId xmlns:a16="http://schemas.microsoft.com/office/drawing/2014/main" id="{23033F5D-7FF7-7442-2F83-7D237D54CBF9}"/>
              </a:ext>
            </a:extLst>
          </p:cNvPr>
          <p:cNvSpPr>
            <a:spLocks noChangeArrowheads="1"/>
          </p:cNvSpPr>
          <p:nvPr>
            <p:custDataLst>
              <p:tags r:id="rId50"/>
            </p:custDataLst>
          </p:nvPr>
        </p:nvSpPr>
        <p:spPr bwMode="auto">
          <a:xfrm>
            <a:off x="708179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 name="Bridge4">
            <a:extLst>
              <a:ext uri="{FF2B5EF4-FFF2-40B4-BE49-F238E27FC236}">
                <a16:creationId xmlns:a16="http://schemas.microsoft.com/office/drawing/2014/main" id="{B455622E-CF7B-7036-ED12-0F4DCE39DECB}"/>
              </a:ext>
            </a:extLst>
          </p:cNvPr>
          <p:cNvSpPr>
            <a:spLocks noChangeArrowheads="1"/>
          </p:cNvSpPr>
          <p:nvPr>
            <p:custDataLst>
              <p:tags r:id="rId51"/>
            </p:custDataLst>
          </p:nvPr>
        </p:nvSpPr>
        <p:spPr bwMode="auto">
          <a:xfrm>
            <a:off x="731303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 name="Bridge4">
            <a:extLst>
              <a:ext uri="{FF2B5EF4-FFF2-40B4-BE49-F238E27FC236}">
                <a16:creationId xmlns:a16="http://schemas.microsoft.com/office/drawing/2014/main" id="{E5DC3A9D-717C-3DC5-C5E4-DE5A0748509B}"/>
              </a:ext>
            </a:extLst>
          </p:cNvPr>
          <p:cNvSpPr>
            <a:spLocks noChangeArrowheads="1"/>
          </p:cNvSpPr>
          <p:nvPr>
            <p:custDataLst>
              <p:tags r:id="rId52"/>
            </p:custDataLst>
          </p:nvPr>
        </p:nvSpPr>
        <p:spPr bwMode="auto">
          <a:xfrm>
            <a:off x="7408469"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 name="Bridge4">
            <a:extLst>
              <a:ext uri="{FF2B5EF4-FFF2-40B4-BE49-F238E27FC236}">
                <a16:creationId xmlns:a16="http://schemas.microsoft.com/office/drawing/2014/main" id="{EC517096-C6C1-2E83-1F86-C9F224982918}"/>
              </a:ext>
            </a:extLst>
          </p:cNvPr>
          <p:cNvSpPr>
            <a:spLocks noChangeArrowheads="1"/>
          </p:cNvSpPr>
          <p:nvPr>
            <p:custDataLst>
              <p:tags r:id="rId53"/>
            </p:custDataLst>
          </p:nvPr>
        </p:nvSpPr>
        <p:spPr bwMode="auto">
          <a:xfrm>
            <a:off x="7408469"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9" name="Bridge4">
            <a:extLst>
              <a:ext uri="{FF2B5EF4-FFF2-40B4-BE49-F238E27FC236}">
                <a16:creationId xmlns:a16="http://schemas.microsoft.com/office/drawing/2014/main" id="{7547ECC4-4359-0B7E-A00C-84FEE53D3C51}"/>
              </a:ext>
            </a:extLst>
          </p:cNvPr>
          <p:cNvSpPr>
            <a:spLocks noChangeArrowheads="1"/>
          </p:cNvSpPr>
          <p:nvPr>
            <p:custDataLst>
              <p:tags r:id="rId54"/>
            </p:custDataLst>
          </p:nvPr>
        </p:nvSpPr>
        <p:spPr bwMode="auto">
          <a:xfrm>
            <a:off x="7408469"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0" name="Bridge4">
            <a:extLst>
              <a:ext uri="{FF2B5EF4-FFF2-40B4-BE49-F238E27FC236}">
                <a16:creationId xmlns:a16="http://schemas.microsoft.com/office/drawing/2014/main" id="{E558934F-A646-CA0D-C870-FE0B46A81575}"/>
              </a:ext>
            </a:extLst>
          </p:cNvPr>
          <p:cNvSpPr>
            <a:spLocks noChangeArrowheads="1"/>
          </p:cNvSpPr>
          <p:nvPr>
            <p:custDataLst>
              <p:tags r:id="rId55"/>
            </p:custDataLst>
          </p:nvPr>
        </p:nvSpPr>
        <p:spPr bwMode="auto">
          <a:xfrm>
            <a:off x="7636041"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1" name="Bridge4">
            <a:extLst>
              <a:ext uri="{FF2B5EF4-FFF2-40B4-BE49-F238E27FC236}">
                <a16:creationId xmlns:a16="http://schemas.microsoft.com/office/drawing/2014/main" id="{3653C253-A29D-4A32-0E64-C5731036F4DA}"/>
              </a:ext>
            </a:extLst>
          </p:cNvPr>
          <p:cNvSpPr>
            <a:spLocks noChangeArrowheads="1"/>
          </p:cNvSpPr>
          <p:nvPr>
            <p:custDataLst>
              <p:tags r:id="rId56"/>
            </p:custDataLst>
          </p:nvPr>
        </p:nvSpPr>
        <p:spPr bwMode="auto">
          <a:xfrm>
            <a:off x="7731475"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2" name="Bridge4">
            <a:extLst>
              <a:ext uri="{FF2B5EF4-FFF2-40B4-BE49-F238E27FC236}">
                <a16:creationId xmlns:a16="http://schemas.microsoft.com/office/drawing/2014/main" id="{F17694F8-10D0-D58A-8DE6-927A74546695}"/>
              </a:ext>
            </a:extLst>
          </p:cNvPr>
          <p:cNvSpPr>
            <a:spLocks noChangeArrowheads="1"/>
          </p:cNvSpPr>
          <p:nvPr>
            <p:custDataLst>
              <p:tags r:id="rId57"/>
            </p:custDataLst>
          </p:nvPr>
        </p:nvSpPr>
        <p:spPr bwMode="auto">
          <a:xfrm>
            <a:off x="7731475"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3" name="Bridge4">
            <a:extLst>
              <a:ext uri="{FF2B5EF4-FFF2-40B4-BE49-F238E27FC236}">
                <a16:creationId xmlns:a16="http://schemas.microsoft.com/office/drawing/2014/main" id="{E5DF9CD4-3F4B-D3A5-2380-F3C8B2A8D875}"/>
              </a:ext>
            </a:extLst>
          </p:cNvPr>
          <p:cNvSpPr>
            <a:spLocks noChangeArrowheads="1"/>
          </p:cNvSpPr>
          <p:nvPr>
            <p:custDataLst>
              <p:tags r:id="rId58"/>
            </p:custDataLst>
          </p:nvPr>
        </p:nvSpPr>
        <p:spPr bwMode="auto">
          <a:xfrm>
            <a:off x="7731475"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Bridge4">
            <a:extLst>
              <a:ext uri="{FF2B5EF4-FFF2-40B4-BE49-F238E27FC236}">
                <a16:creationId xmlns:a16="http://schemas.microsoft.com/office/drawing/2014/main" id="{D6C9DA97-1735-FEE6-2931-335B73FC17D4}"/>
              </a:ext>
            </a:extLst>
          </p:cNvPr>
          <p:cNvSpPr>
            <a:spLocks noChangeArrowheads="1"/>
          </p:cNvSpPr>
          <p:nvPr>
            <p:custDataLst>
              <p:tags r:id="rId59"/>
            </p:custDataLst>
          </p:nvPr>
        </p:nvSpPr>
        <p:spPr bwMode="auto">
          <a:xfrm>
            <a:off x="7962717"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Bridge4">
            <a:extLst>
              <a:ext uri="{FF2B5EF4-FFF2-40B4-BE49-F238E27FC236}">
                <a16:creationId xmlns:a16="http://schemas.microsoft.com/office/drawing/2014/main" id="{EF2BBCBF-A7D8-76CB-5235-353A3F016277}"/>
              </a:ext>
            </a:extLst>
          </p:cNvPr>
          <p:cNvSpPr>
            <a:spLocks noChangeArrowheads="1"/>
          </p:cNvSpPr>
          <p:nvPr>
            <p:custDataLst>
              <p:tags r:id="rId60"/>
            </p:custDataLst>
          </p:nvPr>
        </p:nvSpPr>
        <p:spPr bwMode="auto">
          <a:xfrm>
            <a:off x="828572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Bridge4">
            <a:extLst>
              <a:ext uri="{FF2B5EF4-FFF2-40B4-BE49-F238E27FC236}">
                <a16:creationId xmlns:a16="http://schemas.microsoft.com/office/drawing/2014/main" id="{663ADEBC-7A95-122D-99FF-42848F4E38FA}"/>
              </a:ext>
            </a:extLst>
          </p:cNvPr>
          <p:cNvSpPr>
            <a:spLocks noChangeArrowheads="1"/>
          </p:cNvSpPr>
          <p:nvPr>
            <p:custDataLst>
              <p:tags r:id="rId61"/>
            </p:custDataLst>
          </p:nvPr>
        </p:nvSpPr>
        <p:spPr bwMode="auto">
          <a:xfrm>
            <a:off x="8054480"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Bridge4">
            <a:extLst>
              <a:ext uri="{FF2B5EF4-FFF2-40B4-BE49-F238E27FC236}">
                <a16:creationId xmlns:a16="http://schemas.microsoft.com/office/drawing/2014/main" id="{D989C602-7CAB-9708-9A12-CD9347298695}"/>
              </a:ext>
            </a:extLst>
          </p:cNvPr>
          <p:cNvSpPr>
            <a:spLocks noChangeArrowheads="1"/>
          </p:cNvSpPr>
          <p:nvPr>
            <p:custDataLst>
              <p:tags r:id="rId62"/>
            </p:custDataLst>
          </p:nvPr>
        </p:nvSpPr>
        <p:spPr bwMode="auto">
          <a:xfrm>
            <a:off x="8054480"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Bridge4">
            <a:extLst>
              <a:ext uri="{FF2B5EF4-FFF2-40B4-BE49-F238E27FC236}">
                <a16:creationId xmlns:a16="http://schemas.microsoft.com/office/drawing/2014/main" id="{38D9C891-B863-37AD-FF57-BF5F9577C143}"/>
              </a:ext>
            </a:extLst>
          </p:cNvPr>
          <p:cNvSpPr>
            <a:spLocks noChangeArrowheads="1"/>
          </p:cNvSpPr>
          <p:nvPr>
            <p:custDataLst>
              <p:tags r:id="rId63"/>
            </p:custDataLst>
          </p:nvPr>
        </p:nvSpPr>
        <p:spPr bwMode="auto">
          <a:xfrm>
            <a:off x="8054480"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Bridge4">
            <a:extLst>
              <a:ext uri="{FF2B5EF4-FFF2-40B4-BE49-F238E27FC236}">
                <a16:creationId xmlns:a16="http://schemas.microsoft.com/office/drawing/2014/main" id="{A957488F-AFEE-86AB-F4C8-C993311E8A7C}"/>
              </a:ext>
            </a:extLst>
          </p:cNvPr>
          <p:cNvSpPr>
            <a:spLocks/>
          </p:cNvSpPr>
          <p:nvPr>
            <p:custDataLst>
              <p:tags r:id="rId64"/>
            </p:custDataLst>
          </p:nvPr>
        </p:nvSpPr>
        <p:spPr bwMode="auto">
          <a:xfrm>
            <a:off x="3404228" y="3644821"/>
            <a:ext cx="4976928" cy="1723292"/>
          </a:xfrm>
          <a:custGeom>
            <a:avLst/>
            <a:gdLst>
              <a:gd name="T0" fmla="*/ 9557 w 10000"/>
              <a:gd name="T1" fmla="*/ 0 h 2848"/>
              <a:gd name="T2" fmla="*/ 443 w 10000"/>
              <a:gd name="T3" fmla="*/ 0 h 2848"/>
              <a:gd name="T4" fmla="*/ 0 w 10000"/>
              <a:gd name="T5" fmla="*/ 0 h 2848"/>
              <a:gd name="T6" fmla="*/ 0 w 10000"/>
              <a:gd name="T7" fmla="*/ 2848 h 2848"/>
              <a:gd name="T8" fmla="*/ 443 w 10000"/>
              <a:gd name="T9" fmla="*/ 2848 h 2848"/>
              <a:gd name="T10" fmla="*/ 5000 w 10000"/>
              <a:gd name="T11" fmla="*/ 569 h 2848"/>
              <a:gd name="T12" fmla="*/ 9557 w 10000"/>
              <a:gd name="T13" fmla="*/ 2848 h 2848"/>
              <a:gd name="T14" fmla="*/ 10000 w 10000"/>
              <a:gd name="T15" fmla="*/ 2848 h 2848"/>
              <a:gd name="T16" fmla="*/ 10000 w 10000"/>
              <a:gd name="T17" fmla="*/ 0 h 2848"/>
              <a:gd name="T18" fmla="*/ 9557 w 10000"/>
              <a:gd name="T19" fmla="*/ 0 h 2848"/>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72 w 10029"/>
              <a:gd name="connsiteY4" fmla="*/ 10000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14 w 10029"/>
              <a:gd name="connsiteY7" fmla="*/ 12797 h 13459"/>
              <a:gd name="connsiteX8" fmla="*/ 10029 w 10029"/>
              <a:gd name="connsiteY8" fmla="*/ 0 h 13459"/>
              <a:gd name="connsiteX9" fmla="*/ 9586 w 10029"/>
              <a:gd name="connsiteY9" fmla="*/ 0 h 1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29" h="13459">
                <a:moveTo>
                  <a:pt x="9586" y="0"/>
                </a:moveTo>
                <a:lnTo>
                  <a:pt x="472" y="0"/>
                </a:lnTo>
                <a:lnTo>
                  <a:pt x="29" y="0"/>
                </a:lnTo>
                <a:cubicBezTo>
                  <a:pt x="19" y="4486"/>
                  <a:pt x="10" y="8973"/>
                  <a:pt x="0" y="13459"/>
                </a:cubicBezTo>
                <a:cubicBezTo>
                  <a:pt x="148" y="13459"/>
                  <a:pt x="334" y="10186"/>
                  <a:pt x="482" y="10186"/>
                </a:cubicBezTo>
                <a:cubicBezTo>
                  <a:pt x="482" y="10186"/>
                  <a:pt x="3512" y="2029"/>
                  <a:pt x="5029" y="1998"/>
                </a:cubicBezTo>
                <a:cubicBezTo>
                  <a:pt x="6546" y="1967"/>
                  <a:pt x="9586" y="10000"/>
                  <a:pt x="9586" y="10000"/>
                </a:cubicBezTo>
                <a:cubicBezTo>
                  <a:pt x="9729" y="10932"/>
                  <a:pt x="9871" y="11865"/>
                  <a:pt x="10014" y="12797"/>
                </a:cubicBezTo>
                <a:cubicBezTo>
                  <a:pt x="10019" y="8531"/>
                  <a:pt x="10024" y="4266"/>
                  <a:pt x="10029" y="0"/>
                </a:cubicBezTo>
                <a:lnTo>
                  <a:pt x="9586" y="0"/>
                </a:lnTo>
                <a:close/>
              </a:path>
            </a:pathLst>
          </a:custGeom>
          <a:gradFill flip="none" rotWithShape="1">
            <a:gsLst>
              <a:gs pos="0">
                <a:srgbClr val="D9D9D9"/>
              </a:gs>
              <a:gs pos="65500">
                <a:srgbClr val="A6A6A6"/>
              </a:gs>
              <a:gs pos="33000">
                <a:srgbClr val="A6A6A6"/>
              </a:gs>
              <a:gs pos="100000">
                <a:srgbClr val="D9D9D9"/>
              </a:gs>
            </a:gsLst>
            <a:lin ang="0" scaled="1"/>
            <a:tileRect/>
          </a:gra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TextBox 80">
            <a:extLst>
              <a:ext uri="{FF2B5EF4-FFF2-40B4-BE49-F238E27FC236}">
                <a16:creationId xmlns:a16="http://schemas.microsoft.com/office/drawing/2014/main" id="{A50A1D5C-88DD-2038-3B69-1719C25DA5AF}"/>
              </a:ext>
            </a:extLst>
          </p:cNvPr>
          <p:cNvSpPr txBox="1"/>
          <p:nvPr/>
        </p:nvSpPr>
        <p:spPr>
          <a:xfrm>
            <a:off x="1040478" y="4189320"/>
            <a:ext cx="2116211" cy="1477328"/>
          </a:xfrm>
          <a:prstGeom prst="rect">
            <a:avLst/>
          </a:prstGeom>
          <a:noFill/>
        </p:spPr>
        <p:txBody>
          <a:bodyPr wrap="square" lIns="0" tIns="0" rIns="0" bIns="0" rtlCol="0">
            <a:spAutoFit/>
          </a:bodyPr>
          <a:lstStyle/>
          <a:p>
            <a:pPr algn="ctr"/>
            <a:r>
              <a:rPr lang="en-US" sz="1600" b="1" dirty="0"/>
              <a:t>LOREM IPSUM</a:t>
            </a:r>
          </a:p>
          <a:p>
            <a:pPr algn="ctr"/>
            <a:r>
              <a:rPr lang="en-US" sz="1600" dirty="0"/>
              <a:t>Lorem ipsum dolor sit amet, consectetuer adipiscing elit. Maecenas porttitor congue massa. </a:t>
            </a:r>
          </a:p>
        </p:txBody>
      </p:sp>
      <p:sp>
        <p:nvSpPr>
          <p:cNvPr id="82" name="TextBox 81">
            <a:extLst>
              <a:ext uri="{FF2B5EF4-FFF2-40B4-BE49-F238E27FC236}">
                <a16:creationId xmlns:a16="http://schemas.microsoft.com/office/drawing/2014/main" id="{EFE2C61D-A335-3013-F666-3AF0D009C655}"/>
              </a:ext>
            </a:extLst>
          </p:cNvPr>
          <p:cNvSpPr txBox="1"/>
          <p:nvPr/>
        </p:nvSpPr>
        <p:spPr>
          <a:xfrm>
            <a:off x="9065163" y="4189320"/>
            <a:ext cx="2116211" cy="1477328"/>
          </a:xfrm>
          <a:prstGeom prst="rect">
            <a:avLst/>
          </a:prstGeom>
          <a:noFill/>
        </p:spPr>
        <p:txBody>
          <a:bodyPr wrap="square" lIns="0" tIns="0" rIns="0" bIns="0" rtlCol="0">
            <a:spAutoFit/>
          </a:bodyPr>
          <a:lstStyle/>
          <a:p>
            <a:pPr algn="ctr"/>
            <a:r>
              <a:rPr lang="en-US" sz="1600" b="1" dirty="0"/>
              <a:t>LOREM IPSUM</a:t>
            </a:r>
          </a:p>
          <a:p>
            <a:pPr algn="ctr"/>
            <a:r>
              <a:rPr lang="en-US" sz="1600" dirty="0"/>
              <a:t>Lorem ipsum dolor sit amet, consectetuer adipiscing elit. Maecenas porttitor congue massa. </a:t>
            </a:r>
          </a:p>
        </p:txBody>
      </p:sp>
      <p:sp>
        <p:nvSpPr>
          <p:cNvPr id="83" name="TextBox 82">
            <a:extLst>
              <a:ext uri="{FF2B5EF4-FFF2-40B4-BE49-F238E27FC236}">
                <a16:creationId xmlns:a16="http://schemas.microsoft.com/office/drawing/2014/main" id="{2BC5951F-3A33-5785-39A8-B44E355B7A8B}"/>
              </a:ext>
            </a:extLst>
          </p:cNvPr>
          <p:cNvSpPr txBox="1"/>
          <p:nvPr/>
        </p:nvSpPr>
        <p:spPr>
          <a:xfrm>
            <a:off x="4320674" y="5263057"/>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cxnSp>
        <p:nvCxnSpPr>
          <p:cNvPr id="85" name="Straight Arrow Connector 84">
            <a:extLst>
              <a:ext uri="{FF2B5EF4-FFF2-40B4-BE49-F238E27FC236}">
                <a16:creationId xmlns:a16="http://schemas.microsoft.com/office/drawing/2014/main" id="{DEFAE80D-D572-E1AC-F801-CDC65B32611C}"/>
              </a:ext>
            </a:extLst>
          </p:cNvPr>
          <p:cNvCxnSpPr/>
          <p:nvPr/>
        </p:nvCxnSpPr>
        <p:spPr>
          <a:xfrm>
            <a:off x="4277520" y="5154114"/>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309B0F7A-C3A8-7C37-B3F1-B7479EFF9546}"/>
              </a:ext>
            </a:extLst>
          </p:cNvPr>
          <p:cNvSpPr txBox="1"/>
          <p:nvPr/>
        </p:nvSpPr>
        <p:spPr>
          <a:xfrm>
            <a:off x="4289575" y="2594732"/>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spTree>
    <p:extLst>
      <p:ext uri="{BB962C8B-B14F-4D97-AF65-F5344CB8AC3E}">
        <p14:creationId xmlns:p14="http://schemas.microsoft.com/office/powerpoint/2010/main" val="4004036736"/>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Challenges</a:t>
            </a:r>
          </a:p>
        </p:txBody>
      </p:sp>
      <p:sp>
        <p:nvSpPr>
          <p:cNvPr id="5" name="TextBox 4"/>
          <p:cNvSpPr txBox="1"/>
          <p:nvPr/>
        </p:nvSpPr>
        <p:spPr>
          <a:xfrm>
            <a:off x="1465027" y="2055182"/>
            <a:ext cx="4425422" cy="861774"/>
          </a:xfrm>
          <a:prstGeom prst="rect">
            <a:avLst/>
          </a:prstGeom>
          <a:noFill/>
        </p:spPr>
        <p:txBody>
          <a:bodyPr wrap="square" rtlCol="0">
            <a:spAutoFit/>
          </a:bodyPr>
          <a:lstStyle/>
          <a:p>
            <a:r>
              <a:rPr lang="en-US"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6" name="Rectangle 5"/>
          <p:cNvSpPr/>
          <p:nvPr/>
        </p:nvSpPr>
        <p:spPr>
          <a:xfrm>
            <a:off x="6262580" y="2070571"/>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a:t>
            </a:r>
          </a:p>
        </p:txBody>
      </p:sp>
      <p:sp>
        <p:nvSpPr>
          <p:cNvPr id="7" name="Isosceles Triangle 6"/>
          <p:cNvSpPr/>
          <p:nvPr/>
        </p:nvSpPr>
        <p:spPr>
          <a:xfrm rot="5400000">
            <a:off x="5790608" y="2365673"/>
            <a:ext cx="494826" cy="240790"/>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TextBox 7"/>
          <p:cNvSpPr txBox="1"/>
          <p:nvPr/>
        </p:nvSpPr>
        <p:spPr>
          <a:xfrm>
            <a:off x="1465027" y="3225470"/>
            <a:ext cx="4425422" cy="861774"/>
          </a:xfrm>
          <a:prstGeom prst="rect">
            <a:avLst/>
          </a:prstGeom>
          <a:noFill/>
        </p:spPr>
        <p:txBody>
          <a:bodyPr wrap="square" rtlCol="0">
            <a:spAutoFit/>
          </a:bodyPr>
          <a:lstStyle/>
          <a:p>
            <a:r>
              <a:rPr lang="en-US"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9" name="Rectangle 8"/>
          <p:cNvSpPr/>
          <p:nvPr/>
        </p:nvSpPr>
        <p:spPr>
          <a:xfrm>
            <a:off x="6262580" y="3240859"/>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0" name="Isosceles Triangle 9"/>
          <p:cNvSpPr/>
          <p:nvPr/>
        </p:nvSpPr>
        <p:spPr>
          <a:xfrm rot="5400000">
            <a:off x="5790608" y="3535961"/>
            <a:ext cx="494826" cy="24079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TextBox 10"/>
          <p:cNvSpPr txBox="1"/>
          <p:nvPr/>
        </p:nvSpPr>
        <p:spPr>
          <a:xfrm>
            <a:off x="1465027" y="4395758"/>
            <a:ext cx="4425422" cy="861774"/>
          </a:xfrm>
          <a:prstGeom prst="rect">
            <a:avLst/>
          </a:prstGeom>
          <a:noFill/>
        </p:spPr>
        <p:txBody>
          <a:bodyPr wrap="square" rtlCol="0">
            <a:spAutoFit/>
          </a:bodyPr>
          <a:lstStyle/>
          <a:p>
            <a:r>
              <a:rPr lang="en-US"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12" name="Rectangle 11"/>
          <p:cNvSpPr/>
          <p:nvPr/>
        </p:nvSpPr>
        <p:spPr>
          <a:xfrm>
            <a:off x="6262580" y="4411147"/>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3" name="Isosceles Triangle 12"/>
          <p:cNvSpPr/>
          <p:nvPr/>
        </p:nvSpPr>
        <p:spPr>
          <a:xfrm rot="5400000">
            <a:off x="5790608" y="4706249"/>
            <a:ext cx="494826" cy="24079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Oval 13"/>
          <p:cNvSpPr>
            <a:spLocks noChangeAspect="1"/>
          </p:cNvSpPr>
          <p:nvPr/>
        </p:nvSpPr>
        <p:spPr>
          <a:xfrm>
            <a:off x="692289" y="2142568"/>
            <a:ext cx="687003" cy="687003"/>
          </a:xfrm>
          <a:prstGeom prst="ellipse">
            <a:avLst/>
          </a:prstGeom>
          <a:solidFill>
            <a:schemeClr val="lt1"/>
          </a:solidFill>
          <a:ln w="38100">
            <a:solidFill>
              <a:schemeClr val="accent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1"/>
                </a:solidFill>
              </a:rPr>
              <a:t>01</a:t>
            </a:r>
          </a:p>
        </p:txBody>
      </p:sp>
      <p:sp>
        <p:nvSpPr>
          <p:cNvPr id="15" name="Oval 14"/>
          <p:cNvSpPr>
            <a:spLocks noChangeAspect="1"/>
          </p:cNvSpPr>
          <p:nvPr/>
        </p:nvSpPr>
        <p:spPr>
          <a:xfrm>
            <a:off x="692289" y="3312855"/>
            <a:ext cx="687003" cy="687003"/>
          </a:xfrm>
          <a:prstGeom prst="ellipse">
            <a:avLst/>
          </a:prstGeom>
          <a:solidFill>
            <a:schemeClr val="lt1"/>
          </a:solidFill>
          <a:ln w="38100">
            <a:solidFill>
              <a:schemeClr val="accent2"/>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2"/>
                </a:solidFill>
              </a:rPr>
              <a:t>02</a:t>
            </a:r>
          </a:p>
        </p:txBody>
      </p:sp>
      <p:sp>
        <p:nvSpPr>
          <p:cNvPr id="16" name="Oval 15"/>
          <p:cNvSpPr>
            <a:spLocks noChangeAspect="1"/>
          </p:cNvSpPr>
          <p:nvPr/>
        </p:nvSpPr>
        <p:spPr>
          <a:xfrm>
            <a:off x="692289" y="4483142"/>
            <a:ext cx="687003" cy="687003"/>
          </a:xfrm>
          <a:prstGeom prst="ellipse">
            <a:avLst/>
          </a:prstGeom>
          <a:solidFill>
            <a:schemeClr val="lt1"/>
          </a:solidFill>
          <a:ln w="38100">
            <a:solidFill>
              <a:schemeClr val="accent3"/>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3"/>
                </a:solidFill>
              </a:rPr>
              <a:t>03</a:t>
            </a:r>
          </a:p>
        </p:txBody>
      </p:sp>
    </p:spTree>
    <p:custDataLst>
      <p:tags r:id="rId1"/>
    </p:custDataLst>
    <p:extLst>
      <p:ext uri="{BB962C8B-B14F-4D97-AF65-F5344CB8AC3E}">
        <p14:creationId xmlns:p14="http://schemas.microsoft.com/office/powerpoint/2010/main" val="3776121434"/>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4" name="Straight Connector 63">
            <a:extLst>
              <a:ext uri="{FF2B5EF4-FFF2-40B4-BE49-F238E27FC236}">
                <a16:creationId xmlns:a16="http://schemas.microsoft.com/office/drawing/2014/main" id="{BCF9B440-5523-4645-B3BA-DD2C31F9C06E}"/>
              </a:ext>
            </a:extLst>
          </p:cNvPr>
          <p:cNvCxnSpPr>
            <a:cxnSpLocks/>
          </p:cNvCxnSpPr>
          <p:nvPr/>
        </p:nvCxnSpPr>
        <p:spPr>
          <a:xfrm>
            <a:off x="7091517"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041DCB7C-44E0-46BC-A59A-A1755FCF1E2F}"/>
              </a:ext>
            </a:extLst>
          </p:cNvPr>
          <p:cNvCxnSpPr>
            <a:cxnSpLocks/>
          </p:cNvCxnSpPr>
          <p:nvPr/>
        </p:nvCxnSpPr>
        <p:spPr>
          <a:xfrm>
            <a:off x="5051672"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2" name="Object 41" hidden="1"/>
          <p:cNvGraphicFramePr>
            <a:graphicFrameLocks noChangeAspect="1"/>
          </p:cNvGraphicFramePr>
          <p:nvPr>
            <p:custDataLst>
              <p:tags r:id="rId2"/>
            </p:custDataLst>
          </p:nvPr>
        </p:nvGraphicFramePr>
        <p:xfrm>
          <a:off x="1525589" y="1589"/>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2" name="Object 41" hidden="1"/>
                      <p:cNvPicPr/>
                      <p:nvPr/>
                    </p:nvPicPr>
                    <p:blipFill>
                      <a:blip r:embed="rId6"/>
                      <a:stretch>
                        <a:fillRect/>
                      </a:stretch>
                    </p:blipFill>
                    <p:spPr>
                      <a:xfrm>
                        <a:off x="1525589" y="1589"/>
                        <a:ext cx="1587" cy="1587"/>
                      </a:xfrm>
                      <a:prstGeom prst="rect">
                        <a:avLst/>
                      </a:prstGeom>
                    </p:spPr>
                  </p:pic>
                </p:oleObj>
              </mc:Fallback>
            </mc:AlternateContent>
          </a:graphicData>
        </a:graphic>
      </p:graphicFrame>
      <p:sp>
        <p:nvSpPr>
          <p:cNvPr id="2" name="TextBox 1"/>
          <p:cNvSpPr txBox="1"/>
          <p:nvPr/>
        </p:nvSpPr>
        <p:spPr>
          <a:xfrm>
            <a:off x="5190143" y="1439117"/>
            <a:ext cx="233749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effectLst/>
                <a:uLnTx/>
                <a:uFillTx/>
              </a:rPr>
              <a:t>Recommended option</a:t>
            </a:r>
          </a:p>
        </p:txBody>
      </p:sp>
      <p:sp>
        <p:nvSpPr>
          <p:cNvPr id="76" name="Title 1"/>
          <p:cNvSpPr>
            <a:spLocks noGrp="1"/>
          </p:cNvSpPr>
          <p:nvPr>
            <p:ph type="title"/>
          </p:nvPr>
        </p:nvSpPr>
        <p:spPr>
          <a:xfrm>
            <a:off x="214184" y="13663"/>
            <a:ext cx="9728886" cy="678316"/>
          </a:xfrm>
        </p:spPr>
        <p:txBody>
          <a:bodyPr>
            <a:normAutofit/>
          </a:bodyPr>
          <a:lstStyle/>
          <a:p>
            <a:r>
              <a:rPr lang="en-US" dirty="0"/>
              <a:t>Choices</a:t>
            </a:r>
          </a:p>
        </p:txBody>
      </p:sp>
      <p:cxnSp>
        <p:nvCxnSpPr>
          <p:cNvPr id="8" name="Straight Connector 7"/>
          <p:cNvCxnSpPr>
            <a:cxnSpLocks/>
          </p:cNvCxnSpPr>
          <p:nvPr/>
        </p:nvCxnSpPr>
        <p:spPr>
          <a:xfrm>
            <a:off x="609600"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Nom1"/>
          <p:cNvSpPr/>
          <p:nvPr/>
        </p:nvSpPr>
        <p:spPr>
          <a:xfrm>
            <a:off x="609600"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66" name="Nom1"/>
          <p:cNvSpPr/>
          <p:nvPr/>
        </p:nvSpPr>
        <p:spPr>
          <a:xfrm>
            <a:off x="609600"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 DOLOR SIT AMET</a:t>
            </a:r>
          </a:p>
        </p:txBody>
      </p:sp>
      <p:sp>
        <p:nvSpPr>
          <p:cNvPr id="69" name="Nom1"/>
          <p:cNvSpPr/>
          <p:nvPr/>
        </p:nvSpPr>
        <p:spPr>
          <a:xfrm>
            <a:off x="7164145"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74" name="Nom1"/>
          <p:cNvSpPr/>
          <p:nvPr/>
        </p:nvSpPr>
        <p:spPr>
          <a:xfrm flipH="1">
            <a:off x="7164145"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 DOLOR SIT AMET</a:t>
            </a:r>
          </a:p>
        </p:txBody>
      </p:sp>
      <p:cxnSp>
        <p:nvCxnSpPr>
          <p:cNvPr id="73" name="Straight Connector 72"/>
          <p:cNvCxnSpPr>
            <a:cxnSpLocks/>
          </p:cNvCxnSpPr>
          <p:nvPr/>
        </p:nvCxnSpPr>
        <p:spPr>
          <a:xfrm>
            <a:off x="7164145"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5001988"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78" name="Oval 77"/>
          <p:cNvSpPr/>
          <p:nvPr/>
        </p:nvSpPr>
        <p:spPr>
          <a:xfrm>
            <a:off x="7041833"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10" name="Straight Connector 109"/>
          <p:cNvCxnSpPr>
            <a:stCxn id="13" idx="6"/>
            <a:endCxn id="78" idx="2"/>
          </p:cNvCxnSpPr>
          <p:nvPr/>
        </p:nvCxnSpPr>
        <p:spPr>
          <a:xfrm>
            <a:off x="5109988" y="1862798"/>
            <a:ext cx="1931845"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C965C79B-E5DF-41AF-92ED-012D5DE63278}"/>
              </a:ext>
            </a:extLst>
          </p:cNvPr>
          <p:cNvSpPr>
            <a:spLocks noChangeAspect="1"/>
          </p:cNvSpPr>
          <p:nvPr/>
        </p:nvSpPr>
        <p:spPr>
          <a:xfrm>
            <a:off x="6731182" y="1785529"/>
            <a:ext cx="160338" cy="160338"/>
          </a:xfrm>
          <a:prstGeom prst="ellipse">
            <a:avLst/>
          </a:prstGeom>
          <a:solidFill>
            <a:schemeClr val="accent1">
              <a:lumMod val="60000"/>
              <a:lumOff val="40000"/>
            </a:schemeClr>
          </a:solidFill>
          <a:ln w="127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5" name="Straight Connector 44"/>
          <p:cNvCxnSpPr>
            <a:cxnSpLocks/>
          </p:cNvCxnSpPr>
          <p:nvPr/>
        </p:nvCxnSpPr>
        <p:spPr>
          <a:xfrm>
            <a:off x="609600" y="2987644"/>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85" name="Nom1"/>
          <p:cNvSpPr/>
          <p:nvPr/>
        </p:nvSpPr>
        <p:spPr>
          <a:xfrm>
            <a:off x="609600"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86" name="Nom1"/>
          <p:cNvSpPr/>
          <p:nvPr/>
        </p:nvSpPr>
        <p:spPr>
          <a:xfrm>
            <a:off x="609599" y="2795250"/>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 DOLOR SIT AMET</a:t>
            </a:r>
          </a:p>
        </p:txBody>
      </p:sp>
      <p:sp>
        <p:nvSpPr>
          <p:cNvPr id="87" name="Nom1"/>
          <p:cNvSpPr/>
          <p:nvPr/>
        </p:nvSpPr>
        <p:spPr>
          <a:xfrm>
            <a:off x="7164145"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88" name="Nom1"/>
          <p:cNvSpPr/>
          <p:nvPr/>
        </p:nvSpPr>
        <p:spPr>
          <a:xfrm flipH="1">
            <a:off x="7164145" y="276349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 DOLOR SIT AMET</a:t>
            </a:r>
          </a:p>
        </p:txBody>
      </p:sp>
      <p:cxnSp>
        <p:nvCxnSpPr>
          <p:cNvPr id="72" name="Straight Connector 71"/>
          <p:cNvCxnSpPr/>
          <p:nvPr/>
        </p:nvCxnSpPr>
        <p:spPr>
          <a:xfrm>
            <a:off x="7164145" y="2993993"/>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p:nvPr/>
        </p:nvSpPr>
        <p:spPr>
          <a:xfrm>
            <a:off x="4997672"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19" name="Oval 118"/>
          <p:cNvSpPr/>
          <p:nvPr/>
        </p:nvSpPr>
        <p:spPr>
          <a:xfrm>
            <a:off x="7037517"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0" name="Straight Connector 119"/>
          <p:cNvCxnSpPr>
            <a:stCxn id="118" idx="6"/>
            <a:endCxn id="119" idx="2"/>
          </p:cNvCxnSpPr>
          <p:nvPr/>
        </p:nvCxnSpPr>
        <p:spPr>
          <a:xfrm>
            <a:off x="5105672" y="2985262"/>
            <a:ext cx="1931845" cy="0"/>
          </a:xfrm>
          <a:prstGeom prst="line">
            <a:avLst/>
          </a:prstGeom>
          <a:ln>
            <a:solidFill>
              <a:schemeClr val="accent2"/>
            </a:solidFill>
            <a:prstDash val="dash"/>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FB8E67AA-66C4-409B-899C-47005417FDC0}"/>
              </a:ext>
            </a:extLst>
          </p:cNvPr>
          <p:cNvSpPr>
            <a:spLocks noChangeAspect="1"/>
          </p:cNvSpPr>
          <p:nvPr/>
        </p:nvSpPr>
        <p:spPr>
          <a:xfrm>
            <a:off x="5251670" y="2913825"/>
            <a:ext cx="160338" cy="160338"/>
          </a:xfrm>
          <a:prstGeom prst="ellipse">
            <a:avLst/>
          </a:prstGeom>
          <a:solidFill>
            <a:schemeClr val="accent2">
              <a:lumMod val="60000"/>
              <a:lumOff val="40000"/>
            </a:schemeClr>
          </a:solidFill>
          <a:ln w="127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6" name="Straight Connector 45"/>
          <p:cNvCxnSpPr>
            <a:cxnSpLocks/>
          </p:cNvCxnSpPr>
          <p:nvPr/>
        </p:nvCxnSpPr>
        <p:spPr>
          <a:xfrm>
            <a:off x="609600" y="4104148"/>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89" name="Nom1"/>
          <p:cNvSpPr/>
          <p:nvPr/>
        </p:nvSpPr>
        <p:spPr>
          <a:xfrm>
            <a:off x="609600"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0" name="Nom1"/>
          <p:cNvSpPr/>
          <p:nvPr/>
        </p:nvSpPr>
        <p:spPr>
          <a:xfrm>
            <a:off x="609599" y="3904949"/>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 DOLOR SIT AMET</a:t>
            </a:r>
          </a:p>
        </p:txBody>
      </p:sp>
      <p:sp>
        <p:nvSpPr>
          <p:cNvPr id="91" name="Nom1"/>
          <p:cNvSpPr/>
          <p:nvPr/>
        </p:nvSpPr>
        <p:spPr>
          <a:xfrm>
            <a:off x="7164145"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2" name="Nom1"/>
          <p:cNvSpPr/>
          <p:nvPr/>
        </p:nvSpPr>
        <p:spPr>
          <a:xfrm flipH="1">
            <a:off x="7164145" y="3879998"/>
            <a:ext cx="4392388" cy="167267"/>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 DOLOR SIT AMET</a:t>
            </a:r>
          </a:p>
        </p:txBody>
      </p:sp>
      <p:cxnSp>
        <p:nvCxnSpPr>
          <p:cNvPr id="71" name="Straight Connector 70"/>
          <p:cNvCxnSpPr/>
          <p:nvPr/>
        </p:nvCxnSpPr>
        <p:spPr>
          <a:xfrm>
            <a:off x="7164145" y="4110496"/>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21" name="Oval 120"/>
          <p:cNvSpPr/>
          <p:nvPr/>
        </p:nvSpPr>
        <p:spPr>
          <a:xfrm>
            <a:off x="4997672"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2" name="Oval 121"/>
          <p:cNvSpPr/>
          <p:nvPr/>
        </p:nvSpPr>
        <p:spPr>
          <a:xfrm>
            <a:off x="7037517"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3" name="Straight Connector 122"/>
          <p:cNvCxnSpPr>
            <a:stCxn id="121" idx="6"/>
            <a:endCxn id="122" idx="2"/>
          </p:cNvCxnSpPr>
          <p:nvPr/>
        </p:nvCxnSpPr>
        <p:spPr>
          <a:xfrm>
            <a:off x="5105672" y="4107090"/>
            <a:ext cx="1931845" cy="0"/>
          </a:xfrm>
          <a:prstGeom prst="line">
            <a:avLst/>
          </a:prstGeom>
          <a:ln>
            <a:solidFill>
              <a:schemeClr val="accent3"/>
            </a:solidFill>
            <a:prstDash val="dash"/>
          </a:ln>
        </p:spPr>
        <p:style>
          <a:lnRef idx="1">
            <a:schemeClr val="accent1"/>
          </a:lnRef>
          <a:fillRef idx="0">
            <a:schemeClr val="accent1"/>
          </a:fillRef>
          <a:effectRef idx="0">
            <a:schemeClr val="accent1"/>
          </a:effectRef>
          <a:fontRef idx="minor">
            <a:schemeClr val="tx1"/>
          </a:fontRef>
        </p:style>
      </p:cxnSp>
      <p:sp>
        <p:nvSpPr>
          <p:cNvPr id="75" name="Oval 74">
            <a:extLst>
              <a:ext uri="{FF2B5EF4-FFF2-40B4-BE49-F238E27FC236}">
                <a16:creationId xmlns:a16="http://schemas.microsoft.com/office/drawing/2014/main" id="{20B20C92-C0C1-4161-A5EE-DEC0790CA564}"/>
              </a:ext>
            </a:extLst>
          </p:cNvPr>
          <p:cNvSpPr>
            <a:spLocks noChangeAspect="1"/>
          </p:cNvSpPr>
          <p:nvPr/>
        </p:nvSpPr>
        <p:spPr>
          <a:xfrm>
            <a:off x="5937426" y="4029854"/>
            <a:ext cx="160338" cy="160338"/>
          </a:xfrm>
          <a:prstGeom prst="ellipse">
            <a:avLst/>
          </a:prstGeom>
          <a:solidFill>
            <a:schemeClr val="accent3">
              <a:lumMod val="60000"/>
              <a:lumOff val="40000"/>
            </a:schemeClr>
          </a:solidFill>
          <a:ln w="127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7" name="Straight Connector 46"/>
          <p:cNvCxnSpPr>
            <a:cxnSpLocks/>
          </p:cNvCxnSpPr>
          <p:nvPr/>
        </p:nvCxnSpPr>
        <p:spPr>
          <a:xfrm>
            <a:off x="609600" y="522065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93" name="Nom1"/>
          <p:cNvSpPr/>
          <p:nvPr/>
        </p:nvSpPr>
        <p:spPr>
          <a:xfrm>
            <a:off x="609600"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4" name="Nom1"/>
          <p:cNvSpPr/>
          <p:nvPr/>
        </p:nvSpPr>
        <p:spPr>
          <a:xfrm>
            <a:off x="609599" y="501464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 DOLOR SIT AMET</a:t>
            </a:r>
          </a:p>
        </p:txBody>
      </p:sp>
      <p:sp>
        <p:nvSpPr>
          <p:cNvPr id="95" name="Nom1"/>
          <p:cNvSpPr/>
          <p:nvPr/>
        </p:nvSpPr>
        <p:spPr>
          <a:xfrm>
            <a:off x="7164145"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6" name="Nom1"/>
          <p:cNvSpPr/>
          <p:nvPr/>
        </p:nvSpPr>
        <p:spPr>
          <a:xfrm flipH="1">
            <a:off x="7164145" y="4996502"/>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 DOLOR SIT AMET</a:t>
            </a:r>
          </a:p>
        </p:txBody>
      </p:sp>
      <p:cxnSp>
        <p:nvCxnSpPr>
          <p:cNvPr id="70" name="Straight Connector 69"/>
          <p:cNvCxnSpPr/>
          <p:nvPr/>
        </p:nvCxnSpPr>
        <p:spPr>
          <a:xfrm>
            <a:off x="7164145" y="522700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24" name="Oval 123"/>
          <p:cNvSpPr/>
          <p:nvPr/>
        </p:nvSpPr>
        <p:spPr>
          <a:xfrm>
            <a:off x="4997672"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5" name="Oval 124"/>
          <p:cNvSpPr/>
          <p:nvPr/>
        </p:nvSpPr>
        <p:spPr>
          <a:xfrm>
            <a:off x="7037517"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6" name="Straight Connector 125"/>
          <p:cNvCxnSpPr>
            <a:stCxn id="124" idx="6"/>
            <a:endCxn id="125" idx="2"/>
          </p:cNvCxnSpPr>
          <p:nvPr/>
        </p:nvCxnSpPr>
        <p:spPr>
          <a:xfrm>
            <a:off x="5105672" y="5232282"/>
            <a:ext cx="1931845" cy="0"/>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sp>
        <p:nvSpPr>
          <p:cNvPr id="82" name="Oval 81">
            <a:extLst>
              <a:ext uri="{FF2B5EF4-FFF2-40B4-BE49-F238E27FC236}">
                <a16:creationId xmlns:a16="http://schemas.microsoft.com/office/drawing/2014/main" id="{8B1262F4-2532-45F3-8A22-2CC75E77949B}"/>
              </a:ext>
            </a:extLst>
          </p:cNvPr>
          <p:cNvSpPr>
            <a:spLocks noChangeAspect="1"/>
          </p:cNvSpPr>
          <p:nvPr/>
        </p:nvSpPr>
        <p:spPr>
          <a:xfrm>
            <a:off x="6623182" y="5145883"/>
            <a:ext cx="160338" cy="160338"/>
          </a:xfrm>
          <a:prstGeom prst="ellipse">
            <a:avLst/>
          </a:prstGeom>
          <a:solidFill>
            <a:schemeClr val="accent4">
              <a:lumMod val="60000"/>
              <a:lumOff val="40000"/>
            </a:schemeClr>
          </a:solidFill>
          <a:ln w="127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spTree>
    <p:custDataLst>
      <p:tags r:id="rId1"/>
    </p:custDataLst>
    <p:extLst>
      <p:ext uri="{BB962C8B-B14F-4D97-AF65-F5344CB8AC3E}">
        <p14:creationId xmlns:p14="http://schemas.microsoft.com/office/powerpoint/2010/main" val="1504785473"/>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Comparison 2</a:t>
            </a:r>
          </a:p>
        </p:txBody>
      </p:sp>
      <p:sp>
        <p:nvSpPr>
          <p:cNvPr id="4" name="Rectangle 3"/>
          <p:cNvSpPr/>
          <p:nvPr/>
        </p:nvSpPr>
        <p:spPr>
          <a:xfrm>
            <a:off x="458709" y="1937880"/>
            <a:ext cx="5505178"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1</a:t>
            </a:r>
          </a:p>
        </p:txBody>
      </p:sp>
      <p:sp>
        <p:nvSpPr>
          <p:cNvPr id="5" name="Rectangle 4"/>
          <p:cNvSpPr/>
          <p:nvPr/>
        </p:nvSpPr>
        <p:spPr>
          <a:xfrm>
            <a:off x="6705599" y="1930400"/>
            <a:ext cx="5027691"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2</a:t>
            </a:r>
          </a:p>
        </p:txBody>
      </p:sp>
      <p:sp>
        <p:nvSpPr>
          <p:cNvPr id="6" name="Rectangle 5"/>
          <p:cNvSpPr/>
          <p:nvPr/>
        </p:nvSpPr>
        <p:spPr>
          <a:xfrm>
            <a:off x="458709" y="252913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7" name="Rectangle 6"/>
          <p:cNvSpPr/>
          <p:nvPr/>
        </p:nvSpPr>
        <p:spPr>
          <a:xfrm>
            <a:off x="6209641" y="252165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8" name="Rectangle 7"/>
          <p:cNvSpPr/>
          <p:nvPr/>
        </p:nvSpPr>
        <p:spPr>
          <a:xfrm>
            <a:off x="458709" y="321613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9" name="Rectangle 8"/>
          <p:cNvSpPr/>
          <p:nvPr/>
        </p:nvSpPr>
        <p:spPr>
          <a:xfrm>
            <a:off x="6209641" y="320865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0" name="Rectangle 9"/>
          <p:cNvSpPr/>
          <p:nvPr/>
        </p:nvSpPr>
        <p:spPr>
          <a:xfrm>
            <a:off x="458709" y="390314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1" name="Rectangle 10"/>
          <p:cNvSpPr/>
          <p:nvPr/>
        </p:nvSpPr>
        <p:spPr>
          <a:xfrm>
            <a:off x="6209641" y="389566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2" name="Rectangle 11"/>
          <p:cNvSpPr/>
          <p:nvPr/>
        </p:nvSpPr>
        <p:spPr>
          <a:xfrm>
            <a:off x="458709" y="459014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3" name="Rectangle 12"/>
          <p:cNvSpPr/>
          <p:nvPr/>
        </p:nvSpPr>
        <p:spPr>
          <a:xfrm>
            <a:off x="6209641" y="458266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4" name="Rectangle 13"/>
          <p:cNvSpPr/>
          <p:nvPr/>
        </p:nvSpPr>
        <p:spPr>
          <a:xfrm>
            <a:off x="458709" y="527714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5" name="Rectangle 14"/>
          <p:cNvSpPr/>
          <p:nvPr/>
        </p:nvSpPr>
        <p:spPr>
          <a:xfrm>
            <a:off x="6209641" y="526966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cxnSp>
        <p:nvCxnSpPr>
          <p:cNvPr id="18" name="Straight Connector 17"/>
          <p:cNvCxnSpPr/>
          <p:nvPr/>
        </p:nvCxnSpPr>
        <p:spPr>
          <a:xfrm flipH="1">
            <a:off x="458709" y="2397877"/>
            <a:ext cx="552365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5807948" y="2397877"/>
            <a:ext cx="5925343"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rot="5400000" flipH="1">
            <a:off x="4296000" y="4188641"/>
            <a:ext cx="360000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5812115" y="2114816"/>
            <a:ext cx="567771" cy="567771"/>
          </a:xfrm>
          <a:prstGeom prst="ellipse">
            <a:avLst/>
          </a:prstGeom>
          <a:solidFill>
            <a:schemeClr val="tx1"/>
          </a:solid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dirty="0"/>
              <a:t>Vs</a:t>
            </a:r>
          </a:p>
        </p:txBody>
      </p:sp>
    </p:spTree>
    <p:extLst>
      <p:ext uri="{BB962C8B-B14F-4D97-AF65-F5344CB8AC3E}">
        <p14:creationId xmlns:p14="http://schemas.microsoft.com/office/powerpoint/2010/main" val="1810119408"/>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F78DB1-1157-1AF7-A9A8-8CC2347B37E1}"/>
              </a:ext>
            </a:extLst>
          </p:cNvPr>
          <p:cNvSpPr>
            <a:spLocks noGrp="1"/>
          </p:cNvSpPr>
          <p:nvPr>
            <p:ph type="title"/>
          </p:nvPr>
        </p:nvSpPr>
        <p:spPr>
          <a:xfrm>
            <a:off x="214184" y="13663"/>
            <a:ext cx="9728886" cy="678316"/>
          </a:xfrm>
        </p:spPr>
        <p:txBody>
          <a:bodyPr/>
          <a:lstStyle/>
          <a:p>
            <a:r>
              <a:rPr lang="en-US" dirty="0"/>
              <a:t>Comparison 3</a:t>
            </a:r>
          </a:p>
        </p:txBody>
      </p:sp>
      <p:sp>
        <p:nvSpPr>
          <p:cNvPr id="3" name="forme">
            <a:extLst>
              <a:ext uri="{FF2B5EF4-FFF2-40B4-BE49-F238E27FC236}">
                <a16:creationId xmlns:a16="http://schemas.microsoft.com/office/drawing/2014/main" id="{ED478B22-95DB-1580-0883-73FBE2D3BE08}"/>
              </a:ext>
            </a:extLst>
          </p:cNvPr>
          <p:cNvSpPr/>
          <p:nvPr/>
        </p:nvSpPr>
        <p:spPr>
          <a:xfrm rot="18900000">
            <a:off x="2800107" y="2837205"/>
            <a:ext cx="1310591" cy="1310591"/>
          </a:xfrm>
          <a:prstGeom prst="roundRect">
            <a:avLst/>
          </a:prstGeom>
          <a:solidFill>
            <a:schemeClr val="accent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4" name="forme">
            <a:extLst>
              <a:ext uri="{FF2B5EF4-FFF2-40B4-BE49-F238E27FC236}">
                <a16:creationId xmlns:a16="http://schemas.microsoft.com/office/drawing/2014/main" id="{A62BB74C-CA93-EFA0-E1A5-8BD7E6DF71E5}"/>
              </a:ext>
            </a:extLst>
          </p:cNvPr>
          <p:cNvSpPr/>
          <p:nvPr/>
        </p:nvSpPr>
        <p:spPr>
          <a:xfrm rot="18900000">
            <a:off x="8093397" y="2837205"/>
            <a:ext cx="1310591" cy="1310591"/>
          </a:xfrm>
          <a:prstGeom prst="roundRect">
            <a:avLst/>
          </a:prstGeom>
          <a:solidFill>
            <a:schemeClr val="accent3">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5" name="Group 4">
            <a:extLst>
              <a:ext uri="{FF2B5EF4-FFF2-40B4-BE49-F238E27FC236}">
                <a16:creationId xmlns:a16="http://schemas.microsoft.com/office/drawing/2014/main" id="{DAB417B8-42E8-6EA1-70DF-738E67FC0D1F}"/>
              </a:ext>
            </a:extLst>
          </p:cNvPr>
          <p:cNvGrpSpPr/>
          <p:nvPr/>
        </p:nvGrpSpPr>
        <p:grpSpPr>
          <a:xfrm>
            <a:off x="5649503" y="3050198"/>
            <a:ext cx="884604" cy="884604"/>
            <a:chOff x="4182377" y="2551068"/>
            <a:chExt cx="756084" cy="756084"/>
          </a:xfrm>
        </p:grpSpPr>
        <p:sp>
          <p:nvSpPr>
            <p:cNvPr id="6" name="forme">
              <a:extLst>
                <a:ext uri="{FF2B5EF4-FFF2-40B4-BE49-F238E27FC236}">
                  <a16:creationId xmlns:a16="http://schemas.microsoft.com/office/drawing/2014/main" id="{29F63ABC-AA25-3AC6-6FE5-55D267B13C10}"/>
                </a:ext>
              </a:extLst>
            </p:cNvPr>
            <p:cNvSpPr/>
            <p:nvPr/>
          </p:nvSpPr>
          <p:spPr>
            <a:xfrm rot="18900000">
              <a:off x="4182377" y="2551068"/>
              <a:ext cx="756084" cy="756084"/>
            </a:xfrm>
            <a:prstGeom prst="roundRect">
              <a:avLst/>
            </a:prstGeom>
            <a:solidFill>
              <a:schemeClr val="accent2">
                <a:alpha val="4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7" name="forme">
              <a:extLst>
                <a:ext uri="{FF2B5EF4-FFF2-40B4-BE49-F238E27FC236}">
                  <a16:creationId xmlns:a16="http://schemas.microsoft.com/office/drawing/2014/main" id="{FC928906-0198-11BA-8447-EA173B5D738B}"/>
                </a:ext>
              </a:extLst>
            </p:cNvPr>
            <p:cNvSpPr/>
            <p:nvPr/>
          </p:nvSpPr>
          <p:spPr>
            <a:xfrm rot="18900000">
              <a:off x="4261107" y="2629798"/>
              <a:ext cx="598625" cy="598625"/>
            </a:xfrm>
            <a:prstGeom prst="roundRect">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sp>
        <p:nvSpPr>
          <p:cNvPr id="8" name="forme">
            <a:extLst>
              <a:ext uri="{FF2B5EF4-FFF2-40B4-BE49-F238E27FC236}">
                <a16:creationId xmlns:a16="http://schemas.microsoft.com/office/drawing/2014/main" id="{67ED3871-E9EF-D332-B8B2-92D4D3965E53}"/>
              </a:ext>
            </a:extLst>
          </p:cNvPr>
          <p:cNvSpPr/>
          <p:nvPr/>
        </p:nvSpPr>
        <p:spPr>
          <a:xfrm rot="8100000">
            <a:off x="7480054" y="2989400"/>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9" name="Chevron">
            <a:extLst>
              <a:ext uri="{FF2B5EF4-FFF2-40B4-BE49-F238E27FC236}">
                <a16:creationId xmlns:a16="http://schemas.microsoft.com/office/drawing/2014/main" id="{D50F4F89-B00F-AB53-94EF-AEB5D0319BEB}"/>
              </a:ext>
            </a:extLst>
          </p:cNvPr>
          <p:cNvSpPr/>
          <p:nvPr/>
        </p:nvSpPr>
        <p:spPr>
          <a:xfrm>
            <a:off x="6779339" y="3194304"/>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0" name="Chevron">
            <a:extLst>
              <a:ext uri="{FF2B5EF4-FFF2-40B4-BE49-F238E27FC236}">
                <a16:creationId xmlns:a16="http://schemas.microsoft.com/office/drawing/2014/main" id="{B1335D68-81A3-3628-F624-0968B3CFFBCC}"/>
              </a:ext>
            </a:extLst>
          </p:cNvPr>
          <p:cNvSpPr/>
          <p:nvPr/>
        </p:nvSpPr>
        <p:spPr>
          <a:xfrm rot="10800000">
            <a:off x="4925883" y="3203208"/>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1" name="forme">
            <a:extLst>
              <a:ext uri="{FF2B5EF4-FFF2-40B4-BE49-F238E27FC236}">
                <a16:creationId xmlns:a16="http://schemas.microsoft.com/office/drawing/2014/main" id="{7E46080C-745C-F67F-2171-AA0ADCAAD4F4}"/>
              </a:ext>
            </a:extLst>
          </p:cNvPr>
          <p:cNvSpPr/>
          <p:nvPr/>
        </p:nvSpPr>
        <p:spPr>
          <a:xfrm rot="18900000">
            <a:off x="3710001" y="2990591"/>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12" name="Groupe 2">
            <a:extLst>
              <a:ext uri="{FF2B5EF4-FFF2-40B4-BE49-F238E27FC236}">
                <a16:creationId xmlns:a16="http://schemas.microsoft.com/office/drawing/2014/main" id="{7A2B52A9-B369-5E62-1761-3452E9FD5A7A}"/>
              </a:ext>
            </a:extLst>
          </p:cNvPr>
          <p:cNvGrpSpPr/>
          <p:nvPr/>
        </p:nvGrpSpPr>
        <p:grpSpPr>
          <a:xfrm rot="5400000">
            <a:off x="4241655" y="2098682"/>
            <a:ext cx="807958" cy="574040"/>
            <a:chOff x="1701892" y="2552891"/>
            <a:chExt cx="1371490" cy="281749"/>
          </a:xfrm>
        </p:grpSpPr>
        <p:cxnSp>
          <p:nvCxnSpPr>
            <p:cNvPr id="13" name="Connecteur droit 3">
              <a:extLst>
                <a:ext uri="{FF2B5EF4-FFF2-40B4-BE49-F238E27FC236}">
                  <a16:creationId xmlns:a16="http://schemas.microsoft.com/office/drawing/2014/main" id="{C608B591-67D7-3C9D-323C-E3A79D8BB188}"/>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4">
              <a:extLst>
                <a:ext uri="{FF2B5EF4-FFF2-40B4-BE49-F238E27FC236}">
                  <a16:creationId xmlns:a16="http://schemas.microsoft.com/office/drawing/2014/main" id="{49B883C6-BC39-D6A1-389B-C3198723FF9A}"/>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5" name="Groupe 5">
            <a:extLst>
              <a:ext uri="{FF2B5EF4-FFF2-40B4-BE49-F238E27FC236}">
                <a16:creationId xmlns:a16="http://schemas.microsoft.com/office/drawing/2014/main" id="{ECD47143-CDE3-9973-ED81-19699A30AF15}"/>
              </a:ext>
            </a:extLst>
          </p:cNvPr>
          <p:cNvGrpSpPr/>
          <p:nvPr/>
        </p:nvGrpSpPr>
        <p:grpSpPr>
          <a:xfrm rot="16200000" flipH="1">
            <a:off x="7089970" y="2098682"/>
            <a:ext cx="807958" cy="574040"/>
            <a:chOff x="1701892" y="2552891"/>
            <a:chExt cx="1371490" cy="281749"/>
          </a:xfrm>
        </p:grpSpPr>
        <p:cxnSp>
          <p:nvCxnSpPr>
            <p:cNvPr id="16" name="Connecteur droit 6">
              <a:extLst>
                <a:ext uri="{FF2B5EF4-FFF2-40B4-BE49-F238E27FC236}">
                  <a16:creationId xmlns:a16="http://schemas.microsoft.com/office/drawing/2014/main" id="{371A8CCA-971F-8032-AFD1-440627BAB285}"/>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7" name="Connecteur droit 7">
              <a:extLst>
                <a:ext uri="{FF2B5EF4-FFF2-40B4-BE49-F238E27FC236}">
                  <a16:creationId xmlns:a16="http://schemas.microsoft.com/office/drawing/2014/main" id="{7D9417ED-27AF-A0D4-E4B7-A891C42054B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8" name="Groupe 8">
            <a:extLst>
              <a:ext uri="{FF2B5EF4-FFF2-40B4-BE49-F238E27FC236}">
                <a16:creationId xmlns:a16="http://schemas.microsoft.com/office/drawing/2014/main" id="{83D6AA51-ADD5-8783-FCF1-DE96E5BA3307}"/>
              </a:ext>
            </a:extLst>
          </p:cNvPr>
          <p:cNvGrpSpPr/>
          <p:nvPr/>
        </p:nvGrpSpPr>
        <p:grpSpPr>
          <a:xfrm rot="16200000" flipV="1">
            <a:off x="4241655" y="4312278"/>
            <a:ext cx="807958" cy="574040"/>
            <a:chOff x="1701892" y="2552891"/>
            <a:chExt cx="1371490" cy="281749"/>
          </a:xfrm>
        </p:grpSpPr>
        <p:cxnSp>
          <p:nvCxnSpPr>
            <p:cNvPr id="19" name="Connecteur droit 9">
              <a:extLst>
                <a:ext uri="{FF2B5EF4-FFF2-40B4-BE49-F238E27FC236}">
                  <a16:creationId xmlns:a16="http://schemas.microsoft.com/office/drawing/2014/main" id="{1B0D56FB-232C-63BB-5BC1-7FA0D6BD75A6}"/>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0" name="Connecteur droit 10">
              <a:extLst>
                <a:ext uri="{FF2B5EF4-FFF2-40B4-BE49-F238E27FC236}">
                  <a16:creationId xmlns:a16="http://schemas.microsoft.com/office/drawing/2014/main" id="{9B2A090B-AB1E-3FE0-42F5-63FDF50669E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21" name="Groupe 11">
            <a:extLst>
              <a:ext uri="{FF2B5EF4-FFF2-40B4-BE49-F238E27FC236}">
                <a16:creationId xmlns:a16="http://schemas.microsoft.com/office/drawing/2014/main" id="{56153568-AB79-E26B-6470-3880A0792347}"/>
              </a:ext>
            </a:extLst>
          </p:cNvPr>
          <p:cNvGrpSpPr/>
          <p:nvPr/>
        </p:nvGrpSpPr>
        <p:grpSpPr>
          <a:xfrm rot="5400000" flipH="1" flipV="1">
            <a:off x="7089969" y="4312278"/>
            <a:ext cx="807958" cy="574040"/>
            <a:chOff x="1701892" y="2552891"/>
            <a:chExt cx="1371490" cy="281749"/>
          </a:xfrm>
        </p:grpSpPr>
        <p:cxnSp>
          <p:nvCxnSpPr>
            <p:cNvPr id="22" name="Connecteur droit 12">
              <a:extLst>
                <a:ext uri="{FF2B5EF4-FFF2-40B4-BE49-F238E27FC236}">
                  <a16:creationId xmlns:a16="http://schemas.microsoft.com/office/drawing/2014/main" id="{FF77C5B9-FC57-46AC-A042-909AE99E0912}"/>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3" name="Connecteur droit 13">
              <a:extLst>
                <a:ext uri="{FF2B5EF4-FFF2-40B4-BE49-F238E27FC236}">
                  <a16:creationId xmlns:a16="http://schemas.microsoft.com/office/drawing/2014/main" id="{EFF16CE2-6D45-752E-886D-086CC5443BB5}"/>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24" name="ZoneTexte">
            <a:extLst>
              <a:ext uri="{FF2B5EF4-FFF2-40B4-BE49-F238E27FC236}">
                <a16:creationId xmlns:a16="http://schemas.microsoft.com/office/drawing/2014/main" id="{EFAE0739-D3B6-2100-8F37-5826F616E8CB}"/>
              </a:ext>
            </a:extLst>
          </p:cNvPr>
          <p:cNvSpPr txBox="1"/>
          <p:nvPr/>
        </p:nvSpPr>
        <p:spPr>
          <a:xfrm>
            <a:off x="727790" y="1227886"/>
            <a:ext cx="3929602" cy="938719"/>
          </a:xfrm>
          <a:prstGeom prst="rect">
            <a:avLst/>
          </a:prstGeom>
          <a:noFill/>
        </p:spPr>
        <p:txBody>
          <a:bodyPr wrap="square" lIns="88900" tIns="38100" rIns="88900" bIns="38100" rtlCol="0" anchor="ctr">
            <a:sp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5" name="ZoneTexte">
            <a:extLst>
              <a:ext uri="{FF2B5EF4-FFF2-40B4-BE49-F238E27FC236}">
                <a16:creationId xmlns:a16="http://schemas.microsoft.com/office/drawing/2014/main" id="{93BADE65-7C07-33B8-08BC-5B268048F65F}"/>
              </a:ext>
            </a:extLst>
          </p:cNvPr>
          <p:cNvSpPr txBox="1"/>
          <p:nvPr/>
        </p:nvSpPr>
        <p:spPr>
          <a:xfrm>
            <a:off x="727790" y="4700709"/>
            <a:ext cx="3929602" cy="938719"/>
          </a:xfrm>
          <a:prstGeom prst="rect">
            <a:avLst/>
          </a:prstGeom>
          <a:noFill/>
        </p:spPr>
        <p:txBody>
          <a:bodyPr wrap="square" lIns="88900" tIns="38100" rIns="88900" bIns="38100" rtlCol="0" anchor="ctr">
            <a:sp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6" name="ZoneTexte - 1">
            <a:extLst>
              <a:ext uri="{FF2B5EF4-FFF2-40B4-BE49-F238E27FC236}">
                <a16:creationId xmlns:a16="http://schemas.microsoft.com/office/drawing/2014/main" id="{9456A59C-38AF-EA33-4DFF-E219280E796B}"/>
              </a:ext>
            </a:extLst>
          </p:cNvPr>
          <p:cNvSpPr txBox="1"/>
          <p:nvPr/>
        </p:nvSpPr>
        <p:spPr>
          <a:xfrm>
            <a:off x="7534608" y="4700709"/>
            <a:ext cx="3929602" cy="938719"/>
          </a:xfrm>
          <a:prstGeom prst="rect">
            <a:avLst/>
          </a:prstGeom>
          <a:noFill/>
        </p:spPr>
        <p:txBody>
          <a:bodyPr wrap="square" lIns="88900" tIns="38100" rIns="88900" bIns="38100" rtlCol="0" anchor="ctr">
            <a:sp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7" name="ZoneTexte - 1">
            <a:extLst>
              <a:ext uri="{FF2B5EF4-FFF2-40B4-BE49-F238E27FC236}">
                <a16:creationId xmlns:a16="http://schemas.microsoft.com/office/drawing/2014/main" id="{D739C367-EA06-03C2-4F63-2340E9F94AAB}"/>
              </a:ext>
            </a:extLst>
          </p:cNvPr>
          <p:cNvSpPr txBox="1"/>
          <p:nvPr/>
        </p:nvSpPr>
        <p:spPr>
          <a:xfrm>
            <a:off x="7534608" y="1227886"/>
            <a:ext cx="3929602" cy="938719"/>
          </a:xfrm>
          <a:prstGeom prst="rect">
            <a:avLst/>
          </a:prstGeom>
          <a:noFill/>
        </p:spPr>
        <p:txBody>
          <a:bodyPr wrap="square" lIns="88900" tIns="38100" rIns="88900" bIns="38100" rtlCol="0" anchor="ctr">
            <a:sp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880029071"/>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Cost and value</a:t>
            </a:r>
          </a:p>
        </p:txBody>
      </p:sp>
      <p:grpSp>
        <p:nvGrpSpPr>
          <p:cNvPr id="13" name="Group 12"/>
          <p:cNvGrpSpPr/>
          <p:nvPr/>
        </p:nvGrpSpPr>
        <p:grpSpPr>
          <a:xfrm>
            <a:off x="5207301" y="1786577"/>
            <a:ext cx="1707274" cy="4344343"/>
            <a:chOff x="3584575" y="1270446"/>
            <a:chExt cx="1282700" cy="3263969"/>
          </a:xfrm>
          <a:solidFill>
            <a:srgbClr val="A6A6A6"/>
          </a:solidFill>
        </p:grpSpPr>
        <p:sp>
          <p:nvSpPr>
            <p:cNvPr id="23" name="Isosceles Triangle 22"/>
            <p:cNvSpPr/>
            <p:nvPr/>
          </p:nvSpPr>
          <p:spPr>
            <a:xfrm>
              <a:off x="4152588" y="1270446"/>
              <a:ext cx="131732" cy="3263969"/>
            </a:xfrm>
            <a:prstGeom prst="triangl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cxnSp>
          <p:nvCxnSpPr>
            <p:cNvPr id="24" name="Straight Connector 23"/>
            <p:cNvCxnSpPr/>
            <p:nvPr/>
          </p:nvCxnSpPr>
          <p:spPr>
            <a:xfrm>
              <a:off x="3584575" y="3324137"/>
              <a:ext cx="1282700" cy="1052645"/>
            </a:xfrm>
            <a:prstGeom prst="line">
              <a:avLst/>
            </a:prstGeom>
            <a:grpFill/>
            <a:ln w="76200">
              <a:solidFill>
                <a:srgbClr val="A6A6A6"/>
              </a:solidFill>
            </a:ln>
          </p:spPr>
          <p:style>
            <a:lnRef idx="1">
              <a:schemeClr val="dk1"/>
            </a:lnRef>
            <a:fillRef idx="0">
              <a:schemeClr val="dk1"/>
            </a:fillRef>
            <a:effectRef idx="0">
              <a:schemeClr val="dk1"/>
            </a:effectRef>
            <a:fontRef idx="minor">
              <a:schemeClr val="tx1"/>
            </a:fontRef>
          </p:style>
        </p:cxnSp>
        <p:sp>
          <p:nvSpPr>
            <p:cNvPr id="25" name="Oval 24"/>
            <p:cNvSpPr/>
            <p:nvPr/>
          </p:nvSpPr>
          <p:spPr>
            <a:xfrm>
              <a:off x="4072267" y="3691121"/>
              <a:ext cx="288000" cy="288000"/>
            </a:xfrm>
            <a:prstGeom prst="ellips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grpSp>
      <p:sp>
        <p:nvSpPr>
          <p:cNvPr id="5" name="Rectangle 4"/>
          <p:cNvSpPr/>
          <p:nvPr/>
        </p:nvSpPr>
        <p:spPr>
          <a:xfrm>
            <a:off x="8028283" y="439452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6" name="Rectangle 5"/>
          <p:cNvSpPr/>
          <p:nvPr/>
        </p:nvSpPr>
        <p:spPr>
          <a:xfrm>
            <a:off x="8028283" y="248111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7" name="Rectangle 6"/>
          <p:cNvSpPr/>
          <p:nvPr/>
        </p:nvSpPr>
        <p:spPr>
          <a:xfrm>
            <a:off x="8028283" y="3118922"/>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8" name="Rectangle 7"/>
          <p:cNvSpPr/>
          <p:nvPr/>
        </p:nvSpPr>
        <p:spPr>
          <a:xfrm>
            <a:off x="8028283" y="1843315"/>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9" name="Rectangle 8"/>
          <p:cNvSpPr/>
          <p:nvPr/>
        </p:nvSpPr>
        <p:spPr>
          <a:xfrm>
            <a:off x="8028283" y="5032333"/>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0" name="Rectangle 9"/>
          <p:cNvSpPr/>
          <p:nvPr/>
        </p:nvSpPr>
        <p:spPr>
          <a:xfrm>
            <a:off x="6888865" y="4394529"/>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us</a:t>
            </a:r>
          </a:p>
        </p:txBody>
      </p:sp>
      <p:sp>
        <p:nvSpPr>
          <p:cNvPr id="11" name="Rectangle 10"/>
          <p:cNvSpPr/>
          <p:nvPr/>
        </p:nvSpPr>
        <p:spPr>
          <a:xfrm>
            <a:off x="8028283" y="3756726"/>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2" name="Rectangle 11"/>
          <p:cNvSpPr/>
          <p:nvPr/>
        </p:nvSpPr>
        <p:spPr>
          <a:xfrm>
            <a:off x="6888865" y="3118922"/>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the client</a:t>
            </a:r>
          </a:p>
        </p:txBody>
      </p:sp>
      <p:sp>
        <p:nvSpPr>
          <p:cNvPr id="15" name="Rectangle 14"/>
          <p:cNvSpPr/>
          <p:nvPr/>
        </p:nvSpPr>
        <p:spPr>
          <a:xfrm>
            <a:off x="6888865" y="5657356"/>
            <a:ext cx="4739418" cy="4806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VALUE</a:t>
            </a:r>
          </a:p>
        </p:txBody>
      </p:sp>
      <p:sp>
        <p:nvSpPr>
          <p:cNvPr id="16" name="Rectangle 15"/>
          <p:cNvSpPr/>
          <p:nvPr/>
        </p:nvSpPr>
        <p:spPr>
          <a:xfrm>
            <a:off x="6888865" y="1843315"/>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third parties</a:t>
            </a:r>
          </a:p>
        </p:txBody>
      </p:sp>
      <p:sp>
        <p:nvSpPr>
          <p:cNvPr id="14" name="Rectangle 13"/>
          <p:cNvSpPr/>
          <p:nvPr/>
        </p:nvSpPr>
        <p:spPr>
          <a:xfrm>
            <a:off x="563716" y="4404246"/>
            <a:ext cx="4739418" cy="48468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COST</a:t>
            </a:r>
          </a:p>
        </p:txBody>
      </p:sp>
      <p:sp>
        <p:nvSpPr>
          <p:cNvPr id="17" name="Rectangle 16"/>
          <p:cNvSpPr/>
          <p:nvPr/>
        </p:nvSpPr>
        <p:spPr>
          <a:xfrm>
            <a:off x="1703134" y="3159587"/>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8" name="Rectangle 17"/>
          <p:cNvSpPr/>
          <p:nvPr/>
        </p:nvSpPr>
        <p:spPr>
          <a:xfrm>
            <a:off x="1703134" y="1914729"/>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9" name="Rectangle 18"/>
          <p:cNvSpPr/>
          <p:nvPr/>
        </p:nvSpPr>
        <p:spPr>
          <a:xfrm>
            <a:off x="1703134" y="3782015"/>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20" name="Rectangle 19"/>
          <p:cNvSpPr/>
          <p:nvPr/>
        </p:nvSpPr>
        <p:spPr>
          <a:xfrm>
            <a:off x="563715" y="3159288"/>
            <a:ext cx="1090913" cy="120459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Fixed costs</a:t>
            </a:r>
          </a:p>
        </p:txBody>
      </p:sp>
      <p:sp>
        <p:nvSpPr>
          <p:cNvPr id="21" name="Rectangle 20"/>
          <p:cNvSpPr/>
          <p:nvPr/>
        </p:nvSpPr>
        <p:spPr>
          <a:xfrm>
            <a:off x="1703134" y="2537158"/>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22" name="Rectangle 21"/>
          <p:cNvSpPr/>
          <p:nvPr/>
        </p:nvSpPr>
        <p:spPr>
          <a:xfrm>
            <a:off x="563715" y="1914729"/>
            <a:ext cx="1090913" cy="1204193"/>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600" b="1" dirty="0">
                <a:solidFill>
                  <a:schemeClr val="tx1"/>
                </a:solidFill>
              </a:rPr>
              <a:t>Variable costs</a:t>
            </a:r>
          </a:p>
        </p:txBody>
      </p:sp>
    </p:spTree>
    <p:custDataLst>
      <p:tags r:id="rId1"/>
    </p:custDataLst>
    <p:extLst>
      <p:ext uri="{BB962C8B-B14F-4D97-AF65-F5344CB8AC3E}">
        <p14:creationId xmlns:p14="http://schemas.microsoft.com/office/powerpoint/2010/main" val="1717508530"/>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Customer journey 02</a:t>
            </a:r>
          </a:p>
        </p:txBody>
      </p:sp>
      <p:grpSp>
        <p:nvGrpSpPr>
          <p:cNvPr id="68" name="Group 67"/>
          <p:cNvGrpSpPr>
            <a:grpSpLocks/>
          </p:cNvGrpSpPr>
          <p:nvPr/>
        </p:nvGrpSpPr>
        <p:grpSpPr>
          <a:xfrm>
            <a:off x="9263095" y="1901590"/>
            <a:ext cx="1960098" cy="1860035"/>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1901590"/>
            <a:ext cx="8748215" cy="0"/>
          </a:xfrm>
          <a:prstGeom prst="line">
            <a:avLst/>
          </a:prstGeom>
          <a:ln w="28575">
            <a:solidFill>
              <a:schemeClr val="accent2"/>
            </a:solidFill>
            <a:headEnd type="ova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2649162"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604185"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559209"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cxnSpLocks/>
          </p:cNvCxnSpPr>
          <p:nvPr/>
        </p:nvCxnSpPr>
        <p:spPr>
          <a:xfrm flipV="1">
            <a:off x="1979638" y="3766139"/>
            <a:ext cx="8280000" cy="68"/>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a:cxnSpLocks/>
          </p:cNvCxnSpPr>
          <p:nvPr/>
        </p:nvCxnSpPr>
        <p:spPr>
          <a:xfrm flipV="1">
            <a:off x="1978649" y="5638071"/>
            <a:ext cx="8280000" cy="68"/>
          </a:xfrm>
          <a:prstGeom prst="line">
            <a:avLst/>
          </a:prstGeom>
          <a:ln w="28575">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TextBox 91"/>
          <p:cNvSpPr txBox="1"/>
          <p:nvPr/>
        </p:nvSpPr>
        <p:spPr>
          <a:xfrm>
            <a:off x="2326219" y="1968974"/>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297880" y="1971357"/>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2</a:t>
            </a:r>
          </a:p>
        </p:txBody>
      </p:sp>
      <p:sp>
        <p:nvSpPr>
          <p:cNvPr id="95" name="TextBox 94"/>
          <p:cNvSpPr txBox="1"/>
          <p:nvPr/>
        </p:nvSpPr>
        <p:spPr>
          <a:xfrm>
            <a:off x="1613002" y="2289571"/>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96" name="TextBox 95"/>
          <p:cNvSpPr txBox="1"/>
          <p:nvPr/>
        </p:nvSpPr>
        <p:spPr>
          <a:xfrm>
            <a:off x="4543922" y="2280045"/>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94" name="TextBox 93"/>
          <p:cNvSpPr txBox="1"/>
          <p:nvPr/>
        </p:nvSpPr>
        <p:spPr>
          <a:xfrm>
            <a:off x="8269542" y="1973740"/>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3</a:t>
            </a:r>
          </a:p>
        </p:txBody>
      </p:sp>
      <p:sp>
        <p:nvSpPr>
          <p:cNvPr id="97" name="TextBox 96"/>
          <p:cNvSpPr txBox="1"/>
          <p:nvPr/>
        </p:nvSpPr>
        <p:spPr>
          <a:xfrm>
            <a:off x="7482309" y="2282008"/>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grpSp>
        <p:nvGrpSpPr>
          <p:cNvPr id="155" name="Group 154"/>
          <p:cNvGrpSpPr>
            <a:grpSpLocks/>
          </p:cNvGrpSpPr>
          <p:nvPr/>
        </p:nvGrpSpPr>
        <p:grpSpPr>
          <a:xfrm rot="10800000">
            <a:off x="1036580" y="3766139"/>
            <a:ext cx="1960098" cy="1872000"/>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8" name="Oval 157"/>
          <p:cNvSpPr>
            <a:spLocks noChangeAspect="1"/>
          </p:cNvSpPr>
          <p:nvPr/>
        </p:nvSpPr>
        <p:spPr>
          <a:xfrm>
            <a:off x="2649162"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604185"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559209"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326219" y="3817445"/>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6</a:t>
            </a:r>
          </a:p>
        </p:txBody>
      </p:sp>
      <p:sp>
        <p:nvSpPr>
          <p:cNvPr id="162" name="TextBox 161"/>
          <p:cNvSpPr txBox="1"/>
          <p:nvPr/>
        </p:nvSpPr>
        <p:spPr>
          <a:xfrm>
            <a:off x="5297880" y="3819828"/>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5</a:t>
            </a:r>
          </a:p>
        </p:txBody>
      </p:sp>
      <p:sp>
        <p:nvSpPr>
          <p:cNvPr id="163" name="TextBox 162"/>
          <p:cNvSpPr txBox="1"/>
          <p:nvPr/>
        </p:nvSpPr>
        <p:spPr>
          <a:xfrm>
            <a:off x="1613002" y="4242540"/>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4" name="TextBox 163"/>
          <p:cNvSpPr txBox="1"/>
          <p:nvPr/>
        </p:nvSpPr>
        <p:spPr>
          <a:xfrm>
            <a:off x="4543922" y="4128516"/>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5" name="TextBox 164"/>
          <p:cNvSpPr txBox="1"/>
          <p:nvPr/>
        </p:nvSpPr>
        <p:spPr>
          <a:xfrm>
            <a:off x="8269541" y="3822211"/>
            <a:ext cx="8771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4</a:t>
            </a:r>
          </a:p>
        </p:txBody>
      </p:sp>
      <p:sp>
        <p:nvSpPr>
          <p:cNvPr id="166" name="TextBox 165"/>
          <p:cNvSpPr txBox="1"/>
          <p:nvPr/>
        </p:nvSpPr>
        <p:spPr>
          <a:xfrm>
            <a:off x="7482309" y="4130479"/>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7" name="Oval 166"/>
          <p:cNvSpPr>
            <a:spLocks noChangeAspect="1"/>
          </p:cNvSpPr>
          <p:nvPr/>
        </p:nvSpPr>
        <p:spPr>
          <a:xfrm>
            <a:off x="2649162"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604185"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559209"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326219" y="5686396"/>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7</a:t>
            </a:r>
          </a:p>
        </p:txBody>
      </p:sp>
      <p:sp>
        <p:nvSpPr>
          <p:cNvPr id="171" name="TextBox 170"/>
          <p:cNvSpPr txBox="1"/>
          <p:nvPr/>
        </p:nvSpPr>
        <p:spPr>
          <a:xfrm>
            <a:off x="5297880" y="5688779"/>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8</a:t>
            </a:r>
          </a:p>
        </p:txBody>
      </p:sp>
      <p:sp>
        <p:nvSpPr>
          <p:cNvPr id="172" name="TextBox 171"/>
          <p:cNvSpPr txBox="1"/>
          <p:nvPr/>
        </p:nvSpPr>
        <p:spPr>
          <a:xfrm>
            <a:off x="1613002" y="6006993"/>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73" name="TextBox 172"/>
          <p:cNvSpPr txBox="1"/>
          <p:nvPr/>
        </p:nvSpPr>
        <p:spPr>
          <a:xfrm>
            <a:off x="4543922" y="5997467"/>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74" name="TextBox 173"/>
          <p:cNvSpPr txBox="1"/>
          <p:nvPr/>
        </p:nvSpPr>
        <p:spPr>
          <a:xfrm>
            <a:off x="8269542" y="5691162"/>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9</a:t>
            </a:r>
          </a:p>
        </p:txBody>
      </p:sp>
      <p:sp>
        <p:nvSpPr>
          <p:cNvPr id="175" name="TextBox 174"/>
          <p:cNvSpPr txBox="1"/>
          <p:nvPr/>
        </p:nvSpPr>
        <p:spPr>
          <a:xfrm>
            <a:off x="7482309" y="5999430"/>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grpSp>
        <p:nvGrpSpPr>
          <p:cNvPr id="177" name="POWER_USER_ID_ICONS_Clipboard3" descr="{&quot;Key&quot;:&quot;POWER_USER_SHAPE_ICON&quot;,&quot;Value&quot;:&quot;POWER_USER_SHAPE_ICON_STYLE_1&quot;}"/>
          <p:cNvGrpSpPr>
            <a:grpSpLocks noChangeAspect="1"/>
          </p:cNvGrpSpPr>
          <p:nvPr>
            <p:custDataLst>
              <p:tags r:id="rId2"/>
            </p:custDataLst>
          </p:nvPr>
        </p:nvGrpSpPr>
        <p:grpSpPr bwMode="auto">
          <a:xfrm>
            <a:off x="2579962" y="3165627"/>
            <a:ext cx="321342" cy="428786"/>
            <a:chOff x="63" y="9"/>
            <a:chExt cx="326" cy="435"/>
          </a:xfrm>
          <a:solidFill>
            <a:schemeClr val="accent2"/>
          </a:solidFill>
        </p:grpSpPr>
        <p:sp>
          <p:nvSpPr>
            <p:cNvPr id="178" name="POWER_USER_ID_ICONS_Clipboard3"/>
            <p:cNvSpPr>
              <a:spLocks noEditPoints="1"/>
            </p:cNvSpPr>
            <p:nvPr>
              <p:custDataLst>
                <p:tags r:id="rId3"/>
              </p:custDataLst>
            </p:nvPr>
          </p:nvSpPr>
          <p:spPr bwMode="auto">
            <a:xfrm>
              <a:off x="63" y="9"/>
              <a:ext cx="326" cy="435"/>
            </a:xfrm>
            <a:custGeom>
              <a:avLst/>
              <a:gdLst>
                <a:gd name="T0" fmla="*/ 206 w 225"/>
                <a:gd name="T1" fmla="*/ 24 h 299"/>
                <a:gd name="T2" fmla="*/ 175 w 225"/>
                <a:gd name="T3" fmla="*/ 24 h 299"/>
                <a:gd name="T4" fmla="*/ 172 w 225"/>
                <a:gd name="T5" fmla="*/ 25 h 299"/>
                <a:gd name="T6" fmla="*/ 150 w 225"/>
                <a:gd name="T7" fmla="*/ 12 h 299"/>
                <a:gd name="T8" fmla="*/ 129 w 225"/>
                <a:gd name="T9" fmla="*/ 12 h 299"/>
                <a:gd name="T10" fmla="*/ 112 w 225"/>
                <a:gd name="T11" fmla="*/ 0 h 299"/>
                <a:gd name="T12" fmla="*/ 95 w 225"/>
                <a:gd name="T13" fmla="*/ 12 h 299"/>
                <a:gd name="T14" fmla="*/ 74 w 225"/>
                <a:gd name="T15" fmla="*/ 12 h 299"/>
                <a:gd name="T16" fmla="*/ 52 w 225"/>
                <a:gd name="T17" fmla="*/ 25 h 299"/>
                <a:gd name="T18" fmla="*/ 50 w 225"/>
                <a:gd name="T19" fmla="*/ 24 h 299"/>
                <a:gd name="T20" fmla="*/ 18 w 225"/>
                <a:gd name="T21" fmla="*/ 24 h 299"/>
                <a:gd name="T22" fmla="*/ 0 w 225"/>
                <a:gd name="T23" fmla="*/ 43 h 299"/>
                <a:gd name="T24" fmla="*/ 0 w 225"/>
                <a:gd name="T25" fmla="*/ 280 h 299"/>
                <a:gd name="T26" fmla="*/ 18 w 225"/>
                <a:gd name="T27" fmla="*/ 299 h 299"/>
                <a:gd name="T28" fmla="*/ 206 w 225"/>
                <a:gd name="T29" fmla="*/ 299 h 299"/>
                <a:gd name="T30" fmla="*/ 225 w 225"/>
                <a:gd name="T31" fmla="*/ 280 h 299"/>
                <a:gd name="T32" fmla="*/ 225 w 225"/>
                <a:gd name="T33" fmla="*/ 43 h 299"/>
                <a:gd name="T34" fmla="*/ 206 w 225"/>
                <a:gd name="T35" fmla="*/ 24 h 299"/>
                <a:gd name="T36" fmla="*/ 62 w 225"/>
                <a:gd name="T37" fmla="*/ 36 h 299"/>
                <a:gd name="T38" fmla="*/ 74 w 225"/>
                <a:gd name="T39" fmla="*/ 24 h 299"/>
                <a:gd name="T40" fmla="*/ 100 w 225"/>
                <a:gd name="T41" fmla="*/ 24 h 299"/>
                <a:gd name="T42" fmla="*/ 100 w 225"/>
                <a:gd name="T43" fmla="*/ 24 h 299"/>
                <a:gd name="T44" fmla="*/ 100 w 225"/>
                <a:gd name="T45" fmla="*/ 24 h 299"/>
                <a:gd name="T46" fmla="*/ 107 w 225"/>
                <a:gd name="T47" fmla="*/ 18 h 299"/>
                <a:gd name="T48" fmla="*/ 112 w 225"/>
                <a:gd name="T49" fmla="*/ 12 h 299"/>
                <a:gd name="T50" fmla="*/ 117 w 225"/>
                <a:gd name="T51" fmla="*/ 18 h 299"/>
                <a:gd name="T52" fmla="*/ 124 w 225"/>
                <a:gd name="T53" fmla="*/ 24 h 299"/>
                <a:gd name="T54" fmla="*/ 124 w 225"/>
                <a:gd name="T55" fmla="*/ 24 h 299"/>
                <a:gd name="T56" fmla="*/ 124 w 225"/>
                <a:gd name="T57" fmla="*/ 24 h 299"/>
                <a:gd name="T58" fmla="*/ 150 w 225"/>
                <a:gd name="T59" fmla="*/ 24 h 299"/>
                <a:gd name="T60" fmla="*/ 162 w 225"/>
                <a:gd name="T61" fmla="*/ 36 h 299"/>
                <a:gd name="T62" fmla="*/ 162 w 225"/>
                <a:gd name="T63" fmla="*/ 49 h 299"/>
                <a:gd name="T64" fmla="*/ 62 w 225"/>
                <a:gd name="T65" fmla="*/ 49 h 299"/>
                <a:gd name="T66" fmla="*/ 62 w 225"/>
                <a:gd name="T67" fmla="*/ 36 h 299"/>
                <a:gd name="T68" fmla="*/ 212 w 225"/>
                <a:gd name="T69" fmla="*/ 280 h 299"/>
                <a:gd name="T70" fmla="*/ 206 w 225"/>
                <a:gd name="T71" fmla="*/ 287 h 299"/>
                <a:gd name="T72" fmla="*/ 18 w 225"/>
                <a:gd name="T73" fmla="*/ 287 h 299"/>
                <a:gd name="T74" fmla="*/ 12 w 225"/>
                <a:gd name="T75" fmla="*/ 280 h 299"/>
                <a:gd name="T76" fmla="*/ 12 w 225"/>
                <a:gd name="T77" fmla="*/ 43 h 299"/>
                <a:gd name="T78" fmla="*/ 18 w 225"/>
                <a:gd name="T79" fmla="*/ 37 h 299"/>
                <a:gd name="T80" fmla="*/ 50 w 225"/>
                <a:gd name="T81" fmla="*/ 37 h 299"/>
                <a:gd name="T82" fmla="*/ 50 w 225"/>
                <a:gd name="T83" fmla="*/ 55 h 299"/>
                <a:gd name="T84" fmla="*/ 56 w 225"/>
                <a:gd name="T85" fmla="*/ 62 h 299"/>
                <a:gd name="T86" fmla="*/ 168 w 225"/>
                <a:gd name="T87" fmla="*/ 62 h 299"/>
                <a:gd name="T88" fmla="*/ 175 w 225"/>
                <a:gd name="T89" fmla="*/ 55 h 299"/>
                <a:gd name="T90" fmla="*/ 175 w 225"/>
                <a:gd name="T91" fmla="*/ 37 h 299"/>
                <a:gd name="T92" fmla="*/ 206 w 225"/>
                <a:gd name="T93" fmla="*/ 37 h 299"/>
                <a:gd name="T94" fmla="*/ 212 w 225"/>
                <a:gd name="T95" fmla="*/ 43 h 299"/>
                <a:gd name="T96" fmla="*/ 212 w 225"/>
                <a:gd name="T97" fmla="*/ 28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5" h="299">
                  <a:moveTo>
                    <a:pt x="206" y="24"/>
                  </a:moveTo>
                  <a:lnTo>
                    <a:pt x="175" y="24"/>
                  </a:lnTo>
                  <a:cubicBezTo>
                    <a:pt x="173" y="24"/>
                    <a:pt x="173" y="24"/>
                    <a:pt x="172" y="25"/>
                  </a:cubicBezTo>
                  <a:cubicBezTo>
                    <a:pt x="168" y="17"/>
                    <a:pt x="159" y="12"/>
                    <a:pt x="150" y="12"/>
                  </a:cubicBezTo>
                  <a:lnTo>
                    <a:pt x="129" y="12"/>
                  </a:lnTo>
                  <a:cubicBezTo>
                    <a:pt x="126" y="5"/>
                    <a:pt x="120" y="0"/>
                    <a:pt x="112" y="0"/>
                  </a:cubicBezTo>
                  <a:cubicBezTo>
                    <a:pt x="104" y="0"/>
                    <a:pt x="98" y="5"/>
                    <a:pt x="95" y="12"/>
                  </a:cubicBezTo>
                  <a:lnTo>
                    <a:pt x="74" y="12"/>
                  </a:lnTo>
                  <a:cubicBezTo>
                    <a:pt x="65" y="12"/>
                    <a:pt x="56" y="17"/>
                    <a:pt x="52" y="25"/>
                  </a:cubicBezTo>
                  <a:cubicBezTo>
                    <a:pt x="51" y="24"/>
                    <a:pt x="51" y="24"/>
                    <a:pt x="50" y="24"/>
                  </a:cubicBezTo>
                  <a:lnTo>
                    <a:pt x="18" y="24"/>
                  </a:lnTo>
                  <a:cubicBezTo>
                    <a:pt x="8" y="24"/>
                    <a:pt x="0" y="32"/>
                    <a:pt x="0" y="43"/>
                  </a:cubicBezTo>
                  <a:lnTo>
                    <a:pt x="0" y="280"/>
                  </a:lnTo>
                  <a:cubicBezTo>
                    <a:pt x="0" y="291"/>
                    <a:pt x="8" y="299"/>
                    <a:pt x="18" y="299"/>
                  </a:cubicBezTo>
                  <a:lnTo>
                    <a:pt x="206" y="299"/>
                  </a:lnTo>
                  <a:cubicBezTo>
                    <a:pt x="216" y="299"/>
                    <a:pt x="225" y="291"/>
                    <a:pt x="225" y="280"/>
                  </a:cubicBezTo>
                  <a:lnTo>
                    <a:pt x="225" y="43"/>
                  </a:lnTo>
                  <a:cubicBezTo>
                    <a:pt x="225" y="32"/>
                    <a:pt x="216" y="24"/>
                    <a:pt x="206" y="24"/>
                  </a:cubicBezTo>
                  <a:close/>
                  <a:moveTo>
                    <a:pt x="62" y="36"/>
                  </a:moveTo>
                  <a:cubicBezTo>
                    <a:pt x="62" y="29"/>
                    <a:pt x="67" y="24"/>
                    <a:pt x="74" y="24"/>
                  </a:cubicBezTo>
                  <a:lnTo>
                    <a:pt x="100" y="24"/>
                  </a:lnTo>
                  <a:lnTo>
                    <a:pt x="100" y="24"/>
                  </a:lnTo>
                  <a:lnTo>
                    <a:pt x="100" y="24"/>
                  </a:lnTo>
                  <a:cubicBezTo>
                    <a:pt x="104" y="24"/>
                    <a:pt x="107" y="21"/>
                    <a:pt x="107" y="18"/>
                  </a:cubicBezTo>
                  <a:cubicBezTo>
                    <a:pt x="107" y="15"/>
                    <a:pt x="109" y="12"/>
                    <a:pt x="112" y="12"/>
                  </a:cubicBezTo>
                  <a:cubicBezTo>
                    <a:pt x="115" y="12"/>
                    <a:pt x="117" y="15"/>
                    <a:pt x="117" y="18"/>
                  </a:cubicBezTo>
                  <a:cubicBezTo>
                    <a:pt x="117" y="21"/>
                    <a:pt x="120" y="24"/>
                    <a:pt x="124" y="24"/>
                  </a:cubicBezTo>
                  <a:lnTo>
                    <a:pt x="124" y="24"/>
                  </a:lnTo>
                  <a:lnTo>
                    <a:pt x="124" y="24"/>
                  </a:lnTo>
                  <a:lnTo>
                    <a:pt x="150" y="24"/>
                  </a:lnTo>
                  <a:cubicBezTo>
                    <a:pt x="157" y="24"/>
                    <a:pt x="162" y="29"/>
                    <a:pt x="162" y="36"/>
                  </a:cubicBezTo>
                  <a:lnTo>
                    <a:pt x="162" y="49"/>
                  </a:lnTo>
                  <a:lnTo>
                    <a:pt x="62" y="49"/>
                  </a:lnTo>
                  <a:lnTo>
                    <a:pt x="62" y="36"/>
                  </a:lnTo>
                  <a:close/>
                  <a:moveTo>
                    <a:pt x="212" y="280"/>
                  </a:moveTo>
                  <a:cubicBezTo>
                    <a:pt x="212" y="284"/>
                    <a:pt x="209" y="287"/>
                    <a:pt x="206" y="287"/>
                  </a:cubicBezTo>
                  <a:lnTo>
                    <a:pt x="18" y="287"/>
                  </a:lnTo>
                  <a:cubicBezTo>
                    <a:pt x="15" y="287"/>
                    <a:pt x="12" y="284"/>
                    <a:pt x="12" y="280"/>
                  </a:cubicBezTo>
                  <a:lnTo>
                    <a:pt x="12" y="43"/>
                  </a:lnTo>
                  <a:cubicBezTo>
                    <a:pt x="12" y="39"/>
                    <a:pt x="15" y="37"/>
                    <a:pt x="18" y="37"/>
                  </a:cubicBezTo>
                  <a:lnTo>
                    <a:pt x="50" y="37"/>
                  </a:lnTo>
                  <a:lnTo>
                    <a:pt x="50" y="55"/>
                  </a:lnTo>
                  <a:cubicBezTo>
                    <a:pt x="50" y="59"/>
                    <a:pt x="52" y="62"/>
                    <a:pt x="56" y="62"/>
                  </a:cubicBezTo>
                  <a:lnTo>
                    <a:pt x="168" y="62"/>
                  </a:lnTo>
                  <a:cubicBezTo>
                    <a:pt x="172" y="62"/>
                    <a:pt x="175" y="59"/>
                    <a:pt x="175" y="55"/>
                  </a:cubicBezTo>
                  <a:lnTo>
                    <a:pt x="175" y="37"/>
                  </a:lnTo>
                  <a:lnTo>
                    <a:pt x="206" y="37"/>
                  </a:lnTo>
                  <a:cubicBezTo>
                    <a:pt x="209" y="37"/>
                    <a:pt x="212" y="39"/>
                    <a:pt x="212" y="43"/>
                  </a:cubicBezTo>
                  <a:lnTo>
                    <a:pt x="212" y="2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 name="POWER_USER_ID_ICONS_Clipboard3"/>
            <p:cNvSpPr>
              <a:spLocks/>
            </p:cNvSpPr>
            <p:nvPr>
              <p:custDataLst>
                <p:tags r:id="rId4"/>
              </p:custDataLst>
            </p:nvPr>
          </p:nvSpPr>
          <p:spPr bwMode="auto">
            <a:xfrm>
              <a:off x="125" y="245"/>
              <a:ext cx="201" cy="17"/>
            </a:xfrm>
            <a:custGeom>
              <a:avLst/>
              <a:gdLst>
                <a:gd name="T0" fmla="*/ 132 w 138"/>
                <a:gd name="T1" fmla="*/ 12 h 12"/>
                <a:gd name="T2" fmla="*/ 7 w 138"/>
                <a:gd name="T3" fmla="*/ 12 h 12"/>
                <a:gd name="T4" fmla="*/ 0 w 138"/>
                <a:gd name="T5" fmla="*/ 6 h 12"/>
                <a:gd name="T6" fmla="*/ 7 w 138"/>
                <a:gd name="T7" fmla="*/ 0 h 12"/>
                <a:gd name="T8" fmla="*/ 132 w 138"/>
                <a:gd name="T9" fmla="*/ 0 h 12"/>
                <a:gd name="T10" fmla="*/ 138 w 138"/>
                <a:gd name="T11" fmla="*/ 6 h 12"/>
                <a:gd name="T12" fmla="*/ 132 w 13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8" h="12">
                  <a:moveTo>
                    <a:pt x="132" y="12"/>
                  </a:moveTo>
                  <a:lnTo>
                    <a:pt x="7" y="12"/>
                  </a:lnTo>
                  <a:cubicBezTo>
                    <a:pt x="3" y="12"/>
                    <a:pt x="0" y="9"/>
                    <a:pt x="0" y="6"/>
                  </a:cubicBezTo>
                  <a:cubicBezTo>
                    <a:pt x="0" y="2"/>
                    <a:pt x="3" y="0"/>
                    <a:pt x="7" y="0"/>
                  </a:cubicBezTo>
                  <a:lnTo>
                    <a:pt x="132" y="0"/>
                  </a:lnTo>
                  <a:cubicBezTo>
                    <a:pt x="135" y="0"/>
                    <a:pt x="138" y="2"/>
                    <a:pt x="138" y="6"/>
                  </a:cubicBezTo>
                  <a:cubicBezTo>
                    <a:pt x="138" y="9"/>
                    <a:pt x="135" y="12"/>
                    <a:pt x="132"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 name="POWER_USER_ID_ICONS_Clipboard3"/>
            <p:cNvSpPr>
              <a:spLocks/>
            </p:cNvSpPr>
            <p:nvPr>
              <p:custDataLst>
                <p:tags r:id="rId5"/>
              </p:custDataLst>
            </p:nvPr>
          </p:nvSpPr>
          <p:spPr bwMode="auto">
            <a:xfrm>
              <a:off x="125" y="299"/>
              <a:ext cx="201" cy="19"/>
            </a:xfrm>
            <a:custGeom>
              <a:avLst/>
              <a:gdLst>
                <a:gd name="T0" fmla="*/ 132 w 138"/>
                <a:gd name="T1" fmla="*/ 13 h 13"/>
                <a:gd name="T2" fmla="*/ 7 w 138"/>
                <a:gd name="T3" fmla="*/ 13 h 13"/>
                <a:gd name="T4" fmla="*/ 0 w 138"/>
                <a:gd name="T5" fmla="*/ 6 h 13"/>
                <a:gd name="T6" fmla="*/ 7 w 138"/>
                <a:gd name="T7" fmla="*/ 0 h 13"/>
                <a:gd name="T8" fmla="*/ 132 w 138"/>
                <a:gd name="T9" fmla="*/ 0 h 13"/>
                <a:gd name="T10" fmla="*/ 138 w 138"/>
                <a:gd name="T11" fmla="*/ 6 h 13"/>
                <a:gd name="T12" fmla="*/ 132 w 138"/>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38" h="13">
                  <a:moveTo>
                    <a:pt x="132" y="13"/>
                  </a:moveTo>
                  <a:lnTo>
                    <a:pt x="7" y="13"/>
                  </a:lnTo>
                  <a:cubicBezTo>
                    <a:pt x="3" y="13"/>
                    <a:pt x="0" y="10"/>
                    <a:pt x="0" y="6"/>
                  </a:cubicBezTo>
                  <a:cubicBezTo>
                    <a:pt x="0" y="3"/>
                    <a:pt x="3" y="0"/>
                    <a:pt x="7" y="0"/>
                  </a:cubicBezTo>
                  <a:lnTo>
                    <a:pt x="132" y="0"/>
                  </a:lnTo>
                  <a:cubicBezTo>
                    <a:pt x="135" y="0"/>
                    <a:pt x="138" y="3"/>
                    <a:pt x="138" y="6"/>
                  </a:cubicBezTo>
                  <a:cubicBezTo>
                    <a:pt x="138" y="10"/>
                    <a:pt x="135" y="13"/>
                    <a:pt x="132"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 name="POWER_USER_ID_ICONS_Clipboard3"/>
            <p:cNvSpPr>
              <a:spLocks/>
            </p:cNvSpPr>
            <p:nvPr>
              <p:custDataLst>
                <p:tags r:id="rId6"/>
              </p:custDataLst>
            </p:nvPr>
          </p:nvSpPr>
          <p:spPr bwMode="auto">
            <a:xfrm>
              <a:off x="125" y="354"/>
              <a:ext cx="109" cy="17"/>
            </a:xfrm>
            <a:custGeom>
              <a:avLst/>
              <a:gdLst>
                <a:gd name="T0" fmla="*/ 69 w 75"/>
                <a:gd name="T1" fmla="*/ 12 h 12"/>
                <a:gd name="T2" fmla="*/ 7 w 75"/>
                <a:gd name="T3" fmla="*/ 12 h 12"/>
                <a:gd name="T4" fmla="*/ 0 w 75"/>
                <a:gd name="T5" fmla="*/ 6 h 12"/>
                <a:gd name="T6" fmla="*/ 7 w 75"/>
                <a:gd name="T7" fmla="*/ 0 h 12"/>
                <a:gd name="T8" fmla="*/ 69 w 75"/>
                <a:gd name="T9" fmla="*/ 0 h 12"/>
                <a:gd name="T10" fmla="*/ 75 w 75"/>
                <a:gd name="T11" fmla="*/ 6 h 12"/>
                <a:gd name="T12" fmla="*/ 69 w 75"/>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5" h="12">
                  <a:moveTo>
                    <a:pt x="69" y="12"/>
                  </a:moveTo>
                  <a:lnTo>
                    <a:pt x="7" y="12"/>
                  </a:lnTo>
                  <a:cubicBezTo>
                    <a:pt x="3" y="12"/>
                    <a:pt x="0" y="9"/>
                    <a:pt x="0" y="6"/>
                  </a:cubicBezTo>
                  <a:cubicBezTo>
                    <a:pt x="0" y="2"/>
                    <a:pt x="3" y="0"/>
                    <a:pt x="7" y="0"/>
                  </a:cubicBezTo>
                  <a:lnTo>
                    <a:pt x="69" y="0"/>
                  </a:lnTo>
                  <a:cubicBezTo>
                    <a:pt x="72" y="0"/>
                    <a:pt x="75" y="2"/>
                    <a:pt x="75" y="6"/>
                  </a:cubicBezTo>
                  <a:cubicBezTo>
                    <a:pt x="75" y="9"/>
                    <a:pt x="72" y="12"/>
                    <a:pt x="6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6" name="Arbitration" descr="{&quot;Key&quot;:&quot;POWER_USER_SHAPE_ICON&quot;,&quot;Value&quot;:&quot;POWER_USER_SHAPE_ICON_STYLE_1&quot;}">
            <a:extLst>
              <a:ext uri="{FF2B5EF4-FFF2-40B4-BE49-F238E27FC236}">
                <a16:creationId xmlns:a16="http://schemas.microsoft.com/office/drawing/2014/main" id="{8F81B850-B90E-A511-C8AD-5C8EBF3EDB86}"/>
              </a:ext>
            </a:extLst>
          </p:cNvPr>
          <p:cNvSpPr>
            <a:spLocks noChangeAspect="1" noEditPoints="1"/>
          </p:cNvSpPr>
          <p:nvPr/>
        </p:nvSpPr>
        <p:spPr bwMode="auto">
          <a:xfrm>
            <a:off x="2584069" y="1267660"/>
            <a:ext cx="371281" cy="430129"/>
          </a:xfrm>
          <a:custGeom>
            <a:avLst/>
            <a:gdLst>
              <a:gd name="T0" fmla="*/ 481 w 922"/>
              <a:gd name="T1" fmla="*/ 688 h 1067"/>
              <a:gd name="T2" fmla="*/ 344 w 922"/>
              <a:gd name="T3" fmla="*/ 741 h 1067"/>
              <a:gd name="T4" fmla="*/ 518 w 922"/>
              <a:gd name="T5" fmla="*/ 624 h 1067"/>
              <a:gd name="T6" fmla="*/ 795 w 922"/>
              <a:gd name="T7" fmla="*/ 764 h 1067"/>
              <a:gd name="T8" fmla="*/ 666 w 922"/>
              <a:gd name="T9" fmla="*/ 882 h 1067"/>
              <a:gd name="T10" fmla="*/ 568 w 922"/>
              <a:gd name="T11" fmla="*/ 857 h 1067"/>
              <a:gd name="T12" fmla="*/ 652 w 922"/>
              <a:gd name="T13" fmla="*/ 941 h 1067"/>
              <a:gd name="T14" fmla="*/ 518 w 922"/>
              <a:gd name="T15" fmla="*/ 897 h 1067"/>
              <a:gd name="T16" fmla="*/ 593 w 922"/>
              <a:gd name="T17" fmla="*/ 973 h 1067"/>
              <a:gd name="T18" fmla="*/ 526 w 922"/>
              <a:gd name="T19" fmla="*/ 975 h 1067"/>
              <a:gd name="T20" fmla="*/ 475 w 922"/>
              <a:gd name="T21" fmla="*/ 961 h 1067"/>
              <a:gd name="T22" fmla="*/ 497 w 922"/>
              <a:gd name="T23" fmla="*/ 1033 h 1067"/>
              <a:gd name="T24" fmla="*/ 434 w 922"/>
              <a:gd name="T25" fmla="*/ 938 h 1067"/>
              <a:gd name="T26" fmla="*/ 359 w 922"/>
              <a:gd name="T27" fmla="*/ 823 h 1067"/>
              <a:gd name="T28" fmla="*/ 285 w 922"/>
              <a:gd name="T29" fmla="*/ 806 h 1067"/>
              <a:gd name="T30" fmla="*/ 127 w 922"/>
              <a:gd name="T31" fmla="*/ 764 h 1067"/>
              <a:gd name="T32" fmla="*/ 304 w 922"/>
              <a:gd name="T33" fmla="*/ 758 h 1067"/>
              <a:gd name="T34" fmla="*/ 535 w 922"/>
              <a:gd name="T35" fmla="*/ 778 h 1067"/>
              <a:gd name="T36" fmla="*/ 381 w 922"/>
              <a:gd name="T37" fmla="*/ 999 h 1067"/>
              <a:gd name="T38" fmla="*/ 417 w 922"/>
              <a:gd name="T39" fmla="*/ 967 h 1067"/>
              <a:gd name="T40" fmla="*/ 330 w 922"/>
              <a:gd name="T41" fmla="*/ 982 h 1067"/>
              <a:gd name="T42" fmla="*/ 370 w 922"/>
              <a:gd name="T43" fmla="*/ 919 h 1067"/>
              <a:gd name="T44" fmla="*/ 364 w 922"/>
              <a:gd name="T45" fmla="*/ 960 h 1067"/>
              <a:gd name="T46" fmla="*/ 266 w 922"/>
              <a:gd name="T47" fmla="*/ 932 h 1067"/>
              <a:gd name="T48" fmla="*/ 340 w 922"/>
              <a:gd name="T49" fmla="*/ 850 h 1067"/>
              <a:gd name="T50" fmla="*/ 286 w 922"/>
              <a:gd name="T51" fmla="*/ 946 h 1067"/>
              <a:gd name="T52" fmla="*/ 245 w 922"/>
              <a:gd name="T53" fmla="*/ 837 h 1067"/>
              <a:gd name="T54" fmla="*/ 273 w 922"/>
              <a:gd name="T55" fmla="*/ 856 h 1067"/>
              <a:gd name="T56" fmla="*/ 461 w 922"/>
              <a:gd name="T57" fmla="*/ 34 h 1067"/>
              <a:gd name="T58" fmla="*/ 52 w 922"/>
              <a:gd name="T59" fmla="*/ 320 h 1067"/>
              <a:gd name="T60" fmla="*/ 52 w 922"/>
              <a:gd name="T61" fmla="*/ 353 h 1067"/>
              <a:gd name="T62" fmla="*/ 869 w 922"/>
              <a:gd name="T63" fmla="*/ 320 h 1067"/>
              <a:gd name="T64" fmla="*/ 772 w 922"/>
              <a:gd name="T65" fmla="*/ 417 h 1067"/>
              <a:gd name="T66" fmla="*/ 757 w 922"/>
              <a:gd name="T67" fmla="*/ 526 h 1067"/>
              <a:gd name="T68" fmla="*/ 692 w 922"/>
              <a:gd name="T69" fmla="*/ 586 h 1067"/>
              <a:gd name="T70" fmla="*/ 477 w 922"/>
              <a:gd name="T71" fmla="*/ 593 h 1067"/>
              <a:gd name="T72" fmla="*/ 633 w 922"/>
              <a:gd name="T73" fmla="*/ 334 h 1067"/>
              <a:gd name="T74" fmla="*/ 910 w 922"/>
              <a:gd name="T75" fmla="*/ 341 h 1067"/>
              <a:gd name="T76" fmla="*/ 797 w 922"/>
              <a:gd name="T77" fmla="*/ 66 h 1067"/>
              <a:gd name="T78" fmla="*/ 461 w 922"/>
              <a:gd name="T79" fmla="*/ 0 h 1067"/>
              <a:gd name="T80" fmla="*/ 124 w 922"/>
              <a:gd name="T81" fmla="*/ 66 h 1067"/>
              <a:gd name="T82" fmla="*/ 11 w 922"/>
              <a:gd name="T83" fmla="*/ 341 h 1067"/>
              <a:gd name="T84" fmla="*/ 289 w 922"/>
              <a:gd name="T85" fmla="*/ 334 h 1067"/>
              <a:gd name="T86" fmla="*/ 444 w 922"/>
              <a:gd name="T87" fmla="*/ 595 h 1067"/>
              <a:gd name="T88" fmla="*/ 248 w 922"/>
              <a:gd name="T89" fmla="*/ 555 h 1067"/>
              <a:gd name="T90" fmla="*/ 210 w 922"/>
              <a:gd name="T91" fmla="*/ 553 h 1067"/>
              <a:gd name="T92" fmla="*/ 71 w 922"/>
              <a:gd name="T93" fmla="*/ 827 h 1067"/>
              <a:gd name="T94" fmla="*/ 148 w 922"/>
              <a:gd name="T95" fmla="*/ 816 h 1067"/>
              <a:gd name="T96" fmla="*/ 207 w 922"/>
              <a:gd name="T97" fmla="*/ 924 h 1067"/>
              <a:gd name="T98" fmla="*/ 283 w 922"/>
              <a:gd name="T99" fmla="*/ 980 h 1067"/>
              <a:gd name="T100" fmla="*/ 338 w 922"/>
              <a:gd name="T101" fmla="*/ 1019 h 1067"/>
              <a:gd name="T102" fmla="*/ 369 w 922"/>
              <a:gd name="T103" fmla="*/ 1035 h 1067"/>
              <a:gd name="T104" fmla="*/ 494 w 922"/>
              <a:gd name="T105" fmla="*/ 1067 h 1067"/>
              <a:gd name="T106" fmla="*/ 581 w 922"/>
              <a:gd name="T107" fmla="*/ 1034 h 1067"/>
              <a:gd name="T108" fmla="*/ 680 w 922"/>
              <a:gd name="T109" fmla="*/ 960 h 1067"/>
              <a:gd name="T110" fmla="*/ 747 w 922"/>
              <a:gd name="T111" fmla="*/ 916 h 1067"/>
              <a:gd name="T112" fmla="*/ 837 w 922"/>
              <a:gd name="T113" fmla="*/ 829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22" h="1067">
                <a:moveTo>
                  <a:pt x="758" y="786"/>
                </a:moveTo>
                <a:cubicBezTo>
                  <a:pt x="756" y="788"/>
                  <a:pt x="754" y="789"/>
                  <a:pt x="752" y="792"/>
                </a:cubicBezTo>
                <a:cubicBezTo>
                  <a:pt x="743" y="807"/>
                  <a:pt x="725" y="829"/>
                  <a:pt x="713" y="835"/>
                </a:cubicBezTo>
                <a:cubicBezTo>
                  <a:pt x="675" y="817"/>
                  <a:pt x="584" y="772"/>
                  <a:pt x="555" y="751"/>
                </a:cubicBezTo>
                <a:cubicBezTo>
                  <a:pt x="518" y="725"/>
                  <a:pt x="482" y="689"/>
                  <a:pt x="481" y="688"/>
                </a:cubicBezTo>
                <a:cubicBezTo>
                  <a:pt x="480" y="688"/>
                  <a:pt x="479" y="687"/>
                  <a:pt x="478" y="686"/>
                </a:cubicBezTo>
                <a:cubicBezTo>
                  <a:pt x="472" y="682"/>
                  <a:pt x="465" y="681"/>
                  <a:pt x="458" y="681"/>
                </a:cubicBezTo>
                <a:lnTo>
                  <a:pt x="437" y="684"/>
                </a:lnTo>
                <a:cubicBezTo>
                  <a:pt x="422" y="685"/>
                  <a:pt x="408" y="695"/>
                  <a:pt x="401" y="710"/>
                </a:cubicBezTo>
                <a:cubicBezTo>
                  <a:pt x="394" y="725"/>
                  <a:pt x="374" y="736"/>
                  <a:pt x="344" y="741"/>
                </a:cubicBezTo>
                <a:cubicBezTo>
                  <a:pt x="338" y="741"/>
                  <a:pt x="334" y="741"/>
                  <a:pt x="333" y="741"/>
                </a:cubicBezTo>
                <a:cubicBezTo>
                  <a:pt x="333" y="730"/>
                  <a:pt x="352" y="697"/>
                  <a:pt x="375" y="669"/>
                </a:cubicBezTo>
                <a:cubicBezTo>
                  <a:pt x="375" y="668"/>
                  <a:pt x="376" y="667"/>
                  <a:pt x="377" y="666"/>
                </a:cubicBezTo>
                <a:cubicBezTo>
                  <a:pt x="377" y="665"/>
                  <a:pt x="390" y="641"/>
                  <a:pt x="410" y="634"/>
                </a:cubicBezTo>
                <a:cubicBezTo>
                  <a:pt x="431" y="628"/>
                  <a:pt x="493" y="625"/>
                  <a:pt x="518" y="624"/>
                </a:cubicBezTo>
                <a:cubicBezTo>
                  <a:pt x="540" y="627"/>
                  <a:pt x="578" y="634"/>
                  <a:pt x="589" y="638"/>
                </a:cubicBezTo>
                <a:cubicBezTo>
                  <a:pt x="611" y="647"/>
                  <a:pt x="657" y="641"/>
                  <a:pt x="662" y="640"/>
                </a:cubicBezTo>
                <a:cubicBezTo>
                  <a:pt x="664" y="640"/>
                  <a:pt x="666" y="639"/>
                  <a:pt x="668" y="638"/>
                </a:cubicBezTo>
                <a:lnTo>
                  <a:pt x="708" y="615"/>
                </a:lnTo>
                <a:lnTo>
                  <a:pt x="795" y="764"/>
                </a:lnTo>
                <a:lnTo>
                  <a:pt x="758" y="786"/>
                </a:lnTo>
                <a:close/>
                <a:moveTo>
                  <a:pt x="719" y="897"/>
                </a:moveTo>
                <a:cubicBezTo>
                  <a:pt x="717" y="901"/>
                  <a:pt x="713" y="903"/>
                  <a:pt x="708" y="904"/>
                </a:cubicBezTo>
                <a:cubicBezTo>
                  <a:pt x="703" y="905"/>
                  <a:pt x="698" y="904"/>
                  <a:pt x="693" y="901"/>
                </a:cubicBezTo>
                <a:lnTo>
                  <a:pt x="666" y="882"/>
                </a:lnTo>
                <a:lnTo>
                  <a:pt x="666" y="882"/>
                </a:lnTo>
                <a:lnTo>
                  <a:pt x="584" y="828"/>
                </a:lnTo>
                <a:cubicBezTo>
                  <a:pt x="576" y="823"/>
                  <a:pt x="566" y="825"/>
                  <a:pt x="561" y="832"/>
                </a:cubicBezTo>
                <a:cubicBezTo>
                  <a:pt x="556" y="840"/>
                  <a:pt x="558" y="850"/>
                  <a:pt x="565" y="855"/>
                </a:cubicBezTo>
                <a:lnTo>
                  <a:pt x="568" y="857"/>
                </a:lnTo>
                <a:cubicBezTo>
                  <a:pt x="568" y="857"/>
                  <a:pt x="568" y="857"/>
                  <a:pt x="568" y="857"/>
                </a:cubicBezTo>
                <a:lnTo>
                  <a:pt x="647" y="910"/>
                </a:lnTo>
                <a:cubicBezTo>
                  <a:pt x="652" y="913"/>
                  <a:pt x="655" y="918"/>
                  <a:pt x="656" y="924"/>
                </a:cubicBezTo>
                <a:cubicBezTo>
                  <a:pt x="658" y="929"/>
                  <a:pt x="657" y="935"/>
                  <a:pt x="653" y="939"/>
                </a:cubicBezTo>
                <a:lnTo>
                  <a:pt x="652" y="941"/>
                </a:lnTo>
                <a:cubicBezTo>
                  <a:pt x="646" y="951"/>
                  <a:pt x="632" y="953"/>
                  <a:pt x="622" y="947"/>
                </a:cubicBezTo>
                <a:lnTo>
                  <a:pt x="604" y="934"/>
                </a:lnTo>
                <a:cubicBezTo>
                  <a:pt x="604" y="934"/>
                  <a:pt x="604" y="934"/>
                  <a:pt x="604" y="934"/>
                </a:cubicBezTo>
                <a:lnTo>
                  <a:pt x="541" y="892"/>
                </a:lnTo>
                <a:cubicBezTo>
                  <a:pt x="533" y="887"/>
                  <a:pt x="523" y="889"/>
                  <a:pt x="518" y="897"/>
                </a:cubicBezTo>
                <a:cubicBezTo>
                  <a:pt x="513" y="904"/>
                  <a:pt x="515" y="915"/>
                  <a:pt x="522" y="920"/>
                </a:cubicBezTo>
                <a:lnTo>
                  <a:pt x="522" y="920"/>
                </a:lnTo>
                <a:lnTo>
                  <a:pt x="522" y="920"/>
                </a:lnTo>
                <a:lnTo>
                  <a:pt x="585" y="962"/>
                </a:lnTo>
                <a:cubicBezTo>
                  <a:pt x="589" y="964"/>
                  <a:pt x="592" y="968"/>
                  <a:pt x="593" y="973"/>
                </a:cubicBezTo>
                <a:cubicBezTo>
                  <a:pt x="593" y="978"/>
                  <a:pt x="592" y="983"/>
                  <a:pt x="590" y="987"/>
                </a:cubicBezTo>
                <a:lnTo>
                  <a:pt x="586" y="993"/>
                </a:lnTo>
                <a:cubicBezTo>
                  <a:pt x="583" y="997"/>
                  <a:pt x="579" y="1000"/>
                  <a:pt x="574" y="1001"/>
                </a:cubicBezTo>
                <a:cubicBezTo>
                  <a:pt x="569" y="1002"/>
                  <a:pt x="565" y="1001"/>
                  <a:pt x="561" y="999"/>
                </a:cubicBezTo>
                <a:lnTo>
                  <a:pt x="526" y="975"/>
                </a:lnTo>
                <a:lnTo>
                  <a:pt x="526" y="975"/>
                </a:lnTo>
                <a:lnTo>
                  <a:pt x="500" y="958"/>
                </a:lnTo>
                <a:cubicBezTo>
                  <a:pt x="500" y="958"/>
                  <a:pt x="500" y="958"/>
                  <a:pt x="500" y="958"/>
                </a:cubicBezTo>
                <a:lnTo>
                  <a:pt x="498" y="957"/>
                </a:lnTo>
                <a:cubicBezTo>
                  <a:pt x="490" y="951"/>
                  <a:pt x="480" y="953"/>
                  <a:pt x="475" y="961"/>
                </a:cubicBezTo>
                <a:cubicBezTo>
                  <a:pt x="469" y="969"/>
                  <a:pt x="472" y="979"/>
                  <a:pt x="479" y="984"/>
                </a:cubicBezTo>
                <a:lnTo>
                  <a:pt x="507" y="1003"/>
                </a:lnTo>
                <a:cubicBezTo>
                  <a:pt x="511" y="1005"/>
                  <a:pt x="512" y="1009"/>
                  <a:pt x="512" y="1011"/>
                </a:cubicBezTo>
                <a:cubicBezTo>
                  <a:pt x="512" y="1016"/>
                  <a:pt x="511" y="1021"/>
                  <a:pt x="508" y="1025"/>
                </a:cubicBezTo>
                <a:cubicBezTo>
                  <a:pt x="506" y="1029"/>
                  <a:pt x="502" y="1032"/>
                  <a:pt x="497" y="1033"/>
                </a:cubicBezTo>
                <a:cubicBezTo>
                  <a:pt x="495" y="1034"/>
                  <a:pt x="491" y="1034"/>
                  <a:pt x="488" y="1032"/>
                </a:cubicBezTo>
                <a:lnTo>
                  <a:pt x="445" y="1005"/>
                </a:lnTo>
                <a:lnTo>
                  <a:pt x="447" y="1002"/>
                </a:lnTo>
                <a:cubicBezTo>
                  <a:pt x="461" y="982"/>
                  <a:pt x="456" y="954"/>
                  <a:pt x="436" y="940"/>
                </a:cubicBezTo>
                <a:lnTo>
                  <a:pt x="434" y="938"/>
                </a:lnTo>
                <a:cubicBezTo>
                  <a:pt x="427" y="934"/>
                  <a:pt x="420" y="931"/>
                  <a:pt x="412" y="931"/>
                </a:cubicBezTo>
                <a:cubicBezTo>
                  <a:pt x="411" y="916"/>
                  <a:pt x="404" y="902"/>
                  <a:pt x="392" y="894"/>
                </a:cubicBezTo>
                <a:lnTo>
                  <a:pt x="389" y="892"/>
                </a:lnTo>
                <a:cubicBezTo>
                  <a:pt x="384" y="888"/>
                  <a:pt x="380" y="886"/>
                  <a:pt x="374" y="885"/>
                </a:cubicBezTo>
                <a:cubicBezTo>
                  <a:pt x="385" y="864"/>
                  <a:pt x="380" y="837"/>
                  <a:pt x="359" y="823"/>
                </a:cubicBezTo>
                <a:lnTo>
                  <a:pt x="357" y="821"/>
                </a:lnTo>
                <a:cubicBezTo>
                  <a:pt x="346" y="813"/>
                  <a:pt x="333" y="811"/>
                  <a:pt x="320" y="813"/>
                </a:cubicBezTo>
                <a:cubicBezTo>
                  <a:pt x="313" y="814"/>
                  <a:pt x="307" y="817"/>
                  <a:pt x="301" y="821"/>
                </a:cubicBezTo>
                <a:cubicBezTo>
                  <a:pt x="298" y="816"/>
                  <a:pt x="293" y="811"/>
                  <a:pt x="288" y="808"/>
                </a:cubicBezTo>
                <a:lnTo>
                  <a:pt x="285" y="806"/>
                </a:lnTo>
                <a:cubicBezTo>
                  <a:pt x="263" y="790"/>
                  <a:pt x="233" y="796"/>
                  <a:pt x="218" y="817"/>
                </a:cubicBezTo>
                <a:lnTo>
                  <a:pt x="212" y="825"/>
                </a:lnTo>
                <a:lnTo>
                  <a:pt x="168" y="790"/>
                </a:lnTo>
                <a:cubicBezTo>
                  <a:pt x="168" y="789"/>
                  <a:pt x="167" y="789"/>
                  <a:pt x="166" y="788"/>
                </a:cubicBezTo>
                <a:lnTo>
                  <a:pt x="127" y="764"/>
                </a:lnTo>
                <a:lnTo>
                  <a:pt x="218" y="606"/>
                </a:lnTo>
                <a:lnTo>
                  <a:pt x="298" y="650"/>
                </a:lnTo>
                <a:cubicBezTo>
                  <a:pt x="300" y="651"/>
                  <a:pt x="302" y="652"/>
                  <a:pt x="304" y="652"/>
                </a:cubicBezTo>
                <a:cubicBezTo>
                  <a:pt x="305" y="652"/>
                  <a:pt x="321" y="654"/>
                  <a:pt x="343" y="655"/>
                </a:cubicBezTo>
                <a:cubicBezTo>
                  <a:pt x="319" y="685"/>
                  <a:pt x="289" y="732"/>
                  <a:pt x="304" y="758"/>
                </a:cubicBezTo>
                <a:cubicBezTo>
                  <a:pt x="309" y="768"/>
                  <a:pt x="321" y="778"/>
                  <a:pt x="349" y="774"/>
                </a:cubicBezTo>
                <a:cubicBezTo>
                  <a:pt x="401" y="766"/>
                  <a:pt x="423" y="743"/>
                  <a:pt x="431" y="725"/>
                </a:cubicBezTo>
                <a:cubicBezTo>
                  <a:pt x="433" y="720"/>
                  <a:pt x="437" y="717"/>
                  <a:pt x="441" y="717"/>
                </a:cubicBezTo>
                <a:lnTo>
                  <a:pt x="460" y="714"/>
                </a:lnTo>
                <a:cubicBezTo>
                  <a:pt x="469" y="723"/>
                  <a:pt x="502" y="754"/>
                  <a:pt x="535" y="778"/>
                </a:cubicBezTo>
                <a:cubicBezTo>
                  <a:pt x="573" y="805"/>
                  <a:pt x="699" y="865"/>
                  <a:pt x="714" y="872"/>
                </a:cubicBezTo>
                <a:cubicBezTo>
                  <a:pt x="722" y="879"/>
                  <a:pt x="725" y="890"/>
                  <a:pt x="719" y="897"/>
                </a:cubicBezTo>
                <a:close/>
                <a:moveTo>
                  <a:pt x="388" y="1008"/>
                </a:moveTo>
                <a:lnTo>
                  <a:pt x="386" y="1006"/>
                </a:lnTo>
                <a:cubicBezTo>
                  <a:pt x="383" y="1005"/>
                  <a:pt x="382" y="1002"/>
                  <a:pt x="381" y="999"/>
                </a:cubicBezTo>
                <a:cubicBezTo>
                  <a:pt x="381" y="996"/>
                  <a:pt x="381" y="993"/>
                  <a:pt x="383" y="991"/>
                </a:cubicBezTo>
                <a:lnTo>
                  <a:pt x="399" y="968"/>
                </a:lnTo>
                <a:cubicBezTo>
                  <a:pt x="400" y="966"/>
                  <a:pt x="403" y="964"/>
                  <a:pt x="406" y="964"/>
                </a:cubicBezTo>
                <a:cubicBezTo>
                  <a:pt x="409" y="963"/>
                  <a:pt x="412" y="964"/>
                  <a:pt x="414" y="965"/>
                </a:cubicBezTo>
                <a:lnTo>
                  <a:pt x="417" y="967"/>
                </a:lnTo>
                <a:cubicBezTo>
                  <a:pt x="422" y="971"/>
                  <a:pt x="423" y="978"/>
                  <a:pt x="420" y="983"/>
                </a:cubicBezTo>
                <a:lnTo>
                  <a:pt x="404" y="1005"/>
                </a:lnTo>
                <a:cubicBezTo>
                  <a:pt x="401" y="1010"/>
                  <a:pt x="393" y="1012"/>
                  <a:pt x="388" y="1008"/>
                </a:cubicBezTo>
                <a:close/>
                <a:moveTo>
                  <a:pt x="341" y="985"/>
                </a:moveTo>
                <a:cubicBezTo>
                  <a:pt x="337" y="986"/>
                  <a:pt x="333" y="985"/>
                  <a:pt x="330" y="982"/>
                </a:cubicBezTo>
                <a:lnTo>
                  <a:pt x="327" y="980"/>
                </a:lnTo>
                <a:cubicBezTo>
                  <a:pt x="320" y="976"/>
                  <a:pt x="318" y="966"/>
                  <a:pt x="323" y="959"/>
                </a:cubicBezTo>
                <a:lnTo>
                  <a:pt x="349" y="923"/>
                </a:lnTo>
                <a:cubicBezTo>
                  <a:pt x="351" y="919"/>
                  <a:pt x="355" y="917"/>
                  <a:pt x="359" y="916"/>
                </a:cubicBezTo>
                <a:cubicBezTo>
                  <a:pt x="362" y="916"/>
                  <a:pt x="367" y="917"/>
                  <a:pt x="370" y="919"/>
                </a:cubicBezTo>
                <a:lnTo>
                  <a:pt x="373" y="921"/>
                </a:lnTo>
                <a:cubicBezTo>
                  <a:pt x="380" y="926"/>
                  <a:pt x="381" y="935"/>
                  <a:pt x="376" y="942"/>
                </a:cubicBezTo>
                <a:lnTo>
                  <a:pt x="371" y="949"/>
                </a:lnTo>
                <a:lnTo>
                  <a:pt x="371" y="949"/>
                </a:lnTo>
                <a:lnTo>
                  <a:pt x="364" y="960"/>
                </a:lnTo>
                <a:lnTo>
                  <a:pt x="351" y="979"/>
                </a:lnTo>
                <a:cubicBezTo>
                  <a:pt x="348" y="982"/>
                  <a:pt x="345" y="984"/>
                  <a:pt x="341" y="985"/>
                </a:cubicBezTo>
                <a:close/>
                <a:moveTo>
                  <a:pt x="275" y="944"/>
                </a:moveTo>
                <a:lnTo>
                  <a:pt x="272" y="942"/>
                </a:lnTo>
                <a:cubicBezTo>
                  <a:pt x="268" y="940"/>
                  <a:pt x="266" y="936"/>
                  <a:pt x="266" y="932"/>
                </a:cubicBezTo>
                <a:cubicBezTo>
                  <a:pt x="265" y="928"/>
                  <a:pt x="266" y="924"/>
                  <a:pt x="268" y="921"/>
                </a:cubicBezTo>
                <a:lnTo>
                  <a:pt x="316" y="852"/>
                </a:lnTo>
                <a:cubicBezTo>
                  <a:pt x="319" y="849"/>
                  <a:pt x="322" y="846"/>
                  <a:pt x="326" y="846"/>
                </a:cubicBezTo>
                <a:cubicBezTo>
                  <a:pt x="330" y="845"/>
                  <a:pt x="334" y="846"/>
                  <a:pt x="337" y="848"/>
                </a:cubicBezTo>
                <a:lnTo>
                  <a:pt x="340" y="850"/>
                </a:lnTo>
                <a:cubicBezTo>
                  <a:pt x="347" y="855"/>
                  <a:pt x="349" y="864"/>
                  <a:pt x="344" y="871"/>
                </a:cubicBezTo>
                <a:lnTo>
                  <a:pt x="321" y="903"/>
                </a:lnTo>
                <a:cubicBezTo>
                  <a:pt x="321" y="903"/>
                  <a:pt x="321" y="903"/>
                  <a:pt x="321" y="903"/>
                </a:cubicBezTo>
                <a:lnTo>
                  <a:pt x="296" y="940"/>
                </a:lnTo>
                <a:cubicBezTo>
                  <a:pt x="293" y="944"/>
                  <a:pt x="290" y="946"/>
                  <a:pt x="286" y="946"/>
                </a:cubicBezTo>
                <a:cubicBezTo>
                  <a:pt x="282" y="947"/>
                  <a:pt x="278" y="946"/>
                  <a:pt x="275" y="944"/>
                </a:cubicBezTo>
                <a:close/>
                <a:moveTo>
                  <a:pt x="223" y="894"/>
                </a:moveTo>
                <a:cubicBezTo>
                  <a:pt x="220" y="892"/>
                  <a:pt x="217" y="889"/>
                  <a:pt x="217" y="885"/>
                </a:cubicBezTo>
                <a:cubicBezTo>
                  <a:pt x="216" y="881"/>
                  <a:pt x="217" y="877"/>
                  <a:pt x="219" y="873"/>
                </a:cubicBezTo>
                <a:lnTo>
                  <a:pt x="245" y="837"/>
                </a:lnTo>
                <a:cubicBezTo>
                  <a:pt x="247" y="833"/>
                  <a:pt x="251" y="831"/>
                  <a:pt x="255" y="830"/>
                </a:cubicBezTo>
                <a:cubicBezTo>
                  <a:pt x="259" y="830"/>
                  <a:pt x="263" y="831"/>
                  <a:pt x="266" y="833"/>
                </a:cubicBezTo>
                <a:lnTo>
                  <a:pt x="269" y="835"/>
                </a:lnTo>
                <a:cubicBezTo>
                  <a:pt x="272" y="837"/>
                  <a:pt x="274" y="841"/>
                  <a:pt x="275" y="845"/>
                </a:cubicBezTo>
                <a:cubicBezTo>
                  <a:pt x="276" y="849"/>
                  <a:pt x="275" y="853"/>
                  <a:pt x="273" y="856"/>
                </a:cubicBezTo>
                <a:lnTo>
                  <a:pt x="247" y="893"/>
                </a:lnTo>
                <a:cubicBezTo>
                  <a:pt x="245" y="896"/>
                  <a:pt x="241" y="898"/>
                  <a:pt x="237" y="899"/>
                </a:cubicBezTo>
                <a:cubicBezTo>
                  <a:pt x="233" y="900"/>
                  <a:pt x="229" y="899"/>
                  <a:pt x="226" y="896"/>
                </a:cubicBezTo>
                <a:lnTo>
                  <a:pt x="223" y="894"/>
                </a:lnTo>
                <a:close/>
                <a:moveTo>
                  <a:pt x="461" y="34"/>
                </a:moveTo>
                <a:cubicBezTo>
                  <a:pt x="469" y="34"/>
                  <a:pt x="476" y="41"/>
                  <a:pt x="476" y="49"/>
                </a:cubicBezTo>
                <a:cubicBezTo>
                  <a:pt x="476" y="58"/>
                  <a:pt x="469" y="65"/>
                  <a:pt x="461" y="65"/>
                </a:cubicBezTo>
                <a:cubicBezTo>
                  <a:pt x="452" y="65"/>
                  <a:pt x="445" y="58"/>
                  <a:pt x="445" y="49"/>
                </a:cubicBezTo>
                <a:cubicBezTo>
                  <a:pt x="445" y="41"/>
                  <a:pt x="452" y="34"/>
                  <a:pt x="461" y="34"/>
                </a:cubicBezTo>
                <a:close/>
                <a:moveTo>
                  <a:pt x="52" y="320"/>
                </a:moveTo>
                <a:lnTo>
                  <a:pt x="150" y="92"/>
                </a:lnTo>
                <a:lnTo>
                  <a:pt x="247" y="320"/>
                </a:lnTo>
                <a:lnTo>
                  <a:pt x="52" y="320"/>
                </a:lnTo>
                <a:close/>
                <a:moveTo>
                  <a:pt x="150" y="417"/>
                </a:moveTo>
                <a:cubicBezTo>
                  <a:pt x="93" y="417"/>
                  <a:pt x="65" y="378"/>
                  <a:pt x="52" y="353"/>
                </a:cubicBezTo>
                <a:lnTo>
                  <a:pt x="248" y="353"/>
                </a:lnTo>
                <a:cubicBezTo>
                  <a:pt x="235" y="378"/>
                  <a:pt x="206" y="417"/>
                  <a:pt x="150" y="417"/>
                </a:cubicBezTo>
                <a:close/>
                <a:moveTo>
                  <a:pt x="674" y="320"/>
                </a:moveTo>
                <a:lnTo>
                  <a:pt x="772" y="92"/>
                </a:lnTo>
                <a:lnTo>
                  <a:pt x="869" y="320"/>
                </a:lnTo>
                <a:lnTo>
                  <a:pt x="674" y="320"/>
                </a:lnTo>
                <a:close/>
                <a:moveTo>
                  <a:pt x="772" y="417"/>
                </a:moveTo>
                <a:cubicBezTo>
                  <a:pt x="715" y="417"/>
                  <a:pt x="687" y="378"/>
                  <a:pt x="674" y="353"/>
                </a:cubicBezTo>
                <a:lnTo>
                  <a:pt x="870" y="353"/>
                </a:lnTo>
                <a:cubicBezTo>
                  <a:pt x="857" y="378"/>
                  <a:pt x="828" y="417"/>
                  <a:pt x="772" y="417"/>
                </a:cubicBezTo>
                <a:close/>
                <a:moveTo>
                  <a:pt x="917" y="769"/>
                </a:moveTo>
                <a:cubicBezTo>
                  <a:pt x="913" y="761"/>
                  <a:pt x="902" y="759"/>
                  <a:pt x="894" y="763"/>
                </a:cubicBezTo>
                <a:lnTo>
                  <a:pt x="848" y="790"/>
                </a:lnTo>
                <a:lnTo>
                  <a:pt x="711" y="553"/>
                </a:lnTo>
                <a:lnTo>
                  <a:pt x="757" y="526"/>
                </a:lnTo>
                <a:cubicBezTo>
                  <a:pt x="765" y="521"/>
                  <a:pt x="768" y="511"/>
                  <a:pt x="763" y="503"/>
                </a:cubicBezTo>
                <a:cubicBezTo>
                  <a:pt x="759" y="495"/>
                  <a:pt x="749" y="492"/>
                  <a:pt x="741" y="497"/>
                </a:cubicBezTo>
                <a:lnTo>
                  <a:pt x="680" y="532"/>
                </a:lnTo>
                <a:cubicBezTo>
                  <a:pt x="672" y="537"/>
                  <a:pt x="669" y="547"/>
                  <a:pt x="674" y="555"/>
                </a:cubicBezTo>
                <a:lnTo>
                  <a:pt x="692" y="586"/>
                </a:lnTo>
                <a:lnTo>
                  <a:pt x="654" y="607"/>
                </a:lnTo>
                <a:cubicBezTo>
                  <a:pt x="637" y="610"/>
                  <a:pt x="611" y="611"/>
                  <a:pt x="601" y="607"/>
                </a:cubicBezTo>
                <a:cubicBezTo>
                  <a:pt x="583" y="600"/>
                  <a:pt x="527" y="592"/>
                  <a:pt x="521" y="591"/>
                </a:cubicBezTo>
                <a:cubicBezTo>
                  <a:pt x="520" y="591"/>
                  <a:pt x="519" y="591"/>
                  <a:pt x="518" y="591"/>
                </a:cubicBezTo>
                <a:cubicBezTo>
                  <a:pt x="514" y="591"/>
                  <a:pt x="498" y="591"/>
                  <a:pt x="477" y="593"/>
                </a:cubicBezTo>
                <a:lnTo>
                  <a:pt x="477" y="95"/>
                </a:lnTo>
                <a:cubicBezTo>
                  <a:pt x="491" y="90"/>
                  <a:pt x="502" y="80"/>
                  <a:pt x="507" y="66"/>
                </a:cubicBezTo>
                <a:lnTo>
                  <a:pt x="746" y="66"/>
                </a:lnTo>
                <a:lnTo>
                  <a:pt x="634" y="330"/>
                </a:lnTo>
                <a:cubicBezTo>
                  <a:pt x="633" y="331"/>
                  <a:pt x="633" y="333"/>
                  <a:pt x="633" y="334"/>
                </a:cubicBezTo>
                <a:cubicBezTo>
                  <a:pt x="633" y="334"/>
                  <a:pt x="633" y="335"/>
                  <a:pt x="633" y="335"/>
                </a:cubicBezTo>
                <a:cubicBezTo>
                  <a:pt x="632" y="337"/>
                  <a:pt x="633" y="338"/>
                  <a:pt x="633" y="340"/>
                </a:cubicBezTo>
                <a:cubicBezTo>
                  <a:pt x="633" y="340"/>
                  <a:pt x="633" y="341"/>
                  <a:pt x="633" y="341"/>
                </a:cubicBezTo>
                <a:cubicBezTo>
                  <a:pt x="643" y="379"/>
                  <a:pt x="686" y="451"/>
                  <a:pt x="772" y="451"/>
                </a:cubicBezTo>
                <a:cubicBezTo>
                  <a:pt x="857" y="451"/>
                  <a:pt x="900" y="379"/>
                  <a:pt x="910" y="341"/>
                </a:cubicBezTo>
                <a:cubicBezTo>
                  <a:pt x="910" y="341"/>
                  <a:pt x="910" y="340"/>
                  <a:pt x="910" y="340"/>
                </a:cubicBezTo>
                <a:cubicBezTo>
                  <a:pt x="911" y="338"/>
                  <a:pt x="911" y="337"/>
                  <a:pt x="911" y="335"/>
                </a:cubicBezTo>
                <a:cubicBezTo>
                  <a:pt x="911" y="335"/>
                  <a:pt x="911" y="334"/>
                  <a:pt x="911" y="334"/>
                </a:cubicBezTo>
                <a:cubicBezTo>
                  <a:pt x="911" y="333"/>
                  <a:pt x="910" y="331"/>
                  <a:pt x="910" y="330"/>
                </a:cubicBezTo>
                <a:lnTo>
                  <a:pt x="797" y="66"/>
                </a:lnTo>
                <a:lnTo>
                  <a:pt x="814" y="66"/>
                </a:lnTo>
                <a:cubicBezTo>
                  <a:pt x="823" y="66"/>
                  <a:pt x="830" y="59"/>
                  <a:pt x="830" y="49"/>
                </a:cubicBezTo>
                <a:cubicBezTo>
                  <a:pt x="830" y="40"/>
                  <a:pt x="823" y="33"/>
                  <a:pt x="814" y="33"/>
                </a:cubicBezTo>
                <a:lnTo>
                  <a:pt x="507" y="33"/>
                </a:lnTo>
                <a:cubicBezTo>
                  <a:pt x="500" y="14"/>
                  <a:pt x="482" y="0"/>
                  <a:pt x="461" y="0"/>
                </a:cubicBezTo>
                <a:cubicBezTo>
                  <a:pt x="439" y="0"/>
                  <a:pt x="422" y="14"/>
                  <a:pt x="415" y="33"/>
                </a:cubicBezTo>
                <a:lnTo>
                  <a:pt x="108" y="33"/>
                </a:lnTo>
                <a:cubicBezTo>
                  <a:pt x="98" y="33"/>
                  <a:pt x="91" y="40"/>
                  <a:pt x="91" y="49"/>
                </a:cubicBezTo>
                <a:cubicBezTo>
                  <a:pt x="91" y="59"/>
                  <a:pt x="98" y="66"/>
                  <a:pt x="108" y="66"/>
                </a:cubicBezTo>
                <a:lnTo>
                  <a:pt x="124" y="66"/>
                </a:lnTo>
                <a:lnTo>
                  <a:pt x="12" y="330"/>
                </a:lnTo>
                <a:cubicBezTo>
                  <a:pt x="11" y="331"/>
                  <a:pt x="11" y="333"/>
                  <a:pt x="11" y="334"/>
                </a:cubicBezTo>
                <a:cubicBezTo>
                  <a:pt x="11" y="334"/>
                  <a:pt x="11" y="335"/>
                  <a:pt x="11" y="335"/>
                </a:cubicBezTo>
                <a:cubicBezTo>
                  <a:pt x="10" y="337"/>
                  <a:pt x="11" y="338"/>
                  <a:pt x="11" y="340"/>
                </a:cubicBezTo>
                <a:cubicBezTo>
                  <a:pt x="11" y="340"/>
                  <a:pt x="11" y="341"/>
                  <a:pt x="11" y="341"/>
                </a:cubicBezTo>
                <a:cubicBezTo>
                  <a:pt x="21" y="379"/>
                  <a:pt x="64" y="451"/>
                  <a:pt x="150" y="451"/>
                </a:cubicBezTo>
                <a:cubicBezTo>
                  <a:pt x="235" y="451"/>
                  <a:pt x="278" y="379"/>
                  <a:pt x="288" y="341"/>
                </a:cubicBezTo>
                <a:cubicBezTo>
                  <a:pt x="288" y="341"/>
                  <a:pt x="288" y="340"/>
                  <a:pt x="288" y="340"/>
                </a:cubicBezTo>
                <a:cubicBezTo>
                  <a:pt x="289" y="338"/>
                  <a:pt x="289" y="337"/>
                  <a:pt x="289" y="335"/>
                </a:cubicBezTo>
                <a:cubicBezTo>
                  <a:pt x="289" y="335"/>
                  <a:pt x="289" y="334"/>
                  <a:pt x="289" y="334"/>
                </a:cubicBezTo>
                <a:cubicBezTo>
                  <a:pt x="289" y="333"/>
                  <a:pt x="288" y="331"/>
                  <a:pt x="288" y="330"/>
                </a:cubicBezTo>
                <a:lnTo>
                  <a:pt x="175" y="66"/>
                </a:lnTo>
                <a:lnTo>
                  <a:pt x="415" y="66"/>
                </a:lnTo>
                <a:cubicBezTo>
                  <a:pt x="420" y="80"/>
                  <a:pt x="430" y="90"/>
                  <a:pt x="444" y="95"/>
                </a:cubicBezTo>
                <a:lnTo>
                  <a:pt x="444" y="595"/>
                </a:lnTo>
                <a:cubicBezTo>
                  <a:pt x="427" y="597"/>
                  <a:pt x="411" y="599"/>
                  <a:pt x="400" y="602"/>
                </a:cubicBezTo>
                <a:cubicBezTo>
                  <a:pt x="387" y="606"/>
                  <a:pt x="377" y="614"/>
                  <a:pt x="368" y="622"/>
                </a:cubicBezTo>
                <a:cubicBezTo>
                  <a:pt x="342" y="622"/>
                  <a:pt x="319" y="620"/>
                  <a:pt x="311" y="619"/>
                </a:cubicBezTo>
                <a:lnTo>
                  <a:pt x="235" y="577"/>
                </a:lnTo>
                <a:lnTo>
                  <a:pt x="248" y="555"/>
                </a:lnTo>
                <a:cubicBezTo>
                  <a:pt x="252" y="547"/>
                  <a:pt x="250" y="537"/>
                  <a:pt x="242" y="532"/>
                </a:cubicBezTo>
                <a:lnTo>
                  <a:pt x="181" y="497"/>
                </a:lnTo>
                <a:cubicBezTo>
                  <a:pt x="173" y="492"/>
                  <a:pt x="162" y="495"/>
                  <a:pt x="158" y="503"/>
                </a:cubicBezTo>
                <a:cubicBezTo>
                  <a:pt x="153" y="511"/>
                  <a:pt x="156" y="521"/>
                  <a:pt x="164" y="526"/>
                </a:cubicBezTo>
                <a:lnTo>
                  <a:pt x="210" y="553"/>
                </a:lnTo>
                <a:lnTo>
                  <a:pt x="73" y="790"/>
                </a:lnTo>
                <a:lnTo>
                  <a:pt x="27" y="763"/>
                </a:lnTo>
                <a:cubicBezTo>
                  <a:pt x="19" y="759"/>
                  <a:pt x="9" y="761"/>
                  <a:pt x="4" y="769"/>
                </a:cubicBezTo>
                <a:cubicBezTo>
                  <a:pt x="0" y="777"/>
                  <a:pt x="2" y="787"/>
                  <a:pt x="10" y="792"/>
                </a:cubicBezTo>
                <a:lnTo>
                  <a:pt x="71" y="827"/>
                </a:lnTo>
                <a:cubicBezTo>
                  <a:pt x="74" y="829"/>
                  <a:pt x="77" y="829"/>
                  <a:pt x="80" y="829"/>
                </a:cubicBezTo>
                <a:cubicBezTo>
                  <a:pt x="81" y="829"/>
                  <a:pt x="82" y="829"/>
                  <a:pt x="84" y="829"/>
                </a:cubicBezTo>
                <a:cubicBezTo>
                  <a:pt x="88" y="828"/>
                  <a:pt x="92" y="825"/>
                  <a:pt x="94" y="821"/>
                </a:cubicBezTo>
                <a:lnTo>
                  <a:pt x="110" y="793"/>
                </a:lnTo>
                <a:lnTo>
                  <a:pt x="148" y="816"/>
                </a:lnTo>
                <a:lnTo>
                  <a:pt x="193" y="853"/>
                </a:lnTo>
                <a:lnTo>
                  <a:pt x="192" y="854"/>
                </a:lnTo>
                <a:cubicBezTo>
                  <a:pt x="185" y="865"/>
                  <a:pt x="182" y="878"/>
                  <a:pt x="184" y="890"/>
                </a:cubicBezTo>
                <a:cubicBezTo>
                  <a:pt x="186" y="903"/>
                  <a:pt x="193" y="914"/>
                  <a:pt x="204" y="922"/>
                </a:cubicBezTo>
                <a:lnTo>
                  <a:pt x="207" y="924"/>
                </a:lnTo>
                <a:cubicBezTo>
                  <a:pt x="214" y="929"/>
                  <a:pt x="223" y="932"/>
                  <a:pt x="232" y="932"/>
                </a:cubicBezTo>
                <a:cubicBezTo>
                  <a:pt x="232" y="934"/>
                  <a:pt x="232" y="936"/>
                  <a:pt x="233" y="938"/>
                </a:cubicBezTo>
                <a:cubicBezTo>
                  <a:pt x="235" y="951"/>
                  <a:pt x="242" y="962"/>
                  <a:pt x="253" y="969"/>
                </a:cubicBezTo>
                <a:lnTo>
                  <a:pt x="256" y="971"/>
                </a:lnTo>
                <a:cubicBezTo>
                  <a:pt x="264" y="977"/>
                  <a:pt x="273" y="980"/>
                  <a:pt x="283" y="980"/>
                </a:cubicBezTo>
                <a:cubicBezTo>
                  <a:pt x="285" y="980"/>
                  <a:pt x="287" y="980"/>
                  <a:pt x="289" y="980"/>
                </a:cubicBezTo>
                <a:cubicBezTo>
                  <a:pt x="291" y="991"/>
                  <a:pt x="298" y="1001"/>
                  <a:pt x="308" y="1008"/>
                </a:cubicBezTo>
                <a:lnTo>
                  <a:pt x="310" y="1010"/>
                </a:lnTo>
                <a:lnTo>
                  <a:pt x="311" y="1010"/>
                </a:lnTo>
                <a:cubicBezTo>
                  <a:pt x="319" y="1016"/>
                  <a:pt x="328" y="1019"/>
                  <a:pt x="338" y="1019"/>
                </a:cubicBezTo>
                <a:cubicBezTo>
                  <a:pt x="341" y="1019"/>
                  <a:pt x="344" y="1018"/>
                  <a:pt x="347" y="1018"/>
                </a:cubicBezTo>
                <a:cubicBezTo>
                  <a:pt x="349" y="1017"/>
                  <a:pt x="350" y="1017"/>
                  <a:pt x="352" y="1016"/>
                </a:cubicBezTo>
                <a:cubicBezTo>
                  <a:pt x="355" y="1023"/>
                  <a:pt x="360" y="1029"/>
                  <a:pt x="367" y="1034"/>
                </a:cubicBezTo>
                <a:lnTo>
                  <a:pt x="369" y="1035"/>
                </a:lnTo>
                <a:cubicBezTo>
                  <a:pt x="369" y="1035"/>
                  <a:pt x="369" y="1035"/>
                  <a:pt x="369" y="1035"/>
                </a:cubicBezTo>
                <a:cubicBezTo>
                  <a:pt x="377" y="1041"/>
                  <a:pt x="386" y="1044"/>
                  <a:pt x="395" y="1044"/>
                </a:cubicBezTo>
                <a:cubicBezTo>
                  <a:pt x="397" y="1044"/>
                  <a:pt x="400" y="1043"/>
                  <a:pt x="403" y="1043"/>
                </a:cubicBezTo>
                <a:cubicBezTo>
                  <a:pt x="411" y="1041"/>
                  <a:pt x="419" y="1037"/>
                  <a:pt x="425" y="1032"/>
                </a:cubicBezTo>
                <a:lnTo>
                  <a:pt x="469" y="1060"/>
                </a:lnTo>
                <a:cubicBezTo>
                  <a:pt x="477" y="1065"/>
                  <a:pt x="485" y="1067"/>
                  <a:pt x="494" y="1067"/>
                </a:cubicBezTo>
                <a:cubicBezTo>
                  <a:pt x="498" y="1067"/>
                  <a:pt x="502" y="1066"/>
                  <a:pt x="506" y="1065"/>
                </a:cubicBezTo>
                <a:cubicBezTo>
                  <a:pt x="518" y="1062"/>
                  <a:pt x="529" y="1054"/>
                  <a:pt x="536" y="1043"/>
                </a:cubicBezTo>
                <a:cubicBezTo>
                  <a:pt x="539" y="1038"/>
                  <a:pt x="542" y="1033"/>
                  <a:pt x="543" y="1027"/>
                </a:cubicBezTo>
                <a:cubicBezTo>
                  <a:pt x="551" y="1032"/>
                  <a:pt x="561" y="1035"/>
                  <a:pt x="570" y="1035"/>
                </a:cubicBezTo>
                <a:cubicBezTo>
                  <a:pt x="574" y="1035"/>
                  <a:pt x="577" y="1034"/>
                  <a:pt x="581" y="1034"/>
                </a:cubicBezTo>
                <a:cubicBezTo>
                  <a:pt x="594" y="1031"/>
                  <a:pt x="606" y="1023"/>
                  <a:pt x="614" y="1011"/>
                </a:cubicBezTo>
                <a:lnTo>
                  <a:pt x="617" y="1006"/>
                </a:lnTo>
                <a:cubicBezTo>
                  <a:pt x="622" y="999"/>
                  <a:pt x="625" y="991"/>
                  <a:pt x="626" y="983"/>
                </a:cubicBezTo>
                <a:cubicBezTo>
                  <a:pt x="629" y="983"/>
                  <a:pt x="632" y="984"/>
                  <a:pt x="635" y="984"/>
                </a:cubicBezTo>
                <a:cubicBezTo>
                  <a:pt x="652" y="984"/>
                  <a:pt x="669" y="975"/>
                  <a:pt x="680" y="960"/>
                </a:cubicBezTo>
                <a:lnTo>
                  <a:pt x="681" y="958"/>
                </a:lnTo>
                <a:cubicBezTo>
                  <a:pt x="686" y="951"/>
                  <a:pt x="688" y="943"/>
                  <a:pt x="690" y="935"/>
                </a:cubicBezTo>
                <a:cubicBezTo>
                  <a:pt x="695" y="937"/>
                  <a:pt x="700" y="938"/>
                  <a:pt x="705" y="938"/>
                </a:cubicBezTo>
                <a:cubicBezTo>
                  <a:pt x="708" y="938"/>
                  <a:pt x="711" y="938"/>
                  <a:pt x="714" y="937"/>
                </a:cubicBezTo>
                <a:cubicBezTo>
                  <a:pt x="728" y="935"/>
                  <a:pt x="740" y="927"/>
                  <a:pt x="747" y="916"/>
                </a:cubicBezTo>
                <a:cubicBezTo>
                  <a:pt x="760" y="897"/>
                  <a:pt x="757" y="872"/>
                  <a:pt x="742" y="854"/>
                </a:cubicBezTo>
                <a:cubicBezTo>
                  <a:pt x="759" y="841"/>
                  <a:pt x="772" y="822"/>
                  <a:pt x="778" y="813"/>
                </a:cubicBezTo>
                <a:lnTo>
                  <a:pt x="811" y="793"/>
                </a:lnTo>
                <a:lnTo>
                  <a:pt x="827" y="821"/>
                </a:lnTo>
                <a:cubicBezTo>
                  <a:pt x="830" y="825"/>
                  <a:pt x="833" y="828"/>
                  <a:pt x="837" y="829"/>
                </a:cubicBezTo>
                <a:cubicBezTo>
                  <a:pt x="839" y="829"/>
                  <a:pt x="840" y="829"/>
                  <a:pt x="842" y="829"/>
                </a:cubicBezTo>
                <a:cubicBezTo>
                  <a:pt x="845" y="829"/>
                  <a:pt x="848" y="829"/>
                  <a:pt x="850" y="827"/>
                </a:cubicBezTo>
                <a:lnTo>
                  <a:pt x="911" y="792"/>
                </a:lnTo>
                <a:cubicBezTo>
                  <a:pt x="919" y="787"/>
                  <a:pt x="922" y="777"/>
                  <a:pt x="917" y="769"/>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06" name="Atom" descr="{&quot;Key&quot;:&quot;POWER_USER_SHAPE_ICON&quot;,&quot;Value&quot;:&quot;POWER_USER_SHAPE_ICON_STYLE_1&quot;}">
            <a:extLst>
              <a:ext uri="{FF2B5EF4-FFF2-40B4-BE49-F238E27FC236}">
                <a16:creationId xmlns:a16="http://schemas.microsoft.com/office/drawing/2014/main" id="{18EE76D0-92B3-3710-34A6-B6497EE6F456}"/>
              </a:ext>
            </a:extLst>
          </p:cNvPr>
          <p:cNvGrpSpPr>
            <a:grpSpLocks noChangeAspect="1"/>
          </p:cNvGrpSpPr>
          <p:nvPr/>
        </p:nvGrpSpPr>
        <p:grpSpPr>
          <a:xfrm>
            <a:off x="8443924" y="1225484"/>
            <a:ext cx="439115" cy="473142"/>
            <a:chOff x="8664575" y="2001838"/>
            <a:chExt cx="430213" cy="463550"/>
          </a:xfrm>
          <a:solidFill>
            <a:schemeClr val="accent2"/>
          </a:solidFill>
        </p:grpSpPr>
        <p:sp>
          <p:nvSpPr>
            <p:cNvPr id="207" name="Freeform 6">
              <a:extLst>
                <a:ext uri="{FF2B5EF4-FFF2-40B4-BE49-F238E27FC236}">
                  <a16:creationId xmlns:a16="http://schemas.microsoft.com/office/drawing/2014/main" id="{E37DF516-8F99-E296-9F48-10D6A561A3D2}"/>
                </a:ext>
              </a:extLst>
            </p:cNvPr>
            <p:cNvSpPr>
              <a:spLocks noEditPoints="1"/>
            </p:cNvSpPr>
            <p:nvPr/>
          </p:nvSpPr>
          <p:spPr bwMode="auto">
            <a:xfrm>
              <a:off x="8848725" y="2201863"/>
              <a:ext cx="65088" cy="65088"/>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7">
              <a:extLst>
                <a:ext uri="{FF2B5EF4-FFF2-40B4-BE49-F238E27FC236}">
                  <a16:creationId xmlns:a16="http://schemas.microsoft.com/office/drawing/2014/main" id="{4BEACE69-F4EB-C4D4-F63A-8AA56D25D3EF}"/>
                </a:ext>
              </a:extLst>
            </p:cNvPr>
            <p:cNvSpPr>
              <a:spLocks/>
            </p:cNvSpPr>
            <p:nvPr/>
          </p:nvSpPr>
          <p:spPr bwMode="auto">
            <a:xfrm>
              <a:off x="8670925" y="2097088"/>
              <a:ext cx="423863" cy="274638"/>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8">
              <a:extLst>
                <a:ext uri="{FF2B5EF4-FFF2-40B4-BE49-F238E27FC236}">
                  <a16:creationId xmlns:a16="http://schemas.microsoft.com/office/drawing/2014/main" id="{B5248DA5-CFB1-CA14-1938-A116DC52CA27}"/>
                </a:ext>
              </a:extLst>
            </p:cNvPr>
            <p:cNvSpPr>
              <a:spLocks/>
            </p:cNvSpPr>
            <p:nvPr/>
          </p:nvSpPr>
          <p:spPr bwMode="auto">
            <a:xfrm>
              <a:off x="8664575" y="2095500"/>
              <a:ext cx="425450" cy="274638"/>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9">
              <a:extLst>
                <a:ext uri="{FF2B5EF4-FFF2-40B4-BE49-F238E27FC236}">
                  <a16:creationId xmlns:a16="http://schemas.microsoft.com/office/drawing/2014/main" id="{C322DB7A-535E-3336-889F-76CAF5C20664}"/>
                </a:ext>
              </a:extLst>
            </p:cNvPr>
            <p:cNvSpPr>
              <a:spLocks/>
            </p:cNvSpPr>
            <p:nvPr/>
          </p:nvSpPr>
          <p:spPr bwMode="auto">
            <a:xfrm>
              <a:off x="8794750" y="2103438"/>
              <a:ext cx="41275" cy="3063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0">
              <a:extLst>
                <a:ext uri="{FF2B5EF4-FFF2-40B4-BE49-F238E27FC236}">
                  <a16:creationId xmlns:a16="http://schemas.microsoft.com/office/drawing/2014/main" id="{3B75891A-3EDD-C8AD-E1AD-C09C72B452B9}"/>
                </a:ext>
              </a:extLst>
            </p:cNvPr>
            <p:cNvSpPr>
              <a:spLocks/>
            </p:cNvSpPr>
            <p:nvPr/>
          </p:nvSpPr>
          <p:spPr bwMode="auto">
            <a:xfrm>
              <a:off x="8828088" y="2413000"/>
              <a:ext cx="14288" cy="15875"/>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1">
              <a:extLst>
                <a:ext uri="{FF2B5EF4-FFF2-40B4-BE49-F238E27FC236}">
                  <a16:creationId xmlns:a16="http://schemas.microsoft.com/office/drawing/2014/main" id="{0508A6B1-AD3A-ECD1-ABAD-FE671DABECC6}"/>
                </a:ext>
              </a:extLst>
            </p:cNvPr>
            <p:cNvSpPr>
              <a:spLocks/>
            </p:cNvSpPr>
            <p:nvPr/>
          </p:nvSpPr>
          <p:spPr bwMode="auto">
            <a:xfrm>
              <a:off x="8826500" y="2001838"/>
              <a:ext cx="131763" cy="463550"/>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2">
              <a:extLst>
                <a:ext uri="{FF2B5EF4-FFF2-40B4-BE49-F238E27FC236}">
                  <a16:creationId xmlns:a16="http://schemas.microsoft.com/office/drawing/2014/main" id="{E6BF4D55-EF16-8C1E-E540-DF1AE49EB199}"/>
                </a:ext>
              </a:extLst>
            </p:cNvPr>
            <p:cNvSpPr>
              <a:spLocks noEditPoints="1"/>
            </p:cNvSpPr>
            <p:nvPr/>
          </p:nvSpPr>
          <p:spPr bwMode="auto">
            <a:xfrm>
              <a:off x="8801100" y="2055813"/>
              <a:ext cx="41275" cy="41275"/>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3">
              <a:extLst>
                <a:ext uri="{FF2B5EF4-FFF2-40B4-BE49-F238E27FC236}">
                  <a16:creationId xmlns:a16="http://schemas.microsoft.com/office/drawing/2014/main" id="{99920A8F-18E1-11C4-2AF2-C582CBA7A777}"/>
                </a:ext>
              </a:extLst>
            </p:cNvPr>
            <p:cNvSpPr>
              <a:spLocks noEditPoints="1"/>
            </p:cNvSpPr>
            <p:nvPr/>
          </p:nvSpPr>
          <p:spPr bwMode="auto">
            <a:xfrm>
              <a:off x="8739188" y="2338388"/>
              <a:ext cx="39688" cy="41275"/>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5" name="Freeform 14">
              <a:extLst>
                <a:ext uri="{FF2B5EF4-FFF2-40B4-BE49-F238E27FC236}">
                  <a16:creationId xmlns:a16="http://schemas.microsoft.com/office/drawing/2014/main" id="{76C4C76A-104D-2467-324A-7932DEFD6452}"/>
                </a:ext>
              </a:extLst>
            </p:cNvPr>
            <p:cNvSpPr>
              <a:spLocks noEditPoints="1"/>
            </p:cNvSpPr>
            <p:nvPr/>
          </p:nvSpPr>
          <p:spPr bwMode="auto">
            <a:xfrm>
              <a:off x="9037638" y="2259013"/>
              <a:ext cx="39688" cy="41275"/>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16" name="Bar_chart15" descr="{&quot;Key&quot;:&quot;POWER_USER_SHAPE_ICON&quot;,&quot;Value&quot;:&quot;POWER_USER_SHAPE_ICON_STYLE_1&quot;}">
            <a:extLst>
              <a:ext uri="{FF2B5EF4-FFF2-40B4-BE49-F238E27FC236}">
                <a16:creationId xmlns:a16="http://schemas.microsoft.com/office/drawing/2014/main" id="{65D03A54-9268-5B17-912F-E5E2F095E847}"/>
              </a:ext>
            </a:extLst>
          </p:cNvPr>
          <p:cNvGrpSpPr>
            <a:grpSpLocks noChangeAspect="1"/>
          </p:cNvGrpSpPr>
          <p:nvPr/>
        </p:nvGrpSpPr>
        <p:grpSpPr>
          <a:xfrm>
            <a:off x="2517765" y="5099387"/>
            <a:ext cx="422776" cy="358441"/>
            <a:chOff x="8770938" y="1787525"/>
            <a:chExt cx="438151" cy="371476"/>
          </a:xfrm>
          <a:solidFill>
            <a:schemeClr val="accent2"/>
          </a:solidFill>
        </p:grpSpPr>
        <p:sp>
          <p:nvSpPr>
            <p:cNvPr id="217" name="Freeform 178">
              <a:extLst>
                <a:ext uri="{FF2B5EF4-FFF2-40B4-BE49-F238E27FC236}">
                  <a16:creationId xmlns:a16="http://schemas.microsoft.com/office/drawing/2014/main" id="{2A9825DE-0222-EB13-9349-23F26B109A5A}"/>
                </a:ext>
              </a:extLst>
            </p:cNvPr>
            <p:cNvSpPr>
              <a:spLocks noEditPoints="1"/>
            </p:cNvSpPr>
            <p:nvPr/>
          </p:nvSpPr>
          <p:spPr bwMode="auto">
            <a:xfrm>
              <a:off x="9118601" y="1903413"/>
              <a:ext cx="90488" cy="255588"/>
            </a:xfrm>
            <a:custGeom>
              <a:avLst/>
              <a:gdLst>
                <a:gd name="T0" fmla="*/ 15 w 99"/>
                <a:gd name="T1" fmla="*/ 266 h 280"/>
                <a:gd name="T2" fmla="*/ 84 w 99"/>
                <a:gd name="T3" fmla="*/ 266 h 280"/>
                <a:gd name="T4" fmla="*/ 84 w 99"/>
                <a:gd name="T5" fmla="*/ 15 h 280"/>
                <a:gd name="T6" fmla="*/ 15 w 99"/>
                <a:gd name="T7" fmla="*/ 15 h 280"/>
                <a:gd name="T8" fmla="*/ 15 w 99"/>
                <a:gd name="T9" fmla="*/ 266 h 280"/>
                <a:gd name="T10" fmla="*/ 91 w 99"/>
                <a:gd name="T11" fmla="*/ 280 h 280"/>
                <a:gd name="T12" fmla="*/ 7 w 99"/>
                <a:gd name="T13" fmla="*/ 280 h 280"/>
                <a:gd name="T14" fmla="*/ 0 w 99"/>
                <a:gd name="T15" fmla="*/ 273 h 280"/>
                <a:gd name="T16" fmla="*/ 0 w 99"/>
                <a:gd name="T17" fmla="*/ 7 h 280"/>
                <a:gd name="T18" fmla="*/ 7 w 99"/>
                <a:gd name="T19" fmla="*/ 0 h 280"/>
                <a:gd name="T20" fmla="*/ 91 w 99"/>
                <a:gd name="T21" fmla="*/ 0 h 280"/>
                <a:gd name="T22" fmla="*/ 99 w 99"/>
                <a:gd name="T23" fmla="*/ 7 h 280"/>
                <a:gd name="T24" fmla="*/ 99 w 99"/>
                <a:gd name="T25" fmla="*/ 273 h 280"/>
                <a:gd name="T26" fmla="*/ 91 w 99"/>
                <a:gd name="T27"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80">
                  <a:moveTo>
                    <a:pt x="15" y="266"/>
                  </a:moveTo>
                  <a:lnTo>
                    <a:pt x="84" y="266"/>
                  </a:lnTo>
                  <a:lnTo>
                    <a:pt x="84" y="15"/>
                  </a:lnTo>
                  <a:lnTo>
                    <a:pt x="15" y="15"/>
                  </a:lnTo>
                  <a:lnTo>
                    <a:pt x="15" y="266"/>
                  </a:lnTo>
                  <a:close/>
                  <a:moveTo>
                    <a:pt x="91" y="280"/>
                  </a:moveTo>
                  <a:lnTo>
                    <a:pt x="7" y="280"/>
                  </a:lnTo>
                  <a:cubicBezTo>
                    <a:pt x="3" y="280"/>
                    <a:pt x="0" y="277"/>
                    <a:pt x="0" y="273"/>
                  </a:cubicBezTo>
                  <a:lnTo>
                    <a:pt x="0" y="7"/>
                  </a:lnTo>
                  <a:cubicBezTo>
                    <a:pt x="0" y="3"/>
                    <a:pt x="3" y="0"/>
                    <a:pt x="7" y="0"/>
                  </a:cubicBezTo>
                  <a:lnTo>
                    <a:pt x="91" y="0"/>
                  </a:lnTo>
                  <a:cubicBezTo>
                    <a:pt x="95" y="0"/>
                    <a:pt x="99" y="3"/>
                    <a:pt x="99" y="7"/>
                  </a:cubicBezTo>
                  <a:lnTo>
                    <a:pt x="99" y="273"/>
                  </a:lnTo>
                  <a:cubicBezTo>
                    <a:pt x="99" y="277"/>
                    <a:pt x="95" y="280"/>
                    <a:pt x="91"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179">
              <a:extLst>
                <a:ext uri="{FF2B5EF4-FFF2-40B4-BE49-F238E27FC236}">
                  <a16:creationId xmlns:a16="http://schemas.microsoft.com/office/drawing/2014/main" id="{96812B0D-2877-2309-CDB8-6F4642710F34}"/>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180">
              <a:extLst>
                <a:ext uri="{FF2B5EF4-FFF2-40B4-BE49-F238E27FC236}">
                  <a16:creationId xmlns:a16="http://schemas.microsoft.com/office/drawing/2014/main" id="{C2B84AF7-8022-F37B-130F-176EA13E29CE}"/>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Freeform 181">
              <a:extLst>
                <a:ext uri="{FF2B5EF4-FFF2-40B4-BE49-F238E27FC236}">
                  <a16:creationId xmlns:a16="http://schemas.microsoft.com/office/drawing/2014/main" id="{E856281D-AADE-71A4-AC3F-7176377BF4CB}"/>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182">
              <a:extLst>
                <a:ext uri="{FF2B5EF4-FFF2-40B4-BE49-F238E27FC236}">
                  <a16:creationId xmlns:a16="http://schemas.microsoft.com/office/drawing/2014/main" id="{F8586171-36EA-AA88-FF23-BF63F5D5C0A5}"/>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2" name="Freeform 183">
              <a:extLst>
                <a:ext uri="{FF2B5EF4-FFF2-40B4-BE49-F238E27FC236}">
                  <a16:creationId xmlns:a16="http://schemas.microsoft.com/office/drawing/2014/main" id="{EDB001AB-8393-C4ED-389C-D3F899647178}"/>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3" name="Freeform 184">
              <a:extLst>
                <a:ext uri="{FF2B5EF4-FFF2-40B4-BE49-F238E27FC236}">
                  <a16:creationId xmlns:a16="http://schemas.microsoft.com/office/drawing/2014/main" id="{A74F0650-0AAB-6091-14EA-BE2328C8107D}"/>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4" name="Freeform 185">
              <a:extLst>
                <a:ext uri="{FF2B5EF4-FFF2-40B4-BE49-F238E27FC236}">
                  <a16:creationId xmlns:a16="http://schemas.microsoft.com/office/drawing/2014/main" id="{CE1CA100-03F6-FB0A-1030-B25D2F759CE4}"/>
                </a:ext>
              </a:extLst>
            </p:cNvPr>
            <p:cNvSpPr>
              <a:spLocks noEditPoints="1"/>
            </p:cNvSpPr>
            <p:nvPr/>
          </p:nvSpPr>
          <p:spPr bwMode="auto">
            <a:xfrm>
              <a:off x="9120188" y="1787525"/>
              <a:ext cx="87313" cy="85725"/>
            </a:xfrm>
            <a:custGeom>
              <a:avLst/>
              <a:gdLst>
                <a:gd name="T0" fmla="*/ 47 w 95"/>
                <a:gd name="T1" fmla="*/ 14 h 94"/>
                <a:gd name="T2" fmla="*/ 15 w 95"/>
                <a:gd name="T3" fmla="*/ 47 h 94"/>
                <a:gd name="T4" fmla="*/ 17 w 95"/>
                <a:gd name="T5" fmla="*/ 59 h 94"/>
                <a:gd name="T6" fmla="*/ 24 w 95"/>
                <a:gd name="T7" fmla="*/ 70 h 94"/>
                <a:gd name="T8" fmla="*/ 47 w 95"/>
                <a:gd name="T9" fmla="*/ 80 h 94"/>
                <a:gd name="T10" fmla="*/ 80 w 95"/>
                <a:gd name="T11" fmla="*/ 47 h 94"/>
                <a:gd name="T12" fmla="*/ 47 w 95"/>
                <a:gd name="T13" fmla="*/ 14 h 94"/>
                <a:gd name="T14" fmla="*/ 47 w 95"/>
                <a:gd name="T15" fmla="*/ 94 h 94"/>
                <a:gd name="T16" fmla="*/ 13 w 95"/>
                <a:gd name="T17" fmla="*/ 80 h 94"/>
                <a:gd name="T18" fmla="*/ 3 w 95"/>
                <a:gd name="T19" fmla="*/ 64 h 94"/>
                <a:gd name="T20" fmla="*/ 0 w 95"/>
                <a:gd name="T21" fmla="*/ 47 h 94"/>
                <a:gd name="T22" fmla="*/ 47 w 95"/>
                <a:gd name="T23" fmla="*/ 0 h 94"/>
                <a:gd name="T24" fmla="*/ 95 w 95"/>
                <a:gd name="T25" fmla="*/ 47 h 94"/>
                <a:gd name="T26" fmla="*/ 47 w 95"/>
                <a:gd name="T2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4">
                  <a:moveTo>
                    <a:pt x="47" y="14"/>
                  </a:moveTo>
                  <a:cubicBezTo>
                    <a:pt x="29" y="14"/>
                    <a:pt x="15" y="29"/>
                    <a:pt x="15" y="47"/>
                  </a:cubicBezTo>
                  <a:cubicBezTo>
                    <a:pt x="15" y="51"/>
                    <a:pt x="15" y="55"/>
                    <a:pt x="17" y="59"/>
                  </a:cubicBezTo>
                  <a:cubicBezTo>
                    <a:pt x="19" y="63"/>
                    <a:pt x="21" y="66"/>
                    <a:pt x="24" y="70"/>
                  </a:cubicBezTo>
                  <a:cubicBezTo>
                    <a:pt x="30" y="76"/>
                    <a:pt x="38" y="80"/>
                    <a:pt x="47" y="80"/>
                  </a:cubicBezTo>
                  <a:cubicBezTo>
                    <a:pt x="65" y="80"/>
                    <a:pt x="80" y="65"/>
                    <a:pt x="80" y="47"/>
                  </a:cubicBezTo>
                  <a:cubicBezTo>
                    <a:pt x="80" y="29"/>
                    <a:pt x="65" y="14"/>
                    <a:pt x="47" y="14"/>
                  </a:cubicBezTo>
                  <a:close/>
                  <a:moveTo>
                    <a:pt x="47" y="94"/>
                  </a:moveTo>
                  <a:cubicBezTo>
                    <a:pt x="34" y="94"/>
                    <a:pt x="22" y="89"/>
                    <a:pt x="13" y="80"/>
                  </a:cubicBezTo>
                  <a:cubicBezTo>
                    <a:pt x="9" y="75"/>
                    <a:pt x="6" y="70"/>
                    <a:pt x="3" y="64"/>
                  </a:cubicBezTo>
                  <a:cubicBezTo>
                    <a:pt x="1" y="58"/>
                    <a:pt x="0" y="53"/>
                    <a:pt x="0" y="47"/>
                  </a:cubicBezTo>
                  <a:cubicBezTo>
                    <a:pt x="0" y="21"/>
                    <a:pt x="21" y="0"/>
                    <a:pt x="47" y="0"/>
                  </a:cubicBezTo>
                  <a:cubicBezTo>
                    <a:pt x="73" y="0"/>
                    <a:pt x="95" y="21"/>
                    <a:pt x="95" y="47"/>
                  </a:cubicBezTo>
                  <a:cubicBezTo>
                    <a:pt x="95"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5" name="Freeform 186">
              <a:extLst>
                <a:ext uri="{FF2B5EF4-FFF2-40B4-BE49-F238E27FC236}">
                  <a16:creationId xmlns:a16="http://schemas.microsoft.com/office/drawing/2014/main" id="{9C2AF5FC-A120-8A36-DAD8-E2A212991A0B}"/>
                </a:ext>
              </a:extLst>
            </p:cNvPr>
            <p:cNvSpPr>
              <a:spLocks noEditPoints="1"/>
            </p:cNvSpPr>
            <p:nvPr/>
          </p:nvSpPr>
          <p:spPr bwMode="auto">
            <a:xfrm>
              <a:off x="9005888" y="1898650"/>
              <a:ext cx="85725" cy="85725"/>
            </a:xfrm>
            <a:custGeom>
              <a:avLst/>
              <a:gdLst>
                <a:gd name="T0" fmla="*/ 21 w 94"/>
                <a:gd name="T1" fmla="*/ 27 h 94"/>
                <a:gd name="T2" fmla="*/ 14 w 94"/>
                <a:gd name="T3" fmla="*/ 47 h 94"/>
                <a:gd name="T4" fmla="*/ 47 w 94"/>
                <a:gd name="T5" fmla="*/ 80 h 94"/>
                <a:gd name="T6" fmla="*/ 80 w 94"/>
                <a:gd name="T7" fmla="*/ 47 h 94"/>
                <a:gd name="T8" fmla="*/ 78 w 94"/>
                <a:gd name="T9" fmla="*/ 35 h 94"/>
                <a:gd name="T10" fmla="*/ 71 w 94"/>
                <a:gd name="T11" fmla="*/ 24 h 94"/>
                <a:gd name="T12" fmla="*/ 47 w 94"/>
                <a:gd name="T13" fmla="*/ 14 h 94"/>
                <a:gd name="T14" fmla="*/ 21 w 94"/>
                <a:gd name="T15" fmla="*/ 27 h 94"/>
                <a:gd name="T16" fmla="*/ 47 w 94"/>
                <a:gd name="T17" fmla="*/ 94 h 94"/>
                <a:gd name="T18" fmla="*/ 0 w 94"/>
                <a:gd name="T19" fmla="*/ 47 h 94"/>
                <a:gd name="T20" fmla="*/ 9 w 94"/>
                <a:gd name="T21" fmla="*/ 19 h 94"/>
                <a:gd name="T22" fmla="*/ 9 w 94"/>
                <a:gd name="T23" fmla="*/ 19 h 94"/>
                <a:gd name="T24" fmla="*/ 47 w 94"/>
                <a:gd name="T25" fmla="*/ 0 h 94"/>
                <a:gd name="T26" fmla="*/ 81 w 94"/>
                <a:gd name="T27" fmla="*/ 14 h 94"/>
                <a:gd name="T28" fmla="*/ 91 w 94"/>
                <a:gd name="T29" fmla="*/ 30 h 94"/>
                <a:gd name="T30" fmla="*/ 94 w 94"/>
                <a:gd name="T31" fmla="*/ 47 h 94"/>
                <a:gd name="T32" fmla="*/ 47 w 94"/>
                <a:gd name="T33"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21" y="27"/>
                  </a:moveTo>
                  <a:cubicBezTo>
                    <a:pt x="17" y="33"/>
                    <a:pt x="14" y="40"/>
                    <a:pt x="14" y="47"/>
                  </a:cubicBezTo>
                  <a:cubicBezTo>
                    <a:pt x="14" y="65"/>
                    <a:pt x="29" y="80"/>
                    <a:pt x="47" y="80"/>
                  </a:cubicBezTo>
                  <a:cubicBezTo>
                    <a:pt x="65" y="80"/>
                    <a:pt x="80" y="65"/>
                    <a:pt x="80" y="47"/>
                  </a:cubicBezTo>
                  <a:cubicBezTo>
                    <a:pt x="80" y="43"/>
                    <a:pt x="79" y="39"/>
                    <a:pt x="78" y="35"/>
                  </a:cubicBezTo>
                  <a:cubicBezTo>
                    <a:pt x="76" y="31"/>
                    <a:pt x="74" y="28"/>
                    <a:pt x="71" y="24"/>
                  </a:cubicBezTo>
                  <a:cubicBezTo>
                    <a:pt x="64" y="18"/>
                    <a:pt x="56" y="14"/>
                    <a:pt x="47" y="14"/>
                  </a:cubicBezTo>
                  <a:cubicBezTo>
                    <a:pt x="37" y="14"/>
                    <a:pt x="27" y="19"/>
                    <a:pt x="21" y="27"/>
                  </a:cubicBezTo>
                  <a:close/>
                  <a:moveTo>
                    <a:pt x="47" y="94"/>
                  </a:moveTo>
                  <a:cubicBezTo>
                    <a:pt x="21" y="94"/>
                    <a:pt x="0" y="73"/>
                    <a:pt x="0" y="47"/>
                  </a:cubicBezTo>
                  <a:cubicBezTo>
                    <a:pt x="0" y="37"/>
                    <a:pt x="3" y="27"/>
                    <a:pt x="9" y="19"/>
                  </a:cubicBezTo>
                  <a:lnTo>
                    <a:pt x="9" y="19"/>
                  </a:lnTo>
                  <a:cubicBezTo>
                    <a:pt x="18" y="7"/>
                    <a:pt x="32" y="0"/>
                    <a:pt x="47" y="0"/>
                  </a:cubicBezTo>
                  <a:cubicBezTo>
                    <a:pt x="60" y="0"/>
                    <a:pt x="72" y="5"/>
                    <a:pt x="81" y="14"/>
                  </a:cubicBezTo>
                  <a:cubicBezTo>
                    <a:pt x="85" y="19"/>
                    <a:pt x="89" y="24"/>
                    <a:pt x="91" y="30"/>
                  </a:cubicBezTo>
                  <a:cubicBezTo>
                    <a:pt x="93" y="35"/>
                    <a:pt x="94" y="41"/>
                    <a:pt x="94" y="47"/>
                  </a:cubicBezTo>
                  <a:cubicBezTo>
                    <a:pt x="94"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187">
              <a:extLst>
                <a:ext uri="{FF2B5EF4-FFF2-40B4-BE49-F238E27FC236}">
                  <a16:creationId xmlns:a16="http://schemas.microsoft.com/office/drawing/2014/main" id="{8C4B055E-2346-12CA-C12A-4986D838EE93}"/>
                </a:ext>
              </a:extLst>
            </p:cNvPr>
            <p:cNvSpPr>
              <a:spLocks/>
            </p:cNvSpPr>
            <p:nvPr/>
          </p:nvSpPr>
          <p:spPr bwMode="auto">
            <a:xfrm>
              <a:off x="9067801" y="1849438"/>
              <a:ext cx="77788" cy="73025"/>
            </a:xfrm>
            <a:custGeom>
              <a:avLst/>
              <a:gdLst>
                <a:gd name="T0" fmla="*/ 8 w 84"/>
                <a:gd name="T1" fmla="*/ 81 h 81"/>
                <a:gd name="T2" fmla="*/ 3 w 84"/>
                <a:gd name="T3" fmla="*/ 78 h 81"/>
                <a:gd name="T4" fmla="*/ 3 w 84"/>
                <a:gd name="T5" fmla="*/ 68 h 81"/>
                <a:gd name="T6" fmla="*/ 71 w 84"/>
                <a:gd name="T7" fmla="*/ 2 h 81"/>
                <a:gd name="T8" fmla="*/ 81 w 84"/>
                <a:gd name="T9" fmla="*/ 3 h 81"/>
                <a:gd name="T10" fmla="*/ 81 w 84"/>
                <a:gd name="T11" fmla="*/ 13 h 81"/>
                <a:gd name="T12" fmla="*/ 13 w 84"/>
                <a:gd name="T13" fmla="*/ 79 h 81"/>
                <a:gd name="T14" fmla="*/ 8 w 84"/>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81">
                  <a:moveTo>
                    <a:pt x="8" y="81"/>
                  </a:moveTo>
                  <a:cubicBezTo>
                    <a:pt x="6" y="81"/>
                    <a:pt x="4" y="80"/>
                    <a:pt x="3" y="78"/>
                  </a:cubicBezTo>
                  <a:cubicBezTo>
                    <a:pt x="0" y="75"/>
                    <a:pt x="0" y="71"/>
                    <a:pt x="3" y="68"/>
                  </a:cubicBezTo>
                  <a:lnTo>
                    <a:pt x="71" y="2"/>
                  </a:lnTo>
                  <a:cubicBezTo>
                    <a:pt x="74" y="0"/>
                    <a:pt x="78" y="0"/>
                    <a:pt x="81" y="3"/>
                  </a:cubicBezTo>
                  <a:cubicBezTo>
                    <a:pt x="84" y="6"/>
                    <a:pt x="84" y="10"/>
                    <a:pt x="81" y="13"/>
                  </a:cubicBezTo>
                  <a:lnTo>
                    <a:pt x="13" y="79"/>
                  </a:lnTo>
                  <a:cubicBezTo>
                    <a:pt x="11" y="80"/>
                    <a:pt x="10" y="81"/>
                    <a:pt x="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188">
              <a:extLst>
                <a:ext uri="{FF2B5EF4-FFF2-40B4-BE49-F238E27FC236}">
                  <a16:creationId xmlns:a16="http://schemas.microsoft.com/office/drawing/2014/main" id="{F78F2419-09F5-46BB-7992-9D4256C93626}"/>
                </a:ext>
              </a:extLst>
            </p:cNvPr>
            <p:cNvSpPr>
              <a:spLocks/>
            </p:cNvSpPr>
            <p:nvPr/>
          </p:nvSpPr>
          <p:spPr bwMode="auto">
            <a:xfrm>
              <a:off x="8951913" y="1866900"/>
              <a:ext cx="76200" cy="58738"/>
            </a:xfrm>
            <a:custGeom>
              <a:avLst/>
              <a:gdLst>
                <a:gd name="T0" fmla="*/ 74 w 82"/>
                <a:gd name="T1" fmla="*/ 65 h 65"/>
                <a:gd name="T2" fmla="*/ 70 w 82"/>
                <a:gd name="T3" fmla="*/ 64 h 65"/>
                <a:gd name="T4" fmla="*/ 4 w 82"/>
                <a:gd name="T5" fmla="*/ 14 h 65"/>
                <a:gd name="T6" fmla="*/ 3 w 82"/>
                <a:gd name="T7" fmla="*/ 4 h 65"/>
                <a:gd name="T8" fmla="*/ 13 w 82"/>
                <a:gd name="T9" fmla="*/ 3 h 65"/>
                <a:gd name="T10" fmla="*/ 79 w 82"/>
                <a:gd name="T11" fmla="*/ 52 h 65"/>
                <a:gd name="T12" fmla="*/ 80 w 82"/>
                <a:gd name="T13" fmla="*/ 62 h 65"/>
                <a:gd name="T14" fmla="*/ 74 w 82"/>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5">
                  <a:moveTo>
                    <a:pt x="74" y="65"/>
                  </a:moveTo>
                  <a:cubicBezTo>
                    <a:pt x="73" y="65"/>
                    <a:pt x="71" y="65"/>
                    <a:pt x="70" y="64"/>
                  </a:cubicBezTo>
                  <a:lnTo>
                    <a:pt x="4" y="14"/>
                  </a:lnTo>
                  <a:cubicBezTo>
                    <a:pt x="1" y="12"/>
                    <a:pt x="0" y="7"/>
                    <a:pt x="3" y="4"/>
                  </a:cubicBezTo>
                  <a:cubicBezTo>
                    <a:pt x="5" y="1"/>
                    <a:pt x="10" y="0"/>
                    <a:pt x="13" y="3"/>
                  </a:cubicBezTo>
                  <a:lnTo>
                    <a:pt x="79" y="52"/>
                  </a:lnTo>
                  <a:cubicBezTo>
                    <a:pt x="82" y="55"/>
                    <a:pt x="82" y="59"/>
                    <a:pt x="80" y="62"/>
                  </a:cubicBezTo>
                  <a:cubicBezTo>
                    <a:pt x="79" y="64"/>
                    <a:pt x="76" y="65"/>
                    <a:pt x="74" y="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189">
              <a:extLst>
                <a:ext uri="{FF2B5EF4-FFF2-40B4-BE49-F238E27FC236}">
                  <a16:creationId xmlns:a16="http://schemas.microsoft.com/office/drawing/2014/main" id="{E251A749-446F-99C5-D8DC-0114A164598D}"/>
                </a:ext>
              </a:extLst>
            </p:cNvPr>
            <p:cNvSpPr>
              <a:spLocks noEditPoints="1"/>
            </p:cNvSpPr>
            <p:nvPr/>
          </p:nvSpPr>
          <p:spPr bwMode="auto">
            <a:xfrm>
              <a:off x="8888413" y="1808163"/>
              <a:ext cx="85725" cy="87313"/>
            </a:xfrm>
            <a:custGeom>
              <a:avLst/>
              <a:gdLst>
                <a:gd name="T0" fmla="*/ 48 w 95"/>
                <a:gd name="T1" fmla="*/ 15 h 95"/>
                <a:gd name="T2" fmla="*/ 15 w 95"/>
                <a:gd name="T3" fmla="*/ 47 h 95"/>
                <a:gd name="T4" fmla="*/ 24 w 95"/>
                <a:gd name="T5" fmla="*/ 70 h 95"/>
                <a:gd name="T6" fmla="*/ 30 w 95"/>
                <a:gd name="T7" fmla="*/ 75 h 95"/>
                <a:gd name="T8" fmla="*/ 48 w 95"/>
                <a:gd name="T9" fmla="*/ 80 h 95"/>
                <a:gd name="T10" fmla="*/ 74 w 95"/>
                <a:gd name="T11" fmla="*/ 67 h 95"/>
                <a:gd name="T12" fmla="*/ 80 w 95"/>
                <a:gd name="T13" fmla="*/ 47 h 95"/>
                <a:gd name="T14" fmla="*/ 48 w 95"/>
                <a:gd name="T15" fmla="*/ 15 h 95"/>
                <a:gd name="T16" fmla="*/ 48 w 95"/>
                <a:gd name="T17" fmla="*/ 95 h 95"/>
                <a:gd name="T18" fmla="*/ 22 w 95"/>
                <a:gd name="T19" fmla="*/ 87 h 95"/>
                <a:gd name="T20" fmla="*/ 13 w 95"/>
                <a:gd name="T21" fmla="*/ 80 h 95"/>
                <a:gd name="T22" fmla="*/ 0 w 95"/>
                <a:gd name="T23" fmla="*/ 47 h 95"/>
                <a:gd name="T24" fmla="*/ 48 w 95"/>
                <a:gd name="T25" fmla="*/ 0 h 95"/>
                <a:gd name="T26" fmla="*/ 95 w 95"/>
                <a:gd name="T27" fmla="*/ 47 h 95"/>
                <a:gd name="T28" fmla="*/ 85 w 95"/>
                <a:gd name="T29" fmla="*/ 76 h 95"/>
                <a:gd name="T30" fmla="*/ 48 w 95"/>
                <a:gd name="T31"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5" h="95">
                  <a:moveTo>
                    <a:pt x="48" y="15"/>
                  </a:moveTo>
                  <a:cubicBezTo>
                    <a:pt x="30" y="15"/>
                    <a:pt x="15" y="29"/>
                    <a:pt x="15" y="47"/>
                  </a:cubicBezTo>
                  <a:cubicBezTo>
                    <a:pt x="15" y="56"/>
                    <a:pt x="18" y="64"/>
                    <a:pt x="24" y="70"/>
                  </a:cubicBezTo>
                  <a:cubicBezTo>
                    <a:pt x="26" y="72"/>
                    <a:pt x="28" y="73"/>
                    <a:pt x="30" y="75"/>
                  </a:cubicBezTo>
                  <a:cubicBezTo>
                    <a:pt x="35" y="78"/>
                    <a:pt x="41" y="80"/>
                    <a:pt x="48" y="80"/>
                  </a:cubicBezTo>
                  <a:cubicBezTo>
                    <a:pt x="58" y="80"/>
                    <a:pt x="67" y="75"/>
                    <a:pt x="74" y="67"/>
                  </a:cubicBezTo>
                  <a:cubicBezTo>
                    <a:pt x="78" y="61"/>
                    <a:pt x="80" y="54"/>
                    <a:pt x="80" y="47"/>
                  </a:cubicBezTo>
                  <a:cubicBezTo>
                    <a:pt x="80" y="29"/>
                    <a:pt x="66" y="15"/>
                    <a:pt x="48" y="15"/>
                  </a:cubicBezTo>
                  <a:close/>
                  <a:moveTo>
                    <a:pt x="48" y="95"/>
                  </a:moveTo>
                  <a:cubicBezTo>
                    <a:pt x="38" y="95"/>
                    <a:pt x="29" y="92"/>
                    <a:pt x="22" y="87"/>
                  </a:cubicBezTo>
                  <a:cubicBezTo>
                    <a:pt x="19" y="85"/>
                    <a:pt x="16" y="82"/>
                    <a:pt x="13" y="80"/>
                  </a:cubicBezTo>
                  <a:cubicBezTo>
                    <a:pt x="5" y="71"/>
                    <a:pt x="0" y="59"/>
                    <a:pt x="0" y="47"/>
                  </a:cubicBezTo>
                  <a:cubicBezTo>
                    <a:pt x="0" y="21"/>
                    <a:pt x="22" y="0"/>
                    <a:pt x="48" y="0"/>
                  </a:cubicBezTo>
                  <a:cubicBezTo>
                    <a:pt x="74" y="0"/>
                    <a:pt x="95" y="21"/>
                    <a:pt x="95" y="47"/>
                  </a:cubicBezTo>
                  <a:cubicBezTo>
                    <a:pt x="95" y="58"/>
                    <a:pt x="92" y="67"/>
                    <a:pt x="85" y="76"/>
                  </a:cubicBezTo>
                  <a:cubicBezTo>
                    <a:pt x="76" y="88"/>
                    <a:pt x="63" y="95"/>
                    <a:pt x="48" y="9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190">
              <a:extLst>
                <a:ext uri="{FF2B5EF4-FFF2-40B4-BE49-F238E27FC236}">
                  <a16:creationId xmlns:a16="http://schemas.microsoft.com/office/drawing/2014/main" id="{1E338BAB-074B-90EE-3709-CE5006185176}"/>
                </a:ext>
              </a:extLst>
            </p:cNvPr>
            <p:cNvSpPr>
              <a:spLocks/>
            </p:cNvSpPr>
            <p:nvPr/>
          </p:nvSpPr>
          <p:spPr bwMode="auto">
            <a:xfrm>
              <a:off x="8834438" y="1870075"/>
              <a:ext cx="77788" cy="73025"/>
            </a:xfrm>
            <a:custGeom>
              <a:avLst/>
              <a:gdLst>
                <a:gd name="T0" fmla="*/ 8 w 86"/>
                <a:gd name="T1" fmla="*/ 81 h 81"/>
                <a:gd name="T2" fmla="*/ 3 w 86"/>
                <a:gd name="T3" fmla="*/ 79 h 81"/>
                <a:gd name="T4" fmla="*/ 3 w 86"/>
                <a:gd name="T5" fmla="*/ 69 h 81"/>
                <a:gd name="T6" fmla="*/ 73 w 86"/>
                <a:gd name="T7" fmla="*/ 3 h 81"/>
                <a:gd name="T8" fmla="*/ 83 w 86"/>
                <a:gd name="T9" fmla="*/ 3 h 81"/>
                <a:gd name="T10" fmla="*/ 83 w 86"/>
                <a:gd name="T11" fmla="*/ 13 h 81"/>
                <a:gd name="T12" fmla="*/ 13 w 86"/>
                <a:gd name="T13" fmla="*/ 79 h 81"/>
                <a:gd name="T14" fmla="*/ 8 w 86"/>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81">
                  <a:moveTo>
                    <a:pt x="8" y="81"/>
                  </a:moveTo>
                  <a:cubicBezTo>
                    <a:pt x="6" y="81"/>
                    <a:pt x="4" y="80"/>
                    <a:pt x="3" y="79"/>
                  </a:cubicBezTo>
                  <a:cubicBezTo>
                    <a:pt x="0" y="76"/>
                    <a:pt x="0" y="71"/>
                    <a:pt x="3" y="69"/>
                  </a:cubicBezTo>
                  <a:lnTo>
                    <a:pt x="73" y="3"/>
                  </a:lnTo>
                  <a:cubicBezTo>
                    <a:pt x="76" y="0"/>
                    <a:pt x="80" y="0"/>
                    <a:pt x="83" y="3"/>
                  </a:cubicBezTo>
                  <a:cubicBezTo>
                    <a:pt x="86" y="6"/>
                    <a:pt x="86" y="10"/>
                    <a:pt x="83" y="13"/>
                  </a:cubicBezTo>
                  <a:lnTo>
                    <a:pt x="13" y="79"/>
                  </a:lnTo>
                  <a:cubicBezTo>
                    <a:pt x="12" y="80"/>
                    <a:pt x="10" y="81"/>
                    <a:pt x="8" y="8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191">
              <a:extLst>
                <a:ext uri="{FF2B5EF4-FFF2-40B4-BE49-F238E27FC236}">
                  <a16:creationId xmlns:a16="http://schemas.microsoft.com/office/drawing/2014/main" id="{D22C2DEE-37D8-0AB6-3F25-8B7661BF8F83}"/>
                </a:ext>
              </a:extLst>
            </p:cNvPr>
            <p:cNvSpPr>
              <a:spLocks noEditPoints="1"/>
            </p:cNvSpPr>
            <p:nvPr/>
          </p:nvSpPr>
          <p:spPr bwMode="auto">
            <a:xfrm>
              <a:off x="8772526" y="1919288"/>
              <a:ext cx="85725" cy="87313"/>
            </a:xfrm>
            <a:custGeom>
              <a:avLst/>
              <a:gdLst>
                <a:gd name="T0" fmla="*/ 47 w 95"/>
                <a:gd name="T1" fmla="*/ 15 h 95"/>
                <a:gd name="T2" fmla="*/ 15 w 95"/>
                <a:gd name="T3" fmla="*/ 47 h 95"/>
                <a:gd name="T4" fmla="*/ 47 w 95"/>
                <a:gd name="T5" fmla="*/ 80 h 95"/>
                <a:gd name="T6" fmla="*/ 80 w 95"/>
                <a:gd name="T7" fmla="*/ 47 h 95"/>
                <a:gd name="T8" fmla="*/ 71 w 95"/>
                <a:gd name="T9" fmla="*/ 25 h 95"/>
                <a:gd name="T10" fmla="*/ 65 w 95"/>
                <a:gd name="T11" fmla="*/ 20 h 95"/>
                <a:gd name="T12" fmla="*/ 47 w 95"/>
                <a:gd name="T13" fmla="*/ 15 h 95"/>
                <a:gd name="T14" fmla="*/ 47 w 95"/>
                <a:gd name="T15" fmla="*/ 95 h 95"/>
                <a:gd name="T16" fmla="*/ 0 w 95"/>
                <a:gd name="T17" fmla="*/ 47 h 95"/>
                <a:gd name="T18" fmla="*/ 47 w 95"/>
                <a:gd name="T19" fmla="*/ 0 h 95"/>
                <a:gd name="T20" fmla="*/ 73 w 95"/>
                <a:gd name="T21" fmla="*/ 8 h 95"/>
                <a:gd name="T22" fmla="*/ 82 w 95"/>
                <a:gd name="T23" fmla="*/ 15 h 95"/>
                <a:gd name="T24" fmla="*/ 95 w 95"/>
                <a:gd name="T25" fmla="*/ 47 h 95"/>
                <a:gd name="T26" fmla="*/ 47 w 95"/>
                <a:gd name="T27"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5">
                  <a:moveTo>
                    <a:pt x="47" y="15"/>
                  </a:moveTo>
                  <a:cubicBezTo>
                    <a:pt x="29" y="15"/>
                    <a:pt x="15" y="29"/>
                    <a:pt x="15" y="47"/>
                  </a:cubicBezTo>
                  <a:cubicBezTo>
                    <a:pt x="15" y="65"/>
                    <a:pt x="29" y="80"/>
                    <a:pt x="47" y="80"/>
                  </a:cubicBezTo>
                  <a:cubicBezTo>
                    <a:pt x="65" y="80"/>
                    <a:pt x="80" y="65"/>
                    <a:pt x="80" y="47"/>
                  </a:cubicBezTo>
                  <a:cubicBezTo>
                    <a:pt x="80" y="39"/>
                    <a:pt x="77" y="31"/>
                    <a:pt x="71" y="25"/>
                  </a:cubicBezTo>
                  <a:cubicBezTo>
                    <a:pt x="69" y="23"/>
                    <a:pt x="67" y="21"/>
                    <a:pt x="65" y="20"/>
                  </a:cubicBezTo>
                  <a:cubicBezTo>
                    <a:pt x="60" y="17"/>
                    <a:pt x="54" y="15"/>
                    <a:pt x="47" y="15"/>
                  </a:cubicBezTo>
                  <a:close/>
                  <a:moveTo>
                    <a:pt x="47" y="95"/>
                  </a:moveTo>
                  <a:cubicBezTo>
                    <a:pt x="21" y="95"/>
                    <a:pt x="0" y="73"/>
                    <a:pt x="0" y="47"/>
                  </a:cubicBezTo>
                  <a:cubicBezTo>
                    <a:pt x="0" y="21"/>
                    <a:pt x="21" y="0"/>
                    <a:pt x="47" y="0"/>
                  </a:cubicBezTo>
                  <a:cubicBezTo>
                    <a:pt x="57" y="0"/>
                    <a:pt x="66" y="3"/>
                    <a:pt x="73" y="8"/>
                  </a:cubicBezTo>
                  <a:cubicBezTo>
                    <a:pt x="76" y="10"/>
                    <a:pt x="79" y="12"/>
                    <a:pt x="82" y="15"/>
                  </a:cubicBezTo>
                  <a:cubicBezTo>
                    <a:pt x="90" y="24"/>
                    <a:pt x="95" y="35"/>
                    <a:pt x="95" y="47"/>
                  </a:cubicBezTo>
                  <a:cubicBezTo>
                    <a:pt x="95" y="73"/>
                    <a:pt x="73" y="95"/>
                    <a:pt x="47"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1" name="Battery_full2" descr="{&quot;Key&quot;:&quot;POWER_USER_SHAPE_ICON&quot;,&quot;Value&quot;:&quot;POWER_USER_SHAPE_ICON_STYLE_1&quot;}">
            <a:extLst>
              <a:ext uri="{FF2B5EF4-FFF2-40B4-BE49-F238E27FC236}">
                <a16:creationId xmlns:a16="http://schemas.microsoft.com/office/drawing/2014/main" id="{0FE7183B-C377-DBFC-940C-6D43E4E1F97F}"/>
              </a:ext>
            </a:extLst>
          </p:cNvPr>
          <p:cNvGrpSpPr>
            <a:grpSpLocks noChangeAspect="1"/>
          </p:cNvGrpSpPr>
          <p:nvPr/>
        </p:nvGrpSpPr>
        <p:grpSpPr>
          <a:xfrm>
            <a:off x="8413065" y="3164693"/>
            <a:ext cx="469946" cy="473142"/>
            <a:chOff x="3435350" y="2509838"/>
            <a:chExt cx="233363" cy="234950"/>
          </a:xfrm>
          <a:solidFill>
            <a:schemeClr val="accent2"/>
          </a:solidFill>
        </p:grpSpPr>
        <p:sp>
          <p:nvSpPr>
            <p:cNvPr id="232" name="Freeform 1363">
              <a:extLst>
                <a:ext uri="{FF2B5EF4-FFF2-40B4-BE49-F238E27FC236}">
                  <a16:creationId xmlns:a16="http://schemas.microsoft.com/office/drawing/2014/main" id="{81BF4CA8-E487-2ADF-06AB-853DA2C04E4B}"/>
                </a:ext>
              </a:extLst>
            </p:cNvPr>
            <p:cNvSpPr>
              <a:spLocks/>
            </p:cNvSpPr>
            <p:nvPr/>
          </p:nvSpPr>
          <p:spPr bwMode="auto">
            <a:xfrm>
              <a:off x="3435350" y="2509838"/>
              <a:ext cx="233363" cy="234950"/>
            </a:xfrm>
            <a:custGeom>
              <a:avLst/>
              <a:gdLst>
                <a:gd name="T0" fmla="*/ 2459 w 6421"/>
                <a:gd name="T1" fmla="*/ 6461 h 6461"/>
                <a:gd name="T2" fmla="*/ 2150 w 6421"/>
                <a:gd name="T3" fmla="*/ 6330 h 6461"/>
                <a:gd name="T4" fmla="*/ 189 w 6421"/>
                <a:gd name="T5" fmla="*/ 4432 h 6461"/>
                <a:gd name="T6" fmla="*/ 135 w 6421"/>
                <a:gd name="T7" fmla="*/ 3889 h 6461"/>
                <a:gd name="T8" fmla="*/ 3004 w 6421"/>
                <a:gd name="T9" fmla="*/ 924 h 6461"/>
                <a:gd name="T10" fmla="*/ 3146 w 6421"/>
                <a:gd name="T11" fmla="*/ 921 h 6461"/>
                <a:gd name="T12" fmla="*/ 3148 w 6421"/>
                <a:gd name="T13" fmla="*/ 1063 h 6461"/>
                <a:gd name="T14" fmla="*/ 279 w 6421"/>
                <a:gd name="T15" fmla="*/ 4027 h 6461"/>
                <a:gd name="T16" fmla="*/ 328 w 6421"/>
                <a:gd name="T17" fmla="*/ 4288 h 6461"/>
                <a:gd name="T18" fmla="*/ 2289 w 6421"/>
                <a:gd name="T19" fmla="*/ 6186 h 6461"/>
                <a:gd name="T20" fmla="*/ 2551 w 6421"/>
                <a:gd name="T21" fmla="*/ 6226 h 6461"/>
                <a:gd name="T22" fmla="*/ 6179 w 6421"/>
                <a:gd name="T23" fmla="*/ 2479 h 6461"/>
                <a:gd name="T24" fmla="*/ 6209 w 6421"/>
                <a:gd name="T25" fmla="*/ 2367 h 6461"/>
                <a:gd name="T26" fmla="*/ 6129 w 6421"/>
                <a:gd name="T27" fmla="*/ 2218 h 6461"/>
                <a:gd name="T28" fmla="*/ 4169 w 6421"/>
                <a:gd name="T29" fmla="*/ 320 h 6461"/>
                <a:gd name="T30" fmla="*/ 3907 w 6421"/>
                <a:gd name="T31" fmla="*/ 279 h 6461"/>
                <a:gd name="T32" fmla="*/ 3637 w 6421"/>
                <a:gd name="T33" fmla="*/ 558 h 6461"/>
                <a:gd name="T34" fmla="*/ 3496 w 6421"/>
                <a:gd name="T35" fmla="*/ 560 h 6461"/>
                <a:gd name="T36" fmla="*/ 3493 w 6421"/>
                <a:gd name="T37" fmla="*/ 419 h 6461"/>
                <a:gd name="T38" fmla="*/ 3763 w 6421"/>
                <a:gd name="T39" fmla="*/ 140 h 6461"/>
                <a:gd name="T40" fmla="*/ 4308 w 6421"/>
                <a:gd name="T41" fmla="*/ 176 h 6461"/>
                <a:gd name="T42" fmla="*/ 6269 w 6421"/>
                <a:gd name="T43" fmla="*/ 2074 h 6461"/>
                <a:gd name="T44" fmla="*/ 6408 w 6421"/>
                <a:gd name="T45" fmla="*/ 2342 h 6461"/>
                <a:gd name="T46" fmla="*/ 6322 w 6421"/>
                <a:gd name="T47" fmla="*/ 2617 h 6461"/>
                <a:gd name="T48" fmla="*/ 2695 w 6421"/>
                <a:gd name="T49" fmla="*/ 6365 h 6461"/>
                <a:gd name="T50" fmla="*/ 2459 w 6421"/>
                <a:gd name="T51" fmla="*/ 6461 h 6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21" h="6461">
                  <a:moveTo>
                    <a:pt x="2459" y="6461"/>
                  </a:moveTo>
                  <a:cubicBezTo>
                    <a:pt x="2353" y="6461"/>
                    <a:pt x="2239" y="6416"/>
                    <a:pt x="2150" y="6330"/>
                  </a:cubicBezTo>
                  <a:lnTo>
                    <a:pt x="189" y="4432"/>
                  </a:lnTo>
                  <a:cubicBezTo>
                    <a:pt x="24" y="4272"/>
                    <a:pt x="0" y="4028"/>
                    <a:pt x="135" y="3889"/>
                  </a:cubicBezTo>
                  <a:cubicBezTo>
                    <a:pt x="135" y="3889"/>
                    <a:pt x="1921" y="2043"/>
                    <a:pt x="3004" y="924"/>
                  </a:cubicBezTo>
                  <a:cubicBezTo>
                    <a:pt x="3043" y="884"/>
                    <a:pt x="3106" y="883"/>
                    <a:pt x="3146" y="921"/>
                  </a:cubicBezTo>
                  <a:cubicBezTo>
                    <a:pt x="3185" y="960"/>
                    <a:pt x="3186" y="1023"/>
                    <a:pt x="3148" y="1063"/>
                  </a:cubicBezTo>
                  <a:cubicBezTo>
                    <a:pt x="2065" y="2182"/>
                    <a:pt x="279" y="4027"/>
                    <a:pt x="279" y="4027"/>
                  </a:cubicBezTo>
                  <a:cubicBezTo>
                    <a:pt x="221" y="4087"/>
                    <a:pt x="244" y="4207"/>
                    <a:pt x="328" y="4288"/>
                  </a:cubicBezTo>
                  <a:lnTo>
                    <a:pt x="2289" y="6186"/>
                  </a:lnTo>
                  <a:cubicBezTo>
                    <a:pt x="2373" y="6267"/>
                    <a:pt x="2493" y="6286"/>
                    <a:pt x="2551" y="6226"/>
                  </a:cubicBezTo>
                  <a:lnTo>
                    <a:pt x="6179" y="2479"/>
                  </a:lnTo>
                  <a:cubicBezTo>
                    <a:pt x="6213" y="2443"/>
                    <a:pt x="6213" y="2394"/>
                    <a:pt x="6209" y="2367"/>
                  </a:cubicBezTo>
                  <a:cubicBezTo>
                    <a:pt x="6202" y="2314"/>
                    <a:pt x="6173" y="2260"/>
                    <a:pt x="6129" y="2218"/>
                  </a:cubicBezTo>
                  <a:lnTo>
                    <a:pt x="4169" y="320"/>
                  </a:lnTo>
                  <a:cubicBezTo>
                    <a:pt x="4085" y="238"/>
                    <a:pt x="3964" y="219"/>
                    <a:pt x="3907" y="279"/>
                  </a:cubicBezTo>
                  <a:lnTo>
                    <a:pt x="3637" y="558"/>
                  </a:lnTo>
                  <a:cubicBezTo>
                    <a:pt x="3599" y="597"/>
                    <a:pt x="3535" y="598"/>
                    <a:pt x="3496" y="560"/>
                  </a:cubicBezTo>
                  <a:cubicBezTo>
                    <a:pt x="3456" y="522"/>
                    <a:pt x="3455" y="458"/>
                    <a:pt x="3493" y="419"/>
                  </a:cubicBezTo>
                  <a:lnTo>
                    <a:pt x="3763" y="140"/>
                  </a:lnTo>
                  <a:cubicBezTo>
                    <a:pt x="3898" y="0"/>
                    <a:pt x="4143" y="16"/>
                    <a:pt x="4308" y="176"/>
                  </a:cubicBezTo>
                  <a:lnTo>
                    <a:pt x="6269" y="2074"/>
                  </a:lnTo>
                  <a:cubicBezTo>
                    <a:pt x="6346" y="2148"/>
                    <a:pt x="6395" y="2243"/>
                    <a:pt x="6408" y="2342"/>
                  </a:cubicBezTo>
                  <a:cubicBezTo>
                    <a:pt x="6421" y="2447"/>
                    <a:pt x="6390" y="2547"/>
                    <a:pt x="6322" y="2617"/>
                  </a:cubicBezTo>
                  <a:lnTo>
                    <a:pt x="2695" y="6365"/>
                  </a:lnTo>
                  <a:cubicBezTo>
                    <a:pt x="2633" y="6429"/>
                    <a:pt x="2548" y="6461"/>
                    <a:pt x="2459" y="64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1364">
              <a:extLst>
                <a:ext uri="{FF2B5EF4-FFF2-40B4-BE49-F238E27FC236}">
                  <a16:creationId xmlns:a16="http://schemas.microsoft.com/office/drawing/2014/main" id="{CD85EDF8-2968-E43E-EB3D-57EB4A55A3B5}"/>
                </a:ext>
              </a:extLst>
            </p:cNvPr>
            <p:cNvSpPr>
              <a:spLocks noEditPoints="1"/>
            </p:cNvSpPr>
            <p:nvPr/>
          </p:nvSpPr>
          <p:spPr bwMode="auto">
            <a:xfrm>
              <a:off x="3605213" y="2516188"/>
              <a:ext cx="58738" cy="57150"/>
            </a:xfrm>
            <a:custGeom>
              <a:avLst/>
              <a:gdLst>
                <a:gd name="T0" fmla="*/ 211 w 1602"/>
                <a:gd name="T1" fmla="*/ 577 h 1570"/>
                <a:gd name="T2" fmla="*/ 1020 w 1602"/>
                <a:gd name="T3" fmla="*/ 1360 h 1570"/>
                <a:gd name="T4" fmla="*/ 1375 w 1602"/>
                <a:gd name="T5" fmla="*/ 993 h 1570"/>
                <a:gd name="T6" fmla="*/ 566 w 1602"/>
                <a:gd name="T7" fmla="*/ 210 h 1570"/>
                <a:gd name="T8" fmla="*/ 211 w 1602"/>
                <a:gd name="T9" fmla="*/ 577 h 1570"/>
                <a:gd name="T10" fmla="*/ 1018 w 1602"/>
                <a:gd name="T11" fmla="*/ 1570 h 1570"/>
                <a:gd name="T12" fmla="*/ 901 w 1602"/>
                <a:gd name="T13" fmla="*/ 1523 h 1570"/>
                <a:gd name="T14" fmla="*/ 52 w 1602"/>
                <a:gd name="T15" fmla="*/ 701 h 1570"/>
                <a:gd name="T16" fmla="*/ 1 w 1602"/>
                <a:gd name="T17" fmla="*/ 582 h 1570"/>
                <a:gd name="T18" fmla="*/ 53 w 1602"/>
                <a:gd name="T19" fmla="*/ 453 h 1570"/>
                <a:gd name="T20" fmla="*/ 437 w 1602"/>
                <a:gd name="T21" fmla="*/ 56 h 1570"/>
                <a:gd name="T22" fmla="*/ 568 w 1602"/>
                <a:gd name="T23" fmla="*/ 0 h 1570"/>
                <a:gd name="T24" fmla="*/ 685 w 1602"/>
                <a:gd name="T25" fmla="*/ 47 h 1570"/>
                <a:gd name="T26" fmla="*/ 1534 w 1602"/>
                <a:gd name="T27" fmla="*/ 869 h 1570"/>
                <a:gd name="T28" fmla="*/ 1533 w 1602"/>
                <a:gd name="T29" fmla="*/ 1117 h 1570"/>
                <a:gd name="T30" fmla="*/ 1149 w 1602"/>
                <a:gd name="T31" fmla="*/ 1514 h 1570"/>
                <a:gd name="T32" fmla="*/ 1018 w 1602"/>
                <a:gd name="T33" fmla="*/ 1570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02" h="1570">
                  <a:moveTo>
                    <a:pt x="211" y="577"/>
                  </a:moveTo>
                  <a:lnTo>
                    <a:pt x="1020" y="1360"/>
                  </a:lnTo>
                  <a:lnTo>
                    <a:pt x="1375" y="993"/>
                  </a:lnTo>
                  <a:lnTo>
                    <a:pt x="566" y="210"/>
                  </a:lnTo>
                  <a:lnTo>
                    <a:pt x="211" y="577"/>
                  </a:lnTo>
                  <a:close/>
                  <a:moveTo>
                    <a:pt x="1018" y="1570"/>
                  </a:moveTo>
                  <a:cubicBezTo>
                    <a:pt x="974" y="1570"/>
                    <a:pt x="933" y="1554"/>
                    <a:pt x="901" y="1523"/>
                  </a:cubicBezTo>
                  <a:lnTo>
                    <a:pt x="52" y="701"/>
                  </a:lnTo>
                  <a:cubicBezTo>
                    <a:pt x="20" y="670"/>
                    <a:pt x="1" y="628"/>
                    <a:pt x="1" y="582"/>
                  </a:cubicBezTo>
                  <a:cubicBezTo>
                    <a:pt x="0" y="535"/>
                    <a:pt x="19" y="488"/>
                    <a:pt x="53" y="453"/>
                  </a:cubicBezTo>
                  <a:lnTo>
                    <a:pt x="437" y="56"/>
                  </a:lnTo>
                  <a:cubicBezTo>
                    <a:pt x="471" y="20"/>
                    <a:pt x="519" y="0"/>
                    <a:pt x="568" y="0"/>
                  </a:cubicBezTo>
                  <a:cubicBezTo>
                    <a:pt x="612" y="0"/>
                    <a:pt x="653" y="17"/>
                    <a:pt x="685" y="47"/>
                  </a:cubicBezTo>
                  <a:lnTo>
                    <a:pt x="1534" y="869"/>
                  </a:lnTo>
                  <a:cubicBezTo>
                    <a:pt x="1602" y="935"/>
                    <a:pt x="1602" y="1046"/>
                    <a:pt x="1533" y="1117"/>
                  </a:cubicBezTo>
                  <a:lnTo>
                    <a:pt x="1149" y="1514"/>
                  </a:lnTo>
                  <a:cubicBezTo>
                    <a:pt x="1114" y="1550"/>
                    <a:pt x="1067" y="1570"/>
                    <a:pt x="1018" y="15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1365">
              <a:extLst>
                <a:ext uri="{FF2B5EF4-FFF2-40B4-BE49-F238E27FC236}">
                  <a16:creationId xmlns:a16="http://schemas.microsoft.com/office/drawing/2014/main" id="{8ED559C6-37A7-1A3C-18C8-0E868352F23F}"/>
                </a:ext>
              </a:extLst>
            </p:cNvPr>
            <p:cNvSpPr>
              <a:spLocks/>
            </p:cNvSpPr>
            <p:nvPr/>
          </p:nvSpPr>
          <p:spPr bwMode="auto">
            <a:xfrm>
              <a:off x="3462338" y="2627313"/>
              <a:ext cx="95250" cy="90488"/>
            </a:xfrm>
            <a:custGeom>
              <a:avLst/>
              <a:gdLst>
                <a:gd name="T0" fmla="*/ 57 w 60"/>
                <a:gd name="T1" fmla="*/ 57 h 57"/>
                <a:gd name="T2" fmla="*/ 0 w 60"/>
                <a:gd name="T3" fmla="*/ 3 h 57"/>
                <a:gd name="T4" fmla="*/ 3 w 60"/>
                <a:gd name="T5" fmla="*/ 0 h 57"/>
                <a:gd name="T6" fmla="*/ 60 w 60"/>
                <a:gd name="T7" fmla="*/ 54 h 57"/>
                <a:gd name="T8" fmla="*/ 57 w 60"/>
                <a:gd name="T9" fmla="*/ 57 h 57"/>
              </a:gdLst>
              <a:ahLst/>
              <a:cxnLst>
                <a:cxn ang="0">
                  <a:pos x="T0" y="T1"/>
                </a:cxn>
                <a:cxn ang="0">
                  <a:pos x="T2" y="T3"/>
                </a:cxn>
                <a:cxn ang="0">
                  <a:pos x="T4" y="T5"/>
                </a:cxn>
                <a:cxn ang="0">
                  <a:pos x="T6" y="T7"/>
                </a:cxn>
                <a:cxn ang="0">
                  <a:pos x="T8" y="T9"/>
                </a:cxn>
              </a:cxnLst>
              <a:rect l="0" t="0" r="r" b="b"/>
              <a:pathLst>
                <a:path w="60" h="57">
                  <a:moveTo>
                    <a:pt x="57" y="57"/>
                  </a:moveTo>
                  <a:lnTo>
                    <a:pt x="0" y="3"/>
                  </a:lnTo>
                  <a:lnTo>
                    <a:pt x="3" y="0"/>
                  </a:lnTo>
                  <a:lnTo>
                    <a:pt x="60" y="54"/>
                  </a:lnTo>
                  <a:lnTo>
                    <a:pt x="57"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1366">
              <a:extLst>
                <a:ext uri="{FF2B5EF4-FFF2-40B4-BE49-F238E27FC236}">
                  <a16:creationId xmlns:a16="http://schemas.microsoft.com/office/drawing/2014/main" id="{2E4E4AC1-2C2F-451E-0481-493037713A6A}"/>
                </a:ext>
              </a:extLst>
            </p:cNvPr>
            <p:cNvSpPr>
              <a:spLocks/>
            </p:cNvSpPr>
            <p:nvPr/>
          </p:nvSpPr>
          <p:spPr bwMode="auto">
            <a:xfrm>
              <a:off x="3495675" y="2592388"/>
              <a:ext cx="93663" cy="92075"/>
            </a:xfrm>
            <a:custGeom>
              <a:avLst/>
              <a:gdLst>
                <a:gd name="T0" fmla="*/ 56 w 59"/>
                <a:gd name="T1" fmla="*/ 58 h 58"/>
                <a:gd name="T2" fmla="*/ 0 w 59"/>
                <a:gd name="T3" fmla="*/ 4 h 58"/>
                <a:gd name="T4" fmla="*/ 3 w 59"/>
                <a:gd name="T5" fmla="*/ 0 h 58"/>
                <a:gd name="T6" fmla="*/ 59 w 59"/>
                <a:gd name="T7" fmla="*/ 55 h 58"/>
                <a:gd name="T8" fmla="*/ 56 w 59"/>
                <a:gd name="T9" fmla="*/ 58 h 58"/>
              </a:gdLst>
              <a:ahLst/>
              <a:cxnLst>
                <a:cxn ang="0">
                  <a:pos x="T0" y="T1"/>
                </a:cxn>
                <a:cxn ang="0">
                  <a:pos x="T2" y="T3"/>
                </a:cxn>
                <a:cxn ang="0">
                  <a:pos x="T4" y="T5"/>
                </a:cxn>
                <a:cxn ang="0">
                  <a:pos x="T6" y="T7"/>
                </a:cxn>
                <a:cxn ang="0">
                  <a:pos x="T8" y="T9"/>
                </a:cxn>
              </a:cxnLst>
              <a:rect l="0" t="0" r="r" b="b"/>
              <a:pathLst>
                <a:path w="59" h="58">
                  <a:moveTo>
                    <a:pt x="56" y="58"/>
                  </a:moveTo>
                  <a:lnTo>
                    <a:pt x="0" y="4"/>
                  </a:lnTo>
                  <a:lnTo>
                    <a:pt x="3" y="0"/>
                  </a:lnTo>
                  <a:lnTo>
                    <a:pt x="59"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1367">
              <a:extLst>
                <a:ext uri="{FF2B5EF4-FFF2-40B4-BE49-F238E27FC236}">
                  <a16:creationId xmlns:a16="http://schemas.microsoft.com/office/drawing/2014/main" id="{90B3F761-D420-8525-0538-2C8485FEC394}"/>
                </a:ext>
              </a:extLst>
            </p:cNvPr>
            <p:cNvSpPr>
              <a:spLocks/>
            </p:cNvSpPr>
            <p:nvPr/>
          </p:nvSpPr>
          <p:spPr bwMode="auto">
            <a:xfrm>
              <a:off x="3527425" y="2559050"/>
              <a:ext cx="95250" cy="92075"/>
            </a:xfrm>
            <a:custGeom>
              <a:avLst/>
              <a:gdLst>
                <a:gd name="T0" fmla="*/ 56 w 60"/>
                <a:gd name="T1" fmla="*/ 58 h 58"/>
                <a:gd name="T2" fmla="*/ 0 w 60"/>
                <a:gd name="T3" fmla="*/ 4 h 58"/>
                <a:gd name="T4" fmla="*/ 3 w 60"/>
                <a:gd name="T5" fmla="*/ 0 h 58"/>
                <a:gd name="T6" fmla="*/ 60 w 60"/>
                <a:gd name="T7" fmla="*/ 55 h 58"/>
                <a:gd name="T8" fmla="*/ 56 w 60"/>
                <a:gd name="T9" fmla="*/ 58 h 58"/>
              </a:gdLst>
              <a:ahLst/>
              <a:cxnLst>
                <a:cxn ang="0">
                  <a:pos x="T0" y="T1"/>
                </a:cxn>
                <a:cxn ang="0">
                  <a:pos x="T2" y="T3"/>
                </a:cxn>
                <a:cxn ang="0">
                  <a:pos x="T4" y="T5"/>
                </a:cxn>
                <a:cxn ang="0">
                  <a:pos x="T6" y="T7"/>
                </a:cxn>
                <a:cxn ang="0">
                  <a:pos x="T8" y="T9"/>
                </a:cxn>
              </a:cxnLst>
              <a:rect l="0" t="0" r="r" b="b"/>
              <a:pathLst>
                <a:path w="60" h="58">
                  <a:moveTo>
                    <a:pt x="56" y="58"/>
                  </a:moveTo>
                  <a:lnTo>
                    <a:pt x="0" y="4"/>
                  </a:lnTo>
                  <a:lnTo>
                    <a:pt x="3" y="0"/>
                  </a:lnTo>
                  <a:lnTo>
                    <a:pt x="60"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1368">
              <a:extLst>
                <a:ext uri="{FF2B5EF4-FFF2-40B4-BE49-F238E27FC236}">
                  <a16:creationId xmlns:a16="http://schemas.microsoft.com/office/drawing/2014/main" id="{74BE5C60-186B-1B6F-58A0-DA64EA6E7D3F}"/>
                </a:ext>
              </a:extLst>
            </p:cNvPr>
            <p:cNvSpPr>
              <a:spLocks/>
            </p:cNvSpPr>
            <p:nvPr/>
          </p:nvSpPr>
          <p:spPr bwMode="auto">
            <a:xfrm>
              <a:off x="3552825" y="2532063"/>
              <a:ext cx="7938" cy="7938"/>
            </a:xfrm>
            <a:custGeom>
              <a:avLst/>
              <a:gdLst>
                <a:gd name="T0" fmla="*/ 117 w 231"/>
                <a:gd name="T1" fmla="*/ 222 h 222"/>
                <a:gd name="T2" fmla="*/ 27 w 231"/>
                <a:gd name="T3" fmla="*/ 165 h 222"/>
                <a:gd name="T4" fmla="*/ 23 w 231"/>
                <a:gd name="T5" fmla="*/ 157 h 222"/>
                <a:gd name="T6" fmla="*/ 71 w 231"/>
                <a:gd name="T7" fmla="*/ 23 h 222"/>
                <a:gd name="T8" fmla="*/ 204 w 231"/>
                <a:gd name="T9" fmla="*/ 71 h 222"/>
                <a:gd name="T10" fmla="*/ 208 w 231"/>
                <a:gd name="T11" fmla="*/ 79 h 222"/>
                <a:gd name="T12" fmla="*/ 160 w 231"/>
                <a:gd name="T13" fmla="*/ 212 h 222"/>
                <a:gd name="T14" fmla="*/ 117 w 231"/>
                <a:gd name="T15" fmla="*/ 222 h 2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222">
                  <a:moveTo>
                    <a:pt x="117" y="222"/>
                  </a:moveTo>
                  <a:cubicBezTo>
                    <a:pt x="80" y="222"/>
                    <a:pt x="44" y="200"/>
                    <a:pt x="27" y="165"/>
                  </a:cubicBezTo>
                  <a:lnTo>
                    <a:pt x="23" y="157"/>
                  </a:lnTo>
                  <a:cubicBezTo>
                    <a:pt x="0" y="106"/>
                    <a:pt x="21" y="47"/>
                    <a:pt x="71" y="23"/>
                  </a:cubicBezTo>
                  <a:cubicBezTo>
                    <a:pt x="121" y="0"/>
                    <a:pt x="180" y="21"/>
                    <a:pt x="204" y="71"/>
                  </a:cubicBezTo>
                  <a:lnTo>
                    <a:pt x="208" y="79"/>
                  </a:lnTo>
                  <a:cubicBezTo>
                    <a:pt x="231" y="129"/>
                    <a:pt x="210" y="189"/>
                    <a:pt x="160" y="212"/>
                  </a:cubicBezTo>
                  <a:cubicBezTo>
                    <a:pt x="146" y="219"/>
                    <a:pt x="132" y="222"/>
                    <a:pt x="11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8" name="Biking" descr="{&quot;Key&quot;:&quot;POWER_USER_SHAPE_ICON&quot;,&quot;Value&quot;:&quot;POWER_USER_SHAPE_ICON_STYLE_1&quot;}">
            <a:extLst>
              <a:ext uri="{FF2B5EF4-FFF2-40B4-BE49-F238E27FC236}">
                <a16:creationId xmlns:a16="http://schemas.microsoft.com/office/drawing/2014/main" id="{357392B5-2806-A8D2-4DAE-80E8FA035421}"/>
              </a:ext>
            </a:extLst>
          </p:cNvPr>
          <p:cNvGrpSpPr>
            <a:grpSpLocks noChangeAspect="1"/>
          </p:cNvGrpSpPr>
          <p:nvPr/>
        </p:nvGrpSpPr>
        <p:grpSpPr>
          <a:xfrm>
            <a:off x="5439870" y="3231716"/>
            <a:ext cx="563695" cy="372126"/>
            <a:chOff x="4156076" y="1776413"/>
            <a:chExt cx="406401" cy="268288"/>
          </a:xfrm>
          <a:solidFill>
            <a:schemeClr val="accent2"/>
          </a:solidFill>
        </p:grpSpPr>
        <p:sp>
          <p:nvSpPr>
            <p:cNvPr id="239" name="Freeform 1613">
              <a:extLst>
                <a:ext uri="{FF2B5EF4-FFF2-40B4-BE49-F238E27FC236}">
                  <a16:creationId xmlns:a16="http://schemas.microsoft.com/office/drawing/2014/main" id="{385F8163-34BA-939E-7BE2-834F3E28267A}"/>
                </a:ext>
              </a:extLst>
            </p:cNvPr>
            <p:cNvSpPr>
              <a:spLocks noEditPoints="1"/>
            </p:cNvSpPr>
            <p:nvPr/>
          </p:nvSpPr>
          <p:spPr bwMode="auto">
            <a:xfrm>
              <a:off x="4156076"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0" name="Freeform 1614">
              <a:extLst>
                <a:ext uri="{FF2B5EF4-FFF2-40B4-BE49-F238E27FC236}">
                  <a16:creationId xmlns:a16="http://schemas.microsoft.com/office/drawing/2014/main" id="{715F432F-DF1A-C954-4816-7B81C135B24A}"/>
                </a:ext>
              </a:extLst>
            </p:cNvPr>
            <p:cNvSpPr>
              <a:spLocks noEditPoints="1"/>
            </p:cNvSpPr>
            <p:nvPr/>
          </p:nvSpPr>
          <p:spPr bwMode="auto">
            <a:xfrm>
              <a:off x="4414839"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1" name="Freeform 1615">
              <a:extLst>
                <a:ext uri="{FF2B5EF4-FFF2-40B4-BE49-F238E27FC236}">
                  <a16:creationId xmlns:a16="http://schemas.microsoft.com/office/drawing/2014/main" id="{DB2877E7-545B-524F-84E0-078D9B67EC26}"/>
                </a:ext>
              </a:extLst>
            </p:cNvPr>
            <p:cNvSpPr>
              <a:spLocks noEditPoints="1"/>
            </p:cNvSpPr>
            <p:nvPr/>
          </p:nvSpPr>
          <p:spPr bwMode="auto">
            <a:xfrm>
              <a:off x="4303714" y="1931988"/>
              <a:ext cx="61913" cy="61913"/>
            </a:xfrm>
            <a:custGeom>
              <a:avLst/>
              <a:gdLst>
                <a:gd name="T0" fmla="*/ 345 w 689"/>
                <a:gd name="T1" fmla="*/ 134 h 689"/>
                <a:gd name="T2" fmla="*/ 134 w 689"/>
                <a:gd name="T3" fmla="*/ 345 h 689"/>
                <a:gd name="T4" fmla="*/ 345 w 689"/>
                <a:gd name="T5" fmla="*/ 556 h 689"/>
                <a:gd name="T6" fmla="*/ 556 w 689"/>
                <a:gd name="T7" fmla="*/ 345 h 689"/>
                <a:gd name="T8" fmla="*/ 345 w 689"/>
                <a:gd name="T9" fmla="*/ 134 h 689"/>
                <a:gd name="T10" fmla="*/ 345 w 689"/>
                <a:gd name="T11" fmla="*/ 689 h 689"/>
                <a:gd name="T12" fmla="*/ 0 w 689"/>
                <a:gd name="T13" fmla="*/ 345 h 689"/>
                <a:gd name="T14" fmla="*/ 345 w 689"/>
                <a:gd name="T15" fmla="*/ 0 h 689"/>
                <a:gd name="T16" fmla="*/ 689 w 689"/>
                <a:gd name="T17" fmla="*/ 345 h 689"/>
                <a:gd name="T18" fmla="*/ 345 w 689"/>
                <a:gd name="T19" fmla="*/ 689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9" h="689">
                  <a:moveTo>
                    <a:pt x="345" y="134"/>
                  </a:moveTo>
                  <a:cubicBezTo>
                    <a:pt x="228" y="134"/>
                    <a:pt x="134" y="228"/>
                    <a:pt x="134" y="345"/>
                  </a:cubicBezTo>
                  <a:cubicBezTo>
                    <a:pt x="134" y="461"/>
                    <a:pt x="228" y="556"/>
                    <a:pt x="345" y="556"/>
                  </a:cubicBezTo>
                  <a:cubicBezTo>
                    <a:pt x="461" y="556"/>
                    <a:pt x="556" y="461"/>
                    <a:pt x="556" y="345"/>
                  </a:cubicBezTo>
                  <a:cubicBezTo>
                    <a:pt x="556" y="228"/>
                    <a:pt x="461" y="134"/>
                    <a:pt x="345" y="134"/>
                  </a:cubicBezTo>
                  <a:close/>
                  <a:moveTo>
                    <a:pt x="345" y="689"/>
                  </a:moveTo>
                  <a:cubicBezTo>
                    <a:pt x="155" y="689"/>
                    <a:pt x="0" y="535"/>
                    <a:pt x="0" y="345"/>
                  </a:cubicBezTo>
                  <a:cubicBezTo>
                    <a:pt x="0" y="155"/>
                    <a:pt x="155" y="0"/>
                    <a:pt x="345" y="0"/>
                  </a:cubicBezTo>
                  <a:cubicBezTo>
                    <a:pt x="535" y="0"/>
                    <a:pt x="689" y="155"/>
                    <a:pt x="689" y="345"/>
                  </a:cubicBezTo>
                  <a:cubicBezTo>
                    <a:pt x="689" y="535"/>
                    <a:pt x="535" y="689"/>
                    <a:pt x="345" y="6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2" name="Freeform 1616">
              <a:extLst>
                <a:ext uri="{FF2B5EF4-FFF2-40B4-BE49-F238E27FC236}">
                  <a16:creationId xmlns:a16="http://schemas.microsoft.com/office/drawing/2014/main" id="{D4DE31DB-4F01-13EF-B793-11B25E2F3A57}"/>
                </a:ext>
              </a:extLst>
            </p:cNvPr>
            <p:cNvSpPr>
              <a:spLocks/>
            </p:cNvSpPr>
            <p:nvPr/>
          </p:nvSpPr>
          <p:spPr bwMode="auto">
            <a:xfrm>
              <a:off x="4276726" y="1806576"/>
              <a:ext cx="55563" cy="131763"/>
            </a:xfrm>
            <a:custGeom>
              <a:avLst/>
              <a:gdLst>
                <a:gd name="T0" fmla="*/ 559 w 634"/>
                <a:gd name="T1" fmla="*/ 1469 h 1469"/>
                <a:gd name="T2" fmla="*/ 496 w 634"/>
                <a:gd name="T3" fmla="*/ 1425 h 1469"/>
                <a:gd name="T4" fmla="*/ 13 w 634"/>
                <a:gd name="T5" fmla="*/ 97 h 1469"/>
                <a:gd name="T6" fmla="*/ 52 w 634"/>
                <a:gd name="T7" fmla="*/ 12 h 1469"/>
                <a:gd name="T8" fmla="*/ 138 w 634"/>
                <a:gd name="T9" fmla="*/ 52 h 1469"/>
                <a:gd name="T10" fmla="*/ 622 w 634"/>
                <a:gd name="T11" fmla="*/ 1380 h 1469"/>
                <a:gd name="T12" fmla="*/ 582 w 634"/>
                <a:gd name="T13" fmla="*/ 1465 h 1469"/>
                <a:gd name="T14" fmla="*/ 559 w 634"/>
                <a:gd name="T15" fmla="*/ 1469 h 14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4" h="1469">
                  <a:moveTo>
                    <a:pt x="559" y="1469"/>
                  </a:moveTo>
                  <a:cubicBezTo>
                    <a:pt x="532" y="1469"/>
                    <a:pt x="506" y="1452"/>
                    <a:pt x="496" y="1425"/>
                  </a:cubicBezTo>
                  <a:lnTo>
                    <a:pt x="13" y="97"/>
                  </a:lnTo>
                  <a:cubicBezTo>
                    <a:pt x="0" y="63"/>
                    <a:pt x="18" y="25"/>
                    <a:pt x="52" y="12"/>
                  </a:cubicBezTo>
                  <a:cubicBezTo>
                    <a:pt x="87" y="0"/>
                    <a:pt x="125" y="18"/>
                    <a:pt x="138" y="52"/>
                  </a:cubicBezTo>
                  <a:lnTo>
                    <a:pt x="622" y="1380"/>
                  </a:lnTo>
                  <a:cubicBezTo>
                    <a:pt x="634" y="1414"/>
                    <a:pt x="616" y="1452"/>
                    <a:pt x="582" y="1465"/>
                  </a:cubicBezTo>
                  <a:cubicBezTo>
                    <a:pt x="574" y="1468"/>
                    <a:pt x="567" y="1469"/>
                    <a:pt x="559" y="14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3" name="Freeform 1617">
              <a:extLst>
                <a:ext uri="{FF2B5EF4-FFF2-40B4-BE49-F238E27FC236}">
                  <a16:creationId xmlns:a16="http://schemas.microsoft.com/office/drawing/2014/main" id="{52F8E95A-8886-CBC4-A1BF-9B402F090564}"/>
                </a:ext>
              </a:extLst>
            </p:cNvPr>
            <p:cNvSpPr>
              <a:spLocks/>
            </p:cNvSpPr>
            <p:nvPr/>
          </p:nvSpPr>
          <p:spPr bwMode="auto">
            <a:xfrm>
              <a:off x="4227514" y="1843088"/>
              <a:ext cx="265113" cy="119063"/>
            </a:xfrm>
            <a:custGeom>
              <a:avLst/>
              <a:gdLst>
                <a:gd name="T0" fmla="*/ 76 w 2950"/>
                <a:gd name="T1" fmla="*/ 1318 h 1318"/>
                <a:gd name="T2" fmla="*/ 35 w 2950"/>
                <a:gd name="T3" fmla="*/ 1304 h 1318"/>
                <a:gd name="T4" fmla="*/ 23 w 2950"/>
                <a:gd name="T5" fmla="*/ 1211 h 1318"/>
                <a:gd name="T6" fmla="*/ 783 w 2950"/>
                <a:gd name="T7" fmla="*/ 224 h 1318"/>
                <a:gd name="T8" fmla="*/ 828 w 2950"/>
                <a:gd name="T9" fmla="*/ 198 h 1318"/>
                <a:gd name="T10" fmla="*/ 2407 w 2950"/>
                <a:gd name="T11" fmla="*/ 4 h 1318"/>
                <a:gd name="T12" fmla="*/ 2477 w 2950"/>
                <a:gd name="T13" fmla="*/ 46 h 1318"/>
                <a:gd name="T14" fmla="*/ 2937 w 2950"/>
                <a:gd name="T15" fmla="*/ 1211 h 1318"/>
                <a:gd name="T16" fmla="*/ 2899 w 2950"/>
                <a:gd name="T17" fmla="*/ 1298 h 1318"/>
                <a:gd name="T18" fmla="*/ 2813 w 2950"/>
                <a:gd name="T19" fmla="*/ 1260 h 1318"/>
                <a:gd name="T20" fmla="*/ 2372 w 2950"/>
                <a:gd name="T21" fmla="*/ 143 h 1318"/>
                <a:gd name="T22" fmla="*/ 872 w 2950"/>
                <a:gd name="T23" fmla="*/ 327 h 1318"/>
                <a:gd name="T24" fmla="*/ 129 w 2950"/>
                <a:gd name="T25" fmla="*/ 1292 h 1318"/>
                <a:gd name="T26" fmla="*/ 76 w 2950"/>
                <a:gd name="T27" fmla="*/ 1318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50" h="1318">
                  <a:moveTo>
                    <a:pt x="76" y="1318"/>
                  </a:moveTo>
                  <a:cubicBezTo>
                    <a:pt x="61" y="1318"/>
                    <a:pt x="47" y="1314"/>
                    <a:pt x="35" y="1304"/>
                  </a:cubicBezTo>
                  <a:cubicBezTo>
                    <a:pt x="6" y="1282"/>
                    <a:pt x="0" y="1240"/>
                    <a:pt x="23" y="1211"/>
                  </a:cubicBezTo>
                  <a:lnTo>
                    <a:pt x="783" y="224"/>
                  </a:lnTo>
                  <a:cubicBezTo>
                    <a:pt x="794" y="209"/>
                    <a:pt x="810" y="200"/>
                    <a:pt x="828" y="198"/>
                  </a:cubicBezTo>
                  <a:lnTo>
                    <a:pt x="2407" y="4"/>
                  </a:lnTo>
                  <a:cubicBezTo>
                    <a:pt x="2437" y="0"/>
                    <a:pt x="2466" y="17"/>
                    <a:pt x="2477" y="46"/>
                  </a:cubicBezTo>
                  <a:lnTo>
                    <a:pt x="2937" y="1211"/>
                  </a:lnTo>
                  <a:cubicBezTo>
                    <a:pt x="2950" y="1245"/>
                    <a:pt x="2933" y="1284"/>
                    <a:pt x="2899" y="1298"/>
                  </a:cubicBezTo>
                  <a:cubicBezTo>
                    <a:pt x="2865" y="1311"/>
                    <a:pt x="2826" y="1295"/>
                    <a:pt x="2813" y="1260"/>
                  </a:cubicBezTo>
                  <a:lnTo>
                    <a:pt x="2372" y="143"/>
                  </a:lnTo>
                  <a:lnTo>
                    <a:pt x="872" y="327"/>
                  </a:lnTo>
                  <a:lnTo>
                    <a:pt x="129" y="1292"/>
                  </a:lnTo>
                  <a:cubicBezTo>
                    <a:pt x="115" y="1309"/>
                    <a:pt x="96" y="1318"/>
                    <a:pt x="76" y="1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4" name="Freeform 1618">
              <a:extLst>
                <a:ext uri="{FF2B5EF4-FFF2-40B4-BE49-F238E27FC236}">
                  <a16:creationId xmlns:a16="http://schemas.microsoft.com/office/drawing/2014/main" id="{26F022A9-FC59-CBB5-46B0-6BFC95906CB6}"/>
                </a:ext>
              </a:extLst>
            </p:cNvPr>
            <p:cNvSpPr>
              <a:spLocks/>
            </p:cNvSpPr>
            <p:nvPr/>
          </p:nvSpPr>
          <p:spPr bwMode="auto">
            <a:xfrm>
              <a:off x="4352926" y="1844676"/>
              <a:ext cx="98425" cy="107950"/>
            </a:xfrm>
            <a:custGeom>
              <a:avLst/>
              <a:gdLst>
                <a:gd name="T0" fmla="*/ 74 w 1105"/>
                <a:gd name="T1" fmla="*/ 1188 h 1188"/>
                <a:gd name="T2" fmla="*/ 29 w 1105"/>
                <a:gd name="T3" fmla="*/ 1170 h 1188"/>
                <a:gd name="T4" fmla="*/ 25 w 1105"/>
                <a:gd name="T5" fmla="*/ 1076 h 1188"/>
                <a:gd name="T6" fmla="*/ 982 w 1105"/>
                <a:gd name="T7" fmla="*/ 29 h 1188"/>
                <a:gd name="T8" fmla="*/ 1076 w 1105"/>
                <a:gd name="T9" fmla="*/ 25 h 1188"/>
                <a:gd name="T10" fmla="*/ 1080 w 1105"/>
                <a:gd name="T11" fmla="*/ 119 h 1188"/>
                <a:gd name="T12" fmla="*/ 123 w 1105"/>
                <a:gd name="T13" fmla="*/ 1166 h 1188"/>
                <a:gd name="T14" fmla="*/ 74 w 1105"/>
                <a:gd name="T15" fmla="*/ 1188 h 1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5" h="1188">
                  <a:moveTo>
                    <a:pt x="74" y="1188"/>
                  </a:moveTo>
                  <a:cubicBezTo>
                    <a:pt x="58" y="1188"/>
                    <a:pt x="42" y="1182"/>
                    <a:pt x="29" y="1170"/>
                  </a:cubicBezTo>
                  <a:cubicBezTo>
                    <a:pt x="2" y="1145"/>
                    <a:pt x="0" y="1103"/>
                    <a:pt x="25" y="1076"/>
                  </a:cubicBezTo>
                  <a:lnTo>
                    <a:pt x="982" y="29"/>
                  </a:lnTo>
                  <a:cubicBezTo>
                    <a:pt x="1007" y="2"/>
                    <a:pt x="1049" y="0"/>
                    <a:pt x="1076" y="25"/>
                  </a:cubicBezTo>
                  <a:cubicBezTo>
                    <a:pt x="1103" y="50"/>
                    <a:pt x="1105" y="92"/>
                    <a:pt x="1080" y="119"/>
                  </a:cubicBezTo>
                  <a:lnTo>
                    <a:pt x="123" y="1166"/>
                  </a:lnTo>
                  <a:cubicBezTo>
                    <a:pt x="110" y="1180"/>
                    <a:pt x="92" y="1188"/>
                    <a:pt x="74" y="11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5" name="Freeform 1619">
              <a:extLst>
                <a:ext uri="{FF2B5EF4-FFF2-40B4-BE49-F238E27FC236}">
                  <a16:creationId xmlns:a16="http://schemas.microsoft.com/office/drawing/2014/main" id="{F3E5E1C3-DF5A-2331-FAE4-BED7ED29C09F}"/>
                </a:ext>
              </a:extLst>
            </p:cNvPr>
            <p:cNvSpPr>
              <a:spLocks/>
            </p:cNvSpPr>
            <p:nvPr/>
          </p:nvSpPr>
          <p:spPr bwMode="auto">
            <a:xfrm>
              <a:off x="4327526" y="1958976"/>
              <a:ext cx="39688" cy="66675"/>
            </a:xfrm>
            <a:custGeom>
              <a:avLst/>
              <a:gdLst>
                <a:gd name="T0" fmla="*/ 354 w 430"/>
                <a:gd name="T1" fmla="*/ 744 h 744"/>
                <a:gd name="T2" fmla="*/ 293 w 430"/>
                <a:gd name="T3" fmla="*/ 706 h 744"/>
                <a:gd name="T4" fmla="*/ 15 w 430"/>
                <a:gd name="T5" fmla="*/ 103 h 744"/>
                <a:gd name="T6" fmla="*/ 48 w 430"/>
                <a:gd name="T7" fmla="*/ 15 h 744"/>
                <a:gd name="T8" fmla="*/ 136 w 430"/>
                <a:gd name="T9" fmla="*/ 48 h 744"/>
                <a:gd name="T10" fmla="*/ 414 w 430"/>
                <a:gd name="T11" fmla="*/ 650 h 744"/>
                <a:gd name="T12" fmla="*/ 382 w 430"/>
                <a:gd name="T13" fmla="*/ 738 h 744"/>
                <a:gd name="T14" fmla="*/ 354 w 430"/>
                <a:gd name="T15" fmla="*/ 744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0" h="744">
                  <a:moveTo>
                    <a:pt x="354" y="744"/>
                  </a:moveTo>
                  <a:cubicBezTo>
                    <a:pt x="328" y="744"/>
                    <a:pt x="304" y="730"/>
                    <a:pt x="293" y="706"/>
                  </a:cubicBezTo>
                  <a:lnTo>
                    <a:pt x="15" y="103"/>
                  </a:lnTo>
                  <a:cubicBezTo>
                    <a:pt x="0" y="70"/>
                    <a:pt x="14" y="31"/>
                    <a:pt x="48" y="15"/>
                  </a:cubicBezTo>
                  <a:cubicBezTo>
                    <a:pt x="81" y="0"/>
                    <a:pt x="121" y="14"/>
                    <a:pt x="136" y="48"/>
                  </a:cubicBezTo>
                  <a:lnTo>
                    <a:pt x="414" y="650"/>
                  </a:lnTo>
                  <a:cubicBezTo>
                    <a:pt x="430" y="683"/>
                    <a:pt x="415" y="723"/>
                    <a:pt x="382" y="738"/>
                  </a:cubicBezTo>
                  <a:cubicBezTo>
                    <a:pt x="373" y="742"/>
                    <a:pt x="363" y="744"/>
                    <a:pt x="354" y="7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6" name="Freeform 1620">
              <a:extLst>
                <a:ext uri="{FF2B5EF4-FFF2-40B4-BE49-F238E27FC236}">
                  <a16:creationId xmlns:a16="http://schemas.microsoft.com/office/drawing/2014/main" id="{6C239859-29B6-F506-0C3D-9689DC96CDEE}"/>
                </a:ext>
              </a:extLst>
            </p:cNvPr>
            <p:cNvSpPr>
              <a:spLocks/>
            </p:cNvSpPr>
            <p:nvPr/>
          </p:nvSpPr>
          <p:spPr bwMode="auto">
            <a:xfrm>
              <a:off x="4217989" y="1963738"/>
              <a:ext cx="12700" cy="11113"/>
            </a:xfrm>
            <a:custGeom>
              <a:avLst/>
              <a:gdLst>
                <a:gd name="T0" fmla="*/ 69 w 136"/>
                <a:gd name="T1" fmla="*/ 137 h 137"/>
                <a:gd name="T2" fmla="*/ 14 w 136"/>
                <a:gd name="T3" fmla="*/ 109 h 137"/>
                <a:gd name="T4" fmla="*/ 0 w 136"/>
                <a:gd name="T5" fmla="*/ 67 h 137"/>
                <a:gd name="T6" fmla="*/ 66 w 136"/>
                <a:gd name="T7" fmla="*/ 0 h 137"/>
                <a:gd name="T8" fmla="*/ 115 w 136"/>
                <a:gd name="T9" fmla="*/ 21 h 137"/>
                <a:gd name="T10" fmla="*/ 136 w 136"/>
                <a:gd name="T11" fmla="*/ 65 h 137"/>
                <a:gd name="T12" fmla="*/ 136 w 136"/>
                <a:gd name="T13" fmla="*/ 65 h 137"/>
                <a:gd name="T14" fmla="*/ 136 w 136"/>
                <a:gd name="T15" fmla="*/ 65 h 137"/>
                <a:gd name="T16" fmla="*/ 136 w 136"/>
                <a:gd name="T17" fmla="*/ 69 h 137"/>
                <a:gd name="T18" fmla="*/ 136 w 136"/>
                <a:gd name="T19" fmla="*/ 69 h 137"/>
                <a:gd name="T20" fmla="*/ 136 w 136"/>
                <a:gd name="T21" fmla="*/ 70 h 137"/>
                <a:gd name="T22" fmla="*/ 136 w 136"/>
                <a:gd name="T23" fmla="*/ 70 h 137"/>
                <a:gd name="T24" fmla="*/ 136 w 136"/>
                <a:gd name="T25" fmla="*/ 70 h 137"/>
                <a:gd name="T26" fmla="*/ 136 w 136"/>
                <a:gd name="T27" fmla="*/ 70 h 137"/>
                <a:gd name="T28" fmla="*/ 136 w 136"/>
                <a:gd name="T29" fmla="*/ 70 h 137"/>
                <a:gd name="T30" fmla="*/ 136 w 136"/>
                <a:gd name="T31" fmla="*/ 70 h 137"/>
                <a:gd name="T32" fmla="*/ 136 w 136"/>
                <a:gd name="T33" fmla="*/ 70 h 137"/>
                <a:gd name="T34" fmla="*/ 109 w 136"/>
                <a:gd name="T35" fmla="*/ 123 h 137"/>
                <a:gd name="T36" fmla="*/ 69 w 136"/>
                <a:gd name="T3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6" h="137">
                  <a:moveTo>
                    <a:pt x="69" y="137"/>
                  </a:moveTo>
                  <a:cubicBezTo>
                    <a:pt x="46" y="137"/>
                    <a:pt x="26" y="126"/>
                    <a:pt x="14" y="109"/>
                  </a:cubicBezTo>
                  <a:cubicBezTo>
                    <a:pt x="5" y="97"/>
                    <a:pt x="0" y="83"/>
                    <a:pt x="0" y="67"/>
                  </a:cubicBezTo>
                  <a:cubicBezTo>
                    <a:pt x="0" y="30"/>
                    <a:pt x="30" y="0"/>
                    <a:pt x="66" y="0"/>
                  </a:cubicBezTo>
                  <a:cubicBezTo>
                    <a:pt x="85" y="0"/>
                    <a:pt x="102" y="8"/>
                    <a:pt x="115" y="21"/>
                  </a:cubicBezTo>
                  <a:cubicBezTo>
                    <a:pt x="127" y="33"/>
                    <a:pt x="135" y="49"/>
                    <a:pt x="136" y="65"/>
                  </a:cubicBezTo>
                  <a:lnTo>
                    <a:pt x="136" y="65"/>
                  </a:lnTo>
                  <a:lnTo>
                    <a:pt x="136" y="65"/>
                  </a:lnTo>
                  <a:lnTo>
                    <a:pt x="136" y="69"/>
                  </a:lnTo>
                  <a:lnTo>
                    <a:pt x="136" y="69"/>
                  </a:lnTo>
                  <a:lnTo>
                    <a:pt x="136" y="70"/>
                  </a:lnTo>
                  <a:lnTo>
                    <a:pt x="136" y="70"/>
                  </a:lnTo>
                  <a:lnTo>
                    <a:pt x="136" y="70"/>
                  </a:lnTo>
                  <a:lnTo>
                    <a:pt x="136" y="70"/>
                  </a:lnTo>
                  <a:lnTo>
                    <a:pt x="136" y="70"/>
                  </a:lnTo>
                  <a:lnTo>
                    <a:pt x="136" y="70"/>
                  </a:lnTo>
                  <a:lnTo>
                    <a:pt x="136" y="70"/>
                  </a:lnTo>
                  <a:cubicBezTo>
                    <a:pt x="136" y="91"/>
                    <a:pt x="125" y="111"/>
                    <a:pt x="109"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7" name="Freeform 1621">
              <a:extLst>
                <a:ext uri="{FF2B5EF4-FFF2-40B4-BE49-F238E27FC236}">
                  <a16:creationId xmlns:a16="http://schemas.microsoft.com/office/drawing/2014/main" id="{6570D6F4-50F6-2FC7-939C-29C2E16540CE}"/>
                </a:ext>
              </a:extLst>
            </p:cNvPr>
            <p:cNvSpPr>
              <a:spLocks/>
            </p:cNvSpPr>
            <p:nvPr/>
          </p:nvSpPr>
          <p:spPr bwMode="auto">
            <a:xfrm>
              <a:off x="4230689" y="1963738"/>
              <a:ext cx="85725" cy="12700"/>
            </a:xfrm>
            <a:custGeom>
              <a:avLst/>
              <a:gdLst>
                <a:gd name="T0" fmla="*/ 67 w 942"/>
                <a:gd name="T1" fmla="*/ 140 h 140"/>
                <a:gd name="T2" fmla="*/ 0 w 942"/>
                <a:gd name="T3" fmla="*/ 75 h 140"/>
                <a:gd name="T4" fmla="*/ 66 w 942"/>
                <a:gd name="T5" fmla="*/ 7 h 140"/>
                <a:gd name="T6" fmla="*/ 874 w 942"/>
                <a:gd name="T7" fmla="*/ 0 h 140"/>
                <a:gd name="T8" fmla="*/ 942 w 942"/>
                <a:gd name="T9" fmla="*/ 66 h 140"/>
                <a:gd name="T10" fmla="*/ 876 w 942"/>
                <a:gd name="T11" fmla="*/ 133 h 140"/>
                <a:gd name="T12" fmla="*/ 68 w 942"/>
                <a:gd name="T13" fmla="*/ 140 h 140"/>
                <a:gd name="T14" fmla="*/ 67 w 942"/>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2" h="140">
                  <a:moveTo>
                    <a:pt x="67" y="140"/>
                  </a:moveTo>
                  <a:cubicBezTo>
                    <a:pt x="30" y="140"/>
                    <a:pt x="1" y="111"/>
                    <a:pt x="0" y="75"/>
                  </a:cubicBezTo>
                  <a:cubicBezTo>
                    <a:pt x="0" y="38"/>
                    <a:pt x="30" y="8"/>
                    <a:pt x="66" y="7"/>
                  </a:cubicBezTo>
                  <a:lnTo>
                    <a:pt x="874" y="0"/>
                  </a:lnTo>
                  <a:cubicBezTo>
                    <a:pt x="912" y="0"/>
                    <a:pt x="941" y="29"/>
                    <a:pt x="942" y="66"/>
                  </a:cubicBezTo>
                  <a:cubicBezTo>
                    <a:pt x="942" y="102"/>
                    <a:pt x="912" y="132"/>
                    <a:pt x="876" y="133"/>
                  </a:cubicBezTo>
                  <a:lnTo>
                    <a:pt x="68" y="140"/>
                  </a:lnTo>
                  <a:lnTo>
                    <a:pt x="67"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8" name="Freeform 1622">
              <a:extLst>
                <a:ext uri="{FF2B5EF4-FFF2-40B4-BE49-F238E27FC236}">
                  <a16:creationId xmlns:a16="http://schemas.microsoft.com/office/drawing/2014/main" id="{C092C7B7-7B7B-EE9C-F3DA-43A8D5CD8854}"/>
                </a:ext>
              </a:extLst>
            </p:cNvPr>
            <p:cNvSpPr>
              <a:spLocks/>
            </p:cNvSpPr>
            <p:nvPr/>
          </p:nvSpPr>
          <p:spPr bwMode="auto">
            <a:xfrm>
              <a:off x="4484689" y="1960563"/>
              <a:ext cx="11113" cy="12700"/>
            </a:xfrm>
            <a:custGeom>
              <a:avLst/>
              <a:gdLst>
                <a:gd name="T0" fmla="*/ 69 w 136"/>
                <a:gd name="T1" fmla="*/ 137 h 137"/>
                <a:gd name="T2" fmla="*/ 14 w 136"/>
                <a:gd name="T3" fmla="*/ 109 h 137"/>
                <a:gd name="T4" fmla="*/ 0 w 136"/>
                <a:gd name="T5" fmla="*/ 67 h 137"/>
                <a:gd name="T6" fmla="*/ 67 w 136"/>
                <a:gd name="T7" fmla="*/ 0 h 137"/>
                <a:gd name="T8" fmla="*/ 116 w 136"/>
                <a:gd name="T9" fmla="*/ 21 h 137"/>
                <a:gd name="T10" fmla="*/ 136 w 136"/>
                <a:gd name="T11" fmla="*/ 65 h 137"/>
                <a:gd name="T12" fmla="*/ 136 w 136"/>
                <a:gd name="T13" fmla="*/ 65 h 137"/>
                <a:gd name="T14" fmla="*/ 136 w 136"/>
                <a:gd name="T15" fmla="*/ 65 h 137"/>
                <a:gd name="T16" fmla="*/ 136 w 136"/>
                <a:gd name="T17" fmla="*/ 70 h 137"/>
                <a:gd name="T18" fmla="*/ 136 w 136"/>
                <a:gd name="T19" fmla="*/ 70 h 137"/>
                <a:gd name="T20" fmla="*/ 136 w 136"/>
                <a:gd name="T21" fmla="*/ 70 h 137"/>
                <a:gd name="T22" fmla="*/ 110 w 136"/>
                <a:gd name="T23" fmla="*/ 123 h 137"/>
                <a:gd name="T24" fmla="*/ 69 w 136"/>
                <a:gd name="T25"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6" h="137">
                  <a:moveTo>
                    <a:pt x="69" y="137"/>
                  </a:moveTo>
                  <a:cubicBezTo>
                    <a:pt x="46" y="137"/>
                    <a:pt x="27" y="126"/>
                    <a:pt x="14" y="109"/>
                  </a:cubicBezTo>
                  <a:cubicBezTo>
                    <a:pt x="5" y="97"/>
                    <a:pt x="0" y="83"/>
                    <a:pt x="0" y="67"/>
                  </a:cubicBezTo>
                  <a:cubicBezTo>
                    <a:pt x="0" y="30"/>
                    <a:pt x="30" y="0"/>
                    <a:pt x="67" y="0"/>
                  </a:cubicBezTo>
                  <a:cubicBezTo>
                    <a:pt x="85" y="0"/>
                    <a:pt x="102" y="8"/>
                    <a:pt x="116" y="21"/>
                  </a:cubicBezTo>
                  <a:cubicBezTo>
                    <a:pt x="127" y="33"/>
                    <a:pt x="135" y="48"/>
                    <a:pt x="136" y="65"/>
                  </a:cubicBezTo>
                  <a:lnTo>
                    <a:pt x="136" y="65"/>
                  </a:lnTo>
                  <a:lnTo>
                    <a:pt x="136" y="65"/>
                  </a:lnTo>
                  <a:cubicBezTo>
                    <a:pt x="136" y="67"/>
                    <a:pt x="136" y="68"/>
                    <a:pt x="136" y="70"/>
                  </a:cubicBezTo>
                  <a:lnTo>
                    <a:pt x="136" y="70"/>
                  </a:lnTo>
                  <a:lnTo>
                    <a:pt x="136" y="70"/>
                  </a:lnTo>
                  <a:cubicBezTo>
                    <a:pt x="136" y="92"/>
                    <a:pt x="126" y="111"/>
                    <a:pt x="110"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9" name="Freeform 1623">
              <a:extLst>
                <a:ext uri="{FF2B5EF4-FFF2-40B4-BE49-F238E27FC236}">
                  <a16:creationId xmlns:a16="http://schemas.microsoft.com/office/drawing/2014/main" id="{5EA3AACD-3C02-9309-2022-A4752FDE937A}"/>
                </a:ext>
              </a:extLst>
            </p:cNvPr>
            <p:cNvSpPr>
              <a:spLocks/>
            </p:cNvSpPr>
            <p:nvPr/>
          </p:nvSpPr>
          <p:spPr bwMode="auto">
            <a:xfrm>
              <a:off x="4425951" y="1778001"/>
              <a:ext cx="85725" cy="79375"/>
            </a:xfrm>
            <a:custGeom>
              <a:avLst/>
              <a:gdLst>
                <a:gd name="T0" fmla="*/ 613 w 969"/>
                <a:gd name="T1" fmla="*/ 885 h 885"/>
                <a:gd name="T2" fmla="*/ 555 w 969"/>
                <a:gd name="T3" fmla="*/ 853 h 885"/>
                <a:gd name="T4" fmla="*/ 579 w 969"/>
                <a:gd name="T5" fmla="*/ 761 h 885"/>
                <a:gd name="T6" fmla="*/ 794 w 969"/>
                <a:gd name="T7" fmla="*/ 479 h 885"/>
                <a:gd name="T8" fmla="*/ 537 w 969"/>
                <a:gd name="T9" fmla="*/ 180 h 885"/>
                <a:gd name="T10" fmla="*/ 408 w 969"/>
                <a:gd name="T11" fmla="*/ 224 h 885"/>
                <a:gd name="T12" fmla="*/ 162 w 969"/>
                <a:gd name="T13" fmla="*/ 475 h 885"/>
                <a:gd name="T14" fmla="*/ 274 w 969"/>
                <a:gd name="T15" fmla="*/ 775 h 885"/>
                <a:gd name="T16" fmla="*/ 234 w 969"/>
                <a:gd name="T17" fmla="*/ 861 h 885"/>
                <a:gd name="T18" fmla="*/ 149 w 969"/>
                <a:gd name="T19" fmla="*/ 821 h 885"/>
                <a:gd name="T20" fmla="*/ 34 w 969"/>
                <a:gd name="T21" fmla="*/ 514 h 885"/>
                <a:gd name="T22" fmla="*/ 139 w 969"/>
                <a:gd name="T23" fmla="*/ 279 h 885"/>
                <a:gd name="T24" fmla="*/ 575 w 969"/>
                <a:gd name="T25" fmla="*/ 52 h 885"/>
                <a:gd name="T26" fmla="*/ 925 w 969"/>
                <a:gd name="T27" fmla="*/ 453 h 885"/>
                <a:gd name="T28" fmla="*/ 647 w 969"/>
                <a:gd name="T29" fmla="*/ 876 h 885"/>
                <a:gd name="T30" fmla="*/ 613 w 969"/>
                <a:gd name="T31" fmla="*/ 885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9" h="885">
                  <a:moveTo>
                    <a:pt x="613" y="885"/>
                  </a:moveTo>
                  <a:cubicBezTo>
                    <a:pt x="590" y="885"/>
                    <a:pt x="568" y="874"/>
                    <a:pt x="555" y="853"/>
                  </a:cubicBezTo>
                  <a:cubicBezTo>
                    <a:pt x="537" y="821"/>
                    <a:pt x="547" y="780"/>
                    <a:pt x="579" y="761"/>
                  </a:cubicBezTo>
                  <a:cubicBezTo>
                    <a:pt x="642" y="724"/>
                    <a:pt x="816" y="592"/>
                    <a:pt x="794" y="479"/>
                  </a:cubicBezTo>
                  <a:cubicBezTo>
                    <a:pt x="781" y="411"/>
                    <a:pt x="664" y="218"/>
                    <a:pt x="537" y="180"/>
                  </a:cubicBezTo>
                  <a:cubicBezTo>
                    <a:pt x="518" y="175"/>
                    <a:pt x="475" y="183"/>
                    <a:pt x="408" y="224"/>
                  </a:cubicBezTo>
                  <a:cubicBezTo>
                    <a:pt x="284" y="302"/>
                    <a:pt x="176" y="431"/>
                    <a:pt x="162" y="475"/>
                  </a:cubicBezTo>
                  <a:cubicBezTo>
                    <a:pt x="195" y="560"/>
                    <a:pt x="271" y="766"/>
                    <a:pt x="274" y="775"/>
                  </a:cubicBezTo>
                  <a:cubicBezTo>
                    <a:pt x="287" y="810"/>
                    <a:pt x="269" y="848"/>
                    <a:pt x="234" y="861"/>
                  </a:cubicBezTo>
                  <a:cubicBezTo>
                    <a:pt x="200" y="873"/>
                    <a:pt x="162" y="856"/>
                    <a:pt x="149" y="821"/>
                  </a:cubicBezTo>
                  <a:cubicBezTo>
                    <a:pt x="148" y="819"/>
                    <a:pt x="64" y="590"/>
                    <a:pt x="34" y="514"/>
                  </a:cubicBezTo>
                  <a:cubicBezTo>
                    <a:pt x="25" y="494"/>
                    <a:pt x="0" y="431"/>
                    <a:pt x="139" y="279"/>
                  </a:cubicBezTo>
                  <a:cubicBezTo>
                    <a:pt x="165" y="250"/>
                    <a:pt x="400" y="0"/>
                    <a:pt x="575" y="52"/>
                  </a:cubicBezTo>
                  <a:cubicBezTo>
                    <a:pt x="762" y="108"/>
                    <a:pt x="905" y="347"/>
                    <a:pt x="925" y="453"/>
                  </a:cubicBezTo>
                  <a:cubicBezTo>
                    <a:pt x="969" y="678"/>
                    <a:pt x="680" y="857"/>
                    <a:pt x="647" y="876"/>
                  </a:cubicBezTo>
                  <a:cubicBezTo>
                    <a:pt x="636" y="883"/>
                    <a:pt x="624" y="885"/>
                    <a:pt x="613" y="88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0" name="Freeform 1624">
              <a:extLst>
                <a:ext uri="{FF2B5EF4-FFF2-40B4-BE49-F238E27FC236}">
                  <a16:creationId xmlns:a16="http://schemas.microsoft.com/office/drawing/2014/main" id="{DF66A50B-9A84-F6CE-F91E-EDE64EF34C46}"/>
                </a:ext>
              </a:extLst>
            </p:cNvPr>
            <p:cNvSpPr>
              <a:spLocks noEditPoints="1"/>
            </p:cNvSpPr>
            <p:nvPr/>
          </p:nvSpPr>
          <p:spPr bwMode="auto">
            <a:xfrm>
              <a:off x="4233864" y="1776413"/>
              <a:ext cx="107950" cy="42863"/>
            </a:xfrm>
            <a:custGeom>
              <a:avLst/>
              <a:gdLst>
                <a:gd name="T0" fmla="*/ 159 w 1210"/>
                <a:gd name="T1" fmla="*/ 211 h 479"/>
                <a:gd name="T2" fmla="*/ 556 w 1210"/>
                <a:gd name="T3" fmla="*/ 324 h 479"/>
                <a:gd name="T4" fmla="*/ 706 w 1210"/>
                <a:gd name="T5" fmla="*/ 250 h 479"/>
                <a:gd name="T6" fmla="*/ 860 w 1210"/>
                <a:gd name="T7" fmla="*/ 171 h 479"/>
                <a:gd name="T8" fmla="*/ 727 w 1210"/>
                <a:gd name="T9" fmla="*/ 192 h 479"/>
                <a:gd name="T10" fmla="*/ 639 w 1210"/>
                <a:gd name="T11" fmla="*/ 206 h 479"/>
                <a:gd name="T12" fmla="*/ 535 w 1210"/>
                <a:gd name="T13" fmla="*/ 212 h 479"/>
                <a:gd name="T14" fmla="*/ 327 w 1210"/>
                <a:gd name="T15" fmla="*/ 221 h 479"/>
                <a:gd name="T16" fmla="*/ 275 w 1210"/>
                <a:gd name="T17" fmla="*/ 217 h 479"/>
                <a:gd name="T18" fmla="*/ 160 w 1210"/>
                <a:gd name="T19" fmla="*/ 209 h 479"/>
                <a:gd name="T20" fmla="*/ 159 w 1210"/>
                <a:gd name="T21" fmla="*/ 211 h 479"/>
                <a:gd name="T22" fmla="*/ 419 w 1210"/>
                <a:gd name="T23" fmla="*/ 479 h 479"/>
                <a:gd name="T24" fmla="*/ 15 w 1210"/>
                <a:gd name="T25" fmla="*/ 235 h 479"/>
                <a:gd name="T26" fmla="*/ 21 w 1210"/>
                <a:gd name="T27" fmla="*/ 157 h 479"/>
                <a:gd name="T28" fmla="*/ 32 w 1210"/>
                <a:gd name="T29" fmla="*/ 127 h 479"/>
                <a:gd name="T30" fmla="*/ 289 w 1210"/>
                <a:gd name="T31" fmla="*/ 84 h 479"/>
                <a:gd name="T32" fmla="*/ 327 w 1210"/>
                <a:gd name="T33" fmla="*/ 88 h 479"/>
                <a:gd name="T34" fmla="*/ 526 w 1210"/>
                <a:gd name="T35" fmla="*/ 79 h 479"/>
                <a:gd name="T36" fmla="*/ 632 w 1210"/>
                <a:gd name="T37" fmla="*/ 73 h 479"/>
                <a:gd name="T38" fmla="*/ 704 w 1210"/>
                <a:gd name="T39" fmla="*/ 61 h 479"/>
                <a:gd name="T40" fmla="*/ 1167 w 1210"/>
                <a:gd name="T41" fmla="*/ 94 h 479"/>
                <a:gd name="T42" fmla="*/ 1173 w 1210"/>
                <a:gd name="T43" fmla="*/ 258 h 479"/>
                <a:gd name="T44" fmla="*/ 1130 w 1210"/>
                <a:gd name="T45" fmla="*/ 295 h 479"/>
                <a:gd name="T46" fmla="*/ 1075 w 1210"/>
                <a:gd name="T47" fmla="*/ 286 h 479"/>
                <a:gd name="T48" fmla="*/ 772 w 1210"/>
                <a:gd name="T49" fmla="*/ 366 h 479"/>
                <a:gd name="T50" fmla="*/ 595 w 1210"/>
                <a:gd name="T51" fmla="*/ 452 h 479"/>
                <a:gd name="T52" fmla="*/ 419 w 1210"/>
                <a:gd name="T53" fmla="*/ 479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0" h="479">
                  <a:moveTo>
                    <a:pt x="159" y="211"/>
                  </a:moveTo>
                  <a:cubicBezTo>
                    <a:pt x="254" y="337"/>
                    <a:pt x="388" y="375"/>
                    <a:pt x="556" y="324"/>
                  </a:cubicBezTo>
                  <a:cubicBezTo>
                    <a:pt x="598" y="311"/>
                    <a:pt x="651" y="282"/>
                    <a:pt x="706" y="250"/>
                  </a:cubicBezTo>
                  <a:cubicBezTo>
                    <a:pt x="754" y="223"/>
                    <a:pt x="806" y="194"/>
                    <a:pt x="860" y="171"/>
                  </a:cubicBezTo>
                  <a:cubicBezTo>
                    <a:pt x="823" y="176"/>
                    <a:pt x="779" y="183"/>
                    <a:pt x="727" y="192"/>
                  </a:cubicBezTo>
                  <a:cubicBezTo>
                    <a:pt x="687" y="199"/>
                    <a:pt x="658" y="205"/>
                    <a:pt x="639" y="206"/>
                  </a:cubicBezTo>
                  <a:cubicBezTo>
                    <a:pt x="604" y="207"/>
                    <a:pt x="570" y="209"/>
                    <a:pt x="535" y="212"/>
                  </a:cubicBezTo>
                  <a:cubicBezTo>
                    <a:pt x="469" y="216"/>
                    <a:pt x="400" y="221"/>
                    <a:pt x="327" y="221"/>
                  </a:cubicBezTo>
                  <a:cubicBezTo>
                    <a:pt x="315" y="221"/>
                    <a:pt x="298" y="220"/>
                    <a:pt x="275" y="217"/>
                  </a:cubicBezTo>
                  <a:cubicBezTo>
                    <a:pt x="251" y="214"/>
                    <a:pt x="196" y="208"/>
                    <a:pt x="160" y="209"/>
                  </a:cubicBezTo>
                  <a:lnTo>
                    <a:pt x="159" y="211"/>
                  </a:lnTo>
                  <a:close/>
                  <a:moveTo>
                    <a:pt x="419" y="479"/>
                  </a:moveTo>
                  <a:cubicBezTo>
                    <a:pt x="251" y="479"/>
                    <a:pt x="111" y="396"/>
                    <a:pt x="15" y="235"/>
                  </a:cubicBezTo>
                  <a:cubicBezTo>
                    <a:pt x="0" y="210"/>
                    <a:pt x="3" y="179"/>
                    <a:pt x="21" y="157"/>
                  </a:cubicBezTo>
                  <a:cubicBezTo>
                    <a:pt x="24" y="144"/>
                    <a:pt x="29" y="133"/>
                    <a:pt x="32" y="127"/>
                  </a:cubicBezTo>
                  <a:cubicBezTo>
                    <a:pt x="70" y="65"/>
                    <a:pt x="162" y="70"/>
                    <a:pt x="289" y="84"/>
                  </a:cubicBezTo>
                  <a:cubicBezTo>
                    <a:pt x="304" y="86"/>
                    <a:pt x="322" y="88"/>
                    <a:pt x="327" y="88"/>
                  </a:cubicBezTo>
                  <a:cubicBezTo>
                    <a:pt x="395" y="87"/>
                    <a:pt x="459" y="83"/>
                    <a:pt x="526" y="79"/>
                  </a:cubicBezTo>
                  <a:cubicBezTo>
                    <a:pt x="561" y="77"/>
                    <a:pt x="597" y="74"/>
                    <a:pt x="632" y="73"/>
                  </a:cubicBezTo>
                  <a:cubicBezTo>
                    <a:pt x="643" y="72"/>
                    <a:pt x="674" y="66"/>
                    <a:pt x="704" y="61"/>
                  </a:cubicBezTo>
                  <a:cubicBezTo>
                    <a:pt x="906" y="25"/>
                    <a:pt x="1093" y="0"/>
                    <a:pt x="1167" y="94"/>
                  </a:cubicBezTo>
                  <a:cubicBezTo>
                    <a:pt x="1190" y="124"/>
                    <a:pt x="1210" y="176"/>
                    <a:pt x="1173" y="258"/>
                  </a:cubicBezTo>
                  <a:cubicBezTo>
                    <a:pt x="1165" y="276"/>
                    <a:pt x="1150" y="290"/>
                    <a:pt x="1130" y="295"/>
                  </a:cubicBezTo>
                  <a:cubicBezTo>
                    <a:pt x="1111" y="300"/>
                    <a:pt x="1091" y="297"/>
                    <a:pt x="1075" y="286"/>
                  </a:cubicBezTo>
                  <a:cubicBezTo>
                    <a:pt x="1003" y="236"/>
                    <a:pt x="885" y="302"/>
                    <a:pt x="772" y="366"/>
                  </a:cubicBezTo>
                  <a:cubicBezTo>
                    <a:pt x="710" y="401"/>
                    <a:pt x="651" y="434"/>
                    <a:pt x="595" y="452"/>
                  </a:cubicBezTo>
                  <a:cubicBezTo>
                    <a:pt x="534" y="470"/>
                    <a:pt x="475" y="479"/>
                    <a:pt x="419" y="47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51" name="Bill12" descr="{&quot;Key&quot;:&quot;POWER_USER_SHAPE_ICON&quot;,&quot;Value&quot;:&quot;POWER_USER_SHAPE_ICON_STYLE_1&quot;}">
            <a:extLst>
              <a:ext uri="{FF2B5EF4-FFF2-40B4-BE49-F238E27FC236}">
                <a16:creationId xmlns:a16="http://schemas.microsoft.com/office/drawing/2014/main" id="{F290B57A-2FBB-71B3-7E7A-43EC21BECD51}"/>
              </a:ext>
            </a:extLst>
          </p:cNvPr>
          <p:cNvGrpSpPr>
            <a:grpSpLocks noChangeAspect="1"/>
          </p:cNvGrpSpPr>
          <p:nvPr/>
        </p:nvGrpSpPr>
        <p:grpSpPr>
          <a:xfrm>
            <a:off x="5501366" y="5119906"/>
            <a:ext cx="467527" cy="307542"/>
            <a:chOff x="3120666" y="3956288"/>
            <a:chExt cx="825357" cy="542925"/>
          </a:xfrm>
          <a:solidFill>
            <a:schemeClr val="accent2"/>
          </a:solidFill>
        </p:grpSpPr>
        <p:sp>
          <p:nvSpPr>
            <p:cNvPr id="252" name="Freeform 373">
              <a:extLst>
                <a:ext uri="{FF2B5EF4-FFF2-40B4-BE49-F238E27FC236}">
                  <a16:creationId xmlns:a16="http://schemas.microsoft.com/office/drawing/2014/main" id="{8254392B-3AE3-D2CB-E0E7-D3E4A4497EE2}"/>
                </a:ext>
              </a:extLst>
            </p:cNvPr>
            <p:cNvSpPr>
              <a:spLocks noEditPoints="1"/>
            </p:cNvSpPr>
            <p:nvPr/>
          </p:nvSpPr>
          <p:spPr bwMode="auto">
            <a:xfrm>
              <a:off x="3120666" y="4087906"/>
              <a:ext cx="754064" cy="411307"/>
            </a:xfrm>
            <a:custGeom>
              <a:avLst/>
              <a:gdLst>
                <a:gd name="T0" fmla="*/ 122 w 3416"/>
                <a:gd name="T1" fmla="*/ 1746 h 1869"/>
                <a:gd name="T2" fmla="*/ 3294 w 3416"/>
                <a:gd name="T3" fmla="*/ 1746 h 1869"/>
                <a:gd name="T4" fmla="*/ 3294 w 3416"/>
                <a:gd name="T5" fmla="*/ 122 h 1869"/>
                <a:gd name="T6" fmla="*/ 122 w 3416"/>
                <a:gd name="T7" fmla="*/ 122 h 1869"/>
                <a:gd name="T8" fmla="*/ 122 w 3416"/>
                <a:gd name="T9" fmla="*/ 1746 h 1869"/>
                <a:gd name="T10" fmla="*/ 3355 w 3416"/>
                <a:gd name="T11" fmla="*/ 1869 h 1869"/>
                <a:gd name="T12" fmla="*/ 61 w 3416"/>
                <a:gd name="T13" fmla="*/ 1869 h 1869"/>
                <a:gd name="T14" fmla="*/ 0 w 3416"/>
                <a:gd name="T15" fmla="*/ 1808 h 1869"/>
                <a:gd name="T16" fmla="*/ 0 w 3416"/>
                <a:gd name="T17" fmla="*/ 61 h 1869"/>
                <a:gd name="T18" fmla="*/ 61 w 3416"/>
                <a:gd name="T19" fmla="*/ 0 h 1869"/>
                <a:gd name="T20" fmla="*/ 3355 w 3416"/>
                <a:gd name="T21" fmla="*/ 0 h 1869"/>
                <a:gd name="T22" fmla="*/ 3416 w 3416"/>
                <a:gd name="T23" fmla="*/ 61 h 1869"/>
                <a:gd name="T24" fmla="*/ 3416 w 3416"/>
                <a:gd name="T25" fmla="*/ 1808 h 1869"/>
                <a:gd name="T26" fmla="*/ 3355 w 3416"/>
                <a:gd name="T27" fmla="*/ 1869 h 1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6" h="1869">
                  <a:moveTo>
                    <a:pt x="122" y="1746"/>
                  </a:moveTo>
                  <a:lnTo>
                    <a:pt x="3294" y="1746"/>
                  </a:lnTo>
                  <a:lnTo>
                    <a:pt x="3294" y="122"/>
                  </a:lnTo>
                  <a:lnTo>
                    <a:pt x="122" y="122"/>
                  </a:lnTo>
                  <a:lnTo>
                    <a:pt x="122" y="1746"/>
                  </a:lnTo>
                  <a:close/>
                  <a:moveTo>
                    <a:pt x="3355" y="1869"/>
                  </a:moveTo>
                  <a:lnTo>
                    <a:pt x="61" y="1869"/>
                  </a:lnTo>
                  <a:cubicBezTo>
                    <a:pt x="27" y="1869"/>
                    <a:pt x="0" y="1842"/>
                    <a:pt x="0" y="1808"/>
                  </a:cubicBezTo>
                  <a:lnTo>
                    <a:pt x="0" y="61"/>
                  </a:lnTo>
                  <a:cubicBezTo>
                    <a:pt x="0" y="27"/>
                    <a:pt x="27" y="0"/>
                    <a:pt x="61" y="0"/>
                  </a:cubicBezTo>
                  <a:lnTo>
                    <a:pt x="3355" y="0"/>
                  </a:lnTo>
                  <a:cubicBezTo>
                    <a:pt x="3389" y="0"/>
                    <a:pt x="3416" y="27"/>
                    <a:pt x="3416" y="61"/>
                  </a:cubicBezTo>
                  <a:lnTo>
                    <a:pt x="3416" y="1808"/>
                  </a:lnTo>
                  <a:cubicBezTo>
                    <a:pt x="3416" y="1842"/>
                    <a:pt x="3389" y="1869"/>
                    <a:pt x="3355" y="18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Freeform 374">
              <a:extLst>
                <a:ext uri="{FF2B5EF4-FFF2-40B4-BE49-F238E27FC236}">
                  <a16:creationId xmlns:a16="http://schemas.microsoft.com/office/drawing/2014/main" id="{76D4A9B4-ECB6-A541-116D-ED42FB5A79FB}"/>
                </a:ext>
              </a:extLst>
            </p:cNvPr>
            <p:cNvSpPr>
              <a:spLocks noEditPoints="1"/>
            </p:cNvSpPr>
            <p:nvPr/>
          </p:nvSpPr>
          <p:spPr bwMode="auto">
            <a:xfrm>
              <a:off x="3345514" y="4145488"/>
              <a:ext cx="296141" cy="296141"/>
            </a:xfrm>
            <a:custGeom>
              <a:avLst/>
              <a:gdLst>
                <a:gd name="T0" fmla="*/ 670 w 1340"/>
                <a:gd name="T1" fmla="*/ 122 h 1339"/>
                <a:gd name="T2" fmla="*/ 123 w 1340"/>
                <a:gd name="T3" fmla="*/ 670 h 1339"/>
                <a:gd name="T4" fmla="*/ 670 w 1340"/>
                <a:gd name="T5" fmla="*/ 1217 h 1339"/>
                <a:gd name="T6" fmla="*/ 1217 w 1340"/>
                <a:gd name="T7" fmla="*/ 670 h 1339"/>
                <a:gd name="T8" fmla="*/ 670 w 1340"/>
                <a:gd name="T9" fmla="*/ 122 h 1339"/>
                <a:gd name="T10" fmla="*/ 670 w 1340"/>
                <a:gd name="T11" fmla="*/ 1339 h 1339"/>
                <a:gd name="T12" fmla="*/ 0 w 1340"/>
                <a:gd name="T13" fmla="*/ 670 h 1339"/>
                <a:gd name="T14" fmla="*/ 670 w 1340"/>
                <a:gd name="T15" fmla="*/ 0 h 1339"/>
                <a:gd name="T16" fmla="*/ 1340 w 1340"/>
                <a:gd name="T17" fmla="*/ 670 h 1339"/>
                <a:gd name="T18" fmla="*/ 670 w 1340"/>
                <a:gd name="T19" fmla="*/ 1339 h 1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0" h="1339">
                  <a:moveTo>
                    <a:pt x="670" y="122"/>
                  </a:moveTo>
                  <a:cubicBezTo>
                    <a:pt x="368" y="122"/>
                    <a:pt x="123" y="368"/>
                    <a:pt x="123" y="670"/>
                  </a:cubicBezTo>
                  <a:cubicBezTo>
                    <a:pt x="123" y="971"/>
                    <a:pt x="368" y="1217"/>
                    <a:pt x="670" y="1217"/>
                  </a:cubicBezTo>
                  <a:cubicBezTo>
                    <a:pt x="972" y="1217"/>
                    <a:pt x="1217" y="971"/>
                    <a:pt x="1217" y="670"/>
                  </a:cubicBezTo>
                  <a:cubicBezTo>
                    <a:pt x="1217" y="368"/>
                    <a:pt x="972" y="122"/>
                    <a:pt x="670" y="122"/>
                  </a:cubicBezTo>
                  <a:close/>
                  <a:moveTo>
                    <a:pt x="670" y="1339"/>
                  </a:moveTo>
                  <a:cubicBezTo>
                    <a:pt x="301" y="1339"/>
                    <a:pt x="0" y="1039"/>
                    <a:pt x="0" y="670"/>
                  </a:cubicBezTo>
                  <a:cubicBezTo>
                    <a:pt x="0" y="300"/>
                    <a:pt x="301" y="0"/>
                    <a:pt x="670" y="0"/>
                  </a:cubicBezTo>
                  <a:cubicBezTo>
                    <a:pt x="1039" y="0"/>
                    <a:pt x="1340" y="300"/>
                    <a:pt x="1340" y="670"/>
                  </a:cubicBezTo>
                  <a:cubicBezTo>
                    <a:pt x="1340" y="1039"/>
                    <a:pt x="1039" y="1339"/>
                    <a:pt x="670" y="1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Freeform 375">
              <a:extLst>
                <a:ext uri="{FF2B5EF4-FFF2-40B4-BE49-F238E27FC236}">
                  <a16:creationId xmlns:a16="http://schemas.microsoft.com/office/drawing/2014/main" id="{2408A2F3-DC93-056B-FFE7-BD2007870A59}"/>
                </a:ext>
              </a:extLst>
            </p:cNvPr>
            <p:cNvSpPr>
              <a:spLocks/>
            </p:cNvSpPr>
            <p:nvPr/>
          </p:nvSpPr>
          <p:spPr bwMode="auto">
            <a:xfrm>
              <a:off x="3743112" y="4120811"/>
              <a:ext cx="98714" cy="98714"/>
            </a:xfrm>
            <a:custGeom>
              <a:avLst/>
              <a:gdLst>
                <a:gd name="T0" fmla="*/ 448 w 453"/>
                <a:gd name="T1" fmla="*/ 452 h 452"/>
                <a:gd name="T2" fmla="*/ 387 w 453"/>
                <a:gd name="T3" fmla="*/ 450 h 452"/>
                <a:gd name="T4" fmla="*/ 3 w 453"/>
                <a:gd name="T5" fmla="*/ 66 h 452"/>
                <a:gd name="T6" fmla="*/ 0 w 453"/>
                <a:gd name="T7" fmla="*/ 5 h 452"/>
                <a:gd name="T8" fmla="*/ 122 w 453"/>
                <a:gd name="T9" fmla="*/ 0 h 452"/>
                <a:gd name="T10" fmla="*/ 125 w 453"/>
                <a:gd name="T11" fmla="*/ 61 h 452"/>
                <a:gd name="T12" fmla="*/ 392 w 453"/>
                <a:gd name="T13" fmla="*/ 327 h 452"/>
                <a:gd name="T14" fmla="*/ 453 w 453"/>
                <a:gd name="T15" fmla="*/ 330 h 452"/>
                <a:gd name="T16" fmla="*/ 448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448" y="452"/>
                  </a:moveTo>
                  <a:lnTo>
                    <a:pt x="387" y="450"/>
                  </a:lnTo>
                  <a:cubicBezTo>
                    <a:pt x="180" y="441"/>
                    <a:pt x="12" y="273"/>
                    <a:pt x="3" y="66"/>
                  </a:cubicBezTo>
                  <a:lnTo>
                    <a:pt x="0" y="5"/>
                  </a:lnTo>
                  <a:lnTo>
                    <a:pt x="122" y="0"/>
                  </a:lnTo>
                  <a:lnTo>
                    <a:pt x="125" y="61"/>
                  </a:lnTo>
                  <a:cubicBezTo>
                    <a:pt x="131" y="205"/>
                    <a:pt x="248" y="321"/>
                    <a:pt x="392" y="327"/>
                  </a:cubicBezTo>
                  <a:lnTo>
                    <a:pt x="453" y="330"/>
                  </a:lnTo>
                  <a:lnTo>
                    <a:pt x="448"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Freeform 376">
              <a:extLst>
                <a:ext uri="{FF2B5EF4-FFF2-40B4-BE49-F238E27FC236}">
                  <a16:creationId xmlns:a16="http://schemas.microsoft.com/office/drawing/2014/main" id="{EDABFE8C-7CB4-43EA-2D18-315D0690A184}"/>
                </a:ext>
              </a:extLst>
            </p:cNvPr>
            <p:cNvSpPr>
              <a:spLocks/>
            </p:cNvSpPr>
            <p:nvPr/>
          </p:nvSpPr>
          <p:spPr bwMode="auto">
            <a:xfrm>
              <a:off x="3153571" y="4120811"/>
              <a:ext cx="101457" cy="98714"/>
            </a:xfrm>
            <a:custGeom>
              <a:avLst/>
              <a:gdLst>
                <a:gd name="T0" fmla="*/ 5 w 453"/>
                <a:gd name="T1" fmla="*/ 452 h 452"/>
                <a:gd name="T2" fmla="*/ 0 w 453"/>
                <a:gd name="T3" fmla="*/ 330 h 452"/>
                <a:gd name="T4" fmla="*/ 62 w 453"/>
                <a:gd name="T5" fmla="*/ 327 h 452"/>
                <a:gd name="T6" fmla="*/ 328 w 453"/>
                <a:gd name="T7" fmla="*/ 61 h 452"/>
                <a:gd name="T8" fmla="*/ 331 w 453"/>
                <a:gd name="T9" fmla="*/ 0 h 452"/>
                <a:gd name="T10" fmla="*/ 453 w 453"/>
                <a:gd name="T11" fmla="*/ 5 h 452"/>
                <a:gd name="T12" fmla="*/ 451 w 453"/>
                <a:gd name="T13" fmla="*/ 66 h 452"/>
                <a:gd name="T14" fmla="*/ 67 w 453"/>
                <a:gd name="T15" fmla="*/ 450 h 452"/>
                <a:gd name="T16" fmla="*/ 5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5" y="452"/>
                  </a:moveTo>
                  <a:lnTo>
                    <a:pt x="0" y="330"/>
                  </a:lnTo>
                  <a:lnTo>
                    <a:pt x="62" y="327"/>
                  </a:lnTo>
                  <a:cubicBezTo>
                    <a:pt x="205" y="321"/>
                    <a:pt x="322" y="205"/>
                    <a:pt x="328" y="61"/>
                  </a:cubicBezTo>
                  <a:lnTo>
                    <a:pt x="331" y="0"/>
                  </a:lnTo>
                  <a:lnTo>
                    <a:pt x="453" y="5"/>
                  </a:lnTo>
                  <a:lnTo>
                    <a:pt x="451" y="66"/>
                  </a:lnTo>
                  <a:cubicBezTo>
                    <a:pt x="442" y="273"/>
                    <a:pt x="273" y="441"/>
                    <a:pt x="67" y="450"/>
                  </a:cubicBezTo>
                  <a:lnTo>
                    <a:pt x="5"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Freeform 377">
              <a:extLst>
                <a:ext uri="{FF2B5EF4-FFF2-40B4-BE49-F238E27FC236}">
                  <a16:creationId xmlns:a16="http://schemas.microsoft.com/office/drawing/2014/main" id="{190E41A2-AB25-D0F0-AF2A-A4E2B1A0FF55}"/>
                </a:ext>
              </a:extLst>
            </p:cNvPr>
            <p:cNvSpPr>
              <a:spLocks/>
            </p:cNvSpPr>
            <p:nvPr/>
          </p:nvSpPr>
          <p:spPr bwMode="auto">
            <a:xfrm>
              <a:off x="3737627" y="4373079"/>
              <a:ext cx="98714" cy="101457"/>
            </a:xfrm>
            <a:custGeom>
              <a:avLst/>
              <a:gdLst>
                <a:gd name="T0" fmla="*/ 122 w 453"/>
                <a:gd name="T1" fmla="*/ 452 h 452"/>
                <a:gd name="T2" fmla="*/ 0 w 453"/>
                <a:gd name="T3" fmla="*/ 447 h 452"/>
                <a:gd name="T4" fmla="*/ 2 w 453"/>
                <a:gd name="T5" fmla="*/ 386 h 452"/>
                <a:gd name="T6" fmla="*/ 386 w 453"/>
                <a:gd name="T7" fmla="*/ 3 h 452"/>
                <a:gd name="T8" fmla="*/ 448 w 453"/>
                <a:gd name="T9" fmla="*/ 0 h 452"/>
                <a:gd name="T10" fmla="*/ 453 w 453"/>
                <a:gd name="T11" fmla="*/ 123 h 452"/>
                <a:gd name="T12" fmla="*/ 391 w 453"/>
                <a:gd name="T13" fmla="*/ 125 h 452"/>
                <a:gd name="T14" fmla="*/ 125 w 453"/>
                <a:gd name="T15" fmla="*/ 391 h 452"/>
                <a:gd name="T16" fmla="*/ 122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122" y="452"/>
                  </a:moveTo>
                  <a:lnTo>
                    <a:pt x="0" y="447"/>
                  </a:lnTo>
                  <a:lnTo>
                    <a:pt x="2" y="386"/>
                  </a:lnTo>
                  <a:cubicBezTo>
                    <a:pt x="11" y="179"/>
                    <a:pt x="180" y="11"/>
                    <a:pt x="386" y="3"/>
                  </a:cubicBezTo>
                  <a:lnTo>
                    <a:pt x="448" y="0"/>
                  </a:lnTo>
                  <a:lnTo>
                    <a:pt x="453" y="123"/>
                  </a:lnTo>
                  <a:lnTo>
                    <a:pt x="391" y="125"/>
                  </a:lnTo>
                  <a:cubicBezTo>
                    <a:pt x="248" y="131"/>
                    <a:pt x="131" y="248"/>
                    <a:pt x="125" y="391"/>
                  </a:cubicBezTo>
                  <a:lnTo>
                    <a:pt x="122"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Freeform 378">
              <a:extLst>
                <a:ext uri="{FF2B5EF4-FFF2-40B4-BE49-F238E27FC236}">
                  <a16:creationId xmlns:a16="http://schemas.microsoft.com/office/drawing/2014/main" id="{31001F38-5030-9D1D-28EE-19FE07C6DE33}"/>
                </a:ext>
              </a:extLst>
            </p:cNvPr>
            <p:cNvSpPr>
              <a:spLocks/>
            </p:cNvSpPr>
            <p:nvPr/>
          </p:nvSpPr>
          <p:spPr bwMode="auto">
            <a:xfrm>
              <a:off x="3148086" y="4373079"/>
              <a:ext cx="101457" cy="101457"/>
            </a:xfrm>
            <a:custGeom>
              <a:avLst/>
              <a:gdLst>
                <a:gd name="T0" fmla="*/ 331 w 453"/>
                <a:gd name="T1" fmla="*/ 452 h 452"/>
                <a:gd name="T2" fmla="*/ 328 w 453"/>
                <a:gd name="T3" fmla="*/ 391 h 452"/>
                <a:gd name="T4" fmla="*/ 61 w 453"/>
                <a:gd name="T5" fmla="*/ 125 h 452"/>
                <a:gd name="T6" fmla="*/ 0 w 453"/>
                <a:gd name="T7" fmla="*/ 123 h 452"/>
                <a:gd name="T8" fmla="*/ 5 w 453"/>
                <a:gd name="T9" fmla="*/ 0 h 452"/>
                <a:gd name="T10" fmla="*/ 66 w 453"/>
                <a:gd name="T11" fmla="*/ 3 h 452"/>
                <a:gd name="T12" fmla="*/ 450 w 453"/>
                <a:gd name="T13" fmla="*/ 386 h 452"/>
                <a:gd name="T14" fmla="*/ 453 w 453"/>
                <a:gd name="T15" fmla="*/ 447 h 452"/>
                <a:gd name="T16" fmla="*/ 331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331" y="452"/>
                  </a:moveTo>
                  <a:lnTo>
                    <a:pt x="328" y="391"/>
                  </a:lnTo>
                  <a:cubicBezTo>
                    <a:pt x="322" y="248"/>
                    <a:pt x="205" y="131"/>
                    <a:pt x="61" y="125"/>
                  </a:cubicBezTo>
                  <a:lnTo>
                    <a:pt x="0" y="123"/>
                  </a:lnTo>
                  <a:lnTo>
                    <a:pt x="5" y="0"/>
                  </a:lnTo>
                  <a:lnTo>
                    <a:pt x="66" y="3"/>
                  </a:lnTo>
                  <a:cubicBezTo>
                    <a:pt x="273" y="11"/>
                    <a:pt x="441" y="179"/>
                    <a:pt x="450" y="386"/>
                  </a:cubicBezTo>
                  <a:lnTo>
                    <a:pt x="453" y="447"/>
                  </a:lnTo>
                  <a:lnTo>
                    <a:pt x="331" y="45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Freeform 379">
              <a:extLst>
                <a:ext uri="{FF2B5EF4-FFF2-40B4-BE49-F238E27FC236}">
                  <a16:creationId xmlns:a16="http://schemas.microsoft.com/office/drawing/2014/main" id="{F2826C99-A6A2-2802-0A58-5845523EB32C}"/>
                </a:ext>
              </a:extLst>
            </p:cNvPr>
            <p:cNvSpPr>
              <a:spLocks/>
            </p:cNvSpPr>
            <p:nvPr/>
          </p:nvSpPr>
          <p:spPr bwMode="auto">
            <a:xfrm>
              <a:off x="3150829" y="3956288"/>
              <a:ext cx="795194" cy="425018"/>
            </a:xfrm>
            <a:custGeom>
              <a:avLst/>
              <a:gdLst>
                <a:gd name="T0" fmla="*/ 3202 w 3607"/>
                <a:gd name="T1" fmla="*/ 1913 h 1913"/>
                <a:gd name="T2" fmla="*/ 3142 w 3607"/>
                <a:gd name="T3" fmla="*/ 1862 h 1913"/>
                <a:gd name="T4" fmla="*/ 3192 w 3607"/>
                <a:gd name="T5" fmla="*/ 1791 h 1913"/>
                <a:gd name="T6" fmla="*/ 3473 w 3607"/>
                <a:gd name="T7" fmla="*/ 1741 h 1913"/>
                <a:gd name="T8" fmla="*/ 3190 w 3607"/>
                <a:gd name="T9" fmla="*/ 138 h 1913"/>
                <a:gd name="T10" fmla="*/ 77 w 3607"/>
                <a:gd name="T11" fmla="*/ 687 h 1913"/>
                <a:gd name="T12" fmla="*/ 6 w 3607"/>
                <a:gd name="T13" fmla="*/ 638 h 1913"/>
                <a:gd name="T14" fmla="*/ 55 w 3607"/>
                <a:gd name="T15" fmla="*/ 567 h 1913"/>
                <a:gd name="T16" fmla="*/ 3229 w 3607"/>
                <a:gd name="T17" fmla="*/ 6 h 1913"/>
                <a:gd name="T18" fmla="*/ 3300 w 3607"/>
                <a:gd name="T19" fmla="*/ 56 h 1913"/>
                <a:gd name="T20" fmla="*/ 3605 w 3607"/>
                <a:gd name="T21" fmla="*/ 1780 h 1913"/>
                <a:gd name="T22" fmla="*/ 3595 w 3607"/>
                <a:gd name="T23" fmla="*/ 1826 h 1913"/>
                <a:gd name="T24" fmla="*/ 3555 w 3607"/>
                <a:gd name="T25" fmla="*/ 1851 h 1913"/>
                <a:gd name="T26" fmla="*/ 3213 w 3607"/>
                <a:gd name="T27" fmla="*/ 1912 h 1913"/>
                <a:gd name="T28" fmla="*/ 3202 w 3607"/>
                <a:gd name="T29" fmla="*/ 1913 h 1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07" h="1913">
                  <a:moveTo>
                    <a:pt x="3202" y="1913"/>
                  </a:moveTo>
                  <a:cubicBezTo>
                    <a:pt x="3173" y="1913"/>
                    <a:pt x="3147" y="1892"/>
                    <a:pt x="3142" y="1862"/>
                  </a:cubicBezTo>
                  <a:cubicBezTo>
                    <a:pt x="3136" y="1829"/>
                    <a:pt x="3158" y="1797"/>
                    <a:pt x="3192" y="1791"/>
                  </a:cubicBezTo>
                  <a:lnTo>
                    <a:pt x="3473" y="1741"/>
                  </a:lnTo>
                  <a:lnTo>
                    <a:pt x="3190" y="138"/>
                  </a:lnTo>
                  <a:lnTo>
                    <a:pt x="77" y="687"/>
                  </a:lnTo>
                  <a:cubicBezTo>
                    <a:pt x="43" y="693"/>
                    <a:pt x="12" y="671"/>
                    <a:pt x="6" y="638"/>
                  </a:cubicBezTo>
                  <a:cubicBezTo>
                    <a:pt x="0" y="604"/>
                    <a:pt x="22" y="573"/>
                    <a:pt x="55" y="567"/>
                  </a:cubicBezTo>
                  <a:lnTo>
                    <a:pt x="3229" y="6"/>
                  </a:lnTo>
                  <a:cubicBezTo>
                    <a:pt x="3262" y="0"/>
                    <a:pt x="3294" y="23"/>
                    <a:pt x="3300" y="56"/>
                  </a:cubicBezTo>
                  <a:lnTo>
                    <a:pt x="3605" y="1780"/>
                  </a:lnTo>
                  <a:cubicBezTo>
                    <a:pt x="3607" y="1796"/>
                    <a:pt x="3604" y="1813"/>
                    <a:pt x="3595" y="1826"/>
                  </a:cubicBezTo>
                  <a:cubicBezTo>
                    <a:pt x="3585" y="1839"/>
                    <a:pt x="3571" y="1848"/>
                    <a:pt x="3555" y="1851"/>
                  </a:cubicBezTo>
                  <a:lnTo>
                    <a:pt x="3213" y="1912"/>
                  </a:lnTo>
                  <a:cubicBezTo>
                    <a:pt x="3209" y="1912"/>
                    <a:pt x="3206" y="1913"/>
                    <a:pt x="3202" y="19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Freeform 380">
              <a:extLst>
                <a:ext uri="{FF2B5EF4-FFF2-40B4-BE49-F238E27FC236}">
                  <a16:creationId xmlns:a16="http://schemas.microsoft.com/office/drawing/2014/main" id="{5DFEEA05-CED3-0B15-312D-B15A5A8302D0}"/>
                </a:ext>
              </a:extLst>
            </p:cNvPr>
            <p:cNvSpPr>
              <a:spLocks/>
            </p:cNvSpPr>
            <p:nvPr/>
          </p:nvSpPr>
          <p:spPr bwMode="auto">
            <a:xfrm>
              <a:off x="3751337" y="4008386"/>
              <a:ext cx="115166" cy="87745"/>
            </a:xfrm>
            <a:custGeom>
              <a:avLst/>
              <a:gdLst>
                <a:gd name="T0" fmla="*/ 406 w 519"/>
                <a:gd name="T1" fmla="*/ 400 h 400"/>
                <a:gd name="T2" fmla="*/ 14 w 519"/>
                <a:gd name="T3" fmla="*/ 86 h 400"/>
                <a:gd name="T4" fmla="*/ 0 w 519"/>
                <a:gd name="T5" fmla="*/ 26 h 400"/>
                <a:gd name="T6" fmla="*/ 120 w 519"/>
                <a:gd name="T7" fmla="*/ 0 h 400"/>
                <a:gd name="T8" fmla="*/ 133 w 519"/>
                <a:gd name="T9" fmla="*/ 59 h 400"/>
                <a:gd name="T10" fmla="*/ 442 w 519"/>
                <a:gd name="T11" fmla="*/ 275 h 400"/>
                <a:gd name="T12" fmla="*/ 503 w 519"/>
                <a:gd name="T13" fmla="*/ 267 h 400"/>
                <a:gd name="T14" fmla="*/ 519 w 519"/>
                <a:gd name="T15" fmla="*/ 388 h 400"/>
                <a:gd name="T16" fmla="*/ 458 w 519"/>
                <a:gd name="T17" fmla="*/ 396 h 400"/>
                <a:gd name="T18" fmla="*/ 406 w 519"/>
                <a:gd name="T19" fmla="*/ 40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400">
                  <a:moveTo>
                    <a:pt x="406" y="400"/>
                  </a:moveTo>
                  <a:cubicBezTo>
                    <a:pt x="221" y="400"/>
                    <a:pt x="54" y="270"/>
                    <a:pt x="14" y="86"/>
                  </a:cubicBezTo>
                  <a:lnTo>
                    <a:pt x="0" y="26"/>
                  </a:lnTo>
                  <a:lnTo>
                    <a:pt x="120" y="0"/>
                  </a:lnTo>
                  <a:lnTo>
                    <a:pt x="133" y="59"/>
                  </a:lnTo>
                  <a:cubicBezTo>
                    <a:pt x="164" y="199"/>
                    <a:pt x="300" y="294"/>
                    <a:pt x="442" y="275"/>
                  </a:cubicBezTo>
                  <a:lnTo>
                    <a:pt x="503" y="267"/>
                  </a:lnTo>
                  <a:lnTo>
                    <a:pt x="519" y="388"/>
                  </a:lnTo>
                  <a:lnTo>
                    <a:pt x="458" y="396"/>
                  </a:lnTo>
                  <a:cubicBezTo>
                    <a:pt x="441" y="399"/>
                    <a:pt x="423" y="400"/>
                    <a:pt x="406" y="4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Freeform 381">
              <a:extLst>
                <a:ext uri="{FF2B5EF4-FFF2-40B4-BE49-F238E27FC236}">
                  <a16:creationId xmlns:a16="http://schemas.microsoft.com/office/drawing/2014/main" id="{1AD51D09-E8D7-A367-DB62-7882816B875E}"/>
                </a:ext>
              </a:extLst>
            </p:cNvPr>
            <p:cNvSpPr>
              <a:spLocks/>
            </p:cNvSpPr>
            <p:nvPr/>
          </p:nvSpPr>
          <p:spPr bwMode="auto">
            <a:xfrm>
              <a:off x="3850050" y="4246945"/>
              <a:ext cx="43873" cy="35647"/>
            </a:xfrm>
            <a:custGeom>
              <a:avLst/>
              <a:gdLst>
                <a:gd name="T0" fmla="*/ 44 w 202"/>
                <a:gd name="T1" fmla="*/ 167 h 167"/>
                <a:gd name="T2" fmla="*/ 0 w 202"/>
                <a:gd name="T3" fmla="*/ 53 h 167"/>
                <a:gd name="T4" fmla="*/ 57 w 202"/>
                <a:gd name="T5" fmla="*/ 30 h 167"/>
                <a:gd name="T6" fmla="*/ 116 w 202"/>
                <a:gd name="T7" fmla="*/ 13 h 167"/>
                <a:gd name="T8" fmla="*/ 176 w 202"/>
                <a:gd name="T9" fmla="*/ 0 h 167"/>
                <a:gd name="T10" fmla="*/ 202 w 202"/>
                <a:gd name="T11" fmla="*/ 119 h 167"/>
                <a:gd name="T12" fmla="*/ 143 w 202"/>
                <a:gd name="T13" fmla="*/ 132 h 167"/>
                <a:gd name="T14" fmla="*/ 101 w 202"/>
                <a:gd name="T15" fmla="*/ 145 h 167"/>
                <a:gd name="T16" fmla="*/ 44 w 202"/>
                <a:gd name="T17"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167">
                  <a:moveTo>
                    <a:pt x="44" y="167"/>
                  </a:moveTo>
                  <a:lnTo>
                    <a:pt x="0" y="53"/>
                  </a:lnTo>
                  <a:lnTo>
                    <a:pt x="57" y="30"/>
                  </a:lnTo>
                  <a:cubicBezTo>
                    <a:pt x="76" y="23"/>
                    <a:pt x="96" y="17"/>
                    <a:pt x="116" y="13"/>
                  </a:cubicBezTo>
                  <a:lnTo>
                    <a:pt x="176" y="0"/>
                  </a:lnTo>
                  <a:lnTo>
                    <a:pt x="202" y="119"/>
                  </a:lnTo>
                  <a:lnTo>
                    <a:pt x="143" y="132"/>
                  </a:lnTo>
                  <a:cubicBezTo>
                    <a:pt x="129" y="135"/>
                    <a:pt x="115" y="140"/>
                    <a:pt x="101" y="145"/>
                  </a:cubicBezTo>
                  <a:lnTo>
                    <a:pt x="44"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61" name="Group 260">
              <a:extLst>
                <a:ext uri="{FF2B5EF4-FFF2-40B4-BE49-F238E27FC236}">
                  <a16:creationId xmlns:a16="http://schemas.microsoft.com/office/drawing/2014/main" id="{D67C37D7-6673-8E6D-0AE5-3DB5F10E724D}"/>
                </a:ext>
              </a:extLst>
            </p:cNvPr>
            <p:cNvGrpSpPr>
              <a:grpSpLocks noChangeAspect="1"/>
            </p:cNvGrpSpPr>
            <p:nvPr/>
          </p:nvGrpSpPr>
          <p:grpSpPr>
            <a:xfrm>
              <a:off x="3405249" y="4217605"/>
              <a:ext cx="158473" cy="156360"/>
              <a:chOff x="1346360" y="5009188"/>
              <a:chExt cx="174320" cy="171995"/>
            </a:xfrm>
            <a:grpFill/>
          </p:grpSpPr>
          <p:sp>
            <p:nvSpPr>
              <p:cNvPr id="262" name="Freeform 244">
                <a:extLst>
                  <a:ext uri="{FF2B5EF4-FFF2-40B4-BE49-F238E27FC236}">
                    <a16:creationId xmlns:a16="http://schemas.microsoft.com/office/drawing/2014/main" id="{51C6D39D-5CDE-5056-0208-D04720F34CF8}"/>
                  </a:ext>
                </a:extLst>
              </p:cNvPr>
              <p:cNvSpPr>
                <a:spLocks/>
              </p:cNvSpPr>
              <p:nvPr/>
            </p:nvSpPr>
            <p:spPr bwMode="auto">
              <a:xfrm>
                <a:off x="1371927" y="5009188"/>
                <a:ext cx="148753" cy="171995"/>
              </a:xfrm>
              <a:custGeom>
                <a:avLst/>
                <a:gdLst>
                  <a:gd name="T0" fmla="*/ 65 w 111"/>
                  <a:gd name="T1" fmla="*/ 128 h 128"/>
                  <a:gd name="T2" fmla="*/ 0 w 111"/>
                  <a:gd name="T3" fmla="*/ 64 h 128"/>
                  <a:gd name="T4" fmla="*/ 65 w 111"/>
                  <a:gd name="T5" fmla="*/ 0 h 128"/>
                  <a:gd name="T6" fmla="*/ 108 w 111"/>
                  <a:gd name="T7" fmla="*/ 17 h 128"/>
                  <a:gd name="T8" fmla="*/ 108 w 111"/>
                  <a:gd name="T9" fmla="*/ 27 h 128"/>
                  <a:gd name="T10" fmla="*/ 98 w 111"/>
                  <a:gd name="T11" fmla="*/ 27 h 128"/>
                  <a:gd name="T12" fmla="*/ 65 w 111"/>
                  <a:gd name="T13" fmla="*/ 14 h 128"/>
                  <a:gd name="T14" fmla="*/ 15 w 111"/>
                  <a:gd name="T15" fmla="*/ 64 h 128"/>
                  <a:gd name="T16" fmla="*/ 65 w 111"/>
                  <a:gd name="T17" fmla="*/ 114 h 128"/>
                  <a:gd name="T18" fmla="*/ 98 w 111"/>
                  <a:gd name="T19" fmla="*/ 101 h 128"/>
                  <a:gd name="T20" fmla="*/ 108 w 111"/>
                  <a:gd name="T21" fmla="*/ 101 h 128"/>
                  <a:gd name="T22" fmla="*/ 108 w 111"/>
                  <a:gd name="T23" fmla="*/ 111 h 128"/>
                  <a:gd name="T24" fmla="*/ 65 w 111"/>
                  <a:gd name="T2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28">
                    <a:moveTo>
                      <a:pt x="65" y="128"/>
                    </a:moveTo>
                    <a:cubicBezTo>
                      <a:pt x="29" y="128"/>
                      <a:pt x="0" y="99"/>
                      <a:pt x="0" y="64"/>
                    </a:cubicBezTo>
                    <a:cubicBezTo>
                      <a:pt x="0" y="29"/>
                      <a:pt x="29" y="0"/>
                      <a:pt x="65" y="0"/>
                    </a:cubicBezTo>
                    <a:cubicBezTo>
                      <a:pt x="81" y="0"/>
                      <a:pt x="96" y="6"/>
                      <a:pt x="108" y="17"/>
                    </a:cubicBezTo>
                    <a:cubicBezTo>
                      <a:pt x="111" y="19"/>
                      <a:pt x="111" y="24"/>
                      <a:pt x="108" y="27"/>
                    </a:cubicBezTo>
                    <a:cubicBezTo>
                      <a:pt x="106" y="30"/>
                      <a:pt x="101" y="30"/>
                      <a:pt x="98" y="27"/>
                    </a:cubicBezTo>
                    <a:cubicBezTo>
                      <a:pt x="89" y="19"/>
                      <a:pt x="77" y="14"/>
                      <a:pt x="65" y="14"/>
                    </a:cubicBezTo>
                    <a:cubicBezTo>
                      <a:pt x="37" y="14"/>
                      <a:pt x="15" y="37"/>
                      <a:pt x="15" y="64"/>
                    </a:cubicBezTo>
                    <a:cubicBezTo>
                      <a:pt x="15" y="91"/>
                      <a:pt x="37" y="114"/>
                      <a:pt x="65" y="114"/>
                    </a:cubicBezTo>
                    <a:cubicBezTo>
                      <a:pt x="77" y="114"/>
                      <a:pt x="89" y="109"/>
                      <a:pt x="98" y="101"/>
                    </a:cubicBezTo>
                    <a:cubicBezTo>
                      <a:pt x="101" y="98"/>
                      <a:pt x="106" y="98"/>
                      <a:pt x="108" y="101"/>
                    </a:cubicBezTo>
                    <a:cubicBezTo>
                      <a:pt x="111" y="104"/>
                      <a:pt x="111" y="109"/>
                      <a:pt x="108" y="111"/>
                    </a:cubicBezTo>
                    <a:cubicBezTo>
                      <a:pt x="96" y="122"/>
                      <a:pt x="81" y="128"/>
                      <a:pt x="65"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Freeform 245">
                <a:extLst>
                  <a:ext uri="{FF2B5EF4-FFF2-40B4-BE49-F238E27FC236}">
                    <a16:creationId xmlns:a16="http://schemas.microsoft.com/office/drawing/2014/main" id="{CF735777-B962-A406-F5E9-592F1DDC41B6}"/>
                  </a:ext>
                </a:extLst>
              </p:cNvPr>
              <p:cNvSpPr>
                <a:spLocks/>
              </p:cNvSpPr>
              <p:nvPr/>
            </p:nvSpPr>
            <p:spPr bwMode="auto">
              <a:xfrm>
                <a:off x="1346360" y="5062645"/>
                <a:ext cx="118538" cy="18594"/>
              </a:xfrm>
              <a:custGeom>
                <a:avLst/>
                <a:gdLst>
                  <a:gd name="T0" fmla="*/ 81 w 89"/>
                  <a:gd name="T1" fmla="*/ 15 h 15"/>
                  <a:gd name="T2" fmla="*/ 7 w 89"/>
                  <a:gd name="T3" fmla="*/ 15 h 15"/>
                  <a:gd name="T4" fmla="*/ 0 w 89"/>
                  <a:gd name="T5" fmla="*/ 8 h 15"/>
                  <a:gd name="T6" fmla="*/ 7 w 89"/>
                  <a:gd name="T7" fmla="*/ 0 h 15"/>
                  <a:gd name="T8" fmla="*/ 81 w 89"/>
                  <a:gd name="T9" fmla="*/ 0 h 15"/>
                  <a:gd name="T10" fmla="*/ 89 w 89"/>
                  <a:gd name="T11" fmla="*/ 8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2"/>
                      <a:pt x="0" y="8"/>
                    </a:cubicBezTo>
                    <a:cubicBezTo>
                      <a:pt x="0" y="4"/>
                      <a:pt x="3" y="0"/>
                      <a:pt x="7" y="0"/>
                    </a:cubicBezTo>
                    <a:lnTo>
                      <a:pt x="81" y="0"/>
                    </a:lnTo>
                    <a:cubicBezTo>
                      <a:pt x="85" y="0"/>
                      <a:pt x="89" y="4"/>
                      <a:pt x="89" y="8"/>
                    </a:cubicBezTo>
                    <a:cubicBezTo>
                      <a:pt x="89" y="12"/>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4" name="Freeform 246">
                <a:extLst>
                  <a:ext uri="{FF2B5EF4-FFF2-40B4-BE49-F238E27FC236}">
                    <a16:creationId xmlns:a16="http://schemas.microsoft.com/office/drawing/2014/main" id="{50B91751-1485-1C49-A455-C321E3EA9781}"/>
                  </a:ext>
                </a:extLst>
              </p:cNvPr>
              <p:cNvSpPr>
                <a:spLocks/>
              </p:cNvSpPr>
              <p:nvPr/>
            </p:nvSpPr>
            <p:spPr bwMode="auto">
              <a:xfrm>
                <a:off x="1346360" y="5109130"/>
                <a:ext cx="118538" cy="18594"/>
              </a:xfrm>
              <a:custGeom>
                <a:avLst/>
                <a:gdLst>
                  <a:gd name="T0" fmla="*/ 81 w 89"/>
                  <a:gd name="T1" fmla="*/ 15 h 15"/>
                  <a:gd name="T2" fmla="*/ 7 w 89"/>
                  <a:gd name="T3" fmla="*/ 15 h 15"/>
                  <a:gd name="T4" fmla="*/ 0 w 89"/>
                  <a:gd name="T5" fmla="*/ 7 h 15"/>
                  <a:gd name="T6" fmla="*/ 7 w 89"/>
                  <a:gd name="T7" fmla="*/ 0 h 15"/>
                  <a:gd name="T8" fmla="*/ 81 w 89"/>
                  <a:gd name="T9" fmla="*/ 0 h 15"/>
                  <a:gd name="T10" fmla="*/ 89 w 89"/>
                  <a:gd name="T11" fmla="*/ 7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1"/>
                      <a:pt x="0" y="7"/>
                    </a:cubicBezTo>
                    <a:cubicBezTo>
                      <a:pt x="0" y="3"/>
                      <a:pt x="3" y="0"/>
                      <a:pt x="7" y="0"/>
                    </a:cubicBezTo>
                    <a:lnTo>
                      <a:pt x="81" y="0"/>
                    </a:lnTo>
                    <a:cubicBezTo>
                      <a:pt x="85" y="0"/>
                      <a:pt x="89" y="3"/>
                      <a:pt x="89" y="7"/>
                    </a:cubicBezTo>
                    <a:cubicBezTo>
                      <a:pt x="89" y="11"/>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265" name="Blocks2" descr="{&quot;Key&quot;:&quot;POWER_USER_SHAPE_ICON&quot;,&quot;Value&quot;:&quot;POWER_USER_SHAPE_ICON_STYLE_1&quot;}">
            <a:extLst>
              <a:ext uri="{FF2B5EF4-FFF2-40B4-BE49-F238E27FC236}">
                <a16:creationId xmlns:a16="http://schemas.microsoft.com/office/drawing/2014/main" id="{F4C63EA0-7121-5C52-CBB8-C99989E5CE87}"/>
              </a:ext>
            </a:extLst>
          </p:cNvPr>
          <p:cNvGrpSpPr>
            <a:grpSpLocks noChangeAspect="1"/>
          </p:cNvGrpSpPr>
          <p:nvPr/>
        </p:nvGrpSpPr>
        <p:grpSpPr>
          <a:xfrm>
            <a:off x="8416715" y="5039890"/>
            <a:ext cx="452459" cy="473142"/>
            <a:chOff x="8348665" y="6432552"/>
            <a:chExt cx="277811" cy="290511"/>
          </a:xfrm>
          <a:solidFill>
            <a:schemeClr val="accent2"/>
          </a:solidFill>
        </p:grpSpPr>
        <p:sp>
          <p:nvSpPr>
            <p:cNvPr id="266" name="Freeform 14">
              <a:extLst>
                <a:ext uri="{FF2B5EF4-FFF2-40B4-BE49-F238E27FC236}">
                  <a16:creationId xmlns:a16="http://schemas.microsoft.com/office/drawing/2014/main" id="{B95006E1-0166-6B8F-00F7-0B3110D90808}"/>
                </a:ext>
              </a:extLst>
            </p:cNvPr>
            <p:cNvSpPr>
              <a:spLocks/>
            </p:cNvSpPr>
            <p:nvPr/>
          </p:nvSpPr>
          <p:spPr bwMode="auto">
            <a:xfrm>
              <a:off x="8416926" y="6524625"/>
              <a:ext cx="141288" cy="157163"/>
            </a:xfrm>
            <a:custGeom>
              <a:avLst/>
              <a:gdLst>
                <a:gd name="T0" fmla="*/ 693 w 693"/>
                <a:gd name="T1" fmla="*/ 339 h 766"/>
                <a:gd name="T2" fmla="*/ 693 w 693"/>
                <a:gd name="T3" fmla="*/ 213 h 766"/>
                <a:gd name="T4" fmla="*/ 652 w 693"/>
                <a:gd name="T5" fmla="*/ 147 h 766"/>
                <a:gd name="T6" fmla="*/ 380 w 693"/>
                <a:gd name="T7" fmla="*/ 8 h 766"/>
                <a:gd name="T8" fmla="*/ 346 w 693"/>
                <a:gd name="T9" fmla="*/ 0 h 766"/>
                <a:gd name="T10" fmla="*/ 312 w 693"/>
                <a:gd name="T11" fmla="*/ 8 h 766"/>
                <a:gd name="T12" fmla="*/ 312 w 693"/>
                <a:gd name="T13" fmla="*/ 8 h 766"/>
                <a:gd name="T14" fmla="*/ 41 w 693"/>
                <a:gd name="T15" fmla="*/ 147 h 766"/>
                <a:gd name="T16" fmla="*/ 0 w 693"/>
                <a:gd name="T17" fmla="*/ 213 h 766"/>
                <a:gd name="T18" fmla="*/ 0 w 693"/>
                <a:gd name="T19" fmla="*/ 580 h 766"/>
                <a:gd name="T20" fmla="*/ 41 w 693"/>
                <a:gd name="T21" fmla="*/ 647 h 766"/>
                <a:gd name="T22" fmla="*/ 276 w 693"/>
                <a:gd name="T23" fmla="*/ 766 h 766"/>
                <a:gd name="T24" fmla="*/ 291 w 693"/>
                <a:gd name="T25" fmla="*/ 737 h 766"/>
                <a:gd name="T26" fmla="*/ 56 w 693"/>
                <a:gd name="T27" fmla="*/ 617 h 766"/>
                <a:gd name="T28" fmla="*/ 33 w 693"/>
                <a:gd name="T29" fmla="*/ 580 h 766"/>
                <a:gd name="T30" fmla="*/ 33 w 693"/>
                <a:gd name="T31" fmla="*/ 213 h 766"/>
                <a:gd name="T32" fmla="*/ 56 w 693"/>
                <a:gd name="T33" fmla="*/ 176 h 766"/>
                <a:gd name="T34" fmla="*/ 328 w 693"/>
                <a:gd name="T35" fmla="*/ 38 h 766"/>
                <a:gd name="T36" fmla="*/ 328 w 693"/>
                <a:gd name="T37" fmla="*/ 38 h 766"/>
                <a:gd name="T38" fmla="*/ 346 w 693"/>
                <a:gd name="T39" fmla="*/ 33 h 766"/>
                <a:gd name="T40" fmla="*/ 365 w 693"/>
                <a:gd name="T41" fmla="*/ 38 h 766"/>
                <a:gd name="T42" fmla="*/ 637 w 693"/>
                <a:gd name="T43" fmla="*/ 176 h 766"/>
                <a:gd name="T44" fmla="*/ 660 w 693"/>
                <a:gd name="T45" fmla="*/ 213 h 766"/>
                <a:gd name="T46" fmla="*/ 660 w 693"/>
                <a:gd name="T47" fmla="*/ 339 h 766"/>
                <a:gd name="T48" fmla="*/ 693 w 693"/>
                <a:gd name="T49" fmla="*/ 339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3" h="766">
                  <a:moveTo>
                    <a:pt x="693" y="339"/>
                  </a:moveTo>
                  <a:lnTo>
                    <a:pt x="693" y="213"/>
                  </a:lnTo>
                  <a:cubicBezTo>
                    <a:pt x="693" y="185"/>
                    <a:pt x="677" y="159"/>
                    <a:pt x="652" y="147"/>
                  </a:cubicBezTo>
                  <a:lnTo>
                    <a:pt x="380" y="8"/>
                  </a:lnTo>
                  <a:cubicBezTo>
                    <a:pt x="370" y="3"/>
                    <a:pt x="358" y="0"/>
                    <a:pt x="346" y="0"/>
                  </a:cubicBezTo>
                  <a:cubicBezTo>
                    <a:pt x="335" y="0"/>
                    <a:pt x="323" y="3"/>
                    <a:pt x="312" y="8"/>
                  </a:cubicBezTo>
                  <a:lnTo>
                    <a:pt x="312" y="8"/>
                  </a:lnTo>
                  <a:lnTo>
                    <a:pt x="41" y="147"/>
                  </a:lnTo>
                  <a:cubicBezTo>
                    <a:pt x="16" y="159"/>
                    <a:pt x="0" y="185"/>
                    <a:pt x="0" y="213"/>
                  </a:cubicBezTo>
                  <a:lnTo>
                    <a:pt x="0" y="580"/>
                  </a:lnTo>
                  <a:cubicBezTo>
                    <a:pt x="0" y="608"/>
                    <a:pt x="16" y="634"/>
                    <a:pt x="41" y="647"/>
                  </a:cubicBezTo>
                  <a:lnTo>
                    <a:pt x="276" y="766"/>
                  </a:lnTo>
                  <a:lnTo>
                    <a:pt x="291" y="737"/>
                  </a:lnTo>
                  <a:lnTo>
                    <a:pt x="56" y="617"/>
                  </a:lnTo>
                  <a:cubicBezTo>
                    <a:pt x="42" y="610"/>
                    <a:pt x="33" y="596"/>
                    <a:pt x="33" y="580"/>
                  </a:cubicBezTo>
                  <a:lnTo>
                    <a:pt x="33" y="213"/>
                  </a:lnTo>
                  <a:cubicBezTo>
                    <a:pt x="33" y="198"/>
                    <a:pt x="42" y="184"/>
                    <a:pt x="56" y="176"/>
                  </a:cubicBezTo>
                  <a:lnTo>
                    <a:pt x="328" y="38"/>
                  </a:lnTo>
                  <a:lnTo>
                    <a:pt x="328" y="38"/>
                  </a:lnTo>
                  <a:cubicBezTo>
                    <a:pt x="334" y="35"/>
                    <a:pt x="340" y="33"/>
                    <a:pt x="346" y="33"/>
                  </a:cubicBezTo>
                  <a:cubicBezTo>
                    <a:pt x="353" y="33"/>
                    <a:pt x="359" y="35"/>
                    <a:pt x="365" y="38"/>
                  </a:cubicBezTo>
                  <a:lnTo>
                    <a:pt x="637" y="176"/>
                  </a:lnTo>
                  <a:cubicBezTo>
                    <a:pt x="651" y="184"/>
                    <a:pt x="660" y="198"/>
                    <a:pt x="660" y="213"/>
                  </a:cubicBezTo>
                  <a:lnTo>
                    <a:pt x="660" y="339"/>
                  </a:lnTo>
                  <a:lnTo>
                    <a:pt x="693" y="33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7" name="Freeform 15">
              <a:extLst>
                <a:ext uri="{FF2B5EF4-FFF2-40B4-BE49-F238E27FC236}">
                  <a16:creationId xmlns:a16="http://schemas.microsoft.com/office/drawing/2014/main" id="{51F9745F-FD31-5D49-351F-E2D68EE19C29}"/>
                </a:ext>
              </a:extLst>
            </p:cNvPr>
            <p:cNvSpPr>
              <a:spLocks/>
            </p:cNvSpPr>
            <p:nvPr/>
          </p:nvSpPr>
          <p:spPr bwMode="auto">
            <a:xfrm>
              <a:off x="8420101" y="6557963"/>
              <a:ext cx="134938" cy="39688"/>
            </a:xfrm>
            <a:custGeom>
              <a:avLst/>
              <a:gdLst>
                <a:gd name="T0" fmla="*/ 642 w 657"/>
                <a:gd name="T1" fmla="*/ 0 h 188"/>
                <a:gd name="T2" fmla="*/ 347 w 657"/>
                <a:gd name="T3" fmla="*/ 150 h 188"/>
                <a:gd name="T4" fmla="*/ 328 w 657"/>
                <a:gd name="T5" fmla="*/ 155 h 188"/>
                <a:gd name="T6" fmla="*/ 310 w 657"/>
                <a:gd name="T7" fmla="*/ 150 h 188"/>
                <a:gd name="T8" fmla="*/ 15 w 657"/>
                <a:gd name="T9" fmla="*/ 0 h 188"/>
                <a:gd name="T10" fmla="*/ 0 w 657"/>
                <a:gd name="T11" fmla="*/ 30 h 188"/>
                <a:gd name="T12" fmla="*/ 294 w 657"/>
                <a:gd name="T13" fmla="*/ 180 h 188"/>
                <a:gd name="T14" fmla="*/ 328 w 657"/>
                <a:gd name="T15" fmla="*/ 188 h 188"/>
                <a:gd name="T16" fmla="*/ 362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8" y="155"/>
                  </a:cubicBezTo>
                  <a:cubicBezTo>
                    <a:pt x="322" y="155"/>
                    <a:pt x="315" y="153"/>
                    <a:pt x="310" y="150"/>
                  </a:cubicBezTo>
                  <a:lnTo>
                    <a:pt x="15" y="0"/>
                  </a:lnTo>
                  <a:lnTo>
                    <a:pt x="0" y="30"/>
                  </a:lnTo>
                  <a:lnTo>
                    <a:pt x="294" y="180"/>
                  </a:lnTo>
                  <a:cubicBezTo>
                    <a:pt x="305" y="186"/>
                    <a:pt x="317" y="188"/>
                    <a:pt x="328" y="188"/>
                  </a:cubicBezTo>
                  <a:cubicBezTo>
                    <a:pt x="340" y="188"/>
                    <a:pt x="352" y="186"/>
                    <a:pt x="362" y="180"/>
                  </a:cubicBezTo>
                  <a:lnTo>
                    <a:pt x="657" y="30"/>
                  </a:lnTo>
                  <a:lnTo>
                    <a:pt x="64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8" name="Freeform 16">
              <a:extLst>
                <a:ext uri="{FF2B5EF4-FFF2-40B4-BE49-F238E27FC236}">
                  <a16:creationId xmlns:a16="http://schemas.microsoft.com/office/drawing/2014/main" id="{754E8922-DC3F-D2A2-1165-BF7DFDCAEEAF}"/>
                </a:ext>
              </a:extLst>
            </p:cNvPr>
            <p:cNvSpPr>
              <a:spLocks/>
            </p:cNvSpPr>
            <p:nvPr/>
          </p:nvSpPr>
          <p:spPr bwMode="auto">
            <a:xfrm>
              <a:off x="8483601" y="6594475"/>
              <a:ext cx="7938" cy="88900"/>
            </a:xfrm>
            <a:custGeom>
              <a:avLst/>
              <a:gdLst>
                <a:gd name="T0" fmla="*/ 0 w 33"/>
                <a:gd name="T1" fmla="*/ 0 h 438"/>
                <a:gd name="T2" fmla="*/ 0 w 33"/>
                <a:gd name="T3" fmla="*/ 438 h 438"/>
                <a:gd name="T4" fmla="*/ 33 w 33"/>
                <a:gd name="T5" fmla="*/ 438 h 438"/>
                <a:gd name="T6" fmla="*/ 33 w 33"/>
                <a:gd name="T7" fmla="*/ 0 h 438"/>
              </a:gdLst>
              <a:ahLst/>
              <a:cxnLst>
                <a:cxn ang="0">
                  <a:pos x="T0" y="T1"/>
                </a:cxn>
                <a:cxn ang="0">
                  <a:pos x="T2" y="T3"/>
                </a:cxn>
                <a:cxn ang="0">
                  <a:pos x="T4" y="T5"/>
                </a:cxn>
                <a:cxn ang="0">
                  <a:pos x="T6" y="T7"/>
                </a:cxn>
              </a:cxnLst>
              <a:rect l="0" t="0" r="r" b="b"/>
              <a:pathLst>
                <a:path w="33" h="438">
                  <a:moveTo>
                    <a:pt x="0" y="0"/>
                  </a:moveTo>
                  <a:lnTo>
                    <a:pt x="0" y="438"/>
                  </a:lnTo>
                  <a:lnTo>
                    <a:pt x="33" y="438"/>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9" name="Freeform 17">
              <a:extLst>
                <a:ext uri="{FF2B5EF4-FFF2-40B4-BE49-F238E27FC236}">
                  <a16:creationId xmlns:a16="http://schemas.microsoft.com/office/drawing/2014/main" id="{2CA6E6C5-6FEB-7D51-F23E-CBD6DEB3F337}"/>
                </a:ext>
              </a:extLst>
            </p:cNvPr>
            <p:cNvSpPr>
              <a:spLocks/>
            </p:cNvSpPr>
            <p:nvPr/>
          </p:nvSpPr>
          <p:spPr bwMode="auto">
            <a:xfrm>
              <a:off x="8483601" y="6592888"/>
              <a:ext cx="142875" cy="130175"/>
            </a:xfrm>
            <a:custGeom>
              <a:avLst/>
              <a:gdLst>
                <a:gd name="T0" fmla="*/ 320 w 693"/>
                <a:gd name="T1" fmla="*/ 23 h 632"/>
                <a:gd name="T2" fmla="*/ 312 w 693"/>
                <a:gd name="T3" fmla="*/ 8 h 632"/>
                <a:gd name="T4" fmla="*/ 41 w 693"/>
                <a:gd name="T5" fmla="*/ 147 h 632"/>
                <a:gd name="T6" fmla="*/ 0 w 693"/>
                <a:gd name="T7" fmla="*/ 213 h 632"/>
                <a:gd name="T8" fmla="*/ 0 w 693"/>
                <a:gd name="T9" fmla="*/ 419 h 632"/>
                <a:gd name="T10" fmla="*/ 41 w 693"/>
                <a:gd name="T11" fmla="*/ 486 h 632"/>
                <a:gd name="T12" fmla="*/ 312 w 693"/>
                <a:gd name="T13" fmla="*/ 624 h 632"/>
                <a:gd name="T14" fmla="*/ 346 w 693"/>
                <a:gd name="T15" fmla="*/ 632 h 632"/>
                <a:gd name="T16" fmla="*/ 380 w 693"/>
                <a:gd name="T17" fmla="*/ 624 h 632"/>
                <a:gd name="T18" fmla="*/ 652 w 693"/>
                <a:gd name="T19" fmla="*/ 486 h 632"/>
                <a:gd name="T20" fmla="*/ 693 w 693"/>
                <a:gd name="T21" fmla="*/ 419 h 632"/>
                <a:gd name="T22" fmla="*/ 693 w 693"/>
                <a:gd name="T23" fmla="*/ 213 h 632"/>
                <a:gd name="T24" fmla="*/ 652 w 693"/>
                <a:gd name="T25" fmla="*/ 147 h 632"/>
                <a:gd name="T26" fmla="*/ 380 w 693"/>
                <a:gd name="T27" fmla="*/ 8 h 632"/>
                <a:gd name="T28" fmla="*/ 346 w 693"/>
                <a:gd name="T29" fmla="*/ 0 h 632"/>
                <a:gd name="T30" fmla="*/ 312 w 693"/>
                <a:gd name="T31" fmla="*/ 8 h 632"/>
                <a:gd name="T32" fmla="*/ 312 w 693"/>
                <a:gd name="T33" fmla="*/ 8 h 632"/>
                <a:gd name="T34" fmla="*/ 320 w 693"/>
                <a:gd name="T35" fmla="*/ 23 h 632"/>
                <a:gd name="T36" fmla="*/ 328 w 693"/>
                <a:gd name="T37" fmla="*/ 38 h 632"/>
                <a:gd name="T38" fmla="*/ 346 w 693"/>
                <a:gd name="T39" fmla="*/ 33 h 632"/>
                <a:gd name="T40" fmla="*/ 365 w 693"/>
                <a:gd name="T41" fmla="*/ 38 h 632"/>
                <a:gd name="T42" fmla="*/ 637 w 693"/>
                <a:gd name="T43" fmla="*/ 176 h 632"/>
                <a:gd name="T44" fmla="*/ 660 w 693"/>
                <a:gd name="T45" fmla="*/ 213 h 632"/>
                <a:gd name="T46" fmla="*/ 660 w 693"/>
                <a:gd name="T47" fmla="*/ 419 h 632"/>
                <a:gd name="T48" fmla="*/ 637 w 693"/>
                <a:gd name="T49" fmla="*/ 456 h 632"/>
                <a:gd name="T50" fmla="*/ 365 w 693"/>
                <a:gd name="T51" fmla="*/ 595 h 632"/>
                <a:gd name="T52" fmla="*/ 346 w 693"/>
                <a:gd name="T53" fmla="*/ 599 h 632"/>
                <a:gd name="T54" fmla="*/ 327 w 693"/>
                <a:gd name="T55" fmla="*/ 595 h 632"/>
                <a:gd name="T56" fmla="*/ 56 w 693"/>
                <a:gd name="T57" fmla="*/ 456 h 632"/>
                <a:gd name="T58" fmla="*/ 33 w 693"/>
                <a:gd name="T59" fmla="*/ 419 h 632"/>
                <a:gd name="T60" fmla="*/ 33 w 693"/>
                <a:gd name="T61" fmla="*/ 213 h 632"/>
                <a:gd name="T62" fmla="*/ 56 w 693"/>
                <a:gd name="T63" fmla="*/ 176 h 632"/>
                <a:gd name="T64" fmla="*/ 327 w 693"/>
                <a:gd name="T65" fmla="*/ 38 h 632"/>
                <a:gd name="T66" fmla="*/ 328 w 693"/>
                <a:gd name="T67" fmla="*/ 38 h 632"/>
                <a:gd name="T68" fmla="*/ 320 w 693"/>
                <a:gd name="T69" fmla="*/ 23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3" h="632">
                  <a:moveTo>
                    <a:pt x="320" y="23"/>
                  </a:moveTo>
                  <a:lnTo>
                    <a:pt x="312" y="8"/>
                  </a:lnTo>
                  <a:lnTo>
                    <a:pt x="41" y="147"/>
                  </a:lnTo>
                  <a:cubicBezTo>
                    <a:pt x="15" y="160"/>
                    <a:pt x="0" y="185"/>
                    <a:pt x="0" y="213"/>
                  </a:cubicBezTo>
                  <a:lnTo>
                    <a:pt x="0" y="419"/>
                  </a:lnTo>
                  <a:cubicBezTo>
                    <a:pt x="0" y="447"/>
                    <a:pt x="15" y="473"/>
                    <a:pt x="41" y="486"/>
                  </a:cubicBezTo>
                  <a:lnTo>
                    <a:pt x="312" y="624"/>
                  </a:lnTo>
                  <a:cubicBezTo>
                    <a:pt x="323" y="630"/>
                    <a:pt x="335" y="632"/>
                    <a:pt x="346" y="632"/>
                  </a:cubicBezTo>
                  <a:cubicBezTo>
                    <a:pt x="358" y="632"/>
                    <a:pt x="370" y="630"/>
                    <a:pt x="380" y="624"/>
                  </a:cubicBezTo>
                  <a:lnTo>
                    <a:pt x="652" y="486"/>
                  </a:lnTo>
                  <a:cubicBezTo>
                    <a:pt x="677" y="473"/>
                    <a:pt x="693" y="447"/>
                    <a:pt x="693" y="419"/>
                  </a:cubicBezTo>
                  <a:lnTo>
                    <a:pt x="693" y="213"/>
                  </a:lnTo>
                  <a:cubicBezTo>
                    <a:pt x="693" y="185"/>
                    <a:pt x="677" y="160"/>
                    <a:pt x="652" y="147"/>
                  </a:cubicBezTo>
                  <a:lnTo>
                    <a:pt x="380" y="8"/>
                  </a:lnTo>
                  <a:cubicBezTo>
                    <a:pt x="370" y="3"/>
                    <a:pt x="358" y="0"/>
                    <a:pt x="346" y="0"/>
                  </a:cubicBezTo>
                  <a:cubicBezTo>
                    <a:pt x="335" y="0"/>
                    <a:pt x="323" y="3"/>
                    <a:pt x="312" y="8"/>
                  </a:cubicBezTo>
                  <a:lnTo>
                    <a:pt x="312" y="8"/>
                  </a:lnTo>
                  <a:lnTo>
                    <a:pt x="320" y="23"/>
                  </a:lnTo>
                  <a:lnTo>
                    <a:pt x="328" y="38"/>
                  </a:lnTo>
                  <a:cubicBezTo>
                    <a:pt x="333" y="35"/>
                    <a:pt x="340" y="33"/>
                    <a:pt x="346" y="33"/>
                  </a:cubicBezTo>
                  <a:cubicBezTo>
                    <a:pt x="353" y="33"/>
                    <a:pt x="359" y="35"/>
                    <a:pt x="365" y="38"/>
                  </a:cubicBezTo>
                  <a:lnTo>
                    <a:pt x="637" y="176"/>
                  </a:lnTo>
                  <a:cubicBezTo>
                    <a:pt x="651" y="184"/>
                    <a:pt x="660" y="198"/>
                    <a:pt x="660" y="213"/>
                  </a:cubicBezTo>
                  <a:lnTo>
                    <a:pt x="660" y="419"/>
                  </a:lnTo>
                  <a:cubicBezTo>
                    <a:pt x="660" y="435"/>
                    <a:pt x="651" y="449"/>
                    <a:pt x="637" y="456"/>
                  </a:cubicBezTo>
                  <a:lnTo>
                    <a:pt x="365" y="595"/>
                  </a:lnTo>
                  <a:cubicBezTo>
                    <a:pt x="359" y="598"/>
                    <a:pt x="353" y="599"/>
                    <a:pt x="346" y="599"/>
                  </a:cubicBezTo>
                  <a:cubicBezTo>
                    <a:pt x="340" y="599"/>
                    <a:pt x="333" y="598"/>
                    <a:pt x="327" y="595"/>
                  </a:cubicBezTo>
                  <a:lnTo>
                    <a:pt x="56" y="456"/>
                  </a:lnTo>
                  <a:cubicBezTo>
                    <a:pt x="42" y="449"/>
                    <a:pt x="33" y="435"/>
                    <a:pt x="33" y="419"/>
                  </a:cubicBezTo>
                  <a:lnTo>
                    <a:pt x="33" y="213"/>
                  </a:lnTo>
                  <a:cubicBezTo>
                    <a:pt x="33" y="198"/>
                    <a:pt x="42" y="184"/>
                    <a:pt x="56" y="176"/>
                  </a:cubicBezTo>
                  <a:lnTo>
                    <a:pt x="327" y="38"/>
                  </a:lnTo>
                  <a:lnTo>
                    <a:pt x="328" y="38"/>
                  </a:lnTo>
                  <a:lnTo>
                    <a:pt x="32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0" name="Freeform 18">
              <a:extLst>
                <a:ext uri="{FF2B5EF4-FFF2-40B4-BE49-F238E27FC236}">
                  <a16:creationId xmlns:a16="http://schemas.microsoft.com/office/drawing/2014/main" id="{F2987733-6A73-14A4-830A-33A85B68ADCF}"/>
                </a:ext>
              </a:extLst>
            </p:cNvPr>
            <p:cNvSpPr>
              <a:spLocks/>
            </p:cNvSpPr>
            <p:nvPr/>
          </p:nvSpPr>
          <p:spPr bwMode="auto">
            <a:xfrm>
              <a:off x="8488364" y="6627813"/>
              <a:ext cx="134938" cy="38100"/>
            </a:xfrm>
            <a:custGeom>
              <a:avLst/>
              <a:gdLst>
                <a:gd name="T0" fmla="*/ 642 w 657"/>
                <a:gd name="T1" fmla="*/ 0 h 188"/>
                <a:gd name="T2" fmla="*/ 347 w 657"/>
                <a:gd name="T3" fmla="*/ 150 h 188"/>
                <a:gd name="T4" fmla="*/ 329 w 657"/>
                <a:gd name="T5" fmla="*/ 155 h 188"/>
                <a:gd name="T6" fmla="*/ 310 w 657"/>
                <a:gd name="T7" fmla="*/ 150 h 188"/>
                <a:gd name="T8" fmla="*/ 15 w 657"/>
                <a:gd name="T9" fmla="*/ 0 h 188"/>
                <a:gd name="T10" fmla="*/ 0 w 657"/>
                <a:gd name="T11" fmla="*/ 30 h 188"/>
                <a:gd name="T12" fmla="*/ 295 w 657"/>
                <a:gd name="T13" fmla="*/ 180 h 188"/>
                <a:gd name="T14" fmla="*/ 329 w 657"/>
                <a:gd name="T15" fmla="*/ 188 h 188"/>
                <a:gd name="T16" fmla="*/ 363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9" y="155"/>
                  </a:cubicBezTo>
                  <a:cubicBezTo>
                    <a:pt x="322" y="155"/>
                    <a:pt x="316" y="153"/>
                    <a:pt x="310" y="150"/>
                  </a:cubicBezTo>
                  <a:lnTo>
                    <a:pt x="15" y="0"/>
                  </a:lnTo>
                  <a:lnTo>
                    <a:pt x="0" y="30"/>
                  </a:lnTo>
                  <a:lnTo>
                    <a:pt x="295" y="180"/>
                  </a:lnTo>
                  <a:cubicBezTo>
                    <a:pt x="305" y="186"/>
                    <a:pt x="317" y="188"/>
                    <a:pt x="329" y="188"/>
                  </a:cubicBezTo>
                  <a:cubicBezTo>
                    <a:pt x="340" y="188"/>
                    <a:pt x="352" y="186"/>
                    <a:pt x="363" y="180"/>
                  </a:cubicBezTo>
                  <a:lnTo>
                    <a:pt x="657" y="30"/>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1" name="Freeform 19">
              <a:extLst>
                <a:ext uri="{FF2B5EF4-FFF2-40B4-BE49-F238E27FC236}">
                  <a16:creationId xmlns:a16="http://schemas.microsoft.com/office/drawing/2014/main" id="{E588A73A-C97F-C490-3B86-D533E5FFB884}"/>
                </a:ext>
              </a:extLst>
            </p:cNvPr>
            <p:cNvSpPr>
              <a:spLocks/>
            </p:cNvSpPr>
            <p:nvPr/>
          </p:nvSpPr>
          <p:spPr bwMode="auto">
            <a:xfrm>
              <a:off x="8551864" y="6662738"/>
              <a:ext cx="6350" cy="57150"/>
            </a:xfrm>
            <a:custGeom>
              <a:avLst/>
              <a:gdLst>
                <a:gd name="T0" fmla="*/ 0 w 33"/>
                <a:gd name="T1" fmla="*/ 0 h 277"/>
                <a:gd name="T2" fmla="*/ 0 w 33"/>
                <a:gd name="T3" fmla="*/ 277 h 277"/>
                <a:gd name="T4" fmla="*/ 33 w 33"/>
                <a:gd name="T5" fmla="*/ 277 h 277"/>
                <a:gd name="T6" fmla="*/ 33 w 33"/>
                <a:gd name="T7" fmla="*/ 0 h 277"/>
              </a:gdLst>
              <a:ahLst/>
              <a:cxnLst>
                <a:cxn ang="0">
                  <a:pos x="T0" y="T1"/>
                </a:cxn>
                <a:cxn ang="0">
                  <a:pos x="T2" y="T3"/>
                </a:cxn>
                <a:cxn ang="0">
                  <a:pos x="T4" y="T5"/>
                </a:cxn>
                <a:cxn ang="0">
                  <a:pos x="T6" y="T7"/>
                </a:cxn>
              </a:cxnLst>
              <a:rect l="0" t="0" r="r" b="b"/>
              <a:pathLst>
                <a:path w="33" h="277">
                  <a:moveTo>
                    <a:pt x="0" y="0"/>
                  </a:moveTo>
                  <a:lnTo>
                    <a:pt x="0" y="277"/>
                  </a:lnTo>
                  <a:lnTo>
                    <a:pt x="33" y="277"/>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2" name="Freeform 20">
              <a:extLst>
                <a:ext uri="{FF2B5EF4-FFF2-40B4-BE49-F238E27FC236}">
                  <a16:creationId xmlns:a16="http://schemas.microsoft.com/office/drawing/2014/main" id="{64F54B99-65C6-70FC-5C56-2B8260A9FFF9}"/>
                </a:ext>
              </a:extLst>
            </p:cNvPr>
            <p:cNvSpPr>
              <a:spLocks/>
            </p:cNvSpPr>
            <p:nvPr/>
          </p:nvSpPr>
          <p:spPr bwMode="auto">
            <a:xfrm>
              <a:off x="8348665" y="6432552"/>
              <a:ext cx="142875" cy="212725"/>
            </a:xfrm>
            <a:custGeom>
              <a:avLst/>
              <a:gdLst>
                <a:gd name="T0" fmla="*/ 693 w 693"/>
                <a:gd name="T1" fmla="*/ 459 h 1034"/>
                <a:gd name="T2" fmla="*/ 693 w 693"/>
                <a:gd name="T3" fmla="*/ 214 h 1034"/>
                <a:gd name="T4" fmla="*/ 652 w 693"/>
                <a:gd name="T5" fmla="*/ 147 h 1034"/>
                <a:gd name="T6" fmla="*/ 380 w 693"/>
                <a:gd name="T7" fmla="*/ 9 h 1034"/>
                <a:gd name="T8" fmla="*/ 346 w 693"/>
                <a:gd name="T9" fmla="*/ 0 h 1034"/>
                <a:gd name="T10" fmla="*/ 312 w 693"/>
                <a:gd name="T11" fmla="*/ 9 h 1034"/>
                <a:gd name="T12" fmla="*/ 41 w 693"/>
                <a:gd name="T13" fmla="*/ 147 h 1034"/>
                <a:gd name="T14" fmla="*/ 0 w 693"/>
                <a:gd name="T15" fmla="*/ 214 h 1034"/>
                <a:gd name="T16" fmla="*/ 0 w 693"/>
                <a:gd name="T17" fmla="*/ 848 h 1034"/>
                <a:gd name="T18" fmla="*/ 41 w 693"/>
                <a:gd name="T19" fmla="*/ 914 h 1034"/>
                <a:gd name="T20" fmla="*/ 276 w 693"/>
                <a:gd name="T21" fmla="*/ 1034 h 1034"/>
                <a:gd name="T22" fmla="*/ 291 w 693"/>
                <a:gd name="T23" fmla="*/ 1005 h 1034"/>
                <a:gd name="T24" fmla="*/ 56 w 693"/>
                <a:gd name="T25" fmla="*/ 885 h 1034"/>
                <a:gd name="T26" fmla="*/ 33 w 693"/>
                <a:gd name="T27" fmla="*/ 848 h 1034"/>
                <a:gd name="T28" fmla="*/ 33 w 693"/>
                <a:gd name="T29" fmla="*/ 214 h 1034"/>
                <a:gd name="T30" fmla="*/ 56 w 693"/>
                <a:gd name="T31" fmla="*/ 177 h 1034"/>
                <a:gd name="T32" fmla="*/ 327 w 693"/>
                <a:gd name="T33" fmla="*/ 38 h 1034"/>
                <a:gd name="T34" fmla="*/ 346 w 693"/>
                <a:gd name="T35" fmla="*/ 34 h 1034"/>
                <a:gd name="T36" fmla="*/ 365 w 693"/>
                <a:gd name="T37" fmla="*/ 38 h 1034"/>
                <a:gd name="T38" fmla="*/ 637 w 693"/>
                <a:gd name="T39" fmla="*/ 177 h 1034"/>
                <a:gd name="T40" fmla="*/ 660 w 693"/>
                <a:gd name="T41" fmla="*/ 214 h 1034"/>
                <a:gd name="T42" fmla="*/ 660 w 693"/>
                <a:gd name="T43" fmla="*/ 459 h 1034"/>
                <a:gd name="T44" fmla="*/ 693 w 693"/>
                <a:gd name="T45" fmla="*/ 459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93" h="1034">
                  <a:moveTo>
                    <a:pt x="693" y="459"/>
                  </a:moveTo>
                  <a:lnTo>
                    <a:pt x="693" y="214"/>
                  </a:lnTo>
                  <a:cubicBezTo>
                    <a:pt x="693" y="185"/>
                    <a:pt x="677" y="160"/>
                    <a:pt x="652" y="147"/>
                  </a:cubicBezTo>
                  <a:lnTo>
                    <a:pt x="380" y="9"/>
                  </a:lnTo>
                  <a:cubicBezTo>
                    <a:pt x="369" y="3"/>
                    <a:pt x="358" y="0"/>
                    <a:pt x="346" y="0"/>
                  </a:cubicBezTo>
                  <a:cubicBezTo>
                    <a:pt x="335" y="0"/>
                    <a:pt x="323" y="3"/>
                    <a:pt x="312" y="9"/>
                  </a:cubicBezTo>
                  <a:lnTo>
                    <a:pt x="41" y="147"/>
                  </a:lnTo>
                  <a:cubicBezTo>
                    <a:pt x="15" y="160"/>
                    <a:pt x="0" y="186"/>
                    <a:pt x="0" y="214"/>
                  </a:cubicBezTo>
                  <a:lnTo>
                    <a:pt x="0" y="848"/>
                  </a:lnTo>
                  <a:cubicBezTo>
                    <a:pt x="0" y="876"/>
                    <a:pt x="15" y="902"/>
                    <a:pt x="41" y="914"/>
                  </a:cubicBezTo>
                  <a:lnTo>
                    <a:pt x="276" y="1034"/>
                  </a:lnTo>
                  <a:lnTo>
                    <a:pt x="291" y="1005"/>
                  </a:lnTo>
                  <a:lnTo>
                    <a:pt x="56" y="885"/>
                  </a:lnTo>
                  <a:cubicBezTo>
                    <a:pt x="42" y="878"/>
                    <a:pt x="33" y="863"/>
                    <a:pt x="33" y="848"/>
                  </a:cubicBezTo>
                  <a:lnTo>
                    <a:pt x="33" y="214"/>
                  </a:lnTo>
                  <a:cubicBezTo>
                    <a:pt x="33" y="198"/>
                    <a:pt x="42" y="184"/>
                    <a:pt x="56" y="177"/>
                  </a:cubicBezTo>
                  <a:lnTo>
                    <a:pt x="327" y="38"/>
                  </a:lnTo>
                  <a:cubicBezTo>
                    <a:pt x="333" y="35"/>
                    <a:pt x="340" y="34"/>
                    <a:pt x="346" y="34"/>
                  </a:cubicBezTo>
                  <a:cubicBezTo>
                    <a:pt x="353" y="34"/>
                    <a:pt x="359" y="35"/>
                    <a:pt x="365" y="38"/>
                  </a:cubicBezTo>
                  <a:lnTo>
                    <a:pt x="637" y="177"/>
                  </a:lnTo>
                  <a:cubicBezTo>
                    <a:pt x="651" y="184"/>
                    <a:pt x="660" y="198"/>
                    <a:pt x="660" y="214"/>
                  </a:cubicBezTo>
                  <a:lnTo>
                    <a:pt x="660" y="459"/>
                  </a:lnTo>
                  <a:lnTo>
                    <a:pt x="693" y="45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3" name="Freeform 21">
              <a:extLst>
                <a:ext uri="{FF2B5EF4-FFF2-40B4-BE49-F238E27FC236}">
                  <a16:creationId xmlns:a16="http://schemas.microsoft.com/office/drawing/2014/main" id="{F28658EE-AFB2-A380-E6E5-3DC55C0DE85A}"/>
                </a:ext>
              </a:extLst>
            </p:cNvPr>
            <p:cNvSpPr>
              <a:spLocks/>
            </p:cNvSpPr>
            <p:nvPr/>
          </p:nvSpPr>
          <p:spPr bwMode="auto">
            <a:xfrm>
              <a:off x="8351839" y="6467475"/>
              <a:ext cx="134938" cy="39688"/>
            </a:xfrm>
            <a:custGeom>
              <a:avLst/>
              <a:gdLst>
                <a:gd name="T0" fmla="*/ 642 w 657"/>
                <a:gd name="T1" fmla="*/ 0 h 188"/>
                <a:gd name="T2" fmla="*/ 347 w 657"/>
                <a:gd name="T3" fmla="*/ 150 h 188"/>
                <a:gd name="T4" fmla="*/ 328 w 657"/>
                <a:gd name="T5" fmla="*/ 154 h 188"/>
                <a:gd name="T6" fmla="*/ 309 w 657"/>
                <a:gd name="T7" fmla="*/ 150 h 188"/>
                <a:gd name="T8" fmla="*/ 15 w 657"/>
                <a:gd name="T9" fmla="*/ 0 h 188"/>
                <a:gd name="T10" fmla="*/ 0 w 657"/>
                <a:gd name="T11" fmla="*/ 29 h 188"/>
                <a:gd name="T12" fmla="*/ 294 w 657"/>
                <a:gd name="T13" fmla="*/ 180 h 188"/>
                <a:gd name="T14" fmla="*/ 328 w 657"/>
                <a:gd name="T15" fmla="*/ 188 h 188"/>
                <a:gd name="T16" fmla="*/ 362 w 657"/>
                <a:gd name="T17" fmla="*/ 180 h 188"/>
                <a:gd name="T18" fmla="*/ 657 w 657"/>
                <a:gd name="T19" fmla="*/ 29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4"/>
                    <a:pt x="328" y="154"/>
                  </a:cubicBezTo>
                  <a:cubicBezTo>
                    <a:pt x="322" y="154"/>
                    <a:pt x="316" y="153"/>
                    <a:pt x="309" y="150"/>
                  </a:cubicBezTo>
                  <a:lnTo>
                    <a:pt x="15" y="0"/>
                  </a:lnTo>
                  <a:lnTo>
                    <a:pt x="0" y="29"/>
                  </a:lnTo>
                  <a:lnTo>
                    <a:pt x="294" y="180"/>
                  </a:lnTo>
                  <a:cubicBezTo>
                    <a:pt x="305" y="185"/>
                    <a:pt x="317" y="188"/>
                    <a:pt x="328" y="188"/>
                  </a:cubicBezTo>
                  <a:cubicBezTo>
                    <a:pt x="340" y="188"/>
                    <a:pt x="352" y="185"/>
                    <a:pt x="362" y="180"/>
                  </a:cubicBezTo>
                  <a:lnTo>
                    <a:pt x="657" y="29"/>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4" name="Freeform 22">
              <a:extLst>
                <a:ext uri="{FF2B5EF4-FFF2-40B4-BE49-F238E27FC236}">
                  <a16:creationId xmlns:a16="http://schemas.microsoft.com/office/drawing/2014/main" id="{B683E471-9C53-FA3F-A006-AF7911110AB8}"/>
                </a:ext>
              </a:extLst>
            </p:cNvPr>
            <p:cNvSpPr>
              <a:spLocks/>
            </p:cNvSpPr>
            <p:nvPr/>
          </p:nvSpPr>
          <p:spPr bwMode="auto">
            <a:xfrm>
              <a:off x="8416926" y="6502400"/>
              <a:ext cx="6350" cy="146050"/>
            </a:xfrm>
            <a:custGeom>
              <a:avLst/>
              <a:gdLst>
                <a:gd name="T0" fmla="*/ 0 w 33"/>
                <a:gd name="T1" fmla="*/ 0 h 705"/>
                <a:gd name="T2" fmla="*/ 0 w 33"/>
                <a:gd name="T3" fmla="*/ 705 h 705"/>
                <a:gd name="T4" fmla="*/ 33 w 33"/>
                <a:gd name="T5" fmla="*/ 705 h 705"/>
                <a:gd name="T6" fmla="*/ 33 w 33"/>
                <a:gd name="T7" fmla="*/ 0 h 705"/>
              </a:gdLst>
              <a:ahLst/>
              <a:cxnLst>
                <a:cxn ang="0">
                  <a:pos x="T0" y="T1"/>
                </a:cxn>
                <a:cxn ang="0">
                  <a:pos x="T2" y="T3"/>
                </a:cxn>
                <a:cxn ang="0">
                  <a:pos x="T4" y="T5"/>
                </a:cxn>
                <a:cxn ang="0">
                  <a:pos x="T6" y="T7"/>
                </a:cxn>
              </a:cxnLst>
              <a:rect l="0" t="0" r="r" b="b"/>
              <a:pathLst>
                <a:path w="33" h="705">
                  <a:moveTo>
                    <a:pt x="0" y="0"/>
                  </a:moveTo>
                  <a:lnTo>
                    <a:pt x="0" y="705"/>
                  </a:lnTo>
                  <a:lnTo>
                    <a:pt x="33" y="705"/>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 name="Plan4" descr="{&quot;Key&quot;:&quot;POWER_USER_SHAPE_ICON&quot;,&quot;Value&quot;:&quot;POWER_USER_SHAPE_ICON_STYLE_1&quot;}">
            <a:extLst>
              <a:ext uri="{FF2B5EF4-FFF2-40B4-BE49-F238E27FC236}">
                <a16:creationId xmlns:a16="http://schemas.microsoft.com/office/drawing/2014/main" id="{80EF6161-942B-E213-0DF8-9B7EC10A1369}"/>
              </a:ext>
            </a:extLst>
          </p:cNvPr>
          <p:cNvGrpSpPr>
            <a:grpSpLocks noChangeAspect="1"/>
          </p:cNvGrpSpPr>
          <p:nvPr/>
        </p:nvGrpSpPr>
        <p:grpSpPr>
          <a:xfrm>
            <a:off x="5524549" y="1319420"/>
            <a:ext cx="423823" cy="387116"/>
            <a:chOff x="5493514" y="2884493"/>
            <a:chExt cx="1193607" cy="1090231"/>
          </a:xfrm>
          <a:solidFill>
            <a:schemeClr val="accent2"/>
          </a:solidFill>
        </p:grpSpPr>
        <p:sp>
          <p:nvSpPr>
            <p:cNvPr id="4" name="Forme libre : forme 3471">
              <a:extLst>
                <a:ext uri="{FF2B5EF4-FFF2-40B4-BE49-F238E27FC236}">
                  <a16:creationId xmlns:a16="http://schemas.microsoft.com/office/drawing/2014/main" id="{C73805B2-F0C9-0092-7B44-CA236F8CE8AC}"/>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5" name="Forme libre : forme 3472">
              <a:extLst>
                <a:ext uri="{FF2B5EF4-FFF2-40B4-BE49-F238E27FC236}">
                  <a16:creationId xmlns:a16="http://schemas.microsoft.com/office/drawing/2014/main" id="{152798C8-88BA-B47B-1A92-5BD8B8459C58}"/>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7" name="Forme libre : forme 3473">
              <a:extLst>
                <a:ext uri="{FF2B5EF4-FFF2-40B4-BE49-F238E27FC236}">
                  <a16:creationId xmlns:a16="http://schemas.microsoft.com/office/drawing/2014/main" id="{2F217DA3-48D3-8129-6F5D-36E154F527E8}"/>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751468860"/>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Customer journey 04</a:t>
            </a:r>
          </a:p>
        </p:txBody>
      </p:sp>
      <p:grpSp>
        <p:nvGrpSpPr>
          <p:cNvPr id="68" name="Group 67"/>
          <p:cNvGrpSpPr>
            <a:grpSpLocks noChangeAspect="1"/>
          </p:cNvGrpSpPr>
          <p:nvPr/>
        </p:nvGrpSpPr>
        <p:grpSpPr>
          <a:xfrm>
            <a:off x="9263095" y="2091312"/>
            <a:ext cx="1960098" cy="1536049"/>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2091312"/>
            <a:ext cx="8748215" cy="0"/>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1979638" y="3627309"/>
            <a:ext cx="8280000" cy="53"/>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1978649" y="5163305"/>
            <a:ext cx="8280000" cy="53"/>
          </a:xfrm>
          <a:prstGeom prst="line">
            <a:avLst/>
          </a:prstGeom>
          <a:ln w="254000">
            <a:solidFill>
              <a:srgbClr val="7F7F7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55" name="Group 154"/>
          <p:cNvGrpSpPr>
            <a:grpSpLocks noChangeAspect="1"/>
          </p:cNvGrpSpPr>
          <p:nvPr/>
        </p:nvGrpSpPr>
        <p:grpSpPr>
          <a:xfrm rot="10800000">
            <a:off x="1036580" y="3627309"/>
            <a:ext cx="1960098" cy="1536049"/>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Group 2">
            <a:extLst>
              <a:ext uri="{FF2B5EF4-FFF2-40B4-BE49-F238E27FC236}">
                <a16:creationId xmlns:a16="http://schemas.microsoft.com/office/drawing/2014/main" id="{73162D52-614A-6314-1AB9-712F174B2BE8}"/>
              </a:ext>
            </a:extLst>
          </p:cNvPr>
          <p:cNvGrpSpPr/>
          <p:nvPr/>
        </p:nvGrpSpPr>
        <p:grpSpPr>
          <a:xfrm>
            <a:off x="1036578" y="2091237"/>
            <a:ext cx="10186613" cy="3072046"/>
            <a:chOff x="1188980" y="2243712"/>
            <a:chExt cx="10186613" cy="3072046"/>
          </a:xfrm>
        </p:grpSpPr>
        <p:grpSp>
          <p:nvGrpSpPr>
            <p:cNvPr id="142" name="Group 141">
              <a:extLst>
                <a:ext uri="{FF2B5EF4-FFF2-40B4-BE49-F238E27FC236}">
                  <a16:creationId xmlns:a16="http://schemas.microsoft.com/office/drawing/2014/main" id="{07CC209C-AFD4-3468-524E-46DD31B1EF24}"/>
                </a:ext>
              </a:extLst>
            </p:cNvPr>
            <p:cNvGrpSpPr>
              <a:grpSpLocks noChangeAspect="1"/>
            </p:cNvGrpSpPr>
            <p:nvPr/>
          </p:nvGrpSpPr>
          <p:grpSpPr>
            <a:xfrm>
              <a:off x="9415495" y="2243712"/>
              <a:ext cx="1960098" cy="1536049"/>
              <a:chOff x="9268877" y="1596791"/>
              <a:chExt cx="1005840" cy="1014737"/>
            </a:xfrm>
          </p:grpSpPr>
          <p:sp>
            <p:nvSpPr>
              <p:cNvPr id="143" name="Arc 142">
                <a:extLst>
                  <a:ext uri="{FF2B5EF4-FFF2-40B4-BE49-F238E27FC236}">
                    <a16:creationId xmlns:a16="http://schemas.microsoft.com/office/drawing/2014/main" id="{59083A38-80EC-F626-08FB-56FB834DC221}"/>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Arc 143">
                <a:extLst>
                  <a:ext uri="{FF2B5EF4-FFF2-40B4-BE49-F238E27FC236}">
                    <a16:creationId xmlns:a16="http://schemas.microsoft.com/office/drawing/2014/main" id="{F75F7EAD-70FF-81FF-81EA-B0F75A442FAF}"/>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45" name="Straight Connector 144">
              <a:extLst>
                <a:ext uri="{FF2B5EF4-FFF2-40B4-BE49-F238E27FC236}">
                  <a16:creationId xmlns:a16="http://schemas.microsoft.com/office/drawing/2014/main" id="{5EBEF3EC-A90E-D453-D015-289D42DF78A5}"/>
                </a:ext>
              </a:extLst>
            </p:cNvPr>
            <p:cNvCxnSpPr/>
            <p:nvPr/>
          </p:nvCxnSpPr>
          <p:spPr>
            <a:xfrm>
              <a:off x="1661844" y="2243712"/>
              <a:ext cx="8748215"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32D8E0E0-2C1C-C75D-A8DD-7135800494D3}"/>
                </a:ext>
              </a:extLst>
            </p:cNvPr>
            <p:cNvCxnSpPr/>
            <p:nvPr/>
          </p:nvCxnSpPr>
          <p:spPr>
            <a:xfrm flipV="1">
              <a:off x="2132038" y="3779709"/>
              <a:ext cx="8280000" cy="53"/>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64EE32B7-ACC1-4C1D-4D8A-1FFD61095DE7}"/>
                </a:ext>
              </a:extLst>
            </p:cNvPr>
            <p:cNvCxnSpPr/>
            <p:nvPr/>
          </p:nvCxnSpPr>
          <p:spPr>
            <a:xfrm flipV="1">
              <a:off x="2131049" y="5315705"/>
              <a:ext cx="8280000" cy="53"/>
            </a:xfrm>
            <a:prstGeom prst="line">
              <a:avLst/>
            </a:prstGeom>
            <a:ln w="38100">
              <a:solidFill>
                <a:srgbClr val="FFFFFF"/>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48" name="Group 147">
              <a:extLst>
                <a:ext uri="{FF2B5EF4-FFF2-40B4-BE49-F238E27FC236}">
                  <a16:creationId xmlns:a16="http://schemas.microsoft.com/office/drawing/2014/main" id="{1D85504A-618B-07A5-CAE8-2205C66EABC4}"/>
                </a:ext>
              </a:extLst>
            </p:cNvPr>
            <p:cNvGrpSpPr>
              <a:grpSpLocks noChangeAspect="1"/>
            </p:cNvGrpSpPr>
            <p:nvPr/>
          </p:nvGrpSpPr>
          <p:grpSpPr>
            <a:xfrm rot="10800000">
              <a:off x="1188980" y="3779709"/>
              <a:ext cx="1960098" cy="1536049"/>
              <a:chOff x="9268877" y="1596791"/>
              <a:chExt cx="1005840" cy="1014737"/>
            </a:xfrm>
          </p:grpSpPr>
          <p:sp>
            <p:nvSpPr>
              <p:cNvPr id="149" name="Arc 148">
                <a:extLst>
                  <a:ext uri="{FF2B5EF4-FFF2-40B4-BE49-F238E27FC236}">
                    <a16:creationId xmlns:a16="http://schemas.microsoft.com/office/drawing/2014/main" id="{24A9AF2E-4FE1-6E21-0ADC-392B07869C05}"/>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 name="Arc 149">
                <a:extLst>
                  <a:ext uri="{FF2B5EF4-FFF2-40B4-BE49-F238E27FC236}">
                    <a16:creationId xmlns:a16="http://schemas.microsoft.com/office/drawing/2014/main" id="{D38B6261-A03F-0AC1-105C-522530019F1C}"/>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16" name="Oval 15"/>
          <p:cNvSpPr>
            <a:spLocks noChangeAspect="1"/>
          </p:cNvSpPr>
          <p:nvPr/>
        </p:nvSpPr>
        <p:spPr>
          <a:xfrm>
            <a:off x="2547394"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502417"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457441"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 name="TextBox 91"/>
          <p:cNvSpPr txBox="1"/>
          <p:nvPr/>
        </p:nvSpPr>
        <p:spPr>
          <a:xfrm>
            <a:off x="2468421"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440082"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Step 2</a:t>
            </a:r>
          </a:p>
        </p:txBody>
      </p:sp>
      <p:sp>
        <p:nvSpPr>
          <p:cNvPr id="94" name="TextBox 93"/>
          <p:cNvSpPr txBox="1"/>
          <p:nvPr/>
        </p:nvSpPr>
        <p:spPr>
          <a:xfrm>
            <a:off x="8411744"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3"/>
                </a:solidFill>
                <a:effectLst/>
                <a:uLnTx/>
                <a:uFillTx/>
              </a:rPr>
              <a:t>Step 3</a:t>
            </a:r>
          </a:p>
        </p:txBody>
      </p:sp>
      <p:sp>
        <p:nvSpPr>
          <p:cNvPr id="158" name="Oval 157"/>
          <p:cNvSpPr>
            <a:spLocks noChangeAspect="1"/>
          </p:cNvSpPr>
          <p:nvPr/>
        </p:nvSpPr>
        <p:spPr>
          <a:xfrm>
            <a:off x="2547394"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502417"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457441"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468421"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6"/>
                </a:solidFill>
                <a:effectLst/>
                <a:uLnTx/>
                <a:uFillTx/>
              </a:rPr>
              <a:t>Step 6</a:t>
            </a:r>
          </a:p>
        </p:txBody>
      </p:sp>
      <p:sp>
        <p:nvSpPr>
          <p:cNvPr id="162" name="TextBox 161"/>
          <p:cNvSpPr txBox="1"/>
          <p:nvPr/>
        </p:nvSpPr>
        <p:spPr>
          <a:xfrm>
            <a:off x="5440082"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5"/>
                </a:solidFill>
                <a:effectLst/>
                <a:uLnTx/>
                <a:uFillTx/>
              </a:rPr>
              <a:t>Step 5</a:t>
            </a:r>
          </a:p>
        </p:txBody>
      </p:sp>
      <p:sp>
        <p:nvSpPr>
          <p:cNvPr id="165" name="TextBox 164"/>
          <p:cNvSpPr txBox="1"/>
          <p:nvPr/>
        </p:nvSpPr>
        <p:spPr>
          <a:xfrm>
            <a:off x="8410333"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4"/>
                </a:solidFill>
                <a:effectLst/>
                <a:uLnTx/>
                <a:uFillTx/>
              </a:rPr>
              <a:t>Step 4</a:t>
            </a:r>
          </a:p>
        </p:txBody>
      </p:sp>
      <p:sp>
        <p:nvSpPr>
          <p:cNvPr id="167" name="Oval 166"/>
          <p:cNvSpPr>
            <a:spLocks noChangeAspect="1"/>
          </p:cNvSpPr>
          <p:nvPr/>
        </p:nvSpPr>
        <p:spPr>
          <a:xfrm>
            <a:off x="2547394"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502417"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457441"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468421" y="5414152"/>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tx2"/>
                </a:solidFill>
                <a:effectLst/>
                <a:uLnTx/>
                <a:uFillTx/>
              </a:rPr>
              <a:t>Step 7</a:t>
            </a:r>
          </a:p>
        </p:txBody>
      </p:sp>
      <p:sp>
        <p:nvSpPr>
          <p:cNvPr id="171" name="TextBox 170"/>
          <p:cNvSpPr txBox="1"/>
          <p:nvPr/>
        </p:nvSpPr>
        <p:spPr>
          <a:xfrm>
            <a:off x="5440082" y="5416003"/>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lumMod val="60000"/>
                    <a:lumOff val="40000"/>
                  </a:schemeClr>
                </a:solidFill>
                <a:effectLst/>
                <a:uLnTx/>
                <a:uFillTx/>
              </a:rPr>
              <a:t>Step 8</a:t>
            </a:r>
          </a:p>
        </p:txBody>
      </p:sp>
      <p:sp>
        <p:nvSpPr>
          <p:cNvPr id="174" name="TextBox 173"/>
          <p:cNvSpPr txBox="1"/>
          <p:nvPr/>
        </p:nvSpPr>
        <p:spPr>
          <a:xfrm>
            <a:off x="8411744" y="5417854"/>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lumMod val="60000"/>
                    <a:lumOff val="40000"/>
                  </a:schemeClr>
                </a:solidFill>
                <a:effectLst/>
                <a:uLnTx/>
                <a:uFillTx/>
              </a:rPr>
              <a:t>Step 9</a:t>
            </a:r>
          </a:p>
        </p:txBody>
      </p:sp>
      <p:grpSp>
        <p:nvGrpSpPr>
          <p:cNvPr id="106" name="3D_modelling" descr="{&quot;Key&quot;:&quot;POWER_USER_SHAPE_ICON&quot;,&quot;Value&quot;:&quot;POWER_USER_SHAPE_ICON_STYLE_1&quot;}">
            <a:extLst>
              <a:ext uri="{FF2B5EF4-FFF2-40B4-BE49-F238E27FC236}">
                <a16:creationId xmlns:a16="http://schemas.microsoft.com/office/drawing/2014/main" id="{8CD8D637-7EAE-495A-A7EF-E05A7D030699}"/>
              </a:ext>
            </a:extLst>
          </p:cNvPr>
          <p:cNvGrpSpPr>
            <a:grpSpLocks noChangeAspect="1"/>
          </p:cNvGrpSpPr>
          <p:nvPr/>
        </p:nvGrpSpPr>
        <p:grpSpPr>
          <a:xfrm>
            <a:off x="5592794" y="1959973"/>
            <a:ext cx="325123" cy="306467"/>
            <a:chOff x="3490913" y="1014413"/>
            <a:chExt cx="387351" cy="365125"/>
          </a:xfrm>
          <a:solidFill>
            <a:schemeClr val="accent2"/>
          </a:solidFill>
        </p:grpSpPr>
        <p:sp>
          <p:nvSpPr>
            <p:cNvPr id="107" name="Freeform 1995">
              <a:extLst>
                <a:ext uri="{FF2B5EF4-FFF2-40B4-BE49-F238E27FC236}">
                  <a16:creationId xmlns:a16="http://schemas.microsoft.com/office/drawing/2014/main" id="{6614639C-D140-4847-90A0-F2DDC47CC4C1}"/>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96">
              <a:extLst>
                <a:ext uri="{FF2B5EF4-FFF2-40B4-BE49-F238E27FC236}">
                  <a16:creationId xmlns:a16="http://schemas.microsoft.com/office/drawing/2014/main" id="{2BAC510A-B9CB-4F94-B7DF-9355A4681A50}"/>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997">
              <a:extLst>
                <a:ext uri="{FF2B5EF4-FFF2-40B4-BE49-F238E27FC236}">
                  <a16:creationId xmlns:a16="http://schemas.microsoft.com/office/drawing/2014/main" id="{AA618B0B-8783-4629-AB2B-7E590ADBB523}"/>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998">
              <a:extLst>
                <a:ext uri="{FF2B5EF4-FFF2-40B4-BE49-F238E27FC236}">
                  <a16:creationId xmlns:a16="http://schemas.microsoft.com/office/drawing/2014/main" id="{164AFC97-C0CC-4232-A2EE-C475758B23DD}"/>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999">
              <a:extLst>
                <a:ext uri="{FF2B5EF4-FFF2-40B4-BE49-F238E27FC236}">
                  <a16:creationId xmlns:a16="http://schemas.microsoft.com/office/drawing/2014/main" id="{18186DF0-5BFE-4CAC-881C-E597944C2884}"/>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000">
              <a:extLst>
                <a:ext uri="{FF2B5EF4-FFF2-40B4-BE49-F238E27FC236}">
                  <a16:creationId xmlns:a16="http://schemas.microsoft.com/office/drawing/2014/main" id="{D6AE9572-C708-4855-9FCC-8C4D9B3739C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001">
              <a:extLst>
                <a:ext uri="{FF2B5EF4-FFF2-40B4-BE49-F238E27FC236}">
                  <a16:creationId xmlns:a16="http://schemas.microsoft.com/office/drawing/2014/main" id="{DC8F8246-05AD-4006-9401-99ADE333DD84}"/>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2">
              <a:extLst>
                <a:ext uri="{FF2B5EF4-FFF2-40B4-BE49-F238E27FC236}">
                  <a16:creationId xmlns:a16="http://schemas.microsoft.com/office/drawing/2014/main" id="{C3232E8A-4163-4C54-8A37-650AC314E62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03">
              <a:extLst>
                <a:ext uri="{FF2B5EF4-FFF2-40B4-BE49-F238E27FC236}">
                  <a16:creationId xmlns:a16="http://schemas.microsoft.com/office/drawing/2014/main" id="{CB779094-0D94-4FE6-A418-8C4F850CB2CB}"/>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2004">
              <a:extLst>
                <a:ext uri="{FF2B5EF4-FFF2-40B4-BE49-F238E27FC236}">
                  <a16:creationId xmlns:a16="http://schemas.microsoft.com/office/drawing/2014/main" id="{43B44A08-92BB-4777-A0AC-4DA14CF279DA}"/>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2005">
              <a:extLst>
                <a:ext uri="{FF2B5EF4-FFF2-40B4-BE49-F238E27FC236}">
                  <a16:creationId xmlns:a16="http://schemas.microsoft.com/office/drawing/2014/main" id="{E232FA39-BE2C-40A6-BF7B-E8747C671DE0}"/>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2006">
              <a:extLst>
                <a:ext uri="{FF2B5EF4-FFF2-40B4-BE49-F238E27FC236}">
                  <a16:creationId xmlns:a16="http://schemas.microsoft.com/office/drawing/2014/main" id="{FAD41F37-D761-4A41-8F4E-1F9748840EDE}"/>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2007">
              <a:extLst>
                <a:ext uri="{FF2B5EF4-FFF2-40B4-BE49-F238E27FC236}">
                  <a16:creationId xmlns:a16="http://schemas.microsoft.com/office/drawing/2014/main" id="{C7CC0192-48D7-4320-AB34-08D1E1287FED}"/>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2008">
              <a:extLst>
                <a:ext uri="{FF2B5EF4-FFF2-40B4-BE49-F238E27FC236}">
                  <a16:creationId xmlns:a16="http://schemas.microsoft.com/office/drawing/2014/main" id="{8510C174-F42C-4F07-9E54-56C184F28C3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2009">
              <a:extLst>
                <a:ext uri="{FF2B5EF4-FFF2-40B4-BE49-F238E27FC236}">
                  <a16:creationId xmlns:a16="http://schemas.microsoft.com/office/drawing/2014/main" id="{799C718C-546D-411B-91C9-8D845244F96E}"/>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2010">
              <a:extLst>
                <a:ext uri="{FF2B5EF4-FFF2-40B4-BE49-F238E27FC236}">
                  <a16:creationId xmlns:a16="http://schemas.microsoft.com/office/drawing/2014/main" id="{C181298C-3011-45AE-8F83-B6824DAEDBB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Binders" descr="{&quot;Key&quot;:&quot;POWER_USER_SHAPE_ICON&quot;,&quot;Value&quot;:&quot;POWER_USER_SHAPE_ICON_STYLE_1&quot;}">
            <a:extLst>
              <a:ext uri="{FF2B5EF4-FFF2-40B4-BE49-F238E27FC236}">
                <a16:creationId xmlns:a16="http://schemas.microsoft.com/office/drawing/2014/main" id="{EAAE5650-5E5C-4070-987F-EEFE7ED9A26D}"/>
              </a:ext>
            </a:extLst>
          </p:cNvPr>
          <p:cNvGrpSpPr>
            <a:grpSpLocks noChangeAspect="1"/>
          </p:cNvGrpSpPr>
          <p:nvPr/>
        </p:nvGrpSpPr>
        <p:grpSpPr>
          <a:xfrm>
            <a:off x="5582390" y="4987842"/>
            <a:ext cx="268090" cy="297714"/>
            <a:chOff x="6294438" y="3602038"/>
            <a:chExt cx="574675" cy="638175"/>
          </a:xfrm>
          <a:solidFill>
            <a:schemeClr val="accent1">
              <a:lumMod val="60000"/>
              <a:lumOff val="40000"/>
            </a:schemeClr>
          </a:solidFill>
        </p:grpSpPr>
        <p:sp>
          <p:nvSpPr>
            <p:cNvPr id="205" name="Freeform 39">
              <a:extLst>
                <a:ext uri="{FF2B5EF4-FFF2-40B4-BE49-F238E27FC236}">
                  <a16:creationId xmlns:a16="http://schemas.microsoft.com/office/drawing/2014/main" id="{7565CAB9-1E47-4D00-BC75-CAB7DA6F9E78}"/>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40">
              <a:extLst>
                <a:ext uri="{FF2B5EF4-FFF2-40B4-BE49-F238E27FC236}">
                  <a16:creationId xmlns:a16="http://schemas.microsoft.com/office/drawing/2014/main" id="{5419AA21-F4B1-4A67-BBAD-6061EADCB92A}"/>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41">
              <a:extLst>
                <a:ext uri="{FF2B5EF4-FFF2-40B4-BE49-F238E27FC236}">
                  <a16:creationId xmlns:a16="http://schemas.microsoft.com/office/drawing/2014/main" id="{3205F7B6-90FA-4149-A9BE-66004F1A9144}"/>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42">
              <a:extLst>
                <a:ext uri="{FF2B5EF4-FFF2-40B4-BE49-F238E27FC236}">
                  <a16:creationId xmlns:a16="http://schemas.microsoft.com/office/drawing/2014/main" id="{10CB3D7C-82FC-4602-8D12-0ED41E88C34A}"/>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43">
              <a:extLst>
                <a:ext uri="{FF2B5EF4-FFF2-40B4-BE49-F238E27FC236}">
                  <a16:creationId xmlns:a16="http://schemas.microsoft.com/office/drawing/2014/main" id="{C1DEE4D7-D2E8-4715-BAC2-B9E852DA4949}"/>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44">
              <a:extLst>
                <a:ext uri="{FF2B5EF4-FFF2-40B4-BE49-F238E27FC236}">
                  <a16:creationId xmlns:a16="http://schemas.microsoft.com/office/drawing/2014/main" id="{C96E94C1-7F19-405A-A22A-579F9F00788A}"/>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45">
              <a:extLst>
                <a:ext uri="{FF2B5EF4-FFF2-40B4-BE49-F238E27FC236}">
                  <a16:creationId xmlns:a16="http://schemas.microsoft.com/office/drawing/2014/main" id="{1F9F3A6D-C82C-4A9C-949D-82179DC20EE7}"/>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0" name="Blueprint" descr="{&quot;Key&quot;:&quot;POWER_USER_SHAPE_ICON&quot;,&quot;Value&quot;:&quot;POWER_USER_SHAPE_ICON_STYLE_1&quot;}">
            <a:extLst>
              <a:ext uri="{FF2B5EF4-FFF2-40B4-BE49-F238E27FC236}">
                <a16:creationId xmlns:a16="http://schemas.microsoft.com/office/drawing/2014/main" id="{25A75737-C871-428B-9DEC-34AAACD58F95}"/>
              </a:ext>
            </a:extLst>
          </p:cNvPr>
          <p:cNvGrpSpPr>
            <a:grpSpLocks noChangeAspect="1"/>
          </p:cNvGrpSpPr>
          <p:nvPr/>
        </p:nvGrpSpPr>
        <p:grpSpPr>
          <a:xfrm>
            <a:off x="2647879" y="2002462"/>
            <a:ext cx="329705" cy="278606"/>
            <a:chOff x="3819525" y="350838"/>
            <a:chExt cx="430213" cy="363538"/>
          </a:xfrm>
          <a:solidFill>
            <a:schemeClr val="accent1"/>
          </a:solidFill>
        </p:grpSpPr>
        <p:sp>
          <p:nvSpPr>
            <p:cNvPr id="231" name="Freeform 6">
              <a:extLst>
                <a:ext uri="{FF2B5EF4-FFF2-40B4-BE49-F238E27FC236}">
                  <a16:creationId xmlns:a16="http://schemas.microsoft.com/office/drawing/2014/main" id="{506F7EFB-0114-44A3-B99C-D3137CB6FBD9}"/>
                </a:ext>
              </a:extLst>
            </p:cNvPr>
            <p:cNvSpPr>
              <a:spLocks noEditPoints="1"/>
            </p:cNvSpPr>
            <p:nvPr/>
          </p:nvSpPr>
          <p:spPr bwMode="auto">
            <a:xfrm>
              <a:off x="3911600" y="427038"/>
              <a:ext cx="274638" cy="287338"/>
            </a:xfrm>
            <a:custGeom>
              <a:avLst/>
              <a:gdLst>
                <a:gd name="T0" fmla="*/ 409 w 2147"/>
                <a:gd name="T1" fmla="*/ 1407 h 2251"/>
                <a:gd name="T2" fmla="*/ 195 w 2147"/>
                <a:gd name="T3" fmla="*/ 2055 h 2251"/>
                <a:gd name="T4" fmla="*/ 836 w 2147"/>
                <a:gd name="T5" fmla="*/ 1803 h 2251"/>
                <a:gd name="T6" fmla="*/ 1965 w 2147"/>
                <a:gd name="T7" fmla="*/ 559 h 2251"/>
                <a:gd name="T8" fmla="*/ 1553 w 2147"/>
                <a:gd name="T9" fmla="*/ 175 h 2251"/>
                <a:gd name="T10" fmla="*/ 409 w 2147"/>
                <a:gd name="T11" fmla="*/ 1407 h 2251"/>
                <a:gd name="T12" fmla="*/ 78 w 2147"/>
                <a:gd name="T13" fmla="*/ 2251 h 2251"/>
                <a:gd name="T14" fmla="*/ 28 w 2147"/>
                <a:gd name="T15" fmla="*/ 2231 h 2251"/>
                <a:gd name="T16" fmla="*/ 9 w 2147"/>
                <a:gd name="T17" fmla="*/ 2156 h 2251"/>
                <a:gd name="T18" fmla="*/ 277 w 2147"/>
                <a:gd name="T19" fmla="*/ 1346 h 2251"/>
                <a:gd name="T20" fmla="*/ 292 w 2147"/>
                <a:gd name="T21" fmla="*/ 1320 h 2251"/>
                <a:gd name="T22" fmla="*/ 1496 w 2147"/>
                <a:gd name="T23" fmla="*/ 24 h 2251"/>
                <a:gd name="T24" fmla="*/ 1546 w 2147"/>
                <a:gd name="T25" fmla="*/ 0 h 2251"/>
                <a:gd name="T26" fmla="*/ 1598 w 2147"/>
                <a:gd name="T27" fmla="*/ 20 h 2251"/>
                <a:gd name="T28" fmla="*/ 2116 w 2147"/>
                <a:gd name="T29" fmla="*/ 501 h 2251"/>
                <a:gd name="T30" fmla="*/ 2121 w 2147"/>
                <a:gd name="T31" fmla="*/ 603 h 2251"/>
                <a:gd name="T32" fmla="*/ 932 w 2147"/>
                <a:gd name="T33" fmla="*/ 1913 h 2251"/>
                <a:gd name="T34" fmla="*/ 904 w 2147"/>
                <a:gd name="T35" fmla="*/ 1932 h 2251"/>
                <a:gd name="T36" fmla="*/ 104 w 2147"/>
                <a:gd name="T37" fmla="*/ 2246 h 2251"/>
                <a:gd name="T38" fmla="*/ 78 w 2147"/>
                <a:gd name="T39" fmla="*/ 2251 h 2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47" h="2251">
                  <a:moveTo>
                    <a:pt x="409" y="1407"/>
                  </a:moveTo>
                  <a:lnTo>
                    <a:pt x="195" y="2055"/>
                  </a:lnTo>
                  <a:lnTo>
                    <a:pt x="836" y="1803"/>
                  </a:lnTo>
                  <a:lnTo>
                    <a:pt x="1965" y="559"/>
                  </a:lnTo>
                  <a:lnTo>
                    <a:pt x="1553" y="175"/>
                  </a:lnTo>
                  <a:lnTo>
                    <a:pt x="409" y="1407"/>
                  </a:lnTo>
                  <a:close/>
                  <a:moveTo>
                    <a:pt x="78" y="2251"/>
                  </a:moveTo>
                  <a:cubicBezTo>
                    <a:pt x="59" y="2251"/>
                    <a:pt x="41" y="2244"/>
                    <a:pt x="28" y="2231"/>
                  </a:cubicBezTo>
                  <a:cubicBezTo>
                    <a:pt x="7" y="2212"/>
                    <a:pt x="0" y="2182"/>
                    <a:pt x="9" y="2156"/>
                  </a:cubicBezTo>
                  <a:lnTo>
                    <a:pt x="277" y="1346"/>
                  </a:lnTo>
                  <a:cubicBezTo>
                    <a:pt x="280" y="1336"/>
                    <a:pt x="285" y="1327"/>
                    <a:pt x="292" y="1320"/>
                  </a:cubicBezTo>
                  <a:lnTo>
                    <a:pt x="1496" y="24"/>
                  </a:lnTo>
                  <a:cubicBezTo>
                    <a:pt x="1509" y="10"/>
                    <a:pt x="1527" y="1"/>
                    <a:pt x="1546" y="0"/>
                  </a:cubicBezTo>
                  <a:cubicBezTo>
                    <a:pt x="1565" y="0"/>
                    <a:pt x="1584" y="7"/>
                    <a:pt x="1598" y="20"/>
                  </a:cubicBezTo>
                  <a:lnTo>
                    <a:pt x="2116" y="501"/>
                  </a:lnTo>
                  <a:cubicBezTo>
                    <a:pt x="2145" y="528"/>
                    <a:pt x="2147" y="574"/>
                    <a:pt x="2121" y="603"/>
                  </a:cubicBezTo>
                  <a:lnTo>
                    <a:pt x="932" y="1913"/>
                  </a:lnTo>
                  <a:cubicBezTo>
                    <a:pt x="924" y="1921"/>
                    <a:pt x="915" y="1928"/>
                    <a:pt x="904" y="1932"/>
                  </a:cubicBezTo>
                  <a:lnTo>
                    <a:pt x="104" y="2246"/>
                  </a:lnTo>
                  <a:cubicBezTo>
                    <a:pt x="95" y="2249"/>
                    <a:pt x="86" y="2251"/>
                    <a:pt x="78" y="22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9934EA2B-BD46-4AEA-82C0-03D48B27380B}"/>
                </a:ext>
              </a:extLst>
            </p:cNvPr>
            <p:cNvSpPr>
              <a:spLocks/>
            </p:cNvSpPr>
            <p:nvPr/>
          </p:nvSpPr>
          <p:spPr bwMode="auto">
            <a:xfrm>
              <a:off x="3994150" y="638175"/>
              <a:ext cx="38100" cy="36513"/>
            </a:xfrm>
            <a:custGeom>
              <a:avLst/>
              <a:gdLst>
                <a:gd name="T0" fmla="*/ 216 w 297"/>
                <a:gd name="T1" fmla="*/ 280 h 280"/>
                <a:gd name="T2" fmla="*/ 167 w 297"/>
                <a:gd name="T3" fmla="*/ 261 h 280"/>
                <a:gd name="T4" fmla="*/ 31 w 297"/>
                <a:gd name="T5" fmla="*/ 133 h 280"/>
                <a:gd name="T6" fmla="*/ 27 w 297"/>
                <a:gd name="T7" fmla="*/ 30 h 280"/>
                <a:gd name="T8" fmla="*/ 130 w 297"/>
                <a:gd name="T9" fmla="*/ 27 h 280"/>
                <a:gd name="T10" fmla="*/ 266 w 297"/>
                <a:gd name="T11" fmla="*/ 155 h 280"/>
                <a:gd name="T12" fmla="*/ 269 w 297"/>
                <a:gd name="T13" fmla="*/ 258 h 280"/>
                <a:gd name="T14" fmla="*/ 216 w 297"/>
                <a:gd name="T15" fmla="*/ 280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7" h="280">
                  <a:moveTo>
                    <a:pt x="216" y="280"/>
                  </a:moveTo>
                  <a:cubicBezTo>
                    <a:pt x="199" y="280"/>
                    <a:pt x="181" y="274"/>
                    <a:pt x="167" y="261"/>
                  </a:cubicBezTo>
                  <a:lnTo>
                    <a:pt x="31" y="133"/>
                  </a:lnTo>
                  <a:cubicBezTo>
                    <a:pt x="1" y="105"/>
                    <a:pt x="0" y="59"/>
                    <a:pt x="27" y="30"/>
                  </a:cubicBezTo>
                  <a:cubicBezTo>
                    <a:pt x="55" y="1"/>
                    <a:pt x="101" y="0"/>
                    <a:pt x="130" y="27"/>
                  </a:cubicBezTo>
                  <a:lnTo>
                    <a:pt x="266" y="155"/>
                  </a:lnTo>
                  <a:cubicBezTo>
                    <a:pt x="295" y="182"/>
                    <a:pt x="297" y="228"/>
                    <a:pt x="269" y="258"/>
                  </a:cubicBezTo>
                  <a:cubicBezTo>
                    <a:pt x="255" y="273"/>
                    <a:pt x="236" y="280"/>
                    <a:pt x="216"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E8090F1B-899E-4225-88D1-4F44E10BDFD6}"/>
                </a:ext>
              </a:extLst>
            </p:cNvPr>
            <p:cNvSpPr>
              <a:spLocks/>
            </p:cNvSpPr>
            <p:nvPr/>
          </p:nvSpPr>
          <p:spPr bwMode="auto">
            <a:xfrm>
              <a:off x="3946525" y="593725"/>
              <a:ext cx="52388" cy="47625"/>
            </a:xfrm>
            <a:custGeom>
              <a:avLst/>
              <a:gdLst>
                <a:gd name="T0" fmla="*/ 325 w 405"/>
                <a:gd name="T1" fmla="*/ 377 h 377"/>
                <a:gd name="T2" fmla="*/ 276 w 405"/>
                <a:gd name="T3" fmla="*/ 358 h 377"/>
                <a:gd name="T4" fmla="*/ 32 w 405"/>
                <a:gd name="T5" fmla="*/ 134 h 377"/>
                <a:gd name="T6" fmla="*/ 27 w 405"/>
                <a:gd name="T7" fmla="*/ 32 h 377"/>
                <a:gd name="T8" fmla="*/ 130 w 405"/>
                <a:gd name="T9" fmla="*/ 27 h 377"/>
                <a:gd name="T10" fmla="*/ 374 w 405"/>
                <a:gd name="T11" fmla="*/ 251 h 377"/>
                <a:gd name="T12" fmla="*/ 378 w 405"/>
                <a:gd name="T13" fmla="*/ 354 h 377"/>
                <a:gd name="T14" fmla="*/ 325 w 405"/>
                <a:gd name="T15" fmla="*/ 377 h 3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5" h="377">
                  <a:moveTo>
                    <a:pt x="325" y="377"/>
                  </a:moveTo>
                  <a:cubicBezTo>
                    <a:pt x="307" y="377"/>
                    <a:pt x="290" y="371"/>
                    <a:pt x="276" y="358"/>
                  </a:cubicBezTo>
                  <a:lnTo>
                    <a:pt x="32" y="134"/>
                  </a:lnTo>
                  <a:cubicBezTo>
                    <a:pt x="2" y="107"/>
                    <a:pt x="0" y="61"/>
                    <a:pt x="27" y="32"/>
                  </a:cubicBezTo>
                  <a:cubicBezTo>
                    <a:pt x="54" y="2"/>
                    <a:pt x="100" y="0"/>
                    <a:pt x="130" y="27"/>
                  </a:cubicBezTo>
                  <a:lnTo>
                    <a:pt x="374" y="251"/>
                  </a:lnTo>
                  <a:cubicBezTo>
                    <a:pt x="403" y="278"/>
                    <a:pt x="405" y="324"/>
                    <a:pt x="378" y="354"/>
                  </a:cubicBezTo>
                  <a:cubicBezTo>
                    <a:pt x="364" y="369"/>
                    <a:pt x="345" y="377"/>
                    <a:pt x="325" y="3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25D5E3AE-C8B2-404E-AC0E-7F2AFE59B0D9}"/>
                </a:ext>
              </a:extLst>
            </p:cNvPr>
            <p:cNvSpPr>
              <a:spLocks/>
            </p:cNvSpPr>
            <p:nvPr/>
          </p:nvSpPr>
          <p:spPr bwMode="auto">
            <a:xfrm>
              <a:off x="3927475" y="647700"/>
              <a:ext cx="49213" cy="47625"/>
            </a:xfrm>
            <a:custGeom>
              <a:avLst/>
              <a:gdLst>
                <a:gd name="T0" fmla="*/ 305 w 385"/>
                <a:gd name="T1" fmla="*/ 366 h 366"/>
                <a:gd name="T2" fmla="*/ 255 w 385"/>
                <a:gd name="T3" fmla="*/ 346 h 366"/>
                <a:gd name="T4" fmla="*/ 30 w 385"/>
                <a:gd name="T5" fmla="*/ 133 h 366"/>
                <a:gd name="T6" fmla="*/ 28 w 385"/>
                <a:gd name="T7" fmla="*/ 30 h 366"/>
                <a:gd name="T8" fmla="*/ 130 w 385"/>
                <a:gd name="T9" fmla="*/ 28 h 366"/>
                <a:gd name="T10" fmla="*/ 355 w 385"/>
                <a:gd name="T11" fmla="*/ 241 h 366"/>
                <a:gd name="T12" fmla="*/ 358 w 385"/>
                <a:gd name="T13" fmla="*/ 344 h 366"/>
                <a:gd name="T14" fmla="*/ 305 w 385"/>
                <a:gd name="T15" fmla="*/ 366 h 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5" h="366">
                  <a:moveTo>
                    <a:pt x="305" y="366"/>
                  </a:moveTo>
                  <a:cubicBezTo>
                    <a:pt x="287" y="366"/>
                    <a:pt x="269" y="360"/>
                    <a:pt x="255" y="346"/>
                  </a:cubicBezTo>
                  <a:lnTo>
                    <a:pt x="30" y="133"/>
                  </a:lnTo>
                  <a:cubicBezTo>
                    <a:pt x="1" y="105"/>
                    <a:pt x="0" y="59"/>
                    <a:pt x="28" y="30"/>
                  </a:cubicBezTo>
                  <a:cubicBezTo>
                    <a:pt x="55" y="1"/>
                    <a:pt x="101" y="0"/>
                    <a:pt x="130" y="28"/>
                  </a:cubicBezTo>
                  <a:lnTo>
                    <a:pt x="355" y="241"/>
                  </a:lnTo>
                  <a:cubicBezTo>
                    <a:pt x="384" y="269"/>
                    <a:pt x="385" y="315"/>
                    <a:pt x="358" y="344"/>
                  </a:cubicBezTo>
                  <a:cubicBezTo>
                    <a:pt x="343" y="359"/>
                    <a:pt x="324" y="366"/>
                    <a:pt x="305"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048DD7AA-A48A-4C6E-97ED-779ECC7A3205}"/>
                </a:ext>
              </a:extLst>
            </p:cNvPr>
            <p:cNvSpPr>
              <a:spLocks noEditPoints="1"/>
            </p:cNvSpPr>
            <p:nvPr/>
          </p:nvSpPr>
          <p:spPr bwMode="auto">
            <a:xfrm>
              <a:off x="4117975" y="365125"/>
              <a:ext cx="131763" cy="122238"/>
            </a:xfrm>
            <a:custGeom>
              <a:avLst/>
              <a:gdLst>
                <a:gd name="T0" fmla="*/ 181 w 1040"/>
                <a:gd name="T1" fmla="*/ 397 h 959"/>
                <a:gd name="T2" fmla="*/ 599 w 1040"/>
                <a:gd name="T3" fmla="*/ 785 h 959"/>
                <a:gd name="T4" fmla="*/ 809 w 1040"/>
                <a:gd name="T5" fmla="*/ 565 h 959"/>
                <a:gd name="T6" fmla="*/ 791 w 1040"/>
                <a:gd name="T7" fmla="*/ 415 h 959"/>
                <a:gd name="T8" fmla="*/ 558 w 1040"/>
                <a:gd name="T9" fmla="*/ 203 h 959"/>
                <a:gd name="T10" fmla="*/ 535 w 1040"/>
                <a:gd name="T11" fmla="*/ 183 h 959"/>
                <a:gd name="T12" fmla="*/ 453 w 1040"/>
                <a:gd name="T13" fmla="*/ 145 h 959"/>
                <a:gd name="T14" fmla="*/ 373 w 1040"/>
                <a:gd name="T15" fmla="*/ 183 h 959"/>
                <a:gd name="T16" fmla="*/ 181 w 1040"/>
                <a:gd name="T17" fmla="*/ 397 h 959"/>
                <a:gd name="T18" fmla="*/ 602 w 1040"/>
                <a:gd name="T19" fmla="*/ 959 h 959"/>
                <a:gd name="T20" fmla="*/ 552 w 1040"/>
                <a:gd name="T21" fmla="*/ 940 h 959"/>
                <a:gd name="T22" fmla="*/ 31 w 1040"/>
                <a:gd name="T23" fmla="*/ 455 h 959"/>
                <a:gd name="T24" fmla="*/ 26 w 1040"/>
                <a:gd name="T25" fmla="*/ 354 h 959"/>
                <a:gd name="T26" fmla="*/ 264 w 1040"/>
                <a:gd name="T27" fmla="*/ 87 h 959"/>
                <a:gd name="T28" fmla="*/ 453 w 1040"/>
                <a:gd name="T29" fmla="*/ 0 h 959"/>
                <a:gd name="T30" fmla="*/ 631 w 1040"/>
                <a:gd name="T31" fmla="*/ 74 h 959"/>
                <a:gd name="T32" fmla="*/ 653 w 1040"/>
                <a:gd name="T33" fmla="*/ 94 h 959"/>
                <a:gd name="T34" fmla="*/ 893 w 1040"/>
                <a:gd name="T35" fmla="*/ 312 h 959"/>
                <a:gd name="T36" fmla="*/ 918 w 1040"/>
                <a:gd name="T37" fmla="*/ 661 h 959"/>
                <a:gd name="T38" fmla="*/ 654 w 1040"/>
                <a:gd name="T39" fmla="*/ 937 h 959"/>
                <a:gd name="T40" fmla="*/ 602 w 1040"/>
                <a:gd name="T41" fmla="*/ 959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0" h="959">
                  <a:moveTo>
                    <a:pt x="181" y="397"/>
                  </a:moveTo>
                  <a:lnTo>
                    <a:pt x="599" y="785"/>
                  </a:lnTo>
                  <a:cubicBezTo>
                    <a:pt x="690" y="690"/>
                    <a:pt x="797" y="578"/>
                    <a:pt x="809" y="565"/>
                  </a:cubicBezTo>
                  <a:cubicBezTo>
                    <a:pt x="852" y="516"/>
                    <a:pt x="860" y="483"/>
                    <a:pt x="791" y="415"/>
                  </a:cubicBezTo>
                  <a:cubicBezTo>
                    <a:pt x="719" y="344"/>
                    <a:pt x="644" y="279"/>
                    <a:pt x="558" y="203"/>
                  </a:cubicBezTo>
                  <a:lnTo>
                    <a:pt x="535" y="183"/>
                  </a:lnTo>
                  <a:cubicBezTo>
                    <a:pt x="506" y="158"/>
                    <a:pt x="479" y="145"/>
                    <a:pt x="453" y="145"/>
                  </a:cubicBezTo>
                  <a:cubicBezTo>
                    <a:pt x="408" y="145"/>
                    <a:pt x="373" y="183"/>
                    <a:pt x="373" y="183"/>
                  </a:cubicBezTo>
                  <a:lnTo>
                    <a:pt x="181" y="397"/>
                  </a:lnTo>
                  <a:close/>
                  <a:moveTo>
                    <a:pt x="602" y="959"/>
                  </a:moveTo>
                  <a:cubicBezTo>
                    <a:pt x="584" y="959"/>
                    <a:pt x="566" y="953"/>
                    <a:pt x="552" y="940"/>
                  </a:cubicBezTo>
                  <a:lnTo>
                    <a:pt x="31" y="455"/>
                  </a:lnTo>
                  <a:cubicBezTo>
                    <a:pt x="2" y="428"/>
                    <a:pt x="0" y="383"/>
                    <a:pt x="26" y="354"/>
                  </a:cubicBezTo>
                  <a:lnTo>
                    <a:pt x="264" y="87"/>
                  </a:lnTo>
                  <a:cubicBezTo>
                    <a:pt x="274" y="75"/>
                    <a:pt x="345" y="0"/>
                    <a:pt x="453" y="0"/>
                  </a:cubicBezTo>
                  <a:cubicBezTo>
                    <a:pt x="515" y="0"/>
                    <a:pt x="575" y="25"/>
                    <a:pt x="631" y="74"/>
                  </a:cubicBezTo>
                  <a:lnTo>
                    <a:pt x="653" y="94"/>
                  </a:lnTo>
                  <a:cubicBezTo>
                    <a:pt x="742" y="171"/>
                    <a:pt x="818" y="238"/>
                    <a:pt x="893" y="312"/>
                  </a:cubicBezTo>
                  <a:cubicBezTo>
                    <a:pt x="1040" y="457"/>
                    <a:pt x="987" y="582"/>
                    <a:pt x="918" y="661"/>
                  </a:cubicBezTo>
                  <a:cubicBezTo>
                    <a:pt x="897" y="684"/>
                    <a:pt x="679" y="911"/>
                    <a:pt x="654" y="937"/>
                  </a:cubicBezTo>
                  <a:cubicBezTo>
                    <a:pt x="640" y="952"/>
                    <a:pt x="621" y="959"/>
                    <a:pt x="602" y="9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9B055AEE-1E51-45C4-81E5-FC39823AA633}"/>
                </a:ext>
              </a:extLst>
            </p:cNvPr>
            <p:cNvSpPr>
              <a:spLocks/>
            </p:cNvSpPr>
            <p:nvPr/>
          </p:nvSpPr>
          <p:spPr bwMode="auto">
            <a:xfrm>
              <a:off x="4098925" y="401638"/>
              <a:ext cx="42863" cy="44450"/>
            </a:xfrm>
            <a:custGeom>
              <a:avLst/>
              <a:gdLst>
                <a:gd name="T0" fmla="*/ 81 w 329"/>
                <a:gd name="T1" fmla="*/ 348 h 348"/>
                <a:gd name="T2" fmla="*/ 34 w 329"/>
                <a:gd name="T3" fmla="*/ 331 h 348"/>
                <a:gd name="T4" fmla="*/ 26 w 329"/>
                <a:gd name="T5" fmla="*/ 229 h 348"/>
                <a:gd name="T6" fmla="*/ 193 w 329"/>
                <a:gd name="T7" fmla="*/ 34 h 348"/>
                <a:gd name="T8" fmla="*/ 295 w 329"/>
                <a:gd name="T9" fmla="*/ 26 h 348"/>
                <a:gd name="T10" fmla="*/ 303 w 329"/>
                <a:gd name="T11" fmla="*/ 129 h 348"/>
                <a:gd name="T12" fmla="*/ 136 w 329"/>
                <a:gd name="T13" fmla="*/ 323 h 348"/>
                <a:gd name="T14" fmla="*/ 81 w 329"/>
                <a:gd name="T15" fmla="*/ 348 h 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9" h="348">
                  <a:moveTo>
                    <a:pt x="81" y="348"/>
                  </a:moveTo>
                  <a:cubicBezTo>
                    <a:pt x="64" y="348"/>
                    <a:pt x="47" y="343"/>
                    <a:pt x="34" y="331"/>
                  </a:cubicBezTo>
                  <a:cubicBezTo>
                    <a:pt x="3" y="305"/>
                    <a:pt x="0" y="259"/>
                    <a:pt x="26" y="229"/>
                  </a:cubicBezTo>
                  <a:lnTo>
                    <a:pt x="193" y="34"/>
                  </a:lnTo>
                  <a:cubicBezTo>
                    <a:pt x="219" y="4"/>
                    <a:pt x="265" y="0"/>
                    <a:pt x="295" y="26"/>
                  </a:cubicBezTo>
                  <a:cubicBezTo>
                    <a:pt x="325" y="53"/>
                    <a:pt x="329" y="98"/>
                    <a:pt x="303" y="129"/>
                  </a:cubicBezTo>
                  <a:lnTo>
                    <a:pt x="136" y="323"/>
                  </a:lnTo>
                  <a:cubicBezTo>
                    <a:pt x="121" y="340"/>
                    <a:pt x="101" y="348"/>
                    <a:pt x="81" y="3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40538CA1-CE16-415D-A8E9-CA892F75262C}"/>
                </a:ext>
              </a:extLst>
            </p:cNvPr>
            <p:cNvSpPr>
              <a:spLocks/>
            </p:cNvSpPr>
            <p:nvPr/>
          </p:nvSpPr>
          <p:spPr bwMode="auto">
            <a:xfrm>
              <a:off x="4170363" y="466725"/>
              <a:ext cx="36513" cy="36513"/>
            </a:xfrm>
            <a:custGeom>
              <a:avLst/>
              <a:gdLst>
                <a:gd name="T0" fmla="*/ 80 w 287"/>
                <a:gd name="T1" fmla="*/ 288 h 288"/>
                <a:gd name="T2" fmla="*/ 31 w 287"/>
                <a:gd name="T3" fmla="*/ 268 h 288"/>
                <a:gd name="T4" fmla="*/ 27 w 287"/>
                <a:gd name="T5" fmla="*/ 166 h 288"/>
                <a:gd name="T6" fmla="*/ 154 w 287"/>
                <a:gd name="T7" fmla="*/ 31 h 288"/>
                <a:gd name="T8" fmla="*/ 256 w 287"/>
                <a:gd name="T9" fmla="*/ 27 h 288"/>
                <a:gd name="T10" fmla="*/ 260 w 287"/>
                <a:gd name="T11" fmla="*/ 129 h 288"/>
                <a:gd name="T12" fmla="*/ 133 w 287"/>
                <a:gd name="T13" fmla="*/ 265 h 288"/>
                <a:gd name="T14" fmla="*/ 80 w 287"/>
                <a:gd name="T15" fmla="*/ 288 h 2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8">
                  <a:moveTo>
                    <a:pt x="80" y="288"/>
                  </a:moveTo>
                  <a:cubicBezTo>
                    <a:pt x="63" y="288"/>
                    <a:pt x="45" y="281"/>
                    <a:pt x="31" y="268"/>
                  </a:cubicBezTo>
                  <a:cubicBezTo>
                    <a:pt x="2" y="241"/>
                    <a:pt x="0" y="195"/>
                    <a:pt x="27" y="166"/>
                  </a:cubicBezTo>
                  <a:lnTo>
                    <a:pt x="154" y="31"/>
                  </a:lnTo>
                  <a:cubicBezTo>
                    <a:pt x="181" y="1"/>
                    <a:pt x="227" y="0"/>
                    <a:pt x="256" y="27"/>
                  </a:cubicBezTo>
                  <a:cubicBezTo>
                    <a:pt x="285" y="54"/>
                    <a:pt x="287" y="100"/>
                    <a:pt x="260" y="129"/>
                  </a:cubicBezTo>
                  <a:lnTo>
                    <a:pt x="133" y="265"/>
                  </a:lnTo>
                  <a:cubicBezTo>
                    <a:pt x="119" y="280"/>
                    <a:pt x="100" y="288"/>
                    <a:pt x="80" y="2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C4048F33-0381-4215-8A5E-23B6790EB931}"/>
                </a:ext>
              </a:extLst>
            </p:cNvPr>
            <p:cNvSpPr>
              <a:spLocks/>
            </p:cNvSpPr>
            <p:nvPr/>
          </p:nvSpPr>
          <p:spPr bwMode="auto">
            <a:xfrm>
              <a:off x="4135438" y="484188"/>
              <a:ext cx="17463"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4 w 145"/>
                <a:gd name="T11" fmla="*/ 21 h 145"/>
                <a:gd name="T12" fmla="*/ 145 w 145"/>
                <a:gd name="T13" fmla="*/ 73 h 145"/>
                <a:gd name="T14" fmla="*/ 124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5" y="137"/>
                    <a:pt x="21" y="124"/>
                  </a:cubicBezTo>
                  <a:cubicBezTo>
                    <a:pt x="8" y="110"/>
                    <a:pt x="0" y="91"/>
                    <a:pt x="0" y="73"/>
                  </a:cubicBezTo>
                  <a:cubicBezTo>
                    <a:pt x="0" y="53"/>
                    <a:pt x="8" y="35"/>
                    <a:pt x="21" y="21"/>
                  </a:cubicBezTo>
                  <a:cubicBezTo>
                    <a:pt x="35" y="8"/>
                    <a:pt x="53" y="0"/>
                    <a:pt x="72" y="0"/>
                  </a:cubicBezTo>
                  <a:cubicBezTo>
                    <a:pt x="92" y="0"/>
                    <a:pt x="110" y="8"/>
                    <a:pt x="124" y="21"/>
                  </a:cubicBezTo>
                  <a:cubicBezTo>
                    <a:pt x="137" y="35"/>
                    <a:pt x="145" y="53"/>
                    <a:pt x="145" y="73"/>
                  </a:cubicBezTo>
                  <a:cubicBezTo>
                    <a:pt x="145" y="91"/>
                    <a:pt x="137" y="110"/>
                    <a:pt x="124" y="124"/>
                  </a:cubicBezTo>
                  <a:cubicBezTo>
                    <a:pt x="110" y="137"/>
                    <a:pt x="92"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9161613-DC19-4935-8F41-2A79B8A78516}"/>
                </a:ext>
              </a:extLst>
            </p:cNvPr>
            <p:cNvSpPr>
              <a:spLocks/>
            </p:cNvSpPr>
            <p:nvPr/>
          </p:nvSpPr>
          <p:spPr bwMode="auto">
            <a:xfrm>
              <a:off x="4008438" y="498475"/>
              <a:ext cx="131763" cy="138113"/>
            </a:xfrm>
            <a:custGeom>
              <a:avLst/>
              <a:gdLst>
                <a:gd name="T0" fmla="*/ 80 w 1028"/>
                <a:gd name="T1" fmla="*/ 1078 h 1078"/>
                <a:gd name="T2" fmla="*/ 31 w 1028"/>
                <a:gd name="T3" fmla="*/ 1058 h 1078"/>
                <a:gd name="T4" fmla="*/ 28 w 1028"/>
                <a:gd name="T5" fmla="*/ 956 h 1078"/>
                <a:gd name="T6" fmla="*/ 895 w 1028"/>
                <a:gd name="T7" fmla="*/ 31 h 1078"/>
                <a:gd name="T8" fmla="*/ 997 w 1028"/>
                <a:gd name="T9" fmla="*/ 28 h 1078"/>
                <a:gd name="T10" fmla="*/ 1000 w 1028"/>
                <a:gd name="T11" fmla="*/ 130 h 1078"/>
                <a:gd name="T12" fmla="*/ 133 w 1028"/>
                <a:gd name="T13" fmla="*/ 1054 h 1078"/>
                <a:gd name="T14" fmla="*/ 80 w 1028"/>
                <a:gd name="T15" fmla="*/ 1078 h 10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8" h="1078">
                  <a:moveTo>
                    <a:pt x="80" y="1078"/>
                  </a:moveTo>
                  <a:cubicBezTo>
                    <a:pt x="63" y="1078"/>
                    <a:pt x="45" y="1071"/>
                    <a:pt x="31" y="1058"/>
                  </a:cubicBezTo>
                  <a:cubicBezTo>
                    <a:pt x="2" y="1031"/>
                    <a:pt x="0" y="985"/>
                    <a:pt x="28" y="956"/>
                  </a:cubicBezTo>
                  <a:cubicBezTo>
                    <a:pt x="33" y="949"/>
                    <a:pt x="610" y="332"/>
                    <a:pt x="895" y="31"/>
                  </a:cubicBezTo>
                  <a:cubicBezTo>
                    <a:pt x="923" y="2"/>
                    <a:pt x="968" y="0"/>
                    <a:pt x="997" y="28"/>
                  </a:cubicBezTo>
                  <a:cubicBezTo>
                    <a:pt x="1027" y="55"/>
                    <a:pt x="1028" y="101"/>
                    <a:pt x="1000" y="130"/>
                  </a:cubicBezTo>
                  <a:cubicBezTo>
                    <a:pt x="716" y="432"/>
                    <a:pt x="139" y="1048"/>
                    <a:pt x="133" y="1054"/>
                  </a:cubicBezTo>
                  <a:cubicBezTo>
                    <a:pt x="119" y="1070"/>
                    <a:pt x="100" y="1078"/>
                    <a:pt x="80"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B5911E48-7614-4330-A3C3-E39C732499CB}"/>
                </a:ext>
              </a:extLst>
            </p:cNvPr>
            <p:cNvSpPr>
              <a:spLocks/>
            </p:cNvSpPr>
            <p:nvPr/>
          </p:nvSpPr>
          <p:spPr bwMode="auto">
            <a:xfrm>
              <a:off x="4110038" y="463550"/>
              <a:ext cx="19050"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3 w 145"/>
                <a:gd name="T11" fmla="*/ 21 h 145"/>
                <a:gd name="T12" fmla="*/ 145 w 145"/>
                <a:gd name="T13" fmla="*/ 73 h 145"/>
                <a:gd name="T14" fmla="*/ 123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4" y="137"/>
                    <a:pt x="21" y="124"/>
                  </a:cubicBezTo>
                  <a:cubicBezTo>
                    <a:pt x="7" y="110"/>
                    <a:pt x="0" y="92"/>
                    <a:pt x="0" y="73"/>
                  </a:cubicBezTo>
                  <a:cubicBezTo>
                    <a:pt x="0" y="53"/>
                    <a:pt x="7" y="35"/>
                    <a:pt x="21" y="21"/>
                  </a:cubicBezTo>
                  <a:cubicBezTo>
                    <a:pt x="34" y="8"/>
                    <a:pt x="53" y="0"/>
                    <a:pt x="72" y="0"/>
                  </a:cubicBezTo>
                  <a:cubicBezTo>
                    <a:pt x="91" y="0"/>
                    <a:pt x="110" y="8"/>
                    <a:pt x="123" y="21"/>
                  </a:cubicBezTo>
                  <a:cubicBezTo>
                    <a:pt x="137" y="35"/>
                    <a:pt x="145" y="53"/>
                    <a:pt x="145" y="73"/>
                  </a:cubicBezTo>
                  <a:cubicBezTo>
                    <a:pt x="145" y="92"/>
                    <a:pt x="137" y="110"/>
                    <a:pt x="123" y="124"/>
                  </a:cubicBezTo>
                  <a:cubicBezTo>
                    <a:pt x="110" y="137"/>
                    <a:pt x="91"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266F5C8B-C636-44D2-92DA-8BE0B121C0D0}"/>
                </a:ext>
              </a:extLst>
            </p:cNvPr>
            <p:cNvSpPr>
              <a:spLocks/>
            </p:cNvSpPr>
            <p:nvPr/>
          </p:nvSpPr>
          <p:spPr bwMode="auto">
            <a:xfrm>
              <a:off x="3987800" y="477838"/>
              <a:ext cx="125413" cy="133350"/>
            </a:xfrm>
            <a:custGeom>
              <a:avLst/>
              <a:gdLst>
                <a:gd name="T0" fmla="*/ 105 w 985"/>
                <a:gd name="T1" fmla="*/ 1041 h 1041"/>
                <a:gd name="T2" fmla="*/ 0 w 985"/>
                <a:gd name="T3" fmla="*/ 942 h 1041"/>
                <a:gd name="T4" fmla="*/ 852 w 985"/>
                <a:gd name="T5" fmla="*/ 31 h 1041"/>
                <a:gd name="T6" fmla="*/ 955 w 985"/>
                <a:gd name="T7" fmla="*/ 28 h 1041"/>
                <a:gd name="T8" fmla="*/ 958 w 985"/>
                <a:gd name="T9" fmla="*/ 130 h 1041"/>
                <a:gd name="T10" fmla="*/ 105 w 985"/>
                <a:gd name="T11" fmla="*/ 1041 h 1041"/>
              </a:gdLst>
              <a:ahLst/>
              <a:cxnLst>
                <a:cxn ang="0">
                  <a:pos x="T0" y="T1"/>
                </a:cxn>
                <a:cxn ang="0">
                  <a:pos x="T2" y="T3"/>
                </a:cxn>
                <a:cxn ang="0">
                  <a:pos x="T4" y="T5"/>
                </a:cxn>
                <a:cxn ang="0">
                  <a:pos x="T6" y="T7"/>
                </a:cxn>
                <a:cxn ang="0">
                  <a:pos x="T8" y="T9"/>
                </a:cxn>
                <a:cxn ang="0">
                  <a:pos x="T10" y="T11"/>
                </a:cxn>
              </a:cxnLst>
              <a:rect l="0" t="0" r="r" b="b"/>
              <a:pathLst>
                <a:path w="985" h="1041">
                  <a:moveTo>
                    <a:pt x="105" y="1041"/>
                  </a:moveTo>
                  <a:lnTo>
                    <a:pt x="0" y="942"/>
                  </a:lnTo>
                  <a:cubicBezTo>
                    <a:pt x="0" y="942"/>
                    <a:pt x="566" y="337"/>
                    <a:pt x="852" y="31"/>
                  </a:cubicBezTo>
                  <a:cubicBezTo>
                    <a:pt x="880" y="2"/>
                    <a:pt x="925" y="0"/>
                    <a:pt x="955" y="28"/>
                  </a:cubicBezTo>
                  <a:cubicBezTo>
                    <a:pt x="984" y="55"/>
                    <a:pt x="985" y="101"/>
                    <a:pt x="958" y="130"/>
                  </a:cubicBezTo>
                  <a:cubicBezTo>
                    <a:pt x="671" y="436"/>
                    <a:pt x="105" y="1041"/>
                    <a:pt x="105" y="10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A94DEF0D-15A4-4C49-93C7-1541A3630EE1}"/>
                </a:ext>
              </a:extLst>
            </p:cNvPr>
            <p:cNvSpPr>
              <a:spLocks/>
            </p:cNvSpPr>
            <p:nvPr/>
          </p:nvSpPr>
          <p:spPr bwMode="auto">
            <a:xfrm>
              <a:off x="3819525" y="350838"/>
              <a:ext cx="222250" cy="323850"/>
            </a:xfrm>
            <a:custGeom>
              <a:avLst/>
              <a:gdLst>
                <a:gd name="T0" fmla="*/ 725 w 1739"/>
                <a:gd name="T1" fmla="*/ 2536 h 2536"/>
                <a:gd name="T2" fmla="*/ 73 w 1739"/>
                <a:gd name="T3" fmla="*/ 2536 h 2536"/>
                <a:gd name="T4" fmla="*/ 0 w 1739"/>
                <a:gd name="T5" fmla="*/ 2464 h 2536"/>
                <a:gd name="T6" fmla="*/ 0 w 1739"/>
                <a:gd name="T7" fmla="*/ 73 h 2536"/>
                <a:gd name="T8" fmla="*/ 73 w 1739"/>
                <a:gd name="T9" fmla="*/ 0 h 2536"/>
                <a:gd name="T10" fmla="*/ 1667 w 1739"/>
                <a:gd name="T11" fmla="*/ 0 h 2536"/>
                <a:gd name="T12" fmla="*/ 1739 w 1739"/>
                <a:gd name="T13" fmla="*/ 73 h 2536"/>
                <a:gd name="T14" fmla="*/ 1667 w 1739"/>
                <a:gd name="T15" fmla="*/ 145 h 2536"/>
                <a:gd name="T16" fmla="*/ 145 w 1739"/>
                <a:gd name="T17" fmla="*/ 145 h 2536"/>
                <a:gd name="T18" fmla="*/ 145 w 1739"/>
                <a:gd name="T19" fmla="*/ 2391 h 2536"/>
                <a:gd name="T20" fmla="*/ 725 w 1739"/>
                <a:gd name="T21" fmla="*/ 2391 h 2536"/>
                <a:gd name="T22" fmla="*/ 798 w 1739"/>
                <a:gd name="T23" fmla="*/ 2464 h 2536"/>
                <a:gd name="T24" fmla="*/ 725 w 1739"/>
                <a:gd name="T25" fmla="*/ 2536 h 2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9" h="2536">
                  <a:moveTo>
                    <a:pt x="725" y="2536"/>
                  </a:moveTo>
                  <a:lnTo>
                    <a:pt x="73" y="2536"/>
                  </a:lnTo>
                  <a:cubicBezTo>
                    <a:pt x="33" y="2536"/>
                    <a:pt x="0" y="2504"/>
                    <a:pt x="0" y="2464"/>
                  </a:cubicBezTo>
                  <a:lnTo>
                    <a:pt x="0" y="73"/>
                  </a:lnTo>
                  <a:cubicBezTo>
                    <a:pt x="0" y="33"/>
                    <a:pt x="33" y="0"/>
                    <a:pt x="73" y="0"/>
                  </a:cubicBezTo>
                  <a:lnTo>
                    <a:pt x="1667" y="0"/>
                  </a:lnTo>
                  <a:cubicBezTo>
                    <a:pt x="1707" y="0"/>
                    <a:pt x="1739" y="33"/>
                    <a:pt x="1739" y="73"/>
                  </a:cubicBezTo>
                  <a:cubicBezTo>
                    <a:pt x="1739" y="113"/>
                    <a:pt x="1707" y="145"/>
                    <a:pt x="1667" y="145"/>
                  </a:cubicBezTo>
                  <a:lnTo>
                    <a:pt x="145" y="145"/>
                  </a:lnTo>
                  <a:lnTo>
                    <a:pt x="145" y="2391"/>
                  </a:lnTo>
                  <a:lnTo>
                    <a:pt x="725" y="2391"/>
                  </a:lnTo>
                  <a:cubicBezTo>
                    <a:pt x="765" y="2391"/>
                    <a:pt x="798" y="2424"/>
                    <a:pt x="798" y="2464"/>
                  </a:cubicBezTo>
                  <a:cubicBezTo>
                    <a:pt x="798" y="2504"/>
                    <a:pt x="765" y="2536"/>
                    <a:pt x="725" y="25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90A35F44-766E-45F9-926D-B3ADA5F9B8BF}"/>
                </a:ext>
              </a:extLst>
            </p:cNvPr>
            <p:cNvSpPr>
              <a:spLocks/>
            </p:cNvSpPr>
            <p:nvPr/>
          </p:nvSpPr>
          <p:spPr bwMode="auto">
            <a:xfrm>
              <a:off x="4048125" y="557213"/>
              <a:ext cx="109538" cy="117475"/>
            </a:xfrm>
            <a:custGeom>
              <a:avLst/>
              <a:gdLst>
                <a:gd name="T0" fmla="*/ 785 w 857"/>
                <a:gd name="T1" fmla="*/ 917 h 917"/>
                <a:gd name="T2" fmla="*/ 72 w 857"/>
                <a:gd name="T3" fmla="*/ 917 h 917"/>
                <a:gd name="T4" fmla="*/ 0 w 857"/>
                <a:gd name="T5" fmla="*/ 845 h 917"/>
                <a:gd name="T6" fmla="*/ 72 w 857"/>
                <a:gd name="T7" fmla="*/ 772 h 917"/>
                <a:gd name="T8" fmla="*/ 712 w 857"/>
                <a:gd name="T9" fmla="*/ 772 h 917"/>
                <a:gd name="T10" fmla="*/ 712 w 857"/>
                <a:gd name="T11" fmla="*/ 72 h 917"/>
                <a:gd name="T12" fmla="*/ 785 w 857"/>
                <a:gd name="T13" fmla="*/ 0 h 917"/>
                <a:gd name="T14" fmla="*/ 857 w 857"/>
                <a:gd name="T15" fmla="*/ 72 h 917"/>
                <a:gd name="T16" fmla="*/ 857 w 857"/>
                <a:gd name="T17" fmla="*/ 845 h 917"/>
                <a:gd name="T18" fmla="*/ 785 w 857"/>
                <a:gd name="T19" fmla="*/ 917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7" h="917">
                  <a:moveTo>
                    <a:pt x="785" y="917"/>
                  </a:moveTo>
                  <a:lnTo>
                    <a:pt x="72" y="917"/>
                  </a:lnTo>
                  <a:cubicBezTo>
                    <a:pt x="32" y="917"/>
                    <a:pt x="0" y="885"/>
                    <a:pt x="0" y="845"/>
                  </a:cubicBezTo>
                  <a:cubicBezTo>
                    <a:pt x="0" y="805"/>
                    <a:pt x="32" y="772"/>
                    <a:pt x="72" y="772"/>
                  </a:cubicBezTo>
                  <a:lnTo>
                    <a:pt x="712" y="772"/>
                  </a:lnTo>
                  <a:lnTo>
                    <a:pt x="712" y="72"/>
                  </a:lnTo>
                  <a:cubicBezTo>
                    <a:pt x="712" y="32"/>
                    <a:pt x="745" y="0"/>
                    <a:pt x="785" y="0"/>
                  </a:cubicBezTo>
                  <a:cubicBezTo>
                    <a:pt x="825" y="0"/>
                    <a:pt x="857" y="32"/>
                    <a:pt x="857" y="72"/>
                  </a:cubicBezTo>
                  <a:lnTo>
                    <a:pt x="857" y="845"/>
                  </a:lnTo>
                  <a:cubicBezTo>
                    <a:pt x="857" y="885"/>
                    <a:pt x="825" y="917"/>
                    <a:pt x="785" y="9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3DF43A86-8171-4F2D-8A76-11DEFED6CF4F}"/>
                </a:ext>
              </a:extLst>
            </p:cNvPr>
            <p:cNvSpPr>
              <a:spLocks/>
            </p:cNvSpPr>
            <p:nvPr/>
          </p:nvSpPr>
          <p:spPr bwMode="auto">
            <a:xfrm>
              <a:off x="4092575" y="350838"/>
              <a:ext cx="65088" cy="25400"/>
            </a:xfrm>
            <a:custGeom>
              <a:avLst/>
              <a:gdLst>
                <a:gd name="T0" fmla="*/ 435 w 507"/>
                <a:gd name="T1" fmla="*/ 206 h 206"/>
                <a:gd name="T2" fmla="*/ 363 w 507"/>
                <a:gd name="T3" fmla="*/ 145 h 206"/>
                <a:gd name="T4" fmla="*/ 72 w 507"/>
                <a:gd name="T5" fmla="*/ 145 h 206"/>
                <a:gd name="T6" fmla="*/ 0 w 507"/>
                <a:gd name="T7" fmla="*/ 73 h 206"/>
                <a:gd name="T8" fmla="*/ 72 w 507"/>
                <a:gd name="T9" fmla="*/ 0 h 206"/>
                <a:gd name="T10" fmla="*/ 435 w 507"/>
                <a:gd name="T11" fmla="*/ 0 h 206"/>
                <a:gd name="T12" fmla="*/ 507 w 507"/>
                <a:gd name="T13" fmla="*/ 73 h 206"/>
                <a:gd name="T14" fmla="*/ 507 w 507"/>
                <a:gd name="T15" fmla="*/ 133 h 206"/>
                <a:gd name="T16" fmla="*/ 435 w 507"/>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7" h="206">
                  <a:moveTo>
                    <a:pt x="435" y="206"/>
                  </a:moveTo>
                  <a:cubicBezTo>
                    <a:pt x="399" y="206"/>
                    <a:pt x="369" y="179"/>
                    <a:pt x="363" y="145"/>
                  </a:cubicBezTo>
                  <a:lnTo>
                    <a:pt x="72" y="145"/>
                  </a:lnTo>
                  <a:cubicBezTo>
                    <a:pt x="32" y="145"/>
                    <a:pt x="0" y="113"/>
                    <a:pt x="0" y="73"/>
                  </a:cubicBezTo>
                  <a:cubicBezTo>
                    <a:pt x="0" y="33"/>
                    <a:pt x="32" y="0"/>
                    <a:pt x="72" y="0"/>
                  </a:cubicBezTo>
                  <a:lnTo>
                    <a:pt x="435" y="0"/>
                  </a:lnTo>
                  <a:cubicBezTo>
                    <a:pt x="475" y="0"/>
                    <a:pt x="507" y="33"/>
                    <a:pt x="507" y="73"/>
                  </a:cubicBezTo>
                  <a:lnTo>
                    <a:pt x="507" y="133"/>
                  </a:lnTo>
                  <a:cubicBezTo>
                    <a:pt x="507" y="173"/>
                    <a:pt x="475" y="206"/>
                    <a:pt x="435"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F581D861-624D-41AD-A9AB-36B4260BA9AA}"/>
                </a:ext>
              </a:extLst>
            </p:cNvPr>
            <p:cNvSpPr>
              <a:spLocks/>
            </p:cNvSpPr>
            <p:nvPr/>
          </p:nvSpPr>
          <p:spPr bwMode="auto">
            <a:xfrm>
              <a:off x="3821113" y="352425"/>
              <a:ext cx="176213" cy="193675"/>
            </a:xfrm>
            <a:custGeom>
              <a:avLst/>
              <a:gdLst>
                <a:gd name="T0" fmla="*/ 1304 w 1376"/>
                <a:gd name="T1" fmla="*/ 1521 h 1521"/>
                <a:gd name="T2" fmla="*/ 72 w 1376"/>
                <a:gd name="T3" fmla="*/ 1521 h 1521"/>
                <a:gd name="T4" fmla="*/ 0 w 1376"/>
                <a:gd name="T5" fmla="*/ 1449 h 1521"/>
                <a:gd name="T6" fmla="*/ 0 w 1376"/>
                <a:gd name="T7" fmla="*/ 72 h 1521"/>
                <a:gd name="T8" fmla="*/ 72 w 1376"/>
                <a:gd name="T9" fmla="*/ 0 h 1521"/>
                <a:gd name="T10" fmla="*/ 1304 w 1376"/>
                <a:gd name="T11" fmla="*/ 0 h 1521"/>
                <a:gd name="T12" fmla="*/ 1376 w 1376"/>
                <a:gd name="T13" fmla="*/ 72 h 1521"/>
                <a:gd name="T14" fmla="*/ 1376 w 1376"/>
                <a:gd name="T15" fmla="*/ 627 h 1521"/>
                <a:gd name="T16" fmla="*/ 1304 w 1376"/>
                <a:gd name="T17" fmla="*/ 700 h 1521"/>
                <a:gd name="T18" fmla="*/ 1231 w 1376"/>
                <a:gd name="T19" fmla="*/ 627 h 1521"/>
                <a:gd name="T20" fmla="*/ 1231 w 1376"/>
                <a:gd name="T21" fmla="*/ 144 h 1521"/>
                <a:gd name="T22" fmla="*/ 144 w 1376"/>
                <a:gd name="T23" fmla="*/ 144 h 1521"/>
                <a:gd name="T24" fmla="*/ 144 w 1376"/>
                <a:gd name="T25" fmla="*/ 1376 h 1521"/>
                <a:gd name="T26" fmla="*/ 1231 w 1376"/>
                <a:gd name="T27" fmla="*/ 1376 h 1521"/>
                <a:gd name="T28" fmla="*/ 1231 w 1376"/>
                <a:gd name="T29" fmla="*/ 1002 h 1521"/>
                <a:gd name="T30" fmla="*/ 1304 w 1376"/>
                <a:gd name="T31" fmla="*/ 929 h 1521"/>
                <a:gd name="T32" fmla="*/ 1376 w 1376"/>
                <a:gd name="T33" fmla="*/ 1002 h 1521"/>
                <a:gd name="T34" fmla="*/ 1376 w 1376"/>
                <a:gd name="T35" fmla="*/ 1449 h 1521"/>
                <a:gd name="T36" fmla="*/ 1304 w 1376"/>
                <a:gd name="T37" fmla="*/ 1521 h 1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6" h="1521">
                  <a:moveTo>
                    <a:pt x="1304" y="1521"/>
                  </a:moveTo>
                  <a:lnTo>
                    <a:pt x="72" y="1521"/>
                  </a:lnTo>
                  <a:cubicBezTo>
                    <a:pt x="32" y="1521"/>
                    <a:pt x="0" y="1489"/>
                    <a:pt x="0" y="1449"/>
                  </a:cubicBezTo>
                  <a:lnTo>
                    <a:pt x="0" y="72"/>
                  </a:lnTo>
                  <a:cubicBezTo>
                    <a:pt x="0" y="32"/>
                    <a:pt x="32" y="0"/>
                    <a:pt x="72" y="0"/>
                  </a:cubicBezTo>
                  <a:lnTo>
                    <a:pt x="1304" y="0"/>
                  </a:lnTo>
                  <a:cubicBezTo>
                    <a:pt x="1344" y="0"/>
                    <a:pt x="1376" y="32"/>
                    <a:pt x="1376" y="72"/>
                  </a:cubicBezTo>
                  <a:lnTo>
                    <a:pt x="1376" y="627"/>
                  </a:lnTo>
                  <a:cubicBezTo>
                    <a:pt x="1376" y="668"/>
                    <a:pt x="1344" y="700"/>
                    <a:pt x="1304" y="700"/>
                  </a:cubicBezTo>
                  <a:cubicBezTo>
                    <a:pt x="1264" y="700"/>
                    <a:pt x="1231" y="668"/>
                    <a:pt x="1231" y="627"/>
                  </a:cubicBezTo>
                  <a:lnTo>
                    <a:pt x="1231" y="144"/>
                  </a:lnTo>
                  <a:lnTo>
                    <a:pt x="144" y="144"/>
                  </a:lnTo>
                  <a:lnTo>
                    <a:pt x="144" y="1376"/>
                  </a:lnTo>
                  <a:lnTo>
                    <a:pt x="1231" y="1376"/>
                  </a:lnTo>
                  <a:lnTo>
                    <a:pt x="1231" y="1002"/>
                  </a:lnTo>
                  <a:cubicBezTo>
                    <a:pt x="1231" y="962"/>
                    <a:pt x="1264" y="929"/>
                    <a:pt x="1304" y="929"/>
                  </a:cubicBezTo>
                  <a:cubicBezTo>
                    <a:pt x="1344" y="929"/>
                    <a:pt x="1376" y="962"/>
                    <a:pt x="1376" y="1002"/>
                  </a:cubicBezTo>
                  <a:lnTo>
                    <a:pt x="1376" y="1449"/>
                  </a:lnTo>
                  <a:cubicBezTo>
                    <a:pt x="1376" y="1489"/>
                    <a:pt x="1344" y="1521"/>
                    <a:pt x="1304" y="15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6" name="Building20" descr="{&quot;Key&quot;:&quot;POWER_USER_SHAPE_ICON&quot;,&quot;Value&quot;:&quot;POWER_USER_SHAPE_ICON_STYLE_1&quot;}">
            <a:extLst>
              <a:ext uri="{FF2B5EF4-FFF2-40B4-BE49-F238E27FC236}">
                <a16:creationId xmlns:a16="http://schemas.microsoft.com/office/drawing/2014/main" id="{002090DC-0143-4577-BB9D-B6C52C4E0CF7}"/>
              </a:ext>
            </a:extLst>
          </p:cNvPr>
          <p:cNvGrpSpPr>
            <a:grpSpLocks noChangeAspect="1"/>
          </p:cNvGrpSpPr>
          <p:nvPr/>
        </p:nvGrpSpPr>
        <p:grpSpPr>
          <a:xfrm>
            <a:off x="8546997" y="3462787"/>
            <a:ext cx="267168" cy="313684"/>
            <a:chOff x="7910513" y="385763"/>
            <a:chExt cx="355600" cy="417513"/>
          </a:xfrm>
          <a:solidFill>
            <a:schemeClr val="accent4"/>
          </a:solidFill>
        </p:grpSpPr>
        <p:sp>
          <p:nvSpPr>
            <p:cNvPr id="247" name="Freeform 417">
              <a:extLst>
                <a:ext uri="{FF2B5EF4-FFF2-40B4-BE49-F238E27FC236}">
                  <a16:creationId xmlns:a16="http://schemas.microsoft.com/office/drawing/2014/main" id="{67793C8C-B21C-4E06-B947-5E64C50DF965}"/>
                </a:ext>
              </a:extLst>
            </p:cNvPr>
            <p:cNvSpPr>
              <a:spLocks noEditPoints="1"/>
            </p:cNvSpPr>
            <p:nvPr/>
          </p:nvSpPr>
          <p:spPr bwMode="auto">
            <a:xfrm>
              <a:off x="7932738" y="422276"/>
              <a:ext cx="311150" cy="381000"/>
            </a:xfrm>
            <a:custGeom>
              <a:avLst/>
              <a:gdLst>
                <a:gd name="T0" fmla="*/ 134 w 2732"/>
                <a:gd name="T1" fmla="*/ 3216 h 3350"/>
                <a:gd name="T2" fmla="*/ 2599 w 2732"/>
                <a:gd name="T3" fmla="*/ 3216 h 3350"/>
                <a:gd name="T4" fmla="*/ 2599 w 2732"/>
                <a:gd name="T5" fmla="*/ 133 h 3350"/>
                <a:gd name="T6" fmla="*/ 134 w 2732"/>
                <a:gd name="T7" fmla="*/ 133 h 3350"/>
                <a:gd name="T8" fmla="*/ 134 w 2732"/>
                <a:gd name="T9" fmla="*/ 3216 h 3350"/>
                <a:gd name="T10" fmla="*/ 2665 w 2732"/>
                <a:gd name="T11" fmla="*/ 3350 h 3350"/>
                <a:gd name="T12" fmla="*/ 67 w 2732"/>
                <a:gd name="T13" fmla="*/ 3350 h 3350"/>
                <a:gd name="T14" fmla="*/ 0 w 2732"/>
                <a:gd name="T15" fmla="*/ 3283 h 3350"/>
                <a:gd name="T16" fmla="*/ 0 w 2732"/>
                <a:gd name="T17" fmla="*/ 66 h 3350"/>
                <a:gd name="T18" fmla="*/ 67 w 2732"/>
                <a:gd name="T19" fmla="*/ 0 h 3350"/>
                <a:gd name="T20" fmla="*/ 2665 w 2732"/>
                <a:gd name="T21" fmla="*/ 0 h 3350"/>
                <a:gd name="T22" fmla="*/ 2732 w 2732"/>
                <a:gd name="T23" fmla="*/ 66 h 3350"/>
                <a:gd name="T24" fmla="*/ 2732 w 2732"/>
                <a:gd name="T25" fmla="*/ 3283 h 3350"/>
                <a:gd name="T26" fmla="*/ 2665 w 2732"/>
                <a:gd name="T27" fmla="*/ 3350 h 3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2" h="3350">
                  <a:moveTo>
                    <a:pt x="134" y="3216"/>
                  </a:moveTo>
                  <a:lnTo>
                    <a:pt x="2599" y="3216"/>
                  </a:lnTo>
                  <a:lnTo>
                    <a:pt x="2599" y="133"/>
                  </a:lnTo>
                  <a:lnTo>
                    <a:pt x="134" y="133"/>
                  </a:lnTo>
                  <a:lnTo>
                    <a:pt x="134" y="3216"/>
                  </a:lnTo>
                  <a:close/>
                  <a:moveTo>
                    <a:pt x="2665" y="3350"/>
                  </a:moveTo>
                  <a:lnTo>
                    <a:pt x="67" y="3350"/>
                  </a:lnTo>
                  <a:cubicBezTo>
                    <a:pt x="30" y="3350"/>
                    <a:pt x="0" y="3320"/>
                    <a:pt x="0" y="3283"/>
                  </a:cubicBezTo>
                  <a:lnTo>
                    <a:pt x="0" y="66"/>
                  </a:lnTo>
                  <a:cubicBezTo>
                    <a:pt x="0" y="30"/>
                    <a:pt x="30" y="0"/>
                    <a:pt x="67" y="0"/>
                  </a:cubicBezTo>
                  <a:lnTo>
                    <a:pt x="2665" y="0"/>
                  </a:lnTo>
                  <a:cubicBezTo>
                    <a:pt x="2702" y="0"/>
                    <a:pt x="2732" y="30"/>
                    <a:pt x="2732" y="66"/>
                  </a:cubicBezTo>
                  <a:lnTo>
                    <a:pt x="2732" y="3283"/>
                  </a:lnTo>
                  <a:cubicBezTo>
                    <a:pt x="2732" y="3320"/>
                    <a:pt x="2702" y="3350"/>
                    <a:pt x="2665" y="33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418">
              <a:extLst>
                <a:ext uri="{FF2B5EF4-FFF2-40B4-BE49-F238E27FC236}">
                  <a16:creationId xmlns:a16="http://schemas.microsoft.com/office/drawing/2014/main" id="{01DE99F2-E3AA-459A-A67F-6F3F4CDC0B3A}"/>
                </a:ext>
              </a:extLst>
            </p:cNvPr>
            <p:cNvSpPr>
              <a:spLocks/>
            </p:cNvSpPr>
            <p:nvPr/>
          </p:nvSpPr>
          <p:spPr bwMode="auto">
            <a:xfrm>
              <a:off x="7910513"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419">
              <a:extLst>
                <a:ext uri="{FF2B5EF4-FFF2-40B4-BE49-F238E27FC236}">
                  <a16:creationId xmlns:a16="http://schemas.microsoft.com/office/drawing/2014/main" id="{A7A3871D-76DF-404B-AD9D-9614D6D11887}"/>
                </a:ext>
              </a:extLst>
            </p:cNvPr>
            <p:cNvSpPr>
              <a:spLocks/>
            </p:cNvSpPr>
            <p:nvPr/>
          </p:nvSpPr>
          <p:spPr bwMode="auto">
            <a:xfrm>
              <a:off x="8223250"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420">
              <a:extLst>
                <a:ext uri="{FF2B5EF4-FFF2-40B4-BE49-F238E27FC236}">
                  <a16:creationId xmlns:a16="http://schemas.microsoft.com/office/drawing/2014/main" id="{F4CE5DDE-36C2-4B7F-A78A-EDA7C17EE7FE}"/>
                </a:ext>
              </a:extLst>
            </p:cNvPr>
            <p:cNvSpPr>
              <a:spLocks noEditPoints="1"/>
            </p:cNvSpPr>
            <p:nvPr/>
          </p:nvSpPr>
          <p:spPr bwMode="auto">
            <a:xfrm>
              <a:off x="7983538" y="385763"/>
              <a:ext cx="211138" cy="53975"/>
            </a:xfrm>
            <a:custGeom>
              <a:avLst/>
              <a:gdLst>
                <a:gd name="T0" fmla="*/ 133 w 1850"/>
                <a:gd name="T1" fmla="*/ 340 h 473"/>
                <a:gd name="T2" fmla="*/ 1717 w 1850"/>
                <a:gd name="T3" fmla="*/ 340 h 473"/>
                <a:gd name="T4" fmla="*/ 1717 w 1850"/>
                <a:gd name="T5" fmla="*/ 133 h 473"/>
                <a:gd name="T6" fmla="*/ 133 w 1850"/>
                <a:gd name="T7" fmla="*/ 133 h 473"/>
                <a:gd name="T8" fmla="*/ 133 w 1850"/>
                <a:gd name="T9" fmla="*/ 340 h 473"/>
                <a:gd name="T10" fmla="*/ 1783 w 1850"/>
                <a:gd name="T11" fmla="*/ 473 h 473"/>
                <a:gd name="T12" fmla="*/ 66 w 1850"/>
                <a:gd name="T13" fmla="*/ 473 h 473"/>
                <a:gd name="T14" fmla="*/ 0 w 1850"/>
                <a:gd name="T15" fmla="*/ 407 h 473"/>
                <a:gd name="T16" fmla="*/ 0 w 1850"/>
                <a:gd name="T17" fmla="*/ 66 h 473"/>
                <a:gd name="T18" fmla="*/ 66 w 1850"/>
                <a:gd name="T19" fmla="*/ 0 h 473"/>
                <a:gd name="T20" fmla="*/ 1783 w 1850"/>
                <a:gd name="T21" fmla="*/ 0 h 473"/>
                <a:gd name="T22" fmla="*/ 1850 w 1850"/>
                <a:gd name="T23" fmla="*/ 66 h 473"/>
                <a:gd name="T24" fmla="*/ 1850 w 1850"/>
                <a:gd name="T25" fmla="*/ 407 h 473"/>
                <a:gd name="T26" fmla="*/ 1783 w 1850"/>
                <a:gd name="T27" fmla="*/ 473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50" h="473">
                  <a:moveTo>
                    <a:pt x="133" y="340"/>
                  </a:moveTo>
                  <a:lnTo>
                    <a:pt x="1717" y="340"/>
                  </a:lnTo>
                  <a:lnTo>
                    <a:pt x="1717" y="133"/>
                  </a:lnTo>
                  <a:lnTo>
                    <a:pt x="133" y="133"/>
                  </a:lnTo>
                  <a:lnTo>
                    <a:pt x="133" y="340"/>
                  </a:lnTo>
                  <a:close/>
                  <a:moveTo>
                    <a:pt x="1783" y="473"/>
                  </a:moveTo>
                  <a:lnTo>
                    <a:pt x="66" y="473"/>
                  </a:lnTo>
                  <a:cubicBezTo>
                    <a:pt x="30" y="473"/>
                    <a:pt x="0" y="443"/>
                    <a:pt x="0" y="407"/>
                  </a:cubicBezTo>
                  <a:lnTo>
                    <a:pt x="0" y="66"/>
                  </a:lnTo>
                  <a:cubicBezTo>
                    <a:pt x="0" y="29"/>
                    <a:pt x="30" y="0"/>
                    <a:pt x="66" y="0"/>
                  </a:cubicBezTo>
                  <a:lnTo>
                    <a:pt x="1783" y="0"/>
                  </a:lnTo>
                  <a:cubicBezTo>
                    <a:pt x="1820" y="0"/>
                    <a:pt x="1850" y="29"/>
                    <a:pt x="1850" y="66"/>
                  </a:cubicBezTo>
                  <a:lnTo>
                    <a:pt x="1850" y="407"/>
                  </a:lnTo>
                  <a:cubicBezTo>
                    <a:pt x="1850" y="443"/>
                    <a:pt x="1820" y="473"/>
                    <a:pt x="1783" y="4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421">
              <a:extLst>
                <a:ext uri="{FF2B5EF4-FFF2-40B4-BE49-F238E27FC236}">
                  <a16:creationId xmlns:a16="http://schemas.microsoft.com/office/drawing/2014/main" id="{0105A474-6A01-47C6-BB41-EB0BD8818FC2}"/>
                </a:ext>
              </a:extLst>
            </p:cNvPr>
            <p:cNvSpPr>
              <a:spLocks/>
            </p:cNvSpPr>
            <p:nvPr/>
          </p:nvSpPr>
          <p:spPr bwMode="auto">
            <a:xfrm>
              <a:off x="81692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30" y="213"/>
                    <a:pt x="0" y="183"/>
                    <a:pt x="0" y="146"/>
                  </a:cubicBezTo>
                  <a:lnTo>
                    <a:pt x="0" y="66"/>
                  </a:lnTo>
                  <a:cubicBezTo>
                    <a:pt x="0" y="30"/>
                    <a:pt x="30"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422">
              <a:extLst>
                <a:ext uri="{FF2B5EF4-FFF2-40B4-BE49-F238E27FC236}">
                  <a16:creationId xmlns:a16="http://schemas.microsoft.com/office/drawing/2014/main" id="{60DA9C68-EA12-4BFC-A6CF-E21EF1D8A449}"/>
                </a:ext>
              </a:extLst>
            </p:cNvPr>
            <p:cNvSpPr>
              <a:spLocks/>
            </p:cNvSpPr>
            <p:nvPr/>
          </p:nvSpPr>
          <p:spPr bwMode="auto">
            <a:xfrm>
              <a:off x="8099425" y="701676"/>
              <a:ext cx="85725" cy="82550"/>
            </a:xfrm>
            <a:custGeom>
              <a:avLst/>
              <a:gdLst>
                <a:gd name="T0" fmla="*/ 67 w 752"/>
                <a:gd name="T1" fmla="*/ 730 h 730"/>
                <a:gd name="T2" fmla="*/ 0 w 752"/>
                <a:gd name="T3" fmla="*/ 663 h 730"/>
                <a:gd name="T4" fmla="*/ 0 w 752"/>
                <a:gd name="T5" fmla="*/ 67 h 730"/>
                <a:gd name="T6" fmla="*/ 67 w 752"/>
                <a:gd name="T7" fmla="*/ 0 h 730"/>
                <a:gd name="T8" fmla="*/ 685 w 752"/>
                <a:gd name="T9" fmla="*/ 0 h 730"/>
                <a:gd name="T10" fmla="*/ 752 w 752"/>
                <a:gd name="T11" fmla="*/ 67 h 730"/>
                <a:gd name="T12" fmla="*/ 752 w 752"/>
                <a:gd name="T13" fmla="*/ 359 h 730"/>
                <a:gd name="T14" fmla="*/ 685 w 752"/>
                <a:gd name="T15" fmla="*/ 426 h 730"/>
                <a:gd name="T16" fmla="*/ 619 w 752"/>
                <a:gd name="T17" fmla="*/ 359 h 730"/>
                <a:gd name="T18" fmla="*/ 619 w 752"/>
                <a:gd name="T19" fmla="*/ 134 h 730"/>
                <a:gd name="T20" fmla="*/ 134 w 752"/>
                <a:gd name="T21" fmla="*/ 134 h 730"/>
                <a:gd name="T22" fmla="*/ 134 w 752"/>
                <a:gd name="T23" fmla="*/ 663 h 730"/>
                <a:gd name="T24" fmla="*/ 67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7" y="730"/>
                  </a:moveTo>
                  <a:cubicBezTo>
                    <a:pt x="30" y="730"/>
                    <a:pt x="0" y="700"/>
                    <a:pt x="0" y="663"/>
                  </a:cubicBezTo>
                  <a:lnTo>
                    <a:pt x="0" y="67"/>
                  </a:lnTo>
                  <a:cubicBezTo>
                    <a:pt x="0" y="30"/>
                    <a:pt x="30" y="0"/>
                    <a:pt x="67" y="0"/>
                  </a:cubicBezTo>
                  <a:lnTo>
                    <a:pt x="685" y="0"/>
                  </a:lnTo>
                  <a:cubicBezTo>
                    <a:pt x="722" y="0"/>
                    <a:pt x="752" y="30"/>
                    <a:pt x="752" y="67"/>
                  </a:cubicBezTo>
                  <a:lnTo>
                    <a:pt x="752" y="359"/>
                  </a:lnTo>
                  <a:cubicBezTo>
                    <a:pt x="752" y="396"/>
                    <a:pt x="722" y="426"/>
                    <a:pt x="685" y="426"/>
                  </a:cubicBezTo>
                  <a:cubicBezTo>
                    <a:pt x="649" y="426"/>
                    <a:pt x="619" y="396"/>
                    <a:pt x="619" y="359"/>
                  </a:cubicBezTo>
                  <a:lnTo>
                    <a:pt x="619" y="134"/>
                  </a:lnTo>
                  <a:lnTo>
                    <a:pt x="134" y="134"/>
                  </a:lnTo>
                  <a:lnTo>
                    <a:pt x="134" y="663"/>
                  </a:lnTo>
                  <a:cubicBezTo>
                    <a:pt x="134" y="700"/>
                    <a:pt x="104" y="730"/>
                    <a:pt x="67"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423">
              <a:extLst>
                <a:ext uri="{FF2B5EF4-FFF2-40B4-BE49-F238E27FC236}">
                  <a16:creationId xmlns:a16="http://schemas.microsoft.com/office/drawing/2014/main" id="{9618E35B-E3C8-494D-A2A1-447B59798AF0}"/>
                </a:ext>
              </a:extLst>
            </p:cNvPr>
            <p:cNvSpPr>
              <a:spLocks/>
            </p:cNvSpPr>
            <p:nvPr/>
          </p:nvSpPr>
          <p:spPr bwMode="auto">
            <a:xfrm>
              <a:off x="79914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29" y="213"/>
                    <a:pt x="0" y="183"/>
                    <a:pt x="0" y="146"/>
                  </a:cubicBezTo>
                  <a:lnTo>
                    <a:pt x="0" y="66"/>
                  </a:lnTo>
                  <a:cubicBezTo>
                    <a:pt x="0" y="30"/>
                    <a:pt x="29"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424">
              <a:extLst>
                <a:ext uri="{FF2B5EF4-FFF2-40B4-BE49-F238E27FC236}">
                  <a16:creationId xmlns:a16="http://schemas.microsoft.com/office/drawing/2014/main" id="{89A568DC-B2CE-419F-A461-92DD710D1EC5}"/>
                </a:ext>
              </a:extLst>
            </p:cNvPr>
            <p:cNvSpPr>
              <a:spLocks/>
            </p:cNvSpPr>
            <p:nvPr/>
          </p:nvSpPr>
          <p:spPr bwMode="auto">
            <a:xfrm>
              <a:off x="7991475" y="701676"/>
              <a:ext cx="85725" cy="82550"/>
            </a:xfrm>
            <a:custGeom>
              <a:avLst/>
              <a:gdLst>
                <a:gd name="T0" fmla="*/ 685 w 752"/>
                <a:gd name="T1" fmla="*/ 730 h 730"/>
                <a:gd name="T2" fmla="*/ 618 w 752"/>
                <a:gd name="T3" fmla="*/ 663 h 730"/>
                <a:gd name="T4" fmla="*/ 618 w 752"/>
                <a:gd name="T5" fmla="*/ 134 h 730"/>
                <a:gd name="T6" fmla="*/ 133 w 752"/>
                <a:gd name="T7" fmla="*/ 134 h 730"/>
                <a:gd name="T8" fmla="*/ 133 w 752"/>
                <a:gd name="T9" fmla="*/ 360 h 730"/>
                <a:gd name="T10" fmla="*/ 66 w 752"/>
                <a:gd name="T11" fmla="*/ 426 h 730"/>
                <a:gd name="T12" fmla="*/ 0 w 752"/>
                <a:gd name="T13" fmla="*/ 360 h 730"/>
                <a:gd name="T14" fmla="*/ 0 w 752"/>
                <a:gd name="T15" fmla="*/ 67 h 730"/>
                <a:gd name="T16" fmla="*/ 66 w 752"/>
                <a:gd name="T17" fmla="*/ 0 h 730"/>
                <a:gd name="T18" fmla="*/ 685 w 752"/>
                <a:gd name="T19" fmla="*/ 0 h 730"/>
                <a:gd name="T20" fmla="*/ 752 w 752"/>
                <a:gd name="T21" fmla="*/ 67 h 730"/>
                <a:gd name="T22" fmla="*/ 752 w 752"/>
                <a:gd name="T23" fmla="*/ 663 h 730"/>
                <a:gd name="T24" fmla="*/ 685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85" y="730"/>
                  </a:moveTo>
                  <a:cubicBezTo>
                    <a:pt x="648" y="730"/>
                    <a:pt x="618" y="700"/>
                    <a:pt x="618" y="663"/>
                  </a:cubicBezTo>
                  <a:lnTo>
                    <a:pt x="618" y="134"/>
                  </a:lnTo>
                  <a:lnTo>
                    <a:pt x="133" y="134"/>
                  </a:lnTo>
                  <a:lnTo>
                    <a:pt x="133" y="360"/>
                  </a:lnTo>
                  <a:cubicBezTo>
                    <a:pt x="133" y="396"/>
                    <a:pt x="103" y="426"/>
                    <a:pt x="66" y="426"/>
                  </a:cubicBezTo>
                  <a:cubicBezTo>
                    <a:pt x="29" y="426"/>
                    <a:pt x="0" y="396"/>
                    <a:pt x="0" y="360"/>
                  </a:cubicBezTo>
                  <a:lnTo>
                    <a:pt x="0" y="67"/>
                  </a:lnTo>
                  <a:cubicBezTo>
                    <a:pt x="0" y="30"/>
                    <a:pt x="29" y="0"/>
                    <a:pt x="66" y="0"/>
                  </a:cubicBezTo>
                  <a:lnTo>
                    <a:pt x="685" y="0"/>
                  </a:lnTo>
                  <a:cubicBezTo>
                    <a:pt x="722" y="0"/>
                    <a:pt x="752" y="30"/>
                    <a:pt x="752" y="67"/>
                  </a:cubicBezTo>
                  <a:lnTo>
                    <a:pt x="752" y="663"/>
                  </a:lnTo>
                  <a:cubicBezTo>
                    <a:pt x="752" y="700"/>
                    <a:pt x="722" y="730"/>
                    <a:pt x="685"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425">
              <a:extLst>
                <a:ext uri="{FF2B5EF4-FFF2-40B4-BE49-F238E27FC236}">
                  <a16:creationId xmlns:a16="http://schemas.microsoft.com/office/drawing/2014/main" id="{0F3524C0-57A2-4BCF-9601-0DA1F85CE594}"/>
                </a:ext>
              </a:extLst>
            </p:cNvPr>
            <p:cNvSpPr>
              <a:spLocks noEditPoints="1"/>
            </p:cNvSpPr>
            <p:nvPr/>
          </p:nvSpPr>
          <p:spPr bwMode="auto">
            <a:xfrm>
              <a:off x="7966075" y="457201"/>
              <a:ext cx="241300" cy="233363"/>
            </a:xfrm>
            <a:custGeom>
              <a:avLst/>
              <a:gdLst>
                <a:gd name="T0" fmla="*/ 134 w 2129"/>
                <a:gd name="T1" fmla="*/ 1917 h 2051"/>
                <a:gd name="T2" fmla="*/ 1995 w 2129"/>
                <a:gd name="T3" fmla="*/ 1917 h 2051"/>
                <a:gd name="T4" fmla="*/ 1995 w 2129"/>
                <a:gd name="T5" fmla="*/ 133 h 2051"/>
                <a:gd name="T6" fmla="*/ 134 w 2129"/>
                <a:gd name="T7" fmla="*/ 133 h 2051"/>
                <a:gd name="T8" fmla="*/ 134 w 2129"/>
                <a:gd name="T9" fmla="*/ 1917 h 2051"/>
                <a:gd name="T10" fmla="*/ 2062 w 2129"/>
                <a:gd name="T11" fmla="*/ 2051 h 2051"/>
                <a:gd name="T12" fmla="*/ 67 w 2129"/>
                <a:gd name="T13" fmla="*/ 2051 h 2051"/>
                <a:gd name="T14" fmla="*/ 0 w 2129"/>
                <a:gd name="T15" fmla="*/ 1984 h 2051"/>
                <a:gd name="T16" fmla="*/ 0 w 2129"/>
                <a:gd name="T17" fmla="*/ 66 h 2051"/>
                <a:gd name="T18" fmla="*/ 67 w 2129"/>
                <a:gd name="T19" fmla="*/ 0 h 2051"/>
                <a:gd name="T20" fmla="*/ 2062 w 2129"/>
                <a:gd name="T21" fmla="*/ 0 h 2051"/>
                <a:gd name="T22" fmla="*/ 2129 w 2129"/>
                <a:gd name="T23" fmla="*/ 66 h 2051"/>
                <a:gd name="T24" fmla="*/ 2129 w 2129"/>
                <a:gd name="T25" fmla="*/ 1984 h 2051"/>
                <a:gd name="T26" fmla="*/ 2062 w 2129"/>
                <a:gd name="T27" fmla="*/ 2051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9" h="2051">
                  <a:moveTo>
                    <a:pt x="134" y="1917"/>
                  </a:moveTo>
                  <a:lnTo>
                    <a:pt x="1995" y="1917"/>
                  </a:lnTo>
                  <a:lnTo>
                    <a:pt x="1995" y="133"/>
                  </a:lnTo>
                  <a:lnTo>
                    <a:pt x="134" y="133"/>
                  </a:lnTo>
                  <a:lnTo>
                    <a:pt x="134" y="1917"/>
                  </a:lnTo>
                  <a:close/>
                  <a:moveTo>
                    <a:pt x="2062" y="2051"/>
                  </a:moveTo>
                  <a:lnTo>
                    <a:pt x="67" y="2051"/>
                  </a:lnTo>
                  <a:cubicBezTo>
                    <a:pt x="30" y="2051"/>
                    <a:pt x="0" y="2021"/>
                    <a:pt x="0" y="1984"/>
                  </a:cubicBezTo>
                  <a:lnTo>
                    <a:pt x="0" y="66"/>
                  </a:lnTo>
                  <a:cubicBezTo>
                    <a:pt x="0" y="30"/>
                    <a:pt x="30" y="0"/>
                    <a:pt x="67" y="0"/>
                  </a:cubicBezTo>
                  <a:lnTo>
                    <a:pt x="2062" y="0"/>
                  </a:lnTo>
                  <a:cubicBezTo>
                    <a:pt x="2099" y="0"/>
                    <a:pt x="2129" y="30"/>
                    <a:pt x="2129" y="66"/>
                  </a:cubicBezTo>
                  <a:lnTo>
                    <a:pt x="2129" y="1984"/>
                  </a:lnTo>
                  <a:cubicBezTo>
                    <a:pt x="2129" y="2021"/>
                    <a:pt x="2099" y="2051"/>
                    <a:pt x="2062" y="20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426">
              <a:extLst>
                <a:ext uri="{FF2B5EF4-FFF2-40B4-BE49-F238E27FC236}">
                  <a16:creationId xmlns:a16="http://schemas.microsoft.com/office/drawing/2014/main" id="{9AAA1344-6330-415E-BE06-1817815DC7F0}"/>
                </a:ext>
              </a:extLst>
            </p:cNvPr>
            <p:cNvSpPr>
              <a:spLocks/>
            </p:cNvSpPr>
            <p:nvPr/>
          </p:nvSpPr>
          <p:spPr bwMode="auto">
            <a:xfrm>
              <a:off x="8032750" y="457201"/>
              <a:ext cx="17463" cy="225425"/>
            </a:xfrm>
            <a:custGeom>
              <a:avLst/>
              <a:gdLst>
                <a:gd name="T0" fmla="*/ 82 w 149"/>
                <a:gd name="T1" fmla="*/ 1989 h 1989"/>
                <a:gd name="T2" fmla="*/ 15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5" y="1989"/>
                    <a:pt x="16" y="1960"/>
                    <a:pt x="15" y="1923"/>
                  </a:cubicBezTo>
                  <a:lnTo>
                    <a:pt x="0" y="67"/>
                  </a:lnTo>
                  <a:cubicBezTo>
                    <a:pt x="0" y="30"/>
                    <a:pt x="29" y="0"/>
                    <a:pt x="66" y="0"/>
                  </a:cubicBezTo>
                  <a:lnTo>
                    <a:pt x="67" y="0"/>
                  </a:lnTo>
                  <a:cubicBezTo>
                    <a:pt x="103" y="0"/>
                    <a:pt x="133" y="29"/>
                    <a:pt x="133" y="66"/>
                  </a:cubicBezTo>
                  <a:lnTo>
                    <a:pt x="149" y="1922"/>
                  </a:lnTo>
                  <a:cubicBezTo>
                    <a:pt x="149" y="1958"/>
                    <a:pt x="119"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427">
              <a:extLst>
                <a:ext uri="{FF2B5EF4-FFF2-40B4-BE49-F238E27FC236}">
                  <a16:creationId xmlns:a16="http://schemas.microsoft.com/office/drawing/2014/main" id="{6CA720B9-8124-4644-B746-F22D118F0360}"/>
                </a:ext>
              </a:extLst>
            </p:cNvPr>
            <p:cNvSpPr>
              <a:spLocks/>
            </p:cNvSpPr>
            <p:nvPr/>
          </p:nvSpPr>
          <p:spPr bwMode="auto">
            <a:xfrm>
              <a:off x="8124825" y="457201"/>
              <a:ext cx="15875" cy="225425"/>
            </a:xfrm>
            <a:custGeom>
              <a:avLst/>
              <a:gdLst>
                <a:gd name="T0" fmla="*/ 82 w 149"/>
                <a:gd name="T1" fmla="*/ 1989 h 1989"/>
                <a:gd name="T2" fmla="*/ 16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6" y="1989"/>
                    <a:pt x="16" y="1960"/>
                    <a:pt x="16" y="1923"/>
                  </a:cubicBezTo>
                  <a:lnTo>
                    <a:pt x="0" y="67"/>
                  </a:lnTo>
                  <a:cubicBezTo>
                    <a:pt x="0" y="30"/>
                    <a:pt x="29" y="0"/>
                    <a:pt x="66" y="0"/>
                  </a:cubicBezTo>
                  <a:lnTo>
                    <a:pt x="67" y="0"/>
                  </a:lnTo>
                  <a:cubicBezTo>
                    <a:pt x="103" y="0"/>
                    <a:pt x="133" y="29"/>
                    <a:pt x="133" y="66"/>
                  </a:cubicBezTo>
                  <a:lnTo>
                    <a:pt x="149" y="1922"/>
                  </a:lnTo>
                  <a:cubicBezTo>
                    <a:pt x="149" y="1958"/>
                    <a:pt x="120"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428">
              <a:extLst>
                <a:ext uri="{FF2B5EF4-FFF2-40B4-BE49-F238E27FC236}">
                  <a16:creationId xmlns:a16="http://schemas.microsoft.com/office/drawing/2014/main" id="{C518741B-9C46-4934-8601-355ECFC7BA49}"/>
                </a:ext>
              </a:extLst>
            </p:cNvPr>
            <p:cNvSpPr>
              <a:spLocks/>
            </p:cNvSpPr>
            <p:nvPr/>
          </p:nvSpPr>
          <p:spPr bwMode="auto">
            <a:xfrm>
              <a:off x="7970838" y="504826"/>
              <a:ext cx="233363" cy="15875"/>
            </a:xfrm>
            <a:custGeom>
              <a:avLst/>
              <a:gdLst>
                <a:gd name="T0" fmla="*/ 2000 w 2067"/>
                <a:gd name="T1" fmla="*/ 134 h 134"/>
                <a:gd name="T2" fmla="*/ 67 w 2067"/>
                <a:gd name="T3" fmla="*/ 134 h 134"/>
                <a:gd name="T4" fmla="*/ 0 w 2067"/>
                <a:gd name="T5" fmla="*/ 67 h 134"/>
                <a:gd name="T6" fmla="*/ 67 w 2067"/>
                <a:gd name="T7" fmla="*/ 0 h 134"/>
                <a:gd name="T8" fmla="*/ 2000 w 2067"/>
                <a:gd name="T9" fmla="*/ 0 h 134"/>
                <a:gd name="T10" fmla="*/ 2067 w 2067"/>
                <a:gd name="T11" fmla="*/ 67 h 134"/>
                <a:gd name="T12" fmla="*/ 2000 w 20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67" h="134">
                  <a:moveTo>
                    <a:pt x="2000" y="134"/>
                  </a:moveTo>
                  <a:lnTo>
                    <a:pt x="67" y="134"/>
                  </a:lnTo>
                  <a:cubicBezTo>
                    <a:pt x="30" y="134"/>
                    <a:pt x="0" y="104"/>
                    <a:pt x="0" y="67"/>
                  </a:cubicBezTo>
                  <a:cubicBezTo>
                    <a:pt x="0" y="30"/>
                    <a:pt x="30" y="0"/>
                    <a:pt x="67" y="0"/>
                  </a:cubicBezTo>
                  <a:lnTo>
                    <a:pt x="2000" y="0"/>
                  </a:lnTo>
                  <a:cubicBezTo>
                    <a:pt x="2037" y="0"/>
                    <a:pt x="2067" y="30"/>
                    <a:pt x="2067" y="67"/>
                  </a:cubicBezTo>
                  <a:cubicBezTo>
                    <a:pt x="2067" y="104"/>
                    <a:pt x="2037" y="134"/>
                    <a:pt x="20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429">
              <a:extLst>
                <a:ext uri="{FF2B5EF4-FFF2-40B4-BE49-F238E27FC236}">
                  <a16:creationId xmlns:a16="http://schemas.microsoft.com/office/drawing/2014/main" id="{B9E92BD7-0A17-43FC-9D94-3FB04146A19D}"/>
                </a:ext>
              </a:extLst>
            </p:cNvPr>
            <p:cNvSpPr>
              <a:spLocks/>
            </p:cNvSpPr>
            <p:nvPr/>
          </p:nvSpPr>
          <p:spPr bwMode="auto">
            <a:xfrm>
              <a:off x="7966075" y="546101"/>
              <a:ext cx="241300" cy="15875"/>
            </a:xfrm>
            <a:custGeom>
              <a:avLst/>
              <a:gdLst>
                <a:gd name="T0" fmla="*/ 2062 w 2129"/>
                <a:gd name="T1" fmla="*/ 134 h 134"/>
                <a:gd name="T2" fmla="*/ 67 w 2129"/>
                <a:gd name="T3" fmla="*/ 134 h 134"/>
                <a:gd name="T4" fmla="*/ 0 w 2129"/>
                <a:gd name="T5" fmla="*/ 67 h 134"/>
                <a:gd name="T6" fmla="*/ 67 w 2129"/>
                <a:gd name="T7" fmla="*/ 0 h 134"/>
                <a:gd name="T8" fmla="*/ 2062 w 2129"/>
                <a:gd name="T9" fmla="*/ 0 h 134"/>
                <a:gd name="T10" fmla="*/ 2129 w 2129"/>
                <a:gd name="T11" fmla="*/ 67 h 134"/>
                <a:gd name="T12" fmla="*/ 2062 w 2129"/>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129" h="134">
                  <a:moveTo>
                    <a:pt x="2062" y="134"/>
                  </a:moveTo>
                  <a:lnTo>
                    <a:pt x="67" y="134"/>
                  </a:lnTo>
                  <a:cubicBezTo>
                    <a:pt x="30" y="134"/>
                    <a:pt x="0" y="104"/>
                    <a:pt x="0" y="67"/>
                  </a:cubicBezTo>
                  <a:cubicBezTo>
                    <a:pt x="0" y="30"/>
                    <a:pt x="30" y="0"/>
                    <a:pt x="67" y="0"/>
                  </a:cubicBezTo>
                  <a:lnTo>
                    <a:pt x="2062" y="0"/>
                  </a:lnTo>
                  <a:cubicBezTo>
                    <a:pt x="2099" y="0"/>
                    <a:pt x="2129" y="30"/>
                    <a:pt x="2129" y="67"/>
                  </a:cubicBezTo>
                  <a:cubicBezTo>
                    <a:pt x="2129" y="104"/>
                    <a:pt x="2099" y="134"/>
                    <a:pt x="2062"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430">
              <a:extLst>
                <a:ext uri="{FF2B5EF4-FFF2-40B4-BE49-F238E27FC236}">
                  <a16:creationId xmlns:a16="http://schemas.microsoft.com/office/drawing/2014/main" id="{2A0D8FA1-C838-4DF4-84E2-7FD198A5CB80}"/>
                </a:ext>
              </a:extLst>
            </p:cNvPr>
            <p:cNvSpPr>
              <a:spLocks/>
            </p:cNvSpPr>
            <p:nvPr/>
          </p:nvSpPr>
          <p:spPr bwMode="auto">
            <a:xfrm>
              <a:off x="7969250" y="590551"/>
              <a:ext cx="234950" cy="15875"/>
            </a:xfrm>
            <a:custGeom>
              <a:avLst/>
              <a:gdLst>
                <a:gd name="T0" fmla="*/ 2015 w 2082"/>
                <a:gd name="T1" fmla="*/ 134 h 134"/>
                <a:gd name="T2" fmla="*/ 66 w 2082"/>
                <a:gd name="T3" fmla="*/ 134 h 134"/>
                <a:gd name="T4" fmla="*/ 0 w 2082"/>
                <a:gd name="T5" fmla="*/ 67 h 134"/>
                <a:gd name="T6" fmla="*/ 66 w 2082"/>
                <a:gd name="T7" fmla="*/ 0 h 134"/>
                <a:gd name="T8" fmla="*/ 2015 w 2082"/>
                <a:gd name="T9" fmla="*/ 0 h 134"/>
                <a:gd name="T10" fmla="*/ 2082 w 2082"/>
                <a:gd name="T11" fmla="*/ 67 h 134"/>
                <a:gd name="T12" fmla="*/ 2015 w 208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82" h="134">
                  <a:moveTo>
                    <a:pt x="2015" y="134"/>
                  </a:moveTo>
                  <a:lnTo>
                    <a:pt x="66" y="134"/>
                  </a:lnTo>
                  <a:cubicBezTo>
                    <a:pt x="29" y="134"/>
                    <a:pt x="0" y="104"/>
                    <a:pt x="0" y="67"/>
                  </a:cubicBezTo>
                  <a:cubicBezTo>
                    <a:pt x="0" y="30"/>
                    <a:pt x="29" y="0"/>
                    <a:pt x="66" y="0"/>
                  </a:cubicBezTo>
                  <a:lnTo>
                    <a:pt x="2015" y="0"/>
                  </a:lnTo>
                  <a:cubicBezTo>
                    <a:pt x="2052" y="0"/>
                    <a:pt x="2082" y="30"/>
                    <a:pt x="2082" y="67"/>
                  </a:cubicBezTo>
                  <a:cubicBezTo>
                    <a:pt x="2082" y="104"/>
                    <a:pt x="2052" y="134"/>
                    <a:pt x="201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431">
              <a:extLst>
                <a:ext uri="{FF2B5EF4-FFF2-40B4-BE49-F238E27FC236}">
                  <a16:creationId xmlns:a16="http://schemas.microsoft.com/office/drawing/2014/main" id="{2CCADFC9-D91A-4A18-8638-DDDAC6A09FE0}"/>
                </a:ext>
              </a:extLst>
            </p:cNvPr>
            <p:cNvSpPr>
              <a:spLocks/>
            </p:cNvSpPr>
            <p:nvPr/>
          </p:nvSpPr>
          <p:spPr bwMode="auto">
            <a:xfrm>
              <a:off x="7969250" y="635001"/>
              <a:ext cx="236538" cy="14288"/>
            </a:xfrm>
            <a:custGeom>
              <a:avLst/>
              <a:gdLst>
                <a:gd name="T0" fmla="*/ 2030 w 2097"/>
                <a:gd name="T1" fmla="*/ 133 h 133"/>
                <a:gd name="T2" fmla="*/ 66 w 2097"/>
                <a:gd name="T3" fmla="*/ 133 h 133"/>
                <a:gd name="T4" fmla="*/ 0 w 2097"/>
                <a:gd name="T5" fmla="*/ 66 h 133"/>
                <a:gd name="T6" fmla="*/ 66 w 2097"/>
                <a:gd name="T7" fmla="*/ 0 h 133"/>
                <a:gd name="T8" fmla="*/ 2030 w 2097"/>
                <a:gd name="T9" fmla="*/ 0 h 133"/>
                <a:gd name="T10" fmla="*/ 2097 w 2097"/>
                <a:gd name="T11" fmla="*/ 66 h 133"/>
                <a:gd name="T12" fmla="*/ 2030 w 209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2097" h="133">
                  <a:moveTo>
                    <a:pt x="2030" y="133"/>
                  </a:moveTo>
                  <a:lnTo>
                    <a:pt x="66" y="133"/>
                  </a:lnTo>
                  <a:cubicBezTo>
                    <a:pt x="29" y="133"/>
                    <a:pt x="0" y="103"/>
                    <a:pt x="0" y="66"/>
                  </a:cubicBezTo>
                  <a:cubicBezTo>
                    <a:pt x="0" y="30"/>
                    <a:pt x="29" y="0"/>
                    <a:pt x="66" y="0"/>
                  </a:cubicBezTo>
                  <a:lnTo>
                    <a:pt x="2030" y="0"/>
                  </a:lnTo>
                  <a:cubicBezTo>
                    <a:pt x="2067" y="0"/>
                    <a:pt x="2097" y="30"/>
                    <a:pt x="2097" y="66"/>
                  </a:cubicBezTo>
                  <a:cubicBezTo>
                    <a:pt x="2097" y="103"/>
                    <a:pt x="2067" y="133"/>
                    <a:pt x="203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432">
              <a:extLst>
                <a:ext uri="{FF2B5EF4-FFF2-40B4-BE49-F238E27FC236}">
                  <a16:creationId xmlns:a16="http://schemas.microsoft.com/office/drawing/2014/main" id="{79BC4D21-2104-41BE-8A85-EB8E71AE64D7}"/>
                </a:ext>
              </a:extLst>
            </p:cNvPr>
            <p:cNvSpPr>
              <a:spLocks/>
            </p:cNvSpPr>
            <p:nvPr/>
          </p:nvSpPr>
          <p:spPr bwMode="auto">
            <a:xfrm>
              <a:off x="7910513" y="787401"/>
              <a:ext cx="38100" cy="15875"/>
            </a:xfrm>
            <a:custGeom>
              <a:avLst/>
              <a:gdLst>
                <a:gd name="T0" fmla="*/ 268 w 335"/>
                <a:gd name="T1" fmla="*/ 133 h 133"/>
                <a:gd name="T2" fmla="*/ 67 w 335"/>
                <a:gd name="T3" fmla="*/ 133 h 133"/>
                <a:gd name="T4" fmla="*/ 0 w 335"/>
                <a:gd name="T5" fmla="*/ 66 h 133"/>
                <a:gd name="T6" fmla="*/ 67 w 335"/>
                <a:gd name="T7" fmla="*/ 0 h 133"/>
                <a:gd name="T8" fmla="*/ 268 w 335"/>
                <a:gd name="T9" fmla="*/ 0 h 133"/>
                <a:gd name="T10" fmla="*/ 335 w 335"/>
                <a:gd name="T11" fmla="*/ 66 h 133"/>
                <a:gd name="T12" fmla="*/ 268 w 335"/>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5" h="133">
                  <a:moveTo>
                    <a:pt x="268" y="133"/>
                  </a:moveTo>
                  <a:lnTo>
                    <a:pt x="67" y="133"/>
                  </a:lnTo>
                  <a:cubicBezTo>
                    <a:pt x="30" y="133"/>
                    <a:pt x="0" y="103"/>
                    <a:pt x="0" y="66"/>
                  </a:cubicBezTo>
                  <a:cubicBezTo>
                    <a:pt x="0" y="29"/>
                    <a:pt x="30" y="0"/>
                    <a:pt x="67" y="0"/>
                  </a:cubicBezTo>
                  <a:lnTo>
                    <a:pt x="268" y="0"/>
                  </a:lnTo>
                  <a:cubicBezTo>
                    <a:pt x="305" y="0"/>
                    <a:pt x="335" y="29"/>
                    <a:pt x="335" y="66"/>
                  </a:cubicBezTo>
                  <a:cubicBezTo>
                    <a:pt x="335" y="103"/>
                    <a:pt x="305" y="133"/>
                    <a:pt x="26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433">
              <a:extLst>
                <a:ext uri="{FF2B5EF4-FFF2-40B4-BE49-F238E27FC236}">
                  <a16:creationId xmlns:a16="http://schemas.microsoft.com/office/drawing/2014/main" id="{446C4EDB-349D-4BC9-BB0E-8BB774CFF6BB}"/>
                </a:ext>
              </a:extLst>
            </p:cNvPr>
            <p:cNvSpPr>
              <a:spLocks/>
            </p:cNvSpPr>
            <p:nvPr/>
          </p:nvSpPr>
          <p:spPr bwMode="auto">
            <a:xfrm>
              <a:off x="8228013" y="787401"/>
              <a:ext cx="38100" cy="15875"/>
            </a:xfrm>
            <a:custGeom>
              <a:avLst/>
              <a:gdLst>
                <a:gd name="T0" fmla="*/ 267 w 334"/>
                <a:gd name="T1" fmla="*/ 133 h 133"/>
                <a:gd name="T2" fmla="*/ 66 w 334"/>
                <a:gd name="T3" fmla="*/ 133 h 133"/>
                <a:gd name="T4" fmla="*/ 0 w 334"/>
                <a:gd name="T5" fmla="*/ 66 h 133"/>
                <a:gd name="T6" fmla="*/ 66 w 334"/>
                <a:gd name="T7" fmla="*/ 0 h 133"/>
                <a:gd name="T8" fmla="*/ 267 w 334"/>
                <a:gd name="T9" fmla="*/ 0 h 133"/>
                <a:gd name="T10" fmla="*/ 334 w 334"/>
                <a:gd name="T11" fmla="*/ 66 h 133"/>
                <a:gd name="T12" fmla="*/ 267 w 334"/>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4" h="133">
                  <a:moveTo>
                    <a:pt x="267" y="133"/>
                  </a:moveTo>
                  <a:lnTo>
                    <a:pt x="66" y="133"/>
                  </a:lnTo>
                  <a:cubicBezTo>
                    <a:pt x="30" y="133"/>
                    <a:pt x="0" y="103"/>
                    <a:pt x="0" y="66"/>
                  </a:cubicBezTo>
                  <a:cubicBezTo>
                    <a:pt x="0" y="29"/>
                    <a:pt x="30" y="0"/>
                    <a:pt x="66" y="0"/>
                  </a:cubicBezTo>
                  <a:lnTo>
                    <a:pt x="267" y="0"/>
                  </a:lnTo>
                  <a:cubicBezTo>
                    <a:pt x="304" y="0"/>
                    <a:pt x="334" y="29"/>
                    <a:pt x="334" y="66"/>
                  </a:cubicBezTo>
                  <a:cubicBezTo>
                    <a:pt x="334" y="103"/>
                    <a:pt x="304" y="133"/>
                    <a:pt x="2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0" name="Chart10" descr="{&quot;Key&quot;:&quot;POWER_USER_SHAPE_ICON&quot;,&quot;Value&quot;:&quot;POWER_USER_SHAPE_ICON_STYLE_1&quot;}">
            <a:extLst>
              <a:ext uri="{FF2B5EF4-FFF2-40B4-BE49-F238E27FC236}">
                <a16:creationId xmlns:a16="http://schemas.microsoft.com/office/drawing/2014/main" id="{9EB557B7-54FD-4EED-A723-6A0E61CE02DC}"/>
              </a:ext>
            </a:extLst>
          </p:cNvPr>
          <p:cNvGrpSpPr>
            <a:grpSpLocks noChangeAspect="1"/>
          </p:cNvGrpSpPr>
          <p:nvPr/>
        </p:nvGrpSpPr>
        <p:grpSpPr>
          <a:xfrm>
            <a:off x="2627561" y="3473562"/>
            <a:ext cx="300692" cy="278606"/>
            <a:chOff x="9031288" y="5214938"/>
            <a:chExt cx="280988" cy="260350"/>
          </a:xfrm>
          <a:solidFill>
            <a:schemeClr val="accent6"/>
          </a:solidFill>
        </p:grpSpPr>
        <p:sp>
          <p:nvSpPr>
            <p:cNvPr id="281" name="Freeform 436">
              <a:extLst>
                <a:ext uri="{FF2B5EF4-FFF2-40B4-BE49-F238E27FC236}">
                  <a16:creationId xmlns:a16="http://schemas.microsoft.com/office/drawing/2014/main" id="{2692AE90-EABC-43C8-A197-BE6795045383}"/>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437">
              <a:extLst>
                <a:ext uri="{FF2B5EF4-FFF2-40B4-BE49-F238E27FC236}">
                  <a16:creationId xmlns:a16="http://schemas.microsoft.com/office/drawing/2014/main" id="{B4B71444-8A31-483C-8212-55309B650AF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438">
              <a:extLst>
                <a:ext uri="{FF2B5EF4-FFF2-40B4-BE49-F238E27FC236}">
                  <a16:creationId xmlns:a16="http://schemas.microsoft.com/office/drawing/2014/main" id="{1006C162-72B8-4C54-AD99-AA9373A8AD85}"/>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439">
              <a:extLst>
                <a:ext uri="{FF2B5EF4-FFF2-40B4-BE49-F238E27FC236}">
                  <a16:creationId xmlns:a16="http://schemas.microsoft.com/office/drawing/2014/main" id="{309A6CB8-884E-4497-9467-5DC9AC90F548}"/>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440">
              <a:extLst>
                <a:ext uri="{FF2B5EF4-FFF2-40B4-BE49-F238E27FC236}">
                  <a16:creationId xmlns:a16="http://schemas.microsoft.com/office/drawing/2014/main" id="{BAF668AC-EB39-4CF0-A861-49DAE064E1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441">
              <a:extLst>
                <a:ext uri="{FF2B5EF4-FFF2-40B4-BE49-F238E27FC236}">
                  <a16:creationId xmlns:a16="http://schemas.microsoft.com/office/drawing/2014/main" id="{AD8E4093-2946-40A9-916E-60AAB55F9515}"/>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442">
              <a:extLst>
                <a:ext uri="{FF2B5EF4-FFF2-40B4-BE49-F238E27FC236}">
                  <a16:creationId xmlns:a16="http://schemas.microsoft.com/office/drawing/2014/main" id="{CA334673-6829-49ED-B774-57279863D18D}"/>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443">
              <a:extLst>
                <a:ext uri="{FF2B5EF4-FFF2-40B4-BE49-F238E27FC236}">
                  <a16:creationId xmlns:a16="http://schemas.microsoft.com/office/drawing/2014/main" id="{73AB4DB3-5B44-496B-A5EA-B7FB5B53C9BA}"/>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444">
              <a:extLst>
                <a:ext uri="{FF2B5EF4-FFF2-40B4-BE49-F238E27FC236}">
                  <a16:creationId xmlns:a16="http://schemas.microsoft.com/office/drawing/2014/main" id="{64355AB9-A3A4-437A-B040-6CB2A764D463}"/>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445">
              <a:extLst>
                <a:ext uri="{FF2B5EF4-FFF2-40B4-BE49-F238E27FC236}">
                  <a16:creationId xmlns:a16="http://schemas.microsoft.com/office/drawing/2014/main" id="{4175F23C-8596-4F8F-8F08-42CE37C6F82D}"/>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446">
              <a:extLst>
                <a:ext uri="{FF2B5EF4-FFF2-40B4-BE49-F238E27FC236}">
                  <a16:creationId xmlns:a16="http://schemas.microsoft.com/office/drawing/2014/main" id="{3319351D-28B4-4AB6-9FEE-BCC8B8C88D2A}"/>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447">
              <a:extLst>
                <a:ext uri="{FF2B5EF4-FFF2-40B4-BE49-F238E27FC236}">
                  <a16:creationId xmlns:a16="http://schemas.microsoft.com/office/drawing/2014/main" id="{F83219AB-B119-4D36-BB1D-C128FE3159EA}"/>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POWER_USER_ID_ICONS_Cup" descr="{&quot;Key&quot;:&quot;POWER_USER_SHAPE_ICON&quot;,&quot;Value&quot;:&quot;POWER_USER_SHAPE_ICON_STYLE_1&quot;}">
            <a:extLst>
              <a:ext uri="{FF2B5EF4-FFF2-40B4-BE49-F238E27FC236}">
                <a16:creationId xmlns:a16="http://schemas.microsoft.com/office/drawing/2014/main" id="{CA90C797-6762-48A1-9C72-4194B5C8A1AB}"/>
              </a:ext>
            </a:extLst>
          </p:cNvPr>
          <p:cNvGrpSpPr>
            <a:grpSpLocks noChangeAspect="1"/>
          </p:cNvGrpSpPr>
          <p:nvPr>
            <p:custDataLst>
              <p:tags r:id="rId2"/>
            </p:custDataLst>
          </p:nvPr>
        </p:nvGrpSpPr>
        <p:grpSpPr bwMode="auto">
          <a:xfrm>
            <a:off x="8535603" y="4988541"/>
            <a:ext cx="287568" cy="310377"/>
            <a:chOff x="69" y="56"/>
            <a:chExt cx="353" cy="381"/>
          </a:xfrm>
          <a:solidFill>
            <a:schemeClr val="accent2">
              <a:lumMod val="60000"/>
              <a:lumOff val="40000"/>
            </a:schemeClr>
          </a:solidFill>
        </p:grpSpPr>
        <p:sp>
          <p:nvSpPr>
            <p:cNvPr id="294" name="POWER_USER_ID_ICONS_Cup">
              <a:extLst>
                <a:ext uri="{FF2B5EF4-FFF2-40B4-BE49-F238E27FC236}">
                  <a16:creationId xmlns:a16="http://schemas.microsoft.com/office/drawing/2014/main" id="{A81D7938-2CC8-4371-8E18-BDE77A809559}"/>
                </a:ext>
              </a:extLst>
            </p:cNvPr>
            <p:cNvSpPr>
              <a:spLocks/>
            </p:cNvSpPr>
            <p:nvPr>
              <p:custDataLst>
                <p:tags r:id="rId4"/>
              </p:custDataLst>
            </p:nvPr>
          </p:nvSpPr>
          <p:spPr bwMode="auto">
            <a:xfrm>
              <a:off x="137" y="56"/>
              <a:ext cx="218" cy="381"/>
            </a:xfrm>
            <a:custGeom>
              <a:avLst/>
              <a:gdLst>
                <a:gd name="T0" fmla="*/ 480 w 515"/>
                <a:gd name="T1" fmla="*/ 407 h 900"/>
                <a:gd name="T2" fmla="*/ 515 w 515"/>
                <a:gd name="T3" fmla="*/ 13 h 900"/>
                <a:gd name="T4" fmla="*/ 511 w 515"/>
                <a:gd name="T5" fmla="*/ 3 h 900"/>
                <a:gd name="T6" fmla="*/ 502 w 515"/>
                <a:gd name="T7" fmla="*/ 0 h 900"/>
                <a:gd name="T8" fmla="*/ 13 w 515"/>
                <a:gd name="T9" fmla="*/ 0 h 900"/>
                <a:gd name="T10" fmla="*/ 4 w 515"/>
                <a:gd name="T11" fmla="*/ 3 h 900"/>
                <a:gd name="T12" fmla="*/ 0 w 515"/>
                <a:gd name="T13" fmla="*/ 13 h 900"/>
                <a:gd name="T14" fmla="*/ 35 w 515"/>
                <a:gd name="T15" fmla="*/ 407 h 900"/>
                <a:gd name="T16" fmla="*/ 220 w 515"/>
                <a:gd name="T17" fmla="*/ 623 h 900"/>
                <a:gd name="T18" fmla="*/ 235 w 515"/>
                <a:gd name="T19" fmla="*/ 613 h 900"/>
                <a:gd name="T20" fmla="*/ 225 w 515"/>
                <a:gd name="T21" fmla="*/ 598 h 900"/>
                <a:gd name="T22" fmla="*/ 60 w 515"/>
                <a:gd name="T23" fmla="*/ 405 h 900"/>
                <a:gd name="T24" fmla="*/ 26 w 515"/>
                <a:gd name="T25" fmla="*/ 25 h 900"/>
                <a:gd name="T26" fmla="*/ 489 w 515"/>
                <a:gd name="T27" fmla="*/ 25 h 900"/>
                <a:gd name="T28" fmla="*/ 455 w 515"/>
                <a:gd name="T29" fmla="*/ 405 h 900"/>
                <a:gd name="T30" fmla="*/ 290 w 515"/>
                <a:gd name="T31" fmla="*/ 598 h 900"/>
                <a:gd name="T32" fmla="*/ 287 w 515"/>
                <a:gd name="T33" fmla="*/ 600 h 900"/>
                <a:gd name="T34" fmla="*/ 286 w 515"/>
                <a:gd name="T35" fmla="*/ 600 h 900"/>
                <a:gd name="T36" fmla="*/ 282 w 515"/>
                <a:gd name="T37" fmla="*/ 602 h 900"/>
                <a:gd name="T38" fmla="*/ 281 w 515"/>
                <a:gd name="T39" fmla="*/ 603 h 900"/>
                <a:gd name="T40" fmla="*/ 279 w 515"/>
                <a:gd name="T41" fmla="*/ 606 h 900"/>
                <a:gd name="T42" fmla="*/ 279 w 515"/>
                <a:gd name="T43" fmla="*/ 607 h 900"/>
                <a:gd name="T44" fmla="*/ 279 w 515"/>
                <a:gd name="T45" fmla="*/ 610 h 900"/>
                <a:gd name="T46" fmla="*/ 279 w 515"/>
                <a:gd name="T47" fmla="*/ 611 h 900"/>
                <a:gd name="T48" fmla="*/ 279 w 515"/>
                <a:gd name="T49" fmla="*/ 691 h 900"/>
                <a:gd name="T50" fmla="*/ 421 w 515"/>
                <a:gd name="T51" fmla="*/ 833 h 900"/>
                <a:gd name="T52" fmla="*/ 422 w 515"/>
                <a:gd name="T53" fmla="*/ 833 h 900"/>
                <a:gd name="T54" fmla="*/ 449 w 515"/>
                <a:gd name="T55" fmla="*/ 860 h 900"/>
                <a:gd name="T56" fmla="*/ 449 w 515"/>
                <a:gd name="T57" fmla="*/ 875 h 900"/>
                <a:gd name="T58" fmla="*/ 65 w 515"/>
                <a:gd name="T59" fmla="*/ 875 h 900"/>
                <a:gd name="T60" fmla="*/ 65 w 515"/>
                <a:gd name="T61" fmla="*/ 860 h 900"/>
                <a:gd name="T62" fmla="*/ 91 w 515"/>
                <a:gd name="T63" fmla="*/ 833 h 900"/>
                <a:gd name="T64" fmla="*/ 93 w 515"/>
                <a:gd name="T65" fmla="*/ 833 h 900"/>
                <a:gd name="T66" fmla="*/ 221 w 515"/>
                <a:gd name="T67" fmla="*/ 753 h 900"/>
                <a:gd name="T68" fmla="*/ 215 w 515"/>
                <a:gd name="T69" fmla="*/ 737 h 900"/>
                <a:gd name="T70" fmla="*/ 199 w 515"/>
                <a:gd name="T71" fmla="*/ 743 h 900"/>
                <a:gd name="T72" fmla="*/ 93 w 515"/>
                <a:gd name="T73" fmla="*/ 810 h 900"/>
                <a:gd name="T74" fmla="*/ 91 w 515"/>
                <a:gd name="T75" fmla="*/ 810 h 900"/>
                <a:gd name="T76" fmla="*/ 40 w 515"/>
                <a:gd name="T77" fmla="*/ 861 h 900"/>
                <a:gd name="T78" fmla="*/ 40 w 515"/>
                <a:gd name="T79" fmla="*/ 887 h 900"/>
                <a:gd name="T80" fmla="*/ 53 w 515"/>
                <a:gd name="T81" fmla="*/ 900 h 900"/>
                <a:gd name="T82" fmla="*/ 461 w 515"/>
                <a:gd name="T83" fmla="*/ 900 h 900"/>
                <a:gd name="T84" fmla="*/ 474 w 515"/>
                <a:gd name="T85" fmla="*/ 887 h 900"/>
                <a:gd name="T86" fmla="*/ 474 w 515"/>
                <a:gd name="T87" fmla="*/ 860 h 900"/>
                <a:gd name="T88" fmla="*/ 423 w 515"/>
                <a:gd name="T89" fmla="*/ 808 h 900"/>
                <a:gd name="T90" fmla="*/ 421 w 515"/>
                <a:gd name="T91" fmla="*/ 808 h 900"/>
                <a:gd name="T92" fmla="*/ 304 w 515"/>
                <a:gd name="T93" fmla="*/ 691 h 900"/>
                <a:gd name="T94" fmla="*/ 304 w 515"/>
                <a:gd name="T95" fmla="*/ 621 h 900"/>
                <a:gd name="T96" fmla="*/ 480 w 515"/>
                <a:gd name="T97" fmla="*/ 40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5" h="900">
                  <a:moveTo>
                    <a:pt x="480" y="407"/>
                  </a:moveTo>
                  <a:lnTo>
                    <a:pt x="515" y="13"/>
                  </a:lnTo>
                  <a:cubicBezTo>
                    <a:pt x="515" y="10"/>
                    <a:pt x="514" y="6"/>
                    <a:pt x="511" y="3"/>
                  </a:cubicBezTo>
                  <a:cubicBezTo>
                    <a:pt x="509" y="1"/>
                    <a:pt x="506" y="0"/>
                    <a:pt x="502" y="0"/>
                  </a:cubicBezTo>
                  <a:lnTo>
                    <a:pt x="13" y="0"/>
                  </a:lnTo>
                  <a:cubicBezTo>
                    <a:pt x="9" y="0"/>
                    <a:pt x="6" y="1"/>
                    <a:pt x="4" y="3"/>
                  </a:cubicBezTo>
                  <a:cubicBezTo>
                    <a:pt x="1" y="6"/>
                    <a:pt x="0" y="10"/>
                    <a:pt x="0" y="13"/>
                  </a:cubicBezTo>
                  <a:lnTo>
                    <a:pt x="35" y="407"/>
                  </a:lnTo>
                  <a:cubicBezTo>
                    <a:pt x="45" y="517"/>
                    <a:pt x="121" y="605"/>
                    <a:pt x="220" y="623"/>
                  </a:cubicBezTo>
                  <a:cubicBezTo>
                    <a:pt x="226" y="625"/>
                    <a:pt x="234" y="620"/>
                    <a:pt x="235" y="613"/>
                  </a:cubicBezTo>
                  <a:cubicBezTo>
                    <a:pt x="236" y="607"/>
                    <a:pt x="231" y="600"/>
                    <a:pt x="225" y="598"/>
                  </a:cubicBezTo>
                  <a:cubicBezTo>
                    <a:pt x="136" y="582"/>
                    <a:pt x="69" y="503"/>
                    <a:pt x="60" y="405"/>
                  </a:cubicBezTo>
                  <a:lnTo>
                    <a:pt x="26" y="25"/>
                  </a:lnTo>
                  <a:lnTo>
                    <a:pt x="489" y="25"/>
                  </a:lnTo>
                  <a:lnTo>
                    <a:pt x="455" y="405"/>
                  </a:lnTo>
                  <a:cubicBezTo>
                    <a:pt x="446" y="503"/>
                    <a:pt x="377" y="582"/>
                    <a:pt x="290" y="598"/>
                  </a:cubicBezTo>
                  <a:cubicBezTo>
                    <a:pt x="289" y="598"/>
                    <a:pt x="289" y="598"/>
                    <a:pt x="287" y="600"/>
                  </a:cubicBezTo>
                  <a:lnTo>
                    <a:pt x="286" y="600"/>
                  </a:lnTo>
                  <a:cubicBezTo>
                    <a:pt x="285" y="600"/>
                    <a:pt x="284" y="601"/>
                    <a:pt x="282" y="602"/>
                  </a:cubicBezTo>
                  <a:lnTo>
                    <a:pt x="281" y="603"/>
                  </a:lnTo>
                  <a:lnTo>
                    <a:pt x="279" y="606"/>
                  </a:lnTo>
                  <a:lnTo>
                    <a:pt x="279" y="607"/>
                  </a:lnTo>
                  <a:lnTo>
                    <a:pt x="279" y="610"/>
                  </a:lnTo>
                  <a:lnTo>
                    <a:pt x="279" y="611"/>
                  </a:lnTo>
                  <a:lnTo>
                    <a:pt x="279" y="691"/>
                  </a:lnTo>
                  <a:cubicBezTo>
                    <a:pt x="279" y="770"/>
                    <a:pt x="342" y="833"/>
                    <a:pt x="421" y="833"/>
                  </a:cubicBezTo>
                  <a:lnTo>
                    <a:pt x="422" y="833"/>
                  </a:lnTo>
                  <a:cubicBezTo>
                    <a:pt x="437" y="833"/>
                    <a:pt x="449" y="845"/>
                    <a:pt x="449" y="860"/>
                  </a:cubicBezTo>
                  <a:lnTo>
                    <a:pt x="449" y="875"/>
                  </a:lnTo>
                  <a:lnTo>
                    <a:pt x="65" y="875"/>
                  </a:lnTo>
                  <a:lnTo>
                    <a:pt x="65" y="860"/>
                  </a:lnTo>
                  <a:cubicBezTo>
                    <a:pt x="65" y="844"/>
                    <a:pt x="76" y="833"/>
                    <a:pt x="91" y="833"/>
                  </a:cubicBezTo>
                  <a:lnTo>
                    <a:pt x="93" y="833"/>
                  </a:lnTo>
                  <a:cubicBezTo>
                    <a:pt x="148" y="833"/>
                    <a:pt x="196" y="802"/>
                    <a:pt x="221" y="753"/>
                  </a:cubicBezTo>
                  <a:cubicBezTo>
                    <a:pt x="224" y="747"/>
                    <a:pt x="221" y="740"/>
                    <a:pt x="215" y="737"/>
                  </a:cubicBezTo>
                  <a:cubicBezTo>
                    <a:pt x="209" y="735"/>
                    <a:pt x="201" y="737"/>
                    <a:pt x="199" y="743"/>
                  </a:cubicBezTo>
                  <a:cubicBezTo>
                    <a:pt x="179" y="785"/>
                    <a:pt x="139" y="810"/>
                    <a:pt x="93" y="810"/>
                  </a:cubicBezTo>
                  <a:lnTo>
                    <a:pt x="91" y="810"/>
                  </a:lnTo>
                  <a:cubicBezTo>
                    <a:pt x="63" y="810"/>
                    <a:pt x="40" y="832"/>
                    <a:pt x="40" y="861"/>
                  </a:cubicBezTo>
                  <a:lnTo>
                    <a:pt x="40" y="887"/>
                  </a:lnTo>
                  <a:cubicBezTo>
                    <a:pt x="40" y="894"/>
                    <a:pt x="45" y="900"/>
                    <a:pt x="53" y="900"/>
                  </a:cubicBezTo>
                  <a:lnTo>
                    <a:pt x="461" y="900"/>
                  </a:lnTo>
                  <a:cubicBezTo>
                    <a:pt x="469" y="900"/>
                    <a:pt x="474" y="894"/>
                    <a:pt x="474" y="887"/>
                  </a:cubicBezTo>
                  <a:lnTo>
                    <a:pt x="474" y="860"/>
                  </a:lnTo>
                  <a:cubicBezTo>
                    <a:pt x="474" y="831"/>
                    <a:pt x="451" y="808"/>
                    <a:pt x="423" y="808"/>
                  </a:cubicBezTo>
                  <a:lnTo>
                    <a:pt x="421" y="808"/>
                  </a:lnTo>
                  <a:cubicBezTo>
                    <a:pt x="356" y="808"/>
                    <a:pt x="304" y="756"/>
                    <a:pt x="304" y="691"/>
                  </a:cubicBezTo>
                  <a:lnTo>
                    <a:pt x="304" y="621"/>
                  </a:lnTo>
                  <a:cubicBezTo>
                    <a:pt x="399" y="598"/>
                    <a:pt x="470" y="512"/>
                    <a:pt x="480" y="40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 name="POWER_USER_ID_ICONS_Cup">
              <a:extLst>
                <a:ext uri="{FF2B5EF4-FFF2-40B4-BE49-F238E27FC236}">
                  <a16:creationId xmlns:a16="http://schemas.microsoft.com/office/drawing/2014/main" id="{F49F5C15-7BF3-433A-B15C-7D09809558AF}"/>
                </a:ext>
              </a:extLst>
            </p:cNvPr>
            <p:cNvSpPr>
              <a:spLocks/>
            </p:cNvSpPr>
            <p:nvPr>
              <p:custDataLst>
                <p:tags r:id="rId5"/>
              </p:custDataLst>
            </p:nvPr>
          </p:nvSpPr>
          <p:spPr bwMode="auto">
            <a:xfrm>
              <a:off x="251" y="149"/>
              <a:ext cx="74" cy="149"/>
            </a:xfrm>
            <a:custGeom>
              <a:avLst/>
              <a:gdLst>
                <a:gd name="T0" fmla="*/ 13 w 174"/>
                <a:gd name="T1" fmla="*/ 351 h 351"/>
                <a:gd name="T2" fmla="*/ 15 w 174"/>
                <a:gd name="T3" fmla="*/ 351 h 351"/>
                <a:gd name="T4" fmla="*/ 159 w 174"/>
                <a:gd name="T5" fmla="*/ 181 h 351"/>
                <a:gd name="T6" fmla="*/ 174 w 174"/>
                <a:gd name="T7" fmla="*/ 13 h 351"/>
                <a:gd name="T8" fmla="*/ 163 w 174"/>
                <a:gd name="T9" fmla="*/ 0 h 351"/>
                <a:gd name="T10" fmla="*/ 149 w 174"/>
                <a:gd name="T11" fmla="*/ 11 h 351"/>
                <a:gd name="T12" fmla="*/ 134 w 174"/>
                <a:gd name="T13" fmla="*/ 179 h 351"/>
                <a:gd name="T14" fmla="*/ 11 w 174"/>
                <a:gd name="T15" fmla="*/ 326 h 351"/>
                <a:gd name="T16" fmla="*/ 1 w 174"/>
                <a:gd name="T17" fmla="*/ 341 h 351"/>
                <a:gd name="T18" fmla="*/ 13 w 174"/>
                <a:gd name="T19"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351">
                  <a:moveTo>
                    <a:pt x="13" y="351"/>
                  </a:moveTo>
                  <a:lnTo>
                    <a:pt x="15" y="351"/>
                  </a:lnTo>
                  <a:cubicBezTo>
                    <a:pt x="91" y="337"/>
                    <a:pt x="151" y="269"/>
                    <a:pt x="159" y="181"/>
                  </a:cubicBezTo>
                  <a:lnTo>
                    <a:pt x="174" y="13"/>
                  </a:lnTo>
                  <a:cubicBezTo>
                    <a:pt x="174" y="7"/>
                    <a:pt x="169" y="1"/>
                    <a:pt x="163" y="0"/>
                  </a:cubicBezTo>
                  <a:cubicBezTo>
                    <a:pt x="155" y="0"/>
                    <a:pt x="150" y="5"/>
                    <a:pt x="149" y="11"/>
                  </a:cubicBezTo>
                  <a:lnTo>
                    <a:pt x="134" y="179"/>
                  </a:lnTo>
                  <a:cubicBezTo>
                    <a:pt x="128" y="254"/>
                    <a:pt x="76" y="315"/>
                    <a:pt x="11" y="326"/>
                  </a:cubicBezTo>
                  <a:cubicBezTo>
                    <a:pt x="5" y="327"/>
                    <a:pt x="0" y="334"/>
                    <a:pt x="1" y="341"/>
                  </a:cubicBezTo>
                  <a:cubicBezTo>
                    <a:pt x="1" y="346"/>
                    <a:pt x="6" y="351"/>
                    <a:pt x="13" y="3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 name="POWER_USER_ID_ICONS_Cup">
              <a:extLst>
                <a:ext uri="{FF2B5EF4-FFF2-40B4-BE49-F238E27FC236}">
                  <a16:creationId xmlns:a16="http://schemas.microsoft.com/office/drawing/2014/main" id="{1610F687-3241-46B9-9D39-03459FAFFF5E}"/>
                </a:ext>
              </a:extLst>
            </p:cNvPr>
            <p:cNvSpPr>
              <a:spLocks/>
            </p:cNvSpPr>
            <p:nvPr>
              <p:custDataLst>
                <p:tags r:id="rId6"/>
              </p:custDataLst>
            </p:nvPr>
          </p:nvSpPr>
          <p:spPr bwMode="auto">
            <a:xfrm>
              <a:off x="164" y="78"/>
              <a:ext cx="106" cy="110"/>
            </a:xfrm>
            <a:custGeom>
              <a:avLst/>
              <a:gdLst>
                <a:gd name="T0" fmla="*/ 250 w 250"/>
                <a:gd name="T1" fmla="*/ 13 h 261"/>
                <a:gd name="T2" fmla="*/ 237 w 250"/>
                <a:gd name="T3" fmla="*/ 0 h 261"/>
                <a:gd name="T4" fmla="*/ 12 w 250"/>
                <a:gd name="T5" fmla="*/ 0 h 261"/>
                <a:gd name="T6" fmla="*/ 4 w 250"/>
                <a:gd name="T7" fmla="*/ 4 h 261"/>
                <a:gd name="T8" fmla="*/ 0 w 250"/>
                <a:gd name="T9" fmla="*/ 14 h 261"/>
                <a:gd name="T10" fmla="*/ 21 w 250"/>
                <a:gd name="T11" fmla="*/ 250 h 261"/>
                <a:gd name="T12" fmla="*/ 34 w 250"/>
                <a:gd name="T13" fmla="*/ 261 h 261"/>
                <a:gd name="T14" fmla="*/ 35 w 250"/>
                <a:gd name="T15" fmla="*/ 261 h 261"/>
                <a:gd name="T16" fmla="*/ 46 w 250"/>
                <a:gd name="T17" fmla="*/ 248 h 261"/>
                <a:gd name="T18" fmla="*/ 26 w 250"/>
                <a:gd name="T19" fmla="*/ 25 h 261"/>
                <a:gd name="T20" fmla="*/ 237 w 250"/>
                <a:gd name="T21" fmla="*/ 25 h 261"/>
                <a:gd name="T22" fmla="*/ 250 w 250"/>
                <a:gd name="T23" fmla="*/ 13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261">
                  <a:moveTo>
                    <a:pt x="250" y="13"/>
                  </a:moveTo>
                  <a:cubicBezTo>
                    <a:pt x="250" y="5"/>
                    <a:pt x="245" y="0"/>
                    <a:pt x="237" y="0"/>
                  </a:cubicBezTo>
                  <a:lnTo>
                    <a:pt x="12" y="0"/>
                  </a:lnTo>
                  <a:cubicBezTo>
                    <a:pt x="9" y="0"/>
                    <a:pt x="6" y="1"/>
                    <a:pt x="4" y="4"/>
                  </a:cubicBezTo>
                  <a:cubicBezTo>
                    <a:pt x="1" y="6"/>
                    <a:pt x="0" y="10"/>
                    <a:pt x="0" y="14"/>
                  </a:cubicBezTo>
                  <a:lnTo>
                    <a:pt x="21" y="250"/>
                  </a:lnTo>
                  <a:cubicBezTo>
                    <a:pt x="21" y="256"/>
                    <a:pt x="27" y="261"/>
                    <a:pt x="34" y="261"/>
                  </a:cubicBezTo>
                  <a:lnTo>
                    <a:pt x="35" y="261"/>
                  </a:lnTo>
                  <a:cubicBezTo>
                    <a:pt x="42" y="261"/>
                    <a:pt x="47" y="255"/>
                    <a:pt x="46" y="248"/>
                  </a:cubicBezTo>
                  <a:lnTo>
                    <a:pt x="26" y="25"/>
                  </a:lnTo>
                  <a:lnTo>
                    <a:pt x="237" y="25"/>
                  </a:lnTo>
                  <a:cubicBezTo>
                    <a:pt x="244" y="25"/>
                    <a:pt x="250" y="20"/>
                    <a:pt x="250"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 name="POWER_USER_ID_ICONS_Cup">
              <a:extLst>
                <a:ext uri="{FF2B5EF4-FFF2-40B4-BE49-F238E27FC236}">
                  <a16:creationId xmlns:a16="http://schemas.microsoft.com/office/drawing/2014/main" id="{CB8D0416-005D-45B0-B32E-E7FBDB5C0E2A}"/>
                </a:ext>
              </a:extLst>
            </p:cNvPr>
            <p:cNvSpPr>
              <a:spLocks/>
            </p:cNvSpPr>
            <p:nvPr>
              <p:custDataLst>
                <p:tags r:id="rId7"/>
              </p:custDataLst>
            </p:nvPr>
          </p:nvSpPr>
          <p:spPr bwMode="auto">
            <a:xfrm>
              <a:off x="347" y="96"/>
              <a:ext cx="75" cy="139"/>
            </a:xfrm>
            <a:custGeom>
              <a:avLst/>
              <a:gdLst>
                <a:gd name="T0" fmla="*/ 174 w 178"/>
                <a:gd name="T1" fmla="*/ 4 h 329"/>
                <a:gd name="T2" fmla="*/ 165 w 178"/>
                <a:gd name="T3" fmla="*/ 0 h 329"/>
                <a:gd name="T4" fmla="*/ 42 w 178"/>
                <a:gd name="T5" fmla="*/ 0 h 329"/>
                <a:gd name="T6" fmla="*/ 29 w 178"/>
                <a:gd name="T7" fmla="*/ 13 h 329"/>
                <a:gd name="T8" fmla="*/ 42 w 178"/>
                <a:gd name="T9" fmla="*/ 25 h 329"/>
                <a:gd name="T10" fmla="*/ 152 w 178"/>
                <a:gd name="T11" fmla="*/ 25 h 329"/>
                <a:gd name="T12" fmla="*/ 10 w 178"/>
                <a:gd name="T13" fmla="*/ 304 h 329"/>
                <a:gd name="T14" fmla="*/ 3 w 178"/>
                <a:gd name="T15" fmla="*/ 321 h 329"/>
                <a:gd name="T16" fmla="*/ 14 w 178"/>
                <a:gd name="T17" fmla="*/ 329 h 329"/>
                <a:gd name="T18" fmla="*/ 18 w 178"/>
                <a:gd name="T19" fmla="*/ 328 h 329"/>
                <a:gd name="T20" fmla="*/ 177 w 178"/>
                <a:gd name="T21" fmla="*/ 13 h 329"/>
                <a:gd name="T22" fmla="*/ 174 w 178"/>
                <a:gd name="T23" fmla="*/ 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74" y="4"/>
                  </a:moveTo>
                  <a:cubicBezTo>
                    <a:pt x="172" y="2"/>
                    <a:pt x="168" y="0"/>
                    <a:pt x="165" y="0"/>
                  </a:cubicBezTo>
                  <a:lnTo>
                    <a:pt x="42" y="0"/>
                  </a:lnTo>
                  <a:cubicBezTo>
                    <a:pt x="34" y="0"/>
                    <a:pt x="29" y="5"/>
                    <a:pt x="29" y="13"/>
                  </a:cubicBezTo>
                  <a:cubicBezTo>
                    <a:pt x="29" y="21"/>
                    <a:pt x="34" y="25"/>
                    <a:pt x="42" y="25"/>
                  </a:cubicBezTo>
                  <a:lnTo>
                    <a:pt x="152" y="25"/>
                  </a:lnTo>
                  <a:cubicBezTo>
                    <a:pt x="147" y="77"/>
                    <a:pt x="120" y="267"/>
                    <a:pt x="10" y="304"/>
                  </a:cubicBezTo>
                  <a:cubicBezTo>
                    <a:pt x="4" y="307"/>
                    <a:pt x="0" y="314"/>
                    <a:pt x="3" y="321"/>
                  </a:cubicBezTo>
                  <a:cubicBezTo>
                    <a:pt x="4" y="325"/>
                    <a:pt x="9" y="329"/>
                    <a:pt x="14" y="329"/>
                  </a:cubicBezTo>
                  <a:cubicBezTo>
                    <a:pt x="15" y="329"/>
                    <a:pt x="17" y="329"/>
                    <a:pt x="18" y="328"/>
                  </a:cubicBezTo>
                  <a:cubicBezTo>
                    <a:pt x="162" y="278"/>
                    <a:pt x="177" y="24"/>
                    <a:pt x="177" y="13"/>
                  </a:cubicBezTo>
                  <a:cubicBezTo>
                    <a:pt x="178" y="9"/>
                    <a:pt x="177" y="7"/>
                    <a:pt x="174"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 name="POWER_USER_ID_ICONS_Cup">
              <a:extLst>
                <a:ext uri="{FF2B5EF4-FFF2-40B4-BE49-F238E27FC236}">
                  <a16:creationId xmlns:a16="http://schemas.microsoft.com/office/drawing/2014/main" id="{7ED5D64F-B0C2-4E43-93F3-8C389F00C959}"/>
                </a:ext>
              </a:extLst>
            </p:cNvPr>
            <p:cNvSpPr>
              <a:spLocks/>
            </p:cNvSpPr>
            <p:nvPr>
              <p:custDataLst>
                <p:tags r:id="rId8"/>
              </p:custDataLst>
            </p:nvPr>
          </p:nvSpPr>
          <p:spPr bwMode="auto">
            <a:xfrm>
              <a:off x="69" y="96"/>
              <a:ext cx="76" cy="139"/>
            </a:xfrm>
            <a:custGeom>
              <a:avLst/>
              <a:gdLst>
                <a:gd name="T0" fmla="*/ 168 w 178"/>
                <a:gd name="T1" fmla="*/ 304 h 329"/>
                <a:gd name="T2" fmla="*/ 26 w 178"/>
                <a:gd name="T3" fmla="*/ 25 h 329"/>
                <a:gd name="T4" fmla="*/ 136 w 178"/>
                <a:gd name="T5" fmla="*/ 25 h 329"/>
                <a:gd name="T6" fmla="*/ 149 w 178"/>
                <a:gd name="T7" fmla="*/ 13 h 329"/>
                <a:gd name="T8" fmla="*/ 136 w 178"/>
                <a:gd name="T9" fmla="*/ 0 h 329"/>
                <a:gd name="T10" fmla="*/ 13 w 178"/>
                <a:gd name="T11" fmla="*/ 0 h 329"/>
                <a:gd name="T12" fmla="*/ 4 w 178"/>
                <a:gd name="T13" fmla="*/ 4 h 329"/>
                <a:gd name="T14" fmla="*/ 0 w 178"/>
                <a:gd name="T15" fmla="*/ 13 h 329"/>
                <a:gd name="T16" fmla="*/ 159 w 178"/>
                <a:gd name="T17" fmla="*/ 328 h 329"/>
                <a:gd name="T18" fmla="*/ 163 w 178"/>
                <a:gd name="T19" fmla="*/ 329 h 329"/>
                <a:gd name="T20" fmla="*/ 174 w 178"/>
                <a:gd name="T21" fmla="*/ 321 h 329"/>
                <a:gd name="T22" fmla="*/ 168 w 178"/>
                <a:gd name="T23" fmla="*/ 30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68" y="304"/>
                  </a:moveTo>
                  <a:cubicBezTo>
                    <a:pt x="58" y="265"/>
                    <a:pt x="31" y="77"/>
                    <a:pt x="26" y="25"/>
                  </a:cubicBezTo>
                  <a:lnTo>
                    <a:pt x="136" y="25"/>
                  </a:lnTo>
                  <a:cubicBezTo>
                    <a:pt x="144" y="25"/>
                    <a:pt x="149" y="21"/>
                    <a:pt x="149" y="13"/>
                  </a:cubicBezTo>
                  <a:cubicBezTo>
                    <a:pt x="149" y="5"/>
                    <a:pt x="144" y="0"/>
                    <a:pt x="136" y="0"/>
                  </a:cubicBezTo>
                  <a:lnTo>
                    <a:pt x="13" y="0"/>
                  </a:lnTo>
                  <a:cubicBezTo>
                    <a:pt x="9" y="0"/>
                    <a:pt x="6" y="2"/>
                    <a:pt x="4" y="4"/>
                  </a:cubicBezTo>
                  <a:cubicBezTo>
                    <a:pt x="1" y="7"/>
                    <a:pt x="0" y="10"/>
                    <a:pt x="0" y="13"/>
                  </a:cubicBezTo>
                  <a:cubicBezTo>
                    <a:pt x="0" y="24"/>
                    <a:pt x="16" y="278"/>
                    <a:pt x="159" y="328"/>
                  </a:cubicBezTo>
                  <a:cubicBezTo>
                    <a:pt x="160" y="328"/>
                    <a:pt x="161" y="329"/>
                    <a:pt x="163" y="329"/>
                  </a:cubicBezTo>
                  <a:cubicBezTo>
                    <a:pt x="167" y="329"/>
                    <a:pt x="173" y="326"/>
                    <a:pt x="174" y="321"/>
                  </a:cubicBezTo>
                  <a:cubicBezTo>
                    <a:pt x="178" y="313"/>
                    <a:pt x="174" y="307"/>
                    <a:pt x="168" y="3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 name="Graduated_flask2" descr="{&quot;Key&quot;:&quot;POWER_USER_SHAPE_ICON&quot;,&quot;Value&quot;:&quot;POWER_USER_SHAPE_ICON_STYLE_1&quot;}">
            <a:extLst>
              <a:ext uri="{FF2B5EF4-FFF2-40B4-BE49-F238E27FC236}">
                <a16:creationId xmlns:a16="http://schemas.microsoft.com/office/drawing/2014/main" id="{CCBEF6F3-97FB-6F23-F31A-3E4A612BB4FF}"/>
              </a:ext>
            </a:extLst>
          </p:cNvPr>
          <p:cNvGrpSpPr>
            <a:grpSpLocks noChangeAspect="1"/>
          </p:cNvGrpSpPr>
          <p:nvPr>
            <p:custDataLst>
              <p:tags r:id="rId3"/>
            </p:custDataLst>
          </p:nvPr>
        </p:nvGrpSpPr>
        <p:grpSpPr>
          <a:xfrm>
            <a:off x="8569298" y="1957774"/>
            <a:ext cx="222565" cy="267076"/>
            <a:chOff x="6648451" y="1389063"/>
            <a:chExt cx="238125" cy="285750"/>
          </a:xfrm>
          <a:solidFill>
            <a:schemeClr val="accent3"/>
          </a:solidFill>
        </p:grpSpPr>
        <p:sp>
          <p:nvSpPr>
            <p:cNvPr id="5" name="Freeform 1154">
              <a:extLst>
                <a:ext uri="{FF2B5EF4-FFF2-40B4-BE49-F238E27FC236}">
                  <a16:creationId xmlns:a16="http://schemas.microsoft.com/office/drawing/2014/main" id="{DD0B6356-362F-0C02-58E3-0D57651DB9E0}"/>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1158">
              <a:extLst>
                <a:ext uri="{FF2B5EF4-FFF2-40B4-BE49-F238E27FC236}">
                  <a16:creationId xmlns:a16="http://schemas.microsoft.com/office/drawing/2014/main" id="{89ECFCED-7BED-5E3B-952C-D7ABD0EC3236}"/>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159">
              <a:extLst>
                <a:ext uri="{FF2B5EF4-FFF2-40B4-BE49-F238E27FC236}">
                  <a16:creationId xmlns:a16="http://schemas.microsoft.com/office/drawing/2014/main" id="{051E1B2D-0797-8815-DD10-9DEC7066D763}"/>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 name="Fix" descr="{&quot;Key&quot;:&quot;POWER_USER_SHAPE_ICON&quot;,&quot;Value&quot;:&quot;POWER_USER_SHAPE_ICON_STYLE_1&quot;}">
            <a:extLst>
              <a:ext uri="{FF2B5EF4-FFF2-40B4-BE49-F238E27FC236}">
                <a16:creationId xmlns:a16="http://schemas.microsoft.com/office/drawing/2014/main" id="{8FC39686-31A2-66B8-9E2C-7F3FBFCD3568}"/>
              </a:ext>
            </a:extLst>
          </p:cNvPr>
          <p:cNvGrpSpPr>
            <a:grpSpLocks noChangeAspect="1"/>
          </p:cNvGrpSpPr>
          <p:nvPr/>
        </p:nvGrpSpPr>
        <p:grpSpPr>
          <a:xfrm>
            <a:off x="5603419" y="3482974"/>
            <a:ext cx="316450" cy="307005"/>
            <a:chOff x="7832341" y="2904779"/>
            <a:chExt cx="1080699" cy="1048441"/>
          </a:xfrm>
          <a:solidFill>
            <a:schemeClr val="accent2"/>
          </a:solidFill>
        </p:grpSpPr>
        <p:sp>
          <p:nvSpPr>
            <p:cNvPr id="27" name="Forme libre : forme 3475">
              <a:extLst>
                <a:ext uri="{FF2B5EF4-FFF2-40B4-BE49-F238E27FC236}">
                  <a16:creationId xmlns:a16="http://schemas.microsoft.com/office/drawing/2014/main" id="{449D65E2-EB7A-BA49-9FBF-7A55D46C67AD}"/>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28" name="Forme libre : forme 3495">
              <a:extLst>
                <a:ext uri="{FF2B5EF4-FFF2-40B4-BE49-F238E27FC236}">
                  <a16:creationId xmlns:a16="http://schemas.microsoft.com/office/drawing/2014/main" id="{BD65B23F-2D95-4D1F-7ACE-1CA89CFBB7AA}"/>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29" name="Forme libre : forme 1553">
              <a:extLst>
                <a:ext uri="{FF2B5EF4-FFF2-40B4-BE49-F238E27FC236}">
                  <a16:creationId xmlns:a16="http://schemas.microsoft.com/office/drawing/2014/main" id="{C0B85BAF-AAD4-70EA-010A-26231CBEA36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30" name="Forme libre : forme 1554">
              <a:extLst>
                <a:ext uri="{FF2B5EF4-FFF2-40B4-BE49-F238E27FC236}">
                  <a16:creationId xmlns:a16="http://schemas.microsoft.com/office/drawing/2014/main" id="{46ADCED0-6925-F4FC-270F-EE9FC46BD639}"/>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
        <p:nvSpPr>
          <p:cNvPr id="33" name="Bishop" descr="{&quot;Key&quot;:&quot;POWER_USER_SHAPE_ICON&quot;,&quot;Value&quot;:&quot;POWER_USER_SHAPE_ICON_STYLE_1&quot;}">
            <a:extLst>
              <a:ext uri="{FF2B5EF4-FFF2-40B4-BE49-F238E27FC236}">
                <a16:creationId xmlns:a16="http://schemas.microsoft.com/office/drawing/2014/main" id="{525F413C-2C7E-2F9B-D8DF-34FD785EDD03}"/>
              </a:ext>
            </a:extLst>
          </p:cNvPr>
          <p:cNvSpPr>
            <a:spLocks noChangeAspect="1"/>
          </p:cNvSpPr>
          <p:nvPr/>
        </p:nvSpPr>
        <p:spPr>
          <a:xfrm>
            <a:off x="2690568" y="4975119"/>
            <a:ext cx="159932" cy="32316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chemeClr val="tx2"/>
          </a:solidFill>
          <a:ln w="2708"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398213676"/>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06</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46066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920459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2063790"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5935755"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9807720"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401288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7884851"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845397"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4717361"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8589325"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278074661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07</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89774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6767500"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4500878"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7370629"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10240381"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307911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5948867"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8818619"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3625332"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6495083"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6" name="TextBox 5">
            <a:extLst>
              <a:ext uri="{FF2B5EF4-FFF2-40B4-BE49-F238E27FC236}">
                <a16:creationId xmlns:a16="http://schemas.microsoft.com/office/drawing/2014/main" id="{589C7E2B-DB69-64B1-C3D7-25245A04453B}"/>
              </a:ext>
            </a:extLst>
          </p:cNvPr>
          <p:cNvSpPr txBox="1"/>
          <p:nvPr/>
        </p:nvSpPr>
        <p:spPr>
          <a:xfrm>
            <a:off x="9364835"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716947480"/>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C09430-1899-DBE8-DE28-07389EEB910D}"/>
              </a:ext>
            </a:extLst>
          </p:cNvPr>
          <p:cNvSpPr>
            <a:spLocks noGrp="1"/>
          </p:cNvSpPr>
          <p:nvPr>
            <p:ph type="title"/>
          </p:nvPr>
        </p:nvSpPr>
        <p:spPr>
          <a:xfrm>
            <a:off x="214184" y="13663"/>
            <a:ext cx="9728886" cy="678316"/>
          </a:xfrm>
        </p:spPr>
        <p:txBody>
          <a:bodyPr>
            <a:normAutofit/>
          </a:bodyPr>
          <a:lstStyle/>
          <a:p>
            <a:r>
              <a:rPr lang="en-US" dirty="0"/>
              <a:t>Customer journey 05</a:t>
            </a:r>
          </a:p>
        </p:txBody>
      </p:sp>
      <p:sp>
        <p:nvSpPr>
          <p:cNvPr id="4" name="Google Shape;5024;p58">
            <a:extLst>
              <a:ext uri="{FF2B5EF4-FFF2-40B4-BE49-F238E27FC236}">
                <a16:creationId xmlns:a16="http://schemas.microsoft.com/office/drawing/2014/main" id="{B3F8DCE6-97B7-D956-8E4F-2A757E2E6FEE}"/>
              </a:ext>
            </a:extLst>
          </p:cNvPr>
          <p:cNvSpPr/>
          <p:nvPr/>
        </p:nvSpPr>
        <p:spPr>
          <a:xfrm>
            <a:off x="5780263" y="5146074"/>
            <a:ext cx="1098534" cy="4758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5025;p58">
            <a:extLst>
              <a:ext uri="{FF2B5EF4-FFF2-40B4-BE49-F238E27FC236}">
                <a16:creationId xmlns:a16="http://schemas.microsoft.com/office/drawing/2014/main" id="{FCA6090E-A3B0-2507-4C49-F8D178534820}"/>
              </a:ext>
            </a:extLst>
          </p:cNvPr>
          <p:cNvGrpSpPr/>
          <p:nvPr/>
        </p:nvGrpSpPr>
        <p:grpSpPr>
          <a:xfrm>
            <a:off x="3876966" y="2244231"/>
            <a:ext cx="4433743" cy="2949425"/>
            <a:chOff x="2205895" y="3637269"/>
            <a:chExt cx="1089848" cy="724993"/>
          </a:xfrm>
        </p:grpSpPr>
        <p:sp>
          <p:nvSpPr>
            <p:cNvPr id="26" name="Google Shape;5026;p58">
              <a:extLst>
                <a:ext uri="{FF2B5EF4-FFF2-40B4-BE49-F238E27FC236}">
                  <a16:creationId xmlns:a16="http://schemas.microsoft.com/office/drawing/2014/main" id="{05C7C746-91D8-D630-222F-8EC935EE8DB7}"/>
                </a:ext>
              </a:extLst>
            </p:cNvPr>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5027;p58">
              <a:extLst>
                <a:ext uri="{FF2B5EF4-FFF2-40B4-BE49-F238E27FC236}">
                  <a16:creationId xmlns:a16="http://schemas.microsoft.com/office/drawing/2014/main" id="{2911607C-64AC-D40D-6D51-992C3FB55BB3}"/>
                </a:ext>
              </a:extLst>
            </p:cNvPr>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5028;p58">
              <a:extLst>
                <a:ext uri="{FF2B5EF4-FFF2-40B4-BE49-F238E27FC236}">
                  <a16:creationId xmlns:a16="http://schemas.microsoft.com/office/drawing/2014/main" id="{13D0B462-2609-0EC7-BEC8-74A1CD8434AA}"/>
                </a:ext>
              </a:extLst>
            </p:cNvPr>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5029;p58">
              <a:extLst>
                <a:ext uri="{FF2B5EF4-FFF2-40B4-BE49-F238E27FC236}">
                  <a16:creationId xmlns:a16="http://schemas.microsoft.com/office/drawing/2014/main" id="{17B4298F-3FD3-3F06-5370-AC0B629FA0E0}"/>
                </a:ext>
              </a:extLst>
            </p:cNvPr>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Google Shape;5030;p58">
              <a:extLst>
                <a:ext uri="{FF2B5EF4-FFF2-40B4-BE49-F238E27FC236}">
                  <a16:creationId xmlns:a16="http://schemas.microsoft.com/office/drawing/2014/main" id="{90BCEA4C-46DF-E6E8-B437-20FEFF72F4A0}"/>
                </a:ext>
              </a:extLst>
            </p:cNvPr>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031;p58">
              <a:extLst>
                <a:ext uri="{FF2B5EF4-FFF2-40B4-BE49-F238E27FC236}">
                  <a16:creationId xmlns:a16="http://schemas.microsoft.com/office/drawing/2014/main" id="{78EAA01C-65B0-598D-0443-87602872D44D}"/>
                </a:ext>
              </a:extLst>
            </p:cNvPr>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cxnSp>
        <p:nvCxnSpPr>
          <p:cNvPr id="25" name="Google Shape;5033;p58">
            <a:extLst>
              <a:ext uri="{FF2B5EF4-FFF2-40B4-BE49-F238E27FC236}">
                <a16:creationId xmlns:a16="http://schemas.microsoft.com/office/drawing/2014/main" id="{240C64DE-4D59-04C7-9F92-8D35F5BB8A79}"/>
              </a:ext>
            </a:extLst>
          </p:cNvPr>
          <p:cNvCxnSpPr/>
          <p:nvPr/>
        </p:nvCxnSpPr>
        <p:spPr>
          <a:xfrm>
            <a:off x="6651911" y="1578430"/>
            <a:ext cx="0" cy="398590"/>
          </a:xfrm>
          <a:prstGeom prst="straightConnector1">
            <a:avLst/>
          </a:prstGeom>
          <a:solidFill>
            <a:schemeClr val="accent1"/>
          </a:solidFill>
          <a:ln w="9525" cap="flat" cmpd="sng">
            <a:solidFill>
              <a:srgbClr val="7F7F7F"/>
            </a:solidFill>
            <a:prstDash val="solid"/>
            <a:round/>
            <a:headEnd type="diamond" w="med" len="med"/>
            <a:tailEnd type="none" w="med" len="med"/>
          </a:ln>
        </p:spPr>
      </p:cxnSp>
      <p:cxnSp>
        <p:nvCxnSpPr>
          <p:cNvPr id="22" name="Google Shape;5035;p58">
            <a:extLst>
              <a:ext uri="{FF2B5EF4-FFF2-40B4-BE49-F238E27FC236}">
                <a16:creationId xmlns:a16="http://schemas.microsoft.com/office/drawing/2014/main" id="{E2C5938C-4919-2DBA-45B0-5D2F269E0466}"/>
              </a:ext>
            </a:extLst>
          </p:cNvPr>
          <p:cNvCxnSpPr/>
          <p:nvPr/>
        </p:nvCxnSpPr>
        <p:spPr>
          <a:xfrm rot="10800000">
            <a:off x="7379072" y="2986299"/>
            <a:ext cx="717466"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20" name="Google Shape;5038;p58">
            <a:extLst>
              <a:ext uri="{FF2B5EF4-FFF2-40B4-BE49-F238E27FC236}">
                <a16:creationId xmlns:a16="http://schemas.microsoft.com/office/drawing/2014/main" id="{48A8B11F-AF90-4185-0E20-478FAA02FAF9}"/>
              </a:ext>
            </a:extLst>
          </p:cNvPr>
          <p:cNvCxnSpPr/>
          <p:nvPr/>
        </p:nvCxnSpPr>
        <p:spPr>
          <a:xfrm rot="10800000">
            <a:off x="4133479" y="4429730"/>
            <a:ext cx="678746" cy="0"/>
          </a:xfrm>
          <a:prstGeom prst="straightConnector1">
            <a:avLst/>
          </a:prstGeom>
          <a:solidFill>
            <a:schemeClr val="accent4"/>
          </a:solidFill>
          <a:ln w="9525" cap="flat" cmpd="sng">
            <a:solidFill>
              <a:srgbClr val="7F7F7F"/>
            </a:solidFill>
            <a:prstDash val="solid"/>
            <a:round/>
            <a:headEnd type="diamond" w="med" len="med"/>
            <a:tailEnd type="none" w="med" len="med"/>
          </a:ln>
        </p:spPr>
      </p:cxnSp>
      <p:cxnSp>
        <p:nvCxnSpPr>
          <p:cNvPr id="19" name="Google Shape;5041;p58">
            <a:extLst>
              <a:ext uri="{FF2B5EF4-FFF2-40B4-BE49-F238E27FC236}">
                <a16:creationId xmlns:a16="http://schemas.microsoft.com/office/drawing/2014/main" id="{F2288549-C507-36B7-9AD4-E6FD0D53DF23}"/>
              </a:ext>
            </a:extLst>
          </p:cNvPr>
          <p:cNvCxnSpPr/>
          <p:nvPr/>
        </p:nvCxnSpPr>
        <p:spPr>
          <a:xfrm>
            <a:off x="4894392" y="3074300"/>
            <a:ext cx="0" cy="398591"/>
          </a:xfrm>
          <a:prstGeom prst="straightConnector1">
            <a:avLst/>
          </a:prstGeom>
          <a:solidFill>
            <a:schemeClr val="accent3"/>
          </a:solidFill>
          <a:ln w="9525" cap="flat" cmpd="sng">
            <a:solidFill>
              <a:srgbClr val="7F7F7F"/>
            </a:solidFill>
            <a:prstDash val="solid"/>
            <a:round/>
            <a:headEnd type="diamond" w="med" len="med"/>
            <a:tailEnd type="none" w="med" len="med"/>
          </a:ln>
        </p:spPr>
      </p:cxnSp>
      <p:cxnSp>
        <p:nvCxnSpPr>
          <p:cNvPr id="17" name="Google Shape;5044;p58">
            <a:extLst>
              <a:ext uri="{FF2B5EF4-FFF2-40B4-BE49-F238E27FC236}">
                <a16:creationId xmlns:a16="http://schemas.microsoft.com/office/drawing/2014/main" id="{1118756D-DF51-CA12-16D1-0DE66E985932}"/>
              </a:ext>
            </a:extLst>
          </p:cNvPr>
          <p:cNvCxnSpPr>
            <a:cxnSpLocks/>
          </p:cNvCxnSpPr>
          <p:nvPr/>
        </p:nvCxnSpPr>
        <p:spPr>
          <a:xfrm flipV="1">
            <a:off x="7002653" y="5439018"/>
            <a:ext cx="0" cy="398590"/>
          </a:xfrm>
          <a:prstGeom prst="straightConnector1">
            <a:avLst/>
          </a:prstGeom>
          <a:solidFill>
            <a:schemeClr val="accent5"/>
          </a:solidFill>
          <a:ln w="9525" cap="flat" cmpd="sng">
            <a:solidFill>
              <a:srgbClr val="7F7F7F"/>
            </a:solidFill>
            <a:prstDash val="solid"/>
            <a:round/>
            <a:headEnd type="diamond" w="med" len="med"/>
            <a:tailEnd type="none" w="med" len="med"/>
          </a:ln>
        </p:spPr>
      </p:cxnSp>
      <p:sp>
        <p:nvSpPr>
          <p:cNvPr id="32" name="TextBox 82">
            <a:extLst>
              <a:ext uri="{FF2B5EF4-FFF2-40B4-BE49-F238E27FC236}">
                <a16:creationId xmlns:a16="http://schemas.microsoft.com/office/drawing/2014/main" id="{4B348999-B1D1-9DFE-7D81-E3FACE49B98B}"/>
              </a:ext>
            </a:extLst>
          </p:cNvPr>
          <p:cNvSpPr txBox="1"/>
          <p:nvPr/>
        </p:nvSpPr>
        <p:spPr>
          <a:xfrm>
            <a:off x="2601687" y="1121404"/>
            <a:ext cx="3759167"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3" name="TextBox 82">
            <a:extLst>
              <a:ext uri="{FF2B5EF4-FFF2-40B4-BE49-F238E27FC236}">
                <a16:creationId xmlns:a16="http://schemas.microsoft.com/office/drawing/2014/main" id="{5F68FBBF-74E0-3141-F272-3CC74B9B9547}"/>
              </a:ext>
            </a:extLst>
          </p:cNvPr>
          <p:cNvSpPr txBox="1"/>
          <p:nvPr/>
        </p:nvSpPr>
        <p:spPr>
          <a:xfrm>
            <a:off x="8582947" y="2494011"/>
            <a:ext cx="345520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4" name="TextBox 82">
            <a:extLst>
              <a:ext uri="{FF2B5EF4-FFF2-40B4-BE49-F238E27FC236}">
                <a16:creationId xmlns:a16="http://schemas.microsoft.com/office/drawing/2014/main" id="{80C3D3E4-0F79-AB58-64D3-9397E902C0C1}"/>
              </a:ext>
            </a:extLst>
          </p:cNvPr>
          <p:cNvSpPr txBox="1"/>
          <p:nvPr/>
        </p:nvSpPr>
        <p:spPr>
          <a:xfrm>
            <a:off x="926079" y="2494011"/>
            <a:ext cx="3759167"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5" name="TextBox 82">
            <a:extLst>
              <a:ext uri="{FF2B5EF4-FFF2-40B4-BE49-F238E27FC236}">
                <a16:creationId xmlns:a16="http://schemas.microsoft.com/office/drawing/2014/main" id="{C2AC4903-6D88-CC53-27D7-B659CAEF7B6C}"/>
              </a:ext>
            </a:extLst>
          </p:cNvPr>
          <p:cNvSpPr txBox="1"/>
          <p:nvPr/>
        </p:nvSpPr>
        <p:spPr>
          <a:xfrm>
            <a:off x="4902849" y="4047616"/>
            <a:ext cx="3525585"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659903BD-D3AB-345A-D24A-2EBDA211D3AE}"/>
              </a:ext>
            </a:extLst>
          </p:cNvPr>
          <p:cNvSpPr txBox="1"/>
          <p:nvPr/>
        </p:nvSpPr>
        <p:spPr>
          <a:xfrm>
            <a:off x="7379072" y="5169867"/>
            <a:ext cx="3525581"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8" name="Freeform: Shape 37">
            <a:extLst>
              <a:ext uri="{FF2B5EF4-FFF2-40B4-BE49-F238E27FC236}">
                <a16:creationId xmlns:a16="http://schemas.microsoft.com/office/drawing/2014/main" id="{3F081C5D-1D18-B5D7-FC83-3E239B50D2B3}"/>
              </a:ext>
            </a:extLst>
          </p:cNvPr>
          <p:cNvSpPr/>
          <p:nvPr/>
        </p:nvSpPr>
        <p:spPr>
          <a:xfrm>
            <a:off x="6421369" y="1977283"/>
            <a:ext cx="460962" cy="531801"/>
          </a:xfrm>
          <a:custGeom>
            <a:avLst/>
            <a:gdLst>
              <a:gd name="connsiteX0" fmla="*/ 230481 w 460962"/>
              <a:gd name="connsiteY0" fmla="*/ 0 h 531801"/>
              <a:gd name="connsiteX1" fmla="*/ 460962 w 460962"/>
              <a:gd name="connsiteY1" fmla="*/ 132467 h 531801"/>
              <a:gd name="connsiteX2" fmla="*/ 460962 w 460962"/>
              <a:gd name="connsiteY2" fmla="*/ 399334 h 531801"/>
              <a:gd name="connsiteX3" fmla="*/ 230481 w 460962"/>
              <a:gd name="connsiteY3" fmla="*/ 531801 h 531801"/>
              <a:gd name="connsiteX4" fmla="*/ 0 w 460962"/>
              <a:gd name="connsiteY4" fmla="*/ 399334 h 531801"/>
              <a:gd name="connsiteX5" fmla="*/ 0 w 460962"/>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1">
                <a:moveTo>
                  <a:pt x="230481" y="0"/>
                </a:moveTo>
                <a:lnTo>
                  <a:pt x="460962" y="132467"/>
                </a:lnTo>
                <a:lnTo>
                  <a:pt x="460962" y="399334"/>
                </a:lnTo>
                <a:lnTo>
                  <a:pt x="230481" y="531801"/>
                </a:lnTo>
                <a:lnTo>
                  <a:pt x="0" y="399334"/>
                </a:lnTo>
                <a:lnTo>
                  <a:pt x="0" y="1324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1</a:t>
            </a:r>
          </a:p>
        </p:txBody>
      </p:sp>
      <p:sp>
        <p:nvSpPr>
          <p:cNvPr id="40" name="Freeform: Shape 39">
            <a:extLst>
              <a:ext uri="{FF2B5EF4-FFF2-40B4-BE49-F238E27FC236}">
                <a16:creationId xmlns:a16="http://schemas.microsoft.com/office/drawing/2014/main" id="{B2A0DCDA-BB4D-F38C-E093-B4CC30DA8E6E}"/>
              </a:ext>
            </a:extLst>
          </p:cNvPr>
          <p:cNvSpPr/>
          <p:nvPr/>
        </p:nvSpPr>
        <p:spPr>
          <a:xfrm>
            <a:off x="8024120" y="2699151"/>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2</a:t>
            </a:r>
          </a:p>
        </p:txBody>
      </p:sp>
      <p:sp>
        <p:nvSpPr>
          <p:cNvPr id="45" name="Freeform: Shape 44">
            <a:extLst>
              <a:ext uri="{FF2B5EF4-FFF2-40B4-BE49-F238E27FC236}">
                <a16:creationId xmlns:a16="http://schemas.microsoft.com/office/drawing/2014/main" id="{9B915699-701E-7317-775A-EF064ECDE31A}"/>
              </a:ext>
            </a:extLst>
          </p:cNvPr>
          <p:cNvSpPr/>
          <p:nvPr/>
        </p:nvSpPr>
        <p:spPr>
          <a:xfrm>
            <a:off x="4663789" y="3462676"/>
            <a:ext cx="460962" cy="531803"/>
          </a:xfrm>
          <a:custGeom>
            <a:avLst/>
            <a:gdLst>
              <a:gd name="connsiteX0" fmla="*/ 230481 w 460962"/>
              <a:gd name="connsiteY0" fmla="*/ 0 h 531803"/>
              <a:gd name="connsiteX1" fmla="*/ 460962 w 460962"/>
              <a:gd name="connsiteY1" fmla="*/ 132468 h 531803"/>
              <a:gd name="connsiteX2" fmla="*/ 460962 w 460962"/>
              <a:gd name="connsiteY2" fmla="*/ 399335 h 531803"/>
              <a:gd name="connsiteX3" fmla="*/ 230481 w 460962"/>
              <a:gd name="connsiteY3" fmla="*/ 531803 h 531803"/>
              <a:gd name="connsiteX4" fmla="*/ 0 w 460962"/>
              <a:gd name="connsiteY4" fmla="*/ 399335 h 531803"/>
              <a:gd name="connsiteX5" fmla="*/ 0 w 460962"/>
              <a:gd name="connsiteY5" fmla="*/ 132468 h 53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3">
                <a:moveTo>
                  <a:pt x="230481" y="0"/>
                </a:moveTo>
                <a:lnTo>
                  <a:pt x="460962" y="132468"/>
                </a:lnTo>
                <a:lnTo>
                  <a:pt x="460962" y="399335"/>
                </a:lnTo>
                <a:lnTo>
                  <a:pt x="230481" y="531803"/>
                </a:lnTo>
                <a:lnTo>
                  <a:pt x="0" y="399335"/>
                </a:lnTo>
                <a:lnTo>
                  <a:pt x="0" y="13246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3</a:t>
            </a:r>
          </a:p>
        </p:txBody>
      </p:sp>
      <p:sp>
        <p:nvSpPr>
          <p:cNvPr id="47" name="Freeform: Shape 46">
            <a:extLst>
              <a:ext uri="{FF2B5EF4-FFF2-40B4-BE49-F238E27FC236}">
                <a16:creationId xmlns:a16="http://schemas.microsoft.com/office/drawing/2014/main" id="{0072E33C-C229-D73F-F7C9-13F2D000CCD4}"/>
              </a:ext>
            </a:extLst>
          </p:cNvPr>
          <p:cNvSpPr/>
          <p:nvPr/>
        </p:nvSpPr>
        <p:spPr>
          <a:xfrm>
            <a:off x="3710338" y="4163939"/>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4</a:t>
            </a:r>
          </a:p>
        </p:txBody>
      </p:sp>
      <p:sp>
        <p:nvSpPr>
          <p:cNvPr id="49" name="Freeform: Shape 48">
            <a:extLst>
              <a:ext uri="{FF2B5EF4-FFF2-40B4-BE49-F238E27FC236}">
                <a16:creationId xmlns:a16="http://schemas.microsoft.com/office/drawing/2014/main" id="{377893C6-F941-6FB6-4D9A-B8F5F4015B95}"/>
              </a:ext>
            </a:extLst>
          </p:cNvPr>
          <p:cNvSpPr/>
          <p:nvPr/>
        </p:nvSpPr>
        <p:spPr>
          <a:xfrm>
            <a:off x="6772088" y="4911958"/>
            <a:ext cx="460962" cy="531800"/>
          </a:xfrm>
          <a:custGeom>
            <a:avLst/>
            <a:gdLst>
              <a:gd name="connsiteX0" fmla="*/ 230481 w 460962"/>
              <a:gd name="connsiteY0" fmla="*/ 0 h 531800"/>
              <a:gd name="connsiteX1" fmla="*/ 460962 w 460962"/>
              <a:gd name="connsiteY1" fmla="*/ 132468 h 531800"/>
              <a:gd name="connsiteX2" fmla="*/ 460962 w 460962"/>
              <a:gd name="connsiteY2" fmla="*/ 399333 h 531800"/>
              <a:gd name="connsiteX3" fmla="*/ 230481 w 460962"/>
              <a:gd name="connsiteY3" fmla="*/ 531800 h 531800"/>
              <a:gd name="connsiteX4" fmla="*/ 0 w 460962"/>
              <a:gd name="connsiteY4" fmla="*/ 399333 h 531800"/>
              <a:gd name="connsiteX5" fmla="*/ 0 w 460962"/>
              <a:gd name="connsiteY5" fmla="*/ 132468 h 5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0">
                <a:moveTo>
                  <a:pt x="230481" y="0"/>
                </a:moveTo>
                <a:lnTo>
                  <a:pt x="460962" y="132468"/>
                </a:lnTo>
                <a:lnTo>
                  <a:pt x="460962" y="399333"/>
                </a:lnTo>
                <a:lnTo>
                  <a:pt x="230481" y="531800"/>
                </a:lnTo>
                <a:lnTo>
                  <a:pt x="0" y="399333"/>
                </a:lnTo>
                <a:lnTo>
                  <a:pt x="0" y="132468"/>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5</a:t>
            </a:r>
          </a:p>
        </p:txBody>
      </p:sp>
    </p:spTree>
    <p:extLst>
      <p:ext uri="{BB962C8B-B14F-4D97-AF65-F5344CB8AC3E}">
        <p14:creationId xmlns:p14="http://schemas.microsoft.com/office/powerpoint/2010/main" val="3964038220"/>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08</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18031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748493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6" name="Free-form: Shape 15">
            <a:extLst>
              <a:ext uri="{FF2B5EF4-FFF2-40B4-BE49-F238E27FC236}">
                <a16:creationId xmlns:a16="http://schemas.microsoft.com/office/drawing/2014/main" id="{2F98E8E4-CFAE-BA97-71F0-EADA22382E9B}"/>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3783441"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5935755"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8088069"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1" name="Oval 20">
            <a:extLst>
              <a:ext uri="{FF2B5EF4-FFF2-40B4-BE49-F238E27FC236}">
                <a16:creationId xmlns:a16="http://schemas.microsoft.com/office/drawing/2014/main" id="{15A69897-7AD7-3832-FC31-95F09944C932}"/>
              </a:ext>
            </a:extLst>
          </p:cNvPr>
          <p:cNvSpPr>
            <a:spLocks noChangeAspect="1"/>
          </p:cNvSpPr>
          <p:nvPr/>
        </p:nvSpPr>
        <p:spPr>
          <a:xfrm>
            <a:off x="10240381" y="2012477"/>
            <a:ext cx="320492" cy="32049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05</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2720396"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4872710"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7025024" y="2742849"/>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Arrow14" descr="{&quot;Key&quot;:&quot;POWER_USER_SHAPE_ICON&quot;,&quot;Value&quot;:&quot;POWER_USER_SHAPE_ICON_STYLE_1&quot;}">
            <a:extLst>
              <a:ext uri="{FF2B5EF4-FFF2-40B4-BE49-F238E27FC236}">
                <a16:creationId xmlns:a16="http://schemas.microsoft.com/office/drawing/2014/main" id="{6B4EA995-909A-593D-AB7D-9E050CEF85A8}"/>
              </a:ext>
            </a:extLst>
          </p:cNvPr>
          <p:cNvSpPr>
            <a:spLocks noChangeAspect="1"/>
          </p:cNvSpPr>
          <p:nvPr/>
        </p:nvSpPr>
        <p:spPr>
          <a:xfrm rot="2700000">
            <a:off x="9177338" y="2742848"/>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2907894"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5060207"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6" name="TextBox 5">
            <a:extLst>
              <a:ext uri="{FF2B5EF4-FFF2-40B4-BE49-F238E27FC236}">
                <a16:creationId xmlns:a16="http://schemas.microsoft.com/office/drawing/2014/main" id="{589C7E2B-DB69-64B1-C3D7-25245A04453B}"/>
              </a:ext>
            </a:extLst>
          </p:cNvPr>
          <p:cNvSpPr txBox="1"/>
          <p:nvPr/>
        </p:nvSpPr>
        <p:spPr>
          <a:xfrm>
            <a:off x="7212520"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7" name="TextBox 6">
            <a:extLst>
              <a:ext uri="{FF2B5EF4-FFF2-40B4-BE49-F238E27FC236}">
                <a16:creationId xmlns:a16="http://schemas.microsoft.com/office/drawing/2014/main" id="{1B069BCF-9C15-5420-7B7E-3580436D309C}"/>
              </a:ext>
            </a:extLst>
          </p:cNvPr>
          <p:cNvSpPr txBox="1"/>
          <p:nvPr/>
        </p:nvSpPr>
        <p:spPr>
          <a:xfrm>
            <a:off x="9364835"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3398107687"/>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1CF80D-0E29-D770-E9B5-9086FB3BFD95}"/>
              </a:ext>
            </a:extLst>
          </p:cNvPr>
          <p:cNvSpPr>
            <a:spLocks noGrp="1"/>
          </p:cNvSpPr>
          <p:nvPr>
            <p:ph type="title"/>
          </p:nvPr>
        </p:nvSpPr>
        <p:spPr>
          <a:xfrm>
            <a:off x="214184" y="13663"/>
            <a:ext cx="9728886" cy="678316"/>
          </a:xfrm>
        </p:spPr>
        <p:txBody>
          <a:bodyPr/>
          <a:lstStyle/>
          <a:p>
            <a:r>
              <a:rPr lang="en-US" dirty="0"/>
              <a:t>Customer journey 09</a:t>
            </a:r>
          </a:p>
        </p:txBody>
      </p:sp>
      <p:sp>
        <p:nvSpPr>
          <p:cNvPr id="3" name="Rectangle: Rounded Corners 2">
            <a:extLst>
              <a:ext uri="{FF2B5EF4-FFF2-40B4-BE49-F238E27FC236}">
                <a16:creationId xmlns:a16="http://schemas.microsoft.com/office/drawing/2014/main" id="{DC0F81E6-4EE6-FE52-299C-C1CBAC971B3F}"/>
              </a:ext>
            </a:extLst>
          </p:cNvPr>
          <p:cNvSpPr/>
          <p:nvPr/>
        </p:nvSpPr>
        <p:spPr>
          <a:xfrm>
            <a:off x="838200" y="1665514"/>
            <a:ext cx="3370943" cy="3907972"/>
          </a:xfrm>
          <a:prstGeom prst="roundRect">
            <a:avLst>
              <a:gd name="adj" fmla="val 2874"/>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Rounded Corners 3">
            <a:extLst>
              <a:ext uri="{FF2B5EF4-FFF2-40B4-BE49-F238E27FC236}">
                <a16:creationId xmlns:a16="http://schemas.microsoft.com/office/drawing/2014/main" id="{E33EFF23-5AF6-AA17-6B86-394378D81FB8}"/>
              </a:ext>
            </a:extLst>
          </p:cNvPr>
          <p:cNvSpPr/>
          <p:nvPr/>
        </p:nvSpPr>
        <p:spPr>
          <a:xfrm>
            <a:off x="4410528" y="1665514"/>
            <a:ext cx="3370943" cy="3907972"/>
          </a:xfrm>
          <a:prstGeom prst="roundRect">
            <a:avLst>
              <a:gd name="adj" fmla="val 2874"/>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Rounded Corners 4">
            <a:extLst>
              <a:ext uri="{FF2B5EF4-FFF2-40B4-BE49-F238E27FC236}">
                <a16:creationId xmlns:a16="http://schemas.microsoft.com/office/drawing/2014/main" id="{27AEB9B4-8464-B800-096A-1F3395835CE8}"/>
              </a:ext>
            </a:extLst>
          </p:cNvPr>
          <p:cNvSpPr/>
          <p:nvPr/>
        </p:nvSpPr>
        <p:spPr>
          <a:xfrm>
            <a:off x="7982856" y="1665514"/>
            <a:ext cx="3370943" cy="3907972"/>
          </a:xfrm>
          <a:prstGeom prst="roundRect">
            <a:avLst>
              <a:gd name="adj" fmla="val 2874"/>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Oval 6">
            <a:extLst>
              <a:ext uri="{FF2B5EF4-FFF2-40B4-BE49-F238E27FC236}">
                <a16:creationId xmlns:a16="http://schemas.microsoft.com/office/drawing/2014/main" id="{98C0D815-7C7C-F52A-4F9E-729BA582B332}"/>
              </a:ext>
            </a:extLst>
          </p:cNvPr>
          <p:cNvSpPr>
            <a:spLocks noChangeAspect="1"/>
          </p:cNvSpPr>
          <p:nvPr/>
        </p:nvSpPr>
        <p:spPr>
          <a:xfrm>
            <a:off x="2363425" y="1505268"/>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8" name="Oval 7">
            <a:extLst>
              <a:ext uri="{FF2B5EF4-FFF2-40B4-BE49-F238E27FC236}">
                <a16:creationId xmlns:a16="http://schemas.microsoft.com/office/drawing/2014/main" id="{598F6B44-0D53-BB72-5ED3-6C2300FB81CD}"/>
              </a:ext>
            </a:extLst>
          </p:cNvPr>
          <p:cNvSpPr>
            <a:spLocks noChangeAspect="1"/>
          </p:cNvSpPr>
          <p:nvPr/>
        </p:nvSpPr>
        <p:spPr>
          <a:xfrm>
            <a:off x="5935753" y="1516742"/>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9" name="Oval 8">
            <a:extLst>
              <a:ext uri="{FF2B5EF4-FFF2-40B4-BE49-F238E27FC236}">
                <a16:creationId xmlns:a16="http://schemas.microsoft.com/office/drawing/2014/main" id="{396747EE-FDAE-B155-6D4D-CD08373E5B8E}"/>
              </a:ext>
            </a:extLst>
          </p:cNvPr>
          <p:cNvSpPr>
            <a:spLocks noChangeAspect="1"/>
          </p:cNvSpPr>
          <p:nvPr/>
        </p:nvSpPr>
        <p:spPr>
          <a:xfrm>
            <a:off x="9508081" y="1528216"/>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10" name="Rectangle: Rounded Corners 9">
            <a:extLst>
              <a:ext uri="{FF2B5EF4-FFF2-40B4-BE49-F238E27FC236}">
                <a16:creationId xmlns:a16="http://schemas.microsoft.com/office/drawing/2014/main" id="{E34ACC94-6045-EB31-6CF0-F4B37AE1F2F7}"/>
              </a:ext>
            </a:extLst>
          </p:cNvPr>
          <p:cNvSpPr/>
          <p:nvPr/>
        </p:nvSpPr>
        <p:spPr>
          <a:xfrm>
            <a:off x="1030514" y="3603957"/>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22">
            <a:extLst>
              <a:ext uri="{FF2B5EF4-FFF2-40B4-BE49-F238E27FC236}">
                <a16:creationId xmlns:a16="http://schemas.microsoft.com/office/drawing/2014/main" id="{AE959A6D-405C-3017-0627-39B3C8A490BB}"/>
              </a:ext>
            </a:extLst>
          </p:cNvPr>
          <p:cNvGrpSpPr>
            <a:grpSpLocks noChangeAspect="1"/>
          </p:cNvGrpSpPr>
          <p:nvPr/>
        </p:nvGrpSpPr>
        <p:grpSpPr>
          <a:xfrm>
            <a:off x="1301685" y="3524851"/>
            <a:ext cx="320492" cy="320492"/>
            <a:chOff x="1195005" y="2362582"/>
            <a:chExt cx="320492" cy="320492"/>
          </a:xfrm>
        </p:grpSpPr>
        <p:sp>
          <p:nvSpPr>
            <p:cNvPr id="22" name="Oval 21">
              <a:extLst>
                <a:ext uri="{FF2B5EF4-FFF2-40B4-BE49-F238E27FC236}">
                  <a16:creationId xmlns:a16="http://schemas.microsoft.com/office/drawing/2014/main" id="{58DF38ED-320D-47FA-D704-C15C6A11EFC3}"/>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16" name="Free-form: Shape 15">
              <a:extLst>
                <a:ext uri="{FF2B5EF4-FFF2-40B4-BE49-F238E27FC236}">
                  <a16:creationId xmlns:a16="http://schemas.microsoft.com/office/drawing/2014/main" id="{73042838-C161-1DF3-95C6-BA58D538854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4" name="Group 23">
            <a:extLst>
              <a:ext uri="{FF2B5EF4-FFF2-40B4-BE49-F238E27FC236}">
                <a16:creationId xmlns:a16="http://schemas.microsoft.com/office/drawing/2014/main" id="{5A1B0708-DB8F-5262-EBE7-D8B9F31B0632}"/>
              </a:ext>
            </a:extLst>
          </p:cNvPr>
          <p:cNvGrpSpPr>
            <a:grpSpLocks noChangeAspect="1"/>
          </p:cNvGrpSpPr>
          <p:nvPr/>
        </p:nvGrpSpPr>
        <p:grpSpPr>
          <a:xfrm>
            <a:off x="2005034" y="3524851"/>
            <a:ext cx="320492" cy="320492"/>
            <a:chOff x="1195005" y="2362582"/>
            <a:chExt cx="320492" cy="320492"/>
          </a:xfrm>
        </p:grpSpPr>
        <p:sp>
          <p:nvSpPr>
            <p:cNvPr id="25" name="Oval 24">
              <a:extLst>
                <a:ext uri="{FF2B5EF4-FFF2-40B4-BE49-F238E27FC236}">
                  <a16:creationId xmlns:a16="http://schemas.microsoft.com/office/drawing/2014/main" id="{0BF7C2D4-209A-4557-A6E2-1CFC33DFBE4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6" name="Free-form: Shape 25">
              <a:extLst>
                <a:ext uri="{FF2B5EF4-FFF2-40B4-BE49-F238E27FC236}">
                  <a16:creationId xmlns:a16="http://schemas.microsoft.com/office/drawing/2014/main" id="{103925FB-69D3-FB4D-7055-6AF675BE197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7" name="Group 26">
            <a:extLst>
              <a:ext uri="{FF2B5EF4-FFF2-40B4-BE49-F238E27FC236}">
                <a16:creationId xmlns:a16="http://schemas.microsoft.com/office/drawing/2014/main" id="{7A719712-60F8-A40B-DB3B-E98820578079}"/>
              </a:ext>
            </a:extLst>
          </p:cNvPr>
          <p:cNvGrpSpPr>
            <a:grpSpLocks noChangeAspect="1"/>
          </p:cNvGrpSpPr>
          <p:nvPr/>
        </p:nvGrpSpPr>
        <p:grpSpPr>
          <a:xfrm>
            <a:off x="2708383" y="3524851"/>
            <a:ext cx="320492" cy="320492"/>
            <a:chOff x="1195005" y="2362582"/>
            <a:chExt cx="320492" cy="320492"/>
          </a:xfrm>
        </p:grpSpPr>
        <p:sp>
          <p:nvSpPr>
            <p:cNvPr id="28" name="Oval 27">
              <a:extLst>
                <a:ext uri="{FF2B5EF4-FFF2-40B4-BE49-F238E27FC236}">
                  <a16:creationId xmlns:a16="http://schemas.microsoft.com/office/drawing/2014/main" id="{CBA0E52E-F93A-90F4-DAC4-158A8E177F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9" name="Free-form: Shape 28">
              <a:extLst>
                <a:ext uri="{FF2B5EF4-FFF2-40B4-BE49-F238E27FC236}">
                  <a16:creationId xmlns:a16="http://schemas.microsoft.com/office/drawing/2014/main" id="{17B2BA83-5244-677F-CDE2-2EEA5D560939}"/>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0" name="Group 29">
            <a:extLst>
              <a:ext uri="{FF2B5EF4-FFF2-40B4-BE49-F238E27FC236}">
                <a16:creationId xmlns:a16="http://schemas.microsoft.com/office/drawing/2014/main" id="{57711EBA-C20E-7996-485B-C5B51292FA49}"/>
              </a:ext>
            </a:extLst>
          </p:cNvPr>
          <p:cNvGrpSpPr>
            <a:grpSpLocks noChangeAspect="1"/>
          </p:cNvGrpSpPr>
          <p:nvPr/>
        </p:nvGrpSpPr>
        <p:grpSpPr>
          <a:xfrm>
            <a:off x="3411732" y="3524851"/>
            <a:ext cx="320492" cy="320492"/>
            <a:chOff x="1195005" y="2362582"/>
            <a:chExt cx="320492" cy="320492"/>
          </a:xfrm>
        </p:grpSpPr>
        <p:sp>
          <p:nvSpPr>
            <p:cNvPr id="31" name="Oval 30">
              <a:extLst>
                <a:ext uri="{FF2B5EF4-FFF2-40B4-BE49-F238E27FC236}">
                  <a16:creationId xmlns:a16="http://schemas.microsoft.com/office/drawing/2014/main" id="{FB101358-1274-069E-7338-F087ACDD9375}"/>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32" name="Free-form: Shape 31">
              <a:extLst>
                <a:ext uri="{FF2B5EF4-FFF2-40B4-BE49-F238E27FC236}">
                  <a16:creationId xmlns:a16="http://schemas.microsoft.com/office/drawing/2014/main" id="{377AD57B-6249-D037-639F-E7442F61BACA}"/>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35" name="Rectangle: Rounded Corners 34">
            <a:extLst>
              <a:ext uri="{FF2B5EF4-FFF2-40B4-BE49-F238E27FC236}">
                <a16:creationId xmlns:a16="http://schemas.microsoft.com/office/drawing/2014/main" id="{236B315E-BC2D-BBA6-1975-3D08FC5E7677}"/>
              </a:ext>
            </a:extLst>
          </p:cNvPr>
          <p:cNvSpPr/>
          <p:nvPr/>
        </p:nvSpPr>
        <p:spPr>
          <a:xfrm>
            <a:off x="4571999" y="3603956"/>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6" name="Group 35">
            <a:extLst>
              <a:ext uri="{FF2B5EF4-FFF2-40B4-BE49-F238E27FC236}">
                <a16:creationId xmlns:a16="http://schemas.microsoft.com/office/drawing/2014/main" id="{7512451A-2911-C7F5-DC97-2FA64E34B7AD}"/>
              </a:ext>
            </a:extLst>
          </p:cNvPr>
          <p:cNvGrpSpPr>
            <a:grpSpLocks noChangeAspect="1"/>
          </p:cNvGrpSpPr>
          <p:nvPr/>
        </p:nvGrpSpPr>
        <p:grpSpPr>
          <a:xfrm>
            <a:off x="4843170" y="3524850"/>
            <a:ext cx="320492" cy="320492"/>
            <a:chOff x="1195005" y="2362582"/>
            <a:chExt cx="320492" cy="320492"/>
          </a:xfrm>
        </p:grpSpPr>
        <p:sp>
          <p:nvSpPr>
            <p:cNvPr id="46" name="Oval 45">
              <a:extLst>
                <a:ext uri="{FF2B5EF4-FFF2-40B4-BE49-F238E27FC236}">
                  <a16:creationId xmlns:a16="http://schemas.microsoft.com/office/drawing/2014/main" id="{0F33F1D5-F9F2-B585-A975-A5196B1226C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7" name="Free-form: Shape 46">
              <a:extLst>
                <a:ext uri="{FF2B5EF4-FFF2-40B4-BE49-F238E27FC236}">
                  <a16:creationId xmlns:a16="http://schemas.microsoft.com/office/drawing/2014/main" id="{81F4852B-54D0-4CB3-8D44-73FBE2C5A21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7" name="Group 36">
            <a:extLst>
              <a:ext uri="{FF2B5EF4-FFF2-40B4-BE49-F238E27FC236}">
                <a16:creationId xmlns:a16="http://schemas.microsoft.com/office/drawing/2014/main" id="{7E82729B-F76D-8E04-8060-EE7707396863}"/>
              </a:ext>
            </a:extLst>
          </p:cNvPr>
          <p:cNvGrpSpPr>
            <a:grpSpLocks noChangeAspect="1"/>
          </p:cNvGrpSpPr>
          <p:nvPr/>
        </p:nvGrpSpPr>
        <p:grpSpPr>
          <a:xfrm>
            <a:off x="5546519" y="3524850"/>
            <a:ext cx="320492" cy="320492"/>
            <a:chOff x="1195005" y="2362582"/>
            <a:chExt cx="320492" cy="320492"/>
          </a:xfrm>
        </p:grpSpPr>
        <p:sp>
          <p:nvSpPr>
            <p:cNvPr id="44" name="Oval 43">
              <a:extLst>
                <a:ext uri="{FF2B5EF4-FFF2-40B4-BE49-F238E27FC236}">
                  <a16:creationId xmlns:a16="http://schemas.microsoft.com/office/drawing/2014/main" id="{326D842F-6120-3E42-6DCF-FEB7FC7F2E5F}"/>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5" name="Free-form: Shape 44">
              <a:extLst>
                <a:ext uri="{FF2B5EF4-FFF2-40B4-BE49-F238E27FC236}">
                  <a16:creationId xmlns:a16="http://schemas.microsoft.com/office/drawing/2014/main" id="{ADE067E5-E482-FC98-183C-6BA6C8F11E08}"/>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8" name="Group 37">
            <a:extLst>
              <a:ext uri="{FF2B5EF4-FFF2-40B4-BE49-F238E27FC236}">
                <a16:creationId xmlns:a16="http://schemas.microsoft.com/office/drawing/2014/main" id="{9EE9E63A-3177-0F9D-F8CF-06595D63354F}"/>
              </a:ext>
            </a:extLst>
          </p:cNvPr>
          <p:cNvGrpSpPr>
            <a:grpSpLocks noChangeAspect="1"/>
          </p:cNvGrpSpPr>
          <p:nvPr/>
        </p:nvGrpSpPr>
        <p:grpSpPr>
          <a:xfrm>
            <a:off x="6249868" y="3524850"/>
            <a:ext cx="320492" cy="320492"/>
            <a:chOff x="1195005" y="2362582"/>
            <a:chExt cx="320492" cy="320492"/>
          </a:xfrm>
        </p:grpSpPr>
        <p:sp>
          <p:nvSpPr>
            <p:cNvPr id="42" name="Oval 41">
              <a:extLst>
                <a:ext uri="{FF2B5EF4-FFF2-40B4-BE49-F238E27FC236}">
                  <a16:creationId xmlns:a16="http://schemas.microsoft.com/office/drawing/2014/main" id="{3855B366-9F2F-71B9-6A51-73C0966157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3" name="Free-form: Shape 42">
              <a:extLst>
                <a:ext uri="{FF2B5EF4-FFF2-40B4-BE49-F238E27FC236}">
                  <a16:creationId xmlns:a16="http://schemas.microsoft.com/office/drawing/2014/main" id="{BB0E20AF-2484-1AF1-3A9C-241794D5A6A4}"/>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9" name="Group 38">
            <a:extLst>
              <a:ext uri="{FF2B5EF4-FFF2-40B4-BE49-F238E27FC236}">
                <a16:creationId xmlns:a16="http://schemas.microsoft.com/office/drawing/2014/main" id="{45E09FA3-861A-4D99-45EF-0C96F9189637}"/>
              </a:ext>
            </a:extLst>
          </p:cNvPr>
          <p:cNvGrpSpPr>
            <a:grpSpLocks noChangeAspect="1"/>
          </p:cNvGrpSpPr>
          <p:nvPr/>
        </p:nvGrpSpPr>
        <p:grpSpPr>
          <a:xfrm>
            <a:off x="6953217" y="3524850"/>
            <a:ext cx="320492" cy="320492"/>
            <a:chOff x="1195005" y="2362582"/>
            <a:chExt cx="320492" cy="320492"/>
          </a:xfrm>
        </p:grpSpPr>
        <p:sp>
          <p:nvSpPr>
            <p:cNvPr id="40" name="Oval 39">
              <a:extLst>
                <a:ext uri="{FF2B5EF4-FFF2-40B4-BE49-F238E27FC236}">
                  <a16:creationId xmlns:a16="http://schemas.microsoft.com/office/drawing/2014/main" id="{899CD62C-9398-FAB3-05DD-EF5FDB0839C4}"/>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1" name="Free-form: Shape 40">
              <a:extLst>
                <a:ext uri="{FF2B5EF4-FFF2-40B4-BE49-F238E27FC236}">
                  <a16:creationId xmlns:a16="http://schemas.microsoft.com/office/drawing/2014/main" id="{2924DB56-5A81-B1BF-3320-1F8FC335E900}"/>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49" name="Rectangle: Rounded Corners 48">
            <a:extLst>
              <a:ext uri="{FF2B5EF4-FFF2-40B4-BE49-F238E27FC236}">
                <a16:creationId xmlns:a16="http://schemas.microsoft.com/office/drawing/2014/main" id="{C0F1DAA8-51F5-77D2-2AD6-16BE6B2E649A}"/>
              </a:ext>
            </a:extLst>
          </p:cNvPr>
          <p:cNvSpPr/>
          <p:nvPr/>
        </p:nvSpPr>
        <p:spPr>
          <a:xfrm>
            <a:off x="8113484" y="3603955"/>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0" name="Group 49">
            <a:extLst>
              <a:ext uri="{FF2B5EF4-FFF2-40B4-BE49-F238E27FC236}">
                <a16:creationId xmlns:a16="http://schemas.microsoft.com/office/drawing/2014/main" id="{622E3D01-10A0-691D-C20F-83D7F5CA2820}"/>
              </a:ext>
            </a:extLst>
          </p:cNvPr>
          <p:cNvGrpSpPr>
            <a:grpSpLocks noChangeAspect="1"/>
          </p:cNvGrpSpPr>
          <p:nvPr/>
        </p:nvGrpSpPr>
        <p:grpSpPr>
          <a:xfrm>
            <a:off x="8384655" y="3524849"/>
            <a:ext cx="320492" cy="320492"/>
            <a:chOff x="1195005" y="2362582"/>
            <a:chExt cx="320492" cy="320492"/>
          </a:xfrm>
        </p:grpSpPr>
        <p:sp>
          <p:nvSpPr>
            <p:cNvPr id="60" name="Oval 59">
              <a:extLst>
                <a:ext uri="{FF2B5EF4-FFF2-40B4-BE49-F238E27FC236}">
                  <a16:creationId xmlns:a16="http://schemas.microsoft.com/office/drawing/2014/main" id="{8FDACBCF-10C0-3AED-54AB-1F16E120C8B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61" name="Free-form: Shape 60">
              <a:extLst>
                <a:ext uri="{FF2B5EF4-FFF2-40B4-BE49-F238E27FC236}">
                  <a16:creationId xmlns:a16="http://schemas.microsoft.com/office/drawing/2014/main" id="{B5C85C2B-BDD4-FCEC-CBD5-98EF0EC3C37F}"/>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1" name="Group 50">
            <a:extLst>
              <a:ext uri="{FF2B5EF4-FFF2-40B4-BE49-F238E27FC236}">
                <a16:creationId xmlns:a16="http://schemas.microsoft.com/office/drawing/2014/main" id="{A65D0D33-184E-5033-B1FE-BAABA17A417F}"/>
              </a:ext>
            </a:extLst>
          </p:cNvPr>
          <p:cNvGrpSpPr>
            <a:grpSpLocks noChangeAspect="1"/>
          </p:cNvGrpSpPr>
          <p:nvPr/>
        </p:nvGrpSpPr>
        <p:grpSpPr>
          <a:xfrm>
            <a:off x="9088004" y="3524849"/>
            <a:ext cx="320492" cy="320492"/>
            <a:chOff x="1195005" y="2362582"/>
            <a:chExt cx="320492" cy="320492"/>
          </a:xfrm>
        </p:grpSpPr>
        <p:sp>
          <p:nvSpPr>
            <p:cNvPr id="58" name="Oval 57">
              <a:extLst>
                <a:ext uri="{FF2B5EF4-FFF2-40B4-BE49-F238E27FC236}">
                  <a16:creationId xmlns:a16="http://schemas.microsoft.com/office/drawing/2014/main" id="{E3000F0F-EA7A-6CC0-A5E2-B86EC12E2D06}"/>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9" name="Free-form: Shape 58">
              <a:extLst>
                <a:ext uri="{FF2B5EF4-FFF2-40B4-BE49-F238E27FC236}">
                  <a16:creationId xmlns:a16="http://schemas.microsoft.com/office/drawing/2014/main" id="{E2316B21-81E9-05C4-48C8-C6138E45714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2" name="Group 51">
            <a:extLst>
              <a:ext uri="{FF2B5EF4-FFF2-40B4-BE49-F238E27FC236}">
                <a16:creationId xmlns:a16="http://schemas.microsoft.com/office/drawing/2014/main" id="{3607B35D-FD57-E641-AE89-89C917A0C3CC}"/>
              </a:ext>
            </a:extLst>
          </p:cNvPr>
          <p:cNvGrpSpPr>
            <a:grpSpLocks noChangeAspect="1"/>
          </p:cNvGrpSpPr>
          <p:nvPr/>
        </p:nvGrpSpPr>
        <p:grpSpPr>
          <a:xfrm>
            <a:off x="9791353" y="3524849"/>
            <a:ext cx="320492" cy="320492"/>
            <a:chOff x="1195005" y="2362582"/>
            <a:chExt cx="320492" cy="320492"/>
          </a:xfrm>
        </p:grpSpPr>
        <p:sp>
          <p:nvSpPr>
            <p:cNvPr id="56" name="Oval 55">
              <a:extLst>
                <a:ext uri="{FF2B5EF4-FFF2-40B4-BE49-F238E27FC236}">
                  <a16:creationId xmlns:a16="http://schemas.microsoft.com/office/drawing/2014/main" id="{499FED83-9A17-497E-7038-E4C64BAB121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7" name="Free-form: Shape 56">
              <a:extLst>
                <a:ext uri="{FF2B5EF4-FFF2-40B4-BE49-F238E27FC236}">
                  <a16:creationId xmlns:a16="http://schemas.microsoft.com/office/drawing/2014/main" id="{10B659CA-5FF8-EF75-9491-2AF78EE83DE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3" name="Group 52">
            <a:extLst>
              <a:ext uri="{FF2B5EF4-FFF2-40B4-BE49-F238E27FC236}">
                <a16:creationId xmlns:a16="http://schemas.microsoft.com/office/drawing/2014/main" id="{C306726E-F3AA-6BE3-6E7F-4C8EF38933F7}"/>
              </a:ext>
            </a:extLst>
          </p:cNvPr>
          <p:cNvGrpSpPr>
            <a:grpSpLocks noChangeAspect="1"/>
          </p:cNvGrpSpPr>
          <p:nvPr/>
        </p:nvGrpSpPr>
        <p:grpSpPr>
          <a:xfrm>
            <a:off x="10494702" y="3524849"/>
            <a:ext cx="320492" cy="320492"/>
            <a:chOff x="1195005" y="2362582"/>
            <a:chExt cx="320492" cy="320492"/>
          </a:xfrm>
        </p:grpSpPr>
        <p:sp>
          <p:nvSpPr>
            <p:cNvPr id="54" name="Oval 53">
              <a:extLst>
                <a:ext uri="{FF2B5EF4-FFF2-40B4-BE49-F238E27FC236}">
                  <a16:creationId xmlns:a16="http://schemas.microsoft.com/office/drawing/2014/main" id="{E13CE476-641E-0D7A-26C9-DDD4F3D743F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5" name="Free-form: Shape 54">
              <a:extLst>
                <a:ext uri="{FF2B5EF4-FFF2-40B4-BE49-F238E27FC236}">
                  <a16:creationId xmlns:a16="http://schemas.microsoft.com/office/drawing/2014/main" id="{158985B6-F66B-AA4C-8B04-ACC66D676BE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67" name="Group 66">
            <a:extLst>
              <a:ext uri="{FF2B5EF4-FFF2-40B4-BE49-F238E27FC236}">
                <a16:creationId xmlns:a16="http://schemas.microsoft.com/office/drawing/2014/main" id="{5A73E79E-12E5-FEA7-05E2-338F937669D3}"/>
              </a:ext>
            </a:extLst>
          </p:cNvPr>
          <p:cNvGrpSpPr/>
          <p:nvPr/>
        </p:nvGrpSpPr>
        <p:grpSpPr>
          <a:xfrm>
            <a:off x="1461931" y="1986006"/>
            <a:ext cx="1174018" cy="1442994"/>
            <a:chOff x="1301685" y="1986006"/>
            <a:chExt cx="1174018" cy="1442994"/>
          </a:xfrm>
        </p:grpSpPr>
        <p:sp>
          <p:nvSpPr>
            <p:cNvPr id="64" name="TextBox 63">
              <a:extLst>
                <a:ext uri="{FF2B5EF4-FFF2-40B4-BE49-F238E27FC236}">
                  <a16:creationId xmlns:a16="http://schemas.microsoft.com/office/drawing/2014/main" id="{34DBCBC7-CD57-75CE-9ADB-DE4F4E4957EF}"/>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66" name="Straight Connector 65">
              <a:extLst>
                <a:ext uri="{FF2B5EF4-FFF2-40B4-BE49-F238E27FC236}">
                  <a16:creationId xmlns:a16="http://schemas.microsoft.com/office/drawing/2014/main" id="{37350B48-4FF2-9072-8707-6209D4AE51D8}"/>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EE44F76C-0E31-A13F-D80A-073E427607F0}"/>
              </a:ext>
            </a:extLst>
          </p:cNvPr>
          <p:cNvGrpSpPr/>
          <p:nvPr/>
        </p:nvGrpSpPr>
        <p:grpSpPr>
          <a:xfrm>
            <a:off x="2835537" y="1975673"/>
            <a:ext cx="1174018" cy="1442994"/>
            <a:chOff x="1301685" y="1986006"/>
            <a:chExt cx="1174018" cy="1442994"/>
          </a:xfrm>
        </p:grpSpPr>
        <p:sp>
          <p:nvSpPr>
            <p:cNvPr id="69" name="TextBox 68">
              <a:extLst>
                <a:ext uri="{FF2B5EF4-FFF2-40B4-BE49-F238E27FC236}">
                  <a16:creationId xmlns:a16="http://schemas.microsoft.com/office/drawing/2014/main" id="{4E9C76B5-FD5F-67B7-B6D1-AFECB04B874B}"/>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0" name="Straight Connector 69">
              <a:extLst>
                <a:ext uri="{FF2B5EF4-FFF2-40B4-BE49-F238E27FC236}">
                  <a16:creationId xmlns:a16="http://schemas.microsoft.com/office/drawing/2014/main" id="{230E0E42-C54D-27BF-213D-136DA94FE446}"/>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A57C0C67-F906-A6F0-E579-BCFAF2F6FD73}"/>
              </a:ext>
            </a:extLst>
          </p:cNvPr>
          <p:cNvGrpSpPr/>
          <p:nvPr/>
        </p:nvGrpSpPr>
        <p:grpSpPr>
          <a:xfrm>
            <a:off x="2121374" y="3978968"/>
            <a:ext cx="1174018" cy="1451158"/>
            <a:chOff x="1301685" y="1825758"/>
            <a:chExt cx="1174018" cy="1451158"/>
          </a:xfrm>
        </p:grpSpPr>
        <p:sp>
          <p:nvSpPr>
            <p:cNvPr id="72" name="TextBox 71">
              <a:extLst>
                <a:ext uri="{FF2B5EF4-FFF2-40B4-BE49-F238E27FC236}">
                  <a16:creationId xmlns:a16="http://schemas.microsoft.com/office/drawing/2014/main" id="{9EDD015E-89ED-4621-5D7A-8D744EC20223}"/>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3" name="Straight Connector 72">
              <a:extLst>
                <a:ext uri="{FF2B5EF4-FFF2-40B4-BE49-F238E27FC236}">
                  <a16:creationId xmlns:a16="http://schemas.microsoft.com/office/drawing/2014/main" id="{C398261B-2EAC-3F98-4830-AA25F61B178B}"/>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C0F6FB7B-AA3B-97ED-B2AE-D16A2A12DB11}"/>
              </a:ext>
            </a:extLst>
          </p:cNvPr>
          <p:cNvGrpSpPr/>
          <p:nvPr/>
        </p:nvGrpSpPr>
        <p:grpSpPr>
          <a:xfrm>
            <a:off x="5014643" y="1966085"/>
            <a:ext cx="1174018" cy="1442994"/>
            <a:chOff x="1301685" y="1986006"/>
            <a:chExt cx="1174018" cy="1442994"/>
          </a:xfrm>
        </p:grpSpPr>
        <p:sp>
          <p:nvSpPr>
            <p:cNvPr id="75" name="TextBox 74">
              <a:extLst>
                <a:ext uri="{FF2B5EF4-FFF2-40B4-BE49-F238E27FC236}">
                  <a16:creationId xmlns:a16="http://schemas.microsoft.com/office/drawing/2014/main" id="{58143EC5-3EFB-6D6B-235C-E0AEF7D96519}"/>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6" name="Straight Connector 75">
              <a:extLst>
                <a:ext uri="{FF2B5EF4-FFF2-40B4-BE49-F238E27FC236}">
                  <a16:creationId xmlns:a16="http://schemas.microsoft.com/office/drawing/2014/main" id="{FA8F4DFE-7A03-F493-1A96-9CBAF759A80D}"/>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7C339C5A-E7F8-692B-52CE-B9C34B81E8C9}"/>
              </a:ext>
            </a:extLst>
          </p:cNvPr>
          <p:cNvGrpSpPr/>
          <p:nvPr/>
        </p:nvGrpSpPr>
        <p:grpSpPr>
          <a:xfrm>
            <a:off x="6388249" y="1955752"/>
            <a:ext cx="1174018" cy="1442994"/>
            <a:chOff x="1301685" y="1986006"/>
            <a:chExt cx="1174018" cy="1442994"/>
          </a:xfrm>
        </p:grpSpPr>
        <p:sp>
          <p:nvSpPr>
            <p:cNvPr id="78" name="TextBox 77">
              <a:extLst>
                <a:ext uri="{FF2B5EF4-FFF2-40B4-BE49-F238E27FC236}">
                  <a16:creationId xmlns:a16="http://schemas.microsoft.com/office/drawing/2014/main" id="{8DB18BED-0641-A1F6-E94A-A986A9833D8A}"/>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9" name="Straight Connector 78">
              <a:extLst>
                <a:ext uri="{FF2B5EF4-FFF2-40B4-BE49-F238E27FC236}">
                  <a16:creationId xmlns:a16="http://schemas.microsoft.com/office/drawing/2014/main" id="{A0DE9D3A-05A8-7CF8-CD10-13AD489B045F}"/>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249B0E95-C7A6-C980-A198-092A0E668369}"/>
              </a:ext>
            </a:extLst>
          </p:cNvPr>
          <p:cNvGrpSpPr/>
          <p:nvPr/>
        </p:nvGrpSpPr>
        <p:grpSpPr>
          <a:xfrm>
            <a:off x="5674086" y="3959047"/>
            <a:ext cx="1174018" cy="1451158"/>
            <a:chOff x="1301685" y="1825758"/>
            <a:chExt cx="1174018" cy="1451158"/>
          </a:xfrm>
        </p:grpSpPr>
        <p:sp>
          <p:nvSpPr>
            <p:cNvPr id="81" name="TextBox 80">
              <a:extLst>
                <a:ext uri="{FF2B5EF4-FFF2-40B4-BE49-F238E27FC236}">
                  <a16:creationId xmlns:a16="http://schemas.microsoft.com/office/drawing/2014/main" id="{04175F8A-1009-634B-E321-5EAD1B14D25F}"/>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2" name="Straight Connector 81">
              <a:extLst>
                <a:ext uri="{FF2B5EF4-FFF2-40B4-BE49-F238E27FC236}">
                  <a16:creationId xmlns:a16="http://schemas.microsoft.com/office/drawing/2014/main" id="{C4F3366B-9AAE-FEE3-9EC9-7DD4160E511C}"/>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56A06FAE-962B-D29E-D37B-E777D90A3C70}"/>
              </a:ext>
            </a:extLst>
          </p:cNvPr>
          <p:cNvGrpSpPr/>
          <p:nvPr/>
        </p:nvGrpSpPr>
        <p:grpSpPr>
          <a:xfrm>
            <a:off x="8519937" y="1946164"/>
            <a:ext cx="1174018" cy="1442994"/>
            <a:chOff x="1301685" y="1986006"/>
            <a:chExt cx="1174018" cy="1442994"/>
          </a:xfrm>
        </p:grpSpPr>
        <p:sp>
          <p:nvSpPr>
            <p:cNvPr id="84" name="TextBox 83">
              <a:extLst>
                <a:ext uri="{FF2B5EF4-FFF2-40B4-BE49-F238E27FC236}">
                  <a16:creationId xmlns:a16="http://schemas.microsoft.com/office/drawing/2014/main" id="{4294F310-55F3-F823-8458-B775AE128E92}"/>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5" name="Straight Connector 84">
              <a:extLst>
                <a:ext uri="{FF2B5EF4-FFF2-40B4-BE49-F238E27FC236}">
                  <a16:creationId xmlns:a16="http://schemas.microsoft.com/office/drawing/2014/main" id="{10D3F853-ED67-ADBD-E904-661B8557A394}"/>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6" name="Group 85">
            <a:extLst>
              <a:ext uri="{FF2B5EF4-FFF2-40B4-BE49-F238E27FC236}">
                <a16:creationId xmlns:a16="http://schemas.microsoft.com/office/drawing/2014/main" id="{36F2A061-C522-D4EE-A96D-7BD5F210A628}"/>
              </a:ext>
            </a:extLst>
          </p:cNvPr>
          <p:cNvGrpSpPr/>
          <p:nvPr/>
        </p:nvGrpSpPr>
        <p:grpSpPr>
          <a:xfrm>
            <a:off x="9893543" y="1935831"/>
            <a:ext cx="1174018" cy="1442994"/>
            <a:chOff x="1301685" y="1986006"/>
            <a:chExt cx="1174018" cy="1442994"/>
          </a:xfrm>
        </p:grpSpPr>
        <p:sp>
          <p:nvSpPr>
            <p:cNvPr id="87" name="TextBox 86">
              <a:extLst>
                <a:ext uri="{FF2B5EF4-FFF2-40B4-BE49-F238E27FC236}">
                  <a16:creationId xmlns:a16="http://schemas.microsoft.com/office/drawing/2014/main" id="{6640ED30-4EDE-AACE-7F2F-9DE9B60AB564}"/>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8" name="Straight Connector 87">
              <a:extLst>
                <a:ext uri="{FF2B5EF4-FFF2-40B4-BE49-F238E27FC236}">
                  <a16:creationId xmlns:a16="http://schemas.microsoft.com/office/drawing/2014/main" id="{D356EE62-F6AB-1AA6-C293-17C2C8F7414B}"/>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9" name="Group 88">
            <a:extLst>
              <a:ext uri="{FF2B5EF4-FFF2-40B4-BE49-F238E27FC236}">
                <a16:creationId xmlns:a16="http://schemas.microsoft.com/office/drawing/2014/main" id="{D18E6F60-4BD7-7423-BCFA-D7ED773FBBD4}"/>
              </a:ext>
            </a:extLst>
          </p:cNvPr>
          <p:cNvGrpSpPr/>
          <p:nvPr/>
        </p:nvGrpSpPr>
        <p:grpSpPr>
          <a:xfrm>
            <a:off x="9179380" y="3939126"/>
            <a:ext cx="1174018" cy="1451158"/>
            <a:chOff x="1301685" y="1825758"/>
            <a:chExt cx="1174018" cy="1451158"/>
          </a:xfrm>
        </p:grpSpPr>
        <p:sp>
          <p:nvSpPr>
            <p:cNvPr id="90" name="TextBox 89">
              <a:extLst>
                <a:ext uri="{FF2B5EF4-FFF2-40B4-BE49-F238E27FC236}">
                  <a16:creationId xmlns:a16="http://schemas.microsoft.com/office/drawing/2014/main" id="{F253844D-81BD-B27C-BC42-71CE6BACABA1}"/>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91" name="Straight Connector 90">
              <a:extLst>
                <a:ext uri="{FF2B5EF4-FFF2-40B4-BE49-F238E27FC236}">
                  <a16:creationId xmlns:a16="http://schemas.microsoft.com/office/drawing/2014/main" id="{8CABBB7E-3D1F-A7B2-01CB-F16E9D8638D6}"/>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934993778"/>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7" name="Straight Connector 26">
            <a:extLst>
              <a:ext uri="{FF2B5EF4-FFF2-40B4-BE49-F238E27FC236}">
                <a16:creationId xmlns:a16="http://schemas.microsoft.com/office/drawing/2014/main" id="{34125048-2A7C-E0A6-55B5-983F89849AB5}"/>
              </a:ext>
            </a:extLst>
          </p:cNvPr>
          <p:cNvCxnSpPr>
            <a:cxnSpLocks/>
            <a:stCxn id="77" idx="6"/>
            <a:endCxn id="78" idx="1"/>
          </p:cNvCxnSpPr>
          <p:nvPr/>
        </p:nvCxnSpPr>
        <p:spPr>
          <a:xfrm>
            <a:off x="4893433" y="3551528"/>
            <a:ext cx="1049746" cy="113964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E1C73AC-79A6-C439-086C-FA12FE85E6CD}"/>
              </a:ext>
            </a:extLst>
          </p:cNvPr>
          <p:cNvCxnSpPr>
            <a:cxnSpLocks/>
            <a:stCxn id="70" idx="6"/>
            <a:endCxn id="77" idx="2"/>
          </p:cNvCxnSpPr>
          <p:nvPr/>
        </p:nvCxnSpPr>
        <p:spPr>
          <a:xfrm>
            <a:off x="4056244" y="2251564"/>
            <a:ext cx="816985" cy="129996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DDEACD7A-A950-F30F-8112-E462470797FF}"/>
              </a:ext>
            </a:extLst>
          </p:cNvPr>
          <p:cNvCxnSpPr>
            <a:cxnSpLocks/>
            <a:stCxn id="63" idx="6"/>
            <a:endCxn id="69" idx="2"/>
          </p:cNvCxnSpPr>
          <p:nvPr/>
        </p:nvCxnSpPr>
        <p:spPr>
          <a:xfrm flipV="1">
            <a:off x="2290945" y="2251565"/>
            <a:ext cx="760205" cy="296892"/>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09FBE97A-97AC-0CD6-AB2A-D532744EE0B8}"/>
              </a:ext>
            </a:extLst>
          </p:cNvPr>
          <p:cNvCxnSpPr>
            <a:cxnSpLocks/>
            <a:stCxn id="69" idx="6"/>
            <a:endCxn id="70" idx="2"/>
          </p:cNvCxnSpPr>
          <p:nvPr/>
        </p:nvCxnSpPr>
        <p:spPr>
          <a:xfrm flipV="1">
            <a:off x="3071357" y="2251564"/>
            <a:ext cx="964683" cy="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052B95E-51EA-F0AA-6212-CDC8187F8293}"/>
              </a:ext>
            </a:extLst>
          </p:cNvPr>
          <p:cNvCxnSpPr>
            <a:cxnSpLocks/>
            <a:stCxn id="61" idx="6"/>
            <a:endCxn id="63" idx="1"/>
          </p:cNvCxnSpPr>
          <p:nvPr/>
        </p:nvCxnSpPr>
        <p:spPr>
          <a:xfrm>
            <a:off x="1362866" y="2302777"/>
            <a:ext cx="909106" cy="23782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9F47994B-892D-6E46-BBAA-08A531265A4C}"/>
              </a:ext>
            </a:extLst>
          </p:cNvPr>
          <p:cNvSpPr>
            <a:spLocks noGrp="1"/>
          </p:cNvSpPr>
          <p:nvPr>
            <p:ph type="title"/>
          </p:nvPr>
        </p:nvSpPr>
        <p:spPr>
          <a:xfrm>
            <a:off x="214184" y="13663"/>
            <a:ext cx="9728886" cy="678316"/>
          </a:xfrm>
        </p:spPr>
        <p:txBody>
          <a:bodyPr/>
          <a:lstStyle/>
          <a:p>
            <a:r>
              <a:rPr lang="en-US" dirty="0"/>
              <a:t>Customer journey 10</a:t>
            </a:r>
          </a:p>
        </p:txBody>
      </p:sp>
      <p:sp>
        <p:nvSpPr>
          <p:cNvPr id="45" name="Arrow: Pentagon 44">
            <a:extLst>
              <a:ext uri="{FF2B5EF4-FFF2-40B4-BE49-F238E27FC236}">
                <a16:creationId xmlns:a16="http://schemas.microsoft.com/office/drawing/2014/main" id="{A607A907-F62B-006A-23C6-C82DD67AD8C4}"/>
              </a:ext>
            </a:extLst>
          </p:cNvPr>
          <p:cNvSpPr/>
          <p:nvPr/>
        </p:nvSpPr>
        <p:spPr>
          <a:xfrm>
            <a:off x="804876" y="1405409"/>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6" name="Arrow: Chevron 45">
            <a:extLst>
              <a:ext uri="{FF2B5EF4-FFF2-40B4-BE49-F238E27FC236}">
                <a16:creationId xmlns:a16="http://schemas.microsoft.com/office/drawing/2014/main" id="{FE2C617C-47E9-F720-35A3-0A8C5ABBF8AE}"/>
              </a:ext>
            </a:extLst>
          </p:cNvPr>
          <p:cNvSpPr/>
          <p:nvPr/>
        </p:nvSpPr>
        <p:spPr>
          <a:xfrm>
            <a:off x="2646376" y="1405409"/>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7" name="Arrow: Chevron 46">
            <a:extLst>
              <a:ext uri="{FF2B5EF4-FFF2-40B4-BE49-F238E27FC236}">
                <a16:creationId xmlns:a16="http://schemas.microsoft.com/office/drawing/2014/main" id="{1ABCE3E3-BFE9-4D2D-4429-92466C21BBE4}"/>
              </a:ext>
            </a:extLst>
          </p:cNvPr>
          <p:cNvSpPr/>
          <p:nvPr/>
        </p:nvSpPr>
        <p:spPr>
          <a:xfrm>
            <a:off x="4487876" y="1405409"/>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8" name="Arrow: Chevron 47">
            <a:extLst>
              <a:ext uri="{FF2B5EF4-FFF2-40B4-BE49-F238E27FC236}">
                <a16:creationId xmlns:a16="http://schemas.microsoft.com/office/drawing/2014/main" id="{19502975-FF4F-0E2D-FDD3-8DC83B82E74F}"/>
              </a:ext>
            </a:extLst>
          </p:cNvPr>
          <p:cNvSpPr/>
          <p:nvPr/>
        </p:nvSpPr>
        <p:spPr>
          <a:xfrm>
            <a:off x="6329376" y="1405409"/>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9" name="Arrow: Chevron 48">
            <a:extLst>
              <a:ext uri="{FF2B5EF4-FFF2-40B4-BE49-F238E27FC236}">
                <a16:creationId xmlns:a16="http://schemas.microsoft.com/office/drawing/2014/main" id="{E0A6D7B0-951C-3EBA-2A0B-1F0E1DD2E42C}"/>
              </a:ext>
            </a:extLst>
          </p:cNvPr>
          <p:cNvSpPr/>
          <p:nvPr/>
        </p:nvSpPr>
        <p:spPr>
          <a:xfrm>
            <a:off x="8170876" y="1405409"/>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0" name="Arrow: Chevron 49">
            <a:extLst>
              <a:ext uri="{FF2B5EF4-FFF2-40B4-BE49-F238E27FC236}">
                <a16:creationId xmlns:a16="http://schemas.microsoft.com/office/drawing/2014/main" id="{F7BE3A4B-8C90-082B-4845-751CA768D04B}"/>
              </a:ext>
            </a:extLst>
          </p:cNvPr>
          <p:cNvSpPr/>
          <p:nvPr/>
        </p:nvSpPr>
        <p:spPr>
          <a:xfrm>
            <a:off x="10012376" y="1405409"/>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1" name="Rectangle 50">
            <a:extLst>
              <a:ext uri="{FF2B5EF4-FFF2-40B4-BE49-F238E27FC236}">
                <a16:creationId xmlns:a16="http://schemas.microsoft.com/office/drawing/2014/main" id="{3F1DF0CA-7694-B255-BBE2-52A05F484F11}"/>
              </a:ext>
            </a:extLst>
          </p:cNvPr>
          <p:cNvSpPr/>
          <p:nvPr/>
        </p:nvSpPr>
        <p:spPr>
          <a:xfrm>
            <a:off x="405441" y="1951129"/>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2" name="Rectangle 51">
            <a:extLst>
              <a:ext uri="{FF2B5EF4-FFF2-40B4-BE49-F238E27FC236}">
                <a16:creationId xmlns:a16="http://schemas.microsoft.com/office/drawing/2014/main" id="{6164A230-79F2-3F26-100D-A84FAB2FAA2A}"/>
              </a:ext>
            </a:extLst>
          </p:cNvPr>
          <p:cNvSpPr/>
          <p:nvPr/>
        </p:nvSpPr>
        <p:spPr>
          <a:xfrm>
            <a:off x="405440" y="3034387"/>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3" name="Rectangle 52">
            <a:extLst>
              <a:ext uri="{FF2B5EF4-FFF2-40B4-BE49-F238E27FC236}">
                <a16:creationId xmlns:a16="http://schemas.microsoft.com/office/drawing/2014/main" id="{DE2C1DEC-CA82-9505-1EBB-3B2C68D85B2A}"/>
              </a:ext>
            </a:extLst>
          </p:cNvPr>
          <p:cNvSpPr/>
          <p:nvPr/>
        </p:nvSpPr>
        <p:spPr>
          <a:xfrm>
            <a:off x="405440" y="4117645"/>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4" name="Rectangle 53">
            <a:extLst>
              <a:ext uri="{FF2B5EF4-FFF2-40B4-BE49-F238E27FC236}">
                <a16:creationId xmlns:a16="http://schemas.microsoft.com/office/drawing/2014/main" id="{4A9836BB-FEB0-795E-50D2-30F755C3BE91}"/>
              </a:ext>
            </a:extLst>
          </p:cNvPr>
          <p:cNvSpPr/>
          <p:nvPr/>
        </p:nvSpPr>
        <p:spPr>
          <a:xfrm>
            <a:off x="405439" y="5200903"/>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cxnSp>
        <p:nvCxnSpPr>
          <p:cNvPr id="4" name="Straight Connector 3">
            <a:extLst>
              <a:ext uri="{FF2B5EF4-FFF2-40B4-BE49-F238E27FC236}">
                <a16:creationId xmlns:a16="http://schemas.microsoft.com/office/drawing/2014/main" id="{BC6E62FC-0B87-BD0B-8D91-1CB10F8BBE67}"/>
              </a:ext>
            </a:extLst>
          </p:cNvPr>
          <p:cNvCxnSpPr>
            <a:cxnSpLocks/>
          </p:cNvCxnSpPr>
          <p:nvPr/>
        </p:nvCxnSpPr>
        <p:spPr>
          <a:xfrm flipV="1">
            <a:off x="405439" y="298962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6AD6C94A-124C-1536-5556-776B59AF511A}"/>
              </a:ext>
            </a:extLst>
          </p:cNvPr>
          <p:cNvCxnSpPr>
            <a:cxnSpLocks/>
          </p:cNvCxnSpPr>
          <p:nvPr/>
        </p:nvCxnSpPr>
        <p:spPr>
          <a:xfrm flipV="1">
            <a:off x="405439" y="4071971"/>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3179676-4908-5A7B-5ABC-89EDCC417A32}"/>
              </a:ext>
            </a:extLst>
          </p:cNvPr>
          <p:cNvCxnSpPr>
            <a:cxnSpLocks/>
          </p:cNvCxnSpPr>
          <p:nvPr/>
        </p:nvCxnSpPr>
        <p:spPr>
          <a:xfrm flipV="1">
            <a:off x="405439" y="515431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AC1B2D8-7AC4-EA8E-8165-F8BA2F755949}"/>
              </a:ext>
            </a:extLst>
          </p:cNvPr>
          <p:cNvCxnSpPr>
            <a:cxnSpLocks/>
            <a:stCxn id="78" idx="0"/>
            <a:endCxn id="12" idx="2"/>
          </p:cNvCxnSpPr>
          <p:nvPr/>
        </p:nvCxnSpPr>
        <p:spPr>
          <a:xfrm flipV="1">
            <a:off x="5950322" y="4463939"/>
            <a:ext cx="1223604" cy="22427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62145257-DFEA-A953-9225-2896EA01700E}"/>
              </a:ext>
            </a:extLst>
          </p:cNvPr>
          <p:cNvCxnSpPr>
            <a:cxnSpLocks/>
            <a:stCxn id="79" idx="5"/>
            <a:endCxn id="80" idx="2"/>
          </p:cNvCxnSpPr>
          <p:nvPr/>
        </p:nvCxnSpPr>
        <p:spPr>
          <a:xfrm>
            <a:off x="7290519" y="4471082"/>
            <a:ext cx="1824255" cy="148446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FEAE6F88-0A8A-7458-128F-6F3E2E0D17AE}"/>
              </a:ext>
            </a:extLst>
          </p:cNvPr>
          <p:cNvCxnSpPr>
            <a:cxnSpLocks/>
            <a:stCxn id="80" idx="6"/>
            <a:endCxn id="81" idx="3"/>
          </p:cNvCxnSpPr>
          <p:nvPr/>
        </p:nvCxnSpPr>
        <p:spPr>
          <a:xfrm flipV="1">
            <a:off x="9134978" y="4620287"/>
            <a:ext cx="1824255" cy="133525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E04BF9C4-92CF-CBEF-ABC8-32AEE2623664}"/>
              </a:ext>
            </a:extLst>
          </p:cNvPr>
          <p:cNvGrpSpPr/>
          <p:nvPr/>
        </p:nvGrpSpPr>
        <p:grpSpPr>
          <a:xfrm>
            <a:off x="1243281" y="2193326"/>
            <a:ext cx="218900" cy="218900"/>
            <a:chOff x="1243281" y="2193326"/>
            <a:chExt cx="218900" cy="218900"/>
          </a:xfrm>
        </p:grpSpPr>
        <p:sp>
          <p:nvSpPr>
            <p:cNvPr id="7" name="Oval 6">
              <a:extLst>
                <a:ext uri="{FF2B5EF4-FFF2-40B4-BE49-F238E27FC236}">
                  <a16:creationId xmlns:a16="http://schemas.microsoft.com/office/drawing/2014/main" id="{7703D822-027C-75CA-61DE-1FFCA1E9BAE4}"/>
                </a:ext>
              </a:extLst>
            </p:cNvPr>
            <p:cNvSpPr>
              <a:spLocks noChangeAspect="1"/>
            </p:cNvSpPr>
            <p:nvPr/>
          </p:nvSpPr>
          <p:spPr>
            <a:xfrm>
              <a:off x="1243281" y="2193326"/>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1" name="Oval 60">
              <a:extLst>
                <a:ext uri="{FF2B5EF4-FFF2-40B4-BE49-F238E27FC236}">
                  <a16:creationId xmlns:a16="http://schemas.microsoft.com/office/drawing/2014/main" id="{D96FBA60-4A15-0293-20C1-78514C6D1FD8}"/>
                </a:ext>
              </a:extLst>
            </p:cNvPr>
            <p:cNvSpPr>
              <a:spLocks noChangeAspect="1"/>
            </p:cNvSpPr>
            <p:nvPr/>
          </p:nvSpPr>
          <p:spPr>
            <a:xfrm>
              <a:off x="1342597" y="2292642"/>
              <a:ext cx="20269" cy="2026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66" name="Group 65">
            <a:extLst>
              <a:ext uri="{FF2B5EF4-FFF2-40B4-BE49-F238E27FC236}">
                <a16:creationId xmlns:a16="http://schemas.microsoft.com/office/drawing/2014/main" id="{9ACDA00D-FEA9-F4F1-B308-CB5E95698456}"/>
              </a:ext>
            </a:extLst>
          </p:cNvPr>
          <p:cNvGrpSpPr/>
          <p:nvPr/>
        </p:nvGrpSpPr>
        <p:grpSpPr>
          <a:xfrm>
            <a:off x="2170381" y="2439007"/>
            <a:ext cx="218900" cy="218900"/>
            <a:chOff x="2170381" y="2439007"/>
            <a:chExt cx="218900" cy="218900"/>
          </a:xfrm>
        </p:grpSpPr>
        <p:sp>
          <p:nvSpPr>
            <p:cNvPr id="8" name="Oval 7">
              <a:extLst>
                <a:ext uri="{FF2B5EF4-FFF2-40B4-BE49-F238E27FC236}">
                  <a16:creationId xmlns:a16="http://schemas.microsoft.com/office/drawing/2014/main" id="{8C73B73B-1C20-1F24-1016-062F6019CDFC}"/>
                </a:ext>
              </a:extLst>
            </p:cNvPr>
            <p:cNvSpPr>
              <a:spLocks noChangeAspect="1"/>
            </p:cNvSpPr>
            <p:nvPr/>
          </p:nvSpPr>
          <p:spPr>
            <a:xfrm>
              <a:off x="2170381" y="2439007"/>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3" name="Oval 62">
              <a:extLst>
                <a:ext uri="{FF2B5EF4-FFF2-40B4-BE49-F238E27FC236}">
                  <a16:creationId xmlns:a16="http://schemas.microsoft.com/office/drawing/2014/main" id="{FFEA55C4-5754-DDB2-FAC5-ACD695E415A9}"/>
                </a:ext>
              </a:extLst>
            </p:cNvPr>
            <p:cNvSpPr>
              <a:spLocks noChangeAspect="1"/>
            </p:cNvSpPr>
            <p:nvPr/>
          </p:nvSpPr>
          <p:spPr>
            <a:xfrm>
              <a:off x="2268717" y="2537343"/>
              <a:ext cx="22228" cy="22228"/>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5" name="Group 74">
            <a:extLst>
              <a:ext uri="{FF2B5EF4-FFF2-40B4-BE49-F238E27FC236}">
                <a16:creationId xmlns:a16="http://schemas.microsoft.com/office/drawing/2014/main" id="{8C6B625B-4458-9CB2-CE9C-7278A68CA40D}"/>
              </a:ext>
            </a:extLst>
          </p:cNvPr>
          <p:cNvGrpSpPr/>
          <p:nvPr/>
        </p:nvGrpSpPr>
        <p:grpSpPr>
          <a:xfrm>
            <a:off x="2951803" y="2142114"/>
            <a:ext cx="218900" cy="218900"/>
            <a:chOff x="2951803" y="2142114"/>
            <a:chExt cx="218900" cy="218900"/>
          </a:xfrm>
        </p:grpSpPr>
        <p:sp>
          <p:nvSpPr>
            <p:cNvPr id="9" name="Oval 8">
              <a:extLst>
                <a:ext uri="{FF2B5EF4-FFF2-40B4-BE49-F238E27FC236}">
                  <a16:creationId xmlns:a16="http://schemas.microsoft.com/office/drawing/2014/main" id="{C288A1C1-5F0E-A9FA-DCB2-6CBAD9AD51E7}"/>
                </a:ext>
              </a:extLst>
            </p:cNvPr>
            <p:cNvSpPr>
              <a:spLocks noChangeAspect="1"/>
            </p:cNvSpPr>
            <p:nvPr/>
          </p:nvSpPr>
          <p:spPr>
            <a:xfrm>
              <a:off x="2951803"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9" name="Oval 68">
              <a:extLst>
                <a:ext uri="{FF2B5EF4-FFF2-40B4-BE49-F238E27FC236}">
                  <a16:creationId xmlns:a16="http://schemas.microsoft.com/office/drawing/2014/main" id="{02562F2F-78AB-9B85-FA94-EFBAACC9AE42}"/>
                </a:ext>
              </a:extLst>
            </p:cNvPr>
            <p:cNvSpPr>
              <a:spLocks noChangeAspect="1"/>
            </p:cNvSpPr>
            <p:nvPr/>
          </p:nvSpPr>
          <p:spPr>
            <a:xfrm>
              <a:off x="3051150" y="2241461"/>
              <a:ext cx="20207" cy="2020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6" name="Group 75">
            <a:extLst>
              <a:ext uri="{FF2B5EF4-FFF2-40B4-BE49-F238E27FC236}">
                <a16:creationId xmlns:a16="http://schemas.microsoft.com/office/drawing/2014/main" id="{50B4DB5A-6688-D18E-37F3-0134719EB61F}"/>
              </a:ext>
            </a:extLst>
          </p:cNvPr>
          <p:cNvGrpSpPr/>
          <p:nvPr/>
        </p:nvGrpSpPr>
        <p:grpSpPr>
          <a:xfrm>
            <a:off x="3936692" y="2142114"/>
            <a:ext cx="218900" cy="218900"/>
            <a:chOff x="3936692" y="2142114"/>
            <a:chExt cx="218900" cy="218900"/>
          </a:xfrm>
        </p:grpSpPr>
        <p:sp>
          <p:nvSpPr>
            <p:cNvPr id="41" name="Oval 40">
              <a:extLst>
                <a:ext uri="{FF2B5EF4-FFF2-40B4-BE49-F238E27FC236}">
                  <a16:creationId xmlns:a16="http://schemas.microsoft.com/office/drawing/2014/main" id="{571C772A-B6F8-5C27-DAF6-72EF554D5519}"/>
                </a:ext>
              </a:extLst>
            </p:cNvPr>
            <p:cNvSpPr>
              <a:spLocks noChangeAspect="1"/>
            </p:cNvSpPr>
            <p:nvPr/>
          </p:nvSpPr>
          <p:spPr>
            <a:xfrm>
              <a:off x="3936692"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0" name="Oval 69">
              <a:extLst>
                <a:ext uri="{FF2B5EF4-FFF2-40B4-BE49-F238E27FC236}">
                  <a16:creationId xmlns:a16="http://schemas.microsoft.com/office/drawing/2014/main" id="{ECDC3D65-375C-38A5-D66B-94B30606B620}"/>
                </a:ext>
              </a:extLst>
            </p:cNvPr>
            <p:cNvSpPr>
              <a:spLocks noChangeAspect="1"/>
            </p:cNvSpPr>
            <p:nvPr/>
          </p:nvSpPr>
          <p:spPr>
            <a:xfrm>
              <a:off x="4036040" y="224146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5" name="Group 84">
            <a:extLst>
              <a:ext uri="{FF2B5EF4-FFF2-40B4-BE49-F238E27FC236}">
                <a16:creationId xmlns:a16="http://schemas.microsoft.com/office/drawing/2014/main" id="{E34BBC5B-DC53-D64A-6FFB-D87F823A3982}"/>
              </a:ext>
            </a:extLst>
          </p:cNvPr>
          <p:cNvGrpSpPr/>
          <p:nvPr/>
        </p:nvGrpSpPr>
        <p:grpSpPr>
          <a:xfrm>
            <a:off x="4773881" y="3442078"/>
            <a:ext cx="218900" cy="218900"/>
            <a:chOff x="4773881" y="3442078"/>
            <a:chExt cx="218900" cy="218900"/>
          </a:xfrm>
        </p:grpSpPr>
        <p:sp>
          <p:nvSpPr>
            <p:cNvPr id="10" name="Oval 9">
              <a:extLst>
                <a:ext uri="{FF2B5EF4-FFF2-40B4-BE49-F238E27FC236}">
                  <a16:creationId xmlns:a16="http://schemas.microsoft.com/office/drawing/2014/main" id="{52399894-5C56-FD8C-A701-35F47909C770}"/>
                </a:ext>
              </a:extLst>
            </p:cNvPr>
            <p:cNvSpPr>
              <a:spLocks noChangeAspect="1"/>
            </p:cNvSpPr>
            <p:nvPr/>
          </p:nvSpPr>
          <p:spPr>
            <a:xfrm>
              <a:off x="4773881" y="3442078"/>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7" name="Oval 76">
              <a:extLst>
                <a:ext uri="{FF2B5EF4-FFF2-40B4-BE49-F238E27FC236}">
                  <a16:creationId xmlns:a16="http://schemas.microsoft.com/office/drawing/2014/main" id="{3DFCB896-AD40-E3E0-BEFB-FA9042BEDAAB}"/>
                </a:ext>
              </a:extLst>
            </p:cNvPr>
            <p:cNvSpPr>
              <a:spLocks noChangeAspect="1"/>
            </p:cNvSpPr>
            <p:nvPr/>
          </p:nvSpPr>
          <p:spPr>
            <a:xfrm>
              <a:off x="4873229" y="3541426"/>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7" name="Group 86">
            <a:extLst>
              <a:ext uri="{FF2B5EF4-FFF2-40B4-BE49-F238E27FC236}">
                <a16:creationId xmlns:a16="http://schemas.microsoft.com/office/drawing/2014/main" id="{3023AF70-8BA3-CF63-66F4-B90174A28BB9}"/>
              </a:ext>
            </a:extLst>
          </p:cNvPr>
          <p:cNvGrpSpPr/>
          <p:nvPr/>
        </p:nvGrpSpPr>
        <p:grpSpPr>
          <a:xfrm>
            <a:off x="5840872" y="4588865"/>
            <a:ext cx="218900" cy="218900"/>
            <a:chOff x="5840872" y="4588865"/>
            <a:chExt cx="218900" cy="218900"/>
          </a:xfrm>
        </p:grpSpPr>
        <p:sp>
          <p:nvSpPr>
            <p:cNvPr id="11" name="Oval 10">
              <a:extLst>
                <a:ext uri="{FF2B5EF4-FFF2-40B4-BE49-F238E27FC236}">
                  <a16:creationId xmlns:a16="http://schemas.microsoft.com/office/drawing/2014/main" id="{665901FA-D0C0-5BE5-2662-DE4D43CC5F16}"/>
                </a:ext>
              </a:extLst>
            </p:cNvPr>
            <p:cNvSpPr>
              <a:spLocks noChangeAspect="1"/>
            </p:cNvSpPr>
            <p:nvPr/>
          </p:nvSpPr>
          <p:spPr>
            <a:xfrm>
              <a:off x="5840872" y="4588865"/>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8" name="Oval 77">
              <a:extLst>
                <a:ext uri="{FF2B5EF4-FFF2-40B4-BE49-F238E27FC236}">
                  <a16:creationId xmlns:a16="http://schemas.microsoft.com/office/drawing/2014/main" id="{A1CA50C4-16C7-37CD-0939-CF778D20EBB2}"/>
                </a:ext>
              </a:extLst>
            </p:cNvPr>
            <p:cNvSpPr>
              <a:spLocks noChangeAspect="1"/>
            </p:cNvSpPr>
            <p:nvPr/>
          </p:nvSpPr>
          <p:spPr>
            <a:xfrm>
              <a:off x="5940220" y="4688213"/>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9" name="Group 88">
            <a:extLst>
              <a:ext uri="{FF2B5EF4-FFF2-40B4-BE49-F238E27FC236}">
                <a16:creationId xmlns:a16="http://schemas.microsoft.com/office/drawing/2014/main" id="{20DD10F6-AB4A-B81B-C8DB-98B7F4503080}"/>
              </a:ext>
            </a:extLst>
          </p:cNvPr>
          <p:cNvGrpSpPr/>
          <p:nvPr/>
        </p:nvGrpSpPr>
        <p:grpSpPr>
          <a:xfrm>
            <a:off x="7173926" y="4354489"/>
            <a:ext cx="218900" cy="218900"/>
            <a:chOff x="7173926" y="4354489"/>
            <a:chExt cx="218900" cy="218900"/>
          </a:xfrm>
        </p:grpSpPr>
        <p:sp>
          <p:nvSpPr>
            <p:cNvPr id="12" name="Oval 11">
              <a:extLst>
                <a:ext uri="{FF2B5EF4-FFF2-40B4-BE49-F238E27FC236}">
                  <a16:creationId xmlns:a16="http://schemas.microsoft.com/office/drawing/2014/main" id="{FFC90639-AA11-C28C-8B32-FE1918A3657B}"/>
                </a:ext>
              </a:extLst>
            </p:cNvPr>
            <p:cNvSpPr>
              <a:spLocks noChangeAspect="1"/>
            </p:cNvSpPr>
            <p:nvPr/>
          </p:nvSpPr>
          <p:spPr>
            <a:xfrm>
              <a:off x="7173926" y="4354489"/>
              <a:ext cx="218900" cy="2189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9" name="Oval 78">
              <a:extLst>
                <a:ext uri="{FF2B5EF4-FFF2-40B4-BE49-F238E27FC236}">
                  <a16:creationId xmlns:a16="http://schemas.microsoft.com/office/drawing/2014/main" id="{06ACB193-EA75-E0D9-0A4E-C067A350718F}"/>
                </a:ext>
              </a:extLst>
            </p:cNvPr>
            <p:cNvSpPr>
              <a:spLocks noChangeAspect="1"/>
            </p:cNvSpPr>
            <p:nvPr/>
          </p:nvSpPr>
          <p:spPr>
            <a:xfrm>
              <a:off x="7273274" y="4453837"/>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0" name="Group 89">
            <a:extLst>
              <a:ext uri="{FF2B5EF4-FFF2-40B4-BE49-F238E27FC236}">
                <a16:creationId xmlns:a16="http://schemas.microsoft.com/office/drawing/2014/main" id="{62B3A8EE-E9E2-0297-D7BF-6455F236D940}"/>
              </a:ext>
            </a:extLst>
          </p:cNvPr>
          <p:cNvGrpSpPr/>
          <p:nvPr/>
        </p:nvGrpSpPr>
        <p:grpSpPr>
          <a:xfrm>
            <a:off x="9015426" y="5846092"/>
            <a:ext cx="218900" cy="218900"/>
            <a:chOff x="9015426" y="5846092"/>
            <a:chExt cx="218900" cy="218900"/>
          </a:xfrm>
        </p:grpSpPr>
        <p:sp>
          <p:nvSpPr>
            <p:cNvPr id="13" name="Oval 12">
              <a:extLst>
                <a:ext uri="{FF2B5EF4-FFF2-40B4-BE49-F238E27FC236}">
                  <a16:creationId xmlns:a16="http://schemas.microsoft.com/office/drawing/2014/main" id="{0CBC39DC-54DE-7C4E-5467-280071C28430}"/>
                </a:ext>
              </a:extLst>
            </p:cNvPr>
            <p:cNvSpPr>
              <a:spLocks noChangeAspect="1"/>
            </p:cNvSpPr>
            <p:nvPr/>
          </p:nvSpPr>
          <p:spPr>
            <a:xfrm>
              <a:off x="9015426" y="5846092"/>
              <a:ext cx="218900" cy="2189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80" name="Oval 79">
              <a:extLst>
                <a:ext uri="{FF2B5EF4-FFF2-40B4-BE49-F238E27FC236}">
                  <a16:creationId xmlns:a16="http://schemas.microsoft.com/office/drawing/2014/main" id="{18893F6B-0DCF-64EB-21BB-2EB87B819374}"/>
                </a:ext>
              </a:extLst>
            </p:cNvPr>
            <p:cNvSpPr>
              <a:spLocks noChangeAspect="1"/>
            </p:cNvSpPr>
            <p:nvPr/>
          </p:nvSpPr>
          <p:spPr>
            <a:xfrm>
              <a:off x="9114774" y="5945440"/>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1" name="Group 90">
            <a:extLst>
              <a:ext uri="{FF2B5EF4-FFF2-40B4-BE49-F238E27FC236}">
                <a16:creationId xmlns:a16="http://schemas.microsoft.com/office/drawing/2014/main" id="{BFB37BBF-3640-4DA0-D5DE-1616554A270C}"/>
              </a:ext>
            </a:extLst>
          </p:cNvPr>
          <p:cNvGrpSpPr/>
          <p:nvPr/>
        </p:nvGrpSpPr>
        <p:grpSpPr>
          <a:xfrm>
            <a:off x="10856926" y="4503694"/>
            <a:ext cx="218900" cy="218900"/>
            <a:chOff x="10856926" y="4503694"/>
            <a:chExt cx="218900" cy="218900"/>
          </a:xfrm>
        </p:grpSpPr>
        <p:sp>
          <p:nvSpPr>
            <p:cNvPr id="14" name="Oval 13">
              <a:extLst>
                <a:ext uri="{FF2B5EF4-FFF2-40B4-BE49-F238E27FC236}">
                  <a16:creationId xmlns:a16="http://schemas.microsoft.com/office/drawing/2014/main" id="{49D38D0C-93B2-A167-F414-69EA2045BF9A}"/>
                </a:ext>
              </a:extLst>
            </p:cNvPr>
            <p:cNvSpPr>
              <a:spLocks noChangeAspect="1"/>
            </p:cNvSpPr>
            <p:nvPr/>
          </p:nvSpPr>
          <p:spPr>
            <a:xfrm>
              <a:off x="10856926" y="4503694"/>
              <a:ext cx="218900" cy="2189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81" name="Oval 80">
              <a:extLst>
                <a:ext uri="{FF2B5EF4-FFF2-40B4-BE49-F238E27FC236}">
                  <a16:creationId xmlns:a16="http://schemas.microsoft.com/office/drawing/2014/main" id="{71D5F086-181E-7D05-DBFB-8854925B0E1D}"/>
                </a:ext>
              </a:extLst>
            </p:cNvPr>
            <p:cNvSpPr>
              <a:spLocks noChangeAspect="1"/>
            </p:cNvSpPr>
            <p:nvPr/>
          </p:nvSpPr>
          <p:spPr>
            <a:xfrm>
              <a:off x="10956274" y="460304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spTree>
    <p:extLst>
      <p:ext uri="{BB962C8B-B14F-4D97-AF65-F5344CB8AC3E}">
        <p14:creationId xmlns:p14="http://schemas.microsoft.com/office/powerpoint/2010/main" val="2510767417"/>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a:lstStyle/>
          <a:p>
            <a:r>
              <a:rPr lang="en-US" dirty="0"/>
              <a:t>Customer journey 11</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38200" y="1663587"/>
            <a:ext cx="2160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6" name="Arrow: Chevron 55">
            <a:extLst>
              <a:ext uri="{FF2B5EF4-FFF2-40B4-BE49-F238E27FC236}">
                <a16:creationId xmlns:a16="http://schemas.microsoft.com/office/drawing/2014/main" id="{8BA52F5B-AD57-ECA1-E65F-727B40A5875E}"/>
              </a:ext>
            </a:extLst>
          </p:cNvPr>
          <p:cNvSpPr/>
          <p:nvPr/>
        </p:nvSpPr>
        <p:spPr>
          <a:xfrm>
            <a:off x="2927100" y="1663587"/>
            <a:ext cx="2160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7" name="Arrow: Chevron 56">
            <a:extLst>
              <a:ext uri="{FF2B5EF4-FFF2-40B4-BE49-F238E27FC236}">
                <a16:creationId xmlns:a16="http://schemas.microsoft.com/office/drawing/2014/main" id="{6672B1F5-FCF1-8570-3A61-9B47B81722B7}"/>
              </a:ext>
            </a:extLst>
          </p:cNvPr>
          <p:cNvSpPr/>
          <p:nvPr/>
        </p:nvSpPr>
        <p:spPr>
          <a:xfrm>
            <a:off x="5016000" y="1663587"/>
            <a:ext cx="2160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8" name="Arrow: Chevron 57">
            <a:extLst>
              <a:ext uri="{FF2B5EF4-FFF2-40B4-BE49-F238E27FC236}">
                <a16:creationId xmlns:a16="http://schemas.microsoft.com/office/drawing/2014/main" id="{E36DC4F0-782D-260F-6C93-98E07421EF44}"/>
              </a:ext>
            </a:extLst>
          </p:cNvPr>
          <p:cNvSpPr/>
          <p:nvPr/>
        </p:nvSpPr>
        <p:spPr>
          <a:xfrm>
            <a:off x="7104900" y="1663587"/>
            <a:ext cx="2160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9" name="Arrow: Chevron 58">
            <a:extLst>
              <a:ext uri="{FF2B5EF4-FFF2-40B4-BE49-F238E27FC236}">
                <a16:creationId xmlns:a16="http://schemas.microsoft.com/office/drawing/2014/main" id="{8B9D3DC9-1D84-DA9A-336F-0BCF508F8BEC}"/>
              </a:ext>
            </a:extLst>
          </p:cNvPr>
          <p:cNvSpPr/>
          <p:nvPr/>
        </p:nvSpPr>
        <p:spPr>
          <a:xfrm>
            <a:off x="9193800" y="1663587"/>
            <a:ext cx="2160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61277" y="4355822"/>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9165"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947227" y="4396799"/>
            <a:ext cx="223077" cy="217575"/>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3170303" y="4319669"/>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947227" y="3334357"/>
            <a:ext cx="223077" cy="217575"/>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3168191"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5056253" y="4396799"/>
            <a:ext cx="223077" cy="217575"/>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5279330" y="4283515"/>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5056253" y="3334357"/>
            <a:ext cx="223077" cy="217575"/>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5277218"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7165280" y="4396799"/>
            <a:ext cx="223077" cy="217575"/>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7388357" y="4247362"/>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7165280" y="3334357"/>
            <a:ext cx="223077" cy="217575"/>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7386245"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9274307" y="4396799"/>
            <a:ext cx="223077" cy="217575"/>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9497383" y="4211208"/>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9274307" y="3334357"/>
            <a:ext cx="223077" cy="217575"/>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9495271"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850603"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6134612"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10352666"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4025586"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8243639"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38200" y="4396799"/>
            <a:ext cx="223077" cy="217575"/>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16200000" flipH="1">
            <a:off x="2004427"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44644F0D-5F9E-9583-67BA-2E0ED09B1E94}"/>
              </a:ext>
            </a:extLst>
          </p:cNvPr>
          <p:cNvCxnSpPr>
            <a:cxnSpLocks/>
            <a:endCxn id="27" idx="4"/>
          </p:cNvCxnSpPr>
          <p:nvPr/>
        </p:nvCxnSpPr>
        <p:spPr>
          <a:xfrm>
            <a:off x="949738" y="2250555"/>
            <a:ext cx="0" cy="212731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a:off x="305876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16200000" flipV="1">
            <a:off x="4113454"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a:off x="5167792"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5400000">
            <a:off x="6222481"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5400000" flipH="1" flipV="1">
            <a:off x="8331507"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a:off x="7276818"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a:off x="938584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1" name="Isosceles Triangle 10">
            <a:extLst>
              <a:ext uri="{FF2B5EF4-FFF2-40B4-BE49-F238E27FC236}">
                <a16:creationId xmlns:a16="http://schemas.microsoft.com/office/drawing/2014/main" id="{B0078ED2-B79B-BC82-E88B-CEA7854C2E05}"/>
              </a:ext>
            </a:extLst>
          </p:cNvPr>
          <p:cNvSpPr>
            <a:spLocks noChangeAspect="1"/>
          </p:cNvSpPr>
          <p:nvPr/>
        </p:nvSpPr>
        <p:spPr>
          <a:xfrm rot="10800000">
            <a:off x="852530" y="2236754"/>
            <a:ext cx="194417" cy="163467"/>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Arc 17">
            <a:extLst>
              <a:ext uri="{FF2B5EF4-FFF2-40B4-BE49-F238E27FC236}">
                <a16:creationId xmlns:a16="http://schemas.microsoft.com/office/drawing/2014/main" id="{7C6815F4-37F3-6BE2-9586-0A8B00E3FE6B}"/>
              </a:ext>
            </a:extLst>
          </p:cNvPr>
          <p:cNvSpPr>
            <a:spLocks/>
          </p:cNvSpPr>
          <p:nvPr/>
        </p:nvSpPr>
        <p:spPr>
          <a:xfrm rot="10800000">
            <a:off x="9392961" y="3775103"/>
            <a:ext cx="1960839" cy="1733438"/>
          </a:xfrm>
          <a:prstGeom prst="arc">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38200" y="3334357"/>
            <a:ext cx="223077" cy="217575"/>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580136044"/>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5400000" flipH="1" flipV="1">
            <a:off x="18931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a:lstStyle/>
          <a:p>
            <a:r>
              <a:rPr lang="en-US" dirty="0"/>
              <a:t>Customer journey 12</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04876" y="1663587"/>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6" name="Arrow: Chevron 55">
            <a:extLst>
              <a:ext uri="{FF2B5EF4-FFF2-40B4-BE49-F238E27FC236}">
                <a16:creationId xmlns:a16="http://schemas.microsoft.com/office/drawing/2014/main" id="{8BA52F5B-AD57-ECA1-E65F-727B40A5875E}"/>
              </a:ext>
            </a:extLst>
          </p:cNvPr>
          <p:cNvSpPr/>
          <p:nvPr/>
        </p:nvSpPr>
        <p:spPr>
          <a:xfrm>
            <a:off x="2646376" y="1663587"/>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7" name="Arrow: Chevron 56">
            <a:extLst>
              <a:ext uri="{FF2B5EF4-FFF2-40B4-BE49-F238E27FC236}">
                <a16:creationId xmlns:a16="http://schemas.microsoft.com/office/drawing/2014/main" id="{6672B1F5-FCF1-8570-3A61-9B47B81722B7}"/>
              </a:ext>
            </a:extLst>
          </p:cNvPr>
          <p:cNvSpPr/>
          <p:nvPr/>
        </p:nvSpPr>
        <p:spPr>
          <a:xfrm>
            <a:off x="4487876" y="1663587"/>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8" name="Arrow: Chevron 57">
            <a:extLst>
              <a:ext uri="{FF2B5EF4-FFF2-40B4-BE49-F238E27FC236}">
                <a16:creationId xmlns:a16="http://schemas.microsoft.com/office/drawing/2014/main" id="{E36DC4F0-782D-260F-6C93-98E07421EF44}"/>
              </a:ext>
            </a:extLst>
          </p:cNvPr>
          <p:cNvSpPr/>
          <p:nvPr/>
        </p:nvSpPr>
        <p:spPr>
          <a:xfrm>
            <a:off x="6329376" y="1663587"/>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9" name="Arrow: Chevron 58">
            <a:extLst>
              <a:ext uri="{FF2B5EF4-FFF2-40B4-BE49-F238E27FC236}">
                <a16:creationId xmlns:a16="http://schemas.microsoft.com/office/drawing/2014/main" id="{8B9D3DC9-1D84-DA9A-336F-0BCF508F8BEC}"/>
              </a:ext>
            </a:extLst>
          </p:cNvPr>
          <p:cNvSpPr/>
          <p:nvPr/>
        </p:nvSpPr>
        <p:spPr>
          <a:xfrm>
            <a:off x="8170876" y="1663587"/>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0" name="Arrow: Chevron 59">
            <a:extLst>
              <a:ext uri="{FF2B5EF4-FFF2-40B4-BE49-F238E27FC236}">
                <a16:creationId xmlns:a16="http://schemas.microsoft.com/office/drawing/2014/main" id="{D1D72769-55FF-3B89-154F-1ADF6CAAEEDA}"/>
              </a:ext>
            </a:extLst>
          </p:cNvPr>
          <p:cNvSpPr/>
          <p:nvPr/>
        </p:nvSpPr>
        <p:spPr>
          <a:xfrm>
            <a:off x="10012376" y="1663587"/>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51980" y="4174915"/>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00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734380" y="4212393"/>
            <a:ext cx="199000" cy="199000"/>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2933380" y="4141848"/>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734380" y="3240653"/>
            <a:ext cx="199000" cy="199000"/>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29314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4615780" y="4212393"/>
            <a:ext cx="199000" cy="199000"/>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4814780" y="4108781"/>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4615780" y="3240653"/>
            <a:ext cx="199000" cy="199000"/>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48128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6497180" y="4212393"/>
            <a:ext cx="199000" cy="199000"/>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6696180" y="40757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6497180" y="3240653"/>
            <a:ext cx="199000" cy="199000"/>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66942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8378580" y="4212393"/>
            <a:ext cx="199000" cy="199000"/>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8577580" y="4042647"/>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8378580" y="3240653"/>
            <a:ext cx="199000" cy="199000"/>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85756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32" name="Group 131">
            <a:extLst>
              <a:ext uri="{FF2B5EF4-FFF2-40B4-BE49-F238E27FC236}">
                <a16:creationId xmlns:a16="http://schemas.microsoft.com/office/drawing/2014/main" id="{88201C2C-1E9F-0A41-6521-06DFE4341510}"/>
              </a:ext>
            </a:extLst>
          </p:cNvPr>
          <p:cNvGrpSpPr>
            <a:grpSpLocks noChangeAspect="1"/>
          </p:cNvGrpSpPr>
          <p:nvPr/>
        </p:nvGrpSpPr>
        <p:grpSpPr>
          <a:xfrm>
            <a:off x="10259980" y="4212393"/>
            <a:ext cx="199000" cy="199000"/>
            <a:chOff x="528316" y="3773569"/>
            <a:chExt cx="199000" cy="199000"/>
          </a:xfrm>
        </p:grpSpPr>
        <p:sp>
          <p:nvSpPr>
            <p:cNvPr id="133" name="Oval 132">
              <a:extLst>
                <a:ext uri="{FF2B5EF4-FFF2-40B4-BE49-F238E27FC236}">
                  <a16:creationId xmlns:a16="http://schemas.microsoft.com/office/drawing/2014/main" id="{1908C523-F95D-8C2C-D53D-857520FF90A6}"/>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4" name="Oval 133">
              <a:extLst>
                <a:ext uri="{FF2B5EF4-FFF2-40B4-BE49-F238E27FC236}">
                  <a16:creationId xmlns:a16="http://schemas.microsoft.com/office/drawing/2014/main" id="{E7C0BA11-F4CF-8300-655B-4FB3B7E4477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850FB251-EBA8-DBA8-9D0C-39554D104494}"/>
              </a:ext>
            </a:extLst>
          </p:cNvPr>
          <p:cNvSpPr txBox="1"/>
          <p:nvPr/>
        </p:nvSpPr>
        <p:spPr>
          <a:xfrm>
            <a:off x="10458980" y="4009580"/>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9" name="Group 128">
            <a:extLst>
              <a:ext uri="{FF2B5EF4-FFF2-40B4-BE49-F238E27FC236}">
                <a16:creationId xmlns:a16="http://schemas.microsoft.com/office/drawing/2014/main" id="{40495A93-4B83-9E31-59AB-A1127C4BC447}"/>
              </a:ext>
            </a:extLst>
          </p:cNvPr>
          <p:cNvGrpSpPr>
            <a:grpSpLocks noChangeAspect="1"/>
          </p:cNvGrpSpPr>
          <p:nvPr/>
        </p:nvGrpSpPr>
        <p:grpSpPr>
          <a:xfrm>
            <a:off x="10259980" y="3240653"/>
            <a:ext cx="199000" cy="199000"/>
            <a:chOff x="528316" y="3773569"/>
            <a:chExt cx="199000" cy="199000"/>
          </a:xfrm>
        </p:grpSpPr>
        <p:sp>
          <p:nvSpPr>
            <p:cNvPr id="130" name="Oval 129">
              <a:extLst>
                <a:ext uri="{FF2B5EF4-FFF2-40B4-BE49-F238E27FC236}">
                  <a16:creationId xmlns:a16="http://schemas.microsoft.com/office/drawing/2014/main" id="{3A8EBA85-0C68-9AF6-530B-7C97B83BE243}"/>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Oval 130">
              <a:extLst>
                <a:ext uri="{FF2B5EF4-FFF2-40B4-BE49-F238E27FC236}">
                  <a16:creationId xmlns:a16="http://schemas.microsoft.com/office/drawing/2014/main" id="{9A3B4983-6B4D-0506-F6B8-AEBE73CF5CD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02" name="TextBox 101">
            <a:extLst>
              <a:ext uri="{FF2B5EF4-FFF2-40B4-BE49-F238E27FC236}">
                <a16:creationId xmlns:a16="http://schemas.microsoft.com/office/drawing/2014/main" id="{F22D17F2-D2C1-8D60-01BC-8A14BF2A0B65}"/>
              </a:ext>
            </a:extLst>
          </p:cNvPr>
          <p:cNvSpPr txBox="1"/>
          <p:nvPr/>
        </p:nvSpPr>
        <p:spPr>
          <a:xfrm>
            <a:off x="104570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103" name="Isosceles Triangle 102">
            <a:extLst>
              <a:ext uri="{FF2B5EF4-FFF2-40B4-BE49-F238E27FC236}">
                <a16:creationId xmlns:a16="http://schemas.microsoft.com/office/drawing/2014/main" id="{B0078ED2-B79B-BC82-E88B-CEA7854C2E05}"/>
              </a:ext>
            </a:extLst>
          </p:cNvPr>
          <p:cNvSpPr>
            <a:spLocks noChangeAspect="1"/>
          </p:cNvSpPr>
          <p:nvPr/>
        </p:nvSpPr>
        <p:spPr>
          <a:xfrm>
            <a:off x="865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753976"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55756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93384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36942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74570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6" name="Straight Connector 15">
            <a:extLst>
              <a:ext uri="{FF2B5EF4-FFF2-40B4-BE49-F238E27FC236}">
                <a16:creationId xmlns:a16="http://schemas.microsoft.com/office/drawing/2014/main" id="{44644F0D-5F9E-9583-67BA-2E0ED09B1E94}"/>
              </a:ext>
            </a:extLst>
          </p:cNvPr>
          <p:cNvCxnSpPr>
            <a:cxnSpLocks/>
            <a:stCxn id="103" idx="0"/>
            <a:endCxn id="27" idx="4"/>
          </p:cNvCxnSpPr>
          <p:nvPr/>
        </p:nvCxnSpPr>
        <p:spPr>
          <a:xfrm flipV="1">
            <a:off x="952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52980" y="4212393"/>
            <a:ext cx="199000" cy="199000"/>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52980" y="3240653"/>
            <a:ext cx="199000" cy="199000"/>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flipV="1">
            <a:off x="28338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5400000">
            <a:off x="37745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flipV="1">
            <a:off x="47152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16200000" flipV="1">
            <a:off x="56559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16200000" flipH="1">
            <a:off x="75373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2" name="Connector: Curved 141">
            <a:extLst>
              <a:ext uri="{FF2B5EF4-FFF2-40B4-BE49-F238E27FC236}">
                <a16:creationId xmlns:a16="http://schemas.microsoft.com/office/drawing/2014/main" id="{533F21BF-7C19-59BB-7352-AA166A5A8608}"/>
              </a:ext>
            </a:extLst>
          </p:cNvPr>
          <p:cNvCxnSpPr>
            <a:cxnSpLocks/>
          </p:cNvCxnSpPr>
          <p:nvPr/>
        </p:nvCxnSpPr>
        <p:spPr>
          <a:xfrm rot="5400000" flipH="1" flipV="1">
            <a:off x="94187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flipV="1">
            <a:off x="65966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flipV="1">
            <a:off x="84780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E6B5492C-FCDE-4022-EA16-B6C03956E66D}"/>
              </a:ext>
            </a:extLst>
          </p:cNvPr>
          <p:cNvCxnSpPr>
            <a:cxnSpLocks/>
            <a:stCxn id="155" idx="3"/>
            <a:endCxn id="130" idx="4"/>
          </p:cNvCxnSpPr>
          <p:nvPr/>
        </p:nvCxnSpPr>
        <p:spPr>
          <a:xfrm flipV="1">
            <a:off x="10359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55" name="Isosceles Triangle 154">
            <a:extLst>
              <a:ext uri="{FF2B5EF4-FFF2-40B4-BE49-F238E27FC236}">
                <a16:creationId xmlns:a16="http://schemas.microsoft.com/office/drawing/2014/main" id="{98E07D13-B919-99F7-91A1-FA8C1BC11BE7}"/>
              </a:ext>
            </a:extLst>
          </p:cNvPr>
          <p:cNvSpPr>
            <a:spLocks noChangeAspect="1"/>
          </p:cNvSpPr>
          <p:nvPr/>
        </p:nvSpPr>
        <p:spPr>
          <a:xfrm rot="10800000">
            <a:off x="10272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6417166"/>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4837EB-8D39-9865-F852-FE13B648A997}"/>
              </a:ext>
            </a:extLst>
          </p:cNvPr>
          <p:cNvSpPr>
            <a:spLocks noGrp="1"/>
          </p:cNvSpPr>
          <p:nvPr>
            <p:ph type="title"/>
          </p:nvPr>
        </p:nvSpPr>
        <p:spPr>
          <a:xfrm>
            <a:off x="214184" y="13663"/>
            <a:ext cx="9728886" cy="678316"/>
          </a:xfrm>
        </p:spPr>
        <p:txBody>
          <a:bodyPr/>
          <a:lstStyle/>
          <a:p>
            <a:r>
              <a:rPr lang="en-US" dirty="0"/>
              <a:t>Customer journey 14</a:t>
            </a:r>
          </a:p>
        </p:txBody>
      </p:sp>
      <p:cxnSp>
        <p:nvCxnSpPr>
          <p:cNvPr id="3" name="Connecteur droit 39">
            <a:extLst>
              <a:ext uri="{FF2B5EF4-FFF2-40B4-BE49-F238E27FC236}">
                <a16:creationId xmlns:a16="http://schemas.microsoft.com/office/drawing/2014/main" id="{4EC97ABB-670F-DBA9-CE36-83DD6BBB5E43}"/>
              </a:ext>
            </a:extLst>
          </p:cNvPr>
          <p:cNvCxnSpPr>
            <a:cxnSpLocks/>
          </p:cNvCxnSpPr>
          <p:nvPr/>
        </p:nvCxnSpPr>
        <p:spPr>
          <a:xfrm>
            <a:off x="4973533" y="2670955"/>
            <a:ext cx="0" cy="1620000"/>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 name="TextBox 82">
            <a:extLst>
              <a:ext uri="{FF2B5EF4-FFF2-40B4-BE49-F238E27FC236}">
                <a16:creationId xmlns:a16="http://schemas.microsoft.com/office/drawing/2014/main" id="{9AEBE0A8-BDDE-00F5-52E1-9F4055D4603B}"/>
              </a:ext>
            </a:extLst>
          </p:cNvPr>
          <p:cNvSpPr txBox="1"/>
          <p:nvPr/>
        </p:nvSpPr>
        <p:spPr>
          <a:xfrm>
            <a:off x="926577"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5" name="Isosceles Triangle 3">
            <a:extLst>
              <a:ext uri="{FF2B5EF4-FFF2-40B4-BE49-F238E27FC236}">
                <a16:creationId xmlns:a16="http://schemas.microsoft.com/office/drawing/2014/main" id="{ACBE0969-D301-788C-79EA-2616FF7A9B91}"/>
              </a:ext>
            </a:extLst>
          </p:cNvPr>
          <p:cNvSpPr/>
          <p:nvPr/>
        </p:nvSpPr>
        <p:spPr>
          <a:xfrm>
            <a:off x="4689108" y="4274329"/>
            <a:ext cx="568850" cy="39090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Arc 5">
            <a:extLst>
              <a:ext uri="{FF2B5EF4-FFF2-40B4-BE49-F238E27FC236}">
                <a16:creationId xmlns:a16="http://schemas.microsoft.com/office/drawing/2014/main" id="{B19FBCBA-91FD-5AFF-E4D5-E146098D61CC}"/>
              </a:ext>
            </a:extLst>
          </p:cNvPr>
          <p:cNvSpPr/>
          <p:nvPr/>
        </p:nvSpPr>
        <p:spPr>
          <a:xfrm flipV="1">
            <a:off x="2945268" y="3453161"/>
            <a:ext cx="2033239" cy="2033239"/>
          </a:xfrm>
          <a:prstGeom prst="arc">
            <a:avLst>
              <a:gd name="adj1" fmla="val 10949642"/>
              <a:gd name="adj2" fmla="val 21428169"/>
            </a:avLst>
          </a:prstGeom>
          <a:ln w="155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7" name="Connecteur droit 45">
            <a:extLst>
              <a:ext uri="{FF2B5EF4-FFF2-40B4-BE49-F238E27FC236}">
                <a16:creationId xmlns:a16="http://schemas.microsoft.com/office/drawing/2014/main" id="{868A8E4D-BE1A-ECF5-19DD-2BA65A4FA4EC}"/>
              </a:ext>
            </a:extLst>
          </p:cNvPr>
          <p:cNvCxnSpPr>
            <a:cxnSpLocks/>
          </p:cNvCxnSpPr>
          <p:nvPr/>
        </p:nvCxnSpPr>
        <p:spPr>
          <a:xfrm>
            <a:off x="8993746"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 name="Connecteur droit 44">
            <a:extLst>
              <a:ext uri="{FF2B5EF4-FFF2-40B4-BE49-F238E27FC236}">
                <a16:creationId xmlns:a16="http://schemas.microsoft.com/office/drawing/2014/main" id="{14B72FA1-23B9-CB28-238A-81B4EA0E4354}"/>
              </a:ext>
            </a:extLst>
          </p:cNvPr>
          <p:cNvCxnSpPr>
            <a:cxnSpLocks/>
          </p:cNvCxnSpPr>
          <p:nvPr/>
        </p:nvCxnSpPr>
        <p:spPr>
          <a:xfrm>
            <a:off x="6974301"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9" name="Connecteur droit 33">
            <a:extLst>
              <a:ext uri="{FF2B5EF4-FFF2-40B4-BE49-F238E27FC236}">
                <a16:creationId xmlns:a16="http://schemas.microsoft.com/office/drawing/2014/main" id="{009BEB83-8417-00B6-1492-4A3B73D89BC9}"/>
              </a:ext>
            </a:extLst>
          </p:cNvPr>
          <p:cNvCxnSpPr>
            <a:cxnSpLocks/>
            <a:stCxn id="11" idx="0"/>
          </p:cNvCxnSpPr>
          <p:nvPr/>
        </p:nvCxnSpPr>
        <p:spPr>
          <a:xfrm>
            <a:off x="2940295" y="3062258"/>
            <a:ext cx="0" cy="1484688"/>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10" name="Groupe 24">
            <a:extLst>
              <a:ext uri="{FF2B5EF4-FFF2-40B4-BE49-F238E27FC236}">
                <a16:creationId xmlns:a16="http://schemas.microsoft.com/office/drawing/2014/main" id="{E53B10E2-0F17-0F72-262B-06A64C7A765A}"/>
              </a:ext>
            </a:extLst>
          </p:cNvPr>
          <p:cNvGrpSpPr/>
          <p:nvPr/>
        </p:nvGrpSpPr>
        <p:grpSpPr>
          <a:xfrm>
            <a:off x="912029" y="1850188"/>
            <a:ext cx="2312690" cy="2033239"/>
            <a:chOff x="704120" y="3428360"/>
            <a:chExt cx="1703698" cy="1497834"/>
          </a:xfrm>
        </p:grpSpPr>
        <p:sp>
          <p:nvSpPr>
            <p:cNvPr id="11" name="Isosceles Triangle 3">
              <a:extLst>
                <a:ext uri="{FF2B5EF4-FFF2-40B4-BE49-F238E27FC236}">
                  <a16:creationId xmlns:a16="http://schemas.microsoft.com/office/drawing/2014/main" id="{26160FC4-CAF1-C813-6F7B-1FD7C849B7DD}"/>
                </a:ext>
              </a:extLst>
            </p:cNvPr>
            <p:cNvSpPr/>
            <p:nvPr/>
          </p:nvSpPr>
          <p:spPr>
            <a:xfrm flipV="1">
              <a:off x="1988761" y="4033293"/>
              <a:ext cx="419057" cy="287968"/>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Arc 11">
              <a:extLst>
                <a:ext uri="{FF2B5EF4-FFF2-40B4-BE49-F238E27FC236}">
                  <a16:creationId xmlns:a16="http://schemas.microsoft.com/office/drawing/2014/main" id="{AD28908E-58BE-4267-C2FF-AAEE5ABCDAEA}"/>
                </a:ext>
              </a:extLst>
            </p:cNvPr>
            <p:cNvSpPr/>
            <p:nvPr/>
          </p:nvSpPr>
          <p:spPr>
            <a:xfrm>
              <a:off x="704120" y="3428360"/>
              <a:ext cx="1497834" cy="1497834"/>
            </a:xfrm>
            <a:prstGeom prst="arc">
              <a:avLst>
                <a:gd name="adj1" fmla="val 10949642"/>
                <a:gd name="adj2" fmla="val 21428169"/>
              </a:avLst>
            </a:prstGeom>
            <a:ln w="155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 name="Groupe 25">
            <a:extLst>
              <a:ext uri="{FF2B5EF4-FFF2-40B4-BE49-F238E27FC236}">
                <a16:creationId xmlns:a16="http://schemas.microsoft.com/office/drawing/2014/main" id="{546B2B36-9149-6412-1E0C-E9937D750FE0}"/>
              </a:ext>
            </a:extLst>
          </p:cNvPr>
          <p:cNvGrpSpPr/>
          <p:nvPr/>
        </p:nvGrpSpPr>
        <p:grpSpPr>
          <a:xfrm>
            <a:off x="4946037" y="1850188"/>
            <a:ext cx="2312690" cy="2033239"/>
            <a:chOff x="704120" y="3428360"/>
            <a:chExt cx="1703698" cy="1497834"/>
          </a:xfrm>
        </p:grpSpPr>
        <p:sp>
          <p:nvSpPr>
            <p:cNvPr id="14" name="Isosceles Triangle 3">
              <a:extLst>
                <a:ext uri="{FF2B5EF4-FFF2-40B4-BE49-F238E27FC236}">
                  <a16:creationId xmlns:a16="http://schemas.microsoft.com/office/drawing/2014/main" id="{5776BF22-251F-1E08-D22A-073DE23BB43B}"/>
                </a:ext>
              </a:extLst>
            </p:cNvPr>
            <p:cNvSpPr/>
            <p:nvPr/>
          </p:nvSpPr>
          <p:spPr>
            <a:xfrm flipV="1">
              <a:off x="1988761" y="4033293"/>
              <a:ext cx="419057" cy="28796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Arc 14">
              <a:extLst>
                <a:ext uri="{FF2B5EF4-FFF2-40B4-BE49-F238E27FC236}">
                  <a16:creationId xmlns:a16="http://schemas.microsoft.com/office/drawing/2014/main" id="{64A10E02-9083-51DA-B646-00E4D8F30FAD}"/>
                </a:ext>
              </a:extLst>
            </p:cNvPr>
            <p:cNvSpPr/>
            <p:nvPr/>
          </p:nvSpPr>
          <p:spPr>
            <a:xfrm>
              <a:off x="704120" y="3428360"/>
              <a:ext cx="1497834" cy="1497834"/>
            </a:xfrm>
            <a:prstGeom prst="arc">
              <a:avLst>
                <a:gd name="adj1" fmla="val 10949642"/>
                <a:gd name="adj2" fmla="val 21428169"/>
              </a:avLst>
            </a:prstGeom>
            <a:ln w="155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6" name="Groupe 28">
            <a:extLst>
              <a:ext uri="{FF2B5EF4-FFF2-40B4-BE49-F238E27FC236}">
                <a16:creationId xmlns:a16="http://schemas.microsoft.com/office/drawing/2014/main" id="{AC860875-50AF-4E1E-1FD9-73F75A78E323}"/>
              </a:ext>
            </a:extLst>
          </p:cNvPr>
          <p:cNvGrpSpPr/>
          <p:nvPr/>
        </p:nvGrpSpPr>
        <p:grpSpPr>
          <a:xfrm>
            <a:off x="8967282" y="1850188"/>
            <a:ext cx="2312690" cy="2033239"/>
            <a:chOff x="704120" y="3428360"/>
            <a:chExt cx="1703698" cy="1497834"/>
          </a:xfrm>
        </p:grpSpPr>
        <p:sp>
          <p:nvSpPr>
            <p:cNvPr id="17" name="Isosceles Triangle 3">
              <a:extLst>
                <a:ext uri="{FF2B5EF4-FFF2-40B4-BE49-F238E27FC236}">
                  <a16:creationId xmlns:a16="http://schemas.microsoft.com/office/drawing/2014/main" id="{731BB79F-110E-8A49-0DEC-2FBEC1EE4D08}"/>
                </a:ext>
              </a:extLst>
            </p:cNvPr>
            <p:cNvSpPr/>
            <p:nvPr/>
          </p:nvSpPr>
          <p:spPr>
            <a:xfrm flipV="1">
              <a:off x="1988761" y="4033293"/>
              <a:ext cx="419057" cy="287968"/>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Arc 17">
              <a:extLst>
                <a:ext uri="{FF2B5EF4-FFF2-40B4-BE49-F238E27FC236}">
                  <a16:creationId xmlns:a16="http://schemas.microsoft.com/office/drawing/2014/main" id="{2EBA457A-5A9A-E907-D2F6-22297344B96C}"/>
                </a:ext>
              </a:extLst>
            </p:cNvPr>
            <p:cNvSpPr/>
            <p:nvPr/>
          </p:nvSpPr>
          <p:spPr>
            <a:xfrm>
              <a:off x="704120" y="3428360"/>
              <a:ext cx="1497834" cy="1497834"/>
            </a:xfrm>
            <a:prstGeom prst="arc">
              <a:avLst>
                <a:gd name="adj1" fmla="val 10949642"/>
                <a:gd name="adj2" fmla="val 21428169"/>
              </a:avLst>
            </a:prstGeom>
            <a:ln w="155575">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9" name="Groupe 41">
            <a:extLst>
              <a:ext uri="{FF2B5EF4-FFF2-40B4-BE49-F238E27FC236}">
                <a16:creationId xmlns:a16="http://schemas.microsoft.com/office/drawing/2014/main" id="{2E31E494-8B92-3906-8FA6-D0FF98DC3813}"/>
              </a:ext>
            </a:extLst>
          </p:cNvPr>
          <p:cNvGrpSpPr/>
          <p:nvPr/>
        </p:nvGrpSpPr>
        <p:grpSpPr>
          <a:xfrm flipV="1">
            <a:off x="6969845" y="3453161"/>
            <a:ext cx="2312690" cy="2033239"/>
            <a:chOff x="704120" y="3428360"/>
            <a:chExt cx="1703698" cy="1497834"/>
          </a:xfrm>
        </p:grpSpPr>
        <p:sp>
          <p:nvSpPr>
            <p:cNvPr id="20" name="Isosceles Triangle 3">
              <a:extLst>
                <a:ext uri="{FF2B5EF4-FFF2-40B4-BE49-F238E27FC236}">
                  <a16:creationId xmlns:a16="http://schemas.microsoft.com/office/drawing/2014/main" id="{6AC47D77-9421-8625-B553-759229D6746B}"/>
                </a:ext>
              </a:extLst>
            </p:cNvPr>
            <p:cNvSpPr/>
            <p:nvPr/>
          </p:nvSpPr>
          <p:spPr>
            <a:xfrm flipV="1">
              <a:off x="1988761" y="4033293"/>
              <a:ext cx="419057" cy="287968"/>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Arc 20">
              <a:extLst>
                <a:ext uri="{FF2B5EF4-FFF2-40B4-BE49-F238E27FC236}">
                  <a16:creationId xmlns:a16="http://schemas.microsoft.com/office/drawing/2014/main" id="{AC148290-957D-7401-B858-E28854F12123}"/>
                </a:ext>
              </a:extLst>
            </p:cNvPr>
            <p:cNvSpPr/>
            <p:nvPr/>
          </p:nvSpPr>
          <p:spPr>
            <a:xfrm>
              <a:off x="704120" y="3428360"/>
              <a:ext cx="1497834" cy="1497834"/>
            </a:xfrm>
            <a:prstGeom prst="arc">
              <a:avLst>
                <a:gd name="adj1" fmla="val 10949642"/>
                <a:gd name="adj2" fmla="val 21428169"/>
              </a:avLst>
            </a:prstGeom>
            <a:ln w="155575">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2" name="TextBox 82">
            <a:extLst>
              <a:ext uri="{FF2B5EF4-FFF2-40B4-BE49-F238E27FC236}">
                <a16:creationId xmlns:a16="http://schemas.microsoft.com/office/drawing/2014/main" id="{AA3F7B56-67F3-8C6B-1F05-4760712A4CFD}"/>
              </a:ext>
            </a:extLst>
          </p:cNvPr>
          <p:cNvSpPr txBox="1"/>
          <p:nvPr/>
        </p:nvSpPr>
        <p:spPr>
          <a:xfrm>
            <a:off x="5008337"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3" name="TextBox 82">
            <a:extLst>
              <a:ext uri="{FF2B5EF4-FFF2-40B4-BE49-F238E27FC236}">
                <a16:creationId xmlns:a16="http://schemas.microsoft.com/office/drawing/2014/main" id="{941A10E1-E404-84EB-5F91-61E0EBA8DD71}"/>
              </a:ext>
            </a:extLst>
          </p:cNvPr>
          <p:cNvSpPr txBox="1"/>
          <p:nvPr/>
        </p:nvSpPr>
        <p:spPr>
          <a:xfrm>
            <a:off x="9037336"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4" name="TextBox 82">
            <a:extLst>
              <a:ext uri="{FF2B5EF4-FFF2-40B4-BE49-F238E27FC236}">
                <a16:creationId xmlns:a16="http://schemas.microsoft.com/office/drawing/2014/main" id="{461552EA-9004-DF49-F8D7-B9D3D084DA46}"/>
              </a:ext>
            </a:extLst>
          </p:cNvPr>
          <p:cNvSpPr txBox="1"/>
          <p:nvPr/>
        </p:nvSpPr>
        <p:spPr>
          <a:xfrm>
            <a:off x="2932833" y="3280237"/>
            <a:ext cx="1950941" cy="138499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5" name="TextBox 82">
            <a:extLst>
              <a:ext uri="{FF2B5EF4-FFF2-40B4-BE49-F238E27FC236}">
                <a16:creationId xmlns:a16="http://schemas.microsoft.com/office/drawing/2014/main" id="{70C23443-7064-1CF4-347C-6F900F78ECA2}"/>
              </a:ext>
            </a:extLst>
          </p:cNvPr>
          <p:cNvSpPr txBox="1"/>
          <p:nvPr/>
        </p:nvSpPr>
        <p:spPr>
          <a:xfrm>
            <a:off x="6996343" y="3280237"/>
            <a:ext cx="1950941" cy="138499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238128771"/>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a:normAutofit/>
          </a:bodyPr>
          <a:lstStyle/>
          <a:p>
            <a:r>
              <a:rPr lang="en-US" dirty="0"/>
              <a:t>Dashboard 1</a:t>
            </a:r>
          </a:p>
        </p:txBody>
      </p:sp>
      <p:sp>
        <p:nvSpPr>
          <p:cNvPr id="13" name="Rectangle: Rounded Corners 12">
            <a:extLst>
              <a:ext uri="{FF2B5EF4-FFF2-40B4-BE49-F238E27FC236}">
                <a16:creationId xmlns:a16="http://schemas.microsoft.com/office/drawing/2014/main" id="{449BDA2A-B73F-D9A9-0B11-E2FC3B5E0826}"/>
              </a:ext>
            </a:extLst>
          </p:cNvPr>
          <p:cNvSpPr/>
          <p:nvPr/>
        </p:nvSpPr>
        <p:spPr>
          <a:xfrm>
            <a:off x="609599" y="1302589"/>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Synthesis</a:t>
            </a:r>
          </a:p>
        </p:txBody>
      </p:sp>
      <p:grpSp>
        <p:nvGrpSpPr>
          <p:cNvPr id="14" name="POWER_USER_CONTEXTUAL_SHAPES_TRAFIC_LIGHTS">
            <a:extLst>
              <a:ext uri="{FF2B5EF4-FFF2-40B4-BE49-F238E27FC236}">
                <a16:creationId xmlns:a16="http://schemas.microsoft.com/office/drawing/2014/main" id="{B7202CEE-9EF4-276C-BA21-74CFEB8B093C}"/>
              </a:ext>
            </a:extLst>
          </p:cNvPr>
          <p:cNvGrpSpPr>
            <a:grpSpLocks noChangeAspect="1"/>
          </p:cNvGrpSpPr>
          <p:nvPr>
            <p:custDataLst>
              <p:tags r:id="rId1"/>
            </p:custDataLst>
          </p:nvPr>
        </p:nvGrpSpPr>
        <p:grpSpPr>
          <a:xfrm>
            <a:off x="587491" y="1383104"/>
            <a:ext cx="369909" cy="558969"/>
            <a:chOff x="3200445" y="48610"/>
            <a:chExt cx="1218941" cy="1841941"/>
          </a:xfrm>
        </p:grpSpPr>
        <p:sp>
          <p:nvSpPr>
            <p:cNvPr id="15" name="POWER_USER_CONTEXTUAL_SHAPES_TRAFIC_LIGHTS_TOP">
              <a:extLst>
                <a:ext uri="{FF2B5EF4-FFF2-40B4-BE49-F238E27FC236}">
                  <a16:creationId xmlns:a16="http://schemas.microsoft.com/office/drawing/2014/main" id="{2B3E7B43-E634-B9D9-F8F9-B2D60B998D1B}"/>
                </a:ext>
              </a:extLst>
            </p:cNvPr>
            <p:cNvSpPr>
              <a:spLocks/>
            </p:cNvSpPr>
            <p:nvPr/>
          </p:nvSpPr>
          <p:spPr>
            <a:xfrm>
              <a:off x="3556784" y="48610"/>
              <a:ext cx="516155" cy="387795"/>
            </a:xfrm>
            <a:prstGeom prst="ellipse">
              <a:avLst/>
            </a:prstGeom>
            <a:solidFill>
              <a:schemeClr val="tx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OWER_USER_CONTEXTUAL_SHAPES_TRAFIC_LIGHTS_MAIN_1">
              <a:extLst>
                <a:ext uri="{FF2B5EF4-FFF2-40B4-BE49-F238E27FC236}">
                  <a16:creationId xmlns:a16="http://schemas.microsoft.com/office/drawing/2014/main" id="{292EC00B-A2DB-2149-C098-3325E9C189DF}"/>
                </a:ext>
              </a:extLst>
            </p:cNvPr>
            <p:cNvSpPr/>
            <p:nvPr/>
          </p:nvSpPr>
          <p:spPr>
            <a:xfrm>
              <a:off x="3475425" y="103315"/>
              <a:ext cx="678872" cy="178723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POWER_USER_CONTEXTUAL_SHAPES_TRAFIC_LIGHTS_MAIN_2">
              <a:extLst>
                <a:ext uri="{FF2B5EF4-FFF2-40B4-BE49-F238E27FC236}">
                  <a16:creationId xmlns:a16="http://schemas.microsoft.com/office/drawing/2014/main" id="{55BF4EF3-0CF0-9C5F-3637-86A527A67A65}"/>
                </a:ext>
              </a:extLst>
            </p:cNvPr>
            <p:cNvSpPr/>
            <p:nvPr/>
          </p:nvSpPr>
          <p:spPr>
            <a:xfrm>
              <a:off x="3534336" y="183191"/>
              <a:ext cx="561051" cy="162476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POWER_USER_CONTEXTUAL_SHAPES_TRAFIC_LIGHTS_RED">
              <a:extLst>
                <a:ext uri="{FF2B5EF4-FFF2-40B4-BE49-F238E27FC236}">
                  <a16:creationId xmlns:a16="http://schemas.microsoft.com/office/drawing/2014/main" id="{8D57EC8C-7D44-B928-1F54-756A3BB50FF2}"/>
                </a:ext>
              </a:extLst>
            </p:cNvPr>
            <p:cNvSpPr>
              <a:spLocks noChangeAspect="1"/>
            </p:cNvSpPr>
            <p:nvPr/>
          </p:nvSpPr>
          <p:spPr>
            <a:xfrm>
              <a:off x="3580245" y="228913"/>
              <a:ext cx="469232" cy="469232"/>
            </a:xfrm>
            <a:prstGeom prst="ellipse">
              <a:avLst/>
            </a:prstGeom>
            <a:solidFill>
              <a:srgbClr val="6C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POWER_USER_CONTEXTUAL_SHAPES_TRAFIC_LIGHTS_ORANGE">
              <a:extLst>
                <a:ext uri="{FF2B5EF4-FFF2-40B4-BE49-F238E27FC236}">
                  <a16:creationId xmlns:a16="http://schemas.microsoft.com/office/drawing/2014/main" id="{1718A087-467C-A62B-97F2-D9D62BE0CAF8}"/>
                </a:ext>
              </a:extLst>
            </p:cNvPr>
            <p:cNvSpPr>
              <a:spLocks noChangeAspect="1"/>
            </p:cNvSpPr>
            <p:nvPr/>
          </p:nvSpPr>
          <p:spPr>
            <a:xfrm>
              <a:off x="3580245" y="766507"/>
              <a:ext cx="469232" cy="469232"/>
            </a:xfrm>
            <a:prstGeom prst="ellipse">
              <a:avLst/>
            </a:prstGeom>
            <a:solidFill>
              <a:srgbClr val="503D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POWER_USER_CONTEXTUAL_SHAPES_TRAFIC_LIGHTS_GREEN">
              <a:extLst>
                <a:ext uri="{FF2B5EF4-FFF2-40B4-BE49-F238E27FC236}">
                  <a16:creationId xmlns:a16="http://schemas.microsoft.com/office/drawing/2014/main" id="{24CDDABC-C704-07F8-D56D-877938DF7AE4}"/>
                </a:ext>
              </a:extLst>
            </p:cNvPr>
            <p:cNvSpPr>
              <a:spLocks noChangeAspect="1"/>
            </p:cNvSpPr>
            <p:nvPr/>
          </p:nvSpPr>
          <p:spPr>
            <a:xfrm>
              <a:off x="3580245" y="1304101"/>
              <a:ext cx="469232" cy="469232"/>
            </a:xfrm>
            <a:prstGeom prst="ellipse">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cxnSp>
          <p:nvCxnSpPr>
            <p:cNvPr id="21" name="POWER_USER_CONTEXTUAL_SHAPES_TRAFIC_LIGHTS_CONNECTOR_2">
              <a:extLst>
                <a:ext uri="{FF2B5EF4-FFF2-40B4-BE49-F238E27FC236}">
                  <a16:creationId xmlns:a16="http://schemas.microsoft.com/office/drawing/2014/main" id="{013D98F2-6B81-798D-50FB-2AF32EAC1391}"/>
                </a:ext>
              </a:extLst>
            </p:cNvPr>
            <p:cNvCxnSpPr/>
            <p:nvPr/>
          </p:nvCxnSpPr>
          <p:spPr>
            <a:xfrm>
              <a:off x="3534336" y="732326"/>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POWER_USER_CONTEXTUAL_SHAPES_TRAFIC_LIGHTS_CONNECTOR_1">
              <a:extLst>
                <a:ext uri="{FF2B5EF4-FFF2-40B4-BE49-F238E27FC236}">
                  <a16:creationId xmlns:a16="http://schemas.microsoft.com/office/drawing/2014/main" id="{ED4004C6-0027-5EC7-1A3C-65EF138379A4}"/>
                </a:ext>
              </a:extLst>
            </p:cNvPr>
            <p:cNvCxnSpPr/>
            <p:nvPr/>
          </p:nvCxnSpPr>
          <p:spPr>
            <a:xfrm>
              <a:off x="3534336" y="1269920"/>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POWER_USER_CONTEXTUAL_SHAPES_TRAFIC_LIGHTS_RIGHT_TOP" hidden="1">
              <a:extLst>
                <a:ext uri="{FF2B5EF4-FFF2-40B4-BE49-F238E27FC236}">
                  <a16:creationId xmlns:a16="http://schemas.microsoft.com/office/drawing/2014/main" id="{F3F22F6C-1F11-41D0-E2E7-E047FEE323F1}"/>
                </a:ext>
              </a:extLst>
            </p:cNvPr>
            <p:cNvSpPr>
              <a:spLocks noChangeAspect="1"/>
            </p:cNvSpPr>
            <p:nvPr/>
          </p:nvSpPr>
          <p:spPr>
            <a:xfrm flipV="1">
              <a:off x="4095386" y="22311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POWER_USER_CONTEXTUAL_SHAPES_TRAFIC_LIGHTS_RIGHT_CENTER" hidden="1">
              <a:extLst>
                <a:ext uri="{FF2B5EF4-FFF2-40B4-BE49-F238E27FC236}">
                  <a16:creationId xmlns:a16="http://schemas.microsoft.com/office/drawing/2014/main" id="{F67B99A8-5A79-F364-0318-563AD22BC177}"/>
                </a:ext>
              </a:extLst>
            </p:cNvPr>
            <p:cNvSpPr>
              <a:spLocks noChangeAspect="1"/>
            </p:cNvSpPr>
            <p:nvPr/>
          </p:nvSpPr>
          <p:spPr>
            <a:xfrm flipV="1">
              <a:off x="4095386" y="76650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POWER_USER_CONTEXTUAL_SHAPES_TRAFIC_LIGHTS_RIGHT_BOTTOM" hidden="1">
              <a:extLst>
                <a:ext uri="{FF2B5EF4-FFF2-40B4-BE49-F238E27FC236}">
                  <a16:creationId xmlns:a16="http://schemas.microsoft.com/office/drawing/2014/main" id="{FB123453-3790-0B8A-C9E5-D7BF8617A42F}"/>
                </a:ext>
              </a:extLst>
            </p:cNvPr>
            <p:cNvSpPr>
              <a:spLocks noChangeAspect="1"/>
            </p:cNvSpPr>
            <p:nvPr/>
          </p:nvSpPr>
          <p:spPr>
            <a:xfrm flipV="1">
              <a:off x="4095386" y="1274027"/>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OWER_USER_CONTEXTUAL_SHAPES_TRAFIC_LIGHTS_LEFT_TOP" hidden="1">
              <a:extLst>
                <a:ext uri="{FF2B5EF4-FFF2-40B4-BE49-F238E27FC236}">
                  <a16:creationId xmlns:a16="http://schemas.microsoft.com/office/drawing/2014/main" id="{35D5E4DC-E9FA-9FA9-4BB0-4C35BAFE27D7}"/>
                </a:ext>
              </a:extLst>
            </p:cNvPr>
            <p:cNvSpPr>
              <a:spLocks noChangeAspect="1"/>
            </p:cNvSpPr>
            <p:nvPr/>
          </p:nvSpPr>
          <p:spPr>
            <a:xfrm rot="5400000" flipV="1">
              <a:off x="3178101" y="25099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POWER_USER_CONTEXTUAL_SHAPES_TRAFIC_LIGHTS_LEFT_CENTER" hidden="1">
              <a:extLst>
                <a:ext uri="{FF2B5EF4-FFF2-40B4-BE49-F238E27FC236}">
                  <a16:creationId xmlns:a16="http://schemas.microsoft.com/office/drawing/2014/main" id="{5499C13C-6166-CB32-BABB-E7D64F7F3338}"/>
                </a:ext>
              </a:extLst>
            </p:cNvPr>
            <p:cNvSpPr>
              <a:spLocks noChangeAspect="1"/>
            </p:cNvSpPr>
            <p:nvPr/>
          </p:nvSpPr>
          <p:spPr>
            <a:xfrm rot="5400000" flipV="1">
              <a:off x="3178101" y="79438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POWER_USER_CONTEXTUAL_SHAPES_TRAFIC_LIGHTS_LEFT_BOTTOM" hidden="1">
              <a:extLst>
                <a:ext uri="{FF2B5EF4-FFF2-40B4-BE49-F238E27FC236}">
                  <a16:creationId xmlns:a16="http://schemas.microsoft.com/office/drawing/2014/main" id="{8A819B55-90D4-56CB-EB64-5EE0A01C8A2D}"/>
                </a:ext>
              </a:extLst>
            </p:cNvPr>
            <p:cNvSpPr>
              <a:spLocks noChangeAspect="1"/>
            </p:cNvSpPr>
            <p:nvPr/>
          </p:nvSpPr>
          <p:spPr>
            <a:xfrm rot="5400000" flipV="1">
              <a:off x="3178101" y="1301905"/>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 name="Rectangle: Rounded Corners 3">
            <a:extLst>
              <a:ext uri="{FF2B5EF4-FFF2-40B4-BE49-F238E27FC236}">
                <a16:creationId xmlns:a16="http://schemas.microsoft.com/office/drawing/2014/main" id="{2A5B46D5-6450-41C5-F68B-C11293931063}"/>
              </a:ext>
            </a:extLst>
          </p:cNvPr>
          <p:cNvSpPr/>
          <p:nvPr/>
        </p:nvSpPr>
        <p:spPr>
          <a:xfrm>
            <a:off x="609597" y="3664524"/>
            <a:ext cx="3700827"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Bad debt</a:t>
            </a:r>
          </a:p>
        </p:txBody>
      </p:sp>
      <p:sp>
        <p:nvSpPr>
          <p:cNvPr id="5" name="Rectangle: Rounded Corners 4">
            <a:extLst>
              <a:ext uri="{FF2B5EF4-FFF2-40B4-BE49-F238E27FC236}">
                <a16:creationId xmlns:a16="http://schemas.microsoft.com/office/drawing/2014/main" id="{F692FD43-1A61-DDF9-4265-C6673063F153}"/>
              </a:ext>
            </a:extLst>
          </p:cNvPr>
          <p:cNvSpPr/>
          <p:nvPr/>
        </p:nvSpPr>
        <p:spPr>
          <a:xfrm>
            <a:off x="4382400" y="3664524"/>
            <a:ext cx="72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sz="1200" dirty="0">
              <a:solidFill>
                <a:schemeClr val="tx1"/>
              </a:solidFill>
            </a:endParaRPr>
          </a:p>
        </p:txBody>
      </p:sp>
      <p:sp>
        <p:nvSpPr>
          <p:cNvPr id="7" name="Rectangle: Rounded Corners 6">
            <a:extLst>
              <a:ext uri="{FF2B5EF4-FFF2-40B4-BE49-F238E27FC236}">
                <a16:creationId xmlns:a16="http://schemas.microsoft.com/office/drawing/2014/main" id="{402D1E27-145A-BCA3-B85A-205502225134}"/>
              </a:ext>
            </a:extLst>
          </p:cNvPr>
          <p:cNvSpPr/>
          <p:nvPr/>
        </p:nvSpPr>
        <p:spPr>
          <a:xfrm>
            <a:off x="7982400" y="1302586"/>
            <a:ext cx="359999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 per product</a:t>
            </a:r>
          </a:p>
        </p:txBody>
      </p:sp>
      <p:sp>
        <p:nvSpPr>
          <p:cNvPr id="8" name="Rectangle: Rounded Corners 7">
            <a:extLst>
              <a:ext uri="{FF2B5EF4-FFF2-40B4-BE49-F238E27FC236}">
                <a16:creationId xmlns:a16="http://schemas.microsoft.com/office/drawing/2014/main" id="{9E8E81E6-3AE0-59DE-61DD-89B78D15EB20}"/>
              </a:ext>
            </a:extLst>
          </p:cNvPr>
          <p:cNvSpPr/>
          <p:nvPr/>
        </p:nvSpPr>
        <p:spPr>
          <a:xfrm>
            <a:off x="6626575" y="1302585"/>
            <a:ext cx="128384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Key facts</a:t>
            </a:r>
          </a:p>
        </p:txBody>
      </p:sp>
      <p:sp>
        <p:nvSpPr>
          <p:cNvPr id="3" name="Rectangle: Rounded Corners 2">
            <a:extLst>
              <a:ext uri="{FF2B5EF4-FFF2-40B4-BE49-F238E27FC236}">
                <a16:creationId xmlns:a16="http://schemas.microsoft.com/office/drawing/2014/main" id="{75C07FBD-E800-392B-8777-47395E043CFF}"/>
              </a:ext>
            </a:extLst>
          </p:cNvPr>
          <p:cNvSpPr/>
          <p:nvPr/>
        </p:nvSpPr>
        <p:spPr>
          <a:xfrm>
            <a:off x="2854869" y="1302587"/>
            <a:ext cx="3700825"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Monthly sales variations</a:t>
            </a:r>
          </a:p>
        </p:txBody>
      </p:sp>
      <p:graphicFrame>
        <p:nvGraphicFramePr>
          <p:cNvPr id="11" name="Chart 10">
            <a:extLst>
              <a:ext uri="{FF2B5EF4-FFF2-40B4-BE49-F238E27FC236}">
                <a16:creationId xmlns:a16="http://schemas.microsoft.com/office/drawing/2014/main" id="{79E48FD1-13CC-B5BD-5D66-454FCD4EE8E8}"/>
              </a:ext>
            </a:extLst>
          </p:cNvPr>
          <p:cNvGraphicFramePr/>
          <p:nvPr>
            <p:extLst>
              <p:ext uri="{D42A27DB-BD31-4B8C-83A1-F6EECF244321}">
                <p14:modId xmlns:p14="http://schemas.microsoft.com/office/powerpoint/2010/main" val="1013588357"/>
              </p:ext>
            </p:extLst>
          </p:nvPr>
        </p:nvGraphicFramePr>
        <p:xfrm>
          <a:off x="8168257" y="1606451"/>
          <a:ext cx="3348007" cy="1822549"/>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B8F6B0A6-3201-03BF-521B-6F8D17E3C033}"/>
              </a:ext>
            </a:extLst>
          </p:cNvPr>
          <p:cNvSpPr txBox="1"/>
          <p:nvPr/>
        </p:nvSpPr>
        <p:spPr>
          <a:xfrm>
            <a:off x="845145" y="1532972"/>
            <a:ext cx="1937747" cy="507831"/>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r>
              <a:rPr lang="en-US" sz="900" dirty="0" err="1">
                <a:solidFill>
                  <a:schemeClr val="tx1"/>
                </a:solidFill>
              </a:rPr>
              <a:t>consectetuer</a:t>
            </a:r>
            <a:r>
              <a:rPr lang="en-US" sz="900" dirty="0">
                <a:solidFill>
                  <a:schemeClr val="tx1"/>
                </a:solidFill>
              </a:rPr>
              <a:t> </a:t>
            </a:r>
            <a:r>
              <a:rPr lang="en-US" sz="900" dirty="0" err="1">
                <a:solidFill>
                  <a:schemeClr val="tx1"/>
                </a:solidFill>
              </a:rPr>
              <a:t>adipiscing</a:t>
            </a:r>
            <a:r>
              <a:rPr lang="en-US" sz="900" dirty="0">
                <a:solidFill>
                  <a:schemeClr val="tx1"/>
                </a:solidFill>
              </a:rPr>
              <a:t> </a:t>
            </a:r>
            <a:r>
              <a:rPr lang="en-US" sz="900" dirty="0" err="1">
                <a:solidFill>
                  <a:schemeClr val="tx1"/>
                </a:solidFill>
              </a:rPr>
              <a:t>elit</a:t>
            </a:r>
            <a:r>
              <a:rPr lang="en-US" sz="900" dirty="0">
                <a:solidFill>
                  <a:schemeClr val="tx1"/>
                </a:solidFill>
              </a:rPr>
              <a:t>. Maecenas </a:t>
            </a:r>
            <a:r>
              <a:rPr lang="en-US" sz="900" dirty="0" err="1">
                <a:solidFill>
                  <a:schemeClr val="tx1"/>
                </a:solidFill>
              </a:rPr>
              <a:t>porttitor</a:t>
            </a:r>
            <a:r>
              <a:rPr lang="en-US" sz="900" dirty="0">
                <a:solidFill>
                  <a:schemeClr val="tx1"/>
                </a:solidFill>
              </a:rPr>
              <a:t> </a:t>
            </a:r>
            <a:r>
              <a:rPr lang="en-US" sz="900" dirty="0" err="1">
                <a:solidFill>
                  <a:schemeClr val="tx1"/>
                </a:solidFill>
              </a:rPr>
              <a:t>congue</a:t>
            </a:r>
            <a:r>
              <a:rPr lang="en-US" sz="900" dirty="0">
                <a:solidFill>
                  <a:schemeClr val="tx1"/>
                </a:solidFill>
              </a:rPr>
              <a:t> </a:t>
            </a:r>
            <a:r>
              <a:rPr lang="en-US" sz="900" dirty="0" err="1">
                <a:solidFill>
                  <a:schemeClr val="tx1"/>
                </a:solidFill>
              </a:rPr>
              <a:t>massa</a:t>
            </a:r>
            <a:r>
              <a:rPr lang="en-US" sz="900" dirty="0">
                <a:solidFill>
                  <a:schemeClr val="tx1"/>
                </a:solidFill>
              </a:rPr>
              <a:t>. </a:t>
            </a:r>
          </a:p>
        </p:txBody>
      </p:sp>
      <p:sp>
        <p:nvSpPr>
          <p:cNvPr id="9" name="Rectangle: Rounded Corners 8">
            <a:extLst>
              <a:ext uri="{FF2B5EF4-FFF2-40B4-BE49-F238E27FC236}">
                <a16:creationId xmlns:a16="http://schemas.microsoft.com/office/drawing/2014/main" id="{90BF36D1-CC27-925D-2BB8-4270FB1C3390}"/>
              </a:ext>
            </a:extLst>
          </p:cNvPr>
          <p:cNvSpPr/>
          <p:nvPr/>
        </p:nvSpPr>
        <p:spPr>
          <a:xfrm>
            <a:off x="609599" y="20899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Net profit</a:t>
            </a:r>
          </a:p>
        </p:txBody>
      </p:sp>
      <p:cxnSp>
        <p:nvCxnSpPr>
          <p:cNvPr id="121" name="Straight Connector 120">
            <a:extLst>
              <a:ext uri="{FF2B5EF4-FFF2-40B4-BE49-F238E27FC236}">
                <a16:creationId xmlns:a16="http://schemas.microsoft.com/office/drawing/2014/main" id="{0FEDB06D-7DE3-C948-16C3-77742224A85D}"/>
              </a:ext>
            </a:extLst>
          </p:cNvPr>
          <p:cNvCxnSpPr>
            <a:cxnSpLocks/>
          </p:cNvCxnSpPr>
          <p:nvPr/>
        </p:nvCxnSpPr>
        <p:spPr>
          <a:xfrm>
            <a:off x="2026994" y="23559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77E8F57D-4F87-9ABB-5715-F7AB4C7D7986}"/>
              </a:ext>
            </a:extLst>
          </p:cNvPr>
          <p:cNvSpPr txBox="1"/>
          <p:nvPr/>
        </p:nvSpPr>
        <p:spPr>
          <a:xfrm>
            <a:off x="1176219" y="2435562"/>
            <a:ext cx="839759" cy="276999"/>
          </a:xfrm>
          <a:prstGeom prst="rect">
            <a:avLst/>
          </a:prstGeom>
          <a:noFill/>
        </p:spPr>
        <p:txBody>
          <a:bodyPr wrap="square">
            <a:spAutoFit/>
          </a:bodyPr>
          <a:lstStyle/>
          <a:p>
            <a:pPr algn="ctr"/>
            <a:r>
              <a:rPr lang="en-US" sz="1200" dirty="0">
                <a:solidFill>
                  <a:schemeClr val="tx1"/>
                </a:solidFill>
              </a:rPr>
              <a:t>154</a:t>
            </a:r>
          </a:p>
        </p:txBody>
      </p:sp>
      <p:cxnSp>
        <p:nvCxnSpPr>
          <p:cNvPr id="127" name="Straight Connector 126">
            <a:extLst>
              <a:ext uri="{FF2B5EF4-FFF2-40B4-BE49-F238E27FC236}">
                <a16:creationId xmlns:a16="http://schemas.microsoft.com/office/drawing/2014/main" id="{15710416-0830-FFBF-4C7B-887E8E53FC6B}"/>
              </a:ext>
            </a:extLst>
          </p:cNvPr>
          <p:cNvCxnSpPr>
            <a:cxnSpLocks/>
          </p:cNvCxnSpPr>
          <p:nvPr/>
        </p:nvCxnSpPr>
        <p:spPr>
          <a:xfrm flipH="1">
            <a:off x="609597" y="23557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0" name="TextBox 129">
            <a:extLst>
              <a:ext uri="{FF2B5EF4-FFF2-40B4-BE49-F238E27FC236}">
                <a16:creationId xmlns:a16="http://schemas.microsoft.com/office/drawing/2014/main" id="{564677E2-9E2E-235D-9E0C-2D6BD1790485}"/>
              </a:ext>
            </a:extLst>
          </p:cNvPr>
          <p:cNvSpPr txBox="1"/>
          <p:nvPr/>
        </p:nvSpPr>
        <p:spPr>
          <a:xfrm>
            <a:off x="2018695" y="2465605"/>
            <a:ext cx="763417" cy="307777"/>
          </a:xfrm>
          <a:prstGeom prst="rect">
            <a:avLst/>
          </a:prstGeom>
          <a:noFill/>
        </p:spPr>
        <p:txBody>
          <a:bodyPr wrap="square" lIns="0" tIns="0" rIns="0" bIns="0" anchor="ctr">
            <a:spAutoFit/>
          </a:bodyPr>
          <a:lstStyle/>
          <a:p>
            <a:pPr algn="ctr"/>
            <a:r>
              <a:rPr lang="en-US" sz="1200" dirty="0">
                <a:solidFill>
                  <a:srgbClr val="FF0000"/>
                </a:solidFill>
              </a:rPr>
              <a:t>-4,5%</a:t>
            </a:r>
            <a:br>
              <a:rPr lang="en-US" sz="1200" dirty="0">
                <a:solidFill>
                  <a:schemeClr val="tx1"/>
                </a:solidFill>
              </a:rPr>
            </a:br>
            <a:r>
              <a:rPr lang="en-US" sz="800" dirty="0">
                <a:solidFill>
                  <a:schemeClr val="tx1"/>
                </a:solidFill>
              </a:rPr>
              <a:t>vs prev. year</a:t>
            </a:r>
          </a:p>
        </p:txBody>
      </p:sp>
      <p:sp>
        <p:nvSpPr>
          <p:cNvPr id="136" name="Rectangle: Rounded Corners 135">
            <a:extLst>
              <a:ext uri="{FF2B5EF4-FFF2-40B4-BE49-F238E27FC236}">
                <a16:creationId xmlns:a16="http://schemas.microsoft.com/office/drawing/2014/main" id="{53F81F62-7BA7-FF38-CFC2-4D2D8EC74BB4}"/>
              </a:ext>
            </a:extLst>
          </p:cNvPr>
          <p:cNvSpPr/>
          <p:nvPr/>
        </p:nvSpPr>
        <p:spPr>
          <a:xfrm>
            <a:off x="609599" y="28677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Revenues</a:t>
            </a:r>
          </a:p>
        </p:txBody>
      </p:sp>
      <p:cxnSp>
        <p:nvCxnSpPr>
          <p:cNvPr id="137" name="Straight Connector 136">
            <a:extLst>
              <a:ext uri="{FF2B5EF4-FFF2-40B4-BE49-F238E27FC236}">
                <a16:creationId xmlns:a16="http://schemas.microsoft.com/office/drawing/2014/main" id="{70FB2581-4B03-CA5D-E2D4-9B27928E9E85}"/>
              </a:ext>
            </a:extLst>
          </p:cNvPr>
          <p:cNvCxnSpPr>
            <a:cxnSpLocks/>
          </p:cNvCxnSpPr>
          <p:nvPr/>
        </p:nvCxnSpPr>
        <p:spPr>
          <a:xfrm>
            <a:off x="2026994" y="31337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948DCC5-4974-09E1-C2DB-18904696DC26}"/>
              </a:ext>
            </a:extLst>
          </p:cNvPr>
          <p:cNvSpPr txBox="1"/>
          <p:nvPr/>
        </p:nvSpPr>
        <p:spPr>
          <a:xfrm>
            <a:off x="1176219" y="3213362"/>
            <a:ext cx="839759" cy="276999"/>
          </a:xfrm>
          <a:prstGeom prst="rect">
            <a:avLst/>
          </a:prstGeom>
          <a:noFill/>
        </p:spPr>
        <p:txBody>
          <a:bodyPr wrap="square">
            <a:spAutoFit/>
          </a:bodyPr>
          <a:lstStyle/>
          <a:p>
            <a:pPr algn="ctr"/>
            <a:r>
              <a:rPr lang="en-US" sz="1200" dirty="0">
                <a:solidFill>
                  <a:schemeClr val="tx1"/>
                </a:solidFill>
              </a:rPr>
              <a:t>2,874</a:t>
            </a:r>
          </a:p>
        </p:txBody>
      </p:sp>
      <p:cxnSp>
        <p:nvCxnSpPr>
          <p:cNvPr id="139" name="Straight Connector 138">
            <a:extLst>
              <a:ext uri="{FF2B5EF4-FFF2-40B4-BE49-F238E27FC236}">
                <a16:creationId xmlns:a16="http://schemas.microsoft.com/office/drawing/2014/main" id="{5FE4310C-BC75-A9E5-B5A0-78C4A5C8FAE1}"/>
              </a:ext>
            </a:extLst>
          </p:cNvPr>
          <p:cNvCxnSpPr>
            <a:cxnSpLocks/>
          </p:cNvCxnSpPr>
          <p:nvPr/>
        </p:nvCxnSpPr>
        <p:spPr>
          <a:xfrm flipH="1">
            <a:off x="609597" y="31335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1B6667BD-074F-9AC8-8876-9CF64CBF01C0}"/>
              </a:ext>
            </a:extLst>
          </p:cNvPr>
          <p:cNvSpPr txBox="1"/>
          <p:nvPr/>
        </p:nvSpPr>
        <p:spPr>
          <a:xfrm>
            <a:off x="2018695" y="3243405"/>
            <a:ext cx="763417" cy="307777"/>
          </a:xfrm>
          <a:prstGeom prst="rect">
            <a:avLst/>
          </a:prstGeom>
          <a:noFill/>
        </p:spPr>
        <p:txBody>
          <a:bodyPr wrap="square" lIns="0" tIns="0" rIns="0" bIns="0" anchor="ctr">
            <a:spAutoFit/>
          </a:bodyPr>
          <a:lstStyle/>
          <a:p>
            <a:pPr algn="ctr"/>
            <a:r>
              <a:rPr lang="en-US" sz="1200" dirty="0">
                <a:solidFill>
                  <a:srgbClr val="00B050"/>
                </a:solidFill>
              </a:rPr>
              <a:t>+3,6%</a:t>
            </a:r>
            <a:br>
              <a:rPr lang="en-US" sz="1200" dirty="0">
                <a:solidFill>
                  <a:schemeClr val="tx1"/>
                </a:solidFill>
              </a:rPr>
            </a:br>
            <a:r>
              <a:rPr lang="en-US" sz="800" dirty="0">
                <a:solidFill>
                  <a:schemeClr val="tx1"/>
                </a:solidFill>
              </a:rPr>
              <a:t>vs prev. year</a:t>
            </a:r>
          </a:p>
        </p:txBody>
      </p:sp>
      <p:sp>
        <p:nvSpPr>
          <p:cNvPr id="179" name="Gear7" descr="{&quot;Key&quot;:&quot;POWER_USER_SHAPE_ICON&quot;,&quot;Value&quot;:&quot;POWER_USER_SHAPE_ICON_STYLE_1&quot;}">
            <a:extLst>
              <a:ext uri="{FF2B5EF4-FFF2-40B4-BE49-F238E27FC236}">
                <a16:creationId xmlns:a16="http://schemas.microsoft.com/office/drawing/2014/main" id="{4FC37CE2-FC13-C4CC-5E12-B948ACFE934F}"/>
              </a:ext>
            </a:extLst>
          </p:cNvPr>
          <p:cNvSpPr>
            <a:spLocks noChangeAspect="1" noEditPoints="1"/>
          </p:cNvSpPr>
          <p:nvPr>
            <p:custDataLst>
              <p:tags r:id="rId2"/>
            </p:custDataLst>
          </p:nvPr>
        </p:nvSpPr>
        <p:spPr bwMode="auto">
          <a:xfrm>
            <a:off x="6680499" y="2691183"/>
            <a:ext cx="293155" cy="293784"/>
          </a:xfrm>
          <a:custGeom>
            <a:avLst/>
            <a:gdLst>
              <a:gd name="T0" fmla="*/ 454 w 1150"/>
              <a:gd name="T1" fmla="*/ 49 h 1150"/>
              <a:gd name="T2" fmla="*/ 360 w 1150"/>
              <a:gd name="T3" fmla="*/ 189 h 1150"/>
              <a:gd name="T4" fmla="*/ 219 w 1150"/>
              <a:gd name="T5" fmla="*/ 118 h 1150"/>
              <a:gd name="T6" fmla="*/ 118 w 1150"/>
              <a:gd name="T7" fmla="*/ 288 h 1150"/>
              <a:gd name="T8" fmla="*/ 150 w 1150"/>
              <a:gd name="T9" fmla="*/ 454 h 1150"/>
              <a:gd name="T10" fmla="*/ 0 w 1150"/>
              <a:gd name="T11" fmla="*/ 503 h 1150"/>
              <a:gd name="T12" fmla="*/ 49 w 1150"/>
              <a:gd name="T13" fmla="*/ 696 h 1150"/>
              <a:gd name="T14" fmla="*/ 189 w 1150"/>
              <a:gd name="T15" fmla="*/ 790 h 1150"/>
              <a:gd name="T16" fmla="*/ 118 w 1150"/>
              <a:gd name="T17" fmla="*/ 931 h 1150"/>
              <a:gd name="T18" fmla="*/ 288 w 1150"/>
              <a:gd name="T19" fmla="*/ 1032 h 1150"/>
              <a:gd name="T20" fmla="*/ 454 w 1150"/>
              <a:gd name="T21" fmla="*/ 1000 h 1150"/>
              <a:gd name="T22" fmla="*/ 503 w 1150"/>
              <a:gd name="T23" fmla="*/ 1150 h 1150"/>
              <a:gd name="T24" fmla="*/ 696 w 1150"/>
              <a:gd name="T25" fmla="*/ 1101 h 1150"/>
              <a:gd name="T26" fmla="*/ 790 w 1150"/>
              <a:gd name="T27" fmla="*/ 961 h 1150"/>
              <a:gd name="T28" fmla="*/ 931 w 1150"/>
              <a:gd name="T29" fmla="*/ 1032 h 1150"/>
              <a:gd name="T30" fmla="*/ 1032 w 1150"/>
              <a:gd name="T31" fmla="*/ 862 h 1150"/>
              <a:gd name="T32" fmla="*/ 1000 w 1150"/>
              <a:gd name="T33" fmla="*/ 696 h 1150"/>
              <a:gd name="T34" fmla="*/ 1150 w 1150"/>
              <a:gd name="T35" fmla="*/ 647 h 1150"/>
              <a:gd name="T36" fmla="*/ 1101 w 1150"/>
              <a:gd name="T37" fmla="*/ 454 h 1150"/>
              <a:gd name="T38" fmla="*/ 961 w 1150"/>
              <a:gd name="T39" fmla="*/ 360 h 1150"/>
              <a:gd name="T40" fmla="*/ 1032 w 1150"/>
              <a:gd name="T41" fmla="*/ 219 h 1150"/>
              <a:gd name="T42" fmla="*/ 862 w 1150"/>
              <a:gd name="T43" fmla="*/ 118 h 1150"/>
              <a:gd name="T44" fmla="*/ 696 w 1150"/>
              <a:gd name="T45" fmla="*/ 150 h 1150"/>
              <a:gd name="T46" fmla="*/ 647 w 1150"/>
              <a:gd name="T47" fmla="*/ 0 h 1150"/>
              <a:gd name="T48" fmla="*/ 504 w 1150"/>
              <a:gd name="T49" fmla="*/ 50 h 1150"/>
              <a:gd name="T50" fmla="*/ 646 w 1150"/>
              <a:gd name="T51" fmla="*/ 188 h 1150"/>
              <a:gd name="T52" fmla="*/ 782 w 1150"/>
              <a:gd name="T53" fmla="*/ 241 h 1150"/>
              <a:gd name="T54" fmla="*/ 896 w 1150"/>
              <a:gd name="T55" fmla="*/ 154 h 1150"/>
              <a:gd name="T56" fmla="*/ 899 w 1150"/>
              <a:gd name="T57" fmla="*/ 351 h 1150"/>
              <a:gd name="T58" fmla="*/ 958 w 1150"/>
              <a:gd name="T59" fmla="*/ 485 h 1150"/>
              <a:gd name="T60" fmla="*/ 1100 w 1150"/>
              <a:gd name="T61" fmla="*/ 504 h 1150"/>
              <a:gd name="T62" fmla="*/ 962 w 1150"/>
              <a:gd name="T63" fmla="*/ 646 h 1150"/>
              <a:gd name="T64" fmla="*/ 909 w 1150"/>
              <a:gd name="T65" fmla="*/ 782 h 1150"/>
              <a:gd name="T66" fmla="*/ 996 w 1150"/>
              <a:gd name="T67" fmla="*/ 896 h 1150"/>
              <a:gd name="T68" fmla="*/ 799 w 1150"/>
              <a:gd name="T69" fmla="*/ 899 h 1150"/>
              <a:gd name="T70" fmla="*/ 665 w 1150"/>
              <a:gd name="T71" fmla="*/ 958 h 1150"/>
              <a:gd name="T72" fmla="*/ 646 w 1150"/>
              <a:gd name="T73" fmla="*/ 1100 h 1150"/>
              <a:gd name="T74" fmla="*/ 504 w 1150"/>
              <a:gd name="T75" fmla="*/ 962 h 1150"/>
              <a:gd name="T76" fmla="*/ 368 w 1150"/>
              <a:gd name="T77" fmla="*/ 909 h 1150"/>
              <a:gd name="T78" fmla="*/ 254 w 1150"/>
              <a:gd name="T79" fmla="*/ 996 h 1150"/>
              <a:gd name="T80" fmla="*/ 251 w 1150"/>
              <a:gd name="T81" fmla="*/ 799 h 1150"/>
              <a:gd name="T82" fmla="*/ 192 w 1150"/>
              <a:gd name="T83" fmla="*/ 665 h 1150"/>
              <a:gd name="T84" fmla="*/ 50 w 1150"/>
              <a:gd name="T85" fmla="*/ 646 h 1150"/>
              <a:gd name="T86" fmla="*/ 188 w 1150"/>
              <a:gd name="T87" fmla="*/ 504 h 1150"/>
              <a:gd name="T88" fmla="*/ 241 w 1150"/>
              <a:gd name="T89" fmla="*/ 368 h 1150"/>
              <a:gd name="T90" fmla="*/ 154 w 1150"/>
              <a:gd name="T91" fmla="*/ 254 h 1150"/>
              <a:gd name="T92" fmla="*/ 351 w 1150"/>
              <a:gd name="T93" fmla="*/ 251 h 1150"/>
              <a:gd name="T94" fmla="*/ 485 w 1150"/>
              <a:gd name="T95" fmla="*/ 192 h 1150"/>
              <a:gd name="T96" fmla="*/ 504 w 1150"/>
              <a:gd name="T97" fmla="*/ 50 h 1150"/>
              <a:gd name="T98" fmla="*/ 439 w 1150"/>
              <a:gd name="T99" fmla="*/ 439 h 1150"/>
              <a:gd name="T100" fmla="*/ 711 w 1150"/>
              <a:gd name="T101" fmla="*/ 711 h 1150"/>
              <a:gd name="T102" fmla="*/ 578 w 1150"/>
              <a:gd name="T103" fmla="*/ 383 h 1150"/>
              <a:gd name="T104" fmla="*/ 577 w 1150"/>
              <a:gd name="T105" fmla="*/ 433 h 1150"/>
              <a:gd name="T106" fmla="*/ 676 w 1150"/>
              <a:gd name="T107" fmla="*/ 676 h 1150"/>
              <a:gd name="T108" fmla="*/ 474 w 1150"/>
              <a:gd name="T109" fmla="*/ 474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0" h="1150">
                <a:moveTo>
                  <a:pt x="503" y="0"/>
                </a:moveTo>
                <a:cubicBezTo>
                  <a:pt x="477" y="0"/>
                  <a:pt x="454" y="22"/>
                  <a:pt x="454" y="49"/>
                </a:cubicBezTo>
                <a:lnTo>
                  <a:pt x="454" y="150"/>
                </a:lnTo>
                <a:cubicBezTo>
                  <a:pt x="421" y="159"/>
                  <a:pt x="390" y="172"/>
                  <a:pt x="360" y="189"/>
                </a:cubicBezTo>
                <a:lnTo>
                  <a:pt x="288" y="118"/>
                </a:lnTo>
                <a:cubicBezTo>
                  <a:pt x="269" y="99"/>
                  <a:pt x="238" y="99"/>
                  <a:pt x="219" y="118"/>
                </a:cubicBezTo>
                <a:lnTo>
                  <a:pt x="118" y="219"/>
                </a:lnTo>
                <a:cubicBezTo>
                  <a:pt x="99" y="238"/>
                  <a:pt x="99" y="269"/>
                  <a:pt x="118" y="288"/>
                </a:cubicBezTo>
                <a:lnTo>
                  <a:pt x="189" y="360"/>
                </a:lnTo>
                <a:cubicBezTo>
                  <a:pt x="172" y="390"/>
                  <a:pt x="159" y="421"/>
                  <a:pt x="150" y="454"/>
                </a:cubicBezTo>
                <a:lnTo>
                  <a:pt x="49" y="454"/>
                </a:lnTo>
                <a:cubicBezTo>
                  <a:pt x="22" y="454"/>
                  <a:pt x="0" y="477"/>
                  <a:pt x="0" y="503"/>
                </a:cubicBezTo>
                <a:lnTo>
                  <a:pt x="0" y="647"/>
                </a:lnTo>
                <a:cubicBezTo>
                  <a:pt x="0" y="673"/>
                  <a:pt x="22" y="696"/>
                  <a:pt x="49" y="696"/>
                </a:cubicBezTo>
                <a:lnTo>
                  <a:pt x="150" y="696"/>
                </a:lnTo>
                <a:cubicBezTo>
                  <a:pt x="159" y="729"/>
                  <a:pt x="172" y="760"/>
                  <a:pt x="189" y="790"/>
                </a:cubicBezTo>
                <a:lnTo>
                  <a:pt x="118" y="862"/>
                </a:lnTo>
                <a:cubicBezTo>
                  <a:pt x="99" y="881"/>
                  <a:pt x="99" y="912"/>
                  <a:pt x="118" y="931"/>
                </a:cubicBezTo>
                <a:lnTo>
                  <a:pt x="219" y="1032"/>
                </a:lnTo>
                <a:cubicBezTo>
                  <a:pt x="238" y="1051"/>
                  <a:pt x="269" y="1051"/>
                  <a:pt x="288" y="1032"/>
                </a:cubicBezTo>
                <a:lnTo>
                  <a:pt x="360" y="961"/>
                </a:lnTo>
                <a:cubicBezTo>
                  <a:pt x="390" y="978"/>
                  <a:pt x="421" y="991"/>
                  <a:pt x="454" y="1000"/>
                </a:cubicBezTo>
                <a:lnTo>
                  <a:pt x="454" y="1101"/>
                </a:lnTo>
                <a:cubicBezTo>
                  <a:pt x="454" y="1128"/>
                  <a:pt x="476" y="1150"/>
                  <a:pt x="503" y="1150"/>
                </a:cubicBezTo>
                <a:lnTo>
                  <a:pt x="647" y="1150"/>
                </a:lnTo>
                <a:cubicBezTo>
                  <a:pt x="673" y="1150"/>
                  <a:pt x="696" y="1128"/>
                  <a:pt x="696" y="1101"/>
                </a:cubicBezTo>
                <a:lnTo>
                  <a:pt x="696" y="1000"/>
                </a:lnTo>
                <a:cubicBezTo>
                  <a:pt x="728" y="991"/>
                  <a:pt x="760" y="978"/>
                  <a:pt x="790" y="961"/>
                </a:cubicBezTo>
                <a:lnTo>
                  <a:pt x="862" y="1032"/>
                </a:lnTo>
                <a:cubicBezTo>
                  <a:pt x="880" y="1051"/>
                  <a:pt x="912" y="1051"/>
                  <a:pt x="931" y="1032"/>
                </a:cubicBezTo>
                <a:lnTo>
                  <a:pt x="1032" y="931"/>
                </a:lnTo>
                <a:cubicBezTo>
                  <a:pt x="1051" y="912"/>
                  <a:pt x="1051" y="881"/>
                  <a:pt x="1032" y="862"/>
                </a:cubicBezTo>
                <a:lnTo>
                  <a:pt x="961" y="790"/>
                </a:lnTo>
                <a:cubicBezTo>
                  <a:pt x="977" y="760"/>
                  <a:pt x="991" y="729"/>
                  <a:pt x="1000" y="696"/>
                </a:cubicBezTo>
                <a:lnTo>
                  <a:pt x="1101" y="696"/>
                </a:lnTo>
                <a:cubicBezTo>
                  <a:pt x="1128" y="696"/>
                  <a:pt x="1150" y="673"/>
                  <a:pt x="1150" y="647"/>
                </a:cubicBezTo>
                <a:lnTo>
                  <a:pt x="1150" y="503"/>
                </a:lnTo>
                <a:cubicBezTo>
                  <a:pt x="1150" y="477"/>
                  <a:pt x="1128" y="454"/>
                  <a:pt x="1101" y="454"/>
                </a:cubicBezTo>
                <a:lnTo>
                  <a:pt x="1000" y="454"/>
                </a:lnTo>
                <a:cubicBezTo>
                  <a:pt x="991" y="421"/>
                  <a:pt x="977" y="390"/>
                  <a:pt x="961" y="360"/>
                </a:cubicBezTo>
                <a:lnTo>
                  <a:pt x="1032" y="288"/>
                </a:lnTo>
                <a:cubicBezTo>
                  <a:pt x="1051" y="269"/>
                  <a:pt x="1051" y="238"/>
                  <a:pt x="1032" y="219"/>
                </a:cubicBezTo>
                <a:lnTo>
                  <a:pt x="931" y="118"/>
                </a:lnTo>
                <a:cubicBezTo>
                  <a:pt x="912" y="99"/>
                  <a:pt x="880" y="99"/>
                  <a:pt x="862" y="118"/>
                </a:cubicBezTo>
                <a:lnTo>
                  <a:pt x="790" y="189"/>
                </a:lnTo>
                <a:cubicBezTo>
                  <a:pt x="760" y="172"/>
                  <a:pt x="729" y="159"/>
                  <a:pt x="696" y="150"/>
                </a:cubicBezTo>
                <a:lnTo>
                  <a:pt x="696" y="49"/>
                </a:lnTo>
                <a:cubicBezTo>
                  <a:pt x="696" y="22"/>
                  <a:pt x="673" y="0"/>
                  <a:pt x="647" y="0"/>
                </a:cubicBezTo>
                <a:lnTo>
                  <a:pt x="503" y="0"/>
                </a:lnTo>
                <a:close/>
                <a:moveTo>
                  <a:pt x="504" y="50"/>
                </a:moveTo>
                <a:lnTo>
                  <a:pt x="646" y="50"/>
                </a:lnTo>
                <a:lnTo>
                  <a:pt x="646" y="188"/>
                </a:lnTo>
                <a:lnTo>
                  <a:pt x="665" y="193"/>
                </a:lnTo>
                <a:cubicBezTo>
                  <a:pt x="706" y="202"/>
                  <a:pt x="746" y="218"/>
                  <a:pt x="782" y="241"/>
                </a:cubicBezTo>
                <a:lnTo>
                  <a:pt x="799" y="251"/>
                </a:lnTo>
                <a:lnTo>
                  <a:pt x="896" y="154"/>
                </a:lnTo>
                <a:lnTo>
                  <a:pt x="996" y="254"/>
                </a:lnTo>
                <a:lnTo>
                  <a:pt x="899" y="351"/>
                </a:lnTo>
                <a:lnTo>
                  <a:pt x="909" y="368"/>
                </a:lnTo>
                <a:cubicBezTo>
                  <a:pt x="931" y="404"/>
                  <a:pt x="948" y="444"/>
                  <a:pt x="958" y="485"/>
                </a:cubicBezTo>
                <a:lnTo>
                  <a:pt x="962" y="504"/>
                </a:lnTo>
                <a:lnTo>
                  <a:pt x="1100" y="504"/>
                </a:lnTo>
                <a:lnTo>
                  <a:pt x="1100" y="646"/>
                </a:lnTo>
                <a:lnTo>
                  <a:pt x="962" y="646"/>
                </a:lnTo>
                <a:lnTo>
                  <a:pt x="958" y="665"/>
                </a:lnTo>
                <a:cubicBezTo>
                  <a:pt x="948" y="706"/>
                  <a:pt x="931" y="746"/>
                  <a:pt x="909" y="782"/>
                </a:cubicBezTo>
                <a:lnTo>
                  <a:pt x="899" y="799"/>
                </a:lnTo>
                <a:lnTo>
                  <a:pt x="996" y="896"/>
                </a:lnTo>
                <a:lnTo>
                  <a:pt x="896" y="996"/>
                </a:lnTo>
                <a:lnTo>
                  <a:pt x="799" y="899"/>
                </a:lnTo>
                <a:lnTo>
                  <a:pt x="782" y="909"/>
                </a:lnTo>
                <a:cubicBezTo>
                  <a:pt x="746" y="932"/>
                  <a:pt x="706" y="948"/>
                  <a:pt x="665" y="958"/>
                </a:cubicBezTo>
                <a:lnTo>
                  <a:pt x="646" y="962"/>
                </a:lnTo>
                <a:lnTo>
                  <a:pt x="646" y="1100"/>
                </a:lnTo>
                <a:lnTo>
                  <a:pt x="504" y="1100"/>
                </a:lnTo>
                <a:lnTo>
                  <a:pt x="504" y="962"/>
                </a:lnTo>
                <a:lnTo>
                  <a:pt x="485" y="958"/>
                </a:lnTo>
                <a:cubicBezTo>
                  <a:pt x="444" y="948"/>
                  <a:pt x="404" y="932"/>
                  <a:pt x="368" y="909"/>
                </a:cubicBezTo>
                <a:lnTo>
                  <a:pt x="351" y="899"/>
                </a:lnTo>
                <a:lnTo>
                  <a:pt x="254" y="996"/>
                </a:lnTo>
                <a:lnTo>
                  <a:pt x="154" y="896"/>
                </a:lnTo>
                <a:lnTo>
                  <a:pt x="251" y="799"/>
                </a:lnTo>
                <a:lnTo>
                  <a:pt x="241" y="782"/>
                </a:lnTo>
                <a:cubicBezTo>
                  <a:pt x="219" y="746"/>
                  <a:pt x="202" y="706"/>
                  <a:pt x="192" y="665"/>
                </a:cubicBezTo>
                <a:lnTo>
                  <a:pt x="188" y="646"/>
                </a:lnTo>
                <a:lnTo>
                  <a:pt x="50" y="646"/>
                </a:lnTo>
                <a:lnTo>
                  <a:pt x="50" y="504"/>
                </a:lnTo>
                <a:lnTo>
                  <a:pt x="188" y="504"/>
                </a:lnTo>
                <a:lnTo>
                  <a:pt x="192" y="485"/>
                </a:lnTo>
                <a:cubicBezTo>
                  <a:pt x="202" y="444"/>
                  <a:pt x="218" y="404"/>
                  <a:pt x="241" y="368"/>
                </a:cubicBezTo>
                <a:lnTo>
                  <a:pt x="251" y="351"/>
                </a:lnTo>
                <a:lnTo>
                  <a:pt x="154" y="254"/>
                </a:lnTo>
                <a:lnTo>
                  <a:pt x="254" y="154"/>
                </a:lnTo>
                <a:lnTo>
                  <a:pt x="351" y="251"/>
                </a:lnTo>
                <a:lnTo>
                  <a:pt x="368" y="241"/>
                </a:lnTo>
                <a:cubicBezTo>
                  <a:pt x="404" y="219"/>
                  <a:pt x="444" y="202"/>
                  <a:pt x="485" y="192"/>
                </a:cubicBezTo>
                <a:lnTo>
                  <a:pt x="504" y="188"/>
                </a:lnTo>
                <a:lnTo>
                  <a:pt x="504" y="50"/>
                </a:lnTo>
                <a:moveTo>
                  <a:pt x="578" y="383"/>
                </a:moveTo>
                <a:cubicBezTo>
                  <a:pt x="526" y="382"/>
                  <a:pt x="476" y="402"/>
                  <a:pt x="439" y="439"/>
                </a:cubicBezTo>
                <a:cubicBezTo>
                  <a:pt x="364" y="514"/>
                  <a:pt x="364" y="636"/>
                  <a:pt x="439" y="711"/>
                </a:cubicBezTo>
                <a:cubicBezTo>
                  <a:pt x="514" y="786"/>
                  <a:pt x="636" y="786"/>
                  <a:pt x="711" y="711"/>
                </a:cubicBezTo>
                <a:cubicBezTo>
                  <a:pt x="786" y="636"/>
                  <a:pt x="786" y="514"/>
                  <a:pt x="711" y="439"/>
                </a:cubicBezTo>
                <a:cubicBezTo>
                  <a:pt x="676" y="404"/>
                  <a:pt x="628" y="383"/>
                  <a:pt x="578" y="383"/>
                </a:cubicBezTo>
                <a:lnTo>
                  <a:pt x="578" y="383"/>
                </a:lnTo>
                <a:close/>
                <a:moveTo>
                  <a:pt x="577" y="433"/>
                </a:moveTo>
                <a:cubicBezTo>
                  <a:pt x="614" y="433"/>
                  <a:pt x="649" y="448"/>
                  <a:pt x="676" y="474"/>
                </a:cubicBezTo>
                <a:cubicBezTo>
                  <a:pt x="731" y="530"/>
                  <a:pt x="731" y="620"/>
                  <a:pt x="676" y="676"/>
                </a:cubicBezTo>
                <a:cubicBezTo>
                  <a:pt x="620" y="732"/>
                  <a:pt x="530" y="732"/>
                  <a:pt x="474" y="676"/>
                </a:cubicBezTo>
                <a:cubicBezTo>
                  <a:pt x="418" y="620"/>
                  <a:pt x="418" y="530"/>
                  <a:pt x="474" y="474"/>
                </a:cubicBezTo>
                <a:cubicBezTo>
                  <a:pt x="501" y="447"/>
                  <a:pt x="539" y="432"/>
                  <a:pt x="577" y="433"/>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98" name="Production_line11" descr="{&quot;Key&quot;:&quot;POWER_USER_SHAPE_ICON&quot;,&quot;Value&quot;:&quot;POWER_USER_SHAPE_ICON_STYLE_1&quot;}">
            <a:extLst>
              <a:ext uri="{FF2B5EF4-FFF2-40B4-BE49-F238E27FC236}">
                <a16:creationId xmlns:a16="http://schemas.microsoft.com/office/drawing/2014/main" id="{043D3B3B-2F46-253A-4DEB-96680B8E240D}"/>
              </a:ext>
            </a:extLst>
          </p:cNvPr>
          <p:cNvGrpSpPr>
            <a:grpSpLocks noChangeAspect="1"/>
          </p:cNvGrpSpPr>
          <p:nvPr/>
        </p:nvGrpSpPr>
        <p:grpSpPr>
          <a:xfrm>
            <a:off x="6694956" y="1622438"/>
            <a:ext cx="264241" cy="293784"/>
            <a:chOff x="3567114" y="3354388"/>
            <a:chExt cx="255588" cy="284163"/>
          </a:xfrm>
          <a:solidFill>
            <a:schemeClr val="accent1"/>
          </a:solidFill>
        </p:grpSpPr>
        <p:sp>
          <p:nvSpPr>
            <p:cNvPr id="199" name="Freeform 1835">
              <a:extLst>
                <a:ext uri="{FF2B5EF4-FFF2-40B4-BE49-F238E27FC236}">
                  <a16:creationId xmlns:a16="http://schemas.microsoft.com/office/drawing/2014/main" id="{5D1889B7-A868-08F7-A9A6-8301BFD7E3E2}"/>
                </a:ext>
              </a:extLst>
            </p:cNvPr>
            <p:cNvSpPr>
              <a:spLocks/>
            </p:cNvSpPr>
            <p:nvPr/>
          </p:nvSpPr>
          <p:spPr bwMode="auto">
            <a:xfrm>
              <a:off x="3567114" y="3567113"/>
              <a:ext cx="255588" cy="71438"/>
            </a:xfrm>
            <a:custGeom>
              <a:avLst/>
              <a:gdLst>
                <a:gd name="T0" fmla="*/ 1071 w 1243"/>
                <a:gd name="T1" fmla="*/ 328 h 344"/>
                <a:gd name="T2" fmla="*/ 1071 w 1243"/>
                <a:gd name="T3" fmla="*/ 311 h 344"/>
                <a:gd name="T4" fmla="*/ 172 w 1243"/>
                <a:gd name="T5" fmla="*/ 311 h 344"/>
                <a:gd name="T6" fmla="*/ 74 w 1243"/>
                <a:gd name="T7" fmla="*/ 271 h 344"/>
                <a:gd name="T8" fmla="*/ 34 w 1243"/>
                <a:gd name="T9" fmla="*/ 172 h 344"/>
                <a:gd name="T10" fmla="*/ 74 w 1243"/>
                <a:gd name="T11" fmla="*/ 74 h 344"/>
                <a:gd name="T12" fmla="*/ 172 w 1243"/>
                <a:gd name="T13" fmla="*/ 34 h 344"/>
                <a:gd name="T14" fmla="*/ 1071 w 1243"/>
                <a:gd name="T15" fmla="*/ 34 h 344"/>
                <a:gd name="T16" fmla="*/ 1169 w 1243"/>
                <a:gd name="T17" fmla="*/ 74 h 344"/>
                <a:gd name="T18" fmla="*/ 1210 w 1243"/>
                <a:gd name="T19" fmla="*/ 172 h 344"/>
                <a:gd name="T20" fmla="*/ 1169 w 1243"/>
                <a:gd name="T21" fmla="*/ 271 h 344"/>
                <a:gd name="T22" fmla="*/ 1071 w 1243"/>
                <a:gd name="T23" fmla="*/ 311 h 344"/>
                <a:gd name="T24" fmla="*/ 1071 w 1243"/>
                <a:gd name="T25" fmla="*/ 328 h 344"/>
                <a:gd name="T26" fmla="*/ 1071 w 1243"/>
                <a:gd name="T27" fmla="*/ 344 h 344"/>
                <a:gd name="T28" fmla="*/ 1243 w 1243"/>
                <a:gd name="T29" fmla="*/ 172 h 344"/>
                <a:gd name="T30" fmla="*/ 1071 w 1243"/>
                <a:gd name="T31" fmla="*/ 0 h 344"/>
                <a:gd name="T32" fmla="*/ 172 w 1243"/>
                <a:gd name="T33" fmla="*/ 0 h 344"/>
                <a:gd name="T34" fmla="*/ 0 w 1243"/>
                <a:gd name="T35" fmla="*/ 172 h 344"/>
                <a:gd name="T36" fmla="*/ 172 w 1243"/>
                <a:gd name="T37" fmla="*/ 344 h 344"/>
                <a:gd name="T38" fmla="*/ 1071 w 1243"/>
                <a:gd name="T39" fmla="*/ 344 h 344"/>
                <a:gd name="T40" fmla="*/ 1071 w 1243"/>
                <a:gd name="T41" fmla="*/ 32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43" h="344">
                  <a:moveTo>
                    <a:pt x="1071" y="328"/>
                  </a:moveTo>
                  <a:lnTo>
                    <a:pt x="1071" y="311"/>
                  </a:lnTo>
                  <a:lnTo>
                    <a:pt x="172" y="311"/>
                  </a:lnTo>
                  <a:cubicBezTo>
                    <a:pt x="134" y="311"/>
                    <a:pt x="99" y="296"/>
                    <a:pt x="74" y="271"/>
                  </a:cubicBezTo>
                  <a:cubicBezTo>
                    <a:pt x="49" y="245"/>
                    <a:pt x="34" y="211"/>
                    <a:pt x="34" y="172"/>
                  </a:cubicBezTo>
                  <a:cubicBezTo>
                    <a:pt x="34" y="134"/>
                    <a:pt x="49" y="99"/>
                    <a:pt x="74" y="74"/>
                  </a:cubicBezTo>
                  <a:cubicBezTo>
                    <a:pt x="99" y="49"/>
                    <a:pt x="134" y="34"/>
                    <a:pt x="172" y="34"/>
                  </a:cubicBezTo>
                  <a:lnTo>
                    <a:pt x="1071" y="34"/>
                  </a:lnTo>
                  <a:cubicBezTo>
                    <a:pt x="1109" y="34"/>
                    <a:pt x="1144" y="49"/>
                    <a:pt x="1169" y="74"/>
                  </a:cubicBezTo>
                  <a:cubicBezTo>
                    <a:pt x="1194" y="99"/>
                    <a:pt x="1210" y="134"/>
                    <a:pt x="1210" y="172"/>
                  </a:cubicBezTo>
                  <a:cubicBezTo>
                    <a:pt x="1210" y="211"/>
                    <a:pt x="1194" y="245"/>
                    <a:pt x="1169" y="271"/>
                  </a:cubicBezTo>
                  <a:cubicBezTo>
                    <a:pt x="1144" y="296"/>
                    <a:pt x="1109" y="311"/>
                    <a:pt x="1071" y="311"/>
                  </a:cubicBezTo>
                  <a:lnTo>
                    <a:pt x="1071" y="328"/>
                  </a:lnTo>
                  <a:lnTo>
                    <a:pt x="1071" y="344"/>
                  </a:lnTo>
                  <a:cubicBezTo>
                    <a:pt x="1166" y="344"/>
                    <a:pt x="1243" y="267"/>
                    <a:pt x="1243" y="172"/>
                  </a:cubicBezTo>
                  <a:cubicBezTo>
                    <a:pt x="1243" y="77"/>
                    <a:pt x="1166" y="0"/>
                    <a:pt x="1071" y="0"/>
                  </a:cubicBezTo>
                  <a:lnTo>
                    <a:pt x="172" y="0"/>
                  </a:lnTo>
                  <a:cubicBezTo>
                    <a:pt x="77" y="0"/>
                    <a:pt x="0" y="77"/>
                    <a:pt x="0" y="172"/>
                  </a:cubicBezTo>
                  <a:cubicBezTo>
                    <a:pt x="0" y="267"/>
                    <a:pt x="77" y="344"/>
                    <a:pt x="172" y="344"/>
                  </a:cubicBezTo>
                  <a:lnTo>
                    <a:pt x="1071" y="344"/>
                  </a:lnTo>
                  <a:lnTo>
                    <a:pt x="1071" y="3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0" name="Freeform 1836">
              <a:extLst>
                <a:ext uri="{FF2B5EF4-FFF2-40B4-BE49-F238E27FC236}">
                  <a16:creationId xmlns:a16="http://schemas.microsoft.com/office/drawing/2014/main" id="{0BC571C9-2ABE-5EA6-5280-BF0F83888F54}"/>
                </a:ext>
              </a:extLst>
            </p:cNvPr>
            <p:cNvSpPr>
              <a:spLocks/>
            </p:cNvSpPr>
            <p:nvPr/>
          </p:nvSpPr>
          <p:spPr bwMode="auto">
            <a:xfrm>
              <a:off x="3584576"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1" name="Freeform 1837">
              <a:extLst>
                <a:ext uri="{FF2B5EF4-FFF2-40B4-BE49-F238E27FC236}">
                  <a16:creationId xmlns:a16="http://schemas.microsoft.com/office/drawing/2014/main" id="{60748EE2-55FA-BA4D-A07C-77C6D87AFE04}"/>
                </a:ext>
              </a:extLst>
            </p:cNvPr>
            <p:cNvSpPr>
              <a:spLocks/>
            </p:cNvSpPr>
            <p:nvPr/>
          </p:nvSpPr>
          <p:spPr bwMode="auto">
            <a:xfrm>
              <a:off x="3643314"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2" name="Freeform 1838">
              <a:extLst>
                <a:ext uri="{FF2B5EF4-FFF2-40B4-BE49-F238E27FC236}">
                  <a16:creationId xmlns:a16="http://schemas.microsoft.com/office/drawing/2014/main" id="{DA26AB74-0E77-263F-0509-739EA0E7955B}"/>
                </a:ext>
              </a:extLst>
            </p:cNvPr>
            <p:cNvSpPr>
              <a:spLocks/>
            </p:cNvSpPr>
            <p:nvPr/>
          </p:nvSpPr>
          <p:spPr bwMode="auto">
            <a:xfrm>
              <a:off x="3702051"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3" name="Freeform 1839">
              <a:extLst>
                <a:ext uri="{FF2B5EF4-FFF2-40B4-BE49-F238E27FC236}">
                  <a16:creationId xmlns:a16="http://schemas.microsoft.com/office/drawing/2014/main" id="{93A15F5E-362F-6457-FF24-BCBA8AA4E5AF}"/>
                </a:ext>
              </a:extLst>
            </p:cNvPr>
            <p:cNvSpPr>
              <a:spLocks/>
            </p:cNvSpPr>
            <p:nvPr/>
          </p:nvSpPr>
          <p:spPr bwMode="auto">
            <a:xfrm>
              <a:off x="3760789" y="3581401"/>
              <a:ext cx="44450" cy="44450"/>
            </a:xfrm>
            <a:custGeom>
              <a:avLst/>
              <a:gdLst>
                <a:gd name="T0" fmla="*/ 201 w 218"/>
                <a:gd name="T1" fmla="*/ 108 h 217"/>
                <a:gd name="T2" fmla="*/ 185 w 218"/>
                <a:gd name="T3" fmla="*/ 108 h 217"/>
                <a:gd name="T4" fmla="*/ 163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3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3"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3"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4" name="Freeform 1840">
              <a:extLst>
                <a:ext uri="{FF2B5EF4-FFF2-40B4-BE49-F238E27FC236}">
                  <a16:creationId xmlns:a16="http://schemas.microsoft.com/office/drawing/2014/main" id="{A79E5828-623F-B795-F3CB-EB6A171660E6}"/>
                </a:ext>
              </a:extLst>
            </p:cNvPr>
            <p:cNvSpPr>
              <a:spLocks/>
            </p:cNvSpPr>
            <p:nvPr/>
          </p:nvSpPr>
          <p:spPr bwMode="auto">
            <a:xfrm>
              <a:off x="3611564" y="3508376"/>
              <a:ext cx="49213" cy="47625"/>
            </a:xfrm>
            <a:custGeom>
              <a:avLst/>
              <a:gdLst>
                <a:gd name="T0" fmla="*/ 29 w 31"/>
                <a:gd name="T1" fmla="*/ 28 h 30"/>
                <a:gd name="T2" fmla="*/ 29 w 31"/>
                <a:gd name="T3" fmla="*/ 26 h 30"/>
                <a:gd name="T4" fmla="*/ 4 w 31"/>
                <a:gd name="T5" fmla="*/ 26 h 30"/>
                <a:gd name="T6" fmla="*/ 4 w 31"/>
                <a:gd name="T7" fmla="*/ 4 h 30"/>
                <a:gd name="T8" fmla="*/ 27 w 31"/>
                <a:gd name="T9" fmla="*/ 4 h 30"/>
                <a:gd name="T10" fmla="*/ 27 w 31"/>
                <a:gd name="T11" fmla="*/ 28 h 30"/>
                <a:gd name="T12" fmla="*/ 29 w 31"/>
                <a:gd name="T13" fmla="*/ 28 h 30"/>
                <a:gd name="T14" fmla="*/ 29 w 31"/>
                <a:gd name="T15" fmla="*/ 26 h 30"/>
                <a:gd name="T16" fmla="*/ 29 w 31"/>
                <a:gd name="T17" fmla="*/ 28 h 30"/>
                <a:gd name="T18" fmla="*/ 31 w 31"/>
                <a:gd name="T19" fmla="*/ 28 h 30"/>
                <a:gd name="T20" fmla="*/ 31 w 31"/>
                <a:gd name="T21" fmla="*/ 0 h 30"/>
                <a:gd name="T22" fmla="*/ 0 w 31"/>
                <a:gd name="T23" fmla="*/ 0 h 30"/>
                <a:gd name="T24" fmla="*/ 0 w 31"/>
                <a:gd name="T25" fmla="*/ 30 h 30"/>
                <a:gd name="T26" fmla="*/ 31 w 31"/>
                <a:gd name="T27" fmla="*/ 30 h 30"/>
                <a:gd name="T28" fmla="*/ 31 w 31"/>
                <a:gd name="T29" fmla="*/ 28 h 30"/>
                <a:gd name="T30" fmla="*/ 29 w 31"/>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30">
                  <a:moveTo>
                    <a:pt x="29" y="28"/>
                  </a:moveTo>
                  <a:lnTo>
                    <a:pt x="29" y="26"/>
                  </a:lnTo>
                  <a:lnTo>
                    <a:pt x="4" y="26"/>
                  </a:lnTo>
                  <a:lnTo>
                    <a:pt x="4" y="4"/>
                  </a:lnTo>
                  <a:lnTo>
                    <a:pt x="27" y="4"/>
                  </a:lnTo>
                  <a:lnTo>
                    <a:pt x="27" y="28"/>
                  </a:lnTo>
                  <a:lnTo>
                    <a:pt x="29" y="28"/>
                  </a:lnTo>
                  <a:lnTo>
                    <a:pt x="29" y="26"/>
                  </a:lnTo>
                  <a:lnTo>
                    <a:pt x="29" y="28"/>
                  </a:lnTo>
                  <a:lnTo>
                    <a:pt x="31" y="28"/>
                  </a:lnTo>
                  <a:lnTo>
                    <a:pt x="31" y="0"/>
                  </a:lnTo>
                  <a:lnTo>
                    <a:pt x="0" y="0"/>
                  </a:lnTo>
                  <a:lnTo>
                    <a:pt x="0" y="30"/>
                  </a:lnTo>
                  <a:lnTo>
                    <a:pt x="31" y="30"/>
                  </a:lnTo>
                  <a:lnTo>
                    <a:pt x="31"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5" name="Freeform 1841">
              <a:extLst>
                <a:ext uri="{FF2B5EF4-FFF2-40B4-BE49-F238E27FC236}">
                  <a16:creationId xmlns:a16="http://schemas.microsoft.com/office/drawing/2014/main" id="{FAB97EC9-B6A6-BCBF-D677-1B772190BF0F}"/>
                </a:ext>
              </a:extLst>
            </p:cNvPr>
            <p:cNvSpPr>
              <a:spLocks/>
            </p:cNvSpPr>
            <p:nvPr/>
          </p:nvSpPr>
          <p:spPr bwMode="auto">
            <a:xfrm>
              <a:off x="3611564" y="3508376"/>
              <a:ext cx="49213" cy="28575"/>
            </a:xfrm>
            <a:custGeom>
              <a:avLst/>
              <a:gdLst>
                <a:gd name="T0" fmla="*/ 0 w 31"/>
                <a:gd name="T1" fmla="*/ 3 h 18"/>
                <a:gd name="T2" fmla="*/ 16 w 31"/>
                <a:gd name="T3" fmla="*/ 18 h 18"/>
                <a:gd name="T4" fmla="*/ 31 w 31"/>
                <a:gd name="T5" fmla="*/ 3 h 18"/>
                <a:gd name="T6" fmla="*/ 28 w 31"/>
                <a:gd name="T7" fmla="*/ 0 h 18"/>
                <a:gd name="T8" fmla="*/ 16 w 31"/>
                <a:gd name="T9" fmla="*/ 12 h 18"/>
                <a:gd name="T10" fmla="*/ 3 w 31"/>
                <a:gd name="T11" fmla="*/ 0 h 18"/>
                <a:gd name="T12" fmla="*/ 0 w 31"/>
                <a:gd name="T13" fmla="*/ 3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0" y="3"/>
                  </a:moveTo>
                  <a:lnTo>
                    <a:pt x="16" y="18"/>
                  </a:lnTo>
                  <a:lnTo>
                    <a:pt x="31" y="3"/>
                  </a:lnTo>
                  <a:lnTo>
                    <a:pt x="28" y="0"/>
                  </a:lnTo>
                  <a:lnTo>
                    <a:pt x="16" y="12"/>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6" name="Freeform 1842">
              <a:extLst>
                <a:ext uri="{FF2B5EF4-FFF2-40B4-BE49-F238E27FC236}">
                  <a16:creationId xmlns:a16="http://schemas.microsoft.com/office/drawing/2014/main" id="{0892DEE0-C14B-F636-1856-5C3361478F68}"/>
                </a:ext>
              </a:extLst>
            </p:cNvPr>
            <p:cNvSpPr>
              <a:spLocks/>
            </p:cNvSpPr>
            <p:nvPr/>
          </p:nvSpPr>
          <p:spPr bwMode="auto">
            <a:xfrm>
              <a:off x="3675064" y="3525838"/>
              <a:ext cx="50800" cy="49213"/>
            </a:xfrm>
            <a:custGeom>
              <a:avLst/>
              <a:gdLst>
                <a:gd name="T0" fmla="*/ 30 w 32"/>
                <a:gd name="T1" fmla="*/ 28 h 31"/>
                <a:gd name="T2" fmla="*/ 30 w 32"/>
                <a:gd name="T3" fmla="*/ 26 h 31"/>
                <a:gd name="T4" fmla="*/ 5 w 32"/>
                <a:gd name="T5" fmla="*/ 26 h 31"/>
                <a:gd name="T6" fmla="*/ 5 w 32"/>
                <a:gd name="T7" fmla="*/ 5 h 31"/>
                <a:gd name="T8" fmla="*/ 28 w 32"/>
                <a:gd name="T9" fmla="*/ 5 h 31"/>
                <a:gd name="T10" fmla="*/ 28 w 32"/>
                <a:gd name="T11" fmla="*/ 28 h 31"/>
                <a:gd name="T12" fmla="*/ 30 w 32"/>
                <a:gd name="T13" fmla="*/ 28 h 31"/>
                <a:gd name="T14" fmla="*/ 30 w 32"/>
                <a:gd name="T15" fmla="*/ 26 h 31"/>
                <a:gd name="T16" fmla="*/ 30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30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30" y="28"/>
                  </a:moveTo>
                  <a:lnTo>
                    <a:pt x="30" y="26"/>
                  </a:lnTo>
                  <a:lnTo>
                    <a:pt x="5" y="26"/>
                  </a:lnTo>
                  <a:lnTo>
                    <a:pt x="5" y="5"/>
                  </a:lnTo>
                  <a:lnTo>
                    <a:pt x="28" y="5"/>
                  </a:lnTo>
                  <a:lnTo>
                    <a:pt x="28" y="28"/>
                  </a:lnTo>
                  <a:lnTo>
                    <a:pt x="30" y="28"/>
                  </a:lnTo>
                  <a:lnTo>
                    <a:pt x="30" y="26"/>
                  </a:lnTo>
                  <a:lnTo>
                    <a:pt x="30" y="28"/>
                  </a:lnTo>
                  <a:lnTo>
                    <a:pt x="32" y="28"/>
                  </a:lnTo>
                  <a:lnTo>
                    <a:pt x="32" y="0"/>
                  </a:lnTo>
                  <a:lnTo>
                    <a:pt x="0" y="0"/>
                  </a:lnTo>
                  <a:lnTo>
                    <a:pt x="0" y="31"/>
                  </a:lnTo>
                  <a:lnTo>
                    <a:pt x="32" y="31"/>
                  </a:lnTo>
                  <a:lnTo>
                    <a:pt x="32" y="28"/>
                  </a:lnTo>
                  <a:lnTo>
                    <a:pt x="30"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7" name="Freeform 1843">
              <a:extLst>
                <a:ext uri="{FF2B5EF4-FFF2-40B4-BE49-F238E27FC236}">
                  <a16:creationId xmlns:a16="http://schemas.microsoft.com/office/drawing/2014/main" id="{96D01884-FE79-7CE5-5399-80EDB1A7E9E2}"/>
                </a:ext>
              </a:extLst>
            </p:cNvPr>
            <p:cNvSpPr>
              <a:spLocks/>
            </p:cNvSpPr>
            <p:nvPr/>
          </p:nvSpPr>
          <p:spPr bwMode="auto">
            <a:xfrm>
              <a:off x="3676651" y="3527426"/>
              <a:ext cx="47625" cy="26988"/>
            </a:xfrm>
            <a:custGeom>
              <a:avLst/>
              <a:gdLst>
                <a:gd name="T0" fmla="*/ 0 w 30"/>
                <a:gd name="T1" fmla="*/ 3 h 17"/>
                <a:gd name="T2" fmla="*/ 15 w 30"/>
                <a:gd name="T3" fmla="*/ 17 h 17"/>
                <a:gd name="T4" fmla="*/ 30 w 30"/>
                <a:gd name="T5" fmla="*/ 3 h 17"/>
                <a:gd name="T6" fmla="*/ 27 w 30"/>
                <a:gd name="T7" fmla="*/ 0 h 17"/>
                <a:gd name="T8" fmla="*/ 15 w 30"/>
                <a:gd name="T9" fmla="*/ 11 h 17"/>
                <a:gd name="T10" fmla="*/ 3 w 30"/>
                <a:gd name="T11" fmla="*/ 0 h 17"/>
                <a:gd name="T12" fmla="*/ 0 w 30"/>
                <a:gd name="T13" fmla="*/ 3 h 17"/>
              </a:gdLst>
              <a:ahLst/>
              <a:cxnLst>
                <a:cxn ang="0">
                  <a:pos x="T0" y="T1"/>
                </a:cxn>
                <a:cxn ang="0">
                  <a:pos x="T2" y="T3"/>
                </a:cxn>
                <a:cxn ang="0">
                  <a:pos x="T4" y="T5"/>
                </a:cxn>
                <a:cxn ang="0">
                  <a:pos x="T6" y="T7"/>
                </a:cxn>
                <a:cxn ang="0">
                  <a:pos x="T8" y="T9"/>
                </a:cxn>
                <a:cxn ang="0">
                  <a:pos x="T10" y="T11"/>
                </a:cxn>
                <a:cxn ang="0">
                  <a:pos x="T12" y="T13"/>
                </a:cxn>
              </a:cxnLst>
              <a:rect l="0" t="0" r="r" b="b"/>
              <a:pathLst>
                <a:path w="30" h="17">
                  <a:moveTo>
                    <a:pt x="0" y="3"/>
                  </a:moveTo>
                  <a:lnTo>
                    <a:pt x="15" y="17"/>
                  </a:lnTo>
                  <a:lnTo>
                    <a:pt x="30" y="3"/>
                  </a:lnTo>
                  <a:lnTo>
                    <a:pt x="27" y="0"/>
                  </a:lnTo>
                  <a:lnTo>
                    <a:pt x="15" y="11"/>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1844">
              <a:extLst>
                <a:ext uri="{FF2B5EF4-FFF2-40B4-BE49-F238E27FC236}">
                  <a16:creationId xmlns:a16="http://schemas.microsoft.com/office/drawing/2014/main" id="{82883E22-FF69-4C6A-AB59-8513B882333A}"/>
                </a:ext>
              </a:extLst>
            </p:cNvPr>
            <p:cNvSpPr>
              <a:spLocks/>
            </p:cNvSpPr>
            <p:nvPr/>
          </p:nvSpPr>
          <p:spPr bwMode="auto">
            <a:xfrm>
              <a:off x="3740151" y="3525838"/>
              <a:ext cx="50800" cy="49213"/>
            </a:xfrm>
            <a:custGeom>
              <a:avLst/>
              <a:gdLst>
                <a:gd name="T0" fmla="*/ 29 w 32"/>
                <a:gd name="T1" fmla="*/ 28 h 31"/>
                <a:gd name="T2" fmla="*/ 29 w 32"/>
                <a:gd name="T3" fmla="*/ 26 h 31"/>
                <a:gd name="T4" fmla="*/ 4 w 32"/>
                <a:gd name="T5" fmla="*/ 26 h 31"/>
                <a:gd name="T6" fmla="*/ 4 w 32"/>
                <a:gd name="T7" fmla="*/ 5 h 31"/>
                <a:gd name="T8" fmla="*/ 27 w 32"/>
                <a:gd name="T9" fmla="*/ 5 h 31"/>
                <a:gd name="T10" fmla="*/ 27 w 32"/>
                <a:gd name="T11" fmla="*/ 28 h 31"/>
                <a:gd name="T12" fmla="*/ 29 w 32"/>
                <a:gd name="T13" fmla="*/ 28 h 31"/>
                <a:gd name="T14" fmla="*/ 29 w 32"/>
                <a:gd name="T15" fmla="*/ 26 h 31"/>
                <a:gd name="T16" fmla="*/ 29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29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29" y="28"/>
                  </a:moveTo>
                  <a:lnTo>
                    <a:pt x="29" y="26"/>
                  </a:lnTo>
                  <a:lnTo>
                    <a:pt x="4" y="26"/>
                  </a:lnTo>
                  <a:lnTo>
                    <a:pt x="4" y="5"/>
                  </a:lnTo>
                  <a:lnTo>
                    <a:pt x="27" y="5"/>
                  </a:lnTo>
                  <a:lnTo>
                    <a:pt x="27" y="28"/>
                  </a:lnTo>
                  <a:lnTo>
                    <a:pt x="29" y="28"/>
                  </a:lnTo>
                  <a:lnTo>
                    <a:pt x="29" y="26"/>
                  </a:lnTo>
                  <a:lnTo>
                    <a:pt x="29" y="28"/>
                  </a:lnTo>
                  <a:lnTo>
                    <a:pt x="32" y="28"/>
                  </a:lnTo>
                  <a:lnTo>
                    <a:pt x="32" y="0"/>
                  </a:lnTo>
                  <a:lnTo>
                    <a:pt x="0" y="0"/>
                  </a:lnTo>
                  <a:lnTo>
                    <a:pt x="0" y="31"/>
                  </a:lnTo>
                  <a:lnTo>
                    <a:pt x="32" y="31"/>
                  </a:lnTo>
                  <a:lnTo>
                    <a:pt x="32"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1845">
              <a:extLst>
                <a:ext uri="{FF2B5EF4-FFF2-40B4-BE49-F238E27FC236}">
                  <a16:creationId xmlns:a16="http://schemas.microsoft.com/office/drawing/2014/main" id="{4E84A9AA-F94B-9D04-97C6-D1A47779494E}"/>
                </a:ext>
              </a:extLst>
            </p:cNvPr>
            <p:cNvSpPr>
              <a:spLocks/>
            </p:cNvSpPr>
            <p:nvPr/>
          </p:nvSpPr>
          <p:spPr bwMode="auto">
            <a:xfrm>
              <a:off x="3741739" y="3527426"/>
              <a:ext cx="47625" cy="26988"/>
            </a:xfrm>
            <a:custGeom>
              <a:avLst/>
              <a:gdLst>
                <a:gd name="T0" fmla="*/ 0 w 233"/>
                <a:gd name="T1" fmla="*/ 25 h 136"/>
                <a:gd name="T2" fmla="*/ 117 w 233"/>
                <a:gd name="T3" fmla="*/ 136 h 136"/>
                <a:gd name="T4" fmla="*/ 233 w 233"/>
                <a:gd name="T5" fmla="*/ 25 h 136"/>
                <a:gd name="T6" fmla="*/ 210 w 233"/>
                <a:gd name="T7" fmla="*/ 0 h 136"/>
                <a:gd name="T8" fmla="*/ 117 w 233"/>
                <a:gd name="T9" fmla="*/ 90 h 136"/>
                <a:gd name="T10" fmla="*/ 24 w 233"/>
                <a:gd name="T11" fmla="*/ 0 h 136"/>
                <a:gd name="T12" fmla="*/ 1 w 233"/>
                <a:gd name="T13" fmla="*/ 25 h 136"/>
              </a:gdLst>
              <a:ahLst/>
              <a:cxnLst>
                <a:cxn ang="0">
                  <a:pos x="T0" y="T1"/>
                </a:cxn>
                <a:cxn ang="0">
                  <a:pos x="T2" y="T3"/>
                </a:cxn>
                <a:cxn ang="0">
                  <a:pos x="T4" y="T5"/>
                </a:cxn>
                <a:cxn ang="0">
                  <a:pos x="T6" y="T7"/>
                </a:cxn>
                <a:cxn ang="0">
                  <a:pos x="T8" y="T9"/>
                </a:cxn>
                <a:cxn ang="0">
                  <a:pos x="T10" y="T11"/>
                </a:cxn>
                <a:cxn ang="0">
                  <a:pos x="T12" y="T13"/>
                </a:cxn>
              </a:cxnLst>
              <a:rect l="0" t="0" r="r" b="b"/>
              <a:pathLst>
                <a:path w="233" h="136">
                  <a:moveTo>
                    <a:pt x="0" y="25"/>
                  </a:moveTo>
                  <a:lnTo>
                    <a:pt x="117" y="136"/>
                  </a:lnTo>
                  <a:lnTo>
                    <a:pt x="233" y="25"/>
                  </a:lnTo>
                  <a:lnTo>
                    <a:pt x="210" y="0"/>
                  </a:lnTo>
                  <a:lnTo>
                    <a:pt x="117" y="90"/>
                  </a:lnTo>
                  <a:lnTo>
                    <a:pt x="24" y="0"/>
                  </a:lnTo>
                  <a:lnTo>
                    <a:pt x="1" y="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1846">
              <a:extLst>
                <a:ext uri="{FF2B5EF4-FFF2-40B4-BE49-F238E27FC236}">
                  <a16:creationId xmlns:a16="http://schemas.microsoft.com/office/drawing/2014/main" id="{51B48BEE-DFCF-8F9F-713D-28E397D6C8CD}"/>
                </a:ext>
              </a:extLst>
            </p:cNvPr>
            <p:cNvSpPr>
              <a:spLocks/>
            </p:cNvSpPr>
            <p:nvPr/>
          </p:nvSpPr>
          <p:spPr bwMode="auto">
            <a:xfrm>
              <a:off x="3644901" y="3354388"/>
              <a:ext cx="74613" cy="39688"/>
            </a:xfrm>
            <a:custGeom>
              <a:avLst/>
              <a:gdLst>
                <a:gd name="T0" fmla="*/ 341 w 358"/>
                <a:gd name="T1" fmla="*/ 17 h 196"/>
                <a:gd name="T2" fmla="*/ 325 w 358"/>
                <a:gd name="T3" fmla="*/ 17 h 196"/>
                <a:gd name="T4" fmla="*/ 207 w 358"/>
                <a:gd name="T5" fmla="*/ 160 h 196"/>
                <a:gd name="T6" fmla="*/ 207 w 358"/>
                <a:gd name="T7" fmla="*/ 160 h 196"/>
                <a:gd name="T8" fmla="*/ 179 w 358"/>
                <a:gd name="T9" fmla="*/ 162 h 196"/>
                <a:gd name="T10" fmla="*/ 150 w 358"/>
                <a:gd name="T11" fmla="*/ 160 h 196"/>
                <a:gd name="T12" fmla="*/ 150 w 358"/>
                <a:gd name="T13" fmla="*/ 160 h 196"/>
                <a:gd name="T14" fmla="*/ 33 w 358"/>
                <a:gd name="T15" fmla="*/ 17 h 196"/>
                <a:gd name="T16" fmla="*/ 16 w 358"/>
                <a:gd name="T17" fmla="*/ 17 h 196"/>
                <a:gd name="T18" fmla="*/ 16 w 358"/>
                <a:gd name="T19" fmla="*/ 33 h 196"/>
                <a:gd name="T20" fmla="*/ 341 w 358"/>
                <a:gd name="T21" fmla="*/ 33 h 196"/>
                <a:gd name="T22" fmla="*/ 341 w 358"/>
                <a:gd name="T23" fmla="*/ 17 h 196"/>
                <a:gd name="T24" fmla="*/ 325 w 358"/>
                <a:gd name="T25" fmla="*/ 17 h 196"/>
                <a:gd name="T26" fmla="*/ 341 w 358"/>
                <a:gd name="T27" fmla="*/ 17 h 196"/>
                <a:gd name="T28" fmla="*/ 341 w 358"/>
                <a:gd name="T29" fmla="*/ 0 h 196"/>
                <a:gd name="T30" fmla="*/ 0 w 358"/>
                <a:gd name="T31" fmla="*/ 0 h 196"/>
                <a:gd name="T32" fmla="*/ 0 w 358"/>
                <a:gd name="T33" fmla="*/ 17 h 196"/>
                <a:gd name="T34" fmla="*/ 144 w 358"/>
                <a:gd name="T35" fmla="*/ 192 h 196"/>
                <a:gd name="T36" fmla="*/ 144 w 358"/>
                <a:gd name="T37" fmla="*/ 192 h 196"/>
                <a:gd name="T38" fmla="*/ 179 w 358"/>
                <a:gd name="T39" fmla="*/ 196 h 196"/>
                <a:gd name="T40" fmla="*/ 214 w 358"/>
                <a:gd name="T41" fmla="*/ 192 h 196"/>
                <a:gd name="T42" fmla="*/ 214 w 358"/>
                <a:gd name="T43" fmla="*/ 192 h 196"/>
                <a:gd name="T44" fmla="*/ 358 w 358"/>
                <a:gd name="T45" fmla="*/ 17 h 196"/>
                <a:gd name="T46" fmla="*/ 358 w 358"/>
                <a:gd name="T47" fmla="*/ 0 h 196"/>
                <a:gd name="T48" fmla="*/ 341 w 358"/>
                <a:gd name="T49" fmla="*/ 0 h 196"/>
                <a:gd name="T50" fmla="*/ 341 w 358"/>
                <a:gd name="T51" fmla="*/ 17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8" h="196">
                  <a:moveTo>
                    <a:pt x="341" y="17"/>
                  </a:moveTo>
                  <a:lnTo>
                    <a:pt x="325" y="17"/>
                  </a:lnTo>
                  <a:cubicBezTo>
                    <a:pt x="325" y="87"/>
                    <a:pt x="274" y="146"/>
                    <a:pt x="207" y="160"/>
                  </a:cubicBezTo>
                  <a:lnTo>
                    <a:pt x="207" y="160"/>
                  </a:lnTo>
                  <a:cubicBezTo>
                    <a:pt x="198" y="162"/>
                    <a:pt x="189" y="162"/>
                    <a:pt x="179" y="162"/>
                  </a:cubicBezTo>
                  <a:cubicBezTo>
                    <a:pt x="169" y="162"/>
                    <a:pt x="159" y="162"/>
                    <a:pt x="150" y="160"/>
                  </a:cubicBezTo>
                  <a:lnTo>
                    <a:pt x="150" y="160"/>
                  </a:lnTo>
                  <a:cubicBezTo>
                    <a:pt x="84" y="146"/>
                    <a:pt x="33" y="87"/>
                    <a:pt x="33" y="17"/>
                  </a:cubicBezTo>
                  <a:lnTo>
                    <a:pt x="16" y="17"/>
                  </a:lnTo>
                  <a:lnTo>
                    <a:pt x="16" y="33"/>
                  </a:lnTo>
                  <a:lnTo>
                    <a:pt x="341" y="33"/>
                  </a:lnTo>
                  <a:lnTo>
                    <a:pt x="341" y="17"/>
                  </a:lnTo>
                  <a:lnTo>
                    <a:pt x="325" y="17"/>
                  </a:lnTo>
                  <a:lnTo>
                    <a:pt x="341" y="17"/>
                  </a:lnTo>
                  <a:lnTo>
                    <a:pt x="341" y="0"/>
                  </a:lnTo>
                  <a:lnTo>
                    <a:pt x="0" y="0"/>
                  </a:lnTo>
                  <a:lnTo>
                    <a:pt x="0" y="17"/>
                  </a:lnTo>
                  <a:cubicBezTo>
                    <a:pt x="0" y="104"/>
                    <a:pt x="62" y="176"/>
                    <a:pt x="144" y="192"/>
                  </a:cubicBezTo>
                  <a:lnTo>
                    <a:pt x="144" y="192"/>
                  </a:lnTo>
                  <a:cubicBezTo>
                    <a:pt x="155" y="195"/>
                    <a:pt x="167" y="196"/>
                    <a:pt x="179" y="196"/>
                  </a:cubicBezTo>
                  <a:cubicBezTo>
                    <a:pt x="191" y="196"/>
                    <a:pt x="203" y="195"/>
                    <a:pt x="214" y="192"/>
                  </a:cubicBezTo>
                  <a:lnTo>
                    <a:pt x="214" y="192"/>
                  </a:lnTo>
                  <a:cubicBezTo>
                    <a:pt x="296" y="176"/>
                    <a:pt x="358" y="103"/>
                    <a:pt x="358" y="17"/>
                  </a:cubicBezTo>
                  <a:lnTo>
                    <a:pt x="358" y="0"/>
                  </a:lnTo>
                  <a:lnTo>
                    <a:pt x="341" y="0"/>
                  </a:lnTo>
                  <a:lnTo>
                    <a:pt x="341" y="1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847">
              <a:extLst>
                <a:ext uri="{FF2B5EF4-FFF2-40B4-BE49-F238E27FC236}">
                  <a16:creationId xmlns:a16="http://schemas.microsoft.com/office/drawing/2014/main" id="{4C89E2C6-525C-D07B-A65E-796DA94B3EBE}"/>
                </a:ext>
              </a:extLst>
            </p:cNvPr>
            <p:cNvSpPr>
              <a:spLocks/>
            </p:cNvSpPr>
            <p:nvPr/>
          </p:nvSpPr>
          <p:spPr bwMode="auto">
            <a:xfrm>
              <a:off x="3663951" y="3430588"/>
              <a:ext cx="36513" cy="34925"/>
            </a:xfrm>
            <a:custGeom>
              <a:avLst/>
              <a:gdLst>
                <a:gd name="T0" fmla="*/ 157 w 174"/>
                <a:gd name="T1" fmla="*/ 87 h 174"/>
                <a:gd name="T2" fmla="*/ 141 w 174"/>
                <a:gd name="T3" fmla="*/ 87 h 174"/>
                <a:gd name="T4" fmla="*/ 87 w 174"/>
                <a:gd name="T5" fmla="*/ 141 h 174"/>
                <a:gd name="T6" fmla="*/ 63 w 174"/>
                <a:gd name="T7" fmla="*/ 136 h 174"/>
                <a:gd name="T8" fmla="*/ 63 w 174"/>
                <a:gd name="T9" fmla="*/ 136 h 174"/>
                <a:gd name="T10" fmla="*/ 34 w 174"/>
                <a:gd name="T11" fmla="*/ 97 h 174"/>
                <a:gd name="T12" fmla="*/ 34 w 174"/>
                <a:gd name="T13" fmla="*/ 97 h 174"/>
                <a:gd name="T14" fmla="*/ 33 w 174"/>
                <a:gd name="T15" fmla="*/ 87 h 174"/>
                <a:gd name="T16" fmla="*/ 62 w 174"/>
                <a:gd name="T17" fmla="*/ 40 h 174"/>
                <a:gd name="T18" fmla="*/ 63 w 174"/>
                <a:gd name="T19" fmla="*/ 39 h 174"/>
                <a:gd name="T20" fmla="*/ 87 w 174"/>
                <a:gd name="T21" fmla="*/ 34 h 174"/>
                <a:gd name="T22" fmla="*/ 111 w 174"/>
                <a:gd name="T23" fmla="*/ 39 h 174"/>
                <a:gd name="T24" fmla="*/ 111 w 174"/>
                <a:gd name="T25" fmla="*/ 39 h 174"/>
                <a:gd name="T26" fmla="*/ 141 w 174"/>
                <a:gd name="T27" fmla="*/ 87 h 174"/>
                <a:gd name="T28" fmla="*/ 157 w 174"/>
                <a:gd name="T29" fmla="*/ 87 h 174"/>
                <a:gd name="T30" fmla="*/ 174 w 174"/>
                <a:gd name="T31" fmla="*/ 87 h 174"/>
                <a:gd name="T32" fmla="*/ 126 w 174"/>
                <a:gd name="T33" fmla="*/ 10 h 174"/>
                <a:gd name="T34" fmla="*/ 126 w 174"/>
                <a:gd name="T35" fmla="*/ 10 h 174"/>
                <a:gd name="T36" fmla="*/ 87 w 174"/>
                <a:gd name="T37" fmla="*/ 0 h 174"/>
                <a:gd name="T38" fmla="*/ 47 w 174"/>
                <a:gd name="T39" fmla="*/ 10 h 174"/>
                <a:gd name="T40" fmla="*/ 55 w 174"/>
                <a:gd name="T41" fmla="*/ 25 h 174"/>
                <a:gd name="T42" fmla="*/ 47 w 174"/>
                <a:gd name="T43" fmla="*/ 10 h 174"/>
                <a:gd name="T44" fmla="*/ 0 w 174"/>
                <a:gd name="T45" fmla="*/ 87 h 174"/>
                <a:gd name="T46" fmla="*/ 1 w 174"/>
                <a:gd name="T47" fmla="*/ 103 h 174"/>
                <a:gd name="T48" fmla="*/ 17 w 174"/>
                <a:gd name="T49" fmla="*/ 100 h 174"/>
                <a:gd name="T50" fmla="*/ 1 w 174"/>
                <a:gd name="T51" fmla="*/ 103 h 174"/>
                <a:gd name="T52" fmla="*/ 49 w 174"/>
                <a:gd name="T53" fmla="*/ 166 h 174"/>
                <a:gd name="T54" fmla="*/ 56 w 174"/>
                <a:gd name="T55" fmla="*/ 151 h 174"/>
                <a:gd name="T56" fmla="*/ 48 w 174"/>
                <a:gd name="T57" fmla="*/ 165 h 174"/>
                <a:gd name="T58" fmla="*/ 87 w 174"/>
                <a:gd name="T59" fmla="*/ 174 h 174"/>
                <a:gd name="T60" fmla="*/ 174 w 174"/>
                <a:gd name="T61" fmla="*/ 87 h 174"/>
                <a:gd name="T62" fmla="*/ 157 w 174"/>
                <a:gd name="T63" fmla="*/ 87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174">
                  <a:moveTo>
                    <a:pt x="157" y="87"/>
                  </a:moveTo>
                  <a:lnTo>
                    <a:pt x="141" y="87"/>
                  </a:lnTo>
                  <a:cubicBezTo>
                    <a:pt x="141" y="117"/>
                    <a:pt x="117" y="141"/>
                    <a:pt x="87" y="141"/>
                  </a:cubicBezTo>
                  <a:cubicBezTo>
                    <a:pt x="78" y="141"/>
                    <a:pt x="70" y="139"/>
                    <a:pt x="63" y="136"/>
                  </a:cubicBezTo>
                  <a:lnTo>
                    <a:pt x="63" y="136"/>
                  </a:lnTo>
                  <a:cubicBezTo>
                    <a:pt x="48" y="128"/>
                    <a:pt x="37" y="114"/>
                    <a:pt x="34" y="97"/>
                  </a:cubicBezTo>
                  <a:lnTo>
                    <a:pt x="34" y="97"/>
                  </a:lnTo>
                  <a:cubicBezTo>
                    <a:pt x="33" y="94"/>
                    <a:pt x="33" y="91"/>
                    <a:pt x="33" y="87"/>
                  </a:cubicBezTo>
                  <a:cubicBezTo>
                    <a:pt x="33" y="66"/>
                    <a:pt x="45" y="48"/>
                    <a:pt x="62" y="40"/>
                  </a:cubicBezTo>
                  <a:lnTo>
                    <a:pt x="63" y="39"/>
                  </a:lnTo>
                  <a:cubicBezTo>
                    <a:pt x="70" y="36"/>
                    <a:pt x="78" y="34"/>
                    <a:pt x="87" y="34"/>
                  </a:cubicBezTo>
                  <a:cubicBezTo>
                    <a:pt x="96" y="34"/>
                    <a:pt x="104" y="36"/>
                    <a:pt x="111" y="39"/>
                  </a:cubicBezTo>
                  <a:lnTo>
                    <a:pt x="111" y="39"/>
                  </a:lnTo>
                  <a:cubicBezTo>
                    <a:pt x="129" y="48"/>
                    <a:pt x="141" y="66"/>
                    <a:pt x="141" y="87"/>
                  </a:cubicBezTo>
                  <a:lnTo>
                    <a:pt x="157" y="87"/>
                  </a:lnTo>
                  <a:lnTo>
                    <a:pt x="174" y="87"/>
                  </a:lnTo>
                  <a:cubicBezTo>
                    <a:pt x="174" y="53"/>
                    <a:pt x="155" y="24"/>
                    <a:pt x="126" y="10"/>
                  </a:cubicBezTo>
                  <a:lnTo>
                    <a:pt x="126" y="10"/>
                  </a:lnTo>
                  <a:cubicBezTo>
                    <a:pt x="114" y="4"/>
                    <a:pt x="101" y="0"/>
                    <a:pt x="87" y="0"/>
                  </a:cubicBezTo>
                  <a:cubicBezTo>
                    <a:pt x="73" y="0"/>
                    <a:pt x="59" y="4"/>
                    <a:pt x="47" y="10"/>
                  </a:cubicBezTo>
                  <a:lnTo>
                    <a:pt x="55" y="25"/>
                  </a:lnTo>
                  <a:lnTo>
                    <a:pt x="47" y="10"/>
                  </a:lnTo>
                  <a:cubicBezTo>
                    <a:pt x="19" y="24"/>
                    <a:pt x="0" y="54"/>
                    <a:pt x="0" y="87"/>
                  </a:cubicBezTo>
                  <a:cubicBezTo>
                    <a:pt x="0" y="92"/>
                    <a:pt x="0" y="98"/>
                    <a:pt x="1" y="103"/>
                  </a:cubicBezTo>
                  <a:lnTo>
                    <a:pt x="17" y="100"/>
                  </a:lnTo>
                  <a:lnTo>
                    <a:pt x="1" y="103"/>
                  </a:lnTo>
                  <a:cubicBezTo>
                    <a:pt x="6" y="131"/>
                    <a:pt x="24" y="154"/>
                    <a:pt x="49" y="166"/>
                  </a:cubicBezTo>
                  <a:lnTo>
                    <a:pt x="56" y="151"/>
                  </a:lnTo>
                  <a:lnTo>
                    <a:pt x="48" y="165"/>
                  </a:lnTo>
                  <a:cubicBezTo>
                    <a:pt x="60" y="171"/>
                    <a:pt x="73" y="174"/>
                    <a:pt x="87" y="174"/>
                  </a:cubicBezTo>
                  <a:cubicBezTo>
                    <a:pt x="135" y="174"/>
                    <a:pt x="174" y="136"/>
                    <a:pt x="174" y="87"/>
                  </a:cubicBezTo>
                  <a:lnTo>
                    <a:pt x="157" y="8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848">
              <a:extLst>
                <a:ext uri="{FF2B5EF4-FFF2-40B4-BE49-F238E27FC236}">
                  <a16:creationId xmlns:a16="http://schemas.microsoft.com/office/drawing/2014/main" id="{4430CD8A-A713-E2F8-93D0-27D282BBB065}"/>
                </a:ext>
              </a:extLst>
            </p:cNvPr>
            <p:cNvSpPr>
              <a:spLocks/>
            </p:cNvSpPr>
            <p:nvPr/>
          </p:nvSpPr>
          <p:spPr bwMode="auto">
            <a:xfrm>
              <a:off x="3622676" y="3444876"/>
              <a:ext cx="60325" cy="41275"/>
            </a:xfrm>
            <a:custGeom>
              <a:avLst/>
              <a:gdLst>
                <a:gd name="T0" fmla="*/ 258 w 290"/>
                <a:gd name="T1" fmla="*/ 81 h 199"/>
                <a:gd name="T2" fmla="*/ 248 w 290"/>
                <a:gd name="T3" fmla="*/ 67 h 199"/>
                <a:gd name="T4" fmla="*/ 120 w 290"/>
                <a:gd name="T5" fmla="*/ 164 h 199"/>
                <a:gd name="T6" fmla="*/ 130 w 290"/>
                <a:gd name="T7" fmla="*/ 177 h 199"/>
                <a:gd name="T8" fmla="*/ 141 w 290"/>
                <a:gd name="T9" fmla="*/ 165 h 199"/>
                <a:gd name="T10" fmla="*/ 64 w 290"/>
                <a:gd name="T11" fmla="*/ 136 h 199"/>
                <a:gd name="T12" fmla="*/ 55 w 290"/>
                <a:gd name="T13" fmla="*/ 136 h 199"/>
                <a:gd name="T14" fmla="*/ 57 w 290"/>
                <a:gd name="T15" fmla="*/ 153 h 199"/>
                <a:gd name="T16" fmla="*/ 67 w 290"/>
                <a:gd name="T17" fmla="*/ 166 h 199"/>
                <a:gd name="T18" fmla="*/ 229 w 290"/>
                <a:gd name="T19" fmla="*/ 43 h 199"/>
                <a:gd name="T20" fmla="*/ 219 w 290"/>
                <a:gd name="T21" fmla="*/ 30 h 199"/>
                <a:gd name="T22" fmla="*/ 203 w 290"/>
                <a:gd name="T23" fmla="*/ 33 h 199"/>
                <a:gd name="T24" fmla="*/ 251 w 290"/>
                <a:gd name="T25" fmla="*/ 96 h 199"/>
                <a:gd name="T26" fmla="*/ 258 w 290"/>
                <a:gd name="T27" fmla="*/ 81 h 199"/>
                <a:gd name="T28" fmla="*/ 248 w 290"/>
                <a:gd name="T29" fmla="*/ 67 h 199"/>
                <a:gd name="T30" fmla="*/ 258 w 290"/>
                <a:gd name="T31" fmla="*/ 81 h 199"/>
                <a:gd name="T32" fmla="*/ 265 w 290"/>
                <a:gd name="T33" fmla="*/ 66 h 199"/>
                <a:gd name="T34" fmla="*/ 236 w 290"/>
                <a:gd name="T35" fmla="*/ 27 h 199"/>
                <a:gd name="T36" fmla="*/ 231 w 290"/>
                <a:gd name="T37" fmla="*/ 0 h 199"/>
                <a:gd name="T38" fmla="*/ 0 w 290"/>
                <a:gd name="T39" fmla="*/ 175 h 199"/>
                <a:gd name="T40" fmla="*/ 58 w 290"/>
                <a:gd name="T41" fmla="*/ 169 h 199"/>
                <a:gd name="T42" fmla="*/ 64 w 290"/>
                <a:gd name="T43" fmla="*/ 169 h 199"/>
                <a:gd name="T44" fmla="*/ 119 w 290"/>
                <a:gd name="T45" fmla="*/ 190 h 199"/>
                <a:gd name="T46" fmla="*/ 129 w 290"/>
                <a:gd name="T47" fmla="*/ 199 h 199"/>
                <a:gd name="T48" fmla="*/ 290 w 290"/>
                <a:gd name="T49" fmla="*/ 77 h 199"/>
                <a:gd name="T50" fmla="*/ 265 w 290"/>
                <a:gd name="T51" fmla="*/ 66 h 199"/>
                <a:gd name="T52" fmla="*/ 258 w 290"/>
                <a:gd name="T53" fmla="*/ 8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99">
                  <a:moveTo>
                    <a:pt x="258" y="81"/>
                  </a:moveTo>
                  <a:lnTo>
                    <a:pt x="248" y="67"/>
                  </a:lnTo>
                  <a:lnTo>
                    <a:pt x="120" y="164"/>
                  </a:lnTo>
                  <a:lnTo>
                    <a:pt x="130" y="177"/>
                  </a:lnTo>
                  <a:lnTo>
                    <a:pt x="141" y="165"/>
                  </a:lnTo>
                  <a:cubicBezTo>
                    <a:pt x="120" y="147"/>
                    <a:pt x="93" y="136"/>
                    <a:pt x="64" y="136"/>
                  </a:cubicBezTo>
                  <a:cubicBezTo>
                    <a:pt x="61" y="136"/>
                    <a:pt x="58" y="136"/>
                    <a:pt x="55" y="136"/>
                  </a:cubicBezTo>
                  <a:lnTo>
                    <a:pt x="57" y="153"/>
                  </a:lnTo>
                  <a:lnTo>
                    <a:pt x="67" y="166"/>
                  </a:lnTo>
                  <a:lnTo>
                    <a:pt x="229" y="43"/>
                  </a:lnTo>
                  <a:lnTo>
                    <a:pt x="219" y="30"/>
                  </a:lnTo>
                  <a:lnTo>
                    <a:pt x="203" y="33"/>
                  </a:lnTo>
                  <a:cubicBezTo>
                    <a:pt x="208" y="61"/>
                    <a:pt x="226" y="84"/>
                    <a:pt x="251" y="96"/>
                  </a:cubicBezTo>
                  <a:lnTo>
                    <a:pt x="258" y="81"/>
                  </a:lnTo>
                  <a:lnTo>
                    <a:pt x="248" y="67"/>
                  </a:lnTo>
                  <a:lnTo>
                    <a:pt x="258" y="81"/>
                  </a:lnTo>
                  <a:lnTo>
                    <a:pt x="265" y="66"/>
                  </a:lnTo>
                  <a:cubicBezTo>
                    <a:pt x="250" y="58"/>
                    <a:pt x="239" y="44"/>
                    <a:pt x="236" y="27"/>
                  </a:cubicBezTo>
                  <a:lnTo>
                    <a:pt x="231" y="0"/>
                  </a:lnTo>
                  <a:lnTo>
                    <a:pt x="0" y="175"/>
                  </a:lnTo>
                  <a:lnTo>
                    <a:pt x="58" y="169"/>
                  </a:lnTo>
                  <a:cubicBezTo>
                    <a:pt x="60" y="169"/>
                    <a:pt x="62" y="169"/>
                    <a:pt x="64" y="169"/>
                  </a:cubicBezTo>
                  <a:cubicBezTo>
                    <a:pt x="85" y="169"/>
                    <a:pt x="104" y="177"/>
                    <a:pt x="119" y="190"/>
                  </a:cubicBezTo>
                  <a:lnTo>
                    <a:pt x="129" y="199"/>
                  </a:lnTo>
                  <a:lnTo>
                    <a:pt x="290" y="77"/>
                  </a:lnTo>
                  <a:lnTo>
                    <a:pt x="265" y="66"/>
                  </a:lnTo>
                  <a:lnTo>
                    <a:pt x="258" y="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849">
              <a:extLst>
                <a:ext uri="{FF2B5EF4-FFF2-40B4-BE49-F238E27FC236}">
                  <a16:creationId xmlns:a16="http://schemas.microsoft.com/office/drawing/2014/main" id="{43047639-35BE-573D-9D8F-06991D9B15DB}"/>
                </a:ext>
              </a:extLst>
            </p:cNvPr>
            <p:cNvSpPr>
              <a:spLocks/>
            </p:cNvSpPr>
            <p:nvPr/>
          </p:nvSpPr>
          <p:spPr bwMode="auto">
            <a:xfrm>
              <a:off x="3671889" y="3386138"/>
              <a:ext cx="20638" cy="53975"/>
            </a:xfrm>
            <a:custGeom>
              <a:avLst/>
              <a:gdLst>
                <a:gd name="T0" fmla="*/ 81 w 97"/>
                <a:gd name="T1" fmla="*/ 21 h 268"/>
                <a:gd name="T2" fmla="*/ 64 w 97"/>
                <a:gd name="T3" fmla="*/ 21 h 268"/>
                <a:gd name="T4" fmla="*/ 64 w 97"/>
                <a:gd name="T5" fmla="*/ 241 h 268"/>
                <a:gd name="T6" fmla="*/ 81 w 97"/>
                <a:gd name="T7" fmla="*/ 241 h 268"/>
                <a:gd name="T8" fmla="*/ 88 w 97"/>
                <a:gd name="T9" fmla="*/ 226 h 268"/>
                <a:gd name="T10" fmla="*/ 49 w 97"/>
                <a:gd name="T11" fmla="*/ 216 h 268"/>
                <a:gd name="T12" fmla="*/ 9 w 97"/>
                <a:gd name="T13" fmla="*/ 226 h 268"/>
                <a:gd name="T14" fmla="*/ 17 w 97"/>
                <a:gd name="T15" fmla="*/ 241 h 268"/>
                <a:gd name="T16" fmla="*/ 34 w 97"/>
                <a:gd name="T17" fmla="*/ 241 h 268"/>
                <a:gd name="T18" fmla="*/ 34 w 97"/>
                <a:gd name="T19" fmla="*/ 21 h 268"/>
                <a:gd name="T20" fmla="*/ 17 w 97"/>
                <a:gd name="T21" fmla="*/ 21 h 268"/>
                <a:gd name="T22" fmla="*/ 14 w 97"/>
                <a:gd name="T23" fmla="*/ 37 h 268"/>
                <a:gd name="T24" fmla="*/ 49 w 97"/>
                <a:gd name="T25" fmla="*/ 41 h 268"/>
                <a:gd name="T26" fmla="*/ 84 w 97"/>
                <a:gd name="T27" fmla="*/ 37 h 268"/>
                <a:gd name="T28" fmla="*/ 81 w 97"/>
                <a:gd name="T29" fmla="*/ 21 h 268"/>
                <a:gd name="T30" fmla="*/ 64 w 97"/>
                <a:gd name="T31" fmla="*/ 21 h 268"/>
                <a:gd name="T32" fmla="*/ 81 w 97"/>
                <a:gd name="T33" fmla="*/ 21 h 268"/>
                <a:gd name="T34" fmla="*/ 77 w 97"/>
                <a:gd name="T35" fmla="*/ 5 h 268"/>
                <a:gd name="T36" fmla="*/ 49 w 97"/>
                <a:gd name="T37" fmla="*/ 7 h 268"/>
                <a:gd name="T38" fmla="*/ 20 w 97"/>
                <a:gd name="T39" fmla="*/ 5 h 268"/>
                <a:gd name="T40" fmla="*/ 0 w 97"/>
                <a:gd name="T41" fmla="*/ 0 h 268"/>
                <a:gd name="T42" fmla="*/ 0 w 97"/>
                <a:gd name="T43" fmla="*/ 268 h 268"/>
                <a:gd name="T44" fmla="*/ 25 w 97"/>
                <a:gd name="T45" fmla="*/ 255 h 268"/>
                <a:gd name="T46" fmla="*/ 49 w 97"/>
                <a:gd name="T47" fmla="*/ 250 h 268"/>
                <a:gd name="T48" fmla="*/ 73 w 97"/>
                <a:gd name="T49" fmla="*/ 255 h 268"/>
                <a:gd name="T50" fmla="*/ 97 w 97"/>
                <a:gd name="T51" fmla="*/ 268 h 268"/>
                <a:gd name="T52" fmla="*/ 97 w 97"/>
                <a:gd name="T53" fmla="*/ 0 h 268"/>
                <a:gd name="T54" fmla="*/ 77 w 97"/>
                <a:gd name="T55" fmla="*/ 5 h 268"/>
                <a:gd name="T56" fmla="*/ 81 w 97"/>
                <a:gd name="T57" fmla="*/ 2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7" h="268">
                  <a:moveTo>
                    <a:pt x="81" y="21"/>
                  </a:moveTo>
                  <a:lnTo>
                    <a:pt x="64" y="21"/>
                  </a:lnTo>
                  <a:lnTo>
                    <a:pt x="64" y="241"/>
                  </a:lnTo>
                  <a:lnTo>
                    <a:pt x="81" y="241"/>
                  </a:lnTo>
                  <a:lnTo>
                    <a:pt x="88" y="226"/>
                  </a:lnTo>
                  <a:cubicBezTo>
                    <a:pt x="76" y="220"/>
                    <a:pt x="63" y="216"/>
                    <a:pt x="49" y="216"/>
                  </a:cubicBezTo>
                  <a:cubicBezTo>
                    <a:pt x="35" y="216"/>
                    <a:pt x="21" y="220"/>
                    <a:pt x="9" y="226"/>
                  </a:cubicBezTo>
                  <a:lnTo>
                    <a:pt x="17" y="241"/>
                  </a:lnTo>
                  <a:lnTo>
                    <a:pt x="34" y="241"/>
                  </a:lnTo>
                  <a:lnTo>
                    <a:pt x="34" y="21"/>
                  </a:lnTo>
                  <a:lnTo>
                    <a:pt x="17" y="21"/>
                  </a:lnTo>
                  <a:lnTo>
                    <a:pt x="14" y="37"/>
                  </a:lnTo>
                  <a:cubicBezTo>
                    <a:pt x="25" y="40"/>
                    <a:pt x="37" y="41"/>
                    <a:pt x="49" y="41"/>
                  </a:cubicBezTo>
                  <a:cubicBezTo>
                    <a:pt x="61" y="41"/>
                    <a:pt x="73" y="40"/>
                    <a:pt x="84" y="37"/>
                  </a:cubicBezTo>
                  <a:lnTo>
                    <a:pt x="81" y="21"/>
                  </a:lnTo>
                  <a:lnTo>
                    <a:pt x="64" y="21"/>
                  </a:lnTo>
                  <a:lnTo>
                    <a:pt x="81" y="21"/>
                  </a:lnTo>
                  <a:lnTo>
                    <a:pt x="77" y="5"/>
                  </a:lnTo>
                  <a:cubicBezTo>
                    <a:pt x="68" y="7"/>
                    <a:pt x="59" y="7"/>
                    <a:pt x="49" y="7"/>
                  </a:cubicBezTo>
                  <a:cubicBezTo>
                    <a:pt x="39" y="7"/>
                    <a:pt x="29" y="7"/>
                    <a:pt x="20" y="5"/>
                  </a:cubicBezTo>
                  <a:lnTo>
                    <a:pt x="0" y="0"/>
                  </a:lnTo>
                  <a:lnTo>
                    <a:pt x="0" y="268"/>
                  </a:lnTo>
                  <a:lnTo>
                    <a:pt x="25" y="255"/>
                  </a:lnTo>
                  <a:cubicBezTo>
                    <a:pt x="32" y="252"/>
                    <a:pt x="40" y="250"/>
                    <a:pt x="49" y="250"/>
                  </a:cubicBezTo>
                  <a:cubicBezTo>
                    <a:pt x="58" y="250"/>
                    <a:pt x="66" y="252"/>
                    <a:pt x="73" y="255"/>
                  </a:cubicBezTo>
                  <a:lnTo>
                    <a:pt x="97" y="268"/>
                  </a:lnTo>
                  <a:lnTo>
                    <a:pt x="97" y="0"/>
                  </a:lnTo>
                  <a:lnTo>
                    <a:pt x="77" y="5"/>
                  </a:lnTo>
                  <a:lnTo>
                    <a:pt x="81" y="2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850">
              <a:extLst>
                <a:ext uri="{FF2B5EF4-FFF2-40B4-BE49-F238E27FC236}">
                  <a16:creationId xmlns:a16="http://schemas.microsoft.com/office/drawing/2014/main" id="{5344FF9D-B288-B98C-0D60-8A065A83C332}"/>
                </a:ext>
              </a:extLst>
            </p:cNvPr>
            <p:cNvSpPr>
              <a:spLocks/>
            </p:cNvSpPr>
            <p:nvPr/>
          </p:nvSpPr>
          <p:spPr bwMode="auto">
            <a:xfrm>
              <a:off x="3598864" y="3471863"/>
              <a:ext cx="74613" cy="63500"/>
            </a:xfrm>
            <a:custGeom>
              <a:avLst/>
              <a:gdLst>
                <a:gd name="T0" fmla="*/ 78 w 363"/>
                <a:gd name="T1" fmla="*/ 300 h 308"/>
                <a:gd name="T2" fmla="*/ 39 w 363"/>
                <a:gd name="T3" fmla="*/ 148 h 308"/>
                <a:gd name="T4" fmla="*/ 99 w 363"/>
                <a:gd name="T5" fmla="*/ 107 h 308"/>
                <a:gd name="T6" fmla="*/ 100 w 363"/>
                <a:gd name="T7" fmla="*/ 100 h 308"/>
                <a:gd name="T8" fmla="*/ 176 w 363"/>
                <a:gd name="T9" fmla="*/ 33 h 308"/>
                <a:gd name="T10" fmla="*/ 176 w 363"/>
                <a:gd name="T11" fmla="*/ 33 h 308"/>
                <a:gd name="T12" fmla="*/ 182 w 363"/>
                <a:gd name="T13" fmla="*/ 33 h 308"/>
                <a:gd name="T14" fmla="*/ 237 w 363"/>
                <a:gd name="T15" fmla="*/ 54 h 308"/>
                <a:gd name="T16" fmla="*/ 263 w 363"/>
                <a:gd name="T17" fmla="*/ 100 h 308"/>
                <a:gd name="T18" fmla="*/ 265 w 363"/>
                <a:gd name="T19" fmla="*/ 107 h 308"/>
                <a:gd name="T20" fmla="*/ 325 w 363"/>
                <a:gd name="T21" fmla="*/ 148 h 308"/>
                <a:gd name="T22" fmla="*/ 286 w 363"/>
                <a:gd name="T23" fmla="*/ 300 h 308"/>
                <a:gd name="T24" fmla="*/ 318 w 363"/>
                <a:gd name="T25" fmla="*/ 308 h 308"/>
                <a:gd name="T26" fmla="*/ 363 w 363"/>
                <a:gd name="T27" fmla="*/ 134 h 308"/>
                <a:gd name="T28" fmla="*/ 289 w 363"/>
                <a:gd name="T29" fmla="*/ 83 h 308"/>
                <a:gd name="T30" fmla="*/ 280 w 363"/>
                <a:gd name="T31" fmla="*/ 97 h 308"/>
                <a:gd name="T32" fmla="*/ 296 w 363"/>
                <a:gd name="T33" fmla="*/ 94 h 308"/>
                <a:gd name="T34" fmla="*/ 259 w 363"/>
                <a:gd name="T35" fmla="*/ 29 h 308"/>
                <a:gd name="T36" fmla="*/ 182 w 363"/>
                <a:gd name="T37" fmla="*/ 0 h 308"/>
                <a:gd name="T38" fmla="*/ 173 w 363"/>
                <a:gd name="T39" fmla="*/ 0 h 308"/>
                <a:gd name="T40" fmla="*/ 175 w 363"/>
                <a:gd name="T41" fmla="*/ 17 h 308"/>
                <a:gd name="T42" fmla="*/ 174 w 363"/>
                <a:gd name="T43" fmla="*/ 0 h 308"/>
                <a:gd name="T44" fmla="*/ 68 w 363"/>
                <a:gd name="T45" fmla="*/ 94 h 308"/>
                <a:gd name="T46" fmla="*/ 84 w 363"/>
                <a:gd name="T47" fmla="*/ 97 h 308"/>
                <a:gd name="T48" fmla="*/ 75 w 363"/>
                <a:gd name="T49" fmla="*/ 83 h 308"/>
                <a:gd name="T50" fmla="*/ 0 w 363"/>
                <a:gd name="T51" fmla="*/ 134 h 308"/>
                <a:gd name="T52" fmla="*/ 45 w 363"/>
                <a:gd name="T53" fmla="*/ 308 h 308"/>
                <a:gd name="T54" fmla="*/ 78 w 363"/>
                <a:gd name="T55" fmla="*/ 30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308">
                  <a:moveTo>
                    <a:pt x="78" y="300"/>
                  </a:moveTo>
                  <a:lnTo>
                    <a:pt x="39" y="148"/>
                  </a:lnTo>
                  <a:lnTo>
                    <a:pt x="99" y="107"/>
                  </a:lnTo>
                  <a:lnTo>
                    <a:pt x="100" y="100"/>
                  </a:lnTo>
                  <a:cubicBezTo>
                    <a:pt x="108" y="64"/>
                    <a:pt x="138" y="36"/>
                    <a:pt x="176" y="33"/>
                  </a:cubicBezTo>
                  <a:lnTo>
                    <a:pt x="176" y="33"/>
                  </a:lnTo>
                  <a:cubicBezTo>
                    <a:pt x="178" y="33"/>
                    <a:pt x="180" y="33"/>
                    <a:pt x="182" y="33"/>
                  </a:cubicBezTo>
                  <a:cubicBezTo>
                    <a:pt x="203" y="33"/>
                    <a:pt x="222" y="41"/>
                    <a:pt x="237" y="54"/>
                  </a:cubicBezTo>
                  <a:cubicBezTo>
                    <a:pt x="250" y="66"/>
                    <a:pt x="260" y="82"/>
                    <a:pt x="263" y="100"/>
                  </a:cubicBezTo>
                  <a:lnTo>
                    <a:pt x="265" y="107"/>
                  </a:lnTo>
                  <a:lnTo>
                    <a:pt x="325" y="148"/>
                  </a:lnTo>
                  <a:lnTo>
                    <a:pt x="286" y="300"/>
                  </a:lnTo>
                  <a:lnTo>
                    <a:pt x="318" y="308"/>
                  </a:lnTo>
                  <a:lnTo>
                    <a:pt x="363" y="134"/>
                  </a:lnTo>
                  <a:lnTo>
                    <a:pt x="289" y="83"/>
                  </a:lnTo>
                  <a:lnTo>
                    <a:pt x="280" y="97"/>
                  </a:lnTo>
                  <a:lnTo>
                    <a:pt x="296" y="94"/>
                  </a:lnTo>
                  <a:cubicBezTo>
                    <a:pt x="291" y="68"/>
                    <a:pt x="278" y="46"/>
                    <a:pt x="259" y="29"/>
                  </a:cubicBezTo>
                  <a:cubicBezTo>
                    <a:pt x="238" y="11"/>
                    <a:pt x="211" y="0"/>
                    <a:pt x="182" y="0"/>
                  </a:cubicBezTo>
                  <a:cubicBezTo>
                    <a:pt x="179" y="0"/>
                    <a:pt x="176" y="0"/>
                    <a:pt x="173" y="0"/>
                  </a:cubicBezTo>
                  <a:lnTo>
                    <a:pt x="175" y="17"/>
                  </a:lnTo>
                  <a:lnTo>
                    <a:pt x="174" y="0"/>
                  </a:lnTo>
                  <a:cubicBezTo>
                    <a:pt x="121" y="4"/>
                    <a:pt x="78" y="43"/>
                    <a:pt x="68" y="94"/>
                  </a:cubicBezTo>
                  <a:lnTo>
                    <a:pt x="84" y="97"/>
                  </a:lnTo>
                  <a:lnTo>
                    <a:pt x="75" y="83"/>
                  </a:lnTo>
                  <a:lnTo>
                    <a:pt x="0" y="134"/>
                  </a:lnTo>
                  <a:lnTo>
                    <a:pt x="45" y="308"/>
                  </a:lnTo>
                  <a:lnTo>
                    <a:pt x="78" y="30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5" name="TextBox 214">
            <a:extLst>
              <a:ext uri="{FF2B5EF4-FFF2-40B4-BE49-F238E27FC236}">
                <a16:creationId xmlns:a16="http://schemas.microsoft.com/office/drawing/2014/main" id="{FA5E4A9F-ACFD-7550-83AD-F37BE3510B1F}"/>
              </a:ext>
            </a:extLst>
          </p:cNvPr>
          <p:cNvSpPr txBox="1"/>
          <p:nvPr/>
        </p:nvSpPr>
        <p:spPr>
          <a:xfrm>
            <a:off x="6924857" y="1588977"/>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6" name="TextBox 215">
            <a:extLst>
              <a:ext uri="{FF2B5EF4-FFF2-40B4-BE49-F238E27FC236}">
                <a16:creationId xmlns:a16="http://schemas.microsoft.com/office/drawing/2014/main" id="{AA999150-58A2-3C1E-7E50-124E7E80241F}"/>
              </a:ext>
            </a:extLst>
          </p:cNvPr>
          <p:cNvSpPr txBox="1"/>
          <p:nvPr/>
        </p:nvSpPr>
        <p:spPr>
          <a:xfrm>
            <a:off x="6924857" y="2122979"/>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7" name="TextBox 216">
            <a:extLst>
              <a:ext uri="{FF2B5EF4-FFF2-40B4-BE49-F238E27FC236}">
                <a16:creationId xmlns:a16="http://schemas.microsoft.com/office/drawing/2014/main" id="{DA18B35C-6963-9FB9-F837-4E8545400C70}"/>
              </a:ext>
            </a:extLst>
          </p:cNvPr>
          <p:cNvSpPr txBox="1"/>
          <p:nvPr/>
        </p:nvSpPr>
        <p:spPr>
          <a:xfrm>
            <a:off x="6924857" y="2656981"/>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8" name="TextBox 217">
            <a:extLst>
              <a:ext uri="{FF2B5EF4-FFF2-40B4-BE49-F238E27FC236}">
                <a16:creationId xmlns:a16="http://schemas.microsoft.com/office/drawing/2014/main" id="{28BC0B49-43AD-C415-F835-B293640A2E2B}"/>
              </a:ext>
            </a:extLst>
          </p:cNvPr>
          <p:cNvSpPr txBox="1"/>
          <p:nvPr/>
        </p:nvSpPr>
        <p:spPr>
          <a:xfrm>
            <a:off x="6924857" y="3190983"/>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graphicFrame>
        <p:nvGraphicFramePr>
          <p:cNvPr id="219" name="Chart 218">
            <a:extLst>
              <a:ext uri="{FF2B5EF4-FFF2-40B4-BE49-F238E27FC236}">
                <a16:creationId xmlns:a16="http://schemas.microsoft.com/office/drawing/2014/main" id="{AA4DE102-296B-7DC8-57DB-D6ABBC9CBF6C}"/>
              </a:ext>
            </a:extLst>
          </p:cNvPr>
          <p:cNvGraphicFramePr/>
          <p:nvPr>
            <p:extLst>
              <p:ext uri="{D42A27DB-BD31-4B8C-83A1-F6EECF244321}">
                <p14:modId xmlns:p14="http://schemas.microsoft.com/office/powerpoint/2010/main" val="2080943159"/>
              </p:ext>
            </p:extLst>
          </p:nvPr>
        </p:nvGraphicFramePr>
        <p:xfrm>
          <a:off x="2849530" y="1399705"/>
          <a:ext cx="3711237" cy="219750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20" name="Chart 219">
            <a:extLst>
              <a:ext uri="{FF2B5EF4-FFF2-40B4-BE49-F238E27FC236}">
                <a16:creationId xmlns:a16="http://schemas.microsoft.com/office/drawing/2014/main" id="{5677B147-49BB-C0C9-BFF5-5D8A1D000395}"/>
              </a:ext>
            </a:extLst>
          </p:cNvPr>
          <p:cNvGraphicFramePr/>
          <p:nvPr>
            <p:extLst>
              <p:ext uri="{D42A27DB-BD31-4B8C-83A1-F6EECF244321}">
                <p14:modId xmlns:p14="http://schemas.microsoft.com/office/powerpoint/2010/main" val="3897441631"/>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7"/>
          </a:graphicData>
        </a:graphic>
      </p:graphicFrame>
      <p:grpSp>
        <p:nvGrpSpPr>
          <p:cNvPr id="6" name="Asset_allocation" descr="{&quot;Key&quot;:&quot;POWER_USER_SHAPE_ICON&quot;,&quot;Value&quot;:&quot;POWER_USER_SHAPE_ICON_STYLE_1&quot;}">
            <a:extLst>
              <a:ext uri="{FF2B5EF4-FFF2-40B4-BE49-F238E27FC236}">
                <a16:creationId xmlns:a16="http://schemas.microsoft.com/office/drawing/2014/main" id="{31C7D6BC-9B01-278A-D734-49C918DF5043}"/>
              </a:ext>
            </a:extLst>
          </p:cNvPr>
          <p:cNvGrpSpPr>
            <a:grpSpLocks noChangeAspect="1"/>
          </p:cNvGrpSpPr>
          <p:nvPr/>
        </p:nvGrpSpPr>
        <p:grpSpPr>
          <a:xfrm>
            <a:off x="849339" y="2397304"/>
            <a:ext cx="355479" cy="355478"/>
            <a:chOff x="4729163" y="1241426"/>
            <a:chExt cx="419101" cy="419100"/>
          </a:xfrm>
          <a:solidFill>
            <a:schemeClr val="tx2"/>
          </a:solidFill>
        </p:grpSpPr>
        <p:sp>
          <p:nvSpPr>
            <p:cNvPr id="10" name="Freeform 500">
              <a:extLst>
                <a:ext uri="{FF2B5EF4-FFF2-40B4-BE49-F238E27FC236}">
                  <a16:creationId xmlns:a16="http://schemas.microsoft.com/office/drawing/2014/main" id="{6718AA51-D525-6360-481E-83E0129C9910}"/>
                </a:ext>
              </a:extLst>
            </p:cNvPr>
            <p:cNvSpPr>
              <a:spLocks noEditPoints="1"/>
            </p:cNvSpPr>
            <p:nvPr/>
          </p:nvSpPr>
          <p:spPr bwMode="auto">
            <a:xfrm>
              <a:off x="4933951" y="1301751"/>
              <a:ext cx="214313" cy="161925"/>
            </a:xfrm>
            <a:custGeom>
              <a:avLst/>
              <a:gdLst>
                <a:gd name="T0" fmla="*/ 28 w 282"/>
                <a:gd name="T1" fmla="*/ 195 h 213"/>
                <a:gd name="T2" fmla="*/ 265 w 282"/>
                <a:gd name="T3" fmla="*/ 196 h 213"/>
                <a:gd name="T4" fmla="*/ 265 w 282"/>
                <a:gd name="T5" fmla="*/ 196 h 213"/>
                <a:gd name="T6" fmla="*/ 199 w 282"/>
                <a:gd name="T7" fmla="*/ 24 h 213"/>
                <a:gd name="T8" fmla="*/ 28 w 282"/>
                <a:gd name="T9" fmla="*/ 195 h 213"/>
                <a:gd name="T10" fmla="*/ 281 w 282"/>
                <a:gd name="T11" fmla="*/ 213 h 213"/>
                <a:gd name="T12" fmla="*/ 0 w 282"/>
                <a:gd name="T13" fmla="*/ 212 h 213"/>
                <a:gd name="T14" fmla="*/ 0 w 282"/>
                <a:gd name="T15" fmla="*/ 200 h 213"/>
                <a:gd name="T16" fmla="*/ 2 w 282"/>
                <a:gd name="T17" fmla="*/ 197 h 213"/>
                <a:gd name="T18" fmla="*/ 200 w 282"/>
                <a:gd name="T19" fmla="*/ 0 h 213"/>
                <a:gd name="T20" fmla="*/ 206 w 282"/>
                <a:gd name="T21" fmla="*/ 6 h 213"/>
                <a:gd name="T22" fmla="*/ 282 w 282"/>
                <a:gd name="T23" fmla="*/ 196 h 213"/>
                <a:gd name="T24" fmla="*/ 282 w 282"/>
                <a:gd name="T25" fmla="*/ 202 h 213"/>
                <a:gd name="T26" fmla="*/ 281 w 282"/>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2" h="213">
                  <a:moveTo>
                    <a:pt x="28" y="195"/>
                  </a:moveTo>
                  <a:lnTo>
                    <a:pt x="265" y="196"/>
                  </a:lnTo>
                  <a:lnTo>
                    <a:pt x="265" y="196"/>
                  </a:lnTo>
                  <a:cubicBezTo>
                    <a:pt x="265" y="133"/>
                    <a:pt x="242" y="72"/>
                    <a:pt x="199" y="24"/>
                  </a:cubicBezTo>
                  <a:lnTo>
                    <a:pt x="28" y="195"/>
                  </a:lnTo>
                  <a:close/>
                  <a:moveTo>
                    <a:pt x="281" y="213"/>
                  </a:moveTo>
                  <a:lnTo>
                    <a:pt x="0" y="212"/>
                  </a:lnTo>
                  <a:lnTo>
                    <a:pt x="0" y="200"/>
                  </a:lnTo>
                  <a:lnTo>
                    <a:pt x="2" y="197"/>
                  </a:lnTo>
                  <a:lnTo>
                    <a:pt x="200" y="0"/>
                  </a:lnTo>
                  <a:lnTo>
                    <a:pt x="206" y="6"/>
                  </a:lnTo>
                  <a:cubicBezTo>
                    <a:pt x="255" y="58"/>
                    <a:pt x="282" y="125"/>
                    <a:pt x="282" y="196"/>
                  </a:cubicBezTo>
                  <a:cubicBezTo>
                    <a:pt x="282" y="198"/>
                    <a:pt x="282" y="200"/>
                    <a:pt x="282" y="202"/>
                  </a:cubicBezTo>
                  <a:lnTo>
                    <a:pt x="281" y="21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501">
              <a:extLst>
                <a:ext uri="{FF2B5EF4-FFF2-40B4-BE49-F238E27FC236}">
                  <a16:creationId xmlns:a16="http://schemas.microsoft.com/office/drawing/2014/main" id="{86E36E7C-1A3C-BA20-B8E1-513810ACA805}"/>
                </a:ext>
              </a:extLst>
            </p:cNvPr>
            <p:cNvSpPr>
              <a:spLocks noChangeArrowheads="1"/>
            </p:cNvSpPr>
            <p:nvPr/>
          </p:nvSpPr>
          <p:spPr bwMode="auto">
            <a:xfrm>
              <a:off x="5026026" y="1363664"/>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Rectangle 502">
              <a:extLst>
                <a:ext uri="{FF2B5EF4-FFF2-40B4-BE49-F238E27FC236}">
                  <a16:creationId xmlns:a16="http://schemas.microsoft.com/office/drawing/2014/main" id="{0C612219-CC36-F5DC-2F50-BA7CCC0D7DFA}"/>
                </a:ext>
              </a:extLst>
            </p:cNvPr>
            <p:cNvSpPr>
              <a:spLocks noChangeArrowheads="1"/>
            </p:cNvSpPr>
            <p:nvPr/>
          </p:nvSpPr>
          <p:spPr bwMode="auto">
            <a:xfrm>
              <a:off x="4989513" y="1401764"/>
              <a:ext cx="12700"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Rectangle 503">
              <a:extLst>
                <a:ext uri="{FF2B5EF4-FFF2-40B4-BE49-F238E27FC236}">
                  <a16:creationId xmlns:a16="http://schemas.microsoft.com/office/drawing/2014/main" id="{B0294679-272F-F36A-7605-898877E0ACCC}"/>
                </a:ext>
              </a:extLst>
            </p:cNvPr>
            <p:cNvSpPr>
              <a:spLocks noChangeArrowheads="1"/>
            </p:cNvSpPr>
            <p:nvPr/>
          </p:nvSpPr>
          <p:spPr bwMode="auto">
            <a:xfrm>
              <a:off x="5100638" y="1336676"/>
              <a:ext cx="12700" cy="1206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Rectangle 504">
              <a:extLst>
                <a:ext uri="{FF2B5EF4-FFF2-40B4-BE49-F238E27FC236}">
                  <a16:creationId xmlns:a16="http://schemas.microsoft.com/office/drawing/2014/main" id="{DB4E348A-5BDF-2AD2-16FF-E587FDFF93F8}"/>
                </a:ext>
              </a:extLst>
            </p:cNvPr>
            <p:cNvSpPr>
              <a:spLocks noChangeArrowheads="1"/>
            </p:cNvSpPr>
            <p:nvPr/>
          </p:nvSpPr>
          <p:spPr bwMode="auto">
            <a:xfrm>
              <a:off x="5064126" y="1327151"/>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505">
              <a:extLst>
                <a:ext uri="{FF2B5EF4-FFF2-40B4-BE49-F238E27FC236}">
                  <a16:creationId xmlns:a16="http://schemas.microsoft.com/office/drawing/2014/main" id="{EBA36083-B97D-C5C0-B9A3-4AF6BA11ABD3}"/>
                </a:ext>
              </a:extLst>
            </p:cNvPr>
            <p:cNvSpPr>
              <a:spLocks/>
            </p:cNvSpPr>
            <p:nvPr/>
          </p:nvSpPr>
          <p:spPr bwMode="auto">
            <a:xfrm>
              <a:off x="4729163" y="1241426"/>
              <a:ext cx="414338" cy="419100"/>
            </a:xfrm>
            <a:custGeom>
              <a:avLst/>
              <a:gdLst>
                <a:gd name="T0" fmla="*/ 275 w 543"/>
                <a:gd name="T1" fmla="*/ 550 h 550"/>
                <a:gd name="T2" fmla="*/ 0 w 543"/>
                <a:gd name="T3" fmla="*/ 275 h 550"/>
                <a:gd name="T4" fmla="*/ 275 w 543"/>
                <a:gd name="T5" fmla="*/ 0 h 550"/>
                <a:gd name="T6" fmla="*/ 424 w 543"/>
                <a:gd name="T7" fmla="*/ 45 h 550"/>
                <a:gd name="T8" fmla="*/ 432 w 543"/>
                <a:gd name="T9" fmla="*/ 50 h 550"/>
                <a:gd name="T10" fmla="*/ 378 w 543"/>
                <a:gd name="T11" fmla="*/ 104 h 550"/>
                <a:gd name="T12" fmla="*/ 366 w 543"/>
                <a:gd name="T13" fmla="*/ 92 h 550"/>
                <a:gd name="T14" fmla="*/ 406 w 543"/>
                <a:gd name="T15" fmla="*/ 53 h 550"/>
                <a:gd name="T16" fmla="*/ 275 w 543"/>
                <a:gd name="T17" fmla="*/ 17 h 550"/>
                <a:gd name="T18" fmla="*/ 17 w 543"/>
                <a:gd name="T19" fmla="*/ 275 h 550"/>
                <a:gd name="T20" fmla="*/ 275 w 543"/>
                <a:gd name="T21" fmla="*/ 534 h 550"/>
                <a:gd name="T22" fmla="*/ 521 w 543"/>
                <a:gd name="T23" fmla="*/ 351 h 550"/>
                <a:gd name="T24" fmla="*/ 468 w 543"/>
                <a:gd name="T25" fmla="*/ 351 h 550"/>
                <a:gd name="T26" fmla="*/ 468 w 543"/>
                <a:gd name="T27" fmla="*/ 335 h 550"/>
                <a:gd name="T28" fmla="*/ 543 w 543"/>
                <a:gd name="T29" fmla="*/ 335 h 550"/>
                <a:gd name="T30" fmla="*/ 540 w 543"/>
                <a:gd name="T31" fmla="*/ 345 h 550"/>
                <a:gd name="T32" fmla="*/ 275 w 543"/>
                <a:gd name="T33" fmla="*/ 550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3" h="550">
                  <a:moveTo>
                    <a:pt x="275" y="550"/>
                  </a:moveTo>
                  <a:cubicBezTo>
                    <a:pt x="123" y="550"/>
                    <a:pt x="0" y="427"/>
                    <a:pt x="0" y="275"/>
                  </a:cubicBezTo>
                  <a:cubicBezTo>
                    <a:pt x="0" y="124"/>
                    <a:pt x="123" y="0"/>
                    <a:pt x="275" y="0"/>
                  </a:cubicBezTo>
                  <a:cubicBezTo>
                    <a:pt x="330" y="0"/>
                    <a:pt x="380" y="15"/>
                    <a:pt x="424" y="45"/>
                  </a:cubicBezTo>
                  <a:lnTo>
                    <a:pt x="432" y="50"/>
                  </a:lnTo>
                  <a:lnTo>
                    <a:pt x="378" y="104"/>
                  </a:lnTo>
                  <a:lnTo>
                    <a:pt x="366" y="92"/>
                  </a:lnTo>
                  <a:lnTo>
                    <a:pt x="406" y="53"/>
                  </a:lnTo>
                  <a:cubicBezTo>
                    <a:pt x="367" y="29"/>
                    <a:pt x="323" y="17"/>
                    <a:pt x="275" y="17"/>
                  </a:cubicBezTo>
                  <a:cubicBezTo>
                    <a:pt x="133" y="17"/>
                    <a:pt x="17" y="133"/>
                    <a:pt x="17" y="275"/>
                  </a:cubicBezTo>
                  <a:cubicBezTo>
                    <a:pt x="17" y="418"/>
                    <a:pt x="133" y="534"/>
                    <a:pt x="275" y="534"/>
                  </a:cubicBezTo>
                  <a:cubicBezTo>
                    <a:pt x="388" y="534"/>
                    <a:pt x="488" y="459"/>
                    <a:pt x="521" y="351"/>
                  </a:cubicBezTo>
                  <a:lnTo>
                    <a:pt x="468" y="351"/>
                  </a:lnTo>
                  <a:lnTo>
                    <a:pt x="468" y="335"/>
                  </a:lnTo>
                  <a:lnTo>
                    <a:pt x="543" y="335"/>
                  </a:lnTo>
                  <a:lnTo>
                    <a:pt x="540" y="345"/>
                  </a:lnTo>
                  <a:cubicBezTo>
                    <a:pt x="509" y="466"/>
                    <a:pt x="400" y="550"/>
                    <a:pt x="275" y="5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506">
              <a:extLst>
                <a:ext uri="{FF2B5EF4-FFF2-40B4-BE49-F238E27FC236}">
                  <a16:creationId xmlns:a16="http://schemas.microsoft.com/office/drawing/2014/main" id="{CC2B7967-3A12-775F-1B28-4BA12EC875FA}"/>
                </a:ext>
              </a:extLst>
            </p:cNvPr>
            <p:cNvSpPr>
              <a:spLocks/>
            </p:cNvSpPr>
            <p:nvPr/>
          </p:nvSpPr>
          <p:spPr bwMode="auto">
            <a:xfrm>
              <a:off x="4814888" y="1397001"/>
              <a:ext cx="77788" cy="122238"/>
            </a:xfrm>
            <a:custGeom>
              <a:avLst/>
              <a:gdLst>
                <a:gd name="T0" fmla="*/ 51 w 103"/>
                <a:gd name="T1" fmla="*/ 161 h 161"/>
                <a:gd name="T2" fmla="*/ 0 w 103"/>
                <a:gd name="T3" fmla="*/ 116 h 161"/>
                <a:gd name="T4" fmla="*/ 16 w 103"/>
                <a:gd name="T5" fmla="*/ 116 h 161"/>
                <a:gd name="T6" fmla="*/ 51 w 103"/>
                <a:gd name="T7" fmla="*/ 144 h 161"/>
                <a:gd name="T8" fmla="*/ 86 w 103"/>
                <a:gd name="T9" fmla="*/ 116 h 161"/>
                <a:gd name="T10" fmla="*/ 51 w 103"/>
                <a:gd name="T11" fmla="*/ 88 h 161"/>
                <a:gd name="T12" fmla="*/ 0 w 103"/>
                <a:gd name="T13" fmla="*/ 44 h 161"/>
                <a:gd name="T14" fmla="*/ 51 w 103"/>
                <a:gd name="T15" fmla="*/ 0 h 161"/>
                <a:gd name="T16" fmla="*/ 103 w 103"/>
                <a:gd name="T17" fmla="*/ 44 h 161"/>
                <a:gd name="T18" fmla="*/ 86 w 103"/>
                <a:gd name="T19" fmla="*/ 44 h 161"/>
                <a:gd name="T20" fmla="*/ 51 w 103"/>
                <a:gd name="T21" fmla="*/ 16 h 161"/>
                <a:gd name="T22" fmla="*/ 16 w 103"/>
                <a:gd name="T23" fmla="*/ 44 h 161"/>
                <a:gd name="T24" fmla="*/ 51 w 103"/>
                <a:gd name="T25" fmla="*/ 72 h 161"/>
                <a:gd name="T26" fmla="*/ 103 w 103"/>
                <a:gd name="T27" fmla="*/ 116 h 161"/>
                <a:gd name="T28" fmla="*/ 51 w 103"/>
                <a:gd name="T29"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61">
                  <a:moveTo>
                    <a:pt x="51" y="161"/>
                  </a:moveTo>
                  <a:cubicBezTo>
                    <a:pt x="23" y="161"/>
                    <a:pt x="0" y="141"/>
                    <a:pt x="0" y="116"/>
                  </a:cubicBezTo>
                  <a:lnTo>
                    <a:pt x="16" y="116"/>
                  </a:lnTo>
                  <a:cubicBezTo>
                    <a:pt x="16" y="131"/>
                    <a:pt x="32" y="144"/>
                    <a:pt x="51" y="144"/>
                  </a:cubicBezTo>
                  <a:cubicBezTo>
                    <a:pt x="70" y="144"/>
                    <a:pt x="86" y="131"/>
                    <a:pt x="86" y="116"/>
                  </a:cubicBezTo>
                  <a:cubicBezTo>
                    <a:pt x="86" y="99"/>
                    <a:pt x="72" y="88"/>
                    <a:pt x="51" y="88"/>
                  </a:cubicBezTo>
                  <a:cubicBezTo>
                    <a:pt x="15" y="88"/>
                    <a:pt x="0" y="66"/>
                    <a:pt x="0" y="44"/>
                  </a:cubicBezTo>
                  <a:cubicBezTo>
                    <a:pt x="0" y="19"/>
                    <a:pt x="23" y="0"/>
                    <a:pt x="51" y="0"/>
                  </a:cubicBezTo>
                  <a:cubicBezTo>
                    <a:pt x="79" y="0"/>
                    <a:pt x="103" y="19"/>
                    <a:pt x="103" y="44"/>
                  </a:cubicBezTo>
                  <a:lnTo>
                    <a:pt x="86" y="44"/>
                  </a:lnTo>
                  <a:cubicBezTo>
                    <a:pt x="86" y="29"/>
                    <a:pt x="70" y="16"/>
                    <a:pt x="51" y="16"/>
                  </a:cubicBezTo>
                  <a:cubicBezTo>
                    <a:pt x="32" y="16"/>
                    <a:pt x="16" y="29"/>
                    <a:pt x="16" y="44"/>
                  </a:cubicBezTo>
                  <a:cubicBezTo>
                    <a:pt x="16" y="61"/>
                    <a:pt x="29" y="72"/>
                    <a:pt x="51" y="72"/>
                  </a:cubicBezTo>
                  <a:cubicBezTo>
                    <a:pt x="81" y="72"/>
                    <a:pt x="103" y="90"/>
                    <a:pt x="103" y="116"/>
                  </a:cubicBezTo>
                  <a:cubicBezTo>
                    <a:pt x="103" y="141"/>
                    <a:pt x="79" y="161"/>
                    <a:pt x="51"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Rectangle 507">
              <a:extLst>
                <a:ext uri="{FF2B5EF4-FFF2-40B4-BE49-F238E27FC236}">
                  <a16:creationId xmlns:a16="http://schemas.microsoft.com/office/drawing/2014/main" id="{AD349231-DDB5-FD6D-3256-7C3E65C3AA5E}"/>
                </a:ext>
              </a:extLst>
            </p:cNvPr>
            <p:cNvSpPr>
              <a:spLocks noChangeArrowheads="1"/>
            </p:cNvSpPr>
            <p:nvPr/>
          </p:nvSpPr>
          <p:spPr bwMode="auto">
            <a:xfrm>
              <a:off x="4846638" y="1377951"/>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Rectangle 508">
              <a:extLst>
                <a:ext uri="{FF2B5EF4-FFF2-40B4-BE49-F238E27FC236}">
                  <a16:creationId xmlns:a16="http://schemas.microsoft.com/office/drawing/2014/main" id="{E65045E4-12F7-97B1-3DAF-5B6C1726ECE5}"/>
                </a:ext>
              </a:extLst>
            </p:cNvPr>
            <p:cNvSpPr>
              <a:spLocks noChangeArrowheads="1"/>
            </p:cNvSpPr>
            <p:nvPr/>
          </p:nvSpPr>
          <p:spPr bwMode="auto">
            <a:xfrm>
              <a:off x="4846638" y="1506539"/>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9" name="Big_Data_analytics" descr="{&quot;Key&quot;:&quot;POWER_USER_SHAPE_ICON&quot;,&quot;Value&quot;:&quot;POWER_USER_SHAPE_ICON_STYLE_1&quot;}">
            <a:extLst>
              <a:ext uri="{FF2B5EF4-FFF2-40B4-BE49-F238E27FC236}">
                <a16:creationId xmlns:a16="http://schemas.microsoft.com/office/drawing/2014/main" id="{BD7570D3-5502-3B4D-9A08-445842FB3B32}"/>
              </a:ext>
            </a:extLst>
          </p:cNvPr>
          <p:cNvGrpSpPr>
            <a:grpSpLocks noChangeAspect="1"/>
          </p:cNvGrpSpPr>
          <p:nvPr/>
        </p:nvGrpSpPr>
        <p:grpSpPr>
          <a:xfrm>
            <a:off x="808797" y="3186373"/>
            <a:ext cx="387726" cy="325855"/>
            <a:chOff x="8012113" y="5657851"/>
            <a:chExt cx="447675" cy="376238"/>
          </a:xfrm>
          <a:solidFill>
            <a:schemeClr val="tx2"/>
          </a:solidFill>
        </p:grpSpPr>
        <p:sp>
          <p:nvSpPr>
            <p:cNvPr id="60" name="Freeform 995">
              <a:extLst>
                <a:ext uri="{FF2B5EF4-FFF2-40B4-BE49-F238E27FC236}">
                  <a16:creationId xmlns:a16="http://schemas.microsoft.com/office/drawing/2014/main" id="{BCA0F234-4C02-9AA4-33A7-B5AEF3A1AB2F}"/>
                </a:ext>
              </a:extLst>
            </p:cNvPr>
            <p:cNvSpPr>
              <a:spLocks noEditPoints="1"/>
            </p:cNvSpPr>
            <p:nvPr/>
          </p:nvSpPr>
          <p:spPr bwMode="auto">
            <a:xfrm>
              <a:off x="8032751" y="5919788"/>
              <a:ext cx="52388" cy="55563"/>
            </a:xfrm>
            <a:custGeom>
              <a:avLst/>
              <a:gdLst>
                <a:gd name="T0" fmla="*/ 35 w 70"/>
                <a:gd name="T1" fmla="*/ 17 h 71"/>
                <a:gd name="T2" fmla="*/ 16 w 70"/>
                <a:gd name="T3" fmla="*/ 36 h 71"/>
                <a:gd name="T4" fmla="*/ 35 w 70"/>
                <a:gd name="T5" fmla="*/ 54 h 71"/>
                <a:gd name="T6" fmla="*/ 53 w 70"/>
                <a:gd name="T7" fmla="*/ 36 h 71"/>
                <a:gd name="T8" fmla="*/ 35 w 70"/>
                <a:gd name="T9" fmla="*/ 17 h 71"/>
                <a:gd name="T10" fmla="*/ 35 w 70"/>
                <a:gd name="T11" fmla="*/ 71 h 71"/>
                <a:gd name="T12" fmla="*/ 0 w 70"/>
                <a:gd name="T13" fmla="*/ 36 h 71"/>
                <a:gd name="T14" fmla="*/ 35 w 70"/>
                <a:gd name="T15" fmla="*/ 0 h 71"/>
                <a:gd name="T16" fmla="*/ 70 w 70"/>
                <a:gd name="T17" fmla="*/ 36 h 71"/>
                <a:gd name="T18" fmla="*/ 35 w 70"/>
                <a:gd name="T19"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71">
                  <a:moveTo>
                    <a:pt x="35" y="17"/>
                  </a:moveTo>
                  <a:cubicBezTo>
                    <a:pt x="25" y="17"/>
                    <a:pt x="16" y="25"/>
                    <a:pt x="16" y="36"/>
                  </a:cubicBezTo>
                  <a:cubicBezTo>
                    <a:pt x="16" y="46"/>
                    <a:pt x="25" y="54"/>
                    <a:pt x="35" y="54"/>
                  </a:cubicBezTo>
                  <a:cubicBezTo>
                    <a:pt x="45" y="54"/>
                    <a:pt x="53" y="46"/>
                    <a:pt x="53" y="36"/>
                  </a:cubicBezTo>
                  <a:cubicBezTo>
                    <a:pt x="53" y="25"/>
                    <a:pt x="45" y="17"/>
                    <a:pt x="35" y="17"/>
                  </a:cubicBezTo>
                  <a:close/>
                  <a:moveTo>
                    <a:pt x="35" y="71"/>
                  </a:moveTo>
                  <a:cubicBezTo>
                    <a:pt x="15" y="71"/>
                    <a:pt x="0" y="55"/>
                    <a:pt x="0" y="36"/>
                  </a:cubicBezTo>
                  <a:cubicBezTo>
                    <a:pt x="0" y="16"/>
                    <a:pt x="15" y="0"/>
                    <a:pt x="35" y="0"/>
                  </a:cubicBezTo>
                  <a:cubicBezTo>
                    <a:pt x="54" y="0"/>
                    <a:pt x="70" y="16"/>
                    <a:pt x="70" y="36"/>
                  </a:cubicBezTo>
                  <a:cubicBezTo>
                    <a:pt x="70" y="55"/>
                    <a:pt x="54" y="71"/>
                    <a:pt x="35"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996">
              <a:extLst>
                <a:ext uri="{FF2B5EF4-FFF2-40B4-BE49-F238E27FC236}">
                  <a16:creationId xmlns:a16="http://schemas.microsoft.com/office/drawing/2014/main" id="{91B86C54-7E59-7EAA-B63D-3423573D2DA9}"/>
                </a:ext>
              </a:extLst>
            </p:cNvPr>
            <p:cNvSpPr>
              <a:spLocks noEditPoints="1"/>
            </p:cNvSpPr>
            <p:nvPr/>
          </p:nvSpPr>
          <p:spPr bwMode="auto">
            <a:xfrm>
              <a:off x="8188326" y="5762626"/>
              <a:ext cx="52388" cy="57150"/>
            </a:xfrm>
            <a:custGeom>
              <a:avLst/>
              <a:gdLst>
                <a:gd name="T0" fmla="*/ 35 w 70"/>
                <a:gd name="T1" fmla="*/ 20 h 74"/>
                <a:gd name="T2" fmla="*/ 22 w 70"/>
                <a:gd name="T3" fmla="*/ 25 h 74"/>
                <a:gd name="T4" fmla="*/ 22 w 70"/>
                <a:gd name="T5" fmla="*/ 25 h 74"/>
                <a:gd name="T6" fmla="*/ 16 w 70"/>
                <a:gd name="T7" fmla="*/ 38 h 74"/>
                <a:gd name="T8" fmla="*/ 22 w 70"/>
                <a:gd name="T9" fmla="*/ 51 h 74"/>
                <a:gd name="T10" fmla="*/ 48 w 70"/>
                <a:gd name="T11" fmla="*/ 51 h 74"/>
                <a:gd name="T12" fmla="*/ 53 w 70"/>
                <a:gd name="T13" fmla="*/ 38 h 74"/>
                <a:gd name="T14" fmla="*/ 48 w 70"/>
                <a:gd name="T15" fmla="*/ 25 h 74"/>
                <a:gd name="T16" fmla="*/ 35 w 70"/>
                <a:gd name="T17" fmla="*/ 20 h 74"/>
                <a:gd name="T18" fmla="*/ 35 w 70"/>
                <a:gd name="T19" fmla="*/ 74 h 74"/>
                <a:gd name="T20" fmla="*/ 10 w 70"/>
                <a:gd name="T21" fmla="*/ 63 h 74"/>
                <a:gd name="T22" fmla="*/ 0 w 70"/>
                <a:gd name="T23" fmla="*/ 38 h 74"/>
                <a:gd name="T24" fmla="*/ 10 w 70"/>
                <a:gd name="T25" fmla="*/ 13 h 74"/>
                <a:gd name="T26" fmla="*/ 10 w 70"/>
                <a:gd name="T27" fmla="*/ 13 h 74"/>
                <a:gd name="T28" fmla="*/ 60 w 70"/>
                <a:gd name="T29" fmla="*/ 13 h 74"/>
                <a:gd name="T30" fmla="*/ 70 w 70"/>
                <a:gd name="T31" fmla="*/ 38 h 74"/>
                <a:gd name="T32" fmla="*/ 60 w 70"/>
                <a:gd name="T33" fmla="*/ 63 h 74"/>
                <a:gd name="T34" fmla="*/ 35 w 70"/>
                <a:gd name="T3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 h="74">
                  <a:moveTo>
                    <a:pt x="35" y="20"/>
                  </a:moveTo>
                  <a:cubicBezTo>
                    <a:pt x="30" y="20"/>
                    <a:pt x="25" y="22"/>
                    <a:pt x="22" y="25"/>
                  </a:cubicBezTo>
                  <a:lnTo>
                    <a:pt x="22" y="25"/>
                  </a:lnTo>
                  <a:cubicBezTo>
                    <a:pt x="18" y="29"/>
                    <a:pt x="16" y="33"/>
                    <a:pt x="16" y="38"/>
                  </a:cubicBezTo>
                  <a:cubicBezTo>
                    <a:pt x="16" y="43"/>
                    <a:pt x="18" y="48"/>
                    <a:pt x="22" y="51"/>
                  </a:cubicBezTo>
                  <a:cubicBezTo>
                    <a:pt x="29" y="58"/>
                    <a:pt x="41" y="58"/>
                    <a:pt x="48" y="51"/>
                  </a:cubicBezTo>
                  <a:cubicBezTo>
                    <a:pt x="52" y="48"/>
                    <a:pt x="53" y="43"/>
                    <a:pt x="53" y="38"/>
                  </a:cubicBezTo>
                  <a:cubicBezTo>
                    <a:pt x="53" y="33"/>
                    <a:pt x="52" y="29"/>
                    <a:pt x="48" y="25"/>
                  </a:cubicBezTo>
                  <a:cubicBezTo>
                    <a:pt x="45" y="22"/>
                    <a:pt x="40" y="20"/>
                    <a:pt x="35" y="20"/>
                  </a:cubicBezTo>
                  <a:close/>
                  <a:moveTo>
                    <a:pt x="35" y="74"/>
                  </a:moveTo>
                  <a:cubicBezTo>
                    <a:pt x="26" y="74"/>
                    <a:pt x="17" y="70"/>
                    <a:pt x="10" y="63"/>
                  </a:cubicBezTo>
                  <a:cubicBezTo>
                    <a:pt x="3" y="57"/>
                    <a:pt x="0" y="48"/>
                    <a:pt x="0" y="38"/>
                  </a:cubicBezTo>
                  <a:cubicBezTo>
                    <a:pt x="0" y="29"/>
                    <a:pt x="3" y="20"/>
                    <a:pt x="10" y="13"/>
                  </a:cubicBezTo>
                  <a:lnTo>
                    <a:pt x="10" y="13"/>
                  </a:lnTo>
                  <a:cubicBezTo>
                    <a:pt x="23" y="0"/>
                    <a:pt x="47" y="0"/>
                    <a:pt x="60" y="13"/>
                  </a:cubicBezTo>
                  <a:cubicBezTo>
                    <a:pt x="66" y="20"/>
                    <a:pt x="70" y="29"/>
                    <a:pt x="70" y="38"/>
                  </a:cubicBezTo>
                  <a:cubicBezTo>
                    <a:pt x="70" y="48"/>
                    <a:pt x="66" y="57"/>
                    <a:pt x="60" y="63"/>
                  </a:cubicBezTo>
                  <a:cubicBezTo>
                    <a:pt x="53" y="70"/>
                    <a:pt x="44" y="74"/>
                    <a:pt x="35"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997">
              <a:extLst>
                <a:ext uri="{FF2B5EF4-FFF2-40B4-BE49-F238E27FC236}">
                  <a16:creationId xmlns:a16="http://schemas.microsoft.com/office/drawing/2014/main" id="{C4132513-3B5B-2380-2A13-524749FAA3AE}"/>
                </a:ext>
              </a:extLst>
            </p:cNvPr>
            <p:cNvSpPr>
              <a:spLocks noEditPoints="1"/>
            </p:cNvSpPr>
            <p:nvPr/>
          </p:nvSpPr>
          <p:spPr bwMode="auto">
            <a:xfrm>
              <a:off x="8253414" y="5830888"/>
              <a:ext cx="58738" cy="57150"/>
            </a:xfrm>
            <a:custGeom>
              <a:avLst/>
              <a:gdLst>
                <a:gd name="T0" fmla="*/ 39 w 78"/>
                <a:gd name="T1" fmla="*/ 20 h 74"/>
                <a:gd name="T2" fmla="*/ 26 w 78"/>
                <a:gd name="T3" fmla="*/ 25 h 74"/>
                <a:gd name="T4" fmla="*/ 26 w 78"/>
                <a:gd name="T5" fmla="*/ 51 h 74"/>
                <a:gd name="T6" fmla="*/ 52 w 78"/>
                <a:gd name="T7" fmla="*/ 51 h 74"/>
                <a:gd name="T8" fmla="*/ 52 w 78"/>
                <a:gd name="T9" fmla="*/ 25 h 74"/>
                <a:gd name="T10" fmla="*/ 39 w 78"/>
                <a:gd name="T11" fmla="*/ 20 h 74"/>
                <a:gd name="T12" fmla="*/ 39 w 78"/>
                <a:gd name="T13" fmla="*/ 74 h 74"/>
                <a:gd name="T14" fmla="*/ 14 w 78"/>
                <a:gd name="T15" fmla="*/ 63 h 74"/>
                <a:gd name="T16" fmla="*/ 14 w 78"/>
                <a:gd name="T17" fmla="*/ 13 h 74"/>
                <a:gd name="T18" fmla="*/ 64 w 78"/>
                <a:gd name="T19" fmla="*/ 13 h 74"/>
                <a:gd name="T20" fmla="*/ 64 w 78"/>
                <a:gd name="T21" fmla="*/ 63 h 74"/>
                <a:gd name="T22" fmla="*/ 39 w 78"/>
                <a:gd name="T23"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74">
                  <a:moveTo>
                    <a:pt x="39" y="20"/>
                  </a:moveTo>
                  <a:cubicBezTo>
                    <a:pt x="34" y="20"/>
                    <a:pt x="29" y="22"/>
                    <a:pt x="26" y="25"/>
                  </a:cubicBezTo>
                  <a:cubicBezTo>
                    <a:pt x="19" y="32"/>
                    <a:pt x="19" y="44"/>
                    <a:pt x="26" y="51"/>
                  </a:cubicBezTo>
                  <a:cubicBezTo>
                    <a:pt x="33" y="59"/>
                    <a:pt x="45" y="59"/>
                    <a:pt x="52" y="51"/>
                  </a:cubicBezTo>
                  <a:cubicBezTo>
                    <a:pt x="59" y="44"/>
                    <a:pt x="59" y="32"/>
                    <a:pt x="52" y="25"/>
                  </a:cubicBezTo>
                  <a:cubicBezTo>
                    <a:pt x="48" y="22"/>
                    <a:pt x="44" y="20"/>
                    <a:pt x="39" y="20"/>
                  </a:cubicBezTo>
                  <a:close/>
                  <a:moveTo>
                    <a:pt x="39" y="74"/>
                  </a:moveTo>
                  <a:cubicBezTo>
                    <a:pt x="30" y="74"/>
                    <a:pt x="21" y="70"/>
                    <a:pt x="14" y="63"/>
                  </a:cubicBezTo>
                  <a:cubicBezTo>
                    <a:pt x="0" y="50"/>
                    <a:pt x="0" y="27"/>
                    <a:pt x="14" y="13"/>
                  </a:cubicBezTo>
                  <a:cubicBezTo>
                    <a:pt x="28" y="0"/>
                    <a:pt x="50" y="0"/>
                    <a:pt x="64" y="13"/>
                  </a:cubicBezTo>
                  <a:cubicBezTo>
                    <a:pt x="78" y="27"/>
                    <a:pt x="78" y="50"/>
                    <a:pt x="64" y="63"/>
                  </a:cubicBezTo>
                  <a:cubicBezTo>
                    <a:pt x="57" y="70"/>
                    <a:pt x="48" y="74"/>
                    <a:pt x="39" y="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998">
              <a:extLst>
                <a:ext uri="{FF2B5EF4-FFF2-40B4-BE49-F238E27FC236}">
                  <a16:creationId xmlns:a16="http://schemas.microsoft.com/office/drawing/2014/main" id="{58A53EB9-8EEB-DD50-9546-DE557890EB02}"/>
                </a:ext>
              </a:extLst>
            </p:cNvPr>
            <p:cNvSpPr>
              <a:spLocks/>
            </p:cNvSpPr>
            <p:nvPr/>
          </p:nvSpPr>
          <p:spPr bwMode="auto">
            <a:xfrm>
              <a:off x="8069264" y="5802313"/>
              <a:ext cx="134938" cy="134938"/>
            </a:xfrm>
            <a:custGeom>
              <a:avLst/>
              <a:gdLst>
                <a:gd name="T0" fmla="*/ 5 w 85"/>
                <a:gd name="T1" fmla="*/ 85 h 85"/>
                <a:gd name="T2" fmla="*/ 0 w 85"/>
                <a:gd name="T3" fmla="*/ 80 h 85"/>
                <a:gd name="T4" fmla="*/ 79 w 85"/>
                <a:gd name="T5" fmla="*/ 0 h 85"/>
                <a:gd name="T6" fmla="*/ 85 w 85"/>
                <a:gd name="T7" fmla="*/ 5 h 85"/>
                <a:gd name="T8" fmla="*/ 5 w 85"/>
                <a:gd name="T9" fmla="*/ 85 h 85"/>
              </a:gdLst>
              <a:ahLst/>
              <a:cxnLst>
                <a:cxn ang="0">
                  <a:pos x="T0" y="T1"/>
                </a:cxn>
                <a:cxn ang="0">
                  <a:pos x="T2" y="T3"/>
                </a:cxn>
                <a:cxn ang="0">
                  <a:pos x="T4" y="T5"/>
                </a:cxn>
                <a:cxn ang="0">
                  <a:pos x="T6" y="T7"/>
                </a:cxn>
                <a:cxn ang="0">
                  <a:pos x="T8" y="T9"/>
                </a:cxn>
              </a:cxnLst>
              <a:rect l="0" t="0" r="r" b="b"/>
              <a:pathLst>
                <a:path w="85" h="85">
                  <a:moveTo>
                    <a:pt x="5" y="85"/>
                  </a:moveTo>
                  <a:lnTo>
                    <a:pt x="0" y="80"/>
                  </a:lnTo>
                  <a:lnTo>
                    <a:pt x="79" y="0"/>
                  </a:lnTo>
                  <a:lnTo>
                    <a:pt x="85" y="5"/>
                  </a:lnTo>
                  <a:lnTo>
                    <a:pt x="5"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999">
              <a:extLst>
                <a:ext uri="{FF2B5EF4-FFF2-40B4-BE49-F238E27FC236}">
                  <a16:creationId xmlns:a16="http://schemas.microsoft.com/office/drawing/2014/main" id="{1A194185-3F25-74B7-E44C-440D760190F8}"/>
                </a:ext>
              </a:extLst>
            </p:cNvPr>
            <p:cNvSpPr>
              <a:spLocks/>
            </p:cNvSpPr>
            <p:nvPr/>
          </p:nvSpPr>
          <p:spPr bwMode="auto">
            <a:xfrm>
              <a:off x="8224839" y="5802313"/>
              <a:ext cx="47625" cy="47625"/>
            </a:xfrm>
            <a:custGeom>
              <a:avLst/>
              <a:gdLst>
                <a:gd name="T0" fmla="*/ 25 w 30"/>
                <a:gd name="T1" fmla="*/ 30 h 30"/>
                <a:gd name="T2" fmla="*/ 0 w 30"/>
                <a:gd name="T3" fmla="*/ 5 h 30"/>
                <a:gd name="T4" fmla="*/ 5 w 30"/>
                <a:gd name="T5" fmla="*/ 0 h 30"/>
                <a:gd name="T6" fmla="*/ 30 w 30"/>
                <a:gd name="T7" fmla="*/ 25 h 30"/>
                <a:gd name="T8" fmla="*/ 25 w 30"/>
                <a:gd name="T9" fmla="*/ 30 h 30"/>
              </a:gdLst>
              <a:ahLst/>
              <a:cxnLst>
                <a:cxn ang="0">
                  <a:pos x="T0" y="T1"/>
                </a:cxn>
                <a:cxn ang="0">
                  <a:pos x="T2" y="T3"/>
                </a:cxn>
                <a:cxn ang="0">
                  <a:pos x="T4" y="T5"/>
                </a:cxn>
                <a:cxn ang="0">
                  <a:pos x="T6" y="T7"/>
                </a:cxn>
                <a:cxn ang="0">
                  <a:pos x="T8" y="T9"/>
                </a:cxn>
              </a:cxnLst>
              <a:rect l="0" t="0" r="r" b="b"/>
              <a:pathLst>
                <a:path w="30" h="30">
                  <a:moveTo>
                    <a:pt x="25" y="30"/>
                  </a:moveTo>
                  <a:lnTo>
                    <a:pt x="0" y="5"/>
                  </a:lnTo>
                  <a:lnTo>
                    <a:pt x="5" y="0"/>
                  </a:lnTo>
                  <a:lnTo>
                    <a:pt x="30" y="25"/>
                  </a:lnTo>
                  <a:lnTo>
                    <a:pt x="25"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1000">
              <a:extLst>
                <a:ext uri="{FF2B5EF4-FFF2-40B4-BE49-F238E27FC236}">
                  <a16:creationId xmlns:a16="http://schemas.microsoft.com/office/drawing/2014/main" id="{D4052E82-159F-548B-E9AA-83C93D4C5096}"/>
                </a:ext>
              </a:extLst>
            </p:cNvPr>
            <p:cNvSpPr>
              <a:spLocks/>
            </p:cNvSpPr>
            <p:nvPr/>
          </p:nvSpPr>
          <p:spPr bwMode="auto">
            <a:xfrm>
              <a:off x="8293101" y="5711826"/>
              <a:ext cx="138113" cy="138113"/>
            </a:xfrm>
            <a:custGeom>
              <a:avLst/>
              <a:gdLst>
                <a:gd name="T0" fmla="*/ 6 w 87"/>
                <a:gd name="T1" fmla="*/ 87 h 87"/>
                <a:gd name="T2" fmla="*/ 0 w 87"/>
                <a:gd name="T3" fmla="*/ 82 h 87"/>
                <a:gd name="T4" fmla="*/ 81 w 87"/>
                <a:gd name="T5" fmla="*/ 0 h 87"/>
                <a:gd name="T6" fmla="*/ 87 w 87"/>
                <a:gd name="T7" fmla="*/ 6 h 87"/>
                <a:gd name="T8" fmla="*/ 6 w 87"/>
                <a:gd name="T9" fmla="*/ 87 h 87"/>
              </a:gdLst>
              <a:ahLst/>
              <a:cxnLst>
                <a:cxn ang="0">
                  <a:pos x="T0" y="T1"/>
                </a:cxn>
                <a:cxn ang="0">
                  <a:pos x="T2" y="T3"/>
                </a:cxn>
                <a:cxn ang="0">
                  <a:pos x="T4" y="T5"/>
                </a:cxn>
                <a:cxn ang="0">
                  <a:pos x="T6" y="T7"/>
                </a:cxn>
                <a:cxn ang="0">
                  <a:pos x="T8" y="T9"/>
                </a:cxn>
              </a:cxnLst>
              <a:rect l="0" t="0" r="r" b="b"/>
              <a:pathLst>
                <a:path w="87" h="87">
                  <a:moveTo>
                    <a:pt x="6" y="87"/>
                  </a:moveTo>
                  <a:lnTo>
                    <a:pt x="0" y="82"/>
                  </a:lnTo>
                  <a:lnTo>
                    <a:pt x="81" y="0"/>
                  </a:lnTo>
                  <a:lnTo>
                    <a:pt x="87" y="6"/>
                  </a:lnTo>
                  <a:lnTo>
                    <a:pt x="6"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Rectangle 1001">
              <a:extLst>
                <a:ext uri="{FF2B5EF4-FFF2-40B4-BE49-F238E27FC236}">
                  <a16:creationId xmlns:a16="http://schemas.microsoft.com/office/drawing/2014/main" id="{3A9D6995-A62E-12BB-FBB1-DDF093A5728C}"/>
                </a:ext>
              </a:extLst>
            </p:cNvPr>
            <p:cNvSpPr>
              <a:spLocks noChangeArrowheads="1"/>
            </p:cNvSpPr>
            <p:nvPr/>
          </p:nvSpPr>
          <p:spPr bwMode="auto">
            <a:xfrm>
              <a:off x="8189914"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Rectangle 1002">
              <a:extLst>
                <a:ext uri="{FF2B5EF4-FFF2-40B4-BE49-F238E27FC236}">
                  <a16:creationId xmlns:a16="http://schemas.microsoft.com/office/drawing/2014/main" id="{12259F51-9948-BE1F-9B03-4312F162495B}"/>
                </a:ext>
              </a:extLst>
            </p:cNvPr>
            <p:cNvSpPr>
              <a:spLocks noChangeArrowheads="1"/>
            </p:cNvSpPr>
            <p:nvPr/>
          </p:nvSpPr>
          <p:spPr bwMode="auto">
            <a:xfrm>
              <a:off x="8143876" y="5894388"/>
              <a:ext cx="12700" cy="139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Rectangle 1003">
              <a:extLst>
                <a:ext uri="{FF2B5EF4-FFF2-40B4-BE49-F238E27FC236}">
                  <a16:creationId xmlns:a16="http://schemas.microsoft.com/office/drawing/2014/main" id="{55144F82-DF8E-3AF6-D29F-BB3B2EDE15A8}"/>
                </a:ext>
              </a:extLst>
            </p:cNvPr>
            <p:cNvSpPr>
              <a:spLocks noChangeArrowheads="1"/>
            </p:cNvSpPr>
            <p:nvPr/>
          </p:nvSpPr>
          <p:spPr bwMode="auto">
            <a:xfrm>
              <a:off x="8097839" y="5940426"/>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Rectangle 1004">
              <a:extLst>
                <a:ext uri="{FF2B5EF4-FFF2-40B4-BE49-F238E27FC236}">
                  <a16:creationId xmlns:a16="http://schemas.microsoft.com/office/drawing/2014/main" id="{3E802091-8FC0-C9DE-FAF8-2F427D11734C}"/>
                </a:ext>
              </a:extLst>
            </p:cNvPr>
            <p:cNvSpPr>
              <a:spLocks noChangeArrowheads="1"/>
            </p:cNvSpPr>
            <p:nvPr/>
          </p:nvSpPr>
          <p:spPr bwMode="auto">
            <a:xfrm>
              <a:off x="8051801" y="5997576"/>
              <a:ext cx="1270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Rectangle 1005">
              <a:extLst>
                <a:ext uri="{FF2B5EF4-FFF2-40B4-BE49-F238E27FC236}">
                  <a16:creationId xmlns:a16="http://schemas.microsoft.com/office/drawing/2014/main" id="{6415546D-269E-3C43-254F-F6C79D2AADE9}"/>
                </a:ext>
              </a:extLst>
            </p:cNvPr>
            <p:cNvSpPr>
              <a:spLocks noChangeArrowheads="1"/>
            </p:cNvSpPr>
            <p:nvPr/>
          </p:nvSpPr>
          <p:spPr bwMode="auto">
            <a:xfrm>
              <a:off x="8235951" y="5875338"/>
              <a:ext cx="12700" cy="158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Rectangle 1006">
              <a:extLst>
                <a:ext uri="{FF2B5EF4-FFF2-40B4-BE49-F238E27FC236}">
                  <a16:creationId xmlns:a16="http://schemas.microsoft.com/office/drawing/2014/main" id="{00B7F255-D448-1813-ADD7-25A5B2CC7AFF}"/>
                </a:ext>
              </a:extLst>
            </p:cNvPr>
            <p:cNvSpPr>
              <a:spLocks noChangeArrowheads="1"/>
            </p:cNvSpPr>
            <p:nvPr/>
          </p:nvSpPr>
          <p:spPr bwMode="auto">
            <a:xfrm>
              <a:off x="8281989" y="5910263"/>
              <a:ext cx="12700" cy="123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Rectangle 1007">
              <a:extLst>
                <a:ext uri="{FF2B5EF4-FFF2-40B4-BE49-F238E27FC236}">
                  <a16:creationId xmlns:a16="http://schemas.microsoft.com/office/drawing/2014/main" id="{5A3FFF12-FA8D-E716-113F-FCEC00201534}"/>
                </a:ext>
              </a:extLst>
            </p:cNvPr>
            <p:cNvSpPr>
              <a:spLocks noChangeArrowheads="1"/>
            </p:cNvSpPr>
            <p:nvPr/>
          </p:nvSpPr>
          <p:spPr bwMode="auto">
            <a:xfrm>
              <a:off x="8328026"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Rectangle 1008">
              <a:extLst>
                <a:ext uri="{FF2B5EF4-FFF2-40B4-BE49-F238E27FC236}">
                  <a16:creationId xmlns:a16="http://schemas.microsoft.com/office/drawing/2014/main" id="{F8343EED-FEB6-1809-93C7-5C53943F5414}"/>
                </a:ext>
              </a:extLst>
            </p:cNvPr>
            <p:cNvSpPr>
              <a:spLocks noChangeArrowheads="1"/>
            </p:cNvSpPr>
            <p:nvPr/>
          </p:nvSpPr>
          <p:spPr bwMode="auto">
            <a:xfrm>
              <a:off x="8374064" y="5802313"/>
              <a:ext cx="12700" cy="231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Rectangle 1010">
              <a:extLst>
                <a:ext uri="{FF2B5EF4-FFF2-40B4-BE49-F238E27FC236}">
                  <a16:creationId xmlns:a16="http://schemas.microsoft.com/office/drawing/2014/main" id="{917C4C69-C7A9-8BFB-E373-595FB77C705E}"/>
                </a:ext>
              </a:extLst>
            </p:cNvPr>
            <p:cNvSpPr>
              <a:spLocks noChangeArrowheads="1"/>
            </p:cNvSpPr>
            <p:nvPr/>
          </p:nvSpPr>
          <p:spPr bwMode="auto">
            <a:xfrm>
              <a:off x="8420101" y="5780088"/>
              <a:ext cx="12700" cy="2540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Rectangle 1011">
              <a:extLst>
                <a:ext uri="{FF2B5EF4-FFF2-40B4-BE49-F238E27FC236}">
                  <a16:creationId xmlns:a16="http://schemas.microsoft.com/office/drawing/2014/main" id="{E0834085-C0AB-7AE4-1D37-96A3E507C528}"/>
                </a:ext>
              </a:extLst>
            </p:cNvPr>
            <p:cNvSpPr>
              <a:spLocks noChangeArrowheads="1"/>
            </p:cNvSpPr>
            <p:nvPr/>
          </p:nvSpPr>
          <p:spPr bwMode="auto">
            <a:xfrm>
              <a:off x="8024813" y="6021388"/>
              <a:ext cx="43497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1012">
              <a:extLst>
                <a:ext uri="{FF2B5EF4-FFF2-40B4-BE49-F238E27FC236}">
                  <a16:creationId xmlns:a16="http://schemas.microsoft.com/office/drawing/2014/main" id="{0237EA0E-BE3B-D68C-C83E-187C556613DD}"/>
                </a:ext>
              </a:extLst>
            </p:cNvPr>
            <p:cNvSpPr>
              <a:spLocks noEditPoints="1"/>
            </p:cNvSpPr>
            <p:nvPr/>
          </p:nvSpPr>
          <p:spPr bwMode="auto">
            <a:xfrm>
              <a:off x="8012113" y="5684838"/>
              <a:ext cx="114300" cy="114300"/>
            </a:xfrm>
            <a:custGeom>
              <a:avLst/>
              <a:gdLst>
                <a:gd name="T0" fmla="*/ 67 w 151"/>
                <a:gd name="T1" fmla="*/ 17 h 151"/>
                <a:gd name="T2" fmla="*/ 17 w 151"/>
                <a:gd name="T3" fmla="*/ 75 h 151"/>
                <a:gd name="T4" fmla="*/ 75 w 151"/>
                <a:gd name="T5" fmla="*/ 134 h 151"/>
                <a:gd name="T6" fmla="*/ 134 w 151"/>
                <a:gd name="T7" fmla="*/ 84 h 151"/>
                <a:gd name="T8" fmla="*/ 67 w 151"/>
                <a:gd name="T9" fmla="*/ 84 h 151"/>
                <a:gd name="T10" fmla="*/ 67 w 151"/>
                <a:gd name="T11" fmla="*/ 17 h 151"/>
                <a:gd name="T12" fmla="*/ 75 w 151"/>
                <a:gd name="T13" fmla="*/ 151 h 151"/>
                <a:gd name="T14" fmla="*/ 0 w 151"/>
                <a:gd name="T15" fmla="*/ 75 h 151"/>
                <a:gd name="T16" fmla="*/ 75 w 151"/>
                <a:gd name="T17" fmla="*/ 0 h 151"/>
                <a:gd name="T18" fmla="*/ 84 w 151"/>
                <a:gd name="T19" fmla="*/ 0 h 151"/>
                <a:gd name="T20" fmla="*/ 84 w 151"/>
                <a:gd name="T21" fmla="*/ 67 h 151"/>
                <a:gd name="T22" fmla="*/ 151 w 151"/>
                <a:gd name="T23" fmla="*/ 67 h 151"/>
                <a:gd name="T24" fmla="*/ 151 w 151"/>
                <a:gd name="T25" fmla="*/ 75 h 151"/>
                <a:gd name="T26" fmla="*/ 75 w 151"/>
                <a:gd name="T27"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 h="151">
                  <a:moveTo>
                    <a:pt x="67" y="17"/>
                  </a:moveTo>
                  <a:cubicBezTo>
                    <a:pt x="39" y="21"/>
                    <a:pt x="17" y="46"/>
                    <a:pt x="17" y="75"/>
                  </a:cubicBezTo>
                  <a:cubicBezTo>
                    <a:pt x="17" y="108"/>
                    <a:pt x="43" y="134"/>
                    <a:pt x="75" y="134"/>
                  </a:cubicBezTo>
                  <a:cubicBezTo>
                    <a:pt x="105" y="134"/>
                    <a:pt x="130" y="112"/>
                    <a:pt x="134" y="84"/>
                  </a:cubicBezTo>
                  <a:lnTo>
                    <a:pt x="67" y="84"/>
                  </a:lnTo>
                  <a:lnTo>
                    <a:pt x="67" y="17"/>
                  </a:lnTo>
                  <a:close/>
                  <a:moveTo>
                    <a:pt x="75" y="151"/>
                  </a:moveTo>
                  <a:cubicBezTo>
                    <a:pt x="34" y="151"/>
                    <a:pt x="0" y="117"/>
                    <a:pt x="0" y="75"/>
                  </a:cubicBezTo>
                  <a:cubicBezTo>
                    <a:pt x="0" y="34"/>
                    <a:pt x="34" y="0"/>
                    <a:pt x="75" y="0"/>
                  </a:cubicBezTo>
                  <a:lnTo>
                    <a:pt x="84" y="0"/>
                  </a:lnTo>
                  <a:lnTo>
                    <a:pt x="84" y="67"/>
                  </a:lnTo>
                  <a:lnTo>
                    <a:pt x="151" y="67"/>
                  </a:lnTo>
                  <a:lnTo>
                    <a:pt x="151" y="75"/>
                  </a:lnTo>
                  <a:cubicBezTo>
                    <a:pt x="151" y="117"/>
                    <a:pt x="117" y="151"/>
                    <a:pt x="75" y="1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1013">
              <a:extLst>
                <a:ext uri="{FF2B5EF4-FFF2-40B4-BE49-F238E27FC236}">
                  <a16:creationId xmlns:a16="http://schemas.microsoft.com/office/drawing/2014/main" id="{AD003997-BFFF-9D4C-9998-3C79B5D9744A}"/>
                </a:ext>
              </a:extLst>
            </p:cNvPr>
            <p:cNvSpPr>
              <a:spLocks noEditPoints="1"/>
            </p:cNvSpPr>
            <p:nvPr/>
          </p:nvSpPr>
          <p:spPr bwMode="auto">
            <a:xfrm>
              <a:off x="8088313" y="5657851"/>
              <a:ext cx="63500" cy="65088"/>
            </a:xfrm>
            <a:custGeom>
              <a:avLst/>
              <a:gdLst>
                <a:gd name="T0" fmla="*/ 17 w 84"/>
                <a:gd name="T1" fmla="*/ 68 h 84"/>
                <a:gd name="T2" fmla="*/ 67 w 84"/>
                <a:gd name="T3" fmla="*/ 68 h 84"/>
                <a:gd name="T4" fmla="*/ 17 w 84"/>
                <a:gd name="T5" fmla="*/ 18 h 84"/>
                <a:gd name="T6" fmla="*/ 17 w 84"/>
                <a:gd name="T7" fmla="*/ 68 h 84"/>
                <a:gd name="T8" fmla="*/ 84 w 84"/>
                <a:gd name="T9" fmla="*/ 84 h 84"/>
                <a:gd name="T10" fmla="*/ 0 w 84"/>
                <a:gd name="T11" fmla="*/ 84 h 84"/>
                <a:gd name="T12" fmla="*/ 0 w 84"/>
                <a:gd name="T13" fmla="*/ 0 h 84"/>
                <a:gd name="T14" fmla="*/ 9 w 84"/>
                <a:gd name="T15" fmla="*/ 0 h 84"/>
                <a:gd name="T16" fmla="*/ 84 w 84"/>
                <a:gd name="T17" fmla="*/ 76 h 84"/>
                <a:gd name="T18" fmla="*/ 84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17" y="68"/>
                  </a:moveTo>
                  <a:lnTo>
                    <a:pt x="67" y="68"/>
                  </a:lnTo>
                  <a:cubicBezTo>
                    <a:pt x="63" y="42"/>
                    <a:pt x="43" y="21"/>
                    <a:pt x="17" y="18"/>
                  </a:cubicBezTo>
                  <a:lnTo>
                    <a:pt x="17" y="68"/>
                  </a:lnTo>
                  <a:close/>
                  <a:moveTo>
                    <a:pt x="84" y="84"/>
                  </a:moveTo>
                  <a:lnTo>
                    <a:pt x="0" y="84"/>
                  </a:lnTo>
                  <a:lnTo>
                    <a:pt x="0" y="0"/>
                  </a:lnTo>
                  <a:lnTo>
                    <a:pt x="9" y="0"/>
                  </a:lnTo>
                  <a:cubicBezTo>
                    <a:pt x="50" y="0"/>
                    <a:pt x="84" y="34"/>
                    <a:pt x="84" y="76"/>
                  </a:cubicBezTo>
                  <a:lnTo>
                    <a:pt x="84"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1014">
              <a:extLst>
                <a:ext uri="{FF2B5EF4-FFF2-40B4-BE49-F238E27FC236}">
                  <a16:creationId xmlns:a16="http://schemas.microsoft.com/office/drawing/2014/main" id="{1AB65EEB-1E1A-BA8E-7DB7-9AAD4E54DF19}"/>
                </a:ext>
              </a:extLst>
            </p:cNvPr>
            <p:cNvSpPr>
              <a:spLocks/>
            </p:cNvSpPr>
            <p:nvPr/>
          </p:nvSpPr>
          <p:spPr bwMode="auto">
            <a:xfrm>
              <a:off x="8388351" y="5710238"/>
              <a:ext cx="44450" cy="44450"/>
            </a:xfrm>
            <a:custGeom>
              <a:avLst/>
              <a:gdLst>
                <a:gd name="T0" fmla="*/ 28 w 28"/>
                <a:gd name="T1" fmla="*/ 28 h 28"/>
                <a:gd name="T2" fmla="*/ 20 w 28"/>
                <a:gd name="T3" fmla="*/ 28 h 28"/>
                <a:gd name="T4" fmla="*/ 20 w 28"/>
                <a:gd name="T5" fmla="*/ 8 h 28"/>
                <a:gd name="T6" fmla="*/ 0 w 28"/>
                <a:gd name="T7" fmla="*/ 8 h 28"/>
                <a:gd name="T8" fmla="*/ 0 w 28"/>
                <a:gd name="T9" fmla="*/ 0 h 28"/>
                <a:gd name="T10" fmla="*/ 28 w 28"/>
                <a:gd name="T11" fmla="*/ 0 h 28"/>
                <a:gd name="T12" fmla="*/ 28 w 28"/>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8" h="28">
                  <a:moveTo>
                    <a:pt x="28" y="28"/>
                  </a:moveTo>
                  <a:lnTo>
                    <a:pt x="20" y="28"/>
                  </a:lnTo>
                  <a:lnTo>
                    <a:pt x="20" y="8"/>
                  </a:lnTo>
                  <a:lnTo>
                    <a:pt x="0" y="8"/>
                  </a:lnTo>
                  <a:lnTo>
                    <a:pt x="0" y="0"/>
                  </a:lnTo>
                  <a:lnTo>
                    <a:pt x="28" y="0"/>
                  </a:lnTo>
                  <a:lnTo>
                    <a:pt x="2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9" name="Air_hostess" descr="{&quot;Key&quot;:&quot;POWER_USER_SHAPE_ICON&quot;,&quot;Value&quot;:&quot;POWER_USER_SHAPE_ICON_STYLE_1&quot;}">
            <a:extLst>
              <a:ext uri="{FF2B5EF4-FFF2-40B4-BE49-F238E27FC236}">
                <a16:creationId xmlns:a16="http://schemas.microsoft.com/office/drawing/2014/main" id="{900F5F04-3915-F416-C55B-5C7C6E5D6484}"/>
              </a:ext>
            </a:extLst>
          </p:cNvPr>
          <p:cNvGrpSpPr>
            <a:grpSpLocks noChangeAspect="1"/>
          </p:cNvGrpSpPr>
          <p:nvPr/>
        </p:nvGrpSpPr>
        <p:grpSpPr>
          <a:xfrm>
            <a:off x="6734259" y="2190047"/>
            <a:ext cx="206112" cy="249271"/>
            <a:chOff x="7264401" y="4197351"/>
            <a:chExt cx="371475" cy="449263"/>
          </a:xfrm>
          <a:solidFill>
            <a:schemeClr val="accent2"/>
          </a:solidFill>
        </p:grpSpPr>
        <p:sp>
          <p:nvSpPr>
            <p:cNvPr id="80" name="Freeform 618">
              <a:extLst>
                <a:ext uri="{FF2B5EF4-FFF2-40B4-BE49-F238E27FC236}">
                  <a16:creationId xmlns:a16="http://schemas.microsoft.com/office/drawing/2014/main" id="{59288B1D-AC9F-42D5-556A-FF3D018C8134}"/>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Freeform 619">
              <a:extLst>
                <a:ext uri="{FF2B5EF4-FFF2-40B4-BE49-F238E27FC236}">
                  <a16:creationId xmlns:a16="http://schemas.microsoft.com/office/drawing/2014/main" id="{08275C99-B0A9-B178-B2C1-2E540E17831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Freeform 620">
              <a:extLst>
                <a:ext uri="{FF2B5EF4-FFF2-40B4-BE49-F238E27FC236}">
                  <a16:creationId xmlns:a16="http://schemas.microsoft.com/office/drawing/2014/main" id="{A333EC79-DEC3-3A16-F31C-9FE6863FD243}"/>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Freeform 621">
              <a:extLst>
                <a:ext uri="{FF2B5EF4-FFF2-40B4-BE49-F238E27FC236}">
                  <a16:creationId xmlns:a16="http://schemas.microsoft.com/office/drawing/2014/main" id="{0E807484-7AA4-2915-0EB0-B4B218FF7BEF}"/>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622">
              <a:extLst>
                <a:ext uri="{FF2B5EF4-FFF2-40B4-BE49-F238E27FC236}">
                  <a16:creationId xmlns:a16="http://schemas.microsoft.com/office/drawing/2014/main" id="{2FE32F71-BAAC-78B2-A759-865F56D9E209}"/>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623">
              <a:extLst>
                <a:ext uri="{FF2B5EF4-FFF2-40B4-BE49-F238E27FC236}">
                  <a16:creationId xmlns:a16="http://schemas.microsoft.com/office/drawing/2014/main" id="{16A40D6E-0364-73E9-CF24-58490D8EC02E}"/>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Rectangle 624">
              <a:extLst>
                <a:ext uri="{FF2B5EF4-FFF2-40B4-BE49-F238E27FC236}">
                  <a16:creationId xmlns:a16="http://schemas.microsoft.com/office/drawing/2014/main" id="{618E14F3-98E5-407C-DE8A-DF3D065CB53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Rectangle 625">
              <a:extLst>
                <a:ext uri="{FF2B5EF4-FFF2-40B4-BE49-F238E27FC236}">
                  <a16:creationId xmlns:a16="http://schemas.microsoft.com/office/drawing/2014/main" id="{734A69C7-874B-EB22-9037-83A4CB01F36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626">
              <a:extLst>
                <a:ext uri="{FF2B5EF4-FFF2-40B4-BE49-F238E27FC236}">
                  <a16:creationId xmlns:a16="http://schemas.microsoft.com/office/drawing/2014/main" id="{48C2DF8A-392F-D234-0035-6A9867537E8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Freeform 627">
              <a:extLst>
                <a:ext uri="{FF2B5EF4-FFF2-40B4-BE49-F238E27FC236}">
                  <a16:creationId xmlns:a16="http://schemas.microsoft.com/office/drawing/2014/main" id="{1794C41E-0FF4-7602-798E-8E482E7A917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628">
              <a:extLst>
                <a:ext uri="{FF2B5EF4-FFF2-40B4-BE49-F238E27FC236}">
                  <a16:creationId xmlns:a16="http://schemas.microsoft.com/office/drawing/2014/main" id="{AB2D984D-D233-7E76-51E7-D80B65EDBE0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Rectangle 629">
              <a:extLst>
                <a:ext uri="{FF2B5EF4-FFF2-40B4-BE49-F238E27FC236}">
                  <a16:creationId xmlns:a16="http://schemas.microsoft.com/office/drawing/2014/main" id="{655A197D-D92E-2187-5C1F-5200D66CBE73}"/>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aphicFrame>
        <p:nvGraphicFramePr>
          <p:cNvPr id="92" name="Bars_with_variation_3">
            <a:extLst>
              <a:ext uri="{FF2B5EF4-FFF2-40B4-BE49-F238E27FC236}">
                <a16:creationId xmlns:a16="http://schemas.microsoft.com/office/drawing/2014/main" id="{6662AEDC-0A1F-973F-8C25-0DF52563EE10}"/>
              </a:ext>
            </a:extLst>
          </p:cNvPr>
          <p:cNvGraphicFramePr>
            <a:graphicFrameLocks noChangeAspect="1"/>
          </p:cNvGraphicFramePr>
          <p:nvPr>
            <p:extLst>
              <p:ext uri="{D42A27DB-BD31-4B8C-83A1-F6EECF244321}">
                <p14:modId xmlns:p14="http://schemas.microsoft.com/office/powerpoint/2010/main" val="2945197516"/>
              </p:ext>
            </p:extLst>
          </p:nvPr>
        </p:nvGraphicFramePr>
        <p:xfrm>
          <a:off x="4382398" y="3682241"/>
          <a:ext cx="7200000" cy="2294624"/>
        </p:xfrm>
        <a:graphic>
          <a:graphicData uri="http://schemas.openxmlformats.org/drawingml/2006/chart">
            <c:chart xmlns:c="http://schemas.openxmlformats.org/drawingml/2006/chart" xmlns:r="http://schemas.openxmlformats.org/officeDocument/2006/relationships" r:id="rId8"/>
          </a:graphicData>
        </a:graphic>
      </p:graphicFrame>
      <p:grpSp>
        <p:nvGrpSpPr>
          <p:cNvPr id="93" name="Fix" descr="{&quot;Key&quot;:&quot;POWER_USER_SHAPE_ICON&quot;,&quot;Value&quot;:&quot;POWER_USER_SHAPE_ICON_STYLE_1&quot;}">
            <a:extLst>
              <a:ext uri="{FF2B5EF4-FFF2-40B4-BE49-F238E27FC236}">
                <a16:creationId xmlns:a16="http://schemas.microsoft.com/office/drawing/2014/main" id="{23C57FFA-412B-28B7-6D20-665B96C51705}"/>
              </a:ext>
            </a:extLst>
          </p:cNvPr>
          <p:cNvGrpSpPr>
            <a:grpSpLocks noChangeAspect="1"/>
          </p:cNvGrpSpPr>
          <p:nvPr/>
        </p:nvGrpSpPr>
        <p:grpSpPr>
          <a:xfrm>
            <a:off x="6694073" y="3222516"/>
            <a:ext cx="348095" cy="337705"/>
            <a:chOff x="7832341" y="2904779"/>
            <a:chExt cx="1080699" cy="1048441"/>
          </a:xfrm>
          <a:solidFill>
            <a:schemeClr val="accent4"/>
          </a:solidFill>
        </p:grpSpPr>
        <p:sp>
          <p:nvSpPr>
            <p:cNvPr id="94" name="Forme libre : forme 3475">
              <a:extLst>
                <a:ext uri="{FF2B5EF4-FFF2-40B4-BE49-F238E27FC236}">
                  <a16:creationId xmlns:a16="http://schemas.microsoft.com/office/drawing/2014/main" id="{657D51DE-378D-B754-EE58-B3E88F518165}"/>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5" name="Forme libre : forme 3495">
              <a:extLst>
                <a:ext uri="{FF2B5EF4-FFF2-40B4-BE49-F238E27FC236}">
                  <a16:creationId xmlns:a16="http://schemas.microsoft.com/office/drawing/2014/main" id="{B729EE01-0272-FC13-BCBA-19568075D46E}"/>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96" name="Forme libre : forme 1553">
              <a:extLst>
                <a:ext uri="{FF2B5EF4-FFF2-40B4-BE49-F238E27FC236}">
                  <a16:creationId xmlns:a16="http://schemas.microsoft.com/office/drawing/2014/main" id="{926A859C-A935-C364-CC05-AF0204DE16B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97" name="Forme libre : forme 1554">
              <a:extLst>
                <a:ext uri="{FF2B5EF4-FFF2-40B4-BE49-F238E27FC236}">
                  <a16:creationId xmlns:a16="http://schemas.microsoft.com/office/drawing/2014/main" id="{B88D76FA-B7EF-FBBF-BE4A-2B1A5DE653D7}"/>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2093253893"/>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a:normAutofit/>
          </a:bodyPr>
          <a:lstStyle/>
          <a:p>
            <a:r>
              <a:rPr lang="en-US" dirty="0"/>
              <a:t>Dashboard 2</a:t>
            </a:r>
          </a:p>
        </p:txBody>
      </p:sp>
      <p:sp>
        <p:nvSpPr>
          <p:cNvPr id="115" name="Rectangle: Rounded Corners 114">
            <a:extLst>
              <a:ext uri="{FF2B5EF4-FFF2-40B4-BE49-F238E27FC236}">
                <a16:creationId xmlns:a16="http://schemas.microsoft.com/office/drawing/2014/main" id="{13995369-1F70-4C5C-B1A1-E47D06FA702D}"/>
              </a:ext>
            </a:extLst>
          </p:cNvPr>
          <p:cNvSpPr/>
          <p:nvPr/>
        </p:nvSpPr>
        <p:spPr>
          <a:xfrm>
            <a:off x="609597"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4</a:t>
            </a:r>
          </a:p>
        </p:txBody>
      </p:sp>
      <p:sp>
        <p:nvSpPr>
          <p:cNvPr id="116" name="Rectangle: Rounded Corners 115">
            <a:extLst>
              <a:ext uri="{FF2B5EF4-FFF2-40B4-BE49-F238E27FC236}">
                <a16:creationId xmlns:a16="http://schemas.microsoft.com/office/drawing/2014/main" id="{A309C89D-19C4-A38E-FCC2-C1365F4AFF5B}"/>
              </a:ext>
            </a:extLst>
          </p:cNvPr>
          <p:cNvSpPr/>
          <p:nvPr/>
        </p:nvSpPr>
        <p:spPr>
          <a:xfrm>
            <a:off x="4296000"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5</a:t>
            </a:r>
          </a:p>
        </p:txBody>
      </p:sp>
      <p:sp>
        <p:nvSpPr>
          <p:cNvPr id="117" name="Rectangle: Rounded Corners 116">
            <a:extLst>
              <a:ext uri="{FF2B5EF4-FFF2-40B4-BE49-F238E27FC236}">
                <a16:creationId xmlns:a16="http://schemas.microsoft.com/office/drawing/2014/main" id="{97A1E3BD-7D5F-008E-87BE-B6B6D2C1EBD4}"/>
              </a:ext>
            </a:extLst>
          </p:cNvPr>
          <p:cNvSpPr/>
          <p:nvPr/>
        </p:nvSpPr>
        <p:spPr>
          <a:xfrm>
            <a:off x="7982403"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6</a:t>
            </a:r>
          </a:p>
        </p:txBody>
      </p:sp>
      <p:sp>
        <p:nvSpPr>
          <p:cNvPr id="118" name="Rectangle: Rounded Corners 117">
            <a:extLst>
              <a:ext uri="{FF2B5EF4-FFF2-40B4-BE49-F238E27FC236}">
                <a16:creationId xmlns:a16="http://schemas.microsoft.com/office/drawing/2014/main" id="{986E3399-865C-EC94-77F3-3C1A307758AC}"/>
              </a:ext>
            </a:extLst>
          </p:cNvPr>
          <p:cNvSpPr/>
          <p:nvPr/>
        </p:nvSpPr>
        <p:spPr>
          <a:xfrm>
            <a:off x="609597"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1</a:t>
            </a:r>
          </a:p>
        </p:txBody>
      </p:sp>
      <p:sp>
        <p:nvSpPr>
          <p:cNvPr id="119" name="Rectangle: Rounded Corners 118">
            <a:extLst>
              <a:ext uri="{FF2B5EF4-FFF2-40B4-BE49-F238E27FC236}">
                <a16:creationId xmlns:a16="http://schemas.microsoft.com/office/drawing/2014/main" id="{9D3E0E64-1699-55A5-AC5C-F4DE4DC7F5C6}"/>
              </a:ext>
            </a:extLst>
          </p:cNvPr>
          <p:cNvSpPr/>
          <p:nvPr/>
        </p:nvSpPr>
        <p:spPr>
          <a:xfrm>
            <a:off x="4296000"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2</a:t>
            </a:r>
          </a:p>
        </p:txBody>
      </p:sp>
      <p:sp>
        <p:nvSpPr>
          <p:cNvPr id="120" name="Rectangle: Rounded Corners 119">
            <a:extLst>
              <a:ext uri="{FF2B5EF4-FFF2-40B4-BE49-F238E27FC236}">
                <a16:creationId xmlns:a16="http://schemas.microsoft.com/office/drawing/2014/main" id="{57C131D7-D377-E807-662D-97C5F280D424}"/>
              </a:ext>
            </a:extLst>
          </p:cNvPr>
          <p:cNvSpPr/>
          <p:nvPr/>
        </p:nvSpPr>
        <p:spPr>
          <a:xfrm>
            <a:off x="7982403"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3</a:t>
            </a:r>
          </a:p>
        </p:txBody>
      </p:sp>
      <p:graphicFrame>
        <p:nvGraphicFramePr>
          <p:cNvPr id="123" name="Chart 122">
            <a:extLst>
              <a:ext uri="{FF2B5EF4-FFF2-40B4-BE49-F238E27FC236}">
                <a16:creationId xmlns:a16="http://schemas.microsoft.com/office/drawing/2014/main" id="{7A4F9959-812B-6264-E2B2-EDBBAA34865C}"/>
              </a:ext>
            </a:extLst>
          </p:cNvPr>
          <p:cNvGraphicFramePr/>
          <p:nvPr>
            <p:extLst>
              <p:ext uri="{D42A27DB-BD31-4B8C-83A1-F6EECF244321}">
                <p14:modId xmlns:p14="http://schemas.microsoft.com/office/powerpoint/2010/main" val="1512625967"/>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4" name="Chart 123">
            <a:extLst>
              <a:ext uri="{FF2B5EF4-FFF2-40B4-BE49-F238E27FC236}">
                <a16:creationId xmlns:a16="http://schemas.microsoft.com/office/drawing/2014/main" id="{4AA4469E-4B10-7A4C-B560-E9B7DA587424}"/>
              </a:ext>
            </a:extLst>
          </p:cNvPr>
          <p:cNvGraphicFramePr/>
          <p:nvPr>
            <p:extLst>
              <p:ext uri="{D42A27DB-BD31-4B8C-83A1-F6EECF244321}">
                <p14:modId xmlns:p14="http://schemas.microsoft.com/office/powerpoint/2010/main" val="2419632189"/>
              </p:ext>
            </p:extLst>
          </p:nvPr>
        </p:nvGraphicFramePr>
        <p:xfrm>
          <a:off x="5028863" y="3964638"/>
          <a:ext cx="2134274" cy="182254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26" name="Chart 125">
            <a:extLst>
              <a:ext uri="{FF2B5EF4-FFF2-40B4-BE49-F238E27FC236}">
                <a16:creationId xmlns:a16="http://schemas.microsoft.com/office/drawing/2014/main" id="{54CE1A16-F24E-4531-E297-4786BB311033}"/>
              </a:ext>
            </a:extLst>
          </p:cNvPr>
          <p:cNvGraphicFramePr/>
          <p:nvPr>
            <p:extLst>
              <p:ext uri="{D42A27DB-BD31-4B8C-83A1-F6EECF244321}">
                <p14:modId xmlns:p14="http://schemas.microsoft.com/office/powerpoint/2010/main" val="3823645503"/>
              </p:ext>
            </p:extLst>
          </p:nvPr>
        </p:nvGraphicFramePr>
        <p:xfrm>
          <a:off x="641912" y="1613369"/>
          <a:ext cx="3567685" cy="198357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29" name="Chart 128">
            <a:extLst>
              <a:ext uri="{FF2B5EF4-FFF2-40B4-BE49-F238E27FC236}">
                <a16:creationId xmlns:a16="http://schemas.microsoft.com/office/drawing/2014/main" id="{4839ED3E-E835-54AB-C34B-00CA73BFCC49}"/>
              </a:ext>
            </a:extLst>
          </p:cNvPr>
          <p:cNvGraphicFramePr/>
          <p:nvPr>
            <p:extLst>
              <p:ext uri="{D42A27DB-BD31-4B8C-83A1-F6EECF244321}">
                <p14:modId xmlns:p14="http://schemas.microsoft.com/office/powerpoint/2010/main" val="1229982875"/>
              </p:ext>
            </p:extLst>
          </p:nvPr>
        </p:nvGraphicFramePr>
        <p:xfrm>
          <a:off x="4238625" y="1545792"/>
          <a:ext cx="3657375" cy="2051155"/>
        </p:xfrm>
        <a:graphic>
          <a:graphicData uri="http://schemas.openxmlformats.org/drawingml/2006/chart">
            <c:chart xmlns:c="http://schemas.openxmlformats.org/drawingml/2006/chart" xmlns:r="http://schemas.openxmlformats.org/officeDocument/2006/relationships" r:id="rId6"/>
          </a:graphicData>
        </a:graphic>
      </p:graphicFrame>
      <p:grpSp>
        <p:nvGrpSpPr>
          <p:cNvPr id="131" name="Group 130">
            <a:extLst>
              <a:ext uri="{FF2B5EF4-FFF2-40B4-BE49-F238E27FC236}">
                <a16:creationId xmlns:a16="http://schemas.microsoft.com/office/drawing/2014/main" id="{441D2F96-895B-5F0C-E86D-AA262F07FCD5}"/>
              </a:ext>
            </a:extLst>
          </p:cNvPr>
          <p:cNvGrpSpPr>
            <a:grpSpLocks noChangeAspect="1"/>
          </p:cNvGrpSpPr>
          <p:nvPr/>
        </p:nvGrpSpPr>
        <p:grpSpPr>
          <a:xfrm>
            <a:off x="4381050" y="3214075"/>
            <a:ext cx="320492" cy="320492"/>
            <a:chOff x="1375734" y="5806509"/>
            <a:chExt cx="831273" cy="831273"/>
          </a:xfrm>
        </p:grpSpPr>
        <p:sp>
          <p:nvSpPr>
            <p:cNvPr id="132" name="Oval 131">
              <a:extLst>
                <a:ext uri="{FF2B5EF4-FFF2-40B4-BE49-F238E27FC236}">
                  <a16:creationId xmlns:a16="http://schemas.microsoft.com/office/drawing/2014/main" id="{BE5E1F0D-2A8A-CBDA-4BBB-15CF799DE18C}"/>
                </a:ext>
              </a:extLst>
            </p:cNvPr>
            <p:cNvSpPr>
              <a:spLocks noChangeAspect="1"/>
            </p:cNvSpPr>
            <p:nvPr/>
          </p:nvSpPr>
          <p:spPr>
            <a:xfrm>
              <a:off x="1556754" y="6168550"/>
              <a:ext cx="469232" cy="469232"/>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3" name="Oval 132">
              <a:extLst>
                <a:ext uri="{FF2B5EF4-FFF2-40B4-BE49-F238E27FC236}">
                  <a16:creationId xmlns:a16="http://schemas.microsoft.com/office/drawing/2014/main" id="{BB93998C-E32F-EA1E-D600-B0711E1A934B}"/>
                </a:ext>
              </a:extLst>
            </p:cNvPr>
            <p:cNvSpPr>
              <a:spLocks noChangeAspect="1"/>
            </p:cNvSpPr>
            <p:nvPr/>
          </p:nvSpPr>
          <p:spPr>
            <a:xfrm>
              <a:off x="1479096" y="6013234"/>
              <a:ext cx="624548" cy="624548"/>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4" name="Oval 133">
              <a:extLst>
                <a:ext uri="{FF2B5EF4-FFF2-40B4-BE49-F238E27FC236}">
                  <a16:creationId xmlns:a16="http://schemas.microsoft.com/office/drawing/2014/main" id="{9B900E74-8848-51C8-516D-7228EBC3F7C0}"/>
                </a:ext>
              </a:extLst>
            </p:cNvPr>
            <p:cNvSpPr>
              <a:spLocks noChangeAspect="1"/>
            </p:cNvSpPr>
            <p:nvPr/>
          </p:nvSpPr>
          <p:spPr>
            <a:xfrm>
              <a:off x="1375734" y="5806509"/>
              <a:ext cx="831273" cy="831273"/>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grpSp>
      <p:sp>
        <p:nvSpPr>
          <p:cNvPr id="135" name="TextBox 134">
            <a:extLst>
              <a:ext uri="{FF2B5EF4-FFF2-40B4-BE49-F238E27FC236}">
                <a16:creationId xmlns:a16="http://schemas.microsoft.com/office/drawing/2014/main" id="{20AB2B16-3559-B520-E96C-363DDB124B51}"/>
              </a:ext>
            </a:extLst>
          </p:cNvPr>
          <p:cNvSpPr txBox="1"/>
          <p:nvPr/>
        </p:nvSpPr>
        <p:spPr>
          <a:xfrm>
            <a:off x="4662934" y="3299023"/>
            <a:ext cx="689612" cy="215444"/>
          </a:xfrm>
          <a:prstGeom prst="rect">
            <a:avLst/>
          </a:prstGeom>
          <a:noFill/>
        </p:spPr>
        <p:txBody>
          <a:bodyPr wrap="none" rtlCol="0">
            <a:spAutoFit/>
          </a:bodyPr>
          <a:lstStyle/>
          <a:p>
            <a:r>
              <a:rPr lang="en-US" sz="800" dirty="0"/>
              <a:t>Category 3</a:t>
            </a:r>
          </a:p>
        </p:txBody>
      </p:sp>
      <p:sp>
        <p:nvSpPr>
          <p:cNvPr id="140" name="TextBox 139">
            <a:extLst>
              <a:ext uri="{FF2B5EF4-FFF2-40B4-BE49-F238E27FC236}">
                <a16:creationId xmlns:a16="http://schemas.microsoft.com/office/drawing/2014/main" id="{506806CC-A232-A5A4-4FAF-02575267A0CB}"/>
              </a:ext>
            </a:extLst>
          </p:cNvPr>
          <p:cNvSpPr txBox="1"/>
          <p:nvPr/>
        </p:nvSpPr>
        <p:spPr>
          <a:xfrm>
            <a:off x="7206388" y="2262468"/>
            <a:ext cx="689612" cy="215444"/>
          </a:xfrm>
          <a:prstGeom prst="rect">
            <a:avLst/>
          </a:prstGeom>
          <a:noFill/>
        </p:spPr>
        <p:txBody>
          <a:bodyPr wrap="none" rtlCol="0">
            <a:spAutoFit/>
          </a:bodyPr>
          <a:lstStyle/>
          <a:p>
            <a:pPr algn="r"/>
            <a:r>
              <a:rPr lang="en-US" sz="800" dirty="0"/>
              <a:t>Category 1</a:t>
            </a:r>
          </a:p>
        </p:txBody>
      </p:sp>
      <p:sp>
        <p:nvSpPr>
          <p:cNvPr id="142" name="TextBox 141">
            <a:extLst>
              <a:ext uri="{FF2B5EF4-FFF2-40B4-BE49-F238E27FC236}">
                <a16:creationId xmlns:a16="http://schemas.microsoft.com/office/drawing/2014/main" id="{01586AC6-5FD1-0430-D725-BB8C480087E9}"/>
              </a:ext>
            </a:extLst>
          </p:cNvPr>
          <p:cNvSpPr txBox="1"/>
          <p:nvPr/>
        </p:nvSpPr>
        <p:spPr>
          <a:xfrm>
            <a:off x="5071663" y="1355862"/>
            <a:ext cx="689612" cy="215444"/>
          </a:xfrm>
          <a:prstGeom prst="rect">
            <a:avLst/>
          </a:prstGeom>
          <a:noFill/>
        </p:spPr>
        <p:txBody>
          <a:bodyPr wrap="none" rtlCol="0">
            <a:spAutoFit/>
          </a:bodyPr>
          <a:lstStyle/>
          <a:p>
            <a:pPr algn="r"/>
            <a:r>
              <a:rPr lang="en-US" sz="800" dirty="0"/>
              <a:t>Category 2</a:t>
            </a:r>
          </a:p>
        </p:txBody>
      </p:sp>
      <mc:AlternateContent xmlns:mc="http://schemas.openxmlformats.org/markup-compatibility/2006" xmlns:cx1="http://schemas.microsoft.com/office/drawing/2015/9/8/chartex">
        <mc:Choice Requires="cx1">
          <p:graphicFrame>
            <p:nvGraphicFramePr>
              <p:cNvPr id="143" name="Chart 142">
                <a:extLst>
                  <a:ext uri="{FF2B5EF4-FFF2-40B4-BE49-F238E27FC236}">
                    <a16:creationId xmlns:a16="http://schemas.microsoft.com/office/drawing/2014/main" id="{2AC3045A-778E-79D4-C170-6D1779DFE02B}"/>
                  </a:ext>
                </a:extLst>
              </p:cNvPr>
              <p:cNvGraphicFramePr/>
              <p:nvPr>
                <p:extLst>
                  <p:ext uri="{D42A27DB-BD31-4B8C-83A1-F6EECF244321}">
                    <p14:modId xmlns:p14="http://schemas.microsoft.com/office/powerpoint/2010/main" val="2850079045"/>
                  </p:ext>
                </p:extLst>
              </p:nvPr>
            </p:nvGraphicFramePr>
            <p:xfrm>
              <a:off x="7889170" y="1302324"/>
              <a:ext cx="3693230" cy="2294623"/>
            </p:xfrm>
            <a:graphic>
              <a:graphicData uri="http://schemas.microsoft.com/office/drawing/2014/chartex">
                <cx:chart xmlns:cx="http://schemas.microsoft.com/office/drawing/2014/chartex" xmlns:r="http://schemas.openxmlformats.org/officeDocument/2006/relationships" r:id="rId7"/>
              </a:graphicData>
            </a:graphic>
          </p:graphicFrame>
        </mc:Choice>
        <mc:Fallback xmlns="">
          <p:pic>
            <p:nvPicPr>
              <p:cNvPr id="143" name="Chart 142">
                <a:extLst>
                  <a:ext uri="{FF2B5EF4-FFF2-40B4-BE49-F238E27FC236}">
                    <a16:creationId xmlns:a16="http://schemas.microsoft.com/office/drawing/2014/main" id="{2AC3045A-778E-79D4-C170-6D1779DFE02B}"/>
                  </a:ext>
                </a:extLst>
              </p:cNvPr>
              <p:cNvPicPr>
                <a:picLocks noGrp="1" noRot="1" noChangeAspect="1" noMove="1" noResize="1" noEditPoints="1" noAdjustHandles="1" noChangeArrowheads="1" noChangeShapeType="1"/>
              </p:cNvPicPr>
              <p:nvPr/>
            </p:nvPicPr>
            <p:blipFill>
              <a:blip r:embed="rId8"/>
              <a:stretch>
                <a:fillRect/>
              </a:stretch>
            </p:blipFill>
            <p:spPr>
              <a:xfrm>
                <a:off x="7889170" y="1302324"/>
                <a:ext cx="3693230" cy="2294623"/>
              </a:xfrm>
              <a:prstGeom prst="rect">
                <a:avLst/>
              </a:prstGeom>
            </p:spPr>
          </p:pic>
        </mc:Fallback>
      </mc:AlternateContent>
      <p:graphicFrame>
        <p:nvGraphicFramePr>
          <p:cNvPr id="144" name="Chart 143">
            <a:extLst>
              <a:ext uri="{FF2B5EF4-FFF2-40B4-BE49-F238E27FC236}">
                <a16:creationId xmlns:a16="http://schemas.microsoft.com/office/drawing/2014/main" id="{150FD6B8-2B8F-73BD-A456-3BFA2703851B}"/>
              </a:ext>
            </a:extLst>
          </p:cNvPr>
          <p:cNvGraphicFramePr/>
          <p:nvPr>
            <p:extLst>
              <p:ext uri="{D42A27DB-BD31-4B8C-83A1-F6EECF244321}">
                <p14:modId xmlns:p14="http://schemas.microsoft.com/office/powerpoint/2010/main" val="2337477564"/>
              </p:ext>
            </p:extLst>
          </p:nvPr>
        </p:nvGraphicFramePr>
        <p:xfrm>
          <a:off x="7889171" y="3964638"/>
          <a:ext cx="3693230" cy="1994510"/>
        </p:xfrm>
        <a:graphic>
          <a:graphicData uri="http://schemas.openxmlformats.org/drawingml/2006/chart">
            <c:chart xmlns:c="http://schemas.openxmlformats.org/drawingml/2006/chart" xmlns:r="http://schemas.openxmlformats.org/officeDocument/2006/relationships" r:id="rId9"/>
          </a:graphicData>
        </a:graphic>
      </p:graphicFrame>
    </p:spTree>
    <p:extLst>
      <p:ext uri="{BB962C8B-B14F-4D97-AF65-F5344CB8AC3E}">
        <p14:creationId xmlns:p14="http://schemas.microsoft.com/office/powerpoint/2010/main" val="421043007"/>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C275C3-12E1-F73F-D711-07E45136145E}"/>
              </a:ext>
            </a:extLst>
          </p:cNvPr>
          <p:cNvSpPr>
            <a:spLocks noGrp="1"/>
          </p:cNvSpPr>
          <p:nvPr>
            <p:ph type="title"/>
          </p:nvPr>
        </p:nvSpPr>
        <p:spPr>
          <a:xfrm>
            <a:off x="214184" y="13663"/>
            <a:ext cx="9728886" cy="678316"/>
          </a:xfrm>
        </p:spPr>
        <p:txBody>
          <a:bodyPr/>
          <a:lstStyle/>
          <a:p>
            <a:r>
              <a:rPr lang="en-US" dirty="0"/>
              <a:t>Dashboard 3</a:t>
            </a:r>
          </a:p>
        </p:txBody>
      </p:sp>
      <p:graphicFrame>
        <p:nvGraphicFramePr>
          <p:cNvPr id="6" name="Chart 5">
            <a:extLst>
              <a:ext uri="{FF2B5EF4-FFF2-40B4-BE49-F238E27FC236}">
                <a16:creationId xmlns:a16="http://schemas.microsoft.com/office/drawing/2014/main" id="{A6698CBF-A5A9-9A4F-5AD8-2621EEB2F6A1}"/>
              </a:ext>
            </a:extLst>
          </p:cNvPr>
          <p:cNvGraphicFramePr/>
          <p:nvPr/>
        </p:nvGraphicFramePr>
        <p:xfrm>
          <a:off x="838200" y="1271969"/>
          <a:ext cx="3600000" cy="242373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Chart 6">
            <a:extLst>
              <a:ext uri="{FF2B5EF4-FFF2-40B4-BE49-F238E27FC236}">
                <a16:creationId xmlns:a16="http://schemas.microsoft.com/office/drawing/2014/main" id="{D584FF4C-31BE-10BD-2098-FB54E2CDA754}"/>
              </a:ext>
            </a:extLst>
          </p:cNvPr>
          <p:cNvGraphicFramePr/>
          <p:nvPr>
            <p:extLst>
              <p:ext uri="{D42A27DB-BD31-4B8C-83A1-F6EECF244321}">
                <p14:modId xmlns:p14="http://schemas.microsoft.com/office/powerpoint/2010/main" val="1230868950"/>
              </p:ext>
            </p:extLst>
          </p:nvPr>
        </p:nvGraphicFramePr>
        <p:xfrm>
          <a:off x="4296000" y="1271969"/>
          <a:ext cx="3600000" cy="242373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 name="Chart 7">
            <a:extLst>
              <a:ext uri="{FF2B5EF4-FFF2-40B4-BE49-F238E27FC236}">
                <a16:creationId xmlns:a16="http://schemas.microsoft.com/office/drawing/2014/main" id="{0ED8D6FB-68C6-474C-83E2-1FF700786020}"/>
              </a:ext>
            </a:extLst>
          </p:cNvPr>
          <p:cNvGraphicFramePr/>
          <p:nvPr>
            <p:extLst>
              <p:ext uri="{D42A27DB-BD31-4B8C-83A1-F6EECF244321}">
                <p14:modId xmlns:p14="http://schemas.microsoft.com/office/powerpoint/2010/main" val="401576837"/>
              </p:ext>
            </p:extLst>
          </p:nvPr>
        </p:nvGraphicFramePr>
        <p:xfrm>
          <a:off x="7753800" y="1271968"/>
          <a:ext cx="3600000" cy="242373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 name="Chart 8">
            <a:extLst>
              <a:ext uri="{FF2B5EF4-FFF2-40B4-BE49-F238E27FC236}">
                <a16:creationId xmlns:a16="http://schemas.microsoft.com/office/drawing/2014/main" id="{15F3594E-8231-625C-C2A6-0F7041851CD6}"/>
              </a:ext>
            </a:extLst>
          </p:cNvPr>
          <p:cNvGraphicFramePr/>
          <p:nvPr>
            <p:extLst>
              <p:ext uri="{D42A27DB-BD31-4B8C-83A1-F6EECF244321}">
                <p14:modId xmlns:p14="http://schemas.microsoft.com/office/powerpoint/2010/main" val="178688822"/>
              </p:ext>
            </p:extLst>
          </p:nvPr>
        </p:nvGraphicFramePr>
        <p:xfrm>
          <a:off x="838200" y="3695699"/>
          <a:ext cx="3600000" cy="242373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0" name="Chart 9">
            <a:extLst>
              <a:ext uri="{FF2B5EF4-FFF2-40B4-BE49-F238E27FC236}">
                <a16:creationId xmlns:a16="http://schemas.microsoft.com/office/drawing/2014/main" id="{59586A5E-DD1E-0217-AD0B-A1A6A91B1C5E}"/>
              </a:ext>
            </a:extLst>
          </p:cNvPr>
          <p:cNvGraphicFramePr/>
          <p:nvPr>
            <p:extLst>
              <p:ext uri="{D42A27DB-BD31-4B8C-83A1-F6EECF244321}">
                <p14:modId xmlns:p14="http://schemas.microsoft.com/office/powerpoint/2010/main" val="3584254971"/>
              </p:ext>
            </p:extLst>
          </p:nvPr>
        </p:nvGraphicFramePr>
        <p:xfrm>
          <a:off x="4296000" y="3695699"/>
          <a:ext cx="3600000" cy="2423731"/>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 name="Chart 10">
            <a:extLst>
              <a:ext uri="{FF2B5EF4-FFF2-40B4-BE49-F238E27FC236}">
                <a16:creationId xmlns:a16="http://schemas.microsoft.com/office/drawing/2014/main" id="{E2B6D279-979A-1074-7671-010628382728}"/>
              </a:ext>
            </a:extLst>
          </p:cNvPr>
          <p:cNvGraphicFramePr/>
          <p:nvPr>
            <p:extLst>
              <p:ext uri="{D42A27DB-BD31-4B8C-83A1-F6EECF244321}">
                <p14:modId xmlns:p14="http://schemas.microsoft.com/office/powerpoint/2010/main" val="130149988"/>
              </p:ext>
            </p:extLst>
          </p:nvPr>
        </p:nvGraphicFramePr>
        <p:xfrm>
          <a:off x="7753800" y="3695698"/>
          <a:ext cx="3600000" cy="2423731"/>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3192621203"/>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6DC4B1-988B-4E33-B2E7-5662D18C767F}"/>
              </a:ext>
            </a:extLst>
          </p:cNvPr>
          <p:cNvSpPr>
            <a:spLocks noGrp="1"/>
          </p:cNvSpPr>
          <p:nvPr>
            <p:ph type="title"/>
          </p:nvPr>
        </p:nvSpPr>
        <p:spPr>
          <a:xfrm>
            <a:off x="214184" y="13663"/>
            <a:ext cx="9728886" cy="678316"/>
          </a:xfrm>
        </p:spPr>
        <p:txBody>
          <a:bodyPr>
            <a:normAutofit/>
          </a:bodyPr>
          <a:lstStyle/>
          <a:p>
            <a:r>
              <a:rPr lang="en-US" dirty="0"/>
              <a:t>Gantt chart 1</a:t>
            </a:r>
          </a:p>
        </p:txBody>
      </p:sp>
      <p:graphicFrame>
        <p:nvGraphicFramePr>
          <p:cNvPr id="3" name="Table 3">
            <a:extLst>
              <a:ext uri="{FF2B5EF4-FFF2-40B4-BE49-F238E27FC236}">
                <a16:creationId xmlns:a16="http://schemas.microsoft.com/office/drawing/2014/main" id="{1DEA4453-0315-4BFA-8353-78B040DA5AB1}"/>
              </a:ext>
            </a:extLst>
          </p:cNvPr>
          <p:cNvGraphicFramePr>
            <a:graphicFrameLocks noGrp="1"/>
          </p:cNvGraphicFramePr>
          <p:nvPr>
            <p:extLst>
              <p:ext uri="{D42A27DB-BD31-4B8C-83A1-F6EECF244321}">
                <p14:modId xmlns:p14="http://schemas.microsoft.com/office/powerpoint/2010/main" val="1820502082"/>
              </p:ext>
            </p:extLst>
          </p:nvPr>
        </p:nvGraphicFramePr>
        <p:xfrm>
          <a:off x="218449" y="1565682"/>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gridSpan="4">
                  <a:txBody>
                    <a:bodyPr/>
                    <a:lstStyle/>
                    <a:p>
                      <a:pPr algn="ctr"/>
                      <a:r>
                        <a:rPr lang="en-US" sz="1600" dirty="0">
                          <a:solidFill>
                            <a:srgbClr val="FFFFFF"/>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rgbClr val="FFFFFF"/>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rgbClr val="FFFFFF"/>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rgbClr val="FFFFFF"/>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rgbClr val="FFFFFF"/>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extLst>
                  <a:ext uri="{0D108BD9-81ED-4DB2-BD59-A6C34878D82A}">
                    <a16:rowId xmlns:a16="http://schemas.microsoft.com/office/drawing/2014/main" val="789281955"/>
                  </a:ext>
                </a:extLst>
              </a:tr>
              <a:tr h="301671">
                <a:tc>
                  <a:txBody>
                    <a:bodyPr/>
                    <a:lstStyle/>
                    <a:p>
                      <a:pPr algn="l"/>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80DBF6A7-E779-4AE8-8A3E-7153F46004FE}"/>
              </a:ext>
            </a:extLst>
          </p:cNvPr>
          <p:cNvCxnSpPr/>
          <p:nvPr/>
        </p:nvCxnSpPr>
        <p:spPr>
          <a:xfrm>
            <a:off x="225287" y="4914433"/>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98A195C0-C2D5-44EC-B31F-7A5F88D16B94}"/>
              </a:ext>
            </a:extLst>
          </p:cNvPr>
          <p:cNvCxnSpPr/>
          <p:nvPr/>
        </p:nvCxnSpPr>
        <p:spPr>
          <a:xfrm>
            <a:off x="231913" y="358258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3B0CFF57-6E7E-4A3A-8F7A-9596F80CE2BA}"/>
              </a:ext>
            </a:extLst>
          </p:cNvPr>
          <p:cNvSpPr/>
          <p:nvPr/>
        </p:nvSpPr>
        <p:spPr>
          <a:xfrm>
            <a:off x="6135757" y="1296589"/>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8" name="TextBox 7">
            <a:extLst>
              <a:ext uri="{FF2B5EF4-FFF2-40B4-BE49-F238E27FC236}">
                <a16:creationId xmlns:a16="http://schemas.microsoft.com/office/drawing/2014/main" id="{627CC572-0473-E214-0B0D-CC930BB5866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74403869"/>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0D6506-F761-4B73-8B23-DAF4D5B619DA}"/>
              </a:ext>
            </a:extLst>
          </p:cNvPr>
          <p:cNvSpPr>
            <a:spLocks noGrp="1"/>
          </p:cNvSpPr>
          <p:nvPr>
            <p:ph type="title"/>
          </p:nvPr>
        </p:nvSpPr>
        <p:spPr>
          <a:xfrm>
            <a:off x="214184" y="13663"/>
            <a:ext cx="9728886" cy="678316"/>
          </a:xfrm>
        </p:spPr>
        <p:txBody>
          <a:bodyPr>
            <a:normAutofit/>
          </a:bodyPr>
          <a:lstStyle/>
          <a:p>
            <a:r>
              <a:rPr lang="en-US" dirty="0"/>
              <a:t>Gantt chart 2</a:t>
            </a:r>
          </a:p>
        </p:txBody>
      </p:sp>
      <p:graphicFrame>
        <p:nvGraphicFramePr>
          <p:cNvPr id="3" name="Table 3">
            <a:extLst>
              <a:ext uri="{FF2B5EF4-FFF2-40B4-BE49-F238E27FC236}">
                <a16:creationId xmlns:a16="http://schemas.microsoft.com/office/drawing/2014/main" id="{46109727-AB21-46C6-BCB5-4D1A9FD02B26}"/>
              </a:ext>
            </a:extLst>
          </p:cNvPr>
          <p:cNvGraphicFramePr>
            <a:graphicFrameLocks noGrp="1"/>
          </p:cNvGraphicFramePr>
          <p:nvPr>
            <p:extLst>
              <p:ext uri="{D42A27DB-BD31-4B8C-83A1-F6EECF244321}">
                <p14:modId xmlns:p14="http://schemas.microsoft.com/office/powerpoint/2010/main" val="3429431828"/>
              </p:ext>
            </p:extLst>
          </p:nvPr>
        </p:nvGraphicFramePr>
        <p:xfrm>
          <a:off x="218449" y="1574308"/>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gridSpan="4">
                  <a:txBody>
                    <a:bodyPr/>
                    <a:lstStyle/>
                    <a:p>
                      <a:pPr algn="ctr"/>
                      <a:r>
                        <a:rPr lang="en-US" sz="1600" dirty="0">
                          <a:solidFill>
                            <a:schemeClr val="lt1"/>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chemeClr val="lt1"/>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chemeClr val="lt1"/>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chemeClr val="lt1"/>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chemeClr val="lt1"/>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789281955"/>
                  </a:ext>
                </a:extLst>
              </a:tr>
              <a:tr h="301671">
                <a:tc>
                  <a:txBody>
                    <a:bodyPr/>
                    <a:lstStyle/>
                    <a:p>
                      <a:pPr algn="l"/>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C6CC0F82-D497-4B9D-9C33-C731383D8FCC}"/>
              </a:ext>
            </a:extLst>
          </p:cNvPr>
          <p:cNvCxnSpPr/>
          <p:nvPr/>
        </p:nvCxnSpPr>
        <p:spPr>
          <a:xfrm>
            <a:off x="225287" y="492305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634CF76-C0E9-4FE1-85BD-A6B16600294A}"/>
              </a:ext>
            </a:extLst>
          </p:cNvPr>
          <p:cNvCxnSpPr/>
          <p:nvPr/>
        </p:nvCxnSpPr>
        <p:spPr>
          <a:xfrm>
            <a:off x="231913" y="3591215"/>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A924A47F-4B62-4DE6-9D75-233739ED99C1}"/>
              </a:ext>
            </a:extLst>
          </p:cNvPr>
          <p:cNvSpPr/>
          <p:nvPr/>
        </p:nvSpPr>
        <p:spPr>
          <a:xfrm>
            <a:off x="6135757" y="1305215"/>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7" name="TextBox 6">
            <a:extLst>
              <a:ext uri="{FF2B5EF4-FFF2-40B4-BE49-F238E27FC236}">
                <a16:creationId xmlns:a16="http://schemas.microsoft.com/office/drawing/2014/main" id="{B82BB1FD-925F-33AA-F667-F9DBC6FB962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923631138"/>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7E1D4E-CC68-67A4-5650-7560A52FF49C}"/>
              </a:ext>
            </a:extLst>
          </p:cNvPr>
          <p:cNvSpPr>
            <a:spLocks noGrp="1"/>
          </p:cNvSpPr>
          <p:nvPr>
            <p:ph type="title"/>
          </p:nvPr>
        </p:nvSpPr>
        <p:spPr>
          <a:xfrm>
            <a:off x="214184" y="13663"/>
            <a:ext cx="9728886" cy="678316"/>
          </a:xfrm>
        </p:spPr>
        <p:txBody>
          <a:bodyPr>
            <a:normAutofit/>
          </a:bodyPr>
          <a:lstStyle/>
          <a:p>
            <a:r>
              <a:rPr lang="en-US" dirty="0"/>
              <a:t>Gantt chart 3</a:t>
            </a:r>
          </a:p>
        </p:txBody>
      </p:sp>
      <p:sp>
        <p:nvSpPr>
          <p:cNvPr id="3" name="Freeform: Shape 2">
            <a:extLst>
              <a:ext uri="{FF2B5EF4-FFF2-40B4-BE49-F238E27FC236}">
                <a16:creationId xmlns:a16="http://schemas.microsoft.com/office/drawing/2014/main" id="{514955B1-2E13-FB43-9ACE-D204B0699C5A}"/>
              </a:ext>
            </a:extLst>
          </p:cNvPr>
          <p:cNvSpPr/>
          <p:nvPr/>
        </p:nvSpPr>
        <p:spPr>
          <a:xfrm>
            <a:off x="2165928" y="1491741"/>
            <a:ext cx="9319490" cy="397616"/>
          </a:xfrm>
          <a:custGeom>
            <a:avLst/>
            <a:gdLst>
              <a:gd name="connsiteX0" fmla="*/ 0 w 9319490"/>
              <a:gd name="connsiteY0" fmla="*/ 0 h 397616"/>
              <a:gd name="connsiteX1" fmla="*/ 9319490 w 9319490"/>
              <a:gd name="connsiteY1" fmla="*/ 0 h 397616"/>
              <a:gd name="connsiteX2" fmla="*/ 9319490 w 9319490"/>
              <a:gd name="connsiteY2" fmla="*/ 397616 h 397616"/>
              <a:gd name="connsiteX3" fmla="*/ 0 w 9319490"/>
              <a:gd name="connsiteY3" fmla="*/ 397616 h 397616"/>
            </a:gdLst>
            <a:ahLst/>
            <a:cxnLst>
              <a:cxn ang="0">
                <a:pos x="connsiteX0" y="connsiteY0"/>
              </a:cxn>
              <a:cxn ang="0">
                <a:pos x="connsiteX1" y="connsiteY1"/>
              </a:cxn>
              <a:cxn ang="0">
                <a:pos x="connsiteX2" y="connsiteY2"/>
              </a:cxn>
              <a:cxn ang="0">
                <a:pos x="connsiteX3" y="connsiteY3"/>
              </a:cxn>
            </a:cxnLst>
            <a:rect l="l" t="t" r="r" b="b"/>
            <a:pathLst>
              <a:path w="9319490" h="397616">
                <a:moveTo>
                  <a:pt x="0" y="0"/>
                </a:moveTo>
                <a:lnTo>
                  <a:pt x="9319490" y="0"/>
                </a:lnTo>
                <a:lnTo>
                  <a:pt x="9319490" y="397616"/>
                </a:lnTo>
                <a:lnTo>
                  <a:pt x="0" y="397616"/>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chemeClr val="tx1"/>
                </a:solidFill>
              </a:rPr>
              <a:t>2026 PROJECT TIMELINE GANTT CHART</a:t>
            </a:r>
          </a:p>
        </p:txBody>
      </p:sp>
      <p:graphicFrame>
        <p:nvGraphicFramePr>
          <p:cNvPr id="4" name="Table 4">
            <a:extLst>
              <a:ext uri="{FF2B5EF4-FFF2-40B4-BE49-F238E27FC236}">
                <a16:creationId xmlns:a16="http://schemas.microsoft.com/office/drawing/2014/main" id="{CF74EB38-DF66-C94C-B912-323C7F954FE7}"/>
              </a:ext>
            </a:extLst>
          </p:cNvPr>
          <p:cNvGraphicFramePr>
            <a:graphicFrameLocks noGrp="1"/>
          </p:cNvGraphicFramePr>
          <p:nvPr>
            <p:extLst>
              <p:ext uri="{D42A27DB-BD31-4B8C-83A1-F6EECF244321}">
                <p14:modId xmlns:p14="http://schemas.microsoft.com/office/powerpoint/2010/main" val="1730998180"/>
              </p:ext>
            </p:extLst>
          </p:nvPr>
        </p:nvGraphicFramePr>
        <p:xfrm>
          <a:off x="803951" y="1903259"/>
          <a:ext cx="10685699" cy="3292102"/>
        </p:xfrm>
        <a:graphic>
          <a:graphicData uri="http://schemas.openxmlformats.org/drawingml/2006/table">
            <a:tbl>
              <a:tblPr firstRow="1" bandRow="1">
                <a:tableStyleId>{5C22544A-7EE6-4342-B048-85BDC9FD1C3A}</a:tableStyleId>
              </a:tblPr>
              <a:tblGrid>
                <a:gridCol w="1372480">
                  <a:extLst>
                    <a:ext uri="{9D8B030D-6E8A-4147-A177-3AD203B41FA5}">
                      <a16:colId xmlns:a16="http://schemas.microsoft.com/office/drawing/2014/main" val="4187892217"/>
                    </a:ext>
                  </a:extLst>
                </a:gridCol>
                <a:gridCol w="686238">
                  <a:extLst>
                    <a:ext uri="{9D8B030D-6E8A-4147-A177-3AD203B41FA5}">
                      <a16:colId xmlns:a16="http://schemas.microsoft.com/office/drawing/2014/main" val="3256961487"/>
                    </a:ext>
                  </a:extLst>
                </a:gridCol>
                <a:gridCol w="784271">
                  <a:extLst>
                    <a:ext uri="{9D8B030D-6E8A-4147-A177-3AD203B41FA5}">
                      <a16:colId xmlns:a16="http://schemas.microsoft.com/office/drawing/2014/main" val="912022447"/>
                    </a:ext>
                  </a:extLst>
                </a:gridCol>
                <a:gridCol w="784271">
                  <a:extLst>
                    <a:ext uri="{9D8B030D-6E8A-4147-A177-3AD203B41FA5}">
                      <a16:colId xmlns:a16="http://schemas.microsoft.com/office/drawing/2014/main" val="841947012"/>
                    </a:ext>
                  </a:extLst>
                </a:gridCol>
                <a:gridCol w="784271">
                  <a:extLst>
                    <a:ext uri="{9D8B030D-6E8A-4147-A177-3AD203B41FA5}">
                      <a16:colId xmlns:a16="http://schemas.microsoft.com/office/drawing/2014/main" val="2543931595"/>
                    </a:ext>
                  </a:extLst>
                </a:gridCol>
                <a:gridCol w="784271">
                  <a:extLst>
                    <a:ext uri="{9D8B030D-6E8A-4147-A177-3AD203B41FA5}">
                      <a16:colId xmlns:a16="http://schemas.microsoft.com/office/drawing/2014/main" val="3057677524"/>
                    </a:ext>
                  </a:extLst>
                </a:gridCol>
                <a:gridCol w="784271">
                  <a:extLst>
                    <a:ext uri="{9D8B030D-6E8A-4147-A177-3AD203B41FA5}">
                      <a16:colId xmlns:a16="http://schemas.microsoft.com/office/drawing/2014/main" val="3634434860"/>
                    </a:ext>
                  </a:extLst>
                </a:gridCol>
                <a:gridCol w="784271">
                  <a:extLst>
                    <a:ext uri="{9D8B030D-6E8A-4147-A177-3AD203B41FA5}">
                      <a16:colId xmlns:a16="http://schemas.microsoft.com/office/drawing/2014/main" val="4110213547"/>
                    </a:ext>
                  </a:extLst>
                </a:gridCol>
                <a:gridCol w="784271">
                  <a:extLst>
                    <a:ext uri="{9D8B030D-6E8A-4147-A177-3AD203B41FA5}">
                      <a16:colId xmlns:a16="http://schemas.microsoft.com/office/drawing/2014/main" val="3466376369"/>
                    </a:ext>
                  </a:extLst>
                </a:gridCol>
                <a:gridCol w="784271">
                  <a:extLst>
                    <a:ext uri="{9D8B030D-6E8A-4147-A177-3AD203B41FA5}">
                      <a16:colId xmlns:a16="http://schemas.microsoft.com/office/drawing/2014/main" val="4182329694"/>
                    </a:ext>
                  </a:extLst>
                </a:gridCol>
                <a:gridCol w="784271">
                  <a:extLst>
                    <a:ext uri="{9D8B030D-6E8A-4147-A177-3AD203B41FA5}">
                      <a16:colId xmlns:a16="http://schemas.microsoft.com/office/drawing/2014/main" val="2770302587"/>
                    </a:ext>
                  </a:extLst>
                </a:gridCol>
                <a:gridCol w="784271">
                  <a:extLst>
                    <a:ext uri="{9D8B030D-6E8A-4147-A177-3AD203B41FA5}">
                      <a16:colId xmlns:a16="http://schemas.microsoft.com/office/drawing/2014/main" val="1074003547"/>
                    </a:ext>
                  </a:extLst>
                </a:gridCol>
                <a:gridCol w="784271">
                  <a:extLst>
                    <a:ext uri="{9D8B030D-6E8A-4147-A177-3AD203B41FA5}">
                      <a16:colId xmlns:a16="http://schemas.microsoft.com/office/drawing/2014/main" val="3107777865"/>
                    </a:ext>
                  </a:extLst>
                </a:gridCol>
              </a:tblGrid>
              <a:tr h="0">
                <a:tc>
                  <a:txBody>
                    <a:bodyPr/>
                    <a:lstStyle/>
                    <a:p>
                      <a:pPr algn="ctr"/>
                      <a:r>
                        <a:rPr lang="en-US" sz="1300" dirty="0">
                          <a:solidFill>
                            <a:srgbClr val="FFFFFF"/>
                          </a:solidFill>
                          <a:latin typeface="+mn-lt"/>
                          <a:cs typeface="Calibri" panose="020F0502020204030204" pitchFamily="34" charset="0"/>
                        </a:rPr>
                        <a:t>Lorem ipsum</a:t>
                      </a:r>
                    </a:p>
                  </a:txBody>
                  <a:tcPr marL="83255" marR="83255" marT="41627" marB="41627" anchor="ctr">
                    <a:lnR w="12700" cap="flat" cmpd="sng" algn="ctr">
                      <a:noFill/>
                      <a:prstDash val="solid"/>
                      <a:round/>
                      <a:headEnd type="none" w="med" len="med"/>
                      <a:tailEnd type="none" w="med" len="med"/>
                    </a:lnR>
                    <a:solidFill>
                      <a:srgbClr val="595959"/>
                    </a:solidFill>
                  </a:tcPr>
                </a:tc>
                <a:tc>
                  <a:txBody>
                    <a:bodyPr/>
                    <a:lstStyle/>
                    <a:p>
                      <a:pPr algn="ctr"/>
                      <a:r>
                        <a:rPr lang="en-US" sz="1300" dirty="0">
                          <a:solidFill>
                            <a:schemeClr val="tx1"/>
                          </a:solidFill>
                          <a:latin typeface="+mn-lt"/>
                          <a:cs typeface="Calibri" panose="020F0502020204030204" pitchFamily="34" charset="0"/>
                        </a:rPr>
                        <a:t>Jan</a:t>
                      </a:r>
                    </a:p>
                  </a:txBody>
                  <a:tcPr marL="83255" marR="83255" marT="41627" marB="41627"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solidFill>
                      <a:srgbClr val="F2F2F2"/>
                    </a:solidFill>
                  </a:tcPr>
                </a:tc>
                <a:tc>
                  <a:txBody>
                    <a:bodyPr/>
                    <a:lstStyle/>
                    <a:p>
                      <a:pPr algn="ctr"/>
                      <a:r>
                        <a:rPr lang="en-US" sz="1300" dirty="0">
                          <a:solidFill>
                            <a:schemeClr val="tx1"/>
                          </a:solidFill>
                          <a:latin typeface="+mn-lt"/>
                          <a:cs typeface="Calibri" panose="020F0502020204030204" pitchFamily="34" charset="0"/>
                        </a:rPr>
                        <a:t>Feb</a:t>
                      </a:r>
                    </a:p>
                  </a:txBody>
                  <a:tcPr marL="83255" marR="83255" marT="41627" marB="41627" anchor="ctr">
                    <a:lnL w="12700" cmpd="sng">
                      <a:noFill/>
                    </a:lnL>
                    <a:solidFill>
                      <a:srgbClr val="F2F2F2"/>
                    </a:solidFill>
                  </a:tcPr>
                </a:tc>
                <a:tc>
                  <a:txBody>
                    <a:bodyPr/>
                    <a:lstStyle/>
                    <a:p>
                      <a:pPr algn="ctr"/>
                      <a:r>
                        <a:rPr lang="en-US" sz="1300" dirty="0">
                          <a:solidFill>
                            <a:schemeClr val="tx1"/>
                          </a:solidFill>
                          <a:latin typeface="+mn-lt"/>
                          <a:cs typeface="Calibri" panose="020F0502020204030204" pitchFamily="34" charset="0"/>
                        </a:rPr>
                        <a:t>Mar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Apr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May</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Jun</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Jul</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Aug</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Sep</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Oct</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Nov</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Dec</a:t>
                      </a:r>
                    </a:p>
                  </a:txBody>
                  <a:tcPr marL="83255" marR="83255" marT="41627" marB="41627" anchor="ctr">
                    <a:solidFill>
                      <a:srgbClr val="F2F2F2"/>
                    </a:solidFill>
                  </a:tcPr>
                </a:tc>
                <a:extLst>
                  <a:ext uri="{0D108BD9-81ED-4DB2-BD59-A6C34878D82A}">
                    <a16:rowId xmlns:a16="http://schemas.microsoft.com/office/drawing/2014/main" val="3654833098"/>
                  </a:ext>
                </a:extLst>
              </a:tr>
              <a:tr h="0">
                <a:tc>
                  <a:txBody>
                    <a:bodyPr/>
                    <a:lstStyle/>
                    <a:p>
                      <a:pPr algn="ctr"/>
                      <a:r>
                        <a:rPr lang="en-US" sz="1100" b="1" dirty="0">
                          <a:solidFill>
                            <a:schemeClr val="tx1"/>
                          </a:solidFill>
                          <a:latin typeface="+mn-lt"/>
                          <a:cs typeface="Calibri" panose="020F0502020204030204" pitchFamily="34" charset="0"/>
                        </a:rPr>
                        <a:t>Title 01</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rgbClr val="D0CECE"/>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04584137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10275435"/>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90654640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01792534"/>
                  </a:ext>
                </a:extLst>
              </a:tr>
              <a:tr h="0">
                <a:tc>
                  <a:txBody>
                    <a:bodyPr/>
                    <a:lstStyle/>
                    <a:p>
                      <a:pPr algn="ctr"/>
                      <a:r>
                        <a:rPr lang="en-US" sz="1100" b="1" dirty="0">
                          <a:solidFill>
                            <a:schemeClr val="tx1"/>
                          </a:solidFill>
                          <a:latin typeface="+mn-lt"/>
                          <a:cs typeface="Calibri" panose="020F0502020204030204" pitchFamily="34" charset="0"/>
                        </a:rPr>
                        <a:t>Title 02</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4969567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26388791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8254110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624962379"/>
                  </a:ext>
                </a:extLst>
              </a:tr>
              <a:tr h="0">
                <a:tc>
                  <a:txBody>
                    <a:bodyPr/>
                    <a:lstStyle/>
                    <a:p>
                      <a:pPr algn="ctr"/>
                      <a:r>
                        <a:rPr lang="en-US" sz="1100" b="1" dirty="0">
                          <a:solidFill>
                            <a:schemeClr val="tx1"/>
                          </a:solidFill>
                          <a:latin typeface="+mn-lt"/>
                          <a:cs typeface="Calibri" panose="020F0502020204030204" pitchFamily="34" charset="0"/>
                        </a:rPr>
                        <a:t>Title 03</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0532525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47419466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extLst>
                  <a:ext uri="{0D108BD9-81ED-4DB2-BD59-A6C34878D82A}">
                    <a16:rowId xmlns:a16="http://schemas.microsoft.com/office/drawing/2014/main" val="294056175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extLst>
                  <a:ext uri="{0D108BD9-81ED-4DB2-BD59-A6C34878D82A}">
                    <a16:rowId xmlns:a16="http://schemas.microsoft.com/office/drawing/2014/main" val="1044550150"/>
                  </a:ext>
                </a:extLst>
              </a:tr>
            </a:tbl>
          </a:graphicData>
        </a:graphic>
      </p:graphicFrame>
      <p:grpSp>
        <p:nvGrpSpPr>
          <p:cNvPr id="5" name="Group 4">
            <a:extLst>
              <a:ext uri="{FF2B5EF4-FFF2-40B4-BE49-F238E27FC236}">
                <a16:creationId xmlns:a16="http://schemas.microsoft.com/office/drawing/2014/main" id="{8997D1FE-7A88-F3F4-CFC2-6BDAA0D7CEFE}"/>
              </a:ext>
            </a:extLst>
          </p:cNvPr>
          <p:cNvGrpSpPr/>
          <p:nvPr/>
        </p:nvGrpSpPr>
        <p:grpSpPr>
          <a:xfrm>
            <a:off x="808181" y="5491635"/>
            <a:ext cx="10677237" cy="323273"/>
            <a:chOff x="757381" y="5694835"/>
            <a:chExt cx="10677237" cy="323273"/>
          </a:xfrm>
        </p:grpSpPr>
        <p:grpSp>
          <p:nvGrpSpPr>
            <p:cNvPr id="6" name="Group 5">
              <a:extLst>
                <a:ext uri="{FF2B5EF4-FFF2-40B4-BE49-F238E27FC236}">
                  <a16:creationId xmlns:a16="http://schemas.microsoft.com/office/drawing/2014/main" id="{347C344B-17D2-6B91-801C-7166885CEAE4}"/>
                </a:ext>
              </a:extLst>
            </p:cNvPr>
            <p:cNvGrpSpPr/>
            <p:nvPr/>
          </p:nvGrpSpPr>
          <p:grpSpPr>
            <a:xfrm>
              <a:off x="757381" y="5694835"/>
              <a:ext cx="10677237" cy="323273"/>
              <a:chOff x="692727" y="5874327"/>
              <a:chExt cx="10677237" cy="323273"/>
            </a:xfrm>
          </p:grpSpPr>
          <p:sp>
            <p:nvSpPr>
              <p:cNvPr id="8" name="Rectangle: Rounded Corners 7">
                <a:extLst>
                  <a:ext uri="{FF2B5EF4-FFF2-40B4-BE49-F238E27FC236}">
                    <a16:creationId xmlns:a16="http://schemas.microsoft.com/office/drawing/2014/main" id="{2E9021B6-8AE7-6429-445C-71955AF41934}"/>
                  </a:ext>
                </a:extLst>
              </p:cNvPr>
              <p:cNvSpPr/>
              <p:nvPr/>
            </p:nvSpPr>
            <p:spPr>
              <a:xfrm>
                <a:off x="692727" y="5874327"/>
                <a:ext cx="10677237" cy="323273"/>
              </a:xfrm>
              <a:prstGeom prst="round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ABB2BBA4-FE8E-20B7-F700-C9614558D15F}"/>
                  </a:ext>
                </a:extLst>
              </p:cNvPr>
              <p:cNvSpPr/>
              <p:nvPr/>
            </p:nvSpPr>
            <p:spPr>
              <a:xfrm>
                <a:off x="1200726" y="5930274"/>
                <a:ext cx="212437" cy="21137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3356B08E-4A69-D1F2-6F6D-6BC3F3F3E711}"/>
                  </a:ext>
                </a:extLst>
              </p:cNvPr>
              <p:cNvSpPr txBox="1"/>
              <p:nvPr/>
            </p:nvSpPr>
            <p:spPr>
              <a:xfrm>
                <a:off x="1487053" y="5897463"/>
                <a:ext cx="868218" cy="276999"/>
              </a:xfrm>
              <a:prstGeom prst="rect">
                <a:avLst/>
              </a:prstGeom>
              <a:noFill/>
            </p:spPr>
            <p:txBody>
              <a:bodyPr wrap="square" rtlCol="0">
                <a:spAutoFit/>
              </a:bodyPr>
              <a:lstStyle/>
              <a:p>
                <a:pPr algn="ctr"/>
                <a:r>
                  <a:rPr lang="en-US" sz="1200" dirty="0"/>
                  <a:t>Team A</a:t>
                </a:r>
              </a:p>
            </p:txBody>
          </p:sp>
          <p:sp>
            <p:nvSpPr>
              <p:cNvPr id="11" name="Rectangle 10">
                <a:extLst>
                  <a:ext uri="{FF2B5EF4-FFF2-40B4-BE49-F238E27FC236}">
                    <a16:creationId xmlns:a16="http://schemas.microsoft.com/office/drawing/2014/main" id="{1ADD0FDA-4246-7C5F-C8F1-1D33B7F08CCB}"/>
                  </a:ext>
                </a:extLst>
              </p:cNvPr>
              <p:cNvSpPr/>
              <p:nvPr/>
            </p:nvSpPr>
            <p:spPr>
              <a:xfrm>
                <a:off x="2516908" y="5930274"/>
                <a:ext cx="212437" cy="2113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05C9B42B-D110-826E-588C-D04EDA897BE7}"/>
                  </a:ext>
                </a:extLst>
              </p:cNvPr>
              <p:cNvSpPr txBox="1"/>
              <p:nvPr/>
            </p:nvSpPr>
            <p:spPr>
              <a:xfrm>
                <a:off x="2803235" y="5897463"/>
                <a:ext cx="868218" cy="276999"/>
              </a:xfrm>
              <a:prstGeom prst="rect">
                <a:avLst/>
              </a:prstGeom>
              <a:noFill/>
            </p:spPr>
            <p:txBody>
              <a:bodyPr wrap="square" rtlCol="0">
                <a:spAutoFit/>
              </a:bodyPr>
              <a:lstStyle/>
              <a:p>
                <a:pPr algn="ctr"/>
                <a:r>
                  <a:rPr lang="en-US" sz="1200" dirty="0"/>
                  <a:t>Team B</a:t>
                </a:r>
              </a:p>
            </p:txBody>
          </p:sp>
          <p:sp>
            <p:nvSpPr>
              <p:cNvPr id="13" name="Rectangle 12">
                <a:extLst>
                  <a:ext uri="{FF2B5EF4-FFF2-40B4-BE49-F238E27FC236}">
                    <a16:creationId xmlns:a16="http://schemas.microsoft.com/office/drawing/2014/main" id="{18AB3973-3768-7812-3A8D-A76251B77745}"/>
                  </a:ext>
                </a:extLst>
              </p:cNvPr>
              <p:cNvSpPr/>
              <p:nvPr/>
            </p:nvSpPr>
            <p:spPr>
              <a:xfrm>
                <a:off x="3833090" y="5930274"/>
                <a:ext cx="212437" cy="21137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TextBox 13">
                <a:extLst>
                  <a:ext uri="{FF2B5EF4-FFF2-40B4-BE49-F238E27FC236}">
                    <a16:creationId xmlns:a16="http://schemas.microsoft.com/office/drawing/2014/main" id="{719C9175-5970-09F9-E893-091A7A054181}"/>
                  </a:ext>
                </a:extLst>
              </p:cNvPr>
              <p:cNvSpPr txBox="1"/>
              <p:nvPr/>
            </p:nvSpPr>
            <p:spPr>
              <a:xfrm>
                <a:off x="4119417" y="5897463"/>
                <a:ext cx="868218" cy="276999"/>
              </a:xfrm>
              <a:prstGeom prst="rect">
                <a:avLst/>
              </a:prstGeom>
              <a:noFill/>
            </p:spPr>
            <p:txBody>
              <a:bodyPr wrap="square" rtlCol="0">
                <a:spAutoFit/>
              </a:bodyPr>
              <a:lstStyle/>
              <a:p>
                <a:pPr algn="ctr"/>
                <a:r>
                  <a:rPr lang="en-US" sz="1200" dirty="0"/>
                  <a:t>Team C</a:t>
                </a:r>
              </a:p>
            </p:txBody>
          </p:sp>
          <p:sp>
            <p:nvSpPr>
              <p:cNvPr id="15" name="Rectangle 14">
                <a:extLst>
                  <a:ext uri="{FF2B5EF4-FFF2-40B4-BE49-F238E27FC236}">
                    <a16:creationId xmlns:a16="http://schemas.microsoft.com/office/drawing/2014/main" id="{70B3BEA2-49C1-6648-47B2-DF764E680BE3}"/>
                  </a:ext>
                </a:extLst>
              </p:cNvPr>
              <p:cNvSpPr/>
              <p:nvPr/>
            </p:nvSpPr>
            <p:spPr>
              <a:xfrm>
                <a:off x="5149272" y="5930274"/>
                <a:ext cx="212437" cy="21137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15">
                <a:extLst>
                  <a:ext uri="{FF2B5EF4-FFF2-40B4-BE49-F238E27FC236}">
                    <a16:creationId xmlns:a16="http://schemas.microsoft.com/office/drawing/2014/main" id="{64EEEEB0-37DA-FB3E-0767-472D2C39B9A4}"/>
                  </a:ext>
                </a:extLst>
              </p:cNvPr>
              <p:cNvSpPr txBox="1"/>
              <p:nvPr/>
            </p:nvSpPr>
            <p:spPr>
              <a:xfrm>
                <a:off x="5435599" y="5897463"/>
                <a:ext cx="868218" cy="276999"/>
              </a:xfrm>
              <a:prstGeom prst="rect">
                <a:avLst/>
              </a:prstGeom>
              <a:noFill/>
            </p:spPr>
            <p:txBody>
              <a:bodyPr wrap="square" rtlCol="0">
                <a:spAutoFit/>
              </a:bodyPr>
              <a:lstStyle/>
              <a:p>
                <a:pPr algn="ctr"/>
                <a:r>
                  <a:rPr lang="en-US" sz="1200" dirty="0"/>
                  <a:t>Team D</a:t>
                </a:r>
              </a:p>
            </p:txBody>
          </p:sp>
          <p:sp>
            <p:nvSpPr>
              <p:cNvPr id="17" name="TextBox 16">
                <a:extLst>
                  <a:ext uri="{FF2B5EF4-FFF2-40B4-BE49-F238E27FC236}">
                    <a16:creationId xmlns:a16="http://schemas.microsoft.com/office/drawing/2014/main" id="{5D821913-738B-CC78-A0E6-3CF34659B452}"/>
                  </a:ext>
                </a:extLst>
              </p:cNvPr>
              <p:cNvSpPr txBox="1"/>
              <p:nvPr/>
            </p:nvSpPr>
            <p:spPr>
              <a:xfrm>
                <a:off x="6751781" y="5897463"/>
                <a:ext cx="868218" cy="276999"/>
              </a:xfrm>
              <a:prstGeom prst="rect">
                <a:avLst/>
              </a:prstGeom>
              <a:noFill/>
            </p:spPr>
            <p:txBody>
              <a:bodyPr wrap="square" rtlCol="0">
                <a:spAutoFit/>
              </a:bodyPr>
              <a:lstStyle/>
              <a:p>
                <a:pPr algn="ctr"/>
                <a:r>
                  <a:rPr lang="en-US" sz="1200" dirty="0"/>
                  <a:t>Milestone</a:t>
                </a:r>
              </a:p>
            </p:txBody>
          </p:sp>
        </p:grpSp>
        <p:pic>
          <p:nvPicPr>
            <p:cNvPr id="7" name="Graphic 6" descr="Flag with solid fill">
              <a:extLst>
                <a:ext uri="{FF2B5EF4-FFF2-40B4-BE49-F238E27FC236}">
                  <a16:creationId xmlns:a16="http://schemas.microsoft.com/office/drawing/2014/main" id="{19A74C61-71A3-7217-D0D0-715F69F778E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525489" y="5717526"/>
              <a:ext cx="290946" cy="290946"/>
            </a:xfrm>
            <a:prstGeom prst="rect">
              <a:avLst/>
            </a:prstGeom>
          </p:spPr>
        </p:pic>
      </p:grpSp>
      <p:pic>
        <p:nvPicPr>
          <p:cNvPr id="18" name="Graphic 17" descr="Flag with solid fill">
            <a:extLst>
              <a:ext uri="{FF2B5EF4-FFF2-40B4-BE49-F238E27FC236}">
                <a16:creationId xmlns:a16="http://schemas.microsoft.com/office/drawing/2014/main" id="{27FAA337-C2CF-4E36-9F06-1A706F1D1AB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0772" y="2166164"/>
            <a:ext cx="267857" cy="267857"/>
          </a:xfrm>
          <a:prstGeom prst="rect">
            <a:avLst/>
          </a:prstGeom>
        </p:spPr>
      </p:pic>
      <p:pic>
        <p:nvPicPr>
          <p:cNvPr id="19" name="Graphic 18" descr="Flag with solid fill">
            <a:extLst>
              <a:ext uri="{FF2B5EF4-FFF2-40B4-BE49-F238E27FC236}">
                <a16:creationId xmlns:a16="http://schemas.microsoft.com/office/drawing/2014/main" id="{4419958E-CD0C-348E-E7EE-9012DB4C8A3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43778" y="2440302"/>
            <a:ext cx="267857" cy="267857"/>
          </a:xfrm>
          <a:prstGeom prst="rect">
            <a:avLst/>
          </a:prstGeom>
        </p:spPr>
      </p:pic>
      <p:pic>
        <p:nvPicPr>
          <p:cNvPr id="20" name="Graphic 19" descr="Flag with solid fill">
            <a:extLst>
              <a:ext uri="{FF2B5EF4-FFF2-40B4-BE49-F238E27FC236}">
                <a16:creationId xmlns:a16="http://schemas.microsoft.com/office/drawing/2014/main" id="{880F8E57-7BD2-D48B-BD3E-DD89493A111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551779" y="3427738"/>
            <a:ext cx="267857" cy="267857"/>
          </a:xfrm>
          <a:prstGeom prst="rect">
            <a:avLst/>
          </a:prstGeom>
        </p:spPr>
      </p:pic>
      <p:pic>
        <p:nvPicPr>
          <p:cNvPr id="21" name="Graphic 20" descr="Flag with solid fill">
            <a:extLst>
              <a:ext uri="{FF2B5EF4-FFF2-40B4-BE49-F238E27FC236}">
                <a16:creationId xmlns:a16="http://schemas.microsoft.com/office/drawing/2014/main" id="{1FF1EF47-4C9F-A929-53FE-C07761D8C5F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990179" y="4432753"/>
            <a:ext cx="267857" cy="267857"/>
          </a:xfrm>
          <a:prstGeom prst="rect">
            <a:avLst/>
          </a:prstGeom>
        </p:spPr>
      </p:pic>
      <p:sp>
        <p:nvSpPr>
          <p:cNvPr id="22" name="TextBox 21">
            <a:extLst>
              <a:ext uri="{FF2B5EF4-FFF2-40B4-BE49-F238E27FC236}">
                <a16:creationId xmlns:a16="http://schemas.microsoft.com/office/drawing/2014/main" id="{FE69B9DE-DCC1-A47A-4CE5-882C97A0F108}"/>
              </a:ext>
            </a:extLst>
          </p:cNvPr>
          <p:cNvSpPr txBox="1"/>
          <p:nvPr/>
        </p:nvSpPr>
        <p:spPr>
          <a:xfrm>
            <a:off x="2362927" y="1139661"/>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3094143148"/>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7B5FC2-FD60-B345-7C0E-B5BB5F9A66AE}"/>
              </a:ext>
            </a:extLst>
          </p:cNvPr>
          <p:cNvSpPr>
            <a:spLocks noGrp="1"/>
          </p:cNvSpPr>
          <p:nvPr>
            <p:ph type="title"/>
          </p:nvPr>
        </p:nvSpPr>
        <p:spPr>
          <a:xfrm>
            <a:off x="214184" y="13663"/>
            <a:ext cx="9728886" cy="678316"/>
          </a:xfrm>
        </p:spPr>
        <p:txBody>
          <a:bodyPr>
            <a:normAutofit/>
          </a:bodyPr>
          <a:lstStyle/>
          <a:p>
            <a:r>
              <a:rPr lang="en-US" dirty="0"/>
              <a:t>Lean 1</a:t>
            </a:r>
          </a:p>
        </p:txBody>
      </p:sp>
      <p:cxnSp>
        <p:nvCxnSpPr>
          <p:cNvPr id="52" name="Straight Connector 51">
            <a:extLst>
              <a:ext uri="{FF2B5EF4-FFF2-40B4-BE49-F238E27FC236}">
                <a16:creationId xmlns:a16="http://schemas.microsoft.com/office/drawing/2014/main" id="{FA031E2D-F982-F415-831A-56B19CA75C62}"/>
              </a:ext>
            </a:extLst>
          </p:cNvPr>
          <p:cNvCxnSpPr/>
          <p:nvPr/>
        </p:nvCxnSpPr>
        <p:spPr>
          <a:xfrm flipH="1">
            <a:off x="3814546" y="2517082"/>
            <a:ext cx="1667155"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3" name="Oval 52">
            <a:extLst>
              <a:ext uri="{FF2B5EF4-FFF2-40B4-BE49-F238E27FC236}">
                <a16:creationId xmlns:a16="http://schemas.microsoft.com/office/drawing/2014/main" id="{C7CBB29F-2AA8-D400-11B9-66A582FBBF92}"/>
              </a:ext>
            </a:extLst>
          </p:cNvPr>
          <p:cNvSpPr/>
          <p:nvPr/>
        </p:nvSpPr>
        <p:spPr>
          <a:xfrm>
            <a:off x="3278878" y="2194534"/>
            <a:ext cx="645095" cy="64509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0" name="Straight Connector 49">
            <a:extLst>
              <a:ext uri="{FF2B5EF4-FFF2-40B4-BE49-F238E27FC236}">
                <a16:creationId xmlns:a16="http://schemas.microsoft.com/office/drawing/2014/main" id="{01394D2B-E15E-A434-FF95-8836F6D13D43}"/>
              </a:ext>
            </a:extLst>
          </p:cNvPr>
          <p:cNvCxnSpPr>
            <a:cxnSpLocks/>
          </p:cNvCxnSpPr>
          <p:nvPr/>
        </p:nvCxnSpPr>
        <p:spPr>
          <a:xfrm>
            <a:off x="6574760" y="2520684"/>
            <a:ext cx="1667155"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Oval 50">
            <a:extLst>
              <a:ext uri="{FF2B5EF4-FFF2-40B4-BE49-F238E27FC236}">
                <a16:creationId xmlns:a16="http://schemas.microsoft.com/office/drawing/2014/main" id="{BFE7E79F-DAA1-6477-F664-45731D872B08}"/>
              </a:ext>
            </a:extLst>
          </p:cNvPr>
          <p:cNvSpPr/>
          <p:nvPr/>
        </p:nvSpPr>
        <p:spPr>
          <a:xfrm flipH="1">
            <a:off x="8132488" y="2198136"/>
            <a:ext cx="645095" cy="645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8" name="Straight Connector 47">
            <a:extLst>
              <a:ext uri="{FF2B5EF4-FFF2-40B4-BE49-F238E27FC236}">
                <a16:creationId xmlns:a16="http://schemas.microsoft.com/office/drawing/2014/main" id="{AC55804C-D2F4-22AD-1014-C41DBFB829D3}"/>
              </a:ext>
            </a:extLst>
          </p:cNvPr>
          <p:cNvCxnSpPr/>
          <p:nvPr/>
        </p:nvCxnSpPr>
        <p:spPr>
          <a:xfrm flipH="1">
            <a:off x="3828665" y="4778828"/>
            <a:ext cx="1667155"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BEF00269-9BA4-85B1-C269-73DC3E63EA7C}"/>
              </a:ext>
            </a:extLst>
          </p:cNvPr>
          <p:cNvSpPr/>
          <p:nvPr/>
        </p:nvSpPr>
        <p:spPr>
          <a:xfrm>
            <a:off x="3292997" y="4456280"/>
            <a:ext cx="645095" cy="645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8543F792-B86B-3F8A-7F65-73E34544D2D9}"/>
              </a:ext>
            </a:extLst>
          </p:cNvPr>
          <p:cNvGrpSpPr/>
          <p:nvPr/>
        </p:nvGrpSpPr>
        <p:grpSpPr>
          <a:xfrm flipH="1">
            <a:off x="6574760" y="4465586"/>
            <a:ext cx="2202823" cy="645095"/>
            <a:chOff x="5675271" y="1155363"/>
            <a:chExt cx="2202823" cy="645095"/>
          </a:xfrm>
        </p:grpSpPr>
        <p:cxnSp>
          <p:nvCxnSpPr>
            <p:cNvPr id="46" name="Straight Connector 45">
              <a:extLst>
                <a:ext uri="{FF2B5EF4-FFF2-40B4-BE49-F238E27FC236}">
                  <a16:creationId xmlns:a16="http://schemas.microsoft.com/office/drawing/2014/main" id="{B65CD801-042A-EE30-B6FA-8CC74E7641DE}"/>
                </a:ext>
              </a:extLst>
            </p:cNvPr>
            <p:cNvCxnSpPr>
              <a:cxnSpLocks/>
            </p:cNvCxnSpPr>
            <p:nvPr/>
          </p:nvCxnSpPr>
          <p:spPr>
            <a:xfrm flipH="1">
              <a:off x="6210939" y="1477911"/>
              <a:ext cx="1667155"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92B00CE3-43E8-8299-3846-11EEA3971B0E}"/>
                </a:ext>
              </a:extLst>
            </p:cNvPr>
            <p:cNvSpPr/>
            <p:nvPr/>
          </p:nvSpPr>
          <p:spPr>
            <a:xfrm>
              <a:off x="5675271" y="1155363"/>
              <a:ext cx="645095" cy="645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Freeform 97">
            <a:extLst>
              <a:ext uri="{FF2B5EF4-FFF2-40B4-BE49-F238E27FC236}">
                <a16:creationId xmlns:a16="http://schemas.microsoft.com/office/drawing/2014/main" id="{50FC8AE2-1A8A-FB61-2BAD-6E3BAD3754FE}"/>
              </a:ext>
            </a:extLst>
          </p:cNvPr>
          <p:cNvSpPr>
            <a:spLocks noChangeArrowheads="1"/>
          </p:cNvSpPr>
          <p:nvPr/>
        </p:nvSpPr>
        <p:spPr bwMode="auto">
          <a:xfrm rot="21192611">
            <a:off x="4145341" y="1854357"/>
            <a:ext cx="2462914" cy="1732061"/>
          </a:xfrm>
          <a:custGeom>
            <a:avLst/>
            <a:gdLst>
              <a:gd name="T0" fmla="*/ 7241 w 7311"/>
              <a:gd name="T1" fmla="*/ 1843 h 5141"/>
              <a:gd name="T2" fmla="*/ 7241 w 7311"/>
              <a:gd name="T3" fmla="*/ 1843 h 5141"/>
              <a:gd name="T4" fmla="*/ 5856 w 7311"/>
              <a:gd name="T5" fmla="*/ 372 h 5141"/>
              <a:gd name="T6" fmla="*/ 5614 w 7311"/>
              <a:gd name="T7" fmla="*/ 122 h 5141"/>
              <a:gd name="T8" fmla="*/ 5311 w 7311"/>
              <a:gd name="T9" fmla="*/ 243 h 5141"/>
              <a:gd name="T10" fmla="*/ 5311 w 7311"/>
              <a:gd name="T11" fmla="*/ 338 h 5141"/>
              <a:gd name="T12" fmla="*/ 5233 w 7311"/>
              <a:gd name="T13" fmla="*/ 338 h 5141"/>
              <a:gd name="T14" fmla="*/ 0 w 7311"/>
              <a:gd name="T15" fmla="*/ 5027 h 5141"/>
              <a:gd name="T16" fmla="*/ 1435 w 7311"/>
              <a:gd name="T17" fmla="*/ 3678 h 5141"/>
              <a:gd name="T18" fmla="*/ 1677 w 7311"/>
              <a:gd name="T19" fmla="*/ 3678 h 5141"/>
              <a:gd name="T20" fmla="*/ 3235 w 7311"/>
              <a:gd name="T21" fmla="*/ 5140 h 5141"/>
              <a:gd name="T22" fmla="*/ 5233 w 7311"/>
              <a:gd name="T23" fmla="*/ 3548 h 5141"/>
              <a:gd name="T24" fmla="*/ 5311 w 7311"/>
              <a:gd name="T25" fmla="*/ 3548 h 5141"/>
              <a:gd name="T26" fmla="*/ 5311 w 7311"/>
              <a:gd name="T27" fmla="*/ 3686 h 5141"/>
              <a:gd name="T28" fmla="*/ 5614 w 7311"/>
              <a:gd name="T29" fmla="*/ 3807 h 5141"/>
              <a:gd name="T30" fmla="*/ 5787 w 7311"/>
              <a:gd name="T31" fmla="*/ 3617 h 5141"/>
              <a:gd name="T32" fmla="*/ 7241 w 7311"/>
              <a:gd name="T33" fmla="*/ 2086 h 5141"/>
              <a:gd name="T34" fmla="*/ 7241 w 7311"/>
              <a:gd name="T35" fmla="*/ 1843 h 5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11" h="5141">
                <a:moveTo>
                  <a:pt x="7241" y="1843"/>
                </a:moveTo>
                <a:lnTo>
                  <a:pt x="7241" y="1843"/>
                </a:lnTo>
                <a:cubicBezTo>
                  <a:pt x="5856" y="372"/>
                  <a:pt x="5856" y="372"/>
                  <a:pt x="5856" y="372"/>
                </a:cubicBezTo>
                <a:cubicBezTo>
                  <a:pt x="5614" y="122"/>
                  <a:pt x="5614" y="122"/>
                  <a:pt x="5614" y="122"/>
                </a:cubicBezTo>
                <a:cubicBezTo>
                  <a:pt x="5510" y="0"/>
                  <a:pt x="5311" y="78"/>
                  <a:pt x="5311" y="243"/>
                </a:cubicBezTo>
                <a:cubicBezTo>
                  <a:pt x="5311" y="338"/>
                  <a:pt x="5311" y="338"/>
                  <a:pt x="5311" y="338"/>
                </a:cubicBezTo>
                <a:cubicBezTo>
                  <a:pt x="5285" y="338"/>
                  <a:pt x="5259" y="338"/>
                  <a:pt x="5233" y="338"/>
                </a:cubicBezTo>
                <a:cubicBezTo>
                  <a:pt x="2525" y="338"/>
                  <a:pt x="294" y="2388"/>
                  <a:pt x="0" y="5027"/>
                </a:cubicBezTo>
                <a:cubicBezTo>
                  <a:pt x="1435" y="3678"/>
                  <a:pt x="1435" y="3678"/>
                  <a:pt x="1435" y="3678"/>
                </a:cubicBezTo>
                <a:cubicBezTo>
                  <a:pt x="1504" y="3609"/>
                  <a:pt x="1608" y="3609"/>
                  <a:pt x="1677" y="3678"/>
                </a:cubicBezTo>
                <a:cubicBezTo>
                  <a:pt x="3235" y="5140"/>
                  <a:pt x="3235" y="5140"/>
                  <a:pt x="3235" y="5140"/>
                </a:cubicBezTo>
                <a:cubicBezTo>
                  <a:pt x="3442" y="4231"/>
                  <a:pt x="4264" y="3548"/>
                  <a:pt x="5233" y="3548"/>
                </a:cubicBezTo>
                <a:cubicBezTo>
                  <a:pt x="5259" y="3548"/>
                  <a:pt x="5285" y="3548"/>
                  <a:pt x="5311" y="3548"/>
                </a:cubicBezTo>
                <a:cubicBezTo>
                  <a:pt x="5311" y="3686"/>
                  <a:pt x="5311" y="3686"/>
                  <a:pt x="5311" y="3686"/>
                </a:cubicBezTo>
                <a:cubicBezTo>
                  <a:pt x="5311" y="3842"/>
                  <a:pt x="5510" y="3920"/>
                  <a:pt x="5614" y="3807"/>
                </a:cubicBezTo>
                <a:cubicBezTo>
                  <a:pt x="5787" y="3617"/>
                  <a:pt x="5787" y="3617"/>
                  <a:pt x="5787" y="3617"/>
                </a:cubicBezTo>
                <a:cubicBezTo>
                  <a:pt x="7241" y="2086"/>
                  <a:pt x="7241" y="2086"/>
                  <a:pt x="7241" y="2086"/>
                </a:cubicBezTo>
                <a:cubicBezTo>
                  <a:pt x="7310" y="2017"/>
                  <a:pt x="7310" y="1913"/>
                  <a:pt x="7241" y="1843"/>
                </a:cubicBezTo>
              </a:path>
            </a:pathLst>
          </a:custGeom>
          <a:solidFill>
            <a:schemeClr val="accent1"/>
          </a:solidFill>
          <a:ln w="38100">
            <a:solidFill>
              <a:srgbClr val="FFFFFF"/>
            </a:solidFill>
          </a:ln>
          <a:effectLst/>
        </p:spPr>
        <p:txBody>
          <a:bodyPr wrap="square" lIns="0" tIns="0" rIns="180000" bIns="108000" anchor="ctr">
            <a:scene3d>
              <a:camera prst="orthographicFront">
                <a:rot lat="0" lon="0" rev="21299999"/>
              </a:camera>
              <a:lightRig rig="threePt" dir="t"/>
            </a:scene3d>
          </a:bodyPr>
          <a:lstStyle/>
          <a:p>
            <a:pPr marL="541338" algn="ctr"/>
            <a:r>
              <a:rPr lang="en-US" sz="1400" b="1" dirty="0">
                <a:solidFill>
                  <a:srgbClr val="FFFFFF"/>
                </a:solidFill>
              </a:rPr>
              <a:t>Revive</a:t>
            </a:r>
          </a:p>
          <a:p>
            <a:pPr marL="541338" algn="ctr"/>
            <a:endParaRPr lang="en-US" sz="1400" b="1" dirty="0">
              <a:solidFill>
                <a:srgbClr val="FFFFFF"/>
              </a:solidFill>
            </a:endParaRPr>
          </a:p>
        </p:txBody>
      </p:sp>
      <p:sp>
        <p:nvSpPr>
          <p:cNvPr id="9" name="Freeform 98">
            <a:extLst>
              <a:ext uri="{FF2B5EF4-FFF2-40B4-BE49-F238E27FC236}">
                <a16:creationId xmlns:a16="http://schemas.microsoft.com/office/drawing/2014/main" id="{46795136-F43C-28A0-F87B-39BAB7BEADB2}"/>
              </a:ext>
            </a:extLst>
          </p:cNvPr>
          <p:cNvSpPr>
            <a:spLocks noChangeArrowheads="1"/>
          </p:cNvSpPr>
          <p:nvPr/>
        </p:nvSpPr>
        <p:spPr bwMode="auto">
          <a:xfrm rot="21192611">
            <a:off x="5491812" y="3747971"/>
            <a:ext cx="2413893" cy="1743945"/>
          </a:xfrm>
          <a:custGeom>
            <a:avLst/>
            <a:gdLst>
              <a:gd name="T0" fmla="*/ 5771 w 7165"/>
              <a:gd name="T1" fmla="*/ 1506 h 5175"/>
              <a:gd name="T2" fmla="*/ 5771 w 7165"/>
              <a:gd name="T3" fmla="*/ 1506 h 5175"/>
              <a:gd name="T4" fmla="*/ 5529 w 7165"/>
              <a:gd name="T5" fmla="*/ 1506 h 5175"/>
              <a:gd name="T6" fmla="*/ 3946 w 7165"/>
              <a:gd name="T7" fmla="*/ 0 h 5175"/>
              <a:gd name="T8" fmla="*/ 1990 w 7165"/>
              <a:gd name="T9" fmla="*/ 1610 h 5175"/>
              <a:gd name="T10" fmla="*/ 1990 w 7165"/>
              <a:gd name="T11" fmla="*/ 1497 h 5175"/>
              <a:gd name="T12" fmla="*/ 1687 w 7165"/>
              <a:gd name="T13" fmla="*/ 1376 h 5175"/>
              <a:gd name="T14" fmla="*/ 1505 w 7165"/>
              <a:gd name="T15" fmla="*/ 1566 h 5175"/>
              <a:gd name="T16" fmla="*/ 60 w 7165"/>
              <a:gd name="T17" fmla="*/ 3098 h 5175"/>
              <a:gd name="T18" fmla="*/ 60 w 7165"/>
              <a:gd name="T19" fmla="*/ 3340 h 5175"/>
              <a:gd name="T20" fmla="*/ 1445 w 7165"/>
              <a:gd name="T21" fmla="*/ 4802 h 5175"/>
              <a:gd name="T22" fmla="*/ 1687 w 7165"/>
              <a:gd name="T23" fmla="*/ 5062 h 5175"/>
              <a:gd name="T24" fmla="*/ 1990 w 7165"/>
              <a:gd name="T25" fmla="*/ 4941 h 5175"/>
              <a:gd name="T26" fmla="*/ 1990 w 7165"/>
              <a:gd name="T27" fmla="*/ 4819 h 5175"/>
              <a:gd name="T28" fmla="*/ 7164 w 7165"/>
              <a:gd name="T29" fmla="*/ 191 h 5175"/>
              <a:gd name="T30" fmla="*/ 5771 w 7165"/>
              <a:gd name="T31" fmla="*/ 1506 h 5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65" h="5175">
                <a:moveTo>
                  <a:pt x="5771" y="1506"/>
                </a:moveTo>
                <a:lnTo>
                  <a:pt x="5771" y="1506"/>
                </a:lnTo>
                <a:cubicBezTo>
                  <a:pt x="5702" y="1566"/>
                  <a:pt x="5598" y="1566"/>
                  <a:pt x="5529" y="1506"/>
                </a:cubicBezTo>
                <a:cubicBezTo>
                  <a:pt x="3946" y="0"/>
                  <a:pt x="3946" y="0"/>
                  <a:pt x="3946" y="0"/>
                </a:cubicBezTo>
                <a:cubicBezTo>
                  <a:pt x="3747" y="909"/>
                  <a:pt x="2950" y="1584"/>
                  <a:pt x="1990" y="1610"/>
                </a:cubicBezTo>
                <a:cubicBezTo>
                  <a:pt x="1990" y="1497"/>
                  <a:pt x="1990" y="1497"/>
                  <a:pt x="1990" y="1497"/>
                </a:cubicBezTo>
                <a:cubicBezTo>
                  <a:pt x="1990" y="1333"/>
                  <a:pt x="1800" y="1255"/>
                  <a:pt x="1687" y="1376"/>
                </a:cubicBezTo>
                <a:cubicBezTo>
                  <a:pt x="1505" y="1566"/>
                  <a:pt x="1505" y="1566"/>
                  <a:pt x="1505" y="1566"/>
                </a:cubicBezTo>
                <a:cubicBezTo>
                  <a:pt x="60" y="3098"/>
                  <a:pt x="60" y="3098"/>
                  <a:pt x="60" y="3098"/>
                </a:cubicBezTo>
                <a:cubicBezTo>
                  <a:pt x="0" y="3158"/>
                  <a:pt x="0" y="3271"/>
                  <a:pt x="60" y="3340"/>
                </a:cubicBezTo>
                <a:cubicBezTo>
                  <a:pt x="1445" y="4802"/>
                  <a:pt x="1445" y="4802"/>
                  <a:pt x="1445" y="4802"/>
                </a:cubicBezTo>
                <a:cubicBezTo>
                  <a:pt x="1687" y="5062"/>
                  <a:pt x="1687" y="5062"/>
                  <a:pt x="1687" y="5062"/>
                </a:cubicBezTo>
                <a:cubicBezTo>
                  <a:pt x="1800" y="5174"/>
                  <a:pt x="1990" y="5096"/>
                  <a:pt x="1990" y="4941"/>
                </a:cubicBezTo>
                <a:cubicBezTo>
                  <a:pt x="1990" y="4819"/>
                  <a:pt x="1990" y="4819"/>
                  <a:pt x="1990" y="4819"/>
                </a:cubicBezTo>
                <a:cubicBezTo>
                  <a:pt x="4664" y="4794"/>
                  <a:pt x="6853" y="2778"/>
                  <a:pt x="7164" y="191"/>
                </a:cubicBezTo>
                <a:lnTo>
                  <a:pt x="5771" y="1506"/>
                </a:lnTo>
              </a:path>
            </a:pathLst>
          </a:custGeom>
          <a:solidFill>
            <a:schemeClr val="accent3"/>
          </a:solidFill>
          <a:ln w="38100">
            <a:solidFill>
              <a:srgbClr val="FFFFFF"/>
            </a:solidFill>
          </a:ln>
          <a:effectLst/>
        </p:spPr>
        <p:txBody>
          <a:bodyPr wrap="square" anchor="ctr">
            <a:scene3d>
              <a:camera prst="orthographicFront">
                <a:rot lat="0" lon="0" rev="21299999"/>
              </a:camera>
              <a:lightRig rig="threePt" dir="t"/>
            </a:scene3d>
          </a:bodyPr>
          <a:lstStyle/>
          <a:p>
            <a:pPr algn="ctr"/>
            <a:r>
              <a:rPr lang="en-US" sz="1400" b="1" dirty="0">
                <a:solidFill>
                  <a:srgbClr val="FFFFFF"/>
                </a:solidFill>
              </a:rPr>
              <a:t>Run</a:t>
            </a:r>
          </a:p>
        </p:txBody>
      </p:sp>
      <p:sp>
        <p:nvSpPr>
          <p:cNvPr id="10" name="Freeform 99">
            <a:extLst>
              <a:ext uri="{FF2B5EF4-FFF2-40B4-BE49-F238E27FC236}">
                <a16:creationId xmlns:a16="http://schemas.microsoft.com/office/drawing/2014/main" id="{8DCCA24F-1F00-FD36-82B6-B5A3D44B9EF9}"/>
              </a:ext>
            </a:extLst>
          </p:cNvPr>
          <p:cNvSpPr>
            <a:spLocks noChangeArrowheads="1"/>
          </p:cNvSpPr>
          <p:nvPr/>
        </p:nvSpPr>
        <p:spPr bwMode="auto">
          <a:xfrm rot="21192611">
            <a:off x="6139735" y="1788744"/>
            <a:ext cx="1729091" cy="2439146"/>
          </a:xfrm>
          <a:custGeom>
            <a:avLst/>
            <a:gdLst>
              <a:gd name="T0" fmla="*/ 4889 w 5132"/>
              <a:gd name="T1" fmla="*/ 5243 h 7242"/>
              <a:gd name="T2" fmla="*/ 4889 w 5132"/>
              <a:gd name="T3" fmla="*/ 5243 h 7242"/>
              <a:gd name="T4" fmla="*/ 4716 w 5132"/>
              <a:gd name="T5" fmla="*/ 5243 h 7242"/>
              <a:gd name="T6" fmla="*/ 4716 w 5132"/>
              <a:gd name="T7" fmla="*/ 5235 h 7242"/>
              <a:gd name="T8" fmla="*/ 69 w 5132"/>
              <a:gd name="T9" fmla="*/ 0 h 7242"/>
              <a:gd name="T10" fmla="*/ 1454 w 5132"/>
              <a:gd name="T11" fmla="*/ 1471 h 7242"/>
              <a:gd name="T12" fmla="*/ 1454 w 5132"/>
              <a:gd name="T13" fmla="*/ 1714 h 7242"/>
              <a:gd name="T14" fmla="*/ 0 w 5132"/>
              <a:gd name="T15" fmla="*/ 3245 h 7242"/>
              <a:gd name="T16" fmla="*/ 1506 w 5132"/>
              <a:gd name="T17" fmla="*/ 5235 h 7242"/>
              <a:gd name="T18" fmla="*/ 1506 w 5132"/>
              <a:gd name="T19" fmla="*/ 5243 h 7242"/>
              <a:gd name="T20" fmla="*/ 1445 w 5132"/>
              <a:gd name="T21" fmla="*/ 5243 h 7242"/>
              <a:gd name="T22" fmla="*/ 1324 w 5132"/>
              <a:gd name="T23" fmla="*/ 5554 h 7242"/>
              <a:gd name="T24" fmla="*/ 1463 w 5132"/>
              <a:gd name="T25" fmla="*/ 5675 h 7242"/>
              <a:gd name="T26" fmla="*/ 3046 w 5132"/>
              <a:gd name="T27" fmla="*/ 7181 h 7242"/>
              <a:gd name="T28" fmla="*/ 3288 w 5132"/>
              <a:gd name="T29" fmla="*/ 7181 h 7242"/>
              <a:gd name="T30" fmla="*/ 4681 w 5132"/>
              <a:gd name="T31" fmla="*/ 5866 h 7242"/>
              <a:gd name="T32" fmla="*/ 5010 w 5132"/>
              <a:gd name="T33" fmla="*/ 5554 h 7242"/>
              <a:gd name="T34" fmla="*/ 4889 w 5132"/>
              <a:gd name="T35" fmla="*/ 5243 h 7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32" h="7242">
                <a:moveTo>
                  <a:pt x="4889" y="5243"/>
                </a:moveTo>
                <a:lnTo>
                  <a:pt x="4889" y="5243"/>
                </a:lnTo>
                <a:cubicBezTo>
                  <a:pt x="4716" y="5243"/>
                  <a:pt x="4716" y="5243"/>
                  <a:pt x="4716" y="5243"/>
                </a:cubicBezTo>
                <a:lnTo>
                  <a:pt x="4716" y="5235"/>
                </a:lnTo>
                <a:cubicBezTo>
                  <a:pt x="4716" y="2535"/>
                  <a:pt x="2691" y="312"/>
                  <a:pt x="69" y="0"/>
                </a:cubicBezTo>
                <a:cubicBezTo>
                  <a:pt x="1454" y="1471"/>
                  <a:pt x="1454" y="1471"/>
                  <a:pt x="1454" y="1471"/>
                </a:cubicBezTo>
                <a:cubicBezTo>
                  <a:pt x="1523" y="1541"/>
                  <a:pt x="1523" y="1645"/>
                  <a:pt x="1454" y="1714"/>
                </a:cubicBezTo>
                <a:cubicBezTo>
                  <a:pt x="0" y="3245"/>
                  <a:pt x="0" y="3245"/>
                  <a:pt x="0" y="3245"/>
                </a:cubicBezTo>
                <a:cubicBezTo>
                  <a:pt x="874" y="3487"/>
                  <a:pt x="1506" y="4283"/>
                  <a:pt x="1506" y="5235"/>
                </a:cubicBezTo>
                <a:lnTo>
                  <a:pt x="1506" y="5243"/>
                </a:lnTo>
                <a:cubicBezTo>
                  <a:pt x="1445" y="5243"/>
                  <a:pt x="1445" y="5243"/>
                  <a:pt x="1445" y="5243"/>
                </a:cubicBezTo>
                <a:cubicBezTo>
                  <a:pt x="1290" y="5243"/>
                  <a:pt x="1211" y="5442"/>
                  <a:pt x="1324" y="5554"/>
                </a:cubicBezTo>
                <a:cubicBezTo>
                  <a:pt x="1463" y="5675"/>
                  <a:pt x="1463" y="5675"/>
                  <a:pt x="1463" y="5675"/>
                </a:cubicBezTo>
                <a:cubicBezTo>
                  <a:pt x="3046" y="7181"/>
                  <a:pt x="3046" y="7181"/>
                  <a:pt x="3046" y="7181"/>
                </a:cubicBezTo>
                <a:cubicBezTo>
                  <a:pt x="3115" y="7241"/>
                  <a:pt x="3219" y="7241"/>
                  <a:pt x="3288" y="7181"/>
                </a:cubicBezTo>
                <a:cubicBezTo>
                  <a:pt x="4681" y="5866"/>
                  <a:pt x="4681" y="5866"/>
                  <a:pt x="4681" y="5866"/>
                </a:cubicBezTo>
                <a:cubicBezTo>
                  <a:pt x="5010" y="5554"/>
                  <a:pt x="5010" y="5554"/>
                  <a:pt x="5010" y="5554"/>
                </a:cubicBezTo>
                <a:cubicBezTo>
                  <a:pt x="5131" y="5442"/>
                  <a:pt x="5053" y="5243"/>
                  <a:pt x="4889" y="5243"/>
                </a:cubicBezTo>
              </a:path>
            </a:pathLst>
          </a:custGeom>
          <a:solidFill>
            <a:schemeClr val="accent2"/>
          </a:solidFill>
          <a:ln w="38100">
            <a:solidFill>
              <a:srgbClr val="FFFFFF"/>
            </a:solidFill>
          </a:ln>
          <a:effectLst/>
        </p:spPr>
        <p:txBody>
          <a:bodyPr wrap="square" lIns="432000" tIns="216000" rIns="252000" bIns="216000" anchor="ctr">
            <a:normAutofit/>
            <a:scene3d>
              <a:camera prst="orthographicFront">
                <a:rot lat="0" lon="0" rev="21299999"/>
              </a:camera>
              <a:lightRig rig="threePt" dir="t"/>
            </a:scene3d>
          </a:bodyPr>
          <a:lstStyle/>
          <a:p>
            <a:pPr algn="ctr"/>
            <a:r>
              <a:rPr lang="en-US" sz="1400" b="1" dirty="0">
                <a:solidFill>
                  <a:srgbClr val="FFFFFF"/>
                </a:solidFill>
              </a:rPr>
              <a:t>Plan</a:t>
            </a:r>
          </a:p>
        </p:txBody>
      </p:sp>
      <p:sp>
        <p:nvSpPr>
          <p:cNvPr id="11" name="Freeform 100">
            <a:extLst>
              <a:ext uri="{FF2B5EF4-FFF2-40B4-BE49-F238E27FC236}">
                <a16:creationId xmlns:a16="http://schemas.microsoft.com/office/drawing/2014/main" id="{F84587C3-FE64-2466-746A-F41E982374B1}"/>
              </a:ext>
            </a:extLst>
          </p:cNvPr>
          <p:cNvSpPr>
            <a:spLocks noChangeArrowheads="1"/>
          </p:cNvSpPr>
          <p:nvPr/>
        </p:nvSpPr>
        <p:spPr bwMode="auto">
          <a:xfrm rot="21192611">
            <a:off x="4199054" y="3116340"/>
            <a:ext cx="1754342" cy="2439146"/>
          </a:xfrm>
          <a:custGeom>
            <a:avLst/>
            <a:gdLst>
              <a:gd name="T0" fmla="*/ 3762 w 5208"/>
              <a:gd name="T1" fmla="*/ 5536 h 7241"/>
              <a:gd name="T2" fmla="*/ 3762 w 5208"/>
              <a:gd name="T3" fmla="*/ 5536 h 7241"/>
              <a:gd name="T4" fmla="*/ 5207 w 5208"/>
              <a:gd name="T5" fmla="*/ 4004 h 7241"/>
              <a:gd name="T6" fmla="*/ 3581 w 5208"/>
              <a:gd name="T7" fmla="*/ 1998 h 7241"/>
              <a:gd name="T8" fmla="*/ 3676 w 5208"/>
              <a:gd name="T9" fmla="*/ 1998 h 7241"/>
              <a:gd name="T10" fmla="*/ 3797 w 5208"/>
              <a:gd name="T11" fmla="*/ 1695 h 7241"/>
              <a:gd name="T12" fmla="*/ 3633 w 5208"/>
              <a:gd name="T13" fmla="*/ 1531 h 7241"/>
              <a:gd name="T14" fmla="*/ 2075 w 5208"/>
              <a:gd name="T15" fmla="*/ 69 h 7241"/>
              <a:gd name="T16" fmla="*/ 1833 w 5208"/>
              <a:gd name="T17" fmla="*/ 69 h 7241"/>
              <a:gd name="T18" fmla="*/ 398 w 5208"/>
              <a:gd name="T19" fmla="*/ 1418 h 7241"/>
              <a:gd name="T20" fmla="*/ 112 w 5208"/>
              <a:gd name="T21" fmla="*/ 1695 h 7241"/>
              <a:gd name="T22" fmla="*/ 233 w 5208"/>
              <a:gd name="T23" fmla="*/ 1998 h 7241"/>
              <a:gd name="T24" fmla="*/ 371 w 5208"/>
              <a:gd name="T25" fmla="*/ 1998 h 7241"/>
              <a:gd name="T26" fmla="*/ 5147 w 5208"/>
              <a:gd name="T27" fmla="*/ 7240 h 7241"/>
              <a:gd name="T28" fmla="*/ 3762 w 5208"/>
              <a:gd name="T29" fmla="*/ 5778 h 7241"/>
              <a:gd name="T30" fmla="*/ 3762 w 5208"/>
              <a:gd name="T31" fmla="*/ 5536 h 7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08" h="7241">
                <a:moveTo>
                  <a:pt x="3762" y="5536"/>
                </a:moveTo>
                <a:lnTo>
                  <a:pt x="3762" y="5536"/>
                </a:lnTo>
                <a:cubicBezTo>
                  <a:pt x="5207" y="4004"/>
                  <a:pt x="5207" y="4004"/>
                  <a:pt x="5207" y="4004"/>
                </a:cubicBezTo>
                <a:cubicBezTo>
                  <a:pt x="4273" y="3805"/>
                  <a:pt x="3581" y="2983"/>
                  <a:pt x="3581" y="1998"/>
                </a:cubicBezTo>
                <a:cubicBezTo>
                  <a:pt x="3676" y="1998"/>
                  <a:pt x="3676" y="1998"/>
                  <a:pt x="3676" y="1998"/>
                </a:cubicBezTo>
                <a:cubicBezTo>
                  <a:pt x="3840" y="1998"/>
                  <a:pt x="3918" y="1799"/>
                  <a:pt x="3797" y="1695"/>
                </a:cubicBezTo>
                <a:cubicBezTo>
                  <a:pt x="3633" y="1531"/>
                  <a:pt x="3633" y="1531"/>
                  <a:pt x="3633" y="1531"/>
                </a:cubicBezTo>
                <a:cubicBezTo>
                  <a:pt x="2075" y="69"/>
                  <a:pt x="2075" y="69"/>
                  <a:pt x="2075" y="69"/>
                </a:cubicBezTo>
                <a:cubicBezTo>
                  <a:pt x="2006" y="0"/>
                  <a:pt x="1902" y="0"/>
                  <a:pt x="1833" y="69"/>
                </a:cubicBezTo>
                <a:cubicBezTo>
                  <a:pt x="398" y="1418"/>
                  <a:pt x="398" y="1418"/>
                  <a:pt x="398" y="1418"/>
                </a:cubicBezTo>
                <a:cubicBezTo>
                  <a:pt x="112" y="1695"/>
                  <a:pt x="112" y="1695"/>
                  <a:pt x="112" y="1695"/>
                </a:cubicBezTo>
                <a:cubicBezTo>
                  <a:pt x="0" y="1799"/>
                  <a:pt x="77" y="1998"/>
                  <a:pt x="233" y="1998"/>
                </a:cubicBezTo>
                <a:cubicBezTo>
                  <a:pt x="371" y="1998"/>
                  <a:pt x="371" y="1998"/>
                  <a:pt x="371" y="1998"/>
                </a:cubicBezTo>
                <a:cubicBezTo>
                  <a:pt x="371" y="4740"/>
                  <a:pt x="2465" y="6989"/>
                  <a:pt x="5147" y="7240"/>
                </a:cubicBezTo>
                <a:cubicBezTo>
                  <a:pt x="3762" y="5778"/>
                  <a:pt x="3762" y="5778"/>
                  <a:pt x="3762" y="5778"/>
                </a:cubicBezTo>
                <a:cubicBezTo>
                  <a:pt x="3702" y="5709"/>
                  <a:pt x="3702" y="5596"/>
                  <a:pt x="3762" y="5536"/>
                </a:cubicBezTo>
              </a:path>
            </a:pathLst>
          </a:custGeom>
          <a:solidFill>
            <a:schemeClr val="accent4"/>
          </a:solidFill>
          <a:ln w="38100">
            <a:solidFill>
              <a:srgbClr val="FFFFFF"/>
            </a:solidFill>
          </a:ln>
          <a:effectLst/>
        </p:spPr>
        <p:txBody>
          <a:bodyPr wrap="square" lIns="0" tIns="0" rIns="468000" bIns="288000" anchor="ctr">
            <a:normAutofit/>
            <a:scene3d>
              <a:camera prst="orthographicFront">
                <a:rot lat="0" lon="0" rev="21299999"/>
              </a:camera>
              <a:lightRig rig="threePt" dir="t"/>
            </a:scene3d>
          </a:bodyPr>
          <a:lstStyle/>
          <a:p>
            <a:pPr marL="269875" algn="ctr"/>
            <a:r>
              <a:rPr lang="en-US" sz="1400" b="1" dirty="0">
                <a:solidFill>
                  <a:srgbClr val="FFFFFF"/>
                </a:solidFill>
              </a:rPr>
              <a:t>Review</a:t>
            </a:r>
          </a:p>
        </p:txBody>
      </p:sp>
      <p:sp>
        <p:nvSpPr>
          <p:cNvPr id="12" name="Rectangle 11">
            <a:extLst>
              <a:ext uri="{FF2B5EF4-FFF2-40B4-BE49-F238E27FC236}">
                <a16:creationId xmlns:a16="http://schemas.microsoft.com/office/drawing/2014/main" id="{D7BA4076-BED1-864E-527B-7F96D465E9BA}"/>
              </a:ext>
            </a:extLst>
          </p:cNvPr>
          <p:cNvSpPr/>
          <p:nvPr/>
        </p:nvSpPr>
        <p:spPr>
          <a:xfrm>
            <a:off x="694389" y="1895283"/>
            <a:ext cx="2462914"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600" dirty="0">
                <a:solidFill>
                  <a:schemeClr val="tx1"/>
                </a:solidFill>
              </a:rPr>
              <a:t>Identify opportunities in the process workflow</a:t>
            </a:r>
          </a:p>
        </p:txBody>
      </p:sp>
      <p:sp>
        <p:nvSpPr>
          <p:cNvPr id="13" name="Rectangle 12">
            <a:extLst>
              <a:ext uri="{FF2B5EF4-FFF2-40B4-BE49-F238E27FC236}">
                <a16:creationId xmlns:a16="http://schemas.microsoft.com/office/drawing/2014/main" id="{A756F006-3716-A868-F8F2-D89C006977FC}"/>
              </a:ext>
            </a:extLst>
          </p:cNvPr>
          <p:cNvSpPr/>
          <p:nvPr/>
        </p:nvSpPr>
        <p:spPr>
          <a:xfrm>
            <a:off x="8908578" y="4132261"/>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dirty="0">
                <a:solidFill>
                  <a:schemeClr val="tx1"/>
                </a:solidFill>
              </a:rPr>
              <a:t>Implement changes</a:t>
            </a:r>
          </a:p>
        </p:txBody>
      </p:sp>
      <p:sp>
        <p:nvSpPr>
          <p:cNvPr id="14" name="Rectangle 13">
            <a:extLst>
              <a:ext uri="{FF2B5EF4-FFF2-40B4-BE49-F238E27FC236}">
                <a16:creationId xmlns:a16="http://schemas.microsoft.com/office/drawing/2014/main" id="{5345BEFC-E955-9A5F-DAC0-B6416820E552}"/>
              </a:ext>
            </a:extLst>
          </p:cNvPr>
          <p:cNvSpPr/>
          <p:nvPr/>
        </p:nvSpPr>
        <p:spPr>
          <a:xfrm>
            <a:off x="698124" y="4132261"/>
            <a:ext cx="2459179"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defTabSz="357188"/>
            <a:r>
              <a:rPr lang="en-US" sz="1600" dirty="0">
                <a:solidFill>
                  <a:schemeClr val="tx1"/>
                </a:solidFill>
              </a:rPr>
              <a:t>How changes working for the team?</a:t>
            </a:r>
          </a:p>
        </p:txBody>
      </p:sp>
      <p:sp>
        <p:nvSpPr>
          <p:cNvPr id="15" name="Rectangle 14">
            <a:extLst>
              <a:ext uri="{FF2B5EF4-FFF2-40B4-BE49-F238E27FC236}">
                <a16:creationId xmlns:a16="http://schemas.microsoft.com/office/drawing/2014/main" id="{DA0975DB-385A-F565-98AB-D20D552D058D}"/>
              </a:ext>
            </a:extLst>
          </p:cNvPr>
          <p:cNvSpPr/>
          <p:nvPr/>
        </p:nvSpPr>
        <p:spPr>
          <a:xfrm>
            <a:off x="8908578" y="1895283"/>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2330450"/>
            <a:r>
              <a:rPr lang="en-US" sz="1600" dirty="0">
                <a:solidFill>
                  <a:schemeClr val="tx1"/>
                </a:solidFill>
              </a:rPr>
              <a:t>How can the current process </a:t>
            </a:r>
          </a:p>
          <a:p>
            <a:pPr defTabSz="2330450"/>
            <a:r>
              <a:rPr lang="en-US" sz="1600" dirty="0">
                <a:solidFill>
                  <a:schemeClr val="tx1"/>
                </a:solidFill>
              </a:rPr>
              <a:t>be improved?</a:t>
            </a:r>
          </a:p>
        </p:txBody>
      </p:sp>
      <p:grpSp>
        <p:nvGrpSpPr>
          <p:cNvPr id="16" name="Refresh" descr="{&quot;Key&quot;:&quot;POWER_USER_SHAPE_ICON&quot;,&quot;Value&quot;:&quot;POWER_USER_SHAPE_ICON_STYLE_1&quot;}">
            <a:extLst>
              <a:ext uri="{FF2B5EF4-FFF2-40B4-BE49-F238E27FC236}">
                <a16:creationId xmlns:a16="http://schemas.microsoft.com/office/drawing/2014/main" id="{52319538-5A4E-9958-0585-7C0515272D06}"/>
              </a:ext>
            </a:extLst>
          </p:cNvPr>
          <p:cNvGrpSpPr>
            <a:grpSpLocks noChangeAspect="1"/>
          </p:cNvGrpSpPr>
          <p:nvPr/>
        </p:nvGrpSpPr>
        <p:grpSpPr>
          <a:xfrm>
            <a:off x="3386529" y="2284867"/>
            <a:ext cx="422485" cy="458234"/>
            <a:chOff x="3005139" y="6103938"/>
            <a:chExt cx="412750" cy="447675"/>
          </a:xfrm>
          <a:solidFill>
            <a:schemeClr val="bg1"/>
          </a:solidFill>
        </p:grpSpPr>
        <p:sp>
          <p:nvSpPr>
            <p:cNvPr id="42" name="Freeform 473">
              <a:extLst>
                <a:ext uri="{FF2B5EF4-FFF2-40B4-BE49-F238E27FC236}">
                  <a16:creationId xmlns:a16="http://schemas.microsoft.com/office/drawing/2014/main" id="{DB4CCBB8-B549-DBB6-EFE7-FCC1BBFD6911}"/>
                </a:ext>
              </a:extLst>
            </p:cNvPr>
            <p:cNvSpPr>
              <a:spLocks/>
            </p:cNvSpPr>
            <p:nvPr/>
          </p:nvSpPr>
          <p:spPr bwMode="auto">
            <a:xfrm>
              <a:off x="3005139" y="6119813"/>
              <a:ext cx="284163" cy="312738"/>
            </a:xfrm>
            <a:custGeom>
              <a:avLst/>
              <a:gdLst>
                <a:gd name="T0" fmla="*/ 54 w 312"/>
                <a:gd name="T1" fmla="*/ 344 h 344"/>
                <a:gd name="T2" fmla="*/ 48 w 312"/>
                <a:gd name="T3" fmla="*/ 341 h 344"/>
                <a:gd name="T4" fmla="*/ 66 w 312"/>
                <a:gd name="T5" fmla="*/ 94 h 344"/>
                <a:gd name="T6" fmla="*/ 306 w 312"/>
                <a:gd name="T7" fmla="*/ 35 h 344"/>
                <a:gd name="T8" fmla="*/ 310 w 312"/>
                <a:gd name="T9" fmla="*/ 45 h 344"/>
                <a:gd name="T10" fmla="*/ 301 w 312"/>
                <a:gd name="T11" fmla="*/ 49 h 344"/>
                <a:gd name="T12" fmla="*/ 77 w 312"/>
                <a:gd name="T13" fmla="*/ 103 h 344"/>
                <a:gd name="T14" fmla="*/ 61 w 312"/>
                <a:gd name="T15" fmla="*/ 333 h 344"/>
                <a:gd name="T16" fmla="*/ 58 w 312"/>
                <a:gd name="T17" fmla="*/ 343 h 344"/>
                <a:gd name="T18" fmla="*/ 54 w 312"/>
                <a:gd name="T19"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44">
                  <a:moveTo>
                    <a:pt x="54" y="344"/>
                  </a:moveTo>
                  <a:cubicBezTo>
                    <a:pt x="52" y="344"/>
                    <a:pt x="50" y="343"/>
                    <a:pt x="48" y="341"/>
                  </a:cubicBezTo>
                  <a:cubicBezTo>
                    <a:pt x="0" y="263"/>
                    <a:pt x="7" y="164"/>
                    <a:pt x="66" y="94"/>
                  </a:cubicBezTo>
                  <a:cubicBezTo>
                    <a:pt x="125" y="24"/>
                    <a:pt x="221" y="0"/>
                    <a:pt x="306" y="35"/>
                  </a:cubicBezTo>
                  <a:cubicBezTo>
                    <a:pt x="310" y="37"/>
                    <a:pt x="312" y="41"/>
                    <a:pt x="310" y="45"/>
                  </a:cubicBezTo>
                  <a:cubicBezTo>
                    <a:pt x="308" y="48"/>
                    <a:pt x="304" y="50"/>
                    <a:pt x="301" y="49"/>
                  </a:cubicBezTo>
                  <a:cubicBezTo>
                    <a:pt x="222" y="16"/>
                    <a:pt x="132" y="38"/>
                    <a:pt x="77" y="103"/>
                  </a:cubicBezTo>
                  <a:cubicBezTo>
                    <a:pt x="22" y="168"/>
                    <a:pt x="15" y="261"/>
                    <a:pt x="61" y="333"/>
                  </a:cubicBezTo>
                  <a:cubicBezTo>
                    <a:pt x="63" y="336"/>
                    <a:pt x="62" y="341"/>
                    <a:pt x="58" y="343"/>
                  </a:cubicBezTo>
                  <a:cubicBezTo>
                    <a:pt x="57" y="344"/>
                    <a:pt x="56" y="344"/>
                    <a:pt x="54" y="3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74">
              <a:extLst>
                <a:ext uri="{FF2B5EF4-FFF2-40B4-BE49-F238E27FC236}">
                  <a16:creationId xmlns:a16="http://schemas.microsoft.com/office/drawing/2014/main" id="{9F43C4F4-1EC4-047B-2200-90CD0FCEEA09}"/>
                </a:ext>
              </a:extLst>
            </p:cNvPr>
            <p:cNvSpPr>
              <a:spLocks/>
            </p:cNvSpPr>
            <p:nvPr/>
          </p:nvSpPr>
          <p:spPr bwMode="auto">
            <a:xfrm>
              <a:off x="3133726" y="6223000"/>
              <a:ext cx="284163" cy="300038"/>
            </a:xfrm>
            <a:custGeom>
              <a:avLst/>
              <a:gdLst>
                <a:gd name="T0" fmla="*/ 85 w 312"/>
                <a:gd name="T1" fmla="*/ 325 h 328"/>
                <a:gd name="T2" fmla="*/ 5 w 312"/>
                <a:gd name="T3" fmla="*/ 309 h 328"/>
                <a:gd name="T4" fmla="*/ 1 w 312"/>
                <a:gd name="T5" fmla="*/ 300 h 328"/>
                <a:gd name="T6" fmla="*/ 11 w 312"/>
                <a:gd name="T7" fmla="*/ 296 h 328"/>
                <a:gd name="T8" fmla="*/ 234 w 312"/>
                <a:gd name="T9" fmla="*/ 241 h 328"/>
                <a:gd name="T10" fmla="*/ 251 w 312"/>
                <a:gd name="T11" fmla="*/ 12 h 328"/>
                <a:gd name="T12" fmla="*/ 253 w 312"/>
                <a:gd name="T13" fmla="*/ 2 h 328"/>
                <a:gd name="T14" fmla="*/ 263 w 312"/>
                <a:gd name="T15" fmla="*/ 4 h 328"/>
                <a:gd name="T16" fmla="*/ 246 w 312"/>
                <a:gd name="T17" fmla="*/ 251 h 328"/>
                <a:gd name="T18" fmla="*/ 85 w 312"/>
                <a:gd name="T19" fmla="*/ 325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28">
                  <a:moveTo>
                    <a:pt x="85" y="325"/>
                  </a:moveTo>
                  <a:cubicBezTo>
                    <a:pt x="59" y="325"/>
                    <a:pt x="31" y="320"/>
                    <a:pt x="5" y="309"/>
                  </a:cubicBezTo>
                  <a:cubicBezTo>
                    <a:pt x="2" y="308"/>
                    <a:pt x="0" y="304"/>
                    <a:pt x="1" y="300"/>
                  </a:cubicBezTo>
                  <a:cubicBezTo>
                    <a:pt x="3" y="296"/>
                    <a:pt x="7" y="294"/>
                    <a:pt x="11" y="296"/>
                  </a:cubicBezTo>
                  <a:cubicBezTo>
                    <a:pt x="90" y="328"/>
                    <a:pt x="179" y="306"/>
                    <a:pt x="234" y="241"/>
                  </a:cubicBezTo>
                  <a:cubicBezTo>
                    <a:pt x="289" y="176"/>
                    <a:pt x="296" y="84"/>
                    <a:pt x="251" y="12"/>
                  </a:cubicBezTo>
                  <a:cubicBezTo>
                    <a:pt x="249" y="8"/>
                    <a:pt x="250" y="4"/>
                    <a:pt x="253" y="2"/>
                  </a:cubicBezTo>
                  <a:cubicBezTo>
                    <a:pt x="257" y="0"/>
                    <a:pt x="261" y="1"/>
                    <a:pt x="263" y="4"/>
                  </a:cubicBezTo>
                  <a:cubicBezTo>
                    <a:pt x="312" y="82"/>
                    <a:pt x="305" y="181"/>
                    <a:pt x="246" y="251"/>
                  </a:cubicBezTo>
                  <a:cubicBezTo>
                    <a:pt x="205" y="299"/>
                    <a:pt x="146" y="325"/>
                    <a:pt x="85" y="3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5">
              <a:extLst>
                <a:ext uri="{FF2B5EF4-FFF2-40B4-BE49-F238E27FC236}">
                  <a16:creationId xmlns:a16="http://schemas.microsoft.com/office/drawing/2014/main" id="{6E8A492E-6DD9-A5C7-68BD-DE69149EF93C}"/>
                </a:ext>
              </a:extLst>
            </p:cNvPr>
            <p:cNvSpPr>
              <a:spLocks/>
            </p:cNvSpPr>
            <p:nvPr/>
          </p:nvSpPr>
          <p:spPr bwMode="auto">
            <a:xfrm>
              <a:off x="3228976" y="6103938"/>
              <a:ext cx="60325" cy="79375"/>
            </a:xfrm>
            <a:custGeom>
              <a:avLst/>
              <a:gdLst>
                <a:gd name="T0" fmla="*/ 8 w 67"/>
                <a:gd name="T1" fmla="*/ 86 h 86"/>
                <a:gd name="T2" fmla="*/ 2 w 67"/>
                <a:gd name="T3" fmla="*/ 82 h 86"/>
                <a:gd name="T4" fmla="*/ 5 w 67"/>
                <a:gd name="T5" fmla="*/ 72 h 86"/>
                <a:gd name="T6" fmla="*/ 49 w 67"/>
                <a:gd name="T7" fmla="*/ 54 h 86"/>
                <a:gd name="T8" fmla="*/ 31 w 67"/>
                <a:gd name="T9" fmla="*/ 11 h 86"/>
                <a:gd name="T10" fmla="*/ 35 w 67"/>
                <a:gd name="T11" fmla="*/ 1 h 86"/>
                <a:gd name="T12" fmla="*/ 44 w 67"/>
                <a:gd name="T13" fmla="*/ 5 h 86"/>
                <a:gd name="T14" fmla="*/ 65 w 67"/>
                <a:gd name="T15" fmla="*/ 55 h 86"/>
                <a:gd name="T16" fmla="*/ 61 w 67"/>
                <a:gd name="T17" fmla="*/ 65 h 86"/>
                <a:gd name="T18" fmla="*/ 11 w 67"/>
                <a:gd name="T19" fmla="*/ 85 h 86"/>
                <a:gd name="T20" fmla="*/ 8 w 67"/>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86">
                  <a:moveTo>
                    <a:pt x="8" y="86"/>
                  </a:moveTo>
                  <a:cubicBezTo>
                    <a:pt x="5" y="86"/>
                    <a:pt x="3" y="84"/>
                    <a:pt x="2" y="82"/>
                  </a:cubicBezTo>
                  <a:cubicBezTo>
                    <a:pt x="0" y="78"/>
                    <a:pt x="2" y="74"/>
                    <a:pt x="5" y="72"/>
                  </a:cubicBezTo>
                  <a:lnTo>
                    <a:pt x="49" y="54"/>
                  </a:lnTo>
                  <a:lnTo>
                    <a:pt x="31" y="11"/>
                  </a:lnTo>
                  <a:cubicBezTo>
                    <a:pt x="29" y="7"/>
                    <a:pt x="31" y="3"/>
                    <a:pt x="35" y="1"/>
                  </a:cubicBezTo>
                  <a:cubicBezTo>
                    <a:pt x="38" y="0"/>
                    <a:pt x="43" y="1"/>
                    <a:pt x="44" y="5"/>
                  </a:cubicBezTo>
                  <a:lnTo>
                    <a:pt x="65" y="55"/>
                  </a:lnTo>
                  <a:cubicBezTo>
                    <a:pt x="67" y="59"/>
                    <a:pt x="65" y="63"/>
                    <a:pt x="61" y="65"/>
                  </a:cubicBezTo>
                  <a:lnTo>
                    <a:pt x="11" y="85"/>
                  </a:lnTo>
                  <a:cubicBezTo>
                    <a:pt x="10" y="86"/>
                    <a:pt x="9" y="86"/>
                    <a:pt x="8" y="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6">
              <a:extLst>
                <a:ext uri="{FF2B5EF4-FFF2-40B4-BE49-F238E27FC236}">
                  <a16:creationId xmlns:a16="http://schemas.microsoft.com/office/drawing/2014/main" id="{3DA97D28-F0D3-9714-8C83-2E98B93FF6BB}"/>
                </a:ext>
              </a:extLst>
            </p:cNvPr>
            <p:cNvSpPr>
              <a:spLocks/>
            </p:cNvSpPr>
            <p:nvPr/>
          </p:nvSpPr>
          <p:spPr bwMode="auto">
            <a:xfrm>
              <a:off x="3133726" y="6473825"/>
              <a:ext cx="60325" cy="77788"/>
            </a:xfrm>
            <a:custGeom>
              <a:avLst/>
              <a:gdLst>
                <a:gd name="T0" fmla="*/ 29 w 66"/>
                <a:gd name="T1" fmla="*/ 86 h 86"/>
                <a:gd name="T2" fmla="*/ 22 w 66"/>
                <a:gd name="T3" fmla="*/ 82 h 86"/>
                <a:gd name="T4" fmla="*/ 1 w 66"/>
                <a:gd name="T5" fmla="*/ 31 h 86"/>
                <a:gd name="T6" fmla="*/ 5 w 66"/>
                <a:gd name="T7" fmla="*/ 22 h 86"/>
                <a:gd name="T8" fmla="*/ 55 w 66"/>
                <a:gd name="T9" fmla="*/ 1 h 86"/>
                <a:gd name="T10" fmla="*/ 65 w 66"/>
                <a:gd name="T11" fmla="*/ 5 h 86"/>
                <a:gd name="T12" fmla="*/ 61 w 66"/>
                <a:gd name="T13" fmla="*/ 15 h 86"/>
                <a:gd name="T14" fmla="*/ 18 w 66"/>
                <a:gd name="T15" fmla="*/ 33 h 86"/>
                <a:gd name="T16" fmla="*/ 36 w 66"/>
                <a:gd name="T17" fmla="*/ 76 h 86"/>
                <a:gd name="T18" fmla="*/ 32 w 66"/>
                <a:gd name="T19" fmla="*/ 85 h 86"/>
                <a:gd name="T20" fmla="*/ 29 w 66"/>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86">
                  <a:moveTo>
                    <a:pt x="29" y="86"/>
                  </a:moveTo>
                  <a:cubicBezTo>
                    <a:pt x="26" y="86"/>
                    <a:pt x="23" y="84"/>
                    <a:pt x="22" y="82"/>
                  </a:cubicBezTo>
                  <a:lnTo>
                    <a:pt x="1" y="31"/>
                  </a:lnTo>
                  <a:cubicBezTo>
                    <a:pt x="0" y="28"/>
                    <a:pt x="2" y="24"/>
                    <a:pt x="5" y="22"/>
                  </a:cubicBezTo>
                  <a:lnTo>
                    <a:pt x="55" y="1"/>
                  </a:lnTo>
                  <a:cubicBezTo>
                    <a:pt x="59" y="0"/>
                    <a:pt x="63" y="1"/>
                    <a:pt x="65" y="5"/>
                  </a:cubicBezTo>
                  <a:cubicBezTo>
                    <a:pt x="66" y="9"/>
                    <a:pt x="65" y="13"/>
                    <a:pt x="61" y="15"/>
                  </a:cubicBezTo>
                  <a:lnTo>
                    <a:pt x="18" y="33"/>
                  </a:lnTo>
                  <a:lnTo>
                    <a:pt x="36" y="76"/>
                  </a:lnTo>
                  <a:cubicBezTo>
                    <a:pt x="37" y="80"/>
                    <a:pt x="35" y="84"/>
                    <a:pt x="32" y="85"/>
                  </a:cubicBezTo>
                  <a:cubicBezTo>
                    <a:pt x="31" y="86"/>
                    <a:pt x="30" y="86"/>
                    <a:pt x="29" y="8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Clipboard10" descr="{&quot;Key&quot;:&quot;POWER_USER_SHAPE_ICON&quot;,&quot;Value&quot;:&quot;POWER_USER_SHAPE_ICON_STYLE_1&quot;}">
            <a:extLst>
              <a:ext uri="{FF2B5EF4-FFF2-40B4-BE49-F238E27FC236}">
                <a16:creationId xmlns:a16="http://schemas.microsoft.com/office/drawing/2014/main" id="{3CA50742-C670-1447-0B7C-B90AEC4F60C3}"/>
              </a:ext>
            </a:extLst>
          </p:cNvPr>
          <p:cNvGrpSpPr>
            <a:grpSpLocks noChangeAspect="1"/>
          </p:cNvGrpSpPr>
          <p:nvPr>
            <p:custDataLst>
              <p:tags r:id="rId1"/>
            </p:custDataLst>
          </p:nvPr>
        </p:nvGrpSpPr>
        <p:grpSpPr>
          <a:xfrm>
            <a:off x="8281190" y="2277319"/>
            <a:ext cx="358205" cy="488901"/>
            <a:chOff x="892175" y="908051"/>
            <a:chExt cx="234950" cy="320675"/>
          </a:xfrm>
          <a:solidFill>
            <a:srgbClr val="FFFFFF"/>
          </a:solidFill>
        </p:grpSpPr>
        <p:sp>
          <p:nvSpPr>
            <p:cNvPr id="30" name="Freeform 980">
              <a:extLst>
                <a:ext uri="{FF2B5EF4-FFF2-40B4-BE49-F238E27FC236}">
                  <a16:creationId xmlns:a16="http://schemas.microsoft.com/office/drawing/2014/main" id="{EFAADF86-B5B6-43B3-3D18-7749604871B2}"/>
                </a:ext>
              </a:extLst>
            </p:cNvPr>
            <p:cNvSpPr>
              <a:spLocks/>
            </p:cNvSpPr>
            <p:nvPr/>
          </p:nvSpPr>
          <p:spPr bwMode="auto">
            <a:xfrm>
              <a:off x="892175" y="938213"/>
              <a:ext cx="234950" cy="290513"/>
            </a:xfrm>
            <a:custGeom>
              <a:avLst/>
              <a:gdLst>
                <a:gd name="T0" fmla="*/ 359 w 384"/>
                <a:gd name="T1" fmla="*/ 475 h 475"/>
                <a:gd name="T2" fmla="*/ 25 w 384"/>
                <a:gd name="T3" fmla="*/ 475 h 475"/>
                <a:gd name="T4" fmla="*/ 0 w 384"/>
                <a:gd name="T5" fmla="*/ 450 h 475"/>
                <a:gd name="T6" fmla="*/ 0 w 384"/>
                <a:gd name="T7" fmla="*/ 25 h 475"/>
                <a:gd name="T8" fmla="*/ 25 w 384"/>
                <a:gd name="T9" fmla="*/ 0 h 475"/>
                <a:gd name="T10" fmla="*/ 108 w 384"/>
                <a:gd name="T11" fmla="*/ 0 h 475"/>
                <a:gd name="T12" fmla="*/ 108 w 384"/>
                <a:gd name="T13" fmla="*/ 17 h 475"/>
                <a:gd name="T14" fmla="*/ 25 w 384"/>
                <a:gd name="T15" fmla="*/ 17 h 475"/>
                <a:gd name="T16" fmla="*/ 17 w 384"/>
                <a:gd name="T17" fmla="*/ 25 h 475"/>
                <a:gd name="T18" fmla="*/ 17 w 384"/>
                <a:gd name="T19" fmla="*/ 450 h 475"/>
                <a:gd name="T20" fmla="*/ 25 w 384"/>
                <a:gd name="T21" fmla="*/ 459 h 475"/>
                <a:gd name="T22" fmla="*/ 359 w 384"/>
                <a:gd name="T23" fmla="*/ 459 h 475"/>
                <a:gd name="T24" fmla="*/ 367 w 384"/>
                <a:gd name="T25" fmla="*/ 450 h 475"/>
                <a:gd name="T26" fmla="*/ 367 w 384"/>
                <a:gd name="T27" fmla="*/ 25 h 475"/>
                <a:gd name="T28" fmla="*/ 359 w 384"/>
                <a:gd name="T29" fmla="*/ 17 h 475"/>
                <a:gd name="T30" fmla="*/ 276 w 384"/>
                <a:gd name="T31" fmla="*/ 17 h 475"/>
                <a:gd name="T32" fmla="*/ 276 w 384"/>
                <a:gd name="T33" fmla="*/ 0 h 475"/>
                <a:gd name="T34" fmla="*/ 359 w 384"/>
                <a:gd name="T35" fmla="*/ 0 h 475"/>
                <a:gd name="T36" fmla="*/ 384 w 384"/>
                <a:gd name="T37" fmla="*/ 25 h 475"/>
                <a:gd name="T38" fmla="*/ 384 w 384"/>
                <a:gd name="T39" fmla="*/ 450 h 475"/>
                <a:gd name="T40" fmla="*/ 359 w 384"/>
                <a:gd name="T41" fmla="*/ 475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4" h="475">
                  <a:moveTo>
                    <a:pt x="359" y="475"/>
                  </a:moveTo>
                  <a:lnTo>
                    <a:pt x="25" y="475"/>
                  </a:lnTo>
                  <a:cubicBezTo>
                    <a:pt x="11" y="475"/>
                    <a:pt x="0" y="464"/>
                    <a:pt x="0" y="450"/>
                  </a:cubicBezTo>
                  <a:lnTo>
                    <a:pt x="0" y="25"/>
                  </a:lnTo>
                  <a:cubicBezTo>
                    <a:pt x="0" y="12"/>
                    <a:pt x="11" y="0"/>
                    <a:pt x="25" y="0"/>
                  </a:cubicBezTo>
                  <a:lnTo>
                    <a:pt x="108" y="0"/>
                  </a:lnTo>
                  <a:lnTo>
                    <a:pt x="108" y="17"/>
                  </a:lnTo>
                  <a:lnTo>
                    <a:pt x="25" y="17"/>
                  </a:lnTo>
                  <a:cubicBezTo>
                    <a:pt x="21" y="17"/>
                    <a:pt x="17" y="21"/>
                    <a:pt x="17" y="25"/>
                  </a:cubicBezTo>
                  <a:lnTo>
                    <a:pt x="17" y="450"/>
                  </a:lnTo>
                  <a:cubicBezTo>
                    <a:pt x="17" y="455"/>
                    <a:pt x="21" y="459"/>
                    <a:pt x="25" y="459"/>
                  </a:cubicBezTo>
                  <a:lnTo>
                    <a:pt x="359" y="459"/>
                  </a:lnTo>
                  <a:cubicBezTo>
                    <a:pt x="363" y="459"/>
                    <a:pt x="367" y="455"/>
                    <a:pt x="367" y="450"/>
                  </a:cubicBezTo>
                  <a:lnTo>
                    <a:pt x="367" y="25"/>
                  </a:lnTo>
                  <a:cubicBezTo>
                    <a:pt x="367" y="21"/>
                    <a:pt x="363" y="17"/>
                    <a:pt x="359" y="17"/>
                  </a:cubicBezTo>
                  <a:lnTo>
                    <a:pt x="276" y="17"/>
                  </a:lnTo>
                  <a:lnTo>
                    <a:pt x="276" y="0"/>
                  </a:lnTo>
                  <a:lnTo>
                    <a:pt x="359" y="0"/>
                  </a:lnTo>
                  <a:cubicBezTo>
                    <a:pt x="373" y="0"/>
                    <a:pt x="384" y="12"/>
                    <a:pt x="384" y="25"/>
                  </a:cubicBezTo>
                  <a:lnTo>
                    <a:pt x="384" y="450"/>
                  </a:lnTo>
                  <a:cubicBezTo>
                    <a:pt x="384" y="464"/>
                    <a:pt x="373" y="475"/>
                    <a:pt x="359" y="4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81">
              <a:extLst>
                <a:ext uri="{FF2B5EF4-FFF2-40B4-BE49-F238E27FC236}">
                  <a16:creationId xmlns:a16="http://schemas.microsoft.com/office/drawing/2014/main" id="{8DB13AE2-81DF-9D0C-65F6-245D23E21173}"/>
                </a:ext>
              </a:extLst>
            </p:cNvPr>
            <p:cNvSpPr>
              <a:spLocks/>
            </p:cNvSpPr>
            <p:nvPr/>
          </p:nvSpPr>
          <p:spPr bwMode="auto">
            <a:xfrm>
              <a:off x="981075" y="908051"/>
              <a:ext cx="57150" cy="28575"/>
            </a:xfrm>
            <a:custGeom>
              <a:avLst/>
              <a:gdLst>
                <a:gd name="T0" fmla="*/ 96 w 96"/>
                <a:gd name="T1" fmla="*/ 48 h 48"/>
                <a:gd name="T2" fmla="*/ 79 w 96"/>
                <a:gd name="T3" fmla="*/ 48 h 48"/>
                <a:gd name="T4" fmla="*/ 48 w 96"/>
                <a:gd name="T5" fmla="*/ 17 h 48"/>
                <a:gd name="T6" fmla="*/ 17 w 96"/>
                <a:gd name="T7" fmla="*/ 48 h 48"/>
                <a:gd name="T8" fmla="*/ 0 w 96"/>
                <a:gd name="T9" fmla="*/ 48 h 48"/>
                <a:gd name="T10" fmla="*/ 48 w 96"/>
                <a:gd name="T11" fmla="*/ 0 h 48"/>
                <a:gd name="T12" fmla="*/ 96 w 96"/>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96" h="48">
                  <a:moveTo>
                    <a:pt x="96" y="48"/>
                  </a:moveTo>
                  <a:lnTo>
                    <a:pt x="79" y="48"/>
                  </a:lnTo>
                  <a:cubicBezTo>
                    <a:pt x="79" y="31"/>
                    <a:pt x="65" y="17"/>
                    <a:pt x="48" y="17"/>
                  </a:cubicBezTo>
                  <a:cubicBezTo>
                    <a:pt x="31" y="17"/>
                    <a:pt x="17" y="31"/>
                    <a:pt x="17" y="48"/>
                  </a:cubicBezTo>
                  <a:lnTo>
                    <a:pt x="0" y="48"/>
                  </a:lnTo>
                  <a:cubicBezTo>
                    <a:pt x="0" y="22"/>
                    <a:pt x="21" y="0"/>
                    <a:pt x="48" y="0"/>
                  </a:cubicBezTo>
                  <a:cubicBezTo>
                    <a:pt x="75" y="0"/>
                    <a:pt x="96" y="22"/>
                    <a:pt x="96"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982">
              <a:extLst>
                <a:ext uri="{FF2B5EF4-FFF2-40B4-BE49-F238E27FC236}">
                  <a16:creationId xmlns:a16="http://schemas.microsoft.com/office/drawing/2014/main" id="{5D7383A8-44B4-B47B-DF88-3FBBB18218CB}"/>
                </a:ext>
              </a:extLst>
            </p:cNvPr>
            <p:cNvSpPr>
              <a:spLocks noEditPoints="1"/>
            </p:cNvSpPr>
            <p:nvPr/>
          </p:nvSpPr>
          <p:spPr bwMode="auto">
            <a:xfrm>
              <a:off x="954088" y="930276"/>
              <a:ext cx="111125" cy="57150"/>
            </a:xfrm>
            <a:custGeom>
              <a:avLst/>
              <a:gdLst>
                <a:gd name="T0" fmla="*/ 17 w 184"/>
                <a:gd name="T1" fmla="*/ 75 h 92"/>
                <a:gd name="T2" fmla="*/ 167 w 184"/>
                <a:gd name="T3" fmla="*/ 75 h 92"/>
                <a:gd name="T4" fmla="*/ 167 w 184"/>
                <a:gd name="T5" fmla="*/ 17 h 92"/>
                <a:gd name="T6" fmla="*/ 17 w 184"/>
                <a:gd name="T7" fmla="*/ 17 h 92"/>
                <a:gd name="T8" fmla="*/ 17 w 184"/>
                <a:gd name="T9" fmla="*/ 75 h 92"/>
                <a:gd name="T10" fmla="*/ 184 w 184"/>
                <a:gd name="T11" fmla="*/ 92 h 92"/>
                <a:gd name="T12" fmla="*/ 0 w 184"/>
                <a:gd name="T13" fmla="*/ 92 h 92"/>
                <a:gd name="T14" fmla="*/ 0 w 184"/>
                <a:gd name="T15" fmla="*/ 0 h 92"/>
                <a:gd name="T16" fmla="*/ 184 w 184"/>
                <a:gd name="T17" fmla="*/ 0 h 92"/>
                <a:gd name="T18" fmla="*/ 184 w 184"/>
                <a:gd name="T1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92">
                  <a:moveTo>
                    <a:pt x="17" y="75"/>
                  </a:moveTo>
                  <a:lnTo>
                    <a:pt x="167" y="75"/>
                  </a:lnTo>
                  <a:lnTo>
                    <a:pt x="167" y="17"/>
                  </a:lnTo>
                  <a:lnTo>
                    <a:pt x="17" y="17"/>
                  </a:lnTo>
                  <a:lnTo>
                    <a:pt x="17" y="75"/>
                  </a:lnTo>
                  <a:close/>
                  <a:moveTo>
                    <a:pt x="184" y="92"/>
                  </a:moveTo>
                  <a:lnTo>
                    <a:pt x="0" y="92"/>
                  </a:lnTo>
                  <a:lnTo>
                    <a:pt x="0" y="0"/>
                  </a:lnTo>
                  <a:lnTo>
                    <a:pt x="184" y="0"/>
                  </a:lnTo>
                  <a:lnTo>
                    <a:pt x="184" y="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983">
              <a:extLst>
                <a:ext uri="{FF2B5EF4-FFF2-40B4-BE49-F238E27FC236}">
                  <a16:creationId xmlns:a16="http://schemas.microsoft.com/office/drawing/2014/main" id="{0188CADF-A1E3-8F78-4EC9-560E5C7806F7}"/>
                </a:ext>
              </a:extLst>
            </p:cNvPr>
            <p:cNvSpPr>
              <a:spLocks/>
            </p:cNvSpPr>
            <p:nvPr/>
          </p:nvSpPr>
          <p:spPr bwMode="auto">
            <a:xfrm>
              <a:off x="923925" y="969963"/>
              <a:ext cx="171450" cy="227013"/>
            </a:xfrm>
            <a:custGeom>
              <a:avLst/>
              <a:gdLst>
                <a:gd name="T0" fmla="*/ 108 w 108"/>
                <a:gd name="T1" fmla="*/ 143 h 143"/>
                <a:gd name="T2" fmla="*/ 0 w 108"/>
                <a:gd name="T3" fmla="*/ 143 h 143"/>
                <a:gd name="T4" fmla="*/ 0 w 108"/>
                <a:gd name="T5" fmla="*/ 0 h 143"/>
                <a:gd name="T6" fmla="*/ 22 w 108"/>
                <a:gd name="T7" fmla="*/ 0 h 143"/>
                <a:gd name="T8" fmla="*/ 22 w 108"/>
                <a:gd name="T9" fmla="*/ 7 h 143"/>
                <a:gd name="T10" fmla="*/ 7 w 108"/>
                <a:gd name="T11" fmla="*/ 7 h 143"/>
                <a:gd name="T12" fmla="*/ 7 w 108"/>
                <a:gd name="T13" fmla="*/ 137 h 143"/>
                <a:gd name="T14" fmla="*/ 102 w 108"/>
                <a:gd name="T15" fmla="*/ 137 h 143"/>
                <a:gd name="T16" fmla="*/ 102 w 108"/>
                <a:gd name="T17" fmla="*/ 7 h 143"/>
                <a:gd name="T18" fmla="*/ 86 w 108"/>
                <a:gd name="T19" fmla="*/ 7 h 143"/>
                <a:gd name="T20" fmla="*/ 86 w 108"/>
                <a:gd name="T21" fmla="*/ 0 h 143"/>
                <a:gd name="T22" fmla="*/ 108 w 108"/>
                <a:gd name="T23" fmla="*/ 0 h 143"/>
                <a:gd name="T24" fmla="*/ 108 w 108"/>
                <a:gd name="T25"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43">
                  <a:moveTo>
                    <a:pt x="108" y="143"/>
                  </a:moveTo>
                  <a:lnTo>
                    <a:pt x="0" y="143"/>
                  </a:lnTo>
                  <a:lnTo>
                    <a:pt x="0" y="0"/>
                  </a:lnTo>
                  <a:lnTo>
                    <a:pt x="22" y="0"/>
                  </a:lnTo>
                  <a:lnTo>
                    <a:pt x="22" y="7"/>
                  </a:lnTo>
                  <a:lnTo>
                    <a:pt x="7" y="7"/>
                  </a:lnTo>
                  <a:lnTo>
                    <a:pt x="7" y="137"/>
                  </a:lnTo>
                  <a:lnTo>
                    <a:pt x="102" y="137"/>
                  </a:lnTo>
                  <a:lnTo>
                    <a:pt x="102" y="7"/>
                  </a:lnTo>
                  <a:lnTo>
                    <a:pt x="86" y="7"/>
                  </a:lnTo>
                  <a:lnTo>
                    <a:pt x="86" y="0"/>
                  </a:lnTo>
                  <a:lnTo>
                    <a:pt x="108" y="0"/>
                  </a:lnTo>
                  <a:lnTo>
                    <a:pt x="108"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984">
              <a:extLst>
                <a:ext uri="{FF2B5EF4-FFF2-40B4-BE49-F238E27FC236}">
                  <a16:creationId xmlns:a16="http://schemas.microsoft.com/office/drawing/2014/main" id="{375B4F11-CD88-C1BB-EDE8-194E0E397E19}"/>
                </a:ext>
              </a:extLst>
            </p:cNvPr>
            <p:cNvSpPr>
              <a:spLocks noChangeArrowheads="1"/>
            </p:cNvSpPr>
            <p:nvPr/>
          </p:nvSpPr>
          <p:spPr bwMode="auto">
            <a:xfrm>
              <a:off x="992188" y="102235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985">
              <a:extLst>
                <a:ext uri="{FF2B5EF4-FFF2-40B4-BE49-F238E27FC236}">
                  <a16:creationId xmlns:a16="http://schemas.microsoft.com/office/drawing/2014/main" id="{86C0E2F2-20C2-5F50-15AD-B0B8AC4CE578}"/>
                </a:ext>
              </a:extLst>
            </p:cNvPr>
            <p:cNvSpPr>
              <a:spLocks noChangeArrowheads="1"/>
            </p:cNvSpPr>
            <p:nvPr/>
          </p:nvSpPr>
          <p:spPr bwMode="auto">
            <a:xfrm>
              <a:off x="992188" y="1062038"/>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986">
              <a:extLst>
                <a:ext uri="{FF2B5EF4-FFF2-40B4-BE49-F238E27FC236}">
                  <a16:creationId xmlns:a16="http://schemas.microsoft.com/office/drawing/2014/main" id="{8204F442-345E-8A55-B9AE-2B1D6E892BA0}"/>
                </a:ext>
              </a:extLst>
            </p:cNvPr>
            <p:cNvSpPr>
              <a:spLocks noChangeArrowheads="1"/>
            </p:cNvSpPr>
            <p:nvPr/>
          </p:nvSpPr>
          <p:spPr bwMode="auto">
            <a:xfrm>
              <a:off x="992188" y="1101726"/>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987">
              <a:extLst>
                <a:ext uri="{FF2B5EF4-FFF2-40B4-BE49-F238E27FC236}">
                  <a16:creationId xmlns:a16="http://schemas.microsoft.com/office/drawing/2014/main" id="{B944884F-E738-96D7-AA61-2975944F5FC3}"/>
                </a:ext>
              </a:extLst>
            </p:cNvPr>
            <p:cNvSpPr>
              <a:spLocks noChangeArrowheads="1"/>
            </p:cNvSpPr>
            <p:nvPr/>
          </p:nvSpPr>
          <p:spPr bwMode="auto">
            <a:xfrm>
              <a:off x="992188" y="114300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988">
              <a:extLst>
                <a:ext uri="{FF2B5EF4-FFF2-40B4-BE49-F238E27FC236}">
                  <a16:creationId xmlns:a16="http://schemas.microsoft.com/office/drawing/2014/main" id="{2CEB7C8D-C8A7-161D-AF45-1D1E9C6B994F}"/>
                </a:ext>
              </a:extLst>
            </p:cNvPr>
            <p:cNvSpPr>
              <a:spLocks noChangeArrowheads="1"/>
            </p:cNvSpPr>
            <p:nvPr/>
          </p:nvSpPr>
          <p:spPr bwMode="auto">
            <a:xfrm>
              <a:off x="954088" y="102235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989">
              <a:extLst>
                <a:ext uri="{FF2B5EF4-FFF2-40B4-BE49-F238E27FC236}">
                  <a16:creationId xmlns:a16="http://schemas.microsoft.com/office/drawing/2014/main" id="{E379A99C-F8E7-9CC1-5566-911140BEB53D}"/>
                </a:ext>
              </a:extLst>
            </p:cNvPr>
            <p:cNvSpPr>
              <a:spLocks noChangeArrowheads="1"/>
            </p:cNvSpPr>
            <p:nvPr/>
          </p:nvSpPr>
          <p:spPr bwMode="auto">
            <a:xfrm>
              <a:off x="954088" y="1062038"/>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990">
              <a:extLst>
                <a:ext uri="{FF2B5EF4-FFF2-40B4-BE49-F238E27FC236}">
                  <a16:creationId xmlns:a16="http://schemas.microsoft.com/office/drawing/2014/main" id="{4C232426-0D8A-D811-F6D5-EE32DBE6167F}"/>
                </a:ext>
              </a:extLst>
            </p:cNvPr>
            <p:cNvSpPr>
              <a:spLocks noChangeArrowheads="1"/>
            </p:cNvSpPr>
            <p:nvPr/>
          </p:nvSpPr>
          <p:spPr bwMode="auto">
            <a:xfrm>
              <a:off x="954088" y="1101726"/>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991">
              <a:extLst>
                <a:ext uri="{FF2B5EF4-FFF2-40B4-BE49-F238E27FC236}">
                  <a16:creationId xmlns:a16="http://schemas.microsoft.com/office/drawing/2014/main" id="{A61E5869-9D2B-6DC6-96EA-89228558FF54}"/>
                </a:ext>
              </a:extLst>
            </p:cNvPr>
            <p:cNvSpPr>
              <a:spLocks noChangeArrowheads="1"/>
            </p:cNvSpPr>
            <p:nvPr/>
          </p:nvSpPr>
          <p:spPr bwMode="auto">
            <a:xfrm>
              <a:off x="954088" y="114300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 name="Oval 53">
            <a:extLst>
              <a:ext uri="{FF2B5EF4-FFF2-40B4-BE49-F238E27FC236}">
                <a16:creationId xmlns:a16="http://schemas.microsoft.com/office/drawing/2014/main" id="{8A00FC70-C7F7-6417-FEA1-0AF29C4FB287}"/>
              </a:ext>
            </a:extLst>
          </p:cNvPr>
          <p:cNvSpPr/>
          <p:nvPr/>
        </p:nvSpPr>
        <p:spPr>
          <a:xfrm>
            <a:off x="5440459" y="3107288"/>
            <a:ext cx="1170883" cy="1089390"/>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ctr"/>
          <a:lstStyle/>
          <a:p>
            <a:pPr algn="ctr" defTabSz="985838"/>
            <a:r>
              <a:rPr lang="en-US" b="1" dirty="0">
                <a:solidFill>
                  <a:schemeClr val="tx1"/>
                </a:solidFill>
              </a:rPr>
              <a:t>Lean Cycle</a:t>
            </a:r>
          </a:p>
        </p:txBody>
      </p:sp>
      <p:grpSp>
        <p:nvGrpSpPr>
          <p:cNvPr id="55" name="Repeatability" descr="{&quot;Key&quot;:&quot;POWER_USER_SHAPE_ICON&quot;,&quot;Value&quot;:&quot;POWER_USER_SHAPE_ICON_STYLE_1&quot;}">
            <a:extLst>
              <a:ext uri="{FF2B5EF4-FFF2-40B4-BE49-F238E27FC236}">
                <a16:creationId xmlns:a16="http://schemas.microsoft.com/office/drawing/2014/main" id="{AC75BA9D-A4E6-76CE-F42F-40A5BE26F82D}"/>
              </a:ext>
            </a:extLst>
          </p:cNvPr>
          <p:cNvGrpSpPr>
            <a:grpSpLocks noChangeAspect="1"/>
          </p:cNvGrpSpPr>
          <p:nvPr/>
        </p:nvGrpSpPr>
        <p:grpSpPr>
          <a:xfrm>
            <a:off x="8238673" y="4551562"/>
            <a:ext cx="432723" cy="473142"/>
            <a:chOff x="3108660" y="4399894"/>
            <a:chExt cx="889584" cy="972677"/>
          </a:xfrm>
          <a:solidFill>
            <a:srgbClr val="FFFFFF"/>
          </a:solidFill>
        </p:grpSpPr>
        <p:sp>
          <p:nvSpPr>
            <p:cNvPr id="56" name="Forme libre : forme 1398">
              <a:extLst>
                <a:ext uri="{FF2B5EF4-FFF2-40B4-BE49-F238E27FC236}">
                  <a16:creationId xmlns:a16="http://schemas.microsoft.com/office/drawing/2014/main" id="{BF155C1F-C7ED-42AF-73E8-B2C180C27EE8}"/>
                </a:ext>
              </a:extLst>
            </p:cNvPr>
            <p:cNvSpPr/>
            <p:nvPr/>
          </p:nvSpPr>
          <p:spPr>
            <a:xfrm>
              <a:off x="3108660" y="4399894"/>
              <a:ext cx="473912" cy="867897"/>
            </a:xfrm>
            <a:custGeom>
              <a:avLst/>
              <a:gdLst>
                <a:gd name="connsiteX0" fmla="*/ 421722 w 473912"/>
                <a:gd name="connsiteY0" fmla="*/ 0 h 867897"/>
                <a:gd name="connsiteX1" fmla="*/ 471480 w 473912"/>
                <a:gd name="connsiteY1" fmla="*/ 50296 h 867897"/>
                <a:gd name="connsiteX2" fmla="*/ 471431 w 473912"/>
                <a:gd name="connsiteY2" fmla="*/ 62173 h 867897"/>
                <a:gd name="connsiteX3" fmla="*/ 424410 w 473912"/>
                <a:gd name="connsiteY3" fmla="*/ 109243 h 867897"/>
                <a:gd name="connsiteX4" fmla="*/ 412240 w 473912"/>
                <a:gd name="connsiteY4" fmla="*/ 109243 h 867897"/>
                <a:gd name="connsiteX5" fmla="*/ 404566 w 473912"/>
                <a:gd name="connsiteY5" fmla="*/ 101520 h 867897"/>
                <a:gd name="connsiteX6" fmla="*/ 404566 w 473912"/>
                <a:gd name="connsiteY6" fmla="*/ 88861 h 867897"/>
                <a:gd name="connsiteX7" fmla="*/ 417176 w 473912"/>
                <a:gd name="connsiteY7" fmla="*/ 76250 h 867897"/>
                <a:gd name="connsiteX8" fmla="*/ 417144 w 473912"/>
                <a:gd name="connsiteY8" fmla="*/ 74394 h 867897"/>
                <a:gd name="connsiteX9" fmla="*/ 416199 w 473912"/>
                <a:gd name="connsiteY9" fmla="*/ 74051 h 867897"/>
                <a:gd name="connsiteX10" fmla="*/ 119068 w 473912"/>
                <a:gd name="connsiteY10" fmla="*/ 229239 h 867897"/>
                <a:gd name="connsiteX11" fmla="*/ 77423 w 473912"/>
                <a:gd name="connsiteY11" fmla="*/ 292390 h 867897"/>
                <a:gd name="connsiteX12" fmla="*/ 188279 w 473912"/>
                <a:gd name="connsiteY12" fmla="*/ 813824 h 867897"/>
                <a:gd name="connsiteX13" fmla="*/ 230461 w 473912"/>
                <a:gd name="connsiteY13" fmla="*/ 843004 h 867897"/>
                <a:gd name="connsiteX14" fmla="*/ 233541 w 473912"/>
                <a:gd name="connsiteY14" fmla="*/ 857521 h 867897"/>
                <a:gd name="connsiteX15" fmla="*/ 229728 w 473912"/>
                <a:gd name="connsiteY15" fmla="*/ 863093 h 867897"/>
                <a:gd name="connsiteX16" fmla="*/ 213647 w 473912"/>
                <a:gd name="connsiteY16" fmla="*/ 865879 h 867897"/>
                <a:gd name="connsiteX17" fmla="*/ 135002 w 473912"/>
                <a:gd name="connsiteY17" fmla="*/ 804634 h 867897"/>
                <a:gd name="connsiteX18" fmla="*/ 0 w 473912"/>
                <a:gd name="connsiteY18" fmla="*/ 500269 h 867897"/>
                <a:gd name="connsiteX19" fmla="*/ 0 w 473912"/>
                <a:gd name="connsiteY19" fmla="*/ 475684 h 867897"/>
                <a:gd name="connsiteX20" fmla="*/ 168923 w 473912"/>
                <a:gd name="connsiteY20" fmla="*/ 140721 h 867897"/>
                <a:gd name="connsiteX21" fmla="*/ 425388 w 473912"/>
                <a:gd name="connsiteY21" fmla="*/ 45848 h 867897"/>
                <a:gd name="connsiteX22" fmla="*/ 426072 w 473912"/>
                <a:gd name="connsiteY22" fmla="*/ 44235 h 867897"/>
                <a:gd name="connsiteX23" fmla="*/ 408720 w 473912"/>
                <a:gd name="connsiteY23" fmla="*/ 26688 h 867897"/>
                <a:gd name="connsiteX24" fmla="*/ 401731 w 473912"/>
                <a:gd name="connsiteY24" fmla="*/ 12953 h 867897"/>
                <a:gd name="connsiteX25" fmla="*/ 404175 w 473912"/>
                <a:gd name="connsiteY25" fmla="*/ 8896 h 867897"/>
                <a:gd name="connsiteX26" fmla="*/ 416687 w 473912"/>
                <a:gd name="connsiteY26" fmla="*/ 0 h 867897"/>
                <a:gd name="connsiteX27" fmla="*/ 421722 w 473912"/>
                <a:gd name="connsiteY27" fmla="*/ 0 h 867897"/>
                <a:gd name="connsiteX28" fmla="*/ 419824 w 473912"/>
                <a:gd name="connsiteY28" fmla="*/ 93548 h 867897"/>
                <a:gd name="connsiteX29" fmla="*/ 428594 w 473912"/>
                <a:gd name="connsiteY29" fmla="*/ 85182 h 867897"/>
                <a:gd name="connsiteX30" fmla="*/ 428600 w 473912"/>
                <a:gd name="connsiteY30" fmla="*/ 85176 h 867897"/>
                <a:gd name="connsiteX31" fmla="*/ 436817 w 473912"/>
                <a:gd name="connsiteY31" fmla="*/ 76256 h 867897"/>
                <a:gd name="connsiteX32" fmla="*/ 436817 w 473912"/>
                <a:gd name="connsiteY32" fmla="*/ 76256 h 867897"/>
                <a:gd name="connsiteX33" fmla="*/ 428047 w 473912"/>
                <a:gd name="connsiteY33" fmla="*/ 84621 h 867897"/>
                <a:gd name="connsiteX34" fmla="*/ 428041 w 473912"/>
                <a:gd name="connsiteY34" fmla="*/ 84627 h 867897"/>
                <a:gd name="connsiteX35" fmla="*/ 419824 w 473912"/>
                <a:gd name="connsiteY35" fmla="*/ 93548 h 867897"/>
                <a:gd name="connsiteX36" fmla="*/ 419824 w 473912"/>
                <a:gd name="connsiteY36" fmla="*/ 93548 h 867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73912" h="867897">
                  <a:moveTo>
                    <a:pt x="421722" y="0"/>
                  </a:moveTo>
                  <a:lnTo>
                    <a:pt x="471480" y="50296"/>
                  </a:lnTo>
                  <a:cubicBezTo>
                    <a:pt x="474742" y="53591"/>
                    <a:pt x="474720" y="58905"/>
                    <a:pt x="471431" y="62173"/>
                  </a:cubicBezTo>
                  <a:lnTo>
                    <a:pt x="424410" y="109243"/>
                  </a:lnTo>
                  <a:cubicBezTo>
                    <a:pt x="421026" y="112592"/>
                    <a:pt x="415586" y="112592"/>
                    <a:pt x="412240" y="109243"/>
                  </a:cubicBezTo>
                  <a:lnTo>
                    <a:pt x="404566" y="101520"/>
                  </a:lnTo>
                  <a:cubicBezTo>
                    <a:pt x="400330" y="97317"/>
                    <a:pt x="400330" y="93097"/>
                    <a:pt x="404566" y="88861"/>
                  </a:cubicBezTo>
                  <a:lnTo>
                    <a:pt x="417176" y="76250"/>
                  </a:lnTo>
                  <a:cubicBezTo>
                    <a:pt x="417666" y="75716"/>
                    <a:pt x="417652" y="74885"/>
                    <a:pt x="417144" y="74394"/>
                  </a:cubicBezTo>
                  <a:cubicBezTo>
                    <a:pt x="416891" y="74149"/>
                    <a:pt x="416549" y="74025"/>
                    <a:pt x="416199" y="74051"/>
                  </a:cubicBezTo>
                  <a:cubicBezTo>
                    <a:pt x="294752" y="84413"/>
                    <a:pt x="195709" y="136142"/>
                    <a:pt x="119068" y="229239"/>
                  </a:cubicBezTo>
                  <a:cubicBezTo>
                    <a:pt x="103264" y="248465"/>
                    <a:pt x="89382" y="269515"/>
                    <a:pt x="77423" y="292390"/>
                  </a:cubicBezTo>
                  <a:cubicBezTo>
                    <a:pt x="-16521" y="472604"/>
                    <a:pt x="27910" y="687962"/>
                    <a:pt x="188279" y="813824"/>
                  </a:cubicBezTo>
                  <a:cubicBezTo>
                    <a:pt x="195774" y="819722"/>
                    <a:pt x="209835" y="829448"/>
                    <a:pt x="230461" y="843004"/>
                  </a:cubicBezTo>
                  <a:cubicBezTo>
                    <a:pt x="236261" y="846849"/>
                    <a:pt x="237288" y="851688"/>
                    <a:pt x="233541" y="857521"/>
                  </a:cubicBezTo>
                  <a:cubicBezTo>
                    <a:pt x="231455" y="860779"/>
                    <a:pt x="230184" y="862637"/>
                    <a:pt x="229728" y="863093"/>
                  </a:cubicBezTo>
                  <a:cubicBezTo>
                    <a:pt x="224058" y="868372"/>
                    <a:pt x="218698" y="869300"/>
                    <a:pt x="213647" y="865879"/>
                  </a:cubicBezTo>
                  <a:cubicBezTo>
                    <a:pt x="178781" y="842189"/>
                    <a:pt x="152565" y="821774"/>
                    <a:pt x="135002" y="804634"/>
                  </a:cubicBezTo>
                  <a:cubicBezTo>
                    <a:pt x="51062" y="722845"/>
                    <a:pt x="6061" y="621390"/>
                    <a:pt x="0" y="500269"/>
                  </a:cubicBezTo>
                  <a:lnTo>
                    <a:pt x="0" y="475684"/>
                  </a:lnTo>
                  <a:cubicBezTo>
                    <a:pt x="7364" y="336869"/>
                    <a:pt x="63672" y="225215"/>
                    <a:pt x="168923" y="140721"/>
                  </a:cubicBezTo>
                  <a:cubicBezTo>
                    <a:pt x="240709" y="83109"/>
                    <a:pt x="326197" y="51485"/>
                    <a:pt x="425388" y="45848"/>
                  </a:cubicBezTo>
                  <a:cubicBezTo>
                    <a:pt x="426724" y="45783"/>
                    <a:pt x="426952" y="45245"/>
                    <a:pt x="426072" y="44235"/>
                  </a:cubicBezTo>
                  <a:cubicBezTo>
                    <a:pt x="420304" y="37685"/>
                    <a:pt x="414521" y="31836"/>
                    <a:pt x="408720" y="26688"/>
                  </a:cubicBezTo>
                  <a:cubicBezTo>
                    <a:pt x="403474" y="21963"/>
                    <a:pt x="401144" y="17384"/>
                    <a:pt x="401731" y="12953"/>
                  </a:cubicBezTo>
                  <a:cubicBezTo>
                    <a:pt x="401951" y="11304"/>
                    <a:pt x="402837" y="9833"/>
                    <a:pt x="404175" y="8896"/>
                  </a:cubicBezTo>
                  <a:lnTo>
                    <a:pt x="416687" y="0"/>
                  </a:lnTo>
                  <a:lnTo>
                    <a:pt x="421722" y="0"/>
                  </a:lnTo>
                  <a:close/>
                  <a:moveTo>
                    <a:pt x="419824" y="93548"/>
                  </a:moveTo>
                  <a:cubicBezTo>
                    <a:pt x="419975" y="93702"/>
                    <a:pt x="423901" y="89957"/>
                    <a:pt x="428594" y="85182"/>
                  </a:cubicBezTo>
                  <a:cubicBezTo>
                    <a:pt x="428596" y="85180"/>
                    <a:pt x="428598" y="85178"/>
                    <a:pt x="428600" y="85176"/>
                  </a:cubicBezTo>
                  <a:cubicBezTo>
                    <a:pt x="433292" y="80401"/>
                    <a:pt x="436971" y="76407"/>
                    <a:pt x="436817" y="76256"/>
                  </a:cubicBezTo>
                  <a:cubicBezTo>
                    <a:pt x="436817" y="76256"/>
                    <a:pt x="436817" y="76256"/>
                    <a:pt x="436817" y="76256"/>
                  </a:cubicBezTo>
                  <a:cubicBezTo>
                    <a:pt x="436666" y="76101"/>
                    <a:pt x="432740" y="79847"/>
                    <a:pt x="428047" y="84621"/>
                  </a:cubicBezTo>
                  <a:cubicBezTo>
                    <a:pt x="428045" y="84623"/>
                    <a:pt x="428043" y="84625"/>
                    <a:pt x="428041" y="84627"/>
                  </a:cubicBezTo>
                  <a:cubicBezTo>
                    <a:pt x="423349" y="89402"/>
                    <a:pt x="419670" y="93396"/>
                    <a:pt x="419824" y="93548"/>
                  </a:cubicBezTo>
                  <a:cubicBezTo>
                    <a:pt x="419824" y="93548"/>
                    <a:pt x="419824" y="93548"/>
                    <a:pt x="419824" y="93548"/>
                  </a:cubicBezTo>
                  <a:close/>
                </a:path>
              </a:pathLst>
            </a:custGeom>
            <a:grpFill/>
            <a:ln w="4867" cap="flat">
              <a:noFill/>
              <a:prstDash val="solid"/>
              <a:miter/>
            </a:ln>
          </p:spPr>
          <p:txBody>
            <a:bodyPr rtlCol="0" anchor="ctr"/>
            <a:lstStyle/>
            <a:p>
              <a:endParaRPr lang="en-US" dirty="0"/>
            </a:p>
          </p:txBody>
        </p:sp>
        <p:sp>
          <p:nvSpPr>
            <p:cNvPr id="57" name="Forme libre : forme 1399">
              <a:extLst>
                <a:ext uri="{FF2B5EF4-FFF2-40B4-BE49-F238E27FC236}">
                  <a16:creationId xmlns:a16="http://schemas.microsoft.com/office/drawing/2014/main" id="{E1197F60-86B0-CDEF-17E0-7CF2FDD8FC26}"/>
                </a:ext>
              </a:extLst>
            </p:cNvPr>
            <p:cNvSpPr/>
            <p:nvPr/>
          </p:nvSpPr>
          <p:spPr>
            <a:xfrm>
              <a:off x="3704900" y="4473293"/>
              <a:ext cx="47551" cy="37580"/>
            </a:xfrm>
            <a:custGeom>
              <a:avLst/>
              <a:gdLst>
                <a:gd name="connsiteX0" fmla="*/ 6038 w 47551"/>
                <a:gd name="connsiteY0" fmla="*/ 4073 h 37580"/>
                <a:gd name="connsiteX1" fmla="*/ 14201 w 47551"/>
                <a:gd name="connsiteY1" fmla="*/ 407 h 37580"/>
                <a:gd name="connsiteX2" fmla="*/ 40204 w 47551"/>
                <a:gd name="connsiteY2" fmla="*/ 10280 h 37580"/>
                <a:gd name="connsiteX3" fmla="*/ 46716 w 47551"/>
                <a:gd name="connsiteY3" fmla="*/ 25844 h 37580"/>
                <a:gd name="connsiteX4" fmla="*/ 46705 w 47551"/>
                <a:gd name="connsiteY4" fmla="*/ 25872 h 37580"/>
                <a:gd name="connsiteX5" fmla="*/ 45287 w 47551"/>
                <a:gd name="connsiteY5" fmla="*/ 29538 h 37580"/>
                <a:gd name="connsiteX6" fmla="*/ 30135 w 47551"/>
                <a:gd name="connsiteY6" fmla="*/ 36870 h 37580"/>
                <a:gd name="connsiteX7" fmla="*/ 4132 w 47551"/>
                <a:gd name="connsiteY7" fmla="*/ 26997 h 37580"/>
                <a:gd name="connsiteX8" fmla="*/ 404 w 47551"/>
                <a:gd name="connsiteY8" fmla="*/ 18820 h 37580"/>
                <a:gd name="connsiteX9" fmla="*/ 417 w 47551"/>
                <a:gd name="connsiteY9" fmla="*/ 18785 h 37580"/>
                <a:gd name="connsiteX10" fmla="*/ 6038 w 47551"/>
                <a:gd name="connsiteY10" fmla="*/ 4073 h 3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551" h="37580">
                  <a:moveTo>
                    <a:pt x="6038" y="4073"/>
                  </a:moveTo>
                  <a:cubicBezTo>
                    <a:pt x="7291" y="817"/>
                    <a:pt x="10935" y="-819"/>
                    <a:pt x="14201" y="407"/>
                  </a:cubicBezTo>
                  <a:lnTo>
                    <a:pt x="40204" y="10280"/>
                  </a:lnTo>
                  <a:cubicBezTo>
                    <a:pt x="46191" y="12536"/>
                    <a:pt x="49106" y="19504"/>
                    <a:pt x="46716" y="25844"/>
                  </a:cubicBezTo>
                  <a:cubicBezTo>
                    <a:pt x="46712" y="25853"/>
                    <a:pt x="46708" y="25863"/>
                    <a:pt x="46705" y="25872"/>
                  </a:cubicBezTo>
                  <a:lnTo>
                    <a:pt x="45287" y="29538"/>
                  </a:lnTo>
                  <a:cubicBezTo>
                    <a:pt x="42873" y="35845"/>
                    <a:pt x="36100" y="39122"/>
                    <a:pt x="30135" y="36870"/>
                  </a:cubicBezTo>
                  <a:lnTo>
                    <a:pt x="4132" y="26997"/>
                  </a:lnTo>
                  <a:cubicBezTo>
                    <a:pt x="844" y="25768"/>
                    <a:pt x="-825" y="22108"/>
                    <a:pt x="404" y="18820"/>
                  </a:cubicBezTo>
                  <a:cubicBezTo>
                    <a:pt x="408" y="18809"/>
                    <a:pt x="413" y="18797"/>
                    <a:pt x="417" y="18785"/>
                  </a:cubicBezTo>
                  <a:lnTo>
                    <a:pt x="6038" y="4073"/>
                  </a:lnTo>
                  <a:close/>
                </a:path>
              </a:pathLst>
            </a:custGeom>
            <a:grpFill/>
            <a:ln w="4867" cap="flat">
              <a:noFill/>
              <a:prstDash val="solid"/>
              <a:miter/>
            </a:ln>
          </p:spPr>
          <p:txBody>
            <a:bodyPr rtlCol="0" anchor="ctr"/>
            <a:lstStyle/>
            <a:p>
              <a:endParaRPr lang="en-US" dirty="0"/>
            </a:p>
          </p:txBody>
        </p:sp>
        <p:sp>
          <p:nvSpPr>
            <p:cNvPr id="58" name="Forme libre : forme 1400">
              <a:extLst>
                <a:ext uri="{FF2B5EF4-FFF2-40B4-BE49-F238E27FC236}">
                  <a16:creationId xmlns:a16="http://schemas.microsoft.com/office/drawing/2014/main" id="{31797C61-5510-D9A7-76C4-87F75388E51D}"/>
                </a:ext>
              </a:extLst>
            </p:cNvPr>
            <p:cNvSpPr/>
            <p:nvPr/>
          </p:nvSpPr>
          <p:spPr>
            <a:xfrm>
              <a:off x="3538299" y="4502923"/>
              <a:ext cx="459945" cy="869648"/>
            </a:xfrm>
            <a:custGeom>
              <a:avLst/>
              <a:gdLst>
                <a:gd name="connsiteX0" fmla="*/ 459946 w 459945"/>
                <a:gd name="connsiteY0" fmla="*/ 371872 h 869648"/>
                <a:gd name="connsiteX1" fmla="*/ 459946 w 459945"/>
                <a:gd name="connsiteY1" fmla="*/ 397338 h 869648"/>
                <a:gd name="connsiteX2" fmla="*/ 362971 w 459945"/>
                <a:gd name="connsiteY2" fmla="*/ 662649 h 869648"/>
                <a:gd name="connsiteX3" fmla="*/ 49906 w 459945"/>
                <a:gd name="connsiteY3" fmla="*/ 829666 h 869648"/>
                <a:gd name="connsiteX4" fmla="*/ 49124 w 459945"/>
                <a:gd name="connsiteY4" fmla="*/ 831915 h 869648"/>
                <a:gd name="connsiteX5" fmla="*/ 66133 w 459945"/>
                <a:gd name="connsiteY5" fmla="*/ 848924 h 869648"/>
                <a:gd name="connsiteX6" fmla="*/ 66132 w 459945"/>
                <a:gd name="connsiteY6" fmla="*/ 860707 h 869648"/>
                <a:gd name="connsiteX7" fmla="*/ 65547 w 459945"/>
                <a:gd name="connsiteY7" fmla="*/ 861242 h 869648"/>
                <a:gd name="connsiteX8" fmla="*/ 55478 w 459945"/>
                <a:gd name="connsiteY8" fmla="*/ 869649 h 869648"/>
                <a:gd name="connsiteX9" fmla="*/ 49661 w 459945"/>
                <a:gd name="connsiteY9" fmla="*/ 869649 h 869648"/>
                <a:gd name="connsiteX10" fmla="*/ 2249 w 459945"/>
                <a:gd name="connsiteY10" fmla="*/ 821601 h 869648"/>
                <a:gd name="connsiteX11" fmla="*/ 2298 w 459945"/>
                <a:gd name="connsiteY11" fmla="*/ 810555 h 869648"/>
                <a:gd name="connsiteX12" fmla="*/ 47169 w 459945"/>
                <a:gd name="connsiteY12" fmla="*/ 765684 h 869648"/>
                <a:gd name="connsiteX13" fmla="*/ 58459 w 459945"/>
                <a:gd name="connsiteY13" fmla="*/ 765342 h 869648"/>
                <a:gd name="connsiteX14" fmla="*/ 65889 w 459945"/>
                <a:gd name="connsiteY14" fmla="*/ 772821 h 869648"/>
                <a:gd name="connsiteX15" fmla="*/ 65889 w 459945"/>
                <a:gd name="connsiteY15" fmla="*/ 784649 h 869648"/>
                <a:gd name="connsiteX16" fmla="*/ 51665 w 459945"/>
                <a:gd name="connsiteY16" fmla="*/ 798873 h 869648"/>
                <a:gd name="connsiteX17" fmla="*/ 52741 w 459945"/>
                <a:gd name="connsiteY17" fmla="*/ 801170 h 869648"/>
                <a:gd name="connsiteX18" fmla="*/ 269467 w 459945"/>
                <a:gd name="connsiteY18" fmla="*/ 715975 h 869648"/>
                <a:gd name="connsiteX19" fmla="*/ 402172 w 459945"/>
                <a:gd name="connsiteY19" fmla="*/ 229832 h 869648"/>
                <a:gd name="connsiteX20" fmla="*/ 230218 w 459945"/>
                <a:gd name="connsiteY20" fmla="*/ 25472 h 869648"/>
                <a:gd name="connsiteX21" fmla="*/ 227432 w 459945"/>
                <a:gd name="connsiteY21" fmla="*/ 12372 h 869648"/>
                <a:gd name="connsiteX22" fmla="*/ 232173 w 459945"/>
                <a:gd name="connsiteY22" fmla="*/ 4405 h 869648"/>
                <a:gd name="connsiteX23" fmla="*/ 244588 w 459945"/>
                <a:gd name="connsiteY23" fmla="*/ 2010 h 869648"/>
                <a:gd name="connsiteX24" fmla="*/ 329783 w 459945"/>
                <a:gd name="connsiteY24" fmla="*/ 68680 h 869648"/>
                <a:gd name="connsiteX25" fmla="*/ 459946 w 459945"/>
                <a:gd name="connsiteY25" fmla="*/ 371872 h 869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9945" h="869648">
                  <a:moveTo>
                    <a:pt x="459946" y="371872"/>
                  </a:moveTo>
                  <a:lnTo>
                    <a:pt x="459946" y="397338"/>
                  </a:lnTo>
                  <a:cubicBezTo>
                    <a:pt x="455416" y="498679"/>
                    <a:pt x="423092" y="587116"/>
                    <a:pt x="362971" y="662649"/>
                  </a:cubicBezTo>
                  <a:cubicBezTo>
                    <a:pt x="284994" y="760634"/>
                    <a:pt x="180639" y="816306"/>
                    <a:pt x="49906" y="829666"/>
                  </a:cubicBezTo>
                  <a:cubicBezTo>
                    <a:pt x="48081" y="829862"/>
                    <a:pt x="47820" y="830611"/>
                    <a:pt x="49124" y="831915"/>
                  </a:cubicBezTo>
                  <a:lnTo>
                    <a:pt x="66133" y="848924"/>
                  </a:lnTo>
                  <a:cubicBezTo>
                    <a:pt x="69388" y="852159"/>
                    <a:pt x="69388" y="857434"/>
                    <a:pt x="66132" y="860707"/>
                  </a:cubicBezTo>
                  <a:cubicBezTo>
                    <a:pt x="65945" y="860894"/>
                    <a:pt x="65750" y="861073"/>
                    <a:pt x="65547" y="861242"/>
                  </a:cubicBezTo>
                  <a:lnTo>
                    <a:pt x="55478" y="869649"/>
                  </a:lnTo>
                  <a:lnTo>
                    <a:pt x="49661" y="869649"/>
                  </a:lnTo>
                  <a:lnTo>
                    <a:pt x="2249" y="821601"/>
                  </a:lnTo>
                  <a:cubicBezTo>
                    <a:pt x="-769" y="818511"/>
                    <a:pt x="-747" y="813580"/>
                    <a:pt x="2298" y="810555"/>
                  </a:cubicBezTo>
                  <a:lnTo>
                    <a:pt x="47169" y="765684"/>
                  </a:lnTo>
                  <a:cubicBezTo>
                    <a:pt x="51046" y="761807"/>
                    <a:pt x="54810" y="761693"/>
                    <a:pt x="58459" y="765342"/>
                  </a:cubicBezTo>
                  <a:lnTo>
                    <a:pt x="65889" y="772821"/>
                  </a:lnTo>
                  <a:cubicBezTo>
                    <a:pt x="69832" y="776764"/>
                    <a:pt x="69832" y="780706"/>
                    <a:pt x="65889" y="784649"/>
                  </a:cubicBezTo>
                  <a:lnTo>
                    <a:pt x="51665" y="798873"/>
                  </a:lnTo>
                  <a:cubicBezTo>
                    <a:pt x="49873" y="800632"/>
                    <a:pt x="50232" y="801398"/>
                    <a:pt x="52741" y="801170"/>
                  </a:cubicBezTo>
                  <a:cubicBezTo>
                    <a:pt x="135345" y="792730"/>
                    <a:pt x="207587" y="764332"/>
                    <a:pt x="269467" y="715975"/>
                  </a:cubicBezTo>
                  <a:cubicBezTo>
                    <a:pt x="417862" y="599987"/>
                    <a:pt x="470064" y="404034"/>
                    <a:pt x="402172" y="229832"/>
                  </a:cubicBezTo>
                  <a:cubicBezTo>
                    <a:pt x="369651" y="146445"/>
                    <a:pt x="312333" y="78325"/>
                    <a:pt x="230218" y="25472"/>
                  </a:cubicBezTo>
                  <a:cubicBezTo>
                    <a:pt x="225102" y="22180"/>
                    <a:pt x="224173" y="17814"/>
                    <a:pt x="227432" y="12372"/>
                  </a:cubicBezTo>
                  <a:lnTo>
                    <a:pt x="232173" y="4405"/>
                  </a:lnTo>
                  <a:cubicBezTo>
                    <a:pt x="235106" y="-515"/>
                    <a:pt x="239244" y="-1314"/>
                    <a:pt x="244588" y="2010"/>
                  </a:cubicBezTo>
                  <a:cubicBezTo>
                    <a:pt x="278575" y="23191"/>
                    <a:pt x="306973" y="45414"/>
                    <a:pt x="329783" y="68680"/>
                  </a:cubicBezTo>
                  <a:cubicBezTo>
                    <a:pt x="411019" y="151578"/>
                    <a:pt x="454406" y="252642"/>
                    <a:pt x="459946" y="371872"/>
                  </a:cubicBezTo>
                  <a:close/>
                </a:path>
              </a:pathLst>
            </a:custGeom>
            <a:grpFill/>
            <a:ln w="4867" cap="flat">
              <a:noFill/>
              <a:prstDash val="solid"/>
              <a:miter/>
            </a:ln>
          </p:spPr>
          <p:txBody>
            <a:bodyPr rtlCol="0" anchor="ctr"/>
            <a:lstStyle/>
            <a:p>
              <a:endParaRPr lang="en-US" dirty="0"/>
            </a:p>
          </p:txBody>
        </p:sp>
        <p:sp>
          <p:nvSpPr>
            <p:cNvPr id="59" name="Forme libre : forme 1401">
              <a:extLst>
                <a:ext uri="{FF2B5EF4-FFF2-40B4-BE49-F238E27FC236}">
                  <a16:creationId xmlns:a16="http://schemas.microsoft.com/office/drawing/2014/main" id="{CF558882-0AB4-9C23-85A8-544104FA9416}"/>
                </a:ext>
              </a:extLst>
            </p:cNvPr>
            <p:cNvSpPr/>
            <p:nvPr/>
          </p:nvSpPr>
          <p:spPr>
            <a:xfrm>
              <a:off x="3220689" y="4551073"/>
              <a:ext cx="670365" cy="670346"/>
            </a:xfrm>
            <a:custGeom>
              <a:avLst/>
              <a:gdLst>
                <a:gd name="connsiteX0" fmla="*/ 335012 w 670365"/>
                <a:gd name="connsiteY0" fmla="*/ 245 h 670346"/>
                <a:gd name="connsiteX1" fmla="*/ 406179 w 670365"/>
                <a:gd name="connsiteY1" fmla="*/ 19748 h 670346"/>
                <a:gd name="connsiteX2" fmla="*/ 413559 w 670365"/>
                <a:gd name="connsiteY2" fmla="*/ 62076 h 670346"/>
                <a:gd name="connsiteX3" fmla="*/ 438683 w 670365"/>
                <a:gd name="connsiteY3" fmla="*/ 84853 h 670346"/>
                <a:gd name="connsiteX4" fmla="*/ 472555 w 670365"/>
                <a:gd name="connsiteY4" fmla="*/ 86515 h 670346"/>
                <a:gd name="connsiteX5" fmla="*/ 507699 w 670365"/>
                <a:gd name="connsiteY5" fmla="*/ 61734 h 670346"/>
                <a:gd name="connsiteX6" fmla="*/ 571876 w 670365"/>
                <a:gd name="connsiteY6" fmla="*/ 98197 h 670346"/>
                <a:gd name="connsiteX7" fmla="*/ 608388 w 670365"/>
                <a:gd name="connsiteY7" fmla="*/ 162326 h 670346"/>
                <a:gd name="connsiteX8" fmla="*/ 583705 w 670365"/>
                <a:gd name="connsiteY8" fmla="*/ 197518 h 670346"/>
                <a:gd name="connsiteX9" fmla="*/ 585366 w 670365"/>
                <a:gd name="connsiteY9" fmla="*/ 231342 h 670346"/>
                <a:gd name="connsiteX10" fmla="*/ 608144 w 670365"/>
                <a:gd name="connsiteY10" fmla="*/ 256465 h 670346"/>
                <a:gd name="connsiteX11" fmla="*/ 650521 w 670365"/>
                <a:gd name="connsiteY11" fmla="*/ 263846 h 670346"/>
                <a:gd name="connsiteX12" fmla="*/ 670122 w 670365"/>
                <a:gd name="connsiteY12" fmla="*/ 334964 h 670346"/>
                <a:gd name="connsiteX13" fmla="*/ 650570 w 670365"/>
                <a:gd name="connsiteY13" fmla="*/ 406179 h 670346"/>
                <a:gd name="connsiteX14" fmla="*/ 608242 w 670365"/>
                <a:gd name="connsiteY14" fmla="*/ 413560 h 670346"/>
                <a:gd name="connsiteX15" fmla="*/ 585513 w 670365"/>
                <a:gd name="connsiteY15" fmla="*/ 438683 h 670346"/>
                <a:gd name="connsiteX16" fmla="*/ 583851 w 670365"/>
                <a:gd name="connsiteY16" fmla="*/ 472556 h 670346"/>
                <a:gd name="connsiteX17" fmla="*/ 608584 w 670365"/>
                <a:gd name="connsiteY17" fmla="*/ 507700 h 670346"/>
                <a:gd name="connsiteX18" fmla="*/ 572121 w 670365"/>
                <a:gd name="connsiteY18" fmla="*/ 571877 h 670346"/>
                <a:gd name="connsiteX19" fmla="*/ 507992 w 670365"/>
                <a:gd name="connsiteY19" fmla="*/ 608389 h 670346"/>
                <a:gd name="connsiteX20" fmla="*/ 472849 w 670365"/>
                <a:gd name="connsiteY20" fmla="*/ 583656 h 670346"/>
                <a:gd name="connsiteX21" fmla="*/ 438976 w 670365"/>
                <a:gd name="connsiteY21" fmla="*/ 585367 h 670346"/>
                <a:gd name="connsiteX22" fmla="*/ 413853 w 670365"/>
                <a:gd name="connsiteY22" fmla="*/ 608145 h 670346"/>
                <a:gd name="connsiteX23" fmla="*/ 406521 w 670365"/>
                <a:gd name="connsiteY23" fmla="*/ 650473 h 670346"/>
                <a:gd name="connsiteX24" fmla="*/ 335354 w 670365"/>
                <a:gd name="connsiteY24" fmla="*/ 670073 h 670346"/>
                <a:gd name="connsiteX25" fmla="*/ 264187 w 670365"/>
                <a:gd name="connsiteY25" fmla="*/ 650571 h 670346"/>
                <a:gd name="connsiteX26" fmla="*/ 256807 w 670365"/>
                <a:gd name="connsiteY26" fmla="*/ 608242 h 670346"/>
                <a:gd name="connsiteX27" fmla="*/ 231634 w 670365"/>
                <a:gd name="connsiteY27" fmla="*/ 585465 h 670346"/>
                <a:gd name="connsiteX28" fmla="*/ 197810 w 670365"/>
                <a:gd name="connsiteY28" fmla="*/ 583803 h 670346"/>
                <a:gd name="connsiteX29" fmla="*/ 162667 w 670365"/>
                <a:gd name="connsiteY29" fmla="*/ 608584 h 670346"/>
                <a:gd name="connsiteX30" fmla="*/ 98490 w 670365"/>
                <a:gd name="connsiteY30" fmla="*/ 572121 h 670346"/>
                <a:gd name="connsiteX31" fmla="*/ 61978 w 670365"/>
                <a:gd name="connsiteY31" fmla="*/ 507993 h 670346"/>
                <a:gd name="connsiteX32" fmla="*/ 86661 w 670365"/>
                <a:gd name="connsiteY32" fmla="*/ 472849 h 670346"/>
                <a:gd name="connsiteX33" fmla="*/ 84999 w 670365"/>
                <a:gd name="connsiteY33" fmla="*/ 438977 h 670346"/>
                <a:gd name="connsiteX34" fmla="*/ 62222 w 670365"/>
                <a:gd name="connsiteY34" fmla="*/ 413853 h 670346"/>
                <a:gd name="connsiteX35" fmla="*/ 19845 w 670365"/>
                <a:gd name="connsiteY35" fmla="*/ 406522 h 670346"/>
                <a:gd name="connsiteX36" fmla="*/ 244 w 670365"/>
                <a:gd name="connsiteY36" fmla="*/ 335355 h 670346"/>
                <a:gd name="connsiteX37" fmla="*/ 19796 w 670365"/>
                <a:gd name="connsiteY37" fmla="*/ 264188 h 670346"/>
                <a:gd name="connsiteX38" fmla="*/ 62124 w 670365"/>
                <a:gd name="connsiteY38" fmla="*/ 256807 h 670346"/>
                <a:gd name="connsiteX39" fmla="*/ 84853 w 670365"/>
                <a:gd name="connsiteY39" fmla="*/ 231635 h 670346"/>
                <a:gd name="connsiteX40" fmla="*/ 86515 w 670365"/>
                <a:gd name="connsiteY40" fmla="*/ 197762 h 670346"/>
                <a:gd name="connsiteX41" fmla="*/ 61782 w 670365"/>
                <a:gd name="connsiteY41" fmla="*/ 162668 h 670346"/>
                <a:gd name="connsiteX42" fmla="*/ 98245 w 670365"/>
                <a:gd name="connsiteY42" fmla="*/ 98491 h 670346"/>
                <a:gd name="connsiteX43" fmla="*/ 162374 w 670365"/>
                <a:gd name="connsiteY43" fmla="*/ 61930 h 670346"/>
                <a:gd name="connsiteX44" fmla="*/ 197517 w 670365"/>
                <a:gd name="connsiteY44" fmla="*/ 86662 h 670346"/>
                <a:gd name="connsiteX45" fmla="*/ 231390 w 670365"/>
                <a:gd name="connsiteY45" fmla="*/ 84951 h 670346"/>
                <a:gd name="connsiteX46" fmla="*/ 256513 w 670365"/>
                <a:gd name="connsiteY46" fmla="*/ 62174 h 670346"/>
                <a:gd name="connsiteX47" fmla="*/ 263845 w 670365"/>
                <a:gd name="connsiteY47" fmla="*/ 19845 h 670346"/>
                <a:gd name="connsiteX48" fmla="*/ 335012 w 670365"/>
                <a:gd name="connsiteY48" fmla="*/ 245 h 670346"/>
                <a:gd name="connsiteX49" fmla="*/ 242192 w 670365"/>
                <a:gd name="connsiteY49" fmla="*/ 110954 h 670346"/>
                <a:gd name="connsiteX50" fmla="*/ 207195 w 670365"/>
                <a:gd name="connsiteY50" fmla="*/ 119899 h 670346"/>
                <a:gd name="connsiteX51" fmla="*/ 169754 w 670365"/>
                <a:gd name="connsiteY51" fmla="*/ 98344 h 670346"/>
                <a:gd name="connsiteX52" fmla="*/ 143213 w 670365"/>
                <a:gd name="connsiteY52" fmla="*/ 93016 h 670346"/>
                <a:gd name="connsiteX53" fmla="*/ 117943 w 670365"/>
                <a:gd name="connsiteY53" fmla="*/ 118140 h 670346"/>
                <a:gd name="connsiteX54" fmla="*/ 92820 w 670365"/>
                <a:gd name="connsiteY54" fmla="*/ 143459 h 670346"/>
                <a:gd name="connsiteX55" fmla="*/ 98148 w 670365"/>
                <a:gd name="connsiteY55" fmla="*/ 169951 h 670346"/>
                <a:gd name="connsiteX56" fmla="*/ 119752 w 670365"/>
                <a:gd name="connsiteY56" fmla="*/ 207391 h 670346"/>
                <a:gd name="connsiteX57" fmla="*/ 110807 w 670365"/>
                <a:gd name="connsiteY57" fmla="*/ 242388 h 670346"/>
                <a:gd name="connsiteX58" fmla="*/ 92429 w 670365"/>
                <a:gd name="connsiteY58" fmla="*/ 273426 h 670346"/>
                <a:gd name="connsiteX59" fmla="*/ 50687 w 670365"/>
                <a:gd name="connsiteY59" fmla="*/ 284668 h 670346"/>
                <a:gd name="connsiteX60" fmla="*/ 28154 w 670365"/>
                <a:gd name="connsiteY60" fmla="*/ 299674 h 670346"/>
                <a:gd name="connsiteX61" fmla="*/ 28056 w 670365"/>
                <a:gd name="connsiteY61" fmla="*/ 335306 h 670346"/>
                <a:gd name="connsiteX62" fmla="*/ 28154 w 670365"/>
                <a:gd name="connsiteY62" fmla="*/ 370987 h 670346"/>
                <a:gd name="connsiteX63" fmla="*/ 50687 w 670365"/>
                <a:gd name="connsiteY63" fmla="*/ 385944 h 670346"/>
                <a:gd name="connsiteX64" fmla="*/ 92429 w 670365"/>
                <a:gd name="connsiteY64" fmla="*/ 397186 h 670346"/>
                <a:gd name="connsiteX65" fmla="*/ 110856 w 670365"/>
                <a:gd name="connsiteY65" fmla="*/ 428223 h 670346"/>
                <a:gd name="connsiteX66" fmla="*/ 119801 w 670365"/>
                <a:gd name="connsiteY66" fmla="*/ 463171 h 670346"/>
                <a:gd name="connsiteX67" fmla="*/ 98245 w 670365"/>
                <a:gd name="connsiteY67" fmla="*/ 500661 h 670346"/>
                <a:gd name="connsiteX68" fmla="*/ 92918 w 670365"/>
                <a:gd name="connsiteY68" fmla="*/ 527153 h 670346"/>
                <a:gd name="connsiteX69" fmla="*/ 118041 w 670365"/>
                <a:gd name="connsiteY69" fmla="*/ 552472 h 670346"/>
                <a:gd name="connsiteX70" fmla="*/ 143360 w 670365"/>
                <a:gd name="connsiteY70" fmla="*/ 577596 h 670346"/>
                <a:gd name="connsiteX71" fmla="*/ 169852 w 670365"/>
                <a:gd name="connsiteY71" fmla="*/ 572219 h 670346"/>
                <a:gd name="connsiteX72" fmla="*/ 207293 w 670365"/>
                <a:gd name="connsiteY72" fmla="*/ 550664 h 670346"/>
                <a:gd name="connsiteX73" fmla="*/ 242290 w 670365"/>
                <a:gd name="connsiteY73" fmla="*/ 559608 h 670346"/>
                <a:gd name="connsiteX74" fmla="*/ 273327 w 670365"/>
                <a:gd name="connsiteY74" fmla="*/ 577987 h 670346"/>
                <a:gd name="connsiteX75" fmla="*/ 284569 w 670365"/>
                <a:gd name="connsiteY75" fmla="*/ 619729 h 670346"/>
                <a:gd name="connsiteX76" fmla="*/ 299575 w 670365"/>
                <a:gd name="connsiteY76" fmla="*/ 642262 h 670346"/>
                <a:gd name="connsiteX77" fmla="*/ 335207 w 670365"/>
                <a:gd name="connsiteY77" fmla="*/ 642359 h 670346"/>
                <a:gd name="connsiteX78" fmla="*/ 370889 w 670365"/>
                <a:gd name="connsiteY78" fmla="*/ 642213 h 670346"/>
                <a:gd name="connsiteX79" fmla="*/ 385845 w 670365"/>
                <a:gd name="connsiteY79" fmla="*/ 619680 h 670346"/>
                <a:gd name="connsiteX80" fmla="*/ 397087 w 670365"/>
                <a:gd name="connsiteY80" fmla="*/ 577938 h 670346"/>
                <a:gd name="connsiteX81" fmla="*/ 428125 w 670365"/>
                <a:gd name="connsiteY81" fmla="*/ 559559 h 670346"/>
                <a:gd name="connsiteX82" fmla="*/ 463073 w 670365"/>
                <a:gd name="connsiteY82" fmla="*/ 550615 h 670346"/>
                <a:gd name="connsiteX83" fmla="*/ 500563 w 670365"/>
                <a:gd name="connsiteY83" fmla="*/ 572170 h 670346"/>
                <a:gd name="connsiteX84" fmla="*/ 527055 w 670365"/>
                <a:gd name="connsiteY84" fmla="*/ 577498 h 670346"/>
                <a:gd name="connsiteX85" fmla="*/ 552374 w 670365"/>
                <a:gd name="connsiteY85" fmla="*/ 552325 h 670346"/>
                <a:gd name="connsiteX86" fmla="*/ 577497 w 670365"/>
                <a:gd name="connsiteY86" fmla="*/ 527055 h 670346"/>
                <a:gd name="connsiteX87" fmla="*/ 572121 w 670365"/>
                <a:gd name="connsiteY87" fmla="*/ 500514 h 670346"/>
                <a:gd name="connsiteX88" fmla="*/ 550565 w 670365"/>
                <a:gd name="connsiteY88" fmla="*/ 463074 h 670346"/>
                <a:gd name="connsiteX89" fmla="*/ 559510 w 670365"/>
                <a:gd name="connsiteY89" fmla="*/ 428126 h 670346"/>
                <a:gd name="connsiteX90" fmla="*/ 577888 w 670365"/>
                <a:gd name="connsiteY90" fmla="*/ 397039 h 670346"/>
                <a:gd name="connsiteX91" fmla="*/ 619630 w 670365"/>
                <a:gd name="connsiteY91" fmla="*/ 385797 h 670346"/>
                <a:gd name="connsiteX92" fmla="*/ 642163 w 670365"/>
                <a:gd name="connsiteY92" fmla="*/ 370840 h 670346"/>
                <a:gd name="connsiteX93" fmla="*/ 642261 w 670365"/>
                <a:gd name="connsiteY93" fmla="*/ 335159 h 670346"/>
                <a:gd name="connsiteX94" fmla="*/ 642114 w 670365"/>
                <a:gd name="connsiteY94" fmla="*/ 299527 h 670346"/>
                <a:gd name="connsiteX95" fmla="*/ 619581 w 670365"/>
                <a:gd name="connsiteY95" fmla="*/ 284570 h 670346"/>
                <a:gd name="connsiteX96" fmla="*/ 577839 w 670365"/>
                <a:gd name="connsiteY96" fmla="*/ 273328 h 670346"/>
                <a:gd name="connsiteX97" fmla="*/ 559461 w 670365"/>
                <a:gd name="connsiteY97" fmla="*/ 242290 h 670346"/>
                <a:gd name="connsiteX98" fmla="*/ 550516 w 670365"/>
                <a:gd name="connsiteY98" fmla="*/ 207294 h 670346"/>
                <a:gd name="connsiteX99" fmla="*/ 572072 w 670365"/>
                <a:gd name="connsiteY99" fmla="*/ 169853 h 670346"/>
                <a:gd name="connsiteX100" fmla="*/ 577399 w 670365"/>
                <a:gd name="connsiteY100" fmla="*/ 143312 h 670346"/>
                <a:gd name="connsiteX101" fmla="*/ 552227 w 670365"/>
                <a:gd name="connsiteY101" fmla="*/ 118042 h 670346"/>
                <a:gd name="connsiteX102" fmla="*/ 526957 w 670365"/>
                <a:gd name="connsiteY102" fmla="*/ 92918 h 670346"/>
                <a:gd name="connsiteX103" fmla="*/ 500416 w 670365"/>
                <a:gd name="connsiteY103" fmla="*/ 98246 h 670346"/>
                <a:gd name="connsiteX104" fmla="*/ 462975 w 670365"/>
                <a:gd name="connsiteY104" fmla="*/ 119850 h 670346"/>
                <a:gd name="connsiteX105" fmla="*/ 428027 w 670365"/>
                <a:gd name="connsiteY105" fmla="*/ 110906 h 670346"/>
                <a:gd name="connsiteX106" fmla="*/ 396941 w 670365"/>
                <a:gd name="connsiteY106" fmla="*/ 92527 h 670346"/>
                <a:gd name="connsiteX107" fmla="*/ 385699 w 670365"/>
                <a:gd name="connsiteY107" fmla="*/ 50785 h 670346"/>
                <a:gd name="connsiteX108" fmla="*/ 370742 w 670365"/>
                <a:gd name="connsiteY108" fmla="*/ 28252 h 670346"/>
                <a:gd name="connsiteX109" fmla="*/ 335061 w 670365"/>
                <a:gd name="connsiteY109" fmla="*/ 28155 h 670346"/>
                <a:gd name="connsiteX110" fmla="*/ 299428 w 670365"/>
                <a:gd name="connsiteY110" fmla="*/ 28252 h 670346"/>
                <a:gd name="connsiteX111" fmla="*/ 284472 w 670365"/>
                <a:gd name="connsiteY111" fmla="*/ 50785 h 670346"/>
                <a:gd name="connsiteX112" fmla="*/ 273230 w 670365"/>
                <a:gd name="connsiteY112" fmla="*/ 92527 h 670346"/>
                <a:gd name="connsiteX113" fmla="*/ 242192 w 670365"/>
                <a:gd name="connsiteY113" fmla="*/ 110954 h 67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70365" h="670346">
                  <a:moveTo>
                    <a:pt x="335012" y="245"/>
                  </a:moveTo>
                  <a:cubicBezTo>
                    <a:pt x="365756" y="245"/>
                    <a:pt x="391222" y="-3665"/>
                    <a:pt x="406179" y="19748"/>
                  </a:cubicBezTo>
                  <a:cubicBezTo>
                    <a:pt x="413853" y="31869"/>
                    <a:pt x="413950" y="46044"/>
                    <a:pt x="413559" y="62076"/>
                  </a:cubicBezTo>
                  <a:cubicBezTo>
                    <a:pt x="413217" y="76153"/>
                    <a:pt x="426756" y="79917"/>
                    <a:pt x="438683" y="84853"/>
                  </a:cubicBezTo>
                  <a:cubicBezTo>
                    <a:pt x="450658" y="89790"/>
                    <a:pt x="462878" y="96731"/>
                    <a:pt x="472555" y="86515"/>
                  </a:cubicBezTo>
                  <a:cubicBezTo>
                    <a:pt x="483651" y="74882"/>
                    <a:pt x="493720" y="64862"/>
                    <a:pt x="507699" y="61734"/>
                  </a:cubicBezTo>
                  <a:cubicBezTo>
                    <a:pt x="534875" y="55722"/>
                    <a:pt x="550125" y="76495"/>
                    <a:pt x="571876" y="98197"/>
                  </a:cubicBezTo>
                  <a:cubicBezTo>
                    <a:pt x="593627" y="119948"/>
                    <a:pt x="614400" y="135198"/>
                    <a:pt x="608388" y="162326"/>
                  </a:cubicBezTo>
                  <a:cubicBezTo>
                    <a:pt x="605309" y="176354"/>
                    <a:pt x="595338" y="186423"/>
                    <a:pt x="583705" y="197518"/>
                  </a:cubicBezTo>
                  <a:cubicBezTo>
                    <a:pt x="573489" y="207196"/>
                    <a:pt x="580430" y="219415"/>
                    <a:pt x="585366" y="231342"/>
                  </a:cubicBezTo>
                  <a:cubicBezTo>
                    <a:pt x="590352" y="243317"/>
                    <a:pt x="594116" y="256856"/>
                    <a:pt x="608144" y="256465"/>
                  </a:cubicBezTo>
                  <a:cubicBezTo>
                    <a:pt x="624225" y="256074"/>
                    <a:pt x="638399" y="256123"/>
                    <a:pt x="650521" y="263846"/>
                  </a:cubicBezTo>
                  <a:cubicBezTo>
                    <a:pt x="673983" y="278754"/>
                    <a:pt x="670073" y="304219"/>
                    <a:pt x="670122" y="334964"/>
                  </a:cubicBezTo>
                  <a:cubicBezTo>
                    <a:pt x="670122" y="365708"/>
                    <a:pt x="674032" y="391174"/>
                    <a:pt x="650570" y="406179"/>
                  </a:cubicBezTo>
                  <a:cubicBezTo>
                    <a:pt x="638497" y="413853"/>
                    <a:pt x="624322" y="413902"/>
                    <a:pt x="608242" y="413560"/>
                  </a:cubicBezTo>
                  <a:cubicBezTo>
                    <a:pt x="594165" y="413169"/>
                    <a:pt x="590450" y="426757"/>
                    <a:pt x="585513" y="438683"/>
                  </a:cubicBezTo>
                  <a:cubicBezTo>
                    <a:pt x="580576" y="450610"/>
                    <a:pt x="573636" y="462878"/>
                    <a:pt x="583851" y="472556"/>
                  </a:cubicBezTo>
                  <a:cubicBezTo>
                    <a:pt x="595484" y="483652"/>
                    <a:pt x="605455" y="493671"/>
                    <a:pt x="608584" y="507700"/>
                  </a:cubicBezTo>
                  <a:cubicBezTo>
                    <a:pt x="614645" y="534827"/>
                    <a:pt x="593871" y="550126"/>
                    <a:pt x="572121" y="571877"/>
                  </a:cubicBezTo>
                  <a:cubicBezTo>
                    <a:pt x="550419" y="593628"/>
                    <a:pt x="535169" y="614401"/>
                    <a:pt x="507992" y="608389"/>
                  </a:cubicBezTo>
                  <a:cubicBezTo>
                    <a:pt x="494013" y="605261"/>
                    <a:pt x="483944" y="595290"/>
                    <a:pt x="472849" y="583656"/>
                  </a:cubicBezTo>
                  <a:cubicBezTo>
                    <a:pt x="463171" y="573490"/>
                    <a:pt x="450902" y="580430"/>
                    <a:pt x="438976" y="585367"/>
                  </a:cubicBezTo>
                  <a:cubicBezTo>
                    <a:pt x="427050" y="590304"/>
                    <a:pt x="413510" y="594068"/>
                    <a:pt x="413853" y="608145"/>
                  </a:cubicBezTo>
                  <a:cubicBezTo>
                    <a:pt x="414244" y="624225"/>
                    <a:pt x="414195" y="638400"/>
                    <a:pt x="406521" y="650473"/>
                  </a:cubicBezTo>
                  <a:cubicBezTo>
                    <a:pt x="391564" y="673935"/>
                    <a:pt x="366098" y="670073"/>
                    <a:pt x="335354" y="670073"/>
                  </a:cubicBezTo>
                  <a:cubicBezTo>
                    <a:pt x="304610" y="670122"/>
                    <a:pt x="279144" y="674032"/>
                    <a:pt x="264187" y="650571"/>
                  </a:cubicBezTo>
                  <a:cubicBezTo>
                    <a:pt x="256513" y="638449"/>
                    <a:pt x="256416" y="624274"/>
                    <a:pt x="256807" y="608242"/>
                  </a:cubicBezTo>
                  <a:cubicBezTo>
                    <a:pt x="257149" y="594165"/>
                    <a:pt x="243609" y="590402"/>
                    <a:pt x="231634" y="585465"/>
                  </a:cubicBezTo>
                  <a:cubicBezTo>
                    <a:pt x="219708" y="580528"/>
                    <a:pt x="207488" y="573636"/>
                    <a:pt x="197810" y="583803"/>
                  </a:cubicBezTo>
                  <a:cubicBezTo>
                    <a:pt x="186715" y="595485"/>
                    <a:pt x="176646" y="605456"/>
                    <a:pt x="162667" y="608584"/>
                  </a:cubicBezTo>
                  <a:cubicBezTo>
                    <a:pt x="135491" y="614596"/>
                    <a:pt x="120241" y="593872"/>
                    <a:pt x="98490" y="572121"/>
                  </a:cubicBezTo>
                  <a:cubicBezTo>
                    <a:pt x="76739" y="550370"/>
                    <a:pt x="55966" y="535120"/>
                    <a:pt x="61978" y="507993"/>
                  </a:cubicBezTo>
                  <a:cubicBezTo>
                    <a:pt x="65057" y="494014"/>
                    <a:pt x="75028" y="483945"/>
                    <a:pt x="86661" y="472849"/>
                  </a:cubicBezTo>
                  <a:cubicBezTo>
                    <a:pt x="96877" y="463123"/>
                    <a:pt x="89936" y="450903"/>
                    <a:pt x="84999" y="438977"/>
                  </a:cubicBezTo>
                  <a:cubicBezTo>
                    <a:pt x="80014" y="427050"/>
                    <a:pt x="76250" y="413462"/>
                    <a:pt x="62222" y="413853"/>
                  </a:cubicBezTo>
                  <a:cubicBezTo>
                    <a:pt x="46141" y="414244"/>
                    <a:pt x="31966" y="414195"/>
                    <a:pt x="19845" y="406522"/>
                  </a:cubicBezTo>
                  <a:cubicBezTo>
                    <a:pt x="-3617" y="391565"/>
                    <a:pt x="293" y="366099"/>
                    <a:pt x="244" y="335355"/>
                  </a:cubicBezTo>
                  <a:cubicBezTo>
                    <a:pt x="244" y="304610"/>
                    <a:pt x="-3666" y="279145"/>
                    <a:pt x="19796" y="264188"/>
                  </a:cubicBezTo>
                  <a:cubicBezTo>
                    <a:pt x="31869" y="256465"/>
                    <a:pt x="46043" y="256416"/>
                    <a:pt x="62124" y="256807"/>
                  </a:cubicBezTo>
                  <a:cubicBezTo>
                    <a:pt x="76152" y="257149"/>
                    <a:pt x="79916" y="243561"/>
                    <a:pt x="84853" y="231635"/>
                  </a:cubicBezTo>
                  <a:cubicBezTo>
                    <a:pt x="89789" y="219709"/>
                    <a:pt x="96730" y="207440"/>
                    <a:pt x="86515" y="197762"/>
                  </a:cubicBezTo>
                  <a:cubicBezTo>
                    <a:pt x="74882" y="186716"/>
                    <a:pt x="64910" y="176647"/>
                    <a:pt x="61782" y="162668"/>
                  </a:cubicBezTo>
                  <a:cubicBezTo>
                    <a:pt x="55721" y="135491"/>
                    <a:pt x="76495" y="120241"/>
                    <a:pt x="98245" y="98491"/>
                  </a:cubicBezTo>
                  <a:cubicBezTo>
                    <a:pt x="119947" y="76740"/>
                    <a:pt x="135197" y="55966"/>
                    <a:pt x="162374" y="61930"/>
                  </a:cubicBezTo>
                  <a:cubicBezTo>
                    <a:pt x="176353" y="65058"/>
                    <a:pt x="186422" y="75029"/>
                    <a:pt x="197517" y="86662"/>
                  </a:cubicBezTo>
                  <a:cubicBezTo>
                    <a:pt x="207195" y="96829"/>
                    <a:pt x="219464" y="89888"/>
                    <a:pt x="231390" y="84951"/>
                  </a:cubicBezTo>
                  <a:cubicBezTo>
                    <a:pt x="243316" y="80015"/>
                    <a:pt x="256855" y="76251"/>
                    <a:pt x="256513" y="62174"/>
                  </a:cubicBezTo>
                  <a:cubicBezTo>
                    <a:pt x="256122" y="46142"/>
                    <a:pt x="256171" y="31967"/>
                    <a:pt x="263845" y="19845"/>
                  </a:cubicBezTo>
                  <a:cubicBezTo>
                    <a:pt x="278753" y="-3616"/>
                    <a:pt x="304267" y="245"/>
                    <a:pt x="335012" y="245"/>
                  </a:cubicBezTo>
                  <a:close/>
                  <a:moveTo>
                    <a:pt x="242192" y="110954"/>
                  </a:moveTo>
                  <a:cubicBezTo>
                    <a:pt x="229484" y="116184"/>
                    <a:pt x="218828" y="121219"/>
                    <a:pt x="207195" y="119899"/>
                  </a:cubicBezTo>
                  <a:cubicBezTo>
                    <a:pt x="190625" y="117993"/>
                    <a:pt x="181974" y="110515"/>
                    <a:pt x="169754" y="98344"/>
                  </a:cubicBezTo>
                  <a:cubicBezTo>
                    <a:pt x="161836" y="90426"/>
                    <a:pt x="152354" y="84023"/>
                    <a:pt x="143213" y="93016"/>
                  </a:cubicBezTo>
                  <a:cubicBezTo>
                    <a:pt x="134774" y="101358"/>
                    <a:pt x="126350" y="109733"/>
                    <a:pt x="117943" y="118140"/>
                  </a:cubicBezTo>
                  <a:cubicBezTo>
                    <a:pt x="109536" y="126547"/>
                    <a:pt x="101162" y="134986"/>
                    <a:pt x="92820" y="143459"/>
                  </a:cubicBezTo>
                  <a:cubicBezTo>
                    <a:pt x="83826" y="152550"/>
                    <a:pt x="90229" y="162032"/>
                    <a:pt x="98148" y="169951"/>
                  </a:cubicBezTo>
                  <a:cubicBezTo>
                    <a:pt x="110367" y="182170"/>
                    <a:pt x="117846" y="190822"/>
                    <a:pt x="119752" y="207391"/>
                  </a:cubicBezTo>
                  <a:cubicBezTo>
                    <a:pt x="121072" y="219024"/>
                    <a:pt x="116037" y="229680"/>
                    <a:pt x="110807" y="242388"/>
                  </a:cubicBezTo>
                  <a:cubicBezTo>
                    <a:pt x="105528" y="255097"/>
                    <a:pt x="101569" y="266192"/>
                    <a:pt x="92429" y="273426"/>
                  </a:cubicBezTo>
                  <a:cubicBezTo>
                    <a:pt x="79329" y="283837"/>
                    <a:pt x="67941" y="284668"/>
                    <a:pt x="50687" y="284668"/>
                  </a:cubicBezTo>
                  <a:cubicBezTo>
                    <a:pt x="39494" y="284668"/>
                    <a:pt x="28252" y="286867"/>
                    <a:pt x="28154" y="299674"/>
                  </a:cubicBezTo>
                  <a:cubicBezTo>
                    <a:pt x="28089" y="311567"/>
                    <a:pt x="28056" y="323445"/>
                    <a:pt x="28056" y="335306"/>
                  </a:cubicBezTo>
                  <a:cubicBezTo>
                    <a:pt x="28056" y="347200"/>
                    <a:pt x="28089" y="359093"/>
                    <a:pt x="28154" y="370987"/>
                  </a:cubicBezTo>
                  <a:cubicBezTo>
                    <a:pt x="28252" y="383793"/>
                    <a:pt x="39494" y="385944"/>
                    <a:pt x="50687" y="385944"/>
                  </a:cubicBezTo>
                  <a:cubicBezTo>
                    <a:pt x="67941" y="385993"/>
                    <a:pt x="79378" y="386775"/>
                    <a:pt x="92429" y="397186"/>
                  </a:cubicBezTo>
                  <a:cubicBezTo>
                    <a:pt x="101569" y="404420"/>
                    <a:pt x="105577" y="415515"/>
                    <a:pt x="110856" y="428223"/>
                  </a:cubicBezTo>
                  <a:cubicBezTo>
                    <a:pt x="116086" y="440932"/>
                    <a:pt x="121120" y="451587"/>
                    <a:pt x="119801" y="463171"/>
                  </a:cubicBezTo>
                  <a:cubicBezTo>
                    <a:pt x="117894" y="479790"/>
                    <a:pt x="110416" y="488442"/>
                    <a:pt x="98245" y="500661"/>
                  </a:cubicBezTo>
                  <a:cubicBezTo>
                    <a:pt x="90327" y="508579"/>
                    <a:pt x="83924" y="518062"/>
                    <a:pt x="92918" y="527153"/>
                  </a:cubicBezTo>
                  <a:cubicBezTo>
                    <a:pt x="101260" y="535625"/>
                    <a:pt x="109634" y="544065"/>
                    <a:pt x="118041" y="552472"/>
                  </a:cubicBezTo>
                  <a:cubicBezTo>
                    <a:pt x="126448" y="560847"/>
                    <a:pt x="134888" y="569221"/>
                    <a:pt x="143360" y="577596"/>
                  </a:cubicBezTo>
                  <a:cubicBezTo>
                    <a:pt x="152451" y="586540"/>
                    <a:pt x="161934" y="580137"/>
                    <a:pt x="169852" y="572219"/>
                  </a:cubicBezTo>
                  <a:cubicBezTo>
                    <a:pt x="182072" y="560048"/>
                    <a:pt x="190723" y="552570"/>
                    <a:pt x="207293" y="550664"/>
                  </a:cubicBezTo>
                  <a:cubicBezTo>
                    <a:pt x="218926" y="549344"/>
                    <a:pt x="229581" y="554329"/>
                    <a:pt x="242290" y="559608"/>
                  </a:cubicBezTo>
                  <a:cubicBezTo>
                    <a:pt x="254998" y="564887"/>
                    <a:pt x="266093" y="568846"/>
                    <a:pt x="273327" y="577987"/>
                  </a:cubicBezTo>
                  <a:cubicBezTo>
                    <a:pt x="283739" y="591086"/>
                    <a:pt x="284569" y="602475"/>
                    <a:pt x="284569" y="619729"/>
                  </a:cubicBezTo>
                  <a:cubicBezTo>
                    <a:pt x="284569" y="630922"/>
                    <a:pt x="286769" y="642164"/>
                    <a:pt x="299575" y="642262"/>
                  </a:cubicBezTo>
                  <a:cubicBezTo>
                    <a:pt x="311469" y="642327"/>
                    <a:pt x="323346" y="642359"/>
                    <a:pt x="335207" y="642359"/>
                  </a:cubicBezTo>
                  <a:cubicBezTo>
                    <a:pt x="347101" y="642359"/>
                    <a:pt x="358995" y="642310"/>
                    <a:pt x="370889" y="642213"/>
                  </a:cubicBezTo>
                  <a:cubicBezTo>
                    <a:pt x="383695" y="642115"/>
                    <a:pt x="385845" y="630873"/>
                    <a:pt x="385845" y="619680"/>
                  </a:cubicBezTo>
                  <a:cubicBezTo>
                    <a:pt x="385894" y="602426"/>
                    <a:pt x="386676" y="591037"/>
                    <a:pt x="397087" y="577938"/>
                  </a:cubicBezTo>
                  <a:cubicBezTo>
                    <a:pt x="404321" y="568797"/>
                    <a:pt x="415417" y="564838"/>
                    <a:pt x="428125" y="559559"/>
                  </a:cubicBezTo>
                  <a:cubicBezTo>
                    <a:pt x="440833" y="554281"/>
                    <a:pt x="451489" y="549246"/>
                    <a:pt x="463073" y="550615"/>
                  </a:cubicBezTo>
                  <a:cubicBezTo>
                    <a:pt x="479692" y="552521"/>
                    <a:pt x="488343" y="559999"/>
                    <a:pt x="500563" y="572170"/>
                  </a:cubicBezTo>
                  <a:cubicBezTo>
                    <a:pt x="508481" y="580088"/>
                    <a:pt x="517963" y="586491"/>
                    <a:pt x="527055" y="577498"/>
                  </a:cubicBezTo>
                  <a:cubicBezTo>
                    <a:pt x="535527" y="569123"/>
                    <a:pt x="543967" y="560733"/>
                    <a:pt x="552374" y="552325"/>
                  </a:cubicBezTo>
                  <a:cubicBezTo>
                    <a:pt x="560748" y="543951"/>
                    <a:pt x="569123" y="535528"/>
                    <a:pt x="577497" y="527055"/>
                  </a:cubicBezTo>
                  <a:cubicBezTo>
                    <a:pt x="586442" y="517915"/>
                    <a:pt x="580039" y="508433"/>
                    <a:pt x="572121" y="500514"/>
                  </a:cubicBezTo>
                  <a:cubicBezTo>
                    <a:pt x="559950" y="488344"/>
                    <a:pt x="552471" y="479692"/>
                    <a:pt x="550565" y="463074"/>
                  </a:cubicBezTo>
                  <a:cubicBezTo>
                    <a:pt x="549245" y="451490"/>
                    <a:pt x="554231" y="440834"/>
                    <a:pt x="559510" y="428126"/>
                  </a:cubicBezTo>
                  <a:cubicBezTo>
                    <a:pt x="564740" y="415417"/>
                    <a:pt x="568748" y="404322"/>
                    <a:pt x="577888" y="397039"/>
                  </a:cubicBezTo>
                  <a:cubicBezTo>
                    <a:pt x="590988" y="386677"/>
                    <a:pt x="602376" y="385846"/>
                    <a:pt x="619630" y="385797"/>
                  </a:cubicBezTo>
                  <a:cubicBezTo>
                    <a:pt x="630823" y="385797"/>
                    <a:pt x="642065" y="383646"/>
                    <a:pt x="642163" y="370840"/>
                  </a:cubicBezTo>
                  <a:cubicBezTo>
                    <a:pt x="642228" y="358947"/>
                    <a:pt x="642261" y="347053"/>
                    <a:pt x="642261" y="335159"/>
                  </a:cubicBezTo>
                  <a:cubicBezTo>
                    <a:pt x="642261" y="323298"/>
                    <a:pt x="642212" y="311421"/>
                    <a:pt x="642114" y="299527"/>
                  </a:cubicBezTo>
                  <a:cubicBezTo>
                    <a:pt x="642016" y="286721"/>
                    <a:pt x="630774" y="284570"/>
                    <a:pt x="619581" y="284570"/>
                  </a:cubicBezTo>
                  <a:cubicBezTo>
                    <a:pt x="602327" y="284521"/>
                    <a:pt x="590939" y="283690"/>
                    <a:pt x="577839" y="273328"/>
                  </a:cubicBezTo>
                  <a:cubicBezTo>
                    <a:pt x="568699" y="266045"/>
                    <a:pt x="564740" y="254950"/>
                    <a:pt x="559461" y="242290"/>
                  </a:cubicBezTo>
                  <a:cubicBezTo>
                    <a:pt x="554182" y="229582"/>
                    <a:pt x="549148" y="218927"/>
                    <a:pt x="550516" y="207294"/>
                  </a:cubicBezTo>
                  <a:cubicBezTo>
                    <a:pt x="552423" y="190724"/>
                    <a:pt x="559901" y="182072"/>
                    <a:pt x="572072" y="169853"/>
                  </a:cubicBezTo>
                  <a:cubicBezTo>
                    <a:pt x="579990" y="161935"/>
                    <a:pt x="586393" y="152452"/>
                    <a:pt x="577399" y="143312"/>
                  </a:cubicBezTo>
                  <a:cubicBezTo>
                    <a:pt x="569025" y="134872"/>
                    <a:pt x="560634" y="126449"/>
                    <a:pt x="552227" y="118042"/>
                  </a:cubicBezTo>
                  <a:cubicBezTo>
                    <a:pt x="543853" y="109635"/>
                    <a:pt x="535429" y="101260"/>
                    <a:pt x="526957" y="92918"/>
                  </a:cubicBezTo>
                  <a:cubicBezTo>
                    <a:pt x="517817" y="83925"/>
                    <a:pt x="508334" y="90328"/>
                    <a:pt x="500416" y="98246"/>
                  </a:cubicBezTo>
                  <a:cubicBezTo>
                    <a:pt x="488245" y="110466"/>
                    <a:pt x="479594" y="117944"/>
                    <a:pt x="462975" y="119850"/>
                  </a:cubicBezTo>
                  <a:cubicBezTo>
                    <a:pt x="451391" y="121170"/>
                    <a:pt x="440736" y="116136"/>
                    <a:pt x="428027" y="110906"/>
                  </a:cubicBezTo>
                  <a:cubicBezTo>
                    <a:pt x="415319" y="105627"/>
                    <a:pt x="404224" y="101668"/>
                    <a:pt x="396941" y="92527"/>
                  </a:cubicBezTo>
                  <a:cubicBezTo>
                    <a:pt x="386578" y="79428"/>
                    <a:pt x="385748" y="68039"/>
                    <a:pt x="385699" y="50785"/>
                  </a:cubicBezTo>
                  <a:cubicBezTo>
                    <a:pt x="385699" y="39592"/>
                    <a:pt x="383548" y="28350"/>
                    <a:pt x="370742" y="28252"/>
                  </a:cubicBezTo>
                  <a:cubicBezTo>
                    <a:pt x="358848" y="28187"/>
                    <a:pt x="346954" y="28155"/>
                    <a:pt x="335061" y="28155"/>
                  </a:cubicBezTo>
                  <a:cubicBezTo>
                    <a:pt x="323200" y="28155"/>
                    <a:pt x="311322" y="28187"/>
                    <a:pt x="299428" y="28252"/>
                  </a:cubicBezTo>
                  <a:cubicBezTo>
                    <a:pt x="286622" y="28350"/>
                    <a:pt x="284423" y="39592"/>
                    <a:pt x="284472" y="50785"/>
                  </a:cubicBezTo>
                  <a:cubicBezTo>
                    <a:pt x="284423" y="68039"/>
                    <a:pt x="283592" y="79477"/>
                    <a:pt x="273230" y="92527"/>
                  </a:cubicBezTo>
                  <a:cubicBezTo>
                    <a:pt x="265947" y="101668"/>
                    <a:pt x="254851" y="105676"/>
                    <a:pt x="242192" y="110954"/>
                  </a:cubicBezTo>
                  <a:close/>
                </a:path>
              </a:pathLst>
            </a:custGeom>
            <a:grpFill/>
            <a:ln w="4867" cap="flat">
              <a:noFill/>
              <a:prstDash val="solid"/>
              <a:miter/>
            </a:ln>
          </p:spPr>
          <p:txBody>
            <a:bodyPr rtlCol="0" anchor="ctr"/>
            <a:lstStyle/>
            <a:p>
              <a:endParaRPr lang="en-US" dirty="0"/>
            </a:p>
          </p:txBody>
        </p:sp>
        <p:sp>
          <p:nvSpPr>
            <p:cNvPr id="60" name="Forme libre : forme 1402">
              <a:extLst>
                <a:ext uri="{FF2B5EF4-FFF2-40B4-BE49-F238E27FC236}">
                  <a16:creationId xmlns:a16="http://schemas.microsoft.com/office/drawing/2014/main" id="{7D444AAA-A358-4782-AAE8-B5DA0746589C}"/>
                </a:ext>
              </a:extLst>
            </p:cNvPr>
            <p:cNvSpPr/>
            <p:nvPr/>
          </p:nvSpPr>
          <p:spPr>
            <a:xfrm>
              <a:off x="3393278" y="4728111"/>
              <a:ext cx="320152" cy="316633"/>
            </a:xfrm>
            <a:custGeom>
              <a:avLst/>
              <a:gdLst>
                <a:gd name="connsiteX0" fmla="*/ 320153 w 320152"/>
                <a:gd name="connsiteY0" fmla="*/ 158317 h 316633"/>
                <a:gd name="connsiteX1" fmla="*/ 160076 w 320152"/>
                <a:gd name="connsiteY1" fmla="*/ 316634 h 316633"/>
                <a:gd name="connsiteX2" fmla="*/ 0 w 320152"/>
                <a:gd name="connsiteY2" fmla="*/ 158317 h 316633"/>
                <a:gd name="connsiteX3" fmla="*/ 160076 w 320152"/>
                <a:gd name="connsiteY3" fmla="*/ 0 h 316633"/>
                <a:gd name="connsiteX4" fmla="*/ 320153 w 320152"/>
                <a:gd name="connsiteY4" fmla="*/ 158317 h 316633"/>
                <a:gd name="connsiteX5" fmla="*/ 291515 w 320152"/>
                <a:gd name="connsiteY5" fmla="*/ 171409 h 316633"/>
                <a:gd name="connsiteX6" fmla="*/ 172695 w 320152"/>
                <a:gd name="connsiteY6" fmla="*/ 28824 h 316633"/>
                <a:gd name="connsiteX7" fmla="*/ 28443 w 320152"/>
                <a:gd name="connsiteY7" fmla="*/ 145615 h 316633"/>
                <a:gd name="connsiteX8" fmla="*/ 147263 w 320152"/>
                <a:gd name="connsiteY8" fmla="*/ 288200 h 316633"/>
                <a:gd name="connsiteX9" fmla="*/ 291515 w 320152"/>
                <a:gd name="connsiteY9" fmla="*/ 171409 h 31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0152" h="316633">
                  <a:moveTo>
                    <a:pt x="320153" y="158317"/>
                  </a:moveTo>
                  <a:cubicBezTo>
                    <a:pt x="320153" y="245753"/>
                    <a:pt x="248484" y="316634"/>
                    <a:pt x="160076" y="316634"/>
                  </a:cubicBezTo>
                  <a:cubicBezTo>
                    <a:pt x="71669" y="316634"/>
                    <a:pt x="0" y="245753"/>
                    <a:pt x="0" y="158317"/>
                  </a:cubicBezTo>
                  <a:cubicBezTo>
                    <a:pt x="0" y="70881"/>
                    <a:pt x="71669" y="0"/>
                    <a:pt x="160076" y="0"/>
                  </a:cubicBezTo>
                  <a:cubicBezTo>
                    <a:pt x="248484" y="0"/>
                    <a:pt x="320153" y="70881"/>
                    <a:pt x="320153" y="158317"/>
                  </a:cubicBezTo>
                  <a:close/>
                  <a:moveTo>
                    <a:pt x="291515" y="171409"/>
                  </a:moveTo>
                  <a:cubicBezTo>
                    <a:pt x="298537" y="99785"/>
                    <a:pt x="245340" y="35948"/>
                    <a:pt x="172695" y="28824"/>
                  </a:cubicBezTo>
                  <a:cubicBezTo>
                    <a:pt x="100049" y="21702"/>
                    <a:pt x="35466" y="73990"/>
                    <a:pt x="28443" y="145615"/>
                  </a:cubicBezTo>
                  <a:cubicBezTo>
                    <a:pt x="21420" y="217239"/>
                    <a:pt x="74617" y="281077"/>
                    <a:pt x="147263" y="288200"/>
                  </a:cubicBezTo>
                  <a:cubicBezTo>
                    <a:pt x="219908" y="295323"/>
                    <a:pt x="284492" y="243034"/>
                    <a:pt x="291515" y="171409"/>
                  </a:cubicBezTo>
                  <a:close/>
                </a:path>
              </a:pathLst>
            </a:custGeom>
            <a:grpFill/>
            <a:ln w="4867" cap="flat">
              <a:noFill/>
              <a:prstDash val="solid"/>
              <a:miter/>
            </a:ln>
          </p:spPr>
          <p:txBody>
            <a:bodyPr rtlCol="0" anchor="ctr"/>
            <a:lstStyle/>
            <a:p>
              <a:endParaRPr lang="en-US" dirty="0"/>
            </a:p>
          </p:txBody>
        </p:sp>
        <p:sp>
          <p:nvSpPr>
            <p:cNvPr id="61" name="Forme libre : forme 1403">
              <a:extLst>
                <a:ext uri="{FF2B5EF4-FFF2-40B4-BE49-F238E27FC236}">
                  <a16:creationId xmlns:a16="http://schemas.microsoft.com/office/drawing/2014/main" id="{4BED1779-C5BB-9CAB-9206-966EEAFA1566}"/>
                </a:ext>
              </a:extLst>
            </p:cNvPr>
            <p:cNvSpPr/>
            <p:nvPr/>
          </p:nvSpPr>
          <p:spPr>
            <a:xfrm rot="1404000">
              <a:off x="3354615" y="5266017"/>
              <a:ext cx="46238" cy="27274"/>
            </a:xfrm>
            <a:custGeom>
              <a:avLst/>
              <a:gdLst>
                <a:gd name="connsiteX0" fmla="*/ 38864 w 46238"/>
                <a:gd name="connsiteY0" fmla="*/ 180 h 27274"/>
                <a:gd name="connsiteX1" fmla="*/ 46294 w 46238"/>
                <a:gd name="connsiteY1" fmla="*/ 180 h 27274"/>
                <a:gd name="connsiteX2" fmla="*/ 46294 w 46238"/>
                <a:gd name="connsiteY2" fmla="*/ 27454 h 27274"/>
                <a:gd name="connsiteX3" fmla="*/ 38864 w 46238"/>
                <a:gd name="connsiteY3" fmla="*/ 27454 h 27274"/>
                <a:gd name="connsiteX4" fmla="*/ 7485 w 46238"/>
                <a:gd name="connsiteY4" fmla="*/ 27454 h 27274"/>
                <a:gd name="connsiteX5" fmla="*/ 55 w 46238"/>
                <a:gd name="connsiteY5" fmla="*/ 27454 h 27274"/>
                <a:gd name="connsiteX6" fmla="*/ 55 w 46238"/>
                <a:gd name="connsiteY6" fmla="*/ 180 h 27274"/>
                <a:gd name="connsiteX7" fmla="*/ 7485 w 46238"/>
                <a:gd name="connsiteY7" fmla="*/ 180 h 2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38" h="27274">
                  <a:moveTo>
                    <a:pt x="38864" y="180"/>
                  </a:moveTo>
                  <a:cubicBezTo>
                    <a:pt x="42968" y="180"/>
                    <a:pt x="46294" y="180"/>
                    <a:pt x="46294" y="180"/>
                  </a:cubicBezTo>
                  <a:lnTo>
                    <a:pt x="46294" y="27454"/>
                  </a:lnTo>
                  <a:cubicBezTo>
                    <a:pt x="46294" y="27454"/>
                    <a:pt x="42968" y="27454"/>
                    <a:pt x="38864" y="27454"/>
                  </a:cubicBezTo>
                  <a:lnTo>
                    <a:pt x="7485" y="27454"/>
                  </a:lnTo>
                  <a:cubicBezTo>
                    <a:pt x="3381" y="27454"/>
                    <a:pt x="55" y="27454"/>
                    <a:pt x="55" y="27454"/>
                  </a:cubicBezTo>
                  <a:lnTo>
                    <a:pt x="55" y="180"/>
                  </a:lnTo>
                  <a:cubicBezTo>
                    <a:pt x="55" y="180"/>
                    <a:pt x="3381" y="180"/>
                    <a:pt x="7485" y="180"/>
                  </a:cubicBezTo>
                  <a:close/>
                </a:path>
              </a:pathLst>
            </a:custGeom>
            <a:grpFill/>
            <a:ln w="4867" cap="flat">
              <a:noFill/>
              <a:prstDash val="solid"/>
              <a:miter/>
            </a:ln>
          </p:spPr>
          <p:txBody>
            <a:bodyPr rtlCol="0" anchor="ctr"/>
            <a:lstStyle/>
            <a:p>
              <a:endParaRPr lang="en-US" dirty="0"/>
            </a:p>
          </p:txBody>
        </p:sp>
      </p:grpSp>
      <p:grpSp>
        <p:nvGrpSpPr>
          <p:cNvPr id="68" name="Team18" descr="{&quot;Key&quot;:&quot;POWER_USER_SHAPE_ICON&quot;,&quot;Value&quot;:&quot;POWER_USER_SHAPE_ICON_STYLE_1&quot;}">
            <a:extLst>
              <a:ext uri="{FF2B5EF4-FFF2-40B4-BE49-F238E27FC236}">
                <a16:creationId xmlns:a16="http://schemas.microsoft.com/office/drawing/2014/main" id="{859EA90B-851B-B316-7AEB-155E590F752D}"/>
              </a:ext>
            </a:extLst>
          </p:cNvPr>
          <p:cNvGrpSpPr>
            <a:grpSpLocks noChangeAspect="1"/>
          </p:cNvGrpSpPr>
          <p:nvPr/>
        </p:nvGrpSpPr>
        <p:grpSpPr>
          <a:xfrm>
            <a:off x="3424911" y="4563763"/>
            <a:ext cx="371839" cy="430129"/>
            <a:chOff x="3329544" y="3429000"/>
            <a:chExt cx="492281" cy="569451"/>
          </a:xfrm>
          <a:solidFill>
            <a:srgbClr val="FFFFFF"/>
          </a:solidFill>
        </p:grpSpPr>
        <p:sp>
          <p:nvSpPr>
            <p:cNvPr id="69" name="Free-form: Shape 68">
              <a:extLst>
                <a:ext uri="{FF2B5EF4-FFF2-40B4-BE49-F238E27FC236}">
                  <a16:creationId xmlns:a16="http://schemas.microsoft.com/office/drawing/2014/main" id="{E5A31FE7-5944-8A21-E385-177329BE963D}"/>
                </a:ext>
              </a:extLst>
            </p:cNvPr>
            <p:cNvSpPr/>
            <p:nvPr/>
          </p:nvSpPr>
          <p:spPr>
            <a:xfrm>
              <a:off x="3395716" y="3429000"/>
              <a:ext cx="93098" cy="93395"/>
            </a:xfrm>
            <a:custGeom>
              <a:avLst/>
              <a:gdLst>
                <a:gd name="connsiteX0" fmla="*/ 49967 w 93098"/>
                <a:gd name="connsiteY0" fmla="*/ 0 h 93395"/>
                <a:gd name="connsiteX1" fmla="*/ 81237 w 93098"/>
                <a:gd name="connsiteY1" fmla="*/ 15511 h 93395"/>
                <a:gd name="connsiteX2" fmla="*/ 93090 w 93098"/>
                <a:gd name="connsiteY2" fmla="*/ 45763 h 93395"/>
                <a:gd name="connsiteX3" fmla="*/ 29423 w 93098"/>
                <a:gd name="connsiteY3" fmla="*/ 90068 h 93395"/>
                <a:gd name="connsiteX4" fmla="*/ 9072 w 93098"/>
                <a:gd name="connsiteY4" fmla="*/ 19059 h 93395"/>
                <a:gd name="connsiteX5" fmla="*/ 42927 w 93098"/>
                <a:gd name="connsiteY5" fmla="*/ 0 h 93395"/>
                <a:gd name="connsiteX6" fmla="*/ 49967 w 93098"/>
                <a:gd name="connsiteY6" fmla="*/ 0 h 93395"/>
                <a:gd name="connsiteX7" fmla="*/ 79449 w 93098"/>
                <a:gd name="connsiteY7" fmla="*/ 46753 h 93395"/>
                <a:gd name="connsiteX8" fmla="*/ 46584 w 93098"/>
                <a:gd name="connsiteY8" fmla="*/ 13888 h 93395"/>
                <a:gd name="connsiteX9" fmla="*/ 13720 w 93098"/>
                <a:gd name="connsiteY9" fmla="*/ 46753 h 93395"/>
                <a:gd name="connsiteX10" fmla="*/ 46584 w 93098"/>
                <a:gd name="connsiteY10" fmla="*/ 79618 h 93395"/>
                <a:gd name="connsiteX11" fmla="*/ 79449 w 93098"/>
                <a:gd name="connsiteY11" fmla="*/ 46753 h 9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098" h="93395">
                  <a:moveTo>
                    <a:pt x="49967" y="0"/>
                  </a:moveTo>
                  <a:cubicBezTo>
                    <a:pt x="63003" y="1613"/>
                    <a:pt x="73426" y="6784"/>
                    <a:pt x="81237" y="15511"/>
                  </a:cubicBezTo>
                  <a:cubicBezTo>
                    <a:pt x="88937" y="24128"/>
                    <a:pt x="92888" y="34212"/>
                    <a:pt x="93090" y="45763"/>
                  </a:cubicBezTo>
                  <a:cubicBezTo>
                    <a:pt x="93695" y="78903"/>
                    <a:pt x="60995" y="102389"/>
                    <a:pt x="29423" y="90068"/>
                  </a:cubicBezTo>
                  <a:cubicBezTo>
                    <a:pt x="1124" y="79040"/>
                    <a:pt x="-9052" y="43948"/>
                    <a:pt x="9072" y="19059"/>
                  </a:cubicBezTo>
                  <a:cubicBezTo>
                    <a:pt x="16919" y="8296"/>
                    <a:pt x="28204" y="1943"/>
                    <a:pt x="42927" y="0"/>
                  </a:cubicBezTo>
                  <a:lnTo>
                    <a:pt x="49967" y="0"/>
                  </a:lnTo>
                  <a:close/>
                  <a:moveTo>
                    <a:pt x="79449" y="46753"/>
                  </a:moveTo>
                  <a:cubicBezTo>
                    <a:pt x="79449" y="28602"/>
                    <a:pt x="64735" y="13888"/>
                    <a:pt x="46584" y="13888"/>
                  </a:cubicBezTo>
                  <a:cubicBezTo>
                    <a:pt x="28434" y="13888"/>
                    <a:pt x="13720" y="28602"/>
                    <a:pt x="13720" y="46753"/>
                  </a:cubicBezTo>
                  <a:cubicBezTo>
                    <a:pt x="13720" y="64904"/>
                    <a:pt x="28434" y="79618"/>
                    <a:pt x="46584" y="79618"/>
                  </a:cubicBezTo>
                  <a:cubicBezTo>
                    <a:pt x="64735" y="79618"/>
                    <a:pt x="79449" y="64904"/>
                    <a:pt x="79449" y="46753"/>
                  </a:cubicBezTo>
                  <a:close/>
                </a:path>
              </a:pathLst>
            </a:custGeom>
            <a:grpFill/>
            <a:ln w="271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FA5B0AAD-03C6-5101-C60A-4FF33FBFD9B0}"/>
                </a:ext>
              </a:extLst>
            </p:cNvPr>
            <p:cNvSpPr/>
            <p:nvPr/>
          </p:nvSpPr>
          <p:spPr>
            <a:xfrm>
              <a:off x="3662522" y="3429000"/>
              <a:ext cx="95860" cy="93196"/>
            </a:xfrm>
            <a:custGeom>
              <a:avLst/>
              <a:gdLst>
                <a:gd name="connsiteX0" fmla="*/ 51249 w 95860"/>
                <a:gd name="connsiteY0" fmla="*/ 0 h 93196"/>
                <a:gd name="connsiteX1" fmla="*/ 95857 w 95860"/>
                <a:gd name="connsiteY1" fmla="*/ 46781 h 93196"/>
                <a:gd name="connsiteX2" fmla="*/ 70940 w 95860"/>
                <a:gd name="connsiteY2" fmla="*/ 87538 h 93196"/>
                <a:gd name="connsiteX3" fmla="*/ 7466 w 95860"/>
                <a:gd name="connsiteY3" fmla="*/ 71835 h 93196"/>
                <a:gd name="connsiteX4" fmla="*/ 14039 w 95860"/>
                <a:gd name="connsiteY4" fmla="*/ 13531 h 93196"/>
                <a:gd name="connsiteX5" fmla="*/ 44318 w 95860"/>
                <a:gd name="connsiteY5" fmla="*/ 0 h 93196"/>
                <a:gd name="connsiteX6" fmla="*/ 51249 w 95860"/>
                <a:gd name="connsiteY6" fmla="*/ 0 h 93196"/>
                <a:gd name="connsiteX7" fmla="*/ 82188 w 95860"/>
                <a:gd name="connsiteY7" fmla="*/ 46813 h 93196"/>
                <a:gd name="connsiteX8" fmla="*/ 47978 w 95860"/>
                <a:gd name="connsiteY8" fmla="*/ 13861 h 93196"/>
                <a:gd name="connsiteX9" fmla="*/ 13654 w 95860"/>
                <a:gd name="connsiteY9" fmla="*/ 46693 h 93196"/>
                <a:gd name="connsiteX10" fmla="*/ 47863 w 95860"/>
                <a:gd name="connsiteY10" fmla="*/ 79645 h 93196"/>
                <a:gd name="connsiteX11" fmla="*/ 82188 w 95860"/>
                <a:gd name="connsiteY11" fmla="*/ 46813 h 9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860" h="93196">
                  <a:moveTo>
                    <a:pt x="51249" y="0"/>
                  </a:moveTo>
                  <a:cubicBezTo>
                    <a:pt x="76578" y="2530"/>
                    <a:pt x="95472" y="21176"/>
                    <a:pt x="95857" y="46781"/>
                  </a:cubicBezTo>
                  <a:cubicBezTo>
                    <a:pt x="96077" y="63502"/>
                    <a:pt x="86176" y="79838"/>
                    <a:pt x="70940" y="87538"/>
                  </a:cubicBezTo>
                  <a:cubicBezTo>
                    <a:pt x="48636" y="98814"/>
                    <a:pt x="21354" y="93066"/>
                    <a:pt x="7466" y="71835"/>
                  </a:cubicBezTo>
                  <a:cubicBezTo>
                    <a:pt x="-4663" y="53271"/>
                    <a:pt x="-1692" y="28547"/>
                    <a:pt x="14039" y="13531"/>
                  </a:cubicBezTo>
                  <a:cubicBezTo>
                    <a:pt x="22106" y="5812"/>
                    <a:pt x="32199" y="1302"/>
                    <a:pt x="44318" y="0"/>
                  </a:cubicBezTo>
                  <a:lnTo>
                    <a:pt x="51249" y="0"/>
                  </a:lnTo>
                  <a:close/>
                  <a:moveTo>
                    <a:pt x="82188" y="46813"/>
                  </a:moveTo>
                  <a:cubicBezTo>
                    <a:pt x="82220" y="28647"/>
                    <a:pt x="66904" y="13894"/>
                    <a:pt x="47978" y="13861"/>
                  </a:cubicBezTo>
                  <a:cubicBezTo>
                    <a:pt x="29053" y="13828"/>
                    <a:pt x="13685" y="28527"/>
                    <a:pt x="13654" y="46693"/>
                  </a:cubicBezTo>
                  <a:cubicBezTo>
                    <a:pt x="13622" y="64859"/>
                    <a:pt x="28938" y="79612"/>
                    <a:pt x="47863" y="79645"/>
                  </a:cubicBezTo>
                  <a:cubicBezTo>
                    <a:pt x="66789" y="79678"/>
                    <a:pt x="82156" y="64979"/>
                    <a:pt x="82188" y="46813"/>
                  </a:cubicBezTo>
                  <a:close/>
                </a:path>
              </a:pathLst>
            </a:custGeom>
            <a:grpFill/>
            <a:ln w="271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B3B7205C-2DCF-2750-0568-C174299A7B39}"/>
                </a:ext>
              </a:extLst>
            </p:cNvPr>
            <p:cNvSpPr/>
            <p:nvPr/>
          </p:nvSpPr>
          <p:spPr>
            <a:xfrm>
              <a:off x="3527694" y="3495114"/>
              <a:ext cx="95980" cy="93231"/>
            </a:xfrm>
            <a:custGeom>
              <a:avLst/>
              <a:gdLst>
                <a:gd name="connsiteX0" fmla="*/ 95980 w 95980"/>
                <a:gd name="connsiteY0" fmla="*/ 46364 h 93231"/>
                <a:gd name="connsiteX1" fmla="*/ 48235 w 95980"/>
                <a:gd name="connsiteY1" fmla="*/ 93231 h 93231"/>
                <a:gd name="connsiteX2" fmla="*/ 1 w 95980"/>
                <a:gd name="connsiteY2" fmla="*/ 46867 h 93231"/>
                <a:gd name="connsiteX3" fmla="*/ 47746 w 95980"/>
                <a:gd name="connsiteY3" fmla="*/ 1 h 93231"/>
                <a:gd name="connsiteX4" fmla="*/ 95980 w 95980"/>
                <a:gd name="connsiteY4" fmla="*/ 46364 h 93231"/>
                <a:gd name="connsiteX5" fmla="*/ 82284 w 95980"/>
                <a:gd name="connsiteY5" fmla="*/ 46823 h 93231"/>
                <a:gd name="connsiteX6" fmla="*/ 48163 w 95980"/>
                <a:gd name="connsiteY6" fmla="*/ 13724 h 93231"/>
                <a:gd name="connsiteX7" fmla="*/ 13696 w 95980"/>
                <a:gd name="connsiteY7" fmla="*/ 46464 h 93231"/>
                <a:gd name="connsiteX8" fmla="*/ 47818 w 95980"/>
                <a:gd name="connsiteY8" fmla="*/ 79562 h 93231"/>
                <a:gd name="connsiteX9" fmla="*/ 82284 w 95980"/>
                <a:gd name="connsiteY9" fmla="*/ 46823 h 93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980" h="93231">
                  <a:moveTo>
                    <a:pt x="95980" y="46364"/>
                  </a:moveTo>
                  <a:cubicBezTo>
                    <a:pt x="96115" y="72109"/>
                    <a:pt x="74739" y="93092"/>
                    <a:pt x="48235" y="93231"/>
                  </a:cubicBezTo>
                  <a:cubicBezTo>
                    <a:pt x="21731" y="93369"/>
                    <a:pt x="135" y="72612"/>
                    <a:pt x="1" y="46867"/>
                  </a:cubicBezTo>
                  <a:cubicBezTo>
                    <a:pt x="-134" y="21122"/>
                    <a:pt x="21242" y="140"/>
                    <a:pt x="47746" y="1"/>
                  </a:cubicBezTo>
                  <a:cubicBezTo>
                    <a:pt x="74250" y="-138"/>
                    <a:pt x="95846" y="20620"/>
                    <a:pt x="95980" y="46364"/>
                  </a:cubicBezTo>
                  <a:close/>
                  <a:moveTo>
                    <a:pt x="82284" y="46823"/>
                  </a:moveTo>
                  <a:cubicBezTo>
                    <a:pt x="82380" y="28642"/>
                    <a:pt x="67103" y="13823"/>
                    <a:pt x="48163" y="13724"/>
                  </a:cubicBezTo>
                  <a:cubicBezTo>
                    <a:pt x="29223" y="13625"/>
                    <a:pt x="13791" y="28283"/>
                    <a:pt x="13696" y="46464"/>
                  </a:cubicBezTo>
                  <a:cubicBezTo>
                    <a:pt x="13601" y="64644"/>
                    <a:pt x="28878" y="79463"/>
                    <a:pt x="47818" y="79562"/>
                  </a:cubicBezTo>
                  <a:cubicBezTo>
                    <a:pt x="66758" y="79661"/>
                    <a:pt x="82189" y="65003"/>
                    <a:pt x="82284" y="46823"/>
                  </a:cubicBezTo>
                  <a:close/>
                </a:path>
              </a:pathLst>
            </a:custGeom>
            <a:grpFill/>
            <a:ln w="271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79924C7F-5793-8721-81B5-E705F878F6BD}"/>
                </a:ext>
              </a:extLst>
            </p:cNvPr>
            <p:cNvSpPr/>
            <p:nvPr/>
          </p:nvSpPr>
          <p:spPr>
            <a:xfrm>
              <a:off x="3329544" y="3541736"/>
              <a:ext cx="179918" cy="390690"/>
            </a:xfrm>
            <a:custGeom>
              <a:avLst/>
              <a:gdLst>
                <a:gd name="connsiteX0" fmla="*/ 0 w 179918"/>
                <a:gd name="connsiteY0" fmla="*/ 57087 h 390690"/>
                <a:gd name="connsiteX1" fmla="*/ 0 w 179918"/>
                <a:gd name="connsiteY1" fmla="*/ 48259 h 390690"/>
                <a:gd name="connsiteX2" fmla="*/ 34405 w 179918"/>
                <a:gd name="connsiteY2" fmla="*/ 2854 h 390690"/>
                <a:gd name="connsiteX3" fmla="*/ 60944 w 179918"/>
                <a:gd name="connsiteY3" fmla="*/ 76 h 390690"/>
                <a:gd name="connsiteX4" fmla="*/ 177992 w 179918"/>
                <a:gd name="connsiteY4" fmla="*/ 104 h 390690"/>
                <a:gd name="connsiteX5" fmla="*/ 178899 w 179918"/>
                <a:gd name="connsiteY5" fmla="*/ 929 h 390690"/>
                <a:gd name="connsiteX6" fmla="*/ 179917 w 179918"/>
                <a:gd name="connsiteY6" fmla="*/ 13415 h 390690"/>
                <a:gd name="connsiteX7" fmla="*/ 179504 w 179918"/>
                <a:gd name="connsiteY7" fmla="*/ 13855 h 390690"/>
                <a:gd name="connsiteX8" fmla="*/ 68232 w 179918"/>
                <a:gd name="connsiteY8" fmla="*/ 13717 h 390690"/>
                <a:gd name="connsiteX9" fmla="*/ 34102 w 179918"/>
                <a:gd name="connsiteY9" fmla="*/ 17815 h 390690"/>
                <a:gd name="connsiteX10" fmla="*/ 16446 w 179918"/>
                <a:gd name="connsiteY10" fmla="*/ 37919 h 390690"/>
                <a:gd name="connsiteX11" fmla="*/ 14576 w 179918"/>
                <a:gd name="connsiteY11" fmla="*/ 62890 h 390690"/>
                <a:gd name="connsiteX12" fmla="*/ 22084 w 179918"/>
                <a:gd name="connsiteY12" fmla="*/ 170340 h 390690"/>
                <a:gd name="connsiteX13" fmla="*/ 24889 w 179918"/>
                <a:gd name="connsiteY13" fmla="*/ 182606 h 390690"/>
                <a:gd name="connsiteX14" fmla="*/ 50246 w 179918"/>
                <a:gd name="connsiteY14" fmla="*/ 197236 h 390690"/>
                <a:gd name="connsiteX15" fmla="*/ 51626 w 179918"/>
                <a:gd name="connsiteY15" fmla="*/ 196491 h 390690"/>
                <a:gd name="connsiteX16" fmla="*/ 51676 w 179918"/>
                <a:gd name="connsiteY16" fmla="*/ 196109 h 390690"/>
                <a:gd name="connsiteX17" fmla="*/ 44085 w 179918"/>
                <a:gd name="connsiteY17" fmla="*/ 70893 h 390690"/>
                <a:gd name="connsiteX18" fmla="*/ 50383 w 179918"/>
                <a:gd name="connsiteY18" fmla="*/ 63963 h 390690"/>
                <a:gd name="connsiteX19" fmla="*/ 50658 w 179918"/>
                <a:gd name="connsiteY19" fmla="*/ 63935 h 390690"/>
                <a:gd name="connsiteX20" fmla="*/ 57757 w 179918"/>
                <a:gd name="connsiteY20" fmla="*/ 70016 h 390690"/>
                <a:gd name="connsiteX21" fmla="*/ 57781 w 179918"/>
                <a:gd name="connsiteY21" fmla="*/ 70316 h 390690"/>
                <a:gd name="connsiteX22" fmla="*/ 65537 w 179918"/>
                <a:gd name="connsiteY22" fmla="*/ 197181 h 390690"/>
                <a:gd name="connsiteX23" fmla="*/ 68342 w 179918"/>
                <a:gd name="connsiteY23" fmla="*/ 207907 h 390690"/>
                <a:gd name="connsiteX24" fmla="*/ 80415 w 179918"/>
                <a:gd name="connsiteY24" fmla="*/ 370965 h 390690"/>
                <a:gd name="connsiteX25" fmla="*/ 86686 w 179918"/>
                <a:gd name="connsiteY25" fmla="*/ 376796 h 390690"/>
                <a:gd name="connsiteX26" fmla="*/ 138086 w 179918"/>
                <a:gd name="connsiteY26" fmla="*/ 376796 h 390690"/>
                <a:gd name="connsiteX27" fmla="*/ 145237 w 179918"/>
                <a:gd name="connsiteY27" fmla="*/ 370058 h 390690"/>
                <a:gd name="connsiteX28" fmla="*/ 150407 w 179918"/>
                <a:gd name="connsiteY28" fmla="*/ 284225 h 390690"/>
                <a:gd name="connsiteX29" fmla="*/ 151452 w 179918"/>
                <a:gd name="connsiteY29" fmla="*/ 283592 h 390690"/>
                <a:gd name="connsiteX30" fmla="*/ 163883 w 179918"/>
                <a:gd name="connsiteY30" fmla="*/ 289202 h 390690"/>
                <a:gd name="connsiteX31" fmla="*/ 164351 w 179918"/>
                <a:gd name="connsiteY31" fmla="*/ 289945 h 390690"/>
                <a:gd name="connsiteX32" fmla="*/ 158768 w 179918"/>
                <a:gd name="connsiteY32" fmla="*/ 365272 h 390690"/>
                <a:gd name="connsiteX33" fmla="*/ 154890 w 179918"/>
                <a:gd name="connsiteY33" fmla="*/ 381856 h 390690"/>
                <a:gd name="connsiteX34" fmla="*/ 138224 w 179918"/>
                <a:gd name="connsiteY34" fmla="*/ 390574 h 390690"/>
                <a:gd name="connsiteX35" fmla="*/ 90068 w 179918"/>
                <a:gd name="connsiteY35" fmla="*/ 390684 h 390690"/>
                <a:gd name="connsiteX36" fmla="*/ 70130 w 179918"/>
                <a:gd name="connsiteY36" fmla="*/ 381306 h 390690"/>
                <a:gd name="connsiteX37" fmla="*/ 65949 w 179918"/>
                <a:gd name="connsiteY37" fmla="*/ 361972 h 390690"/>
                <a:gd name="connsiteX38" fmla="*/ 54949 w 179918"/>
                <a:gd name="connsiteY38" fmla="*/ 213463 h 390690"/>
                <a:gd name="connsiteX39" fmla="*/ 53463 w 179918"/>
                <a:gd name="connsiteY39" fmla="*/ 211812 h 390690"/>
                <a:gd name="connsiteX40" fmla="*/ 30637 w 179918"/>
                <a:gd name="connsiteY40" fmla="*/ 204552 h 390690"/>
                <a:gd name="connsiteX41" fmla="*/ 10203 w 179918"/>
                <a:gd name="connsiteY41" fmla="*/ 182908 h 390690"/>
                <a:gd name="connsiteX42" fmla="*/ 7205 w 179918"/>
                <a:gd name="connsiteY42" fmla="*/ 155186 h 390690"/>
                <a:gd name="connsiteX43" fmla="*/ 0 w 179918"/>
                <a:gd name="connsiteY43" fmla="*/ 57087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9918" h="390690">
                  <a:moveTo>
                    <a:pt x="0" y="57087"/>
                  </a:moveTo>
                  <a:lnTo>
                    <a:pt x="0" y="48259"/>
                  </a:lnTo>
                  <a:cubicBezTo>
                    <a:pt x="2173" y="27633"/>
                    <a:pt x="14823" y="9482"/>
                    <a:pt x="34405" y="2854"/>
                  </a:cubicBezTo>
                  <a:cubicBezTo>
                    <a:pt x="39758" y="1039"/>
                    <a:pt x="48605" y="113"/>
                    <a:pt x="60944" y="76"/>
                  </a:cubicBezTo>
                  <a:cubicBezTo>
                    <a:pt x="98786" y="-34"/>
                    <a:pt x="137802" y="-25"/>
                    <a:pt x="177992" y="104"/>
                  </a:cubicBezTo>
                  <a:cubicBezTo>
                    <a:pt x="178560" y="104"/>
                    <a:pt x="178862" y="379"/>
                    <a:pt x="178899" y="929"/>
                  </a:cubicBezTo>
                  <a:lnTo>
                    <a:pt x="179917" y="13415"/>
                  </a:lnTo>
                  <a:cubicBezTo>
                    <a:pt x="179935" y="13726"/>
                    <a:pt x="179798" y="13873"/>
                    <a:pt x="179504" y="13855"/>
                  </a:cubicBezTo>
                  <a:cubicBezTo>
                    <a:pt x="173637" y="13800"/>
                    <a:pt x="136546" y="13754"/>
                    <a:pt x="68232" y="13717"/>
                  </a:cubicBezTo>
                  <a:cubicBezTo>
                    <a:pt x="50722" y="13717"/>
                    <a:pt x="39346" y="15083"/>
                    <a:pt x="34102" y="17815"/>
                  </a:cubicBezTo>
                  <a:cubicBezTo>
                    <a:pt x="25852" y="22123"/>
                    <a:pt x="19966" y="28825"/>
                    <a:pt x="16446" y="37919"/>
                  </a:cubicBezTo>
                  <a:cubicBezTo>
                    <a:pt x="14429" y="43162"/>
                    <a:pt x="13806" y="51486"/>
                    <a:pt x="14576" y="62890"/>
                  </a:cubicBezTo>
                  <a:cubicBezTo>
                    <a:pt x="17014" y="98716"/>
                    <a:pt x="19517" y="134532"/>
                    <a:pt x="22084" y="170340"/>
                  </a:cubicBezTo>
                  <a:cubicBezTo>
                    <a:pt x="22487" y="176170"/>
                    <a:pt x="23422" y="180259"/>
                    <a:pt x="24889" y="182606"/>
                  </a:cubicBezTo>
                  <a:cubicBezTo>
                    <a:pt x="30032" y="190856"/>
                    <a:pt x="41225" y="194459"/>
                    <a:pt x="50246" y="197236"/>
                  </a:cubicBezTo>
                  <a:cubicBezTo>
                    <a:pt x="50826" y="197420"/>
                    <a:pt x="51443" y="197086"/>
                    <a:pt x="51626" y="196491"/>
                  </a:cubicBezTo>
                  <a:cubicBezTo>
                    <a:pt x="51664" y="196367"/>
                    <a:pt x="51681" y="196238"/>
                    <a:pt x="51676" y="196109"/>
                  </a:cubicBezTo>
                  <a:lnTo>
                    <a:pt x="44085" y="70893"/>
                  </a:lnTo>
                  <a:cubicBezTo>
                    <a:pt x="43810" y="66310"/>
                    <a:pt x="45910" y="63999"/>
                    <a:pt x="50383" y="63963"/>
                  </a:cubicBezTo>
                  <a:cubicBezTo>
                    <a:pt x="50420" y="63963"/>
                    <a:pt x="50512" y="63954"/>
                    <a:pt x="50658" y="63935"/>
                  </a:cubicBezTo>
                  <a:cubicBezTo>
                    <a:pt x="54193" y="63562"/>
                    <a:pt x="57371" y="66285"/>
                    <a:pt x="57757" y="70016"/>
                  </a:cubicBezTo>
                  <a:cubicBezTo>
                    <a:pt x="57767" y="70116"/>
                    <a:pt x="57775" y="70216"/>
                    <a:pt x="57781" y="70316"/>
                  </a:cubicBezTo>
                  <a:cubicBezTo>
                    <a:pt x="60421" y="113218"/>
                    <a:pt x="63007" y="155507"/>
                    <a:pt x="65537" y="197181"/>
                  </a:cubicBezTo>
                  <a:cubicBezTo>
                    <a:pt x="65784" y="201142"/>
                    <a:pt x="68039" y="204112"/>
                    <a:pt x="68342" y="207907"/>
                  </a:cubicBezTo>
                  <a:cubicBezTo>
                    <a:pt x="69919" y="229212"/>
                    <a:pt x="73943" y="283565"/>
                    <a:pt x="80415" y="370965"/>
                  </a:cubicBezTo>
                  <a:cubicBezTo>
                    <a:pt x="80660" y="374249"/>
                    <a:pt x="83393" y="376790"/>
                    <a:pt x="86686" y="376796"/>
                  </a:cubicBezTo>
                  <a:lnTo>
                    <a:pt x="138086" y="376796"/>
                  </a:lnTo>
                  <a:cubicBezTo>
                    <a:pt x="142578" y="376796"/>
                    <a:pt x="144962" y="374550"/>
                    <a:pt x="145237" y="370058"/>
                  </a:cubicBezTo>
                  <a:lnTo>
                    <a:pt x="150407" y="284225"/>
                  </a:lnTo>
                  <a:cubicBezTo>
                    <a:pt x="150444" y="283510"/>
                    <a:pt x="150792" y="283299"/>
                    <a:pt x="151452" y="283592"/>
                  </a:cubicBezTo>
                  <a:lnTo>
                    <a:pt x="163883" y="289202"/>
                  </a:lnTo>
                  <a:cubicBezTo>
                    <a:pt x="164213" y="289349"/>
                    <a:pt x="164369" y="289597"/>
                    <a:pt x="164351" y="289945"/>
                  </a:cubicBezTo>
                  <a:cubicBezTo>
                    <a:pt x="162627" y="314642"/>
                    <a:pt x="160766" y="339751"/>
                    <a:pt x="158768" y="365272"/>
                  </a:cubicBezTo>
                  <a:cubicBezTo>
                    <a:pt x="158144" y="373083"/>
                    <a:pt x="156852" y="378611"/>
                    <a:pt x="154890" y="381856"/>
                  </a:cubicBezTo>
                  <a:cubicBezTo>
                    <a:pt x="151370" y="387686"/>
                    <a:pt x="145814" y="390592"/>
                    <a:pt x="138224" y="390574"/>
                  </a:cubicBezTo>
                  <a:cubicBezTo>
                    <a:pt x="114096" y="390519"/>
                    <a:pt x="98044" y="390556"/>
                    <a:pt x="90068" y="390684"/>
                  </a:cubicBezTo>
                  <a:cubicBezTo>
                    <a:pt x="80754" y="390849"/>
                    <a:pt x="74108" y="387723"/>
                    <a:pt x="70130" y="381306"/>
                  </a:cubicBezTo>
                  <a:cubicBezTo>
                    <a:pt x="68039" y="377932"/>
                    <a:pt x="66646" y="371488"/>
                    <a:pt x="65949" y="361972"/>
                  </a:cubicBezTo>
                  <a:cubicBezTo>
                    <a:pt x="61494" y="301322"/>
                    <a:pt x="57827" y="251818"/>
                    <a:pt x="54949" y="213463"/>
                  </a:cubicBezTo>
                  <a:cubicBezTo>
                    <a:pt x="54875" y="212546"/>
                    <a:pt x="54380" y="211996"/>
                    <a:pt x="53463" y="211812"/>
                  </a:cubicBezTo>
                  <a:cubicBezTo>
                    <a:pt x="45470" y="210236"/>
                    <a:pt x="37861" y="207815"/>
                    <a:pt x="30637" y="204552"/>
                  </a:cubicBezTo>
                  <a:cubicBezTo>
                    <a:pt x="20223" y="199858"/>
                    <a:pt x="13412" y="192644"/>
                    <a:pt x="10203" y="182908"/>
                  </a:cubicBezTo>
                  <a:cubicBezTo>
                    <a:pt x="9231" y="179993"/>
                    <a:pt x="8232" y="170752"/>
                    <a:pt x="7205" y="155186"/>
                  </a:cubicBezTo>
                  <a:cubicBezTo>
                    <a:pt x="5042" y="122496"/>
                    <a:pt x="2640" y="89796"/>
                    <a:pt x="0" y="57087"/>
                  </a:cubicBezTo>
                  <a:close/>
                </a:path>
              </a:pathLst>
            </a:custGeom>
            <a:grpFill/>
            <a:ln w="271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9A37483-9AB9-73D6-4053-E223E673DE08}"/>
                </a:ext>
              </a:extLst>
            </p:cNvPr>
            <p:cNvSpPr/>
            <p:nvPr/>
          </p:nvSpPr>
          <p:spPr>
            <a:xfrm>
              <a:off x="3639263" y="3541743"/>
              <a:ext cx="182562" cy="390621"/>
            </a:xfrm>
            <a:custGeom>
              <a:avLst/>
              <a:gdLst>
                <a:gd name="connsiteX0" fmla="*/ 182563 w 182562"/>
                <a:gd name="connsiteY0" fmla="*/ 47949 h 390621"/>
                <a:gd name="connsiteX1" fmla="*/ 182563 w 182562"/>
                <a:gd name="connsiteY1" fmla="*/ 58400 h 390621"/>
                <a:gd name="connsiteX2" fmla="*/ 174037 w 182562"/>
                <a:gd name="connsiteY2" fmla="*/ 172615 h 390621"/>
                <a:gd name="connsiteX3" fmla="*/ 155556 w 182562"/>
                <a:gd name="connsiteY3" fmla="*/ 202537 h 390621"/>
                <a:gd name="connsiteX4" fmla="*/ 129072 w 182562"/>
                <a:gd name="connsiteY4" fmla="*/ 211942 h 390621"/>
                <a:gd name="connsiteX5" fmla="*/ 127972 w 182562"/>
                <a:gd name="connsiteY5" fmla="*/ 213153 h 390621"/>
                <a:gd name="connsiteX6" fmla="*/ 117026 w 182562"/>
                <a:gd name="connsiteY6" fmla="*/ 362762 h 390621"/>
                <a:gd name="connsiteX7" fmla="*/ 113066 w 182562"/>
                <a:gd name="connsiteY7" fmla="*/ 381354 h 390621"/>
                <a:gd name="connsiteX8" fmla="*/ 93897 w 182562"/>
                <a:gd name="connsiteY8" fmla="*/ 390622 h 390621"/>
                <a:gd name="connsiteX9" fmla="*/ 45714 w 182562"/>
                <a:gd name="connsiteY9" fmla="*/ 390512 h 390621"/>
                <a:gd name="connsiteX10" fmla="*/ 36308 w 182562"/>
                <a:gd name="connsiteY10" fmla="*/ 387954 h 390621"/>
                <a:gd name="connsiteX11" fmla="*/ 25472 w 182562"/>
                <a:gd name="connsiteY11" fmla="*/ 364770 h 390621"/>
                <a:gd name="connsiteX12" fmla="*/ 19890 w 182562"/>
                <a:gd name="connsiteY12" fmla="*/ 289663 h 390621"/>
                <a:gd name="connsiteX13" fmla="*/ 20330 w 182562"/>
                <a:gd name="connsiteY13" fmla="*/ 288838 h 390621"/>
                <a:gd name="connsiteX14" fmla="*/ 32568 w 182562"/>
                <a:gd name="connsiteY14" fmla="*/ 282622 h 390621"/>
                <a:gd name="connsiteX15" fmla="*/ 32946 w 182562"/>
                <a:gd name="connsiteY15" fmla="*/ 282753 h 390621"/>
                <a:gd name="connsiteX16" fmla="*/ 32980 w 182562"/>
                <a:gd name="connsiteY16" fmla="*/ 282870 h 390621"/>
                <a:gd name="connsiteX17" fmla="*/ 39938 w 182562"/>
                <a:gd name="connsiteY17" fmla="*/ 370078 h 390621"/>
                <a:gd name="connsiteX18" fmla="*/ 47199 w 182562"/>
                <a:gd name="connsiteY18" fmla="*/ 376788 h 390621"/>
                <a:gd name="connsiteX19" fmla="*/ 95189 w 182562"/>
                <a:gd name="connsiteY19" fmla="*/ 376788 h 390621"/>
                <a:gd name="connsiteX20" fmla="*/ 102725 w 182562"/>
                <a:gd name="connsiteY20" fmla="*/ 369803 h 390621"/>
                <a:gd name="connsiteX21" fmla="*/ 114193 w 182562"/>
                <a:gd name="connsiteY21" fmla="*/ 212328 h 390621"/>
                <a:gd name="connsiteX22" fmla="*/ 117328 w 182562"/>
                <a:gd name="connsiteY22" fmla="*/ 193984 h 390621"/>
                <a:gd name="connsiteX23" fmla="*/ 124974 w 182562"/>
                <a:gd name="connsiteY23" fmla="*/ 70391 h 390621"/>
                <a:gd name="connsiteX24" fmla="*/ 131987 w 182562"/>
                <a:gd name="connsiteY24" fmla="*/ 64120 h 390621"/>
                <a:gd name="connsiteX25" fmla="*/ 132262 w 182562"/>
                <a:gd name="connsiteY25" fmla="*/ 64120 h 390621"/>
                <a:gd name="connsiteX26" fmla="*/ 138571 w 182562"/>
                <a:gd name="connsiteY26" fmla="*/ 70516 h 390621"/>
                <a:gd name="connsiteX27" fmla="*/ 138560 w 182562"/>
                <a:gd name="connsiteY27" fmla="*/ 70858 h 390621"/>
                <a:gd name="connsiteX28" fmla="*/ 131107 w 182562"/>
                <a:gd name="connsiteY28" fmla="*/ 191426 h 390621"/>
                <a:gd name="connsiteX29" fmla="*/ 137845 w 182562"/>
                <a:gd name="connsiteY29" fmla="*/ 195936 h 390621"/>
                <a:gd name="connsiteX30" fmla="*/ 150688 w 182562"/>
                <a:gd name="connsiteY30" fmla="*/ 189336 h 390621"/>
                <a:gd name="connsiteX31" fmla="*/ 159764 w 182562"/>
                <a:gd name="connsiteY31" fmla="*/ 175585 h 390621"/>
                <a:gd name="connsiteX32" fmla="*/ 167877 w 182562"/>
                <a:gd name="connsiteY32" fmla="*/ 66183 h 390621"/>
                <a:gd name="connsiteX33" fmla="*/ 166062 w 182562"/>
                <a:gd name="connsiteY33" fmla="*/ 37361 h 390621"/>
                <a:gd name="connsiteX34" fmla="*/ 147498 w 182562"/>
                <a:gd name="connsiteY34" fmla="*/ 17230 h 390621"/>
                <a:gd name="connsiteX35" fmla="*/ 123324 w 182562"/>
                <a:gd name="connsiteY35" fmla="*/ 13765 h 390621"/>
                <a:gd name="connsiteX36" fmla="*/ 9274 w 182562"/>
                <a:gd name="connsiteY36" fmla="*/ 13820 h 390621"/>
                <a:gd name="connsiteX37" fmla="*/ 1023 w 182562"/>
                <a:gd name="connsiteY37" fmla="*/ 15167 h 390621"/>
                <a:gd name="connsiteX38" fmla="*/ 6 w 182562"/>
                <a:gd name="connsiteY38" fmla="*/ 14452 h 390621"/>
                <a:gd name="connsiteX39" fmla="*/ 666 w 182562"/>
                <a:gd name="connsiteY39" fmla="*/ 3616 h 390621"/>
                <a:gd name="connsiteX40" fmla="*/ 4351 w 182562"/>
                <a:gd name="connsiteY40" fmla="*/ 124 h 390621"/>
                <a:gd name="connsiteX41" fmla="*/ 131052 w 182562"/>
                <a:gd name="connsiteY41" fmla="*/ 14 h 390621"/>
                <a:gd name="connsiteX42" fmla="*/ 152393 w 182562"/>
                <a:gd name="connsiteY42" fmla="*/ 5074 h 390621"/>
                <a:gd name="connsiteX43" fmla="*/ 182563 w 182562"/>
                <a:gd name="connsiteY43" fmla="*/ 47949 h 390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2562" h="390621">
                  <a:moveTo>
                    <a:pt x="182563" y="47949"/>
                  </a:moveTo>
                  <a:lnTo>
                    <a:pt x="182563" y="58400"/>
                  </a:lnTo>
                  <a:cubicBezTo>
                    <a:pt x="179372" y="96463"/>
                    <a:pt x="176531" y="134534"/>
                    <a:pt x="174037" y="172615"/>
                  </a:cubicBezTo>
                  <a:cubicBezTo>
                    <a:pt x="173139" y="186238"/>
                    <a:pt x="166978" y="196211"/>
                    <a:pt x="155556" y="202537"/>
                  </a:cubicBezTo>
                  <a:cubicBezTo>
                    <a:pt x="147122" y="207194"/>
                    <a:pt x="138294" y="210329"/>
                    <a:pt x="129072" y="211942"/>
                  </a:cubicBezTo>
                  <a:cubicBezTo>
                    <a:pt x="128461" y="212044"/>
                    <a:pt x="128004" y="212547"/>
                    <a:pt x="127972" y="213153"/>
                  </a:cubicBezTo>
                  <a:cubicBezTo>
                    <a:pt x="124378" y="263022"/>
                    <a:pt x="120729" y="312892"/>
                    <a:pt x="117026" y="362762"/>
                  </a:cubicBezTo>
                  <a:cubicBezTo>
                    <a:pt x="116348" y="371893"/>
                    <a:pt x="115027" y="378090"/>
                    <a:pt x="113066" y="381354"/>
                  </a:cubicBezTo>
                  <a:cubicBezTo>
                    <a:pt x="109325" y="387551"/>
                    <a:pt x="102936" y="390640"/>
                    <a:pt x="93897" y="390622"/>
                  </a:cubicBezTo>
                  <a:cubicBezTo>
                    <a:pt x="67275" y="390567"/>
                    <a:pt x="51214" y="390530"/>
                    <a:pt x="45714" y="390512"/>
                  </a:cubicBezTo>
                  <a:cubicBezTo>
                    <a:pt x="42579" y="390493"/>
                    <a:pt x="39443" y="389641"/>
                    <a:pt x="36308" y="387954"/>
                  </a:cubicBezTo>
                  <a:cubicBezTo>
                    <a:pt x="27618" y="383251"/>
                    <a:pt x="26242" y="375386"/>
                    <a:pt x="25472" y="364770"/>
                  </a:cubicBezTo>
                  <a:cubicBezTo>
                    <a:pt x="23657" y="339615"/>
                    <a:pt x="21796" y="314579"/>
                    <a:pt x="19890" y="289663"/>
                  </a:cubicBezTo>
                  <a:cubicBezTo>
                    <a:pt x="19853" y="289278"/>
                    <a:pt x="20000" y="289003"/>
                    <a:pt x="20330" y="288838"/>
                  </a:cubicBezTo>
                  <a:lnTo>
                    <a:pt x="32568" y="282622"/>
                  </a:lnTo>
                  <a:cubicBezTo>
                    <a:pt x="32701" y="282547"/>
                    <a:pt x="32870" y="282605"/>
                    <a:pt x="32946" y="282753"/>
                  </a:cubicBezTo>
                  <a:cubicBezTo>
                    <a:pt x="32964" y="282789"/>
                    <a:pt x="32976" y="282829"/>
                    <a:pt x="32980" y="282870"/>
                  </a:cubicBezTo>
                  <a:lnTo>
                    <a:pt x="39938" y="370078"/>
                  </a:lnTo>
                  <a:cubicBezTo>
                    <a:pt x="40305" y="374551"/>
                    <a:pt x="42725" y="376788"/>
                    <a:pt x="47199" y="376788"/>
                  </a:cubicBezTo>
                  <a:lnTo>
                    <a:pt x="95189" y="376788"/>
                  </a:lnTo>
                  <a:cubicBezTo>
                    <a:pt x="99865" y="376788"/>
                    <a:pt x="102377" y="374460"/>
                    <a:pt x="102725" y="369803"/>
                  </a:cubicBezTo>
                  <a:cubicBezTo>
                    <a:pt x="106465" y="319089"/>
                    <a:pt x="110288" y="266598"/>
                    <a:pt x="114193" y="212328"/>
                  </a:cubicBezTo>
                  <a:cubicBezTo>
                    <a:pt x="114716" y="205205"/>
                    <a:pt x="116971" y="200392"/>
                    <a:pt x="117328" y="193984"/>
                  </a:cubicBezTo>
                  <a:cubicBezTo>
                    <a:pt x="119749" y="150714"/>
                    <a:pt x="122297" y="109517"/>
                    <a:pt x="124974" y="70391"/>
                  </a:cubicBezTo>
                  <a:cubicBezTo>
                    <a:pt x="125286" y="65826"/>
                    <a:pt x="127623" y="63735"/>
                    <a:pt x="131987" y="64120"/>
                  </a:cubicBezTo>
                  <a:cubicBezTo>
                    <a:pt x="132152" y="64120"/>
                    <a:pt x="132244" y="64120"/>
                    <a:pt x="132262" y="64120"/>
                  </a:cubicBezTo>
                  <a:cubicBezTo>
                    <a:pt x="135770" y="64144"/>
                    <a:pt x="138595" y="67008"/>
                    <a:pt x="138571" y="70516"/>
                  </a:cubicBezTo>
                  <a:cubicBezTo>
                    <a:pt x="138571" y="70631"/>
                    <a:pt x="138567" y="70745"/>
                    <a:pt x="138560" y="70858"/>
                  </a:cubicBezTo>
                  <a:lnTo>
                    <a:pt x="131107" y="191426"/>
                  </a:lnTo>
                  <a:cubicBezTo>
                    <a:pt x="130758" y="196927"/>
                    <a:pt x="133004" y="198430"/>
                    <a:pt x="137845" y="195936"/>
                  </a:cubicBezTo>
                  <a:lnTo>
                    <a:pt x="150688" y="189336"/>
                  </a:lnTo>
                  <a:cubicBezTo>
                    <a:pt x="155886" y="186649"/>
                    <a:pt x="159321" y="181444"/>
                    <a:pt x="159764" y="175585"/>
                  </a:cubicBezTo>
                  <a:cubicBezTo>
                    <a:pt x="162642" y="137596"/>
                    <a:pt x="165347" y="101129"/>
                    <a:pt x="167877" y="66183"/>
                  </a:cubicBezTo>
                  <a:cubicBezTo>
                    <a:pt x="168848" y="52469"/>
                    <a:pt x="168243" y="42862"/>
                    <a:pt x="166062" y="37361"/>
                  </a:cubicBezTo>
                  <a:cubicBezTo>
                    <a:pt x="162468" y="28341"/>
                    <a:pt x="156280" y="21630"/>
                    <a:pt x="147498" y="17230"/>
                  </a:cubicBezTo>
                  <a:cubicBezTo>
                    <a:pt x="142896" y="14920"/>
                    <a:pt x="134838" y="13765"/>
                    <a:pt x="123324" y="13765"/>
                  </a:cubicBezTo>
                  <a:cubicBezTo>
                    <a:pt x="85243" y="13746"/>
                    <a:pt x="47226" y="13765"/>
                    <a:pt x="9274" y="13820"/>
                  </a:cubicBezTo>
                  <a:cubicBezTo>
                    <a:pt x="7431" y="13820"/>
                    <a:pt x="3196" y="14260"/>
                    <a:pt x="1023" y="15167"/>
                  </a:cubicBezTo>
                  <a:cubicBezTo>
                    <a:pt x="290" y="15479"/>
                    <a:pt x="-49" y="15241"/>
                    <a:pt x="6" y="14452"/>
                  </a:cubicBezTo>
                  <a:lnTo>
                    <a:pt x="666" y="3616"/>
                  </a:lnTo>
                  <a:cubicBezTo>
                    <a:pt x="794" y="1306"/>
                    <a:pt x="2023" y="142"/>
                    <a:pt x="4351" y="124"/>
                  </a:cubicBezTo>
                  <a:cubicBezTo>
                    <a:pt x="26426" y="14"/>
                    <a:pt x="68659" y="-23"/>
                    <a:pt x="131052" y="14"/>
                  </a:cubicBezTo>
                  <a:cubicBezTo>
                    <a:pt x="138404" y="14"/>
                    <a:pt x="145518" y="1701"/>
                    <a:pt x="152393" y="5074"/>
                  </a:cubicBezTo>
                  <a:cubicBezTo>
                    <a:pt x="170031" y="13673"/>
                    <a:pt x="180087" y="27965"/>
                    <a:pt x="182563" y="47949"/>
                  </a:cubicBezTo>
                  <a:close/>
                </a:path>
              </a:pathLst>
            </a:custGeom>
            <a:grpFill/>
            <a:ln w="271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6732DA4-EDE5-2347-A294-41E9C16B20F6}"/>
                </a:ext>
              </a:extLst>
            </p:cNvPr>
            <p:cNvSpPr/>
            <p:nvPr/>
          </p:nvSpPr>
          <p:spPr>
            <a:xfrm>
              <a:off x="3464748" y="3607761"/>
              <a:ext cx="222029" cy="390690"/>
            </a:xfrm>
            <a:custGeom>
              <a:avLst/>
              <a:gdLst>
                <a:gd name="connsiteX0" fmla="*/ 111019 w 222029"/>
                <a:gd name="connsiteY0" fmla="*/ 0 h 390690"/>
                <a:gd name="connsiteX1" fmla="*/ 170726 w 222029"/>
                <a:gd name="connsiteY1" fmla="*/ 55 h 390690"/>
                <a:gd name="connsiteX2" fmla="*/ 221082 w 222029"/>
                <a:gd name="connsiteY2" fmla="*/ 40455 h 390690"/>
                <a:gd name="connsiteX3" fmla="*/ 221549 w 222029"/>
                <a:gd name="connsiteY3" fmla="*/ 64134 h 390690"/>
                <a:gd name="connsiteX4" fmla="*/ 213684 w 222029"/>
                <a:gd name="connsiteY4" fmla="*/ 173289 h 390690"/>
                <a:gd name="connsiteX5" fmla="*/ 192700 w 222029"/>
                <a:gd name="connsiteY5" fmla="*/ 204118 h 390690"/>
                <a:gd name="connsiteX6" fmla="*/ 169158 w 222029"/>
                <a:gd name="connsiteY6" fmla="*/ 211819 h 390690"/>
                <a:gd name="connsiteX7" fmla="*/ 167783 w 222029"/>
                <a:gd name="connsiteY7" fmla="*/ 213386 h 390690"/>
                <a:gd name="connsiteX8" fmla="*/ 156150 w 222029"/>
                <a:gd name="connsiteY8" fmla="*/ 369899 h 390690"/>
                <a:gd name="connsiteX9" fmla="*/ 135689 w 222029"/>
                <a:gd name="connsiteY9" fmla="*/ 390360 h 390690"/>
                <a:gd name="connsiteX10" fmla="*/ 110937 w 222029"/>
                <a:gd name="connsiteY10" fmla="*/ 390690 h 390690"/>
                <a:gd name="connsiteX11" fmla="*/ 86158 w 222029"/>
                <a:gd name="connsiteY11" fmla="*/ 390360 h 390690"/>
                <a:gd name="connsiteX12" fmla="*/ 65724 w 222029"/>
                <a:gd name="connsiteY12" fmla="*/ 369872 h 390690"/>
                <a:gd name="connsiteX13" fmla="*/ 54173 w 222029"/>
                <a:gd name="connsiteY13" fmla="*/ 213359 h 390690"/>
                <a:gd name="connsiteX14" fmla="*/ 52798 w 222029"/>
                <a:gd name="connsiteY14" fmla="*/ 211791 h 390690"/>
                <a:gd name="connsiteX15" fmla="*/ 29257 w 222029"/>
                <a:gd name="connsiteY15" fmla="*/ 204063 h 390690"/>
                <a:gd name="connsiteX16" fmla="*/ 8273 w 222029"/>
                <a:gd name="connsiteY16" fmla="*/ 173234 h 390690"/>
                <a:gd name="connsiteX17" fmla="*/ 462 w 222029"/>
                <a:gd name="connsiteY17" fmla="*/ 64079 h 390690"/>
                <a:gd name="connsiteX18" fmla="*/ 957 w 222029"/>
                <a:gd name="connsiteY18" fmla="*/ 40400 h 390690"/>
                <a:gd name="connsiteX19" fmla="*/ 51313 w 222029"/>
                <a:gd name="connsiteY19" fmla="*/ 28 h 390690"/>
                <a:gd name="connsiteX20" fmla="*/ 111019 w 222029"/>
                <a:gd name="connsiteY20" fmla="*/ 0 h 390690"/>
                <a:gd name="connsiteX21" fmla="*/ 47353 w 222029"/>
                <a:gd name="connsiteY21" fmla="*/ 63969 h 390690"/>
                <a:gd name="connsiteX22" fmla="*/ 54558 w 222029"/>
                <a:gd name="connsiteY22" fmla="*/ 70240 h 390690"/>
                <a:gd name="connsiteX23" fmla="*/ 64844 w 222029"/>
                <a:gd name="connsiteY23" fmla="*/ 198343 h 390690"/>
                <a:gd name="connsiteX24" fmla="*/ 65587 w 222029"/>
                <a:gd name="connsiteY24" fmla="*/ 201368 h 390690"/>
                <a:gd name="connsiteX25" fmla="*/ 67649 w 222029"/>
                <a:gd name="connsiteY25" fmla="*/ 208766 h 390690"/>
                <a:gd name="connsiteX26" fmla="*/ 79392 w 222029"/>
                <a:gd name="connsiteY26" fmla="*/ 369761 h 390690"/>
                <a:gd name="connsiteX27" fmla="*/ 87010 w 222029"/>
                <a:gd name="connsiteY27" fmla="*/ 376829 h 390690"/>
                <a:gd name="connsiteX28" fmla="*/ 135579 w 222029"/>
                <a:gd name="connsiteY28" fmla="*/ 376829 h 390690"/>
                <a:gd name="connsiteX29" fmla="*/ 142372 w 222029"/>
                <a:gd name="connsiteY29" fmla="*/ 370587 h 390690"/>
                <a:gd name="connsiteX30" fmla="*/ 154252 w 222029"/>
                <a:gd name="connsiteY30" fmla="*/ 208546 h 390690"/>
                <a:gd name="connsiteX31" fmla="*/ 156370 w 222029"/>
                <a:gd name="connsiteY31" fmla="*/ 200405 h 390690"/>
                <a:gd name="connsiteX32" fmla="*/ 157195 w 222029"/>
                <a:gd name="connsiteY32" fmla="*/ 194163 h 390690"/>
                <a:gd name="connsiteX33" fmla="*/ 163190 w 222029"/>
                <a:gd name="connsiteY33" fmla="*/ 92819 h 390690"/>
                <a:gd name="connsiteX34" fmla="*/ 165528 w 222029"/>
                <a:gd name="connsiteY34" fmla="*/ 68259 h 390690"/>
                <a:gd name="connsiteX35" fmla="*/ 172761 w 222029"/>
                <a:gd name="connsiteY35" fmla="*/ 64024 h 390690"/>
                <a:gd name="connsiteX36" fmla="*/ 174081 w 222029"/>
                <a:gd name="connsiteY36" fmla="*/ 64464 h 390690"/>
                <a:gd name="connsiteX37" fmla="*/ 178289 w 222029"/>
                <a:gd name="connsiteY37" fmla="*/ 70735 h 390690"/>
                <a:gd name="connsiteX38" fmla="*/ 171001 w 222029"/>
                <a:gd name="connsiteY38" fmla="*/ 191632 h 390690"/>
                <a:gd name="connsiteX39" fmla="*/ 177739 w 222029"/>
                <a:gd name="connsiteY39" fmla="*/ 196088 h 390690"/>
                <a:gd name="connsiteX40" fmla="*/ 190500 w 222029"/>
                <a:gd name="connsiteY40" fmla="*/ 189652 h 390690"/>
                <a:gd name="connsiteX41" fmla="*/ 199520 w 222029"/>
                <a:gd name="connsiteY41" fmla="*/ 175846 h 390690"/>
                <a:gd name="connsiteX42" fmla="*/ 207716 w 222029"/>
                <a:gd name="connsiteY42" fmla="*/ 64877 h 390690"/>
                <a:gd name="connsiteX43" fmla="*/ 206258 w 222029"/>
                <a:gd name="connsiteY43" fmla="*/ 38585 h 390690"/>
                <a:gd name="connsiteX44" fmla="*/ 187804 w 222029"/>
                <a:gd name="connsiteY44" fmla="*/ 17299 h 390690"/>
                <a:gd name="connsiteX45" fmla="*/ 154665 w 222029"/>
                <a:gd name="connsiteY45" fmla="*/ 13586 h 390690"/>
                <a:gd name="connsiteX46" fmla="*/ 65202 w 222029"/>
                <a:gd name="connsiteY46" fmla="*/ 13696 h 390690"/>
                <a:gd name="connsiteX47" fmla="*/ 37342 w 222029"/>
                <a:gd name="connsiteY47" fmla="*/ 16529 h 390690"/>
                <a:gd name="connsiteX48" fmla="*/ 16111 w 222029"/>
                <a:gd name="connsiteY48" fmla="*/ 37622 h 390690"/>
                <a:gd name="connsiteX49" fmla="*/ 14213 w 222029"/>
                <a:gd name="connsiteY49" fmla="*/ 64547 h 390690"/>
                <a:gd name="connsiteX50" fmla="*/ 22409 w 222029"/>
                <a:gd name="connsiteY50" fmla="*/ 175791 h 390690"/>
                <a:gd name="connsiteX51" fmla="*/ 31154 w 222029"/>
                <a:gd name="connsiteY51" fmla="*/ 189157 h 390690"/>
                <a:gd name="connsiteX52" fmla="*/ 44603 w 222029"/>
                <a:gd name="connsiteY52" fmla="*/ 196198 h 390690"/>
                <a:gd name="connsiteX53" fmla="*/ 50571 w 222029"/>
                <a:gd name="connsiteY53" fmla="*/ 192045 h 390690"/>
                <a:gd name="connsiteX54" fmla="*/ 40890 w 222029"/>
                <a:gd name="connsiteY54" fmla="*/ 70872 h 390690"/>
                <a:gd name="connsiteX55" fmla="*/ 45746 w 222029"/>
                <a:gd name="connsiteY55" fmla="*/ 63935 h 390690"/>
                <a:gd name="connsiteX56" fmla="*/ 47078 w 222029"/>
                <a:gd name="connsiteY56" fmla="*/ 63969 h 390690"/>
                <a:gd name="connsiteX57" fmla="*/ 47353 w 222029"/>
                <a:gd name="connsiteY57" fmla="*/ 63969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2029" h="390690">
                  <a:moveTo>
                    <a:pt x="111019" y="0"/>
                  </a:moveTo>
                  <a:cubicBezTo>
                    <a:pt x="148954" y="18"/>
                    <a:pt x="168856" y="37"/>
                    <a:pt x="170726" y="55"/>
                  </a:cubicBezTo>
                  <a:cubicBezTo>
                    <a:pt x="195477" y="330"/>
                    <a:pt x="215884" y="16446"/>
                    <a:pt x="221082" y="40455"/>
                  </a:cubicBezTo>
                  <a:cubicBezTo>
                    <a:pt x="222163" y="45460"/>
                    <a:pt x="222319" y="53353"/>
                    <a:pt x="221549" y="64134"/>
                  </a:cubicBezTo>
                  <a:cubicBezTo>
                    <a:pt x="221274" y="67984"/>
                    <a:pt x="218652" y="104369"/>
                    <a:pt x="213684" y="173289"/>
                  </a:cubicBezTo>
                  <a:cubicBezTo>
                    <a:pt x="212657" y="187645"/>
                    <a:pt x="205662" y="197921"/>
                    <a:pt x="192700" y="204118"/>
                  </a:cubicBezTo>
                  <a:cubicBezTo>
                    <a:pt x="185109" y="207767"/>
                    <a:pt x="177262" y="210334"/>
                    <a:pt x="169158" y="211819"/>
                  </a:cubicBezTo>
                  <a:cubicBezTo>
                    <a:pt x="168397" y="211967"/>
                    <a:pt x="167831" y="212612"/>
                    <a:pt x="167783" y="213386"/>
                  </a:cubicBezTo>
                  <a:cubicBezTo>
                    <a:pt x="165088" y="250770"/>
                    <a:pt x="161210" y="302941"/>
                    <a:pt x="156150" y="369899"/>
                  </a:cubicBezTo>
                  <a:cubicBezTo>
                    <a:pt x="155178" y="382862"/>
                    <a:pt x="148358" y="389682"/>
                    <a:pt x="135689" y="390360"/>
                  </a:cubicBezTo>
                  <a:cubicBezTo>
                    <a:pt x="131545" y="390580"/>
                    <a:pt x="123294" y="390690"/>
                    <a:pt x="110937" y="390690"/>
                  </a:cubicBezTo>
                  <a:cubicBezTo>
                    <a:pt x="98561" y="390690"/>
                    <a:pt x="90301" y="390580"/>
                    <a:pt x="86158" y="390360"/>
                  </a:cubicBezTo>
                  <a:cubicBezTo>
                    <a:pt x="73489" y="389664"/>
                    <a:pt x="66677" y="382834"/>
                    <a:pt x="65724" y="369872"/>
                  </a:cubicBezTo>
                  <a:cubicBezTo>
                    <a:pt x="60700" y="302914"/>
                    <a:pt x="56850" y="250743"/>
                    <a:pt x="54173" y="213359"/>
                  </a:cubicBezTo>
                  <a:cubicBezTo>
                    <a:pt x="54125" y="212584"/>
                    <a:pt x="53560" y="211940"/>
                    <a:pt x="52798" y="211791"/>
                  </a:cubicBezTo>
                  <a:cubicBezTo>
                    <a:pt x="44694" y="210306"/>
                    <a:pt x="36847" y="207730"/>
                    <a:pt x="29257" y="204063"/>
                  </a:cubicBezTo>
                  <a:cubicBezTo>
                    <a:pt x="16294" y="197866"/>
                    <a:pt x="9300" y="187590"/>
                    <a:pt x="8273" y="173234"/>
                  </a:cubicBezTo>
                  <a:cubicBezTo>
                    <a:pt x="3341" y="104314"/>
                    <a:pt x="737" y="67929"/>
                    <a:pt x="462" y="64079"/>
                  </a:cubicBezTo>
                  <a:cubicBezTo>
                    <a:pt x="-289" y="53298"/>
                    <a:pt x="-124" y="45405"/>
                    <a:pt x="957" y="40400"/>
                  </a:cubicBezTo>
                  <a:cubicBezTo>
                    <a:pt x="6155" y="16391"/>
                    <a:pt x="26589" y="275"/>
                    <a:pt x="51313" y="28"/>
                  </a:cubicBezTo>
                  <a:cubicBezTo>
                    <a:pt x="53202" y="9"/>
                    <a:pt x="73104" y="0"/>
                    <a:pt x="111019" y="0"/>
                  </a:cubicBezTo>
                  <a:close/>
                  <a:moveTo>
                    <a:pt x="47353" y="63969"/>
                  </a:moveTo>
                  <a:cubicBezTo>
                    <a:pt x="51790" y="63676"/>
                    <a:pt x="54192" y="65766"/>
                    <a:pt x="54558" y="70240"/>
                  </a:cubicBezTo>
                  <a:cubicBezTo>
                    <a:pt x="56062" y="88684"/>
                    <a:pt x="59490" y="131385"/>
                    <a:pt x="64844" y="198343"/>
                  </a:cubicBezTo>
                  <a:cubicBezTo>
                    <a:pt x="64936" y="199351"/>
                    <a:pt x="65183" y="200360"/>
                    <a:pt x="65587" y="201368"/>
                  </a:cubicBezTo>
                  <a:cubicBezTo>
                    <a:pt x="66604" y="203816"/>
                    <a:pt x="67457" y="206016"/>
                    <a:pt x="67649" y="208766"/>
                  </a:cubicBezTo>
                  <a:cubicBezTo>
                    <a:pt x="73810" y="293765"/>
                    <a:pt x="77724" y="347430"/>
                    <a:pt x="79392" y="369761"/>
                  </a:cubicBezTo>
                  <a:cubicBezTo>
                    <a:pt x="79741" y="374473"/>
                    <a:pt x="82280" y="376829"/>
                    <a:pt x="87010" y="376829"/>
                  </a:cubicBezTo>
                  <a:lnTo>
                    <a:pt x="135579" y="376829"/>
                  </a:lnTo>
                  <a:cubicBezTo>
                    <a:pt x="139759" y="376829"/>
                    <a:pt x="142023" y="374749"/>
                    <a:pt x="142372" y="370587"/>
                  </a:cubicBezTo>
                  <a:cubicBezTo>
                    <a:pt x="143013" y="362996"/>
                    <a:pt x="146974" y="308983"/>
                    <a:pt x="154252" y="208546"/>
                  </a:cubicBezTo>
                  <a:cubicBezTo>
                    <a:pt x="154445" y="205851"/>
                    <a:pt x="155270" y="203018"/>
                    <a:pt x="156370" y="200405"/>
                  </a:cubicBezTo>
                  <a:cubicBezTo>
                    <a:pt x="156737" y="199544"/>
                    <a:pt x="157012" y="197463"/>
                    <a:pt x="157195" y="194163"/>
                  </a:cubicBezTo>
                  <a:cubicBezTo>
                    <a:pt x="159138" y="160372"/>
                    <a:pt x="161137" y="126591"/>
                    <a:pt x="163190" y="92819"/>
                  </a:cubicBezTo>
                  <a:cubicBezTo>
                    <a:pt x="163887" y="81176"/>
                    <a:pt x="164666" y="72990"/>
                    <a:pt x="165528" y="68259"/>
                  </a:cubicBezTo>
                  <a:cubicBezTo>
                    <a:pt x="166316" y="64079"/>
                    <a:pt x="168727" y="62667"/>
                    <a:pt x="172761" y="64024"/>
                  </a:cubicBezTo>
                  <a:lnTo>
                    <a:pt x="174081" y="64464"/>
                  </a:lnTo>
                  <a:cubicBezTo>
                    <a:pt x="176737" y="65355"/>
                    <a:pt x="178463" y="67927"/>
                    <a:pt x="178289" y="70735"/>
                  </a:cubicBezTo>
                  <a:lnTo>
                    <a:pt x="171001" y="191632"/>
                  </a:lnTo>
                  <a:cubicBezTo>
                    <a:pt x="170689" y="197023"/>
                    <a:pt x="172935" y="198508"/>
                    <a:pt x="177739" y="196088"/>
                  </a:cubicBezTo>
                  <a:lnTo>
                    <a:pt x="190500" y="189652"/>
                  </a:lnTo>
                  <a:cubicBezTo>
                    <a:pt x="195638" y="187075"/>
                    <a:pt x="199062" y="181834"/>
                    <a:pt x="199520" y="175846"/>
                  </a:cubicBezTo>
                  <a:cubicBezTo>
                    <a:pt x="202380" y="137857"/>
                    <a:pt x="205112" y="100867"/>
                    <a:pt x="207716" y="64877"/>
                  </a:cubicBezTo>
                  <a:cubicBezTo>
                    <a:pt x="208596" y="52629"/>
                    <a:pt x="208110" y="43865"/>
                    <a:pt x="206258" y="38585"/>
                  </a:cubicBezTo>
                  <a:cubicBezTo>
                    <a:pt x="202830" y="28849"/>
                    <a:pt x="196678" y="21754"/>
                    <a:pt x="187804" y="17299"/>
                  </a:cubicBezTo>
                  <a:cubicBezTo>
                    <a:pt x="182726" y="14750"/>
                    <a:pt x="171679" y="13513"/>
                    <a:pt x="154665" y="13586"/>
                  </a:cubicBezTo>
                  <a:cubicBezTo>
                    <a:pt x="124853" y="13714"/>
                    <a:pt x="95032" y="13751"/>
                    <a:pt x="65202" y="13696"/>
                  </a:cubicBezTo>
                  <a:cubicBezTo>
                    <a:pt x="51927" y="13659"/>
                    <a:pt x="42641" y="14603"/>
                    <a:pt x="37342" y="16529"/>
                  </a:cubicBezTo>
                  <a:cubicBezTo>
                    <a:pt x="27332" y="20159"/>
                    <a:pt x="20254" y="27190"/>
                    <a:pt x="16111" y="37622"/>
                  </a:cubicBezTo>
                  <a:cubicBezTo>
                    <a:pt x="13526" y="44131"/>
                    <a:pt x="12893" y="53106"/>
                    <a:pt x="14213" y="64547"/>
                  </a:cubicBezTo>
                  <a:cubicBezTo>
                    <a:pt x="14213" y="64602"/>
                    <a:pt x="16945" y="101683"/>
                    <a:pt x="22409" y="175791"/>
                  </a:cubicBezTo>
                  <a:cubicBezTo>
                    <a:pt x="22835" y="181458"/>
                    <a:pt x="26138" y="186506"/>
                    <a:pt x="31154" y="189157"/>
                  </a:cubicBezTo>
                  <a:lnTo>
                    <a:pt x="44603" y="196198"/>
                  </a:lnTo>
                  <a:cubicBezTo>
                    <a:pt x="48985" y="198508"/>
                    <a:pt x="50974" y="197124"/>
                    <a:pt x="50571" y="192045"/>
                  </a:cubicBezTo>
                  <a:lnTo>
                    <a:pt x="40890" y="70872"/>
                  </a:lnTo>
                  <a:cubicBezTo>
                    <a:pt x="40608" y="67397"/>
                    <a:pt x="42782" y="64291"/>
                    <a:pt x="45746" y="63935"/>
                  </a:cubicBezTo>
                  <a:cubicBezTo>
                    <a:pt x="46190" y="63882"/>
                    <a:pt x="46637" y="63893"/>
                    <a:pt x="47078" y="63969"/>
                  </a:cubicBezTo>
                  <a:lnTo>
                    <a:pt x="47353" y="63969"/>
                  </a:lnTo>
                  <a:close/>
                </a:path>
              </a:pathLst>
            </a:custGeom>
            <a:grpFill/>
            <a:ln w="271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768359525"/>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82F047-ADD6-49F6-3370-C5A3F4AC39F0}"/>
              </a:ext>
            </a:extLst>
          </p:cNvPr>
          <p:cNvSpPr>
            <a:spLocks noGrp="1"/>
          </p:cNvSpPr>
          <p:nvPr>
            <p:ph type="title"/>
          </p:nvPr>
        </p:nvSpPr>
        <p:spPr>
          <a:xfrm>
            <a:off x="214184" y="13663"/>
            <a:ext cx="9728886" cy="678316"/>
          </a:xfrm>
        </p:spPr>
        <p:txBody>
          <a:bodyPr>
            <a:normAutofit/>
          </a:bodyPr>
          <a:lstStyle/>
          <a:p>
            <a:r>
              <a:rPr lang="en-US" dirty="0"/>
              <a:t>Lean 2</a:t>
            </a:r>
          </a:p>
        </p:txBody>
      </p:sp>
      <p:sp>
        <p:nvSpPr>
          <p:cNvPr id="3" name="TextBox 37 - 2 - 1">
            <a:extLst>
              <a:ext uri="{FF2B5EF4-FFF2-40B4-BE49-F238E27FC236}">
                <a16:creationId xmlns:a16="http://schemas.microsoft.com/office/drawing/2014/main" id="{FE0C536E-EB07-77C7-916B-21FE5461AD03}"/>
              </a:ext>
            </a:extLst>
          </p:cNvPr>
          <p:cNvSpPr txBox="1"/>
          <p:nvPr/>
        </p:nvSpPr>
        <p:spPr>
          <a:xfrm>
            <a:off x="8110547" y="1211655"/>
            <a:ext cx="3453474" cy="861774"/>
          </a:xfrm>
          <a:prstGeom prst="rect">
            <a:avLst/>
          </a:prstGeom>
          <a:noFill/>
        </p:spPr>
        <p:txBody>
          <a:bodyPr wrap="square" rtlCol="0">
            <a:spAutoFit/>
          </a:bodyPr>
          <a:lstStyle/>
          <a:p>
            <a:r>
              <a:rPr lang="en-US" b="1" dirty="0">
                <a:solidFill>
                  <a:schemeClr val="accent1"/>
                </a:solidFill>
              </a:rPr>
              <a:t>Identify value</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4" name="TextBox 37 - 2 - 1">
            <a:extLst>
              <a:ext uri="{FF2B5EF4-FFF2-40B4-BE49-F238E27FC236}">
                <a16:creationId xmlns:a16="http://schemas.microsoft.com/office/drawing/2014/main" id="{F3B0527A-3847-48BC-DB87-4F454FB51ACC}"/>
              </a:ext>
            </a:extLst>
          </p:cNvPr>
          <p:cNvSpPr txBox="1"/>
          <p:nvPr/>
        </p:nvSpPr>
        <p:spPr>
          <a:xfrm>
            <a:off x="8555047" y="3549140"/>
            <a:ext cx="3453474" cy="861774"/>
          </a:xfrm>
          <a:prstGeom prst="rect">
            <a:avLst/>
          </a:prstGeom>
          <a:noFill/>
        </p:spPr>
        <p:txBody>
          <a:bodyPr wrap="square" rtlCol="0">
            <a:spAutoFit/>
          </a:bodyPr>
          <a:lstStyle/>
          <a:p>
            <a:r>
              <a:rPr lang="en-US" b="1" dirty="0">
                <a:solidFill>
                  <a:schemeClr val="accent2"/>
                </a:solidFill>
              </a:rPr>
              <a:t>Map value stream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5" name="TextBox 37 - 2">
            <a:extLst>
              <a:ext uri="{FF2B5EF4-FFF2-40B4-BE49-F238E27FC236}">
                <a16:creationId xmlns:a16="http://schemas.microsoft.com/office/drawing/2014/main" id="{E7DF13EA-E1E2-08F3-67C5-E15C45A52053}"/>
              </a:ext>
            </a:extLst>
          </p:cNvPr>
          <p:cNvSpPr txBox="1"/>
          <p:nvPr/>
        </p:nvSpPr>
        <p:spPr>
          <a:xfrm>
            <a:off x="4296422" y="5378390"/>
            <a:ext cx="3599156" cy="861774"/>
          </a:xfrm>
          <a:prstGeom prst="rect">
            <a:avLst/>
          </a:prstGeom>
          <a:noFill/>
        </p:spPr>
        <p:txBody>
          <a:bodyPr wrap="square" rtlCol="0">
            <a:spAutoFit/>
          </a:bodyPr>
          <a:lstStyle/>
          <a:p>
            <a:pPr algn="ctr"/>
            <a:r>
              <a:rPr lang="en-US" b="1" dirty="0">
                <a:solidFill>
                  <a:schemeClr val="accent3"/>
                </a:solidFill>
              </a:rPr>
              <a:t>Create flow</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6" name="TextBox 37 - 2">
            <a:extLst>
              <a:ext uri="{FF2B5EF4-FFF2-40B4-BE49-F238E27FC236}">
                <a16:creationId xmlns:a16="http://schemas.microsoft.com/office/drawing/2014/main" id="{4B464020-B959-3A6B-DB70-74B939B7416B}"/>
              </a:ext>
            </a:extLst>
          </p:cNvPr>
          <p:cNvSpPr txBox="1"/>
          <p:nvPr/>
        </p:nvSpPr>
        <p:spPr>
          <a:xfrm>
            <a:off x="428896" y="3549140"/>
            <a:ext cx="3245968" cy="861774"/>
          </a:xfrm>
          <a:prstGeom prst="rect">
            <a:avLst/>
          </a:prstGeom>
          <a:noFill/>
        </p:spPr>
        <p:txBody>
          <a:bodyPr wrap="square" rtlCol="0">
            <a:spAutoFit/>
          </a:bodyPr>
          <a:lstStyle/>
          <a:p>
            <a:pPr lvl="1" algn="r"/>
            <a:r>
              <a:rPr lang="en-US" b="1" dirty="0">
                <a:solidFill>
                  <a:schemeClr val="accent4"/>
                </a:solidFill>
              </a:rPr>
              <a:t>Establish pull system</a:t>
            </a:r>
          </a:p>
          <a:p>
            <a:pPr lvl="1"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7" name="TextBox 37 - 2">
            <a:extLst>
              <a:ext uri="{FF2B5EF4-FFF2-40B4-BE49-F238E27FC236}">
                <a16:creationId xmlns:a16="http://schemas.microsoft.com/office/drawing/2014/main" id="{4CDE0D3C-6A31-7088-4E72-C808902B4A2B}"/>
              </a:ext>
            </a:extLst>
          </p:cNvPr>
          <p:cNvSpPr txBox="1"/>
          <p:nvPr/>
        </p:nvSpPr>
        <p:spPr>
          <a:xfrm>
            <a:off x="1235594" y="1211655"/>
            <a:ext cx="2883770" cy="861774"/>
          </a:xfrm>
          <a:prstGeom prst="rect">
            <a:avLst/>
          </a:prstGeom>
          <a:noFill/>
        </p:spPr>
        <p:txBody>
          <a:bodyPr wrap="square" rtlCol="0">
            <a:spAutoFit/>
          </a:bodyPr>
          <a:lstStyle/>
          <a:p>
            <a:pPr algn="r"/>
            <a:r>
              <a:rPr lang="en-US" b="1" dirty="0">
                <a:solidFill>
                  <a:schemeClr val="accent5"/>
                </a:solidFill>
              </a:rPr>
              <a:t>Pursue perfection</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9" name="Freeform 102">
            <a:extLst>
              <a:ext uri="{FF2B5EF4-FFF2-40B4-BE49-F238E27FC236}">
                <a16:creationId xmlns:a16="http://schemas.microsoft.com/office/drawing/2014/main" id="{FB3C3C11-318B-8C3C-9E4D-192B39401826}"/>
              </a:ext>
            </a:extLst>
          </p:cNvPr>
          <p:cNvSpPr>
            <a:spLocks noChangeArrowheads="1"/>
          </p:cNvSpPr>
          <p:nvPr/>
        </p:nvSpPr>
        <p:spPr bwMode="auto">
          <a:xfrm>
            <a:off x="5751700" y="4604719"/>
            <a:ext cx="688600" cy="682611"/>
          </a:xfrm>
          <a:custGeom>
            <a:avLst/>
            <a:gdLst>
              <a:gd name="T0" fmla="*/ 251 w 505"/>
              <a:gd name="T1" fmla="*/ 0 h 504"/>
              <a:gd name="T2" fmla="*/ 251 w 505"/>
              <a:gd name="T3" fmla="*/ 0 h 504"/>
              <a:gd name="T4" fmla="*/ 0 w 505"/>
              <a:gd name="T5" fmla="*/ 252 h 504"/>
              <a:gd name="T6" fmla="*/ 251 w 505"/>
              <a:gd name="T7" fmla="*/ 503 h 504"/>
              <a:gd name="T8" fmla="*/ 504 w 505"/>
              <a:gd name="T9" fmla="*/ 252 h 504"/>
              <a:gd name="T10" fmla="*/ 251 w 505"/>
              <a:gd name="T11" fmla="*/ 0 h 504"/>
              <a:gd name="T12" fmla="*/ 251 w 505"/>
              <a:gd name="T13" fmla="*/ 448 h 504"/>
              <a:gd name="T14" fmla="*/ 251 w 505"/>
              <a:gd name="T15" fmla="*/ 448 h 504"/>
              <a:gd name="T16" fmla="*/ 56 w 505"/>
              <a:gd name="T17" fmla="*/ 252 h 504"/>
              <a:gd name="T18" fmla="*/ 251 w 505"/>
              <a:gd name="T19" fmla="*/ 55 h 504"/>
              <a:gd name="T20" fmla="*/ 449 w 505"/>
              <a:gd name="T21" fmla="*/ 252 h 504"/>
              <a:gd name="T22" fmla="*/ 251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1" y="0"/>
                </a:moveTo>
                <a:lnTo>
                  <a:pt x="251" y="0"/>
                </a:lnTo>
                <a:cubicBezTo>
                  <a:pt x="113" y="0"/>
                  <a:pt x="0" y="112"/>
                  <a:pt x="0" y="252"/>
                </a:cubicBezTo>
                <a:cubicBezTo>
                  <a:pt x="0" y="391"/>
                  <a:pt x="113" y="503"/>
                  <a:pt x="251" y="503"/>
                </a:cubicBezTo>
                <a:cubicBezTo>
                  <a:pt x="392" y="503"/>
                  <a:pt x="504" y="391"/>
                  <a:pt x="504" y="252"/>
                </a:cubicBezTo>
                <a:cubicBezTo>
                  <a:pt x="504" y="112"/>
                  <a:pt x="392" y="0"/>
                  <a:pt x="251" y="0"/>
                </a:cubicBezTo>
                <a:close/>
                <a:moveTo>
                  <a:pt x="251" y="448"/>
                </a:moveTo>
                <a:lnTo>
                  <a:pt x="251" y="448"/>
                </a:lnTo>
                <a:cubicBezTo>
                  <a:pt x="143" y="448"/>
                  <a:pt x="56" y="360"/>
                  <a:pt x="56" y="252"/>
                </a:cubicBezTo>
                <a:cubicBezTo>
                  <a:pt x="56" y="144"/>
                  <a:pt x="143" y="55"/>
                  <a:pt x="251" y="55"/>
                </a:cubicBezTo>
                <a:cubicBezTo>
                  <a:pt x="360" y="55"/>
                  <a:pt x="449" y="144"/>
                  <a:pt x="449" y="252"/>
                </a:cubicBezTo>
                <a:cubicBezTo>
                  <a:pt x="449" y="360"/>
                  <a:pt x="360" y="448"/>
                  <a:pt x="251" y="448"/>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3"/>
                </a:solidFill>
              </a:rPr>
              <a:t>3</a:t>
            </a:r>
          </a:p>
        </p:txBody>
      </p:sp>
      <p:sp>
        <p:nvSpPr>
          <p:cNvPr id="10" name="Freeform 103">
            <a:extLst>
              <a:ext uri="{FF2B5EF4-FFF2-40B4-BE49-F238E27FC236}">
                <a16:creationId xmlns:a16="http://schemas.microsoft.com/office/drawing/2014/main" id="{E49689D7-38AB-0199-CFF0-1E5443B652B4}"/>
              </a:ext>
            </a:extLst>
          </p:cNvPr>
          <p:cNvSpPr>
            <a:spLocks noChangeArrowheads="1"/>
          </p:cNvSpPr>
          <p:nvPr/>
        </p:nvSpPr>
        <p:spPr bwMode="auto">
          <a:xfrm>
            <a:off x="3865541" y="3287398"/>
            <a:ext cx="724523" cy="724527"/>
          </a:xfrm>
          <a:custGeom>
            <a:avLst/>
            <a:gdLst>
              <a:gd name="T0" fmla="*/ 265 w 532"/>
              <a:gd name="T1" fmla="*/ 0 h 532"/>
              <a:gd name="T2" fmla="*/ 265 w 532"/>
              <a:gd name="T3" fmla="*/ 0 h 532"/>
              <a:gd name="T4" fmla="*/ 0 w 532"/>
              <a:gd name="T5" fmla="*/ 266 h 532"/>
              <a:gd name="T6" fmla="*/ 265 w 532"/>
              <a:gd name="T7" fmla="*/ 531 h 532"/>
              <a:gd name="T8" fmla="*/ 531 w 532"/>
              <a:gd name="T9" fmla="*/ 266 h 532"/>
              <a:gd name="T10" fmla="*/ 265 w 532"/>
              <a:gd name="T11" fmla="*/ 0 h 532"/>
              <a:gd name="T12" fmla="*/ 265 w 532"/>
              <a:gd name="T13" fmla="*/ 473 h 532"/>
              <a:gd name="T14" fmla="*/ 265 w 532"/>
              <a:gd name="T15" fmla="*/ 473 h 532"/>
              <a:gd name="T16" fmla="*/ 59 w 532"/>
              <a:gd name="T17" fmla="*/ 266 h 532"/>
              <a:gd name="T18" fmla="*/ 265 w 532"/>
              <a:gd name="T19" fmla="*/ 59 h 532"/>
              <a:gd name="T20" fmla="*/ 473 w 532"/>
              <a:gd name="T21" fmla="*/ 266 h 532"/>
              <a:gd name="T22" fmla="*/ 265 w 532"/>
              <a:gd name="T23" fmla="*/ 473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2" h="532">
                <a:moveTo>
                  <a:pt x="265" y="0"/>
                </a:moveTo>
                <a:lnTo>
                  <a:pt x="265" y="0"/>
                </a:lnTo>
                <a:cubicBezTo>
                  <a:pt x="119" y="0"/>
                  <a:pt x="0" y="118"/>
                  <a:pt x="0" y="266"/>
                </a:cubicBezTo>
                <a:cubicBezTo>
                  <a:pt x="0" y="413"/>
                  <a:pt x="119" y="531"/>
                  <a:pt x="265" y="531"/>
                </a:cubicBezTo>
                <a:cubicBezTo>
                  <a:pt x="412" y="531"/>
                  <a:pt x="531" y="413"/>
                  <a:pt x="531" y="266"/>
                </a:cubicBezTo>
                <a:cubicBezTo>
                  <a:pt x="531" y="118"/>
                  <a:pt x="412" y="0"/>
                  <a:pt x="265" y="0"/>
                </a:cubicBezTo>
                <a:close/>
                <a:moveTo>
                  <a:pt x="265" y="473"/>
                </a:moveTo>
                <a:lnTo>
                  <a:pt x="265" y="473"/>
                </a:lnTo>
                <a:cubicBezTo>
                  <a:pt x="151" y="473"/>
                  <a:pt x="59" y="380"/>
                  <a:pt x="59" y="266"/>
                </a:cubicBezTo>
                <a:cubicBezTo>
                  <a:pt x="59" y="151"/>
                  <a:pt x="151" y="59"/>
                  <a:pt x="265" y="59"/>
                </a:cubicBezTo>
                <a:cubicBezTo>
                  <a:pt x="380" y="59"/>
                  <a:pt x="473" y="151"/>
                  <a:pt x="473" y="266"/>
                </a:cubicBezTo>
                <a:cubicBezTo>
                  <a:pt x="473" y="380"/>
                  <a:pt x="380" y="473"/>
                  <a:pt x="265" y="473"/>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4"/>
                </a:solidFill>
              </a:rPr>
              <a:t>4</a:t>
            </a:r>
          </a:p>
        </p:txBody>
      </p:sp>
      <p:sp>
        <p:nvSpPr>
          <p:cNvPr id="11" name="Freeform 104">
            <a:extLst>
              <a:ext uri="{FF2B5EF4-FFF2-40B4-BE49-F238E27FC236}">
                <a16:creationId xmlns:a16="http://schemas.microsoft.com/office/drawing/2014/main" id="{250A320A-DBEB-CC84-BFE0-5F27B264565B}"/>
              </a:ext>
            </a:extLst>
          </p:cNvPr>
          <p:cNvSpPr>
            <a:spLocks noChangeArrowheads="1"/>
          </p:cNvSpPr>
          <p:nvPr/>
        </p:nvSpPr>
        <p:spPr bwMode="auto">
          <a:xfrm>
            <a:off x="7637863" y="3308357"/>
            <a:ext cx="688597" cy="682611"/>
          </a:xfrm>
          <a:custGeom>
            <a:avLst/>
            <a:gdLst>
              <a:gd name="T0" fmla="*/ 252 w 505"/>
              <a:gd name="T1" fmla="*/ 0 h 504"/>
              <a:gd name="T2" fmla="*/ 252 w 505"/>
              <a:gd name="T3" fmla="*/ 0 h 504"/>
              <a:gd name="T4" fmla="*/ 0 w 505"/>
              <a:gd name="T5" fmla="*/ 252 h 504"/>
              <a:gd name="T6" fmla="*/ 252 w 505"/>
              <a:gd name="T7" fmla="*/ 503 h 504"/>
              <a:gd name="T8" fmla="*/ 504 w 505"/>
              <a:gd name="T9" fmla="*/ 252 h 504"/>
              <a:gd name="T10" fmla="*/ 252 w 505"/>
              <a:gd name="T11" fmla="*/ 0 h 504"/>
              <a:gd name="T12" fmla="*/ 252 w 505"/>
              <a:gd name="T13" fmla="*/ 448 h 504"/>
              <a:gd name="T14" fmla="*/ 252 w 505"/>
              <a:gd name="T15" fmla="*/ 448 h 504"/>
              <a:gd name="T16" fmla="*/ 56 w 505"/>
              <a:gd name="T17" fmla="*/ 252 h 504"/>
              <a:gd name="T18" fmla="*/ 252 w 505"/>
              <a:gd name="T19" fmla="*/ 55 h 504"/>
              <a:gd name="T20" fmla="*/ 449 w 505"/>
              <a:gd name="T21" fmla="*/ 252 h 504"/>
              <a:gd name="T22" fmla="*/ 252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2" y="0"/>
                </a:moveTo>
                <a:lnTo>
                  <a:pt x="252" y="0"/>
                </a:lnTo>
                <a:cubicBezTo>
                  <a:pt x="113" y="0"/>
                  <a:pt x="0" y="112"/>
                  <a:pt x="0" y="252"/>
                </a:cubicBezTo>
                <a:cubicBezTo>
                  <a:pt x="0" y="391"/>
                  <a:pt x="113" y="503"/>
                  <a:pt x="252" y="503"/>
                </a:cubicBezTo>
                <a:cubicBezTo>
                  <a:pt x="391" y="503"/>
                  <a:pt x="504" y="391"/>
                  <a:pt x="504" y="252"/>
                </a:cubicBezTo>
                <a:cubicBezTo>
                  <a:pt x="504" y="112"/>
                  <a:pt x="391" y="0"/>
                  <a:pt x="252" y="0"/>
                </a:cubicBezTo>
                <a:close/>
                <a:moveTo>
                  <a:pt x="252" y="448"/>
                </a:moveTo>
                <a:lnTo>
                  <a:pt x="252" y="448"/>
                </a:lnTo>
                <a:cubicBezTo>
                  <a:pt x="144" y="448"/>
                  <a:pt x="56" y="360"/>
                  <a:pt x="56" y="252"/>
                </a:cubicBezTo>
                <a:cubicBezTo>
                  <a:pt x="56" y="144"/>
                  <a:pt x="144" y="55"/>
                  <a:pt x="252" y="55"/>
                </a:cubicBezTo>
                <a:cubicBezTo>
                  <a:pt x="361" y="55"/>
                  <a:pt x="449" y="144"/>
                  <a:pt x="449" y="252"/>
                </a:cubicBezTo>
                <a:cubicBezTo>
                  <a:pt x="449" y="360"/>
                  <a:pt x="361" y="448"/>
                  <a:pt x="252" y="448"/>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2"/>
                </a:solidFill>
              </a:rPr>
              <a:t>2</a:t>
            </a:r>
          </a:p>
        </p:txBody>
      </p:sp>
      <p:sp>
        <p:nvSpPr>
          <p:cNvPr id="12" name="Freeform 105">
            <a:extLst>
              <a:ext uri="{FF2B5EF4-FFF2-40B4-BE49-F238E27FC236}">
                <a16:creationId xmlns:a16="http://schemas.microsoft.com/office/drawing/2014/main" id="{30C97F35-13F9-2362-D706-DE32C585E230}"/>
              </a:ext>
            </a:extLst>
          </p:cNvPr>
          <p:cNvSpPr>
            <a:spLocks noChangeArrowheads="1"/>
          </p:cNvSpPr>
          <p:nvPr/>
        </p:nvSpPr>
        <p:spPr bwMode="auto">
          <a:xfrm>
            <a:off x="6961238" y="1182683"/>
            <a:ext cx="682611" cy="682611"/>
          </a:xfrm>
          <a:custGeom>
            <a:avLst/>
            <a:gdLst>
              <a:gd name="T0" fmla="*/ 252 w 504"/>
              <a:gd name="T1" fmla="*/ 0 h 504"/>
              <a:gd name="T2" fmla="*/ 252 w 504"/>
              <a:gd name="T3" fmla="*/ 0 h 504"/>
              <a:gd name="T4" fmla="*/ 0 w 504"/>
              <a:gd name="T5" fmla="*/ 252 h 504"/>
              <a:gd name="T6" fmla="*/ 252 w 504"/>
              <a:gd name="T7" fmla="*/ 503 h 504"/>
              <a:gd name="T8" fmla="*/ 503 w 504"/>
              <a:gd name="T9" fmla="*/ 252 h 504"/>
              <a:gd name="T10" fmla="*/ 252 w 504"/>
              <a:gd name="T11" fmla="*/ 0 h 504"/>
              <a:gd name="T12" fmla="*/ 252 w 504"/>
              <a:gd name="T13" fmla="*/ 448 h 504"/>
              <a:gd name="T14" fmla="*/ 252 w 504"/>
              <a:gd name="T15" fmla="*/ 448 h 504"/>
              <a:gd name="T16" fmla="*/ 55 w 504"/>
              <a:gd name="T17" fmla="*/ 252 h 504"/>
              <a:gd name="T18" fmla="*/ 252 w 504"/>
              <a:gd name="T19" fmla="*/ 54 h 504"/>
              <a:gd name="T20" fmla="*/ 448 w 504"/>
              <a:gd name="T21" fmla="*/ 252 h 504"/>
              <a:gd name="T22" fmla="*/ 252 w 504"/>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4" h="504">
                <a:moveTo>
                  <a:pt x="252" y="0"/>
                </a:moveTo>
                <a:lnTo>
                  <a:pt x="252" y="0"/>
                </a:lnTo>
                <a:cubicBezTo>
                  <a:pt x="112" y="0"/>
                  <a:pt x="0" y="112"/>
                  <a:pt x="0" y="252"/>
                </a:cubicBezTo>
                <a:cubicBezTo>
                  <a:pt x="0" y="390"/>
                  <a:pt x="112" y="503"/>
                  <a:pt x="252" y="503"/>
                </a:cubicBezTo>
                <a:cubicBezTo>
                  <a:pt x="391" y="503"/>
                  <a:pt x="503" y="390"/>
                  <a:pt x="503" y="252"/>
                </a:cubicBezTo>
                <a:cubicBezTo>
                  <a:pt x="503" y="112"/>
                  <a:pt x="391" y="0"/>
                  <a:pt x="252" y="0"/>
                </a:cubicBezTo>
                <a:close/>
                <a:moveTo>
                  <a:pt x="252" y="448"/>
                </a:moveTo>
                <a:lnTo>
                  <a:pt x="252" y="448"/>
                </a:lnTo>
                <a:cubicBezTo>
                  <a:pt x="144" y="448"/>
                  <a:pt x="55" y="359"/>
                  <a:pt x="55" y="252"/>
                </a:cubicBezTo>
                <a:cubicBezTo>
                  <a:pt x="55" y="143"/>
                  <a:pt x="144" y="54"/>
                  <a:pt x="252" y="54"/>
                </a:cubicBezTo>
                <a:cubicBezTo>
                  <a:pt x="361" y="54"/>
                  <a:pt x="448" y="143"/>
                  <a:pt x="448" y="252"/>
                </a:cubicBezTo>
                <a:cubicBezTo>
                  <a:pt x="448" y="359"/>
                  <a:pt x="361" y="448"/>
                  <a:pt x="252" y="448"/>
                </a:cubicBezTo>
                <a:close/>
              </a:path>
            </a:pathLst>
          </a:custGeom>
          <a:solidFill>
            <a:schemeClr val="accent1"/>
          </a:solidFill>
          <a:ln>
            <a:noFill/>
          </a:ln>
          <a:effectLst/>
        </p:spPr>
        <p:txBody>
          <a:bodyPr wrap="none" anchor="ctr"/>
          <a:lstStyle/>
          <a:p>
            <a:pPr algn="ctr"/>
            <a:r>
              <a:rPr lang="en-US" sz="2400" b="1" dirty="0">
                <a:solidFill>
                  <a:schemeClr val="accent1"/>
                </a:solidFill>
              </a:rPr>
              <a:t>1</a:t>
            </a:r>
          </a:p>
        </p:txBody>
      </p:sp>
      <p:sp>
        <p:nvSpPr>
          <p:cNvPr id="13" name="Freeform 106">
            <a:extLst>
              <a:ext uri="{FF2B5EF4-FFF2-40B4-BE49-F238E27FC236}">
                <a16:creationId xmlns:a16="http://schemas.microsoft.com/office/drawing/2014/main" id="{408A9744-602B-7009-AF61-38D9E6AD2B4B}"/>
              </a:ext>
            </a:extLst>
          </p:cNvPr>
          <p:cNvSpPr>
            <a:spLocks noChangeArrowheads="1"/>
          </p:cNvSpPr>
          <p:nvPr/>
        </p:nvSpPr>
        <p:spPr bwMode="auto">
          <a:xfrm>
            <a:off x="4614015" y="1152743"/>
            <a:ext cx="742489" cy="742489"/>
          </a:xfrm>
          <a:custGeom>
            <a:avLst/>
            <a:gdLst>
              <a:gd name="T0" fmla="*/ 273 w 546"/>
              <a:gd name="T1" fmla="*/ 0 h 547"/>
              <a:gd name="T2" fmla="*/ 273 w 546"/>
              <a:gd name="T3" fmla="*/ 0 h 547"/>
              <a:gd name="T4" fmla="*/ 0 w 546"/>
              <a:gd name="T5" fmla="*/ 274 h 547"/>
              <a:gd name="T6" fmla="*/ 273 w 546"/>
              <a:gd name="T7" fmla="*/ 546 h 547"/>
              <a:gd name="T8" fmla="*/ 545 w 546"/>
              <a:gd name="T9" fmla="*/ 274 h 547"/>
              <a:gd name="T10" fmla="*/ 273 w 546"/>
              <a:gd name="T11" fmla="*/ 0 h 547"/>
              <a:gd name="T12" fmla="*/ 273 w 546"/>
              <a:gd name="T13" fmla="*/ 486 h 547"/>
              <a:gd name="T14" fmla="*/ 273 w 546"/>
              <a:gd name="T15" fmla="*/ 486 h 547"/>
              <a:gd name="T16" fmla="*/ 60 w 546"/>
              <a:gd name="T17" fmla="*/ 274 h 547"/>
              <a:gd name="T18" fmla="*/ 273 w 546"/>
              <a:gd name="T19" fmla="*/ 60 h 547"/>
              <a:gd name="T20" fmla="*/ 485 w 546"/>
              <a:gd name="T21" fmla="*/ 274 h 547"/>
              <a:gd name="T22" fmla="*/ 273 w 546"/>
              <a:gd name="T23" fmla="*/ 486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6" h="547">
                <a:moveTo>
                  <a:pt x="273" y="0"/>
                </a:moveTo>
                <a:lnTo>
                  <a:pt x="273" y="0"/>
                </a:lnTo>
                <a:cubicBezTo>
                  <a:pt x="121" y="0"/>
                  <a:pt x="0" y="123"/>
                  <a:pt x="0" y="274"/>
                </a:cubicBezTo>
                <a:cubicBezTo>
                  <a:pt x="0" y="424"/>
                  <a:pt x="121" y="546"/>
                  <a:pt x="273" y="546"/>
                </a:cubicBezTo>
                <a:cubicBezTo>
                  <a:pt x="423" y="546"/>
                  <a:pt x="545" y="424"/>
                  <a:pt x="545" y="274"/>
                </a:cubicBezTo>
                <a:cubicBezTo>
                  <a:pt x="545" y="123"/>
                  <a:pt x="423" y="0"/>
                  <a:pt x="273" y="0"/>
                </a:cubicBezTo>
                <a:close/>
                <a:moveTo>
                  <a:pt x="273" y="486"/>
                </a:moveTo>
                <a:lnTo>
                  <a:pt x="273" y="486"/>
                </a:lnTo>
                <a:cubicBezTo>
                  <a:pt x="155" y="486"/>
                  <a:pt x="60" y="390"/>
                  <a:pt x="60" y="274"/>
                </a:cubicBezTo>
                <a:cubicBezTo>
                  <a:pt x="60" y="156"/>
                  <a:pt x="155" y="60"/>
                  <a:pt x="273" y="60"/>
                </a:cubicBezTo>
                <a:cubicBezTo>
                  <a:pt x="389" y="60"/>
                  <a:pt x="485" y="156"/>
                  <a:pt x="485" y="274"/>
                </a:cubicBezTo>
                <a:cubicBezTo>
                  <a:pt x="485" y="390"/>
                  <a:pt x="389" y="486"/>
                  <a:pt x="273" y="486"/>
                </a:cubicBez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5"/>
                </a:solidFill>
              </a:rPr>
              <a:t>5</a:t>
            </a:r>
          </a:p>
        </p:txBody>
      </p:sp>
      <p:grpSp>
        <p:nvGrpSpPr>
          <p:cNvPr id="14" name="Group 13">
            <a:extLst>
              <a:ext uri="{FF2B5EF4-FFF2-40B4-BE49-F238E27FC236}">
                <a16:creationId xmlns:a16="http://schemas.microsoft.com/office/drawing/2014/main" id="{63D18CFA-E6BB-CBF5-C50A-327BA9CAA30A}"/>
              </a:ext>
            </a:extLst>
          </p:cNvPr>
          <p:cNvGrpSpPr/>
          <p:nvPr/>
        </p:nvGrpSpPr>
        <p:grpSpPr>
          <a:xfrm>
            <a:off x="4773371" y="1922177"/>
            <a:ext cx="2645260" cy="2537481"/>
            <a:chOff x="6011726" y="2206688"/>
            <a:chExt cx="2339918" cy="2244580"/>
          </a:xfrm>
        </p:grpSpPr>
        <p:sp>
          <p:nvSpPr>
            <p:cNvPr id="15" name="Freeform: Shape 14">
              <a:extLst>
                <a:ext uri="{FF2B5EF4-FFF2-40B4-BE49-F238E27FC236}">
                  <a16:creationId xmlns:a16="http://schemas.microsoft.com/office/drawing/2014/main" id="{0CE4FA55-BAB5-090A-1F67-7FE49A59C446}"/>
                </a:ext>
              </a:extLst>
            </p:cNvPr>
            <p:cNvSpPr>
              <a:spLocks noChangeArrowheads="1"/>
            </p:cNvSpPr>
            <p:nvPr/>
          </p:nvSpPr>
          <p:spPr bwMode="auto">
            <a:xfrm>
              <a:off x="7219360" y="2206689"/>
              <a:ext cx="835670" cy="766811"/>
            </a:xfrm>
            <a:custGeom>
              <a:avLst/>
              <a:gdLst>
                <a:gd name="connsiteX0" fmla="*/ 697959 w 835670"/>
                <a:gd name="connsiteY0" fmla="*/ 0 h 766811"/>
                <a:gd name="connsiteX1" fmla="*/ 695562 w 835670"/>
                <a:gd name="connsiteY1" fmla="*/ 142406 h 766811"/>
                <a:gd name="connsiteX2" fmla="*/ 693166 w 835670"/>
                <a:gd name="connsiteY2" fmla="*/ 284812 h 766811"/>
                <a:gd name="connsiteX3" fmla="*/ 632913 w 835670"/>
                <a:gd name="connsiteY3" fmla="*/ 243235 h 766811"/>
                <a:gd name="connsiteX4" fmla="*/ 586954 w 835670"/>
                <a:gd name="connsiteY4" fmla="*/ 309945 h 766811"/>
                <a:gd name="connsiteX5" fmla="*/ 614990 w 835670"/>
                <a:gd name="connsiteY5" fmla="*/ 333762 h 766811"/>
                <a:gd name="connsiteX6" fmla="*/ 835670 w 835670"/>
                <a:gd name="connsiteY6" fmla="*/ 681579 h 766811"/>
                <a:gd name="connsiteX7" fmla="*/ 571901 w 835670"/>
                <a:gd name="connsiteY7" fmla="*/ 766811 h 766811"/>
                <a:gd name="connsiteX8" fmla="*/ 0 w 835670"/>
                <a:gd name="connsiteY8" fmla="*/ 341853 h 766811"/>
                <a:gd name="connsiteX9" fmla="*/ 0 w 835670"/>
                <a:gd name="connsiteY9" fmla="*/ 74153 h 766811"/>
                <a:gd name="connsiteX10" fmla="*/ 398556 w 835670"/>
                <a:gd name="connsiteY10" fmla="*/ 176349 h 766811"/>
                <a:gd name="connsiteX11" fmla="*/ 443869 w 835670"/>
                <a:gd name="connsiteY11" fmla="*/ 204343 h 766811"/>
                <a:gd name="connsiteX12" fmla="*/ 486270 w 835670"/>
                <a:gd name="connsiteY12" fmla="*/ 142045 h 766811"/>
                <a:gd name="connsiteX13" fmla="*/ 434325 w 835670"/>
                <a:gd name="connsiteY13" fmla="*/ 106201 h 766811"/>
                <a:gd name="connsiteX14" fmla="*/ 567340 w 835670"/>
                <a:gd name="connsiteY14" fmla="*/ 51894 h 766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70" h="766811">
                  <a:moveTo>
                    <a:pt x="697959" y="0"/>
                  </a:moveTo>
                  <a:lnTo>
                    <a:pt x="695562" y="142406"/>
                  </a:lnTo>
                  <a:lnTo>
                    <a:pt x="693166" y="284812"/>
                  </a:lnTo>
                  <a:lnTo>
                    <a:pt x="632913" y="243235"/>
                  </a:lnTo>
                  <a:lnTo>
                    <a:pt x="586954" y="309945"/>
                  </a:lnTo>
                  <a:lnTo>
                    <a:pt x="614990" y="333762"/>
                  </a:lnTo>
                  <a:cubicBezTo>
                    <a:pt x="710848" y="428473"/>
                    <a:pt x="786663" y="546079"/>
                    <a:pt x="835670" y="681579"/>
                  </a:cubicBezTo>
                  <a:cubicBezTo>
                    <a:pt x="835670" y="681579"/>
                    <a:pt x="835670" y="681579"/>
                    <a:pt x="571901" y="766811"/>
                  </a:cubicBezTo>
                  <a:cubicBezTo>
                    <a:pt x="481979" y="530323"/>
                    <a:pt x="261371" y="358659"/>
                    <a:pt x="0" y="341853"/>
                  </a:cubicBezTo>
                  <a:cubicBezTo>
                    <a:pt x="0" y="341853"/>
                    <a:pt x="0" y="341853"/>
                    <a:pt x="0" y="74153"/>
                  </a:cubicBezTo>
                  <a:cubicBezTo>
                    <a:pt x="143874" y="78655"/>
                    <a:pt x="278981" y="114387"/>
                    <a:pt x="398556" y="176349"/>
                  </a:cubicBezTo>
                  <a:lnTo>
                    <a:pt x="443869" y="204343"/>
                  </a:lnTo>
                  <a:lnTo>
                    <a:pt x="486270" y="142045"/>
                  </a:lnTo>
                  <a:lnTo>
                    <a:pt x="434325" y="106201"/>
                  </a:lnTo>
                  <a:lnTo>
                    <a:pt x="567340" y="51894"/>
                  </a:lnTo>
                  <a:close/>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6" name="Freeform: Shape 15">
              <a:extLst>
                <a:ext uri="{FF2B5EF4-FFF2-40B4-BE49-F238E27FC236}">
                  <a16:creationId xmlns:a16="http://schemas.microsoft.com/office/drawing/2014/main" id="{F4034FFF-4056-DD6C-B518-7FA01634A6E1}"/>
                </a:ext>
              </a:extLst>
            </p:cNvPr>
            <p:cNvSpPr>
              <a:spLocks noChangeArrowheads="1"/>
            </p:cNvSpPr>
            <p:nvPr/>
          </p:nvSpPr>
          <p:spPr bwMode="auto">
            <a:xfrm>
              <a:off x="7600718" y="2942921"/>
              <a:ext cx="750926" cy="983972"/>
            </a:xfrm>
            <a:custGeom>
              <a:avLst/>
              <a:gdLst>
                <a:gd name="connsiteX0" fmla="*/ 478517 w 750926"/>
                <a:gd name="connsiteY0" fmla="*/ 0 h 983972"/>
                <a:gd name="connsiteX1" fmla="*/ 504766 w 750926"/>
                <a:gd name="connsiteY1" fmla="*/ 411772 h 983972"/>
                <a:gd name="connsiteX2" fmla="*/ 484173 w 750926"/>
                <a:gd name="connsiteY2" fmla="*/ 496008 h 983972"/>
                <a:gd name="connsiteX3" fmla="*/ 558000 w 750926"/>
                <a:gd name="connsiteY3" fmla="*/ 522468 h 983972"/>
                <a:gd name="connsiteX4" fmla="*/ 582078 w 750926"/>
                <a:gd name="connsiteY4" fmla="*/ 455511 h 983972"/>
                <a:gd name="connsiteX5" fmla="*/ 667101 w 750926"/>
                <a:gd name="connsiteY5" fmla="*/ 569868 h 983972"/>
                <a:gd name="connsiteX6" fmla="*/ 750926 w 750926"/>
                <a:gd name="connsiteY6" fmla="*/ 683033 h 983972"/>
                <a:gd name="connsiteX7" fmla="*/ 613213 w 750926"/>
                <a:gd name="connsiteY7" fmla="*/ 716387 h 983972"/>
                <a:gd name="connsiteX8" fmla="*/ 476698 w 750926"/>
                <a:gd name="connsiteY8" fmla="*/ 750932 h 983972"/>
                <a:gd name="connsiteX9" fmla="*/ 498993 w 750926"/>
                <a:gd name="connsiteY9" fmla="*/ 687927 h 983972"/>
                <a:gd name="connsiteX10" fmla="*/ 424047 w 750926"/>
                <a:gd name="connsiteY10" fmla="*/ 660916 h 983972"/>
                <a:gd name="connsiteX11" fmla="*/ 421572 w 750926"/>
                <a:gd name="connsiteY11" fmla="*/ 666928 h 983972"/>
                <a:gd name="connsiteX12" fmla="*/ 158704 w 750926"/>
                <a:gd name="connsiteY12" fmla="*/ 983972 h 983972"/>
                <a:gd name="connsiteX13" fmla="*/ 0 w 750926"/>
                <a:gd name="connsiteY13" fmla="*/ 765044 h 983972"/>
                <a:gd name="connsiteX14" fmla="*/ 238056 w 750926"/>
                <a:gd name="connsiteY14" fmla="*/ 258623 h 983972"/>
                <a:gd name="connsiteX15" fmla="*/ 214010 w 750926"/>
                <a:gd name="connsiteY15" fmla="*/ 87812 h 983972"/>
                <a:gd name="connsiteX16" fmla="*/ 478517 w 750926"/>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0926" h="983972">
                  <a:moveTo>
                    <a:pt x="478517" y="0"/>
                  </a:moveTo>
                  <a:cubicBezTo>
                    <a:pt x="519095" y="138484"/>
                    <a:pt x="526872" y="278490"/>
                    <a:pt x="504766" y="411772"/>
                  </a:cubicBezTo>
                  <a:lnTo>
                    <a:pt x="484173" y="496008"/>
                  </a:lnTo>
                  <a:lnTo>
                    <a:pt x="558000" y="522468"/>
                  </a:lnTo>
                  <a:lnTo>
                    <a:pt x="582078" y="455511"/>
                  </a:lnTo>
                  <a:lnTo>
                    <a:pt x="667101" y="569868"/>
                  </a:lnTo>
                  <a:lnTo>
                    <a:pt x="750926" y="683033"/>
                  </a:lnTo>
                  <a:lnTo>
                    <a:pt x="613213" y="716387"/>
                  </a:lnTo>
                  <a:lnTo>
                    <a:pt x="476698" y="750932"/>
                  </a:lnTo>
                  <a:lnTo>
                    <a:pt x="498993" y="687927"/>
                  </a:lnTo>
                  <a:lnTo>
                    <a:pt x="424047" y="660916"/>
                  </a:lnTo>
                  <a:lnTo>
                    <a:pt x="421572" y="666928"/>
                  </a:lnTo>
                  <a:cubicBezTo>
                    <a:pt x="360916" y="787580"/>
                    <a:pt x="272322" y="896010"/>
                    <a:pt x="158704" y="983972"/>
                  </a:cubicBezTo>
                  <a:cubicBezTo>
                    <a:pt x="158704" y="983972"/>
                    <a:pt x="158704" y="983972"/>
                    <a:pt x="0" y="765044"/>
                  </a:cubicBezTo>
                  <a:cubicBezTo>
                    <a:pt x="144276" y="643552"/>
                    <a:pt x="238056" y="460711"/>
                    <a:pt x="238056" y="258623"/>
                  </a:cubicBezTo>
                  <a:cubicBezTo>
                    <a:pt x="238056" y="198478"/>
                    <a:pt x="229640" y="141942"/>
                    <a:pt x="214010" y="87812"/>
                  </a:cubicBezTo>
                  <a:cubicBezTo>
                    <a:pt x="214010" y="87812"/>
                    <a:pt x="214010" y="87812"/>
                    <a:pt x="478517" y="0"/>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7" name="Freeform: Shape 16">
              <a:extLst>
                <a:ext uri="{FF2B5EF4-FFF2-40B4-BE49-F238E27FC236}">
                  <a16:creationId xmlns:a16="http://schemas.microsoft.com/office/drawing/2014/main" id="{182B13E4-1638-71CE-A795-85C291B5F0CE}"/>
                </a:ext>
              </a:extLst>
            </p:cNvPr>
            <p:cNvSpPr>
              <a:spLocks noChangeArrowheads="1"/>
            </p:cNvSpPr>
            <p:nvPr/>
          </p:nvSpPr>
          <p:spPr bwMode="auto">
            <a:xfrm>
              <a:off x="6673803" y="3742715"/>
              <a:ext cx="1031648" cy="708553"/>
            </a:xfrm>
            <a:custGeom>
              <a:avLst/>
              <a:gdLst>
                <a:gd name="connsiteX0" fmla="*/ 872102 w 1031648"/>
                <a:gd name="connsiteY0" fmla="*/ 0 h 708553"/>
                <a:gd name="connsiteX1" fmla="*/ 1031648 w 1031648"/>
                <a:gd name="connsiteY1" fmla="*/ 217577 h 708553"/>
                <a:gd name="connsiteX2" fmla="*/ 651922 w 1031648"/>
                <a:gd name="connsiteY2" fmla="*/ 369552 h 708553"/>
                <a:gd name="connsiteX3" fmla="*/ 611603 w 1031648"/>
                <a:gd name="connsiteY3" fmla="*/ 372723 h 708553"/>
                <a:gd name="connsiteX4" fmla="*/ 610017 w 1031648"/>
                <a:gd name="connsiteY4" fmla="*/ 473321 h 708553"/>
                <a:gd name="connsiteX5" fmla="*/ 671482 w 1031648"/>
                <a:gd name="connsiteY5" fmla="*/ 473796 h 708553"/>
                <a:gd name="connsiteX6" fmla="*/ 592760 w 1031648"/>
                <a:gd name="connsiteY6" fmla="*/ 591175 h 708553"/>
                <a:gd name="connsiteX7" fmla="*/ 512845 w 1031648"/>
                <a:gd name="connsiteY7" fmla="*/ 708553 h 708553"/>
                <a:gd name="connsiteX8" fmla="*/ 436509 w 1031648"/>
                <a:gd name="connsiteY8" fmla="*/ 589977 h 708553"/>
                <a:gd name="connsiteX9" fmla="*/ 360172 w 1031648"/>
                <a:gd name="connsiteY9" fmla="*/ 471400 h 708553"/>
                <a:gd name="connsiteX10" fmla="*/ 429486 w 1031648"/>
                <a:gd name="connsiteY10" fmla="*/ 471932 h 708553"/>
                <a:gd name="connsiteX11" fmla="*/ 431037 w 1031648"/>
                <a:gd name="connsiteY11" fmla="*/ 373493 h 708553"/>
                <a:gd name="connsiteX12" fmla="*/ 380232 w 1031648"/>
                <a:gd name="connsiteY12" fmla="*/ 369552 h 708553"/>
                <a:gd name="connsiteX13" fmla="*/ 0 w 1031648"/>
                <a:gd name="connsiteY13" fmla="*/ 217577 h 708553"/>
                <a:gd name="connsiteX14" fmla="*/ 149949 w 1031648"/>
                <a:gd name="connsiteY14" fmla="*/ 11955 h 708553"/>
                <a:gd name="connsiteX15" fmla="*/ 502628 w 1031648"/>
                <a:gd name="connsiteY15" fmla="*/ 114766 h 708553"/>
                <a:gd name="connsiteX16" fmla="*/ 872102 w 1031648"/>
                <a:gd name="connsiteY16" fmla="*/ 0 h 708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1648" h="708553">
                  <a:moveTo>
                    <a:pt x="872102" y="0"/>
                  </a:moveTo>
                  <a:cubicBezTo>
                    <a:pt x="872102" y="0"/>
                    <a:pt x="872102" y="0"/>
                    <a:pt x="1031648" y="217577"/>
                  </a:cubicBezTo>
                  <a:cubicBezTo>
                    <a:pt x="914688" y="296479"/>
                    <a:pt x="785582" y="348482"/>
                    <a:pt x="651922" y="369552"/>
                  </a:cubicBezTo>
                  <a:lnTo>
                    <a:pt x="611603" y="372723"/>
                  </a:lnTo>
                  <a:lnTo>
                    <a:pt x="610017" y="473321"/>
                  </a:lnTo>
                  <a:lnTo>
                    <a:pt x="671482" y="473796"/>
                  </a:lnTo>
                  <a:lnTo>
                    <a:pt x="592760" y="591175"/>
                  </a:lnTo>
                  <a:lnTo>
                    <a:pt x="512845" y="708553"/>
                  </a:lnTo>
                  <a:lnTo>
                    <a:pt x="436509" y="589977"/>
                  </a:lnTo>
                  <a:lnTo>
                    <a:pt x="360172" y="471400"/>
                  </a:lnTo>
                  <a:lnTo>
                    <a:pt x="429486" y="471932"/>
                  </a:lnTo>
                  <a:lnTo>
                    <a:pt x="431037" y="373493"/>
                  </a:lnTo>
                  <a:lnTo>
                    <a:pt x="380232" y="369552"/>
                  </a:lnTo>
                  <a:cubicBezTo>
                    <a:pt x="245390" y="348482"/>
                    <a:pt x="116959" y="296479"/>
                    <a:pt x="0" y="217577"/>
                  </a:cubicBezTo>
                  <a:cubicBezTo>
                    <a:pt x="0" y="217577"/>
                    <a:pt x="0" y="217577"/>
                    <a:pt x="149949" y="11955"/>
                  </a:cubicBezTo>
                  <a:cubicBezTo>
                    <a:pt x="250714" y="76511"/>
                    <a:pt x="371873" y="114766"/>
                    <a:pt x="502628" y="114766"/>
                  </a:cubicBezTo>
                  <a:cubicBezTo>
                    <a:pt x="640581" y="114766"/>
                    <a:pt x="767738" y="72924"/>
                    <a:pt x="872102" y="0"/>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8" name="Freeform: Shape 17">
              <a:extLst>
                <a:ext uri="{FF2B5EF4-FFF2-40B4-BE49-F238E27FC236}">
                  <a16:creationId xmlns:a16="http://schemas.microsoft.com/office/drawing/2014/main" id="{AE3C44AA-27C6-ED63-629D-F7363464BB84}"/>
                </a:ext>
              </a:extLst>
            </p:cNvPr>
            <p:cNvSpPr>
              <a:spLocks noChangeArrowheads="1"/>
            </p:cNvSpPr>
            <p:nvPr/>
          </p:nvSpPr>
          <p:spPr bwMode="auto">
            <a:xfrm>
              <a:off x="6011726" y="2942921"/>
              <a:ext cx="766808" cy="983972"/>
            </a:xfrm>
            <a:custGeom>
              <a:avLst/>
              <a:gdLst>
                <a:gd name="connsiteX0" fmla="*/ 297726 w 766808"/>
                <a:gd name="connsiteY0" fmla="*/ 0 h 983972"/>
                <a:gd name="connsiteX1" fmla="*/ 535876 w 766808"/>
                <a:gd name="connsiteY1" fmla="*/ 79391 h 983972"/>
                <a:gd name="connsiteX2" fmla="*/ 511820 w 766808"/>
                <a:gd name="connsiteY2" fmla="*/ 258623 h 983972"/>
                <a:gd name="connsiteX3" fmla="*/ 766808 w 766808"/>
                <a:gd name="connsiteY3" fmla="*/ 777073 h 983972"/>
                <a:gd name="connsiteX4" fmla="*/ 617664 w 766808"/>
                <a:gd name="connsiteY4" fmla="*/ 983972 h 983972"/>
                <a:gd name="connsiteX5" fmla="*/ 354482 w 766808"/>
                <a:gd name="connsiteY5" fmla="*/ 666928 h 983972"/>
                <a:gd name="connsiteX6" fmla="*/ 348778 w 766808"/>
                <a:gd name="connsiteY6" fmla="*/ 653024 h 983972"/>
                <a:gd name="connsiteX7" fmla="*/ 251933 w 766808"/>
                <a:gd name="connsiteY7" fmla="*/ 687927 h 983972"/>
                <a:gd name="connsiteX8" fmla="*/ 274228 w 766808"/>
                <a:gd name="connsiteY8" fmla="*/ 750932 h 983972"/>
                <a:gd name="connsiteX9" fmla="*/ 136515 w 766808"/>
                <a:gd name="connsiteY9" fmla="*/ 716387 h 983972"/>
                <a:gd name="connsiteX10" fmla="*/ 0 w 766808"/>
                <a:gd name="connsiteY10" fmla="*/ 683033 h 983972"/>
                <a:gd name="connsiteX11" fmla="*/ 83825 w 766808"/>
                <a:gd name="connsiteY11" fmla="*/ 569868 h 983972"/>
                <a:gd name="connsiteX12" fmla="*/ 168848 w 766808"/>
                <a:gd name="connsiteY12" fmla="*/ 455511 h 983972"/>
                <a:gd name="connsiteX13" fmla="*/ 192927 w 766808"/>
                <a:gd name="connsiteY13" fmla="*/ 522467 h 983972"/>
                <a:gd name="connsiteX14" fmla="*/ 290109 w 766808"/>
                <a:gd name="connsiteY14" fmla="*/ 487637 h 983972"/>
                <a:gd name="connsiteX15" fmla="*/ 271679 w 766808"/>
                <a:gd name="connsiteY15" fmla="*/ 411772 h 983972"/>
                <a:gd name="connsiteX16" fmla="*/ 297726 w 766808"/>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6808" h="983972">
                  <a:moveTo>
                    <a:pt x="297726" y="0"/>
                  </a:moveTo>
                  <a:cubicBezTo>
                    <a:pt x="297726" y="0"/>
                    <a:pt x="297726" y="0"/>
                    <a:pt x="535876" y="79391"/>
                  </a:cubicBezTo>
                  <a:cubicBezTo>
                    <a:pt x="521442" y="134725"/>
                    <a:pt x="511820" y="194870"/>
                    <a:pt x="511820" y="258623"/>
                  </a:cubicBezTo>
                  <a:cubicBezTo>
                    <a:pt x="511820" y="469131"/>
                    <a:pt x="611650" y="656783"/>
                    <a:pt x="766808" y="777073"/>
                  </a:cubicBezTo>
                  <a:cubicBezTo>
                    <a:pt x="766808" y="777073"/>
                    <a:pt x="766808" y="777073"/>
                    <a:pt x="617664" y="983972"/>
                  </a:cubicBezTo>
                  <a:cubicBezTo>
                    <a:pt x="503551" y="896010"/>
                    <a:pt x="414978" y="787580"/>
                    <a:pt x="354482" y="666928"/>
                  </a:cubicBezTo>
                  <a:lnTo>
                    <a:pt x="348778" y="653024"/>
                  </a:lnTo>
                  <a:lnTo>
                    <a:pt x="251933" y="687927"/>
                  </a:lnTo>
                  <a:lnTo>
                    <a:pt x="274228" y="750932"/>
                  </a:lnTo>
                  <a:lnTo>
                    <a:pt x="136515" y="716387"/>
                  </a:lnTo>
                  <a:lnTo>
                    <a:pt x="0" y="683033"/>
                  </a:lnTo>
                  <a:lnTo>
                    <a:pt x="83825" y="569868"/>
                  </a:lnTo>
                  <a:lnTo>
                    <a:pt x="168848" y="455511"/>
                  </a:lnTo>
                  <a:lnTo>
                    <a:pt x="192927" y="522467"/>
                  </a:lnTo>
                  <a:lnTo>
                    <a:pt x="290109" y="487637"/>
                  </a:lnTo>
                  <a:lnTo>
                    <a:pt x="271679" y="411772"/>
                  </a:lnTo>
                  <a:cubicBezTo>
                    <a:pt x="249747" y="278490"/>
                    <a:pt x="257584" y="138484"/>
                    <a:pt x="297726" y="0"/>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9" name="Freeform: Shape 18">
              <a:extLst>
                <a:ext uri="{FF2B5EF4-FFF2-40B4-BE49-F238E27FC236}">
                  <a16:creationId xmlns:a16="http://schemas.microsoft.com/office/drawing/2014/main" id="{4753C43F-B4E6-AE36-736B-35C1E8F99EEA}"/>
                </a:ext>
              </a:extLst>
            </p:cNvPr>
            <p:cNvSpPr>
              <a:spLocks noChangeArrowheads="1"/>
            </p:cNvSpPr>
            <p:nvPr/>
          </p:nvSpPr>
          <p:spPr bwMode="auto">
            <a:xfrm>
              <a:off x="6324227" y="2206688"/>
              <a:ext cx="835665" cy="756222"/>
            </a:xfrm>
            <a:custGeom>
              <a:avLst/>
              <a:gdLst>
                <a:gd name="connsiteX0" fmla="*/ 153604 w 835665"/>
                <a:gd name="connsiteY0" fmla="*/ 0 h 756222"/>
                <a:gd name="connsiteX1" fmla="*/ 286020 w 835665"/>
                <a:gd name="connsiteY1" fmla="*/ 51894 h 756222"/>
                <a:gd name="connsiteX2" fmla="*/ 417232 w 835665"/>
                <a:gd name="connsiteY2" fmla="*/ 106201 h 756222"/>
                <a:gd name="connsiteX3" fmla="*/ 360406 w 835665"/>
                <a:gd name="connsiteY3" fmla="*/ 145601 h 756222"/>
                <a:gd name="connsiteX4" fmla="*/ 397765 w 835665"/>
                <a:gd name="connsiteY4" fmla="*/ 199484 h 756222"/>
                <a:gd name="connsiteX5" fmla="*/ 435897 w 835665"/>
                <a:gd name="connsiteY5" fmla="*/ 176022 h 756222"/>
                <a:gd name="connsiteX6" fmla="*/ 835665 w 835665"/>
                <a:gd name="connsiteY6" fmla="*/ 74153 h 756222"/>
                <a:gd name="connsiteX7" fmla="*/ 835665 w 835665"/>
                <a:gd name="connsiteY7" fmla="*/ 340997 h 756222"/>
                <a:gd name="connsiteX8" fmla="*/ 238418 w 835665"/>
                <a:gd name="connsiteY8" fmla="*/ 756222 h 756222"/>
                <a:gd name="connsiteX9" fmla="*/ 0 w 835665"/>
                <a:gd name="connsiteY9" fmla="*/ 679638 h 756222"/>
                <a:gd name="connsiteX10" fmla="*/ 219431 w 835665"/>
                <a:gd name="connsiteY10" fmla="*/ 332932 h 756222"/>
                <a:gd name="connsiteX11" fmla="*/ 254274 w 835665"/>
                <a:gd name="connsiteY11" fmla="*/ 303408 h 756222"/>
                <a:gd name="connsiteX12" fmla="*/ 215033 w 835665"/>
                <a:gd name="connsiteY12" fmla="*/ 245924 h 756222"/>
                <a:gd name="connsiteX13" fmla="*/ 158419 w 835665"/>
                <a:gd name="connsiteY13" fmla="*/ 284812 h 756222"/>
                <a:gd name="connsiteX14" fmla="*/ 154808 w 835665"/>
                <a:gd name="connsiteY14" fmla="*/ 142406 h 75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65" h="756222">
                  <a:moveTo>
                    <a:pt x="153604" y="0"/>
                  </a:moveTo>
                  <a:lnTo>
                    <a:pt x="286020" y="51894"/>
                  </a:lnTo>
                  <a:lnTo>
                    <a:pt x="417232" y="106201"/>
                  </a:lnTo>
                  <a:lnTo>
                    <a:pt x="360406" y="145601"/>
                  </a:lnTo>
                  <a:lnTo>
                    <a:pt x="397765" y="199484"/>
                  </a:lnTo>
                  <a:lnTo>
                    <a:pt x="435897" y="176022"/>
                  </a:lnTo>
                  <a:cubicBezTo>
                    <a:pt x="555649" y="114258"/>
                    <a:pt x="691170" y="78640"/>
                    <a:pt x="835665" y="74153"/>
                  </a:cubicBezTo>
                  <a:cubicBezTo>
                    <a:pt x="835665" y="74153"/>
                    <a:pt x="835665" y="74153"/>
                    <a:pt x="835665" y="340997"/>
                  </a:cubicBezTo>
                  <a:cubicBezTo>
                    <a:pt x="563532" y="346980"/>
                    <a:pt x="333544" y="516899"/>
                    <a:pt x="238418" y="756222"/>
                  </a:cubicBezTo>
                  <a:cubicBezTo>
                    <a:pt x="238418" y="756222"/>
                    <a:pt x="238418" y="756222"/>
                    <a:pt x="0" y="679638"/>
                  </a:cubicBezTo>
                  <a:cubicBezTo>
                    <a:pt x="48315" y="544571"/>
                    <a:pt x="123724" y="427340"/>
                    <a:pt x="219431" y="332932"/>
                  </a:cubicBezTo>
                  <a:lnTo>
                    <a:pt x="254274" y="303408"/>
                  </a:lnTo>
                  <a:lnTo>
                    <a:pt x="215033" y="245924"/>
                  </a:lnTo>
                  <a:lnTo>
                    <a:pt x="158419" y="284812"/>
                  </a:lnTo>
                  <a:lnTo>
                    <a:pt x="154808" y="142406"/>
                  </a:ln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grpSp>
      <p:sp>
        <p:nvSpPr>
          <p:cNvPr id="20" name="Oval 19">
            <a:extLst>
              <a:ext uri="{FF2B5EF4-FFF2-40B4-BE49-F238E27FC236}">
                <a16:creationId xmlns:a16="http://schemas.microsoft.com/office/drawing/2014/main" id="{0D691130-D008-FA5C-B0E7-03CA11E3FDD3}"/>
              </a:ext>
            </a:extLst>
          </p:cNvPr>
          <p:cNvSpPr/>
          <p:nvPr/>
        </p:nvSpPr>
        <p:spPr>
          <a:xfrm>
            <a:off x="5452576" y="2372783"/>
            <a:ext cx="1333157" cy="1333157"/>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85838"/>
            <a:r>
              <a:rPr lang="en-US" sz="1600" b="1" dirty="0">
                <a:solidFill>
                  <a:schemeClr val="tx1"/>
                </a:solidFill>
              </a:rPr>
              <a:t>Lean Principles</a:t>
            </a:r>
          </a:p>
        </p:txBody>
      </p:sp>
    </p:spTree>
    <p:extLst>
      <p:ext uri="{BB962C8B-B14F-4D97-AF65-F5344CB8AC3E}">
        <p14:creationId xmlns:p14="http://schemas.microsoft.com/office/powerpoint/2010/main" val="3321781166"/>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noChangeArrowheads="1"/>
          </p:cNvPicPr>
          <p:nvPr/>
        </p:nvPicPr>
        <p:blipFill rotWithShape="1">
          <a:blip r:embed="rId25" cstate="print">
            <a:extLst>
              <a:ext uri="{BEBA8EAE-BF5A-486C-A8C5-ECC9F3942E4B}">
                <a14:imgProps xmlns:a14="http://schemas.microsoft.com/office/drawing/2010/main">
                  <a14:imgLayer r:embed="rId26">
                    <a14:imgEffect>
                      <a14:saturation sat="200000"/>
                    </a14:imgEffect>
                  </a14:imgLayer>
                </a14:imgProps>
              </a:ext>
              <a:ext uri="{28A0092B-C50C-407E-A947-70E740481C1C}">
                <a14:useLocalDpi xmlns:a14="http://schemas.microsoft.com/office/drawing/2010/main" val="0"/>
              </a:ext>
            </a:extLst>
          </a:blip>
          <a:srcRect l="16343" r="35080"/>
          <a:stretch/>
        </p:blipFill>
        <p:spPr bwMode="auto">
          <a:xfrm>
            <a:off x="596070" y="1186421"/>
            <a:ext cx="2274138" cy="3310199"/>
          </a:xfrm>
          <a:prstGeom prst="rect">
            <a:avLst/>
          </a:prstGeom>
          <a:noFill/>
          <a:ln>
            <a:solidFill>
              <a:srgbClr val="BFBFBF"/>
            </a:solidFill>
          </a:ln>
          <a:extLst>
            <a:ext uri="{909E8E84-426E-40DD-AFC4-6F175D3DCCD1}">
              <a14:hiddenFill xmlns:a14="http://schemas.microsoft.com/office/drawing/2010/main">
                <a:solidFill>
                  <a:srgbClr val="FFFFFF"/>
                </a:solidFill>
              </a14:hiddenFill>
            </a:ext>
          </a:extLst>
        </p:spPr>
      </p:pic>
      <p:sp>
        <p:nvSpPr>
          <p:cNvPr id="3" name="Rectangle 2"/>
          <p:cNvSpPr/>
          <p:nvPr/>
        </p:nvSpPr>
        <p:spPr>
          <a:xfrm>
            <a:off x="596069" y="3838905"/>
            <a:ext cx="2274139" cy="657715"/>
          </a:xfrm>
          <a:prstGeom prst="rect">
            <a:avLst/>
          </a:prstGeom>
          <a:solidFill>
            <a:srgbClr val="000000">
              <a:alpha val="7803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JANE DOE</a:t>
            </a:r>
          </a:p>
          <a:p>
            <a:pPr algn="ctr"/>
            <a:r>
              <a:rPr lang="en-US" dirty="0">
                <a:solidFill>
                  <a:srgbClr val="FFFFFF"/>
                </a:solidFill>
              </a:rPr>
              <a:t>Executive in finance</a:t>
            </a:r>
          </a:p>
        </p:txBody>
      </p:sp>
      <p:sp>
        <p:nvSpPr>
          <p:cNvPr id="5" name="TextBox 4"/>
          <p:cNvSpPr txBox="1"/>
          <p:nvPr/>
        </p:nvSpPr>
        <p:spPr>
          <a:xfrm>
            <a:off x="3116126" y="1409185"/>
            <a:ext cx="1467068" cy="369332"/>
          </a:xfrm>
          <a:prstGeom prst="rect">
            <a:avLst/>
          </a:prstGeom>
          <a:noFill/>
        </p:spPr>
        <p:txBody>
          <a:bodyPr wrap="none" rtlCol="0">
            <a:spAutoFit/>
          </a:bodyPr>
          <a:lstStyle/>
          <a:p>
            <a:r>
              <a:rPr lang="en-US" b="1" dirty="0"/>
              <a:t>SHORT BIO</a:t>
            </a:r>
          </a:p>
        </p:txBody>
      </p:sp>
      <p:sp>
        <p:nvSpPr>
          <p:cNvPr id="6" name="TextBox 5"/>
          <p:cNvSpPr txBox="1"/>
          <p:nvPr/>
        </p:nvSpPr>
        <p:spPr>
          <a:xfrm>
            <a:off x="3116127" y="1778517"/>
            <a:ext cx="8517073"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7" name="TextBox 6"/>
          <p:cNvSpPr txBox="1"/>
          <p:nvPr/>
        </p:nvSpPr>
        <p:spPr>
          <a:xfrm>
            <a:off x="3116127" y="4441159"/>
            <a:ext cx="1992853" cy="369332"/>
          </a:xfrm>
          <a:prstGeom prst="rect">
            <a:avLst/>
          </a:prstGeom>
          <a:noFill/>
        </p:spPr>
        <p:txBody>
          <a:bodyPr wrap="none" rtlCol="0">
            <a:spAutoFit/>
          </a:bodyPr>
          <a:lstStyle/>
          <a:p>
            <a:r>
              <a:rPr lang="en-US" b="1" dirty="0"/>
              <a:t>PERSONNALITY</a:t>
            </a:r>
          </a:p>
        </p:txBody>
      </p:sp>
      <p:sp>
        <p:nvSpPr>
          <p:cNvPr id="8" name="TextBox 7"/>
          <p:cNvSpPr txBox="1"/>
          <p:nvPr/>
        </p:nvSpPr>
        <p:spPr>
          <a:xfrm>
            <a:off x="3116127" y="4810491"/>
            <a:ext cx="4140000"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9" name="TextBox 8"/>
          <p:cNvSpPr txBox="1"/>
          <p:nvPr/>
        </p:nvSpPr>
        <p:spPr>
          <a:xfrm>
            <a:off x="7493200" y="4810491"/>
            <a:ext cx="4140000"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0" name="TextBox 9"/>
          <p:cNvSpPr txBox="1"/>
          <p:nvPr/>
        </p:nvSpPr>
        <p:spPr>
          <a:xfrm>
            <a:off x="7493200" y="4428459"/>
            <a:ext cx="1005403" cy="369332"/>
          </a:xfrm>
          <a:prstGeom prst="rect">
            <a:avLst/>
          </a:prstGeom>
          <a:noFill/>
        </p:spPr>
        <p:txBody>
          <a:bodyPr wrap="none" rtlCol="0">
            <a:spAutoFit/>
          </a:bodyPr>
          <a:lstStyle/>
          <a:p>
            <a:r>
              <a:rPr lang="en-US" b="1" dirty="0"/>
              <a:t>GOALS</a:t>
            </a:r>
          </a:p>
        </p:txBody>
      </p:sp>
      <p:sp>
        <p:nvSpPr>
          <p:cNvPr id="23" name="TextBox 22"/>
          <p:cNvSpPr txBox="1"/>
          <p:nvPr/>
        </p:nvSpPr>
        <p:spPr>
          <a:xfrm>
            <a:off x="1261694" y="5103181"/>
            <a:ext cx="966931" cy="369332"/>
          </a:xfrm>
          <a:prstGeom prst="rect">
            <a:avLst/>
          </a:prstGeom>
          <a:noFill/>
        </p:spPr>
        <p:txBody>
          <a:bodyPr wrap="none" rtlCol="0">
            <a:spAutoFit/>
          </a:bodyPr>
          <a:lstStyle/>
          <a:p>
            <a:r>
              <a:rPr lang="en-US" dirty="0"/>
              <a:t>Married</a:t>
            </a:r>
          </a:p>
        </p:txBody>
      </p:sp>
      <p:sp>
        <p:nvSpPr>
          <p:cNvPr id="24" name="TextBox 23"/>
          <p:cNvSpPr txBox="1"/>
          <p:nvPr/>
        </p:nvSpPr>
        <p:spPr>
          <a:xfrm>
            <a:off x="1261694" y="5641979"/>
            <a:ext cx="1184940" cy="369332"/>
          </a:xfrm>
          <a:prstGeom prst="rect">
            <a:avLst/>
          </a:prstGeom>
          <a:noFill/>
        </p:spPr>
        <p:txBody>
          <a:bodyPr wrap="none" rtlCol="0">
            <a:spAutoFit/>
          </a:bodyPr>
          <a:lstStyle/>
          <a:p>
            <a:r>
              <a:rPr lang="en-US" dirty="0"/>
              <a:t>2 children</a:t>
            </a:r>
          </a:p>
        </p:txBody>
      </p:sp>
      <p:sp>
        <p:nvSpPr>
          <p:cNvPr id="26" name="TextBox 25"/>
          <p:cNvSpPr txBox="1"/>
          <p:nvPr/>
        </p:nvSpPr>
        <p:spPr>
          <a:xfrm>
            <a:off x="1261694" y="4625825"/>
            <a:ext cx="1441420" cy="369332"/>
          </a:xfrm>
          <a:prstGeom prst="rect">
            <a:avLst/>
          </a:prstGeom>
          <a:noFill/>
        </p:spPr>
        <p:txBody>
          <a:bodyPr wrap="none" rtlCol="0">
            <a:spAutoFit/>
          </a:bodyPr>
          <a:lstStyle/>
          <a:p>
            <a:r>
              <a:rPr lang="en-US" dirty="0"/>
              <a:t>39 years old</a:t>
            </a:r>
          </a:p>
        </p:txBody>
      </p:sp>
      <p:sp>
        <p:nvSpPr>
          <p:cNvPr id="27" name="Rectangle: Rounded Corners 26"/>
          <p:cNvSpPr/>
          <p:nvPr/>
        </p:nvSpPr>
        <p:spPr>
          <a:xfrm>
            <a:off x="3242122"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Rounded Corners 27"/>
          <p:cNvSpPr/>
          <p:nvPr/>
        </p:nvSpPr>
        <p:spPr>
          <a:xfrm>
            <a:off x="3242122" y="3248872"/>
            <a:ext cx="2196000" cy="1694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Rounded Corners 28"/>
          <p:cNvSpPr/>
          <p:nvPr/>
        </p:nvSpPr>
        <p:spPr>
          <a:xfrm>
            <a:off x="3242121"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Rectangle: Rounded Corners 29"/>
          <p:cNvSpPr/>
          <p:nvPr/>
        </p:nvSpPr>
        <p:spPr>
          <a:xfrm>
            <a:off x="3242121" y="3960072"/>
            <a:ext cx="1296000" cy="1694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TextBox 30"/>
          <p:cNvSpPr txBox="1"/>
          <p:nvPr/>
        </p:nvSpPr>
        <p:spPr>
          <a:xfrm>
            <a:off x="3242120" y="2827815"/>
            <a:ext cx="1120820" cy="369332"/>
          </a:xfrm>
          <a:prstGeom prst="rect">
            <a:avLst/>
          </a:prstGeom>
          <a:noFill/>
        </p:spPr>
        <p:txBody>
          <a:bodyPr wrap="none" rtlCol="0">
            <a:spAutoFit/>
          </a:bodyPr>
          <a:lstStyle/>
          <a:p>
            <a:r>
              <a:rPr lang="en-US" dirty="0"/>
              <a:t>Business</a:t>
            </a:r>
          </a:p>
        </p:txBody>
      </p:sp>
      <p:sp>
        <p:nvSpPr>
          <p:cNvPr id="32" name="TextBox 31"/>
          <p:cNvSpPr txBox="1"/>
          <p:nvPr/>
        </p:nvSpPr>
        <p:spPr>
          <a:xfrm>
            <a:off x="3242120" y="3561162"/>
            <a:ext cx="1351717" cy="369332"/>
          </a:xfrm>
          <a:prstGeom prst="rect">
            <a:avLst/>
          </a:prstGeom>
          <a:noFill/>
        </p:spPr>
        <p:txBody>
          <a:bodyPr wrap="none" rtlCol="0">
            <a:spAutoFit/>
          </a:bodyPr>
          <a:lstStyle/>
          <a:p>
            <a:r>
              <a:rPr lang="en-US" dirty="0"/>
              <a:t>Technology</a:t>
            </a:r>
          </a:p>
        </p:txBody>
      </p:sp>
      <p:sp>
        <p:nvSpPr>
          <p:cNvPr id="33" name="Rectangle: Rounded Corners 32"/>
          <p:cNvSpPr/>
          <p:nvPr/>
        </p:nvSpPr>
        <p:spPr>
          <a:xfrm>
            <a:off x="6409425"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Rounded Corners 33"/>
          <p:cNvSpPr/>
          <p:nvPr/>
        </p:nvSpPr>
        <p:spPr>
          <a:xfrm>
            <a:off x="6409425" y="3248872"/>
            <a:ext cx="756000" cy="1694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Rounded Corners 34"/>
          <p:cNvSpPr/>
          <p:nvPr/>
        </p:nvSpPr>
        <p:spPr>
          <a:xfrm>
            <a:off x="6409424"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Rounded Corners 35"/>
          <p:cNvSpPr/>
          <p:nvPr/>
        </p:nvSpPr>
        <p:spPr>
          <a:xfrm>
            <a:off x="6409424" y="3960072"/>
            <a:ext cx="2196000" cy="1694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TextBox 36"/>
          <p:cNvSpPr txBox="1"/>
          <p:nvPr/>
        </p:nvSpPr>
        <p:spPr>
          <a:xfrm>
            <a:off x="6409423" y="2827815"/>
            <a:ext cx="1146468" cy="369332"/>
          </a:xfrm>
          <a:prstGeom prst="rect">
            <a:avLst/>
          </a:prstGeom>
          <a:noFill/>
        </p:spPr>
        <p:txBody>
          <a:bodyPr wrap="none" rtlCol="0">
            <a:spAutoFit/>
          </a:bodyPr>
          <a:lstStyle/>
          <a:p>
            <a:r>
              <a:rPr lang="en-US" dirty="0"/>
              <a:t>Creativity</a:t>
            </a:r>
          </a:p>
        </p:txBody>
      </p:sp>
      <p:sp>
        <p:nvSpPr>
          <p:cNvPr id="38" name="TextBox 37"/>
          <p:cNvSpPr txBox="1"/>
          <p:nvPr/>
        </p:nvSpPr>
        <p:spPr>
          <a:xfrm>
            <a:off x="6409423" y="3561162"/>
            <a:ext cx="1903085" cy="369332"/>
          </a:xfrm>
          <a:prstGeom prst="rect">
            <a:avLst/>
          </a:prstGeom>
          <a:noFill/>
        </p:spPr>
        <p:txBody>
          <a:bodyPr wrap="none" rtlCol="0">
            <a:spAutoFit/>
          </a:bodyPr>
          <a:lstStyle/>
          <a:p>
            <a:r>
              <a:rPr lang="en-US" dirty="0"/>
              <a:t>Rational-thinking</a:t>
            </a:r>
          </a:p>
        </p:txBody>
      </p:sp>
      <p:sp>
        <p:nvSpPr>
          <p:cNvPr id="141" name="TextBox 140"/>
          <p:cNvSpPr txBox="1"/>
          <p:nvPr/>
        </p:nvSpPr>
        <p:spPr>
          <a:xfrm>
            <a:off x="9378684" y="2827815"/>
            <a:ext cx="813043" cy="369332"/>
          </a:xfrm>
          <a:prstGeom prst="rect">
            <a:avLst/>
          </a:prstGeom>
          <a:noFill/>
        </p:spPr>
        <p:txBody>
          <a:bodyPr wrap="none" rtlCol="0">
            <a:spAutoFit/>
          </a:bodyPr>
          <a:lstStyle/>
          <a:p>
            <a:r>
              <a:rPr lang="en-US" dirty="0"/>
              <a:t>Social</a:t>
            </a:r>
          </a:p>
        </p:txBody>
      </p:sp>
      <p:sp>
        <p:nvSpPr>
          <p:cNvPr id="142" name="TextBox 141"/>
          <p:cNvSpPr txBox="1"/>
          <p:nvPr/>
        </p:nvSpPr>
        <p:spPr>
          <a:xfrm>
            <a:off x="9378684" y="3561162"/>
            <a:ext cx="1326004" cy="369332"/>
          </a:xfrm>
          <a:prstGeom prst="rect">
            <a:avLst/>
          </a:prstGeom>
          <a:noFill/>
        </p:spPr>
        <p:txBody>
          <a:bodyPr wrap="none" rtlCol="0">
            <a:spAutoFit/>
          </a:bodyPr>
          <a:lstStyle/>
          <a:p>
            <a:r>
              <a:rPr lang="en-US" dirty="0"/>
              <a:t>Leadership</a:t>
            </a:r>
          </a:p>
        </p:txBody>
      </p:sp>
      <p:sp>
        <p:nvSpPr>
          <p:cNvPr id="2" name="Title 1"/>
          <p:cNvSpPr>
            <a:spLocks noGrp="1"/>
          </p:cNvSpPr>
          <p:nvPr>
            <p:ph type="title"/>
          </p:nvPr>
        </p:nvSpPr>
        <p:spPr>
          <a:xfrm>
            <a:off x="214184" y="13663"/>
            <a:ext cx="9728886" cy="678316"/>
          </a:xfrm>
        </p:spPr>
        <p:txBody>
          <a:bodyPr>
            <a:normAutofit/>
          </a:bodyPr>
          <a:lstStyle/>
          <a:p>
            <a:r>
              <a:rPr lang="en-US" dirty="0"/>
              <a:t>Personas</a:t>
            </a:r>
          </a:p>
        </p:txBody>
      </p:sp>
      <p:grpSp>
        <p:nvGrpSpPr>
          <p:cNvPr id="11" name="POWER_USER_CONTEXTUAL_SHAPES_RANKING">
            <a:extLst>
              <a:ext uri="{FF2B5EF4-FFF2-40B4-BE49-F238E27FC236}">
                <a16:creationId xmlns:a16="http://schemas.microsoft.com/office/drawing/2014/main" id="{15008871-D833-3142-5920-CAF9521BB0E4}"/>
              </a:ext>
            </a:extLst>
          </p:cNvPr>
          <p:cNvGrpSpPr>
            <a:grpSpLocks noChangeAspect="1"/>
          </p:cNvGrpSpPr>
          <p:nvPr>
            <p:custDataLst>
              <p:tags r:id="rId1"/>
            </p:custDataLst>
          </p:nvPr>
        </p:nvGrpSpPr>
        <p:grpSpPr>
          <a:xfrm>
            <a:off x="9378685" y="3206246"/>
            <a:ext cx="1646925" cy="266310"/>
            <a:chOff x="4620530" y="87135"/>
            <a:chExt cx="3209389" cy="518965"/>
          </a:xfrm>
        </p:grpSpPr>
        <p:sp>
          <p:nvSpPr>
            <p:cNvPr id="12" name="POWER_USER_CONTEXTUAL_SHAPES_RANKING_HEART_10" hidden="1">
              <a:extLst>
                <a:ext uri="{FF2B5EF4-FFF2-40B4-BE49-F238E27FC236}">
                  <a16:creationId xmlns:a16="http://schemas.microsoft.com/office/drawing/2014/main" id="{28917C55-5C79-8CD6-7FEE-B03546F63DF3}"/>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3" name="POWER_USER_CONTEXTUAL_SHAPES_RANKING_HEART_9" hidden="1">
              <a:extLst>
                <a:ext uri="{FF2B5EF4-FFF2-40B4-BE49-F238E27FC236}">
                  <a16:creationId xmlns:a16="http://schemas.microsoft.com/office/drawing/2014/main" id="{EE3A5508-7C37-BD51-9E29-F1DE1847BDA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OWER_USER_CONTEXTUAL_SHAPES_RANKING_HEART_8" hidden="1">
              <a:extLst>
                <a:ext uri="{FF2B5EF4-FFF2-40B4-BE49-F238E27FC236}">
                  <a16:creationId xmlns:a16="http://schemas.microsoft.com/office/drawing/2014/main" id="{921FD89A-E3FE-1953-1584-BF37A084E3D7}"/>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OWER_USER_CONTEXTUAL_SHAPES_RANKING_HEART_7" hidden="1">
              <a:extLst>
                <a:ext uri="{FF2B5EF4-FFF2-40B4-BE49-F238E27FC236}">
                  <a16:creationId xmlns:a16="http://schemas.microsoft.com/office/drawing/2014/main" id="{3369F807-C950-1C81-00EF-091404793AB9}"/>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6" name="POWER_USER_CONTEXTUAL_SHAPES_RANKING_HEART_6" hidden="1">
              <a:extLst>
                <a:ext uri="{FF2B5EF4-FFF2-40B4-BE49-F238E27FC236}">
                  <a16:creationId xmlns:a16="http://schemas.microsoft.com/office/drawing/2014/main" id="{200F6ED0-4ECF-5722-3461-B2939A022A6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OWER_USER_CONTEXTUAL_SHAPES_RANKING_HEART_5" hidden="1">
              <a:extLst>
                <a:ext uri="{FF2B5EF4-FFF2-40B4-BE49-F238E27FC236}">
                  <a16:creationId xmlns:a16="http://schemas.microsoft.com/office/drawing/2014/main" id="{FFC65FDB-4DE0-D9ED-FD7F-BDA0E86082A4}"/>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OWER_USER_CONTEXTUAL_SHAPES_RANKING_HEART_4" hidden="1">
              <a:extLst>
                <a:ext uri="{FF2B5EF4-FFF2-40B4-BE49-F238E27FC236}">
                  <a16:creationId xmlns:a16="http://schemas.microsoft.com/office/drawing/2014/main" id="{ECE91C76-6FAE-452A-A88E-C447C00077A0}"/>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9" name="POWER_USER_CONTEXTUAL_SHAPES_RANKING_HEART_3" hidden="1">
              <a:extLst>
                <a:ext uri="{FF2B5EF4-FFF2-40B4-BE49-F238E27FC236}">
                  <a16:creationId xmlns:a16="http://schemas.microsoft.com/office/drawing/2014/main" id="{A53162A2-A5C1-D440-6A8F-C5482B9F10B9}"/>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OWER_USER_CONTEXTUAL_SHAPES_RANKING_HEART_2" hidden="1">
              <a:extLst>
                <a:ext uri="{FF2B5EF4-FFF2-40B4-BE49-F238E27FC236}">
                  <a16:creationId xmlns:a16="http://schemas.microsoft.com/office/drawing/2014/main" id="{9FC48F73-6D23-F97C-DF85-EFF4C32EB0DD}"/>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OWER_USER_CONTEXTUAL_SHAPES_RANKING_HEART_1" hidden="1">
              <a:extLst>
                <a:ext uri="{FF2B5EF4-FFF2-40B4-BE49-F238E27FC236}">
                  <a16:creationId xmlns:a16="http://schemas.microsoft.com/office/drawing/2014/main" id="{0C45BC63-68FD-F080-9D16-FA6C77C42581}"/>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2" name="POWER_USER_CONTEXTUAL_SHAPES_RANKING_CIRCLE_OUTSIDE_10" hidden="1">
              <a:extLst>
                <a:ext uri="{FF2B5EF4-FFF2-40B4-BE49-F238E27FC236}">
                  <a16:creationId xmlns:a16="http://schemas.microsoft.com/office/drawing/2014/main" id="{7AF673BE-66B3-0E8B-94A9-4DFA55775F3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3" name="POWER_USER_CONTEXTUAL_SHAPES_RANKING_CIRCLE_MIDDLE_10" hidden="1">
              <a:extLst>
                <a:ext uri="{FF2B5EF4-FFF2-40B4-BE49-F238E27FC236}">
                  <a16:creationId xmlns:a16="http://schemas.microsoft.com/office/drawing/2014/main" id="{3AEA5132-E637-E3A7-164A-850C92A1368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4" name="POWER_USER_CONTEXTUAL_SHAPES_RANKING_CIRCLE_INSIDE_10" hidden="1">
              <a:extLst>
                <a:ext uri="{FF2B5EF4-FFF2-40B4-BE49-F238E27FC236}">
                  <a16:creationId xmlns:a16="http://schemas.microsoft.com/office/drawing/2014/main" id="{586BC140-1565-BA84-97F8-E735CBA3F021}"/>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5" name="POWER_USER_CONTEXTUAL_SHAPES_RANKING_CIRCLE_OUTSIDE_9" hidden="1">
              <a:extLst>
                <a:ext uri="{FF2B5EF4-FFF2-40B4-BE49-F238E27FC236}">
                  <a16:creationId xmlns:a16="http://schemas.microsoft.com/office/drawing/2014/main" id="{A946C709-2C2C-71AE-8862-46F110DAC69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6" name="POWER_USER_CONTEXTUAL_SHAPES_RANKING_CIRCLE_MIDDLE_9" hidden="1">
              <a:extLst>
                <a:ext uri="{FF2B5EF4-FFF2-40B4-BE49-F238E27FC236}">
                  <a16:creationId xmlns:a16="http://schemas.microsoft.com/office/drawing/2014/main" id="{21E5E17E-C7A1-9732-52C6-E5D6C4100D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OWER_USER_CONTEXTUAL_SHAPES_RANKING_CIRCLE_INSIDE_9" hidden="1">
              <a:extLst>
                <a:ext uri="{FF2B5EF4-FFF2-40B4-BE49-F238E27FC236}">
                  <a16:creationId xmlns:a16="http://schemas.microsoft.com/office/drawing/2014/main" id="{79F9A484-D384-0F6B-1DB8-A46E4894613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OWER_USER_CONTEXTUAL_SHAPES_RANKING_CIRCLE_OUTSIDE_8" hidden="1">
              <a:extLst>
                <a:ext uri="{FF2B5EF4-FFF2-40B4-BE49-F238E27FC236}">
                  <a16:creationId xmlns:a16="http://schemas.microsoft.com/office/drawing/2014/main" id="{C40305A9-A493-2EED-0B74-F3CAB993AB5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9" name="POWER_USER_CONTEXTUAL_SHAPES_RANKING_CIRCLE_MIDDLE_8" hidden="1">
              <a:extLst>
                <a:ext uri="{FF2B5EF4-FFF2-40B4-BE49-F238E27FC236}">
                  <a16:creationId xmlns:a16="http://schemas.microsoft.com/office/drawing/2014/main" id="{8A327047-52E4-77E0-9462-9CAF1D43F9D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OWER_USER_CONTEXTUAL_SHAPES_RANKING_CIRCLE_INSIDE_8" hidden="1">
              <a:extLst>
                <a:ext uri="{FF2B5EF4-FFF2-40B4-BE49-F238E27FC236}">
                  <a16:creationId xmlns:a16="http://schemas.microsoft.com/office/drawing/2014/main" id="{D965F275-AAF6-82E7-D0CA-0396B64CFCE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OWER_USER_CONTEXTUAL_SHAPES_RANKING_CIRCLE_OUTSIDE_7" hidden="1">
              <a:extLst>
                <a:ext uri="{FF2B5EF4-FFF2-40B4-BE49-F238E27FC236}">
                  <a16:creationId xmlns:a16="http://schemas.microsoft.com/office/drawing/2014/main" id="{A56E4635-407C-207A-92A4-733A1153E2B8}"/>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2" name="POWER_USER_CONTEXTUAL_SHAPES_RANKING_CIRCLE_MIDDLE_7" hidden="1">
              <a:extLst>
                <a:ext uri="{FF2B5EF4-FFF2-40B4-BE49-F238E27FC236}">
                  <a16:creationId xmlns:a16="http://schemas.microsoft.com/office/drawing/2014/main" id="{5A3482D4-AFBB-5C0C-004A-C17D4307E81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OWER_USER_CONTEXTUAL_SHAPES_RANKING_CIRCLE_INSIDE_7" hidden="1">
              <a:extLst>
                <a:ext uri="{FF2B5EF4-FFF2-40B4-BE49-F238E27FC236}">
                  <a16:creationId xmlns:a16="http://schemas.microsoft.com/office/drawing/2014/main" id="{25DA7A9F-A697-6F6D-6908-CE1484EF1778}"/>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OWER_USER_CONTEXTUAL_SHAPES_RANKING_CIRCLE_OUTSIDE_6" hidden="1">
              <a:extLst>
                <a:ext uri="{FF2B5EF4-FFF2-40B4-BE49-F238E27FC236}">
                  <a16:creationId xmlns:a16="http://schemas.microsoft.com/office/drawing/2014/main" id="{4649660A-8365-1410-2269-1488F9EFD0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5" name="POWER_USER_CONTEXTUAL_SHAPES_RANKING_CIRCLE_MIDDLE_6" hidden="1">
              <a:extLst>
                <a:ext uri="{FF2B5EF4-FFF2-40B4-BE49-F238E27FC236}">
                  <a16:creationId xmlns:a16="http://schemas.microsoft.com/office/drawing/2014/main" id="{2B95730C-4632-0065-262C-632ABF749C0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OWER_USER_CONTEXTUAL_SHAPES_RANKING_CIRCLE_INSIDE_6" hidden="1">
              <a:extLst>
                <a:ext uri="{FF2B5EF4-FFF2-40B4-BE49-F238E27FC236}">
                  <a16:creationId xmlns:a16="http://schemas.microsoft.com/office/drawing/2014/main" id="{1CE485F9-A66C-7CA8-4064-45B6188C70BB}"/>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OWER_USER_CONTEXTUAL_SHAPES_RANKING_CIRCLE_OUTSIDE_5" hidden="1">
              <a:extLst>
                <a:ext uri="{FF2B5EF4-FFF2-40B4-BE49-F238E27FC236}">
                  <a16:creationId xmlns:a16="http://schemas.microsoft.com/office/drawing/2014/main" id="{7329E67B-BCC1-BF0B-95F7-2022EDD0BA52}"/>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8" name="POWER_USER_CONTEXTUAL_SHAPES_RANKING_CIRCLE_MIDDLE_5" hidden="1">
              <a:extLst>
                <a:ext uri="{FF2B5EF4-FFF2-40B4-BE49-F238E27FC236}">
                  <a16:creationId xmlns:a16="http://schemas.microsoft.com/office/drawing/2014/main" id="{90A4B022-0A18-7A09-F3F7-1C1D69075A6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9" name="POWER_USER_CONTEXTUAL_SHAPES_RANKING_CIRCLE_INSIDE_5" hidden="1">
              <a:extLst>
                <a:ext uri="{FF2B5EF4-FFF2-40B4-BE49-F238E27FC236}">
                  <a16:creationId xmlns:a16="http://schemas.microsoft.com/office/drawing/2014/main" id="{7C1DFDEA-2C9C-E92A-11D7-2DDBE9B652E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0" name="POWER_USER_CONTEXTUAL_SHAPES_RANKING_CIRCLE_OUTSIDE_4" hidden="1">
              <a:extLst>
                <a:ext uri="{FF2B5EF4-FFF2-40B4-BE49-F238E27FC236}">
                  <a16:creationId xmlns:a16="http://schemas.microsoft.com/office/drawing/2014/main" id="{2E6A76F2-F7F6-0A68-3645-4ABFD1FC65FD}"/>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1" name="POWER_USER_CONTEXTUAL_SHAPES_RANKING_CIRCLE_MIDDLE_4" hidden="1">
              <a:extLst>
                <a:ext uri="{FF2B5EF4-FFF2-40B4-BE49-F238E27FC236}">
                  <a16:creationId xmlns:a16="http://schemas.microsoft.com/office/drawing/2014/main" id="{356E68FD-A8F9-EF58-B68D-A205BBEF87FA}"/>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2" name="POWER_USER_CONTEXTUAL_SHAPES_RANKING_CIRCLE_INSIDE_4" hidden="1">
              <a:extLst>
                <a:ext uri="{FF2B5EF4-FFF2-40B4-BE49-F238E27FC236}">
                  <a16:creationId xmlns:a16="http://schemas.microsoft.com/office/drawing/2014/main" id="{23E71A4C-6CA8-6C65-4845-29BE556BE3D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OWER_USER_CONTEXTUAL_SHAPES_RANKING_CIRCLE_OUTSIDE_3" hidden="1">
              <a:extLst>
                <a:ext uri="{FF2B5EF4-FFF2-40B4-BE49-F238E27FC236}">
                  <a16:creationId xmlns:a16="http://schemas.microsoft.com/office/drawing/2014/main" id="{0A16C37F-4593-3216-F480-98C020D080D7}"/>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OWER_USER_CONTEXTUAL_SHAPES_RANKING_CIRCLE_MIDDLE_3" hidden="1">
              <a:extLst>
                <a:ext uri="{FF2B5EF4-FFF2-40B4-BE49-F238E27FC236}">
                  <a16:creationId xmlns:a16="http://schemas.microsoft.com/office/drawing/2014/main" id="{70A1D418-780D-3B3F-5827-8DB72D190D1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5" name="POWER_USER_CONTEXTUAL_SHAPES_RANKING_CIRCLE_INSIDE_3" hidden="1">
              <a:extLst>
                <a:ext uri="{FF2B5EF4-FFF2-40B4-BE49-F238E27FC236}">
                  <a16:creationId xmlns:a16="http://schemas.microsoft.com/office/drawing/2014/main" id="{29BBED75-DFFD-2479-97BE-91B747CB743F}"/>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OWER_USER_CONTEXTUAL_SHAPES_RANKING_CIRCLE_OUTSIDE_2" hidden="1">
              <a:extLst>
                <a:ext uri="{FF2B5EF4-FFF2-40B4-BE49-F238E27FC236}">
                  <a16:creationId xmlns:a16="http://schemas.microsoft.com/office/drawing/2014/main" id="{4CD86CA4-7D52-A804-5731-0CF13F057E49}"/>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OWER_USER_CONTEXTUAL_SHAPES_RANKING_CIRCLE_MIDDLE_2" hidden="1">
              <a:extLst>
                <a:ext uri="{FF2B5EF4-FFF2-40B4-BE49-F238E27FC236}">
                  <a16:creationId xmlns:a16="http://schemas.microsoft.com/office/drawing/2014/main" id="{CB87ED4B-FA70-0B69-1276-B77455D293A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8" name="POWER_USER_CONTEXTUAL_SHAPES_RANKING_CIRCLE_INSIDE_2" hidden="1">
              <a:extLst>
                <a:ext uri="{FF2B5EF4-FFF2-40B4-BE49-F238E27FC236}">
                  <a16:creationId xmlns:a16="http://schemas.microsoft.com/office/drawing/2014/main" id="{51E92BFF-F4E1-A606-8381-4536EE71A87B}"/>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OWER_USER_CONTEXTUAL_SHAPES_RANKING_CIRCLE_OUTSIDE_1" hidden="1">
              <a:extLst>
                <a:ext uri="{FF2B5EF4-FFF2-40B4-BE49-F238E27FC236}">
                  <a16:creationId xmlns:a16="http://schemas.microsoft.com/office/drawing/2014/main" id="{4661A331-C901-B631-BB2B-AB8A006531A0}"/>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OWER_USER_CONTEXTUAL_SHAPES_RANKING_CIRCLE_MIDDLE_1" hidden="1">
              <a:extLst>
                <a:ext uri="{FF2B5EF4-FFF2-40B4-BE49-F238E27FC236}">
                  <a16:creationId xmlns:a16="http://schemas.microsoft.com/office/drawing/2014/main" id="{1E239033-6D2A-D12B-D54E-0C5D741D3D1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1" name="POWER_USER_CONTEXTUAL_SHAPES_RANKING_CIRCLE_INSIDE_1" hidden="1">
              <a:extLst>
                <a:ext uri="{FF2B5EF4-FFF2-40B4-BE49-F238E27FC236}">
                  <a16:creationId xmlns:a16="http://schemas.microsoft.com/office/drawing/2014/main" id="{103D28BB-4F60-CA85-A206-8810C15A852C}"/>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OWER_USER_CONTEXTUAL_SHAPES_RANKING_STAR_10" descr="{&quot;Key&quot;:&quot;POWER_USER_SHAPE_ICON&quot;,&quot;Value&quot;:&quot;POWER_USER_SHAPE_ICON_STYLE_1&quot;}" hidden="1">
              <a:extLst>
                <a:ext uri="{FF2B5EF4-FFF2-40B4-BE49-F238E27FC236}">
                  <a16:creationId xmlns:a16="http://schemas.microsoft.com/office/drawing/2014/main" id="{30041402-78FF-8123-A754-DDB003B4B3B3}"/>
                </a:ext>
              </a:extLst>
            </p:cNvPr>
            <p:cNvSpPr>
              <a:spLocks noChangeAspect="1"/>
            </p:cNvSpPr>
            <p:nvPr>
              <p:custDataLst>
                <p:tags r:id="rId1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POWER_USER_CONTEXTUAL_SHAPES_RANKING_STAR_9" descr="{&quot;Key&quot;:&quot;POWER_USER_SHAPE_ICON&quot;,&quot;Value&quot;:&quot;POWER_USER_SHAPE_ICON_STYLE_1&quot;}" hidden="1">
              <a:extLst>
                <a:ext uri="{FF2B5EF4-FFF2-40B4-BE49-F238E27FC236}">
                  <a16:creationId xmlns:a16="http://schemas.microsoft.com/office/drawing/2014/main" id="{B4C1DA85-11FB-19B0-784A-17306A28CDC9}"/>
                </a:ext>
              </a:extLst>
            </p:cNvPr>
            <p:cNvSpPr>
              <a:spLocks noChangeAspect="1"/>
            </p:cNvSpPr>
            <p:nvPr>
              <p:custDataLst>
                <p:tags r:id="rId1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POWER_USER_CONTEXTUAL_SHAPES_RANKING_STAR_8" descr="{&quot;Key&quot;:&quot;POWER_USER_SHAPE_ICON&quot;,&quot;Value&quot;:&quot;POWER_USER_SHAPE_ICON_STYLE_1&quot;}" hidden="1">
              <a:extLst>
                <a:ext uri="{FF2B5EF4-FFF2-40B4-BE49-F238E27FC236}">
                  <a16:creationId xmlns:a16="http://schemas.microsoft.com/office/drawing/2014/main" id="{896944EA-098C-8A41-6F87-10EC00B3A06C}"/>
                </a:ext>
              </a:extLst>
            </p:cNvPr>
            <p:cNvSpPr>
              <a:spLocks noChangeAspect="1"/>
            </p:cNvSpPr>
            <p:nvPr>
              <p:custDataLst>
                <p:tags r:id="rId1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POWER_USER_CONTEXTUAL_SHAPES_RANKING_STAR_7" descr="{&quot;Key&quot;:&quot;POWER_USER_SHAPE_ICON&quot;,&quot;Value&quot;:&quot;POWER_USER_SHAPE_ICON_STYLE_1&quot;}" hidden="1">
              <a:extLst>
                <a:ext uri="{FF2B5EF4-FFF2-40B4-BE49-F238E27FC236}">
                  <a16:creationId xmlns:a16="http://schemas.microsoft.com/office/drawing/2014/main" id="{42C3B2DA-BACD-4C13-E612-2710B9942E46}"/>
                </a:ext>
              </a:extLst>
            </p:cNvPr>
            <p:cNvSpPr>
              <a:spLocks noChangeAspect="1"/>
            </p:cNvSpPr>
            <p:nvPr>
              <p:custDataLst>
                <p:tags r:id="rId1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POWER_USER_CONTEXTUAL_SHAPES_RANKING_STAR_6" descr="{&quot;Key&quot;:&quot;POWER_USER_SHAPE_ICON&quot;,&quot;Value&quot;:&quot;POWER_USER_SHAPE_ICON_STYLE_1&quot;}" hidden="1">
              <a:extLst>
                <a:ext uri="{FF2B5EF4-FFF2-40B4-BE49-F238E27FC236}">
                  <a16:creationId xmlns:a16="http://schemas.microsoft.com/office/drawing/2014/main" id="{F01B214B-0597-1FF2-CD0A-671A664BB627}"/>
                </a:ext>
              </a:extLst>
            </p:cNvPr>
            <p:cNvSpPr>
              <a:spLocks noChangeAspect="1"/>
            </p:cNvSpPr>
            <p:nvPr>
              <p:custDataLst>
                <p:tags r:id="rId1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POWER_USER_CONTEXTUAL_SHAPES_RANKING_STAR_5" descr="{&quot;Key&quot;:&quot;POWER_USER_SHAPE_ICON&quot;,&quot;Value&quot;:&quot;POWER_USER_SHAPE_ICON_STYLE_1&quot;}">
              <a:extLst>
                <a:ext uri="{FF2B5EF4-FFF2-40B4-BE49-F238E27FC236}">
                  <a16:creationId xmlns:a16="http://schemas.microsoft.com/office/drawing/2014/main" id="{154A902B-0379-6280-3342-164CC9DD45D7}"/>
                </a:ext>
              </a:extLst>
            </p:cNvPr>
            <p:cNvSpPr>
              <a:spLocks noChangeAspect="1"/>
            </p:cNvSpPr>
            <p:nvPr>
              <p:custDataLst>
                <p:tags r:id="rId18"/>
              </p:custDataLst>
            </p:nvPr>
          </p:nvSpPr>
          <p:spPr bwMode="auto">
            <a:xfrm>
              <a:off x="728703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a:extLst>
              <a:ext uri="{909E8E84-426E-40DD-AFC4-6F175D3DCCD1}">
                <a14:hiddenFill xmlns:a14="http://schemas.microsoft.com/office/drawing/2010/main">
                  <a:solidFill>
                    <a:schemeClr val="accent4"/>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POWER_USER_CONTEXTUAL_SHAPES_RANKING_STAR_4" descr="{&quot;Key&quot;:&quot;POWER_USER_SHAPE_ICON&quot;,&quot;Value&quot;:&quot;POWER_USER_SHAPE_ICON_STYLE_1&quot;}">
              <a:extLst>
                <a:ext uri="{FF2B5EF4-FFF2-40B4-BE49-F238E27FC236}">
                  <a16:creationId xmlns:a16="http://schemas.microsoft.com/office/drawing/2014/main" id="{35CAD667-A3B0-1A7D-6CC5-C0BC07E8AC33}"/>
                </a:ext>
              </a:extLst>
            </p:cNvPr>
            <p:cNvSpPr>
              <a:spLocks noChangeAspect="1"/>
            </p:cNvSpPr>
            <p:nvPr>
              <p:custDataLst>
                <p:tags r:id="rId19"/>
              </p:custDataLst>
            </p:nvPr>
          </p:nvSpPr>
          <p:spPr bwMode="auto">
            <a:xfrm>
              <a:off x="662041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POWER_USER_CONTEXTUAL_SHAPES_RANKING_STAR_3" descr="{&quot;Key&quot;:&quot;POWER_USER_SHAPE_ICON&quot;,&quot;Value&quot;:&quot;POWER_USER_SHAPE_ICON_STYLE_1&quot;}">
              <a:extLst>
                <a:ext uri="{FF2B5EF4-FFF2-40B4-BE49-F238E27FC236}">
                  <a16:creationId xmlns:a16="http://schemas.microsoft.com/office/drawing/2014/main" id="{6432AA0B-2DA5-F207-7CF5-E2E0517246B7}"/>
                </a:ext>
              </a:extLst>
            </p:cNvPr>
            <p:cNvSpPr>
              <a:spLocks noChangeAspect="1"/>
            </p:cNvSpPr>
            <p:nvPr>
              <p:custDataLst>
                <p:tags r:id="rId20"/>
              </p:custDataLst>
            </p:nvPr>
          </p:nvSpPr>
          <p:spPr bwMode="auto">
            <a:xfrm>
              <a:off x="5953784"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POWER_USER_CONTEXTUAL_SHAPES_RANKING_STAR_2" descr="{&quot;Key&quot;:&quot;POWER_USER_SHAPE_ICON&quot;,&quot;Value&quot;:&quot;POWER_USER_SHAPE_ICON_STYLE_1&quot;}">
              <a:extLst>
                <a:ext uri="{FF2B5EF4-FFF2-40B4-BE49-F238E27FC236}">
                  <a16:creationId xmlns:a16="http://schemas.microsoft.com/office/drawing/2014/main" id="{319FBD89-5959-D9B1-FE73-9745636CC8E3}"/>
                </a:ext>
              </a:extLst>
            </p:cNvPr>
            <p:cNvSpPr>
              <a:spLocks noChangeAspect="1"/>
            </p:cNvSpPr>
            <p:nvPr>
              <p:custDataLst>
                <p:tags r:id="rId21"/>
              </p:custDataLst>
            </p:nvPr>
          </p:nvSpPr>
          <p:spPr bwMode="auto">
            <a:xfrm>
              <a:off x="5287157"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POWER_USER_CONTEXTUAL_SHAPES_RANKING_STAR_1" descr="{&quot;Key&quot;:&quot;POWER_USER_SHAPE_ICON&quot;,&quot;Value&quot;:&quot;POWER_USER_SHAPE_ICON_STYLE_1&quot;}">
              <a:extLst>
                <a:ext uri="{FF2B5EF4-FFF2-40B4-BE49-F238E27FC236}">
                  <a16:creationId xmlns:a16="http://schemas.microsoft.com/office/drawing/2014/main" id="{D29E980E-5899-82C6-9EA4-051F2EC10BE6}"/>
                </a:ext>
              </a:extLst>
            </p:cNvPr>
            <p:cNvSpPr>
              <a:spLocks noChangeAspect="1"/>
            </p:cNvSpPr>
            <p:nvPr>
              <p:custDataLst>
                <p:tags r:id="rId2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POWER_USER_CONTEXTUAL_SHAPES_RANKING">
            <a:extLst>
              <a:ext uri="{FF2B5EF4-FFF2-40B4-BE49-F238E27FC236}">
                <a16:creationId xmlns:a16="http://schemas.microsoft.com/office/drawing/2014/main" id="{A8F4C870-74A7-A857-2B15-63D6DE5F9E00}"/>
              </a:ext>
            </a:extLst>
          </p:cNvPr>
          <p:cNvGrpSpPr>
            <a:grpSpLocks noChangeAspect="1"/>
          </p:cNvGrpSpPr>
          <p:nvPr>
            <p:custDataLst>
              <p:tags r:id="rId2"/>
            </p:custDataLst>
          </p:nvPr>
        </p:nvGrpSpPr>
        <p:grpSpPr>
          <a:xfrm>
            <a:off x="9378684" y="3949964"/>
            <a:ext cx="1646925" cy="266310"/>
            <a:chOff x="4620530" y="87135"/>
            <a:chExt cx="3209388" cy="518965"/>
          </a:xfrm>
        </p:grpSpPr>
        <p:sp>
          <p:nvSpPr>
            <p:cNvPr id="193" name="POWER_USER_CONTEXTUAL_SHAPES_RANKING_HEART_10" hidden="1">
              <a:extLst>
                <a:ext uri="{FF2B5EF4-FFF2-40B4-BE49-F238E27FC236}">
                  <a16:creationId xmlns:a16="http://schemas.microsoft.com/office/drawing/2014/main" id="{6661A5DA-0EC3-77AC-87B4-92662E96B6FC}"/>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4" name="POWER_USER_CONTEXTUAL_SHAPES_RANKING_HEART_9" hidden="1">
              <a:extLst>
                <a:ext uri="{FF2B5EF4-FFF2-40B4-BE49-F238E27FC236}">
                  <a16:creationId xmlns:a16="http://schemas.microsoft.com/office/drawing/2014/main" id="{AADE9AFF-F949-E9E1-DF75-6DCD85CD8055}"/>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OWER_USER_CONTEXTUAL_SHAPES_RANKING_HEART_8" hidden="1">
              <a:extLst>
                <a:ext uri="{FF2B5EF4-FFF2-40B4-BE49-F238E27FC236}">
                  <a16:creationId xmlns:a16="http://schemas.microsoft.com/office/drawing/2014/main" id="{EF649C23-86D3-0B3B-6F61-0001B04C210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OWER_USER_CONTEXTUAL_SHAPES_RANKING_HEART_7" hidden="1">
              <a:extLst>
                <a:ext uri="{FF2B5EF4-FFF2-40B4-BE49-F238E27FC236}">
                  <a16:creationId xmlns:a16="http://schemas.microsoft.com/office/drawing/2014/main" id="{621B3760-0AA5-F562-78DA-EA851926F42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7" name="POWER_USER_CONTEXTUAL_SHAPES_RANKING_HEART_6" hidden="1">
              <a:extLst>
                <a:ext uri="{FF2B5EF4-FFF2-40B4-BE49-F238E27FC236}">
                  <a16:creationId xmlns:a16="http://schemas.microsoft.com/office/drawing/2014/main" id="{320BDC72-025A-5612-0BC2-B23387547E81}"/>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OWER_USER_CONTEXTUAL_SHAPES_RANKING_HEART_5" hidden="1">
              <a:extLst>
                <a:ext uri="{FF2B5EF4-FFF2-40B4-BE49-F238E27FC236}">
                  <a16:creationId xmlns:a16="http://schemas.microsoft.com/office/drawing/2014/main" id="{C0E2D4EC-F5A8-3F55-BEB4-1C6170796840}"/>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OWER_USER_CONTEXTUAL_SHAPES_RANKING_HEART_4" hidden="1">
              <a:extLst>
                <a:ext uri="{FF2B5EF4-FFF2-40B4-BE49-F238E27FC236}">
                  <a16:creationId xmlns:a16="http://schemas.microsoft.com/office/drawing/2014/main" id="{12145380-A1E1-9DB4-96BA-5034877F3F0B}"/>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0" name="POWER_USER_CONTEXTUAL_SHAPES_RANKING_HEART_3" hidden="1">
              <a:extLst>
                <a:ext uri="{FF2B5EF4-FFF2-40B4-BE49-F238E27FC236}">
                  <a16:creationId xmlns:a16="http://schemas.microsoft.com/office/drawing/2014/main" id="{CDB9CA9D-8A59-1220-DD8B-E3ADDB24D731}"/>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1" name="POWER_USER_CONTEXTUAL_SHAPES_RANKING_HEART_2" hidden="1">
              <a:extLst>
                <a:ext uri="{FF2B5EF4-FFF2-40B4-BE49-F238E27FC236}">
                  <a16:creationId xmlns:a16="http://schemas.microsoft.com/office/drawing/2014/main" id="{B3A04D9F-B087-BCB1-80E5-AF8D62D2B127}"/>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2" name="POWER_USER_CONTEXTUAL_SHAPES_RANKING_HEART_1" hidden="1">
              <a:extLst>
                <a:ext uri="{FF2B5EF4-FFF2-40B4-BE49-F238E27FC236}">
                  <a16:creationId xmlns:a16="http://schemas.microsoft.com/office/drawing/2014/main" id="{107A8B45-6831-C764-A0CB-EF4E8590A4FA}"/>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3" name="POWER_USER_CONTEXTUAL_SHAPES_RANKING_CIRCLE_OUTSIDE_10" hidden="1">
              <a:extLst>
                <a:ext uri="{FF2B5EF4-FFF2-40B4-BE49-F238E27FC236}">
                  <a16:creationId xmlns:a16="http://schemas.microsoft.com/office/drawing/2014/main" id="{B319A99D-5138-5319-BDE4-DB7DF4B005C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4" name="POWER_USER_CONTEXTUAL_SHAPES_RANKING_CIRCLE_MIDDLE_10" hidden="1">
              <a:extLst>
                <a:ext uri="{FF2B5EF4-FFF2-40B4-BE49-F238E27FC236}">
                  <a16:creationId xmlns:a16="http://schemas.microsoft.com/office/drawing/2014/main" id="{B1F3A550-CE53-A70B-CACA-F72ACBE3BC7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OWER_USER_CONTEXTUAL_SHAPES_RANKING_CIRCLE_INSIDE_10" hidden="1">
              <a:extLst>
                <a:ext uri="{FF2B5EF4-FFF2-40B4-BE49-F238E27FC236}">
                  <a16:creationId xmlns:a16="http://schemas.microsoft.com/office/drawing/2014/main" id="{CBCE7C3B-43CF-657C-F958-76D6B5F5109B}"/>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OWER_USER_CONTEXTUAL_SHAPES_RANKING_CIRCLE_OUTSIDE_9" hidden="1">
              <a:extLst>
                <a:ext uri="{FF2B5EF4-FFF2-40B4-BE49-F238E27FC236}">
                  <a16:creationId xmlns:a16="http://schemas.microsoft.com/office/drawing/2014/main" id="{48D7DA54-93B6-23D2-6690-81E03B74A9C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7" name="POWER_USER_CONTEXTUAL_SHAPES_RANKING_CIRCLE_MIDDLE_9" hidden="1">
              <a:extLst>
                <a:ext uri="{FF2B5EF4-FFF2-40B4-BE49-F238E27FC236}">
                  <a16:creationId xmlns:a16="http://schemas.microsoft.com/office/drawing/2014/main" id="{23B87910-74A9-0F84-6F2B-A29F24E59BF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OWER_USER_CONTEXTUAL_SHAPES_RANKING_CIRCLE_INSIDE_9" hidden="1">
              <a:extLst>
                <a:ext uri="{FF2B5EF4-FFF2-40B4-BE49-F238E27FC236}">
                  <a16:creationId xmlns:a16="http://schemas.microsoft.com/office/drawing/2014/main" id="{4A916027-AEA1-FA58-404E-00F8DA472E23}"/>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OWER_USER_CONTEXTUAL_SHAPES_RANKING_CIRCLE_OUTSIDE_8" hidden="1">
              <a:extLst>
                <a:ext uri="{FF2B5EF4-FFF2-40B4-BE49-F238E27FC236}">
                  <a16:creationId xmlns:a16="http://schemas.microsoft.com/office/drawing/2014/main" id="{7EDFDAD8-EC6A-F5D2-701D-F401F6C75DF1}"/>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0" name="POWER_USER_CONTEXTUAL_SHAPES_RANKING_CIRCLE_MIDDLE_8" hidden="1">
              <a:extLst>
                <a:ext uri="{FF2B5EF4-FFF2-40B4-BE49-F238E27FC236}">
                  <a16:creationId xmlns:a16="http://schemas.microsoft.com/office/drawing/2014/main" id="{CB111ECE-42C7-89AD-BA17-DD03D7D7A7F6}"/>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OWER_USER_CONTEXTUAL_SHAPES_RANKING_CIRCLE_INSIDE_8" hidden="1">
              <a:extLst>
                <a:ext uri="{FF2B5EF4-FFF2-40B4-BE49-F238E27FC236}">
                  <a16:creationId xmlns:a16="http://schemas.microsoft.com/office/drawing/2014/main" id="{BDC6036D-96CE-F398-4575-AE81111AE74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OWER_USER_CONTEXTUAL_SHAPES_RANKING_CIRCLE_OUTSIDE_7" hidden="1">
              <a:extLst>
                <a:ext uri="{FF2B5EF4-FFF2-40B4-BE49-F238E27FC236}">
                  <a16:creationId xmlns:a16="http://schemas.microsoft.com/office/drawing/2014/main" id="{E466B655-48B5-B036-D64D-4CE30DC7F21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3" name="POWER_USER_CONTEXTUAL_SHAPES_RANKING_CIRCLE_MIDDLE_7" hidden="1">
              <a:extLst>
                <a:ext uri="{FF2B5EF4-FFF2-40B4-BE49-F238E27FC236}">
                  <a16:creationId xmlns:a16="http://schemas.microsoft.com/office/drawing/2014/main" id="{08FE0F8C-FD22-C64F-D2FF-938FC521D1A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OWER_USER_CONTEXTUAL_SHAPES_RANKING_CIRCLE_INSIDE_7" hidden="1">
              <a:extLst>
                <a:ext uri="{FF2B5EF4-FFF2-40B4-BE49-F238E27FC236}">
                  <a16:creationId xmlns:a16="http://schemas.microsoft.com/office/drawing/2014/main" id="{28DE41D6-73F2-2E82-C237-915699D57E85}"/>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OWER_USER_CONTEXTUAL_SHAPES_RANKING_CIRCLE_OUTSIDE_6" hidden="1">
              <a:extLst>
                <a:ext uri="{FF2B5EF4-FFF2-40B4-BE49-F238E27FC236}">
                  <a16:creationId xmlns:a16="http://schemas.microsoft.com/office/drawing/2014/main" id="{BC1FE8FC-84B4-16CA-5A79-2612704CD5A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6" name="POWER_USER_CONTEXTUAL_SHAPES_RANKING_CIRCLE_MIDDLE_6" hidden="1">
              <a:extLst>
                <a:ext uri="{FF2B5EF4-FFF2-40B4-BE49-F238E27FC236}">
                  <a16:creationId xmlns:a16="http://schemas.microsoft.com/office/drawing/2014/main" id="{6382BE8C-D12D-EA54-A0D4-5086A380933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7" name="POWER_USER_CONTEXTUAL_SHAPES_RANKING_CIRCLE_INSIDE_6" hidden="1">
              <a:extLst>
                <a:ext uri="{FF2B5EF4-FFF2-40B4-BE49-F238E27FC236}">
                  <a16:creationId xmlns:a16="http://schemas.microsoft.com/office/drawing/2014/main" id="{7F3613E2-33BE-C7E0-CBE9-0C6F2397A5D7}"/>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8" name="POWER_USER_CONTEXTUAL_SHAPES_RANKING_CIRCLE_OUTSIDE_5" hidden="1">
              <a:extLst>
                <a:ext uri="{FF2B5EF4-FFF2-40B4-BE49-F238E27FC236}">
                  <a16:creationId xmlns:a16="http://schemas.microsoft.com/office/drawing/2014/main" id="{F206759A-E0C7-3631-F89D-32F694815E14}"/>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9" name="POWER_USER_CONTEXTUAL_SHAPES_RANKING_CIRCLE_MIDDLE_5" hidden="1">
              <a:extLst>
                <a:ext uri="{FF2B5EF4-FFF2-40B4-BE49-F238E27FC236}">
                  <a16:creationId xmlns:a16="http://schemas.microsoft.com/office/drawing/2014/main" id="{CBE49D66-ED13-F06F-ED6B-812B2C14F9C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0" name="POWER_USER_CONTEXTUAL_SHAPES_RANKING_CIRCLE_INSIDE_5" hidden="1">
              <a:extLst>
                <a:ext uri="{FF2B5EF4-FFF2-40B4-BE49-F238E27FC236}">
                  <a16:creationId xmlns:a16="http://schemas.microsoft.com/office/drawing/2014/main" id="{6B4C2E32-8F0B-5F1A-92EC-5B921C65CA0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OWER_USER_CONTEXTUAL_SHAPES_RANKING_CIRCLE_OUTSIDE_4" hidden="1">
              <a:extLst>
                <a:ext uri="{FF2B5EF4-FFF2-40B4-BE49-F238E27FC236}">
                  <a16:creationId xmlns:a16="http://schemas.microsoft.com/office/drawing/2014/main" id="{3F4BAC04-C198-D1D6-38E9-E9C827C25E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OWER_USER_CONTEXTUAL_SHAPES_RANKING_CIRCLE_MIDDLE_4" hidden="1">
              <a:extLst>
                <a:ext uri="{FF2B5EF4-FFF2-40B4-BE49-F238E27FC236}">
                  <a16:creationId xmlns:a16="http://schemas.microsoft.com/office/drawing/2014/main" id="{FB4D6A44-1268-6F50-B47C-3A42B121E5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3" name="POWER_USER_CONTEXTUAL_SHAPES_RANKING_CIRCLE_INSIDE_4" hidden="1">
              <a:extLst>
                <a:ext uri="{FF2B5EF4-FFF2-40B4-BE49-F238E27FC236}">
                  <a16:creationId xmlns:a16="http://schemas.microsoft.com/office/drawing/2014/main" id="{3CD9C6F7-50AD-9250-5348-873496868657}"/>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OWER_USER_CONTEXTUAL_SHAPES_RANKING_CIRCLE_OUTSIDE_3" hidden="1">
              <a:extLst>
                <a:ext uri="{FF2B5EF4-FFF2-40B4-BE49-F238E27FC236}">
                  <a16:creationId xmlns:a16="http://schemas.microsoft.com/office/drawing/2014/main" id="{A1887EE6-10B2-83B0-1F54-BE2DE8A2AEC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OWER_USER_CONTEXTUAL_SHAPES_RANKING_CIRCLE_MIDDLE_3" hidden="1">
              <a:extLst>
                <a:ext uri="{FF2B5EF4-FFF2-40B4-BE49-F238E27FC236}">
                  <a16:creationId xmlns:a16="http://schemas.microsoft.com/office/drawing/2014/main" id="{8A0FF224-8BF9-666A-50A7-0AD26A24B4CC}"/>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6" name="POWER_USER_CONTEXTUAL_SHAPES_RANKING_CIRCLE_INSIDE_3" hidden="1">
              <a:extLst>
                <a:ext uri="{FF2B5EF4-FFF2-40B4-BE49-F238E27FC236}">
                  <a16:creationId xmlns:a16="http://schemas.microsoft.com/office/drawing/2014/main" id="{9A1FE915-A840-4F27-6CEE-2FDE9CB8BE79}"/>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OWER_USER_CONTEXTUAL_SHAPES_RANKING_CIRCLE_OUTSIDE_2" hidden="1">
              <a:extLst>
                <a:ext uri="{FF2B5EF4-FFF2-40B4-BE49-F238E27FC236}">
                  <a16:creationId xmlns:a16="http://schemas.microsoft.com/office/drawing/2014/main" id="{81BF8881-9E6C-F26D-E823-3BB9CAB7D8D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OWER_USER_CONTEXTUAL_SHAPES_RANKING_CIRCLE_MIDDLE_2" hidden="1">
              <a:extLst>
                <a:ext uri="{FF2B5EF4-FFF2-40B4-BE49-F238E27FC236}">
                  <a16:creationId xmlns:a16="http://schemas.microsoft.com/office/drawing/2014/main" id="{AC50B47F-020B-DEAF-202E-EC791045B1B4}"/>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9" name="POWER_USER_CONTEXTUAL_SHAPES_RANKING_CIRCLE_INSIDE_2" hidden="1">
              <a:extLst>
                <a:ext uri="{FF2B5EF4-FFF2-40B4-BE49-F238E27FC236}">
                  <a16:creationId xmlns:a16="http://schemas.microsoft.com/office/drawing/2014/main" id="{87850660-1BA7-4EEF-F765-4E0404241D32}"/>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OWER_USER_CONTEXTUAL_SHAPES_RANKING_CIRCLE_OUTSIDE_1" hidden="1">
              <a:extLst>
                <a:ext uri="{FF2B5EF4-FFF2-40B4-BE49-F238E27FC236}">
                  <a16:creationId xmlns:a16="http://schemas.microsoft.com/office/drawing/2014/main" id="{4CAB6D2B-12C0-7B82-C9FD-DB44CC657A6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OWER_USER_CONTEXTUAL_SHAPES_RANKING_CIRCLE_MIDDLE_1" hidden="1">
              <a:extLst>
                <a:ext uri="{FF2B5EF4-FFF2-40B4-BE49-F238E27FC236}">
                  <a16:creationId xmlns:a16="http://schemas.microsoft.com/office/drawing/2014/main" id="{5D2768B5-0BDD-A593-BB98-55F71F20F38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2" name="POWER_USER_CONTEXTUAL_SHAPES_RANKING_CIRCLE_INSIDE_1" hidden="1">
              <a:extLst>
                <a:ext uri="{FF2B5EF4-FFF2-40B4-BE49-F238E27FC236}">
                  <a16:creationId xmlns:a16="http://schemas.microsoft.com/office/drawing/2014/main" id="{AF71339F-2927-B679-DE74-FB2A0CB2D0ED}"/>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3" name="POWER_USER_CONTEXTUAL_SHAPES_RANKING_STAR_10" descr="{&quot;Key&quot;:&quot;POWER_USER_SHAPE_ICON&quot;,&quot;Value&quot;:&quot;POWER_USER_SHAPE_ICON_STYLE_1&quot;}" hidden="1">
              <a:extLst>
                <a:ext uri="{FF2B5EF4-FFF2-40B4-BE49-F238E27FC236}">
                  <a16:creationId xmlns:a16="http://schemas.microsoft.com/office/drawing/2014/main" id="{3F09EBF6-50A0-D5EC-F76C-0DD52B8F9BAC}"/>
                </a:ext>
              </a:extLst>
            </p:cNvPr>
            <p:cNvSpPr>
              <a:spLocks noChangeAspect="1"/>
            </p:cNvSpPr>
            <p:nvPr>
              <p:custDataLst>
                <p:tags r:id="rId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POWER_USER_CONTEXTUAL_SHAPES_RANKING_STAR_9" descr="{&quot;Key&quot;:&quot;POWER_USER_SHAPE_ICON&quot;,&quot;Value&quot;:&quot;POWER_USER_SHAPE_ICON_STYLE_1&quot;}" hidden="1">
              <a:extLst>
                <a:ext uri="{FF2B5EF4-FFF2-40B4-BE49-F238E27FC236}">
                  <a16:creationId xmlns:a16="http://schemas.microsoft.com/office/drawing/2014/main" id="{B09A3E4E-971B-FC59-77F4-739828654126}"/>
                </a:ext>
              </a:extLst>
            </p:cNvPr>
            <p:cNvSpPr>
              <a:spLocks noChangeAspect="1"/>
            </p:cNvSpPr>
            <p:nvPr>
              <p:custDataLst>
                <p:tags r:id="rId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POWER_USER_CONTEXTUAL_SHAPES_RANKING_STAR_8" descr="{&quot;Key&quot;:&quot;POWER_USER_SHAPE_ICON&quot;,&quot;Value&quot;:&quot;POWER_USER_SHAPE_ICON_STYLE_1&quot;}" hidden="1">
              <a:extLst>
                <a:ext uri="{FF2B5EF4-FFF2-40B4-BE49-F238E27FC236}">
                  <a16:creationId xmlns:a16="http://schemas.microsoft.com/office/drawing/2014/main" id="{0A4D4614-3F77-A0FE-08E0-FE32710E9319}"/>
                </a:ext>
              </a:extLst>
            </p:cNvPr>
            <p:cNvSpPr>
              <a:spLocks noChangeAspect="1"/>
            </p:cNvSpPr>
            <p:nvPr>
              <p:custDataLst>
                <p:tags r:id="rId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POWER_USER_CONTEXTUAL_SHAPES_RANKING_STAR_7" descr="{&quot;Key&quot;:&quot;POWER_USER_SHAPE_ICON&quot;,&quot;Value&quot;:&quot;POWER_USER_SHAPE_ICON_STYLE_1&quot;}" hidden="1">
              <a:extLst>
                <a:ext uri="{FF2B5EF4-FFF2-40B4-BE49-F238E27FC236}">
                  <a16:creationId xmlns:a16="http://schemas.microsoft.com/office/drawing/2014/main" id="{5EBA0E42-8988-B0D5-79E9-C279CC19D82B}"/>
                </a:ext>
              </a:extLst>
            </p:cNvPr>
            <p:cNvSpPr>
              <a:spLocks noChangeAspect="1"/>
            </p:cNvSpPr>
            <p:nvPr>
              <p:custDataLst>
                <p:tags r:id="rId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POWER_USER_CONTEXTUAL_SHAPES_RANKING_STAR_6" descr="{&quot;Key&quot;:&quot;POWER_USER_SHAPE_ICON&quot;,&quot;Value&quot;:&quot;POWER_USER_SHAPE_ICON_STYLE_1&quot;}" hidden="1">
              <a:extLst>
                <a:ext uri="{FF2B5EF4-FFF2-40B4-BE49-F238E27FC236}">
                  <a16:creationId xmlns:a16="http://schemas.microsoft.com/office/drawing/2014/main" id="{D55942A0-C5BD-70B7-F423-5F59126584E1}"/>
                </a:ext>
              </a:extLst>
            </p:cNvPr>
            <p:cNvSpPr>
              <a:spLocks noChangeAspect="1"/>
            </p:cNvSpPr>
            <p:nvPr>
              <p:custDataLst>
                <p:tags r:id="rId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POWER_USER_CONTEXTUAL_SHAPES_RANKING_STAR_5" descr="{&quot;Key&quot;:&quot;POWER_USER_SHAPE_ICON&quot;,&quot;Value&quot;:&quot;POWER_USER_SHAPE_ICON_STYLE_1&quot;}">
              <a:extLst>
                <a:ext uri="{FF2B5EF4-FFF2-40B4-BE49-F238E27FC236}">
                  <a16:creationId xmlns:a16="http://schemas.microsoft.com/office/drawing/2014/main" id="{9B90C85C-66F9-BA11-F0EE-9389AD4E4D09}"/>
                </a:ext>
              </a:extLst>
            </p:cNvPr>
            <p:cNvSpPr>
              <a:spLocks noChangeAspect="1"/>
            </p:cNvSpPr>
            <p:nvPr>
              <p:custDataLst>
                <p:tags r:id="rId8"/>
              </p:custDataLst>
            </p:nvPr>
          </p:nvSpPr>
          <p:spPr bwMode="auto">
            <a:xfrm>
              <a:off x="7287035"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POWER_USER_CONTEXTUAL_SHAPES_RANKING_STAR_4" descr="{&quot;Key&quot;:&quot;POWER_USER_SHAPE_ICON&quot;,&quot;Value&quot;:&quot;POWER_USER_SHAPE_ICON_STYLE_1&quot;}">
              <a:extLst>
                <a:ext uri="{FF2B5EF4-FFF2-40B4-BE49-F238E27FC236}">
                  <a16:creationId xmlns:a16="http://schemas.microsoft.com/office/drawing/2014/main" id="{7FF616E6-41BB-6C59-7B0A-053C2258ECEC}"/>
                </a:ext>
              </a:extLst>
            </p:cNvPr>
            <p:cNvSpPr>
              <a:spLocks noChangeAspect="1"/>
            </p:cNvSpPr>
            <p:nvPr>
              <p:custDataLst>
                <p:tags r:id="rId9"/>
              </p:custDataLst>
            </p:nvPr>
          </p:nvSpPr>
          <p:spPr bwMode="auto">
            <a:xfrm>
              <a:off x="6620409"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POWER_USER_CONTEXTUAL_SHAPES_RANKING_STAR_3" descr="{&quot;Key&quot;:&quot;POWER_USER_SHAPE_ICON&quot;,&quot;Value&quot;:&quot;POWER_USER_SHAPE_ICON_STYLE_1&quot;}">
              <a:extLst>
                <a:ext uri="{FF2B5EF4-FFF2-40B4-BE49-F238E27FC236}">
                  <a16:creationId xmlns:a16="http://schemas.microsoft.com/office/drawing/2014/main" id="{894C4519-9715-51EA-AFC1-89166FE23826}"/>
                </a:ext>
              </a:extLst>
            </p:cNvPr>
            <p:cNvSpPr>
              <a:spLocks noChangeAspect="1"/>
            </p:cNvSpPr>
            <p:nvPr>
              <p:custDataLst>
                <p:tags r:id="rId10"/>
              </p:custDataLst>
            </p:nvPr>
          </p:nvSpPr>
          <p:spPr bwMode="auto">
            <a:xfrm>
              <a:off x="5953783"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POWER_USER_CONTEXTUAL_SHAPES_RANKING_STAR_2" descr="{&quot;Key&quot;:&quot;POWER_USER_SHAPE_ICON&quot;,&quot;Value&quot;:&quot;POWER_USER_SHAPE_ICON_STYLE_1&quot;}">
              <a:extLst>
                <a:ext uri="{FF2B5EF4-FFF2-40B4-BE49-F238E27FC236}">
                  <a16:creationId xmlns:a16="http://schemas.microsoft.com/office/drawing/2014/main" id="{CB7447B6-668F-1103-D559-CCF34A92BEB9}"/>
                </a:ext>
              </a:extLst>
            </p:cNvPr>
            <p:cNvSpPr>
              <a:spLocks noChangeAspect="1"/>
            </p:cNvSpPr>
            <p:nvPr>
              <p:custDataLst>
                <p:tags r:id="rId11"/>
              </p:custDataLst>
            </p:nvPr>
          </p:nvSpPr>
          <p:spPr bwMode="auto">
            <a:xfrm>
              <a:off x="528715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POWER_USER_CONTEXTUAL_SHAPES_RANKING_STAR_1" descr="{&quot;Key&quot;:&quot;POWER_USER_SHAPE_ICON&quot;,&quot;Value&quot;:&quot;POWER_USER_SHAPE_ICON_STYLE_1&quot;}">
              <a:extLst>
                <a:ext uri="{FF2B5EF4-FFF2-40B4-BE49-F238E27FC236}">
                  <a16:creationId xmlns:a16="http://schemas.microsoft.com/office/drawing/2014/main" id="{272CFAA6-7656-45B6-E20C-389FEB5BD416}"/>
                </a:ext>
              </a:extLst>
            </p:cNvPr>
            <p:cNvSpPr>
              <a:spLocks noChangeAspect="1"/>
            </p:cNvSpPr>
            <p:nvPr>
              <p:custDataLst>
                <p:tags r:id="rId1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3" name="Businesswoman" descr="{&quot;Key&quot;:&quot;POWER_USER_SHAPE_ICON&quot;,&quot;Value&quot;:&quot;POWER_USER_SHAPE_ICON_STYLE_1&quot;}">
            <a:extLst>
              <a:ext uri="{FF2B5EF4-FFF2-40B4-BE49-F238E27FC236}">
                <a16:creationId xmlns:a16="http://schemas.microsoft.com/office/drawing/2014/main" id="{F692CF9C-18EA-2AAA-E335-12921B37434F}"/>
              </a:ext>
            </a:extLst>
          </p:cNvPr>
          <p:cNvGrpSpPr>
            <a:grpSpLocks noChangeAspect="1"/>
          </p:cNvGrpSpPr>
          <p:nvPr/>
        </p:nvGrpSpPr>
        <p:grpSpPr>
          <a:xfrm>
            <a:off x="876058" y="4622994"/>
            <a:ext cx="297125" cy="323162"/>
            <a:chOff x="3988200" y="2403176"/>
            <a:chExt cx="1011341" cy="1099964"/>
          </a:xfrm>
          <a:solidFill>
            <a:srgbClr val="A6A6A6"/>
          </a:solidFill>
        </p:grpSpPr>
        <p:sp>
          <p:nvSpPr>
            <p:cNvPr id="244" name="Free-form: Shape 243">
              <a:extLst>
                <a:ext uri="{FF2B5EF4-FFF2-40B4-BE49-F238E27FC236}">
                  <a16:creationId xmlns:a16="http://schemas.microsoft.com/office/drawing/2014/main" id="{4ECB4653-31F3-A53D-4428-63FC6E5757E7}"/>
                </a:ext>
              </a:extLst>
            </p:cNvPr>
            <p:cNvSpPr/>
            <p:nvPr/>
          </p:nvSpPr>
          <p:spPr>
            <a:xfrm>
              <a:off x="3988200" y="2403176"/>
              <a:ext cx="1011341" cy="1099964"/>
            </a:xfrm>
            <a:custGeom>
              <a:avLst/>
              <a:gdLst>
                <a:gd name="connsiteX0" fmla="*/ 518182 w 1011341"/>
                <a:gd name="connsiteY0" fmla="*/ 0 h 1099964"/>
                <a:gd name="connsiteX1" fmla="*/ 696314 w 1011341"/>
                <a:gd name="connsiteY1" fmla="*/ 74652 h 1099964"/>
                <a:gd name="connsiteX2" fmla="*/ 759027 w 1011341"/>
                <a:gd name="connsiteY2" fmla="*/ 157227 h 1099964"/>
                <a:gd name="connsiteX3" fmla="*/ 792287 w 1011341"/>
                <a:gd name="connsiteY3" fmla="*/ 303715 h 1099964"/>
                <a:gd name="connsiteX4" fmla="*/ 792495 w 1011341"/>
                <a:gd name="connsiteY4" fmla="*/ 658258 h 1099964"/>
                <a:gd name="connsiteX5" fmla="*/ 795310 w 1011341"/>
                <a:gd name="connsiteY5" fmla="*/ 661595 h 1099964"/>
                <a:gd name="connsiteX6" fmla="*/ 887634 w 1011341"/>
                <a:gd name="connsiteY6" fmla="*/ 677807 h 1099964"/>
                <a:gd name="connsiteX7" fmla="*/ 966978 w 1011341"/>
                <a:gd name="connsiteY7" fmla="*/ 729782 h 1099964"/>
                <a:gd name="connsiteX8" fmla="*/ 991636 w 1011341"/>
                <a:gd name="connsiteY8" fmla="*/ 796405 h 1099964"/>
                <a:gd name="connsiteX9" fmla="*/ 1011341 w 1011341"/>
                <a:gd name="connsiteY9" fmla="*/ 1071292 h 1099964"/>
                <a:gd name="connsiteX10" fmla="*/ 1011341 w 1011341"/>
                <a:gd name="connsiteY10" fmla="*/ 1086097 h 1099964"/>
                <a:gd name="connsiteX11" fmla="*/ 997266 w 1011341"/>
                <a:gd name="connsiteY11" fmla="*/ 1099964 h 1099964"/>
                <a:gd name="connsiteX12" fmla="*/ 988508 w 1011341"/>
                <a:gd name="connsiteY12" fmla="*/ 1099964 h 1099964"/>
                <a:gd name="connsiteX13" fmla="*/ 974589 w 1011341"/>
                <a:gd name="connsiteY13" fmla="*/ 1079112 h 1099964"/>
                <a:gd name="connsiteX14" fmla="*/ 956760 w 1011341"/>
                <a:gd name="connsiteY14" fmla="*/ 822888 h 1099964"/>
                <a:gd name="connsiteX15" fmla="*/ 947689 w 1011341"/>
                <a:gd name="connsiteY15" fmla="*/ 768932 h 1099964"/>
                <a:gd name="connsiteX16" fmla="*/ 879502 w 1011341"/>
                <a:gd name="connsiteY16" fmla="*/ 713256 h 1099964"/>
                <a:gd name="connsiteX17" fmla="*/ 693811 w 1011341"/>
                <a:gd name="connsiteY17" fmla="*/ 681248 h 1099964"/>
                <a:gd name="connsiteX18" fmla="*/ 690579 w 1011341"/>
                <a:gd name="connsiteY18" fmla="*/ 683437 h 1099964"/>
                <a:gd name="connsiteX19" fmla="*/ 642931 w 1011341"/>
                <a:gd name="connsiteY19" fmla="*/ 775866 h 1099964"/>
                <a:gd name="connsiteX20" fmla="*/ 578028 w 1011341"/>
                <a:gd name="connsiteY20" fmla="*/ 825911 h 1099964"/>
                <a:gd name="connsiteX21" fmla="*/ 500510 w 1011341"/>
                <a:gd name="connsiteY21" fmla="*/ 844209 h 1099964"/>
                <a:gd name="connsiteX22" fmla="*/ 403442 w 1011341"/>
                <a:gd name="connsiteY22" fmla="*/ 811419 h 1099964"/>
                <a:gd name="connsiteX23" fmla="*/ 317895 w 1011341"/>
                <a:gd name="connsiteY23" fmla="*/ 694437 h 1099964"/>
                <a:gd name="connsiteX24" fmla="*/ 315914 w 1011341"/>
                <a:gd name="connsiteY24" fmla="*/ 683594 h 1099964"/>
                <a:gd name="connsiteX25" fmla="*/ 312265 w 1011341"/>
                <a:gd name="connsiteY25" fmla="*/ 681196 h 1099964"/>
                <a:gd name="connsiteX26" fmla="*/ 131526 w 1011341"/>
                <a:gd name="connsiteY26" fmla="*/ 712735 h 1099964"/>
                <a:gd name="connsiteX27" fmla="*/ 67301 w 1011341"/>
                <a:gd name="connsiteY27" fmla="*/ 757776 h 1099964"/>
                <a:gd name="connsiteX28" fmla="*/ 54425 w 1011341"/>
                <a:gd name="connsiteY28" fmla="*/ 820698 h 1099964"/>
                <a:gd name="connsiteX29" fmla="*/ 37065 w 1011341"/>
                <a:gd name="connsiteY29" fmla="*/ 1074211 h 1099964"/>
                <a:gd name="connsiteX30" fmla="*/ 23459 w 1011341"/>
                <a:gd name="connsiteY30" fmla="*/ 1099964 h 1099964"/>
                <a:gd name="connsiteX31" fmla="*/ 14962 w 1011341"/>
                <a:gd name="connsiteY31" fmla="*/ 1099964 h 1099964"/>
                <a:gd name="connsiteX32" fmla="*/ 0 w 1011341"/>
                <a:gd name="connsiteY32" fmla="*/ 1086723 h 1099964"/>
                <a:gd name="connsiteX33" fmla="*/ 0 w 1011341"/>
                <a:gd name="connsiteY33" fmla="*/ 1071918 h 1099964"/>
                <a:gd name="connsiteX34" fmla="*/ 17047 w 1011341"/>
                <a:gd name="connsiteY34" fmla="*/ 833053 h 1099964"/>
                <a:gd name="connsiteX35" fmla="*/ 30392 w 1011341"/>
                <a:gd name="connsiteY35" fmla="*/ 750686 h 1099964"/>
                <a:gd name="connsiteX36" fmla="*/ 91229 w 1011341"/>
                <a:gd name="connsiteY36" fmla="*/ 687504 h 1099964"/>
                <a:gd name="connsiteX37" fmla="*/ 154360 w 1011341"/>
                <a:gd name="connsiteY37" fmla="*/ 671656 h 1099964"/>
                <a:gd name="connsiteX38" fmla="*/ 216396 w 1011341"/>
                <a:gd name="connsiteY38" fmla="*/ 660865 h 1099964"/>
                <a:gd name="connsiteX39" fmla="*/ 218950 w 1011341"/>
                <a:gd name="connsiteY39" fmla="*/ 657737 h 1099964"/>
                <a:gd name="connsiteX40" fmla="*/ 219524 w 1011341"/>
                <a:gd name="connsiteY40" fmla="*/ 293237 h 1099964"/>
                <a:gd name="connsiteX41" fmla="*/ 301421 w 1011341"/>
                <a:gd name="connsiteY41" fmla="*/ 87736 h 1099964"/>
                <a:gd name="connsiteX42" fmla="*/ 492586 w 1011341"/>
                <a:gd name="connsiteY42" fmla="*/ 0 h 1099964"/>
                <a:gd name="connsiteX43" fmla="*/ 518182 w 1011341"/>
                <a:gd name="connsiteY43" fmla="*/ 0 h 1099964"/>
                <a:gd name="connsiteX44" fmla="*/ 375552 w 1011341"/>
                <a:gd name="connsiteY44" fmla="*/ 185169 h 1099964"/>
                <a:gd name="connsiteX45" fmla="*/ 399532 w 1011341"/>
                <a:gd name="connsiteY45" fmla="*/ 192885 h 1099964"/>
                <a:gd name="connsiteX46" fmla="*/ 454895 w 1011341"/>
                <a:gd name="connsiteY46" fmla="*/ 259769 h 1099964"/>
                <a:gd name="connsiteX47" fmla="*/ 677546 w 1011341"/>
                <a:gd name="connsiteY47" fmla="*/ 304758 h 1099964"/>
                <a:gd name="connsiteX48" fmla="*/ 697877 w 1011341"/>
                <a:gd name="connsiteY48" fmla="*/ 304549 h 1099964"/>
                <a:gd name="connsiteX49" fmla="*/ 708147 w 1011341"/>
                <a:gd name="connsiteY49" fmla="*/ 337079 h 1099964"/>
                <a:gd name="connsiteX50" fmla="*/ 674471 w 1011341"/>
                <a:gd name="connsiteY50" fmla="*/ 503950 h 1099964"/>
                <a:gd name="connsiteX51" fmla="*/ 627449 w 1011341"/>
                <a:gd name="connsiteY51" fmla="*/ 582460 h 1099964"/>
                <a:gd name="connsiteX52" fmla="*/ 627657 w 1011341"/>
                <a:gd name="connsiteY52" fmla="*/ 586317 h 1099964"/>
                <a:gd name="connsiteX53" fmla="*/ 679892 w 1011341"/>
                <a:gd name="connsiteY53" fmla="*/ 638553 h 1099964"/>
                <a:gd name="connsiteX54" fmla="*/ 689067 w 1011341"/>
                <a:gd name="connsiteY54" fmla="*/ 643297 h 1099964"/>
                <a:gd name="connsiteX55" fmla="*/ 753397 w 1011341"/>
                <a:gd name="connsiteY55" fmla="*/ 654505 h 1099964"/>
                <a:gd name="connsiteX56" fmla="*/ 755899 w 1011341"/>
                <a:gd name="connsiteY56" fmla="*/ 652367 h 1099964"/>
                <a:gd name="connsiteX57" fmla="*/ 755951 w 1011341"/>
                <a:gd name="connsiteY57" fmla="*/ 294540 h 1099964"/>
                <a:gd name="connsiteX58" fmla="*/ 690423 w 1011341"/>
                <a:gd name="connsiteY58" fmla="*/ 120892 h 1099964"/>
                <a:gd name="connsiteX59" fmla="*/ 608160 w 1011341"/>
                <a:gd name="connsiteY59" fmla="*/ 59221 h 1099964"/>
                <a:gd name="connsiteX60" fmla="*/ 455416 w 1011341"/>
                <a:gd name="connsiteY60" fmla="*/ 42122 h 1099964"/>
                <a:gd name="connsiteX61" fmla="*/ 282863 w 1011341"/>
                <a:gd name="connsiteY61" fmla="*/ 177350 h 1099964"/>
                <a:gd name="connsiteX62" fmla="*/ 255546 w 1011341"/>
                <a:gd name="connsiteY62" fmla="*/ 298502 h 1099964"/>
                <a:gd name="connsiteX63" fmla="*/ 255650 w 1011341"/>
                <a:gd name="connsiteY63" fmla="*/ 651533 h 1099964"/>
                <a:gd name="connsiteX64" fmla="*/ 258309 w 1011341"/>
                <a:gd name="connsiteY64" fmla="*/ 653723 h 1099964"/>
                <a:gd name="connsiteX65" fmla="*/ 319094 w 1011341"/>
                <a:gd name="connsiteY65" fmla="*/ 642984 h 1099964"/>
                <a:gd name="connsiteX66" fmla="*/ 324776 w 1011341"/>
                <a:gd name="connsiteY66" fmla="*/ 640012 h 1099964"/>
                <a:gd name="connsiteX67" fmla="*/ 379618 w 1011341"/>
                <a:gd name="connsiteY67" fmla="*/ 585170 h 1099964"/>
                <a:gd name="connsiteX68" fmla="*/ 379722 w 1011341"/>
                <a:gd name="connsiteY68" fmla="*/ 582460 h 1099964"/>
                <a:gd name="connsiteX69" fmla="*/ 329468 w 1011341"/>
                <a:gd name="connsiteY69" fmla="*/ 496965 h 1099964"/>
                <a:gd name="connsiteX70" fmla="*/ 297407 w 1011341"/>
                <a:gd name="connsiteY70" fmla="*/ 326184 h 1099964"/>
                <a:gd name="connsiteX71" fmla="*/ 314819 w 1011341"/>
                <a:gd name="connsiteY71" fmla="*/ 308563 h 1099964"/>
                <a:gd name="connsiteX72" fmla="*/ 315549 w 1011341"/>
                <a:gd name="connsiteY72" fmla="*/ 308563 h 1099964"/>
                <a:gd name="connsiteX73" fmla="*/ 333273 w 1011341"/>
                <a:gd name="connsiteY73" fmla="*/ 325767 h 1099964"/>
                <a:gd name="connsiteX74" fmla="*/ 365647 w 1011341"/>
                <a:gd name="connsiteY74" fmla="*/ 489458 h 1099964"/>
                <a:gd name="connsiteX75" fmla="*/ 402347 w 1011341"/>
                <a:gd name="connsiteY75" fmla="*/ 552589 h 1099964"/>
                <a:gd name="connsiteX76" fmla="*/ 419185 w 1011341"/>
                <a:gd name="connsiteY76" fmla="*/ 567446 h 1099964"/>
                <a:gd name="connsiteX77" fmla="*/ 436597 w 1011341"/>
                <a:gd name="connsiteY77" fmla="*/ 583346 h 1099964"/>
                <a:gd name="connsiteX78" fmla="*/ 478875 w 1011341"/>
                <a:gd name="connsiteY78" fmla="*/ 604876 h 1099964"/>
                <a:gd name="connsiteX79" fmla="*/ 559939 w 1011341"/>
                <a:gd name="connsiteY79" fmla="*/ 590227 h 1099964"/>
                <a:gd name="connsiteX80" fmla="*/ 574014 w 1011341"/>
                <a:gd name="connsiteY80" fmla="*/ 577455 h 1099964"/>
                <a:gd name="connsiteX81" fmla="*/ 589028 w 1011341"/>
                <a:gd name="connsiteY81" fmla="*/ 564996 h 1099964"/>
                <a:gd name="connsiteX82" fmla="*/ 604719 w 1011341"/>
                <a:gd name="connsiteY82" fmla="*/ 552641 h 1099964"/>
                <a:gd name="connsiteX83" fmla="*/ 644495 w 1011341"/>
                <a:gd name="connsiteY83" fmla="*/ 480387 h 1099964"/>
                <a:gd name="connsiteX84" fmla="*/ 671030 w 1011341"/>
                <a:gd name="connsiteY84" fmla="*/ 346254 h 1099964"/>
                <a:gd name="connsiteX85" fmla="*/ 668528 w 1011341"/>
                <a:gd name="connsiteY85" fmla="*/ 344065 h 1099964"/>
                <a:gd name="connsiteX86" fmla="*/ 432479 w 1011341"/>
                <a:gd name="connsiteY86" fmla="*/ 288649 h 1099964"/>
                <a:gd name="connsiteX87" fmla="*/ 367263 w 1011341"/>
                <a:gd name="connsiteY87" fmla="*/ 209150 h 1099964"/>
                <a:gd name="connsiteX88" fmla="*/ 374874 w 1011341"/>
                <a:gd name="connsiteY88" fmla="*/ 185482 h 1099964"/>
                <a:gd name="connsiteX89" fmla="*/ 375552 w 1011341"/>
                <a:gd name="connsiteY89" fmla="*/ 185169 h 1099964"/>
                <a:gd name="connsiteX90" fmla="*/ 503012 w 1011341"/>
                <a:gd name="connsiteY90" fmla="*/ 807978 h 1099964"/>
                <a:gd name="connsiteX91" fmla="*/ 537053 w 1011341"/>
                <a:gd name="connsiteY91" fmla="*/ 803130 h 1099964"/>
                <a:gd name="connsiteX92" fmla="*/ 653045 w 1011341"/>
                <a:gd name="connsiteY92" fmla="*/ 685314 h 1099964"/>
                <a:gd name="connsiteX93" fmla="*/ 655339 w 1011341"/>
                <a:gd name="connsiteY93" fmla="*/ 667850 h 1099964"/>
                <a:gd name="connsiteX94" fmla="*/ 653983 w 1011341"/>
                <a:gd name="connsiteY94" fmla="*/ 664410 h 1099964"/>
                <a:gd name="connsiteX95" fmla="*/ 601539 w 1011341"/>
                <a:gd name="connsiteY95" fmla="*/ 611966 h 1099964"/>
                <a:gd name="connsiteX96" fmla="*/ 596691 w 1011341"/>
                <a:gd name="connsiteY96" fmla="*/ 611705 h 1099964"/>
                <a:gd name="connsiteX97" fmla="*/ 503064 w 1011341"/>
                <a:gd name="connsiteY97" fmla="*/ 646372 h 1099964"/>
                <a:gd name="connsiteX98" fmla="*/ 409489 w 1011341"/>
                <a:gd name="connsiteY98" fmla="*/ 611653 h 1099964"/>
                <a:gd name="connsiteX99" fmla="*/ 404641 w 1011341"/>
                <a:gd name="connsiteY99" fmla="*/ 611862 h 1099964"/>
                <a:gd name="connsiteX100" fmla="*/ 352145 w 1011341"/>
                <a:gd name="connsiteY100" fmla="*/ 664253 h 1099964"/>
                <a:gd name="connsiteX101" fmla="*/ 350789 w 1011341"/>
                <a:gd name="connsiteY101" fmla="*/ 667694 h 1099964"/>
                <a:gd name="connsiteX102" fmla="*/ 353083 w 1011341"/>
                <a:gd name="connsiteY102" fmla="*/ 685158 h 1099964"/>
                <a:gd name="connsiteX103" fmla="*/ 468970 w 1011341"/>
                <a:gd name="connsiteY103" fmla="*/ 803078 h 1099964"/>
                <a:gd name="connsiteX104" fmla="*/ 503012 w 1011341"/>
                <a:gd name="connsiteY104" fmla="*/ 807978 h 1099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011341" h="1099964">
                  <a:moveTo>
                    <a:pt x="518182" y="0"/>
                  </a:moveTo>
                  <a:cubicBezTo>
                    <a:pt x="588281" y="4970"/>
                    <a:pt x="647658" y="29854"/>
                    <a:pt x="696314" y="74652"/>
                  </a:cubicBezTo>
                  <a:cubicBezTo>
                    <a:pt x="722379" y="98632"/>
                    <a:pt x="743284" y="126157"/>
                    <a:pt x="759027" y="157227"/>
                  </a:cubicBezTo>
                  <a:cubicBezTo>
                    <a:pt x="781200" y="201052"/>
                    <a:pt x="792287" y="249881"/>
                    <a:pt x="792287" y="303715"/>
                  </a:cubicBezTo>
                  <a:cubicBezTo>
                    <a:pt x="792391" y="527114"/>
                    <a:pt x="792460" y="645295"/>
                    <a:pt x="792495" y="658258"/>
                  </a:cubicBezTo>
                  <a:cubicBezTo>
                    <a:pt x="792495" y="660170"/>
                    <a:pt x="793434" y="661282"/>
                    <a:pt x="795310" y="661595"/>
                  </a:cubicBezTo>
                  <a:cubicBezTo>
                    <a:pt x="845634" y="670352"/>
                    <a:pt x="876409" y="675757"/>
                    <a:pt x="887634" y="677807"/>
                  </a:cubicBezTo>
                  <a:cubicBezTo>
                    <a:pt x="920650" y="683820"/>
                    <a:pt x="947098" y="701145"/>
                    <a:pt x="966978" y="729782"/>
                  </a:cubicBezTo>
                  <a:cubicBezTo>
                    <a:pt x="981922" y="751364"/>
                    <a:pt x="990141" y="773572"/>
                    <a:pt x="991636" y="796405"/>
                  </a:cubicBezTo>
                  <a:cubicBezTo>
                    <a:pt x="997613" y="888017"/>
                    <a:pt x="1004182" y="979646"/>
                    <a:pt x="1011341" y="1071292"/>
                  </a:cubicBezTo>
                  <a:lnTo>
                    <a:pt x="1011341" y="1086097"/>
                  </a:lnTo>
                  <a:cubicBezTo>
                    <a:pt x="1008839" y="1092700"/>
                    <a:pt x="1004147" y="1097323"/>
                    <a:pt x="997266" y="1099964"/>
                  </a:cubicBezTo>
                  <a:lnTo>
                    <a:pt x="988508" y="1099964"/>
                  </a:lnTo>
                  <a:cubicBezTo>
                    <a:pt x="979958" y="1096489"/>
                    <a:pt x="975319" y="1089538"/>
                    <a:pt x="974589" y="1079112"/>
                  </a:cubicBezTo>
                  <a:cubicBezTo>
                    <a:pt x="968715" y="993686"/>
                    <a:pt x="962772" y="908278"/>
                    <a:pt x="956760" y="822888"/>
                  </a:cubicBezTo>
                  <a:cubicBezTo>
                    <a:pt x="954883" y="796405"/>
                    <a:pt x="951860" y="778420"/>
                    <a:pt x="947689" y="768932"/>
                  </a:cubicBezTo>
                  <a:cubicBezTo>
                    <a:pt x="934865" y="739739"/>
                    <a:pt x="911406" y="718991"/>
                    <a:pt x="879502" y="713256"/>
                  </a:cubicBezTo>
                  <a:cubicBezTo>
                    <a:pt x="867894" y="711171"/>
                    <a:pt x="805997" y="700502"/>
                    <a:pt x="693811" y="681248"/>
                  </a:cubicBezTo>
                  <a:cubicBezTo>
                    <a:pt x="692004" y="680935"/>
                    <a:pt x="690927" y="681665"/>
                    <a:pt x="690579" y="683437"/>
                  </a:cubicBezTo>
                  <a:cubicBezTo>
                    <a:pt x="683315" y="717462"/>
                    <a:pt x="667433" y="748271"/>
                    <a:pt x="642931" y="775866"/>
                  </a:cubicBezTo>
                  <a:cubicBezTo>
                    <a:pt x="623851" y="797344"/>
                    <a:pt x="602217" y="814025"/>
                    <a:pt x="578028" y="825911"/>
                  </a:cubicBezTo>
                  <a:cubicBezTo>
                    <a:pt x="551893" y="838736"/>
                    <a:pt x="526054" y="844835"/>
                    <a:pt x="500510" y="844209"/>
                  </a:cubicBezTo>
                  <a:cubicBezTo>
                    <a:pt x="466068" y="843375"/>
                    <a:pt x="433712" y="832445"/>
                    <a:pt x="403442" y="811419"/>
                  </a:cubicBezTo>
                  <a:cubicBezTo>
                    <a:pt x="360903" y="781843"/>
                    <a:pt x="332387" y="742849"/>
                    <a:pt x="317895" y="694437"/>
                  </a:cubicBezTo>
                  <a:cubicBezTo>
                    <a:pt x="316591" y="690006"/>
                    <a:pt x="316748" y="687191"/>
                    <a:pt x="315914" y="683594"/>
                  </a:cubicBezTo>
                  <a:cubicBezTo>
                    <a:pt x="315462" y="681648"/>
                    <a:pt x="314246" y="680848"/>
                    <a:pt x="312265" y="681196"/>
                  </a:cubicBezTo>
                  <a:cubicBezTo>
                    <a:pt x="252175" y="691865"/>
                    <a:pt x="191929" y="702378"/>
                    <a:pt x="131526" y="712735"/>
                  </a:cubicBezTo>
                  <a:cubicBezTo>
                    <a:pt x="102437" y="717740"/>
                    <a:pt x="81029" y="732753"/>
                    <a:pt x="67301" y="757776"/>
                  </a:cubicBezTo>
                  <a:cubicBezTo>
                    <a:pt x="60767" y="769697"/>
                    <a:pt x="56475" y="790671"/>
                    <a:pt x="54425" y="820698"/>
                  </a:cubicBezTo>
                  <a:cubicBezTo>
                    <a:pt x="43234" y="983903"/>
                    <a:pt x="37447" y="1068407"/>
                    <a:pt x="37065" y="1074211"/>
                  </a:cubicBezTo>
                  <a:cubicBezTo>
                    <a:pt x="36196" y="1087314"/>
                    <a:pt x="31661" y="1095898"/>
                    <a:pt x="23459" y="1099964"/>
                  </a:cubicBezTo>
                  <a:lnTo>
                    <a:pt x="14962" y="1099964"/>
                  </a:lnTo>
                  <a:cubicBezTo>
                    <a:pt x="8046" y="1097914"/>
                    <a:pt x="3058" y="1093500"/>
                    <a:pt x="0" y="1086723"/>
                  </a:cubicBezTo>
                  <a:lnTo>
                    <a:pt x="0" y="1071918"/>
                  </a:lnTo>
                  <a:cubicBezTo>
                    <a:pt x="6047" y="992261"/>
                    <a:pt x="11729" y="912640"/>
                    <a:pt x="17047" y="833053"/>
                  </a:cubicBezTo>
                  <a:cubicBezTo>
                    <a:pt x="19688" y="793191"/>
                    <a:pt x="24137" y="765735"/>
                    <a:pt x="30392" y="750686"/>
                  </a:cubicBezTo>
                  <a:cubicBezTo>
                    <a:pt x="42487" y="721493"/>
                    <a:pt x="62766" y="700432"/>
                    <a:pt x="91229" y="687504"/>
                  </a:cubicBezTo>
                  <a:cubicBezTo>
                    <a:pt x="104366" y="681526"/>
                    <a:pt x="125410" y="676243"/>
                    <a:pt x="154360" y="671656"/>
                  </a:cubicBezTo>
                  <a:cubicBezTo>
                    <a:pt x="176985" y="668076"/>
                    <a:pt x="197663" y="664479"/>
                    <a:pt x="216396" y="660865"/>
                  </a:cubicBezTo>
                  <a:cubicBezTo>
                    <a:pt x="218099" y="660552"/>
                    <a:pt x="218950" y="659509"/>
                    <a:pt x="218950" y="657737"/>
                  </a:cubicBezTo>
                  <a:cubicBezTo>
                    <a:pt x="218533" y="603486"/>
                    <a:pt x="218724" y="481986"/>
                    <a:pt x="219524" y="293237"/>
                  </a:cubicBezTo>
                  <a:cubicBezTo>
                    <a:pt x="219836" y="213094"/>
                    <a:pt x="247136" y="144594"/>
                    <a:pt x="301421" y="87736"/>
                  </a:cubicBezTo>
                  <a:cubicBezTo>
                    <a:pt x="352371" y="34389"/>
                    <a:pt x="416092" y="5144"/>
                    <a:pt x="492586" y="0"/>
                  </a:cubicBezTo>
                  <a:lnTo>
                    <a:pt x="518182" y="0"/>
                  </a:lnTo>
                  <a:close/>
                  <a:moveTo>
                    <a:pt x="375552" y="185169"/>
                  </a:moveTo>
                  <a:cubicBezTo>
                    <a:pt x="386186" y="180269"/>
                    <a:pt x="394180" y="182841"/>
                    <a:pt x="399532" y="192885"/>
                  </a:cubicBezTo>
                  <a:cubicBezTo>
                    <a:pt x="414615" y="221279"/>
                    <a:pt x="433069" y="243573"/>
                    <a:pt x="454895" y="259769"/>
                  </a:cubicBezTo>
                  <a:cubicBezTo>
                    <a:pt x="519920" y="308042"/>
                    <a:pt x="594137" y="323038"/>
                    <a:pt x="677546" y="304758"/>
                  </a:cubicBezTo>
                  <a:cubicBezTo>
                    <a:pt x="686270" y="302846"/>
                    <a:pt x="693047" y="302777"/>
                    <a:pt x="697877" y="304549"/>
                  </a:cubicBezTo>
                  <a:cubicBezTo>
                    <a:pt x="712943" y="310179"/>
                    <a:pt x="708356" y="324463"/>
                    <a:pt x="708147" y="337079"/>
                  </a:cubicBezTo>
                  <a:cubicBezTo>
                    <a:pt x="707035" y="395396"/>
                    <a:pt x="695810" y="451020"/>
                    <a:pt x="674471" y="503950"/>
                  </a:cubicBezTo>
                  <a:cubicBezTo>
                    <a:pt x="663627" y="530815"/>
                    <a:pt x="647953" y="556985"/>
                    <a:pt x="627449" y="582460"/>
                  </a:cubicBezTo>
                  <a:cubicBezTo>
                    <a:pt x="626371" y="583815"/>
                    <a:pt x="626441" y="585101"/>
                    <a:pt x="627657" y="586317"/>
                  </a:cubicBezTo>
                  <a:lnTo>
                    <a:pt x="679892" y="638553"/>
                  </a:lnTo>
                  <a:cubicBezTo>
                    <a:pt x="682402" y="641062"/>
                    <a:pt x="685610" y="642721"/>
                    <a:pt x="689067" y="643297"/>
                  </a:cubicBezTo>
                  <a:lnTo>
                    <a:pt x="753397" y="654505"/>
                  </a:lnTo>
                  <a:cubicBezTo>
                    <a:pt x="755065" y="654783"/>
                    <a:pt x="755899" y="654070"/>
                    <a:pt x="755899" y="652367"/>
                  </a:cubicBezTo>
                  <a:cubicBezTo>
                    <a:pt x="755899" y="641489"/>
                    <a:pt x="755917" y="522214"/>
                    <a:pt x="755951" y="294540"/>
                  </a:cubicBezTo>
                  <a:cubicBezTo>
                    <a:pt x="755951" y="228959"/>
                    <a:pt x="734109" y="171077"/>
                    <a:pt x="690423" y="120892"/>
                  </a:cubicBezTo>
                  <a:cubicBezTo>
                    <a:pt x="666686" y="93645"/>
                    <a:pt x="639265" y="73088"/>
                    <a:pt x="608160" y="59221"/>
                  </a:cubicBezTo>
                  <a:cubicBezTo>
                    <a:pt x="557245" y="36526"/>
                    <a:pt x="506331" y="30827"/>
                    <a:pt x="455416" y="42122"/>
                  </a:cubicBezTo>
                  <a:cubicBezTo>
                    <a:pt x="377880" y="59325"/>
                    <a:pt x="320362" y="104401"/>
                    <a:pt x="282863" y="177350"/>
                  </a:cubicBezTo>
                  <a:cubicBezTo>
                    <a:pt x="264721" y="212590"/>
                    <a:pt x="255616" y="252974"/>
                    <a:pt x="255546" y="298502"/>
                  </a:cubicBezTo>
                  <a:cubicBezTo>
                    <a:pt x="255303" y="425563"/>
                    <a:pt x="255338" y="543240"/>
                    <a:pt x="255650" y="651533"/>
                  </a:cubicBezTo>
                  <a:cubicBezTo>
                    <a:pt x="255650" y="653306"/>
                    <a:pt x="256537" y="654035"/>
                    <a:pt x="258309" y="653723"/>
                  </a:cubicBezTo>
                  <a:lnTo>
                    <a:pt x="319094" y="642984"/>
                  </a:lnTo>
                  <a:cubicBezTo>
                    <a:pt x="321231" y="642610"/>
                    <a:pt x="323215" y="641572"/>
                    <a:pt x="324776" y="640012"/>
                  </a:cubicBezTo>
                  <a:lnTo>
                    <a:pt x="379618" y="585170"/>
                  </a:lnTo>
                  <a:cubicBezTo>
                    <a:pt x="380363" y="584436"/>
                    <a:pt x="380409" y="583249"/>
                    <a:pt x="379722" y="582460"/>
                  </a:cubicBezTo>
                  <a:cubicBezTo>
                    <a:pt x="358383" y="556776"/>
                    <a:pt x="341632" y="528278"/>
                    <a:pt x="329468" y="496965"/>
                  </a:cubicBezTo>
                  <a:cubicBezTo>
                    <a:pt x="308129" y="442019"/>
                    <a:pt x="297442" y="385092"/>
                    <a:pt x="297407" y="326184"/>
                  </a:cubicBezTo>
                  <a:cubicBezTo>
                    <a:pt x="297407" y="314958"/>
                    <a:pt x="303211" y="309085"/>
                    <a:pt x="314819" y="308563"/>
                  </a:cubicBezTo>
                  <a:cubicBezTo>
                    <a:pt x="314888" y="308563"/>
                    <a:pt x="315132" y="308563"/>
                    <a:pt x="315549" y="308563"/>
                  </a:cubicBezTo>
                  <a:cubicBezTo>
                    <a:pt x="327122" y="308737"/>
                    <a:pt x="333030" y="314472"/>
                    <a:pt x="333273" y="325767"/>
                  </a:cubicBezTo>
                  <a:cubicBezTo>
                    <a:pt x="334698" y="385961"/>
                    <a:pt x="345489" y="440524"/>
                    <a:pt x="365647" y="489458"/>
                  </a:cubicBezTo>
                  <a:cubicBezTo>
                    <a:pt x="374196" y="510206"/>
                    <a:pt x="386430" y="531250"/>
                    <a:pt x="402347" y="552589"/>
                  </a:cubicBezTo>
                  <a:cubicBezTo>
                    <a:pt x="405475" y="556794"/>
                    <a:pt x="411088" y="561746"/>
                    <a:pt x="419185" y="567446"/>
                  </a:cubicBezTo>
                  <a:cubicBezTo>
                    <a:pt x="422973" y="570087"/>
                    <a:pt x="428777" y="575387"/>
                    <a:pt x="436597" y="583346"/>
                  </a:cubicBezTo>
                  <a:cubicBezTo>
                    <a:pt x="446884" y="593737"/>
                    <a:pt x="460977" y="600914"/>
                    <a:pt x="478875" y="604876"/>
                  </a:cubicBezTo>
                  <a:cubicBezTo>
                    <a:pt x="508173" y="611410"/>
                    <a:pt x="535194" y="606527"/>
                    <a:pt x="559939" y="590227"/>
                  </a:cubicBezTo>
                  <a:cubicBezTo>
                    <a:pt x="565152" y="586787"/>
                    <a:pt x="569844" y="582529"/>
                    <a:pt x="574014" y="577455"/>
                  </a:cubicBezTo>
                  <a:cubicBezTo>
                    <a:pt x="578845" y="571547"/>
                    <a:pt x="583850" y="567394"/>
                    <a:pt x="589028" y="564996"/>
                  </a:cubicBezTo>
                  <a:cubicBezTo>
                    <a:pt x="595631" y="561903"/>
                    <a:pt x="600862" y="557784"/>
                    <a:pt x="604719" y="552641"/>
                  </a:cubicBezTo>
                  <a:cubicBezTo>
                    <a:pt x="621957" y="529738"/>
                    <a:pt x="635216" y="505653"/>
                    <a:pt x="644495" y="480387"/>
                  </a:cubicBezTo>
                  <a:cubicBezTo>
                    <a:pt x="661560" y="434025"/>
                    <a:pt x="670404" y="389314"/>
                    <a:pt x="671030" y="346254"/>
                  </a:cubicBezTo>
                  <a:cubicBezTo>
                    <a:pt x="671065" y="344516"/>
                    <a:pt x="670231" y="343787"/>
                    <a:pt x="668528" y="344065"/>
                  </a:cubicBezTo>
                  <a:cubicBezTo>
                    <a:pt x="579592" y="358140"/>
                    <a:pt x="500909" y="339668"/>
                    <a:pt x="432479" y="288649"/>
                  </a:cubicBezTo>
                  <a:cubicBezTo>
                    <a:pt x="406969" y="269639"/>
                    <a:pt x="385231" y="243139"/>
                    <a:pt x="367263" y="209150"/>
                  </a:cubicBezTo>
                  <a:cubicBezTo>
                    <a:pt x="361980" y="199140"/>
                    <a:pt x="364517" y="191251"/>
                    <a:pt x="374874" y="185482"/>
                  </a:cubicBezTo>
                  <a:cubicBezTo>
                    <a:pt x="374909" y="185447"/>
                    <a:pt x="375135" y="185343"/>
                    <a:pt x="375552" y="185169"/>
                  </a:cubicBezTo>
                  <a:close/>
                  <a:moveTo>
                    <a:pt x="503012" y="807978"/>
                  </a:moveTo>
                  <a:cubicBezTo>
                    <a:pt x="516184" y="807978"/>
                    <a:pt x="527531" y="806362"/>
                    <a:pt x="537053" y="803130"/>
                  </a:cubicBezTo>
                  <a:cubicBezTo>
                    <a:pt x="594675" y="783598"/>
                    <a:pt x="633339" y="744326"/>
                    <a:pt x="653045" y="685314"/>
                  </a:cubicBezTo>
                  <a:cubicBezTo>
                    <a:pt x="654435" y="681178"/>
                    <a:pt x="655200" y="675357"/>
                    <a:pt x="655339" y="667850"/>
                  </a:cubicBezTo>
                  <a:cubicBezTo>
                    <a:pt x="655373" y="666583"/>
                    <a:pt x="654885" y="665343"/>
                    <a:pt x="653983" y="664410"/>
                  </a:cubicBezTo>
                  <a:lnTo>
                    <a:pt x="601539" y="611966"/>
                  </a:lnTo>
                  <a:cubicBezTo>
                    <a:pt x="600010" y="610437"/>
                    <a:pt x="598394" y="610350"/>
                    <a:pt x="596691" y="611705"/>
                  </a:cubicBezTo>
                  <a:cubicBezTo>
                    <a:pt x="567880" y="634851"/>
                    <a:pt x="536671" y="646407"/>
                    <a:pt x="503064" y="646372"/>
                  </a:cubicBezTo>
                  <a:cubicBezTo>
                    <a:pt x="469492" y="646372"/>
                    <a:pt x="438300" y="634799"/>
                    <a:pt x="409489" y="611653"/>
                  </a:cubicBezTo>
                  <a:cubicBezTo>
                    <a:pt x="407786" y="610263"/>
                    <a:pt x="406170" y="610332"/>
                    <a:pt x="404641" y="611862"/>
                  </a:cubicBezTo>
                  <a:lnTo>
                    <a:pt x="352145" y="664253"/>
                  </a:lnTo>
                  <a:cubicBezTo>
                    <a:pt x="351243" y="665186"/>
                    <a:pt x="350754" y="666427"/>
                    <a:pt x="350789" y="667694"/>
                  </a:cubicBezTo>
                  <a:cubicBezTo>
                    <a:pt x="350928" y="675201"/>
                    <a:pt x="351693" y="681022"/>
                    <a:pt x="353083" y="685158"/>
                  </a:cubicBezTo>
                  <a:cubicBezTo>
                    <a:pt x="372719" y="744205"/>
                    <a:pt x="411348" y="783511"/>
                    <a:pt x="468970" y="803078"/>
                  </a:cubicBezTo>
                  <a:cubicBezTo>
                    <a:pt x="478493" y="806345"/>
                    <a:pt x="489840" y="807978"/>
                    <a:pt x="503012" y="807978"/>
                  </a:cubicBezTo>
                  <a:close/>
                </a:path>
              </a:pathLst>
            </a:custGeom>
            <a:grpFill/>
            <a:ln w="520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85AC29F8-CB11-7B2E-7D70-773113DC8F62}"/>
                </a:ext>
              </a:extLst>
            </p:cNvPr>
            <p:cNvSpPr/>
            <p:nvPr/>
          </p:nvSpPr>
          <p:spPr>
            <a:xfrm>
              <a:off x="4702602" y="3320733"/>
              <a:ext cx="155975" cy="36387"/>
            </a:xfrm>
            <a:custGeom>
              <a:avLst/>
              <a:gdLst>
                <a:gd name="connsiteX0" fmla="*/ 138251 w 155975"/>
                <a:gd name="connsiteY0" fmla="*/ 0 h 36387"/>
                <a:gd name="connsiteX1" fmla="*/ 155976 w 155975"/>
                <a:gd name="connsiteY1" fmla="*/ 0 h 36387"/>
                <a:gd name="connsiteX2" fmla="*/ 155976 w 155975"/>
                <a:gd name="connsiteY2" fmla="*/ 36387 h 36387"/>
                <a:gd name="connsiteX3" fmla="*/ 138251 w 155975"/>
                <a:gd name="connsiteY3" fmla="*/ 36387 h 36387"/>
                <a:gd name="connsiteX4" fmla="*/ 17725 w 155975"/>
                <a:gd name="connsiteY4" fmla="*/ 36387 h 36387"/>
                <a:gd name="connsiteX5" fmla="*/ 0 w 155975"/>
                <a:gd name="connsiteY5" fmla="*/ 36387 h 36387"/>
                <a:gd name="connsiteX6" fmla="*/ 0 w 155975"/>
                <a:gd name="connsiteY6" fmla="*/ 0 h 36387"/>
                <a:gd name="connsiteX7" fmla="*/ 17725 w 155975"/>
                <a:gd name="connsiteY7" fmla="*/ 0 h 36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975" h="36387">
                  <a:moveTo>
                    <a:pt x="138251" y="0"/>
                  </a:moveTo>
                  <a:cubicBezTo>
                    <a:pt x="148040" y="0"/>
                    <a:pt x="155976" y="0"/>
                    <a:pt x="155976" y="0"/>
                  </a:cubicBezTo>
                  <a:lnTo>
                    <a:pt x="155976" y="36387"/>
                  </a:lnTo>
                  <a:cubicBezTo>
                    <a:pt x="155976" y="36387"/>
                    <a:pt x="148040" y="36387"/>
                    <a:pt x="138251" y="36387"/>
                  </a:cubicBezTo>
                  <a:lnTo>
                    <a:pt x="17725" y="36387"/>
                  </a:lnTo>
                  <a:cubicBezTo>
                    <a:pt x="7936" y="36387"/>
                    <a:pt x="0" y="36387"/>
                    <a:pt x="0" y="36387"/>
                  </a:cubicBezTo>
                  <a:lnTo>
                    <a:pt x="0" y="0"/>
                  </a:lnTo>
                  <a:cubicBezTo>
                    <a:pt x="0" y="0"/>
                    <a:pt x="7936" y="0"/>
                    <a:pt x="17725" y="0"/>
                  </a:cubicBezTo>
                  <a:close/>
                </a:path>
              </a:pathLst>
            </a:custGeom>
            <a:grpFill/>
            <a:ln w="5204" cap="flat">
              <a:noFill/>
              <a:prstDash val="solid"/>
              <a:miter/>
            </a:ln>
          </p:spPr>
          <p:txBody>
            <a:bodyPr rtlCol="0" anchor="ctr"/>
            <a:lstStyle/>
            <a:p>
              <a:endParaRPr lang="en-US" dirty="0"/>
            </a:p>
          </p:txBody>
        </p:sp>
      </p:grpSp>
      <p:grpSp>
        <p:nvGrpSpPr>
          <p:cNvPr id="246" name="Couple6" descr="{&quot;Key&quot;:&quot;POWER_USER_SHAPE_ICON&quot;,&quot;Value&quot;:&quot;POWER_USER_SHAPE_ICON_STYLE_1&quot;}">
            <a:extLst>
              <a:ext uri="{FF2B5EF4-FFF2-40B4-BE49-F238E27FC236}">
                <a16:creationId xmlns:a16="http://schemas.microsoft.com/office/drawing/2014/main" id="{2B03351B-C38A-CB83-0E41-98A235AFF0DC}"/>
              </a:ext>
            </a:extLst>
          </p:cNvPr>
          <p:cNvGrpSpPr>
            <a:grpSpLocks noChangeAspect="1"/>
          </p:cNvGrpSpPr>
          <p:nvPr/>
        </p:nvGrpSpPr>
        <p:grpSpPr>
          <a:xfrm>
            <a:off x="866127" y="5163645"/>
            <a:ext cx="316987" cy="263915"/>
            <a:chOff x="5273239" y="2303960"/>
            <a:chExt cx="2231620" cy="1857992"/>
          </a:xfrm>
          <a:solidFill>
            <a:srgbClr val="A6A6A6"/>
          </a:solidFill>
        </p:grpSpPr>
        <p:sp>
          <p:nvSpPr>
            <p:cNvPr id="247" name="Free-form: Shape 246">
              <a:extLst>
                <a:ext uri="{FF2B5EF4-FFF2-40B4-BE49-F238E27FC236}">
                  <a16:creationId xmlns:a16="http://schemas.microsoft.com/office/drawing/2014/main" id="{5FAF8376-3E26-53B5-228C-514BCEC82851}"/>
                </a:ext>
              </a:extLst>
            </p:cNvPr>
            <p:cNvSpPr/>
            <p:nvPr/>
          </p:nvSpPr>
          <p:spPr>
            <a:xfrm>
              <a:off x="5273239" y="2303960"/>
              <a:ext cx="2231620" cy="1857992"/>
            </a:xfrm>
            <a:custGeom>
              <a:avLst/>
              <a:gdLst>
                <a:gd name="connsiteX0" fmla="*/ 238318 w 2231620"/>
                <a:gd name="connsiteY0" fmla="*/ 952652 h 1857992"/>
                <a:gd name="connsiteX1" fmla="*/ 215882 w 2231620"/>
                <a:gd name="connsiteY1" fmla="*/ 1033890 h 1857992"/>
                <a:gd name="connsiteX2" fmla="*/ 116427 w 2231620"/>
                <a:gd name="connsiteY2" fmla="*/ 1124973 h 1857992"/>
                <a:gd name="connsiteX3" fmla="*/ 1971 w 2231620"/>
                <a:gd name="connsiteY3" fmla="*/ 1047552 h 1857992"/>
                <a:gd name="connsiteX4" fmla="*/ 3377 w 2231620"/>
                <a:gd name="connsiteY4" fmla="*/ 992099 h 1857992"/>
                <a:gd name="connsiteX5" fmla="*/ 35189 w 2231620"/>
                <a:gd name="connsiteY5" fmla="*/ 826476 h 1857992"/>
                <a:gd name="connsiteX6" fmla="*/ 128616 w 2231620"/>
                <a:gd name="connsiteY6" fmla="*/ 589861 h 1857992"/>
                <a:gd name="connsiteX7" fmla="*/ 283390 w 2231620"/>
                <a:gd name="connsiteY7" fmla="*/ 439976 h 1857992"/>
                <a:gd name="connsiteX8" fmla="*/ 382309 w 2231620"/>
                <a:gd name="connsiteY8" fmla="*/ 408834 h 1857992"/>
                <a:gd name="connsiteX9" fmla="*/ 385269 w 2231620"/>
                <a:gd name="connsiteY9" fmla="*/ 404548 h 1857992"/>
                <a:gd name="connsiteX10" fmla="*/ 384318 w 2231620"/>
                <a:gd name="connsiteY10" fmla="*/ 402673 h 1857992"/>
                <a:gd name="connsiteX11" fmla="*/ 363958 w 2231620"/>
                <a:gd name="connsiteY11" fmla="*/ 96942 h 1857992"/>
                <a:gd name="connsiteX12" fmla="*/ 417335 w 2231620"/>
                <a:gd name="connsiteY12" fmla="*/ 47919 h 1857992"/>
                <a:gd name="connsiteX13" fmla="*/ 571975 w 2231620"/>
                <a:gd name="connsiteY13" fmla="*/ 16575 h 1857992"/>
                <a:gd name="connsiteX14" fmla="*/ 694267 w 2231620"/>
                <a:gd name="connsiteY14" fmla="*/ 100358 h 1857992"/>
                <a:gd name="connsiteX15" fmla="*/ 740344 w 2231620"/>
                <a:gd name="connsiteY15" fmla="*/ 196665 h 1857992"/>
                <a:gd name="connsiteX16" fmla="*/ 682480 w 2231620"/>
                <a:gd name="connsiteY16" fmla="*/ 400463 h 1857992"/>
                <a:gd name="connsiteX17" fmla="*/ 683291 w 2231620"/>
                <a:gd name="connsiteY17" fmla="*/ 409932 h 1857992"/>
                <a:gd name="connsiteX18" fmla="*/ 684958 w 2231620"/>
                <a:gd name="connsiteY18" fmla="*/ 410977 h 1857992"/>
                <a:gd name="connsiteX19" fmla="*/ 756284 w 2231620"/>
                <a:gd name="connsiteY19" fmla="*/ 445937 h 1857992"/>
                <a:gd name="connsiteX20" fmla="*/ 852055 w 2231620"/>
                <a:gd name="connsiteY20" fmla="*/ 532600 h 1857992"/>
                <a:gd name="connsiteX21" fmla="*/ 961890 w 2231620"/>
                <a:gd name="connsiteY21" fmla="*/ 659982 h 1857992"/>
                <a:gd name="connsiteX22" fmla="*/ 1048620 w 2231620"/>
                <a:gd name="connsiteY22" fmla="*/ 753810 h 1857992"/>
                <a:gd name="connsiteX23" fmla="*/ 1083177 w 2231620"/>
                <a:gd name="connsiteY23" fmla="*/ 788234 h 1857992"/>
                <a:gd name="connsiteX24" fmla="*/ 1090009 w 2231620"/>
                <a:gd name="connsiteY24" fmla="*/ 788167 h 1857992"/>
                <a:gd name="connsiteX25" fmla="*/ 1146534 w 2231620"/>
                <a:gd name="connsiteY25" fmla="*/ 732111 h 1857992"/>
                <a:gd name="connsiteX26" fmla="*/ 1291262 w 2231620"/>
                <a:gd name="connsiteY26" fmla="*/ 565349 h 1857992"/>
                <a:gd name="connsiteX27" fmla="*/ 1349461 w 2231620"/>
                <a:gd name="connsiteY27" fmla="*/ 505074 h 1857992"/>
                <a:gd name="connsiteX28" fmla="*/ 1413821 w 2231620"/>
                <a:gd name="connsiteY28" fmla="*/ 452098 h 1857992"/>
                <a:gd name="connsiteX29" fmla="*/ 1523188 w 2231620"/>
                <a:gd name="connsiteY29" fmla="*/ 412116 h 1857992"/>
                <a:gd name="connsiteX30" fmla="*/ 1527628 w 2231620"/>
                <a:gd name="connsiteY30" fmla="*/ 406095 h 1857992"/>
                <a:gd name="connsiteX31" fmla="*/ 1526269 w 2231620"/>
                <a:gd name="connsiteY31" fmla="*/ 403275 h 1857992"/>
                <a:gd name="connsiteX32" fmla="*/ 1462444 w 2231620"/>
                <a:gd name="connsiteY32" fmla="*/ 287279 h 1857992"/>
                <a:gd name="connsiteX33" fmla="*/ 1556808 w 2231620"/>
                <a:gd name="connsiteY33" fmla="*/ 35729 h 1857992"/>
                <a:gd name="connsiteX34" fmla="*/ 1781970 w 2231620"/>
                <a:gd name="connsiteY34" fmla="*/ 26822 h 1857992"/>
                <a:gd name="connsiteX35" fmla="*/ 1901785 w 2231620"/>
                <a:gd name="connsiteY35" fmla="*/ 230754 h 1857992"/>
                <a:gd name="connsiteX36" fmla="*/ 1835214 w 2231620"/>
                <a:gd name="connsiteY36" fmla="*/ 393698 h 1857992"/>
                <a:gd name="connsiteX37" fmla="*/ 1836406 w 2231620"/>
                <a:gd name="connsiteY37" fmla="*/ 401467 h 1857992"/>
                <a:gd name="connsiteX38" fmla="*/ 1837959 w 2231620"/>
                <a:gd name="connsiteY38" fmla="*/ 402271 h 1857992"/>
                <a:gd name="connsiteX39" fmla="*/ 1883099 w 2231620"/>
                <a:gd name="connsiteY39" fmla="*/ 415665 h 1857992"/>
                <a:gd name="connsiteX40" fmla="*/ 2046311 w 2231620"/>
                <a:gd name="connsiteY40" fmla="*/ 529787 h 1857992"/>
                <a:gd name="connsiteX41" fmla="*/ 2132103 w 2231620"/>
                <a:gd name="connsiteY41" fmla="*/ 681882 h 1857992"/>
                <a:gd name="connsiteX42" fmla="*/ 2176372 w 2231620"/>
                <a:gd name="connsiteY42" fmla="*/ 808259 h 1857992"/>
                <a:gd name="connsiteX43" fmla="*/ 2228410 w 2231620"/>
                <a:gd name="connsiteY43" fmla="*/ 1001073 h 1857992"/>
                <a:gd name="connsiteX44" fmla="*/ 2191240 w 2231620"/>
                <a:gd name="connsiteY44" fmla="*/ 1100595 h 1857992"/>
                <a:gd name="connsiteX45" fmla="*/ 2043833 w 2231620"/>
                <a:gd name="connsiteY45" fmla="*/ 1084923 h 1857992"/>
                <a:gd name="connsiteX46" fmla="*/ 1977129 w 2231620"/>
                <a:gd name="connsiteY46" fmla="*/ 936244 h 1857992"/>
                <a:gd name="connsiteX47" fmla="*/ 1965810 w 2231620"/>
                <a:gd name="connsiteY47" fmla="*/ 901083 h 1857992"/>
                <a:gd name="connsiteX48" fmla="*/ 1963667 w 2231620"/>
                <a:gd name="connsiteY48" fmla="*/ 901686 h 1857992"/>
                <a:gd name="connsiteX49" fmla="*/ 1960854 w 2231620"/>
                <a:gd name="connsiteY49" fmla="*/ 1105752 h 1857992"/>
                <a:gd name="connsiteX50" fmla="*/ 1953219 w 2231620"/>
                <a:gd name="connsiteY50" fmla="*/ 1347724 h 1857992"/>
                <a:gd name="connsiteX51" fmla="*/ 1943441 w 2231620"/>
                <a:gd name="connsiteY51" fmla="*/ 1709309 h 1857992"/>
                <a:gd name="connsiteX52" fmla="*/ 1937682 w 2231620"/>
                <a:gd name="connsiteY52" fmla="*/ 1776282 h 1857992"/>
                <a:gd name="connsiteX53" fmla="*/ 1941298 w 2231620"/>
                <a:gd name="connsiteY53" fmla="*/ 1780501 h 1857992"/>
                <a:gd name="connsiteX54" fmla="*/ 2116834 w 2231620"/>
                <a:gd name="connsiteY54" fmla="*/ 1790346 h 1857992"/>
                <a:gd name="connsiteX55" fmla="*/ 2146837 w 2231620"/>
                <a:gd name="connsiteY55" fmla="*/ 1809567 h 1857992"/>
                <a:gd name="connsiteX56" fmla="*/ 2131836 w 2231620"/>
                <a:gd name="connsiteY56" fmla="*/ 1852028 h 1857992"/>
                <a:gd name="connsiteX57" fmla="*/ 2112413 w 2231620"/>
                <a:gd name="connsiteY57" fmla="*/ 1855778 h 1857992"/>
                <a:gd name="connsiteX58" fmla="*/ 1872919 w 2231620"/>
                <a:gd name="connsiteY58" fmla="*/ 1854104 h 1857992"/>
                <a:gd name="connsiteX59" fmla="*/ 1243443 w 2231620"/>
                <a:gd name="connsiteY59" fmla="*/ 1855309 h 1857992"/>
                <a:gd name="connsiteX60" fmla="*/ 1238152 w 2231620"/>
                <a:gd name="connsiteY60" fmla="*/ 1784185 h 1857992"/>
                <a:gd name="connsiteX61" fmla="*/ 1402771 w 2231620"/>
                <a:gd name="connsiteY61" fmla="*/ 1782711 h 1857992"/>
                <a:gd name="connsiteX62" fmla="*/ 1406655 w 2231620"/>
                <a:gd name="connsiteY62" fmla="*/ 1778693 h 1857992"/>
                <a:gd name="connsiteX63" fmla="*/ 1406655 w 2231620"/>
                <a:gd name="connsiteY63" fmla="*/ 1778626 h 1857992"/>
                <a:gd name="connsiteX64" fmla="*/ 1402034 w 2231620"/>
                <a:gd name="connsiteY64" fmla="*/ 1686271 h 1857992"/>
                <a:gd name="connsiteX65" fmla="*/ 1394333 w 2231620"/>
                <a:gd name="connsiteY65" fmla="*/ 1285841 h 1857992"/>
                <a:gd name="connsiteX66" fmla="*/ 1385425 w 2231620"/>
                <a:gd name="connsiteY66" fmla="*/ 861100 h 1857992"/>
                <a:gd name="connsiteX67" fmla="*/ 1384019 w 2231620"/>
                <a:gd name="connsiteY67" fmla="*/ 856680 h 1857992"/>
                <a:gd name="connsiteX68" fmla="*/ 1378996 w 2231620"/>
                <a:gd name="connsiteY68" fmla="*/ 856479 h 1857992"/>
                <a:gd name="connsiteX69" fmla="*/ 1262865 w 2231620"/>
                <a:gd name="connsiteY69" fmla="*/ 967319 h 1857992"/>
                <a:gd name="connsiteX70" fmla="*/ 1200447 w 2231620"/>
                <a:gd name="connsiteY70" fmla="*/ 1025317 h 1857992"/>
                <a:gd name="connsiteX71" fmla="*/ 1003949 w 2231620"/>
                <a:gd name="connsiteY71" fmla="*/ 1036100 h 1857992"/>
                <a:gd name="connsiteX72" fmla="*/ 855270 w 2231620"/>
                <a:gd name="connsiteY72" fmla="*/ 915683 h 1857992"/>
                <a:gd name="connsiteX73" fmla="*/ 798142 w 2231620"/>
                <a:gd name="connsiteY73" fmla="*/ 864717 h 1857992"/>
                <a:gd name="connsiteX74" fmla="*/ 793313 w 2231620"/>
                <a:gd name="connsiteY74" fmla="*/ 864710 h 1857992"/>
                <a:gd name="connsiteX75" fmla="*/ 792315 w 2231620"/>
                <a:gd name="connsiteY75" fmla="*/ 866927 h 1857992"/>
                <a:gd name="connsiteX76" fmla="*/ 789637 w 2231620"/>
                <a:gd name="connsiteY76" fmla="*/ 1143658 h 1857992"/>
                <a:gd name="connsiteX77" fmla="*/ 783274 w 2231620"/>
                <a:gd name="connsiteY77" fmla="*/ 1397953 h 1857992"/>
                <a:gd name="connsiteX78" fmla="*/ 781265 w 2231620"/>
                <a:gd name="connsiteY78" fmla="*/ 1714533 h 1857992"/>
                <a:gd name="connsiteX79" fmla="*/ 773295 w 2231620"/>
                <a:gd name="connsiteY79" fmla="*/ 1783448 h 1857992"/>
                <a:gd name="connsiteX80" fmla="*/ 776041 w 2231620"/>
                <a:gd name="connsiteY80" fmla="*/ 1787540 h 1857992"/>
                <a:gd name="connsiteX81" fmla="*/ 776845 w 2231620"/>
                <a:gd name="connsiteY81" fmla="*/ 1787600 h 1857992"/>
                <a:gd name="connsiteX82" fmla="*/ 844353 w 2231620"/>
                <a:gd name="connsiteY82" fmla="*/ 1791083 h 1857992"/>
                <a:gd name="connsiteX83" fmla="*/ 848304 w 2231620"/>
                <a:gd name="connsiteY83" fmla="*/ 1795771 h 1857992"/>
                <a:gd name="connsiteX84" fmla="*/ 845425 w 2231620"/>
                <a:gd name="connsiteY84" fmla="*/ 1849081 h 1857992"/>
                <a:gd name="connsiteX85" fmla="*/ 837790 w 2231620"/>
                <a:gd name="connsiteY85" fmla="*/ 1854841 h 1857992"/>
                <a:gd name="connsiteX86" fmla="*/ 808456 w 2231620"/>
                <a:gd name="connsiteY86" fmla="*/ 1857185 h 1857992"/>
                <a:gd name="connsiteX87" fmla="*/ 696745 w 2231620"/>
                <a:gd name="connsiteY87" fmla="*/ 1856783 h 1857992"/>
                <a:gd name="connsiteX88" fmla="*/ 432940 w 2231620"/>
                <a:gd name="connsiteY88" fmla="*/ 1855645 h 1857992"/>
                <a:gd name="connsiteX89" fmla="*/ 298861 w 2231620"/>
                <a:gd name="connsiteY89" fmla="*/ 1856247 h 1857992"/>
                <a:gd name="connsiteX90" fmla="*/ 97608 w 2231620"/>
                <a:gd name="connsiteY90" fmla="*/ 1857989 h 1857992"/>
                <a:gd name="connsiteX91" fmla="*/ 71288 w 2231620"/>
                <a:gd name="connsiteY91" fmla="*/ 1848010 h 1857992"/>
                <a:gd name="connsiteX92" fmla="*/ 67336 w 2231620"/>
                <a:gd name="connsiteY92" fmla="*/ 1842853 h 1857992"/>
                <a:gd name="connsiteX93" fmla="*/ 83543 w 2231620"/>
                <a:gd name="connsiteY93" fmla="*/ 1793494 h 1857992"/>
                <a:gd name="connsiteX94" fmla="*/ 134912 w 2231620"/>
                <a:gd name="connsiteY94" fmla="*/ 1787801 h 1857992"/>
                <a:gd name="connsiteX95" fmla="*/ 257672 w 2231620"/>
                <a:gd name="connsiteY95" fmla="*/ 1782778 h 1857992"/>
                <a:gd name="connsiteX96" fmla="*/ 260526 w 2231620"/>
                <a:gd name="connsiteY96" fmla="*/ 1779483 h 1857992"/>
                <a:gd name="connsiteX97" fmla="*/ 260486 w 2231620"/>
                <a:gd name="connsiteY97" fmla="*/ 1779162 h 1857992"/>
                <a:gd name="connsiteX98" fmla="*/ 251578 w 2231620"/>
                <a:gd name="connsiteY98" fmla="*/ 1699330 h 1857992"/>
                <a:gd name="connsiteX99" fmla="*/ 244144 w 2231620"/>
                <a:gd name="connsiteY99" fmla="*/ 1269299 h 1857992"/>
                <a:gd name="connsiteX100" fmla="*/ 244613 w 2231620"/>
                <a:gd name="connsiteY100" fmla="*/ 1087334 h 1857992"/>
                <a:gd name="connsiteX101" fmla="*/ 239657 w 2231620"/>
                <a:gd name="connsiteY101" fmla="*/ 952786 h 1857992"/>
                <a:gd name="connsiteX102" fmla="*/ 238318 w 2231620"/>
                <a:gd name="connsiteY102" fmla="*/ 952652 h 1857992"/>
                <a:gd name="connsiteX103" fmla="*/ 1717208 w 2231620"/>
                <a:gd name="connsiteY103" fmla="*/ 106586 h 1857992"/>
                <a:gd name="connsiteX104" fmla="*/ 1748015 w 2231620"/>
                <a:gd name="connsiteY104" fmla="*/ 120383 h 1857992"/>
                <a:gd name="connsiteX105" fmla="*/ 1820613 w 2231620"/>
                <a:gd name="connsiteY105" fmla="*/ 218297 h 1857992"/>
                <a:gd name="connsiteX106" fmla="*/ 1823092 w 2231620"/>
                <a:gd name="connsiteY106" fmla="*/ 217225 h 1857992"/>
                <a:gd name="connsiteX107" fmla="*/ 1799852 w 2231620"/>
                <a:gd name="connsiteY107" fmla="*/ 138398 h 1857992"/>
                <a:gd name="connsiteX108" fmla="*/ 1703478 w 2231620"/>
                <a:gd name="connsiteY108" fmla="*/ 77721 h 1857992"/>
                <a:gd name="connsiteX109" fmla="*/ 1572145 w 2231620"/>
                <a:gd name="connsiteY109" fmla="*/ 98952 h 1857992"/>
                <a:gd name="connsiteX110" fmla="*/ 1567725 w 2231620"/>
                <a:gd name="connsiteY110" fmla="*/ 109600 h 1857992"/>
                <a:gd name="connsiteX111" fmla="*/ 1571542 w 2231620"/>
                <a:gd name="connsiteY111" fmla="*/ 114556 h 1857992"/>
                <a:gd name="connsiteX112" fmla="*/ 1697116 w 2231620"/>
                <a:gd name="connsiteY112" fmla="*/ 121655 h 1857992"/>
                <a:gd name="connsiteX113" fmla="*/ 1717208 w 2231620"/>
                <a:gd name="connsiteY113" fmla="*/ 106586 h 1857992"/>
                <a:gd name="connsiteX114" fmla="*/ 543954 w 2231620"/>
                <a:gd name="connsiteY114" fmla="*/ 396397 h 1857992"/>
                <a:gd name="connsiteX115" fmla="*/ 667980 w 2231620"/>
                <a:gd name="connsiteY115" fmla="*/ 227740 h 1857992"/>
                <a:gd name="connsiteX116" fmla="*/ 511593 w 2231620"/>
                <a:gd name="connsiteY116" fmla="*/ 88551 h 1857992"/>
                <a:gd name="connsiteX117" fmla="*/ 387566 w 2231620"/>
                <a:gd name="connsiteY117" fmla="*/ 257208 h 1857992"/>
                <a:gd name="connsiteX118" fmla="*/ 543954 w 2231620"/>
                <a:gd name="connsiteY118" fmla="*/ 396397 h 1857992"/>
                <a:gd name="connsiteX119" fmla="*/ 1706626 w 2231620"/>
                <a:gd name="connsiteY119" fmla="*/ 171952 h 1857992"/>
                <a:gd name="connsiteX120" fmla="*/ 1702943 w 2231620"/>
                <a:gd name="connsiteY120" fmla="*/ 170813 h 1857992"/>
                <a:gd name="connsiteX121" fmla="*/ 1623982 w 2231620"/>
                <a:gd name="connsiteY121" fmla="*/ 197401 h 1857992"/>
                <a:gd name="connsiteX122" fmla="*/ 1551852 w 2231620"/>
                <a:gd name="connsiteY122" fmla="*/ 185882 h 1857992"/>
                <a:gd name="connsiteX123" fmla="*/ 1542208 w 2231620"/>
                <a:gd name="connsiteY123" fmla="*/ 190369 h 1857992"/>
                <a:gd name="connsiteX124" fmla="*/ 1554397 w 2231620"/>
                <a:gd name="connsiteY124" fmla="*/ 312728 h 1857992"/>
                <a:gd name="connsiteX125" fmla="*/ 1648628 w 2231620"/>
                <a:gd name="connsiteY125" fmla="*/ 402070 h 1857992"/>
                <a:gd name="connsiteX126" fmla="*/ 1811036 w 2231620"/>
                <a:gd name="connsiteY126" fmla="*/ 290962 h 1857992"/>
                <a:gd name="connsiteX127" fmla="*/ 1809362 w 2231620"/>
                <a:gd name="connsiteY127" fmla="*/ 286140 h 1857992"/>
                <a:gd name="connsiteX128" fmla="*/ 1742189 w 2231620"/>
                <a:gd name="connsiteY128" fmla="*/ 241670 h 1857992"/>
                <a:gd name="connsiteX129" fmla="*/ 1706626 w 2231620"/>
                <a:gd name="connsiteY129" fmla="*/ 171952 h 1857992"/>
                <a:gd name="connsiteX130" fmla="*/ 1767437 w 2231620"/>
                <a:gd name="connsiteY130" fmla="*/ 479022 h 1857992"/>
                <a:gd name="connsiteX131" fmla="*/ 1767169 w 2231620"/>
                <a:gd name="connsiteY131" fmla="*/ 475472 h 1857992"/>
                <a:gd name="connsiteX132" fmla="*/ 1760472 w 2231620"/>
                <a:gd name="connsiteY132" fmla="*/ 473664 h 1857992"/>
                <a:gd name="connsiteX133" fmla="*/ 1604962 w 2231620"/>
                <a:gd name="connsiteY133" fmla="*/ 481834 h 1857992"/>
                <a:gd name="connsiteX134" fmla="*/ 1600026 w 2231620"/>
                <a:gd name="connsiteY134" fmla="*/ 485190 h 1857992"/>
                <a:gd name="connsiteX135" fmla="*/ 1600541 w 2231620"/>
                <a:gd name="connsiteY135" fmla="*/ 488130 h 1857992"/>
                <a:gd name="connsiteX136" fmla="*/ 1652244 w 2231620"/>
                <a:gd name="connsiteY136" fmla="*/ 539431 h 1857992"/>
                <a:gd name="connsiteX137" fmla="*/ 1767437 w 2231620"/>
                <a:gd name="connsiteY137" fmla="*/ 479022 h 1857992"/>
                <a:gd name="connsiteX138" fmla="*/ 277496 w 2231620"/>
                <a:gd name="connsiteY138" fmla="*/ 676256 h 1857992"/>
                <a:gd name="connsiteX139" fmla="*/ 324779 w 2231620"/>
                <a:gd name="connsiteY139" fmla="*/ 708202 h 1857992"/>
                <a:gd name="connsiteX140" fmla="*/ 307701 w 2231620"/>
                <a:gd name="connsiteY140" fmla="*/ 812344 h 1857992"/>
                <a:gd name="connsiteX141" fmla="*/ 310782 w 2231620"/>
                <a:gd name="connsiteY141" fmla="*/ 994644 h 1857992"/>
                <a:gd name="connsiteX142" fmla="*/ 311786 w 2231620"/>
                <a:gd name="connsiteY142" fmla="*/ 1065702 h 1857992"/>
                <a:gd name="connsiteX143" fmla="*/ 316273 w 2231620"/>
                <a:gd name="connsiteY143" fmla="*/ 1070055 h 1857992"/>
                <a:gd name="connsiteX144" fmla="*/ 316341 w 2231620"/>
                <a:gd name="connsiteY144" fmla="*/ 1070055 h 1857992"/>
                <a:gd name="connsiteX145" fmla="*/ 715364 w 2231620"/>
                <a:gd name="connsiteY145" fmla="*/ 1069453 h 1857992"/>
                <a:gd name="connsiteX146" fmla="*/ 718578 w 2231620"/>
                <a:gd name="connsiteY146" fmla="*/ 1066171 h 1857992"/>
                <a:gd name="connsiteX147" fmla="*/ 717038 w 2231620"/>
                <a:gd name="connsiteY147" fmla="*/ 781403 h 1857992"/>
                <a:gd name="connsiteX148" fmla="*/ 738402 w 2231620"/>
                <a:gd name="connsiteY148" fmla="*/ 690789 h 1857992"/>
                <a:gd name="connsiteX149" fmla="*/ 794124 w 2231620"/>
                <a:gd name="connsiteY149" fmla="*/ 752270 h 1857992"/>
                <a:gd name="connsiteX150" fmla="*/ 797204 w 2231620"/>
                <a:gd name="connsiteY150" fmla="*/ 757896 h 1857992"/>
                <a:gd name="connsiteX151" fmla="*/ 823725 w 2231620"/>
                <a:gd name="connsiteY151" fmla="*/ 777251 h 1857992"/>
                <a:gd name="connsiteX152" fmla="*/ 878241 w 2231620"/>
                <a:gd name="connsiteY152" fmla="*/ 831566 h 1857992"/>
                <a:gd name="connsiteX153" fmla="*/ 970396 w 2231620"/>
                <a:gd name="connsiteY153" fmla="*/ 911732 h 1857992"/>
                <a:gd name="connsiteX154" fmla="*/ 985063 w 2231620"/>
                <a:gd name="connsiteY154" fmla="*/ 933096 h 1857992"/>
                <a:gd name="connsiteX155" fmla="*/ 987614 w 2231620"/>
                <a:gd name="connsiteY155" fmla="*/ 933813 h 1857992"/>
                <a:gd name="connsiteX156" fmla="*/ 988545 w 2231620"/>
                <a:gd name="connsiteY156" fmla="*/ 932493 h 1857992"/>
                <a:gd name="connsiteX157" fmla="*/ 1038641 w 2231620"/>
                <a:gd name="connsiteY157" fmla="*/ 856479 h 1857992"/>
                <a:gd name="connsiteX158" fmla="*/ 1040007 w 2231620"/>
                <a:gd name="connsiteY158" fmla="*/ 849608 h 1857992"/>
                <a:gd name="connsiteX159" fmla="*/ 1039243 w 2231620"/>
                <a:gd name="connsiteY159" fmla="*/ 848710 h 1857992"/>
                <a:gd name="connsiteX160" fmla="*/ 878375 w 2231620"/>
                <a:gd name="connsiteY160" fmla="*/ 682953 h 1857992"/>
                <a:gd name="connsiteX161" fmla="*/ 751395 w 2231620"/>
                <a:gd name="connsiteY161" fmla="*/ 540636 h 1857992"/>
                <a:gd name="connsiteX162" fmla="*/ 625420 w 2231620"/>
                <a:gd name="connsiteY162" fmla="*/ 478821 h 1857992"/>
                <a:gd name="connsiteX163" fmla="*/ 520875 w 2231620"/>
                <a:gd name="connsiteY163" fmla="*/ 482772 h 1857992"/>
                <a:gd name="connsiteX164" fmla="*/ 290154 w 2231620"/>
                <a:gd name="connsiteY164" fmla="*/ 523625 h 1857992"/>
                <a:gd name="connsiteX165" fmla="*/ 222177 w 2231620"/>
                <a:gd name="connsiteY165" fmla="*/ 589526 h 1857992"/>
                <a:gd name="connsiteX166" fmla="*/ 144422 w 2231620"/>
                <a:gd name="connsiteY166" fmla="*/ 723271 h 1857992"/>
                <a:gd name="connsiteX167" fmla="*/ 106783 w 2231620"/>
                <a:gd name="connsiteY167" fmla="*/ 851657 h 1857992"/>
                <a:gd name="connsiteX168" fmla="*/ 68140 w 2231620"/>
                <a:gd name="connsiteY168" fmla="*/ 1018151 h 1857992"/>
                <a:gd name="connsiteX169" fmla="*/ 73163 w 2231620"/>
                <a:gd name="connsiteY169" fmla="*/ 1029202 h 1857992"/>
                <a:gd name="connsiteX170" fmla="*/ 109596 w 2231620"/>
                <a:gd name="connsiteY170" fmla="*/ 1038109 h 1857992"/>
                <a:gd name="connsiteX171" fmla="*/ 145761 w 2231620"/>
                <a:gd name="connsiteY171" fmla="*/ 1006230 h 1857992"/>
                <a:gd name="connsiteX172" fmla="*/ 262093 w 2231620"/>
                <a:gd name="connsiteY172" fmla="*/ 694472 h 1857992"/>
                <a:gd name="connsiteX173" fmla="*/ 277496 w 2231620"/>
                <a:gd name="connsiteY173" fmla="*/ 676256 h 1857992"/>
                <a:gd name="connsiteX174" fmla="*/ 1458425 w 2231620"/>
                <a:gd name="connsiteY174" fmla="*/ 708671 h 1857992"/>
                <a:gd name="connsiteX175" fmla="*/ 1457689 w 2231620"/>
                <a:gd name="connsiteY175" fmla="*/ 815157 h 1857992"/>
                <a:gd name="connsiteX176" fmla="*/ 1461104 w 2231620"/>
                <a:gd name="connsiteY176" fmla="*/ 1067778 h 1857992"/>
                <a:gd name="connsiteX177" fmla="*/ 1466931 w 2231620"/>
                <a:gd name="connsiteY177" fmla="*/ 1073672 h 1857992"/>
                <a:gd name="connsiteX178" fmla="*/ 1884237 w 2231620"/>
                <a:gd name="connsiteY178" fmla="*/ 1073672 h 1857992"/>
                <a:gd name="connsiteX179" fmla="*/ 1886314 w 2231620"/>
                <a:gd name="connsiteY179" fmla="*/ 1071462 h 1857992"/>
                <a:gd name="connsiteX180" fmla="*/ 1898904 w 2231620"/>
                <a:gd name="connsiteY180" fmla="*/ 793525 h 1857992"/>
                <a:gd name="connsiteX181" fmla="*/ 1891002 w 2231620"/>
                <a:gd name="connsiteY181" fmla="*/ 741353 h 1857992"/>
                <a:gd name="connsiteX182" fmla="*/ 1911295 w 2231620"/>
                <a:gd name="connsiteY182" fmla="*/ 677863 h 1857992"/>
                <a:gd name="connsiteX183" fmla="*/ 1953822 w 2231620"/>
                <a:gd name="connsiteY183" fmla="*/ 692731 h 1857992"/>
                <a:gd name="connsiteX184" fmla="*/ 2077721 w 2231620"/>
                <a:gd name="connsiteY184" fmla="*/ 1002145 h 1857992"/>
                <a:gd name="connsiteX185" fmla="*/ 2094799 w 2231620"/>
                <a:gd name="connsiteY185" fmla="*/ 1035430 h 1857992"/>
                <a:gd name="connsiteX186" fmla="*/ 2100158 w 2231620"/>
                <a:gd name="connsiteY186" fmla="*/ 1038578 h 1857992"/>
                <a:gd name="connsiteX187" fmla="*/ 2149918 w 2231620"/>
                <a:gd name="connsiteY187" fmla="*/ 1029336 h 1857992"/>
                <a:gd name="connsiteX188" fmla="*/ 2156080 w 2231620"/>
                <a:gd name="connsiteY188" fmla="*/ 1014870 h 1857992"/>
                <a:gd name="connsiteX189" fmla="*/ 2126678 w 2231620"/>
                <a:gd name="connsiteY189" fmla="*/ 922447 h 1857992"/>
                <a:gd name="connsiteX190" fmla="*/ 2104779 w 2231620"/>
                <a:gd name="connsiteY190" fmla="*/ 838732 h 1857992"/>
                <a:gd name="connsiteX191" fmla="*/ 2079396 w 2231620"/>
                <a:gd name="connsiteY191" fmla="*/ 756355 h 1857992"/>
                <a:gd name="connsiteX192" fmla="*/ 1974048 w 2231620"/>
                <a:gd name="connsiteY192" fmla="*/ 568095 h 1857992"/>
                <a:gd name="connsiteX193" fmla="*/ 1855640 w 2231620"/>
                <a:gd name="connsiteY193" fmla="*/ 482638 h 1857992"/>
                <a:gd name="connsiteX194" fmla="*/ 1842648 w 2231620"/>
                <a:gd name="connsiteY194" fmla="*/ 487996 h 1857992"/>
                <a:gd name="connsiteX195" fmla="*/ 1817667 w 2231620"/>
                <a:gd name="connsiteY195" fmla="*/ 538962 h 1857992"/>
                <a:gd name="connsiteX196" fmla="*/ 1667380 w 2231620"/>
                <a:gd name="connsiteY196" fmla="*/ 616717 h 1857992"/>
                <a:gd name="connsiteX197" fmla="*/ 1589558 w 2231620"/>
                <a:gd name="connsiteY197" fmla="*/ 586781 h 1857992"/>
                <a:gd name="connsiteX198" fmla="*/ 1515888 w 2231620"/>
                <a:gd name="connsiteY198" fmla="*/ 496233 h 1857992"/>
                <a:gd name="connsiteX199" fmla="*/ 1495528 w 2231620"/>
                <a:gd name="connsiteY199" fmla="*/ 491545 h 1857992"/>
                <a:gd name="connsiteX200" fmla="*/ 1389644 w 2231620"/>
                <a:gd name="connsiteY200" fmla="*/ 573386 h 1857992"/>
                <a:gd name="connsiteX201" fmla="*/ 1164482 w 2231620"/>
                <a:gd name="connsiteY201" fmla="*/ 822055 h 1857992"/>
                <a:gd name="connsiteX202" fmla="*/ 1148543 w 2231620"/>
                <a:gd name="connsiteY202" fmla="*/ 841812 h 1857992"/>
                <a:gd name="connsiteX203" fmla="*/ 1150518 w 2231620"/>
                <a:gd name="connsiteY203" fmla="*/ 850445 h 1857992"/>
                <a:gd name="connsiteX204" fmla="*/ 1150753 w 2231620"/>
                <a:gd name="connsiteY204" fmla="*/ 850586 h 1857992"/>
                <a:gd name="connsiteX205" fmla="*/ 1206675 w 2231620"/>
                <a:gd name="connsiteY205" fmla="*/ 914009 h 1857992"/>
                <a:gd name="connsiteX206" fmla="*/ 1210827 w 2231620"/>
                <a:gd name="connsiteY206" fmla="*/ 914880 h 1857992"/>
                <a:gd name="connsiteX207" fmla="*/ 1230651 w 2231620"/>
                <a:gd name="connsiteY207" fmla="*/ 891171 h 1857992"/>
                <a:gd name="connsiteX208" fmla="*/ 1319725 w 2231620"/>
                <a:gd name="connsiteY208" fmla="*/ 809197 h 1857992"/>
                <a:gd name="connsiteX209" fmla="*/ 1379331 w 2231620"/>
                <a:gd name="connsiteY209" fmla="*/ 765129 h 1857992"/>
                <a:gd name="connsiteX210" fmla="*/ 1385760 w 2231620"/>
                <a:gd name="connsiteY210" fmla="*/ 754413 h 1857992"/>
                <a:gd name="connsiteX211" fmla="*/ 1388707 w 2231620"/>
                <a:gd name="connsiteY211" fmla="*/ 699362 h 1857992"/>
                <a:gd name="connsiteX212" fmla="*/ 1458425 w 2231620"/>
                <a:gd name="connsiteY212" fmla="*/ 708671 h 1857992"/>
                <a:gd name="connsiteX213" fmla="*/ 1087464 w 2231620"/>
                <a:gd name="connsiteY213" fmla="*/ 906106 h 1857992"/>
                <a:gd name="connsiteX214" fmla="*/ 1052839 w 2231620"/>
                <a:gd name="connsiteY214" fmla="*/ 943745 h 1857992"/>
                <a:gd name="connsiteX215" fmla="*/ 1053957 w 2231620"/>
                <a:gd name="connsiteY215" fmla="*/ 971853 h 1857992"/>
                <a:gd name="connsiteX216" fmla="*/ 1053977 w 2231620"/>
                <a:gd name="connsiteY216" fmla="*/ 971873 h 1857992"/>
                <a:gd name="connsiteX217" fmla="*/ 1067372 w 2231620"/>
                <a:gd name="connsiteY217" fmla="*/ 984196 h 1857992"/>
                <a:gd name="connsiteX218" fmla="*/ 1130614 w 2231620"/>
                <a:gd name="connsiteY218" fmla="*/ 982241 h 1857992"/>
                <a:gd name="connsiteX219" fmla="*/ 1130661 w 2231620"/>
                <a:gd name="connsiteY219" fmla="*/ 982187 h 1857992"/>
                <a:gd name="connsiteX220" fmla="*/ 1132269 w 2231620"/>
                <a:gd name="connsiteY220" fmla="*/ 980446 h 1857992"/>
                <a:gd name="connsiteX221" fmla="*/ 1129027 w 2231620"/>
                <a:gd name="connsiteY221" fmla="*/ 917257 h 1857992"/>
                <a:gd name="connsiteX222" fmla="*/ 1128987 w 2231620"/>
                <a:gd name="connsiteY222" fmla="*/ 917224 h 1857992"/>
                <a:gd name="connsiteX223" fmla="*/ 1115525 w 2231620"/>
                <a:gd name="connsiteY223" fmla="*/ 904901 h 1857992"/>
                <a:gd name="connsiteX224" fmla="*/ 1087464 w 2231620"/>
                <a:gd name="connsiteY224" fmla="*/ 906106 h 1857992"/>
                <a:gd name="connsiteX225" fmla="*/ 546593 w 2231620"/>
                <a:gd name="connsiteY225" fmla="*/ 1234674 h 1857992"/>
                <a:gd name="connsiteX226" fmla="*/ 563537 w 2231620"/>
                <a:gd name="connsiteY226" fmla="*/ 1256172 h 1857992"/>
                <a:gd name="connsiteX227" fmla="*/ 564474 w 2231620"/>
                <a:gd name="connsiteY227" fmla="*/ 1342902 h 1857992"/>
                <a:gd name="connsiteX228" fmla="*/ 571305 w 2231620"/>
                <a:gd name="connsiteY228" fmla="*/ 1741255 h 1857992"/>
                <a:gd name="connsiteX229" fmla="*/ 603252 w 2231620"/>
                <a:gd name="connsiteY229" fmla="*/ 1774139 h 1857992"/>
                <a:gd name="connsiteX230" fmla="*/ 688173 w 2231620"/>
                <a:gd name="connsiteY230" fmla="*/ 1771728 h 1857992"/>
                <a:gd name="connsiteX231" fmla="*/ 699558 w 2231620"/>
                <a:gd name="connsiteY231" fmla="*/ 1762218 h 1857992"/>
                <a:gd name="connsiteX232" fmla="*/ 704782 w 2231620"/>
                <a:gd name="connsiteY232" fmla="*/ 1734357 h 1857992"/>
                <a:gd name="connsiteX233" fmla="*/ 709872 w 2231620"/>
                <a:gd name="connsiteY233" fmla="*/ 1446509 h 1857992"/>
                <a:gd name="connsiteX234" fmla="*/ 711613 w 2231620"/>
                <a:gd name="connsiteY234" fmla="*/ 1190204 h 1857992"/>
                <a:gd name="connsiteX235" fmla="*/ 715096 w 2231620"/>
                <a:gd name="connsiteY235" fmla="*/ 1143122 h 1857992"/>
                <a:gd name="connsiteX236" fmla="*/ 712002 w 2231620"/>
                <a:gd name="connsiteY236" fmla="*/ 1138816 h 1857992"/>
                <a:gd name="connsiteX237" fmla="*/ 711546 w 2231620"/>
                <a:gd name="connsiteY237" fmla="*/ 1138769 h 1857992"/>
                <a:gd name="connsiteX238" fmla="*/ 635398 w 2231620"/>
                <a:gd name="connsiteY238" fmla="*/ 1136760 h 1857992"/>
                <a:gd name="connsiteX239" fmla="*/ 404343 w 2231620"/>
                <a:gd name="connsiteY239" fmla="*/ 1136492 h 1857992"/>
                <a:gd name="connsiteX240" fmla="*/ 324779 w 2231620"/>
                <a:gd name="connsiteY240" fmla="*/ 1139171 h 1857992"/>
                <a:gd name="connsiteX241" fmla="*/ 320895 w 2231620"/>
                <a:gd name="connsiteY241" fmla="*/ 1143323 h 1857992"/>
                <a:gd name="connsiteX242" fmla="*/ 320895 w 2231620"/>
                <a:gd name="connsiteY242" fmla="*/ 1740652 h 1857992"/>
                <a:gd name="connsiteX243" fmla="*/ 352573 w 2231620"/>
                <a:gd name="connsiteY243" fmla="*/ 1773536 h 1857992"/>
                <a:gd name="connsiteX244" fmla="*/ 464216 w 2231620"/>
                <a:gd name="connsiteY244" fmla="*/ 1772264 h 1857992"/>
                <a:gd name="connsiteX245" fmla="*/ 476941 w 2231620"/>
                <a:gd name="connsiteY245" fmla="*/ 1756458 h 1857992"/>
                <a:gd name="connsiteX246" fmla="*/ 480089 w 2231620"/>
                <a:gd name="connsiteY246" fmla="*/ 1628004 h 1857992"/>
                <a:gd name="connsiteX247" fmla="*/ 479754 w 2231620"/>
                <a:gd name="connsiteY247" fmla="*/ 1589562 h 1857992"/>
                <a:gd name="connsiteX248" fmla="*/ 478080 w 2231620"/>
                <a:gd name="connsiteY248" fmla="*/ 1270371 h 1857992"/>
                <a:gd name="connsiteX249" fmla="*/ 482567 w 2231620"/>
                <a:gd name="connsiteY249" fmla="*/ 1245456 h 1857992"/>
                <a:gd name="connsiteX250" fmla="*/ 546593 w 2231620"/>
                <a:gd name="connsiteY250" fmla="*/ 1234674 h 1857992"/>
                <a:gd name="connsiteX251" fmla="*/ 1634831 w 2231620"/>
                <a:gd name="connsiteY251" fmla="*/ 1246327 h 1857992"/>
                <a:gd name="connsiteX252" fmla="*/ 1707363 w 2231620"/>
                <a:gd name="connsiteY252" fmla="*/ 1253091 h 1857992"/>
                <a:gd name="connsiteX253" fmla="*/ 1711113 w 2231620"/>
                <a:gd name="connsiteY253" fmla="*/ 1272380 h 1857992"/>
                <a:gd name="connsiteX254" fmla="*/ 1712587 w 2231620"/>
                <a:gd name="connsiteY254" fmla="*/ 1637314 h 1857992"/>
                <a:gd name="connsiteX255" fmla="*/ 1715734 w 2231620"/>
                <a:gd name="connsiteY255" fmla="*/ 1737840 h 1857992"/>
                <a:gd name="connsiteX256" fmla="*/ 1737702 w 2231620"/>
                <a:gd name="connsiteY256" fmla="*/ 1767040 h 1857992"/>
                <a:gd name="connsiteX257" fmla="*/ 1839299 w 2231620"/>
                <a:gd name="connsiteY257" fmla="*/ 1769986 h 1857992"/>
                <a:gd name="connsiteX258" fmla="*/ 1854636 w 2231620"/>
                <a:gd name="connsiteY258" fmla="*/ 1763691 h 1857992"/>
                <a:gd name="connsiteX259" fmla="*/ 1868700 w 2231620"/>
                <a:gd name="connsiteY259" fmla="*/ 1700938 h 1857992"/>
                <a:gd name="connsiteX260" fmla="*/ 1870039 w 2231620"/>
                <a:gd name="connsiteY260" fmla="*/ 1553598 h 1857992"/>
                <a:gd name="connsiteX261" fmla="*/ 1874393 w 2231620"/>
                <a:gd name="connsiteY261" fmla="*/ 1419719 h 1857992"/>
                <a:gd name="connsiteX262" fmla="*/ 1880085 w 2231620"/>
                <a:gd name="connsiteY262" fmla="*/ 1149083 h 1857992"/>
                <a:gd name="connsiteX263" fmla="*/ 1871446 w 2231620"/>
                <a:gd name="connsiteY263" fmla="*/ 1140310 h 1857992"/>
                <a:gd name="connsiteX264" fmla="*/ 1546227 w 2231620"/>
                <a:gd name="connsiteY264" fmla="*/ 1139238 h 1857992"/>
                <a:gd name="connsiteX265" fmla="*/ 1472490 w 2231620"/>
                <a:gd name="connsiteY265" fmla="*/ 1142988 h 1857992"/>
                <a:gd name="connsiteX266" fmla="*/ 1469208 w 2231620"/>
                <a:gd name="connsiteY266" fmla="*/ 1146538 h 1857992"/>
                <a:gd name="connsiteX267" fmla="*/ 1476709 w 2231620"/>
                <a:gd name="connsiteY267" fmla="*/ 1604765 h 1857992"/>
                <a:gd name="connsiteX268" fmla="*/ 1477781 w 2231620"/>
                <a:gd name="connsiteY268" fmla="*/ 1741054 h 1857992"/>
                <a:gd name="connsiteX269" fmla="*/ 1504302 w 2231620"/>
                <a:gd name="connsiteY269" fmla="*/ 1769116 h 1857992"/>
                <a:gd name="connsiteX270" fmla="*/ 1623982 w 2231620"/>
                <a:gd name="connsiteY270" fmla="*/ 1771058 h 1857992"/>
                <a:gd name="connsiteX271" fmla="*/ 1628469 w 2231620"/>
                <a:gd name="connsiteY271" fmla="*/ 1767374 h 1857992"/>
                <a:gd name="connsiteX272" fmla="*/ 1632086 w 2231620"/>
                <a:gd name="connsiteY272" fmla="*/ 1744671 h 1857992"/>
                <a:gd name="connsiteX273" fmla="*/ 1632018 w 2231620"/>
                <a:gd name="connsiteY273" fmla="*/ 1268763 h 1857992"/>
                <a:gd name="connsiteX274" fmla="*/ 1634831 w 2231620"/>
                <a:gd name="connsiteY274" fmla="*/ 1246327 h 185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2231620" h="1857992">
                  <a:moveTo>
                    <a:pt x="238318" y="952652"/>
                  </a:moveTo>
                  <a:cubicBezTo>
                    <a:pt x="228627" y="988061"/>
                    <a:pt x="221152" y="1015138"/>
                    <a:pt x="215882" y="1033890"/>
                  </a:cubicBezTo>
                  <a:cubicBezTo>
                    <a:pt x="202085" y="1083249"/>
                    <a:pt x="169804" y="1124169"/>
                    <a:pt x="116427" y="1124973"/>
                  </a:cubicBezTo>
                  <a:cubicBezTo>
                    <a:pt x="67403" y="1125709"/>
                    <a:pt x="13021" y="1098385"/>
                    <a:pt x="1971" y="1047552"/>
                  </a:cubicBezTo>
                  <a:cubicBezTo>
                    <a:pt x="-1063" y="1033709"/>
                    <a:pt x="-594" y="1015225"/>
                    <a:pt x="3377" y="992099"/>
                  </a:cubicBezTo>
                  <a:cubicBezTo>
                    <a:pt x="12017" y="941937"/>
                    <a:pt x="24273" y="883335"/>
                    <a:pt x="35189" y="826476"/>
                  </a:cubicBezTo>
                  <a:cubicBezTo>
                    <a:pt x="51397" y="742003"/>
                    <a:pt x="82539" y="663129"/>
                    <a:pt x="128616" y="589861"/>
                  </a:cubicBezTo>
                  <a:cubicBezTo>
                    <a:pt x="167595" y="527912"/>
                    <a:pt x="218828" y="470315"/>
                    <a:pt x="283390" y="439976"/>
                  </a:cubicBezTo>
                  <a:cubicBezTo>
                    <a:pt x="314151" y="425557"/>
                    <a:pt x="347128" y="415176"/>
                    <a:pt x="382309" y="408834"/>
                  </a:cubicBezTo>
                  <a:cubicBezTo>
                    <a:pt x="384311" y="408473"/>
                    <a:pt x="385637" y="406550"/>
                    <a:pt x="385269" y="404548"/>
                  </a:cubicBezTo>
                  <a:cubicBezTo>
                    <a:pt x="385142" y="403845"/>
                    <a:pt x="384813" y="403195"/>
                    <a:pt x="384318" y="402673"/>
                  </a:cubicBezTo>
                  <a:cubicBezTo>
                    <a:pt x="302678" y="314671"/>
                    <a:pt x="289418" y="194254"/>
                    <a:pt x="363958" y="96942"/>
                  </a:cubicBezTo>
                  <a:cubicBezTo>
                    <a:pt x="374138" y="83595"/>
                    <a:pt x="391932" y="67254"/>
                    <a:pt x="417335" y="47919"/>
                  </a:cubicBezTo>
                  <a:cubicBezTo>
                    <a:pt x="461758" y="14030"/>
                    <a:pt x="513307" y="3582"/>
                    <a:pt x="571975" y="16575"/>
                  </a:cubicBezTo>
                  <a:cubicBezTo>
                    <a:pt x="627295" y="28831"/>
                    <a:pt x="659308" y="57094"/>
                    <a:pt x="694267" y="100358"/>
                  </a:cubicBezTo>
                  <a:cubicBezTo>
                    <a:pt x="716187" y="127549"/>
                    <a:pt x="731551" y="159649"/>
                    <a:pt x="740344" y="196665"/>
                  </a:cubicBezTo>
                  <a:cubicBezTo>
                    <a:pt x="757155" y="267455"/>
                    <a:pt x="728758" y="346148"/>
                    <a:pt x="682480" y="400463"/>
                  </a:cubicBezTo>
                  <a:cubicBezTo>
                    <a:pt x="680076" y="403275"/>
                    <a:pt x="680437" y="407515"/>
                    <a:pt x="683291" y="409932"/>
                  </a:cubicBezTo>
                  <a:cubicBezTo>
                    <a:pt x="683793" y="410361"/>
                    <a:pt x="684355" y="410709"/>
                    <a:pt x="684958" y="410977"/>
                  </a:cubicBezTo>
                  <a:cubicBezTo>
                    <a:pt x="708934" y="421358"/>
                    <a:pt x="734652" y="429797"/>
                    <a:pt x="756284" y="445937"/>
                  </a:cubicBezTo>
                  <a:cubicBezTo>
                    <a:pt x="795885" y="475405"/>
                    <a:pt x="827811" y="504290"/>
                    <a:pt x="852055" y="532600"/>
                  </a:cubicBezTo>
                  <a:cubicBezTo>
                    <a:pt x="884202" y="570171"/>
                    <a:pt x="921505" y="617722"/>
                    <a:pt x="961890" y="659982"/>
                  </a:cubicBezTo>
                  <a:cubicBezTo>
                    <a:pt x="995711" y="695343"/>
                    <a:pt x="1017544" y="718583"/>
                    <a:pt x="1048620" y="753810"/>
                  </a:cubicBezTo>
                  <a:cubicBezTo>
                    <a:pt x="1059918" y="766669"/>
                    <a:pt x="1071437" y="778141"/>
                    <a:pt x="1083177" y="788234"/>
                  </a:cubicBezTo>
                  <a:cubicBezTo>
                    <a:pt x="1085126" y="789922"/>
                    <a:pt x="1088046" y="789895"/>
                    <a:pt x="1090009" y="788167"/>
                  </a:cubicBezTo>
                  <a:cubicBezTo>
                    <a:pt x="1110455" y="770038"/>
                    <a:pt x="1129302" y="751352"/>
                    <a:pt x="1146534" y="732111"/>
                  </a:cubicBezTo>
                  <a:cubicBezTo>
                    <a:pt x="1195377" y="677595"/>
                    <a:pt x="1243624" y="622008"/>
                    <a:pt x="1291262" y="565349"/>
                  </a:cubicBezTo>
                  <a:cubicBezTo>
                    <a:pt x="1302694" y="551734"/>
                    <a:pt x="1322089" y="531642"/>
                    <a:pt x="1349461" y="505074"/>
                  </a:cubicBezTo>
                  <a:cubicBezTo>
                    <a:pt x="1375312" y="479979"/>
                    <a:pt x="1396764" y="462325"/>
                    <a:pt x="1413821" y="452098"/>
                  </a:cubicBezTo>
                  <a:cubicBezTo>
                    <a:pt x="1448065" y="431558"/>
                    <a:pt x="1484525" y="418230"/>
                    <a:pt x="1523188" y="412116"/>
                  </a:cubicBezTo>
                  <a:cubicBezTo>
                    <a:pt x="1526075" y="411680"/>
                    <a:pt x="1528064" y="408988"/>
                    <a:pt x="1527628" y="406095"/>
                  </a:cubicBezTo>
                  <a:cubicBezTo>
                    <a:pt x="1527474" y="405037"/>
                    <a:pt x="1526999" y="404059"/>
                    <a:pt x="1526269" y="403275"/>
                  </a:cubicBezTo>
                  <a:cubicBezTo>
                    <a:pt x="1494189" y="368249"/>
                    <a:pt x="1472155" y="335767"/>
                    <a:pt x="1462444" y="287279"/>
                  </a:cubicBezTo>
                  <a:cubicBezTo>
                    <a:pt x="1443290" y="191977"/>
                    <a:pt x="1470949" y="87901"/>
                    <a:pt x="1556808" y="35729"/>
                  </a:cubicBezTo>
                  <a:cubicBezTo>
                    <a:pt x="1628536" y="-7803"/>
                    <a:pt x="1708568" y="-12491"/>
                    <a:pt x="1781970" y="26822"/>
                  </a:cubicBezTo>
                  <a:cubicBezTo>
                    <a:pt x="1858855" y="67943"/>
                    <a:pt x="1900847" y="142886"/>
                    <a:pt x="1901785" y="230754"/>
                  </a:cubicBezTo>
                  <a:cubicBezTo>
                    <a:pt x="1902387" y="287346"/>
                    <a:pt x="1868097" y="347822"/>
                    <a:pt x="1835214" y="393698"/>
                  </a:cubicBezTo>
                  <a:cubicBezTo>
                    <a:pt x="1833399" y="396170"/>
                    <a:pt x="1833928" y="399652"/>
                    <a:pt x="1836406" y="401467"/>
                  </a:cubicBezTo>
                  <a:cubicBezTo>
                    <a:pt x="1836875" y="401815"/>
                    <a:pt x="1837403" y="402090"/>
                    <a:pt x="1837959" y="402271"/>
                  </a:cubicBezTo>
                  <a:cubicBezTo>
                    <a:pt x="1854481" y="407675"/>
                    <a:pt x="1869524" y="412136"/>
                    <a:pt x="1883099" y="415665"/>
                  </a:cubicBezTo>
                  <a:cubicBezTo>
                    <a:pt x="1948531" y="432743"/>
                    <a:pt x="2010213" y="477749"/>
                    <a:pt x="2046311" y="529787"/>
                  </a:cubicBezTo>
                  <a:cubicBezTo>
                    <a:pt x="2080112" y="578496"/>
                    <a:pt x="2108710" y="629194"/>
                    <a:pt x="2132103" y="681882"/>
                  </a:cubicBezTo>
                  <a:cubicBezTo>
                    <a:pt x="2146924" y="715187"/>
                    <a:pt x="2161685" y="757313"/>
                    <a:pt x="2176372" y="808259"/>
                  </a:cubicBezTo>
                  <a:cubicBezTo>
                    <a:pt x="2201286" y="894741"/>
                    <a:pt x="2218632" y="959014"/>
                    <a:pt x="2228410" y="1001073"/>
                  </a:cubicBezTo>
                  <a:cubicBezTo>
                    <a:pt x="2238141" y="1042817"/>
                    <a:pt x="2225751" y="1075996"/>
                    <a:pt x="2191240" y="1100595"/>
                  </a:cubicBezTo>
                  <a:cubicBezTo>
                    <a:pt x="2149918" y="1129996"/>
                    <a:pt x="2077855" y="1129594"/>
                    <a:pt x="2043833" y="1084923"/>
                  </a:cubicBezTo>
                  <a:cubicBezTo>
                    <a:pt x="2012222" y="1043467"/>
                    <a:pt x="2003449" y="1005962"/>
                    <a:pt x="1977129" y="936244"/>
                  </a:cubicBezTo>
                  <a:cubicBezTo>
                    <a:pt x="1973914" y="927671"/>
                    <a:pt x="1972106" y="911062"/>
                    <a:pt x="1965810" y="901083"/>
                  </a:cubicBezTo>
                  <a:cubicBezTo>
                    <a:pt x="1964558" y="899074"/>
                    <a:pt x="1963848" y="899275"/>
                    <a:pt x="1963667" y="901686"/>
                  </a:cubicBezTo>
                  <a:cubicBezTo>
                    <a:pt x="1960252" y="958546"/>
                    <a:pt x="1962462" y="1035698"/>
                    <a:pt x="1960854" y="1105752"/>
                  </a:cubicBezTo>
                  <a:cubicBezTo>
                    <a:pt x="1957907" y="1230856"/>
                    <a:pt x="1955363" y="1311512"/>
                    <a:pt x="1953219" y="1347724"/>
                  </a:cubicBezTo>
                  <a:cubicBezTo>
                    <a:pt x="1945632" y="1475461"/>
                    <a:pt x="1942370" y="1595992"/>
                    <a:pt x="1943441" y="1709309"/>
                  </a:cubicBezTo>
                  <a:cubicBezTo>
                    <a:pt x="1943642" y="1731879"/>
                    <a:pt x="1939691" y="1759472"/>
                    <a:pt x="1937682" y="1776282"/>
                  </a:cubicBezTo>
                  <a:cubicBezTo>
                    <a:pt x="1937367" y="1779007"/>
                    <a:pt x="1938572" y="1780414"/>
                    <a:pt x="1941298" y="1780501"/>
                  </a:cubicBezTo>
                  <a:cubicBezTo>
                    <a:pt x="2034437" y="1784922"/>
                    <a:pt x="2092944" y="1788203"/>
                    <a:pt x="2116834" y="1790346"/>
                  </a:cubicBezTo>
                  <a:cubicBezTo>
                    <a:pt x="2130228" y="1791505"/>
                    <a:pt x="2140227" y="1797914"/>
                    <a:pt x="2146837" y="1809567"/>
                  </a:cubicBezTo>
                  <a:cubicBezTo>
                    <a:pt x="2154673" y="1823230"/>
                    <a:pt x="2144828" y="1844460"/>
                    <a:pt x="2131836" y="1852028"/>
                  </a:cubicBezTo>
                  <a:cubicBezTo>
                    <a:pt x="2127864" y="1854392"/>
                    <a:pt x="2121388" y="1855645"/>
                    <a:pt x="2112413" y="1855778"/>
                  </a:cubicBezTo>
                  <a:cubicBezTo>
                    <a:pt x="2077273" y="1856361"/>
                    <a:pt x="1997441" y="1855798"/>
                    <a:pt x="1872919" y="1854104"/>
                  </a:cubicBezTo>
                  <a:cubicBezTo>
                    <a:pt x="1650168" y="1851111"/>
                    <a:pt x="1440343" y="1851512"/>
                    <a:pt x="1243443" y="1855309"/>
                  </a:cubicBezTo>
                  <a:cubicBezTo>
                    <a:pt x="1202054" y="1856113"/>
                    <a:pt x="1200514" y="1784453"/>
                    <a:pt x="1238152" y="1784185"/>
                  </a:cubicBezTo>
                  <a:cubicBezTo>
                    <a:pt x="1302714" y="1783696"/>
                    <a:pt x="1357585" y="1783200"/>
                    <a:pt x="1402771" y="1782711"/>
                  </a:cubicBezTo>
                  <a:cubicBezTo>
                    <a:pt x="1404954" y="1782678"/>
                    <a:pt x="1406696" y="1780876"/>
                    <a:pt x="1406655" y="1778693"/>
                  </a:cubicBezTo>
                  <a:cubicBezTo>
                    <a:pt x="1406655" y="1778673"/>
                    <a:pt x="1406655" y="1778646"/>
                    <a:pt x="1406655" y="1778626"/>
                  </a:cubicBezTo>
                  <a:cubicBezTo>
                    <a:pt x="1405450" y="1748756"/>
                    <a:pt x="1402436" y="1719020"/>
                    <a:pt x="1402034" y="1686271"/>
                  </a:cubicBezTo>
                  <a:cubicBezTo>
                    <a:pt x="1400561" y="1552459"/>
                    <a:pt x="1399088" y="1419452"/>
                    <a:pt x="1394333" y="1285841"/>
                  </a:cubicBezTo>
                  <a:cubicBezTo>
                    <a:pt x="1389644" y="1154240"/>
                    <a:pt x="1390180" y="1008909"/>
                    <a:pt x="1385425" y="861100"/>
                  </a:cubicBezTo>
                  <a:cubicBezTo>
                    <a:pt x="1385378" y="859272"/>
                    <a:pt x="1384910" y="857799"/>
                    <a:pt x="1384019" y="856680"/>
                  </a:cubicBezTo>
                  <a:cubicBezTo>
                    <a:pt x="1382411" y="854671"/>
                    <a:pt x="1380737" y="854604"/>
                    <a:pt x="1378996" y="856479"/>
                  </a:cubicBezTo>
                  <a:cubicBezTo>
                    <a:pt x="1357879" y="878761"/>
                    <a:pt x="1319169" y="915703"/>
                    <a:pt x="1262865" y="967319"/>
                  </a:cubicBezTo>
                  <a:cubicBezTo>
                    <a:pt x="1249290" y="979776"/>
                    <a:pt x="1228488" y="999111"/>
                    <a:pt x="1200447" y="1025317"/>
                  </a:cubicBezTo>
                  <a:cubicBezTo>
                    <a:pt x="1138564" y="1083182"/>
                    <a:pt x="1070922" y="1090348"/>
                    <a:pt x="1003949" y="1036100"/>
                  </a:cubicBezTo>
                  <a:cubicBezTo>
                    <a:pt x="990822" y="1025431"/>
                    <a:pt x="941262" y="985288"/>
                    <a:pt x="855270" y="915683"/>
                  </a:cubicBezTo>
                  <a:cubicBezTo>
                    <a:pt x="835265" y="899476"/>
                    <a:pt x="816225" y="882485"/>
                    <a:pt x="798142" y="864717"/>
                  </a:cubicBezTo>
                  <a:cubicBezTo>
                    <a:pt x="796809" y="863384"/>
                    <a:pt x="794646" y="863378"/>
                    <a:pt x="793313" y="864710"/>
                  </a:cubicBezTo>
                  <a:cubicBezTo>
                    <a:pt x="792717" y="865306"/>
                    <a:pt x="792362" y="866090"/>
                    <a:pt x="792315" y="866927"/>
                  </a:cubicBezTo>
                  <a:cubicBezTo>
                    <a:pt x="788699" y="950576"/>
                    <a:pt x="792048" y="1055254"/>
                    <a:pt x="789637" y="1143658"/>
                  </a:cubicBezTo>
                  <a:cubicBezTo>
                    <a:pt x="786958" y="1242021"/>
                    <a:pt x="784834" y="1326781"/>
                    <a:pt x="783274" y="1397953"/>
                  </a:cubicBezTo>
                  <a:cubicBezTo>
                    <a:pt x="781198" y="1495800"/>
                    <a:pt x="783140" y="1625393"/>
                    <a:pt x="781265" y="1714533"/>
                  </a:cubicBezTo>
                  <a:cubicBezTo>
                    <a:pt x="780816" y="1736949"/>
                    <a:pt x="778164" y="1759920"/>
                    <a:pt x="773295" y="1783448"/>
                  </a:cubicBezTo>
                  <a:cubicBezTo>
                    <a:pt x="772927" y="1785336"/>
                    <a:pt x="774152" y="1787165"/>
                    <a:pt x="776041" y="1787540"/>
                  </a:cubicBezTo>
                  <a:cubicBezTo>
                    <a:pt x="776302" y="1787587"/>
                    <a:pt x="776577" y="1787614"/>
                    <a:pt x="776845" y="1787600"/>
                  </a:cubicBezTo>
                  <a:cubicBezTo>
                    <a:pt x="797338" y="1786931"/>
                    <a:pt x="829686" y="1783917"/>
                    <a:pt x="844353" y="1791083"/>
                  </a:cubicBezTo>
                  <a:cubicBezTo>
                    <a:pt x="846362" y="1792067"/>
                    <a:pt x="847682" y="1793628"/>
                    <a:pt x="848304" y="1795771"/>
                  </a:cubicBezTo>
                  <a:cubicBezTo>
                    <a:pt x="853796" y="1814034"/>
                    <a:pt x="852838" y="1831802"/>
                    <a:pt x="845425" y="1849081"/>
                  </a:cubicBezTo>
                  <a:cubicBezTo>
                    <a:pt x="844098" y="1852236"/>
                    <a:pt x="841185" y="1854432"/>
                    <a:pt x="837790" y="1854841"/>
                  </a:cubicBezTo>
                  <a:cubicBezTo>
                    <a:pt x="824663" y="1856535"/>
                    <a:pt x="814885" y="1857319"/>
                    <a:pt x="808456" y="1857185"/>
                  </a:cubicBezTo>
                  <a:cubicBezTo>
                    <a:pt x="765459" y="1856562"/>
                    <a:pt x="728222" y="1856428"/>
                    <a:pt x="696745" y="1856783"/>
                  </a:cubicBezTo>
                  <a:cubicBezTo>
                    <a:pt x="599568" y="1857989"/>
                    <a:pt x="519871" y="1852698"/>
                    <a:pt x="432940" y="1855645"/>
                  </a:cubicBezTo>
                  <a:cubicBezTo>
                    <a:pt x="411462" y="1856361"/>
                    <a:pt x="366771" y="1856562"/>
                    <a:pt x="298861" y="1856247"/>
                  </a:cubicBezTo>
                  <a:cubicBezTo>
                    <a:pt x="240816" y="1855979"/>
                    <a:pt x="173736" y="1856562"/>
                    <a:pt x="97608" y="1857989"/>
                  </a:cubicBezTo>
                  <a:cubicBezTo>
                    <a:pt x="90556" y="1858123"/>
                    <a:pt x="81782" y="1854794"/>
                    <a:pt x="71288" y="1848010"/>
                  </a:cubicBezTo>
                  <a:cubicBezTo>
                    <a:pt x="69365" y="1846757"/>
                    <a:pt x="68053" y="1845043"/>
                    <a:pt x="67336" y="1842853"/>
                  </a:cubicBezTo>
                  <a:cubicBezTo>
                    <a:pt x="62581" y="1827851"/>
                    <a:pt x="65126" y="1801129"/>
                    <a:pt x="83543" y="1793494"/>
                  </a:cubicBezTo>
                  <a:cubicBezTo>
                    <a:pt x="91982" y="1790011"/>
                    <a:pt x="109107" y="1788116"/>
                    <a:pt x="134912" y="1787801"/>
                  </a:cubicBezTo>
                  <a:cubicBezTo>
                    <a:pt x="183313" y="1787218"/>
                    <a:pt x="224233" y="1785544"/>
                    <a:pt x="257672" y="1782778"/>
                  </a:cubicBezTo>
                  <a:cubicBezTo>
                    <a:pt x="259367" y="1782658"/>
                    <a:pt x="260646" y="1781184"/>
                    <a:pt x="260526" y="1779483"/>
                  </a:cubicBezTo>
                  <a:cubicBezTo>
                    <a:pt x="260519" y="1779376"/>
                    <a:pt x="260506" y="1779269"/>
                    <a:pt x="260486" y="1779162"/>
                  </a:cubicBezTo>
                  <a:cubicBezTo>
                    <a:pt x="255844" y="1754295"/>
                    <a:pt x="252871" y="1727680"/>
                    <a:pt x="251578" y="1699330"/>
                  </a:cubicBezTo>
                  <a:cubicBezTo>
                    <a:pt x="245617" y="1569604"/>
                    <a:pt x="247694" y="1414295"/>
                    <a:pt x="244144" y="1269299"/>
                  </a:cubicBezTo>
                  <a:cubicBezTo>
                    <a:pt x="242671" y="1206746"/>
                    <a:pt x="242825" y="1146089"/>
                    <a:pt x="244613" y="1087334"/>
                  </a:cubicBezTo>
                  <a:cubicBezTo>
                    <a:pt x="245196" y="1067731"/>
                    <a:pt x="243541" y="1022886"/>
                    <a:pt x="239657" y="952786"/>
                  </a:cubicBezTo>
                  <a:cubicBezTo>
                    <a:pt x="239523" y="949886"/>
                    <a:pt x="239074" y="949839"/>
                    <a:pt x="238318" y="952652"/>
                  </a:cubicBezTo>
                  <a:close/>
                  <a:moveTo>
                    <a:pt x="1717208" y="106586"/>
                  </a:moveTo>
                  <a:cubicBezTo>
                    <a:pt x="1732966" y="104176"/>
                    <a:pt x="1743240" y="108776"/>
                    <a:pt x="1748015" y="120383"/>
                  </a:cubicBezTo>
                  <a:cubicBezTo>
                    <a:pt x="1765073" y="161906"/>
                    <a:pt x="1789270" y="194542"/>
                    <a:pt x="1820613" y="218297"/>
                  </a:cubicBezTo>
                  <a:cubicBezTo>
                    <a:pt x="1822040" y="219368"/>
                    <a:pt x="1822871" y="219014"/>
                    <a:pt x="1823092" y="217225"/>
                  </a:cubicBezTo>
                  <a:cubicBezTo>
                    <a:pt x="1826795" y="186016"/>
                    <a:pt x="1819053" y="159743"/>
                    <a:pt x="1799852" y="138398"/>
                  </a:cubicBezTo>
                  <a:cubicBezTo>
                    <a:pt x="1772346" y="107859"/>
                    <a:pt x="1740226" y="87633"/>
                    <a:pt x="1703478" y="77721"/>
                  </a:cubicBezTo>
                  <a:cubicBezTo>
                    <a:pt x="1651641" y="63724"/>
                    <a:pt x="1625321" y="84619"/>
                    <a:pt x="1572145" y="98952"/>
                  </a:cubicBezTo>
                  <a:cubicBezTo>
                    <a:pt x="1567276" y="100244"/>
                    <a:pt x="1565802" y="103794"/>
                    <a:pt x="1567725" y="109600"/>
                  </a:cubicBezTo>
                  <a:cubicBezTo>
                    <a:pt x="1568374" y="111636"/>
                    <a:pt x="1569727" y="113391"/>
                    <a:pt x="1571542" y="114556"/>
                  </a:cubicBezTo>
                  <a:cubicBezTo>
                    <a:pt x="1604895" y="136054"/>
                    <a:pt x="1666108" y="155075"/>
                    <a:pt x="1697116" y="121655"/>
                  </a:cubicBezTo>
                  <a:cubicBezTo>
                    <a:pt x="1705822" y="112326"/>
                    <a:pt x="1712520" y="107303"/>
                    <a:pt x="1717208" y="106586"/>
                  </a:cubicBezTo>
                  <a:close/>
                  <a:moveTo>
                    <a:pt x="543954" y="396397"/>
                  </a:moveTo>
                  <a:cubicBezTo>
                    <a:pt x="621388" y="388260"/>
                    <a:pt x="676915" y="312749"/>
                    <a:pt x="667980" y="227740"/>
                  </a:cubicBezTo>
                  <a:cubicBezTo>
                    <a:pt x="659046" y="142725"/>
                    <a:pt x="589026" y="80407"/>
                    <a:pt x="511593" y="88551"/>
                  </a:cubicBezTo>
                  <a:cubicBezTo>
                    <a:pt x="434159" y="96688"/>
                    <a:pt x="378632" y="172200"/>
                    <a:pt x="387566" y="257208"/>
                  </a:cubicBezTo>
                  <a:cubicBezTo>
                    <a:pt x="396500" y="342223"/>
                    <a:pt x="466520" y="404541"/>
                    <a:pt x="543954" y="396397"/>
                  </a:cubicBezTo>
                  <a:close/>
                  <a:moveTo>
                    <a:pt x="1706626" y="171952"/>
                  </a:moveTo>
                  <a:cubicBezTo>
                    <a:pt x="1705910" y="169856"/>
                    <a:pt x="1704684" y="169474"/>
                    <a:pt x="1702943" y="170813"/>
                  </a:cubicBezTo>
                  <a:cubicBezTo>
                    <a:pt x="1676622" y="190168"/>
                    <a:pt x="1656397" y="199745"/>
                    <a:pt x="1623982" y="197401"/>
                  </a:cubicBezTo>
                  <a:cubicBezTo>
                    <a:pt x="1602149" y="195841"/>
                    <a:pt x="1578106" y="191997"/>
                    <a:pt x="1551852" y="185882"/>
                  </a:cubicBezTo>
                  <a:cubicBezTo>
                    <a:pt x="1547994" y="185012"/>
                    <a:pt x="1544030" y="186853"/>
                    <a:pt x="1542208" y="190369"/>
                  </a:cubicBezTo>
                  <a:cubicBezTo>
                    <a:pt x="1519705" y="234170"/>
                    <a:pt x="1528880" y="269531"/>
                    <a:pt x="1554397" y="312728"/>
                  </a:cubicBezTo>
                  <a:cubicBezTo>
                    <a:pt x="1580316" y="356729"/>
                    <a:pt x="1597863" y="392359"/>
                    <a:pt x="1648628" y="402070"/>
                  </a:cubicBezTo>
                  <a:cubicBezTo>
                    <a:pt x="1731004" y="417875"/>
                    <a:pt x="1781100" y="357935"/>
                    <a:pt x="1811036" y="290962"/>
                  </a:cubicBezTo>
                  <a:cubicBezTo>
                    <a:pt x="1811974" y="288819"/>
                    <a:pt x="1811418" y="287212"/>
                    <a:pt x="1809362" y="286140"/>
                  </a:cubicBezTo>
                  <a:cubicBezTo>
                    <a:pt x="1789404" y="275759"/>
                    <a:pt x="1755449" y="260892"/>
                    <a:pt x="1742189" y="241670"/>
                  </a:cubicBezTo>
                  <a:cubicBezTo>
                    <a:pt x="1725847" y="218049"/>
                    <a:pt x="1713993" y="194810"/>
                    <a:pt x="1706626" y="171952"/>
                  </a:cubicBezTo>
                  <a:close/>
                  <a:moveTo>
                    <a:pt x="1767437" y="479022"/>
                  </a:moveTo>
                  <a:cubicBezTo>
                    <a:pt x="1768053" y="477890"/>
                    <a:pt x="1767946" y="476497"/>
                    <a:pt x="1767169" y="475472"/>
                  </a:cubicBezTo>
                  <a:cubicBezTo>
                    <a:pt x="1765562" y="473376"/>
                    <a:pt x="1763332" y="472773"/>
                    <a:pt x="1760472" y="473664"/>
                  </a:cubicBezTo>
                  <a:cubicBezTo>
                    <a:pt x="1709620" y="489288"/>
                    <a:pt x="1657783" y="492014"/>
                    <a:pt x="1604962" y="481834"/>
                  </a:cubicBezTo>
                  <a:cubicBezTo>
                    <a:pt x="1602671" y="481399"/>
                    <a:pt x="1600461" y="482899"/>
                    <a:pt x="1600026" y="485190"/>
                  </a:cubicBezTo>
                  <a:cubicBezTo>
                    <a:pt x="1599832" y="486201"/>
                    <a:pt x="1600019" y="487246"/>
                    <a:pt x="1600541" y="488130"/>
                  </a:cubicBezTo>
                  <a:cubicBezTo>
                    <a:pt x="1612128" y="507552"/>
                    <a:pt x="1631282" y="532399"/>
                    <a:pt x="1652244" y="539431"/>
                  </a:cubicBezTo>
                  <a:cubicBezTo>
                    <a:pt x="1701737" y="556040"/>
                    <a:pt x="1745738" y="518870"/>
                    <a:pt x="1767437" y="479022"/>
                  </a:cubicBezTo>
                  <a:close/>
                  <a:moveTo>
                    <a:pt x="277496" y="676256"/>
                  </a:moveTo>
                  <a:cubicBezTo>
                    <a:pt x="294307" y="673711"/>
                    <a:pt x="329601" y="683489"/>
                    <a:pt x="324779" y="708202"/>
                  </a:cubicBezTo>
                  <a:cubicBezTo>
                    <a:pt x="314954" y="758880"/>
                    <a:pt x="309261" y="793592"/>
                    <a:pt x="307701" y="812344"/>
                  </a:cubicBezTo>
                  <a:cubicBezTo>
                    <a:pt x="303549" y="863110"/>
                    <a:pt x="309443" y="937248"/>
                    <a:pt x="310782" y="994644"/>
                  </a:cubicBezTo>
                  <a:cubicBezTo>
                    <a:pt x="311137" y="1008795"/>
                    <a:pt x="311472" y="1032483"/>
                    <a:pt x="311786" y="1065702"/>
                  </a:cubicBezTo>
                  <a:cubicBezTo>
                    <a:pt x="311820" y="1068140"/>
                    <a:pt x="313829" y="1070095"/>
                    <a:pt x="316273" y="1070055"/>
                  </a:cubicBezTo>
                  <a:cubicBezTo>
                    <a:pt x="316294" y="1070055"/>
                    <a:pt x="316320" y="1070055"/>
                    <a:pt x="316341" y="1070055"/>
                  </a:cubicBezTo>
                  <a:cubicBezTo>
                    <a:pt x="435954" y="1066084"/>
                    <a:pt x="568962" y="1065883"/>
                    <a:pt x="715364" y="1069453"/>
                  </a:cubicBezTo>
                  <a:cubicBezTo>
                    <a:pt x="717594" y="1069499"/>
                    <a:pt x="718665" y="1068401"/>
                    <a:pt x="718578" y="1066171"/>
                  </a:cubicBezTo>
                  <a:cubicBezTo>
                    <a:pt x="715544" y="972898"/>
                    <a:pt x="715029" y="877978"/>
                    <a:pt x="717038" y="781403"/>
                  </a:cubicBezTo>
                  <a:cubicBezTo>
                    <a:pt x="717708" y="751600"/>
                    <a:pt x="691856" y="703313"/>
                    <a:pt x="738402" y="690789"/>
                  </a:cubicBezTo>
                  <a:cubicBezTo>
                    <a:pt x="785350" y="678064"/>
                    <a:pt x="790641" y="714297"/>
                    <a:pt x="794124" y="752270"/>
                  </a:cubicBezTo>
                  <a:cubicBezTo>
                    <a:pt x="794344" y="754594"/>
                    <a:pt x="795376" y="756469"/>
                    <a:pt x="797204" y="757896"/>
                  </a:cubicBezTo>
                  <a:cubicBezTo>
                    <a:pt x="805710" y="764660"/>
                    <a:pt x="815153" y="768678"/>
                    <a:pt x="823725" y="777251"/>
                  </a:cubicBezTo>
                  <a:cubicBezTo>
                    <a:pt x="850602" y="804087"/>
                    <a:pt x="868778" y="822189"/>
                    <a:pt x="878241" y="831566"/>
                  </a:cubicBezTo>
                  <a:cubicBezTo>
                    <a:pt x="905633" y="858823"/>
                    <a:pt x="939722" y="882867"/>
                    <a:pt x="970396" y="911732"/>
                  </a:cubicBezTo>
                  <a:cubicBezTo>
                    <a:pt x="975954" y="917023"/>
                    <a:pt x="980442" y="924925"/>
                    <a:pt x="985063" y="933096"/>
                  </a:cubicBezTo>
                  <a:cubicBezTo>
                    <a:pt x="985572" y="934000"/>
                    <a:pt x="986717" y="934322"/>
                    <a:pt x="987614" y="933813"/>
                  </a:cubicBezTo>
                  <a:cubicBezTo>
                    <a:pt x="988110" y="933531"/>
                    <a:pt x="988451" y="933049"/>
                    <a:pt x="988545" y="932493"/>
                  </a:cubicBezTo>
                  <a:cubicBezTo>
                    <a:pt x="995109" y="899724"/>
                    <a:pt x="1011805" y="874381"/>
                    <a:pt x="1038641" y="856479"/>
                  </a:cubicBezTo>
                  <a:cubicBezTo>
                    <a:pt x="1040918" y="854959"/>
                    <a:pt x="1041527" y="851885"/>
                    <a:pt x="1040007" y="849608"/>
                  </a:cubicBezTo>
                  <a:cubicBezTo>
                    <a:pt x="1039793" y="849280"/>
                    <a:pt x="1039532" y="848978"/>
                    <a:pt x="1039243" y="848710"/>
                  </a:cubicBezTo>
                  <a:cubicBezTo>
                    <a:pt x="980488" y="794463"/>
                    <a:pt x="926863" y="739210"/>
                    <a:pt x="878375" y="682953"/>
                  </a:cubicBezTo>
                  <a:cubicBezTo>
                    <a:pt x="818770" y="613750"/>
                    <a:pt x="776443" y="566307"/>
                    <a:pt x="751395" y="540636"/>
                  </a:cubicBezTo>
                  <a:cubicBezTo>
                    <a:pt x="716837" y="505188"/>
                    <a:pt x="674845" y="484580"/>
                    <a:pt x="625420" y="478821"/>
                  </a:cubicBezTo>
                  <a:cubicBezTo>
                    <a:pt x="590326" y="474668"/>
                    <a:pt x="556638" y="485183"/>
                    <a:pt x="520875" y="482772"/>
                  </a:cubicBezTo>
                  <a:cubicBezTo>
                    <a:pt x="435753" y="477079"/>
                    <a:pt x="361413" y="469980"/>
                    <a:pt x="290154" y="523625"/>
                  </a:cubicBezTo>
                  <a:cubicBezTo>
                    <a:pt x="265040" y="542511"/>
                    <a:pt x="243072" y="561331"/>
                    <a:pt x="222177" y="589526"/>
                  </a:cubicBezTo>
                  <a:cubicBezTo>
                    <a:pt x="190787" y="631940"/>
                    <a:pt x="164868" y="676524"/>
                    <a:pt x="144422" y="723271"/>
                  </a:cubicBezTo>
                  <a:cubicBezTo>
                    <a:pt x="132815" y="749792"/>
                    <a:pt x="120265" y="792587"/>
                    <a:pt x="106783" y="851657"/>
                  </a:cubicBezTo>
                  <a:cubicBezTo>
                    <a:pt x="94058" y="907332"/>
                    <a:pt x="81180" y="962832"/>
                    <a:pt x="68140" y="1018151"/>
                  </a:cubicBezTo>
                  <a:cubicBezTo>
                    <a:pt x="67082" y="1022531"/>
                    <a:pt x="69151" y="1027085"/>
                    <a:pt x="73163" y="1029202"/>
                  </a:cubicBezTo>
                  <a:cubicBezTo>
                    <a:pt x="82271" y="1033937"/>
                    <a:pt x="94413" y="1036904"/>
                    <a:pt x="109596" y="1038109"/>
                  </a:cubicBezTo>
                  <a:cubicBezTo>
                    <a:pt x="132099" y="1039851"/>
                    <a:pt x="140671" y="1023911"/>
                    <a:pt x="145761" y="1006230"/>
                  </a:cubicBezTo>
                  <a:cubicBezTo>
                    <a:pt x="177057" y="897915"/>
                    <a:pt x="215835" y="793994"/>
                    <a:pt x="262093" y="694472"/>
                  </a:cubicBezTo>
                  <a:cubicBezTo>
                    <a:pt x="265576" y="686972"/>
                    <a:pt x="268991" y="677528"/>
                    <a:pt x="277496" y="676256"/>
                  </a:cubicBezTo>
                  <a:close/>
                  <a:moveTo>
                    <a:pt x="1458425" y="708671"/>
                  </a:moveTo>
                  <a:cubicBezTo>
                    <a:pt x="1460233" y="739210"/>
                    <a:pt x="1456885" y="781939"/>
                    <a:pt x="1457689" y="815157"/>
                  </a:cubicBezTo>
                  <a:cubicBezTo>
                    <a:pt x="1459698" y="903340"/>
                    <a:pt x="1460836" y="987545"/>
                    <a:pt x="1461104" y="1067778"/>
                  </a:cubicBezTo>
                  <a:cubicBezTo>
                    <a:pt x="1461104" y="1071033"/>
                    <a:pt x="1463716" y="1073672"/>
                    <a:pt x="1466931" y="1073672"/>
                  </a:cubicBezTo>
                  <a:lnTo>
                    <a:pt x="1884237" y="1073672"/>
                  </a:lnTo>
                  <a:cubicBezTo>
                    <a:pt x="1885711" y="1073672"/>
                    <a:pt x="1886401" y="1072935"/>
                    <a:pt x="1886314" y="1071462"/>
                  </a:cubicBezTo>
                  <a:cubicBezTo>
                    <a:pt x="1883280" y="981404"/>
                    <a:pt x="1887472" y="888760"/>
                    <a:pt x="1898904" y="793525"/>
                  </a:cubicBezTo>
                  <a:cubicBezTo>
                    <a:pt x="1900110" y="783345"/>
                    <a:pt x="1897478" y="765952"/>
                    <a:pt x="1891002" y="741353"/>
                  </a:cubicBezTo>
                  <a:cubicBezTo>
                    <a:pt x="1883300" y="711952"/>
                    <a:pt x="1880219" y="690789"/>
                    <a:pt x="1911295" y="677863"/>
                  </a:cubicBezTo>
                  <a:cubicBezTo>
                    <a:pt x="1930094" y="670048"/>
                    <a:pt x="1944265" y="675004"/>
                    <a:pt x="1953822" y="692731"/>
                  </a:cubicBezTo>
                  <a:cubicBezTo>
                    <a:pt x="2004587" y="787029"/>
                    <a:pt x="2042896" y="895324"/>
                    <a:pt x="2077721" y="1002145"/>
                  </a:cubicBezTo>
                  <a:cubicBezTo>
                    <a:pt x="2081787" y="1014649"/>
                    <a:pt x="2087480" y="1025739"/>
                    <a:pt x="2094799" y="1035430"/>
                  </a:cubicBezTo>
                  <a:cubicBezTo>
                    <a:pt x="2096079" y="1037178"/>
                    <a:pt x="2098021" y="1038317"/>
                    <a:pt x="2100158" y="1038578"/>
                  </a:cubicBezTo>
                  <a:cubicBezTo>
                    <a:pt x="2118019" y="1040721"/>
                    <a:pt x="2134602" y="1037640"/>
                    <a:pt x="2149918" y="1029336"/>
                  </a:cubicBezTo>
                  <a:cubicBezTo>
                    <a:pt x="2155082" y="1026557"/>
                    <a:pt x="2157640" y="1020556"/>
                    <a:pt x="2156080" y="1014870"/>
                  </a:cubicBezTo>
                  <a:cubicBezTo>
                    <a:pt x="2147574" y="983661"/>
                    <a:pt x="2134113" y="955197"/>
                    <a:pt x="2126678" y="922447"/>
                  </a:cubicBezTo>
                  <a:cubicBezTo>
                    <a:pt x="2125654" y="918074"/>
                    <a:pt x="2118354" y="890167"/>
                    <a:pt x="2104779" y="838732"/>
                  </a:cubicBezTo>
                  <a:cubicBezTo>
                    <a:pt x="2095315" y="802787"/>
                    <a:pt x="2086850" y="775329"/>
                    <a:pt x="2079396" y="756355"/>
                  </a:cubicBezTo>
                  <a:cubicBezTo>
                    <a:pt x="2052118" y="687105"/>
                    <a:pt x="2016998" y="624352"/>
                    <a:pt x="1974048" y="568095"/>
                  </a:cubicBezTo>
                  <a:cubicBezTo>
                    <a:pt x="1943060" y="527556"/>
                    <a:pt x="1903593" y="499066"/>
                    <a:pt x="1855640" y="482638"/>
                  </a:cubicBezTo>
                  <a:cubicBezTo>
                    <a:pt x="1849700" y="480582"/>
                    <a:pt x="1845373" y="482370"/>
                    <a:pt x="1842648" y="487996"/>
                  </a:cubicBezTo>
                  <a:cubicBezTo>
                    <a:pt x="1834276" y="505208"/>
                    <a:pt x="1826574" y="525501"/>
                    <a:pt x="1817667" y="538962"/>
                  </a:cubicBezTo>
                  <a:cubicBezTo>
                    <a:pt x="1783196" y="591335"/>
                    <a:pt x="1733100" y="617253"/>
                    <a:pt x="1667380" y="616717"/>
                  </a:cubicBezTo>
                  <a:cubicBezTo>
                    <a:pt x="1637999" y="616449"/>
                    <a:pt x="1612061" y="606471"/>
                    <a:pt x="1589558" y="586781"/>
                  </a:cubicBezTo>
                  <a:cubicBezTo>
                    <a:pt x="1555536" y="556911"/>
                    <a:pt x="1537587" y="524630"/>
                    <a:pt x="1515888" y="496233"/>
                  </a:cubicBezTo>
                  <a:cubicBezTo>
                    <a:pt x="1510396" y="489000"/>
                    <a:pt x="1503612" y="487440"/>
                    <a:pt x="1495528" y="491545"/>
                  </a:cubicBezTo>
                  <a:cubicBezTo>
                    <a:pt x="1455030" y="511952"/>
                    <a:pt x="1419735" y="539230"/>
                    <a:pt x="1389644" y="573386"/>
                  </a:cubicBezTo>
                  <a:cubicBezTo>
                    <a:pt x="1306464" y="667770"/>
                    <a:pt x="1231408" y="750663"/>
                    <a:pt x="1164482" y="822055"/>
                  </a:cubicBezTo>
                  <a:cubicBezTo>
                    <a:pt x="1157517" y="829469"/>
                    <a:pt x="1152206" y="836053"/>
                    <a:pt x="1148543" y="841812"/>
                  </a:cubicBezTo>
                  <a:cubicBezTo>
                    <a:pt x="1146708" y="844766"/>
                    <a:pt x="1147592" y="848630"/>
                    <a:pt x="1150518" y="850445"/>
                  </a:cubicBezTo>
                  <a:cubicBezTo>
                    <a:pt x="1150592" y="850492"/>
                    <a:pt x="1150673" y="850539"/>
                    <a:pt x="1150753" y="850586"/>
                  </a:cubicBezTo>
                  <a:cubicBezTo>
                    <a:pt x="1175131" y="864382"/>
                    <a:pt x="1193769" y="885525"/>
                    <a:pt x="1206675" y="914009"/>
                  </a:cubicBezTo>
                  <a:cubicBezTo>
                    <a:pt x="1207660" y="916152"/>
                    <a:pt x="1209039" y="916440"/>
                    <a:pt x="1210827" y="914880"/>
                  </a:cubicBezTo>
                  <a:cubicBezTo>
                    <a:pt x="1217056" y="909388"/>
                    <a:pt x="1223619" y="897400"/>
                    <a:pt x="1230651" y="891171"/>
                  </a:cubicBezTo>
                  <a:cubicBezTo>
                    <a:pt x="1261278" y="863980"/>
                    <a:pt x="1290974" y="836655"/>
                    <a:pt x="1319725" y="809197"/>
                  </a:cubicBezTo>
                  <a:cubicBezTo>
                    <a:pt x="1339482" y="790243"/>
                    <a:pt x="1355689" y="778858"/>
                    <a:pt x="1379331" y="765129"/>
                  </a:cubicBezTo>
                  <a:cubicBezTo>
                    <a:pt x="1383161" y="762919"/>
                    <a:pt x="1385593" y="758873"/>
                    <a:pt x="1385760" y="754413"/>
                  </a:cubicBezTo>
                  <a:cubicBezTo>
                    <a:pt x="1386162" y="740483"/>
                    <a:pt x="1382813" y="709742"/>
                    <a:pt x="1388707" y="699362"/>
                  </a:cubicBezTo>
                  <a:cubicBezTo>
                    <a:pt x="1400561" y="678332"/>
                    <a:pt x="1457019" y="685230"/>
                    <a:pt x="1458425" y="708671"/>
                  </a:cubicBezTo>
                  <a:close/>
                  <a:moveTo>
                    <a:pt x="1087464" y="906106"/>
                  </a:moveTo>
                  <a:lnTo>
                    <a:pt x="1052839" y="943745"/>
                  </a:lnTo>
                  <a:cubicBezTo>
                    <a:pt x="1045385" y="951815"/>
                    <a:pt x="1045887" y="964399"/>
                    <a:pt x="1053957" y="971853"/>
                  </a:cubicBezTo>
                  <a:cubicBezTo>
                    <a:pt x="1053964" y="971860"/>
                    <a:pt x="1053971" y="971867"/>
                    <a:pt x="1053977" y="971873"/>
                  </a:cubicBezTo>
                  <a:lnTo>
                    <a:pt x="1067372" y="984196"/>
                  </a:lnTo>
                  <a:cubicBezTo>
                    <a:pt x="1085743" y="1001107"/>
                    <a:pt x="1114059" y="1000230"/>
                    <a:pt x="1130614" y="982241"/>
                  </a:cubicBezTo>
                  <a:cubicBezTo>
                    <a:pt x="1130628" y="982220"/>
                    <a:pt x="1130648" y="982207"/>
                    <a:pt x="1130661" y="982187"/>
                  </a:cubicBezTo>
                  <a:lnTo>
                    <a:pt x="1132269" y="980446"/>
                  </a:lnTo>
                  <a:cubicBezTo>
                    <a:pt x="1148838" y="962470"/>
                    <a:pt x="1147384" y="934174"/>
                    <a:pt x="1129027" y="917257"/>
                  </a:cubicBezTo>
                  <a:cubicBezTo>
                    <a:pt x="1129014" y="917244"/>
                    <a:pt x="1129000" y="917237"/>
                    <a:pt x="1128987" y="917224"/>
                  </a:cubicBezTo>
                  <a:lnTo>
                    <a:pt x="1115525" y="904901"/>
                  </a:lnTo>
                  <a:cubicBezTo>
                    <a:pt x="1107435" y="897500"/>
                    <a:pt x="1094884" y="898043"/>
                    <a:pt x="1087464" y="906106"/>
                  </a:cubicBezTo>
                  <a:close/>
                  <a:moveTo>
                    <a:pt x="546593" y="1234674"/>
                  </a:moveTo>
                  <a:cubicBezTo>
                    <a:pt x="558782" y="1236415"/>
                    <a:pt x="563068" y="1246528"/>
                    <a:pt x="563537" y="1256172"/>
                  </a:cubicBezTo>
                  <a:cubicBezTo>
                    <a:pt x="564695" y="1281575"/>
                    <a:pt x="565010" y="1310487"/>
                    <a:pt x="564474" y="1342902"/>
                  </a:cubicBezTo>
                  <a:cubicBezTo>
                    <a:pt x="562197" y="1481314"/>
                    <a:pt x="564474" y="1614094"/>
                    <a:pt x="571305" y="1741255"/>
                  </a:cubicBezTo>
                  <a:cubicBezTo>
                    <a:pt x="572310" y="1760878"/>
                    <a:pt x="582490" y="1772665"/>
                    <a:pt x="603252" y="1774139"/>
                  </a:cubicBezTo>
                  <a:cubicBezTo>
                    <a:pt x="637053" y="1776597"/>
                    <a:pt x="665355" y="1775793"/>
                    <a:pt x="688173" y="1771728"/>
                  </a:cubicBezTo>
                  <a:cubicBezTo>
                    <a:pt x="693390" y="1770810"/>
                    <a:pt x="697730" y="1767187"/>
                    <a:pt x="699558" y="1762218"/>
                  </a:cubicBezTo>
                  <a:cubicBezTo>
                    <a:pt x="702773" y="1753511"/>
                    <a:pt x="704514" y="1744222"/>
                    <a:pt x="704782" y="1734357"/>
                  </a:cubicBezTo>
                  <a:cubicBezTo>
                    <a:pt x="707106" y="1652604"/>
                    <a:pt x="708801" y="1556659"/>
                    <a:pt x="709872" y="1446509"/>
                  </a:cubicBezTo>
                  <a:cubicBezTo>
                    <a:pt x="710990" y="1331135"/>
                    <a:pt x="711566" y="1245705"/>
                    <a:pt x="711613" y="1190204"/>
                  </a:cubicBezTo>
                  <a:cubicBezTo>
                    <a:pt x="711613" y="1173414"/>
                    <a:pt x="712772" y="1157722"/>
                    <a:pt x="715096" y="1143122"/>
                  </a:cubicBezTo>
                  <a:cubicBezTo>
                    <a:pt x="715431" y="1141080"/>
                    <a:pt x="714044" y="1139151"/>
                    <a:pt x="712002" y="1138816"/>
                  </a:cubicBezTo>
                  <a:cubicBezTo>
                    <a:pt x="711848" y="1138789"/>
                    <a:pt x="711700" y="1138776"/>
                    <a:pt x="711546" y="1138769"/>
                  </a:cubicBezTo>
                  <a:cubicBezTo>
                    <a:pt x="680960" y="1137342"/>
                    <a:pt x="655577" y="1136673"/>
                    <a:pt x="635398" y="1136760"/>
                  </a:cubicBezTo>
                  <a:cubicBezTo>
                    <a:pt x="537531" y="1137296"/>
                    <a:pt x="460513" y="1137209"/>
                    <a:pt x="404343" y="1136492"/>
                  </a:cubicBezTo>
                  <a:cubicBezTo>
                    <a:pt x="384070" y="1136224"/>
                    <a:pt x="357549" y="1137115"/>
                    <a:pt x="324779" y="1139171"/>
                  </a:cubicBezTo>
                  <a:cubicBezTo>
                    <a:pt x="322187" y="1139352"/>
                    <a:pt x="320895" y="1140732"/>
                    <a:pt x="320895" y="1143323"/>
                  </a:cubicBezTo>
                  <a:lnTo>
                    <a:pt x="320895" y="1740652"/>
                  </a:lnTo>
                  <a:cubicBezTo>
                    <a:pt x="320882" y="1758327"/>
                    <a:pt x="334872" y="1772853"/>
                    <a:pt x="352573" y="1773536"/>
                  </a:cubicBezTo>
                  <a:cubicBezTo>
                    <a:pt x="395636" y="1775076"/>
                    <a:pt x="438164" y="1779832"/>
                    <a:pt x="464216" y="1772264"/>
                  </a:cubicBezTo>
                  <a:cubicBezTo>
                    <a:pt x="472119" y="1769986"/>
                    <a:pt x="476358" y="1764716"/>
                    <a:pt x="476941" y="1756458"/>
                  </a:cubicBezTo>
                  <a:cubicBezTo>
                    <a:pt x="479399" y="1720608"/>
                    <a:pt x="480444" y="1677785"/>
                    <a:pt x="480089" y="1628004"/>
                  </a:cubicBezTo>
                  <a:cubicBezTo>
                    <a:pt x="479868" y="1603004"/>
                    <a:pt x="479754" y="1590185"/>
                    <a:pt x="479754" y="1589562"/>
                  </a:cubicBezTo>
                  <a:cubicBezTo>
                    <a:pt x="476720" y="1480618"/>
                    <a:pt x="476158" y="1374225"/>
                    <a:pt x="478080" y="1270371"/>
                  </a:cubicBezTo>
                  <a:cubicBezTo>
                    <a:pt x="478347" y="1257827"/>
                    <a:pt x="479841" y="1249522"/>
                    <a:pt x="482567" y="1245456"/>
                  </a:cubicBezTo>
                  <a:cubicBezTo>
                    <a:pt x="494354" y="1227843"/>
                    <a:pt x="528845" y="1232196"/>
                    <a:pt x="546593" y="1234674"/>
                  </a:cubicBezTo>
                  <a:close/>
                  <a:moveTo>
                    <a:pt x="1634831" y="1246327"/>
                  </a:moveTo>
                  <a:cubicBezTo>
                    <a:pt x="1646820" y="1219940"/>
                    <a:pt x="1697317" y="1228513"/>
                    <a:pt x="1707363" y="1253091"/>
                  </a:cubicBezTo>
                  <a:cubicBezTo>
                    <a:pt x="1709861" y="1259119"/>
                    <a:pt x="1711113" y="1265548"/>
                    <a:pt x="1711113" y="1272380"/>
                  </a:cubicBezTo>
                  <a:cubicBezTo>
                    <a:pt x="1711113" y="1451063"/>
                    <a:pt x="1709238" y="1532635"/>
                    <a:pt x="1712587" y="1637314"/>
                  </a:cubicBezTo>
                  <a:cubicBezTo>
                    <a:pt x="1714462" y="1695761"/>
                    <a:pt x="1715513" y="1729267"/>
                    <a:pt x="1715734" y="1737840"/>
                  </a:cubicBezTo>
                  <a:cubicBezTo>
                    <a:pt x="1716183" y="1754268"/>
                    <a:pt x="1723503" y="1764006"/>
                    <a:pt x="1737702" y="1767040"/>
                  </a:cubicBezTo>
                  <a:cubicBezTo>
                    <a:pt x="1760693" y="1771995"/>
                    <a:pt x="1794561" y="1772980"/>
                    <a:pt x="1839299" y="1769986"/>
                  </a:cubicBezTo>
                  <a:cubicBezTo>
                    <a:pt x="1846800" y="1769450"/>
                    <a:pt x="1851910" y="1767354"/>
                    <a:pt x="1854636" y="1763691"/>
                  </a:cubicBezTo>
                  <a:cubicBezTo>
                    <a:pt x="1866088" y="1748488"/>
                    <a:pt x="1868767" y="1718217"/>
                    <a:pt x="1868700" y="1700938"/>
                  </a:cubicBezTo>
                  <a:cubicBezTo>
                    <a:pt x="1868432" y="1638653"/>
                    <a:pt x="1868881" y="1589542"/>
                    <a:pt x="1870039" y="1553598"/>
                  </a:cubicBezTo>
                  <a:cubicBezTo>
                    <a:pt x="1872852" y="1467692"/>
                    <a:pt x="1874305" y="1423068"/>
                    <a:pt x="1874393" y="1419719"/>
                  </a:cubicBezTo>
                  <a:cubicBezTo>
                    <a:pt x="1877205" y="1286758"/>
                    <a:pt x="1879101" y="1196546"/>
                    <a:pt x="1880085" y="1149083"/>
                  </a:cubicBezTo>
                  <a:cubicBezTo>
                    <a:pt x="1880219" y="1143189"/>
                    <a:pt x="1877339" y="1140263"/>
                    <a:pt x="1871446" y="1140310"/>
                  </a:cubicBezTo>
                  <a:cubicBezTo>
                    <a:pt x="1761610" y="1141334"/>
                    <a:pt x="1653202" y="1140979"/>
                    <a:pt x="1546227" y="1139238"/>
                  </a:cubicBezTo>
                  <a:cubicBezTo>
                    <a:pt x="1543769" y="1139191"/>
                    <a:pt x="1519190" y="1140443"/>
                    <a:pt x="1472490" y="1142988"/>
                  </a:cubicBezTo>
                  <a:cubicBezTo>
                    <a:pt x="1470259" y="1143122"/>
                    <a:pt x="1469161" y="1144308"/>
                    <a:pt x="1469208" y="1146538"/>
                  </a:cubicBezTo>
                  <a:cubicBezTo>
                    <a:pt x="1472778" y="1298880"/>
                    <a:pt x="1475282" y="1451619"/>
                    <a:pt x="1476709" y="1604765"/>
                  </a:cubicBezTo>
                  <a:cubicBezTo>
                    <a:pt x="1476977" y="1635974"/>
                    <a:pt x="1473829" y="1705224"/>
                    <a:pt x="1477781" y="1741054"/>
                  </a:cubicBezTo>
                  <a:cubicBezTo>
                    <a:pt x="1479589" y="1757262"/>
                    <a:pt x="1487090" y="1766437"/>
                    <a:pt x="1504302" y="1769116"/>
                  </a:cubicBezTo>
                  <a:cubicBezTo>
                    <a:pt x="1544485" y="1775458"/>
                    <a:pt x="1584381" y="1776101"/>
                    <a:pt x="1623982" y="1771058"/>
                  </a:cubicBezTo>
                  <a:cubicBezTo>
                    <a:pt x="1626212" y="1770743"/>
                    <a:pt x="1627712" y="1769518"/>
                    <a:pt x="1628469" y="1767374"/>
                  </a:cubicBezTo>
                  <a:cubicBezTo>
                    <a:pt x="1630880" y="1760590"/>
                    <a:pt x="1632086" y="1753022"/>
                    <a:pt x="1632086" y="1744671"/>
                  </a:cubicBezTo>
                  <a:cubicBezTo>
                    <a:pt x="1631818" y="1562505"/>
                    <a:pt x="1631797" y="1403867"/>
                    <a:pt x="1632018" y="1268763"/>
                  </a:cubicBezTo>
                  <a:cubicBezTo>
                    <a:pt x="1632018" y="1258001"/>
                    <a:pt x="1632956" y="1250526"/>
                    <a:pt x="1634831" y="1246327"/>
                  </a:cubicBezTo>
                  <a:close/>
                </a:path>
              </a:pathLst>
            </a:custGeom>
            <a:grpFill/>
            <a:ln w="6697"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1DA8DA15-076B-6989-BA6F-8C18B7F822B8}"/>
                </a:ext>
              </a:extLst>
            </p:cNvPr>
            <p:cNvSpPr/>
            <p:nvPr/>
          </p:nvSpPr>
          <p:spPr>
            <a:xfrm>
              <a:off x="6149509" y="2315529"/>
              <a:ext cx="443708" cy="410357"/>
            </a:xfrm>
            <a:custGeom>
              <a:avLst/>
              <a:gdLst>
                <a:gd name="connsiteX0" fmla="*/ 226597 w 443708"/>
                <a:gd name="connsiteY0" fmla="*/ 41640 h 410357"/>
                <a:gd name="connsiteX1" fmla="*/ 231419 w 443708"/>
                <a:gd name="connsiteY1" fmla="*/ 41352 h 410357"/>
                <a:gd name="connsiteX2" fmla="*/ 231620 w 443708"/>
                <a:gd name="connsiteY2" fmla="*/ 41104 h 410357"/>
                <a:gd name="connsiteX3" fmla="*/ 384184 w 443708"/>
                <a:gd name="connsiteY3" fmla="*/ 18066 h 410357"/>
                <a:gd name="connsiteX4" fmla="*/ 404075 w 443708"/>
                <a:gd name="connsiteY4" fmla="*/ 229900 h 410357"/>
                <a:gd name="connsiteX5" fmla="*/ 228874 w 443708"/>
                <a:gd name="connsiteY5" fmla="*/ 407780 h 410357"/>
                <a:gd name="connsiteX6" fmla="*/ 216283 w 443708"/>
                <a:gd name="connsiteY6" fmla="*/ 408650 h 410357"/>
                <a:gd name="connsiteX7" fmla="*/ 196392 w 443708"/>
                <a:gd name="connsiteY7" fmla="*/ 393447 h 410357"/>
                <a:gd name="connsiteX8" fmla="*/ 73363 w 443708"/>
                <a:gd name="connsiteY8" fmla="*/ 271089 h 410357"/>
                <a:gd name="connsiteX9" fmla="*/ 5185 w 443708"/>
                <a:gd name="connsiteY9" fmla="*/ 92740 h 410357"/>
                <a:gd name="connsiteX10" fmla="*/ 133639 w 443708"/>
                <a:gd name="connsiteY10" fmla="*/ 1858 h 410357"/>
                <a:gd name="connsiteX11" fmla="*/ 226597 w 443708"/>
                <a:gd name="connsiteY11" fmla="*/ 41640 h 410357"/>
                <a:gd name="connsiteX12" fmla="*/ 233428 w 443708"/>
                <a:gd name="connsiteY12" fmla="*/ 143640 h 410357"/>
                <a:gd name="connsiteX13" fmla="*/ 205501 w 443708"/>
                <a:gd name="connsiteY13" fmla="*/ 138951 h 410357"/>
                <a:gd name="connsiteX14" fmla="*/ 163375 w 443708"/>
                <a:gd name="connsiteY14" fmla="*/ 86780 h 410357"/>
                <a:gd name="connsiteX15" fmla="*/ 85821 w 443708"/>
                <a:gd name="connsiteY15" fmla="*/ 97562 h 410357"/>
                <a:gd name="connsiteX16" fmla="*/ 131295 w 443708"/>
                <a:gd name="connsiteY16" fmla="*/ 219252 h 410357"/>
                <a:gd name="connsiteX17" fmla="*/ 218828 w 443708"/>
                <a:gd name="connsiteY17" fmla="*/ 306517 h 410357"/>
                <a:gd name="connsiteX18" fmla="*/ 222311 w 443708"/>
                <a:gd name="connsiteY18" fmla="*/ 306517 h 410357"/>
                <a:gd name="connsiteX19" fmla="*/ 357328 w 443708"/>
                <a:gd name="connsiteY19" fmla="*/ 161320 h 410357"/>
                <a:gd name="connsiteX20" fmla="*/ 359672 w 443708"/>
                <a:gd name="connsiteY20" fmla="*/ 96625 h 410357"/>
                <a:gd name="connsiteX21" fmla="*/ 280912 w 443708"/>
                <a:gd name="connsiteY21" fmla="*/ 86445 h 410357"/>
                <a:gd name="connsiteX22" fmla="*/ 233428 w 443708"/>
                <a:gd name="connsiteY22" fmla="*/ 143640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3708" h="410357">
                  <a:moveTo>
                    <a:pt x="226597" y="41640"/>
                  </a:moveTo>
                  <a:cubicBezTo>
                    <a:pt x="228010" y="42893"/>
                    <a:pt x="230167" y="42765"/>
                    <a:pt x="231419" y="41352"/>
                  </a:cubicBezTo>
                  <a:cubicBezTo>
                    <a:pt x="231493" y="41272"/>
                    <a:pt x="231560" y="41191"/>
                    <a:pt x="231620" y="41104"/>
                  </a:cubicBezTo>
                  <a:cubicBezTo>
                    <a:pt x="264570" y="-5375"/>
                    <a:pt x="336901" y="-11536"/>
                    <a:pt x="384184" y="18066"/>
                  </a:cubicBezTo>
                  <a:cubicBezTo>
                    <a:pt x="459461" y="65148"/>
                    <a:pt x="460198" y="165205"/>
                    <a:pt x="404075" y="229900"/>
                  </a:cubicBezTo>
                  <a:cubicBezTo>
                    <a:pt x="346833" y="295935"/>
                    <a:pt x="288433" y="355226"/>
                    <a:pt x="228874" y="407780"/>
                  </a:cubicBezTo>
                  <a:cubicBezTo>
                    <a:pt x="225344" y="410860"/>
                    <a:pt x="220201" y="411215"/>
                    <a:pt x="216283" y="408650"/>
                  </a:cubicBezTo>
                  <a:cubicBezTo>
                    <a:pt x="206820" y="402355"/>
                    <a:pt x="200190" y="397285"/>
                    <a:pt x="196392" y="393447"/>
                  </a:cubicBezTo>
                  <a:cubicBezTo>
                    <a:pt x="148621" y="345180"/>
                    <a:pt x="107607" y="304394"/>
                    <a:pt x="73363" y="271089"/>
                  </a:cubicBezTo>
                  <a:cubicBezTo>
                    <a:pt x="25143" y="224074"/>
                    <a:pt x="-14572" y="161052"/>
                    <a:pt x="5185" y="92740"/>
                  </a:cubicBezTo>
                  <a:cubicBezTo>
                    <a:pt x="23067" y="30724"/>
                    <a:pt x="73363" y="6413"/>
                    <a:pt x="133639" y="1858"/>
                  </a:cubicBezTo>
                  <a:cubicBezTo>
                    <a:pt x="168800" y="-753"/>
                    <a:pt x="200880" y="18535"/>
                    <a:pt x="226597" y="41640"/>
                  </a:cubicBezTo>
                  <a:close/>
                  <a:moveTo>
                    <a:pt x="233428" y="143640"/>
                  </a:moveTo>
                  <a:cubicBezTo>
                    <a:pt x="223382" y="152748"/>
                    <a:pt x="211729" y="146787"/>
                    <a:pt x="205501" y="138951"/>
                  </a:cubicBezTo>
                  <a:cubicBezTo>
                    <a:pt x="182375" y="109798"/>
                    <a:pt x="168331" y="92406"/>
                    <a:pt x="163375" y="86780"/>
                  </a:cubicBezTo>
                  <a:cubicBezTo>
                    <a:pt x="138461" y="58718"/>
                    <a:pt x="106046" y="72581"/>
                    <a:pt x="85821" y="97562"/>
                  </a:cubicBezTo>
                  <a:cubicBezTo>
                    <a:pt x="53875" y="137143"/>
                    <a:pt x="98478" y="183555"/>
                    <a:pt x="131295" y="219252"/>
                  </a:cubicBezTo>
                  <a:cubicBezTo>
                    <a:pt x="159290" y="249657"/>
                    <a:pt x="191369" y="275844"/>
                    <a:pt x="218828" y="306517"/>
                  </a:cubicBezTo>
                  <a:cubicBezTo>
                    <a:pt x="219947" y="307769"/>
                    <a:pt x="221105" y="307769"/>
                    <a:pt x="222311" y="306517"/>
                  </a:cubicBezTo>
                  <a:cubicBezTo>
                    <a:pt x="268723" y="258163"/>
                    <a:pt x="320560" y="216506"/>
                    <a:pt x="357328" y="161320"/>
                  </a:cubicBezTo>
                  <a:cubicBezTo>
                    <a:pt x="371841" y="139534"/>
                    <a:pt x="372618" y="117969"/>
                    <a:pt x="359672" y="96625"/>
                  </a:cubicBezTo>
                  <a:cubicBezTo>
                    <a:pt x="342393" y="68161"/>
                    <a:pt x="303147" y="56843"/>
                    <a:pt x="280912" y="86445"/>
                  </a:cubicBezTo>
                  <a:cubicBezTo>
                    <a:pt x="272473" y="97629"/>
                    <a:pt x="253721" y="125222"/>
                    <a:pt x="233428" y="143640"/>
                  </a:cubicBezTo>
                  <a:close/>
                </a:path>
              </a:pathLst>
            </a:custGeom>
            <a:grpFill/>
            <a:ln w="6697"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4EFE4226-3AA9-9907-5425-8A24FED49961}"/>
                </a:ext>
              </a:extLst>
            </p:cNvPr>
            <p:cNvSpPr/>
            <p:nvPr/>
          </p:nvSpPr>
          <p:spPr>
            <a:xfrm>
              <a:off x="6844086" y="2531123"/>
              <a:ext cx="183975" cy="134016"/>
            </a:xfrm>
            <a:custGeom>
              <a:avLst/>
              <a:gdLst>
                <a:gd name="connsiteX0" fmla="*/ 41884 w 183975"/>
                <a:gd name="connsiteY0" fmla="*/ 65340 h 134016"/>
                <a:gd name="connsiteX1" fmla="*/ 134440 w 183975"/>
                <a:gd name="connsiteY1" fmla="*/ 59915 h 134016"/>
                <a:gd name="connsiteX2" fmla="*/ 164243 w 183975"/>
                <a:gd name="connsiteY2" fmla="*/ 61924 h 134016"/>
                <a:gd name="connsiteX3" fmla="*/ 182526 w 183975"/>
                <a:gd name="connsiteY3" fmla="*/ 98357 h 134016"/>
                <a:gd name="connsiteX4" fmla="*/ 62444 w 183975"/>
                <a:gd name="connsiteY4" fmla="*/ 132513 h 134016"/>
                <a:gd name="connsiteX5" fmla="*/ 12483 w 183975"/>
                <a:gd name="connsiteY5" fmla="*/ 97755 h 134016"/>
                <a:gd name="connsiteX6" fmla="*/ 10206 w 183975"/>
                <a:gd name="connsiteY6" fmla="*/ 74917 h 134016"/>
                <a:gd name="connsiteX7" fmla="*/ 13956 w 183975"/>
                <a:gd name="connsiteY7" fmla="*/ 70028 h 134016"/>
                <a:gd name="connsiteX8" fmla="*/ 30766 w 183975"/>
                <a:gd name="connsiteY8" fmla="*/ 66746 h 134016"/>
                <a:gd name="connsiteX9" fmla="*/ 31235 w 183975"/>
                <a:gd name="connsiteY9" fmla="*/ 66545 h 134016"/>
                <a:gd name="connsiteX10" fmla="*/ 31436 w 183975"/>
                <a:gd name="connsiteY10" fmla="*/ 64804 h 134016"/>
                <a:gd name="connsiteX11" fmla="*/ 30365 w 183975"/>
                <a:gd name="connsiteY11" fmla="*/ 63465 h 134016"/>
                <a:gd name="connsiteX12" fmla="*/ 3174 w 183975"/>
                <a:gd name="connsiteY12" fmla="*/ 11025 h 134016"/>
                <a:gd name="connsiteX13" fmla="*/ 16300 w 183975"/>
                <a:gd name="connsiteY13" fmla="*/ 242 h 134016"/>
                <a:gd name="connsiteX14" fmla="*/ 39808 w 183975"/>
                <a:gd name="connsiteY14" fmla="*/ 1984 h 134016"/>
                <a:gd name="connsiteX15" fmla="*/ 53805 w 183975"/>
                <a:gd name="connsiteY15" fmla="*/ 12565 h 134016"/>
                <a:gd name="connsiteX16" fmla="*/ 41080 w 183975"/>
                <a:gd name="connsiteY16" fmla="*/ 62326 h 134016"/>
                <a:gd name="connsiteX17" fmla="*/ 41884 w 183975"/>
                <a:gd name="connsiteY17" fmla="*/ 65340 h 13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3975" h="134016">
                  <a:moveTo>
                    <a:pt x="41884" y="65340"/>
                  </a:moveTo>
                  <a:cubicBezTo>
                    <a:pt x="70615" y="72171"/>
                    <a:pt x="107249" y="63598"/>
                    <a:pt x="134440" y="59915"/>
                  </a:cubicBezTo>
                  <a:cubicBezTo>
                    <a:pt x="149355" y="57906"/>
                    <a:pt x="159287" y="58576"/>
                    <a:pt x="164243" y="61924"/>
                  </a:cubicBezTo>
                  <a:cubicBezTo>
                    <a:pt x="176097" y="69961"/>
                    <a:pt x="188219" y="82083"/>
                    <a:pt x="182526" y="98357"/>
                  </a:cubicBezTo>
                  <a:cubicBezTo>
                    <a:pt x="169132" y="136733"/>
                    <a:pt x="92917" y="135929"/>
                    <a:pt x="62444" y="132513"/>
                  </a:cubicBezTo>
                  <a:cubicBezTo>
                    <a:pt x="40256" y="130055"/>
                    <a:pt x="23600" y="118469"/>
                    <a:pt x="12483" y="97755"/>
                  </a:cubicBezTo>
                  <a:cubicBezTo>
                    <a:pt x="10386" y="93870"/>
                    <a:pt x="9623" y="86255"/>
                    <a:pt x="10206" y="74917"/>
                  </a:cubicBezTo>
                  <a:cubicBezTo>
                    <a:pt x="10386" y="72104"/>
                    <a:pt x="11632" y="70477"/>
                    <a:pt x="13956" y="70028"/>
                  </a:cubicBezTo>
                  <a:lnTo>
                    <a:pt x="30766" y="66746"/>
                  </a:lnTo>
                  <a:cubicBezTo>
                    <a:pt x="31081" y="66699"/>
                    <a:pt x="31235" y="66632"/>
                    <a:pt x="31235" y="66545"/>
                  </a:cubicBezTo>
                  <a:cubicBezTo>
                    <a:pt x="31416" y="65608"/>
                    <a:pt x="31483" y="65025"/>
                    <a:pt x="31436" y="64804"/>
                  </a:cubicBezTo>
                  <a:cubicBezTo>
                    <a:pt x="31349" y="64087"/>
                    <a:pt x="30987" y="63646"/>
                    <a:pt x="30365" y="63465"/>
                  </a:cubicBezTo>
                  <a:cubicBezTo>
                    <a:pt x="3576" y="55696"/>
                    <a:pt x="-5486" y="38216"/>
                    <a:pt x="3174" y="11025"/>
                  </a:cubicBezTo>
                  <a:cubicBezTo>
                    <a:pt x="5056" y="5152"/>
                    <a:pt x="10192" y="932"/>
                    <a:pt x="16300" y="242"/>
                  </a:cubicBezTo>
                  <a:cubicBezTo>
                    <a:pt x="21705" y="-380"/>
                    <a:pt x="29540" y="196"/>
                    <a:pt x="39808" y="1984"/>
                  </a:cubicBezTo>
                  <a:cubicBezTo>
                    <a:pt x="48065" y="3457"/>
                    <a:pt x="52733" y="6986"/>
                    <a:pt x="53805" y="12565"/>
                  </a:cubicBezTo>
                  <a:cubicBezTo>
                    <a:pt x="57957" y="33642"/>
                    <a:pt x="53718" y="50224"/>
                    <a:pt x="41080" y="62326"/>
                  </a:cubicBezTo>
                  <a:cubicBezTo>
                    <a:pt x="39520" y="63846"/>
                    <a:pt x="39788" y="64851"/>
                    <a:pt x="41884" y="65340"/>
                  </a:cubicBezTo>
                  <a:close/>
                </a:path>
              </a:pathLst>
            </a:custGeom>
            <a:grpFill/>
            <a:ln w="6697"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1793F05B-C565-B085-05E1-8107375B9942}"/>
                </a:ext>
              </a:extLst>
            </p:cNvPr>
            <p:cNvSpPr/>
            <p:nvPr/>
          </p:nvSpPr>
          <p:spPr>
            <a:xfrm>
              <a:off x="5721577" y="2539300"/>
              <a:ext cx="179563" cy="109064"/>
            </a:xfrm>
            <a:custGeom>
              <a:avLst/>
              <a:gdLst>
                <a:gd name="connsiteX0" fmla="*/ 117877 w 179563"/>
                <a:gd name="connsiteY0" fmla="*/ 63123 h 109064"/>
                <a:gd name="connsiteX1" fmla="*/ 155114 w 179563"/>
                <a:gd name="connsiteY1" fmla="*/ 35 h 109064"/>
                <a:gd name="connsiteX2" fmla="*/ 163887 w 179563"/>
                <a:gd name="connsiteY2" fmla="*/ 58167 h 109064"/>
                <a:gd name="connsiteX3" fmla="*/ 117542 w 179563"/>
                <a:gd name="connsiteY3" fmla="*/ 95203 h 109064"/>
                <a:gd name="connsiteX4" fmla="*/ 3488 w 179563"/>
                <a:gd name="connsiteY4" fmla="*/ 48590 h 109064"/>
                <a:gd name="connsiteX5" fmla="*/ 25321 w 179563"/>
                <a:gd name="connsiteY5" fmla="*/ 7067 h 109064"/>
                <a:gd name="connsiteX6" fmla="*/ 45681 w 179563"/>
                <a:gd name="connsiteY6" fmla="*/ 70356 h 109064"/>
                <a:gd name="connsiteX7" fmla="*/ 48527 w 179563"/>
                <a:gd name="connsiteY7" fmla="*/ 76451 h 109064"/>
                <a:gd name="connsiteX8" fmla="*/ 51039 w 179563"/>
                <a:gd name="connsiteY8" fmla="*/ 76652 h 109064"/>
                <a:gd name="connsiteX9" fmla="*/ 78364 w 179563"/>
                <a:gd name="connsiteY9" fmla="*/ 71227 h 109064"/>
                <a:gd name="connsiteX10" fmla="*/ 94370 w 179563"/>
                <a:gd name="connsiteY10" fmla="*/ 66003 h 109064"/>
                <a:gd name="connsiteX11" fmla="*/ 114730 w 179563"/>
                <a:gd name="connsiteY11" fmla="*/ 66070 h 109064"/>
                <a:gd name="connsiteX12" fmla="*/ 117877 w 179563"/>
                <a:gd name="connsiteY12" fmla="*/ 63123 h 10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9563" h="109064">
                  <a:moveTo>
                    <a:pt x="117877" y="63123"/>
                  </a:moveTo>
                  <a:cubicBezTo>
                    <a:pt x="112118" y="32517"/>
                    <a:pt x="118614" y="-1238"/>
                    <a:pt x="155114" y="35"/>
                  </a:cubicBezTo>
                  <a:cubicBezTo>
                    <a:pt x="194695" y="1374"/>
                    <a:pt x="177483" y="40286"/>
                    <a:pt x="163887" y="58167"/>
                  </a:cubicBezTo>
                  <a:cubicBezTo>
                    <a:pt x="152502" y="73169"/>
                    <a:pt x="133482" y="81741"/>
                    <a:pt x="117542" y="95203"/>
                  </a:cubicBezTo>
                  <a:cubicBezTo>
                    <a:pt x="72604" y="133243"/>
                    <a:pt x="24919" y="84755"/>
                    <a:pt x="3488" y="48590"/>
                  </a:cubicBezTo>
                  <a:cubicBezTo>
                    <a:pt x="-5553" y="33320"/>
                    <a:pt x="3421" y="3451"/>
                    <a:pt x="25321" y="7067"/>
                  </a:cubicBezTo>
                  <a:cubicBezTo>
                    <a:pt x="55727" y="12023"/>
                    <a:pt x="53517" y="48389"/>
                    <a:pt x="45681" y="70356"/>
                  </a:cubicBezTo>
                  <a:cubicBezTo>
                    <a:pt x="44783" y="72827"/>
                    <a:pt x="46056" y="75553"/>
                    <a:pt x="48527" y="76451"/>
                  </a:cubicBezTo>
                  <a:cubicBezTo>
                    <a:pt x="49331" y="76739"/>
                    <a:pt x="50202" y="76812"/>
                    <a:pt x="51039" y="76652"/>
                  </a:cubicBezTo>
                  <a:cubicBezTo>
                    <a:pt x="53898" y="76116"/>
                    <a:pt x="63007" y="74308"/>
                    <a:pt x="78364" y="71227"/>
                  </a:cubicBezTo>
                  <a:cubicBezTo>
                    <a:pt x="78678" y="71180"/>
                    <a:pt x="84009" y="69439"/>
                    <a:pt x="94370" y="66003"/>
                  </a:cubicBezTo>
                  <a:cubicBezTo>
                    <a:pt x="100397" y="63994"/>
                    <a:pt x="107182" y="64014"/>
                    <a:pt x="114730" y="66070"/>
                  </a:cubicBezTo>
                  <a:cubicBezTo>
                    <a:pt x="117362" y="66787"/>
                    <a:pt x="118413" y="65802"/>
                    <a:pt x="117877" y="63123"/>
                  </a:cubicBezTo>
                  <a:close/>
                </a:path>
              </a:pathLst>
            </a:custGeom>
            <a:grpFill/>
            <a:ln w="6697"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F4C2279C-5CD0-6A4F-D40D-BB473219D2F2}"/>
                </a:ext>
              </a:extLst>
            </p:cNvPr>
            <p:cNvSpPr/>
            <p:nvPr/>
          </p:nvSpPr>
          <p:spPr>
            <a:xfrm>
              <a:off x="7015803" y="3300451"/>
              <a:ext cx="34231" cy="50420"/>
            </a:xfrm>
            <a:custGeom>
              <a:avLst/>
              <a:gdLst>
                <a:gd name="connsiteX0" fmla="*/ 6188 w 34231"/>
                <a:gd name="connsiteY0" fmla="*/ 2037 h 50420"/>
                <a:gd name="connsiteX1" fmla="*/ 8934 w 34231"/>
                <a:gd name="connsiteY1" fmla="*/ 28 h 50420"/>
                <a:gd name="connsiteX2" fmla="*/ 20989 w 34231"/>
                <a:gd name="connsiteY2" fmla="*/ 1702 h 50420"/>
                <a:gd name="connsiteX3" fmla="*/ 34115 w 34231"/>
                <a:gd name="connsiteY3" fmla="*/ 17240 h 50420"/>
                <a:gd name="connsiteX4" fmla="*/ 31035 w 34231"/>
                <a:gd name="connsiteY4" fmla="*/ 38872 h 50420"/>
                <a:gd name="connsiteX5" fmla="*/ 14184 w 34231"/>
                <a:gd name="connsiteY5" fmla="*/ 50258 h 50420"/>
                <a:gd name="connsiteX6" fmla="*/ 14158 w 34231"/>
                <a:gd name="connsiteY6" fmla="*/ 50258 h 50420"/>
                <a:gd name="connsiteX7" fmla="*/ 2103 w 34231"/>
                <a:gd name="connsiteY7" fmla="*/ 48583 h 50420"/>
                <a:gd name="connsiteX8" fmla="*/ 19 w 34231"/>
                <a:gd name="connsiteY8" fmla="*/ 45884 h 50420"/>
                <a:gd name="connsiteX9" fmla="*/ 26 w 34231"/>
                <a:gd name="connsiteY9" fmla="*/ 45837 h 50420"/>
                <a:gd name="connsiteX10" fmla="*/ 6188 w 34231"/>
                <a:gd name="connsiteY10" fmla="*/ 2037 h 50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231" h="50420">
                  <a:moveTo>
                    <a:pt x="6188" y="2037"/>
                  </a:moveTo>
                  <a:cubicBezTo>
                    <a:pt x="6395" y="725"/>
                    <a:pt x="7621" y="-173"/>
                    <a:pt x="8934" y="28"/>
                  </a:cubicBezTo>
                  <a:lnTo>
                    <a:pt x="20989" y="1702"/>
                  </a:lnTo>
                  <a:cubicBezTo>
                    <a:pt x="29260" y="2854"/>
                    <a:pt x="35140" y="9806"/>
                    <a:pt x="34115" y="17240"/>
                  </a:cubicBezTo>
                  <a:lnTo>
                    <a:pt x="31035" y="38872"/>
                  </a:lnTo>
                  <a:cubicBezTo>
                    <a:pt x="30010" y="46313"/>
                    <a:pt x="22462" y="51410"/>
                    <a:pt x="14184" y="50258"/>
                  </a:cubicBezTo>
                  <a:cubicBezTo>
                    <a:pt x="14171" y="50258"/>
                    <a:pt x="14164" y="50258"/>
                    <a:pt x="14158" y="50258"/>
                  </a:cubicBezTo>
                  <a:lnTo>
                    <a:pt x="2103" y="48583"/>
                  </a:lnTo>
                  <a:cubicBezTo>
                    <a:pt x="783" y="48416"/>
                    <a:pt x="-148" y="47204"/>
                    <a:pt x="19" y="45884"/>
                  </a:cubicBezTo>
                  <a:cubicBezTo>
                    <a:pt x="19" y="45871"/>
                    <a:pt x="26" y="45851"/>
                    <a:pt x="26" y="45837"/>
                  </a:cubicBezTo>
                  <a:lnTo>
                    <a:pt x="6188" y="2037"/>
                  </a:lnTo>
                  <a:close/>
                </a:path>
              </a:pathLst>
            </a:custGeom>
            <a:grpFill/>
            <a:ln w="6697"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7E7AD5F1-C027-9C98-415B-674EFB0A111D}"/>
                </a:ext>
              </a:extLst>
            </p:cNvPr>
            <p:cNvSpPr/>
            <p:nvPr/>
          </p:nvSpPr>
          <p:spPr>
            <a:xfrm>
              <a:off x="7093842" y="3303084"/>
              <a:ext cx="34585" cy="41372"/>
            </a:xfrm>
            <a:custGeom>
              <a:avLst/>
              <a:gdLst>
                <a:gd name="connsiteX0" fmla="*/ 1283 w 34585"/>
                <a:gd name="connsiteY0" fmla="*/ 7173 h 41372"/>
                <a:gd name="connsiteX1" fmla="*/ 9105 w 34585"/>
                <a:gd name="connsiteY1" fmla="*/ 7 h 41372"/>
                <a:gd name="connsiteX2" fmla="*/ 9119 w 34585"/>
                <a:gd name="connsiteY2" fmla="*/ 7 h 41372"/>
                <a:gd name="connsiteX3" fmla="*/ 10391 w 34585"/>
                <a:gd name="connsiteY3" fmla="*/ 74 h 41372"/>
                <a:gd name="connsiteX4" fmla="*/ 34568 w 34585"/>
                <a:gd name="connsiteY4" fmla="*/ 20735 h 41372"/>
                <a:gd name="connsiteX5" fmla="*/ 34568 w 34585"/>
                <a:gd name="connsiteY5" fmla="*/ 20769 h 41372"/>
                <a:gd name="connsiteX6" fmla="*/ 34434 w 34585"/>
                <a:gd name="connsiteY6" fmla="*/ 23046 h 41372"/>
                <a:gd name="connsiteX7" fmla="*/ 8456 w 34585"/>
                <a:gd name="connsiteY7" fmla="*/ 41336 h 41372"/>
                <a:gd name="connsiteX8" fmla="*/ 8382 w 34585"/>
                <a:gd name="connsiteY8" fmla="*/ 41329 h 41372"/>
                <a:gd name="connsiteX9" fmla="*/ 7110 w 34585"/>
                <a:gd name="connsiteY9" fmla="*/ 41262 h 41372"/>
                <a:gd name="connsiteX10" fmla="*/ 10 w 34585"/>
                <a:gd name="connsiteY10" fmla="*/ 33380 h 41372"/>
                <a:gd name="connsiteX11" fmla="*/ 10 w 34585"/>
                <a:gd name="connsiteY11" fmla="*/ 33360 h 41372"/>
                <a:gd name="connsiteX12" fmla="*/ 1283 w 34585"/>
                <a:gd name="connsiteY12" fmla="*/ 7173 h 41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585" h="41372">
                  <a:moveTo>
                    <a:pt x="1283" y="7173"/>
                  </a:moveTo>
                  <a:cubicBezTo>
                    <a:pt x="1464" y="3034"/>
                    <a:pt x="4967" y="-174"/>
                    <a:pt x="9105" y="7"/>
                  </a:cubicBezTo>
                  <a:cubicBezTo>
                    <a:pt x="9105" y="7"/>
                    <a:pt x="9112" y="7"/>
                    <a:pt x="9119" y="7"/>
                  </a:cubicBezTo>
                  <a:lnTo>
                    <a:pt x="10391" y="74"/>
                  </a:lnTo>
                  <a:cubicBezTo>
                    <a:pt x="24248" y="731"/>
                    <a:pt x="35071" y="9979"/>
                    <a:pt x="34568" y="20735"/>
                  </a:cubicBezTo>
                  <a:cubicBezTo>
                    <a:pt x="34568" y="20749"/>
                    <a:pt x="34568" y="20755"/>
                    <a:pt x="34568" y="20769"/>
                  </a:cubicBezTo>
                  <a:lnTo>
                    <a:pt x="34434" y="23046"/>
                  </a:lnTo>
                  <a:cubicBezTo>
                    <a:pt x="33939" y="33795"/>
                    <a:pt x="22306" y="41986"/>
                    <a:pt x="8456" y="41336"/>
                  </a:cubicBezTo>
                  <a:cubicBezTo>
                    <a:pt x="8429" y="41329"/>
                    <a:pt x="8409" y="41329"/>
                    <a:pt x="8382" y="41329"/>
                  </a:cubicBezTo>
                  <a:lnTo>
                    <a:pt x="7110" y="41262"/>
                  </a:lnTo>
                  <a:cubicBezTo>
                    <a:pt x="2971" y="41048"/>
                    <a:pt x="-204" y="37519"/>
                    <a:pt x="10" y="33380"/>
                  </a:cubicBezTo>
                  <a:cubicBezTo>
                    <a:pt x="10" y="33373"/>
                    <a:pt x="10" y="33366"/>
                    <a:pt x="10" y="33360"/>
                  </a:cubicBezTo>
                  <a:lnTo>
                    <a:pt x="1283" y="7173"/>
                  </a:lnTo>
                  <a:close/>
                </a:path>
              </a:pathLst>
            </a:custGeom>
            <a:grpFill/>
            <a:ln w="6697"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66E2234D-06D5-2C82-178D-D3E766329B35}"/>
                </a:ext>
              </a:extLst>
            </p:cNvPr>
            <p:cNvSpPr/>
            <p:nvPr/>
          </p:nvSpPr>
          <p:spPr>
            <a:xfrm>
              <a:off x="6949651" y="3310867"/>
              <a:ext cx="24130" cy="35586"/>
            </a:xfrm>
            <a:custGeom>
              <a:avLst/>
              <a:gdLst>
                <a:gd name="connsiteX0" fmla="*/ 20838 w 24130"/>
                <a:gd name="connsiteY0" fmla="*/ 34617 h 35586"/>
                <a:gd name="connsiteX1" fmla="*/ 1683 w 24130"/>
                <a:gd name="connsiteY1" fmla="*/ 31805 h 35586"/>
                <a:gd name="connsiteX2" fmla="*/ 210 w 24130"/>
                <a:gd name="connsiteY2" fmla="*/ 26447 h 35586"/>
                <a:gd name="connsiteX3" fmla="*/ 5166 w 24130"/>
                <a:gd name="connsiteY3" fmla="*/ 6288 h 35586"/>
                <a:gd name="connsiteX4" fmla="*/ 9921 w 24130"/>
                <a:gd name="connsiteY4" fmla="*/ 729 h 35586"/>
                <a:gd name="connsiteX5" fmla="*/ 16953 w 24130"/>
                <a:gd name="connsiteY5" fmla="*/ 1600 h 35586"/>
                <a:gd name="connsiteX6" fmla="*/ 18694 w 24130"/>
                <a:gd name="connsiteY6" fmla="*/ 6087 h 35586"/>
                <a:gd name="connsiteX7" fmla="*/ 23650 w 24130"/>
                <a:gd name="connsiteY7" fmla="*/ 29260 h 35586"/>
                <a:gd name="connsiteX8" fmla="*/ 20838 w 24130"/>
                <a:gd name="connsiteY8" fmla="*/ 34617 h 3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30" h="35586">
                  <a:moveTo>
                    <a:pt x="20838" y="34617"/>
                  </a:moveTo>
                  <a:cubicBezTo>
                    <a:pt x="11816" y="36539"/>
                    <a:pt x="5434" y="35602"/>
                    <a:pt x="1683" y="31805"/>
                  </a:cubicBezTo>
                  <a:cubicBezTo>
                    <a:pt x="163" y="30284"/>
                    <a:pt x="-326" y="28503"/>
                    <a:pt x="210" y="26447"/>
                  </a:cubicBezTo>
                  <a:lnTo>
                    <a:pt x="5166" y="6288"/>
                  </a:lnTo>
                  <a:cubicBezTo>
                    <a:pt x="5836" y="3656"/>
                    <a:pt x="7423" y="1801"/>
                    <a:pt x="9921" y="729"/>
                  </a:cubicBezTo>
                  <a:cubicBezTo>
                    <a:pt x="12734" y="-476"/>
                    <a:pt x="15078" y="-188"/>
                    <a:pt x="16953" y="1600"/>
                  </a:cubicBezTo>
                  <a:cubicBezTo>
                    <a:pt x="17978" y="2538"/>
                    <a:pt x="18561" y="4031"/>
                    <a:pt x="18694" y="6087"/>
                  </a:cubicBezTo>
                  <a:cubicBezTo>
                    <a:pt x="19183" y="14479"/>
                    <a:pt x="20838" y="22207"/>
                    <a:pt x="23650" y="29260"/>
                  </a:cubicBezTo>
                  <a:cubicBezTo>
                    <a:pt x="24809" y="32160"/>
                    <a:pt x="23871" y="33948"/>
                    <a:pt x="20838" y="34617"/>
                  </a:cubicBezTo>
                  <a:close/>
                </a:path>
              </a:pathLst>
            </a:custGeom>
            <a:grpFill/>
            <a:ln w="6697"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19F7EBFD-23DE-2365-3364-37B1C05C6148}"/>
                </a:ext>
              </a:extLst>
            </p:cNvPr>
            <p:cNvSpPr/>
            <p:nvPr/>
          </p:nvSpPr>
          <p:spPr>
            <a:xfrm rot="48000">
              <a:off x="6213095" y="4089819"/>
              <a:ext cx="177209" cy="70723"/>
            </a:xfrm>
            <a:custGeom>
              <a:avLst/>
              <a:gdLst>
                <a:gd name="connsiteX0" fmla="*/ 151675 w 177209"/>
                <a:gd name="connsiteY0" fmla="*/ 616 h 70723"/>
                <a:gd name="connsiteX1" fmla="*/ 177995 w 177209"/>
                <a:gd name="connsiteY1" fmla="*/ 616 h 70723"/>
                <a:gd name="connsiteX2" fmla="*/ 177995 w 177209"/>
                <a:gd name="connsiteY2" fmla="*/ 71339 h 70723"/>
                <a:gd name="connsiteX3" fmla="*/ 151675 w 177209"/>
                <a:gd name="connsiteY3" fmla="*/ 71339 h 70723"/>
                <a:gd name="connsiteX4" fmla="*/ 27106 w 177209"/>
                <a:gd name="connsiteY4" fmla="*/ 71339 h 70723"/>
                <a:gd name="connsiteX5" fmla="*/ 785 w 177209"/>
                <a:gd name="connsiteY5" fmla="*/ 71339 h 70723"/>
                <a:gd name="connsiteX6" fmla="*/ 785 w 177209"/>
                <a:gd name="connsiteY6" fmla="*/ 616 h 70723"/>
                <a:gd name="connsiteX7" fmla="*/ 27106 w 177209"/>
                <a:gd name="connsiteY7" fmla="*/ 616 h 70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209" h="70723">
                  <a:moveTo>
                    <a:pt x="151675" y="616"/>
                  </a:moveTo>
                  <a:cubicBezTo>
                    <a:pt x="166211" y="616"/>
                    <a:pt x="177995" y="616"/>
                    <a:pt x="177995" y="616"/>
                  </a:cubicBezTo>
                  <a:lnTo>
                    <a:pt x="177995" y="71339"/>
                  </a:lnTo>
                  <a:cubicBezTo>
                    <a:pt x="177995" y="71339"/>
                    <a:pt x="166211" y="71339"/>
                    <a:pt x="151675" y="71339"/>
                  </a:cubicBezTo>
                  <a:lnTo>
                    <a:pt x="27106" y="71339"/>
                  </a:lnTo>
                  <a:cubicBezTo>
                    <a:pt x="12569" y="71339"/>
                    <a:pt x="785" y="71339"/>
                    <a:pt x="785" y="71339"/>
                  </a:cubicBezTo>
                  <a:lnTo>
                    <a:pt x="785" y="616"/>
                  </a:lnTo>
                  <a:cubicBezTo>
                    <a:pt x="785" y="616"/>
                    <a:pt x="12569" y="616"/>
                    <a:pt x="27106" y="616"/>
                  </a:cubicBezTo>
                  <a:close/>
                </a:path>
              </a:pathLst>
            </a:custGeom>
            <a:grpFill/>
            <a:ln w="6697" cap="flat">
              <a:noFill/>
              <a:prstDash val="solid"/>
              <a:miter/>
            </a:ln>
          </p:spPr>
          <p:txBody>
            <a:bodyPr rtlCol="0" anchor="ctr"/>
            <a:lstStyle/>
            <a:p>
              <a:endParaRPr lang="en-US" dirty="0"/>
            </a:p>
          </p:txBody>
        </p:sp>
      </p:grpSp>
      <p:grpSp>
        <p:nvGrpSpPr>
          <p:cNvPr id="255" name="Baby4" descr="{&quot;Key&quot;:&quot;POWER_USER_SHAPE_ICON&quot;,&quot;Value&quot;:&quot;POWER_USER_SHAPE_ICON_STYLE_1&quot;}">
            <a:extLst>
              <a:ext uri="{FF2B5EF4-FFF2-40B4-BE49-F238E27FC236}">
                <a16:creationId xmlns:a16="http://schemas.microsoft.com/office/drawing/2014/main" id="{53A4B3B8-F041-5AC8-92BE-B163E90CB5F5}"/>
              </a:ext>
            </a:extLst>
          </p:cNvPr>
          <p:cNvGrpSpPr>
            <a:grpSpLocks noChangeAspect="1"/>
          </p:cNvGrpSpPr>
          <p:nvPr/>
        </p:nvGrpSpPr>
        <p:grpSpPr>
          <a:xfrm>
            <a:off x="875955" y="5645049"/>
            <a:ext cx="297330" cy="323162"/>
            <a:chOff x="3062465" y="2113272"/>
            <a:chExt cx="1887583" cy="2051580"/>
          </a:xfrm>
          <a:solidFill>
            <a:srgbClr val="A6A6A6"/>
          </a:solidFill>
        </p:grpSpPr>
        <p:sp>
          <p:nvSpPr>
            <p:cNvPr id="256" name="Free-form: Shape 255">
              <a:extLst>
                <a:ext uri="{FF2B5EF4-FFF2-40B4-BE49-F238E27FC236}">
                  <a16:creationId xmlns:a16="http://schemas.microsoft.com/office/drawing/2014/main" id="{C476F340-4618-FED6-20FA-5D335FED82A3}"/>
                </a:ext>
              </a:extLst>
            </p:cNvPr>
            <p:cNvSpPr/>
            <p:nvPr/>
          </p:nvSpPr>
          <p:spPr>
            <a:xfrm>
              <a:off x="3810860" y="2113272"/>
              <a:ext cx="1081575" cy="1000534"/>
            </a:xfrm>
            <a:custGeom>
              <a:avLst/>
              <a:gdLst>
                <a:gd name="connsiteX0" fmla="*/ 532961 w 1081575"/>
                <a:gd name="connsiteY0" fmla="*/ 113703 h 1000534"/>
                <a:gd name="connsiteX1" fmla="*/ 538352 w 1081575"/>
                <a:gd name="connsiteY1" fmla="*/ 113997 h 1000534"/>
                <a:gd name="connsiteX2" fmla="*/ 538453 w 1081575"/>
                <a:gd name="connsiteY2" fmla="*/ 113903 h 1000534"/>
                <a:gd name="connsiteX3" fmla="*/ 617012 w 1081575"/>
                <a:gd name="connsiteY3" fmla="*/ 44453 h 1000534"/>
                <a:gd name="connsiteX4" fmla="*/ 971766 w 1081575"/>
                <a:gd name="connsiteY4" fmla="*/ 67692 h 1000534"/>
                <a:gd name="connsiteX5" fmla="*/ 1062916 w 1081575"/>
                <a:gd name="connsiteY5" fmla="*/ 195878 h 1000534"/>
                <a:gd name="connsiteX6" fmla="*/ 1020321 w 1081575"/>
                <a:gd name="connsiteY6" fmla="*/ 534358 h 1000534"/>
                <a:gd name="connsiteX7" fmla="*/ 968886 w 1081575"/>
                <a:gd name="connsiteY7" fmla="*/ 595169 h 1000534"/>
                <a:gd name="connsiteX8" fmla="*/ 833601 w 1081575"/>
                <a:gd name="connsiteY8" fmla="*/ 725565 h 1000534"/>
                <a:gd name="connsiteX9" fmla="*/ 742652 w 1081575"/>
                <a:gd name="connsiteY9" fmla="*/ 823680 h 1000534"/>
                <a:gd name="connsiteX10" fmla="*/ 545351 w 1081575"/>
                <a:gd name="connsiteY10" fmla="*/ 997005 h 1000534"/>
                <a:gd name="connsiteX11" fmla="*/ 523786 w 1081575"/>
                <a:gd name="connsiteY11" fmla="*/ 997072 h 1000534"/>
                <a:gd name="connsiteX12" fmla="*/ 406918 w 1081575"/>
                <a:gd name="connsiteY12" fmla="*/ 896412 h 1000534"/>
                <a:gd name="connsiteX13" fmla="*/ 266946 w 1081575"/>
                <a:gd name="connsiteY13" fmla="*/ 772379 h 1000534"/>
                <a:gd name="connsiteX14" fmla="*/ 106814 w 1081575"/>
                <a:gd name="connsiteY14" fmla="*/ 594700 h 1000534"/>
                <a:gd name="connsiteX15" fmla="*/ 5016 w 1081575"/>
                <a:gd name="connsiteY15" fmla="*/ 380053 h 1000534"/>
                <a:gd name="connsiteX16" fmla="*/ 33010 w 1081575"/>
                <a:gd name="connsiteY16" fmla="*/ 173442 h 1000534"/>
                <a:gd name="connsiteX17" fmla="*/ 285095 w 1081575"/>
                <a:gd name="connsiteY17" fmla="*/ 4537 h 1000534"/>
                <a:gd name="connsiteX18" fmla="*/ 532961 w 1081575"/>
                <a:gd name="connsiteY18" fmla="*/ 113703 h 1000534"/>
                <a:gd name="connsiteX19" fmla="*/ 526867 w 1081575"/>
                <a:gd name="connsiteY19" fmla="*/ 214095 h 1000534"/>
                <a:gd name="connsiteX20" fmla="*/ 518093 w 1081575"/>
                <a:gd name="connsiteY20" fmla="*/ 206661 h 1000534"/>
                <a:gd name="connsiteX21" fmla="*/ 449513 w 1081575"/>
                <a:gd name="connsiteY21" fmla="*/ 135469 h 1000534"/>
                <a:gd name="connsiteX22" fmla="*/ 194749 w 1081575"/>
                <a:gd name="connsiteY22" fmla="*/ 101581 h 1000534"/>
                <a:gd name="connsiteX23" fmla="*/ 80092 w 1081575"/>
                <a:gd name="connsiteY23" fmla="*/ 321988 h 1000534"/>
                <a:gd name="connsiteX24" fmla="*/ 86454 w 1081575"/>
                <a:gd name="connsiteY24" fmla="*/ 328953 h 1000534"/>
                <a:gd name="connsiteX25" fmla="*/ 192338 w 1081575"/>
                <a:gd name="connsiteY25" fmla="*/ 343285 h 1000534"/>
                <a:gd name="connsiteX26" fmla="*/ 308201 w 1081575"/>
                <a:gd name="connsiteY26" fmla="*/ 339066 h 1000534"/>
                <a:gd name="connsiteX27" fmla="*/ 393658 w 1081575"/>
                <a:gd name="connsiteY27" fmla="*/ 296404 h 1000534"/>
                <a:gd name="connsiteX28" fmla="*/ 565443 w 1081575"/>
                <a:gd name="connsiteY28" fmla="*/ 298547 h 1000534"/>
                <a:gd name="connsiteX29" fmla="*/ 629335 w 1081575"/>
                <a:gd name="connsiteY29" fmla="*/ 365118 h 1000534"/>
                <a:gd name="connsiteX30" fmla="*/ 635630 w 1081575"/>
                <a:gd name="connsiteY30" fmla="*/ 368534 h 1000534"/>
                <a:gd name="connsiteX31" fmla="*/ 832195 w 1081575"/>
                <a:gd name="connsiteY31" fmla="*/ 355608 h 1000534"/>
                <a:gd name="connsiteX32" fmla="*/ 977392 w 1081575"/>
                <a:gd name="connsiteY32" fmla="*/ 324399 h 1000534"/>
                <a:gd name="connsiteX33" fmla="*/ 991389 w 1081575"/>
                <a:gd name="connsiteY33" fmla="*/ 317433 h 1000534"/>
                <a:gd name="connsiteX34" fmla="*/ 995139 w 1081575"/>
                <a:gd name="connsiteY34" fmla="*/ 312344 h 1000534"/>
                <a:gd name="connsiteX35" fmla="*/ 964332 w 1081575"/>
                <a:gd name="connsiteY35" fmla="*/ 177662 h 1000534"/>
                <a:gd name="connsiteX36" fmla="*/ 915777 w 1081575"/>
                <a:gd name="connsiteY36" fmla="*/ 119194 h 1000534"/>
                <a:gd name="connsiteX37" fmla="*/ 627326 w 1081575"/>
                <a:gd name="connsiteY37" fmla="*/ 130446 h 1000534"/>
                <a:gd name="connsiteX38" fmla="*/ 566380 w 1081575"/>
                <a:gd name="connsiteY38" fmla="*/ 194539 h 1000534"/>
                <a:gd name="connsiteX39" fmla="*/ 543543 w 1081575"/>
                <a:gd name="connsiteY39" fmla="*/ 214430 h 1000534"/>
                <a:gd name="connsiteX40" fmla="*/ 526867 w 1081575"/>
                <a:gd name="connsiteY40" fmla="*/ 214095 h 1000534"/>
                <a:gd name="connsiteX41" fmla="*/ 445294 w 1081575"/>
                <a:gd name="connsiteY41" fmla="*/ 421107 h 1000534"/>
                <a:gd name="connsiteX42" fmla="*/ 457282 w 1081575"/>
                <a:gd name="connsiteY42" fmla="*/ 407177 h 1000534"/>
                <a:gd name="connsiteX43" fmla="*/ 461434 w 1081575"/>
                <a:gd name="connsiteY43" fmla="*/ 402690 h 1000534"/>
                <a:gd name="connsiteX44" fmla="*/ 493849 w 1081575"/>
                <a:gd name="connsiteY44" fmla="*/ 399073 h 1000534"/>
                <a:gd name="connsiteX45" fmla="*/ 498437 w 1081575"/>
                <a:gd name="connsiteY45" fmla="*/ 407465 h 1000534"/>
                <a:gd name="connsiteX46" fmla="*/ 497064 w 1081575"/>
                <a:gd name="connsiteY46" fmla="*/ 409990 h 1000534"/>
                <a:gd name="connsiteX47" fmla="*/ 493045 w 1081575"/>
                <a:gd name="connsiteY47" fmla="*/ 414678 h 1000534"/>
                <a:gd name="connsiteX48" fmla="*/ 491572 w 1081575"/>
                <a:gd name="connsiteY48" fmla="*/ 419232 h 1000534"/>
                <a:gd name="connsiteX49" fmla="*/ 525862 w 1081575"/>
                <a:gd name="connsiteY49" fmla="*/ 456067 h 1000534"/>
                <a:gd name="connsiteX50" fmla="*/ 632348 w 1081575"/>
                <a:gd name="connsiteY50" fmla="*/ 534827 h 1000534"/>
                <a:gd name="connsiteX51" fmla="*/ 699455 w 1081575"/>
                <a:gd name="connsiteY51" fmla="*/ 603474 h 1000534"/>
                <a:gd name="connsiteX52" fmla="*/ 704478 w 1081575"/>
                <a:gd name="connsiteY52" fmla="*/ 615529 h 1000534"/>
                <a:gd name="connsiteX53" fmla="*/ 681238 w 1081575"/>
                <a:gd name="connsiteY53" fmla="*/ 647542 h 1000534"/>
                <a:gd name="connsiteX54" fmla="*/ 620896 w 1081575"/>
                <a:gd name="connsiteY54" fmla="*/ 698307 h 1000534"/>
                <a:gd name="connsiteX55" fmla="*/ 621164 w 1081575"/>
                <a:gd name="connsiteY55" fmla="*/ 725766 h 1000534"/>
                <a:gd name="connsiteX56" fmla="*/ 621700 w 1081575"/>
                <a:gd name="connsiteY56" fmla="*/ 726369 h 1000534"/>
                <a:gd name="connsiteX57" fmla="*/ 649226 w 1081575"/>
                <a:gd name="connsiteY57" fmla="*/ 728512 h 1000534"/>
                <a:gd name="connsiteX58" fmla="*/ 735553 w 1081575"/>
                <a:gd name="connsiteY58" fmla="*/ 674465 h 1000534"/>
                <a:gd name="connsiteX59" fmla="*/ 813309 w 1081575"/>
                <a:gd name="connsiteY59" fmla="*/ 604612 h 1000534"/>
                <a:gd name="connsiteX60" fmla="*/ 871240 w 1081575"/>
                <a:gd name="connsiteY60" fmla="*/ 561281 h 1000534"/>
                <a:gd name="connsiteX61" fmla="*/ 958505 w 1081575"/>
                <a:gd name="connsiteY61" fmla="*/ 506162 h 1000534"/>
                <a:gd name="connsiteX62" fmla="*/ 996814 w 1081575"/>
                <a:gd name="connsiteY62" fmla="*/ 387018 h 1000534"/>
                <a:gd name="connsiteX63" fmla="*/ 994135 w 1081575"/>
                <a:gd name="connsiteY63" fmla="*/ 385612 h 1000534"/>
                <a:gd name="connsiteX64" fmla="*/ 981678 w 1081575"/>
                <a:gd name="connsiteY64" fmla="*/ 393514 h 1000534"/>
                <a:gd name="connsiteX65" fmla="*/ 919862 w 1081575"/>
                <a:gd name="connsiteY65" fmla="*/ 410927 h 1000534"/>
                <a:gd name="connsiteX66" fmla="*/ 624446 w 1081575"/>
                <a:gd name="connsiteY66" fmla="*/ 419366 h 1000534"/>
                <a:gd name="connsiteX67" fmla="*/ 565443 w 1081575"/>
                <a:gd name="connsiteY67" fmla="*/ 430684 h 1000534"/>
                <a:gd name="connsiteX68" fmla="*/ 539859 w 1081575"/>
                <a:gd name="connsiteY68" fmla="*/ 431756 h 1000534"/>
                <a:gd name="connsiteX69" fmla="*/ 531494 w 1081575"/>
                <a:gd name="connsiteY69" fmla="*/ 419004 h 1000534"/>
                <a:gd name="connsiteX70" fmla="*/ 533899 w 1081575"/>
                <a:gd name="connsiteY70" fmla="*/ 414142 h 1000534"/>
                <a:gd name="connsiteX71" fmla="*/ 563166 w 1081575"/>
                <a:gd name="connsiteY71" fmla="*/ 380254 h 1000534"/>
                <a:gd name="connsiteX72" fmla="*/ 562101 w 1081575"/>
                <a:gd name="connsiteY72" fmla="*/ 365895 h 1000534"/>
                <a:gd name="connsiteX73" fmla="*/ 561893 w 1081575"/>
                <a:gd name="connsiteY73" fmla="*/ 365721 h 1000534"/>
                <a:gd name="connsiteX74" fmla="*/ 401159 w 1081575"/>
                <a:gd name="connsiteY74" fmla="*/ 369404 h 1000534"/>
                <a:gd name="connsiteX75" fmla="*/ 292931 w 1081575"/>
                <a:gd name="connsiteY75" fmla="*/ 417223 h 1000534"/>
                <a:gd name="connsiteX76" fmla="*/ 86120 w 1081575"/>
                <a:gd name="connsiteY76" fmla="*/ 397935 h 1000534"/>
                <a:gd name="connsiteX77" fmla="*/ 84579 w 1081575"/>
                <a:gd name="connsiteY77" fmla="*/ 400346 h 1000534"/>
                <a:gd name="connsiteX78" fmla="*/ 116793 w 1081575"/>
                <a:gd name="connsiteY78" fmla="*/ 466849 h 1000534"/>
                <a:gd name="connsiteX79" fmla="*/ 168161 w 1081575"/>
                <a:gd name="connsiteY79" fmla="*/ 538309 h 1000534"/>
                <a:gd name="connsiteX80" fmla="*/ 254422 w 1081575"/>
                <a:gd name="connsiteY80" fmla="*/ 545341 h 1000534"/>
                <a:gd name="connsiteX81" fmla="*/ 344500 w 1081575"/>
                <a:gd name="connsiteY81" fmla="*/ 592289 h 1000534"/>
                <a:gd name="connsiteX82" fmla="*/ 376245 w 1081575"/>
                <a:gd name="connsiteY82" fmla="*/ 614524 h 1000534"/>
                <a:gd name="connsiteX83" fmla="*/ 510123 w 1081575"/>
                <a:gd name="connsiteY83" fmla="*/ 709692 h 1000534"/>
                <a:gd name="connsiteX84" fmla="*/ 528474 w 1081575"/>
                <a:gd name="connsiteY84" fmla="*/ 706277 h 1000534"/>
                <a:gd name="connsiteX85" fmla="*/ 539658 w 1081575"/>
                <a:gd name="connsiteY85" fmla="*/ 693351 h 1000534"/>
                <a:gd name="connsiteX86" fmla="*/ 535975 w 1081575"/>
                <a:gd name="connsiteY86" fmla="*/ 678885 h 1000534"/>
                <a:gd name="connsiteX87" fmla="*/ 484540 w 1081575"/>
                <a:gd name="connsiteY87" fmla="*/ 648479 h 1000534"/>
                <a:gd name="connsiteX88" fmla="*/ 401829 w 1081575"/>
                <a:gd name="connsiteY88" fmla="*/ 589343 h 1000534"/>
                <a:gd name="connsiteX89" fmla="*/ 385755 w 1081575"/>
                <a:gd name="connsiteY89" fmla="*/ 541792 h 1000534"/>
                <a:gd name="connsiteX90" fmla="*/ 400958 w 1081575"/>
                <a:gd name="connsiteY90" fmla="*/ 531880 h 1000534"/>
                <a:gd name="connsiteX91" fmla="*/ 431899 w 1081575"/>
                <a:gd name="connsiteY91" fmla="*/ 542060 h 1000534"/>
                <a:gd name="connsiteX92" fmla="*/ 534970 w 1081575"/>
                <a:gd name="connsiteY92" fmla="*/ 608162 h 1000534"/>
                <a:gd name="connsiteX93" fmla="*/ 564036 w 1081575"/>
                <a:gd name="connsiteY93" fmla="*/ 641916 h 1000534"/>
                <a:gd name="connsiteX94" fmla="*/ 569327 w 1081575"/>
                <a:gd name="connsiteY94" fmla="*/ 645332 h 1000534"/>
                <a:gd name="connsiteX95" fmla="*/ 618150 w 1081575"/>
                <a:gd name="connsiteY95" fmla="*/ 632004 h 1000534"/>
                <a:gd name="connsiteX96" fmla="*/ 609980 w 1081575"/>
                <a:gd name="connsiteY96" fmla="*/ 606688 h 1000534"/>
                <a:gd name="connsiteX97" fmla="*/ 553924 w 1081575"/>
                <a:gd name="connsiteY97" fmla="*/ 561951 h 1000534"/>
                <a:gd name="connsiteX98" fmla="*/ 467328 w 1081575"/>
                <a:gd name="connsiteY98" fmla="*/ 514534 h 1000534"/>
                <a:gd name="connsiteX99" fmla="*/ 428015 w 1081575"/>
                <a:gd name="connsiteY99" fmla="*/ 452852 h 1000534"/>
                <a:gd name="connsiteX100" fmla="*/ 440874 w 1081575"/>
                <a:gd name="connsiteY100" fmla="*/ 429077 h 1000534"/>
                <a:gd name="connsiteX101" fmla="*/ 442213 w 1081575"/>
                <a:gd name="connsiteY101" fmla="*/ 425728 h 1000534"/>
                <a:gd name="connsiteX102" fmla="*/ 445294 w 1081575"/>
                <a:gd name="connsiteY102" fmla="*/ 421107 h 1000534"/>
                <a:gd name="connsiteX103" fmla="*/ 643332 w 1081575"/>
                <a:gd name="connsiteY103" fmla="*/ 798766 h 1000534"/>
                <a:gd name="connsiteX104" fmla="*/ 568925 w 1081575"/>
                <a:gd name="connsiteY104" fmla="*/ 750479 h 1000534"/>
                <a:gd name="connsiteX105" fmla="*/ 560627 w 1081575"/>
                <a:gd name="connsiteY105" fmla="*/ 747518 h 1000534"/>
                <a:gd name="connsiteX106" fmla="*/ 560219 w 1081575"/>
                <a:gd name="connsiteY106" fmla="*/ 747733 h 1000534"/>
                <a:gd name="connsiteX107" fmla="*/ 480320 w 1081575"/>
                <a:gd name="connsiteY107" fmla="*/ 767825 h 1000534"/>
                <a:gd name="connsiteX108" fmla="*/ 341754 w 1081575"/>
                <a:gd name="connsiteY108" fmla="*/ 676809 h 1000534"/>
                <a:gd name="connsiteX109" fmla="*/ 231517 w 1081575"/>
                <a:gd name="connsiteY109" fmla="*/ 621288 h 1000534"/>
                <a:gd name="connsiteX110" fmla="*/ 228744 w 1081575"/>
                <a:gd name="connsiteY110" fmla="*/ 624530 h 1000534"/>
                <a:gd name="connsiteX111" fmla="*/ 229575 w 1081575"/>
                <a:gd name="connsiteY111" fmla="*/ 626378 h 1000534"/>
                <a:gd name="connsiteX112" fmla="*/ 488491 w 1081575"/>
                <a:gd name="connsiteY112" fmla="*/ 868485 h 1000534"/>
                <a:gd name="connsiteX113" fmla="*/ 534435 w 1081575"/>
                <a:gd name="connsiteY113" fmla="*/ 911883 h 1000534"/>
                <a:gd name="connsiteX114" fmla="*/ 542002 w 1081575"/>
                <a:gd name="connsiteY114" fmla="*/ 911816 h 1000534"/>
                <a:gd name="connsiteX115" fmla="*/ 628397 w 1081575"/>
                <a:gd name="connsiteY115" fmla="*/ 833190 h 1000534"/>
                <a:gd name="connsiteX116" fmla="*/ 669652 w 1081575"/>
                <a:gd name="connsiteY116" fmla="*/ 794279 h 1000534"/>
                <a:gd name="connsiteX117" fmla="*/ 668715 w 1081575"/>
                <a:gd name="connsiteY117" fmla="*/ 790796 h 1000534"/>
                <a:gd name="connsiteX118" fmla="*/ 643332 w 1081575"/>
                <a:gd name="connsiteY118" fmla="*/ 798766 h 1000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081575" h="1000534">
                  <a:moveTo>
                    <a:pt x="532961" y="113703"/>
                  </a:moveTo>
                  <a:cubicBezTo>
                    <a:pt x="534367" y="115270"/>
                    <a:pt x="536779" y="115404"/>
                    <a:pt x="538352" y="113997"/>
                  </a:cubicBezTo>
                  <a:cubicBezTo>
                    <a:pt x="538386" y="113964"/>
                    <a:pt x="538419" y="113937"/>
                    <a:pt x="538453" y="113903"/>
                  </a:cubicBezTo>
                  <a:cubicBezTo>
                    <a:pt x="565175" y="87315"/>
                    <a:pt x="590089" y="61464"/>
                    <a:pt x="617012" y="44453"/>
                  </a:cubicBezTo>
                  <a:cubicBezTo>
                    <a:pt x="718542" y="-19707"/>
                    <a:pt x="880683" y="-16492"/>
                    <a:pt x="971766" y="67692"/>
                  </a:cubicBezTo>
                  <a:cubicBezTo>
                    <a:pt x="1011815" y="104748"/>
                    <a:pt x="1042201" y="147477"/>
                    <a:pt x="1062916" y="195878"/>
                  </a:cubicBezTo>
                  <a:cubicBezTo>
                    <a:pt x="1106716" y="298212"/>
                    <a:pt x="1065528" y="440529"/>
                    <a:pt x="1020321" y="534358"/>
                  </a:cubicBezTo>
                  <a:cubicBezTo>
                    <a:pt x="1010610" y="554450"/>
                    <a:pt x="990786" y="576953"/>
                    <a:pt x="968886" y="595169"/>
                  </a:cubicBezTo>
                  <a:cubicBezTo>
                    <a:pt x="923747" y="632587"/>
                    <a:pt x="878654" y="676052"/>
                    <a:pt x="833601" y="725565"/>
                  </a:cubicBezTo>
                  <a:cubicBezTo>
                    <a:pt x="783640" y="780436"/>
                    <a:pt x="753321" y="813145"/>
                    <a:pt x="742652" y="823680"/>
                  </a:cubicBezTo>
                  <a:cubicBezTo>
                    <a:pt x="680569" y="884960"/>
                    <a:pt x="614601" y="946776"/>
                    <a:pt x="545351" y="997005"/>
                  </a:cubicBezTo>
                  <a:cubicBezTo>
                    <a:pt x="538948" y="1001686"/>
                    <a:pt x="530249" y="1001713"/>
                    <a:pt x="523786" y="997072"/>
                  </a:cubicBezTo>
                  <a:cubicBezTo>
                    <a:pt x="484942" y="969077"/>
                    <a:pt x="433908" y="920054"/>
                    <a:pt x="406918" y="896412"/>
                  </a:cubicBezTo>
                  <a:cubicBezTo>
                    <a:pt x="323558" y="823412"/>
                    <a:pt x="276905" y="782070"/>
                    <a:pt x="266946" y="772379"/>
                  </a:cubicBezTo>
                  <a:cubicBezTo>
                    <a:pt x="221002" y="727842"/>
                    <a:pt x="166956" y="655846"/>
                    <a:pt x="106814" y="594700"/>
                  </a:cubicBezTo>
                  <a:cubicBezTo>
                    <a:pt x="47878" y="534760"/>
                    <a:pt x="18477" y="460085"/>
                    <a:pt x="5016" y="380053"/>
                  </a:cubicBezTo>
                  <a:cubicBezTo>
                    <a:pt x="-6906" y="308928"/>
                    <a:pt x="2424" y="240060"/>
                    <a:pt x="33010" y="173442"/>
                  </a:cubicBezTo>
                  <a:cubicBezTo>
                    <a:pt x="81833" y="66956"/>
                    <a:pt x="169500" y="7618"/>
                    <a:pt x="285095" y="4537"/>
                  </a:cubicBezTo>
                  <a:cubicBezTo>
                    <a:pt x="383411" y="1858"/>
                    <a:pt x="466035" y="38244"/>
                    <a:pt x="532961" y="113703"/>
                  </a:cubicBezTo>
                  <a:close/>
                  <a:moveTo>
                    <a:pt x="526867" y="214095"/>
                  </a:moveTo>
                  <a:cubicBezTo>
                    <a:pt x="524007" y="212266"/>
                    <a:pt x="521087" y="209788"/>
                    <a:pt x="518093" y="206661"/>
                  </a:cubicBezTo>
                  <a:cubicBezTo>
                    <a:pt x="474561" y="161340"/>
                    <a:pt x="451703" y="137612"/>
                    <a:pt x="449513" y="135469"/>
                  </a:cubicBezTo>
                  <a:cubicBezTo>
                    <a:pt x="382942" y="70706"/>
                    <a:pt x="273375" y="59790"/>
                    <a:pt x="194749" y="101581"/>
                  </a:cubicBezTo>
                  <a:cubicBezTo>
                    <a:pt x="113980" y="144577"/>
                    <a:pt x="74466" y="232043"/>
                    <a:pt x="80092" y="321988"/>
                  </a:cubicBezTo>
                  <a:cubicBezTo>
                    <a:pt x="80279" y="325530"/>
                    <a:pt x="82945" y="328444"/>
                    <a:pt x="86454" y="328953"/>
                  </a:cubicBezTo>
                  <a:cubicBezTo>
                    <a:pt x="132217" y="335603"/>
                    <a:pt x="167511" y="340385"/>
                    <a:pt x="192338" y="343285"/>
                  </a:cubicBezTo>
                  <a:cubicBezTo>
                    <a:pt x="227298" y="347303"/>
                    <a:pt x="280072" y="353331"/>
                    <a:pt x="308201" y="339066"/>
                  </a:cubicBezTo>
                  <a:cubicBezTo>
                    <a:pt x="347266" y="319242"/>
                    <a:pt x="375756" y="305023"/>
                    <a:pt x="393658" y="296404"/>
                  </a:cubicBezTo>
                  <a:cubicBezTo>
                    <a:pt x="451703" y="268456"/>
                    <a:pt x="508965" y="269166"/>
                    <a:pt x="565443" y="298547"/>
                  </a:cubicBezTo>
                  <a:cubicBezTo>
                    <a:pt x="594107" y="313462"/>
                    <a:pt x="615404" y="335650"/>
                    <a:pt x="629335" y="365118"/>
                  </a:cubicBezTo>
                  <a:cubicBezTo>
                    <a:pt x="630487" y="367482"/>
                    <a:pt x="633018" y="368855"/>
                    <a:pt x="635630" y="368534"/>
                  </a:cubicBezTo>
                  <a:cubicBezTo>
                    <a:pt x="699857" y="360765"/>
                    <a:pt x="767901" y="359626"/>
                    <a:pt x="832195" y="355608"/>
                  </a:cubicBezTo>
                  <a:cubicBezTo>
                    <a:pt x="850324" y="354489"/>
                    <a:pt x="898719" y="344089"/>
                    <a:pt x="977392" y="324399"/>
                  </a:cubicBezTo>
                  <a:cubicBezTo>
                    <a:pt x="980292" y="323642"/>
                    <a:pt x="984960" y="321318"/>
                    <a:pt x="991389" y="317433"/>
                  </a:cubicBezTo>
                  <a:cubicBezTo>
                    <a:pt x="993231" y="316315"/>
                    <a:pt x="994577" y="314487"/>
                    <a:pt x="995139" y="312344"/>
                  </a:cubicBezTo>
                  <a:cubicBezTo>
                    <a:pt x="1006257" y="268142"/>
                    <a:pt x="988576" y="212755"/>
                    <a:pt x="964332" y="177662"/>
                  </a:cubicBezTo>
                  <a:cubicBezTo>
                    <a:pt x="942720" y="146406"/>
                    <a:pt x="926539" y="126916"/>
                    <a:pt x="915777" y="119194"/>
                  </a:cubicBezTo>
                  <a:cubicBezTo>
                    <a:pt x="822417" y="52490"/>
                    <a:pt x="715261" y="61732"/>
                    <a:pt x="627326" y="130446"/>
                  </a:cubicBezTo>
                  <a:cubicBezTo>
                    <a:pt x="605091" y="147792"/>
                    <a:pt x="586137" y="171768"/>
                    <a:pt x="566380" y="194539"/>
                  </a:cubicBezTo>
                  <a:cubicBezTo>
                    <a:pt x="558926" y="203111"/>
                    <a:pt x="551312" y="209741"/>
                    <a:pt x="543543" y="214430"/>
                  </a:cubicBezTo>
                  <a:cubicBezTo>
                    <a:pt x="538372" y="217497"/>
                    <a:pt x="531910" y="217370"/>
                    <a:pt x="526867" y="214095"/>
                  </a:cubicBezTo>
                  <a:close/>
                  <a:moveTo>
                    <a:pt x="445294" y="421107"/>
                  </a:moveTo>
                  <a:cubicBezTo>
                    <a:pt x="450384" y="417939"/>
                    <a:pt x="454382" y="413291"/>
                    <a:pt x="457282" y="407177"/>
                  </a:cubicBezTo>
                  <a:cubicBezTo>
                    <a:pt x="458220" y="405255"/>
                    <a:pt x="459606" y="403761"/>
                    <a:pt x="461434" y="402690"/>
                  </a:cubicBezTo>
                  <a:cubicBezTo>
                    <a:pt x="471567" y="396977"/>
                    <a:pt x="482377" y="395771"/>
                    <a:pt x="493849" y="399073"/>
                  </a:cubicBezTo>
                  <a:cubicBezTo>
                    <a:pt x="497432" y="400125"/>
                    <a:pt x="499488" y="403882"/>
                    <a:pt x="498437" y="407465"/>
                  </a:cubicBezTo>
                  <a:cubicBezTo>
                    <a:pt x="498169" y="408396"/>
                    <a:pt x="497700" y="409260"/>
                    <a:pt x="497064" y="409990"/>
                  </a:cubicBezTo>
                  <a:lnTo>
                    <a:pt x="493045" y="414678"/>
                  </a:lnTo>
                  <a:cubicBezTo>
                    <a:pt x="491887" y="415970"/>
                    <a:pt x="491391" y="417491"/>
                    <a:pt x="491572" y="419232"/>
                  </a:cubicBezTo>
                  <a:cubicBezTo>
                    <a:pt x="492978" y="432425"/>
                    <a:pt x="516888" y="450508"/>
                    <a:pt x="525862" y="456067"/>
                  </a:cubicBezTo>
                  <a:cubicBezTo>
                    <a:pt x="567050" y="481584"/>
                    <a:pt x="597991" y="500671"/>
                    <a:pt x="632348" y="534827"/>
                  </a:cubicBezTo>
                  <a:cubicBezTo>
                    <a:pt x="651637" y="554048"/>
                    <a:pt x="680100" y="573872"/>
                    <a:pt x="699455" y="603474"/>
                  </a:cubicBezTo>
                  <a:cubicBezTo>
                    <a:pt x="703206" y="609146"/>
                    <a:pt x="704880" y="613165"/>
                    <a:pt x="704478" y="615529"/>
                  </a:cubicBezTo>
                  <a:cubicBezTo>
                    <a:pt x="702536" y="626780"/>
                    <a:pt x="690748" y="639505"/>
                    <a:pt x="681238" y="647542"/>
                  </a:cubicBezTo>
                  <a:cubicBezTo>
                    <a:pt x="645924" y="677057"/>
                    <a:pt x="625805" y="693974"/>
                    <a:pt x="620896" y="698307"/>
                  </a:cubicBezTo>
                  <a:cubicBezTo>
                    <a:pt x="611165" y="706833"/>
                    <a:pt x="611252" y="715988"/>
                    <a:pt x="621164" y="725766"/>
                  </a:cubicBezTo>
                  <a:cubicBezTo>
                    <a:pt x="621345" y="725947"/>
                    <a:pt x="621519" y="726148"/>
                    <a:pt x="621700" y="726369"/>
                  </a:cubicBezTo>
                  <a:cubicBezTo>
                    <a:pt x="629020" y="734760"/>
                    <a:pt x="638195" y="735477"/>
                    <a:pt x="649226" y="728512"/>
                  </a:cubicBezTo>
                  <a:cubicBezTo>
                    <a:pt x="692135" y="701368"/>
                    <a:pt x="720907" y="683352"/>
                    <a:pt x="735553" y="674465"/>
                  </a:cubicBezTo>
                  <a:cubicBezTo>
                    <a:pt x="768638" y="654373"/>
                    <a:pt x="788060" y="635219"/>
                    <a:pt x="813309" y="604612"/>
                  </a:cubicBezTo>
                  <a:cubicBezTo>
                    <a:pt x="830119" y="584186"/>
                    <a:pt x="850613" y="569318"/>
                    <a:pt x="871240" y="561281"/>
                  </a:cubicBezTo>
                  <a:cubicBezTo>
                    <a:pt x="907338" y="547150"/>
                    <a:pt x="943637" y="536166"/>
                    <a:pt x="958505" y="506162"/>
                  </a:cubicBezTo>
                  <a:cubicBezTo>
                    <a:pt x="974800" y="473393"/>
                    <a:pt x="987571" y="433678"/>
                    <a:pt x="996814" y="387018"/>
                  </a:cubicBezTo>
                  <a:cubicBezTo>
                    <a:pt x="997530" y="383355"/>
                    <a:pt x="996633" y="382886"/>
                    <a:pt x="994135" y="385612"/>
                  </a:cubicBezTo>
                  <a:cubicBezTo>
                    <a:pt x="990451" y="389630"/>
                    <a:pt x="987839" y="391572"/>
                    <a:pt x="981678" y="393514"/>
                  </a:cubicBezTo>
                  <a:cubicBezTo>
                    <a:pt x="947924" y="404096"/>
                    <a:pt x="927316" y="409903"/>
                    <a:pt x="919862" y="410927"/>
                  </a:cubicBezTo>
                  <a:cubicBezTo>
                    <a:pt x="822082" y="424255"/>
                    <a:pt x="721221" y="421308"/>
                    <a:pt x="624446" y="419366"/>
                  </a:cubicBezTo>
                  <a:cubicBezTo>
                    <a:pt x="603282" y="418964"/>
                    <a:pt x="582454" y="426733"/>
                    <a:pt x="565443" y="430684"/>
                  </a:cubicBezTo>
                  <a:cubicBezTo>
                    <a:pt x="555933" y="432915"/>
                    <a:pt x="547407" y="433276"/>
                    <a:pt x="539859" y="431756"/>
                  </a:cubicBezTo>
                  <a:cubicBezTo>
                    <a:pt x="534026" y="430544"/>
                    <a:pt x="530282" y="424837"/>
                    <a:pt x="531494" y="419004"/>
                  </a:cubicBezTo>
                  <a:cubicBezTo>
                    <a:pt x="531869" y="417209"/>
                    <a:pt x="532693" y="415535"/>
                    <a:pt x="533899" y="414142"/>
                  </a:cubicBezTo>
                  <a:lnTo>
                    <a:pt x="563166" y="380254"/>
                  </a:lnTo>
                  <a:cubicBezTo>
                    <a:pt x="566836" y="375994"/>
                    <a:pt x="566360" y="369565"/>
                    <a:pt x="562101" y="365895"/>
                  </a:cubicBezTo>
                  <a:cubicBezTo>
                    <a:pt x="562034" y="365835"/>
                    <a:pt x="561967" y="365781"/>
                    <a:pt x="561893" y="365721"/>
                  </a:cubicBezTo>
                  <a:cubicBezTo>
                    <a:pt x="516419" y="328618"/>
                    <a:pt x="445227" y="338999"/>
                    <a:pt x="401159" y="369404"/>
                  </a:cubicBezTo>
                  <a:cubicBezTo>
                    <a:pt x="359971" y="397868"/>
                    <a:pt x="334722" y="417290"/>
                    <a:pt x="292931" y="417223"/>
                  </a:cubicBezTo>
                  <a:cubicBezTo>
                    <a:pt x="223146" y="417089"/>
                    <a:pt x="154211" y="410659"/>
                    <a:pt x="86120" y="397935"/>
                  </a:cubicBezTo>
                  <a:cubicBezTo>
                    <a:pt x="83708" y="397486"/>
                    <a:pt x="83193" y="398290"/>
                    <a:pt x="84579" y="400346"/>
                  </a:cubicBezTo>
                  <a:cubicBezTo>
                    <a:pt x="98061" y="419815"/>
                    <a:pt x="108803" y="441982"/>
                    <a:pt x="116793" y="466849"/>
                  </a:cubicBezTo>
                  <a:cubicBezTo>
                    <a:pt x="124763" y="491495"/>
                    <a:pt x="138090" y="536300"/>
                    <a:pt x="168161" y="538309"/>
                  </a:cubicBezTo>
                  <a:cubicBezTo>
                    <a:pt x="207722" y="540901"/>
                    <a:pt x="236473" y="543245"/>
                    <a:pt x="254422" y="545341"/>
                  </a:cubicBezTo>
                  <a:cubicBezTo>
                    <a:pt x="296615" y="550431"/>
                    <a:pt x="312152" y="575613"/>
                    <a:pt x="344500" y="592289"/>
                  </a:cubicBezTo>
                  <a:cubicBezTo>
                    <a:pt x="356421" y="598451"/>
                    <a:pt x="367003" y="605865"/>
                    <a:pt x="376245" y="614524"/>
                  </a:cubicBezTo>
                  <a:cubicBezTo>
                    <a:pt x="416074" y="651895"/>
                    <a:pt x="460698" y="683620"/>
                    <a:pt x="510123" y="709692"/>
                  </a:cubicBezTo>
                  <a:cubicBezTo>
                    <a:pt x="517176" y="713396"/>
                    <a:pt x="523297" y="712257"/>
                    <a:pt x="528474" y="706277"/>
                  </a:cubicBezTo>
                  <a:lnTo>
                    <a:pt x="539658" y="693351"/>
                  </a:lnTo>
                  <a:cubicBezTo>
                    <a:pt x="545331" y="686788"/>
                    <a:pt x="544099" y="681966"/>
                    <a:pt x="535975" y="678885"/>
                  </a:cubicBezTo>
                  <a:cubicBezTo>
                    <a:pt x="522533" y="673842"/>
                    <a:pt x="505388" y="663702"/>
                    <a:pt x="484540" y="648479"/>
                  </a:cubicBezTo>
                  <a:cubicBezTo>
                    <a:pt x="441188" y="616821"/>
                    <a:pt x="413616" y="597111"/>
                    <a:pt x="401829" y="589343"/>
                  </a:cubicBezTo>
                  <a:cubicBezTo>
                    <a:pt x="384061" y="577555"/>
                    <a:pt x="378703" y="561703"/>
                    <a:pt x="385755" y="541792"/>
                  </a:cubicBezTo>
                  <a:cubicBezTo>
                    <a:pt x="388005" y="535436"/>
                    <a:pt x="394234" y="531371"/>
                    <a:pt x="400958" y="531880"/>
                  </a:cubicBezTo>
                  <a:cubicBezTo>
                    <a:pt x="411761" y="532731"/>
                    <a:pt x="422074" y="536119"/>
                    <a:pt x="431899" y="542060"/>
                  </a:cubicBezTo>
                  <a:cubicBezTo>
                    <a:pt x="468111" y="563893"/>
                    <a:pt x="502468" y="585927"/>
                    <a:pt x="534970" y="608162"/>
                  </a:cubicBezTo>
                  <a:cubicBezTo>
                    <a:pt x="540241" y="611731"/>
                    <a:pt x="549925" y="622983"/>
                    <a:pt x="564036" y="641916"/>
                  </a:cubicBezTo>
                  <a:cubicBezTo>
                    <a:pt x="565329" y="643684"/>
                    <a:pt x="567218" y="644903"/>
                    <a:pt x="569327" y="645332"/>
                  </a:cubicBezTo>
                  <a:cubicBezTo>
                    <a:pt x="584530" y="648613"/>
                    <a:pt x="607234" y="645198"/>
                    <a:pt x="618150" y="632004"/>
                  </a:cubicBezTo>
                  <a:cubicBezTo>
                    <a:pt x="624848" y="623833"/>
                    <a:pt x="616409" y="611711"/>
                    <a:pt x="609980" y="606688"/>
                  </a:cubicBezTo>
                  <a:cubicBezTo>
                    <a:pt x="591180" y="592041"/>
                    <a:pt x="572495" y="577133"/>
                    <a:pt x="553924" y="561951"/>
                  </a:cubicBezTo>
                  <a:cubicBezTo>
                    <a:pt x="527737" y="540586"/>
                    <a:pt x="502555" y="530406"/>
                    <a:pt x="467328" y="514534"/>
                  </a:cubicBezTo>
                  <a:cubicBezTo>
                    <a:pt x="436654" y="500604"/>
                    <a:pt x="419844" y="488549"/>
                    <a:pt x="428015" y="452852"/>
                  </a:cubicBezTo>
                  <a:cubicBezTo>
                    <a:pt x="430607" y="441514"/>
                    <a:pt x="434893" y="433584"/>
                    <a:pt x="440874" y="429077"/>
                  </a:cubicBezTo>
                  <a:cubicBezTo>
                    <a:pt x="441456" y="428675"/>
                    <a:pt x="441898" y="427557"/>
                    <a:pt x="442213" y="425728"/>
                  </a:cubicBezTo>
                  <a:cubicBezTo>
                    <a:pt x="442528" y="423719"/>
                    <a:pt x="443553" y="422179"/>
                    <a:pt x="445294" y="421107"/>
                  </a:cubicBezTo>
                  <a:close/>
                  <a:moveTo>
                    <a:pt x="643332" y="798766"/>
                  </a:moveTo>
                  <a:cubicBezTo>
                    <a:pt x="609511" y="812495"/>
                    <a:pt x="581516" y="777000"/>
                    <a:pt x="568925" y="750479"/>
                  </a:cubicBezTo>
                  <a:cubicBezTo>
                    <a:pt x="567452" y="747371"/>
                    <a:pt x="563735" y="746045"/>
                    <a:pt x="560627" y="747518"/>
                  </a:cubicBezTo>
                  <a:cubicBezTo>
                    <a:pt x="560487" y="747585"/>
                    <a:pt x="560353" y="747659"/>
                    <a:pt x="560219" y="747733"/>
                  </a:cubicBezTo>
                  <a:cubicBezTo>
                    <a:pt x="531153" y="764476"/>
                    <a:pt x="523049" y="794547"/>
                    <a:pt x="480320" y="767825"/>
                  </a:cubicBezTo>
                  <a:cubicBezTo>
                    <a:pt x="435670" y="739877"/>
                    <a:pt x="389486" y="709538"/>
                    <a:pt x="341754" y="676809"/>
                  </a:cubicBezTo>
                  <a:cubicBezTo>
                    <a:pt x="300097" y="648278"/>
                    <a:pt x="284158" y="616466"/>
                    <a:pt x="231517" y="621288"/>
                  </a:cubicBezTo>
                  <a:cubicBezTo>
                    <a:pt x="229856" y="621416"/>
                    <a:pt x="228617" y="622869"/>
                    <a:pt x="228744" y="624530"/>
                  </a:cubicBezTo>
                  <a:cubicBezTo>
                    <a:pt x="228798" y="625220"/>
                    <a:pt x="229093" y="625876"/>
                    <a:pt x="229575" y="626378"/>
                  </a:cubicBezTo>
                  <a:cubicBezTo>
                    <a:pt x="310297" y="712505"/>
                    <a:pt x="396605" y="793207"/>
                    <a:pt x="488491" y="868485"/>
                  </a:cubicBezTo>
                  <a:cubicBezTo>
                    <a:pt x="504565" y="881678"/>
                    <a:pt x="521107" y="899292"/>
                    <a:pt x="534435" y="911883"/>
                  </a:cubicBezTo>
                  <a:cubicBezTo>
                    <a:pt x="536557" y="913912"/>
                    <a:pt x="539913" y="913885"/>
                    <a:pt x="542002" y="911816"/>
                  </a:cubicBezTo>
                  <a:cubicBezTo>
                    <a:pt x="570934" y="882750"/>
                    <a:pt x="600871" y="859175"/>
                    <a:pt x="628397" y="833190"/>
                  </a:cubicBezTo>
                  <a:cubicBezTo>
                    <a:pt x="655005" y="808142"/>
                    <a:pt x="668762" y="795170"/>
                    <a:pt x="669652" y="794279"/>
                  </a:cubicBezTo>
                  <a:cubicBezTo>
                    <a:pt x="672599" y="791198"/>
                    <a:pt x="672284" y="790039"/>
                    <a:pt x="668715" y="790796"/>
                  </a:cubicBezTo>
                  <a:cubicBezTo>
                    <a:pt x="660859" y="792450"/>
                    <a:pt x="652393" y="795103"/>
                    <a:pt x="643332" y="798766"/>
                  </a:cubicBezTo>
                  <a:close/>
                </a:path>
              </a:pathLst>
            </a:custGeom>
            <a:grpFill/>
            <a:ln w="6697"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83E1A7A-CE55-C489-4224-89DFA20CCBCE}"/>
                </a:ext>
              </a:extLst>
            </p:cNvPr>
            <p:cNvSpPr/>
            <p:nvPr/>
          </p:nvSpPr>
          <p:spPr>
            <a:xfrm>
              <a:off x="3062465" y="2407356"/>
              <a:ext cx="1887583" cy="1757496"/>
            </a:xfrm>
            <a:custGeom>
              <a:avLst/>
              <a:gdLst>
                <a:gd name="connsiteX0" fmla="*/ 213477 w 1887583"/>
                <a:gd name="connsiteY0" fmla="*/ 911607 h 1757496"/>
                <a:gd name="connsiteX1" fmla="*/ 106991 w 1887583"/>
                <a:gd name="connsiteY1" fmla="*/ 998203 h 1757496"/>
                <a:gd name="connsiteX2" fmla="*/ 1843 w 1887583"/>
                <a:gd name="connsiteY2" fmla="*/ 887698 h 1757496"/>
                <a:gd name="connsiteX3" fmla="*/ 38076 w 1887583"/>
                <a:gd name="connsiteY3" fmla="*/ 811014 h 1757496"/>
                <a:gd name="connsiteX4" fmla="*/ 104981 w 1887583"/>
                <a:gd name="connsiteY4" fmla="*/ 683632 h 1757496"/>
                <a:gd name="connsiteX5" fmla="*/ 169744 w 1887583"/>
                <a:gd name="connsiteY5" fmla="*/ 553839 h 1757496"/>
                <a:gd name="connsiteX6" fmla="*/ 347021 w 1887583"/>
                <a:gd name="connsiteY6" fmla="*/ 397994 h 1757496"/>
                <a:gd name="connsiteX7" fmla="*/ 348990 w 1887583"/>
                <a:gd name="connsiteY7" fmla="*/ 394431 h 1757496"/>
                <a:gd name="connsiteX8" fmla="*/ 348092 w 1887583"/>
                <a:gd name="connsiteY8" fmla="*/ 393038 h 1757496"/>
                <a:gd name="connsiteX9" fmla="*/ 268997 w 1887583"/>
                <a:gd name="connsiteY9" fmla="*/ 244894 h 1757496"/>
                <a:gd name="connsiteX10" fmla="*/ 275360 w 1887583"/>
                <a:gd name="connsiteY10" fmla="*/ 142962 h 1757496"/>
                <a:gd name="connsiteX11" fmla="*/ 606741 w 1887583"/>
                <a:gd name="connsiteY11" fmla="*/ 32926 h 1757496"/>
                <a:gd name="connsiteX12" fmla="*/ 698895 w 1887583"/>
                <a:gd name="connsiteY12" fmla="*/ 235250 h 1757496"/>
                <a:gd name="connsiteX13" fmla="*/ 623819 w 1887583"/>
                <a:gd name="connsiteY13" fmla="*/ 394779 h 1757496"/>
                <a:gd name="connsiteX14" fmla="*/ 623879 w 1887583"/>
                <a:gd name="connsiteY14" fmla="*/ 402146 h 1757496"/>
                <a:gd name="connsiteX15" fmla="*/ 626363 w 1887583"/>
                <a:gd name="connsiteY15" fmla="*/ 403486 h 1757496"/>
                <a:gd name="connsiteX16" fmla="*/ 751268 w 1887583"/>
                <a:gd name="connsiteY16" fmla="*/ 489546 h 1757496"/>
                <a:gd name="connsiteX17" fmla="*/ 798014 w 1887583"/>
                <a:gd name="connsiteY17" fmla="*/ 562680 h 1757496"/>
                <a:gd name="connsiteX18" fmla="*/ 916824 w 1887583"/>
                <a:gd name="connsiteY18" fmla="*/ 769625 h 1757496"/>
                <a:gd name="connsiteX19" fmla="*/ 947364 w 1887583"/>
                <a:gd name="connsiteY19" fmla="*/ 812756 h 1757496"/>
                <a:gd name="connsiteX20" fmla="*/ 980850 w 1887583"/>
                <a:gd name="connsiteY20" fmla="*/ 844166 h 1757496"/>
                <a:gd name="connsiteX21" fmla="*/ 1011322 w 1887583"/>
                <a:gd name="connsiteY21" fmla="*/ 875978 h 1757496"/>
                <a:gd name="connsiteX22" fmla="*/ 1112987 w 1887583"/>
                <a:gd name="connsiteY22" fmla="*/ 1031488 h 1757496"/>
                <a:gd name="connsiteX23" fmla="*/ 1116001 w 1887583"/>
                <a:gd name="connsiteY23" fmla="*/ 1030551 h 1757496"/>
                <a:gd name="connsiteX24" fmla="*/ 1196770 w 1887583"/>
                <a:gd name="connsiteY24" fmla="*/ 856690 h 1757496"/>
                <a:gd name="connsiteX25" fmla="*/ 1413091 w 1887583"/>
                <a:gd name="connsiteY25" fmla="*/ 850059 h 1757496"/>
                <a:gd name="connsiteX26" fmla="*/ 1505983 w 1887583"/>
                <a:gd name="connsiteY26" fmla="*/ 1039190 h 1757496"/>
                <a:gd name="connsiteX27" fmla="*/ 1507643 w 1887583"/>
                <a:gd name="connsiteY27" fmla="*/ 1041132 h 1757496"/>
                <a:gd name="connsiteX28" fmla="*/ 1508929 w 1887583"/>
                <a:gd name="connsiteY28" fmla="*/ 1040730 h 1757496"/>
                <a:gd name="connsiteX29" fmla="*/ 1543085 w 1887583"/>
                <a:gd name="connsiteY29" fmla="*/ 1006240 h 1757496"/>
                <a:gd name="connsiteX30" fmla="*/ 1612670 w 1887583"/>
                <a:gd name="connsiteY30" fmla="*/ 902298 h 1757496"/>
                <a:gd name="connsiteX31" fmla="*/ 1649237 w 1887583"/>
                <a:gd name="connsiteY31" fmla="*/ 856087 h 1757496"/>
                <a:gd name="connsiteX32" fmla="*/ 1771931 w 1887583"/>
                <a:gd name="connsiteY32" fmla="*/ 860306 h 1757496"/>
                <a:gd name="connsiteX33" fmla="*/ 1793764 w 1887583"/>
                <a:gd name="connsiteY33" fmla="*/ 976370 h 1757496"/>
                <a:gd name="connsiteX34" fmla="*/ 1676830 w 1887583"/>
                <a:gd name="connsiteY34" fmla="*/ 1183516 h 1757496"/>
                <a:gd name="connsiteX35" fmla="*/ 1538732 w 1887583"/>
                <a:gd name="connsiteY35" fmla="*/ 1311903 h 1757496"/>
                <a:gd name="connsiteX36" fmla="*/ 1536589 w 1887583"/>
                <a:gd name="connsiteY36" fmla="*/ 1316591 h 1757496"/>
                <a:gd name="connsiteX37" fmla="*/ 1540340 w 1887583"/>
                <a:gd name="connsiteY37" fmla="*/ 1401579 h 1757496"/>
                <a:gd name="connsiteX38" fmla="*/ 1548490 w 1887583"/>
                <a:gd name="connsiteY38" fmla="*/ 1409020 h 1757496"/>
                <a:gd name="connsiteX39" fmla="*/ 1548577 w 1887583"/>
                <a:gd name="connsiteY39" fmla="*/ 1409013 h 1757496"/>
                <a:gd name="connsiteX40" fmla="*/ 1670066 w 1887583"/>
                <a:gd name="connsiteY40" fmla="*/ 1426024 h 1757496"/>
                <a:gd name="connsiteX41" fmla="*/ 1749696 w 1887583"/>
                <a:gd name="connsiteY41" fmla="*/ 1504114 h 1757496"/>
                <a:gd name="connsiteX42" fmla="*/ 1738110 w 1887583"/>
                <a:gd name="connsiteY42" fmla="*/ 1633505 h 1757496"/>
                <a:gd name="connsiteX43" fmla="*/ 1714602 w 1887583"/>
                <a:gd name="connsiteY43" fmla="*/ 1678243 h 1757496"/>
                <a:gd name="connsiteX44" fmla="*/ 1716692 w 1887583"/>
                <a:gd name="connsiteY44" fmla="*/ 1684733 h 1757496"/>
                <a:gd name="connsiteX45" fmla="*/ 1719625 w 1887583"/>
                <a:gd name="connsiteY45" fmla="*/ 1685209 h 1757496"/>
                <a:gd name="connsiteX46" fmla="*/ 1858727 w 1887583"/>
                <a:gd name="connsiteY46" fmla="*/ 1683266 h 1757496"/>
                <a:gd name="connsiteX47" fmla="*/ 1887392 w 1887583"/>
                <a:gd name="connsiteY47" fmla="*/ 1716485 h 1757496"/>
                <a:gd name="connsiteX48" fmla="*/ 1887258 w 1887583"/>
                <a:gd name="connsiteY48" fmla="*/ 1717690 h 1757496"/>
                <a:gd name="connsiteX49" fmla="*/ 1854374 w 1887583"/>
                <a:gd name="connsiteY49" fmla="*/ 1748900 h 1757496"/>
                <a:gd name="connsiteX50" fmla="*/ 1743869 w 1887583"/>
                <a:gd name="connsiteY50" fmla="*/ 1745082 h 1757496"/>
                <a:gd name="connsiteX51" fmla="*/ 1661225 w 1887583"/>
                <a:gd name="connsiteY51" fmla="*/ 1740930 h 1757496"/>
                <a:gd name="connsiteX52" fmla="*/ 1495535 w 1887583"/>
                <a:gd name="connsiteY52" fmla="*/ 1733630 h 1757496"/>
                <a:gd name="connsiteX53" fmla="*/ 1142254 w 1887583"/>
                <a:gd name="connsiteY53" fmla="*/ 1730482 h 1757496"/>
                <a:gd name="connsiteX54" fmla="*/ 986275 w 1887583"/>
                <a:gd name="connsiteY54" fmla="*/ 1732089 h 1757496"/>
                <a:gd name="connsiteX55" fmla="*/ 953659 w 1887583"/>
                <a:gd name="connsiteY55" fmla="*/ 1724454 h 1757496"/>
                <a:gd name="connsiteX56" fmla="*/ 947698 w 1887583"/>
                <a:gd name="connsiteY56" fmla="*/ 1725057 h 1757496"/>
                <a:gd name="connsiteX57" fmla="*/ 938791 w 1887583"/>
                <a:gd name="connsiteY57" fmla="*/ 1734701 h 1757496"/>
                <a:gd name="connsiteX58" fmla="*/ 929482 w 1887583"/>
                <a:gd name="connsiteY58" fmla="*/ 1743609 h 1757496"/>
                <a:gd name="connsiteX59" fmla="*/ 860567 w 1887583"/>
                <a:gd name="connsiteY59" fmla="*/ 1756668 h 1757496"/>
                <a:gd name="connsiteX60" fmla="*/ 827951 w 1887583"/>
                <a:gd name="connsiteY60" fmla="*/ 1692174 h 1757496"/>
                <a:gd name="connsiteX61" fmla="*/ 844225 w 1887583"/>
                <a:gd name="connsiteY61" fmla="*/ 1683400 h 1757496"/>
                <a:gd name="connsiteX62" fmla="*/ 940867 w 1887583"/>
                <a:gd name="connsiteY62" fmla="*/ 1689160 h 1757496"/>
                <a:gd name="connsiteX63" fmla="*/ 943814 w 1887583"/>
                <a:gd name="connsiteY63" fmla="*/ 1686012 h 1757496"/>
                <a:gd name="connsiteX64" fmla="*/ 934974 w 1887583"/>
                <a:gd name="connsiteY64" fmla="*/ 1666121 h 1757496"/>
                <a:gd name="connsiteX65" fmla="*/ 893585 w 1887583"/>
                <a:gd name="connsiteY65" fmla="*/ 1575038 h 1757496"/>
                <a:gd name="connsiteX66" fmla="*/ 1096579 w 1887583"/>
                <a:gd name="connsiteY66" fmla="*/ 1415510 h 1757496"/>
                <a:gd name="connsiteX67" fmla="*/ 1099927 w 1887583"/>
                <a:gd name="connsiteY67" fmla="*/ 1413032 h 1757496"/>
                <a:gd name="connsiteX68" fmla="*/ 1109035 w 1887583"/>
                <a:gd name="connsiteY68" fmla="*/ 1320877 h 1757496"/>
                <a:gd name="connsiteX69" fmla="*/ 1104147 w 1887583"/>
                <a:gd name="connsiteY69" fmla="*/ 1309894 h 1757496"/>
                <a:gd name="connsiteX70" fmla="*/ 857352 w 1887583"/>
                <a:gd name="connsiteY70" fmla="*/ 1008383 h 1757496"/>
                <a:gd name="connsiteX71" fmla="*/ 851191 w 1887583"/>
                <a:gd name="connsiteY71" fmla="*/ 998002 h 1757496"/>
                <a:gd name="connsiteX72" fmla="*/ 804176 w 1887583"/>
                <a:gd name="connsiteY72" fmla="*/ 955140 h 1757496"/>
                <a:gd name="connsiteX73" fmla="*/ 756491 w 1887583"/>
                <a:gd name="connsiteY73" fmla="*/ 901494 h 1757496"/>
                <a:gd name="connsiteX74" fmla="*/ 745910 w 1887583"/>
                <a:gd name="connsiteY74" fmla="*/ 905781 h 1757496"/>
                <a:gd name="connsiteX75" fmla="*/ 751937 w 1887583"/>
                <a:gd name="connsiteY75" fmla="*/ 942348 h 1757496"/>
                <a:gd name="connsiteX76" fmla="*/ 802703 w 1887583"/>
                <a:gd name="connsiteY76" fmla="*/ 1162286 h 1757496"/>
                <a:gd name="connsiteX77" fmla="*/ 830496 w 1887583"/>
                <a:gd name="connsiteY77" fmla="*/ 1267701 h 1757496"/>
                <a:gd name="connsiteX78" fmla="*/ 834180 w 1887583"/>
                <a:gd name="connsiteY78" fmla="*/ 1296499 h 1757496"/>
                <a:gd name="connsiteX79" fmla="*/ 832103 w 1887583"/>
                <a:gd name="connsiteY79" fmla="*/ 1302527 h 1757496"/>
                <a:gd name="connsiteX80" fmla="*/ 689117 w 1887583"/>
                <a:gd name="connsiteY80" fmla="*/ 1326168 h 1757496"/>
                <a:gd name="connsiteX81" fmla="*/ 683893 w 1887583"/>
                <a:gd name="connsiteY81" fmla="*/ 1331459 h 1757496"/>
                <a:gd name="connsiteX82" fmla="*/ 682353 w 1887583"/>
                <a:gd name="connsiteY82" fmla="*/ 1606047 h 1757496"/>
                <a:gd name="connsiteX83" fmla="*/ 670030 w 1887583"/>
                <a:gd name="connsiteY83" fmla="*/ 1671814 h 1757496"/>
                <a:gd name="connsiteX84" fmla="*/ 673874 w 1887583"/>
                <a:gd name="connsiteY84" fmla="*/ 1678344 h 1757496"/>
                <a:gd name="connsiteX85" fmla="*/ 675455 w 1887583"/>
                <a:gd name="connsiteY85" fmla="*/ 1678511 h 1757496"/>
                <a:gd name="connsiteX86" fmla="*/ 724211 w 1887583"/>
                <a:gd name="connsiteY86" fmla="*/ 1682998 h 1757496"/>
                <a:gd name="connsiteX87" fmla="*/ 739012 w 1887583"/>
                <a:gd name="connsiteY87" fmla="*/ 1704765 h 1757496"/>
                <a:gd name="connsiteX88" fmla="*/ 727559 w 1887583"/>
                <a:gd name="connsiteY88" fmla="*/ 1746154 h 1757496"/>
                <a:gd name="connsiteX89" fmla="*/ 711352 w 1887583"/>
                <a:gd name="connsiteY89" fmla="*/ 1752382 h 1757496"/>
                <a:gd name="connsiteX90" fmla="*/ 542179 w 1887583"/>
                <a:gd name="connsiteY90" fmla="*/ 1742671 h 1757496"/>
                <a:gd name="connsiteX91" fmla="*/ 226470 w 1887583"/>
                <a:gd name="connsiteY91" fmla="*/ 1746421 h 1757496"/>
                <a:gd name="connsiteX92" fmla="*/ 139673 w 1887583"/>
                <a:gd name="connsiteY92" fmla="*/ 1743274 h 1757496"/>
                <a:gd name="connsiteX93" fmla="*/ 121390 w 1887583"/>
                <a:gd name="connsiteY93" fmla="*/ 1696996 h 1757496"/>
                <a:gd name="connsiteX94" fmla="*/ 174030 w 1887583"/>
                <a:gd name="connsiteY94" fmla="*/ 1678779 h 1757496"/>
                <a:gd name="connsiteX95" fmla="*/ 278976 w 1887583"/>
                <a:gd name="connsiteY95" fmla="*/ 1677574 h 1757496"/>
                <a:gd name="connsiteX96" fmla="*/ 280919 w 1887583"/>
                <a:gd name="connsiteY96" fmla="*/ 1674426 h 1757496"/>
                <a:gd name="connsiteX97" fmla="*/ 261764 w 1887583"/>
                <a:gd name="connsiteY97" fmla="*/ 1605310 h 1757496"/>
                <a:gd name="connsiteX98" fmla="*/ 260425 w 1887583"/>
                <a:gd name="connsiteY98" fmla="*/ 1336080 h 1757496"/>
                <a:gd name="connsiteX99" fmla="*/ 253728 w 1887583"/>
                <a:gd name="connsiteY99" fmla="*/ 1329249 h 1757496"/>
                <a:gd name="connsiteX100" fmla="*/ 253661 w 1887583"/>
                <a:gd name="connsiteY100" fmla="*/ 1329249 h 1757496"/>
                <a:gd name="connsiteX101" fmla="*/ 172825 w 1887583"/>
                <a:gd name="connsiteY101" fmla="*/ 1326972 h 1757496"/>
                <a:gd name="connsiteX102" fmla="*/ 132105 w 1887583"/>
                <a:gd name="connsiteY102" fmla="*/ 1297973 h 1757496"/>
                <a:gd name="connsiteX103" fmla="*/ 141213 w 1887583"/>
                <a:gd name="connsiteY103" fmla="*/ 1242854 h 1757496"/>
                <a:gd name="connsiteX104" fmla="*/ 203297 w 1887583"/>
                <a:gd name="connsiteY104" fmla="*/ 975499 h 1757496"/>
                <a:gd name="connsiteX105" fmla="*/ 216223 w 1887583"/>
                <a:gd name="connsiteY105" fmla="*/ 912813 h 1757496"/>
                <a:gd name="connsiteX106" fmla="*/ 213477 w 1887583"/>
                <a:gd name="connsiteY106" fmla="*/ 911607 h 1757496"/>
                <a:gd name="connsiteX107" fmla="*/ 360214 w 1887583"/>
                <a:gd name="connsiteY107" fmla="*/ 193326 h 1757496"/>
                <a:gd name="connsiteX108" fmla="*/ 410511 w 1887583"/>
                <a:gd name="connsiteY108" fmla="*/ 153008 h 1757496"/>
                <a:gd name="connsiteX109" fmla="*/ 436228 w 1887583"/>
                <a:gd name="connsiteY109" fmla="*/ 73043 h 1757496"/>
                <a:gd name="connsiteX110" fmla="*/ 431553 w 1887583"/>
                <a:gd name="connsiteY110" fmla="*/ 69332 h 1757496"/>
                <a:gd name="connsiteX111" fmla="*/ 430268 w 1887583"/>
                <a:gd name="connsiteY111" fmla="*/ 69694 h 1757496"/>
                <a:gd name="connsiteX112" fmla="*/ 335099 w 1887583"/>
                <a:gd name="connsiteY112" fmla="*/ 205515 h 1757496"/>
                <a:gd name="connsiteX113" fmla="*/ 338850 w 1887583"/>
                <a:gd name="connsiteY113" fmla="*/ 207725 h 1757496"/>
                <a:gd name="connsiteX114" fmla="*/ 360214 w 1887583"/>
                <a:gd name="connsiteY114" fmla="*/ 193326 h 1757496"/>
                <a:gd name="connsiteX115" fmla="*/ 622077 w 1887583"/>
                <a:gd name="connsiteY115" fmla="*/ 195335 h 1757496"/>
                <a:gd name="connsiteX116" fmla="*/ 585711 w 1887583"/>
                <a:gd name="connsiteY116" fmla="*/ 109476 h 1757496"/>
                <a:gd name="connsiteX117" fmla="*/ 544188 w 1887583"/>
                <a:gd name="connsiteY117" fmla="*/ 77999 h 1757496"/>
                <a:gd name="connsiteX118" fmla="*/ 530298 w 1887583"/>
                <a:gd name="connsiteY118" fmla="*/ 81408 h 1757496"/>
                <a:gd name="connsiteX119" fmla="*/ 529052 w 1887583"/>
                <a:gd name="connsiteY119" fmla="*/ 84562 h 1757496"/>
                <a:gd name="connsiteX120" fmla="*/ 544523 w 1887583"/>
                <a:gd name="connsiteY120" fmla="*/ 135193 h 1757496"/>
                <a:gd name="connsiteX121" fmla="*/ 620068 w 1887583"/>
                <a:gd name="connsiteY121" fmla="*/ 196272 h 1757496"/>
                <a:gd name="connsiteX122" fmla="*/ 621903 w 1887583"/>
                <a:gd name="connsiteY122" fmla="*/ 195810 h 1757496"/>
                <a:gd name="connsiteX123" fmla="*/ 622077 w 1887583"/>
                <a:gd name="connsiteY123" fmla="*/ 195335 h 1757496"/>
                <a:gd name="connsiteX124" fmla="*/ 485386 w 1887583"/>
                <a:gd name="connsiteY124" fmla="*/ 173703 h 1757496"/>
                <a:gd name="connsiteX125" fmla="*/ 482037 w 1887583"/>
                <a:gd name="connsiteY125" fmla="*/ 173502 h 1757496"/>
                <a:gd name="connsiteX126" fmla="*/ 361487 w 1887583"/>
                <a:gd name="connsiteY126" fmla="*/ 271683 h 1757496"/>
                <a:gd name="connsiteX127" fmla="*/ 355861 w 1887583"/>
                <a:gd name="connsiteY127" fmla="*/ 283806 h 1757496"/>
                <a:gd name="connsiteX128" fmla="*/ 457927 w 1887583"/>
                <a:gd name="connsiteY128" fmla="*/ 389555 h 1757496"/>
                <a:gd name="connsiteX129" fmla="*/ 512041 w 1887583"/>
                <a:gd name="connsiteY129" fmla="*/ 390091 h 1757496"/>
                <a:gd name="connsiteX130" fmla="*/ 614375 w 1887583"/>
                <a:gd name="connsiteY130" fmla="*/ 288360 h 1757496"/>
                <a:gd name="connsiteX131" fmla="*/ 607611 w 1887583"/>
                <a:gd name="connsiteY131" fmla="*/ 266594 h 1757496"/>
                <a:gd name="connsiteX132" fmla="*/ 485386 w 1887583"/>
                <a:gd name="connsiteY132" fmla="*/ 173703 h 1757496"/>
                <a:gd name="connsiteX133" fmla="*/ 632726 w 1887583"/>
                <a:gd name="connsiteY133" fmla="*/ 631729 h 1757496"/>
                <a:gd name="connsiteX134" fmla="*/ 690255 w 1887583"/>
                <a:gd name="connsiteY134" fmla="*/ 663139 h 1757496"/>
                <a:gd name="connsiteX135" fmla="*/ 801095 w 1887583"/>
                <a:gd name="connsiteY135" fmla="*/ 843027 h 1757496"/>
                <a:gd name="connsiteX136" fmla="*/ 853937 w 1887583"/>
                <a:gd name="connsiteY136" fmla="*/ 906049 h 1757496"/>
                <a:gd name="connsiteX137" fmla="*/ 856883 w 1887583"/>
                <a:gd name="connsiteY137" fmla="*/ 906183 h 1757496"/>
                <a:gd name="connsiteX138" fmla="*/ 890504 w 1887583"/>
                <a:gd name="connsiteY138" fmla="*/ 870754 h 1757496"/>
                <a:gd name="connsiteX139" fmla="*/ 890705 w 1887583"/>
                <a:gd name="connsiteY139" fmla="*/ 868209 h 1757496"/>
                <a:gd name="connsiteX140" fmla="*/ 777789 w 1887583"/>
                <a:gd name="connsiteY140" fmla="*/ 692875 h 1757496"/>
                <a:gd name="connsiteX141" fmla="*/ 713227 w 1887583"/>
                <a:gd name="connsiteY141" fmla="*/ 573730 h 1757496"/>
                <a:gd name="connsiteX142" fmla="*/ 590868 w 1887583"/>
                <a:gd name="connsiteY142" fmla="*/ 470994 h 1757496"/>
                <a:gd name="connsiteX143" fmla="*/ 509563 w 1887583"/>
                <a:gd name="connsiteY143" fmla="*/ 468918 h 1757496"/>
                <a:gd name="connsiteX144" fmla="*/ 436228 w 1887583"/>
                <a:gd name="connsiteY144" fmla="*/ 464163 h 1757496"/>
                <a:gd name="connsiteX145" fmla="*/ 247767 w 1887583"/>
                <a:gd name="connsiteY145" fmla="*/ 578017 h 1757496"/>
                <a:gd name="connsiteX146" fmla="*/ 95873 w 1887583"/>
                <a:gd name="connsiteY146" fmla="*/ 851466 h 1757496"/>
                <a:gd name="connsiteX147" fmla="*/ 77589 w 1887583"/>
                <a:gd name="connsiteY147" fmla="*/ 921452 h 1757496"/>
                <a:gd name="connsiteX148" fmla="*/ 97614 w 1887583"/>
                <a:gd name="connsiteY148" fmla="*/ 922122 h 1757496"/>
                <a:gd name="connsiteX149" fmla="*/ 268261 w 1887583"/>
                <a:gd name="connsiteY149" fmla="*/ 666019 h 1757496"/>
                <a:gd name="connsiteX150" fmla="*/ 313132 w 1887583"/>
                <a:gd name="connsiteY150" fmla="*/ 631126 h 1757496"/>
                <a:gd name="connsiteX151" fmla="*/ 342466 w 1887583"/>
                <a:gd name="connsiteY151" fmla="*/ 682963 h 1757496"/>
                <a:gd name="connsiteX152" fmla="*/ 306904 w 1887583"/>
                <a:gd name="connsiteY152" fmla="*/ 841688 h 1757496"/>
                <a:gd name="connsiteX153" fmla="*/ 240534 w 1887583"/>
                <a:gd name="connsiteY153" fmla="*/ 1160545 h 1757496"/>
                <a:gd name="connsiteX154" fmla="*/ 212339 w 1887583"/>
                <a:gd name="connsiteY154" fmla="*/ 1246605 h 1757496"/>
                <a:gd name="connsiteX155" fmla="*/ 214160 w 1887583"/>
                <a:gd name="connsiteY155" fmla="*/ 1250978 h 1757496"/>
                <a:gd name="connsiteX156" fmla="*/ 215285 w 1887583"/>
                <a:gd name="connsiteY156" fmla="*/ 1251226 h 1757496"/>
                <a:gd name="connsiteX157" fmla="*/ 716442 w 1887583"/>
                <a:gd name="connsiteY157" fmla="*/ 1251427 h 1757496"/>
                <a:gd name="connsiteX158" fmla="*/ 741222 w 1887583"/>
                <a:gd name="connsiteY158" fmla="*/ 1249417 h 1757496"/>
                <a:gd name="connsiteX159" fmla="*/ 743231 w 1887583"/>
                <a:gd name="connsiteY159" fmla="*/ 1245801 h 1757496"/>
                <a:gd name="connsiteX160" fmla="*/ 734993 w 1887583"/>
                <a:gd name="connsiteY160" fmla="*/ 1217471 h 1757496"/>
                <a:gd name="connsiteX161" fmla="*/ 653086 w 1887583"/>
                <a:gd name="connsiteY161" fmla="*/ 803915 h 1757496"/>
                <a:gd name="connsiteX162" fmla="*/ 617791 w 1887583"/>
                <a:gd name="connsiteY162" fmla="*/ 682025 h 1757496"/>
                <a:gd name="connsiteX163" fmla="*/ 632726 w 1887583"/>
                <a:gd name="connsiteY163" fmla="*/ 631729 h 1757496"/>
                <a:gd name="connsiteX164" fmla="*/ 1432848 w 1887583"/>
                <a:gd name="connsiteY164" fmla="*/ 1050308 h 1757496"/>
                <a:gd name="connsiteX165" fmla="*/ 1344243 w 1887583"/>
                <a:gd name="connsiteY165" fmla="*/ 899887 h 1757496"/>
                <a:gd name="connsiteX166" fmla="*/ 1263675 w 1887583"/>
                <a:gd name="connsiteY166" fmla="*/ 902365 h 1757496"/>
                <a:gd name="connsiteX167" fmla="*/ 1204940 w 1887583"/>
                <a:gd name="connsiteY167" fmla="*/ 1072074 h 1757496"/>
                <a:gd name="connsiteX168" fmla="*/ 1324152 w 1887583"/>
                <a:gd name="connsiteY168" fmla="*/ 1144270 h 1757496"/>
                <a:gd name="connsiteX169" fmla="*/ 1411082 w 1887583"/>
                <a:gd name="connsiteY169" fmla="*/ 1093438 h 1757496"/>
                <a:gd name="connsiteX170" fmla="*/ 1432848 w 1887583"/>
                <a:gd name="connsiteY170" fmla="*/ 1050308 h 1757496"/>
                <a:gd name="connsiteX171" fmla="*/ 1319129 w 1887583"/>
                <a:gd name="connsiteY171" fmla="*/ 1517442 h 1757496"/>
                <a:gd name="connsiteX172" fmla="*/ 1340493 w 1887583"/>
                <a:gd name="connsiteY172" fmla="*/ 1513424 h 1757496"/>
                <a:gd name="connsiteX173" fmla="*/ 1389651 w 1887583"/>
                <a:gd name="connsiteY173" fmla="*/ 1465873 h 1757496"/>
                <a:gd name="connsiteX174" fmla="*/ 1453677 w 1887583"/>
                <a:gd name="connsiteY174" fmla="*/ 1423814 h 1757496"/>
                <a:gd name="connsiteX175" fmla="*/ 1461513 w 1887583"/>
                <a:gd name="connsiteY175" fmla="*/ 1412429 h 1757496"/>
                <a:gd name="connsiteX176" fmla="*/ 1462450 w 1887583"/>
                <a:gd name="connsiteY176" fmla="*/ 1294088 h 1757496"/>
                <a:gd name="connsiteX177" fmla="*/ 1474639 w 1887583"/>
                <a:gd name="connsiteY177" fmla="*/ 1259129 h 1757496"/>
                <a:gd name="connsiteX178" fmla="*/ 1528418 w 1887583"/>
                <a:gd name="connsiteY178" fmla="*/ 1216935 h 1757496"/>
                <a:gd name="connsiteX179" fmla="*/ 1717951 w 1887583"/>
                <a:gd name="connsiteY179" fmla="*/ 957149 h 1757496"/>
                <a:gd name="connsiteX180" fmla="*/ 1708575 w 1887583"/>
                <a:gd name="connsiteY180" fmla="*/ 905044 h 1757496"/>
                <a:gd name="connsiteX181" fmla="*/ 1694839 w 1887583"/>
                <a:gd name="connsiteY181" fmla="*/ 906966 h 1757496"/>
                <a:gd name="connsiteX182" fmla="*/ 1694444 w 1887583"/>
                <a:gd name="connsiteY182" fmla="*/ 907522 h 1757496"/>
                <a:gd name="connsiteX183" fmla="*/ 1649907 w 1887583"/>
                <a:gd name="connsiteY183" fmla="*/ 988961 h 1757496"/>
                <a:gd name="connsiteX184" fmla="*/ 1539268 w 1887583"/>
                <a:gd name="connsiteY184" fmla="*/ 1116142 h 1757496"/>
                <a:gd name="connsiteX185" fmla="*/ 1496137 w 1887583"/>
                <a:gd name="connsiteY185" fmla="*/ 1142395 h 1757496"/>
                <a:gd name="connsiteX186" fmla="*/ 1389383 w 1887583"/>
                <a:gd name="connsiteY186" fmla="*/ 1205684 h 1757496"/>
                <a:gd name="connsiteX187" fmla="*/ 1216794 w 1887583"/>
                <a:gd name="connsiteY187" fmla="*/ 1193629 h 1757496"/>
                <a:gd name="connsiteX188" fmla="*/ 1154979 w 1887583"/>
                <a:gd name="connsiteY188" fmla="*/ 1150968 h 1757496"/>
                <a:gd name="connsiteX189" fmla="*/ 1094168 w 1887583"/>
                <a:gd name="connsiteY189" fmla="*/ 1105694 h 1757496"/>
                <a:gd name="connsiteX190" fmla="*/ 999133 w 1887583"/>
                <a:gd name="connsiteY190" fmla="*/ 1001284 h 1757496"/>
                <a:gd name="connsiteX191" fmla="*/ 965111 w 1887583"/>
                <a:gd name="connsiteY191" fmla="*/ 928016 h 1757496"/>
                <a:gd name="connsiteX192" fmla="*/ 933701 w 1887583"/>
                <a:gd name="connsiteY192" fmla="*/ 922457 h 1757496"/>
                <a:gd name="connsiteX193" fmla="*/ 928611 w 1887583"/>
                <a:gd name="connsiteY193" fmla="*/ 927815 h 1757496"/>
                <a:gd name="connsiteX194" fmla="*/ 922048 w 1887583"/>
                <a:gd name="connsiteY194" fmla="*/ 972418 h 1757496"/>
                <a:gd name="connsiteX195" fmla="*/ 1015006 w 1887583"/>
                <a:gd name="connsiteY195" fmla="*/ 1121499 h 1757496"/>
                <a:gd name="connsiteX196" fmla="*/ 1163618 w 1887583"/>
                <a:gd name="connsiteY196" fmla="*/ 1248279 h 1757496"/>
                <a:gd name="connsiteX197" fmla="*/ 1183844 w 1887583"/>
                <a:gd name="connsiteY197" fmla="*/ 1305407 h 1757496"/>
                <a:gd name="connsiteX198" fmla="*/ 1181366 w 1887583"/>
                <a:gd name="connsiteY198" fmla="*/ 1418189 h 1757496"/>
                <a:gd name="connsiteX199" fmla="*/ 1185183 w 1887583"/>
                <a:gd name="connsiteY199" fmla="*/ 1423078 h 1757496"/>
                <a:gd name="connsiteX200" fmla="*/ 1261264 w 1887583"/>
                <a:gd name="connsiteY200" fmla="*/ 1486166 h 1757496"/>
                <a:gd name="connsiteX201" fmla="*/ 1287384 w 1887583"/>
                <a:gd name="connsiteY201" fmla="*/ 1506592 h 1757496"/>
                <a:gd name="connsiteX202" fmla="*/ 1319129 w 1887583"/>
                <a:gd name="connsiteY202" fmla="*/ 1517442 h 1757496"/>
                <a:gd name="connsiteX203" fmla="*/ 429196 w 1887583"/>
                <a:gd name="connsiteY203" fmla="*/ 1328981 h 1757496"/>
                <a:gd name="connsiteX204" fmla="*/ 426517 w 1887583"/>
                <a:gd name="connsiteY204" fmla="*/ 1326436 h 1757496"/>
                <a:gd name="connsiteX205" fmla="*/ 343404 w 1887583"/>
                <a:gd name="connsiteY205" fmla="*/ 1330186 h 1757496"/>
                <a:gd name="connsiteX206" fmla="*/ 335233 w 1887583"/>
                <a:gd name="connsiteY206" fmla="*/ 1338759 h 1757496"/>
                <a:gd name="connsiteX207" fmla="*/ 334831 w 1887583"/>
                <a:gd name="connsiteY207" fmla="*/ 1599283 h 1757496"/>
                <a:gd name="connsiteX208" fmla="*/ 348762 w 1887583"/>
                <a:gd name="connsiteY208" fmla="*/ 1644087 h 1757496"/>
                <a:gd name="connsiteX209" fmla="*/ 394236 w 1887583"/>
                <a:gd name="connsiteY209" fmla="*/ 1661902 h 1757496"/>
                <a:gd name="connsiteX210" fmla="*/ 425513 w 1887583"/>
                <a:gd name="connsiteY210" fmla="*/ 1593523 h 1757496"/>
                <a:gd name="connsiteX211" fmla="*/ 429196 w 1887583"/>
                <a:gd name="connsiteY211" fmla="*/ 1328981 h 1757496"/>
                <a:gd name="connsiteX212" fmla="*/ 605468 w 1887583"/>
                <a:gd name="connsiteY212" fmla="*/ 1328579 h 1757496"/>
                <a:gd name="connsiteX213" fmla="*/ 507286 w 1887583"/>
                <a:gd name="connsiteY213" fmla="*/ 1328981 h 1757496"/>
                <a:gd name="connsiteX214" fmla="*/ 505478 w 1887583"/>
                <a:gd name="connsiteY214" fmla="*/ 1330789 h 1757496"/>
                <a:gd name="connsiteX215" fmla="*/ 506482 w 1887583"/>
                <a:gd name="connsiteY215" fmla="*/ 1605779 h 1757496"/>
                <a:gd name="connsiteX216" fmla="*/ 557315 w 1887583"/>
                <a:gd name="connsiteY216" fmla="*/ 1666858 h 1757496"/>
                <a:gd name="connsiteX217" fmla="*/ 557851 w 1887583"/>
                <a:gd name="connsiteY217" fmla="*/ 1666858 h 1757496"/>
                <a:gd name="connsiteX218" fmla="*/ 608281 w 1887583"/>
                <a:gd name="connsiteY218" fmla="*/ 1605417 h 1757496"/>
                <a:gd name="connsiteX219" fmla="*/ 608281 w 1887583"/>
                <a:gd name="connsiteY219" fmla="*/ 1605377 h 1757496"/>
                <a:gd name="connsiteX220" fmla="*/ 607276 w 1887583"/>
                <a:gd name="connsiteY220" fmla="*/ 1330387 h 1757496"/>
                <a:gd name="connsiteX221" fmla="*/ 605468 w 1887583"/>
                <a:gd name="connsiteY221" fmla="*/ 1328579 h 1757496"/>
                <a:gd name="connsiteX222" fmla="*/ 1290732 w 1887583"/>
                <a:gd name="connsiteY222" fmla="*/ 1545637 h 1757496"/>
                <a:gd name="connsiteX223" fmla="*/ 1284303 w 1887583"/>
                <a:gd name="connsiteY223" fmla="*/ 1539811 h 1757496"/>
                <a:gd name="connsiteX224" fmla="*/ 1280017 w 1887583"/>
                <a:gd name="connsiteY224" fmla="*/ 1542959 h 1757496"/>
                <a:gd name="connsiteX225" fmla="*/ 1294952 w 1887583"/>
                <a:gd name="connsiteY225" fmla="*/ 1611003 h 1757496"/>
                <a:gd name="connsiteX226" fmla="*/ 1319397 w 1887583"/>
                <a:gd name="connsiteY226" fmla="*/ 1632367 h 1757496"/>
                <a:gd name="connsiteX227" fmla="*/ 1497879 w 1887583"/>
                <a:gd name="connsiteY227" fmla="*/ 1634979 h 1757496"/>
                <a:gd name="connsiteX228" fmla="*/ 1503572 w 1887583"/>
                <a:gd name="connsiteY228" fmla="*/ 1630626 h 1757496"/>
                <a:gd name="connsiteX229" fmla="*/ 1510001 w 1887583"/>
                <a:gd name="connsiteY229" fmla="*/ 1595800 h 1757496"/>
                <a:gd name="connsiteX230" fmla="*/ 1565387 w 1887583"/>
                <a:gd name="connsiteY230" fmla="*/ 1469557 h 1757496"/>
                <a:gd name="connsiteX231" fmla="*/ 1563485 w 1887583"/>
                <a:gd name="connsiteY231" fmla="*/ 1466282 h 1757496"/>
                <a:gd name="connsiteX232" fmla="*/ 1562507 w 1887583"/>
                <a:gd name="connsiteY232" fmla="*/ 1466208 h 1757496"/>
                <a:gd name="connsiteX233" fmla="*/ 1469281 w 1887583"/>
                <a:gd name="connsiteY233" fmla="*/ 1497149 h 1757496"/>
                <a:gd name="connsiteX234" fmla="*/ 1379203 w 1887583"/>
                <a:gd name="connsiteY234" fmla="*/ 1561108 h 1757496"/>
                <a:gd name="connsiteX235" fmla="*/ 1373310 w 1887583"/>
                <a:gd name="connsiteY235" fmla="*/ 1563051 h 1757496"/>
                <a:gd name="connsiteX236" fmla="*/ 1297698 w 1887583"/>
                <a:gd name="connsiteY236" fmla="*/ 1550460 h 1757496"/>
                <a:gd name="connsiteX237" fmla="*/ 1290732 w 1887583"/>
                <a:gd name="connsiteY237" fmla="*/ 1545637 h 1757496"/>
                <a:gd name="connsiteX238" fmla="*/ 1147746 w 1887583"/>
                <a:gd name="connsiteY238" fmla="*/ 1633974 h 1757496"/>
                <a:gd name="connsiteX239" fmla="*/ 1151684 w 1887583"/>
                <a:gd name="connsiteY239" fmla="*/ 1637524 h 1757496"/>
                <a:gd name="connsiteX240" fmla="*/ 1151697 w 1887583"/>
                <a:gd name="connsiteY240" fmla="*/ 1637524 h 1757496"/>
                <a:gd name="connsiteX241" fmla="*/ 1228046 w 1887583"/>
                <a:gd name="connsiteY241" fmla="*/ 1621718 h 1757496"/>
                <a:gd name="connsiteX242" fmla="*/ 1233337 w 1887583"/>
                <a:gd name="connsiteY242" fmla="*/ 1613548 h 1757496"/>
                <a:gd name="connsiteX243" fmla="*/ 1225099 w 1887583"/>
                <a:gd name="connsiteY243" fmla="*/ 1580128 h 1757496"/>
                <a:gd name="connsiteX244" fmla="*/ 1079099 w 1887583"/>
                <a:gd name="connsiteY244" fmla="*/ 1470762 h 1757496"/>
                <a:gd name="connsiteX245" fmla="*/ 1075616 w 1887583"/>
                <a:gd name="connsiteY245" fmla="*/ 1478397 h 1757496"/>
                <a:gd name="connsiteX246" fmla="*/ 1142656 w 1887583"/>
                <a:gd name="connsiteY246" fmla="*/ 1604104 h 1757496"/>
                <a:gd name="connsiteX247" fmla="*/ 1147746 w 1887583"/>
                <a:gd name="connsiteY247" fmla="*/ 1633974 h 1757496"/>
                <a:gd name="connsiteX248" fmla="*/ 1036973 w 1887583"/>
                <a:gd name="connsiteY248" fmla="*/ 1655205 h 1757496"/>
                <a:gd name="connsiteX249" fmla="*/ 1073875 w 1887583"/>
                <a:gd name="connsiteY249" fmla="*/ 1617432 h 1757496"/>
                <a:gd name="connsiteX250" fmla="*/ 1003085 w 1887583"/>
                <a:gd name="connsiteY250" fmla="*/ 1495341 h 1757496"/>
                <a:gd name="connsiteX251" fmla="*/ 998196 w 1887583"/>
                <a:gd name="connsiteY251" fmla="*/ 1494537 h 1757496"/>
                <a:gd name="connsiteX252" fmla="*/ 960155 w 1887583"/>
                <a:gd name="connsiteY252" fmla="*/ 1553406 h 1757496"/>
                <a:gd name="connsiteX253" fmla="*/ 1020297 w 1887583"/>
                <a:gd name="connsiteY253" fmla="*/ 1648775 h 1757496"/>
                <a:gd name="connsiteX254" fmla="*/ 1036973 w 1887583"/>
                <a:gd name="connsiteY254" fmla="*/ 1655205 h 1757496"/>
                <a:gd name="connsiteX255" fmla="*/ 1640062 w 1887583"/>
                <a:gd name="connsiteY255" fmla="*/ 1495944 h 1757496"/>
                <a:gd name="connsiteX256" fmla="*/ 1572085 w 1887583"/>
                <a:gd name="connsiteY256" fmla="*/ 1634510 h 1757496"/>
                <a:gd name="connsiteX257" fmla="*/ 1620506 w 1887583"/>
                <a:gd name="connsiteY257" fmla="*/ 1655673 h 1757496"/>
                <a:gd name="connsiteX258" fmla="*/ 1681853 w 1887583"/>
                <a:gd name="connsiteY258" fmla="*/ 1540480 h 1757496"/>
                <a:gd name="connsiteX259" fmla="*/ 1644750 w 1887583"/>
                <a:gd name="connsiteY259" fmla="*/ 1494805 h 1757496"/>
                <a:gd name="connsiteX260" fmla="*/ 1640062 w 1887583"/>
                <a:gd name="connsiteY260" fmla="*/ 1495944 h 175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1887583" h="1757496">
                  <a:moveTo>
                    <a:pt x="213477" y="911607"/>
                  </a:moveTo>
                  <a:cubicBezTo>
                    <a:pt x="185483" y="945629"/>
                    <a:pt x="163984" y="988090"/>
                    <a:pt x="106991" y="998203"/>
                  </a:cubicBezTo>
                  <a:cubicBezTo>
                    <a:pt x="44840" y="1009187"/>
                    <a:pt x="-10948" y="948375"/>
                    <a:pt x="1843" y="887698"/>
                  </a:cubicBezTo>
                  <a:cubicBezTo>
                    <a:pt x="4034" y="877250"/>
                    <a:pt x="16109" y="851687"/>
                    <a:pt x="38076" y="811014"/>
                  </a:cubicBezTo>
                  <a:cubicBezTo>
                    <a:pt x="54752" y="780207"/>
                    <a:pt x="84153" y="728236"/>
                    <a:pt x="104981" y="683632"/>
                  </a:cubicBezTo>
                  <a:cubicBezTo>
                    <a:pt x="128871" y="632552"/>
                    <a:pt x="150456" y="589288"/>
                    <a:pt x="169744" y="553839"/>
                  </a:cubicBezTo>
                  <a:cubicBezTo>
                    <a:pt x="212138" y="476084"/>
                    <a:pt x="264912" y="423310"/>
                    <a:pt x="347021" y="397994"/>
                  </a:cubicBezTo>
                  <a:cubicBezTo>
                    <a:pt x="348548" y="397552"/>
                    <a:pt x="349432" y="395958"/>
                    <a:pt x="348990" y="394431"/>
                  </a:cubicBezTo>
                  <a:cubicBezTo>
                    <a:pt x="348829" y="393889"/>
                    <a:pt x="348521" y="393406"/>
                    <a:pt x="348092" y="393038"/>
                  </a:cubicBezTo>
                  <a:cubicBezTo>
                    <a:pt x="303442" y="354060"/>
                    <a:pt x="277081" y="304681"/>
                    <a:pt x="268997" y="244894"/>
                  </a:cubicBezTo>
                  <a:cubicBezTo>
                    <a:pt x="264979" y="214824"/>
                    <a:pt x="267055" y="171961"/>
                    <a:pt x="275360" y="142962"/>
                  </a:cubicBezTo>
                  <a:cubicBezTo>
                    <a:pt x="316682" y="-1900"/>
                    <a:pt x="489204" y="-32908"/>
                    <a:pt x="606741" y="32926"/>
                  </a:cubicBezTo>
                  <a:cubicBezTo>
                    <a:pt x="670565" y="68689"/>
                    <a:pt x="697823" y="165666"/>
                    <a:pt x="698895" y="235250"/>
                  </a:cubicBezTo>
                  <a:cubicBezTo>
                    <a:pt x="699832" y="292847"/>
                    <a:pt x="663198" y="354462"/>
                    <a:pt x="623819" y="394779"/>
                  </a:cubicBezTo>
                  <a:cubicBezTo>
                    <a:pt x="621816" y="396849"/>
                    <a:pt x="621843" y="400150"/>
                    <a:pt x="623879" y="402146"/>
                  </a:cubicBezTo>
                  <a:cubicBezTo>
                    <a:pt x="624562" y="402816"/>
                    <a:pt x="625426" y="403285"/>
                    <a:pt x="626363" y="403486"/>
                  </a:cubicBezTo>
                  <a:cubicBezTo>
                    <a:pt x="674517" y="414268"/>
                    <a:pt x="717446" y="451237"/>
                    <a:pt x="751268" y="489546"/>
                  </a:cubicBezTo>
                  <a:cubicBezTo>
                    <a:pt x="763992" y="503925"/>
                    <a:pt x="779577" y="528303"/>
                    <a:pt x="798014" y="562680"/>
                  </a:cubicBezTo>
                  <a:cubicBezTo>
                    <a:pt x="829960" y="622352"/>
                    <a:pt x="874497" y="702921"/>
                    <a:pt x="916824" y="769625"/>
                  </a:cubicBezTo>
                  <a:cubicBezTo>
                    <a:pt x="927272" y="786054"/>
                    <a:pt x="937452" y="800433"/>
                    <a:pt x="947364" y="812756"/>
                  </a:cubicBezTo>
                  <a:cubicBezTo>
                    <a:pt x="953793" y="820745"/>
                    <a:pt x="964957" y="831220"/>
                    <a:pt x="980850" y="844166"/>
                  </a:cubicBezTo>
                  <a:cubicBezTo>
                    <a:pt x="996254" y="856757"/>
                    <a:pt x="1006413" y="867359"/>
                    <a:pt x="1011322" y="875978"/>
                  </a:cubicBezTo>
                  <a:cubicBezTo>
                    <a:pt x="1044675" y="934465"/>
                    <a:pt x="1078563" y="986302"/>
                    <a:pt x="1112987" y="1031488"/>
                  </a:cubicBezTo>
                  <a:cubicBezTo>
                    <a:pt x="1114862" y="1033946"/>
                    <a:pt x="1115867" y="1033631"/>
                    <a:pt x="1116001" y="1030551"/>
                  </a:cubicBezTo>
                  <a:cubicBezTo>
                    <a:pt x="1119215" y="957751"/>
                    <a:pt x="1139441" y="902566"/>
                    <a:pt x="1196770" y="856690"/>
                  </a:cubicBezTo>
                  <a:cubicBezTo>
                    <a:pt x="1256643" y="808804"/>
                    <a:pt x="1351610" y="812354"/>
                    <a:pt x="1413091" y="850059"/>
                  </a:cubicBezTo>
                  <a:cubicBezTo>
                    <a:pt x="1480466" y="891516"/>
                    <a:pt x="1509331" y="962172"/>
                    <a:pt x="1505983" y="1039190"/>
                  </a:cubicBezTo>
                  <a:cubicBezTo>
                    <a:pt x="1505902" y="1040188"/>
                    <a:pt x="1506652" y="1041059"/>
                    <a:pt x="1507643" y="1041132"/>
                  </a:cubicBezTo>
                  <a:cubicBezTo>
                    <a:pt x="1508112" y="1041166"/>
                    <a:pt x="1508568" y="1041025"/>
                    <a:pt x="1508929" y="1040730"/>
                  </a:cubicBezTo>
                  <a:cubicBezTo>
                    <a:pt x="1522143" y="1030370"/>
                    <a:pt x="1533528" y="1018877"/>
                    <a:pt x="1543085" y="1006240"/>
                  </a:cubicBezTo>
                  <a:cubicBezTo>
                    <a:pt x="1569251" y="971548"/>
                    <a:pt x="1592444" y="936903"/>
                    <a:pt x="1612670" y="902298"/>
                  </a:cubicBezTo>
                  <a:cubicBezTo>
                    <a:pt x="1626687" y="878369"/>
                    <a:pt x="1638876" y="862965"/>
                    <a:pt x="1649237" y="856087"/>
                  </a:cubicBezTo>
                  <a:cubicBezTo>
                    <a:pt x="1689621" y="829298"/>
                    <a:pt x="1736435" y="825279"/>
                    <a:pt x="1771931" y="860306"/>
                  </a:cubicBezTo>
                  <a:cubicBezTo>
                    <a:pt x="1806020" y="893926"/>
                    <a:pt x="1809904" y="933842"/>
                    <a:pt x="1793764" y="976370"/>
                  </a:cubicBezTo>
                  <a:cubicBezTo>
                    <a:pt x="1763291" y="1056938"/>
                    <a:pt x="1733757" y="1120897"/>
                    <a:pt x="1676830" y="1183516"/>
                  </a:cubicBezTo>
                  <a:cubicBezTo>
                    <a:pt x="1634369" y="1230216"/>
                    <a:pt x="1588339" y="1273012"/>
                    <a:pt x="1538732" y="1311903"/>
                  </a:cubicBezTo>
                  <a:cubicBezTo>
                    <a:pt x="1537212" y="1313109"/>
                    <a:pt x="1536502" y="1314669"/>
                    <a:pt x="1536589" y="1316591"/>
                  </a:cubicBezTo>
                  <a:lnTo>
                    <a:pt x="1540340" y="1401579"/>
                  </a:lnTo>
                  <a:cubicBezTo>
                    <a:pt x="1540554" y="1405899"/>
                    <a:pt x="1544204" y="1409234"/>
                    <a:pt x="1548490" y="1409020"/>
                  </a:cubicBezTo>
                  <a:cubicBezTo>
                    <a:pt x="1548517" y="1409013"/>
                    <a:pt x="1548550" y="1409013"/>
                    <a:pt x="1548577" y="1409013"/>
                  </a:cubicBezTo>
                  <a:cubicBezTo>
                    <a:pt x="1590857" y="1406515"/>
                    <a:pt x="1631355" y="1412181"/>
                    <a:pt x="1670066" y="1426024"/>
                  </a:cubicBezTo>
                  <a:cubicBezTo>
                    <a:pt x="1702078" y="1437410"/>
                    <a:pt x="1736569" y="1470293"/>
                    <a:pt x="1749696" y="1504114"/>
                  </a:cubicBezTo>
                  <a:cubicBezTo>
                    <a:pt x="1767444" y="1549656"/>
                    <a:pt x="1761818" y="1591380"/>
                    <a:pt x="1738110" y="1633505"/>
                  </a:cubicBezTo>
                  <a:cubicBezTo>
                    <a:pt x="1731499" y="1645246"/>
                    <a:pt x="1723664" y="1660161"/>
                    <a:pt x="1714602" y="1678243"/>
                  </a:cubicBezTo>
                  <a:cubicBezTo>
                    <a:pt x="1713390" y="1680614"/>
                    <a:pt x="1714328" y="1683521"/>
                    <a:pt x="1716692" y="1684733"/>
                  </a:cubicBezTo>
                  <a:cubicBezTo>
                    <a:pt x="1717596" y="1685195"/>
                    <a:pt x="1718621" y="1685363"/>
                    <a:pt x="1719625" y="1685209"/>
                  </a:cubicBezTo>
                  <a:cubicBezTo>
                    <a:pt x="1762401" y="1679047"/>
                    <a:pt x="1808766" y="1678397"/>
                    <a:pt x="1858727" y="1683266"/>
                  </a:cubicBezTo>
                  <a:cubicBezTo>
                    <a:pt x="1879536" y="1685276"/>
                    <a:pt x="1889086" y="1696346"/>
                    <a:pt x="1887392" y="1716485"/>
                  </a:cubicBezTo>
                  <a:cubicBezTo>
                    <a:pt x="1887345" y="1717154"/>
                    <a:pt x="1887305" y="1717556"/>
                    <a:pt x="1887258" y="1717690"/>
                  </a:cubicBezTo>
                  <a:cubicBezTo>
                    <a:pt x="1884800" y="1738231"/>
                    <a:pt x="1873843" y="1748632"/>
                    <a:pt x="1854374" y="1748900"/>
                  </a:cubicBezTo>
                  <a:cubicBezTo>
                    <a:pt x="1811646" y="1749522"/>
                    <a:pt x="1774811" y="1748250"/>
                    <a:pt x="1743869" y="1745082"/>
                  </a:cubicBezTo>
                  <a:cubicBezTo>
                    <a:pt x="1707838" y="1741378"/>
                    <a:pt x="1680292" y="1739992"/>
                    <a:pt x="1661225" y="1740930"/>
                  </a:cubicBezTo>
                  <a:cubicBezTo>
                    <a:pt x="1610058" y="1743475"/>
                    <a:pt x="1552395" y="1733228"/>
                    <a:pt x="1495535" y="1733630"/>
                  </a:cubicBezTo>
                  <a:cubicBezTo>
                    <a:pt x="1387796" y="1734386"/>
                    <a:pt x="1270038" y="1733342"/>
                    <a:pt x="1142254" y="1730482"/>
                  </a:cubicBezTo>
                  <a:cubicBezTo>
                    <a:pt x="1090283" y="1729343"/>
                    <a:pt x="1039987" y="1737447"/>
                    <a:pt x="986275" y="1732089"/>
                  </a:cubicBezTo>
                  <a:cubicBezTo>
                    <a:pt x="974621" y="1730884"/>
                    <a:pt x="963752" y="1728339"/>
                    <a:pt x="953659" y="1724454"/>
                  </a:cubicBezTo>
                  <a:cubicBezTo>
                    <a:pt x="951563" y="1723651"/>
                    <a:pt x="949574" y="1723852"/>
                    <a:pt x="947698" y="1725057"/>
                  </a:cubicBezTo>
                  <a:cubicBezTo>
                    <a:pt x="945910" y="1726176"/>
                    <a:pt x="942943" y="1729390"/>
                    <a:pt x="938791" y="1734701"/>
                  </a:cubicBezTo>
                  <a:cubicBezTo>
                    <a:pt x="935489" y="1738941"/>
                    <a:pt x="932382" y="1741914"/>
                    <a:pt x="929482" y="1743609"/>
                  </a:cubicBezTo>
                  <a:cubicBezTo>
                    <a:pt x="909658" y="1755128"/>
                    <a:pt x="886686" y="1759481"/>
                    <a:pt x="860567" y="1756668"/>
                  </a:cubicBezTo>
                  <a:cubicBezTo>
                    <a:pt x="827683" y="1753119"/>
                    <a:pt x="816633" y="1719097"/>
                    <a:pt x="827951" y="1692174"/>
                  </a:cubicBezTo>
                  <a:cubicBezTo>
                    <a:pt x="830275" y="1686729"/>
                    <a:pt x="835700" y="1683802"/>
                    <a:pt x="844225" y="1683400"/>
                  </a:cubicBezTo>
                  <a:cubicBezTo>
                    <a:pt x="876687" y="1681927"/>
                    <a:pt x="908901" y="1683849"/>
                    <a:pt x="940867" y="1689160"/>
                  </a:cubicBezTo>
                  <a:cubicBezTo>
                    <a:pt x="943365" y="1689562"/>
                    <a:pt x="944350" y="1688510"/>
                    <a:pt x="943814" y="1686012"/>
                  </a:cubicBezTo>
                  <a:cubicBezTo>
                    <a:pt x="942428" y="1679717"/>
                    <a:pt x="939481" y="1673087"/>
                    <a:pt x="934974" y="1666121"/>
                  </a:cubicBezTo>
                  <a:cubicBezTo>
                    <a:pt x="916087" y="1636921"/>
                    <a:pt x="897804" y="1607989"/>
                    <a:pt x="893585" y="1575038"/>
                  </a:cubicBezTo>
                  <a:cubicBezTo>
                    <a:pt x="878516" y="1456430"/>
                    <a:pt x="992905" y="1392136"/>
                    <a:pt x="1096579" y="1415510"/>
                  </a:cubicBezTo>
                  <a:cubicBezTo>
                    <a:pt x="1098588" y="1415958"/>
                    <a:pt x="1099706" y="1415128"/>
                    <a:pt x="1099927" y="1413032"/>
                  </a:cubicBezTo>
                  <a:lnTo>
                    <a:pt x="1109035" y="1320877"/>
                  </a:lnTo>
                  <a:cubicBezTo>
                    <a:pt x="1109484" y="1316323"/>
                    <a:pt x="1107850" y="1312660"/>
                    <a:pt x="1104147" y="1309894"/>
                  </a:cubicBezTo>
                  <a:cubicBezTo>
                    <a:pt x="995383" y="1229393"/>
                    <a:pt x="906108" y="1136100"/>
                    <a:pt x="857352" y="1008383"/>
                  </a:cubicBezTo>
                  <a:cubicBezTo>
                    <a:pt x="855564" y="1003695"/>
                    <a:pt x="853515" y="1000232"/>
                    <a:pt x="851191" y="998002"/>
                  </a:cubicBezTo>
                  <a:cubicBezTo>
                    <a:pt x="831548" y="978935"/>
                    <a:pt x="815876" y="964650"/>
                    <a:pt x="804176" y="955140"/>
                  </a:cubicBezTo>
                  <a:cubicBezTo>
                    <a:pt x="784821" y="939468"/>
                    <a:pt x="775177" y="925806"/>
                    <a:pt x="756491" y="901494"/>
                  </a:cubicBezTo>
                  <a:cubicBezTo>
                    <a:pt x="747872" y="890330"/>
                    <a:pt x="744349" y="891763"/>
                    <a:pt x="745910" y="905781"/>
                  </a:cubicBezTo>
                  <a:cubicBezTo>
                    <a:pt x="747517" y="919758"/>
                    <a:pt x="749526" y="931947"/>
                    <a:pt x="751937" y="942348"/>
                  </a:cubicBezTo>
                  <a:cubicBezTo>
                    <a:pt x="775826" y="1044548"/>
                    <a:pt x="792744" y="1117863"/>
                    <a:pt x="802703" y="1162286"/>
                  </a:cubicBezTo>
                  <a:cubicBezTo>
                    <a:pt x="810538" y="1197313"/>
                    <a:pt x="821522" y="1233478"/>
                    <a:pt x="830496" y="1267701"/>
                  </a:cubicBezTo>
                  <a:cubicBezTo>
                    <a:pt x="832994" y="1277392"/>
                    <a:pt x="834227" y="1286989"/>
                    <a:pt x="834180" y="1296499"/>
                  </a:cubicBezTo>
                  <a:cubicBezTo>
                    <a:pt x="834180" y="1298729"/>
                    <a:pt x="833490" y="1300738"/>
                    <a:pt x="832103" y="1302527"/>
                  </a:cubicBezTo>
                  <a:cubicBezTo>
                    <a:pt x="809333" y="1331727"/>
                    <a:pt x="721666" y="1326570"/>
                    <a:pt x="689117" y="1326168"/>
                  </a:cubicBezTo>
                  <a:cubicBezTo>
                    <a:pt x="685587" y="1326121"/>
                    <a:pt x="683846" y="1327889"/>
                    <a:pt x="683893" y="1331459"/>
                  </a:cubicBezTo>
                  <a:cubicBezTo>
                    <a:pt x="684831" y="1427899"/>
                    <a:pt x="684315" y="1519431"/>
                    <a:pt x="682353" y="1606047"/>
                  </a:cubicBezTo>
                  <a:cubicBezTo>
                    <a:pt x="681817" y="1629755"/>
                    <a:pt x="676861" y="1646163"/>
                    <a:pt x="670030" y="1671814"/>
                  </a:cubicBezTo>
                  <a:cubicBezTo>
                    <a:pt x="669286" y="1674680"/>
                    <a:pt x="671008" y="1677600"/>
                    <a:pt x="673874" y="1678344"/>
                  </a:cubicBezTo>
                  <a:cubicBezTo>
                    <a:pt x="674390" y="1678478"/>
                    <a:pt x="674919" y="1678538"/>
                    <a:pt x="675455" y="1678511"/>
                  </a:cubicBezTo>
                  <a:cubicBezTo>
                    <a:pt x="692867" y="1677708"/>
                    <a:pt x="709122" y="1679201"/>
                    <a:pt x="724211" y="1682998"/>
                  </a:cubicBezTo>
                  <a:cubicBezTo>
                    <a:pt x="736400" y="1686012"/>
                    <a:pt x="739748" y="1692441"/>
                    <a:pt x="739012" y="1704765"/>
                  </a:cubicBezTo>
                  <a:cubicBezTo>
                    <a:pt x="738027" y="1721555"/>
                    <a:pt x="734210" y="1735351"/>
                    <a:pt x="727559" y="1746154"/>
                  </a:cubicBezTo>
                  <a:cubicBezTo>
                    <a:pt x="724391" y="1751291"/>
                    <a:pt x="718987" y="1753367"/>
                    <a:pt x="711352" y="1752382"/>
                  </a:cubicBezTo>
                  <a:cubicBezTo>
                    <a:pt x="698359" y="1750688"/>
                    <a:pt x="641968" y="1747446"/>
                    <a:pt x="542179" y="1742671"/>
                  </a:cubicBezTo>
                  <a:cubicBezTo>
                    <a:pt x="433616" y="1737447"/>
                    <a:pt x="343873" y="1740394"/>
                    <a:pt x="226470" y="1746421"/>
                  </a:cubicBezTo>
                  <a:cubicBezTo>
                    <a:pt x="200283" y="1747828"/>
                    <a:pt x="165458" y="1749703"/>
                    <a:pt x="139673" y="1743274"/>
                  </a:cubicBezTo>
                  <a:cubicBezTo>
                    <a:pt x="117170" y="1737648"/>
                    <a:pt x="115965" y="1717288"/>
                    <a:pt x="121390" y="1696996"/>
                  </a:cubicBezTo>
                  <a:cubicBezTo>
                    <a:pt x="126480" y="1677975"/>
                    <a:pt x="155680" y="1678712"/>
                    <a:pt x="174030" y="1678779"/>
                  </a:cubicBezTo>
                  <a:cubicBezTo>
                    <a:pt x="219083" y="1679000"/>
                    <a:pt x="254062" y="1678598"/>
                    <a:pt x="278976" y="1677574"/>
                  </a:cubicBezTo>
                  <a:cubicBezTo>
                    <a:pt x="281207" y="1677487"/>
                    <a:pt x="281856" y="1676435"/>
                    <a:pt x="280919" y="1674426"/>
                  </a:cubicBezTo>
                  <a:cubicBezTo>
                    <a:pt x="268596" y="1648354"/>
                    <a:pt x="262213" y="1625315"/>
                    <a:pt x="261764" y="1605310"/>
                  </a:cubicBezTo>
                  <a:cubicBezTo>
                    <a:pt x="259842" y="1519183"/>
                    <a:pt x="259400" y="1429440"/>
                    <a:pt x="260425" y="1336080"/>
                  </a:cubicBezTo>
                  <a:cubicBezTo>
                    <a:pt x="260465" y="1332343"/>
                    <a:pt x="257465" y="1329289"/>
                    <a:pt x="253728" y="1329249"/>
                  </a:cubicBezTo>
                  <a:cubicBezTo>
                    <a:pt x="253708" y="1329249"/>
                    <a:pt x="253681" y="1329249"/>
                    <a:pt x="253661" y="1329249"/>
                  </a:cubicBezTo>
                  <a:cubicBezTo>
                    <a:pt x="214194" y="1329162"/>
                    <a:pt x="187244" y="1328398"/>
                    <a:pt x="172825" y="1326972"/>
                  </a:cubicBezTo>
                  <a:cubicBezTo>
                    <a:pt x="155680" y="1325231"/>
                    <a:pt x="131101" y="1319605"/>
                    <a:pt x="132105" y="1297973"/>
                  </a:cubicBezTo>
                  <a:cubicBezTo>
                    <a:pt x="132956" y="1280111"/>
                    <a:pt x="135990" y="1261740"/>
                    <a:pt x="141213" y="1242854"/>
                  </a:cubicBezTo>
                  <a:cubicBezTo>
                    <a:pt x="167065" y="1149494"/>
                    <a:pt x="186286" y="1056938"/>
                    <a:pt x="203297" y="975499"/>
                  </a:cubicBezTo>
                  <a:cubicBezTo>
                    <a:pt x="206378" y="960698"/>
                    <a:pt x="214147" y="933173"/>
                    <a:pt x="216223" y="912813"/>
                  </a:cubicBezTo>
                  <a:cubicBezTo>
                    <a:pt x="216578" y="909377"/>
                    <a:pt x="215667" y="908975"/>
                    <a:pt x="213477" y="911607"/>
                  </a:cubicBezTo>
                  <a:close/>
                  <a:moveTo>
                    <a:pt x="360214" y="193326"/>
                  </a:moveTo>
                  <a:cubicBezTo>
                    <a:pt x="384679" y="175913"/>
                    <a:pt x="401449" y="162471"/>
                    <a:pt x="410511" y="153008"/>
                  </a:cubicBezTo>
                  <a:cubicBezTo>
                    <a:pt x="431225" y="131356"/>
                    <a:pt x="439798" y="104701"/>
                    <a:pt x="436228" y="73043"/>
                  </a:cubicBezTo>
                  <a:cubicBezTo>
                    <a:pt x="435960" y="70725"/>
                    <a:pt x="433871" y="69064"/>
                    <a:pt x="431553" y="69332"/>
                  </a:cubicBezTo>
                  <a:cubicBezTo>
                    <a:pt x="431111" y="69386"/>
                    <a:pt x="430676" y="69506"/>
                    <a:pt x="430268" y="69694"/>
                  </a:cubicBezTo>
                  <a:cubicBezTo>
                    <a:pt x="377158" y="93938"/>
                    <a:pt x="333760" y="145105"/>
                    <a:pt x="335099" y="205515"/>
                  </a:cubicBezTo>
                  <a:cubicBezTo>
                    <a:pt x="335146" y="208281"/>
                    <a:pt x="336392" y="209017"/>
                    <a:pt x="338850" y="207725"/>
                  </a:cubicBezTo>
                  <a:cubicBezTo>
                    <a:pt x="342246" y="205849"/>
                    <a:pt x="349365" y="201047"/>
                    <a:pt x="360214" y="193326"/>
                  </a:cubicBezTo>
                  <a:close/>
                  <a:moveTo>
                    <a:pt x="622077" y="195335"/>
                  </a:moveTo>
                  <a:cubicBezTo>
                    <a:pt x="627100" y="163924"/>
                    <a:pt x="608214" y="128697"/>
                    <a:pt x="585711" y="109476"/>
                  </a:cubicBezTo>
                  <a:cubicBezTo>
                    <a:pt x="568117" y="94521"/>
                    <a:pt x="554281" y="84026"/>
                    <a:pt x="544188" y="77999"/>
                  </a:cubicBezTo>
                  <a:cubicBezTo>
                    <a:pt x="539413" y="75105"/>
                    <a:pt x="533191" y="76632"/>
                    <a:pt x="530298" y="81408"/>
                  </a:cubicBezTo>
                  <a:cubicBezTo>
                    <a:pt x="529709" y="82379"/>
                    <a:pt x="529287" y="83450"/>
                    <a:pt x="529052" y="84562"/>
                  </a:cubicBezTo>
                  <a:cubicBezTo>
                    <a:pt x="525255" y="102825"/>
                    <a:pt x="530412" y="119702"/>
                    <a:pt x="544523" y="135193"/>
                  </a:cubicBezTo>
                  <a:cubicBezTo>
                    <a:pt x="565820" y="158547"/>
                    <a:pt x="591002" y="178906"/>
                    <a:pt x="620068" y="196272"/>
                  </a:cubicBezTo>
                  <a:cubicBezTo>
                    <a:pt x="620704" y="196654"/>
                    <a:pt x="621528" y="196447"/>
                    <a:pt x="621903" y="195810"/>
                  </a:cubicBezTo>
                  <a:cubicBezTo>
                    <a:pt x="621990" y="195663"/>
                    <a:pt x="622051" y="195502"/>
                    <a:pt x="622077" y="195335"/>
                  </a:cubicBezTo>
                  <a:close/>
                  <a:moveTo>
                    <a:pt x="485386" y="173703"/>
                  </a:moveTo>
                  <a:cubicBezTo>
                    <a:pt x="484361" y="171647"/>
                    <a:pt x="483243" y="171580"/>
                    <a:pt x="482037" y="173502"/>
                  </a:cubicBezTo>
                  <a:cubicBezTo>
                    <a:pt x="452168" y="220202"/>
                    <a:pt x="411984" y="252931"/>
                    <a:pt x="361487" y="271683"/>
                  </a:cubicBezTo>
                  <a:cubicBezTo>
                    <a:pt x="356584" y="273512"/>
                    <a:pt x="354073" y="278930"/>
                    <a:pt x="355861" y="283806"/>
                  </a:cubicBezTo>
                  <a:cubicBezTo>
                    <a:pt x="374526" y="335910"/>
                    <a:pt x="408548" y="371158"/>
                    <a:pt x="457927" y="389555"/>
                  </a:cubicBezTo>
                  <a:cubicBezTo>
                    <a:pt x="475742" y="396119"/>
                    <a:pt x="494561" y="395583"/>
                    <a:pt x="512041" y="390091"/>
                  </a:cubicBezTo>
                  <a:cubicBezTo>
                    <a:pt x="563697" y="373884"/>
                    <a:pt x="597813" y="339976"/>
                    <a:pt x="614375" y="288360"/>
                  </a:cubicBezTo>
                  <a:cubicBezTo>
                    <a:pt x="617791" y="277845"/>
                    <a:pt x="617992" y="271951"/>
                    <a:pt x="607611" y="266594"/>
                  </a:cubicBezTo>
                  <a:cubicBezTo>
                    <a:pt x="555574" y="239537"/>
                    <a:pt x="510099" y="223932"/>
                    <a:pt x="485386" y="173703"/>
                  </a:cubicBezTo>
                  <a:close/>
                  <a:moveTo>
                    <a:pt x="632726" y="631729"/>
                  </a:moveTo>
                  <a:cubicBezTo>
                    <a:pt x="666011" y="621281"/>
                    <a:pt x="679071" y="633135"/>
                    <a:pt x="690255" y="663139"/>
                  </a:cubicBezTo>
                  <a:cubicBezTo>
                    <a:pt x="716375" y="733058"/>
                    <a:pt x="751334" y="785900"/>
                    <a:pt x="801095" y="843027"/>
                  </a:cubicBezTo>
                  <a:cubicBezTo>
                    <a:pt x="823819" y="869100"/>
                    <a:pt x="841433" y="890109"/>
                    <a:pt x="853937" y="906049"/>
                  </a:cubicBezTo>
                  <a:cubicBezTo>
                    <a:pt x="854874" y="907254"/>
                    <a:pt x="855859" y="907301"/>
                    <a:pt x="856883" y="906183"/>
                  </a:cubicBezTo>
                  <a:lnTo>
                    <a:pt x="890504" y="870754"/>
                  </a:lnTo>
                  <a:cubicBezTo>
                    <a:pt x="891260" y="869950"/>
                    <a:pt x="891327" y="869100"/>
                    <a:pt x="890705" y="868209"/>
                  </a:cubicBezTo>
                  <a:cubicBezTo>
                    <a:pt x="830918" y="780562"/>
                    <a:pt x="793279" y="722122"/>
                    <a:pt x="777789" y="692875"/>
                  </a:cubicBezTo>
                  <a:cubicBezTo>
                    <a:pt x="767073" y="672562"/>
                    <a:pt x="745555" y="632847"/>
                    <a:pt x="713227" y="573730"/>
                  </a:cubicBezTo>
                  <a:cubicBezTo>
                    <a:pt x="686840" y="525510"/>
                    <a:pt x="646053" y="491267"/>
                    <a:pt x="590868" y="470994"/>
                  </a:cubicBezTo>
                  <a:cubicBezTo>
                    <a:pt x="561400" y="460145"/>
                    <a:pt x="541576" y="463895"/>
                    <a:pt x="509563" y="468918"/>
                  </a:cubicBezTo>
                  <a:cubicBezTo>
                    <a:pt x="481837" y="473271"/>
                    <a:pt x="462347" y="469387"/>
                    <a:pt x="436228" y="464163"/>
                  </a:cubicBezTo>
                  <a:cubicBezTo>
                    <a:pt x="352713" y="447621"/>
                    <a:pt x="284200" y="511111"/>
                    <a:pt x="247767" y="578017"/>
                  </a:cubicBezTo>
                  <a:cubicBezTo>
                    <a:pt x="209124" y="648740"/>
                    <a:pt x="156952" y="765004"/>
                    <a:pt x="95873" y="851466"/>
                  </a:cubicBezTo>
                  <a:cubicBezTo>
                    <a:pt x="82814" y="869883"/>
                    <a:pt x="58234" y="901561"/>
                    <a:pt x="77589" y="921452"/>
                  </a:cubicBezTo>
                  <a:cubicBezTo>
                    <a:pt x="82987" y="926991"/>
                    <a:pt x="91808" y="927286"/>
                    <a:pt x="97614" y="922122"/>
                  </a:cubicBezTo>
                  <a:cubicBezTo>
                    <a:pt x="174097" y="853676"/>
                    <a:pt x="246562" y="760852"/>
                    <a:pt x="268261" y="666019"/>
                  </a:cubicBezTo>
                  <a:cubicBezTo>
                    <a:pt x="274154" y="640167"/>
                    <a:pt x="286544" y="627174"/>
                    <a:pt x="313132" y="631126"/>
                  </a:cubicBezTo>
                  <a:cubicBezTo>
                    <a:pt x="339319" y="635077"/>
                    <a:pt x="347489" y="659455"/>
                    <a:pt x="342466" y="682963"/>
                  </a:cubicBezTo>
                  <a:cubicBezTo>
                    <a:pt x="336754" y="709531"/>
                    <a:pt x="324899" y="762439"/>
                    <a:pt x="306904" y="841688"/>
                  </a:cubicBezTo>
                  <a:cubicBezTo>
                    <a:pt x="283530" y="944893"/>
                    <a:pt x="257612" y="1091965"/>
                    <a:pt x="240534" y="1160545"/>
                  </a:cubicBezTo>
                  <a:cubicBezTo>
                    <a:pt x="232986" y="1190729"/>
                    <a:pt x="223590" y="1219414"/>
                    <a:pt x="212339" y="1246605"/>
                  </a:cubicBezTo>
                  <a:cubicBezTo>
                    <a:pt x="211635" y="1248312"/>
                    <a:pt x="212446" y="1250275"/>
                    <a:pt x="214160" y="1250978"/>
                  </a:cubicBezTo>
                  <a:cubicBezTo>
                    <a:pt x="214515" y="1251125"/>
                    <a:pt x="214897" y="1251205"/>
                    <a:pt x="215285" y="1251226"/>
                  </a:cubicBezTo>
                  <a:cubicBezTo>
                    <a:pt x="382784" y="1258727"/>
                    <a:pt x="530861" y="1254373"/>
                    <a:pt x="716442" y="1251427"/>
                  </a:cubicBezTo>
                  <a:cubicBezTo>
                    <a:pt x="725101" y="1251292"/>
                    <a:pt x="733366" y="1250623"/>
                    <a:pt x="741222" y="1249417"/>
                  </a:cubicBezTo>
                  <a:cubicBezTo>
                    <a:pt x="743412" y="1249062"/>
                    <a:pt x="744081" y="1247857"/>
                    <a:pt x="743231" y="1245801"/>
                  </a:cubicBezTo>
                  <a:cubicBezTo>
                    <a:pt x="739969" y="1237945"/>
                    <a:pt x="737223" y="1228502"/>
                    <a:pt x="734993" y="1217471"/>
                  </a:cubicBezTo>
                  <a:cubicBezTo>
                    <a:pt x="708740" y="1087947"/>
                    <a:pt x="681435" y="950096"/>
                    <a:pt x="653086" y="803915"/>
                  </a:cubicBezTo>
                  <a:cubicBezTo>
                    <a:pt x="644915" y="761769"/>
                    <a:pt x="633148" y="721137"/>
                    <a:pt x="617791" y="682025"/>
                  </a:cubicBezTo>
                  <a:cubicBezTo>
                    <a:pt x="610357" y="662938"/>
                    <a:pt x="609286" y="639096"/>
                    <a:pt x="632726" y="631729"/>
                  </a:cubicBezTo>
                  <a:close/>
                  <a:moveTo>
                    <a:pt x="1432848" y="1050308"/>
                  </a:moveTo>
                  <a:cubicBezTo>
                    <a:pt x="1445238" y="981259"/>
                    <a:pt x="1403648" y="931364"/>
                    <a:pt x="1344243" y="899887"/>
                  </a:cubicBezTo>
                  <a:cubicBezTo>
                    <a:pt x="1314307" y="884015"/>
                    <a:pt x="1293210" y="886493"/>
                    <a:pt x="1263675" y="902365"/>
                  </a:cubicBezTo>
                  <a:cubicBezTo>
                    <a:pt x="1200453" y="936320"/>
                    <a:pt x="1177348" y="1007512"/>
                    <a:pt x="1204940" y="1072074"/>
                  </a:cubicBezTo>
                  <a:cubicBezTo>
                    <a:pt x="1227175" y="1123998"/>
                    <a:pt x="1266910" y="1148068"/>
                    <a:pt x="1324152" y="1144270"/>
                  </a:cubicBezTo>
                  <a:cubicBezTo>
                    <a:pt x="1357437" y="1141993"/>
                    <a:pt x="1391258" y="1124380"/>
                    <a:pt x="1411082" y="1093438"/>
                  </a:cubicBezTo>
                  <a:cubicBezTo>
                    <a:pt x="1424122" y="1073031"/>
                    <a:pt x="1431375" y="1058659"/>
                    <a:pt x="1432848" y="1050308"/>
                  </a:cubicBezTo>
                  <a:close/>
                  <a:moveTo>
                    <a:pt x="1319129" y="1517442"/>
                  </a:moveTo>
                  <a:cubicBezTo>
                    <a:pt x="1328150" y="1519632"/>
                    <a:pt x="1335269" y="1518292"/>
                    <a:pt x="1340493" y="1513424"/>
                  </a:cubicBezTo>
                  <a:cubicBezTo>
                    <a:pt x="1343755" y="1510343"/>
                    <a:pt x="1360136" y="1494491"/>
                    <a:pt x="1389651" y="1465873"/>
                  </a:cubicBezTo>
                  <a:cubicBezTo>
                    <a:pt x="1409408" y="1446719"/>
                    <a:pt x="1426352" y="1438548"/>
                    <a:pt x="1453677" y="1423814"/>
                  </a:cubicBezTo>
                  <a:cubicBezTo>
                    <a:pt x="1457970" y="1421504"/>
                    <a:pt x="1460890" y="1417264"/>
                    <a:pt x="1461513" y="1412429"/>
                  </a:cubicBezTo>
                  <a:cubicBezTo>
                    <a:pt x="1466288" y="1374703"/>
                    <a:pt x="1466603" y="1335256"/>
                    <a:pt x="1462450" y="1294088"/>
                  </a:cubicBezTo>
                  <a:cubicBezTo>
                    <a:pt x="1460910" y="1278684"/>
                    <a:pt x="1463656" y="1268906"/>
                    <a:pt x="1474639" y="1259129"/>
                  </a:cubicBezTo>
                  <a:cubicBezTo>
                    <a:pt x="1491851" y="1243658"/>
                    <a:pt x="1514287" y="1228857"/>
                    <a:pt x="1528418" y="1216935"/>
                  </a:cubicBezTo>
                  <a:cubicBezTo>
                    <a:pt x="1614813" y="1144404"/>
                    <a:pt x="1678906" y="1063702"/>
                    <a:pt x="1717951" y="957149"/>
                  </a:cubicBezTo>
                  <a:cubicBezTo>
                    <a:pt x="1724983" y="937928"/>
                    <a:pt x="1725251" y="917769"/>
                    <a:pt x="1708575" y="905044"/>
                  </a:cubicBezTo>
                  <a:cubicBezTo>
                    <a:pt x="1704275" y="901776"/>
                    <a:pt x="1698127" y="902633"/>
                    <a:pt x="1694839" y="906966"/>
                  </a:cubicBezTo>
                  <a:cubicBezTo>
                    <a:pt x="1694698" y="907147"/>
                    <a:pt x="1694571" y="907334"/>
                    <a:pt x="1694444" y="907522"/>
                  </a:cubicBezTo>
                  <a:cubicBezTo>
                    <a:pt x="1678638" y="932235"/>
                    <a:pt x="1663167" y="967329"/>
                    <a:pt x="1649907" y="988961"/>
                  </a:cubicBezTo>
                  <a:cubicBezTo>
                    <a:pt x="1620352" y="1037449"/>
                    <a:pt x="1583470" y="1079843"/>
                    <a:pt x="1539268" y="1116142"/>
                  </a:cubicBezTo>
                  <a:cubicBezTo>
                    <a:pt x="1535832" y="1118955"/>
                    <a:pt x="1521453" y="1127708"/>
                    <a:pt x="1496137" y="1142395"/>
                  </a:cubicBezTo>
                  <a:cubicBezTo>
                    <a:pt x="1460106" y="1163291"/>
                    <a:pt x="1423941" y="1191084"/>
                    <a:pt x="1389383" y="1205684"/>
                  </a:cubicBezTo>
                  <a:cubicBezTo>
                    <a:pt x="1329288" y="1231134"/>
                    <a:pt x="1271759" y="1227115"/>
                    <a:pt x="1216794" y="1193629"/>
                  </a:cubicBezTo>
                  <a:cubicBezTo>
                    <a:pt x="1195182" y="1180456"/>
                    <a:pt x="1174582" y="1166238"/>
                    <a:pt x="1154979" y="1150968"/>
                  </a:cubicBezTo>
                  <a:cubicBezTo>
                    <a:pt x="1143948" y="1142348"/>
                    <a:pt x="1123682" y="1127259"/>
                    <a:pt x="1094168" y="1105694"/>
                  </a:cubicBezTo>
                  <a:cubicBezTo>
                    <a:pt x="1053897" y="1076226"/>
                    <a:pt x="1022219" y="1041420"/>
                    <a:pt x="999133" y="1001284"/>
                  </a:cubicBezTo>
                  <a:cubicBezTo>
                    <a:pt x="993374" y="991285"/>
                    <a:pt x="982035" y="966860"/>
                    <a:pt x="965111" y="928016"/>
                  </a:cubicBezTo>
                  <a:cubicBezTo>
                    <a:pt x="957429" y="910335"/>
                    <a:pt x="946962" y="908480"/>
                    <a:pt x="933701" y="922457"/>
                  </a:cubicBezTo>
                  <a:lnTo>
                    <a:pt x="928611" y="927815"/>
                  </a:lnTo>
                  <a:cubicBezTo>
                    <a:pt x="915973" y="941162"/>
                    <a:pt x="913790" y="956030"/>
                    <a:pt x="922048" y="972418"/>
                  </a:cubicBezTo>
                  <a:cubicBezTo>
                    <a:pt x="956740" y="1040932"/>
                    <a:pt x="973617" y="1078168"/>
                    <a:pt x="1015006" y="1121499"/>
                  </a:cubicBezTo>
                  <a:cubicBezTo>
                    <a:pt x="1060326" y="1168963"/>
                    <a:pt x="1109859" y="1211223"/>
                    <a:pt x="1163618" y="1248279"/>
                  </a:cubicBezTo>
                  <a:cubicBezTo>
                    <a:pt x="1183375" y="1261941"/>
                    <a:pt x="1187594" y="1279689"/>
                    <a:pt x="1183844" y="1305407"/>
                  </a:cubicBezTo>
                  <a:cubicBezTo>
                    <a:pt x="1179337" y="1336797"/>
                    <a:pt x="1178506" y="1374388"/>
                    <a:pt x="1181366" y="1418189"/>
                  </a:cubicBezTo>
                  <a:cubicBezTo>
                    <a:pt x="1181547" y="1420687"/>
                    <a:pt x="1182819" y="1422321"/>
                    <a:pt x="1185183" y="1423078"/>
                  </a:cubicBezTo>
                  <a:cubicBezTo>
                    <a:pt x="1212240" y="1431382"/>
                    <a:pt x="1241842" y="1466007"/>
                    <a:pt x="1261264" y="1486166"/>
                  </a:cubicBezTo>
                  <a:cubicBezTo>
                    <a:pt x="1270821" y="1496031"/>
                    <a:pt x="1279528" y="1502842"/>
                    <a:pt x="1287384" y="1506592"/>
                  </a:cubicBezTo>
                  <a:cubicBezTo>
                    <a:pt x="1296177" y="1510832"/>
                    <a:pt x="1306759" y="1514448"/>
                    <a:pt x="1319129" y="1517442"/>
                  </a:cubicBezTo>
                  <a:close/>
                  <a:moveTo>
                    <a:pt x="429196" y="1328981"/>
                  </a:moveTo>
                  <a:cubicBezTo>
                    <a:pt x="429149" y="1327240"/>
                    <a:pt x="428258" y="1326389"/>
                    <a:pt x="426517" y="1326436"/>
                  </a:cubicBezTo>
                  <a:lnTo>
                    <a:pt x="343404" y="1330186"/>
                  </a:lnTo>
                  <a:cubicBezTo>
                    <a:pt x="338790" y="1330367"/>
                    <a:pt x="335160" y="1334178"/>
                    <a:pt x="335233" y="1338759"/>
                  </a:cubicBezTo>
                  <a:cubicBezTo>
                    <a:pt x="335722" y="1398097"/>
                    <a:pt x="335588" y="1484940"/>
                    <a:pt x="334831" y="1599283"/>
                  </a:cubicBezTo>
                  <a:cubicBezTo>
                    <a:pt x="334765" y="1616562"/>
                    <a:pt x="334765" y="1631698"/>
                    <a:pt x="348762" y="1644087"/>
                  </a:cubicBezTo>
                  <a:cubicBezTo>
                    <a:pt x="363496" y="1657214"/>
                    <a:pt x="372805" y="1670407"/>
                    <a:pt x="394236" y="1661902"/>
                  </a:cubicBezTo>
                  <a:cubicBezTo>
                    <a:pt x="425379" y="1649445"/>
                    <a:pt x="424307" y="1627076"/>
                    <a:pt x="425513" y="1593523"/>
                  </a:cubicBezTo>
                  <a:cubicBezTo>
                    <a:pt x="428640" y="1505789"/>
                    <a:pt x="429866" y="1417606"/>
                    <a:pt x="429196" y="1328981"/>
                  </a:cubicBezTo>
                  <a:close/>
                  <a:moveTo>
                    <a:pt x="605468" y="1328579"/>
                  </a:moveTo>
                  <a:lnTo>
                    <a:pt x="507286" y="1328981"/>
                  </a:lnTo>
                  <a:cubicBezTo>
                    <a:pt x="506288" y="1328981"/>
                    <a:pt x="505478" y="1329791"/>
                    <a:pt x="505478" y="1330789"/>
                  </a:cubicBezTo>
                  <a:lnTo>
                    <a:pt x="506482" y="1605779"/>
                  </a:lnTo>
                  <a:cubicBezTo>
                    <a:pt x="506610" y="1639607"/>
                    <a:pt x="529367" y="1666945"/>
                    <a:pt x="557315" y="1666858"/>
                  </a:cubicBezTo>
                  <a:lnTo>
                    <a:pt x="557851" y="1666858"/>
                  </a:lnTo>
                  <a:cubicBezTo>
                    <a:pt x="585812" y="1666771"/>
                    <a:pt x="608395" y="1639259"/>
                    <a:pt x="608281" y="1605417"/>
                  </a:cubicBezTo>
                  <a:cubicBezTo>
                    <a:pt x="608281" y="1605404"/>
                    <a:pt x="608281" y="1605390"/>
                    <a:pt x="608281" y="1605377"/>
                  </a:cubicBezTo>
                  <a:lnTo>
                    <a:pt x="607276" y="1330387"/>
                  </a:lnTo>
                  <a:cubicBezTo>
                    <a:pt x="607276" y="1329389"/>
                    <a:pt x="606466" y="1328579"/>
                    <a:pt x="605468" y="1328579"/>
                  </a:cubicBezTo>
                  <a:close/>
                  <a:moveTo>
                    <a:pt x="1290732" y="1545637"/>
                  </a:moveTo>
                  <a:cubicBezTo>
                    <a:pt x="1288321" y="1543046"/>
                    <a:pt x="1286178" y="1541103"/>
                    <a:pt x="1284303" y="1539811"/>
                  </a:cubicBezTo>
                  <a:cubicBezTo>
                    <a:pt x="1279796" y="1536730"/>
                    <a:pt x="1278363" y="1537782"/>
                    <a:pt x="1280017" y="1542959"/>
                  </a:cubicBezTo>
                  <a:cubicBezTo>
                    <a:pt x="1287250" y="1565327"/>
                    <a:pt x="1292226" y="1588011"/>
                    <a:pt x="1294952" y="1611003"/>
                  </a:cubicBezTo>
                  <a:cubicBezTo>
                    <a:pt x="1296559" y="1624618"/>
                    <a:pt x="1304710" y="1631744"/>
                    <a:pt x="1319397" y="1632367"/>
                  </a:cubicBezTo>
                  <a:cubicBezTo>
                    <a:pt x="1380543" y="1634845"/>
                    <a:pt x="1439545" y="1632367"/>
                    <a:pt x="1497879" y="1634979"/>
                  </a:cubicBezTo>
                  <a:cubicBezTo>
                    <a:pt x="1500564" y="1635106"/>
                    <a:pt x="1502955" y="1633278"/>
                    <a:pt x="1503572" y="1630626"/>
                  </a:cubicBezTo>
                  <a:cubicBezTo>
                    <a:pt x="1507409" y="1613568"/>
                    <a:pt x="1509552" y="1601962"/>
                    <a:pt x="1510001" y="1595800"/>
                  </a:cubicBezTo>
                  <a:cubicBezTo>
                    <a:pt x="1513282" y="1550794"/>
                    <a:pt x="1552863" y="1515902"/>
                    <a:pt x="1565387" y="1469557"/>
                  </a:cubicBezTo>
                  <a:cubicBezTo>
                    <a:pt x="1565769" y="1468123"/>
                    <a:pt x="1564912" y="1466663"/>
                    <a:pt x="1563485" y="1466282"/>
                  </a:cubicBezTo>
                  <a:cubicBezTo>
                    <a:pt x="1563164" y="1466194"/>
                    <a:pt x="1562836" y="1466174"/>
                    <a:pt x="1562507" y="1466208"/>
                  </a:cubicBezTo>
                  <a:cubicBezTo>
                    <a:pt x="1529356" y="1470293"/>
                    <a:pt x="1500022" y="1476589"/>
                    <a:pt x="1469281" y="1497149"/>
                  </a:cubicBezTo>
                  <a:cubicBezTo>
                    <a:pt x="1429768" y="1523449"/>
                    <a:pt x="1399744" y="1544767"/>
                    <a:pt x="1379203" y="1561108"/>
                  </a:cubicBezTo>
                  <a:cubicBezTo>
                    <a:pt x="1377522" y="1562448"/>
                    <a:pt x="1375426" y="1563138"/>
                    <a:pt x="1373310" y="1563051"/>
                  </a:cubicBezTo>
                  <a:cubicBezTo>
                    <a:pt x="1346520" y="1561758"/>
                    <a:pt x="1321319" y="1557559"/>
                    <a:pt x="1297698" y="1550460"/>
                  </a:cubicBezTo>
                  <a:cubicBezTo>
                    <a:pt x="1295373" y="1549790"/>
                    <a:pt x="1293056" y="1548182"/>
                    <a:pt x="1290732" y="1545637"/>
                  </a:cubicBezTo>
                  <a:close/>
                  <a:moveTo>
                    <a:pt x="1147746" y="1633974"/>
                  </a:moveTo>
                  <a:cubicBezTo>
                    <a:pt x="1147853" y="1636044"/>
                    <a:pt x="1149621" y="1637631"/>
                    <a:pt x="1151684" y="1637524"/>
                  </a:cubicBezTo>
                  <a:cubicBezTo>
                    <a:pt x="1151690" y="1637524"/>
                    <a:pt x="1151690" y="1637524"/>
                    <a:pt x="1151697" y="1637524"/>
                  </a:cubicBezTo>
                  <a:cubicBezTo>
                    <a:pt x="1180274" y="1635696"/>
                    <a:pt x="1205724" y="1630425"/>
                    <a:pt x="1228046" y="1621718"/>
                  </a:cubicBezTo>
                  <a:cubicBezTo>
                    <a:pt x="1231408" y="1620392"/>
                    <a:pt x="1233538" y="1617097"/>
                    <a:pt x="1233337" y="1613548"/>
                  </a:cubicBezTo>
                  <a:cubicBezTo>
                    <a:pt x="1232754" y="1602832"/>
                    <a:pt x="1230008" y="1591695"/>
                    <a:pt x="1225099" y="1580128"/>
                  </a:cubicBezTo>
                  <a:cubicBezTo>
                    <a:pt x="1199583" y="1519987"/>
                    <a:pt x="1148951" y="1463127"/>
                    <a:pt x="1079099" y="1470762"/>
                  </a:cubicBezTo>
                  <a:cubicBezTo>
                    <a:pt x="1073654" y="1471385"/>
                    <a:pt x="1072488" y="1473930"/>
                    <a:pt x="1075616" y="1478397"/>
                  </a:cubicBezTo>
                  <a:cubicBezTo>
                    <a:pt x="1103611" y="1518801"/>
                    <a:pt x="1125960" y="1560706"/>
                    <a:pt x="1142656" y="1604104"/>
                  </a:cubicBezTo>
                  <a:cubicBezTo>
                    <a:pt x="1145515" y="1611652"/>
                    <a:pt x="1147210" y="1621605"/>
                    <a:pt x="1147746" y="1633974"/>
                  </a:cubicBezTo>
                  <a:close/>
                  <a:moveTo>
                    <a:pt x="1036973" y="1655205"/>
                  </a:moveTo>
                  <a:cubicBezTo>
                    <a:pt x="1056931" y="1653330"/>
                    <a:pt x="1082514" y="1641342"/>
                    <a:pt x="1073875" y="1617432"/>
                  </a:cubicBezTo>
                  <a:cubicBezTo>
                    <a:pt x="1058203" y="1574101"/>
                    <a:pt x="1031883" y="1538471"/>
                    <a:pt x="1003085" y="1495341"/>
                  </a:cubicBezTo>
                  <a:cubicBezTo>
                    <a:pt x="1001745" y="1493285"/>
                    <a:pt x="1000118" y="1493017"/>
                    <a:pt x="998196" y="1494537"/>
                  </a:cubicBezTo>
                  <a:cubicBezTo>
                    <a:pt x="979443" y="1509137"/>
                    <a:pt x="952587" y="1531506"/>
                    <a:pt x="960155" y="1553406"/>
                  </a:cubicBezTo>
                  <a:cubicBezTo>
                    <a:pt x="971855" y="1587073"/>
                    <a:pt x="991900" y="1618858"/>
                    <a:pt x="1020297" y="1648775"/>
                  </a:cubicBezTo>
                  <a:cubicBezTo>
                    <a:pt x="1024938" y="1653684"/>
                    <a:pt x="1030497" y="1655828"/>
                    <a:pt x="1036973" y="1655205"/>
                  </a:cubicBezTo>
                  <a:close/>
                  <a:moveTo>
                    <a:pt x="1640062" y="1495944"/>
                  </a:moveTo>
                  <a:cubicBezTo>
                    <a:pt x="1622180" y="1518112"/>
                    <a:pt x="1551122" y="1608123"/>
                    <a:pt x="1572085" y="1634510"/>
                  </a:cubicBezTo>
                  <a:cubicBezTo>
                    <a:pt x="1580791" y="1645427"/>
                    <a:pt x="1605906" y="1664447"/>
                    <a:pt x="1620506" y="1655673"/>
                  </a:cubicBezTo>
                  <a:cubicBezTo>
                    <a:pt x="1655331" y="1634845"/>
                    <a:pt x="1676227" y="1578320"/>
                    <a:pt x="1681853" y="1540480"/>
                  </a:cubicBezTo>
                  <a:cubicBezTo>
                    <a:pt x="1684933" y="1519451"/>
                    <a:pt x="1660890" y="1501837"/>
                    <a:pt x="1644750" y="1494805"/>
                  </a:cubicBezTo>
                  <a:cubicBezTo>
                    <a:pt x="1642875" y="1494048"/>
                    <a:pt x="1641314" y="1494424"/>
                    <a:pt x="1640062" y="1495944"/>
                  </a:cubicBezTo>
                  <a:close/>
                </a:path>
              </a:pathLst>
            </a:custGeom>
            <a:grpFill/>
            <a:ln w="6697"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25419A0E-697D-1F76-5728-E9E2223749B5}"/>
                </a:ext>
              </a:extLst>
            </p:cNvPr>
            <p:cNvSpPr/>
            <p:nvPr/>
          </p:nvSpPr>
          <p:spPr>
            <a:xfrm>
              <a:off x="3488480" y="2678085"/>
              <a:ext cx="126638" cy="70279"/>
            </a:xfrm>
            <a:custGeom>
              <a:avLst/>
              <a:gdLst>
                <a:gd name="connsiteX0" fmla="*/ 76315 w 126638"/>
                <a:gd name="connsiteY0" fmla="*/ 18636 h 70279"/>
                <a:gd name="connsiteX1" fmla="*/ 105515 w 126638"/>
                <a:gd name="connsiteY1" fmla="*/ 1825 h 70279"/>
                <a:gd name="connsiteX2" fmla="*/ 123980 w 126638"/>
                <a:gd name="connsiteY2" fmla="*/ 6708 h 70279"/>
                <a:gd name="connsiteX3" fmla="*/ 125406 w 126638"/>
                <a:gd name="connsiteY3" fmla="*/ 10264 h 70279"/>
                <a:gd name="connsiteX4" fmla="*/ 117704 w 126638"/>
                <a:gd name="connsiteY4" fmla="*/ 41875 h 70279"/>
                <a:gd name="connsiteX5" fmla="*/ 20594 w 126638"/>
                <a:gd name="connsiteY5" fmla="*/ 58082 h 70279"/>
                <a:gd name="connsiteX6" fmla="*/ 100 w 126638"/>
                <a:gd name="connsiteY6" fmla="*/ 21515 h 70279"/>
                <a:gd name="connsiteX7" fmla="*/ 14948 w 126638"/>
                <a:gd name="connsiteY7" fmla="*/ 8422 h 70279"/>
                <a:gd name="connsiteX8" fmla="*/ 17379 w 126638"/>
                <a:gd name="connsiteY8" fmla="*/ 8791 h 70279"/>
                <a:gd name="connsiteX9" fmla="*/ 64260 w 126638"/>
                <a:gd name="connsiteY9" fmla="*/ 20377 h 70279"/>
                <a:gd name="connsiteX10" fmla="*/ 76315 w 126638"/>
                <a:gd name="connsiteY10" fmla="*/ 18636 h 7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638" h="70279">
                  <a:moveTo>
                    <a:pt x="76315" y="18636"/>
                  </a:moveTo>
                  <a:lnTo>
                    <a:pt x="105515" y="1825"/>
                  </a:lnTo>
                  <a:cubicBezTo>
                    <a:pt x="111985" y="-1912"/>
                    <a:pt x="120249" y="272"/>
                    <a:pt x="123980" y="6708"/>
                  </a:cubicBezTo>
                  <a:cubicBezTo>
                    <a:pt x="124623" y="7820"/>
                    <a:pt x="125105" y="9018"/>
                    <a:pt x="125406" y="10264"/>
                  </a:cubicBezTo>
                  <a:cubicBezTo>
                    <a:pt x="128440" y="22634"/>
                    <a:pt x="125875" y="33169"/>
                    <a:pt x="117704" y="41875"/>
                  </a:cubicBezTo>
                  <a:cubicBezTo>
                    <a:pt x="88370" y="73218"/>
                    <a:pt x="56002" y="78623"/>
                    <a:pt x="20594" y="58082"/>
                  </a:cubicBezTo>
                  <a:cubicBezTo>
                    <a:pt x="5907" y="49557"/>
                    <a:pt x="-924" y="37368"/>
                    <a:pt x="100" y="21515"/>
                  </a:cubicBezTo>
                  <a:cubicBezTo>
                    <a:pt x="582" y="13800"/>
                    <a:pt x="7233" y="7940"/>
                    <a:pt x="14948" y="8422"/>
                  </a:cubicBezTo>
                  <a:cubicBezTo>
                    <a:pt x="15765" y="8476"/>
                    <a:pt x="16582" y="8596"/>
                    <a:pt x="17379" y="8791"/>
                  </a:cubicBezTo>
                  <a:lnTo>
                    <a:pt x="64260" y="20377"/>
                  </a:lnTo>
                  <a:cubicBezTo>
                    <a:pt x="68339" y="21368"/>
                    <a:pt x="72659" y="20745"/>
                    <a:pt x="76315" y="18636"/>
                  </a:cubicBezTo>
                  <a:close/>
                </a:path>
              </a:pathLst>
            </a:custGeom>
            <a:grpFill/>
            <a:ln w="6697"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0A14868D-3965-731E-22C1-FB1AE16B9257}"/>
                </a:ext>
              </a:extLst>
            </p:cNvPr>
            <p:cNvSpPr/>
            <p:nvPr/>
          </p:nvSpPr>
          <p:spPr>
            <a:xfrm rot="6420001">
              <a:off x="4396194" y="3398393"/>
              <a:ext cx="67508" cy="55989"/>
            </a:xfrm>
            <a:custGeom>
              <a:avLst/>
              <a:gdLst>
                <a:gd name="connsiteX0" fmla="*/ 68014 w 67508"/>
                <a:gd name="connsiteY0" fmla="*/ 28506 h 55989"/>
                <a:gd name="connsiteX1" fmla="*/ 34260 w 67508"/>
                <a:gd name="connsiteY1" fmla="*/ 56501 h 55989"/>
                <a:gd name="connsiteX2" fmla="*/ 506 w 67508"/>
                <a:gd name="connsiteY2" fmla="*/ 28506 h 55989"/>
                <a:gd name="connsiteX3" fmla="*/ 34260 w 67508"/>
                <a:gd name="connsiteY3" fmla="*/ 512 h 55989"/>
                <a:gd name="connsiteX4" fmla="*/ 68014 w 67508"/>
                <a:gd name="connsiteY4" fmla="*/ 28506 h 55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8" h="55989">
                  <a:moveTo>
                    <a:pt x="68014" y="28506"/>
                  </a:moveTo>
                  <a:cubicBezTo>
                    <a:pt x="68014" y="43967"/>
                    <a:pt x="52902" y="56501"/>
                    <a:pt x="34260" y="56501"/>
                  </a:cubicBezTo>
                  <a:cubicBezTo>
                    <a:pt x="15618" y="56501"/>
                    <a:pt x="506" y="43967"/>
                    <a:pt x="506" y="28506"/>
                  </a:cubicBezTo>
                  <a:cubicBezTo>
                    <a:pt x="506" y="13045"/>
                    <a:pt x="15618" y="512"/>
                    <a:pt x="34260" y="512"/>
                  </a:cubicBezTo>
                  <a:cubicBezTo>
                    <a:pt x="52902" y="512"/>
                    <a:pt x="68014" y="13045"/>
                    <a:pt x="68014" y="28506"/>
                  </a:cubicBezTo>
                  <a:close/>
                </a:path>
              </a:pathLst>
            </a:custGeom>
            <a:grpFill/>
            <a:ln w="6697"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19418388-4955-2252-A023-A27812E085AC}"/>
                </a:ext>
              </a:extLst>
            </p:cNvPr>
            <p:cNvSpPr/>
            <p:nvPr/>
          </p:nvSpPr>
          <p:spPr>
            <a:xfrm rot="4920000">
              <a:off x="4291315" y="3406832"/>
              <a:ext cx="67910" cy="46746"/>
            </a:xfrm>
            <a:custGeom>
              <a:avLst/>
              <a:gdLst>
                <a:gd name="connsiteX0" fmla="*/ 68401 w 67910"/>
                <a:gd name="connsiteY0" fmla="*/ 23886 h 46746"/>
                <a:gd name="connsiteX1" fmla="*/ 34445 w 67910"/>
                <a:gd name="connsiteY1" fmla="*/ 47259 h 46746"/>
                <a:gd name="connsiteX2" fmla="*/ 490 w 67910"/>
                <a:gd name="connsiteY2" fmla="*/ 23886 h 46746"/>
                <a:gd name="connsiteX3" fmla="*/ 34445 w 67910"/>
                <a:gd name="connsiteY3" fmla="*/ 512 h 46746"/>
                <a:gd name="connsiteX4" fmla="*/ 68401 w 67910"/>
                <a:gd name="connsiteY4" fmla="*/ 23886 h 46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10" h="46746">
                  <a:moveTo>
                    <a:pt x="68401" y="23886"/>
                  </a:moveTo>
                  <a:cubicBezTo>
                    <a:pt x="68401" y="36794"/>
                    <a:pt x="53198" y="47259"/>
                    <a:pt x="34445" y="47259"/>
                  </a:cubicBezTo>
                  <a:cubicBezTo>
                    <a:pt x="15693" y="47259"/>
                    <a:pt x="490" y="36794"/>
                    <a:pt x="490" y="23886"/>
                  </a:cubicBezTo>
                  <a:cubicBezTo>
                    <a:pt x="490" y="10977"/>
                    <a:pt x="15693" y="512"/>
                    <a:pt x="34445" y="512"/>
                  </a:cubicBezTo>
                  <a:cubicBezTo>
                    <a:pt x="53198" y="512"/>
                    <a:pt x="68401" y="10977"/>
                    <a:pt x="68401" y="23886"/>
                  </a:cubicBezTo>
                  <a:close/>
                </a:path>
              </a:pathLst>
            </a:custGeom>
            <a:grpFill/>
            <a:ln w="6697"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917871138"/>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Pressure</a:t>
            </a:r>
          </a:p>
        </p:txBody>
      </p:sp>
      <p:sp>
        <p:nvSpPr>
          <p:cNvPr id="4" name="Rectangle 3"/>
          <p:cNvSpPr/>
          <p:nvPr/>
        </p:nvSpPr>
        <p:spPr>
          <a:xfrm>
            <a:off x="654048" y="3429000"/>
            <a:ext cx="10883905" cy="42672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p:cNvGrpSpPr/>
          <p:nvPr/>
        </p:nvGrpSpPr>
        <p:grpSpPr>
          <a:xfrm>
            <a:off x="1014301" y="2663953"/>
            <a:ext cx="645046" cy="1061538"/>
            <a:chOff x="4094910" y="4175482"/>
            <a:chExt cx="645046" cy="1061538"/>
          </a:xfrm>
        </p:grpSpPr>
        <p:sp>
          <p:nvSpPr>
            <p:cNvPr id="9" name="Arrow: Down 8"/>
            <p:cNvSpPr/>
            <p:nvPr/>
          </p:nvSpPr>
          <p:spPr>
            <a:xfrm>
              <a:off x="4094910"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Arrow: Down 9"/>
            <p:cNvSpPr/>
            <p:nvPr/>
          </p:nvSpPr>
          <p:spPr>
            <a:xfrm>
              <a:off x="4175117" y="4175482"/>
              <a:ext cx="484632" cy="978408"/>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p:cNvGrpSpPr/>
          <p:nvPr/>
        </p:nvGrpSpPr>
        <p:grpSpPr>
          <a:xfrm>
            <a:off x="2917971" y="2663953"/>
            <a:ext cx="645046" cy="1061538"/>
            <a:chOff x="5277446" y="4175482"/>
            <a:chExt cx="645046" cy="1061538"/>
          </a:xfrm>
        </p:grpSpPr>
        <p:sp>
          <p:nvSpPr>
            <p:cNvPr id="12" name="Arrow: Down 11"/>
            <p:cNvSpPr/>
            <p:nvPr/>
          </p:nvSpPr>
          <p:spPr>
            <a:xfrm>
              <a:off x="5277446"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Arrow: Down 12"/>
            <p:cNvSpPr/>
            <p:nvPr/>
          </p:nvSpPr>
          <p:spPr>
            <a:xfrm>
              <a:off x="5357653" y="4175482"/>
              <a:ext cx="484632" cy="978408"/>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13"/>
          <p:cNvGrpSpPr/>
          <p:nvPr/>
        </p:nvGrpSpPr>
        <p:grpSpPr>
          <a:xfrm>
            <a:off x="4821641" y="2663953"/>
            <a:ext cx="645046" cy="1061538"/>
            <a:chOff x="6459982" y="4175482"/>
            <a:chExt cx="645046" cy="1061538"/>
          </a:xfrm>
        </p:grpSpPr>
        <p:sp>
          <p:nvSpPr>
            <p:cNvPr id="15" name="Arrow: Down 14"/>
            <p:cNvSpPr/>
            <p:nvPr/>
          </p:nvSpPr>
          <p:spPr>
            <a:xfrm>
              <a:off x="6459982"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Arrow: Down 15"/>
            <p:cNvSpPr/>
            <p:nvPr/>
          </p:nvSpPr>
          <p:spPr>
            <a:xfrm>
              <a:off x="6540189" y="4175482"/>
              <a:ext cx="484632" cy="978408"/>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p:cNvGrpSpPr/>
          <p:nvPr/>
        </p:nvGrpSpPr>
        <p:grpSpPr>
          <a:xfrm>
            <a:off x="6725311" y="2663953"/>
            <a:ext cx="645046" cy="1061538"/>
            <a:chOff x="7642518" y="4175482"/>
            <a:chExt cx="645046" cy="1061538"/>
          </a:xfrm>
        </p:grpSpPr>
        <p:sp>
          <p:nvSpPr>
            <p:cNvPr id="18" name="Arrow: Down 17"/>
            <p:cNvSpPr/>
            <p:nvPr/>
          </p:nvSpPr>
          <p:spPr>
            <a:xfrm>
              <a:off x="7642518"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Arrow: Down 18"/>
            <p:cNvSpPr/>
            <p:nvPr/>
          </p:nvSpPr>
          <p:spPr>
            <a:xfrm>
              <a:off x="7722725" y="4175482"/>
              <a:ext cx="484632" cy="978408"/>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0" name="Group 19"/>
          <p:cNvGrpSpPr/>
          <p:nvPr/>
        </p:nvGrpSpPr>
        <p:grpSpPr>
          <a:xfrm>
            <a:off x="8628981" y="2663953"/>
            <a:ext cx="645046" cy="1061538"/>
            <a:chOff x="8825054" y="4175482"/>
            <a:chExt cx="645046" cy="1061538"/>
          </a:xfrm>
        </p:grpSpPr>
        <p:sp>
          <p:nvSpPr>
            <p:cNvPr id="21" name="Arrow: Down 20"/>
            <p:cNvSpPr/>
            <p:nvPr/>
          </p:nvSpPr>
          <p:spPr>
            <a:xfrm>
              <a:off x="882505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Arrow: Down 21"/>
            <p:cNvSpPr/>
            <p:nvPr/>
          </p:nvSpPr>
          <p:spPr>
            <a:xfrm>
              <a:off x="8905261" y="4175482"/>
              <a:ext cx="484632" cy="978408"/>
            </a:xfrm>
            <a:prstGeom prst="down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
          <p:cNvGrpSpPr/>
          <p:nvPr/>
        </p:nvGrpSpPr>
        <p:grpSpPr>
          <a:xfrm>
            <a:off x="10532653" y="2663953"/>
            <a:ext cx="645046" cy="1061538"/>
            <a:chOff x="2912374" y="4175482"/>
            <a:chExt cx="645046" cy="1061538"/>
          </a:xfrm>
        </p:grpSpPr>
        <p:sp>
          <p:nvSpPr>
            <p:cNvPr id="6" name="Arrow: Down 5"/>
            <p:cNvSpPr/>
            <p:nvPr/>
          </p:nvSpPr>
          <p:spPr>
            <a:xfrm>
              <a:off x="291237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Arrow: Down 6"/>
            <p:cNvSpPr/>
            <p:nvPr/>
          </p:nvSpPr>
          <p:spPr>
            <a:xfrm>
              <a:off x="2992581" y="4175482"/>
              <a:ext cx="484632" cy="978408"/>
            </a:xfrm>
            <a:prstGeom prst="down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3" name="TextBox 22"/>
          <p:cNvSpPr txBox="1"/>
          <p:nvPr/>
        </p:nvSpPr>
        <p:spPr>
          <a:xfrm>
            <a:off x="389111" y="1875952"/>
            <a:ext cx="1908000" cy="646331"/>
          </a:xfrm>
          <a:prstGeom prst="rect">
            <a:avLst/>
          </a:prstGeom>
          <a:noFill/>
        </p:spPr>
        <p:txBody>
          <a:bodyPr wrap="square" rtlCol="0">
            <a:spAutoFit/>
          </a:bodyPr>
          <a:lstStyle/>
          <a:p>
            <a:pPr algn="ctr"/>
            <a:r>
              <a:rPr lang="en-US" dirty="0">
                <a:solidFill>
                  <a:schemeClr val="accent1"/>
                </a:solidFill>
              </a:rPr>
              <a:t>Disrupting startups</a:t>
            </a:r>
          </a:p>
        </p:txBody>
      </p:sp>
      <p:sp>
        <p:nvSpPr>
          <p:cNvPr id="24" name="TextBox 23"/>
          <p:cNvSpPr txBox="1"/>
          <p:nvPr/>
        </p:nvSpPr>
        <p:spPr>
          <a:xfrm>
            <a:off x="2287415" y="1875952"/>
            <a:ext cx="1908000" cy="646331"/>
          </a:xfrm>
          <a:prstGeom prst="rect">
            <a:avLst/>
          </a:prstGeom>
          <a:noFill/>
        </p:spPr>
        <p:txBody>
          <a:bodyPr wrap="square" rtlCol="0">
            <a:spAutoFit/>
          </a:bodyPr>
          <a:lstStyle/>
          <a:p>
            <a:pPr algn="ctr"/>
            <a:r>
              <a:rPr lang="en-US" dirty="0">
                <a:solidFill>
                  <a:schemeClr val="accent2"/>
                </a:solidFill>
              </a:rPr>
              <a:t>Price pressure from competitors</a:t>
            </a:r>
          </a:p>
        </p:txBody>
      </p:sp>
      <p:sp>
        <p:nvSpPr>
          <p:cNvPr id="25" name="TextBox 24"/>
          <p:cNvSpPr txBox="1"/>
          <p:nvPr/>
        </p:nvSpPr>
        <p:spPr>
          <a:xfrm>
            <a:off x="4185719" y="1875952"/>
            <a:ext cx="1908000" cy="646331"/>
          </a:xfrm>
          <a:prstGeom prst="rect">
            <a:avLst/>
          </a:prstGeom>
          <a:noFill/>
        </p:spPr>
        <p:txBody>
          <a:bodyPr wrap="square" rtlCol="0">
            <a:spAutoFit/>
          </a:bodyPr>
          <a:lstStyle/>
          <a:p>
            <a:pPr algn="ctr"/>
            <a:r>
              <a:rPr lang="en-US" dirty="0">
                <a:solidFill>
                  <a:schemeClr val="accent3"/>
                </a:solidFill>
              </a:rPr>
              <a:t>More demanding client</a:t>
            </a:r>
          </a:p>
        </p:txBody>
      </p:sp>
      <p:sp>
        <p:nvSpPr>
          <p:cNvPr id="26" name="TextBox 25"/>
          <p:cNvSpPr txBox="1"/>
          <p:nvPr/>
        </p:nvSpPr>
        <p:spPr>
          <a:xfrm>
            <a:off x="6084023" y="1875952"/>
            <a:ext cx="1908000" cy="646331"/>
          </a:xfrm>
          <a:prstGeom prst="rect">
            <a:avLst/>
          </a:prstGeom>
          <a:noFill/>
        </p:spPr>
        <p:txBody>
          <a:bodyPr wrap="square" rtlCol="0">
            <a:spAutoFit/>
          </a:bodyPr>
          <a:lstStyle/>
          <a:p>
            <a:pPr algn="ctr"/>
            <a:r>
              <a:rPr lang="en-US" dirty="0">
                <a:solidFill>
                  <a:schemeClr val="accent4"/>
                </a:solidFill>
              </a:rPr>
              <a:t>Regulatory constraint</a:t>
            </a:r>
          </a:p>
        </p:txBody>
      </p:sp>
      <p:sp>
        <p:nvSpPr>
          <p:cNvPr id="27" name="TextBox 26"/>
          <p:cNvSpPr txBox="1"/>
          <p:nvPr/>
        </p:nvSpPr>
        <p:spPr>
          <a:xfrm>
            <a:off x="7982327" y="1875952"/>
            <a:ext cx="1908000" cy="646331"/>
          </a:xfrm>
          <a:prstGeom prst="rect">
            <a:avLst/>
          </a:prstGeom>
          <a:noFill/>
        </p:spPr>
        <p:txBody>
          <a:bodyPr wrap="square" rtlCol="0">
            <a:spAutoFit/>
          </a:bodyPr>
          <a:lstStyle/>
          <a:p>
            <a:pPr algn="ctr"/>
            <a:r>
              <a:rPr lang="en-US" dirty="0">
                <a:solidFill>
                  <a:schemeClr val="accent5"/>
                </a:solidFill>
              </a:rPr>
              <a:t>Growing product complexity</a:t>
            </a:r>
          </a:p>
        </p:txBody>
      </p:sp>
      <p:sp>
        <p:nvSpPr>
          <p:cNvPr id="28" name="TextBox 27"/>
          <p:cNvSpPr txBox="1"/>
          <p:nvPr/>
        </p:nvSpPr>
        <p:spPr>
          <a:xfrm>
            <a:off x="9880629" y="1875952"/>
            <a:ext cx="1908000" cy="646331"/>
          </a:xfrm>
          <a:prstGeom prst="rect">
            <a:avLst/>
          </a:prstGeom>
          <a:noFill/>
        </p:spPr>
        <p:txBody>
          <a:bodyPr wrap="square" rtlCol="0">
            <a:spAutoFit/>
          </a:bodyPr>
          <a:lstStyle/>
          <a:p>
            <a:pPr algn="ctr"/>
            <a:r>
              <a:rPr lang="en-US" dirty="0">
                <a:solidFill>
                  <a:schemeClr val="accent6"/>
                </a:solidFill>
              </a:rPr>
              <a:t>More expensive raw material</a:t>
            </a:r>
          </a:p>
        </p:txBody>
      </p:sp>
      <p:grpSp>
        <p:nvGrpSpPr>
          <p:cNvPr id="52" name="Group 51"/>
          <p:cNvGrpSpPr/>
          <p:nvPr/>
        </p:nvGrpSpPr>
        <p:grpSpPr>
          <a:xfrm>
            <a:off x="1027718" y="3856545"/>
            <a:ext cx="645046" cy="1549015"/>
            <a:chOff x="1014301" y="4121165"/>
            <a:chExt cx="645046" cy="1549015"/>
          </a:xfrm>
        </p:grpSpPr>
        <p:sp>
          <p:nvSpPr>
            <p:cNvPr id="29" name="Rectangle 28"/>
            <p:cNvSpPr/>
            <p:nvPr/>
          </p:nvSpPr>
          <p:spPr>
            <a:xfrm>
              <a:off x="1014301" y="4121165"/>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 name="Rectangle 29"/>
            <p:cNvSpPr/>
            <p:nvPr/>
          </p:nvSpPr>
          <p:spPr>
            <a:xfrm>
              <a:off x="1266634" y="4181471"/>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3" name="Group 52"/>
          <p:cNvGrpSpPr/>
          <p:nvPr/>
        </p:nvGrpSpPr>
        <p:grpSpPr>
          <a:xfrm>
            <a:off x="4837743" y="3854899"/>
            <a:ext cx="645046" cy="1549015"/>
            <a:chOff x="4837743" y="4119519"/>
            <a:chExt cx="645046" cy="1549015"/>
          </a:xfrm>
        </p:grpSpPr>
        <p:sp>
          <p:nvSpPr>
            <p:cNvPr id="38" name="Rectangle 37"/>
            <p:cNvSpPr/>
            <p:nvPr/>
          </p:nvSpPr>
          <p:spPr>
            <a:xfrm>
              <a:off x="4837743" y="4119519"/>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Rectangle 38"/>
            <p:cNvSpPr/>
            <p:nvPr/>
          </p:nvSpPr>
          <p:spPr>
            <a:xfrm>
              <a:off x="5090076" y="4179825"/>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4" name="Group 53"/>
          <p:cNvGrpSpPr/>
          <p:nvPr/>
        </p:nvGrpSpPr>
        <p:grpSpPr>
          <a:xfrm>
            <a:off x="10519236" y="3852430"/>
            <a:ext cx="645046" cy="1549015"/>
            <a:chOff x="10572906" y="4117050"/>
            <a:chExt cx="645046" cy="1549015"/>
          </a:xfrm>
        </p:grpSpPr>
        <p:sp>
          <p:nvSpPr>
            <p:cNvPr id="47" name="Rectangle 46"/>
            <p:cNvSpPr/>
            <p:nvPr/>
          </p:nvSpPr>
          <p:spPr>
            <a:xfrm>
              <a:off x="10572906" y="4117050"/>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Rectangle 47"/>
            <p:cNvSpPr/>
            <p:nvPr/>
          </p:nvSpPr>
          <p:spPr>
            <a:xfrm>
              <a:off x="10825239" y="4177356"/>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49" name="TextBox 48"/>
          <p:cNvSpPr txBox="1"/>
          <p:nvPr/>
        </p:nvSpPr>
        <p:spPr>
          <a:xfrm>
            <a:off x="4134364" y="5463397"/>
            <a:ext cx="2019600" cy="646331"/>
          </a:xfrm>
          <a:prstGeom prst="rect">
            <a:avLst/>
          </a:prstGeom>
          <a:noFill/>
        </p:spPr>
        <p:txBody>
          <a:bodyPr wrap="square" rtlCol="0">
            <a:spAutoFit/>
          </a:bodyPr>
          <a:lstStyle/>
          <a:p>
            <a:pPr algn="ctr"/>
            <a:r>
              <a:rPr lang="en-US" dirty="0"/>
              <a:t>Best-in-class customer service</a:t>
            </a:r>
          </a:p>
        </p:txBody>
      </p:sp>
      <p:sp>
        <p:nvSpPr>
          <p:cNvPr id="50" name="TextBox 49"/>
          <p:cNvSpPr txBox="1"/>
          <p:nvPr/>
        </p:nvSpPr>
        <p:spPr>
          <a:xfrm>
            <a:off x="327024" y="5463397"/>
            <a:ext cx="2019600" cy="646331"/>
          </a:xfrm>
          <a:prstGeom prst="rect">
            <a:avLst/>
          </a:prstGeom>
          <a:noFill/>
        </p:spPr>
        <p:txBody>
          <a:bodyPr wrap="square" rtlCol="0">
            <a:spAutoFit/>
          </a:bodyPr>
          <a:lstStyle/>
          <a:p>
            <a:pPr algn="ctr"/>
            <a:r>
              <a:rPr lang="en-US" dirty="0"/>
              <a:t>High barriers to entry</a:t>
            </a:r>
          </a:p>
        </p:txBody>
      </p:sp>
      <p:sp>
        <p:nvSpPr>
          <p:cNvPr id="51" name="TextBox 50"/>
          <p:cNvSpPr txBox="1"/>
          <p:nvPr/>
        </p:nvSpPr>
        <p:spPr>
          <a:xfrm>
            <a:off x="9845376" y="5477251"/>
            <a:ext cx="2019600" cy="646331"/>
          </a:xfrm>
          <a:prstGeom prst="rect">
            <a:avLst/>
          </a:prstGeom>
          <a:noFill/>
        </p:spPr>
        <p:txBody>
          <a:bodyPr wrap="square" rtlCol="0">
            <a:spAutoFit/>
          </a:bodyPr>
          <a:lstStyle/>
          <a:p>
            <a:pPr algn="ctr"/>
            <a:r>
              <a:rPr lang="en-US" dirty="0"/>
              <a:t>Vertical integration</a:t>
            </a:r>
          </a:p>
        </p:txBody>
      </p:sp>
    </p:spTree>
    <p:custDataLst>
      <p:tags r:id="rId1"/>
    </p:custDataLst>
    <p:extLst>
      <p:ext uri="{BB962C8B-B14F-4D97-AF65-F5344CB8AC3E}">
        <p14:creationId xmlns:p14="http://schemas.microsoft.com/office/powerpoint/2010/main" val="1567568953"/>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2"/>
            </p:custDataLst>
          </p:nvPr>
        </p:nvGraphicFramePr>
        <p:xfrm>
          <a:off x="1524001" y="1"/>
          <a:ext cx="158751" cy="158751"/>
        </p:xfrm>
        <a:graphic>
          <a:graphicData uri="http://schemas.openxmlformats.org/presentationml/2006/ole">
            <mc:AlternateContent xmlns:mc="http://schemas.openxmlformats.org/markup-compatibility/2006">
              <mc:Choice xmlns:v="urn:schemas-microsoft-com:vml" Requires="v">
                <p:oleObj name="think-cell Slide" r:id="rId5" imgW="360" imgH="360" progId="TCLayout.ActiveDocument.1">
                  <p:embed/>
                </p:oleObj>
              </mc:Choice>
              <mc:Fallback>
                <p:oleObj name="think-cell Slide" r:id="rId5" imgW="360" imgH="360" progId="TCLayout.ActiveDocument.1">
                  <p:embed/>
                  <p:pic>
                    <p:nvPicPr>
                      <p:cNvPr id="6" name="Object 5" hidden="1"/>
                      <p:cNvPicPr/>
                      <p:nvPr/>
                    </p:nvPicPr>
                    <p:blipFill>
                      <a:blip r:embed="rId6"/>
                      <a:stretch>
                        <a:fillRect/>
                      </a:stretch>
                    </p:blipFill>
                    <p:spPr>
                      <a:xfrm>
                        <a:off x="1524001" y="1"/>
                        <a:ext cx="158751" cy="158751"/>
                      </a:xfrm>
                      <a:prstGeom prst="rect">
                        <a:avLst/>
                      </a:prstGeom>
                    </p:spPr>
                  </p:pic>
                </p:oleObj>
              </mc:Fallback>
            </mc:AlternateContent>
          </a:graphicData>
        </a:graphic>
      </p:graphicFrame>
      <p:cxnSp>
        <p:nvCxnSpPr>
          <p:cNvPr id="105" name="Straight Connector 104"/>
          <p:cNvCxnSpPr/>
          <p:nvPr/>
        </p:nvCxnSpPr>
        <p:spPr>
          <a:xfrm>
            <a:off x="2026833" y="3967702"/>
            <a:ext cx="9104040" cy="15967"/>
          </a:xfrm>
          <a:prstGeom prst="line">
            <a:avLst/>
          </a:prstGeom>
          <a:ln w="38100">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026833" y="2349390"/>
            <a:ext cx="9104040" cy="13015"/>
          </a:xfrm>
          <a:prstGeom prst="line">
            <a:avLst/>
          </a:prstGeom>
          <a:ln w="3810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26833" y="5511721"/>
            <a:ext cx="9104040" cy="15967"/>
          </a:xfrm>
          <a:prstGeom prst="line">
            <a:avLst/>
          </a:prstGeom>
          <a:ln w="38100">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115" name="Group 114"/>
          <p:cNvGrpSpPr/>
          <p:nvPr/>
        </p:nvGrpSpPr>
        <p:grpSpPr>
          <a:xfrm>
            <a:off x="2753119" y="2071051"/>
            <a:ext cx="216000" cy="366128"/>
            <a:chOff x="1610436" y="1451687"/>
            <a:chExt cx="216000" cy="366128"/>
          </a:xfrm>
        </p:grpSpPr>
        <p:sp>
          <p:nvSpPr>
            <p:cNvPr id="116" name="Oval 115"/>
            <p:cNvSpPr/>
            <p:nvPr/>
          </p:nvSpPr>
          <p:spPr bwMode="gray">
            <a:xfrm>
              <a:off x="1610436" y="1601815"/>
              <a:ext cx="216000" cy="216000"/>
            </a:xfrm>
            <a:prstGeom prst="ellipse">
              <a:avLst/>
            </a:prstGeom>
            <a:solidFill>
              <a:schemeClr val="accent1"/>
            </a:solid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17" name="Straight Connector 116"/>
            <p:cNvCxnSpPr>
              <a:stCxn id="116" idx="0"/>
            </p:cNvCxnSpPr>
            <p:nvPr/>
          </p:nvCxnSpPr>
          <p:spPr>
            <a:xfrm flipV="1">
              <a:off x="1718436" y="1451687"/>
              <a:ext cx="0" cy="150128"/>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7" name="Group 126"/>
          <p:cNvGrpSpPr/>
          <p:nvPr/>
        </p:nvGrpSpPr>
        <p:grpSpPr>
          <a:xfrm rot="10800000">
            <a:off x="5321844" y="3859701"/>
            <a:ext cx="216000" cy="366128"/>
            <a:chOff x="1610436" y="1451687"/>
            <a:chExt cx="216000" cy="366128"/>
          </a:xfrm>
          <a:solidFill>
            <a:schemeClr val="accent2"/>
          </a:solidFill>
        </p:grpSpPr>
        <p:sp>
          <p:nvSpPr>
            <p:cNvPr id="128" name="Oval 127"/>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9" name="Straight Connector 128"/>
            <p:cNvCxnSpPr>
              <a:stCxn id="128"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9" name="Group 138"/>
          <p:cNvGrpSpPr/>
          <p:nvPr/>
        </p:nvGrpSpPr>
        <p:grpSpPr>
          <a:xfrm>
            <a:off x="7181831" y="3704433"/>
            <a:ext cx="216000" cy="366128"/>
            <a:chOff x="1610436" y="1451687"/>
            <a:chExt cx="216000" cy="366128"/>
          </a:xfrm>
          <a:solidFill>
            <a:schemeClr val="accent2"/>
          </a:solidFill>
        </p:grpSpPr>
        <p:sp>
          <p:nvSpPr>
            <p:cNvPr id="140" name="Oval 13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41" name="Straight Connector 140"/>
            <p:cNvCxnSpPr>
              <a:stCxn id="14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3" name="Rectangle 142"/>
          <p:cNvSpPr/>
          <p:nvPr/>
        </p:nvSpPr>
        <p:spPr bwMode="gray">
          <a:xfrm>
            <a:off x="2661863" y="4150768"/>
            <a:ext cx="1354080"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150" name="Rectangle 149"/>
          <p:cNvSpPr/>
          <p:nvPr/>
        </p:nvSpPr>
        <p:spPr bwMode="gray">
          <a:xfrm>
            <a:off x="4699456" y="4119836"/>
            <a:ext cx="1520976"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sp>
        <p:nvSpPr>
          <p:cNvPr id="152" name="Rectangle 151"/>
          <p:cNvSpPr/>
          <p:nvPr/>
        </p:nvSpPr>
        <p:spPr bwMode="gray">
          <a:xfrm>
            <a:off x="6581771" y="3413129"/>
            <a:ext cx="137356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grpSp>
        <p:nvGrpSpPr>
          <p:cNvPr id="118" name="Group 117"/>
          <p:cNvGrpSpPr/>
          <p:nvPr/>
        </p:nvGrpSpPr>
        <p:grpSpPr>
          <a:xfrm rot="10800000">
            <a:off x="4468292" y="2239071"/>
            <a:ext cx="216000" cy="366128"/>
            <a:chOff x="1610436" y="1451687"/>
            <a:chExt cx="216000" cy="366128"/>
          </a:xfrm>
          <a:solidFill>
            <a:schemeClr val="accent1"/>
          </a:solidFill>
        </p:grpSpPr>
        <p:sp>
          <p:nvSpPr>
            <p:cNvPr id="119" name="Oval 118"/>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0" name="Straight Connector 119"/>
            <p:cNvCxnSpPr>
              <a:stCxn id="119"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6" name="Rectangle 145"/>
          <p:cNvSpPr/>
          <p:nvPr/>
        </p:nvSpPr>
        <p:spPr bwMode="gray">
          <a:xfrm>
            <a:off x="5386334" y="1772025"/>
            <a:ext cx="125945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47" name="Rectangle 146"/>
          <p:cNvSpPr/>
          <p:nvPr/>
        </p:nvSpPr>
        <p:spPr bwMode="gray">
          <a:xfrm>
            <a:off x="6787916" y="2564505"/>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sp>
        <p:nvSpPr>
          <p:cNvPr id="155" name="Rectangle 154"/>
          <p:cNvSpPr/>
          <p:nvPr/>
        </p:nvSpPr>
        <p:spPr bwMode="gray">
          <a:xfrm>
            <a:off x="9166814" y="1745625"/>
            <a:ext cx="982639"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sp>
        <p:nvSpPr>
          <p:cNvPr id="163" name="Rectangle 162"/>
          <p:cNvSpPr/>
          <p:nvPr/>
        </p:nvSpPr>
        <p:spPr bwMode="gray">
          <a:xfrm>
            <a:off x="3899250" y="2561732"/>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72" name="Group 171"/>
          <p:cNvGrpSpPr/>
          <p:nvPr/>
        </p:nvGrpSpPr>
        <p:grpSpPr>
          <a:xfrm>
            <a:off x="5905836" y="2081571"/>
            <a:ext cx="216000" cy="366128"/>
            <a:chOff x="1610436" y="1451687"/>
            <a:chExt cx="216000" cy="366128"/>
          </a:xfrm>
          <a:solidFill>
            <a:schemeClr val="accent1"/>
          </a:solidFill>
        </p:grpSpPr>
        <p:sp>
          <p:nvSpPr>
            <p:cNvPr id="173" name="Oval 17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4" name="Straight Connector 173"/>
            <p:cNvCxnSpPr>
              <a:stCxn id="17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75" name="Group 174"/>
          <p:cNvGrpSpPr/>
          <p:nvPr/>
        </p:nvGrpSpPr>
        <p:grpSpPr>
          <a:xfrm rot="10800000">
            <a:off x="7351921" y="2241343"/>
            <a:ext cx="216000" cy="366128"/>
            <a:chOff x="1610436" y="1451687"/>
            <a:chExt cx="216000" cy="366128"/>
          </a:xfrm>
          <a:solidFill>
            <a:schemeClr val="accent1"/>
          </a:solidFill>
        </p:grpSpPr>
        <p:sp>
          <p:nvSpPr>
            <p:cNvPr id="176" name="Oval 17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7" name="Straight Connector 176"/>
            <p:cNvCxnSpPr>
              <a:stCxn id="17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1" name="Group 120"/>
          <p:cNvGrpSpPr/>
          <p:nvPr/>
        </p:nvGrpSpPr>
        <p:grpSpPr>
          <a:xfrm rot="10800000">
            <a:off x="2630077" y="5403720"/>
            <a:ext cx="216000" cy="366128"/>
            <a:chOff x="1610436" y="1451687"/>
            <a:chExt cx="216000" cy="366128"/>
          </a:xfrm>
          <a:solidFill>
            <a:schemeClr val="accent3"/>
          </a:solidFill>
        </p:grpSpPr>
        <p:sp>
          <p:nvSpPr>
            <p:cNvPr id="122" name="Oval 121"/>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3" name="Straight Connector 122"/>
            <p:cNvCxnSpPr>
              <a:stCxn id="122"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3" name="Group 132"/>
          <p:cNvGrpSpPr/>
          <p:nvPr/>
        </p:nvGrpSpPr>
        <p:grpSpPr>
          <a:xfrm>
            <a:off x="5209996" y="5275748"/>
            <a:ext cx="216000" cy="366128"/>
            <a:chOff x="1610436" y="1451687"/>
            <a:chExt cx="216000" cy="366128"/>
          </a:xfrm>
          <a:solidFill>
            <a:schemeClr val="accent3"/>
          </a:solidFill>
        </p:grpSpPr>
        <p:sp>
          <p:nvSpPr>
            <p:cNvPr id="134" name="Oval 13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35" name="Straight Connector 134"/>
            <p:cNvCxnSpPr>
              <a:stCxn id="13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2" name="Rectangle 141"/>
          <p:cNvSpPr/>
          <p:nvPr/>
        </p:nvSpPr>
        <p:spPr bwMode="gray">
          <a:xfrm>
            <a:off x="6494646" y="5743729"/>
            <a:ext cx="1374369" cy="504163"/>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51" name="Rectangle 150"/>
          <p:cNvSpPr/>
          <p:nvPr/>
        </p:nvSpPr>
        <p:spPr bwMode="gray">
          <a:xfrm>
            <a:off x="8794638" y="4881033"/>
            <a:ext cx="153457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156" name="Group 155"/>
          <p:cNvGrpSpPr/>
          <p:nvPr/>
        </p:nvGrpSpPr>
        <p:grpSpPr>
          <a:xfrm rot="10800000">
            <a:off x="7071053" y="5399516"/>
            <a:ext cx="216000" cy="366128"/>
            <a:chOff x="1610436" y="1451687"/>
            <a:chExt cx="216000" cy="366128"/>
          </a:xfrm>
          <a:solidFill>
            <a:schemeClr val="accent3"/>
          </a:solidFill>
        </p:grpSpPr>
        <p:sp>
          <p:nvSpPr>
            <p:cNvPr id="157" name="Oval 156"/>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58" name="Straight Connector 157"/>
            <p:cNvCxnSpPr>
              <a:stCxn id="157"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59" name="Rectangle 158"/>
          <p:cNvSpPr/>
          <p:nvPr/>
        </p:nvSpPr>
        <p:spPr>
          <a:xfrm>
            <a:off x="4467988" y="4881031"/>
            <a:ext cx="174111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64" name="Group 163"/>
          <p:cNvGrpSpPr/>
          <p:nvPr/>
        </p:nvGrpSpPr>
        <p:grpSpPr>
          <a:xfrm>
            <a:off x="9449340" y="5271759"/>
            <a:ext cx="216000" cy="366128"/>
            <a:chOff x="1610436" y="1451687"/>
            <a:chExt cx="216000" cy="366128"/>
          </a:xfrm>
          <a:solidFill>
            <a:schemeClr val="accent3"/>
          </a:solidFill>
        </p:grpSpPr>
        <p:sp>
          <p:nvSpPr>
            <p:cNvPr id="165" name="Oval 164"/>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66" name="Straight Connector 165"/>
            <p:cNvCxnSpPr>
              <a:stCxn id="165"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 name="Rectangle 6"/>
          <p:cNvSpPr/>
          <p:nvPr/>
        </p:nvSpPr>
        <p:spPr>
          <a:xfrm>
            <a:off x="2046430" y="5727966"/>
            <a:ext cx="139176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grpSp>
        <p:nvGrpSpPr>
          <p:cNvPr id="189" name="Group 188"/>
          <p:cNvGrpSpPr/>
          <p:nvPr/>
        </p:nvGrpSpPr>
        <p:grpSpPr>
          <a:xfrm>
            <a:off x="9518642" y="2104275"/>
            <a:ext cx="216000" cy="366128"/>
            <a:chOff x="1610436" y="1451687"/>
            <a:chExt cx="216000" cy="366128"/>
          </a:xfrm>
          <a:solidFill>
            <a:schemeClr val="accent1"/>
          </a:solidFill>
        </p:grpSpPr>
        <p:sp>
          <p:nvSpPr>
            <p:cNvPr id="190" name="Oval 18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91" name="Straight Connector 190"/>
            <p:cNvCxnSpPr>
              <a:stCxn id="19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83" name="Rectangle 182"/>
          <p:cNvSpPr/>
          <p:nvPr/>
        </p:nvSpPr>
        <p:spPr>
          <a:xfrm>
            <a:off x="725640" y="2256227"/>
            <a:ext cx="1296979" cy="923375"/>
          </a:xfrm>
          <a:prstGeom prst="rect">
            <a:avLst/>
          </a:prstGeom>
          <a:solidFill>
            <a:schemeClr val="accent1"/>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1</a:t>
            </a:r>
          </a:p>
        </p:txBody>
      </p:sp>
      <p:sp>
        <p:nvSpPr>
          <p:cNvPr id="184" name="Oval 183"/>
          <p:cNvSpPr/>
          <p:nvPr/>
        </p:nvSpPr>
        <p:spPr>
          <a:xfrm>
            <a:off x="1117550" y="1894087"/>
            <a:ext cx="504056" cy="504056"/>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3" name="Rectangle 192"/>
          <p:cNvSpPr/>
          <p:nvPr/>
        </p:nvSpPr>
        <p:spPr>
          <a:xfrm>
            <a:off x="823430" y="3727565"/>
            <a:ext cx="1296979" cy="923375"/>
          </a:xfrm>
          <a:prstGeom prst="rect">
            <a:avLst/>
          </a:prstGeom>
          <a:solidFill>
            <a:schemeClr val="accent2"/>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2</a:t>
            </a:r>
            <a:endParaRPr kumimoji="0" lang="en-US" sz="1600" b="0" i="0" strike="noStrike" kern="0" cap="none" spc="0" normalizeH="0" baseline="0" noProof="0" dirty="0">
              <a:ln>
                <a:noFill/>
              </a:ln>
              <a:solidFill>
                <a:schemeClr val="bg1"/>
              </a:solidFill>
              <a:effectLst/>
              <a:uLnTx/>
              <a:uFillTx/>
            </a:endParaRPr>
          </a:p>
        </p:txBody>
      </p:sp>
      <p:sp>
        <p:nvSpPr>
          <p:cNvPr id="194" name="Oval 193"/>
          <p:cNvSpPr/>
          <p:nvPr/>
        </p:nvSpPr>
        <p:spPr>
          <a:xfrm>
            <a:off x="1179270" y="3371152"/>
            <a:ext cx="504056" cy="504056"/>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0" name="Rectangle 199"/>
          <p:cNvSpPr/>
          <p:nvPr/>
        </p:nvSpPr>
        <p:spPr>
          <a:xfrm>
            <a:off x="769152" y="5287554"/>
            <a:ext cx="1296979" cy="923375"/>
          </a:xfrm>
          <a:prstGeom prst="rect">
            <a:avLst/>
          </a:prstGeom>
          <a:solidFill>
            <a:schemeClr val="accent3"/>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3</a:t>
            </a:r>
          </a:p>
        </p:txBody>
      </p:sp>
      <p:sp>
        <p:nvSpPr>
          <p:cNvPr id="201" name="Oval 200"/>
          <p:cNvSpPr/>
          <p:nvPr/>
        </p:nvSpPr>
        <p:spPr>
          <a:xfrm>
            <a:off x="1179270" y="4895460"/>
            <a:ext cx="504056" cy="504056"/>
          </a:xfrm>
          <a:prstGeom prst="ellipse">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grpSp>
        <p:nvGrpSpPr>
          <p:cNvPr id="202" name="Group 201"/>
          <p:cNvGrpSpPr/>
          <p:nvPr/>
        </p:nvGrpSpPr>
        <p:grpSpPr>
          <a:xfrm rot="10800000">
            <a:off x="3227047" y="3865455"/>
            <a:ext cx="216000" cy="366128"/>
            <a:chOff x="1610436" y="1451687"/>
            <a:chExt cx="216000" cy="366128"/>
          </a:xfrm>
          <a:solidFill>
            <a:schemeClr val="accent2"/>
          </a:solidFill>
        </p:grpSpPr>
        <p:sp>
          <p:nvSpPr>
            <p:cNvPr id="203" name="Oval 20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204" name="Straight Connector 203"/>
            <p:cNvCxnSpPr>
              <a:stCxn id="20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205" name="Rectangle 204"/>
          <p:cNvSpPr/>
          <p:nvPr/>
        </p:nvSpPr>
        <p:spPr bwMode="gray">
          <a:xfrm>
            <a:off x="2171250" y="1766401"/>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81" name="Rectangle 80"/>
          <p:cNvSpPr/>
          <p:nvPr/>
        </p:nvSpPr>
        <p:spPr bwMode="gray">
          <a:xfrm>
            <a:off x="8233333" y="4179929"/>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85" name="Group 84"/>
          <p:cNvGrpSpPr/>
          <p:nvPr/>
        </p:nvGrpSpPr>
        <p:grpSpPr>
          <a:xfrm rot="10800000">
            <a:off x="9028818" y="3838717"/>
            <a:ext cx="216000" cy="366128"/>
            <a:chOff x="1610436" y="1451687"/>
            <a:chExt cx="216000" cy="366128"/>
          </a:xfrm>
          <a:solidFill>
            <a:schemeClr val="accent2"/>
          </a:solidFill>
        </p:grpSpPr>
        <p:sp>
          <p:nvSpPr>
            <p:cNvPr id="86" name="Oval 8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87" name="Straight Connector 86"/>
            <p:cNvCxnSpPr>
              <a:stCxn id="8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89" name="Rectangle 88"/>
          <p:cNvSpPr/>
          <p:nvPr/>
        </p:nvSpPr>
        <p:spPr bwMode="gray">
          <a:xfrm>
            <a:off x="9311082" y="3446233"/>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grpSp>
        <p:nvGrpSpPr>
          <p:cNvPr id="93" name="Group 92"/>
          <p:cNvGrpSpPr/>
          <p:nvPr/>
        </p:nvGrpSpPr>
        <p:grpSpPr>
          <a:xfrm>
            <a:off x="10168046" y="3713975"/>
            <a:ext cx="216000" cy="366128"/>
            <a:chOff x="1610436" y="1451687"/>
            <a:chExt cx="216000" cy="366128"/>
          </a:xfrm>
          <a:solidFill>
            <a:schemeClr val="accent2"/>
          </a:solidFill>
        </p:grpSpPr>
        <p:sp>
          <p:nvSpPr>
            <p:cNvPr id="94" name="Oval 9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95" name="Straight Connector 94"/>
            <p:cNvCxnSpPr>
              <a:stCxn id="9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7" name="Title 1"/>
          <p:cNvSpPr>
            <a:spLocks noGrp="1"/>
          </p:cNvSpPr>
          <p:nvPr>
            <p:ph type="title"/>
          </p:nvPr>
        </p:nvSpPr>
        <p:spPr>
          <a:xfrm>
            <a:off x="214184" y="13663"/>
            <a:ext cx="9728886" cy="678316"/>
          </a:xfrm>
        </p:spPr>
        <p:txBody>
          <a:bodyPr>
            <a:normAutofit/>
          </a:bodyPr>
          <a:lstStyle/>
          <a:p>
            <a:r>
              <a:rPr lang="en-US" dirty="0"/>
              <a:t>Project phases 1</a:t>
            </a:r>
          </a:p>
        </p:txBody>
      </p:sp>
    </p:spTree>
    <p:custDataLst>
      <p:tags r:id="rId1"/>
    </p:custDataLst>
    <p:extLst>
      <p:ext uri="{BB962C8B-B14F-4D97-AF65-F5344CB8AC3E}">
        <p14:creationId xmlns:p14="http://schemas.microsoft.com/office/powerpoint/2010/main" val="3022122359"/>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Project phases 2</a:t>
            </a:r>
          </a:p>
        </p:txBody>
      </p:sp>
      <p:sp>
        <p:nvSpPr>
          <p:cNvPr id="18" name="Rectangle 17"/>
          <p:cNvSpPr/>
          <p:nvPr/>
        </p:nvSpPr>
        <p:spPr>
          <a:xfrm>
            <a:off x="734785"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19" name="Rectangle 18"/>
          <p:cNvSpPr/>
          <p:nvPr/>
        </p:nvSpPr>
        <p:spPr>
          <a:xfrm>
            <a:off x="4882013"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0" name="Rectangle 19"/>
          <p:cNvSpPr/>
          <p:nvPr/>
        </p:nvSpPr>
        <p:spPr>
          <a:xfrm>
            <a:off x="9029240"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1" name="Rectangle 20"/>
          <p:cNvSpPr/>
          <p:nvPr/>
        </p:nvSpPr>
        <p:spPr>
          <a:xfrm>
            <a:off x="2808399" y="4386576"/>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2" name="Rectangle 21"/>
          <p:cNvSpPr/>
          <p:nvPr/>
        </p:nvSpPr>
        <p:spPr>
          <a:xfrm>
            <a:off x="6955627" y="4386576"/>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grpSp>
        <p:nvGrpSpPr>
          <p:cNvPr id="2" name="Group 1">
            <a:extLst>
              <a:ext uri="{FF2B5EF4-FFF2-40B4-BE49-F238E27FC236}">
                <a16:creationId xmlns:a16="http://schemas.microsoft.com/office/drawing/2014/main" id="{8E279ECD-FEC8-5F92-93E9-69154D3D34A6}"/>
              </a:ext>
            </a:extLst>
          </p:cNvPr>
          <p:cNvGrpSpPr/>
          <p:nvPr/>
        </p:nvGrpSpPr>
        <p:grpSpPr>
          <a:xfrm>
            <a:off x="734785" y="1859539"/>
            <a:ext cx="10722430" cy="3973669"/>
            <a:chOff x="734785" y="1859539"/>
            <a:chExt cx="10722430" cy="3973669"/>
          </a:xfrm>
        </p:grpSpPr>
        <p:sp>
          <p:nvSpPr>
            <p:cNvPr id="24" name="Block Arc 23"/>
            <p:cNvSpPr>
              <a:spLocks noChangeAspect="1"/>
            </p:cNvSpPr>
            <p:nvPr/>
          </p:nvSpPr>
          <p:spPr>
            <a:xfrm>
              <a:off x="734785" y="2072076"/>
              <a:ext cx="2427975" cy="2427976"/>
            </a:xfrm>
            <a:prstGeom prst="blockArc">
              <a:avLst>
                <a:gd name="adj1" fmla="val 9000000"/>
                <a:gd name="adj2" fmla="val 1800000"/>
                <a:gd name="adj3" fmla="val 3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3" name="Oval 22"/>
            <p:cNvSpPr>
              <a:spLocks noChangeAspect="1"/>
            </p:cNvSpPr>
            <p:nvPr/>
          </p:nvSpPr>
          <p:spPr>
            <a:xfrm>
              <a:off x="1636498" y="1859539"/>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1</a:t>
              </a:r>
            </a:p>
          </p:txBody>
        </p:sp>
        <p:sp>
          <p:nvSpPr>
            <p:cNvPr id="25" name="Block Arc 24"/>
            <p:cNvSpPr>
              <a:spLocks noChangeAspect="1"/>
            </p:cNvSpPr>
            <p:nvPr/>
          </p:nvSpPr>
          <p:spPr>
            <a:xfrm flipV="1">
              <a:off x="2808399" y="3193025"/>
              <a:ext cx="2427975" cy="2427976"/>
            </a:xfrm>
            <a:prstGeom prst="blockArc">
              <a:avLst>
                <a:gd name="adj1" fmla="val 9000000"/>
                <a:gd name="adj2" fmla="val 1800000"/>
                <a:gd name="adj3" fmla="val 3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6" name="Block Arc 25"/>
            <p:cNvSpPr>
              <a:spLocks noChangeAspect="1"/>
            </p:cNvSpPr>
            <p:nvPr/>
          </p:nvSpPr>
          <p:spPr>
            <a:xfrm>
              <a:off x="4882013" y="2072076"/>
              <a:ext cx="2427975" cy="2427976"/>
            </a:xfrm>
            <a:prstGeom prst="blockArc">
              <a:avLst>
                <a:gd name="adj1" fmla="val 9000000"/>
                <a:gd name="adj2" fmla="val 1800000"/>
                <a:gd name="adj3" fmla="val 3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7" name="Block Arc 26"/>
            <p:cNvSpPr>
              <a:spLocks noChangeAspect="1"/>
            </p:cNvSpPr>
            <p:nvPr/>
          </p:nvSpPr>
          <p:spPr>
            <a:xfrm flipV="1">
              <a:off x="6955627" y="3193025"/>
              <a:ext cx="2427975" cy="2427976"/>
            </a:xfrm>
            <a:prstGeom prst="blockArc">
              <a:avLst>
                <a:gd name="adj1" fmla="val 9000000"/>
                <a:gd name="adj2" fmla="val 1800000"/>
                <a:gd name="adj3" fmla="val 3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8" name="Block Arc 27"/>
            <p:cNvSpPr>
              <a:spLocks noChangeAspect="1"/>
            </p:cNvSpPr>
            <p:nvPr/>
          </p:nvSpPr>
          <p:spPr>
            <a:xfrm>
              <a:off x="9029240" y="2072076"/>
              <a:ext cx="2427975" cy="2427976"/>
            </a:xfrm>
            <a:prstGeom prst="blockArc">
              <a:avLst>
                <a:gd name="adj1" fmla="val 9000000"/>
                <a:gd name="adj2" fmla="val 1800000"/>
                <a:gd name="adj3" fmla="val 3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9" name="Oval 28"/>
            <p:cNvSpPr>
              <a:spLocks noChangeAspect="1"/>
            </p:cNvSpPr>
            <p:nvPr/>
          </p:nvSpPr>
          <p:spPr>
            <a:xfrm>
              <a:off x="3710112" y="5208660"/>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2</a:t>
              </a:r>
            </a:p>
          </p:txBody>
        </p:sp>
        <p:sp>
          <p:nvSpPr>
            <p:cNvPr id="30" name="Oval 29"/>
            <p:cNvSpPr>
              <a:spLocks noChangeAspect="1"/>
            </p:cNvSpPr>
            <p:nvPr/>
          </p:nvSpPr>
          <p:spPr>
            <a:xfrm>
              <a:off x="5783726" y="1859539"/>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3</a:t>
              </a:r>
            </a:p>
          </p:txBody>
        </p:sp>
        <p:sp>
          <p:nvSpPr>
            <p:cNvPr id="31" name="Oval 30"/>
            <p:cNvSpPr>
              <a:spLocks noChangeAspect="1"/>
            </p:cNvSpPr>
            <p:nvPr/>
          </p:nvSpPr>
          <p:spPr>
            <a:xfrm>
              <a:off x="7857340" y="5208660"/>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4</a:t>
              </a:r>
            </a:p>
          </p:txBody>
        </p:sp>
        <p:sp>
          <p:nvSpPr>
            <p:cNvPr id="32" name="Oval 31"/>
            <p:cNvSpPr>
              <a:spLocks noChangeAspect="1"/>
            </p:cNvSpPr>
            <p:nvPr/>
          </p:nvSpPr>
          <p:spPr>
            <a:xfrm>
              <a:off x="9930954" y="1859704"/>
              <a:ext cx="624548" cy="62454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5</a:t>
              </a:r>
            </a:p>
          </p:txBody>
        </p:sp>
      </p:grpSp>
    </p:spTree>
    <p:extLst>
      <p:ext uri="{BB962C8B-B14F-4D97-AF65-F5344CB8AC3E}">
        <p14:creationId xmlns:p14="http://schemas.microsoft.com/office/powerpoint/2010/main" val="1149760646"/>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B4A8B9A0-E5FE-2988-DDB6-CEA7C8942FA8}"/>
              </a:ext>
            </a:extLst>
          </p:cNvPr>
          <p:cNvGrpSpPr/>
          <p:nvPr/>
        </p:nvGrpSpPr>
        <p:grpSpPr>
          <a:xfrm>
            <a:off x="838200" y="1523688"/>
            <a:ext cx="10515600" cy="4266925"/>
            <a:chOff x="838200" y="1523688"/>
            <a:chExt cx="10085075" cy="4266925"/>
          </a:xfrm>
        </p:grpSpPr>
        <p:grpSp>
          <p:nvGrpSpPr>
            <p:cNvPr id="19" name="Group 18">
              <a:extLst>
                <a:ext uri="{FF2B5EF4-FFF2-40B4-BE49-F238E27FC236}">
                  <a16:creationId xmlns:a16="http://schemas.microsoft.com/office/drawing/2014/main" id="{9D653C4B-5015-A304-F24E-9C0A99D38200}"/>
                </a:ext>
              </a:extLst>
            </p:cNvPr>
            <p:cNvGrpSpPr/>
            <p:nvPr/>
          </p:nvGrpSpPr>
          <p:grpSpPr>
            <a:xfrm>
              <a:off x="838200" y="1523688"/>
              <a:ext cx="6634737" cy="4266925"/>
              <a:chOff x="609600" y="1523688"/>
              <a:chExt cx="6634737" cy="4266925"/>
            </a:xfrm>
          </p:grpSpPr>
          <p:sp>
            <p:nvSpPr>
              <p:cNvPr id="4" name="Rectangle 3"/>
              <p:cNvSpPr/>
              <p:nvPr/>
            </p:nvSpPr>
            <p:spPr>
              <a:xfrm>
                <a:off x="609600" y="2825502"/>
                <a:ext cx="6634737"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68281" marR="0" lvl="0" indent="-268281"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2.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sp>
            <p:nvSpPr>
              <p:cNvPr id="25" name="Rectangle 24"/>
              <p:cNvSpPr/>
              <p:nvPr/>
            </p:nvSpPr>
            <p:spPr>
              <a:xfrm>
                <a:off x="609600" y="1523688"/>
                <a:ext cx="6634737" cy="389579"/>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Proposition</a:t>
                </a:r>
              </a:p>
            </p:txBody>
          </p:sp>
          <p:sp>
            <p:nvSpPr>
              <p:cNvPr id="8" name="Rectangle 7"/>
              <p:cNvSpPr/>
              <p:nvPr/>
            </p:nvSpPr>
            <p:spPr>
              <a:xfrm>
                <a:off x="609600" y="1913267"/>
                <a:ext cx="6634737"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1.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sp>
            <p:nvSpPr>
              <p:cNvPr id="5" name="Rectangle 4"/>
              <p:cNvSpPr/>
              <p:nvPr/>
            </p:nvSpPr>
            <p:spPr>
              <a:xfrm>
                <a:off x="609600" y="3690079"/>
                <a:ext cx="6634737"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3.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err="1">
                    <a:ln>
                      <a:noFill/>
                    </a:ln>
                    <a:solidFill>
                      <a:schemeClr val="tx1"/>
                    </a:solidFill>
                    <a:effectLst/>
                    <a:uLnTx/>
                    <a:uFillTx/>
                  </a:rPr>
                  <a:t>Fusce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tempor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finibus</a:t>
                </a:r>
                <a:r>
                  <a:rPr kumimoji="0" lang="en-US" sz="1200" b="0" i="0" u="none" strike="noStrike" kern="0" cap="none" spc="0" normalizeH="0" baseline="0" noProof="0" dirty="0">
                    <a:ln>
                      <a:noFill/>
                    </a:ln>
                    <a:solidFill>
                      <a:schemeClr val="tx1"/>
                    </a:solidFill>
                    <a:effectLst/>
                    <a:uLnTx/>
                    <a:uFillTx/>
                  </a:rPr>
                  <a:t> nisi ac </a:t>
                </a:r>
                <a:r>
                  <a:rPr kumimoji="0" lang="en-US" sz="1200" b="0" i="0" u="none" strike="noStrike" kern="0" cap="none" spc="0" normalizeH="0" baseline="0" noProof="0" dirty="0" err="1">
                    <a:ln>
                      <a:noFill/>
                    </a:ln>
                    <a:solidFill>
                      <a:schemeClr val="tx1"/>
                    </a:solidFill>
                    <a:effectLst/>
                    <a:uLnTx/>
                    <a:uFillTx/>
                  </a:rPr>
                  <a:t>tincidunt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Morbi</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rhoncus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urna</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ligula </a:t>
                </a:r>
                <a:r>
                  <a:rPr kumimoji="0" lang="en-US" sz="1200" b="0" i="0" u="none" strike="noStrike" kern="0" cap="none" spc="0" normalizeH="0" baseline="0" noProof="0" dirty="0" err="1">
                    <a:ln>
                      <a:noFill/>
                    </a:ln>
                    <a:solidFill>
                      <a:schemeClr val="tx1"/>
                    </a:solidFill>
                    <a:effectLst/>
                    <a:uLnTx/>
                    <a:uFillTx/>
                  </a:rPr>
                  <a:t>eleifend</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vestibulum</a:t>
                </a:r>
                <a:r>
                  <a:rPr kumimoji="0" lang="en-US" sz="1200" b="0" i="0" u="none" strike="noStrike" kern="0" cap="none" spc="0" normalizeH="0" baseline="0" noProof="0" dirty="0">
                    <a:ln>
                      <a:noFill/>
                    </a:ln>
                    <a:solidFill>
                      <a:schemeClr val="tx1"/>
                    </a:solidFill>
                    <a:effectLst/>
                    <a:uLnTx/>
                    <a:uFillTx/>
                  </a:rPr>
                  <a:t> libero </a:t>
                </a:r>
                <a:r>
                  <a:rPr kumimoji="0" lang="en-US" sz="1200" b="0" i="0" u="none" strike="noStrike" kern="0" cap="none" spc="0" normalizeH="0" baseline="0" noProof="0" dirty="0" err="1">
                    <a:ln>
                      <a:noFill/>
                    </a:ln>
                    <a:solidFill>
                      <a:schemeClr val="tx1"/>
                    </a:solidFill>
                    <a:effectLst/>
                    <a:uLnTx/>
                    <a:uFillTx/>
                  </a:rPr>
                  <a:t>malesuada</a:t>
                </a:r>
                <a:r>
                  <a:rPr kumimoji="0" lang="en-US" sz="1200" b="0" i="0" u="none" strike="noStrike" kern="0" cap="none" spc="0" normalizeH="0" baseline="0" noProof="0" dirty="0">
                    <a:ln>
                      <a:noFill/>
                    </a:ln>
                    <a:solidFill>
                      <a:schemeClr val="tx1"/>
                    </a:solidFill>
                    <a:effectLst/>
                    <a:uLnTx/>
                    <a:uFillTx/>
                  </a:rPr>
                  <a:t>. </a:t>
                </a:r>
              </a:p>
            </p:txBody>
          </p:sp>
          <p:sp>
            <p:nvSpPr>
              <p:cNvPr id="95" name="Rectangle 94"/>
              <p:cNvSpPr/>
              <p:nvPr/>
            </p:nvSpPr>
            <p:spPr>
              <a:xfrm>
                <a:off x="609600" y="4911480"/>
                <a:ext cx="6634737"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4.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grpSp>
        <p:grpSp>
          <p:nvGrpSpPr>
            <p:cNvPr id="17" name="Group 16">
              <a:extLst>
                <a:ext uri="{FF2B5EF4-FFF2-40B4-BE49-F238E27FC236}">
                  <a16:creationId xmlns:a16="http://schemas.microsoft.com/office/drawing/2014/main" id="{C0A31062-AA2A-3730-6898-959A4147184D}"/>
                </a:ext>
              </a:extLst>
            </p:cNvPr>
            <p:cNvGrpSpPr/>
            <p:nvPr/>
          </p:nvGrpSpPr>
          <p:grpSpPr>
            <a:xfrm>
              <a:off x="8623050" y="1523688"/>
              <a:ext cx="1150113" cy="4266925"/>
              <a:chOff x="8983990" y="1523688"/>
              <a:chExt cx="1150113" cy="4266925"/>
            </a:xfrm>
          </p:grpSpPr>
          <p:sp>
            <p:nvSpPr>
              <p:cNvPr id="12" name="Rectangle 11"/>
              <p:cNvSpPr/>
              <p:nvPr/>
            </p:nvSpPr>
            <p:spPr>
              <a:xfrm>
                <a:off x="8983990" y="2825502"/>
                <a:ext cx="1150113"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26" name="Rectangle 25"/>
              <p:cNvSpPr/>
              <p:nvPr/>
            </p:nvSpPr>
            <p:spPr>
              <a:xfrm>
                <a:off x="8983990" y="1523688"/>
                <a:ext cx="1150113" cy="389579"/>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Feasibility</a:t>
                </a:r>
              </a:p>
            </p:txBody>
          </p:sp>
          <p:sp>
            <p:nvSpPr>
              <p:cNvPr id="16" name="Rectangle 15"/>
              <p:cNvSpPr/>
              <p:nvPr/>
            </p:nvSpPr>
            <p:spPr>
              <a:xfrm>
                <a:off x="8983990"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13" name="Rectangle 12"/>
              <p:cNvSpPr/>
              <p:nvPr/>
            </p:nvSpPr>
            <p:spPr>
              <a:xfrm>
                <a:off x="8983990" y="3690079"/>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98" name="Rectangle 97"/>
              <p:cNvSpPr/>
              <p:nvPr/>
            </p:nvSpPr>
            <p:spPr>
              <a:xfrm>
                <a:off x="8983990"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grpSp>
        <p:grpSp>
          <p:nvGrpSpPr>
            <p:cNvPr id="18" name="Group 17">
              <a:extLst>
                <a:ext uri="{FF2B5EF4-FFF2-40B4-BE49-F238E27FC236}">
                  <a16:creationId xmlns:a16="http://schemas.microsoft.com/office/drawing/2014/main" id="{FCED898D-0622-BC1B-C52C-58A7D64E8AB8}"/>
                </a:ext>
              </a:extLst>
            </p:cNvPr>
            <p:cNvGrpSpPr/>
            <p:nvPr/>
          </p:nvGrpSpPr>
          <p:grpSpPr>
            <a:xfrm>
              <a:off x="9773162" y="1523688"/>
              <a:ext cx="1150113" cy="4266925"/>
              <a:chOff x="10432287" y="1523688"/>
              <a:chExt cx="1150113" cy="4266925"/>
            </a:xfrm>
          </p:grpSpPr>
          <p:sp>
            <p:nvSpPr>
              <p:cNvPr id="20" name="Rectangle 19"/>
              <p:cNvSpPr/>
              <p:nvPr/>
            </p:nvSpPr>
            <p:spPr>
              <a:xfrm>
                <a:off x="1043228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7" name="Rectangle 26"/>
              <p:cNvSpPr/>
              <p:nvPr/>
            </p:nvSpPr>
            <p:spPr>
              <a:xfrm>
                <a:off x="10432287" y="1523688"/>
                <a:ext cx="1150113" cy="389579"/>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Impact</a:t>
                </a:r>
              </a:p>
            </p:txBody>
          </p:sp>
          <p:sp>
            <p:nvSpPr>
              <p:cNvPr id="23" name="Rectangle 22"/>
              <p:cNvSpPr/>
              <p:nvPr/>
            </p:nvSpPr>
            <p:spPr>
              <a:xfrm>
                <a:off x="1043228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1" name="Rectangle 20"/>
              <p:cNvSpPr/>
              <p:nvPr/>
            </p:nvSpPr>
            <p:spPr>
              <a:xfrm>
                <a:off x="1043228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99" name="Rectangle 98"/>
              <p:cNvSpPr/>
              <p:nvPr/>
            </p:nvSpPr>
            <p:spPr>
              <a:xfrm>
                <a:off x="1043228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grpSp>
        <p:grpSp>
          <p:nvGrpSpPr>
            <p:cNvPr id="15" name="Group 14">
              <a:extLst>
                <a:ext uri="{FF2B5EF4-FFF2-40B4-BE49-F238E27FC236}">
                  <a16:creationId xmlns:a16="http://schemas.microsoft.com/office/drawing/2014/main" id="{3D6F0D56-C783-5AED-DE8A-53D0504FEF2F}"/>
                </a:ext>
              </a:extLst>
            </p:cNvPr>
            <p:cNvGrpSpPr/>
            <p:nvPr/>
          </p:nvGrpSpPr>
          <p:grpSpPr>
            <a:xfrm>
              <a:off x="7472937" y="1523688"/>
              <a:ext cx="1150113" cy="4266925"/>
              <a:chOff x="7539107" y="1523688"/>
              <a:chExt cx="1150113" cy="4266925"/>
            </a:xfrm>
          </p:grpSpPr>
          <p:sp>
            <p:nvSpPr>
              <p:cNvPr id="73" name="Rectangle 72"/>
              <p:cNvSpPr/>
              <p:nvPr/>
            </p:nvSpPr>
            <p:spPr>
              <a:xfrm>
                <a:off x="753910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75" name="Rectangle 74"/>
              <p:cNvSpPr/>
              <p:nvPr/>
            </p:nvSpPr>
            <p:spPr>
              <a:xfrm>
                <a:off x="7539107" y="1523688"/>
                <a:ext cx="1150113" cy="389579"/>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Deadline</a:t>
                </a:r>
              </a:p>
            </p:txBody>
          </p:sp>
          <p:sp>
            <p:nvSpPr>
              <p:cNvPr id="76" name="Rectangle 75"/>
              <p:cNvSpPr/>
              <p:nvPr/>
            </p:nvSpPr>
            <p:spPr>
              <a:xfrm>
                <a:off x="753910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2025</a:t>
                </a:r>
              </a:p>
            </p:txBody>
          </p:sp>
          <p:sp>
            <p:nvSpPr>
              <p:cNvPr id="74" name="Rectangle 73"/>
              <p:cNvSpPr/>
              <p:nvPr/>
            </p:nvSpPr>
            <p:spPr>
              <a:xfrm>
                <a:off x="753910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100" name="Rectangle 99"/>
              <p:cNvSpPr/>
              <p:nvPr/>
            </p:nvSpPr>
            <p:spPr>
              <a:xfrm>
                <a:off x="753910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2028</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p:txBody>
          </p:sp>
        </p:grpSp>
      </p:grpSp>
      <p:sp>
        <p:nvSpPr>
          <p:cNvPr id="53" name="Title 1"/>
          <p:cNvSpPr>
            <a:spLocks noGrp="1"/>
          </p:cNvSpPr>
          <p:nvPr>
            <p:ph type="title"/>
          </p:nvPr>
        </p:nvSpPr>
        <p:spPr>
          <a:xfrm>
            <a:off x="214184" y="13663"/>
            <a:ext cx="9728886" cy="678316"/>
          </a:xfrm>
        </p:spPr>
        <p:txBody>
          <a:bodyPr>
            <a:normAutofit/>
          </a:bodyPr>
          <a:lstStyle/>
          <a:p>
            <a:r>
              <a:rPr lang="en-US" dirty="0"/>
              <a:t>Projects evaluation</a:t>
            </a:r>
          </a:p>
        </p:txBody>
      </p:sp>
      <p:grpSp>
        <p:nvGrpSpPr>
          <p:cNvPr id="7" name="POWER_USER_CONTEXTUAL_SHAPES_HARVEY"/>
          <p:cNvGrpSpPr>
            <a:grpSpLocks noChangeAspect="1"/>
          </p:cNvGrpSpPr>
          <p:nvPr>
            <p:custDataLst>
              <p:tags r:id="rId2"/>
            </p:custDataLst>
          </p:nvPr>
        </p:nvGrpSpPr>
        <p:grpSpPr>
          <a:xfrm>
            <a:off x="9396884" y="2210634"/>
            <a:ext cx="317500" cy="317500"/>
            <a:chOff x="6096000" y="3429000"/>
            <a:chExt cx="317500" cy="317500"/>
          </a:xfrm>
        </p:grpSpPr>
        <p:sp>
          <p:nvSpPr>
            <p:cNvPr id="3" name="POWER_USER_CONTEXTUAL_SHAPES_HARVEY_OVAL"/>
            <p:cNvSpPr/>
            <p:nvPr>
              <p:custDataLst>
                <p:tags r:id="rId2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POWER_USER_CONTEXTUAL_SHAPES_HARVEY_BALL"/>
            <p:cNvSpPr/>
            <p:nvPr>
              <p:custDataLst>
                <p:tags r:id="rId25"/>
              </p:custDataLst>
            </p:nvPr>
          </p:nvSpPr>
          <p:spPr>
            <a:xfrm rot="16200000">
              <a:off x="6096000" y="3429000"/>
              <a:ext cx="317500" cy="317500"/>
            </a:xfrm>
            <a:prstGeom prst="pie">
              <a:avLst>
                <a:gd name="adj1" fmla="val 0"/>
                <a:gd name="adj2" fmla="val 7128000"/>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8" name="POWER_USER_CONTEXTUAL_SHAPES_HARVEY"/>
          <p:cNvGrpSpPr>
            <a:grpSpLocks noChangeAspect="1"/>
          </p:cNvGrpSpPr>
          <p:nvPr>
            <p:custDataLst>
              <p:tags r:id="rId3"/>
            </p:custDataLst>
          </p:nvPr>
        </p:nvGrpSpPr>
        <p:grpSpPr>
          <a:xfrm>
            <a:off x="10596093" y="4201578"/>
            <a:ext cx="317500" cy="317500"/>
            <a:chOff x="6096000" y="3429000"/>
            <a:chExt cx="317500" cy="317500"/>
          </a:xfrm>
        </p:grpSpPr>
        <p:sp>
          <p:nvSpPr>
            <p:cNvPr id="69" name="POWER_USER_CONTEXTUAL_SHAPES_HARVEY_OVAL"/>
            <p:cNvSpPr/>
            <p:nvPr>
              <p:custDataLst>
                <p:tags r:id="rId2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POWER_USER_CONTEXTUAL_SHAPES_HARVEY_BALL"/>
            <p:cNvSpPr/>
            <p:nvPr>
              <p:custDataLst>
                <p:tags r:id="rId23"/>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79" name="POWER_USER_CONTEXTUAL_SHAPES_HARVEY"/>
          <p:cNvGrpSpPr>
            <a:grpSpLocks noChangeAspect="1"/>
          </p:cNvGrpSpPr>
          <p:nvPr>
            <p:custDataLst>
              <p:tags r:id="rId4"/>
            </p:custDataLst>
          </p:nvPr>
        </p:nvGrpSpPr>
        <p:grpSpPr>
          <a:xfrm>
            <a:off x="9396884" y="5197049"/>
            <a:ext cx="317500" cy="317500"/>
            <a:chOff x="6096000" y="3429000"/>
            <a:chExt cx="317500" cy="317500"/>
          </a:xfrm>
        </p:grpSpPr>
        <p:sp>
          <p:nvSpPr>
            <p:cNvPr id="81" name="POWER_USER_CONTEXTUAL_SHAPES_HARVEY_BALL"/>
            <p:cNvSpPr/>
            <p:nvPr>
              <p:custDataLst>
                <p:tags r:id="rId20"/>
              </p:custDataLst>
            </p:nvPr>
          </p:nvSpPr>
          <p:spPr>
            <a:xfrm rot="16200000">
              <a:off x="6096000" y="3429000"/>
              <a:ext cx="317500" cy="317500"/>
            </a:xfrm>
            <a:prstGeom prst="pie">
              <a:avLst>
                <a:gd name="adj1" fmla="val 0"/>
                <a:gd name="adj2" fmla="val 0"/>
              </a:avLst>
            </a:prstGeom>
            <a:solidFill>
              <a:schemeClr val="l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POWER_USER_CONTEXTUAL_SHAPES_HARVEY_OVAL"/>
            <p:cNvSpPr/>
            <p:nvPr>
              <p:custDataLst>
                <p:tags r:id="rId21"/>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POWER_USER_CONTEXTUAL_SHAPES_HARVEY"/>
          <p:cNvGrpSpPr>
            <a:grpSpLocks noChangeAspect="1"/>
          </p:cNvGrpSpPr>
          <p:nvPr>
            <p:custDataLst>
              <p:tags r:id="rId5"/>
            </p:custDataLst>
          </p:nvPr>
        </p:nvGrpSpPr>
        <p:grpSpPr>
          <a:xfrm>
            <a:off x="9396884" y="3206106"/>
            <a:ext cx="317500" cy="317500"/>
            <a:chOff x="6096000" y="3429000"/>
            <a:chExt cx="317500" cy="317500"/>
          </a:xfrm>
        </p:grpSpPr>
        <p:sp>
          <p:nvSpPr>
            <p:cNvPr id="2" name="POWER_USER_CONTEXTUAL_SHAPES_HARVEY_OVAL"/>
            <p:cNvSpPr/>
            <p:nvPr>
              <p:custDataLst>
                <p:tags r:id="rId18"/>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POWER_USER_CONTEXTUAL_SHAPES_HARVEY_BALL"/>
            <p:cNvSpPr/>
            <p:nvPr>
              <p:custDataLst>
                <p:tags r:id="rId19"/>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0" name="POWER_USER_CONTEXTUAL_SHAPES_HARVEY"/>
          <p:cNvGrpSpPr>
            <a:grpSpLocks noChangeAspect="1"/>
          </p:cNvGrpSpPr>
          <p:nvPr>
            <p:custDataLst>
              <p:tags r:id="rId6"/>
            </p:custDataLst>
          </p:nvPr>
        </p:nvGrpSpPr>
        <p:grpSpPr>
          <a:xfrm>
            <a:off x="10596093" y="2210634"/>
            <a:ext cx="317500" cy="317500"/>
            <a:chOff x="6096000" y="3429000"/>
            <a:chExt cx="317500" cy="317500"/>
          </a:xfrm>
        </p:grpSpPr>
        <p:sp>
          <p:nvSpPr>
            <p:cNvPr id="51" name="POWER_USER_CONTEXTUAL_SHAPES_HARVEY_OVAL"/>
            <p:cNvSpPr/>
            <p:nvPr>
              <p:custDataLst>
                <p:tags r:id="rId16"/>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POWER_USER_CONTEXTUAL_SHAPES_HARVEY_BALL"/>
            <p:cNvSpPr/>
            <p:nvPr>
              <p:custDataLst>
                <p:tags r:id="rId17"/>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4" name="POWER_USER_CONTEXTUAL_SHAPES_HARVEY"/>
          <p:cNvGrpSpPr>
            <a:grpSpLocks noChangeAspect="1"/>
          </p:cNvGrpSpPr>
          <p:nvPr>
            <p:custDataLst>
              <p:tags r:id="rId7"/>
            </p:custDataLst>
          </p:nvPr>
        </p:nvGrpSpPr>
        <p:grpSpPr>
          <a:xfrm>
            <a:off x="9396884" y="4201578"/>
            <a:ext cx="317500" cy="317500"/>
            <a:chOff x="6096000" y="3429000"/>
            <a:chExt cx="317500" cy="317500"/>
          </a:xfrm>
        </p:grpSpPr>
        <p:sp>
          <p:nvSpPr>
            <p:cNvPr id="55" name="POWER_USER_CONTEXTUAL_SHAPES_HARVEY_OVAL"/>
            <p:cNvSpPr/>
            <p:nvPr>
              <p:custDataLst>
                <p:tags r:id="rId1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POWER_USER_CONTEXTUAL_SHAPES_HARVEY_BALL"/>
            <p:cNvSpPr/>
            <p:nvPr>
              <p:custDataLst>
                <p:tags r:id="rId15"/>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POWER_USER_CONTEXTUAL_SHAPES_HARVEY"/>
          <p:cNvGrpSpPr>
            <a:grpSpLocks noChangeAspect="1"/>
          </p:cNvGrpSpPr>
          <p:nvPr>
            <p:custDataLst>
              <p:tags r:id="rId8"/>
            </p:custDataLst>
          </p:nvPr>
        </p:nvGrpSpPr>
        <p:grpSpPr>
          <a:xfrm>
            <a:off x="10596093" y="3206106"/>
            <a:ext cx="317500" cy="317500"/>
            <a:chOff x="6096000" y="3429000"/>
            <a:chExt cx="317500" cy="317500"/>
          </a:xfrm>
        </p:grpSpPr>
        <p:sp>
          <p:nvSpPr>
            <p:cNvPr id="58" name="POWER_USER_CONTEXTUAL_SHAPES_HARVEY_OVAL"/>
            <p:cNvSpPr/>
            <p:nvPr>
              <p:custDataLst>
                <p:tags r:id="rId1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9" name="POWER_USER_CONTEXTUAL_SHAPES_HARVEY_BALL"/>
            <p:cNvSpPr/>
            <p:nvPr>
              <p:custDataLst>
                <p:tags r:id="rId13"/>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62" name="POWER_USER_CONTEXTUAL_SHAPES_HARVEY"/>
          <p:cNvGrpSpPr>
            <a:grpSpLocks noChangeAspect="1"/>
          </p:cNvGrpSpPr>
          <p:nvPr>
            <p:custDataLst>
              <p:tags r:id="rId9"/>
            </p:custDataLst>
          </p:nvPr>
        </p:nvGrpSpPr>
        <p:grpSpPr>
          <a:xfrm>
            <a:off x="10596093" y="5197049"/>
            <a:ext cx="317500" cy="317500"/>
            <a:chOff x="6096000" y="3429000"/>
            <a:chExt cx="317500" cy="317500"/>
          </a:xfrm>
        </p:grpSpPr>
        <p:sp>
          <p:nvSpPr>
            <p:cNvPr id="63" name="POWER_USER_CONTEXTUAL_SHAPES_HARVEY_OVAL"/>
            <p:cNvSpPr/>
            <p:nvPr>
              <p:custDataLst>
                <p:tags r:id="rId10"/>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POWER_USER_CONTEXTUAL_SHAPES_HARVEY_BALL"/>
            <p:cNvSpPr/>
            <p:nvPr>
              <p:custDataLst>
                <p:tags r:id="rId11"/>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Tree>
    <p:custDataLst>
      <p:tags r:id="rId1"/>
    </p:custDataLst>
    <p:extLst>
      <p:ext uri="{BB962C8B-B14F-4D97-AF65-F5344CB8AC3E}">
        <p14:creationId xmlns:p14="http://schemas.microsoft.com/office/powerpoint/2010/main" val="1039080243"/>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Pros and cons</a:t>
            </a:r>
          </a:p>
        </p:txBody>
      </p:sp>
      <p:sp>
        <p:nvSpPr>
          <p:cNvPr id="4" name="Rectangle 3"/>
          <p:cNvSpPr/>
          <p:nvPr/>
        </p:nvSpPr>
        <p:spPr>
          <a:xfrm>
            <a:off x="838199"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a:spLocks noChangeAspect="1"/>
          </p:cNvSpPr>
          <p:nvPr/>
        </p:nvSpPr>
        <p:spPr>
          <a:xfrm>
            <a:off x="966023"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9" name="Rectangle 8"/>
          <p:cNvSpPr>
            <a:spLocks noChangeAspect="1"/>
          </p:cNvSpPr>
          <p:nvPr/>
        </p:nvSpPr>
        <p:spPr>
          <a:xfrm>
            <a:off x="966023"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0" name="Rectangle 9"/>
          <p:cNvSpPr>
            <a:spLocks noChangeAspect="1"/>
          </p:cNvSpPr>
          <p:nvPr/>
        </p:nvSpPr>
        <p:spPr>
          <a:xfrm>
            <a:off x="966023"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1" name="Rectangle 10"/>
          <p:cNvSpPr>
            <a:spLocks noChangeAspect="1"/>
          </p:cNvSpPr>
          <p:nvPr/>
        </p:nvSpPr>
        <p:spPr>
          <a:xfrm>
            <a:off x="966023"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8" name="TextBox 17"/>
          <p:cNvSpPr txBox="1"/>
          <p:nvPr/>
        </p:nvSpPr>
        <p:spPr>
          <a:xfrm>
            <a:off x="1659772" y="2320075"/>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19" name="TextBox 18"/>
          <p:cNvSpPr txBox="1"/>
          <p:nvPr/>
        </p:nvSpPr>
        <p:spPr>
          <a:xfrm>
            <a:off x="1659772" y="3228034"/>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0" name="TextBox 19"/>
          <p:cNvSpPr txBox="1"/>
          <p:nvPr/>
        </p:nvSpPr>
        <p:spPr>
          <a:xfrm>
            <a:off x="1659772" y="4135993"/>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1" name="TextBox 20"/>
          <p:cNvSpPr txBox="1"/>
          <p:nvPr/>
        </p:nvSpPr>
        <p:spPr>
          <a:xfrm>
            <a:off x="1659772" y="5043952"/>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5" name="Rectangle 4"/>
          <p:cNvSpPr/>
          <p:nvPr/>
        </p:nvSpPr>
        <p:spPr>
          <a:xfrm>
            <a:off x="838200" y="1568645"/>
            <a:ext cx="5223159" cy="4308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B050"/>
                </a:solidFill>
              </a:rPr>
              <a:t>POSITIVE POINTS</a:t>
            </a:r>
          </a:p>
        </p:txBody>
      </p:sp>
      <p:sp>
        <p:nvSpPr>
          <p:cNvPr id="7" name="Rectangle 6"/>
          <p:cNvSpPr/>
          <p:nvPr/>
        </p:nvSpPr>
        <p:spPr>
          <a:xfrm>
            <a:off x="6130641"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a:spLocks noChangeAspect="1"/>
          </p:cNvSpPr>
          <p:nvPr/>
        </p:nvSpPr>
        <p:spPr>
          <a:xfrm>
            <a:off x="6269186"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4" name="Rectangle 13"/>
          <p:cNvSpPr>
            <a:spLocks noChangeAspect="1"/>
          </p:cNvSpPr>
          <p:nvPr/>
        </p:nvSpPr>
        <p:spPr>
          <a:xfrm>
            <a:off x="6269186"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5" name="Rectangle 14"/>
          <p:cNvSpPr>
            <a:spLocks noChangeAspect="1"/>
          </p:cNvSpPr>
          <p:nvPr/>
        </p:nvSpPr>
        <p:spPr>
          <a:xfrm>
            <a:off x="6269186"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6" name="Rectangle 15"/>
          <p:cNvSpPr>
            <a:spLocks noChangeAspect="1"/>
          </p:cNvSpPr>
          <p:nvPr/>
        </p:nvSpPr>
        <p:spPr>
          <a:xfrm>
            <a:off x="6269186"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23" name="TextBox 22"/>
          <p:cNvSpPr txBox="1"/>
          <p:nvPr/>
        </p:nvSpPr>
        <p:spPr>
          <a:xfrm>
            <a:off x="6962935" y="2320075"/>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4" name="TextBox 23"/>
          <p:cNvSpPr txBox="1"/>
          <p:nvPr/>
        </p:nvSpPr>
        <p:spPr>
          <a:xfrm>
            <a:off x="6962935" y="3228034"/>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5" name="TextBox 24"/>
          <p:cNvSpPr txBox="1"/>
          <p:nvPr/>
        </p:nvSpPr>
        <p:spPr>
          <a:xfrm>
            <a:off x="6962935" y="4135993"/>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6" name="TextBox 25"/>
          <p:cNvSpPr txBox="1"/>
          <p:nvPr/>
        </p:nvSpPr>
        <p:spPr>
          <a:xfrm>
            <a:off x="6962935" y="5043952"/>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6" name="Rectangle 5"/>
          <p:cNvSpPr/>
          <p:nvPr/>
        </p:nvSpPr>
        <p:spPr>
          <a:xfrm>
            <a:off x="6130641" y="1568642"/>
            <a:ext cx="5223159"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0000"/>
                </a:solidFill>
              </a:rPr>
              <a:t>NEGATIVE POINTS</a:t>
            </a:r>
          </a:p>
        </p:txBody>
      </p:sp>
      <p:sp>
        <p:nvSpPr>
          <p:cNvPr id="3" name="Rectangle: Rounded Corners 2">
            <a:extLst>
              <a:ext uri="{FF2B5EF4-FFF2-40B4-BE49-F238E27FC236}">
                <a16:creationId xmlns:a16="http://schemas.microsoft.com/office/drawing/2014/main" id="{E4636138-3B94-5F07-3708-04B521F4D0C0}"/>
              </a:ext>
            </a:extLst>
          </p:cNvPr>
          <p:cNvSpPr/>
          <p:nvPr/>
        </p:nvSpPr>
        <p:spPr>
          <a:xfrm>
            <a:off x="6052987" y="1550959"/>
            <a:ext cx="86026" cy="4409894"/>
          </a:xfrm>
          <a:prstGeom prst="roundRect">
            <a:avLst>
              <a:gd name="adj" fmla="val 50000"/>
            </a:avLst>
          </a:prstGeom>
          <a:solidFill>
            <a:srgbClr val="E7E6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ustDataLst>
      <p:tags r:id="rId1"/>
    </p:custDataLst>
    <p:extLst>
      <p:ext uri="{BB962C8B-B14F-4D97-AF65-F5344CB8AC3E}">
        <p14:creationId xmlns:p14="http://schemas.microsoft.com/office/powerpoint/2010/main" val="3507980274"/>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Content Placeholder 3"/>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619585" y="1371147"/>
            <a:ext cx="10952831" cy="5136777"/>
          </a:xfrm>
          <a:prstGeom prst="rect">
            <a:avLst/>
          </a:prstGeom>
        </p:spPr>
      </p:pic>
      <p:sp>
        <p:nvSpPr>
          <p:cNvPr id="2" name="Title 1"/>
          <p:cNvSpPr>
            <a:spLocks noGrp="1"/>
          </p:cNvSpPr>
          <p:nvPr>
            <p:ph type="title"/>
          </p:nvPr>
        </p:nvSpPr>
        <p:spPr>
          <a:xfrm>
            <a:off x="214184" y="13663"/>
            <a:ext cx="9728886" cy="678316"/>
          </a:xfrm>
        </p:spPr>
        <p:txBody>
          <a:bodyPr>
            <a:normAutofit/>
          </a:bodyPr>
          <a:lstStyle/>
          <a:p>
            <a:r>
              <a:rPr lang="en-US" dirty="0"/>
              <a:t>Roadmap 01</a:t>
            </a:r>
          </a:p>
        </p:txBody>
      </p:sp>
      <p:sp>
        <p:nvSpPr>
          <p:cNvPr id="13" name="TextBox 12"/>
          <p:cNvSpPr txBox="1"/>
          <p:nvPr/>
        </p:nvSpPr>
        <p:spPr>
          <a:xfrm>
            <a:off x="6646430" y="3962576"/>
            <a:ext cx="3084591" cy="135421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14" name="TextBox 13"/>
          <p:cNvSpPr txBox="1"/>
          <p:nvPr/>
        </p:nvSpPr>
        <p:spPr>
          <a:xfrm>
            <a:off x="1352093" y="2698693"/>
            <a:ext cx="2249063" cy="86177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800" b="0" i="0" u="none" strike="noStrike" kern="0" cap="none" spc="0" normalizeH="0" baseline="0" noProof="0" dirty="0">
              <a:ln>
                <a:noFill/>
              </a:ln>
              <a:effectLst/>
              <a:uLnTx/>
              <a:uFillTx/>
            </a:endParaRPr>
          </a:p>
        </p:txBody>
      </p:sp>
      <p:sp>
        <p:nvSpPr>
          <p:cNvPr id="15" name="TextBox 14"/>
          <p:cNvSpPr txBox="1"/>
          <p:nvPr/>
        </p:nvSpPr>
        <p:spPr>
          <a:xfrm>
            <a:off x="6486888" y="2056487"/>
            <a:ext cx="3989201" cy="1107996"/>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16" name="TextBox 15"/>
          <p:cNvSpPr txBox="1"/>
          <p:nvPr/>
        </p:nvSpPr>
        <p:spPr>
          <a:xfrm>
            <a:off x="619584" y="1532242"/>
            <a:ext cx="3327042" cy="86177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Lorem ipsum</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endParaRPr kumimoji="0" lang="en-US" sz="1800" b="0" i="0" u="none" strike="noStrike" kern="0" cap="none" spc="0" normalizeH="0" baseline="0" noProof="0" dirty="0">
              <a:ln>
                <a:noFill/>
              </a:ln>
              <a:effectLst/>
              <a:uLnTx/>
              <a:uFillTx/>
            </a:endParaRPr>
          </a:p>
        </p:txBody>
      </p:sp>
      <p:sp>
        <p:nvSpPr>
          <p:cNvPr id="19" name="TextBox 18"/>
          <p:cNvSpPr txBox="1"/>
          <p:nvPr/>
        </p:nvSpPr>
        <p:spPr>
          <a:xfrm>
            <a:off x="6232129" y="1063713"/>
            <a:ext cx="4921294" cy="86177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5"/>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endParaRPr kumimoji="0" lang="en-US" sz="1800" b="0" i="0" u="none" strike="noStrike" kern="0" cap="none" spc="0" normalizeH="0" baseline="0" noProof="0" dirty="0">
              <a:ln>
                <a:noFill/>
              </a:ln>
              <a:effectLst/>
              <a:uLnTx/>
              <a:uFillTx/>
            </a:endParaRPr>
          </a:p>
        </p:txBody>
      </p:sp>
      <p:sp>
        <p:nvSpPr>
          <p:cNvPr id="48" name="Freeform: Shape 47"/>
          <p:cNvSpPr>
            <a:spLocks noChangeAspect="1"/>
          </p:cNvSpPr>
          <p:nvPr/>
        </p:nvSpPr>
        <p:spPr>
          <a:xfrm rot="10800000">
            <a:off x="405606" y="2762113"/>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Freeform: Shape 48"/>
          <p:cNvSpPr>
            <a:spLocks noChangeAspect="1"/>
          </p:cNvSpPr>
          <p:nvPr/>
        </p:nvSpPr>
        <p:spPr>
          <a:xfrm rot="10800000">
            <a:off x="5646667" y="3959657"/>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Freeform: Shape 49"/>
          <p:cNvSpPr>
            <a:spLocks noChangeAspect="1"/>
          </p:cNvSpPr>
          <p:nvPr/>
        </p:nvSpPr>
        <p:spPr>
          <a:xfrm rot="10800000">
            <a:off x="5738298" y="1834887"/>
            <a:ext cx="624548" cy="721731"/>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 name="Freeform: Shape 50"/>
          <p:cNvSpPr>
            <a:spLocks noChangeAspect="1"/>
          </p:cNvSpPr>
          <p:nvPr/>
        </p:nvSpPr>
        <p:spPr>
          <a:xfrm rot="10800000">
            <a:off x="4070667" y="1487985"/>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Freeform: Shape 51"/>
          <p:cNvSpPr>
            <a:spLocks noChangeAspect="1"/>
          </p:cNvSpPr>
          <p:nvPr/>
        </p:nvSpPr>
        <p:spPr>
          <a:xfrm rot="10800000">
            <a:off x="5887335" y="1106018"/>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 name="University2" descr="{&quot;Key&quot;:&quot;POWER_USER_SHAPE_ICON&quot;,&quot;Value&quot;:&quot;POWER_USER_SHAPE_ICON_STYLE_1&quot;}">
            <a:extLst>
              <a:ext uri="{FF2B5EF4-FFF2-40B4-BE49-F238E27FC236}">
                <a16:creationId xmlns:a16="http://schemas.microsoft.com/office/drawing/2014/main" id="{9CC2796E-E2D5-56CE-1F15-3B9745DA96F9}"/>
              </a:ext>
            </a:extLst>
          </p:cNvPr>
          <p:cNvGrpSpPr>
            <a:grpSpLocks noChangeAspect="1"/>
          </p:cNvGrpSpPr>
          <p:nvPr/>
        </p:nvGrpSpPr>
        <p:grpSpPr>
          <a:xfrm>
            <a:off x="573940" y="2893216"/>
            <a:ext cx="577732" cy="572502"/>
            <a:chOff x="11292681" y="3149604"/>
            <a:chExt cx="591138" cy="585787"/>
          </a:xfrm>
          <a:solidFill>
            <a:schemeClr val="accent2"/>
          </a:solidFill>
        </p:grpSpPr>
        <p:sp>
          <p:nvSpPr>
            <p:cNvPr id="4" name="Free-form: Shape 3">
              <a:extLst>
                <a:ext uri="{FF2B5EF4-FFF2-40B4-BE49-F238E27FC236}">
                  <a16:creationId xmlns:a16="http://schemas.microsoft.com/office/drawing/2014/main" id="{F4ACB6C7-52FF-5A5F-0E12-67850BE4DA49}"/>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0575D19D-F432-3E8A-B989-F3D998D46D20}"/>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0CF93841-DBDB-76FA-8559-17A9842E73EF}"/>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0264DC44-81C4-C6E7-9F16-33B1F5A8549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1C9219DB-E6F0-B6D0-0A64-9EA115784D27}"/>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957E85C-8A82-DD41-B68D-FD63388301CB}"/>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359F2310-23E2-32A9-0167-6713B714B5EF}"/>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5104D1EF-DFFC-16F5-01BB-A7C7480351E7}"/>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8ADA0666-8A07-75FA-E6B3-D15F4B35665B}"/>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919F5D-CFDC-09BC-3BCA-F930367BBBB3}"/>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80BE82BB-27F3-9E84-995A-1441060C7FA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D85DA7C-A562-2E4A-E8CF-0FE19284C921}"/>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0875164D-2E67-AEEA-149F-E721587248DC}"/>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grpSp>
        <p:nvGrpSpPr>
          <p:cNvPr id="54" name="Deadlines" descr="{&quot;Key&quot;:&quot;POWER_USER_SHAPE_ICON&quot;,&quot;Value&quot;:&quot;POWER_USER_SHAPE_ICON_STYLE_1&quot;}">
            <a:extLst>
              <a:ext uri="{FF2B5EF4-FFF2-40B4-BE49-F238E27FC236}">
                <a16:creationId xmlns:a16="http://schemas.microsoft.com/office/drawing/2014/main" id="{23611F5F-867C-39DD-52B6-1DED3FD36FE4}"/>
              </a:ext>
            </a:extLst>
          </p:cNvPr>
          <p:cNvGrpSpPr>
            <a:grpSpLocks noChangeAspect="1"/>
          </p:cNvGrpSpPr>
          <p:nvPr/>
        </p:nvGrpSpPr>
        <p:grpSpPr>
          <a:xfrm>
            <a:off x="5894924" y="4126190"/>
            <a:ext cx="568688" cy="553418"/>
            <a:chOff x="5005387" y="2400300"/>
            <a:chExt cx="601951" cy="585788"/>
          </a:xfrm>
          <a:solidFill>
            <a:schemeClr val="accent1"/>
          </a:solidFill>
        </p:grpSpPr>
        <p:sp>
          <p:nvSpPr>
            <p:cNvPr id="55" name="Free-form: Shape 54">
              <a:extLst>
                <a:ext uri="{FF2B5EF4-FFF2-40B4-BE49-F238E27FC236}">
                  <a16:creationId xmlns:a16="http://schemas.microsoft.com/office/drawing/2014/main" id="{7C8EB6DD-C78A-9BCC-BBE2-FA0DDE10D605}"/>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9518DD3E-6BE1-71F7-5721-1A9814E4132C}"/>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03D242D0-DA6C-71BE-A5DF-C16B8281DF58}"/>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1008618A-221E-26F8-08A1-4A446550B40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96A8EDAD-8D43-8B0A-2D4F-81982C0B7182}"/>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0087EB1A-2897-A866-5FA0-A11ECE370F8A}"/>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4708B484-2D81-5EEB-9CBC-EF8518E7CA94}"/>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5E275A2-2E41-7DEC-A311-A6D67C57D4BA}"/>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F4D1F0C9-B997-3410-A79B-D43141D22D27}"/>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
        <p:nvSpPr>
          <p:cNvPr id="64" name="Free-form: Shape 63">
            <a:extLst>
              <a:ext uri="{FF2B5EF4-FFF2-40B4-BE49-F238E27FC236}">
                <a16:creationId xmlns:a16="http://schemas.microsoft.com/office/drawing/2014/main" id="{477D5CDE-62EE-4065-16FE-0EAC71C05589}"/>
              </a:ext>
            </a:extLst>
          </p:cNvPr>
          <p:cNvSpPr/>
          <p:nvPr/>
        </p:nvSpPr>
        <p:spPr>
          <a:xfrm>
            <a:off x="5843786" y="1933218"/>
            <a:ext cx="419185" cy="419576"/>
          </a:xfrm>
          <a:custGeom>
            <a:avLst/>
            <a:gdLst>
              <a:gd name="connsiteX0" fmla="*/ 656936 w 1246121"/>
              <a:gd name="connsiteY0" fmla="*/ 0 h 1247283"/>
              <a:gd name="connsiteX1" fmla="*/ 968118 w 1246121"/>
              <a:gd name="connsiteY1" fmla="*/ 104489 h 1247283"/>
              <a:gd name="connsiteX2" fmla="*/ 1141568 w 1246121"/>
              <a:gd name="connsiteY2" fmla="*/ 968883 h 1247283"/>
              <a:gd name="connsiteX3" fmla="*/ 848579 w 1246121"/>
              <a:gd name="connsiteY3" fmla="*/ 1204913 h 1247283"/>
              <a:gd name="connsiteX4" fmla="*/ 663889 w 1246121"/>
              <a:gd name="connsiteY4" fmla="*/ 1245870 h 1247283"/>
              <a:gd name="connsiteX5" fmla="*/ 276317 w 1246121"/>
              <a:gd name="connsiteY5" fmla="*/ 1141952 h 1247283"/>
              <a:gd name="connsiteX6" fmla="*/ 1235 w 1246121"/>
              <a:gd name="connsiteY6" fmla="*/ 665893 h 1247283"/>
              <a:gd name="connsiteX7" fmla="*/ 104105 w 1246121"/>
              <a:gd name="connsiteY7" fmla="*/ 276797 h 1247283"/>
              <a:gd name="connsiteX8" fmla="*/ 586927 w 1246121"/>
              <a:gd name="connsiteY8" fmla="*/ 0 h 1247283"/>
              <a:gd name="connsiteX9" fmla="*/ 656936 w 1246121"/>
              <a:gd name="connsiteY9" fmla="*/ 0 h 1247283"/>
              <a:gd name="connsiteX10" fmla="*/ 622741 w 1246121"/>
              <a:gd name="connsiteY10" fmla="*/ 48101 h 1247283"/>
              <a:gd name="connsiteX11" fmla="*/ 597595 w 1246121"/>
              <a:gd name="connsiteY11" fmla="*/ 54007 h 1247283"/>
              <a:gd name="connsiteX12" fmla="*/ 502917 w 1246121"/>
              <a:gd name="connsiteY12" fmla="*/ 175927 h 1247283"/>
              <a:gd name="connsiteX13" fmla="*/ 445005 w 1246121"/>
              <a:gd name="connsiteY13" fmla="*/ 394525 h 1247283"/>
              <a:gd name="connsiteX14" fmla="*/ 449005 w 1246121"/>
              <a:gd name="connsiteY14" fmla="*/ 399288 h 1247283"/>
              <a:gd name="connsiteX15" fmla="*/ 622646 w 1246121"/>
              <a:gd name="connsiteY15" fmla="*/ 400050 h 1247283"/>
              <a:gd name="connsiteX16" fmla="*/ 796287 w 1246121"/>
              <a:gd name="connsiteY16" fmla="*/ 399288 h 1247283"/>
              <a:gd name="connsiteX17" fmla="*/ 800287 w 1246121"/>
              <a:gd name="connsiteY17" fmla="*/ 394621 h 1247283"/>
              <a:gd name="connsiteX18" fmla="*/ 742470 w 1246121"/>
              <a:gd name="connsiteY18" fmla="*/ 175927 h 1247283"/>
              <a:gd name="connsiteX19" fmla="*/ 647792 w 1246121"/>
              <a:gd name="connsiteY19" fmla="*/ 54007 h 1247283"/>
              <a:gd name="connsiteX20" fmla="*/ 622741 w 1246121"/>
              <a:gd name="connsiteY20" fmla="*/ 48101 h 1247283"/>
              <a:gd name="connsiteX21" fmla="*/ 848960 w 1246121"/>
              <a:gd name="connsiteY21" fmla="*/ 397669 h 1247283"/>
              <a:gd name="connsiteX22" fmla="*/ 851722 w 1246121"/>
              <a:gd name="connsiteY22" fmla="*/ 400050 h 1247283"/>
              <a:gd name="connsiteX23" fmla="*/ 1149569 w 1246121"/>
              <a:gd name="connsiteY23" fmla="*/ 400050 h 1247283"/>
              <a:gd name="connsiteX24" fmla="*/ 1152722 w 1246121"/>
              <a:gd name="connsiteY24" fmla="*/ 396866 h 1247283"/>
              <a:gd name="connsiteX25" fmla="*/ 1152426 w 1246121"/>
              <a:gd name="connsiteY25" fmla="*/ 395478 h 1247283"/>
              <a:gd name="connsiteX26" fmla="*/ 736851 w 1246121"/>
              <a:gd name="connsiteY26" fmla="*/ 58388 h 1247283"/>
              <a:gd name="connsiteX27" fmla="*/ 732945 w 1246121"/>
              <a:gd name="connsiteY27" fmla="*/ 64484 h 1247283"/>
              <a:gd name="connsiteX28" fmla="*/ 848960 w 1246121"/>
              <a:gd name="connsiteY28" fmla="*/ 397669 h 1247283"/>
              <a:gd name="connsiteX29" fmla="*/ 396332 w 1246121"/>
              <a:gd name="connsiteY29" fmla="*/ 397669 h 1247283"/>
              <a:gd name="connsiteX30" fmla="*/ 512346 w 1246121"/>
              <a:gd name="connsiteY30" fmla="*/ 64484 h 1247283"/>
              <a:gd name="connsiteX31" fmla="*/ 508441 w 1246121"/>
              <a:gd name="connsiteY31" fmla="*/ 58388 h 1247283"/>
              <a:gd name="connsiteX32" fmla="*/ 92865 w 1246121"/>
              <a:gd name="connsiteY32" fmla="*/ 395478 h 1247283"/>
              <a:gd name="connsiteX33" fmla="*/ 94376 w 1246121"/>
              <a:gd name="connsiteY33" fmla="*/ 399760 h 1247283"/>
              <a:gd name="connsiteX34" fmla="*/ 95723 w 1246121"/>
              <a:gd name="connsiteY34" fmla="*/ 400050 h 1247283"/>
              <a:gd name="connsiteX35" fmla="*/ 393570 w 1246121"/>
              <a:gd name="connsiteY35" fmla="*/ 400050 h 1247283"/>
              <a:gd name="connsiteX36" fmla="*/ 396332 w 1246121"/>
              <a:gd name="connsiteY36" fmla="*/ 397669 h 1247283"/>
              <a:gd name="connsiteX37" fmla="*/ 46574 w 1246121"/>
              <a:gd name="connsiteY37" fmla="*/ 623888 h 1247283"/>
              <a:gd name="connsiteX38" fmla="*/ 72958 w 1246121"/>
              <a:gd name="connsiteY38" fmla="*/ 795147 h 1247283"/>
              <a:gd name="connsiteX39" fmla="*/ 79721 w 1246121"/>
              <a:gd name="connsiteY39" fmla="*/ 800100 h 1247283"/>
              <a:gd name="connsiteX40" fmla="*/ 384807 w 1246121"/>
              <a:gd name="connsiteY40" fmla="*/ 800100 h 1247283"/>
              <a:gd name="connsiteX41" fmla="*/ 389569 w 1246121"/>
              <a:gd name="connsiteY41" fmla="*/ 794861 h 1247283"/>
              <a:gd name="connsiteX42" fmla="*/ 379758 w 1246121"/>
              <a:gd name="connsiteY42" fmla="*/ 623888 h 1247283"/>
              <a:gd name="connsiteX43" fmla="*/ 389569 w 1246121"/>
              <a:gd name="connsiteY43" fmla="*/ 452914 h 1247283"/>
              <a:gd name="connsiteX44" fmla="*/ 384807 w 1246121"/>
              <a:gd name="connsiteY44" fmla="*/ 447675 h 1247283"/>
              <a:gd name="connsiteX45" fmla="*/ 79721 w 1246121"/>
              <a:gd name="connsiteY45" fmla="*/ 447675 h 1247283"/>
              <a:gd name="connsiteX46" fmla="*/ 72958 w 1246121"/>
              <a:gd name="connsiteY46" fmla="*/ 452723 h 1247283"/>
              <a:gd name="connsiteX47" fmla="*/ 46574 w 1246121"/>
              <a:gd name="connsiteY47" fmla="*/ 623888 h 1247283"/>
              <a:gd name="connsiteX48" fmla="*/ 427383 w 1246121"/>
              <a:gd name="connsiteY48" fmla="*/ 623888 h 1247283"/>
              <a:gd name="connsiteX49" fmla="*/ 438051 w 1246121"/>
              <a:gd name="connsiteY49" fmla="*/ 794290 h 1247283"/>
              <a:gd name="connsiteX50" fmla="*/ 443385 w 1246121"/>
              <a:gd name="connsiteY50" fmla="*/ 799338 h 1247283"/>
              <a:gd name="connsiteX51" fmla="*/ 622646 w 1246121"/>
              <a:gd name="connsiteY51" fmla="*/ 800100 h 1247283"/>
              <a:gd name="connsiteX52" fmla="*/ 801811 w 1246121"/>
              <a:gd name="connsiteY52" fmla="*/ 799338 h 1247283"/>
              <a:gd name="connsiteX53" fmla="*/ 807145 w 1246121"/>
              <a:gd name="connsiteY53" fmla="*/ 794385 h 1247283"/>
              <a:gd name="connsiteX54" fmla="*/ 817908 w 1246121"/>
              <a:gd name="connsiteY54" fmla="*/ 623888 h 1247283"/>
              <a:gd name="connsiteX55" fmla="*/ 807240 w 1246121"/>
              <a:gd name="connsiteY55" fmla="*/ 453485 h 1247283"/>
              <a:gd name="connsiteX56" fmla="*/ 801906 w 1246121"/>
              <a:gd name="connsiteY56" fmla="*/ 448437 h 1247283"/>
              <a:gd name="connsiteX57" fmla="*/ 622646 w 1246121"/>
              <a:gd name="connsiteY57" fmla="*/ 447675 h 1247283"/>
              <a:gd name="connsiteX58" fmla="*/ 443481 w 1246121"/>
              <a:gd name="connsiteY58" fmla="*/ 448437 h 1247283"/>
              <a:gd name="connsiteX59" fmla="*/ 438147 w 1246121"/>
              <a:gd name="connsiteY59" fmla="*/ 453390 h 1247283"/>
              <a:gd name="connsiteX60" fmla="*/ 427383 w 1246121"/>
              <a:gd name="connsiteY60" fmla="*/ 623888 h 1247283"/>
              <a:gd name="connsiteX61" fmla="*/ 1198718 w 1246121"/>
              <a:gd name="connsiteY61" fmla="*/ 623888 h 1247283"/>
              <a:gd name="connsiteX62" fmla="*/ 1172334 w 1246121"/>
              <a:gd name="connsiteY62" fmla="*/ 452628 h 1247283"/>
              <a:gd name="connsiteX63" fmla="*/ 1165571 w 1246121"/>
              <a:gd name="connsiteY63" fmla="*/ 447675 h 1247283"/>
              <a:gd name="connsiteX64" fmla="*/ 860390 w 1246121"/>
              <a:gd name="connsiteY64" fmla="*/ 447675 h 1247283"/>
              <a:gd name="connsiteX65" fmla="*/ 855627 w 1246121"/>
              <a:gd name="connsiteY65" fmla="*/ 452914 h 1247283"/>
              <a:gd name="connsiteX66" fmla="*/ 865438 w 1246121"/>
              <a:gd name="connsiteY66" fmla="*/ 623888 h 1247283"/>
              <a:gd name="connsiteX67" fmla="*/ 855723 w 1246121"/>
              <a:gd name="connsiteY67" fmla="*/ 794861 h 1247283"/>
              <a:gd name="connsiteX68" fmla="*/ 860485 w 1246121"/>
              <a:gd name="connsiteY68" fmla="*/ 800195 h 1247283"/>
              <a:gd name="connsiteX69" fmla="*/ 1165571 w 1246121"/>
              <a:gd name="connsiteY69" fmla="*/ 800100 h 1247283"/>
              <a:gd name="connsiteX70" fmla="*/ 1172334 w 1246121"/>
              <a:gd name="connsiteY70" fmla="*/ 795147 h 1247283"/>
              <a:gd name="connsiteX71" fmla="*/ 1198718 w 1246121"/>
              <a:gd name="connsiteY71" fmla="*/ 623888 h 1247283"/>
              <a:gd name="connsiteX72" fmla="*/ 396332 w 1246121"/>
              <a:gd name="connsiteY72" fmla="*/ 850106 h 1247283"/>
              <a:gd name="connsiteX73" fmla="*/ 393570 w 1246121"/>
              <a:gd name="connsiteY73" fmla="*/ 847725 h 1247283"/>
              <a:gd name="connsiteX74" fmla="*/ 95723 w 1246121"/>
              <a:gd name="connsiteY74" fmla="*/ 847725 h 1247283"/>
              <a:gd name="connsiteX75" fmla="*/ 92566 w 1246121"/>
              <a:gd name="connsiteY75" fmla="*/ 850909 h 1247283"/>
              <a:gd name="connsiteX76" fmla="*/ 92865 w 1246121"/>
              <a:gd name="connsiteY76" fmla="*/ 852297 h 1247283"/>
              <a:gd name="connsiteX77" fmla="*/ 508536 w 1246121"/>
              <a:gd name="connsiteY77" fmla="*/ 1189387 h 1247283"/>
              <a:gd name="connsiteX78" fmla="*/ 512442 w 1246121"/>
              <a:gd name="connsiteY78" fmla="*/ 1183291 h 1247283"/>
              <a:gd name="connsiteX79" fmla="*/ 396332 w 1246121"/>
              <a:gd name="connsiteY79" fmla="*/ 850106 h 1247283"/>
              <a:gd name="connsiteX80" fmla="*/ 622551 w 1246121"/>
              <a:gd name="connsiteY80" fmla="*/ 1199674 h 1247283"/>
              <a:gd name="connsiteX81" fmla="*/ 647697 w 1246121"/>
              <a:gd name="connsiteY81" fmla="*/ 1193768 h 1247283"/>
              <a:gd name="connsiteX82" fmla="*/ 742375 w 1246121"/>
              <a:gd name="connsiteY82" fmla="*/ 1071848 h 1247283"/>
              <a:gd name="connsiteX83" fmla="*/ 800287 w 1246121"/>
              <a:gd name="connsiteY83" fmla="*/ 853250 h 1247283"/>
              <a:gd name="connsiteX84" fmla="*/ 796287 w 1246121"/>
              <a:gd name="connsiteY84" fmla="*/ 848487 h 1247283"/>
              <a:gd name="connsiteX85" fmla="*/ 622646 w 1246121"/>
              <a:gd name="connsiteY85" fmla="*/ 847725 h 1247283"/>
              <a:gd name="connsiteX86" fmla="*/ 449005 w 1246121"/>
              <a:gd name="connsiteY86" fmla="*/ 848392 h 1247283"/>
              <a:gd name="connsiteX87" fmla="*/ 445005 w 1246121"/>
              <a:gd name="connsiteY87" fmla="*/ 853154 h 1247283"/>
              <a:gd name="connsiteX88" fmla="*/ 502726 w 1246121"/>
              <a:gd name="connsiteY88" fmla="*/ 1071753 h 1247283"/>
              <a:gd name="connsiteX89" fmla="*/ 597405 w 1246121"/>
              <a:gd name="connsiteY89" fmla="*/ 1193768 h 1247283"/>
              <a:gd name="connsiteX90" fmla="*/ 622551 w 1246121"/>
              <a:gd name="connsiteY90" fmla="*/ 1199674 h 1247283"/>
              <a:gd name="connsiteX91" fmla="*/ 848865 w 1246121"/>
              <a:gd name="connsiteY91" fmla="*/ 850106 h 1247283"/>
              <a:gd name="connsiteX92" fmla="*/ 732850 w 1246121"/>
              <a:gd name="connsiteY92" fmla="*/ 1183386 h 1247283"/>
              <a:gd name="connsiteX93" fmla="*/ 736755 w 1246121"/>
              <a:gd name="connsiteY93" fmla="*/ 1189482 h 1247283"/>
              <a:gd name="connsiteX94" fmla="*/ 1152426 w 1246121"/>
              <a:gd name="connsiteY94" fmla="*/ 852297 h 1247283"/>
              <a:gd name="connsiteX95" fmla="*/ 1150912 w 1246121"/>
              <a:gd name="connsiteY95" fmla="*/ 848015 h 1247283"/>
              <a:gd name="connsiteX96" fmla="*/ 1149569 w 1246121"/>
              <a:gd name="connsiteY96" fmla="*/ 847725 h 1247283"/>
              <a:gd name="connsiteX97" fmla="*/ 851627 w 1246121"/>
              <a:gd name="connsiteY97" fmla="*/ 847725 h 1247283"/>
              <a:gd name="connsiteX98" fmla="*/ 848865 w 1246121"/>
              <a:gd name="connsiteY98" fmla="*/ 850106 h 124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246121" h="1247283">
                <a:moveTo>
                  <a:pt x="656936" y="0"/>
                </a:moveTo>
                <a:cubicBezTo>
                  <a:pt x="773646" y="8636"/>
                  <a:pt x="877373" y="43466"/>
                  <a:pt x="968118" y="104489"/>
                </a:cubicBezTo>
                <a:cubicBezTo>
                  <a:pt x="1253296" y="296418"/>
                  <a:pt x="1333211" y="681990"/>
                  <a:pt x="1141568" y="968883"/>
                </a:cubicBezTo>
                <a:cubicBezTo>
                  <a:pt x="1068673" y="1078040"/>
                  <a:pt x="971004" y="1156716"/>
                  <a:pt x="848579" y="1204913"/>
                </a:cubicBezTo>
                <a:cubicBezTo>
                  <a:pt x="789590" y="1228087"/>
                  <a:pt x="728021" y="1241746"/>
                  <a:pt x="663889" y="1245870"/>
                </a:cubicBezTo>
                <a:cubicBezTo>
                  <a:pt x="523872" y="1254947"/>
                  <a:pt x="394681" y="1220315"/>
                  <a:pt x="276317" y="1141952"/>
                </a:cubicBezTo>
                <a:cubicBezTo>
                  <a:pt x="117630" y="1036796"/>
                  <a:pt x="12379" y="858869"/>
                  <a:pt x="1235" y="665893"/>
                </a:cubicBezTo>
                <a:cubicBezTo>
                  <a:pt x="-7147" y="520224"/>
                  <a:pt x="27143" y="390525"/>
                  <a:pt x="104105" y="276797"/>
                </a:cubicBezTo>
                <a:cubicBezTo>
                  <a:pt x="216436" y="110681"/>
                  <a:pt x="377377" y="18415"/>
                  <a:pt x="586927" y="0"/>
                </a:cubicBezTo>
                <a:lnTo>
                  <a:pt x="656936" y="0"/>
                </a:lnTo>
                <a:close/>
                <a:moveTo>
                  <a:pt x="622741" y="48101"/>
                </a:moveTo>
                <a:cubicBezTo>
                  <a:pt x="614045" y="48101"/>
                  <a:pt x="605663" y="50070"/>
                  <a:pt x="597595" y="54007"/>
                </a:cubicBezTo>
                <a:cubicBezTo>
                  <a:pt x="552828" y="75724"/>
                  <a:pt x="522252" y="129350"/>
                  <a:pt x="502917" y="175927"/>
                </a:cubicBezTo>
                <a:cubicBezTo>
                  <a:pt x="476370" y="239680"/>
                  <a:pt x="457073" y="312547"/>
                  <a:pt x="445005" y="394525"/>
                </a:cubicBezTo>
                <a:cubicBezTo>
                  <a:pt x="444557" y="397574"/>
                  <a:pt x="445890" y="399161"/>
                  <a:pt x="449005" y="399288"/>
                </a:cubicBezTo>
                <a:cubicBezTo>
                  <a:pt x="466912" y="399796"/>
                  <a:pt x="524796" y="400050"/>
                  <a:pt x="622646" y="400050"/>
                </a:cubicBezTo>
                <a:cubicBezTo>
                  <a:pt x="720496" y="400050"/>
                  <a:pt x="778380" y="399796"/>
                  <a:pt x="796287" y="399288"/>
                </a:cubicBezTo>
                <a:cubicBezTo>
                  <a:pt x="799401" y="399224"/>
                  <a:pt x="800735" y="397669"/>
                  <a:pt x="800287" y="394621"/>
                </a:cubicBezTo>
                <a:cubicBezTo>
                  <a:pt x="788219" y="312642"/>
                  <a:pt x="768950" y="239744"/>
                  <a:pt x="742470" y="175927"/>
                </a:cubicBezTo>
                <a:cubicBezTo>
                  <a:pt x="723135" y="129350"/>
                  <a:pt x="692559" y="75724"/>
                  <a:pt x="647792" y="54007"/>
                </a:cubicBezTo>
                <a:cubicBezTo>
                  <a:pt x="639724" y="50070"/>
                  <a:pt x="631380" y="48101"/>
                  <a:pt x="622741" y="48101"/>
                </a:cubicBezTo>
                <a:close/>
                <a:moveTo>
                  <a:pt x="848960" y="397669"/>
                </a:moveTo>
                <a:cubicBezTo>
                  <a:pt x="849103" y="399033"/>
                  <a:pt x="850303" y="400063"/>
                  <a:pt x="851722" y="400050"/>
                </a:cubicBezTo>
                <a:lnTo>
                  <a:pt x="1149569" y="400050"/>
                </a:lnTo>
                <a:cubicBezTo>
                  <a:pt x="1151312" y="400078"/>
                  <a:pt x="1152722" y="398652"/>
                  <a:pt x="1152722" y="396866"/>
                </a:cubicBezTo>
                <a:cubicBezTo>
                  <a:pt x="1152731" y="396388"/>
                  <a:pt x="1152627" y="395913"/>
                  <a:pt x="1152426" y="395478"/>
                </a:cubicBezTo>
                <a:cubicBezTo>
                  <a:pt x="1068225" y="215773"/>
                  <a:pt x="929703" y="103410"/>
                  <a:pt x="736851" y="58388"/>
                </a:cubicBezTo>
                <a:cubicBezTo>
                  <a:pt x="729926" y="56737"/>
                  <a:pt x="728631" y="58769"/>
                  <a:pt x="732945" y="64484"/>
                </a:cubicBezTo>
                <a:cubicBezTo>
                  <a:pt x="802478" y="156591"/>
                  <a:pt x="832196" y="280702"/>
                  <a:pt x="848960" y="397669"/>
                </a:cubicBezTo>
                <a:close/>
                <a:moveTo>
                  <a:pt x="396332" y="397669"/>
                </a:moveTo>
                <a:cubicBezTo>
                  <a:pt x="413096" y="280702"/>
                  <a:pt x="442814" y="156591"/>
                  <a:pt x="512346" y="64484"/>
                </a:cubicBezTo>
                <a:cubicBezTo>
                  <a:pt x="516661" y="58769"/>
                  <a:pt x="515366" y="56737"/>
                  <a:pt x="508441" y="58388"/>
                </a:cubicBezTo>
                <a:cubicBezTo>
                  <a:pt x="315591" y="103410"/>
                  <a:pt x="177066" y="215773"/>
                  <a:pt x="92865" y="395478"/>
                </a:cubicBezTo>
                <a:cubicBezTo>
                  <a:pt x="92126" y="397104"/>
                  <a:pt x="92803" y="399021"/>
                  <a:pt x="94376" y="399760"/>
                </a:cubicBezTo>
                <a:cubicBezTo>
                  <a:pt x="94797" y="399959"/>
                  <a:pt x="95257" y="400058"/>
                  <a:pt x="95723" y="400050"/>
                </a:cubicBezTo>
                <a:lnTo>
                  <a:pt x="393570" y="400050"/>
                </a:lnTo>
                <a:cubicBezTo>
                  <a:pt x="394991" y="400063"/>
                  <a:pt x="396185" y="399033"/>
                  <a:pt x="396332" y="397669"/>
                </a:cubicBezTo>
                <a:close/>
                <a:moveTo>
                  <a:pt x="46574" y="623888"/>
                </a:moveTo>
                <a:cubicBezTo>
                  <a:pt x="46574" y="681545"/>
                  <a:pt x="55368" y="738632"/>
                  <a:pt x="72958" y="795147"/>
                </a:cubicBezTo>
                <a:cubicBezTo>
                  <a:pt x="73974" y="798449"/>
                  <a:pt x="76228" y="800100"/>
                  <a:pt x="79721" y="800100"/>
                </a:cubicBezTo>
                <a:lnTo>
                  <a:pt x="384807" y="800100"/>
                </a:lnTo>
                <a:cubicBezTo>
                  <a:pt x="388362" y="800100"/>
                  <a:pt x="389950" y="798354"/>
                  <a:pt x="389569" y="794861"/>
                </a:cubicBezTo>
                <a:cubicBezTo>
                  <a:pt x="383028" y="730980"/>
                  <a:pt x="379758" y="673989"/>
                  <a:pt x="379758" y="623888"/>
                </a:cubicBezTo>
                <a:cubicBezTo>
                  <a:pt x="379758" y="573786"/>
                  <a:pt x="383028" y="516795"/>
                  <a:pt x="389569" y="452914"/>
                </a:cubicBezTo>
                <a:cubicBezTo>
                  <a:pt x="389950" y="449421"/>
                  <a:pt x="388362" y="447675"/>
                  <a:pt x="384807" y="447675"/>
                </a:cubicBezTo>
                <a:lnTo>
                  <a:pt x="79721" y="447675"/>
                </a:lnTo>
                <a:cubicBezTo>
                  <a:pt x="76228" y="447675"/>
                  <a:pt x="73974" y="449358"/>
                  <a:pt x="72958" y="452723"/>
                </a:cubicBezTo>
                <a:cubicBezTo>
                  <a:pt x="55368" y="509238"/>
                  <a:pt x="46574" y="566293"/>
                  <a:pt x="46574" y="623888"/>
                </a:cubicBezTo>
                <a:close/>
                <a:moveTo>
                  <a:pt x="427383" y="623888"/>
                </a:moveTo>
                <a:cubicBezTo>
                  <a:pt x="427383" y="679450"/>
                  <a:pt x="430939" y="736251"/>
                  <a:pt x="438051" y="794290"/>
                </a:cubicBezTo>
                <a:cubicBezTo>
                  <a:pt x="438499" y="797464"/>
                  <a:pt x="440271" y="799148"/>
                  <a:pt x="443385" y="799338"/>
                </a:cubicBezTo>
                <a:cubicBezTo>
                  <a:pt x="452215" y="799846"/>
                  <a:pt x="511965" y="800100"/>
                  <a:pt x="622646" y="800100"/>
                </a:cubicBezTo>
                <a:cubicBezTo>
                  <a:pt x="733326" y="800100"/>
                  <a:pt x="793048" y="799846"/>
                  <a:pt x="801811" y="799338"/>
                </a:cubicBezTo>
                <a:cubicBezTo>
                  <a:pt x="804983" y="799148"/>
                  <a:pt x="806764" y="797497"/>
                  <a:pt x="807145" y="794385"/>
                </a:cubicBezTo>
                <a:cubicBezTo>
                  <a:pt x="814317" y="736283"/>
                  <a:pt x="817908" y="679450"/>
                  <a:pt x="817908" y="623888"/>
                </a:cubicBezTo>
                <a:cubicBezTo>
                  <a:pt x="817908" y="568325"/>
                  <a:pt x="814356" y="511524"/>
                  <a:pt x="807240" y="453485"/>
                </a:cubicBezTo>
                <a:cubicBezTo>
                  <a:pt x="806793" y="450311"/>
                  <a:pt x="805021" y="448628"/>
                  <a:pt x="801906" y="448437"/>
                </a:cubicBezTo>
                <a:cubicBezTo>
                  <a:pt x="793077" y="447929"/>
                  <a:pt x="733326" y="447675"/>
                  <a:pt x="622646" y="447675"/>
                </a:cubicBezTo>
                <a:cubicBezTo>
                  <a:pt x="511965" y="447675"/>
                  <a:pt x="452244" y="447929"/>
                  <a:pt x="443481" y="448437"/>
                </a:cubicBezTo>
                <a:cubicBezTo>
                  <a:pt x="440309" y="448628"/>
                  <a:pt x="438528" y="450278"/>
                  <a:pt x="438147" y="453390"/>
                </a:cubicBezTo>
                <a:cubicBezTo>
                  <a:pt x="430971" y="511493"/>
                  <a:pt x="427383" y="568325"/>
                  <a:pt x="427383" y="623888"/>
                </a:cubicBezTo>
                <a:close/>
                <a:moveTo>
                  <a:pt x="1198718" y="623888"/>
                </a:moveTo>
                <a:cubicBezTo>
                  <a:pt x="1198718" y="566230"/>
                  <a:pt x="1189926" y="509143"/>
                  <a:pt x="1172334" y="452628"/>
                </a:cubicBezTo>
                <a:cubicBezTo>
                  <a:pt x="1171314" y="449326"/>
                  <a:pt x="1169067" y="447675"/>
                  <a:pt x="1165571" y="447675"/>
                </a:cubicBezTo>
                <a:lnTo>
                  <a:pt x="860390" y="447675"/>
                </a:lnTo>
                <a:cubicBezTo>
                  <a:pt x="856837" y="447675"/>
                  <a:pt x="855246" y="449421"/>
                  <a:pt x="855627" y="452914"/>
                </a:cubicBezTo>
                <a:cubicBezTo>
                  <a:pt x="862171" y="516795"/>
                  <a:pt x="865438" y="573786"/>
                  <a:pt x="865438" y="623888"/>
                </a:cubicBezTo>
                <a:cubicBezTo>
                  <a:pt x="865438" y="674053"/>
                  <a:pt x="862200" y="731044"/>
                  <a:pt x="855723" y="794861"/>
                </a:cubicBezTo>
                <a:cubicBezTo>
                  <a:pt x="855342" y="798417"/>
                  <a:pt x="856932" y="800195"/>
                  <a:pt x="860485" y="800195"/>
                </a:cubicBezTo>
                <a:lnTo>
                  <a:pt x="1165571" y="800100"/>
                </a:lnTo>
                <a:cubicBezTo>
                  <a:pt x="1169067" y="800100"/>
                  <a:pt x="1171314" y="798449"/>
                  <a:pt x="1172334" y="795147"/>
                </a:cubicBezTo>
                <a:cubicBezTo>
                  <a:pt x="1189926" y="738569"/>
                  <a:pt x="1198718" y="681482"/>
                  <a:pt x="1198718" y="623888"/>
                </a:cubicBezTo>
                <a:close/>
                <a:moveTo>
                  <a:pt x="396332" y="850106"/>
                </a:moveTo>
                <a:cubicBezTo>
                  <a:pt x="396185" y="848742"/>
                  <a:pt x="394991" y="847712"/>
                  <a:pt x="393570" y="847725"/>
                </a:cubicBezTo>
                <a:lnTo>
                  <a:pt x="95723" y="847725"/>
                </a:lnTo>
                <a:cubicBezTo>
                  <a:pt x="93985" y="847697"/>
                  <a:pt x="92571" y="849123"/>
                  <a:pt x="92566" y="850909"/>
                </a:cubicBezTo>
                <a:cubicBezTo>
                  <a:pt x="92565" y="851387"/>
                  <a:pt x="92667" y="851862"/>
                  <a:pt x="92865" y="852297"/>
                </a:cubicBezTo>
                <a:cubicBezTo>
                  <a:pt x="177066" y="1032005"/>
                  <a:pt x="315624" y="1144362"/>
                  <a:pt x="508536" y="1189387"/>
                </a:cubicBezTo>
                <a:cubicBezTo>
                  <a:pt x="515461" y="1191035"/>
                  <a:pt x="516756" y="1189006"/>
                  <a:pt x="512442" y="1183291"/>
                </a:cubicBezTo>
                <a:cubicBezTo>
                  <a:pt x="442909" y="1091184"/>
                  <a:pt x="413096" y="967073"/>
                  <a:pt x="396332" y="850106"/>
                </a:cubicBezTo>
                <a:close/>
                <a:moveTo>
                  <a:pt x="622551" y="1199674"/>
                </a:moveTo>
                <a:cubicBezTo>
                  <a:pt x="631190" y="1199674"/>
                  <a:pt x="639572" y="1197702"/>
                  <a:pt x="647697" y="1193768"/>
                </a:cubicBezTo>
                <a:cubicBezTo>
                  <a:pt x="692369" y="1172051"/>
                  <a:pt x="723039" y="1118426"/>
                  <a:pt x="742375" y="1071848"/>
                </a:cubicBezTo>
                <a:cubicBezTo>
                  <a:pt x="768921" y="1008097"/>
                  <a:pt x="788219" y="935228"/>
                  <a:pt x="800287" y="853250"/>
                </a:cubicBezTo>
                <a:cubicBezTo>
                  <a:pt x="800735" y="850202"/>
                  <a:pt x="799401" y="848614"/>
                  <a:pt x="796287" y="848487"/>
                </a:cubicBezTo>
                <a:cubicBezTo>
                  <a:pt x="778380" y="847979"/>
                  <a:pt x="720496" y="847725"/>
                  <a:pt x="622646" y="847725"/>
                </a:cubicBezTo>
                <a:cubicBezTo>
                  <a:pt x="524796" y="847661"/>
                  <a:pt x="466912" y="847884"/>
                  <a:pt x="449005" y="848392"/>
                </a:cubicBezTo>
                <a:cubicBezTo>
                  <a:pt x="445890" y="848518"/>
                  <a:pt x="444557" y="850106"/>
                  <a:pt x="445005" y="853154"/>
                </a:cubicBezTo>
                <a:cubicBezTo>
                  <a:pt x="457006" y="935133"/>
                  <a:pt x="476247" y="1008002"/>
                  <a:pt x="502726" y="1071753"/>
                </a:cubicBezTo>
                <a:cubicBezTo>
                  <a:pt x="522062" y="1118330"/>
                  <a:pt x="552732" y="1171956"/>
                  <a:pt x="597405" y="1193768"/>
                </a:cubicBezTo>
                <a:cubicBezTo>
                  <a:pt x="605529" y="1197702"/>
                  <a:pt x="613911" y="1199674"/>
                  <a:pt x="622551" y="1199674"/>
                </a:cubicBezTo>
                <a:close/>
                <a:moveTo>
                  <a:pt x="848865" y="850106"/>
                </a:moveTo>
                <a:cubicBezTo>
                  <a:pt x="832101" y="967073"/>
                  <a:pt x="802383" y="1091279"/>
                  <a:pt x="732850" y="1183386"/>
                </a:cubicBezTo>
                <a:cubicBezTo>
                  <a:pt x="728535" y="1189101"/>
                  <a:pt x="729831" y="1191130"/>
                  <a:pt x="736755" y="1189482"/>
                </a:cubicBezTo>
                <a:cubicBezTo>
                  <a:pt x="929665" y="1144457"/>
                  <a:pt x="1068225" y="1032062"/>
                  <a:pt x="1152426" y="852297"/>
                </a:cubicBezTo>
                <a:cubicBezTo>
                  <a:pt x="1153169" y="850671"/>
                  <a:pt x="1152493" y="848754"/>
                  <a:pt x="1150912" y="848015"/>
                </a:cubicBezTo>
                <a:cubicBezTo>
                  <a:pt x="1150493" y="847816"/>
                  <a:pt x="1150036" y="847717"/>
                  <a:pt x="1149569" y="847725"/>
                </a:cubicBezTo>
                <a:lnTo>
                  <a:pt x="851627" y="847725"/>
                </a:lnTo>
                <a:cubicBezTo>
                  <a:pt x="850208" y="847712"/>
                  <a:pt x="849008" y="848742"/>
                  <a:pt x="848865" y="850106"/>
                </a:cubicBezTo>
                <a:close/>
              </a:path>
            </a:pathLst>
          </a:custGeom>
          <a:solidFill>
            <a:schemeClr val="accent3"/>
          </a:solidFill>
          <a:ln w="9525" cap="flat">
            <a:noFill/>
            <a:prstDash val="solid"/>
            <a:miter/>
          </a:ln>
        </p:spPr>
        <p:txBody>
          <a:bodyPr rtlCol="0" anchor="ctr"/>
          <a:lstStyle/>
          <a:p>
            <a:endParaRPr lang="en-US" dirty="0"/>
          </a:p>
        </p:txBody>
      </p:sp>
      <p:grpSp>
        <p:nvGrpSpPr>
          <p:cNvPr id="65" name="Alarm3" descr="{&quot;Key&quot;:&quot;POWER_USER_SHAPE_ICON&quot;,&quot;Value&quot;:&quot;POWER_USER_SHAPE_ICON_STYLE_1&quot;}">
            <a:extLst>
              <a:ext uri="{FF2B5EF4-FFF2-40B4-BE49-F238E27FC236}">
                <a16:creationId xmlns:a16="http://schemas.microsoft.com/office/drawing/2014/main" id="{7F8A77D2-8B70-C5FE-BA44-3FEADEAD3158}"/>
              </a:ext>
            </a:extLst>
          </p:cNvPr>
          <p:cNvGrpSpPr>
            <a:grpSpLocks noChangeAspect="1"/>
          </p:cNvGrpSpPr>
          <p:nvPr/>
        </p:nvGrpSpPr>
        <p:grpSpPr>
          <a:xfrm>
            <a:off x="4120210" y="1544706"/>
            <a:ext cx="295058" cy="249271"/>
            <a:chOff x="6639646" y="3454741"/>
            <a:chExt cx="489352" cy="413416"/>
          </a:xfrm>
          <a:solidFill>
            <a:schemeClr val="accent4"/>
          </a:solidFill>
        </p:grpSpPr>
        <p:sp>
          <p:nvSpPr>
            <p:cNvPr id="66" name="Freeform 699">
              <a:extLst>
                <a:ext uri="{FF2B5EF4-FFF2-40B4-BE49-F238E27FC236}">
                  <a16:creationId xmlns:a16="http://schemas.microsoft.com/office/drawing/2014/main" id="{9CAC0E9A-6D9D-C859-CAD0-0FB1E8BF7B9F}"/>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700">
              <a:extLst>
                <a:ext uri="{FF2B5EF4-FFF2-40B4-BE49-F238E27FC236}">
                  <a16:creationId xmlns:a16="http://schemas.microsoft.com/office/drawing/2014/main" id="{94BD3659-473D-29F0-BCD9-1EC51D6B0E55}"/>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701">
              <a:extLst>
                <a:ext uri="{FF2B5EF4-FFF2-40B4-BE49-F238E27FC236}">
                  <a16:creationId xmlns:a16="http://schemas.microsoft.com/office/drawing/2014/main" id="{AF911304-F0A7-2294-C7C1-9366E739CFF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702">
              <a:extLst>
                <a:ext uri="{FF2B5EF4-FFF2-40B4-BE49-F238E27FC236}">
                  <a16:creationId xmlns:a16="http://schemas.microsoft.com/office/drawing/2014/main" id="{BEADFACB-A6E6-3AEB-A31B-172BB48BF5BC}"/>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703">
              <a:extLst>
                <a:ext uri="{FF2B5EF4-FFF2-40B4-BE49-F238E27FC236}">
                  <a16:creationId xmlns:a16="http://schemas.microsoft.com/office/drawing/2014/main" id="{CC0936B8-4BEB-0F17-D77A-9EF83002D63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704">
              <a:extLst>
                <a:ext uri="{FF2B5EF4-FFF2-40B4-BE49-F238E27FC236}">
                  <a16:creationId xmlns:a16="http://schemas.microsoft.com/office/drawing/2014/main" id="{04185443-A562-74BA-502A-E49EE71A5700}"/>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705">
              <a:extLst>
                <a:ext uri="{FF2B5EF4-FFF2-40B4-BE49-F238E27FC236}">
                  <a16:creationId xmlns:a16="http://schemas.microsoft.com/office/drawing/2014/main" id="{2C3E43F0-6B09-8BBF-E6F7-47B8F1DC346B}"/>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706">
              <a:extLst>
                <a:ext uri="{FF2B5EF4-FFF2-40B4-BE49-F238E27FC236}">
                  <a16:creationId xmlns:a16="http://schemas.microsoft.com/office/drawing/2014/main" id="{97DD45FA-DB90-F786-0374-08486B7FF925}"/>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707">
              <a:extLst>
                <a:ext uri="{FF2B5EF4-FFF2-40B4-BE49-F238E27FC236}">
                  <a16:creationId xmlns:a16="http://schemas.microsoft.com/office/drawing/2014/main" id="{354F7192-6BA0-2B3C-C41B-2796A4F2BE5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708">
              <a:extLst>
                <a:ext uri="{FF2B5EF4-FFF2-40B4-BE49-F238E27FC236}">
                  <a16:creationId xmlns:a16="http://schemas.microsoft.com/office/drawing/2014/main" id="{2DB1562A-6A17-ABF8-F97D-E1C8B3854609}"/>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709">
              <a:extLst>
                <a:ext uri="{FF2B5EF4-FFF2-40B4-BE49-F238E27FC236}">
                  <a16:creationId xmlns:a16="http://schemas.microsoft.com/office/drawing/2014/main" id="{43CC9694-8270-CAF2-887D-2002858BC6F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710">
              <a:extLst>
                <a:ext uri="{FF2B5EF4-FFF2-40B4-BE49-F238E27FC236}">
                  <a16:creationId xmlns:a16="http://schemas.microsoft.com/office/drawing/2014/main" id="{7F931280-DB93-842E-DF9B-CD7EB7A9F981}"/>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711">
              <a:extLst>
                <a:ext uri="{FF2B5EF4-FFF2-40B4-BE49-F238E27FC236}">
                  <a16:creationId xmlns:a16="http://schemas.microsoft.com/office/drawing/2014/main" id="{EFB83E7C-C110-78EA-F7C5-91D59B93C64F}"/>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Freeform 712">
              <a:extLst>
                <a:ext uri="{FF2B5EF4-FFF2-40B4-BE49-F238E27FC236}">
                  <a16:creationId xmlns:a16="http://schemas.microsoft.com/office/drawing/2014/main" id="{4ED9DBAE-ED3C-2BEB-55CD-6166D99180DF}"/>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0" name="Calendar7" descr="{&quot;Key&quot;:&quot;POWER_USER_SHAPE_ICON&quot;,&quot;Value&quot;:&quot;POWER_USER_SHAPE_ICON_STYLE_1&quot;}">
            <a:extLst>
              <a:ext uri="{FF2B5EF4-FFF2-40B4-BE49-F238E27FC236}">
                <a16:creationId xmlns:a16="http://schemas.microsoft.com/office/drawing/2014/main" id="{49E175DE-6CE2-7204-F3DC-EB98890F50F4}"/>
              </a:ext>
            </a:extLst>
          </p:cNvPr>
          <p:cNvGrpSpPr>
            <a:grpSpLocks noChangeAspect="1"/>
          </p:cNvGrpSpPr>
          <p:nvPr/>
        </p:nvGrpSpPr>
        <p:grpSpPr>
          <a:xfrm>
            <a:off x="5981479" y="1186536"/>
            <a:ext cx="216203" cy="220724"/>
            <a:chOff x="4816476" y="6386513"/>
            <a:chExt cx="379413" cy="387350"/>
          </a:xfrm>
          <a:solidFill>
            <a:schemeClr val="accent5"/>
          </a:solidFill>
        </p:grpSpPr>
        <p:sp>
          <p:nvSpPr>
            <p:cNvPr id="81" name="Freeform 1001">
              <a:extLst>
                <a:ext uri="{FF2B5EF4-FFF2-40B4-BE49-F238E27FC236}">
                  <a16:creationId xmlns:a16="http://schemas.microsoft.com/office/drawing/2014/main" id="{4E02E321-E791-1D4E-4E5D-21BCD9C9D8C0}"/>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Rectangle 1002">
              <a:extLst>
                <a:ext uri="{FF2B5EF4-FFF2-40B4-BE49-F238E27FC236}">
                  <a16:creationId xmlns:a16="http://schemas.microsoft.com/office/drawing/2014/main" id="{B918288E-3662-F40E-8885-A57292AE1578}"/>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Rectangle 1003">
              <a:extLst>
                <a:ext uri="{FF2B5EF4-FFF2-40B4-BE49-F238E27FC236}">
                  <a16:creationId xmlns:a16="http://schemas.microsoft.com/office/drawing/2014/main" id="{B73F0B32-4B1D-055E-8158-65E387845BF6}"/>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1004">
              <a:extLst>
                <a:ext uri="{FF2B5EF4-FFF2-40B4-BE49-F238E27FC236}">
                  <a16:creationId xmlns:a16="http://schemas.microsoft.com/office/drawing/2014/main" id="{2BA169F4-51DB-64D7-B203-BC0B7DBF60F6}"/>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Rectangle 1005">
              <a:extLst>
                <a:ext uri="{FF2B5EF4-FFF2-40B4-BE49-F238E27FC236}">
                  <a16:creationId xmlns:a16="http://schemas.microsoft.com/office/drawing/2014/main" id="{4867E109-5440-4EA2-C16D-C2F716C020FB}"/>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Rectangle 1006">
              <a:extLst>
                <a:ext uri="{FF2B5EF4-FFF2-40B4-BE49-F238E27FC236}">
                  <a16:creationId xmlns:a16="http://schemas.microsoft.com/office/drawing/2014/main" id="{7E222C6C-E08A-5E4F-C328-440725D7DD6E}"/>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Rectangle 1007">
              <a:extLst>
                <a:ext uri="{FF2B5EF4-FFF2-40B4-BE49-F238E27FC236}">
                  <a16:creationId xmlns:a16="http://schemas.microsoft.com/office/drawing/2014/main" id="{A772DEA9-443D-108E-BAE1-5E8D256046D6}"/>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1008">
              <a:extLst>
                <a:ext uri="{FF2B5EF4-FFF2-40B4-BE49-F238E27FC236}">
                  <a16:creationId xmlns:a16="http://schemas.microsoft.com/office/drawing/2014/main" id="{BDC61557-C4BE-049F-824E-E86F6E74C27F}"/>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1010">
              <a:extLst>
                <a:ext uri="{FF2B5EF4-FFF2-40B4-BE49-F238E27FC236}">
                  <a16:creationId xmlns:a16="http://schemas.microsoft.com/office/drawing/2014/main" id="{BE8572BB-543C-F55D-2FA6-350AF1C8C8C1}"/>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1011">
              <a:extLst>
                <a:ext uri="{FF2B5EF4-FFF2-40B4-BE49-F238E27FC236}">
                  <a16:creationId xmlns:a16="http://schemas.microsoft.com/office/drawing/2014/main" id="{B5E5585F-5E9D-46A9-411A-7ACC89694B5D}"/>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1012">
              <a:extLst>
                <a:ext uri="{FF2B5EF4-FFF2-40B4-BE49-F238E27FC236}">
                  <a16:creationId xmlns:a16="http://schemas.microsoft.com/office/drawing/2014/main" id="{314337DB-E4C2-9ED8-3332-6C93F5B10637}"/>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Rectangle 1013">
              <a:extLst>
                <a:ext uri="{FF2B5EF4-FFF2-40B4-BE49-F238E27FC236}">
                  <a16:creationId xmlns:a16="http://schemas.microsoft.com/office/drawing/2014/main" id="{DB1751E5-4F76-D3AE-BAC3-4720787AC895}"/>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1014">
              <a:extLst>
                <a:ext uri="{FF2B5EF4-FFF2-40B4-BE49-F238E27FC236}">
                  <a16:creationId xmlns:a16="http://schemas.microsoft.com/office/drawing/2014/main" id="{A4D84B83-AE2C-00DF-C0F1-50139268F9DA}"/>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Rectangle 1015">
              <a:extLst>
                <a:ext uri="{FF2B5EF4-FFF2-40B4-BE49-F238E27FC236}">
                  <a16:creationId xmlns:a16="http://schemas.microsoft.com/office/drawing/2014/main" id="{0DEB4AE5-F3E6-8B0D-9C4F-18490FC33D3D}"/>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Rectangle 1016">
              <a:extLst>
                <a:ext uri="{FF2B5EF4-FFF2-40B4-BE49-F238E27FC236}">
                  <a16:creationId xmlns:a16="http://schemas.microsoft.com/office/drawing/2014/main" id="{A1571914-1930-0142-509B-D5B2BA6DFBD7}"/>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Rectangle 1017">
              <a:extLst>
                <a:ext uri="{FF2B5EF4-FFF2-40B4-BE49-F238E27FC236}">
                  <a16:creationId xmlns:a16="http://schemas.microsoft.com/office/drawing/2014/main" id="{514A998E-9DB5-48F7-A93A-474160196829}"/>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Rectangle 1018">
              <a:extLst>
                <a:ext uri="{FF2B5EF4-FFF2-40B4-BE49-F238E27FC236}">
                  <a16:creationId xmlns:a16="http://schemas.microsoft.com/office/drawing/2014/main" id="{EE0C3477-A6C2-18B3-DD07-72B01A2C6AC6}"/>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Rectangle 1019">
              <a:extLst>
                <a:ext uri="{FF2B5EF4-FFF2-40B4-BE49-F238E27FC236}">
                  <a16:creationId xmlns:a16="http://schemas.microsoft.com/office/drawing/2014/main" id="{2714418F-4893-623D-69AA-D5D55F08E925}"/>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Rectangle 1020">
              <a:extLst>
                <a:ext uri="{FF2B5EF4-FFF2-40B4-BE49-F238E27FC236}">
                  <a16:creationId xmlns:a16="http://schemas.microsoft.com/office/drawing/2014/main" id="{AF6881C0-7ED7-6BC9-C8BB-02B3316107DB}"/>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Rectangle 1021">
              <a:extLst>
                <a:ext uri="{FF2B5EF4-FFF2-40B4-BE49-F238E27FC236}">
                  <a16:creationId xmlns:a16="http://schemas.microsoft.com/office/drawing/2014/main" id="{F5A0441D-B83D-E459-726D-B7A00818508F}"/>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Rectangle 1022">
              <a:extLst>
                <a:ext uri="{FF2B5EF4-FFF2-40B4-BE49-F238E27FC236}">
                  <a16:creationId xmlns:a16="http://schemas.microsoft.com/office/drawing/2014/main" id="{D9993326-C3EB-1D86-7B04-40207783F3F3}"/>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Rectangle 1023">
              <a:extLst>
                <a:ext uri="{FF2B5EF4-FFF2-40B4-BE49-F238E27FC236}">
                  <a16:creationId xmlns:a16="http://schemas.microsoft.com/office/drawing/2014/main" id="{4BD3117F-FDF0-CF05-936B-D9D21702BF20}"/>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Rectangle 1024">
              <a:extLst>
                <a:ext uri="{FF2B5EF4-FFF2-40B4-BE49-F238E27FC236}">
                  <a16:creationId xmlns:a16="http://schemas.microsoft.com/office/drawing/2014/main" id="{2266674E-3A71-DD44-BB1D-BC26C0CF7EAD}"/>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Rectangle 1025">
              <a:extLst>
                <a:ext uri="{FF2B5EF4-FFF2-40B4-BE49-F238E27FC236}">
                  <a16:creationId xmlns:a16="http://schemas.microsoft.com/office/drawing/2014/main" id="{EFC4BE35-6383-4FB8-6CEC-6E63D7A0AD48}"/>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Rectangle 1026">
              <a:extLst>
                <a:ext uri="{FF2B5EF4-FFF2-40B4-BE49-F238E27FC236}">
                  <a16:creationId xmlns:a16="http://schemas.microsoft.com/office/drawing/2014/main" id="{9438C394-8024-E304-F55F-2178ABA1CBB3}"/>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Rectangle 1027">
              <a:extLst>
                <a:ext uri="{FF2B5EF4-FFF2-40B4-BE49-F238E27FC236}">
                  <a16:creationId xmlns:a16="http://schemas.microsoft.com/office/drawing/2014/main" id="{EBC6B2C1-A979-C08C-8BFF-837CA2078280}"/>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Rectangle 1028">
              <a:extLst>
                <a:ext uri="{FF2B5EF4-FFF2-40B4-BE49-F238E27FC236}">
                  <a16:creationId xmlns:a16="http://schemas.microsoft.com/office/drawing/2014/main" id="{6713979F-9B48-2199-ACFE-9A06477842C3}"/>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Rectangle 1029">
              <a:extLst>
                <a:ext uri="{FF2B5EF4-FFF2-40B4-BE49-F238E27FC236}">
                  <a16:creationId xmlns:a16="http://schemas.microsoft.com/office/drawing/2014/main" id="{7199778B-806B-CDB6-338B-49D1F57FDAEA}"/>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1030">
              <a:extLst>
                <a:ext uri="{FF2B5EF4-FFF2-40B4-BE49-F238E27FC236}">
                  <a16:creationId xmlns:a16="http://schemas.microsoft.com/office/drawing/2014/main" id="{3FB44153-4124-3B87-1B24-BB383779B84E}"/>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381620356"/>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02</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5996500"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10137804" y="3720391"/>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545962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9588046" y="2020306"/>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5052069"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9194205" y="4118671"/>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475352DB-5FAA-4478-91F9-63A0EB87FC47}"/>
              </a:ext>
            </a:extLst>
          </p:cNvPr>
          <p:cNvGrpSpPr>
            <a:grpSpLocks noChangeAspect="1"/>
          </p:cNvGrpSpPr>
          <p:nvPr>
            <p:custDataLst>
              <p:tags r:id="rId2"/>
            </p:custDataLst>
          </p:nvPr>
        </p:nvGrpSpPr>
        <p:grpSpPr>
          <a:xfrm>
            <a:off x="9882081"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4E071564-D3E3-AD97-DB2E-4B5F9EC4236E}"/>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B6C7FD1B-ECDD-AF75-72DF-08DA4346A5EB}"/>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051D5141-5BC9-0A28-DFDE-ED684D370DC3}"/>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541624C4-39D3-ABEE-0CC0-A655C20C404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62D5DB1C-9028-E6A4-D9E6-EE8926047A48}"/>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2A16B29-8519-3A80-4D67-255766CBE0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4C0A47A2-53DE-2C1C-AC0C-7A2BE0B4384B}"/>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9CA2020C-5399-B6C7-A28D-FE12C2ECC52E}"/>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FB38F1D9-262C-029E-BE86-A340A2FBC772}"/>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C2BFB1DA-6271-FA7A-49BD-927786ED199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CCACBF4-CE17-5700-FE39-06EBB54A25F2}"/>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4F5400AA-E4A6-4CCF-26E3-FDCCDA42B40B}"/>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288E5528-369B-89E4-1B6D-31AB7ED72175}"/>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A797EAA-552F-3EF3-3AD2-B341EF199FEC}"/>
              </a:ext>
            </a:extLst>
          </p:cNvPr>
          <p:cNvGrpSpPr>
            <a:grpSpLocks noChangeAspect="1"/>
          </p:cNvGrpSpPr>
          <p:nvPr/>
        </p:nvGrpSpPr>
        <p:grpSpPr>
          <a:xfrm>
            <a:off x="5852148"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786D969E-D7FD-6FD0-5E03-E83C72EC4C2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6350699-B00A-B425-DD1F-62473D750D4C}"/>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570498053"/>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03</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4569519"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7283842"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9998166"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403908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6746965"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945484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9815254"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3624671"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633941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905415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B00B3E35-BA36-05D7-7A86-9478A18AD85A}"/>
              </a:ext>
            </a:extLst>
          </p:cNvPr>
          <p:cNvGrpSpPr>
            <a:grpSpLocks noChangeAspect="1"/>
          </p:cNvGrpSpPr>
          <p:nvPr>
            <p:custDataLst>
              <p:tags r:id="rId2"/>
            </p:custDataLst>
          </p:nvPr>
        </p:nvGrpSpPr>
        <p:grpSpPr>
          <a:xfrm>
            <a:off x="7042810"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64E620BA-1AD9-B137-EEAF-3C8C352DFB3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1DFC2DB7-DE57-CA89-8B76-FFC030F8E3A8}"/>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ED6148AB-FA63-30B9-3924-AFADC8B99E72}"/>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D715A302-183A-3DBC-9FFD-E86F416F391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E47CB91D-B1F2-AD11-895A-2C29DEBE12DC}"/>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5464FF6-7B63-B86E-8612-980DCF498AC7}"/>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33A48AB8-9C17-BB03-8BEB-EF0E54ED1295}"/>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5C91715D-49B8-2CC6-D62F-096D064A2BDF}"/>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14CEAEE2-6D91-E919-B787-22357CAB2E95}"/>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BE8A0361-E671-ECF3-8048-07CB02923F5B}"/>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5DCD825-1730-DB79-7415-5FDD98A5D1B8}"/>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1277C043-B790-DC79-2234-F8D2DE77AC8F}"/>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DA876D66-B83F-7785-C98F-318BE1092EBD}"/>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4B0A215-0774-DA1B-C06E-6B1C9962A31A}"/>
              </a:ext>
            </a:extLst>
          </p:cNvPr>
          <p:cNvGrpSpPr>
            <a:grpSpLocks noChangeAspect="1"/>
          </p:cNvGrpSpPr>
          <p:nvPr/>
        </p:nvGrpSpPr>
        <p:grpSpPr>
          <a:xfrm>
            <a:off x="4423400"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F090BFDC-5005-2BFE-FD7E-8CAAB35058B4}"/>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D36A089B-C73B-E1B5-A88E-1DD7364690DB}"/>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110805272"/>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04</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56" idx="2"/>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92584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99650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806715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1013780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3395412"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545962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752383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9588046"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7860467"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98100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5052068"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7123136"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9194205"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D2C1BD66-3437-E6B0-61C8-B197956F34AD}"/>
              </a:ext>
            </a:extLst>
          </p:cNvPr>
          <p:cNvGrpSpPr>
            <a:grpSpLocks noChangeAspect="1"/>
          </p:cNvGrpSpPr>
          <p:nvPr>
            <p:custDataLst>
              <p:tags r:id="rId2"/>
            </p:custDataLst>
          </p:nvPr>
        </p:nvGrpSpPr>
        <p:grpSpPr>
          <a:xfrm>
            <a:off x="5755468"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3B5D4015-8AD7-8484-502C-F0768260FAB5}"/>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EE2A40F7-074B-057A-CF91-78CA25FC608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552EF72C-B94E-52BB-F249-933A537713D5}"/>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813A7619-096C-D94C-1C16-BCAEBE8622DF}"/>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D548B4DB-F144-3407-E672-7D6854AA2491}"/>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68AF4EE5-1648-0639-DD83-16E4B41DFA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0E3A59D5-57ED-2848-894E-DED5C1CD5A36}"/>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CEB39216-DA13-3C01-F49B-E79436C0E751}"/>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C3604BAC-77D9-F8EF-1210-D1C2F6954BDD}"/>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11D952C5-178A-82B7-CC29-114BA812AC31}"/>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9495953F-FB94-DFB6-97B2-D8E718573E6F}"/>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9A2FF35B-7E6E-DAC7-C4C2-105E89E6E7B1}"/>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4ED5CD14-A209-9A60-F7F6-FDE870A9D418}"/>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8CE33424-E995-D2EA-6E7B-706277E34514}"/>
              </a:ext>
            </a:extLst>
          </p:cNvPr>
          <p:cNvGrpSpPr>
            <a:grpSpLocks noChangeAspect="1"/>
          </p:cNvGrpSpPr>
          <p:nvPr/>
        </p:nvGrpSpPr>
        <p:grpSpPr>
          <a:xfrm>
            <a:off x="3785072"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30E88572-9233-4F06-9E3B-C1DEE96E51D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4CB84F2-EAD9-D8A6-4883-D2DE398FBECE}"/>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22" name="Abilities" descr="{&quot;Key&quot;:&quot;POWER_USER_SHAPE_ICON&quot;,&quot;Value&quot;:&quot;POWER_USER_SHAPE_ICON_STYLE_1&quot;}">
            <a:extLst>
              <a:ext uri="{FF2B5EF4-FFF2-40B4-BE49-F238E27FC236}">
                <a16:creationId xmlns:a16="http://schemas.microsoft.com/office/drawing/2014/main" id="{C18029A5-7AFB-6378-DE11-B489B8D2585C}"/>
              </a:ext>
            </a:extLst>
          </p:cNvPr>
          <p:cNvGrpSpPr>
            <a:grpSpLocks noChangeAspect="1"/>
          </p:cNvGrpSpPr>
          <p:nvPr/>
        </p:nvGrpSpPr>
        <p:grpSpPr>
          <a:xfrm>
            <a:off x="9871542" y="2287136"/>
            <a:ext cx="681027" cy="646546"/>
            <a:chOff x="10361046" y="2403176"/>
            <a:chExt cx="1011340" cy="960133"/>
          </a:xfrm>
          <a:solidFill>
            <a:schemeClr val="accent5"/>
          </a:solidFill>
        </p:grpSpPr>
        <p:sp>
          <p:nvSpPr>
            <p:cNvPr id="23" name="Free-form: Shape 22">
              <a:extLst>
                <a:ext uri="{FF2B5EF4-FFF2-40B4-BE49-F238E27FC236}">
                  <a16:creationId xmlns:a16="http://schemas.microsoft.com/office/drawing/2014/main" id="{85A42BCC-44B8-6C3A-FED5-B991CCF0B36E}"/>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A0E6C29-6B03-4E17-D6DF-AB9763E2EB49}"/>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A349A096-6B8E-9751-0770-8FC0B9263CF9}"/>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96628875-28D9-84CC-9819-AD7262478A7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E21EA09B-062F-77E4-8572-30588ADB2BC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AE5110E9-E439-FD0E-28AD-5103A7A18B8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F6BF9AF-5CC3-57DD-8160-F6CA1DBBA67C}"/>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0F4DABA4-0400-EC2B-B0DE-E53E6D96B6D1}"/>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601768624"/>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05</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6" idx="2"/>
          </p:cNvCxnSpPr>
          <p:nvPr/>
        </p:nvCxnSpPr>
        <p:spPr>
          <a:xfrm flipV="1">
            <a:off x="2054196" y="3819889"/>
            <a:ext cx="8083608" cy="1"/>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51171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16824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682476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848128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2982570"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4633939"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628530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7936677"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6664939"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2023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618301"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4316367"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6014433"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7712499"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6" name="Oval 5">
            <a:extLst>
              <a:ext uri="{FF2B5EF4-FFF2-40B4-BE49-F238E27FC236}">
                <a16:creationId xmlns:a16="http://schemas.microsoft.com/office/drawing/2014/main" id="{54A73C9C-AF3D-7204-AB3D-FC461C8C98E2}"/>
              </a:ext>
            </a:extLst>
          </p:cNvPr>
          <p:cNvSpPr>
            <a:spLocks noChangeAspect="1"/>
          </p:cNvSpPr>
          <p:nvPr/>
        </p:nvSpPr>
        <p:spPr>
          <a:xfrm>
            <a:off x="10137804" y="3720389"/>
            <a:ext cx="199000" cy="199000"/>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56 - 1">
            <a:extLst>
              <a:ext uri="{FF2B5EF4-FFF2-40B4-BE49-F238E27FC236}">
                <a16:creationId xmlns:a16="http://schemas.microsoft.com/office/drawing/2014/main" id="{61A9B851-4F9C-D8FE-0E1C-42B221CC0B70}"/>
              </a:ext>
            </a:extLst>
          </p:cNvPr>
          <p:cNvSpPr>
            <a:spLocks noChangeAspect="1"/>
          </p:cNvSpPr>
          <p:nvPr/>
        </p:nvSpPr>
        <p:spPr>
          <a:xfrm rot="8132642">
            <a:off x="9588046" y="2020304"/>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 name="Rectangle 26">
            <a:extLst>
              <a:ext uri="{FF2B5EF4-FFF2-40B4-BE49-F238E27FC236}">
                <a16:creationId xmlns:a16="http://schemas.microsoft.com/office/drawing/2014/main" id="{6F63D05F-08A7-EE50-349F-56AF58F70992}"/>
              </a:ext>
            </a:extLst>
          </p:cNvPr>
          <p:cNvSpPr/>
          <p:nvPr/>
        </p:nvSpPr>
        <p:spPr bwMode="auto">
          <a:xfrm>
            <a:off x="941056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cs typeface="Arial" pitchFamily="34" charset="0"/>
              </a:rPr>
              <a:t>6</a:t>
            </a:r>
            <a:endParaRPr kumimoji="0" lang="en-US" sz="1600" b="1" i="0" u="none" strike="noStrike" kern="0" cap="none" spc="0" normalizeH="0" baseline="0" noProof="0" dirty="0">
              <a:ln>
                <a:noFill/>
              </a:ln>
              <a:solidFill>
                <a:schemeClr val="accent6"/>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28" name="Battery11" descr="{&quot;Key&quot;:&quot;POWER_USER_SHAPE_ICON&quot;,&quot;Value&quot;:&quot;POWER_USER_SHAPE_ICON_STYLE_1&quot;}">
            <a:extLst>
              <a:ext uri="{FF2B5EF4-FFF2-40B4-BE49-F238E27FC236}">
                <a16:creationId xmlns:a16="http://schemas.microsoft.com/office/drawing/2014/main" id="{92BEEAB9-5F62-40C0-CEDA-68EABF447C88}"/>
              </a:ext>
            </a:extLst>
          </p:cNvPr>
          <p:cNvGrpSpPr>
            <a:grpSpLocks noChangeAspect="1"/>
          </p:cNvGrpSpPr>
          <p:nvPr/>
        </p:nvGrpSpPr>
        <p:grpSpPr>
          <a:xfrm>
            <a:off x="9921326" y="2330604"/>
            <a:ext cx="550763" cy="572502"/>
            <a:chOff x="9964988" y="4057176"/>
            <a:chExt cx="1736105" cy="1804631"/>
          </a:xfrm>
          <a:solidFill>
            <a:schemeClr val="accent6"/>
          </a:solidFill>
        </p:grpSpPr>
        <p:sp>
          <p:nvSpPr>
            <p:cNvPr id="29" name="Freeform 3228">
              <a:extLst>
                <a:ext uri="{FF2B5EF4-FFF2-40B4-BE49-F238E27FC236}">
                  <a16:creationId xmlns:a16="http://schemas.microsoft.com/office/drawing/2014/main" id="{5818A1D7-5A23-8367-D94B-249C4BFACEA1}"/>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3229">
              <a:extLst>
                <a:ext uri="{FF2B5EF4-FFF2-40B4-BE49-F238E27FC236}">
                  <a16:creationId xmlns:a16="http://schemas.microsoft.com/office/drawing/2014/main" id="{16263E7E-77FA-A565-1E26-09E490377C60}"/>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3230">
              <a:extLst>
                <a:ext uri="{FF2B5EF4-FFF2-40B4-BE49-F238E27FC236}">
                  <a16:creationId xmlns:a16="http://schemas.microsoft.com/office/drawing/2014/main" id="{A5F2581D-A498-C5B5-07EF-EC639D20FD8A}"/>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3231">
              <a:extLst>
                <a:ext uri="{FF2B5EF4-FFF2-40B4-BE49-F238E27FC236}">
                  <a16:creationId xmlns:a16="http://schemas.microsoft.com/office/drawing/2014/main" id="{B0F68A69-D3D6-AC25-514E-0D57CF058080}"/>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3232">
              <a:extLst>
                <a:ext uri="{FF2B5EF4-FFF2-40B4-BE49-F238E27FC236}">
                  <a16:creationId xmlns:a16="http://schemas.microsoft.com/office/drawing/2014/main" id="{FB53C5AB-EA7A-E508-888C-5D370BC4C68C}"/>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3233">
              <a:extLst>
                <a:ext uri="{FF2B5EF4-FFF2-40B4-BE49-F238E27FC236}">
                  <a16:creationId xmlns:a16="http://schemas.microsoft.com/office/drawing/2014/main" id="{8A564D3F-0CE5-957A-4BE2-E5D96001E752}"/>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3234">
              <a:extLst>
                <a:ext uri="{FF2B5EF4-FFF2-40B4-BE49-F238E27FC236}">
                  <a16:creationId xmlns:a16="http://schemas.microsoft.com/office/drawing/2014/main" id="{F80FCF73-8AEA-6E9E-C56A-F289A62C5F9C}"/>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3235">
              <a:extLst>
                <a:ext uri="{FF2B5EF4-FFF2-40B4-BE49-F238E27FC236}">
                  <a16:creationId xmlns:a16="http://schemas.microsoft.com/office/drawing/2014/main" id="{EDE86297-5698-61D2-6D8A-04DBA36E0458}"/>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3241">
              <a:extLst>
                <a:ext uri="{FF2B5EF4-FFF2-40B4-BE49-F238E27FC236}">
                  <a16:creationId xmlns:a16="http://schemas.microsoft.com/office/drawing/2014/main" id="{FA3C4134-19A5-D2A0-ACF0-3FE825722268}"/>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242">
              <a:extLst>
                <a:ext uri="{FF2B5EF4-FFF2-40B4-BE49-F238E27FC236}">
                  <a16:creationId xmlns:a16="http://schemas.microsoft.com/office/drawing/2014/main" id="{7A16FA7F-7F11-7E07-908D-CE19403297ED}"/>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243">
              <a:extLst>
                <a:ext uri="{FF2B5EF4-FFF2-40B4-BE49-F238E27FC236}">
                  <a16:creationId xmlns:a16="http://schemas.microsoft.com/office/drawing/2014/main" id="{196761D4-FACE-3714-3843-981F2E5E9242}"/>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244">
              <a:extLst>
                <a:ext uri="{FF2B5EF4-FFF2-40B4-BE49-F238E27FC236}">
                  <a16:creationId xmlns:a16="http://schemas.microsoft.com/office/drawing/2014/main" id="{2B4099E6-049D-75DA-68ED-3F5013B6E179}"/>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230">
              <a:extLst>
                <a:ext uri="{FF2B5EF4-FFF2-40B4-BE49-F238E27FC236}">
                  <a16:creationId xmlns:a16="http://schemas.microsoft.com/office/drawing/2014/main" id="{0E20A15D-B42B-81AB-70A0-39A3C4FFAB32}"/>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3230">
              <a:extLst>
                <a:ext uri="{FF2B5EF4-FFF2-40B4-BE49-F238E27FC236}">
                  <a16:creationId xmlns:a16="http://schemas.microsoft.com/office/drawing/2014/main" id="{09252939-C57B-A574-7CFE-114B1464203E}"/>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3230">
              <a:extLst>
                <a:ext uri="{FF2B5EF4-FFF2-40B4-BE49-F238E27FC236}">
                  <a16:creationId xmlns:a16="http://schemas.microsoft.com/office/drawing/2014/main" id="{C74CA92A-07A1-58AA-2A30-B441EC7A81C8}"/>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50DBF546-54A0-CAA5-3A16-71A5866D180C}"/>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7476153C-11C8-7DC7-8F37-B7E69F3D07D3}"/>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 name="Digitization2" descr="{&quot;Key&quot;:&quot;POWER_USER_SHAPE_ICON&quot;,&quot;Value&quot;:&quot;POWER_USER_SHAPE_ICON_STYLE_1&quot;}">
            <a:extLst>
              <a:ext uri="{FF2B5EF4-FFF2-40B4-BE49-F238E27FC236}">
                <a16:creationId xmlns:a16="http://schemas.microsoft.com/office/drawing/2014/main" id="{36FF1710-01B8-E01A-1AA3-46EA5C4B8CE0}"/>
              </a:ext>
            </a:extLst>
          </p:cNvPr>
          <p:cNvGrpSpPr>
            <a:grpSpLocks noChangeAspect="1"/>
          </p:cNvGrpSpPr>
          <p:nvPr>
            <p:custDataLst>
              <p:tags r:id="rId2"/>
            </p:custDataLst>
          </p:nvPr>
        </p:nvGrpSpPr>
        <p:grpSpPr>
          <a:xfrm>
            <a:off x="4906173" y="2294046"/>
            <a:ext cx="681061" cy="588818"/>
            <a:chOff x="5738813" y="5402263"/>
            <a:chExt cx="703263" cy="608013"/>
          </a:xfrm>
          <a:solidFill>
            <a:schemeClr val="accent3"/>
          </a:solidFill>
        </p:grpSpPr>
        <p:sp>
          <p:nvSpPr>
            <p:cNvPr id="17" name="Freeform 431">
              <a:extLst>
                <a:ext uri="{FF2B5EF4-FFF2-40B4-BE49-F238E27FC236}">
                  <a16:creationId xmlns:a16="http://schemas.microsoft.com/office/drawing/2014/main" id="{88A7AEE1-A791-CFC7-D584-85A35A18217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32">
              <a:extLst>
                <a:ext uri="{FF2B5EF4-FFF2-40B4-BE49-F238E27FC236}">
                  <a16:creationId xmlns:a16="http://schemas.microsoft.com/office/drawing/2014/main" id="{AB115649-A349-11DB-7BC6-4419387E6441}"/>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433">
              <a:extLst>
                <a:ext uri="{FF2B5EF4-FFF2-40B4-BE49-F238E27FC236}">
                  <a16:creationId xmlns:a16="http://schemas.microsoft.com/office/drawing/2014/main" id="{D9212186-212B-4507-C699-4B43CA67F08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434">
              <a:extLst>
                <a:ext uri="{FF2B5EF4-FFF2-40B4-BE49-F238E27FC236}">
                  <a16:creationId xmlns:a16="http://schemas.microsoft.com/office/drawing/2014/main" id="{EAB7A42C-14AA-385C-765E-C2410038D92D}"/>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435">
              <a:extLst>
                <a:ext uri="{FF2B5EF4-FFF2-40B4-BE49-F238E27FC236}">
                  <a16:creationId xmlns:a16="http://schemas.microsoft.com/office/drawing/2014/main" id="{E17B2002-995A-0ECA-A064-90C9FA71BDC3}"/>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6">
              <a:extLst>
                <a:ext uri="{FF2B5EF4-FFF2-40B4-BE49-F238E27FC236}">
                  <a16:creationId xmlns:a16="http://schemas.microsoft.com/office/drawing/2014/main" id="{81AEAE80-173D-3767-E1BA-9B43C3A6623D}"/>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7">
              <a:extLst>
                <a:ext uri="{FF2B5EF4-FFF2-40B4-BE49-F238E27FC236}">
                  <a16:creationId xmlns:a16="http://schemas.microsoft.com/office/drawing/2014/main" id="{CC73FB56-36F5-9C12-18BB-277C3C30FC87}"/>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8">
              <a:extLst>
                <a:ext uri="{FF2B5EF4-FFF2-40B4-BE49-F238E27FC236}">
                  <a16:creationId xmlns:a16="http://schemas.microsoft.com/office/drawing/2014/main" id="{18B52758-FBBC-D536-3A9C-437F1A2B5D3A}"/>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9">
              <a:extLst>
                <a:ext uri="{FF2B5EF4-FFF2-40B4-BE49-F238E27FC236}">
                  <a16:creationId xmlns:a16="http://schemas.microsoft.com/office/drawing/2014/main" id="{38F55257-B6C0-0B4B-8573-5D6D1C95C743}"/>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40">
              <a:extLst>
                <a:ext uri="{FF2B5EF4-FFF2-40B4-BE49-F238E27FC236}">
                  <a16:creationId xmlns:a16="http://schemas.microsoft.com/office/drawing/2014/main" id="{46910566-BE85-C9E1-309A-185EED53683C}"/>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441">
              <a:extLst>
                <a:ext uri="{FF2B5EF4-FFF2-40B4-BE49-F238E27FC236}">
                  <a16:creationId xmlns:a16="http://schemas.microsoft.com/office/drawing/2014/main" id="{E1EAF479-774B-64FE-07FD-AB8BD99CBFE3}"/>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442">
              <a:extLst>
                <a:ext uri="{FF2B5EF4-FFF2-40B4-BE49-F238E27FC236}">
                  <a16:creationId xmlns:a16="http://schemas.microsoft.com/office/drawing/2014/main" id="{6624FE9A-03BC-91EB-4684-8BDCB4D4E7C9}"/>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443">
              <a:extLst>
                <a:ext uri="{FF2B5EF4-FFF2-40B4-BE49-F238E27FC236}">
                  <a16:creationId xmlns:a16="http://schemas.microsoft.com/office/drawing/2014/main" id="{BA503A35-3BEF-539F-25CE-A6D4073C0C96}"/>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9" name="Plan6" descr="{&quot;Key&quot;:&quot;POWER_USER_SHAPE_ICON&quot;,&quot;Value&quot;:&quot;POWER_USER_SHAPE_ICON_STYLE_1&quot;}">
            <a:extLst>
              <a:ext uri="{FF2B5EF4-FFF2-40B4-BE49-F238E27FC236}">
                <a16:creationId xmlns:a16="http://schemas.microsoft.com/office/drawing/2014/main" id="{DBD141F1-E93B-639C-D92D-7353F5589F05}"/>
              </a:ext>
            </a:extLst>
          </p:cNvPr>
          <p:cNvGrpSpPr>
            <a:grpSpLocks noChangeAspect="1"/>
          </p:cNvGrpSpPr>
          <p:nvPr/>
        </p:nvGrpSpPr>
        <p:grpSpPr>
          <a:xfrm>
            <a:off x="3392977" y="2291508"/>
            <a:ext cx="487705" cy="572502"/>
            <a:chOff x="4574478" y="4641250"/>
            <a:chExt cx="919087" cy="1078890"/>
          </a:xfrm>
          <a:solidFill>
            <a:schemeClr val="accent2"/>
          </a:solidFill>
        </p:grpSpPr>
        <p:sp>
          <p:nvSpPr>
            <p:cNvPr id="50" name="Forme libre : forme 3468">
              <a:extLst>
                <a:ext uri="{FF2B5EF4-FFF2-40B4-BE49-F238E27FC236}">
                  <a16:creationId xmlns:a16="http://schemas.microsoft.com/office/drawing/2014/main" id="{54A410AB-0B8F-E415-B18F-4A9C5DC1A9C1}"/>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51" name="Forme libre : forme 3469">
              <a:extLst>
                <a:ext uri="{FF2B5EF4-FFF2-40B4-BE49-F238E27FC236}">
                  <a16:creationId xmlns:a16="http://schemas.microsoft.com/office/drawing/2014/main" id="{3B193B55-71E8-CF62-B759-1933A4ABEC99}"/>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52" name="Abilities" descr="{&quot;Key&quot;:&quot;POWER_USER_SHAPE_ICON&quot;,&quot;Value&quot;:&quot;POWER_USER_SHAPE_ICON_STYLE_1&quot;}">
            <a:extLst>
              <a:ext uri="{FF2B5EF4-FFF2-40B4-BE49-F238E27FC236}">
                <a16:creationId xmlns:a16="http://schemas.microsoft.com/office/drawing/2014/main" id="{2D4EB078-3F24-0A97-CE58-648CFFD1E4E4}"/>
              </a:ext>
            </a:extLst>
          </p:cNvPr>
          <p:cNvGrpSpPr>
            <a:grpSpLocks noChangeAspect="1"/>
          </p:cNvGrpSpPr>
          <p:nvPr/>
        </p:nvGrpSpPr>
        <p:grpSpPr>
          <a:xfrm>
            <a:off x="8232539" y="2287136"/>
            <a:ext cx="681027" cy="646546"/>
            <a:chOff x="10361046" y="2403176"/>
            <a:chExt cx="1011340" cy="960133"/>
          </a:xfrm>
          <a:solidFill>
            <a:schemeClr val="accent5"/>
          </a:solidFill>
        </p:grpSpPr>
        <p:sp>
          <p:nvSpPr>
            <p:cNvPr id="153" name="Free-form: Shape 152">
              <a:extLst>
                <a:ext uri="{FF2B5EF4-FFF2-40B4-BE49-F238E27FC236}">
                  <a16:creationId xmlns:a16="http://schemas.microsoft.com/office/drawing/2014/main" id="{B8F048E8-E434-2B4E-1538-C0A818A6B7B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F371F148-8DC8-215C-AC46-F734021CD2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3535FBAC-DBCF-156F-8983-84FDC5AE79E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751E934E-C494-C090-C187-50DD59613886}"/>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95C3BBA9-8C2B-4726-E45D-E5994946FA1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A7D781A1-5169-57C7-6C9B-720CC29D5A4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80E4234-870E-6434-D0E0-80751B8EF2D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88DA3D3F-2EBC-C011-E1A2-30385960F8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96204411"/>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Freeform: Shape 136">
            <a:extLst>
              <a:ext uri="{FF2B5EF4-FFF2-40B4-BE49-F238E27FC236}">
                <a16:creationId xmlns:a16="http://schemas.microsoft.com/office/drawing/2014/main" id="{051AE5E0-5C37-419E-BF3A-C7C0FAC77981}"/>
              </a:ext>
            </a:extLst>
          </p:cNvPr>
          <p:cNvSpPr/>
          <p:nvPr/>
        </p:nvSpPr>
        <p:spPr>
          <a:xfrm flipV="1">
            <a:off x="1708479" y="0"/>
            <a:ext cx="4919618" cy="4237766"/>
          </a:xfrm>
          <a:custGeom>
            <a:avLst/>
            <a:gdLst>
              <a:gd name="connsiteX0" fmla="*/ 0 w 4919618"/>
              <a:gd name="connsiteY0" fmla="*/ 4237766 h 4237766"/>
              <a:gd name="connsiteX1" fmla="*/ 1825464 w 4919618"/>
              <a:gd name="connsiteY1" fmla="*/ 4237766 h 4237766"/>
              <a:gd name="connsiteX2" fmla="*/ 4371493 w 4919618"/>
              <a:gd name="connsiteY2" fmla="*/ 1316842 h 4237766"/>
              <a:gd name="connsiteX3" fmla="*/ 4919618 w 4919618"/>
              <a:gd name="connsiteY3" fmla="*/ 1080109 h 4237766"/>
              <a:gd name="connsiteX4" fmla="*/ 3016428 w 4919618"/>
              <a:gd name="connsiteY4" fmla="*/ 0 h 4237766"/>
              <a:gd name="connsiteX5" fmla="*/ 2732426 w 4919618"/>
              <a:gd name="connsiteY5" fmla="*/ 171281 h 4237766"/>
              <a:gd name="connsiteX6" fmla="*/ 0 w 4919618"/>
              <a:gd name="connsiteY6" fmla="*/ 4237766 h 423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19618" h="4237766">
                <a:moveTo>
                  <a:pt x="0" y="4237766"/>
                </a:moveTo>
                <a:lnTo>
                  <a:pt x="1825464" y="4237766"/>
                </a:lnTo>
                <a:cubicBezTo>
                  <a:pt x="1825464" y="3097074"/>
                  <a:pt x="2798427" y="2064371"/>
                  <a:pt x="4371493" y="1316842"/>
                </a:cubicBezTo>
                <a:lnTo>
                  <a:pt x="4919618" y="1080109"/>
                </a:lnTo>
                <a:lnTo>
                  <a:pt x="3016428" y="0"/>
                </a:lnTo>
                <a:lnTo>
                  <a:pt x="2732426" y="171281"/>
                </a:lnTo>
                <a:cubicBezTo>
                  <a:pt x="1034723" y="1245314"/>
                  <a:pt x="0" y="2672059"/>
                  <a:pt x="0" y="4237766"/>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6" name="Freeform: Shape 135">
            <a:extLst>
              <a:ext uri="{FF2B5EF4-FFF2-40B4-BE49-F238E27FC236}">
                <a16:creationId xmlns:a16="http://schemas.microsoft.com/office/drawing/2014/main" id="{78077D7D-24F9-4792-AC62-EA64E79BC7E9}"/>
              </a:ext>
            </a:extLst>
          </p:cNvPr>
          <p:cNvSpPr/>
          <p:nvPr/>
        </p:nvSpPr>
        <p:spPr>
          <a:xfrm flipV="1">
            <a:off x="1708479" y="4"/>
            <a:ext cx="3033898" cy="2648159"/>
          </a:xfrm>
          <a:custGeom>
            <a:avLst/>
            <a:gdLst>
              <a:gd name="connsiteX0" fmla="*/ 0 w 3033898"/>
              <a:gd name="connsiteY0" fmla="*/ 2648159 h 2648159"/>
              <a:gd name="connsiteX1" fmla="*/ 1825465 w 3033898"/>
              <a:gd name="connsiteY1" fmla="*/ 2648159 h 2648159"/>
              <a:gd name="connsiteX2" fmla="*/ 1836775 w 3033898"/>
              <a:gd name="connsiteY2" fmla="*/ 2435592 h 2648159"/>
              <a:gd name="connsiteX3" fmla="*/ 2874625 w 3033898"/>
              <a:gd name="connsiteY3" fmla="*/ 679173 h 2648159"/>
              <a:gd name="connsiteX4" fmla="*/ 3033898 w 3033898"/>
              <a:gd name="connsiteY4" fmla="*/ 554588 h 2648159"/>
              <a:gd name="connsiteX5" fmla="*/ 1060487 w 3033898"/>
              <a:gd name="connsiteY5" fmla="*/ 0 h 2648159"/>
              <a:gd name="connsiteX6" fmla="*/ 1037204 w 3033898"/>
              <a:gd name="connsiteY6" fmla="*/ 26139 h 2648159"/>
              <a:gd name="connsiteX7" fmla="*/ 13686 w 3033898"/>
              <a:gd name="connsiteY7" fmla="*/ 2336937 h 264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3898" h="2648159">
                <a:moveTo>
                  <a:pt x="0" y="2648159"/>
                </a:moveTo>
                <a:lnTo>
                  <a:pt x="1825465" y="2648159"/>
                </a:lnTo>
                <a:lnTo>
                  <a:pt x="1836775" y="2435592"/>
                </a:lnTo>
                <a:cubicBezTo>
                  <a:pt x="1904367" y="1801935"/>
                  <a:pt x="2272437" y="1205951"/>
                  <a:pt x="2874625" y="679173"/>
                </a:cubicBezTo>
                <a:lnTo>
                  <a:pt x="3033898" y="554588"/>
                </a:lnTo>
                <a:lnTo>
                  <a:pt x="1060487" y="0"/>
                </a:lnTo>
                <a:lnTo>
                  <a:pt x="1037204" y="26139"/>
                </a:lnTo>
                <a:cubicBezTo>
                  <a:pt x="446356" y="731207"/>
                  <a:pt x="86386" y="1512282"/>
                  <a:pt x="13686" y="2336937"/>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8" name="Freeform: Shape 137">
            <a:extLst>
              <a:ext uri="{FF2B5EF4-FFF2-40B4-BE49-F238E27FC236}">
                <a16:creationId xmlns:a16="http://schemas.microsoft.com/office/drawing/2014/main" id="{5B3B82AD-5210-4E80-B1EF-637445FF4CF7}"/>
              </a:ext>
            </a:extLst>
          </p:cNvPr>
          <p:cNvSpPr/>
          <p:nvPr/>
        </p:nvSpPr>
        <p:spPr>
          <a:xfrm rot="5400000" flipH="1" flipV="1">
            <a:off x="7000643" y="856060"/>
            <a:ext cx="2896108" cy="7486606"/>
          </a:xfrm>
          <a:custGeom>
            <a:avLst/>
            <a:gdLst>
              <a:gd name="connsiteX0" fmla="*/ 2896108 w 2896108"/>
              <a:gd name="connsiteY0" fmla="*/ 1903875 h 7486606"/>
              <a:gd name="connsiteX1" fmla="*/ 2859882 w 2896108"/>
              <a:gd name="connsiteY1" fmla="*/ 1991880 h 7486606"/>
              <a:gd name="connsiteX2" fmla="*/ 1921981 w 2896108"/>
              <a:gd name="connsiteY2" fmla="*/ 7073909 h 7486606"/>
              <a:gd name="connsiteX3" fmla="*/ 1917022 w 2896108"/>
              <a:gd name="connsiteY3" fmla="*/ 7486606 h 7486606"/>
              <a:gd name="connsiteX4" fmla="*/ 0 w 2896108"/>
              <a:gd name="connsiteY4" fmla="*/ 7486606 h 7486606"/>
              <a:gd name="connsiteX5" fmla="*/ 7366 w 2896108"/>
              <a:gd name="connsiteY5" fmla="*/ 6979971 h 7486606"/>
              <a:gd name="connsiteX6" fmla="*/ 1770892 w 2896108"/>
              <a:gd name="connsiteY6" fmla="*/ 83781 h 7486606"/>
              <a:gd name="connsiteX7" fmla="*/ 1821420 w 2896108"/>
              <a:gd name="connsiteY7" fmla="*/ 0 h 7486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6108" h="7486606">
                <a:moveTo>
                  <a:pt x="2896108" y="1903875"/>
                </a:moveTo>
                <a:lnTo>
                  <a:pt x="2859882" y="1991880"/>
                </a:lnTo>
                <a:cubicBezTo>
                  <a:pt x="2312689" y="3387159"/>
                  <a:pt x="1968377" y="5147833"/>
                  <a:pt x="1921981" y="7073909"/>
                </a:cubicBezTo>
                <a:lnTo>
                  <a:pt x="1917022" y="7486606"/>
                </a:lnTo>
                <a:lnTo>
                  <a:pt x="0" y="7486606"/>
                </a:lnTo>
                <a:lnTo>
                  <a:pt x="7366" y="6979971"/>
                </a:lnTo>
                <a:cubicBezTo>
                  <a:pt x="85745" y="4290872"/>
                  <a:pt x="744837" y="1868228"/>
                  <a:pt x="1770892" y="83781"/>
                </a:cubicBezTo>
                <a:lnTo>
                  <a:pt x="182142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9" name="Freeform: Shape 138">
            <a:extLst>
              <a:ext uri="{FF2B5EF4-FFF2-40B4-BE49-F238E27FC236}">
                <a16:creationId xmlns:a16="http://schemas.microsoft.com/office/drawing/2014/main" id="{271F4B9E-5B27-4C14-902C-483D395C9B2C}"/>
              </a:ext>
            </a:extLst>
          </p:cNvPr>
          <p:cNvSpPr/>
          <p:nvPr/>
        </p:nvSpPr>
        <p:spPr>
          <a:xfrm rot="5400000" flipH="1" flipV="1">
            <a:off x="8686319" y="2541736"/>
            <a:ext cx="2245285" cy="4766078"/>
          </a:xfrm>
          <a:custGeom>
            <a:avLst/>
            <a:gdLst>
              <a:gd name="connsiteX0" fmla="*/ 2245285 w 2245285"/>
              <a:gd name="connsiteY0" fmla="*/ 1398227 h 4766078"/>
              <a:gd name="connsiteX1" fmla="*/ 2241225 w 2245285"/>
              <a:gd name="connsiteY1" fmla="*/ 1417121 h 4766078"/>
              <a:gd name="connsiteX2" fmla="*/ 1921981 w 2245285"/>
              <a:gd name="connsiteY2" fmla="*/ 4353381 h 4766078"/>
              <a:gd name="connsiteX3" fmla="*/ 1917022 w 2245285"/>
              <a:gd name="connsiteY3" fmla="*/ 4766078 h 4766078"/>
              <a:gd name="connsiteX4" fmla="*/ 0 w 2245285"/>
              <a:gd name="connsiteY4" fmla="*/ 4766078 h 4766078"/>
              <a:gd name="connsiteX5" fmla="*/ 7366 w 2245285"/>
              <a:gd name="connsiteY5" fmla="*/ 4259443 h 4766078"/>
              <a:gd name="connsiteX6" fmla="*/ 595887 w 2245285"/>
              <a:gd name="connsiteY6" fmla="*/ 240654 h 4766078"/>
              <a:gd name="connsiteX7" fmla="*/ 666760 w 2245285"/>
              <a:gd name="connsiteY7" fmla="*/ 0 h 476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5285" h="4766078">
                <a:moveTo>
                  <a:pt x="2245285" y="1398227"/>
                </a:moveTo>
                <a:lnTo>
                  <a:pt x="2241225" y="1417121"/>
                </a:lnTo>
                <a:cubicBezTo>
                  <a:pt x="2058324" y="2327102"/>
                  <a:pt x="1946963" y="3316263"/>
                  <a:pt x="1921981" y="4353381"/>
                </a:cubicBezTo>
                <a:lnTo>
                  <a:pt x="1917022" y="4766078"/>
                </a:lnTo>
                <a:lnTo>
                  <a:pt x="0" y="4766078"/>
                </a:lnTo>
                <a:lnTo>
                  <a:pt x="7366" y="4259443"/>
                </a:lnTo>
                <a:cubicBezTo>
                  <a:pt x="49168" y="2825257"/>
                  <a:pt x="256151" y="1466862"/>
                  <a:pt x="595887" y="240654"/>
                </a:cubicBezTo>
                <a:lnTo>
                  <a:pt x="66676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9" name="Freeform: Shape 128">
            <a:extLst>
              <a:ext uri="{FF2B5EF4-FFF2-40B4-BE49-F238E27FC236}">
                <a16:creationId xmlns:a16="http://schemas.microsoft.com/office/drawing/2014/main" id="{12DE5F2A-F4D4-495D-BFE2-2740EFFD3A18}"/>
              </a:ext>
            </a:extLst>
          </p:cNvPr>
          <p:cNvSpPr/>
          <p:nvPr/>
        </p:nvSpPr>
        <p:spPr>
          <a:xfrm flipV="1">
            <a:off x="-9525" y="0"/>
            <a:ext cx="4734432" cy="6924677"/>
          </a:xfrm>
          <a:custGeom>
            <a:avLst/>
            <a:gdLst>
              <a:gd name="connsiteX0" fmla="*/ 0 w 4734432"/>
              <a:gd name="connsiteY0" fmla="*/ 6924677 h 6924677"/>
              <a:gd name="connsiteX1" fmla="*/ 1718004 w 4734432"/>
              <a:gd name="connsiteY1" fmla="*/ 6924677 h 6924677"/>
              <a:gd name="connsiteX2" fmla="*/ 4450429 w 4734432"/>
              <a:gd name="connsiteY2" fmla="*/ 2858192 h 6924677"/>
              <a:gd name="connsiteX3" fmla="*/ 4734432 w 4734432"/>
              <a:gd name="connsiteY3" fmla="*/ 2686911 h 6924677"/>
              <a:gd name="connsiteX4" fmla="*/ 0 w 4734432"/>
              <a:gd name="connsiteY4" fmla="*/ 0 h 6924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4432" h="6924677">
                <a:moveTo>
                  <a:pt x="0" y="6924677"/>
                </a:moveTo>
                <a:lnTo>
                  <a:pt x="1718004" y="6924677"/>
                </a:lnTo>
                <a:cubicBezTo>
                  <a:pt x="1718004" y="5358970"/>
                  <a:pt x="2752727" y="3932225"/>
                  <a:pt x="4450429" y="2858192"/>
                </a:cubicBezTo>
                <a:lnTo>
                  <a:pt x="4734432" y="2686911"/>
                </a:lnTo>
                <a:lnTo>
                  <a:pt x="0" y="0"/>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0" name="Freeform: Shape 129">
            <a:extLst>
              <a:ext uri="{FF2B5EF4-FFF2-40B4-BE49-F238E27FC236}">
                <a16:creationId xmlns:a16="http://schemas.microsoft.com/office/drawing/2014/main" id="{042759AE-C1D4-4D6C-A7D3-BD21880B25BF}"/>
              </a:ext>
            </a:extLst>
          </p:cNvPr>
          <p:cNvSpPr/>
          <p:nvPr/>
        </p:nvSpPr>
        <p:spPr>
          <a:xfrm rot="5400000" flipH="1" flipV="1">
            <a:off x="4767964" y="-541967"/>
            <a:ext cx="2656072" cy="12192000"/>
          </a:xfrm>
          <a:custGeom>
            <a:avLst/>
            <a:gdLst>
              <a:gd name="connsiteX0" fmla="*/ 2656072 w 2656072"/>
              <a:gd name="connsiteY0" fmla="*/ 4705394 h 12192000"/>
              <a:gd name="connsiteX1" fmla="*/ 2605544 w 2656072"/>
              <a:gd name="connsiteY1" fmla="*/ 4789174 h 12192000"/>
              <a:gd name="connsiteX2" fmla="*/ 842018 w 2656072"/>
              <a:gd name="connsiteY2" fmla="*/ 11685365 h 12192000"/>
              <a:gd name="connsiteX3" fmla="*/ 834652 w 2656072"/>
              <a:gd name="connsiteY3" fmla="*/ 12192000 h 12192000"/>
              <a:gd name="connsiteX4" fmla="*/ 0 w 2656072"/>
              <a:gd name="connsiteY4" fmla="*/ 12192000 h 12192000"/>
              <a:gd name="connsiteX5" fmla="*/ 0 w 2656072"/>
              <a:gd name="connsiteY5" fmla="*/ 0 h 1219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6072" h="12192000">
                <a:moveTo>
                  <a:pt x="2656072" y="4705394"/>
                </a:moveTo>
                <a:lnTo>
                  <a:pt x="2605544" y="4789174"/>
                </a:lnTo>
                <a:cubicBezTo>
                  <a:pt x="1579489" y="6573622"/>
                  <a:pt x="920397" y="8996266"/>
                  <a:pt x="842018" y="11685365"/>
                </a:cubicBezTo>
                <a:lnTo>
                  <a:pt x="834652" y="12192000"/>
                </a:lnTo>
                <a:lnTo>
                  <a:pt x="0" y="12192000"/>
                </a:lnTo>
                <a:lnTo>
                  <a:pt x="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8" name="Freeform: Shape 127">
            <a:extLst>
              <a:ext uri="{FF2B5EF4-FFF2-40B4-BE49-F238E27FC236}">
                <a16:creationId xmlns:a16="http://schemas.microsoft.com/office/drawing/2014/main" id="{751B7075-3EC1-4784-A439-AC0A2F2AAF3B}"/>
              </a:ext>
            </a:extLst>
          </p:cNvPr>
          <p:cNvSpPr/>
          <p:nvPr/>
        </p:nvSpPr>
        <p:spPr>
          <a:xfrm flipV="1">
            <a:off x="-9525" y="3"/>
            <a:ext cx="2778491" cy="3429000"/>
          </a:xfrm>
          <a:custGeom>
            <a:avLst/>
            <a:gdLst>
              <a:gd name="connsiteX0" fmla="*/ 0 w 2778491"/>
              <a:gd name="connsiteY0" fmla="*/ 3429000 h 3429000"/>
              <a:gd name="connsiteX1" fmla="*/ 1718004 w 2778491"/>
              <a:gd name="connsiteY1" fmla="*/ 3429000 h 3429000"/>
              <a:gd name="connsiteX2" fmla="*/ 1731690 w 2778491"/>
              <a:gd name="connsiteY2" fmla="*/ 3117778 h 3429000"/>
              <a:gd name="connsiteX3" fmla="*/ 2755208 w 2778491"/>
              <a:gd name="connsiteY3" fmla="*/ 806980 h 3429000"/>
              <a:gd name="connsiteX4" fmla="*/ 2778491 w 2778491"/>
              <a:gd name="connsiteY4" fmla="*/ 780841 h 3429000"/>
              <a:gd name="connsiteX5" fmla="*/ 0 w 2778491"/>
              <a:gd name="connsiteY5" fmla="*/ 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8491" h="3429000">
                <a:moveTo>
                  <a:pt x="0" y="3429000"/>
                </a:moveTo>
                <a:lnTo>
                  <a:pt x="1718004" y="3429000"/>
                </a:lnTo>
                <a:lnTo>
                  <a:pt x="1731690" y="3117778"/>
                </a:lnTo>
                <a:cubicBezTo>
                  <a:pt x="1804390" y="2293123"/>
                  <a:pt x="2164360" y="1512048"/>
                  <a:pt x="2755208" y="806980"/>
                </a:cubicBezTo>
                <a:lnTo>
                  <a:pt x="2778491" y="780841"/>
                </a:lnTo>
                <a:lnTo>
                  <a:pt x="0" y="0"/>
                </a:ln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1" name="Freeform: Shape 130">
            <a:extLst>
              <a:ext uri="{FF2B5EF4-FFF2-40B4-BE49-F238E27FC236}">
                <a16:creationId xmlns:a16="http://schemas.microsoft.com/office/drawing/2014/main" id="{5466D4CE-9254-48BC-8CA4-C42E965B68D7}"/>
              </a:ext>
            </a:extLst>
          </p:cNvPr>
          <p:cNvSpPr/>
          <p:nvPr/>
        </p:nvSpPr>
        <p:spPr>
          <a:xfrm rot="5400000" flipH="1" flipV="1">
            <a:off x="8393294" y="3083364"/>
            <a:ext cx="1501412" cy="6095999"/>
          </a:xfrm>
          <a:custGeom>
            <a:avLst/>
            <a:gdLst>
              <a:gd name="connsiteX0" fmla="*/ 1501412 w 1501412"/>
              <a:gd name="connsiteY0" fmla="*/ 1329921 h 6095999"/>
              <a:gd name="connsiteX1" fmla="*/ 1430539 w 1501412"/>
              <a:gd name="connsiteY1" fmla="*/ 1570575 h 6095999"/>
              <a:gd name="connsiteX2" fmla="*/ 842018 w 1501412"/>
              <a:gd name="connsiteY2" fmla="*/ 5589364 h 6095999"/>
              <a:gd name="connsiteX3" fmla="*/ 834652 w 1501412"/>
              <a:gd name="connsiteY3" fmla="*/ 6095999 h 6095999"/>
              <a:gd name="connsiteX4" fmla="*/ 0 w 1501412"/>
              <a:gd name="connsiteY4" fmla="*/ 6095999 h 6095999"/>
              <a:gd name="connsiteX5" fmla="*/ 0 w 1501412"/>
              <a:gd name="connsiteY5" fmla="*/ 0 h 6095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1412" h="6095999">
                <a:moveTo>
                  <a:pt x="1501412" y="1329921"/>
                </a:moveTo>
                <a:lnTo>
                  <a:pt x="1430539" y="1570575"/>
                </a:lnTo>
                <a:cubicBezTo>
                  <a:pt x="1090803" y="2796783"/>
                  <a:pt x="883820" y="4155178"/>
                  <a:pt x="842018" y="5589364"/>
                </a:cubicBezTo>
                <a:lnTo>
                  <a:pt x="834652" y="6095999"/>
                </a:lnTo>
                <a:lnTo>
                  <a:pt x="0" y="6095999"/>
                </a:lnTo>
                <a:lnTo>
                  <a:pt x="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6" name="Freeform: Shape 145">
            <a:extLst>
              <a:ext uri="{FF2B5EF4-FFF2-40B4-BE49-F238E27FC236}">
                <a16:creationId xmlns:a16="http://schemas.microsoft.com/office/drawing/2014/main" id="{3262E438-1A28-4A27-B628-D061B1D22CBF}"/>
              </a:ext>
            </a:extLst>
          </p:cNvPr>
          <p:cNvSpPr/>
          <p:nvPr/>
        </p:nvSpPr>
        <p:spPr>
          <a:xfrm flipV="1">
            <a:off x="3533945" y="0"/>
            <a:ext cx="5193081" cy="3157657"/>
          </a:xfrm>
          <a:custGeom>
            <a:avLst/>
            <a:gdLst>
              <a:gd name="connsiteX0" fmla="*/ 0 w 5193081"/>
              <a:gd name="connsiteY0" fmla="*/ 3157657 h 3157657"/>
              <a:gd name="connsiteX1" fmla="*/ 2161742 w 5193081"/>
              <a:gd name="connsiteY1" fmla="*/ 3157657 h 3157657"/>
              <a:gd name="connsiteX2" fmla="*/ 2161742 w 5193081"/>
              <a:gd name="connsiteY2" fmla="*/ 3157656 h 3157657"/>
              <a:gd name="connsiteX3" fmla="*/ 5041172 w 5193081"/>
              <a:gd name="connsiteY3" fmla="*/ 1224145 h 3157657"/>
              <a:gd name="connsiteX4" fmla="*/ 5193081 w 5193081"/>
              <a:gd name="connsiteY4" fmla="*/ 1191195 h 3157657"/>
              <a:gd name="connsiteX5" fmla="*/ 3094153 w 5193081"/>
              <a:gd name="connsiteY5" fmla="*/ 0 h 3157657"/>
              <a:gd name="connsiteX6" fmla="*/ 2546028 w 5193081"/>
              <a:gd name="connsiteY6" fmla="*/ 236733 h 3157657"/>
              <a:gd name="connsiteX7" fmla="*/ 0 w 5193081"/>
              <a:gd name="connsiteY7" fmla="*/ 3157657 h 315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93081" h="3157657">
                <a:moveTo>
                  <a:pt x="0" y="3157657"/>
                </a:moveTo>
                <a:lnTo>
                  <a:pt x="2161742" y="3157657"/>
                </a:lnTo>
                <a:lnTo>
                  <a:pt x="2161742" y="3157656"/>
                </a:lnTo>
                <a:cubicBezTo>
                  <a:pt x="2161742" y="2352792"/>
                  <a:pt x="3303930" y="1643174"/>
                  <a:pt x="5041172" y="1224145"/>
                </a:cubicBezTo>
                <a:lnTo>
                  <a:pt x="5193081" y="1191195"/>
                </a:lnTo>
                <a:lnTo>
                  <a:pt x="3094153" y="0"/>
                </a:lnTo>
                <a:lnTo>
                  <a:pt x="2546028" y="236733"/>
                </a:lnTo>
                <a:cubicBezTo>
                  <a:pt x="972963" y="984262"/>
                  <a:pt x="0" y="2016965"/>
                  <a:pt x="0" y="3157657"/>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4" name="Freeform: Shape 143">
            <a:extLst>
              <a:ext uri="{FF2B5EF4-FFF2-40B4-BE49-F238E27FC236}">
                <a16:creationId xmlns:a16="http://schemas.microsoft.com/office/drawing/2014/main" id="{72A50892-6D1B-4A0F-B8D0-67BFA56B76F5}"/>
              </a:ext>
            </a:extLst>
          </p:cNvPr>
          <p:cNvSpPr/>
          <p:nvPr/>
        </p:nvSpPr>
        <p:spPr>
          <a:xfrm flipV="1">
            <a:off x="3533944" y="4"/>
            <a:ext cx="3552034" cy="2093571"/>
          </a:xfrm>
          <a:custGeom>
            <a:avLst/>
            <a:gdLst>
              <a:gd name="connsiteX0" fmla="*/ 0 w 3552034"/>
              <a:gd name="connsiteY0" fmla="*/ 2093571 h 2093571"/>
              <a:gd name="connsiteX1" fmla="*/ 2161742 w 3552034"/>
              <a:gd name="connsiteY1" fmla="*/ 2093571 h 2093571"/>
              <a:gd name="connsiteX2" fmla="*/ 2195460 w 3552034"/>
              <a:gd name="connsiteY2" fmla="*/ 1855168 h 2093571"/>
              <a:gd name="connsiteX3" fmla="*/ 3277124 w 3552034"/>
              <a:gd name="connsiteY3" fmla="*/ 789879 h 2093571"/>
              <a:gd name="connsiteX4" fmla="*/ 3552034 w 3552034"/>
              <a:gd name="connsiteY4" fmla="*/ 658623 h 2093571"/>
              <a:gd name="connsiteX5" fmla="*/ 1208433 w 3552034"/>
              <a:gd name="connsiteY5" fmla="*/ 0 h 2093571"/>
              <a:gd name="connsiteX6" fmla="*/ 1049160 w 3552034"/>
              <a:gd name="connsiteY6" fmla="*/ 124584 h 2093571"/>
              <a:gd name="connsiteX7" fmla="*/ 11310 w 3552034"/>
              <a:gd name="connsiteY7" fmla="*/ 1881003 h 2093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52034" h="2093571">
                <a:moveTo>
                  <a:pt x="0" y="2093571"/>
                </a:moveTo>
                <a:lnTo>
                  <a:pt x="2161742" y="2093571"/>
                </a:lnTo>
                <a:lnTo>
                  <a:pt x="2195460" y="1855168"/>
                </a:lnTo>
                <a:cubicBezTo>
                  <a:pt x="2306943" y="1463237"/>
                  <a:pt x="2690295" y="1100001"/>
                  <a:pt x="3277124" y="789879"/>
                </a:cubicBezTo>
                <a:lnTo>
                  <a:pt x="3552034" y="658623"/>
                </a:lnTo>
                <a:lnTo>
                  <a:pt x="1208433" y="0"/>
                </a:lnTo>
                <a:lnTo>
                  <a:pt x="1049160" y="124584"/>
                </a:lnTo>
                <a:cubicBezTo>
                  <a:pt x="446972" y="651362"/>
                  <a:pt x="78902" y="1247346"/>
                  <a:pt x="11310" y="1881003"/>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7" name="Freeform: Shape 146">
            <a:extLst>
              <a:ext uri="{FF2B5EF4-FFF2-40B4-BE49-F238E27FC236}">
                <a16:creationId xmlns:a16="http://schemas.microsoft.com/office/drawing/2014/main" id="{CCE0432B-BEFE-4328-9895-764DA4664953}"/>
              </a:ext>
            </a:extLst>
          </p:cNvPr>
          <p:cNvSpPr/>
          <p:nvPr/>
        </p:nvSpPr>
        <p:spPr>
          <a:xfrm rot="5400000" flipH="1" flipV="1">
            <a:off x="8318096" y="256490"/>
            <a:ext cx="2166868" cy="5580942"/>
          </a:xfrm>
          <a:custGeom>
            <a:avLst/>
            <a:gdLst>
              <a:gd name="connsiteX0" fmla="*/ 2166868 w 2166868"/>
              <a:gd name="connsiteY0" fmla="*/ 2102440 h 5580942"/>
              <a:gd name="connsiteX1" fmla="*/ 2080087 w 2166868"/>
              <a:gd name="connsiteY1" fmla="*/ 2502535 h 5580942"/>
              <a:gd name="connsiteX2" fmla="*/ 1810698 w 2166868"/>
              <a:gd name="connsiteY2" fmla="*/ 4947819 h 5580942"/>
              <a:gd name="connsiteX3" fmla="*/ 1799284 w 2166868"/>
              <a:gd name="connsiteY3" fmla="*/ 5580942 h 5580942"/>
              <a:gd name="connsiteX4" fmla="*/ 0 w 2166868"/>
              <a:gd name="connsiteY4" fmla="*/ 5580942 h 5580942"/>
              <a:gd name="connsiteX5" fmla="*/ 4959 w 2166868"/>
              <a:gd name="connsiteY5" fmla="*/ 5168246 h 5580942"/>
              <a:gd name="connsiteX6" fmla="*/ 942860 w 2166868"/>
              <a:gd name="connsiteY6" fmla="*/ 86215 h 5580942"/>
              <a:gd name="connsiteX7" fmla="*/ 980096 w 2166868"/>
              <a:gd name="connsiteY7" fmla="*/ 0 h 558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6868" h="5580942">
                <a:moveTo>
                  <a:pt x="2166868" y="2102440"/>
                </a:moveTo>
                <a:lnTo>
                  <a:pt x="2080087" y="2502535"/>
                </a:lnTo>
                <a:cubicBezTo>
                  <a:pt x="1936504" y="3242848"/>
                  <a:pt x="1842540" y="4069615"/>
                  <a:pt x="1810698" y="4947819"/>
                </a:cubicBezTo>
                <a:lnTo>
                  <a:pt x="1799284" y="5580942"/>
                </a:lnTo>
                <a:lnTo>
                  <a:pt x="0" y="5580942"/>
                </a:lnTo>
                <a:lnTo>
                  <a:pt x="4959" y="5168246"/>
                </a:lnTo>
                <a:cubicBezTo>
                  <a:pt x="51355" y="3242168"/>
                  <a:pt x="395667" y="1481494"/>
                  <a:pt x="942860" y="86215"/>
                </a:cubicBezTo>
                <a:lnTo>
                  <a:pt x="980096"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8" name="Freeform: Shape 147">
            <a:extLst>
              <a:ext uri="{FF2B5EF4-FFF2-40B4-BE49-F238E27FC236}">
                <a16:creationId xmlns:a16="http://schemas.microsoft.com/office/drawing/2014/main" id="{7153AC84-67FC-4CA4-A0DA-BDD625D1A5F2}"/>
              </a:ext>
            </a:extLst>
          </p:cNvPr>
          <p:cNvSpPr/>
          <p:nvPr/>
        </p:nvSpPr>
        <p:spPr>
          <a:xfrm rot="5400000" flipH="1" flipV="1">
            <a:off x="9552519" y="1490914"/>
            <a:ext cx="1911110" cy="3367852"/>
          </a:xfrm>
          <a:custGeom>
            <a:avLst/>
            <a:gdLst>
              <a:gd name="connsiteX0" fmla="*/ 1911110 w 1911110"/>
              <a:gd name="connsiteY0" fmla="*/ 1402056 h 3367852"/>
              <a:gd name="connsiteX1" fmla="*/ 1903489 w 1911110"/>
              <a:gd name="connsiteY1" fmla="*/ 1460378 h 3367852"/>
              <a:gd name="connsiteX2" fmla="*/ 1810697 w 1911110"/>
              <a:gd name="connsiteY2" fmla="*/ 2734729 h 3367852"/>
              <a:gd name="connsiteX3" fmla="*/ 1799283 w 1911110"/>
              <a:gd name="connsiteY3" fmla="*/ 3367852 h 3367852"/>
              <a:gd name="connsiteX4" fmla="*/ 0 w 1911110"/>
              <a:gd name="connsiteY4" fmla="*/ 3367852 h 3367852"/>
              <a:gd name="connsiteX5" fmla="*/ 4959 w 1911110"/>
              <a:gd name="connsiteY5" fmla="*/ 2955155 h 3367852"/>
              <a:gd name="connsiteX6" fmla="*/ 324203 w 1911110"/>
              <a:gd name="connsiteY6" fmla="*/ 18895 h 3367852"/>
              <a:gd name="connsiteX7" fmla="*/ 328263 w 1911110"/>
              <a:gd name="connsiteY7" fmla="*/ 0 h 3367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1110" h="3367852">
                <a:moveTo>
                  <a:pt x="1911110" y="1402056"/>
                </a:moveTo>
                <a:lnTo>
                  <a:pt x="1903489" y="1460378"/>
                </a:lnTo>
                <a:cubicBezTo>
                  <a:pt x="1858070" y="1869384"/>
                  <a:pt x="1826619" y="2295627"/>
                  <a:pt x="1810697" y="2734729"/>
                </a:cubicBezTo>
                <a:lnTo>
                  <a:pt x="1799283" y="3367852"/>
                </a:lnTo>
                <a:lnTo>
                  <a:pt x="0" y="3367852"/>
                </a:lnTo>
                <a:lnTo>
                  <a:pt x="4959" y="2955155"/>
                </a:lnTo>
                <a:cubicBezTo>
                  <a:pt x="29941" y="1918037"/>
                  <a:pt x="141302" y="928876"/>
                  <a:pt x="324203" y="18895"/>
                </a:cubicBezTo>
                <a:lnTo>
                  <a:pt x="328263"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0" name="Freeform: Shape 149">
            <a:extLst>
              <a:ext uri="{FF2B5EF4-FFF2-40B4-BE49-F238E27FC236}">
                <a16:creationId xmlns:a16="http://schemas.microsoft.com/office/drawing/2014/main" id="{FC63C31F-EC5B-4A55-8270-84D3A20A03FD}"/>
              </a:ext>
            </a:extLst>
          </p:cNvPr>
          <p:cNvSpPr/>
          <p:nvPr/>
        </p:nvSpPr>
        <p:spPr>
          <a:xfrm flipV="1">
            <a:off x="5695685" y="0"/>
            <a:ext cx="6496315" cy="1966462"/>
          </a:xfrm>
          <a:custGeom>
            <a:avLst/>
            <a:gdLst>
              <a:gd name="connsiteX0" fmla="*/ 1 w 6496315"/>
              <a:gd name="connsiteY0" fmla="*/ 1966462 h 1966462"/>
              <a:gd name="connsiteX1" fmla="*/ 6496315 w 6496315"/>
              <a:gd name="connsiteY1" fmla="*/ 1966462 h 1966462"/>
              <a:gd name="connsiteX2" fmla="*/ 3031340 w 6496315"/>
              <a:gd name="connsiteY2" fmla="*/ 0 h 1966462"/>
              <a:gd name="connsiteX3" fmla="*/ 2879431 w 6496315"/>
              <a:gd name="connsiteY3" fmla="*/ 32950 h 1966462"/>
              <a:gd name="connsiteX4" fmla="*/ 0 w 6496315"/>
              <a:gd name="connsiteY4" fmla="*/ 1966461 h 1966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5" h="1966462">
                <a:moveTo>
                  <a:pt x="1" y="1966462"/>
                </a:moveTo>
                <a:lnTo>
                  <a:pt x="6496315" y="1966462"/>
                </a:lnTo>
                <a:lnTo>
                  <a:pt x="3031340" y="0"/>
                </a:lnTo>
                <a:lnTo>
                  <a:pt x="2879431" y="32950"/>
                </a:lnTo>
                <a:cubicBezTo>
                  <a:pt x="1142189" y="451979"/>
                  <a:pt x="0" y="1161597"/>
                  <a:pt x="0" y="1966461"/>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9" name="Freeform: Shape 148">
            <a:extLst>
              <a:ext uri="{FF2B5EF4-FFF2-40B4-BE49-F238E27FC236}">
                <a16:creationId xmlns:a16="http://schemas.microsoft.com/office/drawing/2014/main" id="{DF0059D4-DBFD-4BC1-8BFE-2FADF19C7523}"/>
              </a:ext>
            </a:extLst>
          </p:cNvPr>
          <p:cNvSpPr/>
          <p:nvPr/>
        </p:nvSpPr>
        <p:spPr>
          <a:xfrm flipV="1">
            <a:off x="5695686" y="3"/>
            <a:ext cx="6496314" cy="1434948"/>
          </a:xfrm>
          <a:custGeom>
            <a:avLst/>
            <a:gdLst>
              <a:gd name="connsiteX0" fmla="*/ 0 w 6496314"/>
              <a:gd name="connsiteY0" fmla="*/ 1434948 h 1434948"/>
              <a:gd name="connsiteX1" fmla="*/ 6496314 w 6496314"/>
              <a:gd name="connsiteY1" fmla="*/ 1434948 h 1434948"/>
              <a:gd name="connsiteX2" fmla="*/ 1390291 w 6496314"/>
              <a:gd name="connsiteY2" fmla="*/ 0 h 1434948"/>
              <a:gd name="connsiteX3" fmla="*/ 1115382 w 6496314"/>
              <a:gd name="connsiteY3" fmla="*/ 131255 h 1434948"/>
              <a:gd name="connsiteX4" fmla="*/ 33718 w 6496314"/>
              <a:gd name="connsiteY4" fmla="*/ 1196544 h 1434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4" h="1434948">
                <a:moveTo>
                  <a:pt x="0" y="1434948"/>
                </a:moveTo>
                <a:lnTo>
                  <a:pt x="6496314" y="1434948"/>
                </a:lnTo>
                <a:lnTo>
                  <a:pt x="1390291" y="0"/>
                </a:lnTo>
                <a:lnTo>
                  <a:pt x="1115382" y="131255"/>
                </a:lnTo>
                <a:cubicBezTo>
                  <a:pt x="528553" y="441377"/>
                  <a:pt x="145201" y="804613"/>
                  <a:pt x="33718" y="1196544"/>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1" name="Freeform: Shape 150">
            <a:extLst>
              <a:ext uri="{FF2B5EF4-FFF2-40B4-BE49-F238E27FC236}">
                <a16:creationId xmlns:a16="http://schemas.microsoft.com/office/drawing/2014/main" id="{57A927E2-0774-4550-B6B9-23E7EA54D4E8}"/>
              </a:ext>
            </a:extLst>
          </p:cNvPr>
          <p:cNvSpPr/>
          <p:nvPr/>
        </p:nvSpPr>
        <p:spPr>
          <a:xfrm rot="5400000" flipH="1" flipV="1">
            <a:off x="9287194" y="-573693"/>
            <a:ext cx="2331109" cy="3478503"/>
          </a:xfrm>
          <a:custGeom>
            <a:avLst/>
            <a:gdLst>
              <a:gd name="connsiteX0" fmla="*/ 2331109 w 2331109"/>
              <a:gd name="connsiteY0" fmla="*/ 3478503 h 3478503"/>
              <a:gd name="connsiteX1" fmla="*/ 0 w 2331109"/>
              <a:gd name="connsiteY1" fmla="*/ 3478503 h 3478503"/>
              <a:gd name="connsiteX2" fmla="*/ 11414 w 2331109"/>
              <a:gd name="connsiteY2" fmla="*/ 2845380 h 3478503"/>
              <a:gd name="connsiteX3" fmla="*/ 280804 w 2331109"/>
              <a:gd name="connsiteY3" fmla="*/ 400096 h 3478503"/>
              <a:gd name="connsiteX4" fmla="*/ 367585 w 2331109"/>
              <a:gd name="connsiteY4" fmla="*/ 0 h 3478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3478503">
                <a:moveTo>
                  <a:pt x="2331109" y="3478503"/>
                </a:moveTo>
                <a:lnTo>
                  <a:pt x="0" y="3478503"/>
                </a:lnTo>
                <a:lnTo>
                  <a:pt x="11414" y="2845380"/>
                </a:lnTo>
                <a:cubicBezTo>
                  <a:pt x="43257" y="1967175"/>
                  <a:pt x="137220" y="1140409"/>
                  <a:pt x="280804" y="400096"/>
                </a:cubicBezTo>
                <a:lnTo>
                  <a:pt x="367585"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2" name="Freeform: Shape 151">
            <a:extLst>
              <a:ext uri="{FF2B5EF4-FFF2-40B4-BE49-F238E27FC236}">
                <a16:creationId xmlns:a16="http://schemas.microsoft.com/office/drawing/2014/main" id="{2990CDAB-9E2F-4856-AD68-185612A7AE97}"/>
              </a:ext>
            </a:extLst>
          </p:cNvPr>
          <p:cNvSpPr/>
          <p:nvPr/>
        </p:nvSpPr>
        <p:spPr>
          <a:xfrm rot="5400000" flipH="1" flipV="1">
            <a:off x="10043548" y="182660"/>
            <a:ext cx="2331109" cy="1965796"/>
          </a:xfrm>
          <a:custGeom>
            <a:avLst/>
            <a:gdLst>
              <a:gd name="connsiteX0" fmla="*/ 2331109 w 2331109"/>
              <a:gd name="connsiteY0" fmla="*/ 1965796 h 1965796"/>
              <a:gd name="connsiteX1" fmla="*/ 0 w 2331109"/>
              <a:gd name="connsiteY1" fmla="*/ 1965796 h 1965796"/>
              <a:gd name="connsiteX2" fmla="*/ 11414 w 2331109"/>
              <a:gd name="connsiteY2" fmla="*/ 1332673 h 1965796"/>
              <a:gd name="connsiteX3" fmla="*/ 104206 w 2331109"/>
              <a:gd name="connsiteY3" fmla="*/ 58322 h 1965796"/>
              <a:gd name="connsiteX4" fmla="*/ 111827 w 2331109"/>
              <a:gd name="connsiteY4" fmla="*/ 0 h 196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1965796">
                <a:moveTo>
                  <a:pt x="2331109" y="1965796"/>
                </a:moveTo>
                <a:lnTo>
                  <a:pt x="0" y="1965796"/>
                </a:lnTo>
                <a:lnTo>
                  <a:pt x="11414" y="1332673"/>
                </a:lnTo>
                <a:cubicBezTo>
                  <a:pt x="27336" y="893571"/>
                  <a:pt x="58787" y="467328"/>
                  <a:pt x="104206" y="58322"/>
                </a:cubicBezTo>
                <a:lnTo>
                  <a:pt x="111827"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4" name="Rectangle 153">
            <a:extLst>
              <a:ext uri="{FF2B5EF4-FFF2-40B4-BE49-F238E27FC236}">
                <a16:creationId xmlns:a16="http://schemas.microsoft.com/office/drawing/2014/main" id="{DD453DDF-2793-4644-9E47-B9D15CBF5DF1}"/>
              </a:ext>
            </a:extLst>
          </p:cNvPr>
          <p:cNvSpPr/>
          <p:nvPr/>
        </p:nvSpPr>
        <p:spPr>
          <a:xfrm>
            <a:off x="0" y="0"/>
            <a:ext cx="12192000" cy="6858000"/>
          </a:xfrm>
          <a:prstGeom prst="rect">
            <a:avLst/>
          </a:prstGeom>
          <a:gradFill flip="none" rotWithShape="1">
            <a:gsLst>
              <a:gs pos="0">
                <a:schemeClr val="tx1">
                  <a:alpha val="0"/>
                </a:schemeClr>
              </a:gs>
              <a:gs pos="35000">
                <a:schemeClr val="tx1">
                  <a:alpha val="10000"/>
                </a:schemeClr>
              </a:gs>
              <a:gs pos="71000">
                <a:schemeClr val="tx1">
                  <a:alpha val="20000"/>
                </a:schemeClr>
              </a:gs>
              <a:gs pos="100000">
                <a:schemeClr val="tx1">
                  <a:alpha val="30000"/>
                </a:scheme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3" name="TextBox 152">
            <a:extLst>
              <a:ext uri="{FF2B5EF4-FFF2-40B4-BE49-F238E27FC236}">
                <a16:creationId xmlns:a16="http://schemas.microsoft.com/office/drawing/2014/main" id="{C18A0069-3439-45C6-BA49-E5F74C1C1ED0}"/>
              </a:ext>
            </a:extLst>
          </p:cNvPr>
          <p:cNvSpPr txBox="1"/>
          <p:nvPr/>
        </p:nvSpPr>
        <p:spPr>
          <a:xfrm>
            <a:off x="263352" y="1628800"/>
            <a:ext cx="1872208"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5" name="TextBox 154">
            <a:extLst>
              <a:ext uri="{FF2B5EF4-FFF2-40B4-BE49-F238E27FC236}">
                <a16:creationId xmlns:a16="http://schemas.microsoft.com/office/drawing/2014/main" id="{40B0013A-369F-49A6-A65E-FCD59EB31EC4}"/>
              </a:ext>
            </a:extLst>
          </p:cNvPr>
          <p:cNvSpPr txBox="1"/>
          <p:nvPr/>
        </p:nvSpPr>
        <p:spPr>
          <a:xfrm>
            <a:off x="1199456" y="4005064"/>
            <a:ext cx="2448272"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6" name="TextBox 155">
            <a:extLst>
              <a:ext uri="{FF2B5EF4-FFF2-40B4-BE49-F238E27FC236}">
                <a16:creationId xmlns:a16="http://schemas.microsoft.com/office/drawing/2014/main" id="{FBB6B99F-E623-42D3-A205-D9961C6CFDA8}"/>
              </a:ext>
            </a:extLst>
          </p:cNvPr>
          <p:cNvSpPr txBox="1"/>
          <p:nvPr/>
        </p:nvSpPr>
        <p:spPr>
          <a:xfrm>
            <a:off x="3719736" y="5661248"/>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7" name="TextBox 156">
            <a:extLst>
              <a:ext uri="{FF2B5EF4-FFF2-40B4-BE49-F238E27FC236}">
                <a16:creationId xmlns:a16="http://schemas.microsoft.com/office/drawing/2014/main" id="{8EE7B1B9-B9DD-48C1-9877-C1DEBF1E0383}"/>
              </a:ext>
            </a:extLst>
          </p:cNvPr>
          <p:cNvSpPr txBox="1"/>
          <p:nvPr/>
        </p:nvSpPr>
        <p:spPr>
          <a:xfrm>
            <a:off x="8184232" y="6093296"/>
            <a:ext cx="2520280"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8" name="TextBox 157">
            <a:extLst>
              <a:ext uri="{FF2B5EF4-FFF2-40B4-BE49-F238E27FC236}">
                <a16:creationId xmlns:a16="http://schemas.microsoft.com/office/drawing/2014/main" id="{006D402F-D3A9-44AA-87EE-59BF884BFBC2}"/>
              </a:ext>
            </a:extLst>
          </p:cNvPr>
          <p:cNvSpPr txBox="1"/>
          <p:nvPr/>
        </p:nvSpPr>
        <p:spPr>
          <a:xfrm>
            <a:off x="2349244" y="1333749"/>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9" name="TextBox 158">
            <a:extLst>
              <a:ext uri="{FF2B5EF4-FFF2-40B4-BE49-F238E27FC236}">
                <a16:creationId xmlns:a16="http://schemas.microsoft.com/office/drawing/2014/main" id="{63B20B9F-C392-428F-A3AB-079A88CA5403}"/>
              </a:ext>
            </a:extLst>
          </p:cNvPr>
          <p:cNvSpPr txBox="1"/>
          <p:nvPr/>
        </p:nvSpPr>
        <p:spPr>
          <a:xfrm>
            <a:off x="4295800" y="836712"/>
            <a:ext cx="1944216"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0" name="TextBox 159">
            <a:extLst>
              <a:ext uri="{FF2B5EF4-FFF2-40B4-BE49-F238E27FC236}">
                <a16:creationId xmlns:a16="http://schemas.microsoft.com/office/drawing/2014/main" id="{086F7A7B-3156-407A-A2A3-F064985C6AB2}"/>
              </a:ext>
            </a:extLst>
          </p:cNvPr>
          <p:cNvSpPr txBox="1"/>
          <p:nvPr/>
        </p:nvSpPr>
        <p:spPr>
          <a:xfrm>
            <a:off x="6600056" y="260648"/>
            <a:ext cx="2520280"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1" name="TextBox 160">
            <a:extLst>
              <a:ext uri="{FF2B5EF4-FFF2-40B4-BE49-F238E27FC236}">
                <a16:creationId xmlns:a16="http://schemas.microsoft.com/office/drawing/2014/main" id="{09502CA0-DECD-404E-BFB8-7582DDCD5CCF}"/>
              </a:ext>
            </a:extLst>
          </p:cNvPr>
          <p:cNvSpPr txBox="1"/>
          <p:nvPr/>
        </p:nvSpPr>
        <p:spPr>
          <a:xfrm>
            <a:off x="4007768" y="2708920"/>
            <a:ext cx="1872208"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2" name="TextBox 161">
            <a:extLst>
              <a:ext uri="{FF2B5EF4-FFF2-40B4-BE49-F238E27FC236}">
                <a16:creationId xmlns:a16="http://schemas.microsoft.com/office/drawing/2014/main" id="{BBF13617-DE3F-4471-B0EA-F1CD112440F5}"/>
              </a:ext>
            </a:extLst>
          </p:cNvPr>
          <p:cNvSpPr txBox="1"/>
          <p:nvPr/>
        </p:nvSpPr>
        <p:spPr>
          <a:xfrm>
            <a:off x="5807968" y="1916832"/>
            <a:ext cx="1944216"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3" name="TextBox 162">
            <a:extLst>
              <a:ext uri="{FF2B5EF4-FFF2-40B4-BE49-F238E27FC236}">
                <a16:creationId xmlns:a16="http://schemas.microsoft.com/office/drawing/2014/main" id="{6C90A915-2D77-4EF9-AA64-F704ED6D0D36}"/>
              </a:ext>
            </a:extLst>
          </p:cNvPr>
          <p:cNvSpPr txBox="1"/>
          <p:nvPr/>
        </p:nvSpPr>
        <p:spPr>
          <a:xfrm>
            <a:off x="5879976" y="3861048"/>
            <a:ext cx="2376264"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4" name="TextBox 163">
            <a:extLst>
              <a:ext uri="{FF2B5EF4-FFF2-40B4-BE49-F238E27FC236}">
                <a16:creationId xmlns:a16="http://schemas.microsoft.com/office/drawing/2014/main" id="{41C79B35-7758-48BB-A11C-73681B3ABE3A}"/>
              </a:ext>
            </a:extLst>
          </p:cNvPr>
          <p:cNvSpPr txBox="1"/>
          <p:nvPr/>
        </p:nvSpPr>
        <p:spPr>
          <a:xfrm>
            <a:off x="9192344" y="4653136"/>
            <a:ext cx="2664296"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5" name="TextBox 164">
            <a:extLst>
              <a:ext uri="{FF2B5EF4-FFF2-40B4-BE49-F238E27FC236}">
                <a16:creationId xmlns:a16="http://schemas.microsoft.com/office/drawing/2014/main" id="{FFEEE704-FA63-4907-8594-4060C5A8E58C}"/>
              </a:ext>
            </a:extLst>
          </p:cNvPr>
          <p:cNvSpPr txBox="1"/>
          <p:nvPr/>
        </p:nvSpPr>
        <p:spPr>
          <a:xfrm>
            <a:off x="10272464" y="2924944"/>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6" name="TextBox 165">
            <a:extLst>
              <a:ext uri="{FF2B5EF4-FFF2-40B4-BE49-F238E27FC236}">
                <a16:creationId xmlns:a16="http://schemas.microsoft.com/office/drawing/2014/main" id="{0EAC4B67-54D5-4A19-9A92-6F23E53D2724}"/>
              </a:ext>
            </a:extLst>
          </p:cNvPr>
          <p:cNvSpPr txBox="1"/>
          <p:nvPr/>
        </p:nvSpPr>
        <p:spPr>
          <a:xfrm>
            <a:off x="10776520" y="1484784"/>
            <a:ext cx="1408360" cy="830997"/>
          </a:xfrm>
          <a:prstGeom prst="rect">
            <a:avLst/>
          </a:prstGeom>
          <a:noFill/>
        </p:spPr>
        <p:txBody>
          <a:bodyPr wrap="square" rtlCol="0">
            <a:spAutoFit/>
          </a:bodyPr>
          <a:lstStyle/>
          <a:p>
            <a:r>
              <a:rPr lang="en-US" sz="1200" dirty="0">
                <a:solidFill>
                  <a:srgbClr val="FFFFFF"/>
                </a:solidFill>
              </a:rPr>
              <a:t>Lorem ipsum dolor sit amet, consectetuer adipiscing elit. </a:t>
            </a:r>
          </a:p>
        </p:txBody>
      </p:sp>
      <p:sp>
        <p:nvSpPr>
          <p:cNvPr id="167" name="TextBox 166">
            <a:extLst>
              <a:ext uri="{FF2B5EF4-FFF2-40B4-BE49-F238E27FC236}">
                <a16:creationId xmlns:a16="http://schemas.microsoft.com/office/drawing/2014/main" id="{3350BCFE-62D0-40C7-9809-971D4E01B2E0}"/>
              </a:ext>
            </a:extLst>
          </p:cNvPr>
          <p:cNvSpPr txBox="1"/>
          <p:nvPr/>
        </p:nvSpPr>
        <p:spPr>
          <a:xfrm>
            <a:off x="9336360" y="1556792"/>
            <a:ext cx="1127448" cy="646331"/>
          </a:xfrm>
          <a:prstGeom prst="rect">
            <a:avLst/>
          </a:prstGeom>
          <a:noFill/>
        </p:spPr>
        <p:txBody>
          <a:bodyPr wrap="square" rtlCol="0">
            <a:spAutoFit/>
          </a:bodyPr>
          <a:lstStyle/>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a:t>
            </a:r>
          </a:p>
        </p:txBody>
      </p:sp>
      <p:sp>
        <p:nvSpPr>
          <p:cNvPr id="168" name="TextBox 167">
            <a:extLst>
              <a:ext uri="{FF2B5EF4-FFF2-40B4-BE49-F238E27FC236}">
                <a16:creationId xmlns:a16="http://schemas.microsoft.com/office/drawing/2014/main" id="{967715FC-909E-4D93-99F5-D886FDBA9C97}"/>
              </a:ext>
            </a:extLst>
          </p:cNvPr>
          <p:cNvSpPr txBox="1"/>
          <p:nvPr/>
        </p:nvSpPr>
        <p:spPr>
          <a:xfrm>
            <a:off x="8112224" y="1196752"/>
            <a:ext cx="1127448" cy="646331"/>
          </a:xfrm>
          <a:prstGeom prst="rect">
            <a:avLst/>
          </a:prstGeom>
          <a:noFill/>
        </p:spPr>
        <p:txBody>
          <a:bodyPr wrap="square" rtlCol="0">
            <a:spAutoFit/>
          </a:bodyPr>
          <a:lstStyle/>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a:t>
            </a:r>
          </a:p>
        </p:txBody>
      </p:sp>
      <p:sp>
        <p:nvSpPr>
          <p:cNvPr id="169" name="TextBox 168">
            <a:extLst>
              <a:ext uri="{FF2B5EF4-FFF2-40B4-BE49-F238E27FC236}">
                <a16:creationId xmlns:a16="http://schemas.microsoft.com/office/drawing/2014/main" id="{F0E21D12-3DBD-4D06-9710-9CE96FE38089}"/>
              </a:ext>
            </a:extLst>
          </p:cNvPr>
          <p:cNvSpPr txBox="1"/>
          <p:nvPr/>
        </p:nvSpPr>
        <p:spPr>
          <a:xfrm>
            <a:off x="7968208" y="2348880"/>
            <a:ext cx="1512168" cy="1200329"/>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grpSp>
        <p:nvGrpSpPr>
          <p:cNvPr id="170" name="AI2" descr="{&quot;Key&quot;:&quot;POWER_USER_SHAPE_ICON&quot;,&quot;Value&quot;:&quot;POWER_USER_SHAPE_ICON_STYLE_1&quot;}">
            <a:extLst>
              <a:ext uri="{FF2B5EF4-FFF2-40B4-BE49-F238E27FC236}">
                <a16:creationId xmlns:a16="http://schemas.microsoft.com/office/drawing/2014/main" id="{F83F8009-8041-440A-A96D-690CEA41607F}"/>
              </a:ext>
            </a:extLst>
          </p:cNvPr>
          <p:cNvGrpSpPr>
            <a:grpSpLocks noChangeAspect="1"/>
          </p:cNvGrpSpPr>
          <p:nvPr>
            <p:custDataLst>
              <p:tags r:id="rId1"/>
            </p:custDataLst>
          </p:nvPr>
        </p:nvGrpSpPr>
        <p:grpSpPr>
          <a:xfrm>
            <a:off x="407368" y="4077072"/>
            <a:ext cx="711200" cy="596900"/>
            <a:chOff x="3457576" y="4243388"/>
            <a:chExt cx="711200" cy="596900"/>
          </a:xfrm>
          <a:solidFill>
            <a:srgbClr val="FFFFFF"/>
          </a:solidFill>
        </p:grpSpPr>
        <p:sp>
          <p:nvSpPr>
            <p:cNvPr id="171" name="Freeform 322">
              <a:extLst>
                <a:ext uri="{FF2B5EF4-FFF2-40B4-BE49-F238E27FC236}">
                  <a16:creationId xmlns:a16="http://schemas.microsoft.com/office/drawing/2014/main" id="{D6938A85-7262-4E2A-98FD-B7D40B2E0EE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23">
              <a:extLst>
                <a:ext uri="{FF2B5EF4-FFF2-40B4-BE49-F238E27FC236}">
                  <a16:creationId xmlns:a16="http://schemas.microsoft.com/office/drawing/2014/main" id="{F39E9EE8-FFB8-4DE5-B086-0769D794133B}"/>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24">
              <a:extLst>
                <a:ext uri="{FF2B5EF4-FFF2-40B4-BE49-F238E27FC236}">
                  <a16:creationId xmlns:a16="http://schemas.microsoft.com/office/drawing/2014/main" id="{7FE0B483-8A9C-43AD-9A11-13E0187FEBDB}"/>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5">
              <a:extLst>
                <a:ext uri="{FF2B5EF4-FFF2-40B4-BE49-F238E27FC236}">
                  <a16:creationId xmlns:a16="http://schemas.microsoft.com/office/drawing/2014/main" id="{AD63F3ED-15C9-4C0C-AB10-A3006F16B08A}"/>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26">
              <a:extLst>
                <a:ext uri="{FF2B5EF4-FFF2-40B4-BE49-F238E27FC236}">
                  <a16:creationId xmlns:a16="http://schemas.microsoft.com/office/drawing/2014/main" id="{6CC4A12C-25F9-443F-B1BE-7F7CA0AF93CF}"/>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27">
              <a:extLst>
                <a:ext uri="{FF2B5EF4-FFF2-40B4-BE49-F238E27FC236}">
                  <a16:creationId xmlns:a16="http://schemas.microsoft.com/office/drawing/2014/main" id="{944FDAFE-CEC6-4227-8977-861E6693AA26}"/>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28">
              <a:extLst>
                <a:ext uri="{FF2B5EF4-FFF2-40B4-BE49-F238E27FC236}">
                  <a16:creationId xmlns:a16="http://schemas.microsoft.com/office/drawing/2014/main" id="{55BCE5BA-1271-4765-A39B-AA81B0175AA5}"/>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29">
              <a:extLst>
                <a:ext uri="{FF2B5EF4-FFF2-40B4-BE49-F238E27FC236}">
                  <a16:creationId xmlns:a16="http://schemas.microsoft.com/office/drawing/2014/main" id="{573B24C7-6AB1-4006-B74B-3372AC424BDD}"/>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30">
              <a:extLst>
                <a:ext uri="{FF2B5EF4-FFF2-40B4-BE49-F238E27FC236}">
                  <a16:creationId xmlns:a16="http://schemas.microsoft.com/office/drawing/2014/main" id="{6039A63C-3096-4696-B5A0-8B10C3443839}"/>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31">
              <a:extLst>
                <a:ext uri="{FF2B5EF4-FFF2-40B4-BE49-F238E27FC236}">
                  <a16:creationId xmlns:a16="http://schemas.microsoft.com/office/drawing/2014/main" id="{2D2D6AE3-8D24-4B98-85C9-A5F5826D2B8D}"/>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32">
              <a:extLst>
                <a:ext uri="{FF2B5EF4-FFF2-40B4-BE49-F238E27FC236}">
                  <a16:creationId xmlns:a16="http://schemas.microsoft.com/office/drawing/2014/main" id="{58DEB3A1-776E-42E0-B567-E78AFF70A79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333">
              <a:extLst>
                <a:ext uri="{FF2B5EF4-FFF2-40B4-BE49-F238E27FC236}">
                  <a16:creationId xmlns:a16="http://schemas.microsoft.com/office/drawing/2014/main" id="{57E63E1E-E929-40A6-A30D-331140D2EB7D}"/>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334">
              <a:extLst>
                <a:ext uri="{FF2B5EF4-FFF2-40B4-BE49-F238E27FC236}">
                  <a16:creationId xmlns:a16="http://schemas.microsoft.com/office/drawing/2014/main" id="{BF6A7C21-088F-4FA8-B3FD-981DA90BFFBE}"/>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335">
              <a:extLst>
                <a:ext uri="{FF2B5EF4-FFF2-40B4-BE49-F238E27FC236}">
                  <a16:creationId xmlns:a16="http://schemas.microsoft.com/office/drawing/2014/main" id="{1CE9B6B0-4E18-4741-BE0A-F5B4919D50AD}"/>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336">
              <a:extLst>
                <a:ext uri="{FF2B5EF4-FFF2-40B4-BE49-F238E27FC236}">
                  <a16:creationId xmlns:a16="http://schemas.microsoft.com/office/drawing/2014/main" id="{36261AD1-A423-4AE1-99D5-93D7250A363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6" name="Abacus2" descr="{&quot;Key&quot;:&quot;POWER_USER_SHAPE_ICON&quot;,&quot;Value&quot;:&quot;POWER_USER_SHAPE_ICON_STYLE_1&quot;}">
            <a:extLst>
              <a:ext uri="{FF2B5EF4-FFF2-40B4-BE49-F238E27FC236}">
                <a16:creationId xmlns:a16="http://schemas.microsoft.com/office/drawing/2014/main" id="{2525A788-147B-4AA2-843B-932B6099E0FE}"/>
              </a:ext>
            </a:extLst>
          </p:cNvPr>
          <p:cNvGrpSpPr>
            <a:grpSpLocks noChangeAspect="1"/>
          </p:cNvGrpSpPr>
          <p:nvPr/>
        </p:nvGrpSpPr>
        <p:grpSpPr>
          <a:xfrm>
            <a:off x="7536160" y="6165304"/>
            <a:ext cx="539822" cy="542925"/>
            <a:chOff x="6297614" y="6438900"/>
            <a:chExt cx="276225" cy="277813"/>
          </a:xfrm>
          <a:solidFill>
            <a:srgbClr val="FFFFFF"/>
          </a:solidFill>
        </p:grpSpPr>
        <p:sp>
          <p:nvSpPr>
            <p:cNvPr id="187" name="Rectangle 42">
              <a:extLst>
                <a:ext uri="{FF2B5EF4-FFF2-40B4-BE49-F238E27FC236}">
                  <a16:creationId xmlns:a16="http://schemas.microsoft.com/office/drawing/2014/main" id="{D8EF2586-2AE4-4D6D-B057-CCA6206295BC}"/>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3">
              <a:extLst>
                <a:ext uri="{FF2B5EF4-FFF2-40B4-BE49-F238E27FC236}">
                  <a16:creationId xmlns:a16="http://schemas.microsoft.com/office/drawing/2014/main" id="{64F57FA6-B50A-4536-8DE1-7CF627A5DA4B}"/>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4">
              <a:extLst>
                <a:ext uri="{FF2B5EF4-FFF2-40B4-BE49-F238E27FC236}">
                  <a16:creationId xmlns:a16="http://schemas.microsoft.com/office/drawing/2014/main" id="{629D6976-5660-432A-AA5D-7845207D1258}"/>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5">
              <a:extLst>
                <a:ext uri="{FF2B5EF4-FFF2-40B4-BE49-F238E27FC236}">
                  <a16:creationId xmlns:a16="http://schemas.microsoft.com/office/drawing/2014/main" id="{06EB6D6D-AC3A-450E-8020-40BAE2F98C96}"/>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6">
              <a:extLst>
                <a:ext uri="{FF2B5EF4-FFF2-40B4-BE49-F238E27FC236}">
                  <a16:creationId xmlns:a16="http://schemas.microsoft.com/office/drawing/2014/main" id="{E1D7BAF8-3DCD-4A22-949B-EA24F0237A4D}"/>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
              <a:extLst>
                <a:ext uri="{FF2B5EF4-FFF2-40B4-BE49-F238E27FC236}">
                  <a16:creationId xmlns:a16="http://schemas.microsoft.com/office/drawing/2014/main" id="{3BBD58EF-1F2F-4C23-9136-3B04830649E6}"/>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48">
              <a:extLst>
                <a:ext uri="{FF2B5EF4-FFF2-40B4-BE49-F238E27FC236}">
                  <a16:creationId xmlns:a16="http://schemas.microsoft.com/office/drawing/2014/main" id="{8199E904-534C-4BEA-BB1F-C408EF524383}"/>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49">
              <a:extLst>
                <a:ext uri="{FF2B5EF4-FFF2-40B4-BE49-F238E27FC236}">
                  <a16:creationId xmlns:a16="http://schemas.microsoft.com/office/drawing/2014/main" id="{05BE9935-AFDB-454B-AA79-A3E651CF1572}"/>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50">
              <a:extLst>
                <a:ext uri="{FF2B5EF4-FFF2-40B4-BE49-F238E27FC236}">
                  <a16:creationId xmlns:a16="http://schemas.microsoft.com/office/drawing/2014/main" id="{6926AF77-201C-4D48-99AE-A1AFD1DB2C9D}"/>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51">
              <a:extLst>
                <a:ext uri="{FF2B5EF4-FFF2-40B4-BE49-F238E27FC236}">
                  <a16:creationId xmlns:a16="http://schemas.microsoft.com/office/drawing/2014/main" id="{FD04144A-861F-4BF6-A04B-53AA8738EF07}"/>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52">
              <a:extLst>
                <a:ext uri="{FF2B5EF4-FFF2-40B4-BE49-F238E27FC236}">
                  <a16:creationId xmlns:a16="http://schemas.microsoft.com/office/drawing/2014/main" id="{F3DE4B5D-0F6E-4D15-8F62-402A119853CB}"/>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53">
              <a:extLst>
                <a:ext uri="{FF2B5EF4-FFF2-40B4-BE49-F238E27FC236}">
                  <a16:creationId xmlns:a16="http://schemas.microsoft.com/office/drawing/2014/main" id="{96C4BFD4-7B7D-4E00-8487-D7DCD96B5EA7}"/>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54">
              <a:extLst>
                <a:ext uri="{FF2B5EF4-FFF2-40B4-BE49-F238E27FC236}">
                  <a16:creationId xmlns:a16="http://schemas.microsoft.com/office/drawing/2014/main" id="{E67098A4-294F-4CF2-9906-C82FD68E9F9C}"/>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55">
              <a:extLst>
                <a:ext uri="{FF2B5EF4-FFF2-40B4-BE49-F238E27FC236}">
                  <a16:creationId xmlns:a16="http://schemas.microsoft.com/office/drawing/2014/main" id="{55983023-C91A-4FB4-9DEF-B300272E4714}"/>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56">
              <a:extLst>
                <a:ext uri="{FF2B5EF4-FFF2-40B4-BE49-F238E27FC236}">
                  <a16:creationId xmlns:a16="http://schemas.microsoft.com/office/drawing/2014/main" id="{80F3720F-CDC0-4BB0-B26A-309A58C9EEFA}"/>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57">
              <a:extLst>
                <a:ext uri="{FF2B5EF4-FFF2-40B4-BE49-F238E27FC236}">
                  <a16:creationId xmlns:a16="http://schemas.microsoft.com/office/drawing/2014/main" id="{A424A47E-441D-431E-BF91-6452DF43BC12}"/>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58">
              <a:extLst>
                <a:ext uri="{FF2B5EF4-FFF2-40B4-BE49-F238E27FC236}">
                  <a16:creationId xmlns:a16="http://schemas.microsoft.com/office/drawing/2014/main" id="{1CE9AF76-C969-4015-8D18-182981E00D34}"/>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Alarm4" descr="{&quot;Key&quot;:&quot;POWER_USER_SHAPE_ICON&quot;,&quot;Value&quot;:&quot;POWER_USER_SHAPE_ICON_STYLE_1&quot;}">
            <a:extLst>
              <a:ext uri="{FF2B5EF4-FFF2-40B4-BE49-F238E27FC236}">
                <a16:creationId xmlns:a16="http://schemas.microsoft.com/office/drawing/2014/main" id="{AA4A4758-5A53-4D49-81AF-A1A4F429A58C}"/>
              </a:ext>
            </a:extLst>
          </p:cNvPr>
          <p:cNvGrpSpPr>
            <a:grpSpLocks noChangeAspect="1"/>
          </p:cNvGrpSpPr>
          <p:nvPr/>
        </p:nvGrpSpPr>
        <p:grpSpPr>
          <a:xfrm>
            <a:off x="5375920" y="3933056"/>
            <a:ext cx="479933" cy="542925"/>
            <a:chOff x="7680326" y="6435725"/>
            <a:chExt cx="254000" cy="287338"/>
          </a:xfrm>
          <a:solidFill>
            <a:srgbClr val="FFFFFF"/>
          </a:solidFill>
        </p:grpSpPr>
        <p:sp>
          <p:nvSpPr>
            <p:cNvPr id="205" name="Freeform 99">
              <a:extLst>
                <a:ext uri="{FF2B5EF4-FFF2-40B4-BE49-F238E27FC236}">
                  <a16:creationId xmlns:a16="http://schemas.microsoft.com/office/drawing/2014/main" id="{5C75E4DE-16F5-4287-A0F9-74C81D2CAC30}"/>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00">
              <a:extLst>
                <a:ext uri="{FF2B5EF4-FFF2-40B4-BE49-F238E27FC236}">
                  <a16:creationId xmlns:a16="http://schemas.microsoft.com/office/drawing/2014/main" id="{8CEDAA70-0D00-4543-8BD3-25871939FE3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1">
              <a:extLst>
                <a:ext uri="{FF2B5EF4-FFF2-40B4-BE49-F238E27FC236}">
                  <a16:creationId xmlns:a16="http://schemas.microsoft.com/office/drawing/2014/main" id="{AFB8847B-6410-443E-A5E3-D3065F911EAD}"/>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02">
              <a:extLst>
                <a:ext uri="{FF2B5EF4-FFF2-40B4-BE49-F238E27FC236}">
                  <a16:creationId xmlns:a16="http://schemas.microsoft.com/office/drawing/2014/main" id="{D1BF8713-F64B-421F-B4D5-A91CAC7C191C}"/>
                </a:ext>
              </a:extLst>
            </p:cNvPr>
            <p:cNvSpPr>
              <a:spLocks noChangeArrowheads="1"/>
            </p:cNvSpPr>
            <p:nvPr/>
          </p:nvSpPr>
          <p:spPr bwMode="auto">
            <a:xfrm>
              <a:off x="7804151" y="6592888"/>
              <a:ext cx="6350" cy="365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3">
              <a:extLst>
                <a:ext uri="{FF2B5EF4-FFF2-40B4-BE49-F238E27FC236}">
                  <a16:creationId xmlns:a16="http://schemas.microsoft.com/office/drawing/2014/main" id="{6AD81704-6AE8-448A-A8B0-7A2AAEBF2C02}"/>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4">
              <a:extLst>
                <a:ext uri="{FF2B5EF4-FFF2-40B4-BE49-F238E27FC236}">
                  <a16:creationId xmlns:a16="http://schemas.microsoft.com/office/drawing/2014/main" id="{417EEFDD-7EF6-4AB1-B9FF-91904D9F1136}"/>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05">
              <a:extLst>
                <a:ext uri="{FF2B5EF4-FFF2-40B4-BE49-F238E27FC236}">
                  <a16:creationId xmlns:a16="http://schemas.microsoft.com/office/drawing/2014/main" id="{C4D015B6-4E88-44DF-85EA-6D6574D82624}"/>
                </a:ext>
              </a:extLst>
            </p:cNvPr>
            <p:cNvSpPr>
              <a:spLocks noChangeArrowheads="1"/>
            </p:cNvSpPr>
            <p:nvPr/>
          </p:nvSpPr>
          <p:spPr bwMode="auto">
            <a:xfrm>
              <a:off x="7804151" y="6435725"/>
              <a:ext cx="6350" cy="285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06">
              <a:extLst>
                <a:ext uri="{FF2B5EF4-FFF2-40B4-BE49-F238E27FC236}">
                  <a16:creationId xmlns:a16="http://schemas.microsoft.com/office/drawing/2014/main" id="{7B0FC67B-F91E-4A77-961F-5C34E0D08C39}"/>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07">
              <a:extLst>
                <a:ext uri="{FF2B5EF4-FFF2-40B4-BE49-F238E27FC236}">
                  <a16:creationId xmlns:a16="http://schemas.microsoft.com/office/drawing/2014/main" id="{D16DC8A5-AF24-466A-8100-A3C800764866}"/>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8">
              <a:extLst>
                <a:ext uri="{FF2B5EF4-FFF2-40B4-BE49-F238E27FC236}">
                  <a16:creationId xmlns:a16="http://schemas.microsoft.com/office/drawing/2014/main" id="{B3656FD3-C19C-4327-A79E-9875E62F59FE}"/>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9">
              <a:extLst>
                <a:ext uri="{FF2B5EF4-FFF2-40B4-BE49-F238E27FC236}">
                  <a16:creationId xmlns:a16="http://schemas.microsoft.com/office/drawing/2014/main" id="{C5605BEF-C5DB-4549-891A-A7FC52A0E943}"/>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10">
              <a:extLst>
                <a:ext uri="{FF2B5EF4-FFF2-40B4-BE49-F238E27FC236}">
                  <a16:creationId xmlns:a16="http://schemas.microsoft.com/office/drawing/2014/main" id="{C9C49187-9082-49C5-AE26-8DBBF2218993}"/>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11">
              <a:extLst>
                <a:ext uri="{FF2B5EF4-FFF2-40B4-BE49-F238E27FC236}">
                  <a16:creationId xmlns:a16="http://schemas.microsoft.com/office/drawing/2014/main" id="{0C2EE26D-8AB3-45B6-8C12-7FC9CC1B29B9}"/>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112">
              <a:extLst>
                <a:ext uri="{FF2B5EF4-FFF2-40B4-BE49-F238E27FC236}">
                  <a16:creationId xmlns:a16="http://schemas.microsoft.com/office/drawing/2014/main" id="{40D15549-31CF-4F31-872B-2FBF52F554BD}"/>
                </a:ext>
              </a:extLst>
            </p:cNvPr>
            <p:cNvSpPr>
              <a:spLocks noChangeArrowheads="1"/>
            </p:cNvSpPr>
            <p:nvPr/>
          </p:nvSpPr>
          <p:spPr bwMode="auto">
            <a:xfrm>
              <a:off x="7764463" y="6677025"/>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9" name="Arts" descr="{&quot;Key&quot;:&quot;POWER_USER_SHAPE_ICON&quot;,&quot;Value&quot;:&quot;POWER_USER_SHAPE_ICON_STYLE_1&quot;}">
            <a:extLst>
              <a:ext uri="{FF2B5EF4-FFF2-40B4-BE49-F238E27FC236}">
                <a16:creationId xmlns:a16="http://schemas.microsoft.com/office/drawing/2014/main" id="{FDF3C5FE-B5AC-4CDB-A128-85574F27E18B}"/>
              </a:ext>
            </a:extLst>
          </p:cNvPr>
          <p:cNvGrpSpPr>
            <a:grpSpLocks noChangeAspect="1"/>
          </p:cNvGrpSpPr>
          <p:nvPr>
            <p:custDataLst>
              <p:tags r:id="rId2"/>
            </p:custDataLst>
          </p:nvPr>
        </p:nvGrpSpPr>
        <p:grpSpPr>
          <a:xfrm>
            <a:off x="9624392" y="2996952"/>
            <a:ext cx="579438" cy="585788"/>
            <a:chOff x="5810251" y="258763"/>
            <a:chExt cx="579438" cy="585788"/>
          </a:xfrm>
          <a:solidFill>
            <a:srgbClr val="FFFFFF"/>
          </a:solidFill>
        </p:grpSpPr>
        <p:sp>
          <p:nvSpPr>
            <p:cNvPr id="230" name="Freeform 109">
              <a:extLst>
                <a:ext uri="{FF2B5EF4-FFF2-40B4-BE49-F238E27FC236}">
                  <a16:creationId xmlns:a16="http://schemas.microsoft.com/office/drawing/2014/main" id="{F0E7D167-F2F7-463A-B761-63F86349A707}"/>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10">
              <a:extLst>
                <a:ext uri="{FF2B5EF4-FFF2-40B4-BE49-F238E27FC236}">
                  <a16:creationId xmlns:a16="http://schemas.microsoft.com/office/drawing/2014/main" id="{C2EF3C77-1881-44B2-B0BE-55D25D3C3903}"/>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11">
              <a:extLst>
                <a:ext uri="{FF2B5EF4-FFF2-40B4-BE49-F238E27FC236}">
                  <a16:creationId xmlns:a16="http://schemas.microsoft.com/office/drawing/2014/main" id="{594BEC41-B0FF-478F-9EC9-D7557512C75F}"/>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12">
              <a:extLst>
                <a:ext uri="{FF2B5EF4-FFF2-40B4-BE49-F238E27FC236}">
                  <a16:creationId xmlns:a16="http://schemas.microsoft.com/office/drawing/2014/main" id="{7A016911-7673-473C-B0EA-EFA8C61FB811}"/>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13">
              <a:extLst>
                <a:ext uri="{FF2B5EF4-FFF2-40B4-BE49-F238E27FC236}">
                  <a16:creationId xmlns:a16="http://schemas.microsoft.com/office/drawing/2014/main" id="{2741B063-A237-40C5-9812-E6692AD28F21}"/>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14">
              <a:extLst>
                <a:ext uri="{FF2B5EF4-FFF2-40B4-BE49-F238E27FC236}">
                  <a16:creationId xmlns:a16="http://schemas.microsoft.com/office/drawing/2014/main" id="{57284129-56A5-4AF2-A482-F6F382696EB9}"/>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5">
              <a:extLst>
                <a:ext uri="{FF2B5EF4-FFF2-40B4-BE49-F238E27FC236}">
                  <a16:creationId xmlns:a16="http://schemas.microsoft.com/office/drawing/2014/main" id="{F09270E3-B216-4EAF-9774-DB4949F37F7C}"/>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9" name="Award3" descr="{&quot;Key&quot;:&quot;POWER_USER_SHAPE_ICON&quot;,&quot;Value&quot;:&quot;POWER_USER_SHAPE_ICON_STYLE_1&quot;}">
            <a:extLst>
              <a:ext uri="{FF2B5EF4-FFF2-40B4-BE49-F238E27FC236}">
                <a16:creationId xmlns:a16="http://schemas.microsoft.com/office/drawing/2014/main" id="{2AB17F02-9603-4792-A425-725B32E6EE68}"/>
              </a:ext>
            </a:extLst>
          </p:cNvPr>
          <p:cNvGrpSpPr>
            <a:grpSpLocks noChangeAspect="1"/>
          </p:cNvGrpSpPr>
          <p:nvPr/>
        </p:nvGrpSpPr>
        <p:grpSpPr>
          <a:xfrm>
            <a:off x="9480376" y="764704"/>
            <a:ext cx="414681" cy="542925"/>
            <a:chOff x="4316413" y="1254126"/>
            <a:chExt cx="153988" cy="201612"/>
          </a:xfrm>
          <a:solidFill>
            <a:srgbClr val="FFFFFF"/>
          </a:solidFill>
        </p:grpSpPr>
        <p:sp>
          <p:nvSpPr>
            <p:cNvPr id="250" name="Freeform 311">
              <a:extLst>
                <a:ext uri="{FF2B5EF4-FFF2-40B4-BE49-F238E27FC236}">
                  <a16:creationId xmlns:a16="http://schemas.microsoft.com/office/drawing/2014/main" id="{C00DB8AF-D9F1-4413-AEC5-A4017BA3DCEA}"/>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312">
              <a:extLst>
                <a:ext uri="{FF2B5EF4-FFF2-40B4-BE49-F238E27FC236}">
                  <a16:creationId xmlns:a16="http://schemas.microsoft.com/office/drawing/2014/main" id="{D815FD23-8CA0-42BA-BF09-B261B48AB0FF}"/>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313">
              <a:extLst>
                <a:ext uri="{FF2B5EF4-FFF2-40B4-BE49-F238E27FC236}">
                  <a16:creationId xmlns:a16="http://schemas.microsoft.com/office/drawing/2014/main" id="{17BB3D99-2A3B-4EC0-87D1-5BDE3F5A4EE5}"/>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314">
              <a:extLst>
                <a:ext uri="{FF2B5EF4-FFF2-40B4-BE49-F238E27FC236}">
                  <a16:creationId xmlns:a16="http://schemas.microsoft.com/office/drawing/2014/main" id="{A3A47AD3-9CE2-4008-8A50-C7AD49D3E83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315">
              <a:extLst>
                <a:ext uri="{FF2B5EF4-FFF2-40B4-BE49-F238E27FC236}">
                  <a16:creationId xmlns:a16="http://schemas.microsoft.com/office/drawing/2014/main" id="{404A2A6C-184A-480B-B662-DCA2A9DD4842}"/>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5" name="Care11" descr="{&quot;Key&quot;:&quot;POWER_USER_SHAPE_ICON&quot;,&quot;Value&quot;:&quot;POWER_USER_SHAPE_ICON_STYLE_1&quot;}">
            <a:extLst>
              <a:ext uri="{FF2B5EF4-FFF2-40B4-BE49-F238E27FC236}">
                <a16:creationId xmlns:a16="http://schemas.microsoft.com/office/drawing/2014/main" id="{15E6969A-1C1D-46AA-8904-94C6A00C7D39}"/>
              </a:ext>
            </a:extLst>
          </p:cNvPr>
          <p:cNvGrpSpPr>
            <a:grpSpLocks noChangeAspect="1"/>
          </p:cNvGrpSpPr>
          <p:nvPr>
            <p:custDataLst>
              <p:tags r:id="rId3"/>
            </p:custDataLst>
          </p:nvPr>
        </p:nvGrpSpPr>
        <p:grpSpPr>
          <a:xfrm>
            <a:off x="4367808" y="260648"/>
            <a:ext cx="550949" cy="542925"/>
            <a:chOff x="3140075" y="371476"/>
            <a:chExt cx="327026" cy="322263"/>
          </a:xfrm>
          <a:solidFill>
            <a:srgbClr val="FFFFFF"/>
          </a:solidFill>
        </p:grpSpPr>
        <p:sp>
          <p:nvSpPr>
            <p:cNvPr id="286" name="Freeform 131">
              <a:extLst>
                <a:ext uri="{FF2B5EF4-FFF2-40B4-BE49-F238E27FC236}">
                  <a16:creationId xmlns:a16="http://schemas.microsoft.com/office/drawing/2014/main" id="{39DFEF19-64B3-4C70-A54A-42713BED3A9B}"/>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32">
              <a:extLst>
                <a:ext uri="{FF2B5EF4-FFF2-40B4-BE49-F238E27FC236}">
                  <a16:creationId xmlns:a16="http://schemas.microsoft.com/office/drawing/2014/main" id="{004BBE3F-3E0A-48F0-ABB1-F51CF4C1230C}"/>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33">
              <a:extLst>
                <a:ext uri="{FF2B5EF4-FFF2-40B4-BE49-F238E27FC236}">
                  <a16:creationId xmlns:a16="http://schemas.microsoft.com/office/drawing/2014/main" id="{0E6E35DE-34AE-4B33-A82F-586DF067128C}"/>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34">
              <a:extLst>
                <a:ext uri="{FF2B5EF4-FFF2-40B4-BE49-F238E27FC236}">
                  <a16:creationId xmlns:a16="http://schemas.microsoft.com/office/drawing/2014/main" id="{24B4E2C5-A57B-42CC-97C0-EDB6BE29D707}"/>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35">
              <a:extLst>
                <a:ext uri="{FF2B5EF4-FFF2-40B4-BE49-F238E27FC236}">
                  <a16:creationId xmlns:a16="http://schemas.microsoft.com/office/drawing/2014/main" id="{EEF1B4E5-2F03-41E3-9D13-ABBA2D9CEC48}"/>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36">
              <a:extLst>
                <a:ext uri="{FF2B5EF4-FFF2-40B4-BE49-F238E27FC236}">
                  <a16:creationId xmlns:a16="http://schemas.microsoft.com/office/drawing/2014/main" id="{69B2FC04-4032-40A9-A0D6-CD2433AC4421}"/>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37">
              <a:extLst>
                <a:ext uri="{FF2B5EF4-FFF2-40B4-BE49-F238E27FC236}">
                  <a16:creationId xmlns:a16="http://schemas.microsoft.com/office/drawing/2014/main" id="{738D40BA-EAE8-4220-8FFB-5DF6AD03C26B}"/>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38">
              <a:extLst>
                <a:ext uri="{FF2B5EF4-FFF2-40B4-BE49-F238E27FC236}">
                  <a16:creationId xmlns:a16="http://schemas.microsoft.com/office/drawing/2014/main" id="{BA9E7DB3-4C81-434E-A0EF-6027E3A72B88}"/>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39">
              <a:extLst>
                <a:ext uri="{FF2B5EF4-FFF2-40B4-BE49-F238E27FC236}">
                  <a16:creationId xmlns:a16="http://schemas.microsoft.com/office/drawing/2014/main" id="{EE52A46E-66DF-452F-9B3E-66B5AAC4AB0F}"/>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Chart10" descr="{&quot;Key&quot;:&quot;POWER_USER_SHAPE_ICON&quot;,&quot;Value&quot;:&quot;POWER_USER_SHAPE_ICON_STYLE_1&quot;}">
            <a:extLst>
              <a:ext uri="{FF2B5EF4-FFF2-40B4-BE49-F238E27FC236}">
                <a16:creationId xmlns:a16="http://schemas.microsoft.com/office/drawing/2014/main" id="{33458D90-AF45-4B06-BFCA-0E48023FF074}"/>
              </a:ext>
            </a:extLst>
          </p:cNvPr>
          <p:cNvGrpSpPr>
            <a:grpSpLocks noChangeAspect="1"/>
          </p:cNvGrpSpPr>
          <p:nvPr/>
        </p:nvGrpSpPr>
        <p:grpSpPr>
          <a:xfrm>
            <a:off x="7320136" y="2780928"/>
            <a:ext cx="585963" cy="542925"/>
            <a:chOff x="9031288" y="5214938"/>
            <a:chExt cx="280988" cy="260350"/>
          </a:xfrm>
          <a:solidFill>
            <a:srgbClr val="FFFFFF"/>
          </a:solidFill>
        </p:grpSpPr>
        <p:sp>
          <p:nvSpPr>
            <p:cNvPr id="303" name="Freeform 436">
              <a:extLst>
                <a:ext uri="{FF2B5EF4-FFF2-40B4-BE49-F238E27FC236}">
                  <a16:creationId xmlns:a16="http://schemas.microsoft.com/office/drawing/2014/main" id="{8501F23C-0A22-41DC-8B5F-01A064C29AE4}"/>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437">
              <a:extLst>
                <a:ext uri="{FF2B5EF4-FFF2-40B4-BE49-F238E27FC236}">
                  <a16:creationId xmlns:a16="http://schemas.microsoft.com/office/drawing/2014/main" id="{54BE6572-0A4A-496B-844C-61B88453D0A2}"/>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438">
              <a:extLst>
                <a:ext uri="{FF2B5EF4-FFF2-40B4-BE49-F238E27FC236}">
                  <a16:creationId xmlns:a16="http://schemas.microsoft.com/office/drawing/2014/main" id="{A0E95364-C5F3-4E1E-97DB-00F47D40C843}"/>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439">
              <a:extLst>
                <a:ext uri="{FF2B5EF4-FFF2-40B4-BE49-F238E27FC236}">
                  <a16:creationId xmlns:a16="http://schemas.microsoft.com/office/drawing/2014/main" id="{6C6DE122-73D6-4646-8742-E0A4868160DA}"/>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440">
              <a:extLst>
                <a:ext uri="{FF2B5EF4-FFF2-40B4-BE49-F238E27FC236}">
                  <a16:creationId xmlns:a16="http://schemas.microsoft.com/office/drawing/2014/main" id="{1AEB63C5-6BA4-4A69-8819-B590A0F45A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441">
              <a:extLst>
                <a:ext uri="{FF2B5EF4-FFF2-40B4-BE49-F238E27FC236}">
                  <a16:creationId xmlns:a16="http://schemas.microsoft.com/office/drawing/2014/main" id="{31580647-7B1E-48DF-809F-99A22A76F01F}"/>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442">
              <a:extLst>
                <a:ext uri="{FF2B5EF4-FFF2-40B4-BE49-F238E27FC236}">
                  <a16:creationId xmlns:a16="http://schemas.microsoft.com/office/drawing/2014/main" id="{B4B31038-0B16-4695-B51B-331AB5C58CF8}"/>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443">
              <a:extLst>
                <a:ext uri="{FF2B5EF4-FFF2-40B4-BE49-F238E27FC236}">
                  <a16:creationId xmlns:a16="http://schemas.microsoft.com/office/drawing/2014/main" id="{532C3D26-A400-438F-8924-B095EB2E0ABF}"/>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444">
              <a:extLst>
                <a:ext uri="{FF2B5EF4-FFF2-40B4-BE49-F238E27FC236}">
                  <a16:creationId xmlns:a16="http://schemas.microsoft.com/office/drawing/2014/main" id="{2A6CDD5A-57A4-4834-B40C-B90A40B7C9B5}"/>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445">
              <a:extLst>
                <a:ext uri="{FF2B5EF4-FFF2-40B4-BE49-F238E27FC236}">
                  <a16:creationId xmlns:a16="http://schemas.microsoft.com/office/drawing/2014/main" id="{5F06280F-5938-4A6F-BE85-6EB5E0B40722}"/>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446">
              <a:extLst>
                <a:ext uri="{FF2B5EF4-FFF2-40B4-BE49-F238E27FC236}">
                  <a16:creationId xmlns:a16="http://schemas.microsoft.com/office/drawing/2014/main" id="{848D3929-9A98-4B58-B7A5-079C3D2C0C35}"/>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447">
              <a:extLst>
                <a:ext uri="{FF2B5EF4-FFF2-40B4-BE49-F238E27FC236}">
                  <a16:creationId xmlns:a16="http://schemas.microsoft.com/office/drawing/2014/main" id="{0960D37A-0DC2-4B8B-B9A2-9E9A6925A51C}"/>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1" name="Yes2" descr="{&quot;Key&quot;:&quot;POWER_USER_SHAPE_ICON&quot;,&quot;Value&quot;:&quot;POWER_USER_SHAPE_ICON_STYLE_1&quot;}">
            <a:extLst>
              <a:ext uri="{FF2B5EF4-FFF2-40B4-BE49-F238E27FC236}">
                <a16:creationId xmlns:a16="http://schemas.microsoft.com/office/drawing/2014/main" id="{2D202D4E-A267-4FA2-A659-4E4FFF6393F8}"/>
              </a:ext>
            </a:extLst>
          </p:cNvPr>
          <p:cNvGrpSpPr>
            <a:grpSpLocks noChangeAspect="1"/>
          </p:cNvGrpSpPr>
          <p:nvPr/>
        </p:nvGrpSpPr>
        <p:grpSpPr>
          <a:xfrm>
            <a:off x="10296480" y="1056416"/>
            <a:ext cx="460937" cy="448698"/>
            <a:chOff x="11181181" y="2982871"/>
            <a:chExt cx="179388" cy="174625"/>
          </a:xfrm>
          <a:solidFill>
            <a:srgbClr val="FFFFFF"/>
          </a:solidFill>
        </p:grpSpPr>
        <p:sp>
          <p:nvSpPr>
            <p:cNvPr id="352" name="Freeform 981">
              <a:extLst>
                <a:ext uri="{FF2B5EF4-FFF2-40B4-BE49-F238E27FC236}">
                  <a16:creationId xmlns:a16="http://schemas.microsoft.com/office/drawing/2014/main" id="{6B1E2749-3D90-4E85-96C5-C3243B3CF5F3}"/>
                </a:ext>
              </a:extLst>
            </p:cNvPr>
            <p:cNvSpPr>
              <a:spLocks/>
            </p:cNvSpPr>
            <p:nvPr/>
          </p:nvSpPr>
          <p:spPr bwMode="auto">
            <a:xfrm>
              <a:off x="11293893" y="2987633"/>
              <a:ext cx="1588" cy="3175"/>
            </a:xfrm>
            <a:custGeom>
              <a:avLst/>
              <a:gdLst>
                <a:gd name="T0" fmla="*/ 0 w 3"/>
                <a:gd name="T1" fmla="*/ 4 h 4"/>
                <a:gd name="T2" fmla="*/ 3 w 3"/>
                <a:gd name="T3" fmla="*/ 0 h 4"/>
                <a:gd name="T4" fmla="*/ 3 w 3"/>
                <a:gd name="T5" fmla="*/ 0 h 4"/>
                <a:gd name="T6" fmla="*/ 0 w 3"/>
                <a:gd name="T7" fmla="*/ 4 h 4"/>
              </a:gdLst>
              <a:ahLst/>
              <a:cxnLst>
                <a:cxn ang="0">
                  <a:pos x="T0" y="T1"/>
                </a:cxn>
                <a:cxn ang="0">
                  <a:pos x="T2" y="T3"/>
                </a:cxn>
                <a:cxn ang="0">
                  <a:pos x="T4" y="T5"/>
                </a:cxn>
                <a:cxn ang="0">
                  <a:pos x="T6" y="T7"/>
                </a:cxn>
              </a:cxnLst>
              <a:rect l="0" t="0" r="r" b="b"/>
              <a:pathLst>
                <a:path w="3" h="4">
                  <a:moveTo>
                    <a:pt x="0" y="4"/>
                  </a:moveTo>
                  <a:cubicBezTo>
                    <a:pt x="1" y="3"/>
                    <a:pt x="2" y="2"/>
                    <a:pt x="3" y="0"/>
                  </a:cubicBezTo>
                  <a:cubicBezTo>
                    <a:pt x="3" y="0"/>
                    <a:pt x="3" y="0"/>
                    <a:pt x="3" y="0"/>
                  </a:cubicBezTo>
                  <a:cubicBezTo>
                    <a:pt x="2" y="1"/>
                    <a:pt x="1" y="3"/>
                    <a:pt x="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3" name="Freeform 991">
              <a:extLst>
                <a:ext uri="{FF2B5EF4-FFF2-40B4-BE49-F238E27FC236}">
                  <a16:creationId xmlns:a16="http://schemas.microsoft.com/office/drawing/2014/main" id="{5EEF20C2-7150-4D2A-B2F9-4FF4931DAE48}"/>
                </a:ext>
              </a:extLst>
            </p:cNvPr>
            <p:cNvSpPr>
              <a:spLocks/>
            </p:cNvSpPr>
            <p:nvPr/>
          </p:nvSpPr>
          <p:spPr bwMode="auto">
            <a:xfrm>
              <a:off x="11181181" y="2982871"/>
              <a:ext cx="173038" cy="174625"/>
            </a:xfrm>
            <a:custGeom>
              <a:avLst/>
              <a:gdLst>
                <a:gd name="T0" fmla="*/ 212 w 233"/>
                <a:gd name="T1" fmla="*/ 85 h 233"/>
                <a:gd name="T2" fmla="*/ 217 w 233"/>
                <a:gd name="T3" fmla="*/ 116 h 233"/>
                <a:gd name="T4" fmla="*/ 117 w 233"/>
                <a:gd name="T5" fmla="*/ 216 h 233"/>
                <a:gd name="T6" fmla="*/ 17 w 233"/>
                <a:gd name="T7" fmla="*/ 116 h 233"/>
                <a:gd name="T8" fmla="*/ 117 w 233"/>
                <a:gd name="T9" fmla="*/ 16 h 233"/>
                <a:gd name="T10" fmla="*/ 184 w 233"/>
                <a:gd name="T11" fmla="*/ 42 h 233"/>
                <a:gd name="T12" fmla="*/ 195 w 233"/>
                <a:gd name="T13" fmla="*/ 30 h 233"/>
                <a:gd name="T14" fmla="*/ 117 w 233"/>
                <a:gd name="T15" fmla="*/ 0 h 233"/>
                <a:gd name="T16" fmla="*/ 0 w 233"/>
                <a:gd name="T17" fmla="*/ 116 h 233"/>
                <a:gd name="T18" fmla="*/ 117 w 233"/>
                <a:gd name="T19" fmla="*/ 233 h 233"/>
                <a:gd name="T20" fmla="*/ 233 w 233"/>
                <a:gd name="T21" fmla="*/ 116 h 233"/>
                <a:gd name="T22" fmla="*/ 224 w 233"/>
                <a:gd name="T23" fmla="*/ 72 h 233"/>
                <a:gd name="T24" fmla="*/ 212 w 233"/>
                <a:gd name="T25" fmla="*/ 85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3" h="233">
                  <a:moveTo>
                    <a:pt x="212" y="85"/>
                  </a:moveTo>
                  <a:cubicBezTo>
                    <a:pt x="215" y="95"/>
                    <a:pt x="217" y="106"/>
                    <a:pt x="217" y="116"/>
                  </a:cubicBezTo>
                  <a:cubicBezTo>
                    <a:pt x="217" y="171"/>
                    <a:pt x="172" y="216"/>
                    <a:pt x="117" y="216"/>
                  </a:cubicBezTo>
                  <a:cubicBezTo>
                    <a:pt x="62" y="216"/>
                    <a:pt x="17" y="171"/>
                    <a:pt x="17" y="116"/>
                  </a:cubicBezTo>
                  <a:cubicBezTo>
                    <a:pt x="17" y="61"/>
                    <a:pt x="62" y="16"/>
                    <a:pt x="117" y="16"/>
                  </a:cubicBezTo>
                  <a:cubicBezTo>
                    <a:pt x="142" y="16"/>
                    <a:pt x="166" y="26"/>
                    <a:pt x="184" y="42"/>
                  </a:cubicBezTo>
                  <a:lnTo>
                    <a:pt x="195" y="30"/>
                  </a:lnTo>
                  <a:cubicBezTo>
                    <a:pt x="174" y="11"/>
                    <a:pt x="147" y="0"/>
                    <a:pt x="117" y="0"/>
                  </a:cubicBezTo>
                  <a:cubicBezTo>
                    <a:pt x="52" y="0"/>
                    <a:pt x="0" y="52"/>
                    <a:pt x="0" y="116"/>
                  </a:cubicBezTo>
                  <a:cubicBezTo>
                    <a:pt x="0" y="181"/>
                    <a:pt x="52" y="233"/>
                    <a:pt x="117" y="233"/>
                  </a:cubicBezTo>
                  <a:cubicBezTo>
                    <a:pt x="181" y="233"/>
                    <a:pt x="233" y="181"/>
                    <a:pt x="233" y="116"/>
                  </a:cubicBezTo>
                  <a:cubicBezTo>
                    <a:pt x="233" y="101"/>
                    <a:pt x="230" y="85"/>
                    <a:pt x="224" y="72"/>
                  </a:cubicBezTo>
                  <a:lnTo>
                    <a:pt x="212" y="8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992">
              <a:extLst>
                <a:ext uri="{FF2B5EF4-FFF2-40B4-BE49-F238E27FC236}">
                  <a16:creationId xmlns:a16="http://schemas.microsoft.com/office/drawing/2014/main" id="{19671BD6-7AF2-4548-99FF-34CE663648C0}"/>
                </a:ext>
              </a:extLst>
            </p:cNvPr>
            <p:cNvSpPr>
              <a:spLocks/>
            </p:cNvSpPr>
            <p:nvPr/>
          </p:nvSpPr>
          <p:spPr bwMode="auto">
            <a:xfrm>
              <a:off x="11219281" y="2995571"/>
              <a:ext cx="141288" cy="106363"/>
            </a:xfrm>
            <a:custGeom>
              <a:avLst/>
              <a:gdLst>
                <a:gd name="T0" fmla="*/ 64 w 190"/>
                <a:gd name="T1" fmla="*/ 144 h 144"/>
                <a:gd name="T2" fmla="*/ 64 w 190"/>
                <a:gd name="T3" fmla="*/ 144 h 144"/>
                <a:gd name="T4" fmla="*/ 58 w 190"/>
                <a:gd name="T5" fmla="*/ 141 h 144"/>
                <a:gd name="T6" fmla="*/ 0 w 190"/>
                <a:gd name="T7" fmla="*/ 72 h 144"/>
                <a:gd name="T8" fmla="*/ 13 w 190"/>
                <a:gd name="T9" fmla="*/ 61 h 144"/>
                <a:gd name="T10" fmla="*/ 65 w 190"/>
                <a:gd name="T11" fmla="*/ 123 h 144"/>
                <a:gd name="T12" fmla="*/ 178 w 190"/>
                <a:gd name="T13" fmla="*/ 0 h 144"/>
                <a:gd name="T14" fmla="*/ 190 w 190"/>
                <a:gd name="T15" fmla="*/ 11 h 144"/>
                <a:gd name="T16" fmla="*/ 71 w 190"/>
                <a:gd name="T17" fmla="*/ 142 h 144"/>
                <a:gd name="T18" fmla="*/ 64 w 190"/>
                <a:gd name="T19"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144">
                  <a:moveTo>
                    <a:pt x="64" y="144"/>
                  </a:moveTo>
                  <a:lnTo>
                    <a:pt x="64" y="144"/>
                  </a:lnTo>
                  <a:cubicBezTo>
                    <a:pt x="62" y="144"/>
                    <a:pt x="60" y="143"/>
                    <a:pt x="58" y="141"/>
                  </a:cubicBezTo>
                  <a:lnTo>
                    <a:pt x="0" y="72"/>
                  </a:lnTo>
                  <a:lnTo>
                    <a:pt x="13" y="61"/>
                  </a:lnTo>
                  <a:lnTo>
                    <a:pt x="65" y="123"/>
                  </a:lnTo>
                  <a:lnTo>
                    <a:pt x="178" y="0"/>
                  </a:lnTo>
                  <a:lnTo>
                    <a:pt x="190" y="11"/>
                  </a:lnTo>
                  <a:lnTo>
                    <a:pt x="71" y="142"/>
                  </a:lnTo>
                  <a:cubicBezTo>
                    <a:pt x="69" y="143"/>
                    <a:pt x="67" y="144"/>
                    <a:pt x="64" y="1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27597BA3-FE78-4E4D-B727-75E58F17E2A9}"/>
              </a:ext>
            </a:extLst>
          </p:cNvPr>
          <p:cNvSpPr>
            <a:spLocks noGrp="1"/>
          </p:cNvSpPr>
          <p:nvPr>
            <p:ph type="title"/>
          </p:nvPr>
        </p:nvSpPr>
        <p:spPr>
          <a:xfrm>
            <a:off x="214184" y="13663"/>
            <a:ext cx="9728886" cy="678316"/>
          </a:xfrm>
        </p:spPr>
        <p:txBody>
          <a:bodyPr>
            <a:noAutofit/>
          </a:bodyPr>
          <a:lstStyle/>
          <a:p>
            <a:r>
              <a:rPr lang="en-US" dirty="0"/>
              <a:t>Roadmap 06</a:t>
            </a:r>
          </a:p>
        </p:txBody>
      </p:sp>
      <p:grpSp>
        <p:nvGrpSpPr>
          <p:cNvPr id="3" name="Car13" descr="{&quot;Key&quot;:&quot;POWER_USER_SHAPE_ICON&quot;,&quot;Value&quot;:&quot;POWER_USER_SHAPE_ICON_STYLE_1&quot;}">
            <a:extLst>
              <a:ext uri="{FF2B5EF4-FFF2-40B4-BE49-F238E27FC236}">
                <a16:creationId xmlns:a16="http://schemas.microsoft.com/office/drawing/2014/main" id="{2BC15540-AD78-FD4A-BEDF-15133811B605}"/>
              </a:ext>
            </a:extLst>
          </p:cNvPr>
          <p:cNvGrpSpPr>
            <a:grpSpLocks noChangeAspect="1"/>
          </p:cNvGrpSpPr>
          <p:nvPr/>
        </p:nvGrpSpPr>
        <p:grpSpPr>
          <a:xfrm>
            <a:off x="566641" y="1008611"/>
            <a:ext cx="753717" cy="495300"/>
            <a:chOff x="6535237" y="5505539"/>
            <a:chExt cx="3000375" cy="1971675"/>
          </a:xfrm>
          <a:solidFill>
            <a:srgbClr val="FFFFFF"/>
          </a:solidFill>
        </p:grpSpPr>
        <p:sp>
          <p:nvSpPr>
            <p:cNvPr id="4" name="Free-form: Shape 3">
              <a:extLst>
                <a:ext uri="{FF2B5EF4-FFF2-40B4-BE49-F238E27FC236}">
                  <a16:creationId xmlns:a16="http://schemas.microsoft.com/office/drawing/2014/main" id="{9457E4BA-89A6-B287-03D0-3062E30E9CBE}"/>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FF6F29C-A276-4D7E-9708-FE3FB5DAA10A}"/>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2D68B3B-A290-5854-C77F-B4C62F0421C0}"/>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8D74A184-61CC-9D73-B1B9-6C70523ED56F}"/>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400" name="Candidate" descr="{&quot;Key&quot;:&quot;POWER_USER_SHAPE_ICON&quot;,&quot;Value&quot;:&quot;POWER_USER_SHAPE_ICON_STYLE_1&quot;}">
            <a:extLst>
              <a:ext uri="{FF2B5EF4-FFF2-40B4-BE49-F238E27FC236}">
                <a16:creationId xmlns:a16="http://schemas.microsoft.com/office/drawing/2014/main" id="{B602979A-8B80-1034-3E87-A5F3F245B7BD}"/>
              </a:ext>
            </a:extLst>
          </p:cNvPr>
          <p:cNvGrpSpPr>
            <a:grpSpLocks noChangeAspect="1"/>
          </p:cNvGrpSpPr>
          <p:nvPr/>
        </p:nvGrpSpPr>
        <p:grpSpPr>
          <a:xfrm>
            <a:off x="2832901" y="780234"/>
            <a:ext cx="447593" cy="520456"/>
            <a:chOff x="6181577" y="4044732"/>
            <a:chExt cx="1236083" cy="1437305"/>
          </a:xfrm>
          <a:solidFill>
            <a:srgbClr val="FFFFFF"/>
          </a:solidFill>
        </p:grpSpPr>
        <p:sp>
          <p:nvSpPr>
            <p:cNvPr id="401" name="Free-form: Shape 400">
              <a:extLst>
                <a:ext uri="{FF2B5EF4-FFF2-40B4-BE49-F238E27FC236}">
                  <a16:creationId xmlns:a16="http://schemas.microsoft.com/office/drawing/2014/main" id="{02F04D6E-2AA6-E090-26AA-72DC15A37AFB}"/>
                </a:ext>
              </a:extLst>
            </p:cNvPr>
            <p:cNvSpPr/>
            <p:nvPr/>
          </p:nvSpPr>
          <p:spPr>
            <a:xfrm>
              <a:off x="6952498" y="4044732"/>
              <a:ext cx="269291" cy="275451"/>
            </a:xfrm>
            <a:custGeom>
              <a:avLst/>
              <a:gdLst>
                <a:gd name="connsiteX0" fmla="*/ 141309 w 269291"/>
                <a:gd name="connsiteY0" fmla="*/ 0 h 275451"/>
                <a:gd name="connsiteX1" fmla="*/ 252211 w 269291"/>
                <a:gd name="connsiteY1" fmla="*/ 71233 h 275451"/>
                <a:gd name="connsiteX2" fmla="*/ 269171 w 269291"/>
                <a:gd name="connsiteY2" fmla="*/ 143846 h 275451"/>
                <a:gd name="connsiteX3" fmla="*/ 58980 w 269291"/>
                <a:gd name="connsiteY3" fmla="*/ 251701 h 275451"/>
                <a:gd name="connsiteX4" fmla="*/ 26266 w 269291"/>
                <a:gd name="connsiteY4" fmla="*/ 55767 h 275451"/>
                <a:gd name="connsiteX5" fmla="*/ 127223 w 269291"/>
                <a:gd name="connsiteY5" fmla="*/ 0 h 275451"/>
                <a:gd name="connsiteX6" fmla="*/ 141309 w 269291"/>
                <a:gd name="connsiteY6" fmla="*/ 0 h 275451"/>
                <a:gd name="connsiteX7" fmla="*/ 133164 w 269291"/>
                <a:gd name="connsiteY7" fmla="*/ 235421 h 275451"/>
                <a:gd name="connsiteX8" fmla="*/ 229032 w 269291"/>
                <a:gd name="connsiteY8" fmla="*/ 139301 h 275451"/>
                <a:gd name="connsiteX9" fmla="*/ 135885 w 269291"/>
                <a:gd name="connsiteY9" fmla="*/ 40542 h 275451"/>
                <a:gd name="connsiteX10" fmla="*/ 40016 w 269291"/>
                <a:gd name="connsiteY10" fmla="*/ 136662 h 275451"/>
                <a:gd name="connsiteX11" fmla="*/ 133164 w 269291"/>
                <a:gd name="connsiteY11" fmla="*/ 235421 h 27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291" h="275451">
                  <a:moveTo>
                    <a:pt x="141309" y="0"/>
                  </a:moveTo>
                  <a:cubicBezTo>
                    <a:pt x="193320" y="6056"/>
                    <a:pt x="230287" y="29800"/>
                    <a:pt x="252211" y="71233"/>
                  </a:cubicBezTo>
                  <a:cubicBezTo>
                    <a:pt x="264553" y="94575"/>
                    <a:pt x="270206" y="118779"/>
                    <a:pt x="269171" y="143846"/>
                  </a:cubicBezTo>
                  <a:cubicBezTo>
                    <a:pt x="264802" y="250551"/>
                    <a:pt x="147345" y="312068"/>
                    <a:pt x="58980" y="251701"/>
                  </a:cubicBezTo>
                  <a:cubicBezTo>
                    <a:pt x="-5009" y="208007"/>
                    <a:pt x="-18520" y="117629"/>
                    <a:pt x="26266" y="55767"/>
                  </a:cubicBezTo>
                  <a:cubicBezTo>
                    <a:pt x="50222" y="22614"/>
                    <a:pt x="83874" y="4024"/>
                    <a:pt x="127223" y="0"/>
                  </a:cubicBezTo>
                  <a:lnTo>
                    <a:pt x="141309" y="0"/>
                  </a:lnTo>
                  <a:close/>
                  <a:moveTo>
                    <a:pt x="133164" y="235421"/>
                  </a:moveTo>
                  <a:cubicBezTo>
                    <a:pt x="185359" y="236150"/>
                    <a:pt x="228281" y="193116"/>
                    <a:pt x="229032" y="139301"/>
                  </a:cubicBezTo>
                  <a:cubicBezTo>
                    <a:pt x="229784" y="85487"/>
                    <a:pt x="188080" y="41271"/>
                    <a:pt x="135885" y="40542"/>
                  </a:cubicBezTo>
                  <a:cubicBezTo>
                    <a:pt x="83690" y="39813"/>
                    <a:pt x="40768" y="82847"/>
                    <a:pt x="40016" y="136662"/>
                  </a:cubicBezTo>
                  <a:cubicBezTo>
                    <a:pt x="39265" y="190476"/>
                    <a:pt x="80968" y="234692"/>
                    <a:pt x="133164" y="235421"/>
                  </a:cubicBezTo>
                  <a:close/>
                </a:path>
              </a:pathLst>
            </a:custGeom>
            <a:grpFill/>
            <a:ln w="571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AA11EAF9-5956-D9F2-26C8-36DDED11AF08}"/>
                </a:ext>
              </a:extLst>
            </p:cNvPr>
            <p:cNvSpPr/>
            <p:nvPr/>
          </p:nvSpPr>
          <p:spPr>
            <a:xfrm>
              <a:off x="6181577" y="4056201"/>
              <a:ext cx="408324" cy="408258"/>
            </a:xfrm>
            <a:custGeom>
              <a:avLst/>
              <a:gdLst>
                <a:gd name="connsiteX0" fmla="*/ 0 w 408324"/>
                <a:gd name="connsiteY0" fmla="*/ 345155 h 408258"/>
                <a:gd name="connsiteX1" fmla="*/ 0 w 408324"/>
                <a:gd name="connsiteY1" fmla="*/ 63673 h 408258"/>
                <a:gd name="connsiteX2" fmla="*/ 38692 w 408324"/>
                <a:gd name="connsiteY2" fmla="*/ 7330 h 408258"/>
                <a:gd name="connsiteX3" fmla="*/ 100267 w 408324"/>
                <a:gd name="connsiteY3" fmla="*/ 86 h 408258"/>
                <a:gd name="connsiteX4" fmla="*/ 311666 w 408324"/>
                <a:gd name="connsiteY4" fmla="*/ 86 h 408258"/>
                <a:gd name="connsiteX5" fmla="*/ 371343 w 408324"/>
                <a:gd name="connsiteY5" fmla="*/ 8135 h 408258"/>
                <a:gd name="connsiteX6" fmla="*/ 402331 w 408324"/>
                <a:gd name="connsiteY6" fmla="*/ 42171 h 408258"/>
                <a:gd name="connsiteX7" fmla="*/ 408195 w 408324"/>
                <a:gd name="connsiteY7" fmla="*/ 85922 h 408258"/>
                <a:gd name="connsiteX8" fmla="*/ 408310 w 408324"/>
                <a:gd name="connsiteY8" fmla="*/ 313017 h 408258"/>
                <a:gd name="connsiteX9" fmla="*/ 399399 w 408324"/>
                <a:gd name="connsiteY9" fmla="*/ 372981 h 408258"/>
                <a:gd name="connsiteX10" fmla="*/ 363984 w 408324"/>
                <a:gd name="connsiteY10" fmla="*/ 403279 h 408258"/>
                <a:gd name="connsiteX11" fmla="*/ 319715 w 408324"/>
                <a:gd name="connsiteY11" fmla="*/ 408051 h 408258"/>
                <a:gd name="connsiteX12" fmla="*/ 96530 w 408324"/>
                <a:gd name="connsiteY12" fmla="*/ 408166 h 408258"/>
                <a:gd name="connsiteX13" fmla="*/ 36910 w 408324"/>
                <a:gd name="connsiteY13" fmla="*/ 400117 h 408258"/>
                <a:gd name="connsiteX14" fmla="*/ 0 w 408324"/>
                <a:gd name="connsiteY14" fmla="*/ 345155 h 408258"/>
                <a:gd name="connsiteX15" fmla="*/ 368186 w 408324"/>
                <a:gd name="connsiteY15" fmla="*/ 69248 h 408258"/>
                <a:gd name="connsiteX16" fmla="*/ 339548 w 408324"/>
                <a:gd name="connsiteY16" fmla="*/ 40510 h 408258"/>
                <a:gd name="connsiteX17" fmla="*/ 69220 w 408324"/>
                <a:gd name="connsiteY17" fmla="*/ 40038 h 408258"/>
                <a:gd name="connsiteX18" fmla="*/ 40481 w 408324"/>
                <a:gd name="connsiteY18" fmla="*/ 68676 h 408258"/>
                <a:gd name="connsiteX19" fmla="*/ 40009 w 408324"/>
                <a:gd name="connsiteY19" fmla="*/ 339004 h 408258"/>
                <a:gd name="connsiteX20" fmla="*/ 68647 w 408324"/>
                <a:gd name="connsiteY20" fmla="*/ 367743 h 408258"/>
                <a:gd name="connsiteX21" fmla="*/ 338976 w 408324"/>
                <a:gd name="connsiteY21" fmla="*/ 368215 h 408258"/>
                <a:gd name="connsiteX22" fmla="*/ 367714 w 408324"/>
                <a:gd name="connsiteY22" fmla="*/ 339576 h 408258"/>
                <a:gd name="connsiteX23" fmla="*/ 368186 w 408324"/>
                <a:gd name="connsiteY23" fmla="*/ 69248 h 40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8324" h="408258">
                  <a:moveTo>
                    <a:pt x="0" y="345155"/>
                  </a:moveTo>
                  <a:lnTo>
                    <a:pt x="0" y="63673"/>
                  </a:lnTo>
                  <a:cubicBezTo>
                    <a:pt x="4408" y="35731"/>
                    <a:pt x="17305" y="16951"/>
                    <a:pt x="38692" y="7330"/>
                  </a:cubicBezTo>
                  <a:cubicBezTo>
                    <a:pt x="49309" y="2578"/>
                    <a:pt x="69834" y="163"/>
                    <a:pt x="100267" y="86"/>
                  </a:cubicBezTo>
                  <a:cubicBezTo>
                    <a:pt x="170714" y="-29"/>
                    <a:pt x="241180" y="-29"/>
                    <a:pt x="311666" y="86"/>
                  </a:cubicBezTo>
                  <a:cubicBezTo>
                    <a:pt x="340565" y="125"/>
                    <a:pt x="360457" y="2808"/>
                    <a:pt x="371343" y="8135"/>
                  </a:cubicBezTo>
                  <a:cubicBezTo>
                    <a:pt x="385792" y="15226"/>
                    <a:pt x="396122" y="26571"/>
                    <a:pt x="402331" y="42171"/>
                  </a:cubicBezTo>
                  <a:cubicBezTo>
                    <a:pt x="406164" y="51829"/>
                    <a:pt x="408119" y="66413"/>
                    <a:pt x="408195" y="85922"/>
                  </a:cubicBezTo>
                  <a:cubicBezTo>
                    <a:pt x="408310" y="115013"/>
                    <a:pt x="408348" y="190711"/>
                    <a:pt x="408310" y="313017"/>
                  </a:cubicBezTo>
                  <a:cubicBezTo>
                    <a:pt x="408310" y="341763"/>
                    <a:pt x="405340" y="361751"/>
                    <a:pt x="399399" y="372981"/>
                  </a:cubicBezTo>
                  <a:cubicBezTo>
                    <a:pt x="391772" y="387469"/>
                    <a:pt x="379966" y="397568"/>
                    <a:pt x="363984" y="403279"/>
                  </a:cubicBezTo>
                  <a:cubicBezTo>
                    <a:pt x="355206" y="406422"/>
                    <a:pt x="340450" y="408013"/>
                    <a:pt x="319715" y="408051"/>
                  </a:cubicBezTo>
                  <a:cubicBezTo>
                    <a:pt x="245320" y="408281"/>
                    <a:pt x="170925" y="408320"/>
                    <a:pt x="96530" y="408166"/>
                  </a:cubicBezTo>
                  <a:cubicBezTo>
                    <a:pt x="67668" y="408128"/>
                    <a:pt x="47795" y="405445"/>
                    <a:pt x="36910" y="400117"/>
                  </a:cubicBezTo>
                  <a:cubicBezTo>
                    <a:pt x="16711" y="390190"/>
                    <a:pt x="4408" y="371869"/>
                    <a:pt x="0" y="345155"/>
                  </a:cubicBezTo>
                  <a:close/>
                  <a:moveTo>
                    <a:pt x="368186" y="69248"/>
                  </a:moveTo>
                  <a:cubicBezTo>
                    <a:pt x="368214" y="53404"/>
                    <a:pt x="355392" y="40537"/>
                    <a:pt x="339548" y="40510"/>
                  </a:cubicBezTo>
                  <a:lnTo>
                    <a:pt x="69220" y="40038"/>
                  </a:lnTo>
                  <a:cubicBezTo>
                    <a:pt x="53375" y="40010"/>
                    <a:pt x="40509" y="52832"/>
                    <a:pt x="40481" y="68676"/>
                  </a:cubicBezTo>
                  <a:lnTo>
                    <a:pt x="40009" y="339004"/>
                  </a:lnTo>
                  <a:cubicBezTo>
                    <a:pt x="39981" y="354848"/>
                    <a:pt x="52803" y="367715"/>
                    <a:pt x="68647" y="367743"/>
                  </a:cubicBezTo>
                  <a:lnTo>
                    <a:pt x="338976" y="368215"/>
                  </a:lnTo>
                  <a:cubicBezTo>
                    <a:pt x="354820" y="368242"/>
                    <a:pt x="367687" y="355421"/>
                    <a:pt x="367714" y="339576"/>
                  </a:cubicBezTo>
                  <a:lnTo>
                    <a:pt x="368186" y="69248"/>
                  </a:lnTo>
                  <a:close/>
                </a:path>
              </a:pathLst>
            </a:custGeom>
            <a:grpFill/>
            <a:ln w="571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89C87428-01A9-C540-E52D-3F55CFC7AC4C}"/>
                </a:ext>
              </a:extLst>
            </p:cNvPr>
            <p:cNvSpPr/>
            <p:nvPr/>
          </p:nvSpPr>
          <p:spPr>
            <a:xfrm>
              <a:off x="6277955" y="4165280"/>
              <a:ext cx="220875" cy="205852"/>
            </a:xfrm>
            <a:custGeom>
              <a:avLst/>
              <a:gdLst>
                <a:gd name="connsiteX0" fmla="*/ 91046 w 220875"/>
                <a:gd name="connsiteY0" fmla="*/ 147538 h 205852"/>
                <a:gd name="connsiteX1" fmla="*/ 182459 w 220875"/>
                <a:gd name="connsiteY1" fmla="*/ 10304 h 205852"/>
                <a:gd name="connsiteX2" fmla="*/ 209538 w 220875"/>
                <a:gd name="connsiteY2" fmla="*/ 3865 h 205852"/>
                <a:gd name="connsiteX3" fmla="*/ 210803 w 220875"/>
                <a:gd name="connsiteY3" fmla="*/ 4670 h 205852"/>
                <a:gd name="connsiteX4" fmla="*/ 216552 w 220875"/>
                <a:gd name="connsiteY4" fmla="*/ 31691 h 205852"/>
                <a:gd name="connsiteX5" fmla="*/ 107201 w 220875"/>
                <a:gd name="connsiteY5" fmla="*/ 196637 h 205852"/>
                <a:gd name="connsiteX6" fmla="*/ 78675 w 220875"/>
                <a:gd name="connsiteY6" fmla="*/ 202426 h 205852"/>
                <a:gd name="connsiteX7" fmla="*/ 73281 w 220875"/>
                <a:gd name="connsiteY7" fmla="*/ 197212 h 205852"/>
                <a:gd name="connsiteX8" fmla="*/ 4520 w 220875"/>
                <a:gd name="connsiteY8" fmla="*/ 100797 h 205852"/>
                <a:gd name="connsiteX9" fmla="*/ 9235 w 220875"/>
                <a:gd name="connsiteY9" fmla="*/ 73143 h 205852"/>
                <a:gd name="connsiteX10" fmla="*/ 9924 w 220875"/>
                <a:gd name="connsiteY10" fmla="*/ 72683 h 205852"/>
                <a:gd name="connsiteX11" fmla="*/ 37636 w 220875"/>
                <a:gd name="connsiteY11" fmla="*/ 77570 h 205852"/>
                <a:gd name="connsiteX12" fmla="*/ 87712 w 220875"/>
                <a:gd name="connsiteY12" fmla="*/ 147768 h 205852"/>
                <a:gd name="connsiteX13" fmla="*/ 91046 w 220875"/>
                <a:gd name="connsiteY13" fmla="*/ 147538 h 20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875" h="205852">
                  <a:moveTo>
                    <a:pt x="91046" y="147538"/>
                  </a:moveTo>
                  <a:lnTo>
                    <a:pt x="182459" y="10304"/>
                  </a:lnTo>
                  <a:cubicBezTo>
                    <a:pt x="189818" y="-773"/>
                    <a:pt x="198844" y="-2919"/>
                    <a:pt x="209538" y="3865"/>
                  </a:cubicBezTo>
                  <a:lnTo>
                    <a:pt x="210803" y="4670"/>
                  </a:lnTo>
                  <a:cubicBezTo>
                    <a:pt x="221918" y="11722"/>
                    <a:pt x="223834" y="20730"/>
                    <a:pt x="216552" y="31691"/>
                  </a:cubicBezTo>
                  <a:lnTo>
                    <a:pt x="107201" y="196637"/>
                  </a:lnTo>
                  <a:cubicBezTo>
                    <a:pt x="100923" y="206113"/>
                    <a:pt x="88151" y="208705"/>
                    <a:pt x="78675" y="202426"/>
                  </a:cubicBezTo>
                  <a:cubicBezTo>
                    <a:pt x="76573" y="201033"/>
                    <a:pt x="74744" y="199266"/>
                    <a:pt x="73281" y="197212"/>
                  </a:cubicBezTo>
                  <a:lnTo>
                    <a:pt x="4520" y="100797"/>
                  </a:lnTo>
                  <a:cubicBezTo>
                    <a:pt x="-2800" y="90487"/>
                    <a:pt x="-1229" y="81269"/>
                    <a:pt x="9235" y="73143"/>
                  </a:cubicBezTo>
                  <a:lnTo>
                    <a:pt x="9924" y="72683"/>
                  </a:lnTo>
                  <a:cubicBezTo>
                    <a:pt x="21078" y="65669"/>
                    <a:pt x="30315" y="67298"/>
                    <a:pt x="37636" y="77570"/>
                  </a:cubicBezTo>
                  <a:lnTo>
                    <a:pt x="87712" y="147768"/>
                  </a:lnTo>
                  <a:cubicBezTo>
                    <a:pt x="88823" y="149301"/>
                    <a:pt x="89935" y="149225"/>
                    <a:pt x="91046" y="147538"/>
                  </a:cubicBezTo>
                  <a:close/>
                </a:path>
              </a:pathLst>
            </a:custGeom>
            <a:grpFill/>
            <a:ln w="571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3C232620-2E04-4D42-F9EC-332BC21E940C}"/>
                </a:ext>
              </a:extLst>
            </p:cNvPr>
            <p:cNvSpPr/>
            <p:nvPr/>
          </p:nvSpPr>
          <p:spPr>
            <a:xfrm>
              <a:off x="6769299" y="4360789"/>
              <a:ext cx="648361" cy="1121248"/>
            </a:xfrm>
            <a:custGeom>
              <a:avLst/>
              <a:gdLst>
                <a:gd name="connsiteX0" fmla="*/ 648362 w 648361"/>
                <a:gd name="connsiteY0" fmla="*/ 142213 h 1121248"/>
                <a:gd name="connsiteX1" fmla="*/ 648362 w 648361"/>
                <a:gd name="connsiteY1" fmla="*/ 160323 h 1121248"/>
                <a:gd name="connsiteX2" fmla="*/ 624273 w 648361"/>
                <a:gd name="connsiteY2" fmla="*/ 488431 h 1121248"/>
                <a:gd name="connsiteX3" fmla="*/ 604495 w 648361"/>
                <a:gd name="connsiteY3" fmla="*/ 550178 h 1121248"/>
                <a:gd name="connsiteX4" fmla="*/ 511185 w 648361"/>
                <a:gd name="connsiteY4" fmla="*/ 608590 h 1121248"/>
                <a:gd name="connsiteX5" fmla="*/ 507851 w 648361"/>
                <a:gd name="connsiteY5" fmla="*/ 612499 h 1121248"/>
                <a:gd name="connsiteX6" fmla="*/ 476633 w 648361"/>
                <a:gd name="connsiteY6" fmla="*/ 1039494 h 1121248"/>
                <a:gd name="connsiteX7" fmla="*/ 467031 w 648361"/>
                <a:gd name="connsiteY7" fmla="*/ 1089743 h 1121248"/>
                <a:gd name="connsiteX8" fmla="*/ 421095 w 648361"/>
                <a:gd name="connsiteY8" fmla="*/ 1121248 h 1121248"/>
                <a:gd name="connsiteX9" fmla="*/ 226311 w 648361"/>
                <a:gd name="connsiteY9" fmla="*/ 1121248 h 1121248"/>
                <a:gd name="connsiteX10" fmla="*/ 181582 w 648361"/>
                <a:gd name="connsiteY10" fmla="*/ 1092445 h 1121248"/>
                <a:gd name="connsiteX11" fmla="*/ 170946 w 648361"/>
                <a:gd name="connsiteY11" fmla="*/ 1044554 h 1121248"/>
                <a:gd name="connsiteX12" fmla="*/ 139268 w 648361"/>
                <a:gd name="connsiteY12" fmla="*/ 612729 h 1121248"/>
                <a:gd name="connsiteX13" fmla="*/ 136048 w 648361"/>
                <a:gd name="connsiteY13" fmla="*/ 608877 h 1121248"/>
                <a:gd name="connsiteX14" fmla="*/ 41014 w 648361"/>
                <a:gd name="connsiteY14" fmla="*/ 548223 h 1121248"/>
                <a:gd name="connsiteX15" fmla="*/ 23191 w 648361"/>
                <a:gd name="connsiteY15" fmla="*/ 493088 h 1121248"/>
                <a:gd name="connsiteX16" fmla="*/ 1574 w 648361"/>
                <a:gd name="connsiteY16" fmla="*/ 192921 h 1121248"/>
                <a:gd name="connsiteX17" fmla="*/ 3816 w 648361"/>
                <a:gd name="connsiteY17" fmla="*/ 112432 h 1121248"/>
                <a:gd name="connsiteX18" fmla="*/ 46418 w 648361"/>
                <a:gd name="connsiteY18" fmla="*/ 40682 h 1121248"/>
                <a:gd name="connsiteX19" fmla="*/ 146742 w 648361"/>
                <a:gd name="connsiteY19" fmla="*/ 552 h 1121248"/>
                <a:gd name="connsiteX20" fmla="*/ 459270 w 648361"/>
                <a:gd name="connsiteY20" fmla="*/ 34 h 1121248"/>
                <a:gd name="connsiteX21" fmla="*/ 549015 w 648361"/>
                <a:gd name="connsiteY21" fmla="*/ 8831 h 1121248"/>
                <a:gd name="connsiteX22" fmla="*/ 623065 w 648361"/>
                <a:gd name="connsiteY22" fmla="*/ 67128 h 1121248"/>
                <a:gd name="connsiteX23" fmla="*/ 648362 w 648361"/>
                <a:gd name="connsiteY23" fmla="*/ 142213 h 1121248"/>
                <a:gd name="connsiteX24" fmla="*/ 514003 w 648361"/>
                <a:gd name="connsiteY24" fmla="*/ 179698 h 1121248"/>
                <a:gd name="connsiteX25" fmla="*/ 514807 w 648361"/>
                <a:gd name="connsiteY25" fmla="*/ 179755 h 1121248"/>
                <a:gd name="connsiteX26" fmla="*/ 533262 w 648361"/>
                <a:gd name="connsiteY26" fmla="*/ 199993 h 1121248"/>
                <a:gd name="connsiteX27" fmla="*/ 512048 w 648361"/>
                <a:gd name="connsiteY27" fmla="*/ 563286 h 1121248"/>
                <a:gd name="connsiteX28" fmla="*/ 514405 w 648361"/>
                <a:gd name="connsiteY28" fmla="*/ 565183 h 1121248"/>
                <a:gd name="connsiteX29" fmla="*/ 577129 w 648361"/>
                <a:gd name="connsiteY29" fmla="*/ 519362 h 1121248"/>
                <a:gd name="connsiteX30" fmla="*/ 582993 w 648361"/>
                <a:gd name="connsiteY30" fmla="*/ 500389 h 1121248"/>
                <a:gd name="connsiteX31" fmla="*/ 605818 w 648361"/>
                <a:gd name="connsiteY31" fmla="*/ 181480 h 1121248"/>
                <a:gd name="connsiteX32" fmla="*/ 604725 w 648361"/>
                <a:gd name="connsiteY32" fmla="*/ 123758 h 1121248"/>
                <a:gd name="connsiteX33" fmla="*/ 498882 w 648361"/>
                <a:gd name="connsiteY33" fmla="*/ 40394 h 1121248"/>
                <a:gd name="connsiteX34" fmla="*/ 172211 w 648361"/>
                <a:gd name="connsiteY34" fmla="*/ 40394 h 1121248"/>
                <a:gd name="connsiteX35" fmla="*/ 118801 w 648361"/>
                <a:gd name="connsiteY35" fmla="*/ 44476 h 1121248"/>
                <a:gd name="connsiteX36" fmla="*/ 42623 w 648361"/>
                <a:gd name="connsiteY36" fmla="*/ 123068 h 1121248"/>
                <a:gd name="connsiteX37" fmla="*/ 40841 w 648361"/>
                <a:gd name="connsiteY37" fmla="*/ 179295 h 1121248"/>
                <a:gd name="connsiteX38" fmla="*/ 63665 w 648361"/>
                <a:gd name="connsiteY38" fmla="*/ 494698 h 1121248"/>
                <a:gd name="connsiteX39" fmla="*/ 79303 w 648361"/>
                <a:gd name="connsiteY39" fmla="*/ 531435 h 1121248"/>
                <a:gd name="connsiteX40" fmla="*/ 132254 w 648361"/>
                <a:gd name="connsiteY40" fmla="*/ 565471 h 1121248"/>
                <a:gd name="connsiteX41" fmla="*/ 134726 w 648361"/>
                <a:gd name="connsiteY41" fmla="*/ 563573 h 1121248"/>
                <a:gd name="connsiteX42" fmla="*/ 108050 w 648361"/>
                <a:gd name="connsiteY42" fmla="*/ 199993 h 1121248"/>
                <a:gd name="connsiteX43" fmla="*/ 126332 w 648361"/>
                <a:gd name="connsiteY43" fmla="*/ 180043 h 1121248"/>
                <a:gd name="connsiteX44" fmla="*/ 127137 w 648361"/>
                <a:gd name="connsiteY44" fmla="*/ 179985 h 1121248"/>
                <a:gd name="connsiteX45" fmla="*/ 148064 w 648361"/>
                <a:gd name="connsiteY45" fmla="*/ 198555 h 1121248"/>
                <a:gd name="connsiteX46" fmla="*/ 212915 w 648361"/>
                <a:gd name="connsiteY46" fmla="*/ 1064273 h 1121248"/>
                <a:gd name="connsiteX47" fmla="*/ 230911 w 648361"/>
                <a:gd name="connsiteY47" fmla="*/ 1080946 h 1121248"/>
                <a:gd name="connsiteX48" fmla="*/ 294842 w 648361"/>
                <a:gd name="connsiteY48" fmla="*/ 1080946 h 1121248"/>
                <a:gd name="connsiteX49" fmla="*/ 297659 w 648361"/>
                <a:gd name="connsiteY49" fmla="*/ 1078129 h 1121248"/>
                <a:gd name="connsiteX50" fmla="*/ 297659 w 648361"/>
                <a:gd name="connsiteY50" fmla="*/ 562136 h 1121248"/>
                <a:gd name="connsiteX51" fmla="*/ 313260 w 648361"/>
                <a:gd name="connsiteY51" fmla="*/ 541702 h 1121248"/>
                <a:gd name="connsiteX52" fmla="*/ 317609 w 648361"/>
                <a:gd name="connsiteY52" fmla="*/ 542186 h 1121248"/>
                <a:gd name="connsiteX53" fmla="*/ 318414 w 648361"/>
                <a:gd name="connsiteY53" fmla="*/ 542301 h 1121248"/>
                <a:gd name="connsiteX54" fmla="*/ 337846 w 648361"/>
                <a:gd name="connsiteY54" fmla="*/ 562136 h 1121248"/>
                <a:gd name="connsiteX55" fmla="*/ 337904 w 648361"/>
                <a:gd name="connsiteY55" fmla="*/ 1078129 h 1121248"/>
                <a:gd name="connsiteX56" fmla="*/ 340778 w 648361"/>
                <a:gd name="connsiteY56" fmla="*/ 1080946 h 1121248"/>
                <a:gd name="connsiteX57" fmla="*/ 415461 w 648361"/>
                <a:gd name="connsiteY57" fmla="*/ 1080946 h 1121248"/>
                <a:gd name="connsiteX58" fmla="*/ 434491 w 648361"/>
                <a:gd name="connsiteY58" fmla="*/ 1063296 h 1121248"/>
                <a:gd name="connsiteX59" fmla="*/ 468814 w 648361"/>
                <a:gd name="connsiteY59" fmla="*/ 597954 h 1121248"/>
                <a:gd name="connsiteX60" fmla="*/ 476403 w 648361"/>
                <a:gd name="connsiteY60" fmla="*/ 483199 h 1121248"/>
                <a:gd name="connsiteX61" fmla="*/ 493190 w 648361"/>
                <a:gd name="connsiteY61" fmla="*/ 198210 h 1121248"/>
                <a:gd name="connsiteX62" fmla="*/ 514003 w 648361"/>
                <a:gd name="connsiteY62" fmla="*/ 179698 h 112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48361" h="1121248">
                  <a:moveTo>
                    <a:pt x="648362" y="142213"/>
                  </a:moveTo>
                  <a:lnTo>
                    <a:pt x="648362" y="160323"/>
                  </a:lnTo>
                  <a:cubicBezTo>
                    <a:pt x="639815" y="269673"/>
                    <a:pt x="631785" y="379043"/>
                    <a:pt x="624273" y="488431"/>
                  </a:cubicBezTo>
                  <a:cubicBezTo>
                    <a:pt x="622605" y="513268"/>
                    <a:pt x="619098" y="532413"/>
                    <a:pt x="604495" y="550178"/>
                  </a:cubicBezTo>
                  <a:cubicBezTo>
                    <a:pt x="580272" y="579499"/>
                    <a:pt x="549169" y="598969"/>
                    <a:pt x="511185" y="608590"/>
                  </a:cubicBezTo>
                  <a:cubicBezTo>
                    <a:pt x="509329" y="609036"/>
                    <a:pt x="507979" y="610619"/>
                    <a:pt x="507851" y="612499"/>
                  </a:cubicBezTo>
                  <a:cubicBezTo>
                    <a:pt x="498652" y="738714"/>
                    <a:pt x="488246" y="881046"/>
                    <a:pt x="476633" y="1039494"/>
                  </a:cubicBezTo>
                  <a:cubicBezTo>
                    <a:pt x="474793" y="1064254"/>
                    <a:pt x="471592" y="1081004"/>
                    <a:pt x="467031" y="1089743"/>
                  </a:cubicBezTo>
                  <a:cubicBezTo>
                    <a:pt x="458216" y="1106645"/>
                    <a:pt x="442904" y="1117147"/>
                    <a:pt x="421095" y="1121248"/>
                  </a:cubicBezTo>
                  <a:lnTo>
                    <a:pt x="226311" y="1121248"/>
                  </a:lnTo>
                  <a:cubicBezTo>
                    <a:pt x="205806" y="1117684"/>
                    <a:pt x="190896" y="1108083"/>
                    <a:pt x="181582" y="1092445"/>
                  </a:cubicBezTo>
                  <a:cubicBezTo>
                    <a:pt x="176178" y="1083399"/>
                    <a:pt x="172632" y="1067435"/>
                    <a:pt x="170946" y="1044554"/>
                  </a:cubicBezTo>
                  <a:cubicBezTo>
                    <a:pt x="158259" y="874223"/>
                    <a:pt x="147700" y="730282"/>
                    <a:pt x="139268" y="612729"/>
                  </a:cubicBezTo>
                  <a:cubicBezTo>
                    <a:pt x="139115" y="610698"/>
                    <a:pt x="138041" y="609414"/>
                    <a:pt x="136048" y="608877"/>
                  </a:cubicBezTo>
                  <a:cubicBezTo>
                    <a:pt x="95574" y="597877"/>
                    <a:pt x="63895" y="577659"/>
                    <a:pt x="41014" y="548223"/>
                  </a:cubicBezTo>
                  <a:cubicBezTo>
                    <a:pt x="28480" y="532125"/>
                    <a:pt x="24743" y="514533"/>
                    <a:pt x="23191" y="493088"/>
                  </a:cubicBezTo>
                  <a:cubicBezTo>
                    <a:pt x="15909" y="392898"/>
                    <a:pt x="8703" y="292843"/>
                    <a:pt x="1574" y="192921"/>
                  </a:cubicBezTo>
                  <a:cubicBezTo>
                    <a:pt x="-1109" y="155743"/>
                    <a:pt x="-362" y="128913"/>
                    <a:pt x="3816" y="112432"/>
                  </a:cubicBezTo>
                  <a:cubicBezTo>
                    <a:pt x="10792" y="85027"/>
                    <a:pt x="24992" y="61110"/>
                    <a:pt x="46418" y="40682"/>
                  </a:cubicBezTo>
                  <a:cubicBezTo>
                    <a:pt x="73669" y="14695"/>
                    <a:pt x="107110" y="1318"/>
                    <a:pt x="146742" y="552"/>
                  </a:cubicBezTo>
                  <a:cubicBezTo>
                    <a:pt x="170659" y="92"/>
                    <a:pt x="274835" y="-80"/>
                    <a:pt x="459270" y="34"/>
                  </a:cubicBezTo>
                  <a:cubicBezTo>
                    <a:pt x="502274" y="73"/>
                    <a:pt x="532189" y="3005"/>
                    <a:pt x="549015" y="8831"/>
                  </a:cubicBezTo>
                  <a:cubicBezTo>
                    <a:pt x="579333" y="19371"/>
                    <a:pt x="604016" y="38803"/>
                    <a:pt x="623065" y="67128"/>
                  </a:cubicBezTo>
                  <a:cubicBezTo>
                    <a:pt x="637400" y="88515"/>
                    <a:pt x="645832" y="113543"/>
                    <a:pt x="648362" y="142213"/>
                  </a:cubicBezTo>
                  <a:close/>
                  <a:moveTo>
                    <a:pt x="514003" y="179698"/>
                  </a:moveTo>
                  <a:cubicBezTo>
                    <a:pt x="514347" y="179698"/>
                    <a:pt x="514616" y="179717"/>
                    <a:pt x="514807" y="179755"/>
                  </a:cubicBezTo>
                  <a:cubicBezTo>
                    <a:pt x="527877" y="180407"/>
                    <a:pt x="534029" y="187153"/>
                    <a:pt x="533262" y="199993"/>
                  </a:cubicBezTo>
                  <a:lnTo>
                    <a:pt x="512048" y="563286"/>
                  </a:lnTo>
                  <a:cubicBezTo>
                    <a:pt x="511933" y="565049"/>
                    <a:pt x="512718" y="565682"/>
                    <a:pt x="514405" y="565183"/>
                  </a:cubicBezTo>
                  <a:cubicBezTo>
                    <a:pt x="540507" y="556943"/>
                    <a:pt x="561414" y="541669"/>
                    <a:pt x="577129" y="519362"/>
                  </a:cubicBezTo>
                  <a:cubicBezTo>
                    <a:pt x="580234" y="514935"/>
                    <a:pt x="582591" y="505966"/>
                    <a:pt x="582993" y="500389"/>
                  </a:cubicBezTo>
                  <a:cubicBezTo>
                    <a:pt x="590582" y="394067"/>
                    <a:pt x="598190" y="287764"/>
                    <a:pt x="605818" y="181480"/>
                  </a:cubicBezTo>
                  <a:cubicBezTo>
                    <a:pt x="607772" y="154344"/>
                    <a:pt x="607408" y="135103"/>
                    <a:pt x="604725" y="123758"/>
                  </a:cubicBezTo>
                  <a:cubicBezTo>
                    <a:pt x="593169" y="74889"/>
                    <a:pt x="548383" y="40394"/>
                    <a:pt x="498882" y="40394"/>
                  </a:cubicBezTo>
                  <a:cubicBezTo>
                    <a:pt x="404786" y="40394"/>
                    <a:pt x="295896" y="40394"/>
                    <a:pt x="172211" y="40394"/>
                  </a:cubicBezTo>
                  <a:cubicBezTo>
                    <a:pt x="146761" y="40394"/>
                    <a:pt x="128958" y="41755"/>
                    <a:pt x="118801" y="44476"/>
                  </a:cubicBezTo>
                  <a:cubicBezTo>
                    <a:pt x="81316" y="54537"/>
                    <a:pt x="51995" y="85755"/>
                    <a:pt x="42623" y="123068"/>
                  </a:cubicBezTo>
                  <a:cubicBezTo>
                    <a:pt x="39634" y="134988"/>
                    <a:pt x="39040" y="153730"/>
                    <a:pt x="40841" y="179295"/>
                  </a:cubicBezTo>
                  <a:cubicBezTo>
                    <a:pt x="48353" y="284429"/>
                    <a:pt x="55962" y="389564"/>
                    <a:pt x="63665" y="494698"/>
                  </a:cubicBezTo>
                  <a:cubicBezTo>
                    <a:pt x="64815" y="510623"/>
                    <a:pt x="68840" y="520512"/>
                    <a:pt x="79303" y="531435"/>
                  </a:cubicBezTo>
                  <a:cubicBezTo>
                    <a:pt x="94635" y="547380"/>
                    <a:pt x="112285" y="558725"/>
                    <a:pt x="132254" y="565471"/>
                  </a:cubicBezTo>
                  <a:cubicBezTo>
                    <a:pt x="134017" y="566084"/>
                    <a:pt x="134841" y="565452"/>
                    <a:pt x="134726" y="563573"/>
                  </a:cubicBezTo>
                  <a:lnTo>
                    <a:pt x="108050" y="199993"/>
                  </a:lnTo>
                  <a:cubicBezTo>
                    <a:pt x="107130" y="187383"/>
                    <a:pt x="113224" y="180733"/>
                    <a:pt x="126332" y="180043"/>
                  </a:cubicBezTo>
                  <a:cubicBezTo>
                    <a:pt x="126600" y="180043"/>
                    <a:pt x="126869" y="180024"/>
                    <a:pt x="127137" y="179985"/>
                  </a:cubicBezTo>
                  <a:cubicBezTo>
                    <a:pt x="140054" y="178260"/>
                    <a:pt x="147029" y="184450"/>
                    <a:pt x="148064" y="198555"/>
                  </a:cubicBezTo>
                  <a:lnTo>
                    <a:pt x="212915" y="1064273"/>
                  </a:lnTo>
                  <a:cubicBezTo>
                    <a:pt x="213636" y="1073679"/>
                    <a:pt x="221477" y="1080944"/>
                    <a:pt x="230911" y="1080946"/>
                  </a:cubicBezTo>
                  <a:lnTo>
                    <a:pt x="294842" y="1080946"/>
                  </a:lnTo>
                  <a:cubicBezTo>
                    <a:pt x="296720" y="1080946"/>
                    <a:pt x="297659" y="1080007"/>
                    <a:pt x="297659" y="1078129"/>
                  </a:cubicBezTo>
                  <a:lnTo>
                    <a:pt x="297659" y="562136"/>
                  </a:lnTo>
                  <a:cubicBezTo>
                    <a:pt x="297640" y="551411"/>
                    <a:pt x="304625" y="542262"/>
                    <a:pt x="313260" y="541702"/>
                  </a:cubicBezTo>
                  <a:cubicBezTo>
                    <a:pt x="314731" y="541607"/>
                    <a:pt x="316195" y="541770"/>
                    <a:pt x="317609" y="542186"/>
                  </a:cubicBezTo>
                  <a:cubicBezTo>
                    <a:pt x="317839" y="542263"/>
                    <a:pt x="318107" y="542301"/>
                    <a:pt x="318414" y="542301"/>
                  </a:cubicBezTo>
                  <a:cubicBezTo>
                    <a:pt x="331369" y="541956"/>
                    <a:pt x="337846" y="548568"/>
                    <a:pt x="337846" y="562136"/>
                  </a:cubicBezTo>
                  <a:lnTo>
                    <a:pt x="337904" y="1078129"/>
                  </a:lnTo>
                  <a:cubicBezTo>
                    <a:pt x="337904" y="1080007"/>
                    <a:pt x="338862" y="1080946"/>
                    <a:pt x="340778" y="1080946"/>
                  </a:cubicBezTo>
                  <a:lnTo>
                    <a:pt x="415461" y="1080946"/>
                  </a:lnTo>
                  <a:cubicBezTo>
                    <a:pt x="425464" y="1080944"/>
                    <a:pt x="433767" y="1073243"/>
                    <a:pt x="434491" y="1063296"/>
                  </a:cubicBezTo>
                  <a:cubicBezTo>
                    <a:pt x="451700" y="827846"/>
                    <a:pt x="463141" y="672732"/>
                    <a:pt x="468814" y="597954"/>
                  </a:cubicBezTo>
                  <a:cubicBezTo>
                    <a:pt x="471650" y="560239"/>
                    <a:pt x="474180" y="521987"/>
                    <a:pt x="476403" y="483199"/>
                  </a:cubicBezTo>
                  <a:cubicBezTo>
                    <a:pt x="480120" y="417313"/>
                    <a:pt x="485716" y="322317"/>
                    <a:pt x="493190" y="198210"/>
                  </a:cubicBezTo>
                  <a:cubicBezTo>
                    <a:pt x="493957" y="185370"/>
                    <a:pt x="500894" y="179199"/>
                    <a:pt x="514003" y="179698"/>
                  </a:cubicBezTo>
                  <a:close/>
                </a:path>
              </a:pathLst>
            </a:custGeom>
            <a:grpFill/>
            <a:ln w="571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00156373-F056-7238-0C0D-8EDCA3B860D8}"/>
                </a:ext>
              </a:extLst>
            </p:cNvPr>
            <p:cNvSpPr/>
            <p:nvPr/>
          </p:nvSpPr>
          <p:spPr>
            <a:xfrm>
              <a:off x="6181577" y="4567819"/>
              <a:ext cx="408372" cy="402639"/>
            </a:xfrm>
            <a:custGeom>
              <a:avLst/>
              <a:gdLst>
                <a:gd name="connsiteX0" fmla="*/ 0 w 408372"/>
                <a:gd name="connsiteY0" fmla="*/ 340676 h 402639"/>
                <a:gd name="connsiteX1" fmla="*/ 0 w 408372"/>
                <a:gd name="connsiteY1" fmla="*/ 61494 h 402639"/>
                <a:gd name="connsiteX2" fmla="*/ 38175 w 408372"/>
                <a:gd name="connsiteY2" fmla="*/ 7451 h 402639"/>
                <a:gd name="connsiteX3" fmla="*/ 97967 w 408372"/>
                <a:gd name="connsiteY3" fmla="*/ 92 h 402639"/>
                <a:gd name="connsiteX4" fmla="*/ 313735 w 408372"/>
                <a:gd name="connsiteY4" fmla="*/ 207 h 402639"/>
                <a:gd name="connsiteX5" fmla="*/ 371975 w 408372"/>
                <a:gd name="connsiteY5" fmla="*/ 8313 h 402639"/>
                <a:gd name="connsiteX6" fmla="*/ 402388 w 408372"/>
                <a:gd name="connsiteY6" fmla="*/ 41429 h 402639"/>
                <a:gd name="connsiteX7" fmla="*/ 408253 w 408372"/>
                <a:gd name="connsiteY7" fmla="*/ 83743 h 402639"/>
                <a:gd name="connsiteX8" fmla="*/ 408138 w 408372"/>
                <a:gd name="connsiteY8" fmla="*/ 311642 h 402639"/>
                <a:gd name="connsiteX9" fmla="*/ 399456 w 408372"/>
                <a:gd name="connsiteY9" fmla="*/ 367640 h 402639"/>
                <a:gd name="connsiteX10" fmla="*/ 364041 w 408372"/>
                <a:gd name="connsiteY10" fmla="*/ 397708 h 402639"/>
                <a:gd name="connsiteX11" fmla="*/ 319887 w 408372"/>
                <a:gd name="connsiteY11" fmla="*/ 402480 h 402639"/>
                <a:gd name="connsiteX12" fmla="*/ 98139 w 408372"/>
                <a:gd name="connsiteY12" fmla="*/ 402538 h 402639"/>
                <a:gd name="connsiteX13" fmla="*/ 38117 w 408372"/>
                <a:gd name="connsiteY13" fmla="*/ 395064 h 402639"/>
                <a:gd name="connsiteX14" fmla="*/ 0 w 408372"/>
                <a:gd name="connsiteY14" fmla="*/ 340676 h 402639"/>
                <a:gd name="connsiteX15" fmla="*/ 367718 w 408372"/>
                <a:gd name="connsiteY15" fmla="*/ 68222 h 402639"/>
                <a:gd name="connsiteX16" fmla="*/ 339498 w 408372"/>
                <a:gd name="connsiteY16" fmla="*/ 40100 h 402639"/>
                <a:gd name="connsiteX17" fmla="*/ 68135 w 408372"/>
                <a:gd name="connsiteY17" fmla="*/ 40573 h 402639"/>
                <a:gd name="connsiteX18" fmla="*/ 40013 w 408372"/>
                <a:gd name="connsiteY18" fmla="*/ 68793 h 402639"/>
                <a:gd name="connsiteX19" fmla="*/ 40013 w 408372"/>
                <a:gd name="connsiteY19" fmla="*/ 68794 h 402639"/>
                <a:gd name="connsiteX20" fmla="*/ 40477 w 408372"/>
                <a:gd name="connsiteY20" fmla="*/ 334408 h 402639"/>
                <a:gd name="connsiteX21" fmla="*/ 68697 w 408372"/>
                <a:gd name="connsiteY21" fmla="*/ 362529 h 402639"/>
                <a:gd name="connsiteX22" fmla="*/ 340060 w 408372"/>
                <a:gd name="connsiteY22" fmla="*/ 362056 h 402639"/>
                <a:gd name="connsiteX23" fmla="*/ 368182 w 408372"/>
                <a:gd name="connsiteY23" fmla="*/ 333836 h 402639"/>
                <a:gd name="connsiteX24" fmla="*/ 368182 w 408372"/>
                <a:gd name="connsiteY24" fmla="*/ 333836 h 402639"/>
                <a:gd name="connsiteX25" fmla="*/ 367718 w 408372"/>
                <a:gd name="connsiteY25" fmla="*/ 68222 h 40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8372" h="402639">
                  <a:moveTo>
                    <a:pt x="0" y="340676"/>
                  </a:moveTo>
                  <a:lnTo>
                    <a:pt x="0" y="61494"/>
                  </a:lnTo>
                  <a:cubicBezTo>
                    <a:pt x="4829" y="34894"/>
                    <a:pt x="17554" y="16880"/>
                    <a:pt x="38175" y="7451"/>
                  </a:cubicBezTo>
                  <a:cubicBezTo>
                    <a:pt x="48715" y="2622"/>
                    <a:pt x="68646" y="169"/>
                    <a:pt x="97967" y="92"/>
                  </a:cubicBezTo>
                  <a:cubicBezTo>
                    <a:pt x="169871" y="-61"/>
                    <a:pt x="241793" y="-23"/>
                    <a:pt x="313735" y="207"/>
                  </a:cubicBezTo>
                  <a:cubicBezTo>
                    <a:pt x="341792" y="284"/>
                    <a:pt x="361205" y="2986"/>
                    <a:pt x="371975" y="8313"/>
                  </a:cubicBezTo>
                  <a:cubicBezTo>
                    <a:pt x="386042" y="15327"/>
                    <a:pt x="396179" y="26366"/>
                    <a:pt x="402388" y="41429"/>
                  </a:cubicBezTo>
                  <a:cubicBezTo>
                    <a:pt x="406221" y="50666"/>
                    <a:pt x="408176" y="64771"/>
                    <a:pt x="408253" y="83743"/>
                  </a:cubicBezTo>
                  <a:cubicBezTo>
                    <a:pt x="408444" y="144992"/>
                    <a:pt x="408406" y="220958"/>
                    <a:pt x="408138" y="311642"/>
                  </a:cubicBezTo>
                  <a:cubicBezTo>
                    <a:pt x="408061" y="338127"/>
                    <a:pt x="405167" y="356793"/>
                    <a:pt x="399456" y="367640"/>
                  </a:cubicBezTo>
                  <a:cubicBezTo>
                    <a:pt x="391829" y="382051"/>
                    <a:pt x="380024" y="392074"/>
                    <a:pt x="364041" y="397708"/>
                  </a:cubicBezTo>
                  <a:cubicBezTo>
                    <a:pt x="355149" y="400851"/>
                    <a:pt x="340431" y="402442"/>
                    <a:pt x="319887" y="402480"/>
                  </a:cubicBezTo>
                  <a:cubicBezTo>
                    <a:pt x="245875" y="402672"/>
                    <a:pt x="171959" y="402691"/>
                    <a:pt x="98139" y="402538"/>
                  </a:cubicBezTo>
                  <a:cubicBezTo>
                    <a:pt x="68895" y="402461"/>
                    <a:pt x="48888" y="399970"/>
                    <a:pt x="38117" y="395064"/>
                  </a:cubicBezTo>
                  <a:cubicBezTo>
                    <a:pt x="17382" y="385597"/>
                    <a:pt x="4676" y="367467"/>
                    <a:pt x="0" y="340676"/>
                  </a:cubicBezTo>
                  <a:close/>
                  <a:moveTo>
                    <a:pt x="367718" y="68222"/>
                  </a:moveTo>
                  <a:cubicBezTo>
                    <a:pt x="367691" y="52664"/>
                    <a:pt x="355057" y="40073"/>
                    <a:pt x="339498" y="40100"/>
                  </a:cubicBezTo>
                  <a:lnTo>
                    <a:pt x="68135" y="40573"/>
                  </a:lnTo>
                  <a:cubicBezTo>
                    <a:pt x="52577" y="40600"/>
                    <a:pt x="39986" y="53235"/>
                    <a:pt x="40013" y="68793"/>
                  </a:cubicBezTo>
                  <a:cubicBezTo>
                    <a:pt x="40013" y="68794"/>
                    <a:pt x="40013" y="68794"/>
                    <a:pt x="40013" y="68794"/>
                  </a:cubicBezTo>
                  <a:lnTo>
                    <a:pt x="40477" y="334408"/>
                  </a:lnTo>
                  <a:cubicBezTo>
                    <a:pt x="40504" y="349966"/>
                    <a:pt x="53139" y="362556"/>
                    <a:pt x="68697" y="362529"/>
                  </a:cubicBezTo>
                  <a:lnTo>
                    <a:pt x="340060" y="362056"/>
                  </a:lnTo>
                  <a:cubicBezTo>
                    <a:pt x="355618" y="362029"/>
                    <a:pt x="368209" y="349395"/>
                    <a:pt x="368182" y="333836"/>
                  </a:cubicBezTo>
                  <a:cubicBezTo>
                    <a:pt x="368182" y="333836"/>
                    <a:pt x="368182" y="333836"/>
                    <a:pt x="368182" y="333836"/>
                  </a:cubicBezTo>
                  <a:lnTo>
                    <a:pt x="367718" y="68222"/>
                  </a:lnTo>
                  <a:close/>
                </a:path>
              </a:pathLst>
            </a:custGeom>
            <a:grpFill/>
            <a:ln w="571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BCAF301B-7F7E-3C70-FBC6-F44017E87A4F}"/>
                </a:ext>
              </a:extLst>
            </p:cNvPr>
            <p:cNvSpPr/>
            <p:nvPr/>
          </p:nvSpPr>
          <p:spPr>
            <a:xfrm>
              <a:off x="6279225" y="4676710"/>
              <a:ext cx="218846" cy="202296"/>
            </a:xfrm>
            <a:custGeom>
              <a:avLst/>
              <a:gdLst>
                <a:gd name="connsiteX0" fmla="*/ 86097 w 218846"/>
                <a:gd name="connsiteY0" fmla="*/ 144914 h 202296"/>
                <a:gd name="connsiteX1" fmla="*/ 89374 w 218846"/>
                <a:gd name="connsiteY1" fmla="*/ 144684 h 202296"/>
                <a:gd name="connsiteX2" fmla="*/ 181017 w 218846"/>
                <a:gd name="connsiteY2" fmla="*/ 10037 h 202296"/>
                <a:gd name="connsiteX3" fmla="*/ 207808 w 218846"/>
                <a:gd name="connsiteY3" fmla="*/ 3943 h 202296"/>
                <a:gd name="connsiteX4" fmla="*/ 209015 w 218846"/>
                <a:gd name="connsiteY4" fmla="*/ 4748 h 202296"/>
                <a:gd name="connsiteX5" fmla="*/ 214477 w 218846"/>
                <a:gd name="connsiteY5" fmla="*/ 31482 h 202296"/>
                <a:gd name="connsiteX6" fmla="*/ 104839 w 218846"/>
                <a:gd name="connsiteY6" fmla="*/ 193322 h 202296"/>
                <a:gd name="connsiteX7" fmla="*/ 76615 w 218846"/>
                <a:gd name="connsiteY7" fmla="*/ 198828 h 202296"/>
                <a:gd name="connsiteX8" fmla="*/ 71321 w 218846"/>
                <a:gd name="connsiteY8" fmla="*/ 193610 h 202296"/>
                <a:gd name="connsiteX9" fmla="*/ 4343 w 218846"/>
                <a:gd name="connsiteY9" fmla="*/ 97713 h 202296"/>
                <a:gd name="connsiteX10" fmla="*/ 9287 w 218846"/>
                <a:gd name="connsiteY10" fmla="*/ 70404 h 202296"/>
                <a:gd name="connsiteX11" fmla="*/ 9977 w 218846"/>
                <a:gd name="connsiteY11" fmla="*/ 70001 h 202296"/>
                <a:gd name="connsiteX12" fmla="*/ 37286 w 218846"/>
                <a:gd name="connsiteY12" fmla="*/ 75061 h 202296"/>
                <a:gd name="connsiteX13" fmla="*/ 86097 w 218846"/>
                <a:gd name="connsiteY13" fmla="*/ 144914 h 20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46" h="202296">
                  <a:moveTo>
                    <a:pt x="86097" y="144914"/>
                  </a:moveTo>
                  <a:cubicBezTo>
                    <a:pt x="87170" y="146409"/>
                    <a:pt x="88262" y="146332"/>
                    <a:pt x="89374" y="144684"/>
                  </a:cubicBezTo>
                  <a:lnTo>
                    <a:pt x="181017" y="10037"/>
                  </a:lnTo>
                  <a:cubicBezTo>
                    <a:pt x="188376" y="-848"/>
                    <a:pt x="197306" y="-2880"/>
                    <a:pt x="207808" y="3943"/>
                  </a:cubicBezTo>
                  <a:lnTo>
                    <a:pt x="209015" y="4748"/>
                  </a:lnTo>
                  <a:cubicBezTo>
                    <a:pt x="219939" y="11838"/>
                    <a:pt x="221759" y="20750"/>
                    <a:pt x="214477" y="31482"/>
                  </a:cubicBezTo>
                  <a:lnTo>
                    <a:pt x="104839" y="193322"/>
                  </a:lnTo>
                  <a:cubicBezTo>
                    <a:pt x="98544" y="202633"/>
                    <a:pt x="85907" y="205098"/>
                    <a:pt x="76615" y="198828"/>
                  </a:cubicBezTo>
                  <a:cubicBezTo>
                    <a:pt x="74543" y="197430"/>
                    <a:pt x="72749" y="195661"/>
                    <a:pt x="71321" y="193610"/>
                  </a:cubicBezTo>
                  <a:lnTo>
                    <a:pt x="4343" y="97713"/>
                  </a:lnTo>
                  <a:cubicBezTo>
                    <a:pt x="-2786" y="87441"/>
                    <a:pt x="-1138" y="78338"/>
                    <a:pt x="9287" y="70404"/>
                  </a:cubicBezTo>
                  <a:lnTo>
                    <a:pt x="9977" y="70001"/>
                  </a:lnTo>
                  <a:cubicBezTo>
                    <a:pt x="21054" y="63179"/>
                    <a:pt x="30157" y="64865"/>
                    <a:pt x="37286" y="75061"/>
                  </a:cubicBezTo>
                  <a:lnTo>
                    <a:pt x="86097" y="144914"/>
                  </a:lnTo>
                  <a:close/>
                </a:path>
              </a:pathLst>
            </a:custGeom>
            <a:grpFill/>
            <a:ln w="571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A769F5FF-7205-B893-59F8-798FE56CD58F}"/>
                </a:ext>
              </a:extLst>
            </p:cNvPr>
            <p:cNvSpPr/>
            <p:nvPr/>
          </p:nvSpPr>
          <p:spPr>
            <a:xfrm>
              <a:off x="6181577" y="5079531"/>
              <a:ext cx="408418" cy="402506"/>
            </a:xfrm>
            <a:custGeom>
              <a:avLst/>
              <a:gdLst>
                <a:gd name="connsiteX0" fmla="*/ 345126 w 408418"/>
                <a:gd name="connsiteY0" fmla="*/ 402507 h 402506"/>
                <a:gd name="connsiteX1" fmla="*/ 63874 w 408418"/>
                <a:gd name="connsiteY1" fmla="*/ 402507 h 402506"/>
                <a:gd name="connsiteX2" fmla="*/ 0 w 408418"/>
                <a:gd name="connsiteY2" fmla="*/ 340473 h 402506"/>
                <a:gd name="connsiteX3" fmla="*/ 0 w 408418"/>
                <a:gd name="connsiteY3" fmla="*/ 62670 h 402506"/>
                <a:gd name="connsiteX4" fmla="*/ 35185 w 408418"/>
                <a:gd name="connsiteY4" fmla="*/ 8972 h 402506"/>
                <a:gd name="connsiteX5" fmla="*/ 92965 w 408418"/>
                <a:gd name="connsiteY5" fmla="*/ 176 h 402506"/>
                <a:gd name="connsiteX6" fmla="*/ 316150 w 408418"/>
                <a:gd name="connsiteY6" fmla="*/ 291 h 402506"/>
                <a:gd name="connsiteX7" fmla="*/ 373355 w 408418"/>
                <a:gd name="connsiteY7" fmla="*/ 9145 h 402506"/>
                <a:gd name="connsiteX8" fmla="*/ 402618 w 408418"/>
                <a:gd name="connsiteY8" fmla="*/ 42088 h 402506"/>
                <a:gd name="connsiteX9" fmla="*/ 408253 w 408418"/>
                <a:gd name="connsiteY9" fmla="*/ 83770 h 402506"/>
                <a:gd name="connsiteX10" fmla="*/ 408080 w 408418"/>
                <a:gd name="connsiteY10" fmla="*/ 311324 h 402506"/>
                <a:gd name="connsiteX11" fmla="*/ 399169 w 408418"/>
                <a:gd name="connsiteY11" fmla="*/ 367667 h 402506"/>
                <a:gd name="connsiteX12" fmla="*/ 345126 w 408418"/>
                <a:gd name="connsiteY12" fmla="*/ 402507 h 402506"/>
                <a:gd name="connsiteX13" fmla="*/ 367951 w 408418"/>
                <a:gd name="connsiteY13" fmla="*/ 68649 h 402506"/>
                <a:gd name="connsiteX14" fmla="*/ 339607 w 408418"/>
                <a:gd name="connsiteY14" fmla="*/ 40306 h 402506"/>
                <a:gd name="connsiteX15" fmla="*/ 68588 w 408418"/>
                <a:gd name="connsiteY15" fmla="*/ 40306 h 402506"/>
                <a:gd name="connsiteX16" fmla="*/ 40245 w 408418"/>
                <a:gd name="connsiteY16" fmla="*/ 68649 h 402506"/>
                <a:gd name="connsiteX17" fmla="*/ 40245 w 408418"/>
                <a:gd name="connsiteY17" fmla="*/ 333919 h 402506"/>
                <a:gd name="connsiteX18" fmla="*/ 68588 w 408418"/>
                <a:gd name="connsiteY18" fmla="*/ 362262 h 402506"/>
                <a:gd name="connsiteX19" fmla="*/ 339607 w 408418"/>
                <a:gd name="connsiteY19" fmla="*/ 362262 h 402506"/>
                <a:gd name="connsiteX20" fmla="*/ 367951 w 408418"/>
                <a:gd name="connsiteY20" fmla="*/ 333919 h 402506"/>
                <a:gd name="connsiteX21" fmla="*/ 367951 w 408418"/>
                <a:gd name="connsiteY21" fmla="*/ 68649 h 40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8418" h="402506">
                  <a:moveTo>
                    <a:pt x="345126" y="402507"/>
                  </a:moveTo>
                  <a:lnTo>
                    <a:pt x="63874" y="402507"/>
                  </a:lnTo>
                  <a:cubicBezTo>
                    <a:pt x="27385" y="397218"/>
                    <a:pt x="6094" y="376539"/>
                    <a:pt x="0" y="340473"/>
                  </a:cubicBezTo>
                  <a:lnTo>
                    <a:pt x="0" y="62670"/>
                  </a:lnTo>
                  <a:cubicBezTo>
                    <a:pt x="4139" y="37029"/>
                    <a:pt x="15868" y="19129"/>
                    <a:pt x="35185" y="8972"/>
                  </a:cubicBezTo>
                  <a:cubicBezTo>
                    <a:pt x="46109" y="3223"/>
                    <a:pt x="65369" y="291"/>
                    <a:pt x="92965" y="176"/>
                  </a:cubicBezTo>
                  <a:cubicBezTo>
                    <a:pt x="167360" y="-92"/>
                    <a:pt x="241755" y="-54"/>
                    <a:pt x="316150" y="291"/>
                  </a:cubicBezTo>
                  <a:cubicBezTo>
                    <a:pt x="343363" y="406"/>
                    <a:pt x="362431" y="3357"/>
                    <a:pt x="373355" y="9145"/>
                  </a:cubicBezTo>
                  <a:cubicBezTo>
                    <a:pt x="386923" y="16312"/>
                    <a:pt x="396678" y="27293"/>
                    <a:pt x="402618" y="42088"/>
                  </a:cubicBezTo>
                  <a:cubicBezTo>
                    <a:pt x="406298" y="51172"/>
                    <a:pt x="408176" y="65066"/>
                    <a:pt x="408253" y="83770"/>
                  </a:cubicBezTo>
                  <a:cubicBezTo>
                    <a:pt x="408521" y="148199"/>
                    <a:pt x="408464" y="224051"/>
                    <a:pt x="408080" y="311324"/>
                  </a:cubicBezTo>
                  <a:cubicBezTo>
                    <a:pt x="407965" y="337962"/>
                    <a:pt x="404995" y="356743"/>
                    <a:pt x="399169" y="367667"/>
                  </a:cubicBezTo>
                  <a:cubicBezTo>
                    <a:pt x="388897" y="386869"/>
                    <a:pt x="370883" y="398482"/>
                    <a:pt x="345126" y="402507"/>
                  </a:cubicBezTo>
                  <a:close/>
                  <a:moveTo>
                    <a:pt x="367951" y="68649"/>
                  </a:moveTo>
                  <a:cubicBezTo>
                    <a:pt x="367951" y="52996"/>
                    <a:pt x="355261" y="40306"/>
                    <a:pt x="339607" y="40306"/>
                  </a:cubicBezTo>
                  <a:lnTo>
                    <a:pt x="68588" y="40306"/>
                  </a:lnTo>
                  <a:cubicBezTo>
                    <a:pt x="52935" y="40306"/>
                    <a:pt x="40245" y="52996"/>
                    <a:pt x="40245" y="68649"/>
                  </a:cubicBezTo>
                  <a:lnTo>
                    <a:pt x="40245" y="333919"/>
                  </a:lnTo>
                  <a:cubicBezTo>
                    <a:pt x="40245" y="349572"/>
                    <a:pt x="52935" y="362262"/>
                    <a:pt x="68588" y="362262"/>
                  </a:cubicBezTo>
                  <a:lnTo>
                    <a:pt x="339607" y="362262"/>
                  </a:lnTo>
                  <a:cubicBezTo>
                    <a:pt x="355261" y="362262"/>
                    <a:pt x="367951" y="349572"/>
                    <a:pt x="367951" y="333919"/>
                  </a:cubicBezTo>
                  <a:lnTo>
                    <a:pt x="367951" y="68649"/>
                  </a:lnTo>
                  <a:close/>
                </a:path>
              </a:pathLst>
            </a:custGeom>
            <a:grpFill/>
            <a:ln w="571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4785A75B-0768-2B98-7A0D-9227C5A1E9C1}"/>
                </a:ext>
              </a:extLst>
            </p:cNvPr>
            <p:cNvSpPr/>
            <p:nvPr/>
          </p:nvSpPr>
          <p:spPr>
            <a:xfrm>
              <a:off x="6279550" y="5188317"/>
              <a:ext cx="218892" cy="201803"/>
            </a:xfrm>
            <a:custGeom>
              <a:avLst/>
              <a:gdLst>
                <a:gd name="connsiteX0" fmla="*/ 85830 w 218892"/>
                <a:gd name="connsiteY0" fmla="*/ 144471 h 201803"/>
                <a:gd name="connsiteX1" fmla="*/ 89107 w 218892"/>
                <a:gd name="connsiteY1" fmla="*/ 144299 h 201803"/>
                <a:gd name="connsiteX2" fmla="*/ 181094 w 218892"/>
                <a:gd name="connsiteY2" fmla="*/ 9939 h 201803"/>
                <a:gd name="connsiteX3" fmla="*/ 207886 w 218892"/>
                <a:gd name="connsiteY3" fmla="*/ 3960 h 201803"/>
                <a:gd name="connsiteX4" fmla="*/ 209151 w 218892"/>
                <a:gd name="connsiteY4" fmla="*/ 4765 h 201803"/>
                <a:gd name="connsiteX5" fmla="*/ 214440 w 218892"/>
                <a:gd name="connsiteY5" fmla="*/ 31499 h 201803"/>
                <a:gd name="connsiteX6" fmla="*/ 104400 w 218892"/>
                <a:gd name="connsiteY6" fmla="*/ 192937 h 201803"/>
                <a:gd name="connsiteX7" fmla="*/ 76200 w 218892"/>
                <a:gd name="connsiteY7" fmla="*/ 198276 h 201803"/>
                <a:gd name="connsiteX8" fmla="*/ 70939 w 218892"/>
                <a:gd name="connsiteY8" fmla="*/ 193052 h 201803"/>
                <a:gd name="connsiteX9" fmla="*/ 4306 w 218892"/>
                <a:gd name="connsiteY9" fmla="*/ 97040 h 201803"/>
                <a:gd name="connsiteX10" fmla="*/ 9307 w 218892"/>
                <a:gd name="connsiteY10" fmla="*/ 69789 h 201803"/>
                <a:gd name="connsiteX11" fmla="*/ 9997 w 218892"/>
                <a:gd name="connsiteY11" fmla="*/ 69329 h 201803"/>
                <a:gd name="connsiteX12" fmla="*/ 37249 w 218892"/>
                <a:gd name="connsiteY12" fmla="*/ 74503 h 201803"/>
                <a:gd name="connsiteX13" fmla="*/ 85830 w 218892"/>
                <a:gd name="connsiteY13" fmla="*/ 144471 h 20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92" h="201803">
                  <a:moveTo>
                    <a:pt x="85830" y="144471"/>
                  </a:moveTo>
                  <a:cubicBezTo>
                    <a:pt x="86903" y="146004"/>
                    <a:pt x="87995" y="145947"/>
                    <a:pt x="89107" y="144299"/>
                  </a:cubicBezTo>
                  <a:lnTo>
                    <a:pt x="181094" y="9939"/>
                  </a:lnTo>
                  <a:cubicBezTo>
                    <a:pt x="188492" y="-869"/>
                    <a:pt x="197422" y="-2862"/>
                    <a:pt x="207886" y="3960"/>
                  </a:cubicBezTo>
                  <a:lnTo>
                    <a:pt x="209151" y="4765"/>
                  </a:lnTo>
                  <a:cubicBezTo>
                    <a:pt x="220036" y="11856"/>
                    <a:pt x="221799" y="20767"/>
                    <a:pt x="214440" y="31499"/>
                  </a:cubicBezTo>
                  <a:lnTo>
                    <a:pt x="104400" y="192937"/>
                  </a:lnTo>
                  <a:cubicBezTo>
                    <a:pt x="98087" y="202199"/>
                    <a:pt x="85461" y="204589"/>
                    <a:pt x="76200" y="198276"/>
                  </a:cubicBezTo>
                  <a:cubicBezTo>
                    <a:pt x="74140" y="196873"/>
                    <a:pt x="72357" y="195102"/>
                    <a:pt x="70939" y="193052"/>
                  </a:cubicBezTo>
                  <a:lnTo>
                    <a:pt x="4306" y="97040"/>
                  </a:lnTo>
                  <a:cubicBezTo>
                    <a:pt x="-2785" y="86768"/>
                    <a:pt x="-1118" y="77684"/>
                    <a:pt x="9307" y="69789"/>
                  </a:cubicBezTo>
                  <a:lnTo>
                    <a:pt x="9997" y="69329"/>
                  </a:lnTo>
                  <a:cubicBezTo>
                    <a:pt x="21074" y="62545"/>
                    <a:pt x="30158" y="64269"/>
                    <a:pt x="37249" y="74503"/>
                  </a:cubicBezTo>
                  <a:lnTo>
                    <a:pt x="85830" y="144471"/>
                  </a:lnTo>
                  <a:close/>
                </a:path>
              </a:pathLst>
            </a:custGeom>
            <a:grpFill/>
            <a:ln w="5715" cap="flat">
              <a:noFill/>
              <a:prstDash val="solid"/>
              <a:miter/>
            </a:ln>
          </p:spPr>
          <p:txBody>
            <a:bodyPr rtlCol="0" anchor="ctr"/>
            <a:lstStyle/>
            <a:p>
              <a:endParaRPr lang="en-US" dirty="0"/>
            </a:p>
          </p:txBody>
        </p:sp>
      </p:grpSp>
      <p:grpSp>
        <p:nvGrpSpPr>
          <p:cNvPr id="8" name="Challenge3" descr="{&quot;Key&quot;:&quot;POWER_USER_SHAPE_ICON&quot;,&quot;Value&quot;:&quot;POWER_USER_SHAPE_ICON_STYLE_1&quot;}">
            <a:extLst>
              <a:ext uri="{FF2B5EF4-FFF2-40B4-BE49-F238E27FC236}">
                <a16:creationId xmlns:a16="http://schemas.microsoft.com/office/drawing/2014/main" id="{775E9E76-D161-E55E-EE88-F1CCF8BAB1F2}"/>
              </a:ext>
            </a:extLst>
          </p:cNvPr>
          <p:cNvGrpSpPr>
            <a:grpSpLocks noChangeAspect="1"/>
          </p:cNvGrpSpPr>
          <p:nvPr/>
        </p:nvGrpSpPr>
        <p:grpSpPr>
          <a:xfrm>
            <a:off x="8878475" y="137674"/>
            <a:ext cx="483723" cy="520456"/>
            <a:chOff x="6293555" y="8287856"/>
            <a:chExt cx="1139547" cy="1226088"/>
          </a:xfrm>
          <a:solidFill>
            <a:srgbClr val="FFFFFF"/>
          </a:solidFill>
        </p:grpSpPr>
        <p:sp>
          <p:nvSpPr>
            <p:cNvPr id="9" name="Free-form: Shape 8">
              <a:extLst>
                <a:ext uri="{FF2B5EF4-FFF2-40B4-BE49-F238E27FC236}">
                  <a16:creationId xmlns:a16="http://schemas.microsoft.com/office/drawing/2014/main" id="{7F162014-2D7A-7467-E30D-323AFE44A52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C9AAED1D-6D21-6547-05EB-C1C92E7E40D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F6ED71D7-6A39-4B6C-661A-2828EC3B38C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AC036D3D-F3A9-9965-95CD-66DC91B81670}"/>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13" name="Target8" descr="{&quot;Key&quot;:&quot;POWER_USER_SHAPE_ICON&quot;,&quot;Value&quot;:&quot;POWER_USER_SHAPE_ICON_STYLE_1&quot;}">
            <a:extLst>
              <a:ext uri="{FF2B5EF4-FFF2-40B4-BE49-F238E27FC236}">
                <a16:creationId xmlns:a16="http://schemas.microsoft.com/office/drawing/2014/main" id="{8922D3BA-125A-DDEB-BE93-3075A4A83FD3}"/>
              </a:ext>
            </a:extLst>
          </p:cNvPr>
          <p:cNvGrpSpPr>
            <a:grpSpLocks noChangeAspect="1"/>
          </p:cNvGrpSpPr>
          <p:nvPr>
            <p:custDataLst>
              <p:tags r:id="rId4"/>
            </p:custDataLst>
          </p:nvPr>
        </p:nvGrpSpPr>
        <p:grpSpPr>
          <a:xfrm>
            <a:off x="11544180" y="1094694"/>
            <a:ext cx="428030" cy="430129"/>
            <a:chOff x="298450" y="2252664"/>
            <a:chExt cx="323850" cy="325438"/>
          </a:xfrm>
          <a:solidFill>
            <a:srgbClr val="FFFFFF"/>
          </a:solidFill>
        </p:grpSpPr>
        <p:sp>
          <p:nvSpPr>
            <p:cNvPr id="14" name="Freeform 140">
              <a:extLst>
                <a:ext uri="{FF2B5EF4-FFF2-40B4-BE49-F238E27FC236}">
                  <a16:creationId xmlns:a16="http://schemas.microsoft.com/office/drawing/2014/main" id="{9282E6C6-A0A4-73FB-3383-25BD5FA47658}"/>
                </a:ext>
              </a:extLst>
            </p:cNvPr>
            <p:cNvSpPr>
              <a:spLocks/>
            </p:cNvSpPr>
            <p:nvPr/>
          </p:nvSpPr>
          <p:spPr bwMode="auto">
            <a:xfrm>
              <a:off x="298450" y="2284414"/>
              <a:ext cx="292100" cy="293688"/>
            </a:xfrm>
            <a:custGeom>
              <a:avLst/>
              <a:gdLst>
                <a:gd name="T0" fmla="*/ 240 w 480"/>
                <a:gd name="T1" fmla="*/ 480 h 480"/>
                <a:gd name="T2" fmla="*/ 0 w 480"/>
                <a:gd name="T3" fmla="*/ 240 h 480"/>
                <a:gd name="T4" fmla="*/ 240 w 480"/>
                <a:gd name="T5" fmla="*/ 0 h 480"/>
                <a:gd name="T6" fmla="*/ 385 w 480"/>
                <a:gd name="T7" fmla="*/ 49 h 480"/>
                <a:gd name="T8" fmla="*/ 375 w 480"/>
                <a:gd name="T9" fmla="*/ 63 h 480"/>
                <a:gd name="T10" fmla="*/ 240 w 480"/>
                <a:gd name="T11" fmla="*/ 17 h 480"/>
                <a:gd name="T12" fmla="*/ 16 w 480"/>
                <a:gd name="T13" fmla="*/ 240 h 480"/>
                <a:gd name="T14" fmla="*/ 240 w 480"/>
                <a:gd name="T15" fmla="*/ 463 h 480"/>
                <a:gd name="T16" fmla="*/ 463 w 480"/>
                <a:gd name="T17" fmla="*/ 240 h 480"/>
                <a:gd name="T18" fmla="*/ 399 w 480"/>
                <a:gd name="T19" fmla="*/ 83 h 480"/>
                <a:gd name="T20" fmla="*/ 411 w 480"/>
                <a:gd name="T21" fmla="*/ 72 h 480"/>
                <a:gd name="T22" fmla="*/ 480 w 480"/>
                <a:gd name="T23" fmla="*/ 240 h 480"/>
                <a:gd name="T24" fmla="*/ 240 w 480"/>
                <a:gd name="T25" fmla="*/ 48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0" h="480">
                  <a:moveTo>
                    <a:pt x="240" y="480"/>
                  </a:moveTo>
                  <a:cubicBezTo>
                    <a:pt x="107" y="480"/>
                    <a:pt x="0" y="372"/>
                    <a:pt x="0" y="240"/>
                  </a:cubicBezTo>
                  <a:cubicBezTo>
                    <a:pt x="0" y="108"/>
                    <a:pt x="107" y="0"/>
                    <a:pt x="240" y="0"/>
                  </a:cubicBezTo>
                  <a:cubicBezTo>
                    <a:pt x="293" y="0"/>
                    <a:pt x="343" y="17"/>
                    <a:pt x="385" y="49"/>
                  </a:cubicBezTo>
                  <a:lnTo>
                    <a:pt x="375" y="63"/>
                  </a:lnTo>
                  <a:cubicBezTo>
                    <a:pt x="336" y="33"/>
                    <a:pt x="289" y="17"/>
                    <a:pt x="240" y="17"/>
                  </a:cubicBezTo>
                  <a:cubicBezTo>
                    <a:pt x="116" y="17"/>
                    <a:pt x="16" y="117"/>
                    <a:pt x="16" y="240"/>
                  </a:cubicBezTo>
                  <a:cubicBezTo>
                    <a:pt x="16" y="363"/>
                    <a:pt x="116" y="463"/>
                    <a:pt x="240" y="463"/>
                  </a:cubicBezTo>
                  <a:cubicBezTo>
                    <a:pt x="363" y="463"/>
                    <a:pt x="463" y="363"/>
                    <a:pt x="463" y="240"/>
                  </a:cubicBezTo>
                  <a:cubicBezTo>
                    <a:pt x="463" y="181"/>
                    <a:pt x="440" y="125"/>
                    <a:pt x="399" y="83"/>
                  </a:cubicBezTo>
                  <a:lnTo>
                    <a:pt x="411" y="72"/>
                  </a:lnTo>
                  <a:cubicBezTo>
                    <a:pt x="455" y="117"/>
                    <a:pt x="480" y="177"/>
                    <a:pt x="480" y="240"/>
                  </a:cubicBezTo>
                  <a:cubicBezTo>
                    <a:pt x="480" y="372"/>
                    <a:pt x="372" y="480"/>
                    <a:pt x="240" y="4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41">
              <a:extLst>
                <a:ext uri="{FF2B5EF4-FFF2-40B4-BE49-F238E27FC236}">
                  <a16:creationId xmlns:a16="http://schemas.microsoft.com/office/drawing/2014/main" id="{52028A62-87D7-EB18-3717-6525C69F521A}"/>
                </a:ext>
              </a:extLst>
            </p:cNvPr>
            <p:cNvSpPr>
              <a:spLocks/>
            </p:cNvSpPr>
            <p:nvPr/>
          </p:nvSpPr>
          <p:spPr bwMode="auto">
            <a:xfrm>
              <a:off x="338138" y="2325689"/>
              <a:ext cx="211138" cy="211138"/>
            </a:xfrm>
            <a:custGeom>
              <a:avLst/>
              <a:gdLst>
                <a:gd name="T0" fmla="*/ 174 w 347"/>
                <a:gd name="T1" fmla="*/ 346 h 346"/>
                <a:gd name="T2" fmla="*/ 0 w 347"/>
                <a:gd name="T3" fmla="*/ 173 h 346"/>
                <a:gd name="T4" fmla="*/ 174 w 347"/>
                <a:gd name="T5" fmla="*/ 0 h 346"/>
                <a:gd name="T6" fmla="*/ 270 w 347"/>
                <a:gd name="T7" fmla="*/ 29 h 346"/>
                <a:gd name="T8" fmla="*/ 260 w 347"/>
                <a:gd name="T9" fmla="*/ 43 h 346"/>
                <a:gd name="T10" fmla="*/ 174 w 347"/>
                <a:gd name="T11" fmla="*/ 16 h 346"/>
                <a:gd name="T12" fmla="*/ 17 w 347"/>
                <a:gd name="T13" fmla="*/ 173 h 346"/>
                <a:gd name="T14" fmla="*/ 174 w 347"/>
                <a:gd name="T15" fmla="*/ 330 h 346"/>
                <a:gd name="T16" fmla="*/ 330 w 347"/>
                <a:gd name="T17" fmla="*/ 173 h 346"/>
                <a:gd name="T18" fmla="*/ 287 w 347"/>
                <a:gd name="T19" fmla="*/ 65 h 346"/>
                <a:gd name="T20" fmla="*/ 299 w 347"/>
                <a:gd name="T21" fmla="*/ 54 h 346"/>
                <a:gd name="T22" fmla="*/ 347 w 347"/>
                <a:gd name="T23" fmla="*/ 173 h 346"/>
                <a:gd name="T24" fmla="*/ 174 w 347"/>
                <a:gd name="T25"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7" h="346">
                  <a:moveTo>
                    <a:pt x="174" y="346"/>
                  </a:moveTo>
                  <a:cubicBezTo>
                    <a:pt x="78" y="346"/>
                    <a:pt x="0" y="269"/>
                    <a:pt x="0" y="173"/>
                  </a:cubicBezTo>
                  <a:cubicBezTo>
                    <a:pt x="0" y="77"/>
                    <a:pt x="78" y="0"/>
                    <a:pt x="174" y="0"/>
                  </a:cubicBezTo>
                  <a:cubicBezTo>
                    <a:pt x="208" y="0"/>
                    <a:pt x="241" y="10"/>
                    <a:pt x="270" y="29"/>
                  </a:cubicBezTo>
                  <a:lnTo>
                    <a:pt x="260" y="43"/>
                  </a:lnTo>
                  <a:cubicBezTo>
                    <a:pt x="235" y="25"/>
                    <a:pt x="205" y="16"/>
                    <a:pt x="174" y="16"/>
                  </a:cubicBezTo>
                  <a:cubicBezTo>
                    <a:pt x="87" y="16"/>
                    <a:pt x="17" y="87"/>
                    <a:pt x="17" y="173"/>
                  </a:cubicBezTo>
                  <a:cubicBezTo>
                    <a:pt x="17" y="259"/>
                    <a:pt x="87" y="330"/>
                    <a:pt x="174" y="330"/>
                  </a:cubicBezTo>
                  <a:cubicBezTo>
                    <a:pt x="260" y="330"/>
                    <a:pt x="330" y="259"/>
                    <a:pt x="330" y="173"/>
                  </a:cubicBezTo>
                  <a:cubicBezTo>
                    <a:pt x="330" y="133"/>
                    <a:pt x="315" y="94"/>
                    <a:pt x="287" y="65"/>
                  </a:cubicBezTo>
                  <a:lnTo>
                    <a:pt x="299" y="54"/>
                  </a:lnTo>
                  <a:cubicBezTo>
                    <a:pt x="330" y="86"/>
                    <a:pt x="347" y="128"/>
                    <a:pt x="347" y="173"/>
                  </a:cubicBezTo>
                  <a:cubicBezTo>
                    <a:pt x="347" y="269"/>
                    <a:pt x="269" y="346"/>
                    <a:pt x="174" y="3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42">
              <a:extLst>
                <a:ext uri="{FF2B5EF4-FFF2-40B4-BE49-F238E27FC236}">
                  <a16:creationId xmlns:a16="http://schemas.microsoft.com/office/drawing/2014/main" id="{5117E829-CE09-87B7-C7A3-2BAE4847BB4E}"/>
                </a:ext>
              </a:extLst>
            </p:cNvPr>
            <p:cNvSpPr>
              <a:spLocks/>
            </p:cNvSpPr>
            <p:nvPr/>
          </p:nvSpPr>
          <p:spPr bwMode="auto">
            <a:xfrm>
              <a:off x="379413" y="2365376"/>
              <a:ext cx="130175" cy="131763"/>
            </a:xfrm>
            <a:custGeom>
              <a:avLst/>
              <a:gdLst>
                <a:gd name="T0" fmla="*/ 107 w 213"/>
                <a:gd name="T1" fmla="*/ 214 h 214"/>
                <a:gd name="T2" fmla="*/ 0 w 213"/>
                <a:gd name="T3" fmla="*/ 107 h 214"/>
                <a:gd name="T4" fmla="*/ 107 w 213"/>
                <a:gd name="T5" fmla="*/ 0 h 214"/>
                <a:gd name="T6" fmla="*/ 156 w 213"/>
                <a:gd name="T7" fmla="*/ 12 h 214"/>
                <a:gd name="T8" fmla="*/ 148 w 213"/>
                <a:gd name="T9" fmla="*/ 27 h 214"/>
                <a:gd name="T10" fmla="*/ 107 w 213"/>
                <a:gd name="T11" fmla="*/ 17 h 214"/>
                <a:gd name="T12" fmla="*/ 17 w 213"/>
                <a:gd name="T13" fmla="*/ 107 h 214"/>
                <a:gd name="T14" fmla="*/ 107 w 213"/>
                <a:gd name="T15" fmla="*/ 197 h 214"/>
                <a:gd name="T16" fmla="*/ 197 w 213"/>
                <a:gd name="T17" fmla="*/ 107 h 214"/>
                <a:gd name="T18" fmla="*/ 170 w 213"/>
                <a:gd name="T19" fmla="*/ 43 h 214"/>
                <a:gd name="T20" fmla="*/ 182 w 213"/>
                <a:gd name="T21" fmla="*/ 32 h 214"/>
                <a:gd name="T22" fmla="*/ 213 w 213"/>
                <a:gd name="T23" fmla="*/ 107 h 214"/>
                <a:gd name="T24" fmla="*/ 107 w 213"/>
                <a:gd name="T25"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3" h="214">
                  <a:moveTo>
                    <a:pt x="107" y="214"/>
                  </a:moveTo>
                  <a:cubicBezTo>
                    <a:pt x="48" y="214"/>
                    <a:pt x="0" y="166"/>
                    <a:pt x="0" y="107"/>
                  </a:cubicBezTo>
                  <a:cubicBezTo>
                    <a:pt x="0" y="48"/>
                    <a:pt x="48" y="0"/>
                    <a:pt x="107" y="0"/>
                  </a:cubicBezTo>
                  <a:cubicBezTo>
                    <a:pt x="124" y="0"/>
                    <a:pt x="141" y="5"/>
                    <a:pt x="156" y="12"/>
                  </a:cubicBezTo>
                  <a:lnTo>
                    <a:pt x="148" y="27"/>
                  </a:lnTo>
                  <a:cubicBezTo>
                    <a:pt x="135" y="20"/>
                    <a:pt x="121" y="17"/>
                    <a:pt x="107" y="17"/>
                  </a:cubicBezTo>
                  <a:cubicBezTo>
                    <a:pt x="57" y="17"/>
                    <a:pt x="17" y="57"/>
                    <a:pt x="17" y="107"/>
                  </a:cubicBezTo>
                  <a:cubicBezTo>
                    <a:pt x="17" y="157"/>
                    <a:pt x="57" y="197"/>
                    <a:pt x="107" y="197"/>
                  </a:cubicBezTo>
                  <a:cubicBezTo>
                    <a:pt x="156" y="197"/>
                    <a:pt x="197" y="157"/>
                    <a:pt x="197" y="107"/>
                  </a:cubicBezTo>
                  <a:cubicBezTo>
                    <a:pt x="197" y="83"/>
                    <a:pt x="187" y="60"/>
                    <a:pt x="170" y="43"/>
                  </a:cubicBezTo>
                  <a:lnTo>
                    <a:pt x="182" y="32"/>
                  </a:lnTo>
                  <a:cubicBezTo>
                    <a:pt x="202" y="52"/>
                    <a:pt x="213" y="79"/>
                    <a:pt x="213" y="107"/>
                  </a:cubicBezTo>
                  <a:cubicBezTo>
                    <a:pt x="213" y="166"/>
                    <a:pt x="166" y="214"/>
                    <a:pt x="107" y="2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43">
              <a:extLst>
                <a:ext uri="{FF2B5EF4-FFF2-40B4-BE49-F238E27FC236}">
                  <a16:creationId xmlns:a16="http://schemas.microsoft.com/office/drawing/2014/main" id="{0F5F48E1-7654-DF93-4976-CE6985451354}"/>
                </a:ext>
              </a:extLst>
            </p:cNvPr>
            <p:cNvSpPr>
              <a:spLocks/>
            </p:cNvSpPr>
            <p:nvPr/>
          </p:nvSpPr>
          <p:spPr bwMode="auto">
            <a:xfrm>
              <a:off x="441325" y="2298701"/>
              <a:ext cx="134938" cy="136525"/>
            </a:xfrm>
            <a:custGeom>
              <a:avLst/>
              <a:gdLst>
                <a:gd name="T0" fmla="*/ 4 w 85"/>
                <a:gd name="T1" fmla="*/ 86 h 86"/>
                <a:gd name="T2" fmla="*/ 0 w 85"/>
                <a:gd name="T3" fmla="*/ 81 h 86"/>
                <a:gd name="T4" fmla="*/ 81 w 85"/>
                <a:gd name="T5" fmla="*/ 0 h 86"/>
                <a:gd name="T6" fmla="*/ 85 w 85"/>
                <a:gd name="T7" fmla="*/ 5 h 86"/>
                <a:gd name="T8" fmla="*/ 4 w 85"/>
                <a:gd name="T9" fmla="*/ 86 h 86"/>
              </a:gdLst>
              <a:ahLst/>
              <a:cxnLst>
                <a:cxn ang="0">
                  <a:pos x="T0" y="T1"/>
                </a:cxn>
                <a:cxn ang="0">
                  <a:pos x="T2" y="T3"/>
                </a:cxn>
                <a:cxn ang="0">
                  <a:pos x="T4" y="T5"/>
                </a:cxn>
                <a:cxn ang="0">
                  <a:pos x="T6" y="T7"/>
                </a:cxn>
                <a:cxn ang="0">
                  <a:pos x="T8" y="T9"/>
                </a:cxn>
              </a:cxnLst>
              <a:rect l="0" t="0" r="r" b="b"/>
              <a:pathLst>
                <a:path w="85" h="86">
                  <a:moveTo>
                    <a:pt x="4" y="86"/>
                  </a:moveTo>
                  <a:lnTo>
                    <a:pt x="0" y="81"/>
                  </a:lnTo>
                  <a:lnTo>
                    <a:pt x="81" y="0"/>
                  </a:lnTo>
                  <a:lnTo>
                    <a:pt x="85" y="5"/>
                  </a:lnTo>
                  <a:lnTo>
                    <a:pt x="4" y="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44">
              <a:extLst>
                <a:ext uri="{FF2B5EF4-FFF2-40B4-BE49-F238E27FC236}">
                  <a16:creationId xmlns:a16="http://schemas.microsoft.com/office/drawing/2014/main" id="{F0758D06-A578-209E-C12F-EC9337A302DE}"/>
                </a:ext>
              </a:extLst>
            </p:cNvPr>
            <p:cNvSpPr>
              <a:spLocks noEditPoints="1"/>
            </p:cNvSpPr>
            <p:nvPr/>
          </p:nvSpPr>
          <p:spPr bwMode="auto">
            <a:xfrm>
              <a:off x="546100" y="2252664"/>
              <a:ext cx="76200" cy="76200"/>
            </a:xfrm>
            <a:custGeom>
              <a:avLst/>
              <a:gdLst>
                <a:gd name="T0" fmla="*/ 27 w 124"/>
                <a:gd name="T1" fmla="*/ 98 h 125"/>
                <a:gd name="T2" fmla="*/ 52 w 124"/>
                <a:gd name="T3" fmla="*/ 106 h 125"/>
                <a:gd name="T4" fmla="*/ 93 w 124"/>
                <a:gd name="T5" fmla="*/ 65 h 125"/>
                <a:gd name="T6" fmla="*/ 68 w 124"/>
                <a:gd name="T7" fmla="*/ 57 h 125"/>
                <a:gd name="T8" fmla="*/ 60 w 124"/>
                <a:gd name="T9" fmla="*/ 32 h 125"/>
                <a:gd name="T10" fmla="*/ 19 w 124"/>
                <a:gd name="T11" fmla="*/ 73 h 125"/>
                <a:gd name="T12" fmla="*/ 27 w 124"/>
                <a:gd name="T13" fmla="*/ 98 h 125"/>
                <a:gd name="T14" fmla="*/ 57 w 124"/>
                <a:gd name="T15" fmla="*/ 125 h 125"/>
                <a:gd name="T16" fmla="*/ 14 w 124"/>
                <a:gd name="T17" fmla="*/ 111 h 125"/>
                <a:gd name="T18" fmla="*/ 0 w 124"/>
                <a:gd name="T19" fmla="*/ 68 h 125"/>
                <a:gd name="T20" fmla="*/ 68 w 124"/>
                <a:gd name="T21" fmla="*/ 0 h 125"/>
                <a:gd name="T22" fmla="*/ 81 w 124"/>
                <a:gd name="T23" fmla="*/ 44 h 125"/>
                <a:gd name="T24" fmla="*/ 124 w 124"/>
                <a:gd name="T25" fmla="*/ 57 h 125"/>
                <a:gd name="T26" fmla="*/ 57 w 124"/>
                <a:gd name="T27"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4" h="125">
                  <a:moveTo>
                    <a:pt x="27" y="98"/>
                  </a:moveTo>
                  <a:lnTo>
                    <a:pt x="52" y="106"/>
                  </a:lnTo>
                  <a:lnTo>
                    <a:pt x="93" y="65"/>
                  </a:lnTo>
                  <a:lnTo>
                    <a:pt x="68" y="57"/>
                  </a:lnTo>
                  <a:lnTo>
                    <a:pt x="60" y="32"/>
                  </a:lnTo>
                  <a:lnTo>
                    <a:pt x="19" y="73"/>
                  </a:lnTo>
                  <a:lnTo>
                    <a:pt x="27" y="98"/>
                  </a:lnTo>
                  <a:close/>
                  <a:moveTo>
                    <a:pt x="57" y="125"/>
                  </a:moveTo>
                  <a:lnTo>
                    <a:pt x="14" y="111"/>
                  </a:lnTo>
                  <a:lnTo>
                    <a:pt x="0" y="68"/>
                  </a:lnTo>
                  <a:lnTo>
                    <a:pt x="68" y="0"/>
                  </a:lnTo>
                  <a:lnTo>
                    <a:pt x="81" y="44"/>
                  </a:lnTo>
                  <a:lnTo>
                    <a:pt x="124" y="57"/>
                  </a:lnTo>
                  <a:lnTo>
                    <a:pt x="57" y="1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45">
              <a:extLst>
                <a:ext uri="{FF2B5EF4-FFF2-40B4-BE49-F238E27FC236}">
                  <a16:creationId xmlns:a16="http://schemas.microsoft.com/office/drawing/2014/main" id="{5943C253-2B19-EE4B-54EC-0F754B2CD2D0}"/>
                </a:ext>
              </a:extLst>
            </p:cNvPr>
            <p:cNvSpPr>
              <a:spLocks noEditPoints="1"/>
            </p:cNvSpPr>
            <p:nvPr/>
          </p:nvSpPr>
          <p:spPr bwMode="auto">
            <a:xfrm>
              <a:off x="420688" y="2406651"/>
              <a:ext cx="47625" cy="49213"/>
            </a:xfrm>
            <a:custGeom>
              <a:avLst/>
              <a:gdLst>
                <a:gd name="T0" fmla="*/ 40 w 80"/>
                <a:gd name="T1" fmla="*/ 17 h 80"/>
                <a:gd name="T2" fmla="*/ 16 w 80"/>
                <a:gd name="T3" fmla="*/ 40 h 80"/>
                <a:gd name="T4" fmla="*/ 40 w 80"/>
                <a:gd name="T5" fmla="*/ 63 h 80"/>
                <a:gd name="T6" fmla="*/ 63 w 80"/>
                <a:gd name="T7" fmla="*/ 40 h 80"/>
                <a:gd name="T8" fmla="*/ 40 w 80"/>
                <a:gd name="T9" fmla="*/ 17 h 80"/>
                <a:gd name="T10" fmla="*/ 40 w 80"/>
                <a:gd name="T11" fmla="*/ 80 h 80"/>
                <a:gd name="T12" fmla="*/ 0 w 80"/>
                <a:gd name="T13" fmla="*/ 40 h 80"/>
                <a:gd name="T14" fmla="*/ 40 w 80"/>
                <a:gd name="T15" fmla="*/ 0 h 80"/>
                <a:gd name="T16" fmla="*/ 80 w 80"/>
                <a:gd name="T17" fmla="*/ 40 h 80"/>
                <a:gd name="T18" fmla="*/ 40 w 80"/>
                <a:gd name="T19"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80">
                  <a:moveTo>
                    <a:pt x="40" y="17"/>
                  </a:moveTo>
                  <a:cubicBezTo>
                    <a:pt x="27" y="17"/>
                    <a:pt x="16" y="27"/>
                    <a:pt x="16" y="40"/>
                  </a:cubicBezTo>
                  <a:cubicBezTo>
                    <a:pt x="16" y="53"/>
                    <a:pt x="27" y="63"/>
                    <a:pt x="40" y="63"/>
                  </a:cubicBezTo>
                  <a:cubicBezTo>
                    <a:pt x="53" y="63"/>
                    <a:pt x="63" y="53"/>
                    <a:pt x="63" y="40"/>
                  </a:cubicBezTo>
                  <a:cubicBezTo>
                    <a:pt x="63" y="27"/>
                    <a:pt x="53" y="17"/>
                    <a:pt x="40" y="17"/>
                  </a:cubicBezTo>
                  <a:close/>
                  <a:moveTo>
                    <a:pt x="40" y="80"/>
                  </a:moveTo>
                  <a:cubicBezTo>
                    <a:pt x="18" y="80"/>
                    <a:pt x="0" y="62"/>
                    <a:pt x="0" y="40"/>
                  </a:cubicBezTo>
                  <a:cubicBezTo>
                    <a:pt x="0" y="18"/>
                    <a:pt x="18" y="0"/>
                    <a:pt x="40" y="0"/>
                  </a:cubicBezTo>
                  <a:cubicBezTo>
                    <a:pt x="62" y="0"/>
                    <a:pt x="80" y="18"/>
                    <a:pt x="80" y="40"/>
                  </a:cubicBezTo>
                  <a:cubicBezTo>
                    <a:pt x="80" y="62"/>
                    <a:pt x="62" y="80"/>
                    <a:pt x="40"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Air_hostess" descr="{&quot;Key&quot;:&quot;POWER_USER_SHAPE_ICON&quot;,&quot;Value&quot;:&quot;POWER_USER_SHAPE_ICON_STYLE_1&quot;}">
            <a:extLst>
              <a:ext uri="{FF2B5EF4-FFF2-40B4-BE49-F238E27FC236}">
                <a16:creationId xmlns:a16="http://schemas.microsoft.com/office/drawing/2014/main" id="{DEF9A184-FCCE-4336-5266-1122F416C9D9}"/>
              </a:ext>
            </a:extLst>
          </p:cNvPr>
          <p:cNvGrpSpPr>
            <a:grpSpLocks noChangeAspect="1"/>
          </p:cNvGrpSpPr>
          <p:nvPr/>
        </p:nvGrpSpPr>
        <p:grpSpPr>
          <a:xfrm>
            <a:off x="8524856" y="4805727"/>
            <a:ext cx="441817" cy="534335"/>
            <a:chOff x="7264401" y="4197351"/>
            <a:chExt cx="371475" cy="449263"/>
          </a:xfrm>
          <a:solidFill>
            <a:srgbClr val="FFFFFF"/>
          </a:solidFill>
        </p:grpSpPr>
        <p:sp>
          <p:nvSpPr>
            <p:cNvPr id="21" name="Freeform 618">
              <a:extLst>
                <a:ext uri="{FF2B5EF4-FFF2-40B4-BE49-F238E27FC236}">
                  <a16:creationId xmlns:a16="http://schemas.microsoft.com/office/drawing/2014/main" id="{B3F38225-AC82-992D-A87D-A7A265404310}"/>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619">
              <a:extLst>
                <a:ext uri="{FF2B5EF4-FFF2-40B4-BE49-F238E27FC236}">
                  <a16:creationId xmlns:a16="http://schemas.microsoft.com/office/drawing/2014/main" id="{B6A865E3-D817-51F8-76CD-A3D43D82F63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620">
              <a:extLst>
                <a:ext uri="{FF2B5EF4-FFF2-40B4-BE49-F238E27FC236}">
                  <a16:creationId xmlns:a16="http://schemas.microsoft.com/office/drawing/2014/main" id="{FEC7B6B1-54B2-EE24-30B5-DA3EADAE1279}"/>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621">
              <a:extLst>
                <a:ext uri="{FF2B5EF4-FFF2-40B4-BE49-F238E27FC236}">
                  <a16:creationId xmlns:a16="http://schemas.microsoft.com/office/drawing/2014/main" id="{64319EEF-7113-924C-7A54-2DE00DC8C5A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622">
              <a:extLst>
                <a:ext uri="{FF2B5EF4-FFF2-40B4-BE49-F238E27FC236}">
                  <a16:creationId xmlns:a16="http://schemas.microsoft.com/office/drawing/2014/main" id="{744967C9-BA4E-6A32-34C4-744DC22F4413}"/>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623">
              <a:extLst>
                <a:ext uri="{FF2B5EF4-FFF2-40B4-BE49-F238E27FC236}">
                  <a16:creationId xmlns:a16="http://schemas.microsoft.com/office/drawing/2014/main" id="{45745011-412D-2788-B442-0D7F0CE94F1C}"/>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Rectangle 624">
              <a:extLst>
                <a:ext uri="{FF2B5EF4-FFF2-40B4-BE49-F238E27FC236}">
                  <a16:creationId xmlns:a16="http://schemas.microsoft.com/office/drawing/2014/main" id="{D0A943C5-FBC7-6264-3062-9811A3508EF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Rectangle 625">
              <a:extLst>
                <a:ext uri="{FF2B5EF4-FFF2-40B4-BE49-F238E27FC236}">
                  <a16:creationId xmlns:a16="http://schemas.microsoft.com/office/drawing/2014/main" id="{746D195F-FB34-E191-A1B2-A072C18B57F6}"/>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626">
              <a:extLst>
                <a:ext uri="{FF2B5EF4-FFF2-40B4-BE49-F238E27FC236}">
                  <a16:creationId xmlns:a16="http://schemas.microsoft.com/office/drawing/2014/main" id="{9F921D4F-DFC5-5193-1268-D9CA7839C250}"/>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627">
              <a:extLst>
                <a:ext uri="{FF2B5EF4-FFF2-40B4-BE49-F238E27FC236}">
                  <a16:creationId xmlns:a16="http://schemas.microsoft.com/office/drawing/2014/main" id="{B7203655-41A2-7619-4FCF-10BF5160378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628">
              <a:extLst>
                <a:ext uri="{FF2B5EF4-FFF2-40B4-BE49-F238E27FC236}">
                  <a16:creationId xmlns:a16="http://schemas.microsoft.com/office/drawing/2014/main" id="{4E0B8D0F-318B-F1B4-2296-9F551332BDD3}"/>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Rectangle 629">
              <a:extLst>
                <a:ext uri="{FF2B5EF4-FFF2-40B4-BE49-F238E27FC236}">
                  <a16:creationId xmlns:a16="http://schemas.microsoft.com/office/drawing/2014/main" id="{6944D3F7-918C-244E-3AE3-FB1CEA215D28}"/>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3" name="Automation3" descr="{&quot;Key&quot;:&quot;POWER_USER_SHAPE_ICON&quot;,&quot;Value&quot;:&quot;POWER_USER_SHAPE_ICON_STYLE_1&quot;}">
            <a:extLst>
              <a:ext uri="{FF2B5EF4-FFF2-40B4-BE49-F238E27FC236}">
                <a16:creationId xmlns:a16="http://schemas.microsoft.com/office/drawing/2014/main" id="{0223B4E7-F2F3-5578-7A41-8086890F3BA0}"/>
              </a:ext>
            </a:extLst>
          </p:cNvPr>
          <p:cNvGrpSpPr>
            <a:grpSpLocks noChangeAspect="1"/>
          </p:cNvGrpSpPr>
          <p:nvPr>
            <p:custDataLst>
              <p:tags r:id="rId5"/>
            </p:custDataLst>
          </p:nvPr>
        </p:nvGrpSpPr>
        <p:grpSpPr>
          <a:xfrm>
            <a:off x="3519366" y="2598760"/>
            <a:ext cx="365426" cy="572502"/>
            <a:chOff x="6967538" y="5295900"/>
            <a:chExt cx="523875" cy="820738"/>
          </a:xfrm>
          <a:solidFill>
            <a:srgbClr val="FFFFFF"/>
          </a:solidFill>
        </p:grpSpPr>
        <p:sp>
          <p:nvSpPr>
            <p:cNvPr id="34" name="Freeform 107">
              <a:extLst>
                <a:ext uri="{FF2B5EF4-FFF2-40B4-BE49-F238E27FC236}">
                  <a16:creationId xmlns:a16="http://schemas.microsoft.com/office/drawing/2014/main" id="{D81EFC00-7CE8-8DAA-DA20-F71FD87147A7}"/>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108">
              <a:extLst>
                <a:ext uri="{FF2B5EF4-FFF2-40B4-BE49-F238E27FC236}">
                  <a16:creationId xmlns:a16="http://schemas.microsoft.com/office/drawing/2014/main" id="{B7F7F694-71B0-2D5A-259E-57ABCF3BC12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109">
              <a:extLst>
                <a:ext uri="{FF2B5EF4-FFF2-40B4-BE49-F238E27FC236}">
                  <a16:creationId xmlns:a16="http://schemas.microsoft.com/office/drawing/2014/main" id="{CB3F3942-C7F4-8D37-4FE6-930B35D8E0DC}"/>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110">
              <a:extLst>
                <a:ext uri="{FF2B5EF4-FFF2-40B4-BE49-F238E27FC236}">
                  <a16:creationId xmlns:a16="http://schemas.microsoft.com/office/drawing/2014/main" id="{44FCA0A5-8B80-8ACD-964B-A7177B8D04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111">
              <a:extLst>
                <a:ext uri="{FF2B5EF4-FFF2-40B4-BE49-F238E27FC236}">
                  <a16:creationId xmlns:a16="http://schemas.microsoft.com/office/drawing/2014/main" id="{54934C4C-7016-C021-D02C-551B4455F107}"/>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112">
              <a:extLst>
                <a:ext uri="{FF2B5EF4-FFF2-40B4-BE49-F238E27FC236}">
                  <a16:creationId xmlns:a16="http://schemas.microsoft.com/office/drawing/2014/main" id="{FEA54CBC-7DC2-F6AE-1B36-BCFB44AAF3BC}"/>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113">
              <a:extLst>
                <a:ext uri="{FF2B5EF4-FFF2-40B4-BE49-F238E27FC236}">
                  <a16:creationId xmlns:a16="http://schemas.microsoft.com/office/drawing/2014/main" id="{50871B81-E7CB-62B9-3375-BA128C845611}"/>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114">
              <a:extLst>
                <a:ext uri="{FF2B5EF4-FFF2-40B4-BE49-F238E27FC236}">
                  <a16:creationId xmlns:a16="http://schemas.microsoft.com/office/drawing/2014/main" id="{6AF4E03C-19A3-020A-5D91-4D7EEFC8EFB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115">
              <a:extLst>
                <a:ext uri="{FF2B5EF4-FFF2-40B4-BE49-F238E27FC236}">
                  <a16:creationId xmlns:a16="http://schemas.microsoft.com/office/drawing/2014/main" id="{10069549-1E4F-101B-052C-B0886F0A0B3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116">
              <a:extLst>
                <a:ext uri="{FF2B5EF4-FFF2-40B4-BE49-F238E27FC236}">
                  <a16:creationId xmlns:a16="http://schemas.microsoft.com/office/drawing/2014/main" id="{AF45C90B-AA46-519E-D2CE-BFAE88AE7F5D}"/>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117">
              <a:extLst>
                <a:ext uri="{FF2B5EF4-FFF2-40B4-BE49-F238E27FC236}">
                  <a16:creationId xmlns:a16="http://schemas.microsoft.com/office/drawing/2014/main" id="{08278C19-BB62-E7B1-7957-04A65104EA0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118">
              <a:extLst>
                <a:ext uri="{FF2B5EF4-FFF2-40B4-BE49-F238E27FC236}">
                  <a16:creationId xmlns:a16="http://schemas.microsoft.com/office/drawing/2014/main" id="{8C567EDB-8D10-B7EE-3EB9-9717CCBB26CB}"/>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Rectangle 119">
              <a:extLst>
                <a:ext uri="{FF2B5EF4-FFF2-40B4-BE49-F238E27FC236}">
                  <a16:creationId xmlns:a16="http://schemas.microsoft.com/office/drawing/2014/main" id="{043AC21B-66B9-F121-E174-DFCB624CE41F}"/>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7" name="Bishop" descr="{&quot;Key&quot;:&quot;POWER_USER_SHAPE_ICON&quot;,&quot;Value&quot;:&quot;POWER_USER_SHAPE_ICON_STYLE_1&quot;}">
            <a:extLst>
              <a:ext uri="{FF2B5EF4-FFF2-40B4-BE49-F238E27FC236}">
                <a16:creationId xmlns:a16="http://schemas.microsoft.com/office/drawing/2014/main" id="{C6C6F409-29D3-2174-0D43-C9B5DA4EC960}"/>
              </a:ext>
            </a:extLst>
          </p:cNvPr>
          <p:cNvSpPr>
            <a:spLocks noChangeAspect="1"/>
          </p:cNvSpPr>
          <p:nvPr/>
        </p:nvSpPr>
        <p:spPr>
          <a:xfrm>
            <a:off x="5478872" y="1955508"/>
            <a:ext cx="283330" cy="57250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rgbClr val="FFFFFF"/>
          </a:solidFill>
          <a:ln w="2708" cap="flat">
            <a:noFill/>
            <a:prstDash val="solid"/>
            <a:miter/>
          </a:ln>
        </p:spPr>
        <p:txBody>
          <a:bodyPr rtlCol="0" anchor="ctr"/>
          <a:lstStyle/>
          <a:p>
            <a:endParaRPr lang="en-US" dirty="0"/>
          </a:p>
        </p:txBody>
      </p:sp>
      <p:grpSp>
        <p:nvGrpSpPr>
          <p:cNvPr id="48" name="Document_management2" descr="{&quot;Key&quot;:&quot;POWER_USER_SHAPE_ICON&quot;,&quot;Value&quot;:&quot;POWER_USER_SHAPE_ICON_STYLE_1&quot;}">
            <a:extLst>
              <a:ext uri="{FF2B5EF4-FFF2-40B4-BE49-F238E27FC236}">
                <a16:creationId xmlns:a16="http://schemas.microsoft.com/office/drawing/2014/main" id="{4D5F1E6A-6C37-165F-9102-974ABDF56FB9}"/>
              </a:ext>
            </a:extLst>
          </p:cNvPr>
          <p:cNvGrpSpPr>
            <a:grpSpLocks noChangeAspect="1"/>
          </p:cNvGrpSpPr>
          <p:nvPr/>
        </p:nvGrpSpPr>
        <p:grpSpPr>
          <a:xfrm>
            <a:off x="2947507" y="5808144"/>
            <a:ext cx="629752" cy="629752"/>
            <a:chOff x="3009901" y="2492375"/>
            <a:chExt cx="403225" cy="403225"/>
          </a:xfrm>
          <a:solidFill>
            <a:srgbClr val="FFFFFF"/>
          </a:solidFill>
        </p:grpSpPr>
        <p:sp>
          <p:nvSpPr>
            <p:cNvPr id="49" name="Freeform 650">
              <a:extLst>
                <a:ext uri="{FF2B5EF4-FFF2-40B4-BE49-F238E27FC236}">
                  <a16:creationId xmlns:a16="http://schemas.microsoft.com/office/drawing/2014/main" id="{77C32FF4-4659-822D-C7B7-B87F79217054}"/>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651">
              <a:extLst>
                <a:ext uri="{FF2B5EF4-FFF2-40B4-BE49-F238E27FC236}">
                  <a16:creationId xmlns:a16="http://schemas.microsoft.com/office/drawing/2014/main" id="{D4D8DAF0-47FE-7FE1-ABAF-3A7F357AD4B7}"/>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652">
              <a:extLst>
                <a:ext uri="{FF2B5EF4-FFF2-40B4-BE49-F238E27FC236}">
                  <a16:creationId xmlns:a16="http://schemas.microsoft.com/office/drawing/2014/main" id="{D4F81494-73B3-8DA7-04A7-E46ACB3FCA13}"/>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53">
              <a:extLst>
                <a:ext uri="{FF2B5EF4-FFF2-40B4-BE49-F238E27FC236}">
                  <a16:creationId xmlns:a16="http://schemas.microsoft.com/office/drawing/2014/main" id="{758EFBF4-5803-4885-4C76-1002914090F9}"/>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54">
              <a:extLst>
                <a:ext uri="{FF2B5EF4-FFF2-40B4-BE49-F238E27FC236}">
                  <a16:creationId xmlns:a16="http://schemas.microsoft.com/office/drawing/2014/main" id="{11CE3BED-B3F0-D768-5D52-E5529DC45E68}"/>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55">
              <a:extLst>
                <a:ext uri="{FF2B5EF4-FFF2-40B4-BE49-F238E27FC236}">
                  <a16:creationId xmlns:a16="http://schemas.microsoft.com/office/drawing/2014/main" id="{AD4148AF-1E98-23EC-D7A6-5AA2D2FE2C97}"/>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656">
              <a:extLst>
                <a:ext uri="{FF2B5EF4-FFF2-40B4-BE49-F238E27FC236}">
                  <a16:creationId xmlns:a16="http://schemas.microsoft.com/office/drawing/2014/main" id="{B6C8B93A-4E0A-F2CC-9F65-C8CD33E4114B}"/>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657">
              <a:extLst>
                <a:ext uri="{FF2B5EF4-FFF2-40B4-BE49-F238E27FC236}">
                  <a16:creationId xmlns:a16="http://schemas.microsoft.com/office/drawing/2014/main" id="{E5D6F05C-D2F7-F738-F235-9A5A0556D1F6}"/>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658">
              <a:extLst>
                <a:ext uri="{FF2B5EF4-FFF2-40B4-BE49-F238E27FC236}">
                  <a16:creationId xmlns:a16="http://schemas.microsoft.com/office/drawing/2014/main" id="{45C11A7A-797B-211B-154A-F54FF548FDE6}"/>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659">
              <a:extLst>
                <a:ext uri="{FF2B5EF4-FFF2-40B4-BE49-F238E27FC236}">
                  <a16:creationId xmlns:a16="http://schemas.microsoft.com/office/drawing/2014/main" id="{88A195B4-CDB4-7AFE-623D-4342BF92E78A}"/>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660">
              <a:extLst>
                <a:ext uri="{FF2B5EF4-FFF2-40B4-BE49-F238E27FC236}">
                  <a16:creationId xmlns:a16="http://schemas.microsoft.com/office/drawing/2014/main" id="{A5C0EC22-BD72-3125-D970-F9EC88E6F24D}"/>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661">
              <a:extLst>
                <a:ext uri="{FF2B5EF4-FFF2-40B4-BE49-F238E27FC236}">
                  <a16:creationId xmlns:a16="http://schemas.microsoft.com/office/drawing/2014/main" id="{2F687315-73BB-05E8-F266-41C761B58611}"/>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88279795"/>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C6364A-480D-0685-FF71-2A839B7E3C75}"/>
              </a:ext>
            </a:extLst>
          </p:cNvPr>
          <p:cNvSpPr>
            <a:spLocks noGrp="1"/>
          </p:cNvSpPr>
          <p:nvPr>
            <p:ph type="title"/>
          </p:nvPr>
        </p:nvSpPr>
        <p:spPr>
          <a:xfrm>
            <a:off x="214184" y="13663"/>
            <a:ext cx="9728886" cy="678316"/>
          </a:xfrm>
        </p:spPr>
        <p:txBody>
          <a:bodyPr>
            <a:normAutofit/>
          </a:bodyPr>
          <a:lstStyle/>
          <a:p>
            <a:r>
              <a:rPr lang="en-US" dirty="0"/>
              <a:t>Roadmap 07</a:t>
            </a:r>
          </a:p>
        </p:txBody>
      </p:sp>
      <p:grpSp>
        <p:nvGrpSpPr>
          <p:cNvPr id="3" name="Group 2">
            <a:extLst>
              <a:ext uri="{FF2B5EF4-FFF2-40B4-BE49-F238E27FC236}">
                <a16:creationId xmlns:a16="http://schemas.microsoft.com/office/drawing/2014/main" id="{F270FDB9-3B2B-6697-C6A2-C133C9D50634}"/>
              </a:ext>
            </a:extLst>
          </p:cNvPr>
          <p:cNvGrpSpPr/>
          <p:nvPr/>
        </p:nvGrpSpPr>
        <p:grpSpPr>
          <a:xfrm>
            <a:off x="877806" y="2555561"/>
            <a:ext cx="10436387" cy="2621591"/>
            <a:chOff x="1228427" y="2555561"/>
            <a:chExt cx="10436387" cy="2621591"/>
          </a:xfrm>
        </p:grpSpPr>
        <p:grpSp>
          <p:nvGrpSpPr>
            <p:cNvPr id="4" name="Group 3">
              <a:extLst>
                <a:ext uri="{FF2B5EF4-FFF2-40B4-BE49-F238E27FC236}">
                  <a16:creationId xmlns:a16="http://schemas.microsoft.com/office/drawing/2014/main" id="{B6E55642-C2BB-6E55-C478-D6B7ACE21B6E}"/>
                </a:ext>
              </a:extLst>
            </p:cNvPr>
            <p:cNvGrpSpPr/>
            <p:nvPr/>
          </p:nvGrpSpPr>
          <p:grpSpPr>
            <a:xfrm>
              <a:off x="1228427" y="2555561"/>
              <a:ext cx="4564691" cy="2621591"/>
              <a:chOff x="1228427" y="2568261"/>
              <a:chExt cx="4564691" cy="2621591"/>
            </a:xfrm>
          </p:grpSpPr>
          <p:grpSp>
            <p:nvGrpSpPr>
              <p:cNvPr id="14" name="Group 13">
                <a:extLst>
                  <a:ext uri="{FF2B5EF4-FFF2-40B4-BE49-F238E27FC236}">
                    <a16:creationId xmlns:a16="http://schemas.microsoft.com/office/drawing/2014/main" id="{9D9E2BDF-E583-0F18-C8B7-03AE8D2926A8}"/>
                  </a:ext>
                </a:extLst>
              </p:cNvPr>
              <p:cNvGrpSpPr>
                <a:grpSpLocks noChangeAspect="1"/>
              </p:cNvGrpSpPr>
              <p:nvPr/>
            </p:nvGrpSpPr>
            <p:grpSpPr>
              <a:xfrm>
                <a:off x="1228427" y="2580961"/>
                <a:ext cx="2608891" cy="2608891"/>
                <a:chOff x="2415397" y="2971800"/>
                <a:chExt cx="914400" cy="914400"/>
              </a:xfrm>
            </p:grpSpPr>
            <p:sp>
              <p:nvSpPr>
                <p:cNvPr id="18" name="Block Arc 17">
                  <a:extLst>
                    <a:ext uri="{FF2B5EF4-FFF2-40B4-BE49-F238E27FC236}">
                      <a16:creationId xmlns:a16="http://schemas.microsoft.com/office/drawing/2014/main" id="{F39740AB-2CA3-4564-B1AA-FBA26F7C4BD1}"/>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Arc 18">
                  <a:extLst>
                    <a:ext uri="{FF2B5EF4-FFF2-40B4-BE49-F238E27FC236}">
                      <a16:creationId xmlns:a16="http://schemas.microsoft.com/office/drawing/2014/main" id="{FC08AD7E-27EC-124B-8C73-65B12B46545B}"/>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29177EFB-650C-E7B8-06CC-9553C6B4FED6}"/>
                  </a:ext>
                </a:extLst>
              </p:cNvPr>
              <p:cNvGrpSpPr>
                <a:grpSpLocks noChangeAspect="1"/>
              </p:cNvGrpSpPr>
              <p:nvPr/>
            </p:nvGrpSpPr>
            <p:grpSpPr>
              <a:xfrm flipV="1">
                <a:off x="3184227" y="2568261"/>
                <a:ext cx="2608891" cy="2608891"/>
                <a:chOff x="2415397" y="2971800"/>
                <a:chExt cx="914400" cy="914400"/>
              </a:xfrm>
            </p:grpSpPr>
            <p:sp>
              <p:nvSpPr>
                <p:cNvPr id="16" name="Block Arc 15">
                  <a:extLst>
                    <a:ext uri="{FF2B5EF4-FFF2-40B4-BE49-F238E27FC236}">
                      <a16:creationId xmlns:a16="http://schemas.microsoft.com/office/drawing/2014/main" id="{B9F599ED-6747-90ED-3D9D-C5370D18409A}"/>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Arc 16">
                  <a:extLst>
                    <a:ext uri="{FF2B5EF4-FFF2-40B4-BE49-F238E27FC236}">
                      <a16:creationId xmlns:a16="http://schemas.microsoft.com/office/drawing/2014/main" id="{5274830B-08E4-A9E5-650D-5C3909F7C13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5" name="Group 4">
              <a:extLst>
                <a:ext uri="{FF2B5EF4-FFF2-40B4-BE49-F238E27FC236}">
                  <a16:creationId xmlns:a16="http://schemas.microsoft.com/office/drawing/2014/main" id="{32C78F1F-A9DD-996E-852E-8E3D541F7E79}"/>
                </a:ext>
              </a:extLst>
            </p:cNvPr>
            <p:cNvGrpSpPr>
              <a:grpSpLocks noChangeAspect="1"/>
            </p:cNvGrpSpPr>
            <p:nvPr/>
          </p:nvGrpSpPr>
          <p:grpSpPr>
            <a:xfrm>
              <a:off x="5142175" y="2568261"/>
              <a:ext cx="2608891" cy="2608891"/>
              <a:chOff x="2415397" y="2971800"/>
              <a:chExt cx="914400" cy="914400"/>
            </a:xfrm>
          </p:grpSpPr>
          <p:sp>
            <p:nvSpPr>
              <p:cNvPr id="12" name="Block Arc 11">
                <a:extLst>
                  <a:ext uri="{FF2B5EF4-FFF2-40B4-BE49-F238E27FC236}">
                    <a16:creationId xmlns:a16="http://schemas.microsoft.com/office/drawing/2014/main" id="{2191EF63-E5C4-CE21-BE85-93CB200D2C47}"/>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3" name="Arc 12">
                <a:extLst>
                  <a:ext uri="{FF2B5EF4-FFF2-40B4-BE49-F238E27FC236}">
                    <a16:creationId xmlns:a16="http://schemas.microsoft.com/office/drawing/2014/main" id="{D0C7BDC2-248E-166E-D6F1-B7C5EA23F65E}"/>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6" name="Group 5">
              <a:extLst>
                <a:ext uri="{FF2B5EF4-FFF2-40B4-BE49-F238E27FC236}">
                  <a16:creationId xmlns:a16="http://schemas.microsoft.com/office/drawing/2014/main" id="{D3B8575F-ECC6-62D4-DAF1-65697C3BC413}"/>
                </a:ext>
              </a:extLst>
            </p:cNvPr>
            <p:cNvGrpSpPr>
              <a:grpSpLocks noChangeAspect="1"/>
            </p:cNvGrpSpPr>
            <p:nvPr/>
          </p:nvGrpSpPr>
          <p:grpSpPr>
            <a:xfrm flipV="1">
              <a:off x="7097975" y="2555561"/>
              <a:ext cx="2608891" cy="2608891"/>
              <a:chOff x="2415397" y="2971800"/>
              <a:chExt cx="914400" cy="914400"/>
            </a:xfrm>
          </p:grpSpPr>
          <p:sp>
            <p:nvSpPr>
              <p:cNvPr id="10" name="Block Arc 9">
                <a:extLst>
                  <a:ext uri="{FF2B5EF4-FFF2-40B4-BE49-F238E27FC236}">
                    <a16:creationId xmlns:a16="http://schemas.microsoft.com/office/drawing/2014/main" id="{0D655D09-B42D-074C-969C-65ECFFB9233C}"/>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 name="Arc 10">
                <a:extLst>
                  <a:ext uri="{FF2B5EF4-FFF2-40B4-BE49-F238E27FC236}">
                    <a16:creationId xmlns:a16="http://schemas.microsoft.com/office/drawing/2014/main" id="{2683B729-9943-728C-6AD6-123828F4D46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9526F178-36BF-56C7-FF86-B3AA3F1FEE47}"/>
                </a:ext>
              </a:extLst>
            </p:cNvPr>
            <p:cNvGrpSpPr>
              <a:grpSpLocks noChangeAspect="1"/>
            </p:cNvGrpSpPr>
            <p:nvPr/>
          </p:nvGrpSpPr>
          <p:grpSpPr>
            <a:xfrm>
              <a:off x="9055923" y="2568261"/>
              <a:ext cx="2608891" cy="2608891"/>
              <a:chOff x="2415397" y="2971800"/>
              <a:chExt cx="914400" cy="914400"/>
            </a:xfrm>
          </p:grpSpPr>
          <p:sp>
            <p:nvSpPr>
              <p:cNvPr id="8" name="Block Arc 7">
                <a:extLst>
                  <a:ext uri="{FF2B5EF4-FFF2-40B4-BE49-F238E27FC236}">
                    <a16:creationId xmlns:a16="http://schemas.microsoft.com/office/drawing/2014/main" id="{86EBA5C6-0242-47FD-F279-828B8EA1DF64}"/>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Arc 8">
                <a:extLst>
                  <a:ext uri="{FF2B5EF4-FFF2-40B4-BE49-F238E27FC236}">
                    <a16:creationId xmlns:a16="http://schemas.microsoft.com/office/drawing/2014/main" id="{FE16B352-0BFF-0FD2-491D-B65E37BF2F8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21" name="Flag6" descr="{&quot;Key&quot;:&quot;POWER_USER_SHAPE_ICON&quot;,&quot;Value&quot;:&quot;POWER_USER_SHAPE_ICON_STYLE_1&quot;}">
            <a:extLst>
              <a:ext uri="{FF2B5EF4-FFF2-40B4-BE49-F238E27FC236}">
                <a16:creationId xmlns:a16="http://schemas.microsoft.com/office/drawing/2014/main" id="{69B4148F-F6B9-9DCC-EE48-B84EB270BF45}"/>
              </a:ext>
            </a:extLst>
          </p:cNvPr>
          <p:cNvGrpSpPr>
            <a:grpSpLocks noChangeAspect="1"/>
          </p:cNvGrpSpPr>
          <p:nvPr>
            <p:custDataLst>
              <p:tags r:id="rId1"/>
            </p:custDataLst>
          </p:nvPr>
        </p:nvGrpSpPr>
        <p:grpSpPr bwMode="auto">
          <a:xfrm>
            <a:off x="3666677" y="3703406"/>
            <a:ext cx="675409" cy="762000"/>
            <a:chOff x="86" y="47"/>
            <a:chExt cx="312" cy="352"/>
          </a:xfrm>
          <a:solidFill>
            <a:schemeClr val="accent1"/>
          </a:solidFill>
        </p:grpSpPr>
        <p:sp>
          <p:nvSpPr>
            <p:cNvPr id="22" name="Flag6">
              <a:extLst>
                <a:ext uri="{FF2B5EF4-FFF2-40B4-BE49-F238E27FC236}">
                  <a16:creationId xmlns:a16="http://schemas.microsoft.com/office/drawing/2014/main" id="{8F6A028B-E4F5-1627-269D-49228E04E14E}"/>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lag6">
              <a:extLst>
                <a:ext uri="{FF2B5EF4-FFF2-40B4-BE49-F238E27FC236}">
                  <a16:creationId xmlns:a16="http://schemas.microsoft.com/office/drawing/2014/main" id="{3E7B7BB9-E1BA-D6AB-A823-544C4BB804F2}"/>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 name="Flag6" descr="{&quot;Key&quot;:&quot;POWER_USER_SHAPE_ICON&quot;,&quot;Value&quot;:&quot;POWER_USER_SHAPE_ICON_STYLE_1&quot;}">
            <a:extLst>
              <a:ext uri="{FF2B5EF4-FFF2-40B4-BE49-F238E27FC236}">
                <a16:creationId xmlns:a16="http://schemas.microsoft.com/office/drawing/2014/main" id="{45844962-BC06-AB2A-17F6-0530A7D99A5F}"/>
              </a:ext>
            </a:extLst>
          </p:cNvPr>
          <p:cNvGrpSpPr>
            <a:grpSpLocks noChangeAspect="1"/>
          </p:cNvGrpSpPr>
          <p:nvPr>
            <p:custDataLst>
              <p:tags r:id="rId2"/>
            </p:custDataLst>
          </p:nvPr>
        </p:nvGrpSpPr>
        <p:grpSpPr bwMode="auto">
          <a:xfrm>
            <a:off x="6069669" y="1963466"/>
            <a:ext cx="675409" cy="762000"/>
            <a:chOff x="86" y="47"/>
            <a:chExt cx="312" cy="352"/>
          </a:xfrm>
          <a:solidFill>
            <a:schemeClr val="accent1"/>
          </a:solidFill>
        </p:grpSpPr>
        <p:sp>
          <p:nvSpPr>
            <p:cNvPr id="25" name="Flag6">
              <a:extLst>
                <a:ext uri="{FF2B5EF4-FFF2-40B4-BE49-F238E27FC236}">
                  <a16:creationId xmlns:a16="http://schemas.microsoft.com/office/drawing/2014/main" id="{EBB68F5A-B698-1827-E9E9-FE7B08224B59}"/>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lag6">
              <a:extLst>
                <a:ext uri="{FF2B5EF4-FFF2-40B4-BE49-F238E27FC236}">
                  <a16:creationId xmlns:a16="http://schemas.microsoft.com/office/drawing/2014/main" id="{BF480DB6-739D-E0C4-706F-233B2BB4A65A}"/>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 name="Flag6" descr="{&quot;Key&quot;:&quot;POWER_USER_SHAPE_ICON&quot;,&quot;Value&quot;:&quot;POWER_USER_SHAPE_ICON_STYLE_1&quot;}">
            <a:extLst>
              <a:ext uri="{FF2B5EF4-FFF2-40B4-BE49-F238E27FC236}">
                <a16:creationId xmlns:a16="http://schemas.microsoft.com/office/drawing/2014/main" id="{F74743B3-2684-C0A6-FEC8-344A0EC2A5AE}"/>
              </a:ext>
            </a:extLst>
          </p:cNvPr>
          <p:cNvGrpSpPr>
            <a:grpSpLocks noChangeAspect="1"/>
          </p:cNvGrpSpPr>
          <p:nvPr>
            <p:custDataLst>
              <p:tags r:id="rId3"/>
            </p:custDataLst>
          </p:nvPr>
        </p:nvGrpSpPr>
        <p:grpSpPr bwMode="auto">
          <a:xfrm>
            <a:off x="7655999" y="3872706"/>
            <a:ext cx="675409" cy="762000"/>
            <a:chOff x="86" y="47"/>
            <a:chExt cx="312" cy="352"/>
          </a:xfrm>
          <a:solidFill>
            <a:schemeClr val="accent1"/>
          </a:solidFill>
        </p:grpSpPr>
        <p:sp>
          <p:nvSpPr>
            <p:cNvPr id="28" name="Flag6">
              <a:extLst>
                <a:ext uri="{FF2B5EF4-FFF2-40B4-BE49-F238E27FC236}">
                  <a16:creationId xmlns:a16="http://schemas.microsoft.com/office/drawing/2014/main" id="{FA44F4E0-FD1F-1A4B-DD8B-D6849D7B78DE}"/>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lag6">
              <a:extLst>
                <a:ext uri="{FF2B5EF4-FFF2-40B4-BE49-F238E27FC236}">
                  <a16:creationId xmlns:a16="http://schemas.microsoft.com/office/drawing/2014/main" id="{2A7ED047-09BC-7463-416F-E3D7F68867A0}"/>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 name="Flag6" descr="{&quot;Key&quot;:&quot;POWER_USER_SHAPE_ICON&quot;,&quot;Value&quot;:&quot;POWER_USER_SHAPE_ICON_STYLE_1&quot;}">
            <a:extLst>
              <a:ext uri="{FF2B5EF4-FFF2-40B4-BE49-F238E27FC236}">
                <a16:creationId xmlns:a16="http://schemas.microsoft.com/office/drawing/2014/main" id="{CEC159BE-FBCB-2D0A-7645-61E2B5C2EF72}"/>
              </a:ext>
            </a:extLst>
          </p:cNvPr>
          <p:cNvGrpSpPr>
            <a:grpSpLocks noChangeAspect="1"/>
          </p:cNvGrpSpPr>
          <p:nvPr>
            <p:custDataLst>
              <p:tags r:id="rId4"/>
            </p:custDataLst>
          </p:nvPr>
        </p:nvGrpSpPr>
        <p:grpSpPr bwMode="auto">
          <a:xfrm>
            <a:off x="9937040" y="1963466"/>
            <a:ext cx="675409" cy="762000"/>
            <a:chOff x="86" y="47"/>
            <a:chExt cx="312" cy="352"/>
          </a:xfrm>
          <a:solidFill>
            <a:schemeClr val="accent1"/>
          </a:solidFill>
        </p:grpSpPr>
        <p:sp>
          <p:nvSpPr>
            <p:cNvPr id="31" name="Flag6">
              <a:extLst>
                <a:ext uri="{FF2B5EF4-FFF2-40B4-BE49-F238E27FC236}">
                  <a16:creationId xmlns:a16="http://schemas.microsoft.com/office/drawing/2014/main" id="{DC58BB71-5AC2-7504-422B-73BFC5180110}"/>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lag6">
              <a:extLst>
                <a:ext uri="{FF2B5EF4-FFF2-40B4-BE49-F238E27FC236}">
                  <a16:creationId xmlns:a16="http://schemas.microsoft.com/office/drawing/2014/main" id="{A534D566-4512-46B4-C0D8-6BA2AF92C496}"/>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 name="Flag6" descr="{&quot;Key&quot;:&quot;POWER_USER_SHAPE_ICON&quot;,&quot;Value&quot;:&quot;POWER_USER_SHAPE_ICON_STYLE_1&quot;}">
            <a:extLst>
              <a:ext uri="{FF2B5EF4-FFF2-40B4-BE49-F238E27FC236}">
                <a16:creationId xmlns:a16="http://schemas.microsoft.com/office/drawing/2014/main" id="{53206949-8577-6568-3E55-81C31ED1E5FA}"/>
              </a:ext>
            </a:extLst>
          </p:cNvPr>
          <p:cNvGrpSpPr>
            <a:grpSpLocks noChangeAspect="1"/>
          </p:cNvGrpSpPr>
          <p:nvPr>
            <p:custDataLst>
              <p:tags r:id="rId5"/>
            </p:custDataLst>
          </p:nvPr>
        </p:nvGrpSpPr>
        <p:grpSpPr bwMode="auto">
          <a:xfrm>
            <a:off x="2038119" y="1919497"/>
            <a:ext cx="675409" cy="762000"/>
            <a:chOff x="86" y="47"/>
            <a:chExt cx="312" cy="352"/>
          </a:xfrm>
          <a:solidFill>
            <a:schemeClr val="accent1"/>
          </a:solidFill>
        </p:grpSpPr>
        <p:sp>
          <p:nvSpPr>
            <p:cNvPr id="34" name="Flag6">
              <a:extLst>
                <a:ext uri="{FF2B5EF4-FFF2-40B4-BE49-F238E27FC236}">
                  <a16:creationId xmlns:a16="http://schemas.microsoft.com/office/drawing/2014/main" id="{2A06AA2C-2040-32DD-4F91-103F1B5F4D0A}"/>
                </a:ext>
              </a:extLst>
            </p:cNvPr>
            <p:cNvSpPr>
              <a:spLocks noChangeArrowheads="1"/>
            </p:cNvSpPr>
            <p:nvPr>
              <p:custDataLst>
                <p:tags r:id="rId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lag6">
              <a:extLst>
                <a:ext uri="{FF2B5EF4-FFF2-40B4-BE49-F238E27FC236}">
                  <a16:creationId xmlns:a16="http://schemas.microsoft.com/office/drawing/2014/main" id="{31A4FABE-7AC6-7037-3BF4-11D816EA74CA}"/>
                </a:ext>
              </a:extLst>
            </p:cNvPr>
            <p:cNvSpPr>
              <a:spLocks/>
            </p:cNvSpPr>
            <p:nvPr>
              <p:custDataLst>
                <p:tags r:id="rId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6" name="Rectangle 35">
            <a:extLst>
              <a:ext uri="{FF2B5EF4-FFF2-40B4-BE49-F238E27FC236}">
                <a16:creationId xmlns:a16="http://schemas.microsoft.com/office/drawing/2014/main" id="{78880EAD-1903-9425-B0BE-59AEA88068B2}"/>
              </a:ext>
            </a:extLst>
          </p:cNvPr>
          <p:cNvSpPr/>
          <p:nvPr/>
        </p:nvSpPr>
        <p:spPr bwMode="auto">
          <a:xfrm>
            <a:off x="942504"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37" name="Rectangle 36">
            <a:extLst>
              <a:ext uri="{FF2B5EF4-FFF2-40B4-BE49-F238E27FC236}">
                <a16:creationId xmlns:a16="http://schemas.microsoft.com/office/drawing/2014/main" id="{DCD89226-CACE-71DF-81DB-66AB1FC81B2E}"/>
              </a:ext>
            </a:extLst>
          </p:cNvPr>
          <p:cNvSpPr/>
          <p:nvPr/>
        </p:nvSpPr>
        <p:spPr bwMode="auto">
          <a:xfrm>
            <a:off x="3074075"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38" name="Rectangle 37">
            <a:extLst>
              <a:ext uri="{FF2B5EF4-FFF2-40B4-BE49-F238E27FC236}">
                <a16:creationId xmlns:a16="http://schemas.microsoft.com/office/drawing/2014/main" id="{B3F198DE-7917-C767-BA5B-3D6EF86C23CB}"/>
              </a:ext>
            </a:extLst>
          </p:cNvPr>
          <p:cNvSpPr/>
          <p:nvPr/>
        </p:nvSpPr>
        <p:spPr bwMode="auto">
          <a:xfrm>
            <a:off x="5052069"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39" name="Rectangle 38">
            <a:extLst>
              <a:ext uri="{FF2B5EF4-FFF2-40B4-BE49-F238E27FC236}">
                <a16:creationId xmlns:a16="http://schemas.microsoft.com/office/drawing/2014/main" id="{FE9F0407-BA6F-7D0F-2990-A6DA3B5AF422}"/>
              </a:ext>
            </a:extLst>
          </p:cNvPr>
          <p:cNvSpPr/>
          <p:nvPr/>
        </p:nvSpPr>
        <p:spPr bwMode="auto">
          <a:xfrm>
            <a:off x="7155708"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40" name="Rectangle 39">
            <a:extLst>
              <a:ext uri="{FF2B5EF4-FFF2-40B4-BE49-F238E27FC236}">
                <a16:creationId xmlns:a16="http://schemas.microsoft.com/office/drawing/2014/main" id="{649DA4B1-7305-2415-4EA9-59D6477876CC}"/>
              </a:ext>
            </a:extLst>
          </p:cNvPr>
          <p:cNvSpPr/>
          <p:nvPr/>
        </p:nvSpPr>
        <p:spPr bwMode="auto">
          <a:xfrm>
            <a:off x="9161633"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Tree>
    <p:extLst>
      <p:ext uri="{BB962C8B-B14F-4D97-AF65-F5344CB8AC3E}">
        <p14:creationId xmlns:p14="http://schemas.microsoft.com/office/powerpoint/2010/main" val="3177931972"/>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a:normAutofit/>
          </a:bodyPr>
          <a:lstStyle/>
          <a:p>
            <a:r>
              <a:rPr lang="en-US" dirty="0"/>
              <a:t>Roadmap 08</a:t>
            </a:r>
          </a:p>
        </p:txBody>
      </p:sp>
      <p:sp>
        <p:nvSpPr>
          <p:cNvPr id="4" name="Oval 3">
            <a:extLst>
              <a:ext uri="{FF2B5EF4-FFF2-40B4-BE49-F238E27FC236}">
                <a16:creationId xmlns:a16="http://schemas.microsoft.com/office/drawing/2014/main" id="{0D71FC2F-EAE7-095A-772D-C2BF1B8522F9}"/>
              </a:ext>
            </a:extLst>
          </p:cNvPr>
          <p:cNvSpPr>
            <a:spLocks noChangeAspect="1"/>
          </p:cNvSpPr>
          <p:nvPr/>
        </p:nvSpPr>
        <p:spPr>
          <a:xfrm>
            <a:off x="111632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Connector: Curved 4">
            <a:extLst>
              <a:ext uri="{FF2B5EF4-FFF2-40B4-BE49-F238E27FC236}">
                <a16:creationId xmlns:a16="http://schemas.microsoft.com/office/drawing/2014/main" id="{3B34A364-32C9-F470-7121-C8BFD15B0B95}"/>
              </a:ext>
            </a:extLst>
          </p:cNvPr>
          <p:cNvCxnSpPr>
            <a:cxnSpLocks/>
            <a:stCxn id="7" idx="6"/>
            <a:endCxn id="8" idx="2"/>
          </p:cNvCxnSpPr>
          <p:nvPr/>
        </p:nvCxnSpPr>
        <p:spPr>
          <a:xfrm>
            <a:off x="10287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6" name="Connector: Curved 5">
            <a:extLst>
              <a:ext uri="{FF2B5EF4-FFF2-40B4-BE49-F238E27FC236}">
                <a16:creationId xmlns:a16="http://schemas.microsoft.com/office/drawing/2014/main" id="{91F6843E-E613-978F-E56D-D2417F3E294D}"/>
              </a:ext>
            </a:extLst>
          </p:cNvPr>
          <p:cNvCxnSpPr>
            <a:cxnSpLocks/>
            <a:stCxn id="7" idx="6"/>
            <a:endCxn id="8" idx="2"/>
          </p:cNvCxnSpPr>
          <p:nvPr/>
        </p:nvCxnSpPr>
        <p:spPr>
          <a:xfrm>
            <a:off x="10287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A5827629-85A3-7167-AFC0-6C51F3791DDD}"/>
              </a:ext>
            </a:extLst>
          </p:cNvPr>
          <p:cNvSpPr>
            <a:spLocks noChangeAspect="1"/>
          </p:cNvSpPr>
          <p:nvPr/>
        </p:nvSpPr>
        <p:spPr>
          <a:xfrm>
            <a:off x="10283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Oval 7">
            <a:extLst>
              <a:ext uri="{FF2B5EF4-FFF2-40B4-BE49-F238E27FC236}">
                <a16:creationId xmlns:a16="http://schemas.microsoft.com/office/drawing/2014/main" id="{4C73322D-8BA5-F452-9188-7B58955CC22F}"/>
              </a:ext>
            </a:extLst>
          </p:cNvPr>
          <p:cNvSpPr>
            <a:spLocks noChangeAspect="1"/>
          </p:cNvSpPr>
          <p:nvPr/>
        </p:nvSpPr>
        <p:spPr>
          <a:xfrm>
            <a:off x="27175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9CF1CCFC-4C0F-DD25-2ED3-C0A786C712EA}"/>
              </a:ext>
            </a:extLst>
          </p:cNvPr>
          <p:cNvSpPr>
            <a:spLocks noChangeAspect="1"/>
          </p:cNvSpPr>
          <p:nvPr/>
        </p:nvSpPr>
        <p:spPr>
          <a:xfrm>
            <a:off x="44066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537B6AF3-0611-9CC0-32AD-B591316A8B2F}"/>
              </a:ext>
            </a:extLst>
          </p:cNvPr>
          <p:cNvSpPr>
            <a:spLocks noChangeAspect="1"/>
          </p:cNvSpPr>
          <p:nvPr/>
        </p:nvSpPr>
        <p:spPr>
          <a:xfrm>
            <a:off x="60958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Oval 10">
            <a:extLst>
              <a:ext uri="{FF2B5EF4-FFF2-40B4-BE49-F238E27FC236}">
                <a16:creationId xmlns:a16="http://schemas.microsoft.com/office/drawing/2014/main" id="{B7BB7A29-1422-3F40-3E48-9496B293AE01}"/>
              </a:ext>
            </a:extLst>
          </p:cNvPr>
          <p:cNvSpPr>
            <a:spLocks noChangeAspect="1"/>
          </p:cNvSpPr>
          <p:nvPr/>
        </p:nvSpPr>
        <p:spPr>
          <a:xfrm>
            <a:off x="94741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val 11">
            <a:extLst>
              <a:ext uri="{FF2B5EF4-FFF2-40B4-BE49-F238E27FC236}">
                <a16:creationId xmlns:a16="http://schemas.microsoft.com/office/drawing/2014/main" id="{E50DBAFF-3B0D-1044-510F-2E5DFCA99ADB}"/>
              </a:ext>
            </a:extLst>
          </p:cNvPr>
          <p:cNvSpPr>
            <a:spLocks noChangeAspect="1"/>
          </p:cNvSpPr>
          <p:nvPr/>
        </p:nvSpPr>
        <p:spPr>
          <a:xfrm>
            <a:off x="77849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Connector: Curved 12">
            <a:extLst>
              <a:ext uri="{FF2B5EF4-FFF2-40B4-BE49-F238E27FC236}">
                <a16:creationId xmlns:a16="http://schemas.microsoft.com/office/drawing/2014/main" id="{A1485206-5CE4-4200-01A3-5F8CFFACFE84}"/>
              </a:ext>
            </a:extLst>
          </p:cNvPr>
          <p:cNvCxnSpPr>
            <a:cxnSpLocks/>
            <a:stCxn id="8" idx="6"/>
            <a:endCxn id="9" idx="2"/>
          </p:cNvCxnSpPr>
          <p:nvPr/>
        </p:nvCxnSpPr>
        <p:spPr>
          <a:xfrm flipV="1">
            <a:off x="27178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915732FA-BF57-A558-175C-478581D289D7}"/>
              </a:ext>
            </a:extLst>
          </p:cNvPr>
          <p:cNvCxnSpPr>
            <a:cxnSpLocks/>
            <a:stCxn id="8" idx="6"/>
            <a:endCxn id="9" idx="2"/>
          </p:cNvCxnSpPr>
          <p:nvPr/>
        </p:nvCxnSpPr>
        <p:spPr>
          <a:xfrm flipV="1">
            <a:off x="27178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3E74A7BB-79DA-DB0C-342F-478F506DF948}"/>
              </a:ext>
            </a:extLst>
          </p:cNvPr>
          <p:cNvCxnSpPr>
            <a:cxnSpLocks/>
            <a:stCxn id="9" idx="6"/>
            <a:endCxn id="10" idx="2"/>
          </p:cNvCxnSpPr>
          <p:nvPr/>
        </p:nvCxnSpPr>
        <p:spPr>
          <a:xfrm>
            <a:off x="44070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Connector: Curved 15">
            <a:extLst>
              <a:ext uri="{FF2B5EF4-FFF2-40B4-BE49-F238E27FC236}">
                <a16:creationId xmlns:a16="http://schemas.microsoft.com/office/drawing/2014/main" id="{8F3899B5-91F4-F1F4-AEE0-0D8E7A41CECD}"/>
              </a:ext>
            </a:extLst>
          </p:cNvPr>
          <p:cNvCxnSpPr>
            <a:cxnSpLocks/>
            <a:stCxn id="10" idx="2"/>
            <a:endCxn id="9" idx="6"/>
          </p:cNvCxnSpPr>
          <p:nvPr/>
        </p:nvCxnSpPr>
        <p:spPr>
          <a:xfrm rot="10800000">
            <a:off x="4407019" y="2937467"/>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7" name="Connector: Curved 16">
            <a:extLst>
              <a:ext uri="{FF2B5EF4-FFF2-40B4-BE49-F238E27FC236}">
                <a16:creationId xmlns:a16="http://schemas.microsoft.com/office/drawing/2014/main" id="{D9133E5C-B550-4F12-2C59-46C23380269C}"/>
              </a:ext>
            </a:extLst>
          </p:cNvPr>
          <p:cNvCxnSpPr>
            <a:cxnSpLocks/>
            <a:stCxn id="10" idx="6"/>
            <a:endCxn id="12" idx="2"/>
          </p:cNvCxnSpPr>
          <p:nvPr/>
        </p:nvCxnSpPr>
        <p:spPr>
          <a:xfrm flipV="1">
            <a:off x="60961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8" name="Connector: Curved 17">
            <a:extLst>
              <a:ext uri="{FF2B5EF4-FFF2-40B4-BE49-F238E27FC236}">
                <a16:creationId xmlns:a16="http://schemas.microsoft.com/office/drawing/2014/main" id="{6F61439E-3F29-306C-8838-1E969F99450A}"/>
              </a:ext>
            </a:extLst>
          </p:cNvPr>
          <p:cNvCxnSpPr>
            <a:cxnSpLocks/>
            <a:stCxn id="12" idx="2"/>
            <a:endCxn id="10" idx="6"/>
          </p:cNvCxnSpPr>
          <p:nvPr/>
        </p:nvCxnSpPr>
        <p:spPr>
          <a:xfrm rot="10800000" flipV="1">
            <a:off x="6096169" y="2937465"/>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9" name="Connector: Curved 18">
            <a:extLst>
              <a:ext uri="{FF2B5EF4-FFF2-40B4-BE49-F238E27FC236}">
                <a16:creationId xmlns:a16="http://schemas.microsoft.com/office/drawing/2014/main" id="{F1072BF2-961E-8B90-511A-6991AC7ECF3B}"/>
              </a:ext>
            </a:extLst>
          </p:cNvPr>
          <p:cNvCxnSpPr>
            <a:cxnSpLocks/>
            <a:stCxn id="11" idx="2"/>
            <a:endCxn id="12" idx="6"/>
          </p:cNvCxnSpPr>
          <p:nvPr/>
        </p:nvCxnSpPr>
        <p:spPr>
          <a:xfrm rot="10800000">
            <a:off x="7785319" y="2937467"/>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0" name="Connector: Curved 19">
            <a:extLst>
              <a:ext uri="{FF2B5EF4-FFF2-40B4-BE49-F238E27FC236}">
                <a16:creationId xmlns:a16="http://schemas.microsoft.com/office/drawing/2014/main" id="{F9E66617-6EB8-E3D2-EFC2-ED99A0FC672F}"/>
              </a:ext>
            </a:extLst>
          </p:cNvPr>
          <p:cNvCxnSpPr>
            <a:cxnSpLocks/>
            <a:stCxn id="12" idx="6"/>
            <a:endCxn id="11" idx="2"/>
          </p:cNvCxnSpPr>
          <p:nvPr/>
        </p:nvCxnSpPr>
        <p:spPr>
          <a:xfrm>
            <a:off x="77853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21" name="Connector: Curved 20">
            <a:extLst>
              <a:ext uri="{FF2B5EF4-FFF2-40B4-BE49-F238E27FC236}">
                <a16:creationId xmlns:a16="http://schemas.microsoft.com/office/drawing/2014/main" id="{E661CA63-1A01-A267-CF92-B1B87CBD356A}"/>
              </a:ext>
            </a:extLst>
          </p:cNvPr>
          <p:cNvCxnSpPr>
            <a:cxnSpLocks/>
            <a:stCxn id="4" idx="2"/>
            <a:endCxn id="11" idx="6"/>
          </p:cNvCxnSpPr>
          <p:nvPr/>
        </p:nvCxnSpPr>
        <p:spPr>
          <a:xfrm rot="10800000" flipV="1">
            <a:off x="9474469" y="2937465"/>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2" name="Connector: Curved 21">
            <a:extLst>
              <a:ext uri="{FF2B5EF4-FFF2-40B4-BE49-F238E27FC236}">
                <a16:creationId xmlns:a16="http://schemas.microsoft.com/office/drawing/2014/main" id="{4AC923CD-4E06-2EEB-853D-54D11D12857F}"/>
              </a:ext>
            </a:extLst>
          </p:cNvPr>
          <p:cNvCxnSpPr>
            <a:cxnSpLocks/>
            <a:stCxn id="11" idx="6"/>
            <a:endCxn id="4" idx="2"/>
          </p:cNvCxnSpPr>
          <p:nvPr/>
        </p:nvCxnSpPr>
        <p:spPr>
          <a:xfrm flipV="1">
            <a:off x="94744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57371AFD-F2C2-7CD7-3270-6752AAA2F024}"/>
              </a:ext>
            </a:extLst>
          </p:cNvPr>
          <p:cNvSpPr/>
          <p:nvPr/>
        </p:nvSpPr>
        <p:spPr bwMode="auto">
          <a:xfrm>
            <a:off x="1673601"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5" name="Rectangle 24">
            <a:extLst>
              <a:ext uri="{FF2B5EF4-FFF2-40B4-BE49-F238E27FC236}">
                <a16:creationId xmlns:a16="http://schemas.microsoft.com/office/drawing/2014/main" id="{E4E8EF9C-9A27-AC08-BBDE-0ABCFA4DB08B}"/>
              </a:ext>
            </a:extLst>
          </p:cNvPr>
          <p:cNvSpPr/>
          <p:nvPr/>
        </p:nvSpPr>
        <p:spPr bwMode="auto">
          <a:xfrm>
            <a:off x="5052069"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6" name="Rectangle 25">
            <a:extLst>
              <a:ext uri="{FF2B5EF4-FFF2-40B4-BE49-F238E27FC236}">
                <a16:creationId xmlns:a16="http://schemas.microsoft.com/office/drawing/2014/main" id="{E86C05EC-1EEA-A6A6-A755-FDF04DFE3C3D}"/>
              </a:ext>
            </a:extLst>
          </p:cNvPr>
          <p:cNvSpPr/>
          <p:nvPr/>
        </p:nvSpPr>
        <p:spPr bwMode="auto">
          <a:xfrm>
            <a:off x="8430536"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6.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1" name="Rectangle 30">
            <a:extLst>
              <a:ext uri="{FF2B5EF4-FFF2-40B4-BE49-F238E27FC236}">
                <a16:creationId xmlns:a16="http://schemas.microsoft.com/office/drawing/2014/main" id="{5BF302D8-BC61-8898-E379-0FBE2815749F}"/>
              </a:ext>
            </a:extLst>
          </p:cNvPr>
          <p:cNvSpPr/>
          <p:nvPr/>
        </p:nvSpPr>
        <p:spPr bwMode="auto">
          <a:xfrm>
            <a:off x="3347202"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2" name="Rectangle 31">
            <a:extLst>
              <a:ext uri="{FF2B5EF4-FFF2-40B4-BE49-F238E27FC236}">
                <a16:creationId xmlns:a16="http://schemas.microsoft.com/office/drawing/2014/main" id="{937DE373-BE82-33C5-52E7-73538E540977}"/>
              </a:ext>
            </a:extLst>
          </p:cNvPr>
          <p:cNvSpPr/>
          <p:nvPr/>
        </p:nvSpPr>
        <p:spPr bwMode="auto">
          <a:xfrm>
            <a:off x="6725670"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3" name="Rectangle 32">
            <a:extLst>
              <a:ext uri="{FF2B5EF4-FFF2-40B4-BE49-F238E27FC236}">
                <a16:creationId xmlns:a16="http://schemas.microsoft.com/office/drawing/2014/main" id="{EF5B5CF5-219C-975B-B70C-9F5C19C2136E}"/>
              </a:ext>
            </a:extLst>
          </p:cNvPr>
          <p:cNvSpPr/>
          <p:nvPr/>
        </p:nvSpPr>
        <p:spPr bwMode="auto">
          <a:xfrm>
            <a:off x="9274944"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cs typeface="Arial" pitchFamily="34" charset="0"/>
              </a:rPr>
              <a:t>7.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4" name="Rectangle 33">
            <a:extLst>
              <a:ext uri="{FF2B5EF4-FFF2-40B4-BE49-F238E27FC236}">
                <a16:creationId xmlns:a16="http://schemas.microsoft.com/office/drawing/2014/main" id="{64596E83-DF11-BCF9-D08F-67E83236326F}"/>
              </a:ext>
            </a:extLst>
          </p:cNvPr>
          <p:cNvSpPr/>
          <p:nvPr/>
        </p:nvSpPr>
        <p:spPr bwMode="auto">
          <a:xfrm>
            <a:off x="829193" y="1748444"/>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grpSp>
        <p:nvGrpSpPr>
          <p:cNvPr id="38" name="Flag6" descr="{&quot;Key&quot;:&quot;POWER_USER_SHAPE_ICON&quot;,&quot;Value&quot;:&quot;POWER_USER_SHAPE_ICON_STYLE_1&quot;}">
            <a:extLst>
              <a:ext uri="{FF2B5EF4-FFF2-40B4-BE49-F238E27FC236}">
                <a16:creationId xmlns:a16="http://schemas.microsoft.com/office/drawing/2014/main" id="{5D6084E4-C300-EDB7-4476-117F10958B1A}"/>
              </a:ext>
            </a:extLst>
          </p:cNvPr>
          <p:cNvGrpSpPr>
            <a:grpSpLocks noChangeAspect="1"/>
          </p:cNvGrpSpPr>
          <p:nvPr>
            <p:custDataLst>
              <p:tags r:id="rId1"/>
            </p:custDataLst>
          </p:nvPr>
        </p:nvGrpSpPr>
        <p:grpSpPr bwMode="auto">
          <a:xfrm>
            <a:off x="2251301" y="3997943"/>
            <a:ext cx="461314" cy="520456"/>
            <a:chOff x="86" y="47"/>
            <a:chExt cx="312" cy="352"/>
          </a:xfrm>
          <a:solidFill>
            <a:schemeClr val="accent2"/>
          </a:solidFill>
        </p:grpSpPr>
        <p:sp>
          <p:nvSpPr>
            <p:cNvPr id="39" name="Flag6">
              <a:extLst>
                <a:ext uri="{FF2B5EF4-FFF2-40B4-BE49-F238E27FC236}">
                  <a16:creationId xmlns:a16="http://schemas.microsoft.com/office/drawing/2014/main" id="{B2B7396D-E35D-B4D6-C707-A383F1DFBC27}"/>
                </a:ext>
              </a:extLst>
            </p:cNvPr>
            <p:cNvSpPr>
              <a:spLocks noChangeArrowheads="1"/>
            </p:cNvSpPr>
            <p:nvPr>
              <p:custDataLst>
                <p:tags r:id="rId2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lag6">
              <a:extLst>
                <a:ext uri="{FF2B5EF4-FFF2-40B4-BE49-F238E27FC236}">
                  <a16:creationId xmlns:a16="http://schemas.microsoft.com/office/drawing/2014/main" id="{F5C4186C-4E1D-01B2-6A20-C1A411862604}"/>
                </a:ext>
              </a:extLst>
            </p:cNvPr>
            <p:cNvSpPr>
              <a:spLocks/>
            </p:cNvSpPr>
            <p:nvPr>
              <p:custDataLst>
                <p:tags r:id="rId2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 name="Flag6 - 1" descr="{&quot;Key&quot;:&quot;POWER_USER_SHAPE_ICON&quot;,&quot;Value&quot;:&quot;POWER_USER_SHAPE_ICON_STYLE_1&quot;}">
            <a:extLst>
              <a:ext uri="{FF2B5EF4-FFF2-40B4-BE49-F238E27FC236}">
                <a16:creationId xmlns:a16="http://schemas.microsoft.com/office/drawing/2014/main" id="{98013929-1034-DCF1-4A31-0D63D6E55352}"/>
              </a:ext>
            </a:extLst>
          </p:cNvPr>
          <p:cNvGrpSpPr>
            <a:grpSpLocks noChangeAspect="1"/>
          </p:cNvGrpSpPr>
          <p:nvPr>
            <p:custDataLst>
              <p:tags r:id="rId2"/>
            </p:custDataLst>
          </p:nvPr>
        </p:nvGrpSpPr>
        <p:grpSpPr bwMode="auto">
          <a:xfrm>
            <a:off x="3562275" y="2630342"/>
            <a:ext cx="461314" cy="520456"/>
            <a:chOff x="86" y="47"/>
            <a:chExt cx="312" cy="352"/>
          </a:xfrm>
          <a:solidFill>
            <a:schemeClr val="accent1"/>
          </a:solidFill>
        </p:grpSpPr>
        <p:sp>
          <p:nvSpPr>
            <p:cNvPr id="36" name="Flag6">
              <a:extLst>
                <a:ext uri="{FF2B5EF4-FFF2-40B4-BE49-F238E27FC236}">
                  <a16:creationId xmlns:a16="http://schemas.microsoft.com/office/drawing/2014/main" id="{2BA4E72D-29A9-9137-7E3B-F260B98D6DFB}"/>
                </a:ext>
              </a:extLst>
            </p:cNvPr>
            <p:cNvSpPr>
              <a:spLocks noChangeArrowheads="1"/>
            </p:cNvSpPr>
            <p:nvPr>
              <p:custDataLst>
                <p:tags r:id="rId1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lag6">
              <a:extLst>
                <a:ext uri="{FF2B5EF4-FFF2-40B4-BE49-F238E27FC236}">
                  <a16:creationId xmlns:a16="http://schemas.microsoft.com/office/drawing/2014/main" id="{7E00B25B-4BBB-9454-DC82-390FFC0526CE}"/>
                </a:ext>
              </a:extLst>
            </p:cNvPr>
            <p:cNvSpPr>
              <a:spLocks/>
            </p:cNvSpPr>
            <p:nvPr>
              <p:custDataLst>
                <p:tags r:id="rId1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0" name="Flag6" descr="{&quot;Key&quot;:&quot;POWER_USER_SHAPE_ICON&quot;,&quot;Value&quot;:&quot;POWER_USER_SHAPE_ICON_STYLE_1&quot;}">
            <a:extLst>
              <a:ext uri="{FF2B5EF4-FFF2-40B4-BE49-F238E27FC236}">
                <a16:creationId xmlns:a16="http://schemas.microsoft.com/office/drawing/2014/main" id="{DD6364A2-4DEC-7E17-8DAB-02D5986A090C}"/>
              </a:ext>
            </a:extLst>
          </p:cNvPr>
          <p:cNvGrpSpPr>
            <a:grpSpLocks noChangeAspect="1"/>
          </p:cNvGrpSpPr>
          <p:nvPr>
            <p:custDataLst>
              <p:tags r:id="rId3"/>
            </p:custDataLst>
          </p:nvPr>
        </p:nvGrpSpPr>
        <p:grpSpPr bwMode="auto">
          <a:xfrm>
            <a:off x="6975188" y="2688006"/>
            <a:ext cx="461314" cy="520456"/>
            <a:chOff x="86" y="47"/>
            <a:chExt cx="312" cy="352"/>
          </a:xfrm>
          <a:solidFill>
            <a:schemeClr val="accent1"/>
          </a:solidFill>
        </p:grpSpPr>
        <p:sp>
          <p:nvSpPr>
            <p:cNvPr id="51" name="Flag6">
              <a:extLst>
                <a:ext uri="{FF2B5EF4-FFF2-40B4-BE49-F238E27FC236}">
                  <a16:creationId xmlns:a16="http://schemas.microsoft.com/office/drawing/2014/main" id="{F2E72519-2231-8C92-07E0-25D50B031C5C}"/>
                </a:ext>
              </a:extLst>
            </p:cNvPr>
            <p:cNvSpPr>
              <a:spLocks noChangeArrowheads="1"/>
            </p:cNvSpPr>
            <p:nvPr>
              <p:custDataLst>
                <p:tags r:id="rId1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lag6">
              <a:extLst>
                <a:ext uri="{FF2B5EF4-FFF2-40B4-BE49-F238E27FC236}">
                  <a16:creationId xmlns:a16="http://schemas.microsoft.com/office/drawing/2014/main" id="{1365A049-9F86-1F58-3C46-E2821A9E5CC0}"/>
                </a:ext>
              </a:extLst>
            </p:cNvPr>
            <p:cNvSpPr>
              <a:spLocks/>
            </p:cNvSpPr>
            <p:nvPr>
              <p:custDataLst>
                <p:tags r:id="rId1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Flag6" descr="{&quot;Key&quot;:&quot;POWER_USER_SHAPE_ICON&quot;,&quot;Value&quot;:&quot;POWER_USER_SHAPE_ICON_STYLE_1&quot;}">
            <a:extLst>
              <a:ext uri="{FF2B5EF4-FFF2-40B4-BE49-F238E27FC236}">
                <a16:creationId xmlns:a16="http://schemas.microsoft.com/office/drawing/2014/main" id="{2D94BD26-D4C3-3247-35A6-3005BB488311}"/>
              </a:ext>
            </a:extLst>
          </p:cNvPr>
          <p:cNvGrpSpPr>
            <a:grpSpLocks noChangeAspect="1"/>
          </p:cNvGrpSpPr>
          <p:nvPr>
            <p:custDataLst>
              <p:tags r:id="rId4"/>
            </p:custDataLst>
          </p:nvPr>
        </p:nvGrpSpPr>
        <p:grpSpPr bwMode="auto">
          <a:xfrm>
            <a:off x="9243475" y="4102660"/>
            <a:ext cx="461314" cy="520456"/>
            <a:chOff x="86" y="47"/>
            <a:chExt cx="312" cy="352"/>
          </a:xfrm>
          <a:solidFill>
            <a:schemeClr val="accent1"/>
          </a:solidFill>
        </p:grpSpPr>
        <p:sp>
          <p:nvSpPr>
            <p:cNvPr id="45" name="Flag6">
              <a:extLst>
                <a:ext uri="{FF2B5EF4-FFF2-40B4-BE49-F238E27FC236}">
                  <a16:creationId xmlns:a16="http://schemas.microsoft.com/office/drawing/2014/main" id="{A31206E0-2991-E564-1EDB-865639E1A469}"/>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lag6">
              <a:extLst>
                <a:ext uri="{FF2B5EF4-FFF2-40B4-BE49-F238E27FC236}">
                  <a16:creationId xmlns:a16="http://schemas.microsoft.com/office/drawing/2014/main" id="{668514D5-3627-3DB6-EF75-335771D8DB6F}"/>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7" name="Flag6" descr="{&quot;Key&quot;:&quot;POWER_USER_SHAPE_ICON&quot;,&quot;Value&quot;:&quot;POWER_USER_SHAPE_ICON_STYLE_1&quot;}">
            <a:extLst>
              <a:ext uri="{FF2B5EF4-FFF2-40B4-BE49-F238E27FC236}">
                <a16:creationId xmlns:a16="http://schemas.microsoft.com/office/drawing/2014/main" id="{34F7E3E6-EFC7-54D4-9E3B-9709AB304943}"/>
              </a:ext>
            </a:extLst>
          </p:cNvPr>
          <p:cNvGrpSpPr>
            <a:grpSpLocks noChangeAspect="1"/>
          </p:cNvGrpSpPr>
          <p:nvPr>
            <p:custDataLst>
              <p:tags r:id="rId5"/>
            </p:custDataLst>
          </p:nvPr>
        </p:nvGrpSpPr>
        <p:grpSpPr bwMode="auto">
          <a:xfrm>
            <a:off x="1281388" y="2601510"/>
            <a:ext cx="461314" cy="520456"/>
            <a:chOff x="86" y="47"/>
            <a:chExt cx="312" cy="352"/>
          </a:xfrm>
          <a:solidFill>
            <a:schemeClr val="accent1"/>
          </a:solidFill>
        </p:grpSpPr>
        <p:sp>
          <p:nvSpPr>
            <p:cNvPr id="48" name="Flag6">
              <a:extLst>
                <a:ext uri="{FF2B5EF4-FFF2-40B4-BE49-F238E27FC236}">
                  <a16:creationId xmlns:a16="http://schemas.microsoft.com/office/drawing/2014/main" id="{F29F31BE-30B1-948D-8678-088D331A1C0E}"/>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lag6">
              <a:extLst>
                <a:ext uri="{FF2B5EF4-FFF2-40B4-BE49-F238E27FC236}">
                  <a16:creationId xmlns:a16="http://schemas.microsoft.com/office/drawing/2014/main" id="{211078E1-9F61-FC81-0A61-D7855F602F0F}"/>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1" name="Flag6" descr="{&quot;Key&quot;:&quot;POWER_USER_SHAPE_ICON&quot;,&quot;Value&quot;:&quot;POWER_USER_SHAPE_ICON_STYLE_1&quot;}">
            <a:extLst>
              <a:ext uri="{FF2B5EF4-FFF2-40B4-BE49-F238E27FC236}">
                <a16:creationId xmlns:a16="http://schemas.microsoft.com/office/drawing/2014/main" id="{CCBDBE95-6583-2B16-BFAE-38F80211CBB1}"/>
              </a:ext>
            </a:extLst>
          </p:cNvPr>
          <p:cNvGrpSpPr>
            <a:grpSpLocks noChangeAspect="1"/>
          </p:cNvGrpSpPr>
          <p:nvPr>
            <p:custDataLst>
              <p:tags r:id="rId6"/>
            </p:custDataLst>
          </p:nvPr>
        </p:nvGrpSpPr>
        <p:grpSpPr bwMode="auto">
          <a:xfrm>
            <a:off x="5772711" y="4041217"/>
            <a:ext cx="461314" cy="520456"/>
            <a:chOff x="86" y="47"/>
            <a:chExt cx="312" cy="352"/>
          </a:xfrm>
          <a:solidFill>
            <a:schemeClr val="accent1"/>
          </a:solidFill>
        </p:grpSpPr>
        <p:sp>
          <p:nvSpPr>
            <p:cNvPr id="42" name="Flag6">
              <a:extLst>
                <a:ext uri="{FF2B5EF4-FFF2-40B4-BE49-F238E27FC236}">
                  <a16:creationId xmlns:a16="http://schemas.microsoft.com/office/drawing/2014/main" id="{92D80233-8533-BB7C-10D0-7CD9648F4495}"/>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lag6">
              <a:extLst>
                <a:ext uri="{FF2B5EF4-FFF2-40B4-BE49-F238E27FC236}">
                  <a16:creationId xmlns:a16="http://schemas.microsoft.com/office/drawing/2014/main" id="{50E5909C-4FA6-A5AC-D694-4F337C261117}"/>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3" name="Flag6" descr="{&quot;Key&quot;:&quot;POWER_USER_SHAPE_ICON&quot;,&quot;Value&quot;:&quot;POWER_USER_SHAPE_ICON_STYLE_1&quot;}">
            <a:extLst>
              <a:ext uri="{FF2B5EF4-FFF2-40B4-BE49-F238E27FC236}">
                <a16:creationId xmlns:a16="http://schemas.microsoft.com/office/drawing/2014/main" id="{5A29224E-EECF-B605-7AA4-5F74137FE0F1}"/>
              </a:ext>
            </a:extLst>
          </p:cNvPr>
          <p:cNvGrpSpPr>
            <a:grpSpLocks noChangeAspect="1"/>
          </p:cNvGrpSpPr>
          <p:nvPr>
            <p:custDataLst>
              <p:tags r:id="rId7"/>
            </p:custDataLst>
          </p:nvPr>
        </p:nvGrpSpPr>
        <p:grpSpPr bwMode="auto">
          <a:xfrm>
            <a:off x="11028732" y="2356067"/>
            <a:ext cx="461314" cy="520456"/>
            <a:chOff x="86" y="47"/>
            <a:chExt cx="312" cy="352"/>
          </a:xfrm>
          <a:solidFill>
            <a:schemeClr val="accent1"/>
          </a:solidFill>
        </p:grpSpPr>
        <p:sp>
          <p:nvSpPr>
            <p:cNvPr id="54" name="Flag6">
              <a:extLst>
                <a:ext uri="{FF2B5EF4-FFF2-40B4-BE49-F238E27FC236}">
                  <a16:creationId xmlns:a16="http://schemas.microsoft.com/office/drawing/2014/main" id="{FC6286CC-487F-D284-096D-66E057774F82}"/>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lag6">
              <a:extLst>
                <a:ext uri="{FF2B5EF4-FFF2-40B4-BE49-F238E27FC236}">
                  <a16:creationId xmlns:a16="http://schemas.microsoft.com/office/drawing/2014/main" id="{5BE8C7FD-36C4-72C0-4DA1-F91F911DBADC}"/>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289787587"/>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B9FB57-4BE1-70D4-FD6F-F7E81870635C}"/>
              </a:ext>
            </a:extLst>
          </p:cNvPr>
          <p:cNvSpPr>
            <a:spLocks noGrp="1"/>
          </p:cNvSpPr>
          <p:nvPr>
            <p:ph type="title"/>
          </p:nvPr>
        </p:nvSpPr>
        <p:spPr>
          <a:xfrm>
            <a:off x="214184" y="13663"/>
            <a:ext cx="9728886" cy="678316"/>
          </a:xfrm>
        </p:spPr>
        <p:txBody>
          <a:bodyPr>
            <a:normAutofit/>
          </a:bodyPr>
          <a:lstStyle/>
          <a:p>
            <a:r>
              <a:rPr lang="en-US" dirty="0"/>
              <a:t>Roadmap 09</a:t>
            </a:r>
          </a:p>
        </p:txBody>
      </p:sp>
      <p:sp>
        <p:nvSpPr>
          <p:cNvPr id="31" name="Block Arc 30">
            <a:extLst>
              <a:ext uri="{FF2B5EF4-FFF2-40B4-BE49-F238E27FC236}">
                <a16:creationId xmlns:a16="http://schemas.microsoft.com/office/drawing/2014/main" id="{0A3F8D45-9B5C-25EB-51B1-CC8E5B8802FC}"/>
              </a:ext>
            </a:extLst>
          </p:cNvPr>
          <p:cNvSpPr/>
          <p:nvPr/>
        </p:nvSpPr>
        <p:spPr>
          <a:xfrm flipH="1" flipV="1">
            <a:off x="2833843"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2" name="Arc 31">
            <a:extLst>
              <a:ext uri="{FF2B5EF4-FFF2-40B4-BE49-F238E27FC236}">
                <a16:creationId xmlns:a16="http://schemas.microsoft.com/office/drawing/2014/main" id="{D9842A6B-F9D8-15C0-9F56-D62E7FCA718C}"/>
              </a:ext>
            </a:extLst>
          </p:cNvPr>
          <p:cNvSpPr>
            <a:spLocks noChangeAspect="1"/>
          </p:cNvSpPr>
          <p:nvPr/>
        </p:nvSpPr>
        <p:spPr>
          <a:xfrm flipH="1" flipV="1">
            <a:off x="3158237"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2" name="Group 21">
            <a:extLst>
              <a:ext uri="{FF2B5EF4-FFF2-40B4-BE49-F238E27FC236}">
                <a16:creationId xmlns:a16="http://schemas.microsoft.com/office/drawing/2014/main" id="{DF5F15BA-AF06-E1FE-8B29-11C2C1A99B4E}"/>
              </a:ext>
            </a:extLst>
          </p:cNvPr>
          <p:cNvGrpSpPr>
            <a:grpSpLocks noChangeAspect="1"/>
          </p:cNvGrpSpPr>
          <p:nvPr/>
        </p:nvGrpSpPr>
        <p:grpSpPr>
          <a:xfrm>
            <a:off x="2833844" y="3664756"/>
            <a:ext cx="2608891" cy="2608891"/>
            <a:chOff x="2415397" y="2971800"/>
            <a:chExt cx="914400" cy="914400"/>
          </a:xfrm>
        </p:grpSpPr>
        <p:sp>
          <p:nvSpPr>
            <p:cNvPr id="29" name="Block Arc 28">
              <a:extLst>
                <a:ext uri="{FF2B5EF4-FFF2-40B4-BE49-F238E27FC236}">
                  <a16:creationId xmlns:a16="http://schemas.microsoft.com/office/drawing/2014/main" id="{9F69A012-F564-54E9-5498-7DE1FC35913D}"/>
                </a:ext>
              </a:extLst>
            </p:cNvPr>
            <p:cNvSpPr/>
            <p:nvPr/>
          </p:nvSpPr>
          <p:spPr>
            <a:xfrm>
              <a:off x="2415397" y="2971800"/>
              <a:ext cx="914400" cy="914400"/>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0" name="Arc 29">
              <a:extLst>
                <a:ext uri="{FF2B5EF4-FFF2-40B4-BE49-F238E27FC236}">
                  <a16:creationId xmlns:a16="http://schemas.microsoft.com/office/drawing/2014/main" id="{8E81C52E-4EFE-A79D-55BF-D75DED5C77E2}"/>
                </a:ext>
              </a:extLst>
            </p:cNvPr>
            <p:cNvSpPr>
              <a:spLocks noChangeAspect="1"/>
            </p:cNvSpPr>
            <p:nvPr/>
          </p:nvSpPr>
          <p:spPr>
            <a:xfrm>
              <a:off x="2529096" y="3085499"/>
              <a:ext cx="687003" cy="687003"/>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7" name="Block Arc 26">
            <a:extLst>
              <a:ext uri="{FF2B5EF4-FFF2-40B4-BE49-F238E27FC236}">
                <a16:creationId xmlns:a16="http://schemas.microsoft.com/office/drawing/2014/main" id="{FA6BBE81-A95A-5392-645F-D7A649843D0F}"/>
              </a:ext>
            </a:extLst>
          </p:cNvPr>
          <p:cNvSpPr/>
          <p:nvPr/>
        </p:nvSpPr>
        <p:spPr>
          <a:xfrm rot="19499209" flipH="1" flipV="1">
            <a:off x="879123" y="-234758"/>
            <a:ext cx="2608891" cy="2608891"/>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8" name="Arc 27">
            <a:extLst>
              <a:ext uri="{FF2B5EF4-FFF2-40B4-BE49-F238E27FC236}">
                <a16:creationId xmlns:a16="http://schemas.microsoft.com/office/drawing/2014/main" id="{10670C85-3297-F139-0CFA-19B21903FD3A}"/>
              </a:ext>
            </a:extLst>
          </p:cNvPr>
          <p:cNvSpPr>
            <a:spLocks noChangeAspect="1"/>
          </p:cNvSpPr>
          <p:nvPr/>
        </p:nvSpPr>
        <p:spPr>
          <a:xfrm rot="20618304" flipH="1" flipV="1">
            <a:off x="1203516" y="89634"/>
            <a:ext cx="1960101" cy="1960101"/>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25" name="Block Arc 24">
            <a:extLst>
              <a:ext uri="{FF2B5EF4-FFF2-40B4-BE49-F238E27FC236}">
                <a16:creationId xmlns:a16="http://schemas.microsoft.com/office/drawing/2014/main" id="{97399B05-6EB2-D5B0-ADF3-21834939A0AA}"/>
              </a:ext>
            </a:extLst>
          </p:cNvPr>
          <p:cNvSpPr/>
          <p:nvPr/>
        </p:nvSpPr>
        <p:spPr>
          <a:xfrm>
            <a:off x="879124"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6" name="Arc 25">
            <a:extLst>
              <a:ext uri="{FF2B5EF4-FFF2-40B4-BE49-F238E27FC236}">
                <a16:creationId xmlns:a16="http://schemas.microsoft.com/office/drawing/2014/main" id="{A8452AD0-12A3-18BA-90F1-93FFD17869B8}"/>
              </a:ext>
            </a:extLst>
          </p:cNvPr>
          <p:cNvSpPr>
            <a:spLocks noChangeAspect="1"/>
          </p:cNvSpPr>
          <p:nvPr/>
        </p:nvSpPr>
        <p:spPr>
          <a:xfrm>
            <a:off x="1203521"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9" name="Block Arc 18">
            <a:extLst>
              <a:ext uri="{FF2B5EF4-FFF2-40B4-BE49-F238E27FC236}">
                <a16:creationId xmlns:a16="http://schemas.microsoft.com/office/drawing/2014/main" id="{18122AE1-93D5-DB95-3A75-D7FA96373A18}"/>
              </a:ext>
            </a:extLst>
          </p:cNvPr>
          <p:cNvSpPr/>
          <p:nvPr/>
        </p:nvSpPr>
        <p:spPr>
          <a:xfrm rot="10800000">
            <a:off x="4794547" y="3643430"/>
            <a:ext cx="2608891" cy="2608891"/>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0" name="Arc 19">
            <a:extLst>
              <a:ext uri="{FF2B5EF4-FFF2-40B4-BE49-F238E27FC236}">
                <a16:creationId xmlns:a16="http://schemas.microsoft.com/office/drawing/2014/main" id="{BB4BAF71-9BA0-0AD9-35FE-1B5B6C744689}"/>
              </a:ext>
            </a:extLst>
          </p:cNvPr>
          <p:cNvSpPr>
            <a:spLocks noChangeAspect="1"/>
          </p:cNvSpPr>
          <p:nvPr/>
        </p:nvSpPr>
        <p:spPr>
          <a:xfrm rot="10800000">
            <a:off x="5118940" y="3967823"/>
            <a:ext cx="1960101" cy="1960101"/>
          </a:xfrm>
          <a:prstGeom prst="arc">
            <a:avLst>
              <a:gd name="adj1" fmla="val 10980769"/>
              <a:gd name="adj2" fmla="val 21272703"/>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7" name="Block Arc 16">
            <a:extLst>
              <a:ext uri="{FF2B5EF4-FFF2-40B4-BE49-F238E27FC236}">
                <a16:creationId xmlns:a16="http://schemas.microsoft.com/office/drawing/2014/main" id="{9C5E64D0-8672-3792-83B6-0CF995BCE37D}"/>
              </a:ext>
            </a:extLst>
          </p:cNvPr>
          <p:cNvSpPr/>
          <p:nvPr/>
        </p:nvSpPr>
        <p:spPr>
          <a:xfrm flipV="1">
            <a:off x="6749266"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Arc 17">
            <a:extLst>
              <a:ext uri="{FF2B5EF4-FFF2-40B4-BE49-F238E27FC236}">
                <a16:creationId xmlns:a16="http://schemas.microsoft.com/office/drawing/2014/main" id="{1EDE5F55-87E7-F7FC-C794-89211BFEDBA1}"/>
              </a:ext>
            </a:extLst>
          </p:cNvPr>
          <p:cNvSpPr>
            <a:spLocks noChangeAspect="1"/>
          </p:cNvSpPr>
          <p:nvPr/>
        </p:nvSpPr>
        <p:spPr>
          <a:xfrm flipV="1">
            <a:off x="7073663"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5" name="Block Arc 14">
            <a:extLst>
              <a:ext uri="{FF2B5EF4-FFF2-40B4-BE49-F238E27FC236}">
                <a16:creationId xmlns:a16="http://schemas.microsoft.com/office/drawing/2014/main" id="{A0C07316-9D06-C368-61BE-45AEE7D778EA}"/>
              </a:ext>
            </a:extLst>
          </p:cNvPr>
          <p:cNvSpPr/>
          <p:nvPr/>
        </p:nvSpPr>
        <p:spPr>
          <a:xfrm flipH="1">
            <a:off x="6749265" y="3664756"/>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c 15">
            <a:extLst>
              <a:ext uri="{FF2B5EF4-FFF2-40B4-BE49-F238E27FC236}">
                <a16:creationId xmlns:a16="http://schemas.microsoft.com/office/drawing/2014/main" id="{28B2A925-CE2D-FD41-BEA2-0FF2DFE8976B}"/>
              </a:ext>
            </a:extLst>
          </p:cNvPr>
          <p:cNvSpPr>
            <a:spLocks noChangeAspect="1"/>
          </p:cNvSpPr>
          <p:nvPr/>
        </p:nvSpPr>
        <p:spPr>
          <a:xfrm flipH="1">
            <a:off x="7073659" y="3989153"/>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7A2B8B47-78A1-078C-5573-99C52883BD4F}"/>
              </a:ext>
            </a:extLst>
          </p:cNvPr>
          <p:cNvGrpSpPr>
            <a:grpSpLocks noChangeAspect="1"/>
          </p:cNvGrpSpPr>
          <p:nvPr/>
        </p:nvGrpSpPr>
        <p:grpSpPr>
          <a:xfrm rot="981696" flipV="1">
            <a:off x="8703986" y="-234758"/>
            <a:ext cx="2608891" cy="2608891"/>
            <a:chOff x="2415397" y="2971799"/>
            <a:chExt cx="914400" cy="914400"/>
          </a:xfrm>
        </p:grpSpPr>
        <p:sp>
          <p:nvSpPr>
            <p:cNvPr id="13" name="Block Arc 12">
              <a:extLst>
                <a:ext uri="{FF2B5EF4-FFF2-40B4-BE49-F238E27FC236}">
                  <a16:creationId xmlns:a16="http://schemas.microsoft.com/office/drawing/2014/main" id="{A056F045-C2CF-8D23-2640-1590C905B487}"/>
                </a:ext>
              </a:extLst>
            </p:cNvPr>
            <p:cNvSpPr/>
            <p:nvPr/>
          </p:nvSpPr>
          <p:spPr>
            <a:xfrm rot="20480905">
              <a:off x="2415397" y="2971799"/>
              <a:ext cx="914400" cy="914400"/>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c 13">
              <a:extLst>
                <a:ext uri="{FF2B5EF4-FFF2-40B4-BE49-F238E27FC236}">
                  <a16:creationId xmlns:a16="http://schemas.microsoft.com/office/drawing/2014/main" id="{59E5E277-C216-E165-677C-C34C5AE7A0B1}"/>
                </a:ext>
              </a:extLst>
            </p:cNvPr>
            <p:cNvSpPr>
              <a:spLocks noChangeAspect="1"/>
            </p:cNvSpPr>
            <p:nvPr/>
          </p:nvSpPr>
          <p:spPr>
            <a:xfrm>
              <a:off x="2529096" y="3085499"/>
              <a:ext cx="687003" cy="687003"/>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11" name="Block Arc 10">
            <a:extLst>
              <a:ext uri="{FF2B5EF4-FFF2-40B4-BE49-F238E27FC236}">
                <a16:creationId xmlns:a16="http://schemas.microsoft.com/office/drawing/2014/main" id="{9C204E64-836B-3964-6C04-92D1ECC9F9D6}"/>
              </a:ext>
            </a:extLst>
          </p:cNvPr>
          <p:cNvSpPr/>
          <p:nvPr/>
        </p:nvSpPr>
        <p:spPr>
          <a:xfrm flipH="1">
            <a:off x="8703985"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c 11">
            <a:extLst>
              <a:ext uri="{FF2B5EF4-FFF2-40B4-BE49-F238E27FC236}">
                <a16:creationId xmlns:a16="http://schemas.microsoft.com/office/drawing/2014/main" id="{83A0F3BF-44A5-B885-6874-9624013C2B33}"/>
              </a:ext>
            </a:extLst>
          </p:cNvPr>
          <p:cNvSpPr>
            <a:spLocks noChangeAspect="1"/>
          </p:cNvSpPr>
          <p:nvPr/>
        </p:nvSpPr>
        <p:spPr>
          <a:xfrm flipH="1">
            <a:off x="9028379"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4" name="Flag6 - 1" descr="{&quot;Key&quot;:&quot;POWER_USER_SHAPE_ICON&quot;,&quot;Value&quot;:&quot;POWER_USER_SHAPE_ICON_STYLE_1&quot;}">
            <a:extLst>
              <a:ext uri="{FF2B5EF4-FFF2-40B4-BE49-F238E27FC236}">
                <a16:creationId xmlns:a16="http://schemas.microsoft.com/office/drawing/2014/main" id="{97572020-13B5-BE36-F728-8ABF74406E10}"/>
              </a:ext>
            </a:extLst>
          </p:cNvPr>
          <p:cNvGrpSpPr>
            <a:grpSpLocks noChangeAspect="1"/>
          </p:cNvGrpSpPr>
          <p:nvPr>
            <p:custDataLst>
              <p:tags r:id="rId1"/>
            </p:custDataLst>
          </p:nvPr>
        </p:nvGrpSpPr>
        <p:grpSpPr bwMode="auto">
          <a:xfrm>
            <a:off x="2922511" y="4359914"/>
            <a:ext cx="675409" cy="762000"/>
            <a:chOff x="86" y="47"/>
            <a:chExt cx="312" cy="352"/>
          </a:xfrm>
          <a:solidFill>
            <a:schemeClr val="accent1"/>
          </a:solidFill>
        </p:grpSpPr>
        <p:sp>
          <p:nvSpPr>
            <p:cNvPr id="35" name="Flag6">
              <a:extLst>
                <a:ext uri="{FF2B5EF4-FFF2-40B4-BE49-F238E27FC236}">
                  <a16:creationId xmlns:a16="http://schemas.microsoft.com/office/drawing/2014/main" id="{4EEBC68A-ECCB-BF11-8F4D-C6BE8DC5B207}"/>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lag6">
              <a:extLst>
                <a:ext uri="{FF2B5EF4-FFF2-40B4-BE49-F238E27FC236}">
                  <a16:creationId xmlns:a16="http://schemas.microsoft.com/office/drawing/2014/main" id="{502250B4-21E4-D26B-A484-22903918EF7F}"/>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Flag6" descr="{&quot;Key&quot;:&quot;POWER_USER_SHAPE_ICON&quot;,&quot;Value&quot;:&quot;POWER_USER_SHAPE_ICON_STYLE_1&quot;}">
            <a:extLst>
              <a:ext uri="{FF2B5EF4-FFF2-40B4-BE49-F238E27FC236}">
                <a16:creationId xmlns:a16="http://schemas.microsoft.com/office/drawing/2014/main" id="{65D2B87B-FB9A-43A8-A994-903B0042DE4A}"/>
              </a:ext>
            </a:extLst>
          </p:cNvPr>
          <p:cNvGrpSpPr>
            <a:grpSpLocks noChangeAspect="1"/>
          </p:cNvGrpSpPr>
          <p:nvPr>
            <p:custDataLst>
              <p:tags r:id="rId2"/>
            </p:custDataLst>
          </p:nvPr>
        </p:nvGrpSpPr>
        <p:grpSpPr bwMode="auto">
          <a:xfrm>
            <a:off x="3559004" y="1838990"/>
            <a:ext cx="675409" cy="762000"/>
            <a:chOff x="86" y="47"/>
            <a:chExt cx="312" cy="352"/>
          </a:xfrm>
          <a:solidFill>
            <a:schemeClr val="accent2"/>
          </a:solidFill>
        </p:grpSpPr>
        <p:sp>
          <p:nvSpPr>
            <p:cNvPr id="38" name="Flag6">
              <a:extLst>
                <a:ext uri="{FF2B5EF4-FFF2-40B4-BE49-F238E27FC236}">
                  <a16:creationId xmlns:a16="http://schemas.microsoft.com/office/drawing/2014/main" id="{1DA5B040-D86D-99F7-C46C-9DABD7EE6116}"/>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lag6">
              <a:extLst>
                <a:ext uri="{FF2B5EF4-FFF2-40B4-BE49-F238E27FC236}">
                  <a16:creationId xmlns:a16="http://schemas.microsoft.com/office/drawing/2014/main" id="{D9204661-4CA2-6461-2EEE-8A2634431398}"/>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0" name="Flag6" descr="{&quot;Key&quot;:&quot;POWER_USER_SHAPE_ICON&quot;,&quot;Value&quot;:&quot;POWER_USER_SHAPE_ICON_STYLE_1&quot;}">
            <a:extLst>
              <a:ext uri="{FF2B5EF4-FFF2-40B4-BE49-F238E27FC236}">
                <a16:creationId xmlns:a16="http://schemas.microsoft.com/office/drawing/2014/main" id="{4F4137DE-ACFB-7D47-3FFF-149BE9E059CA}"/>
              </a:ext>
            </a:extLst>
          </p:cNvPr>
          <p:cNvGrpSpPr>
            <a:grpSpLocks noChangeAspect="1"/>
          </p:cNvGrpSpPr>
          <p:nvPr>
            <p:custDataLst>
              <p:tags r:id="rId3"/>
            </p:custDataLst>
          </p:nvPr>
        </p:nvGrpSpPr>
        <p:grpSpPr bwMode="auto">
          <a:xfrm>
            <a:off x="7543189" y="4359914"/>
            <a:ext cx="675409" cy="762000"/>
            <a:chOff x="86" y="47"/>
            <a:chExt cx="312" cy="352"/>
          </a:xfrm>
          <a:solidFill>
            <a:schemeClr val="accent1"/>
          </a:solidFill>
        </p:grpSpPr>
        <p:sp>
          <p:nvSpPr>
            <p:cNvPr id="41" name="Flag6">
              <a:extLst>
                <a:ext uri="{FF2B5EF4-FFF2-40B4-BE49-F238E27FC236}">
                  <a16:creationId xmlns:a16="http://schemas.microsoft.com/office/drawing/2014/main" id="{CAD347E1-20A9-621F-26C3-648EF45D6586}"/>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lag6">
              <a:extLst>
                <a:ext uri="{FF2B5EF4-FFF2-40B4-BE49-F238E27FC236}">
                  <a16:creationId xmlns:a16="http://schemas.microsoft.com/office/drawing/2014/main" id="{22F68056-726A-8557-5E5C-2E0F89736992}"/>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 name="Flag6" descr="{&quot;Key&quot;:&quot;POWER_USER_SHAPE_ICON&quot;,&quot;Value&quot;:&quot;POWER_USER_SHAPE_ICON_STYLE_1&quot;}">
            <a:extLst>
              <a:ext uri="{FF2B5EF4-FFF2-40B4-BE49-F238E27FC236}">
                <a16:creationId xmlns:a16="http://schemas.microsoft.com/office/drawing/2014/main" id="{3FEC0453-07F9-10A1-6D83-409EB04B3C8C}"/>
              </a:ext>
            </a:extLst>
          </p:cNvPr>
          <p:cNvGrpSpPr>
            <a:grpSpLocks noChangeAspect="1"/>
          </p:cNvGrpSpPr>
          <p:nvPr>
            <p:custDataLst>
              <p:tags r:id="rId4"/>
            </p:custDataLst>
          </p:nvPr>
        </p:nvGrpSpPr>
        <p:grpSpPr bwMode="auto">
          <a:xfrm>
            <a:off x="9491015" y="2610522"/>
            <a:ext cx="675409" cy="762000"/>
            <a:chOff x="86" y="47"/>
            <a:chExt cx="312" cy="352"/>
          </a:xfrm>
          <a:solidFill>
            <a:schemeClr val="accent1"/>
          </a:solidFill>
        </p:grpSpPr>
        <p:sp>
          <p:nvSpPr>
            <p:cNvPr id="44" name="Flag6">
              <a:extLst>
                <a:ext uri="{FF2B5EF4-FFF2-40B4-BE49-F238E27FC236}">
                  <a16:creationId xmlns:a16="http://schemas.microsoft.com/office/drawing/2014/main" id="{86A11CDB-C445-8762-EF77-3921F8E6A986}"/>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lag6">
              <a:extLst>
                <a:ext uri="{FF2B5EF4-FFF2-40B4-BE49-F238E27FC236}">
                  <a16:creationId xmlns:a16="http://schemas.microsoft.com/office/drawing/2014/main" id="{1D663A5F-972F-878C-986B-55149233DAB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6" name="Flag6" descr="{&quot;Key&quot;:&quot;POWER_USER_SHAPE_ICON&quot;,&quot;Value&quot;:&quot;POWER_USER_SHAPE_ICON_STYLE_1&quot;}">
            <a:extLst>
              <a:ext uri="{FF2B5EF4-FFF2-40B4-BE49-F238E27FC236}">
                <a16:creationId xmlns:a16="http://schemas.microsoft.com/office/drawing/2014/main" id="{20D23156-B875-3C7D-17FA-E154525B24A7}"/>
              </a:ext>
            </a:extLst>
          </p:cNvPr>
          <p:cNvGrpSpPr>
            <a:grpSpLocks noChangeAspect="1"/>
          </p:cNvGrpSpPr>
          <p:nvPr>
            <p:custDataLst>
              <p:tags r:id="rId5"/>
            </p:custDataLst>
          </p:nvPr>
        </p:nvGrpSpPr>
        <p:grpSpPr bwMode="auto">
          <a:xfrm>
            <a:off x="1030936" y="2645932"/>
            <a:ext cx="675409" cy="762000"/>
            <a:chOff x="86" y="47"/>
            <a:chExt cx="312" cy="352"/>
          </a:xfrm>
          <a:solidFill>
            <a:schemeClr val="accent1"/>
          </a:solidFill>
        </p:grpSpPr>
        <p:sp>
          <p:nvSpPr>
            <p:cNvPr id="47" name="Flag6">
              <a:extLst>
                <a:ext uri="{FF2B5EF4-FFF2-40B4-BE49-F238E27FC236}">
                  <a16:creationId xmlns:a16="http://schemas.microsoft.com/office/drawing/2014/main" id="{D2BEEE12-1889-7342-8A53-D44CABC6545C}"/>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lag6">
              <a:extLst>
                <a:ext uri="{FF2B5EF4-FFF2-40B4-BE49-F238E27FC236}">
                  <a16:creationId xmlns:a16="http://schemas.microsoft.com/office/drawing/2014/main" id="{1DD6A08D-CD3F-833D-94CB-D15B3BB39187}"/>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Rectangle 48">
            <a:extLst>
              <a:ext uri="{FF2B5EF4-FFF2-40B4-BE49-F238E27FC236}">
                <a16:creationId xmlns:a16="http://schemas.microsoft.com/office/drawing/2014/main" id="{F0A60272-1905-80DF-CE28-CAC95DA9530B}"/>
              </a:ext>
            </a:extLst>
          </p:cNvPr>
          <p:cNvSpPr/>
          <p:nvPr/>
        </p:nvSpPr>
        <p:spPr bwMode="auto">
          <a:xfrm>
            <a:off x="796932"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0" name="Rectangle 49">
            <a:extLst>
              <a:ext uri="{FF2B5EF4-FFF2-40B4-BE49-F238E27FC236}">
                <a16:creationId xmlns:a16="http://schemas.microsoft.com/office/drawing/2014/main" id="{158C55FD-D34B-12AB-981E-C7025B9B250C}"/>
              </a:ext>
            </a:extLst>
          </p:cNvPr>
          <p:cNvSpPr/>
          <p:nvPr/>
        </p:nvSpPr>
        <p:spPr bwMode="auto">
          <a:xfrm>
            <a:off x="3424419"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1" name="Rectangle 50">
            <a:extLst>
              <a:ext uri="{FF2B5EF4-FFF2-40B4-BE49-F238E27FC236}">
                <a16:creationId xmlns:a16="http://schemas.microsoft.com/office/drawing/2014/main" id="{674A0D75-119C-FC27-1E0F-93475F5051A2}"/>
              </a:ext>
            </a:extLst>
          </p:cNvPr>
          <p:cNvSpPr/>
          <p:nvPr/>
        </p:nvSpPr>
        <p:spPr bwMode="auto">
          <a:xfrm>
            <a:off x="2766510" y="4964947"/>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algn="ctr" fontAlgn="base">
              <a:lnSpc>
                <a:spcPct val="90000"/>
              </a:lnSpc>
              <a:defRPr/>
            </a:pPr>
            <a:r>
              <a:rPr lang="en-US" sz="1600" kern="0" dirty="0">
                <a:solidFill>
                  <a:schemeClr val="tx1"/>
                </a:solidFill>
                <a:cs typeface="Arial" pitchFamily="34" charset="0"/>
              </a:rPr>
              <a:t>Lorem ipsum dolor sit amet, consectetuer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2" name="Rectangle 51">
            <a:extLst>
              <a:ext uri="{FF2B5EF4-FFF2-40B4-BE49-F238E27FC236}">
                <a16:creationId xmlns:a16="http://schemas.microsoft.com/office/drawing/2014/main" id="{9C3A51E7-5292-306F-CC63-795EA6A42246}"/>
              </a:ext>
            </a:extLst>
          </p:cNvPr>
          <p:cNvSpPr/>
          <p:nvPr/>
        </p:nvSpPr>
        <p:spPr bwMode="auto">
          <a:xfrm>
            <a:off x="7337627" y="4952816"/>
            <a:ext cx="2087863" cy="14941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3" name="Rectangle 52">
            <a:extLst>
              <a:ext uri="{FF2B5EF4-FFF2-40B4-BE49-F238E27FC236}">
                <a16:creationId xmlns:a16="http://schemas.microsoft.com/office/drawing/2014/main" id="{C8D61B10-B547-6263-8DAB-93579EC5E81F}"/>
              </a:ext>
            </a:extLst>
          </p:cNvPr>
          <p:cNvSpPr/>
          <p:nvPr/>
        </p:nvSpPr>
        <p:spPr bwMode="auto">
          <a:xfrm>
            <a:off x="9307205"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6.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grpSp>
        <p:nvGrpSpPr>
          <p:cNvPr id="58" name="Flag6" descr="{&quot;Key&quot;:&quot;POWER_USER_SHAPE_ICON&quot;,&quot;Value&quot;:&quot;POWER_USER_SHAPE_ICON_STYLE_1&quot;}">
            <a:extLst>
              <a:ext uri="{FF2B5EF4-FFF2-40B4-BE49-F238E27FC236}">
                <a16:creationId xmlns:a16="http://schemas.microsoft.com/office/drawing/2014/main" id="{78FEA525-33DD-2ED3-159E-156A1B9624B2}"/>
              </a:ext>
            </a:extLst>
          </p:cNvPr>
          <p:cNvGrpSpPr>
            <a:grpSpLocks noChangeAspect="1"/>
          </p:cNvGrpSpPr>
          <p:nvPr>
            <p:custDataLst>
              <p:tags r:id="rId6"/>
            </p:custDataLst>
          </p:nvPr>
        </p:nvGrpSpPr>
        <p:grpSpPr bwMode="auto">
          <a:xfrm>
            <a:off x="6514175" y="1838990"/>
            <a:ext cx="675409" cy="762000"/>
            <a:chOff x="86" y="47"/>
            <a:chExt cx="312" cy="352"/>
          </a:xfrm>
          <a:solidFill>
            <a:schemeClr val="accent1"/>
          </a:solidFill>
        </p:grpSpPr>
        <p:sp>
          <p:nvSpPr>
            <p:cNvPr id="59" name="Flag6">
              <a:extLst>
                <a:ext uri="{FF2B5EF4-FFF2-40B4-BE49-F238E27FC236}">
                  <a16:creationId xmlns:a16="http://schemas.microsoft.com/office/drawing/2014/main" id="{FA767BF6-BE3D-7B53-A9FC-9F61E026561C}"/>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lag6">
              <a:extLst>
                <a:ext uri="{FF2B5EF4-FFF2-40B4-BE49-F238E27FC236}">
                  <a16:creationId xmlns:a16="http://schemas.microsoft.com/office/drawing/2014/main" id="{11892FDD-9EDE-0103-F3BD-E90241E0928B}"/>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Rectangle 60">
            <a:extLst>
              <a:ext uri="{FF2B5EF4-FFF2-40B4-BE49-F238E27FC236}">
                <a16:creationId xmlns:a16="http://schemas.microsoft.com/office/drawing/2014/main" id="{58F72C60-B6F2-69E7-B4C7-AB15E1DF10A1}"/>
              </a:ext>
            </a:extLst>
          </p:cNvPr>
          <p:cNvSpPr/>
          <p:nvPr/>
        </p:nvSpPr>
        <p:spPr bwMode="auto">
          <a:xfrm>
            <a:off x="6261471"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Tree>
    <p:extLst>
      <p:ext uri="{BB962C8B-B14F-4D97-AF65-F5344CB8AC3E}">
        <p14:creationId xmlns:p14="http://schemas.microsoft.com/office/powerpoint/2010/main" val="3048958680"/>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a:lstStyle/>
          <a:p>
            <a:r>
              <a:rPr lang="en-US" dirty="0"/>
              <a:t>Roadmap 10</a:t>
            </a:r>
          </a:p>
        </p:txBody>
      </p:sp>
      <p:grpSp>
        <p:nvGrpSpPr>
          <p:cNvPr id="87" name="Group 86">
            <a:extLst>
              <a:ext uri="{FF2B5EF4-FFF2-40B4-BE49-F238E27FC236}">
                <a16:creationId xmlns:a16="http://schemas.microsoft.com/office/drawing/2014/main" id="{312D0805-D496-C9E5-4DE8-AFC1DC09962E}"/>
              </a:ext>
            </a:extLst>
          </p:cNvPr>
          <p:cNvGrpSpPr/>
          <p:nvPr/>
        </p:nvGrpSpPr>
        <p:grpSpPr>
          <a:xfrm rot="5400000">
            <a:off x="3173228" y="3271372"/>
            <a:ext cx="914400" cy="1092302"/>
            <a:chOff x="1512689" y="1854589"/>
            <a:chExt cx="914400" cy="914400"/>
          </a:xfrm>
        </p:grpSpPr>
        <p:sp>
          <p:nvSpPr>
            <p:cNvPr id="77" name="Arc 76">
              <a:extLst>
                <a:ext uri="{FF2B5EF4-FFF2-40B4-BE49-F238E27FC236}">
                  <a16:creationId xmlns:a16="http://schemas.microsoft.com/office/drawing/2014/main" id="{2E6911ED-3ED5-F48F-CD8E-174A0842B72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6" name="Arc 85">
              <a:extLst>
                <a:ext uri="{FF2B5EF4-FFF2-40B4-BE49-F238E27FC236}">
                  <a16:creationId xmlns:a16="http://schemas.microsoft.com/office/drawing/2014/main" id="{2447FA4F-0C9A-015B-0630-CEB1CB81ADD4}"/>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94" name="Group 93">
            <a:extLst>
              <a:ext uri="{FF2B5EF4-FFF2-40B4-BE49-F238E27FC236}">
                <a16:creationId xmlns:a16="http://schemas.microsoft.com/office/drawing/2014/main" id="{3A92F508-0BDD-E5F8-2C80-894EAEE219A0}"/>
              </a:ext>
            </a:extLst>
          </p:cNvPr>
          <p:cNvGrpSpPr/>
          <p:nvPr/>
        </p:nvGrpSpPr>
        <p:grpSpPr>
          <a:xfrm>
            <a:off x="838200" y="4274723"/>
            <a:ext cx="2795262" cy="0"/>
            <a:chOff x="4381500" y="3482340"/>
            <a:chExt cx="1158240" cy="0"/>
          </a:xfrm>
        </p:grpSpPr>
        <p:cxnSp>
          <p:nvCxnSpPr>
            <p:cNvPr id="89" name="Straight Connector 88">
              <a:extLst>
                <a:ext uri="{FF2B5EF4-FFF2-40B4-BE49-F238E27FC236}">
                  <a16:creationId xmlns:a16="http://schemas.microsoft.com/office/drawing/2014/main" id="{1C64351E-DBFF-5786-4BD8-8E2AE721AFE5}"/>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104FAB32-D540-C8A1-C61D-AC689D7B3950}"/>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018EACA-C1EC-5141-CB7B-780722C212AC}"/>
              </a:ext>
            </a:extLst>
          </p:cNvPr>
          <p:cNvGrpSpPr/>
          <p:nvPr/>
        </p:nvGrpSpPr>
        <p:grpSpPr>
          <a:xfrm>
            <a:off x="9091938" y="3319841"/>
            <a:ext cx="2795262" cy="0"/>
            <a:chOff x="4381500" y="3482340"/>
            <a:chExt cx="1158240" cy="0"/>
          </a:xfrm>
        </p:grpSpPr>
        <p:cxnSp>
          <p:nvCxnSpPr>
            <p:cNvPr id="96" name="Straight Connector 95">
              <a:extLst>
                <a:ext uri="{FF2B5EF4-FFF2-40B4-BE49-F238E27FC236}">
                  <a16:creationId xmlns:a16="http://schemas.microsoft.com/office/drawing/2014/main" id="{E4937DE4-EAD4-8ADF-9375-AB292A221CF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82E0886-30F5-7926-410D-C2CAA8E9A9FD}"/>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CF2C2471-B9DB-E7AB-EE50-737236B6729C}"/>
              </a:ext>
            </a:extLst>
          </p:cNvPr>
          <p:cNvGrpSpPr/>
          <p:nvPr/>
        </p:nvGrpSpPr>
        <p:grpSpPr>
          <a:xfrm rot="5400000">
            <a:off x="3510579" y="3157619"/>
            <a:ext cx="1332000" cy="0"/>
            <a:chOff x="4381500" y="3482340"/>
            <a:chExt cx="1158240" cy="0"/>
          </a:xfrm>
        </p:grpSpPr>
        <p:cxnSp>
          <p:nvCxnSpPr>
            <p:cNvPr id="99" name="Straight Connector 98">
              <a:extLst>
                <a:ext uri="{FF2B5EF4-FFF2-40B4-BE49-F238E27FC236}">
                  <a16:creationId xmlns:a16="http://schemas.microsoft.com/office/drawing/2014/main" id="{6FAD86D5-CB62-437F-6548-C7F7AA03398E}"/>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B0155B56-BA40-695E-3B00-F844768FC58F}"/>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BEE7A22E-BB4F-FB9F-CDF0-F6D36E7A3BD1}"/>
              </a:ext>
            </a:extLst>
          </p:cNvPr>
          <p:cNvGrpSpPr/>
          <p:nvPr/>
        </p:nvGrpSpPr>
        <p:grpSpPr>
          <a:xfrm rot="16200000">
            <a:off x="4265531" y="1951564"/>
            <a:ext cx="914400" cy="1092302"/>
            <a:chOff x="1512689" y="1854589"/>
            <a:chExt cx="914400" cy="914400"/>
          </a:xfrm>
        </p:grpSpPr>
        <p:sp>
          <p:nvSpPr>
            <p:cNvPr id="102" name="Arc 101">
              <a:extLst>
                <a:ext uri="{FF2B5EF4-FFF2-40B4-BE49-F238E27FC236}">
                  <a16:creationId xmlns:a16="http://schemas.microsoft.com/office/drawing/2014/main" id="{6FC2E530-AA53-CB5C-58F9-4C0583DE67F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3" name="Arc 102">
              <a:extLst>
                <a:ext uri="{FF2B5EF4-FFF2-40B4-BE49-F238E27FC236}">
                  <a16:creationId xmlns:a16="http://schemas.microsoft.com/office/drawing/2014/main" id="{74E30F4F-E5A0-9F81-23E0-DE9FB0CD1C09}"/>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4" name="Group 103">
            <a:extLst>
              <a:ext uri="{FF2B5EF4-FFF2-40B4-BE49-F238E27FC236}">
                <a16:creationId xmlns:a16="http://schemas.microsoft.com/office/drawing/2014/main" id="{4A052906-12A0-BB21-2770-5F719E0572B7}"/>
              </a:ext>
            </a:extLst>
          </p:cNvPr>
          <p:cNvGrpSpPr/>
          <p:nvPr/>
        </p:nvGrpSpPr>
        <p:grpSpPr>
          <a:xfrm>
            <a:off x="4176579" y="2040515"/>
            <a:ext cx="1092302" cy="914400"/>
            <a:chOff x="1512689" y="1854589"/>
            <a:chExt cx="914400" cy="914400"/>
          </a:xfrm>
        </p:grpSpPr>
        <p:sp>
          <p:nvSpPr>
            <p:cNvPr id="105" name="Arc 104">
              <a:extLst>
                <a:ext uri="{FF2B5EF4-FFF2-40B4-BE49-F238E27FC236}">
                  <a16:creationId xmlns:a16="http://schemas.microsoft.com/office/drawing/2014/main" id="{B7D271FC-B24F-D707-5749-ED5C793B8D9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6" name="Arc 105">
              <a:extLst>
                <a:ext uri="{FF2B5EF4-FFF2-40B4-BE49-F238E27FC236}">
                  <a16:creationId xmlns:a16="http://schemas.microsoft.com/office/drawing/2014/main" id="{0340B09B-96A5-5C43-6E66-D416722966DB}"/>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7" name="Group 106">
            <a:extLst>
              <a:ext uri="{FF2B5EF4-FFF2-40B4-BE49-F238E27FC236}">
                <a16:creationId xmlns:a16="http://schemas.microsoft.com/office/drawing/2014/main" id="{C8CCD7D1-06C0-C2A1-C032-9EA6AEF70AB5}"/>
              </a:ext>
            </a:extLst>
          </p:cNvPr>
          <p:cNvGrpSpPr/>
          <p:nvPr/>
        </p:nvGrpSpPr>
        <p:grpSpPr>
          <a:xfrm rot="5400000">
            <a:off x="3846881" y="3905999"/>
            <a:ext cx="2844000" cy="0"/>
            <a:chOff x="4381500" y="3482340"/>
            <a:chExt cx="1158240" cy="0"/>
          </a:xfrm>
        </p:grpSpPr>
        <p:cxnSp>
          <p:nvCxnSpPr>
            <p:cNvPr id="108" name="Straight Connector 107">
              <a:extLst>
                <a:ext uri="{FF2B5EF4-FFF2-40B4-BE49-F238E27FC236}">
                  <a16:creationId xmlns:a16="http://schemas.microsoft.com/office/drawing/2014/main" id="{FD8A640A-0EAA-9FDE-7FD3-838995AA9AF8}"/>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CF746C17-9846-DA74-EB60-A4468F7E9C23}"/>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16" name="Group 115">
            <a:extLst>
              <a:ext uri="{FF2B5EF4-FFF2-40B4-BE49-F238E27FC236}">
                <a16:creationId xmlns:a16="http://schemas.microsoft.com/office/drawing/2014/main" id="{BF615FAC-971C-089A-9F4B-2F331E3BB9A2}"/>
              </a:ext>
            </a:extLst>
          </p:cNvPr>
          <p:cNvGrpSpPr/>
          <p:nvPr/>
        </p:nvGrpSpPr>
        <p:grpSpPr>
          <a:xfrm rot="10800000">
            <a:off x="5268881" y="4865719"/>
            <a:ext cx="1092304" cy="914400"/>
            <a:chOff x="5408930" y="3253462"/>
            <a:chExt cx="914401" cy="914400"/>
          </a:xfrm>
        </p:grpSpPr>
        <p:grpSp>
          <p:nvGrpSpPr>
            <p:cNvPr id="110" name="Group 109">
              <a:extLst>
                <a:ext uri="{FF2B5EF4-FFF2-40B4-BE49-F238E27FC236}">
                  <a16:creationId xmlns:a16="http://schemas.microsoft.com/office/drawing/2014/main" id="{31112E45-D7B4-3AA7-A6BA-3363CD0E583E}"/>
                </a:ext>
              </a:extLst>
            </p:cNvPr>
            <p:cNvGrpSpPr/>
            <p:nvPr/>
          </p:nvGrpSpPr>
          <p:grpSpPr>
            <a:xfrm rot="16200000">
              <a:off x="5408931" y="3253462"/>
              <a:ext cx="914400" cy="914400"/>
              <a:chOff x="1512689" y="1854589"/>
              <a:chExt cx="914400" cy="914400"/>
            </a:xfrm>
          </p:grpSpPr>
          <p:sp>
            <p:nvSpPr>
              <p:cNvPr id="111" name="Arc 110">
                <a:extLst>
                  <a:ext uri="{FF2B5EF4-FFF2-40B4-BE49-F238E27FC236}">
                    <a16:creationId xmlns:a16="http://schemas.microsoft.com/office/drawing/2014/main" id="{0861A874-139B-24FC-4F62-935DC858CFF0}"/>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2" name="Arc 111">
                <a:extLst>
                  <a:ext uri="{FF2B5EF4-FFF2-40B4-BE49-F238E27FC236}">
                    <a16:creationId xmlns:a16="http://schemas.microsoft.com/office/drawing/2014/main" id="{5349A3E9-B5E7-0725-2802-019E68BFBBA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3" name="Group 112">
              <a:extLst>
                <a:ext uri="{FF2B5EF4-FFF2-40B4-BE49-F238E27FC236}">
                  <a16:creationId xmlns:a16="http://schemas.microsoft.com/office/drawing/2014/main" id="{358B7645-7B54-0A44-CA5E-DD918974DC0B}"/>
                </a:ext>
              </a:extLst>
            </p:cNvPr>
            <p:cNvGrpSpPr/>
            <p:nvPr/>
          </p:nvGrpSpPr>
          <p:grpSpPr>
            <a:xfrm>
              <a:off x="5408930" y="3253462"/>
              <a:ext cx="914400" cy="914400"/>
              <a:chOff x="1512689" y="1854589"/>
              <a:chExt cx="914400" cy="914400"/>
            </a:xfrm>
          </p:grpSpPr>
          <p:sp>
            <p:nvSpPr>
              <p:cNvPr id="114" name="Arc 113">
                <a:extLst>
                  <a:ext uri="{FF2B5EF4-FFF2-40B4-BE49-F238E27FC236}">
                    <a16:creationId xmlns:a16="http://schemas.microsoft.com/office/drawing/2014/main" id="{A488F37B-ABC9-B381-F2E2-2E0E3EFCD47A}"/>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5" name="Arc 114">
                <a:extLst>
                  <a:ext uri="{FF2B5EF4-FFF2-40B4-BE49-F238E27FC236}">
                    <a16:creationId xmlns:a16="http://schemas.microsoft.com/office/drawing/2014/main" id="{B061EA61-D3F5-D5A8-350E-279F3DD080BA}"/>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17" name="Group 116">
            <a:extLst>
              <a:ext uri="{FF2B5EF4-FFF2-40B4-BE49-F238E27FC236}">
                <a16:creationId xmlns:a16="http://schemas.microsoft.com/office/drawing/2014/main" id="{A17EE1E5-DC47-E037-89CC-AF91D35370F4}"/>
              </a:ext>
            </a:extLst>
          </p:cNvPr>
          <p:cNvGrpSpPr/>
          <p:nvPr/>
        </p:nvGrpSpPr>
        <p:grpSpPr>
          <a:xfrm rot="5400000">
            <a:off x="5119184" y="4085493"/>
            <a:ext cx="2484000" cy="0"/>
            <a:chOff x="4381500" y="3482340"/>
            <a:chExt cx="1158240" cy="0"/>
          </a:xfrm>
        </p:grpSpPr>
        <p:cxnSp>
          <p:nvCxnSpPr>
            <p:cNvPr id="118" name="Straight Connector 117">
              <a:extLst>
                <a:ext uri="{FF2B5EF4-FFF2-40B4-BE49-F238E27FC236}">
                  <a16:creationId xmlns:a16="http://schemas.microsoft.com/office/drawing/2014/main" id="{76D9DF41-8A0F-6430-6EF9-274B564A4B41}"/>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EB8DBE41-1F7D-7789-EA61-62E0DAD93E65}"/>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7DFDB57F-C3AB-B98E-7D84-530D412DFD73}"/>
              </a:ext>
            </a:extLst>
          </p:cNvPr>
          <p:cNvGrpSpPr/>
          <p:nvPr/>
        </p:nvGrpSpPr>
        <p:grpSpPr>
          <a:xfrm>
            <a:off x="6361182" y="2397821"/>
            <a:ext cx="1092304" cy="914400"/>
            <a:chOff x="5408930" y="3253462"/>
            <a:chExt cx="914401" cy="914400"/>
          </a:xfrm>
        </p:grpSpPr>
        <p:grpSp>
          <p:nvGrpSpPr>
            <p:cNvPr id="121" name="Group 120">
              <a:extLst>
                <a:ext uri="{FF2B5EF4-FFF2-40B4-BE49-F238E27FC236}">
                  <a16:creationId xmlns:a16="http://schemas.microsoft.com/office/drawing/2014/main" id="{9F0785A9-7A6C-33BD-C792-C5678AEA5B34}"/>
                </a:ext>
              </a:extLst>
            </p:cNvPr>
            <p:cNvGrpSpPr/>
            <p:nvPr/>
          </p:nvGrpSpPr>
          <p:grpSpPr>
            <a:xfrm rot="16200000">
              <a:off x="5408931" y="3253462"/>
              <a:ext cx="914400" cy="914400"/>
              <a:chOff x="1512689" y="1854589"/>
              <a:chExt cx="914400" cy="914400"/>
            </a:xfrm>
          </p:grpSpPr>
          <p:sp>
            <p:nvSpPr>
              <p:cNvPr id="125" name="Arc 124">
                <a:extLst>
                  <a:ext uri="{FF2B5EF4-FFF2-40B4-BE49-F238E27FC236}">
                    <a16:creationId xmlns:a16="http://schemas.microsoft.com/office/drawing/2014/main" id="{BC6A4ABE-00FE-6149-53FD-50FECA13739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6" name="Arc 125">
                <a:extLst>
                  <a:ext uri="{FF2B5EF4-FFF2-40B4-BE49-F238E27FC236}">
                    <a16:creationId xmlns:a16="http://schemas.microsoft.com/office/drawing/2014/main" id="{4A48BD99-9BB9-B4DF-8A71-A0769327E360}"/>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22" name="Group 121">
              <a:extLst>
                <a:ext uri="{FF2B5EF4-FFF2-40B4-BE49-F238E27FC236}">
                  <a16:creationId xmlns:a16="http://schemas.microsoft.com/office/drawing/2014/main" id="{AEC53847-86DE-E6E4-E614-088A271E464C}"/>
                </a:ext>
              </a:extLst>
            </p:cNvPr>
            <p:cNvGrpSpPr/>
            <p:nvPr/>
          </p:nvGrpSpPr>
          <p:grpSpPr>
            <a:xfrm>
              <a:off x="5408930" y="3253462"/>
              <a:ext cx="914400" cy="914400"/>
              <a:chOff x="1512689" y="1854589"/>
              <a:chExt cx="914400" cy="914400"/>
            </a:xfrm>
          </p:grpSpPr>
          <p:sp>
            <p:nvSpPr>
              <p:cNvPr id="123" name="Arc 122">
                <a:extLst>
                  <a:ext uri="{FF2B5EF4-FFF2-40B4-BE49-F238E27FC236}">
                    <a16:creationId xmlns:a16="http://schemas.microsoft.com/office/drawing/2014/main" id="{3BDD0CCF-4A6B-027D-1807-9FEDCED0B4AF}"/>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4" name="Arc 123">
                <a:extLst>
                  <a:ext uri="{FF2B5EF4-FFF2-40B4-BE49-F238E27FC236}">
                    <a16:creationId xmlns:a16="http://schemas.microsoft.com/office/drawing/2014/main" id="{5E27F983-463D-790B-B7DA-569F5561CEB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27" name="Group 126">
            <a:extLst>
              <a:ext uri="{FF2B5EF4-FFF2-40B4-BE49-F238E27FC236}">
                <a16:creationId xmlns:a16="http://schemas.microsoft.com/office/drawing/2014/main" id="{73AB9C10-1B8A-830A-A065-71F6CCE1ED33}"/>
              </a:ext>
            </a:extLst>
          </p:cNvPr>
          <p:cNvGrpSpPr/>
          <p:nvPr/>
        </p:nvGrpSpPr>
        <p:grpSpPr>
          <a:xfrm rot="5400000">
            <a:off x="6337485" y="3964250"/>
            <a:ext cx="2232000" cy="0"/>
            <a:chOff x="4381500" y="3482340"/>
            <a:chExt cx="1158240" cy="0"/>
          </a:xfrm>
        </p:grpSpPr>
        <p:cxnSp>
          <p:nvCxnSpPr>
            <p:cNvPr id="128" name="Straight Connector 127">
              <a:extLst>
                <a:ext uri="{FF2B5EF4-FFF2-40B4-BE49-F238E27FC236}">
                  <a16:creationId xmlns:a16="http://schemas.microsoft.com/office/drawing/2014/main" id="{F341EF17-A81F-FE95-0A06-F58D113409FA}"/>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5DB0E20C-A3AF-F960-9D7D-C1504FBA900B}"/>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07C55362-38B7-3159-B292-56E382057112}"/>
              </a:ext>
            </a:extLst>
          </p:cNvPr>
          <p:cNvGrpSpPr/>
          <p:nvPr/>
        </p:nvGrpSpPr>
        <p:grpSpPr>
          <a:xfrm rot="10800000">
            <a:off x="7453485" y="4616279"/>
            <a:ext cx="1092304" cy="914400"/>
            <a:chOff x="5408930" y="3253462"/>
            <a:chExt cx="914401" cy="914400"/>
          </a:xfrm>
        </p:grpSpPr>
        <p:grpSp>
          <p:nvGrpSpPr>
            <p:cNvPr id="131" name="Group 130">
              <a:extLst>
                <a:ext uri="{FF2B5EF4-FFF2-40B4-BE49-F238E27FC236}">
                  <a16:creationId xmlns:a16="http://schemas.microsoft.com/office/drawing/2014/main" id="{A979387E-66A3-82B7-9121-BFCF87EECEA9}"/>
                </a:ext>
              </a:extLst>
            </p:cNvPr>
            <p:cNvGrpSpPr/>
            <p:nvPr/>
          </p:nvGrpSpPr>
          <p:grpSpPr>
            <a:xfrm rot="16200000">
              <a:off x="5408931" y="3253462"/>
              <a:ext cx="914400" cy="914400"/>
              <a:chOff x="1512689" y="1854589"/>
              <a:chExt cx="914400" cy="914400"/>
            </a:xfrm>
          </p:grpSpPr>
          <p:sp>
            <p:nvSpPr>
              <p:cNvPr id="135" name="Arc 134">
                <a:extLst>
                  <a:ext uri="{FF2B5EF4-FFF2-40B4-BE49-F238E27FC236}">
                    <a16:creationId xmlns:a16="http://schemas.microsoft.com/office/drawing/2014/main" id="{816C3C32-9FED-A0FD-DB71-7854AE11544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6" name="Arc 135">
                <a:extLst>
                  <a:ext uri="{FF2B5EF4-FFF2-40B4-BE49-F238E27FC236}">
                    <a16:creationId xmlns:a16="http://schemas.microsoft.com/office/drawing/2014/main" id="{1605215C-BD25-CD9C-F744-BAD3D4EBED38}"/>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2" name="Group 131">
              <a:extLst>
                <a:ext uri="{FF2B5EF4-FFF2-40B4-BE49-F238E27FC236}">
                  <a16:creationId xmlns:a16="http://schemas.microsoft.com/office/drawing/2014/main" id="{7EDC6184-4EF4-40D0-ACBD-B17C4A7D2CF7}"/>
                </a:ext>
              </a:extLst>
            </p:cNvPr>
            <p:cNvGrpSpPr/>
            <p:nvPr/>
          </p:nvGrpSpPr>
          <p:grpSpPr>
            <a:xfrm>
              <a:off x="5408930" y="3253462"/>
              <a:ext cx="914400" cy="914400"/>
              <a:chOff x="1512689" y="1854589"/>
              <a:chExt cx="914400" cy="914400"/>
            </a:xfrm>
          </p:grpSpPr>
          <p:sp>
            <p:nvSpPr>
              <p:cNvPr id="133" name="Arc 132">
                <a:extLst>
                  <a:ext uri="{FF2B5EF4-FFF2-40B4-BE49-F238E27FC236}">
                    <a16:creationId xmlns:a16="http://schemas.microsoft.com/office/drawing/2014/main" id="{7927EA7A-C120-CBF2-C937-F44DE0D47591}"/>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4" name="Arc 133">
                <a:extLst>
                  <a:ext uri="{FF2B5EF4-FFF2-40B4-BE49-F238E27FC236}">
                    <a16:creationId xmlns:a16="http://schemas.microsoft.com/office/drawing/2014/main" id="{EFF8564B-1F10-9AF7-AAC9-8EDDAE91B636}"/>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37" name="Group 136">
            <a:extLst>
              <a:ext uri="{FF2B5EF4-FFF2-40B4-BE49-F238E27FC236}">
                <a16:creationId xmlns:a16="http://schemas.microsoft.com/office/drawing/2014/main" id="{964C85E9-4BBD-2F24-5592-6E726CBACD17}"/>
              </a:ext>
            </a:extLst>
          </p:cNvPr>
          <p:cNvGrpSpPr/>
          <p:nvPr/>
        </p:nvGrpSpPr>
        <p:grpSpPr>
          <a:xfrm rot="5400000">
            <a:off x="7897787" y="4432250"/>
            <a:ext cx="1296000" cy="0"/>
            <a:chOff x="4381500" y="3482340"/>
            <a:chExt cx="1158240" cy="0"/>
          </a:xfrm>
        </p:grpSpPr>
        <p:cxnSp>
          <p:nvCxnSpPr>
            <p:cNvPr id="138" name="Straight Connector 137">
              <a:extLst>
                <a:ext uri="{FF2B5EF4-FFF2-40B4-BE49-F238E27FC236}">
                  <a16:creationId xmlns:a16="http://schemas.microsoft.com/office/drawing/2014/main" id="{6F41E48E-FE71-A322-6E4E-0FA13EC20AD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15C87E61-DF8A-543E-CC12-E2A5F78FB89E}"/>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FE302816-EEF1-639F-690A-10D884BAD12F}"/>
              </a:ext>
            </a:extLst>
          </p:cNvPr>
          <p:cNvGrpSpPr/>
          <p:nvPr/>
        </p:nvGrpSpPr>
        <p:grpSpPr>
          <a:xfrm rot="16200000">
            <a:off x="8634738" y="3238099"/>
            <a:ext cx="914400" cy="1092302"/>
            <a:chOff x="1512689" y="1854589"/>
            <a:chExt cx="914400" cy="914400"/>
          </a:xfrm>
        </p:grpSpPr>
        <p:sp>
          <p:nvSpPr>
            <p:cNvPr id="141" name="Arc 140">
              <a:extLst>
                <a:ext uri="{FF2B5EF4-FFF2-40B4-BE49-F238E27FC236}">
                  <a16:creationId xmlns:a16="http://schemas.microsoft.com/office/drawing/2014/main" id="{5D73E652-7A03-8F58-E2EF-4050BBC7E6ED}"/>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42" name="Arc 141">
              <a:extLst>
                <a:ext uri="{FF2B5EF4-FFF2-40B4-BE49-F238E27FC236}">
                  <a16:creationId xmlns:a16="http://schemas.microsoft.com/office/drawing/2014/main" id="{BAA2761C-6711-F804-6BF5-1A1B976B594E}"/>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0" name="Flag6" descr="{&quot;Key&quot;:&quot;POWER_USER_SHAPE_ICON&quot;,&quot;Value&quot;:&quot;POWER_USER_SHAPE_ICON_STYLE_1&quot;}">
            <a:extLst>
              <a:ext uri="{FF2B5EF4-FFF2-40B4-BE49-F238E27FC236}">
                <a16:creationId xmlns:a16="http://schemas.microsoft.com/office/drawing/2014/main" id="{194088A8-2D62-88F4-BD21-C5BC7031A8A3}"/>
              </a:ext>
            </a:extLst>
          </p:cNvPr>
          <p:cNvGrpSpPr>
            <a:grpSpLocks noChangeAspect="1"/>
          </p:cNvGrpSpPr>
          <p:nvPr>
            <p:custDataLst>
              <p:tags r:id="rId1"/>
            </p:custDataLst>
          </p:nvPr>
        </p:nvGrpSpPr>
        <p:grpSpPr bwMode="auto">
          <a:xfrm>
            <a:off x="916932" y="3704022"/>
            <a:ext cx="461314" cy="520456"/>
            <a:chOff x="86" y="47"/>
            <a:chExt cx="312" cy="352"/>
          </a:xfrm>
          <a:solidFill>
            <a:schemeClr val="accent1"/>
          </a:solidFill>
        </p:grpSpPr>
        <p:sp>
          <p:nvSpPr>
            <p:cNvPr id="151" name="Flag6">
              <a:extLst>
                <a:ext uri="{FF2B5EF4-FFF2-40B4-BE49-F238E27FC236}">
                  <a16:creationId xmlns:a16="http://schemas.microsoft.com/office/drawing/2014/main" id="{A2F92EEF-A90B-9FFA-091E-5BF75FE7A2E8}"/>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lag6">
              <a:extLst>
                <a:ext uri="{FF2B5EF4-FFF2-40B4-BE49-F238E27FC236}">
                  <a16:creationId xmlns:a16="http://schemas.microsoft.com/office/drawing/2014/main" id="{13FF97F7-48B4-618A-816D-7C9FFDC81E6C}"/>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Rectangle 152">
            <a:extLst>
              <a:ext uri="{FF2B5EF4-FFF2-40B4-BE49-F238E27FC236}">
                <a16:creationId xmlns:a16="http://schemas.microsoft.com/office/drawing/2014/main" id="{B97A5585-A78A-76DB-F686-9341F18162DA}"/>
              </a:ext>
            </a:extLst>
          </p:cNvPr>
          <p:cNvSpPr/>
          <p:nvPr/>
        </p:nvSpPr>
        <p:spPr bwMode="auto">
          <a:xfrm>
            <a:off x="1380800" y="3459541"/>
            <a:ext cx="250031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0" name="Flag6" descr="{&quot;Key&quot;:&quot;POWER_USER_SHAPE_ICON&quot;,&quot;Value&quot;:&quot;POWER_USER_SHAPE_ICON_STYLE_1&quot;}">
            <a:extLst>
              <a:ext uri="{FF2B5EF4-FFF2-40B4-BE49-F238E27FC236}">
                <a16:creationId xmlns:a16="http://schemas.microsoft.com/office/drawing/2014/main" id="{87E30CB3-65A7-E267-4239-36CA10E5FFE9}"/>
              </a:ext>
            </a:extLst>
          </p:cNvPr>
          <p:cNvGrpSpPr>
            <a:grpSpLocks noChangeAspect="1"/>
          </p:cNvGrpSpPr>
          <p:nvPr>
            <p:custDataLst>
              <p:tags r:id="rId2"/>
            </p:custDataLst>
          </p:nvPr>
        </p:nvGrpSpPr>
        <p:grpSpPr bwMode="auto">
          <a:xfrm>
            <a:off x="4214515" y="1635107"/>
            <a:ext cx="461314" cy="520456"/>
            <a:chOff x="86" y="47"/>
            <a:chExt cx="312" cy="352"/>
          </a:xfrm>
          <a:solidFill>
            <a:schemeClr val="accent1"/>
          </a:solidFill>
        </p:grpSpPr>
        <p:sp>
          <p:nvSpPr>
            <p:cNvPr id="161" name="Flag6">
              <a:extLst>
                <a:ext uri="{FF2B5EF4-FFF2-40B4-BE49-F238E27FC236}">
                  <a16:creationId xmlns:a16="http://schemas.microsoft.com/office/drawing/2014/main" id="{5E3BC9FE-7EAA-FE30-1A69-1D77302E787F}"/>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lag6">
              <a:extLst>
                <a:ext uri="{FF2B5EF4-FFF2-40B4-BE49-F238E27FC236}">
                  <a16:creationId xmlns:a16="http://schemas.microsoft.com/office/drawing/2014/main" id="{0C4D01D9-11DC-80D9-E339-E99F13C46467}"/>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3" name="Rectangle 162">
            <a:extLst>
              <a:ext uri="{FF2B5EF4-FFF2-40B4-BE49-F238E27FC236}">
                <a16:creationId xmlns:a16="http://schemas.microsoft.com/office/drawing/2014/main" id="{ADE46BEF-244D-CE36-37F2-3BE518A1AF8F}"/>
              </a:ext>
            </a:extLst>
          </p:cNvPr>
          <p:cNvSpPr/>
          <p:nvPr/>
        </p:nvSpPr>
        <p:spPr bwMode="auto">
          <a:xfrm>
            <a:off x="4675829" y="1296320"/>
            <a:ext cx="252353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4" name="Flag6" descr="{&quot;Key&quot;:&quot;POWER_USER_SHAPE_ICON&quot;,&quot;Value&quot;:&quot;POWER_USER_SHAPE_ICON_STYLE_1&quot;}">
            <a:extLst>
              <a:ext uri="{FF2B5EF4-FFF2-40B4-BE49-F238E27FC236}">
                <a16:creationId xmlns:a16="http://schemas.microsoft.com/office/drawing/2014/main" id="{528DF5AB-E554-EA0E-9CB4-2137FAC212F5}"/>
              </a:ext>
            </a:extLst>
          </p:cNvPr>
          <p:cNvGrpSpPr>
            <a:grpSpLocks noChangeAspect="1"/>
          </p:cNvGrpSpPr>
          <p:nvPr>
            <p:custDataLst>
              <p:tags r:id="rId3"/>
            </p:custDataLst>
          </p:nvPr>
        </p:nvGrpSpPr>
        <p:grpSpPr bwMode="auto">
          <a:xfrm>
            <a:off x="6522389" y="1869772"/>
            <a:ext cx="461314" cy="520456"/>
            <a:chOff x="86" y="47"/>
            <a:chExt cx="312" cy="352"/>
          </a:xfrm>
          <a:solidFill>
            <a:schemeClr val="accent1"/>
          </a:solidFill>
        </p:grpSpPr>
        <p:sp>
          <p:nvSpPr>
            <p:cNvPr id="165" name="Flag6">
              <a:extLst>
                <a:ext uri="{FF2B5EF4-FFF2-40B4-BE49-F238E27FC236}">
                  <a16:creationId xmlns:a16="http://schemas.microsoft.com/office/drawing/2014/main" id="{004321C7-D48C-592E-4698-09BD3B96193F}"/>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lag6">
              <a:extLst>
                <a:ext uri="{FF2B5EF4-FFF2-40B4-BE49-F238E27FC236}">
                  <a16:creationId xmlns:a16="http://schemas.microsoft.com/office/drawing/2014/main" id="{BA86EEFD-EC32-E2C2-4B69-74A262BBE1DE}"/>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7" name="Rectangle 166">
            <a:extLst>
              <a:ext uri="{FF2B5EF4-FFF2-40B4-BE49-F238E27FC236}">
                <a16:creationId xmlns:a16="http://schemas.microsoft.com/office/drawing/2014/main" id="{88436BC8-D7FB-2C9B-BDE3-C0F5CD9FAD98}"/>
              </a:ext>
            </a:extLst>
          </p:cNvPr>
          <p:cNvSpPr/>
          <p:nvPr/>
        </p:nvSpPr>
        <p:spPr bwMode="auto">
          <a:xfrm>
            <a:off x="7013275" y="172673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8" name="Flag6" descr="{&quot;Key&quot;:&quot;POWER_USER_SHAPE_ICON&quot;,&quot;Value&quot;:&quot;POWER_USER_SHAPE_ICON_STYLE_1&quot;}">
            <a:extLst>
              <a:ext uri="{FF2B5EF4-FFF2-40B4-BE49-F238E27FC236}">
                <a16:creationId xmlns:a16="http://schemas.microsoft.com/office/drawing/2014/main" id="{B7BEDFA6-D389-C4FA-53DC-A1E9EB9D7346}"/>
              </a:ext>
            </a:extLst>
          </p:cNvPr>
          <p:cNvGrpSpPr>
            <a:grpSpLocks noChangeAspect="1"/>
          </p:cNvGrpSpPr>
          <p:nvPr>
            <p:custDataLst>
              <p:tags r:id="rId4"/>
            </p:custDataLst>
          </p:nvPr>
        </p:nvGrpSpPr>
        <p:grpSpPr bwMode="auto">
          <a:xfrm>
            <a:off x="5614296" y="5230066"/>
            <a:ext cx="461314" cy="520456"/>
            <a:chOff x="86" y="47"/>
            <a:chExt cx="312" cy="352"/>
          </a:xfrm>
          <a:solidFill>
            <a:schemeClr val="accent1"/>
          </a:solidFill>
        </p:grpSpPr>
        <p:sp>
          <p:nvSpPr>
            <p:cNvPr id="169" name="Flag6">
              <a:extLst>
                <a:ext uri="{FF2B5EF4-FFF2-40B4-BE49-F238E27FC236}">
                  <a16:creationId xmlns:a16="http://schemas.microsoft.com/office/drawing/2014/main" id="{7F07769C-CCD7-59BE-62AD-B32BD8E28857}"/>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lag6">
              <a:extLst>
                <a:ext uri="{FF2B5EF4-FFF2-40B4-BE49-F238E27FC236}">
                  <a16:creationId xmlns:a16="http://schemas.microsoft.com/office/drawing/2014/main" id="{12A01714-CB00-FD46-EF38-8AE68347817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1" name="Rectangle 170">
            <a:extLst>
              <a:ext uri="{FF2B5EF4-FFF2-40B4-BE49-F238E27FC236}">
                <a16:creationId xmlns:a16="http://schemas.microsoft.com/office/drawing/2014/main" id="{4735472E-F0CA-15F4-34F8-852B3045173E}"/>
              </a:ext>
            </a:extLst>
          </p:cNvPr>
          <p:cNvSpPr/>
          <p:nvPr/>
        </p:nvSpPr>
        <p:spPr bwMode="auto">
          <a:xfrm>
            <a:off x="6230577" y="5698922"/>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sp>
        <p:nvSpPr>
          <p:cNvPr id="172" name="Rectangle 171">
            <a:extLst>
              <a:ext uri="{FF2B5EF4-FFF2-40B4-BE49-F238E27FC236}">
                <a16:creationId xmlns:a16="http://schemas.microsoft.com/office/drawing/2014/main" id="{E9A769E2-A20F-84A8-725B-529826E48CC9}"/>
              </a:ext>
            </a:extLst>
          </p:cNvPr>
          <p:cNvSpPr/>
          <p:nvPr/>
        </p:nvSpPr>
        <p:spPr bwMode="auto">
          <a:xfrm>
            <a:off x="8579884" y="5322919"/>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73" name="Flag6" descr="{&quot;Key&quot;:&quot;POWER_USER_SHAPE_ICON&quot;,&quot;Value&quot;:&quot;POWER_USER_SHAPE_ICON_STYLE_1&quot;}">
            <a:extLst>
              <a:ext uri="{FF2B5EF4-FFF2-40B4-BE49-F238E27FC236}">
                <a16:creationId xmlns:a16="http://schemas.microsoft.com/office/drawing/2014/main" id="{5A403D83-55DD-3A42-6540-9A7BB7E50F30}"/>
              </a:ext>
            </a:extLst>
          </p:cNvPr>
          <p:cNvGrpSpPr>
            <a:grpSpLocks noChangeAspect="1"/>
          </p:cNvGrpSpPr>
          <p:nvPr>
            <p:custDataLst>
              <p:tags r:id="rId5"/>
            </p:custDataLst>
          </p:nvPr>
        </p:nvGrpSpPr>
        <p:grpSpPr bwMode="auto">
          <a:xfrm>
            <a:off x="7811398" y="4905742"/>
            <a:ext cx="461314" cy="520456"/>
            <a:chOff x="86" y="47"/>
            <a:chExt cx="312" cy="352"/>
          </a:xfrm>
          <a:solidFill>
            <a:schemeClr val="accent1"/>
          </a:solidFill>
        </p:grpSpPr>
        <p:sp>
          <p:nvSpPr>
            <p:cNvPr id="174" name="Flag6">
              <a:extLst>
                <a:ext uri="{FF2B5EF4-FFF2-40B4-BE49-F238E27FC236}">
                  <a16:creationId xmlns:a16="http://schemas.microsoft.com/office/drawing/2014/main" id="{7B60CD55-4946-BAE1-4F92-DF9F216B4767}"/>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lag6">
              <a:extLst>
                <a:ext uri="{FF2B5EF4-FFF2-40B4-BE49-F238E27FC236}">
                  <a16:creationId xmlns:a16="http://schemas.microsoft.com/office/drawing/2014/main" id="{F06B3113-0FD6-633F-896D-A0CCBAC34136}"/>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6" name="Flag6" descr="{&quot;Key&quot;:&quot;POWER_USER_SHAPE_ICON&quot;,&quot;Value&quot;:&quot;POWER_USER_SHAPE_ICON_STYLE_1&quot;}">
            <a:extLst>
              <a:ext uri="{FF2B5EF4-FFF2-40B4-BE49-F238E27FC236}">
                <a16:creationId xmlns:a16="http://schemas.microsoft.com/office/drawing/2014/main" id="{43C44BC8-65CC-1567-D6D3-EE9409759B47}"/>
              </a:ext>
            </a:extLst>
          </p:cNvPr>
          <p:cNvGrpSpPr>
            <a:grpSpLocks noChangeAspect="1"/>
          </p:cNvGrpSpPr>
          <p:nvPr>
            <p:custDataLst>
              <p:tags r:id="rId6"/>
            </p:custDataLst>
          </p:nvPr>
        </p:nvGrpSpPr>
        <p:grpSpPr bwMode="auto">
          <a:xfrm>
            <a:off x="8716949" y="2755302"/>
            <a:ext cx="461314" cy="520456"/>
            <a:chOff x="86" y="47"/>
            <a:chExt cx="312" cy="352"/>
          </a:xfrm>
          <a:solidFill>
            <a:schemeClr val="accent1"/>
          </a:solidFill>
        </p:grpSpPr>
        <p:sp>
          <p:nvSpPr>
            <p:cNvPr id="177" name="Flag6">
              <a:extLst>
                <a:ext uri="{FF2B5EF4-FFF2-40B4-BE49-F238E27FC236}">
                  <a16:creationId xmlns:a16="http://schemas.microsoft.com/office/drawing/2014/main" id="{8F857A45-A54D-CA71-D162-981960AEE631}"/>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lag6">
              <a:extLst>
                <a:ext uri="{FF2B5EF4-FFF2-40B4-BE49-F238E27FC236}">
                  <a16:creationId xmlns:a16="http://schemas.microsoft.com/office/drawing/2014/main" id="{3225E05A-1716-7636-D111-614D495CEEB5}"/>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9" name="Rectangle 178">
            <a:extLst>
              <a:ext uri="{FF2B5EF4-FFF2-40B4-BE49-F238E27FC236}">
                <a16:creationId xmlns:a16="http://schemas.microsoft.com/office/drawing/2014/main" id="{91A6E3A3-F1A3-A36D-BE3F-7F43DB377E64}"/>
              </a:ext>
            </a:extLst>
          </p:cNvPr>
          <p:cNvSpPr/>
          <p:nvPr/>
        </p:nvSpPr>
        <p:spPr bwMode="auto">
          <a:xfrm>
            <a:off x="9207835" y="261226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spTree>
    <p:extLst>
      <p:ext uri="{BB962C8B-B14F-4D97-AF65-F5344CB8AC3E}">
        <p14:creationId xmlns:p14="http://schemas.microsoft.com/office/powerpoint/2010/main" val="2372132067"/>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629346-3E18-1D8C-20E0-2D6E6C78F43A}"/>
              </a:ext>
            </a:extLst>
          </p:cNvPr>
          <p:cNvSpPr>
            <a:spLocks noGrp="1"/>
          </p:cNvSpPr>
          <p:nvPr>
            <p:ph type="title"/>
          </p:nvPr>
        </p:nvSpPr>
        <p:spPr>
          <a:xfrm>
            <a:off x="214184" y="13663"/>
            <a:ext cx="9728886" cy="678316"/>
          </a:xfrm>
        </p:spPr>
        <p:txBody>
          <a:bodyPr>
            <a:normAutofit/>
          </a:bodyPr>
          <a:lstStyle/>
          <a:p>
            <a:r>
              <a:rPr lang="en-US" dirty="0"/>
              <a:t>Roadmap 11</a:t>
            </a:r>
          </a:p>
        </p:txBody>
      </p:sp>
      <p:sp>
        <p:nvSpPr>
          <p:cNvPr id="3" name="Google Shape;1053;p35">
            <a:extLst>
              <a:ext uri="{FF2B5EF4-FFF2-40B4-BE49-F238E27FC236}">
                <a16:creationId xmlns:a16="http://schemas.microsoft.com/office/drawing/2014/main" id="{16DBA5F8-1933-A847-67DC-0086678B0946}"/>
              </a:ext>
            </a:extLst>
          </p:cNvPr>
          <p:cNvSpPr/>
          <p:nvPr/>
        </p:nvSpPr>
        <p:spPr>
          <a:xfrm>
            <a:off x="4128565" y="1314078"/>
            <a:ext cx="3880390" cy="4875196"/>
          </a:xfrm>
          <a:custGeom>
            <a:avLst/>
            <a:gdLst/>
            <a:ahLst/>
            <a:cxnLst/>
            <a:rect l="l" t="t" r="r" b="b"/>
            <a:pathLst>
              <a:path w="114527" h="143888" extrusionOk="0">
                <a:moveTo>
                  <a:pt x="57841" y="0"/>
                </a:moveTo>
                <a:lnTo>
                  <a:pt x="48792" y="15895"/>
                </a:lnTo>
                <a:lnTo>
                  <a:pt x="51531" y="15895"/>
                </a:lnTo>
                <a:lnTo>
                  <a:pt x="51531" y="19181"/>
                </a:lnTo>
                <a:lnTo>
                  <a:pt x="51531" y="19979"/>
                </a:lnTo>
                <a:lnTo>
                  <a:pt x="51531" y="20086"/>
                </a:lnTo>
                <a:lnTo>
                  <a:pt x="51554" y="20217"/>
                </a:lnTo>
                <a:lnTo>
                  <a:pt x="51578" y="20515"/>
                </a:lnTo>
                <a:lnTo>
                  <a:pt x="51614" y="21098"/>
                </a:lnTo>
                <a:cubicBezTo>
                  <a:pt x="51638" y="21491"/>
                  <a:pt x="51650" y="21884"/>
                  <a:pt x="51697" y="22277"/>
                </a:cubicBezTo>
                <a:lnTo>
                  <a:pt x="51876" y="23444"/>
                </a:lnTo>
                <a:lnTo>
                  <a:pt x="51971" y="24027"/>
                </a:lnTo>
                <a:cubicBezTo>
                  <a:pt x="52007" y="24218"/>
                  <a:pt x="52066" y="24408"/>
                  <a:pt x="52102" y="24599"/>
                </a:cubicBezTo>
                <a:lnTo>
                  <a:pt x="52412" y="25742"/>
                </a:lnTo>
                <a:cubicBezTo>
                  <a:pt x="52507" y="26123"/>
                  <a:pt x="52662" y="26492"/>
                  <a:pt x="52793" y="26861"/>
                </a:cubicBezTo>
                <a:cubicBezTo>
                  <a:pt x="52935" y="27230"/>
                  <a:pt x="53055" y="27611"/>
                  <a:pt x="53221" y="27968"/>
                </a:cubicBezTo>
                <a:lnTo>
                  <a:pt x="53733" y="29028"/>
                </a:lnTo>
                <a:cubicBezTo>
                  <a:pt x="53817" y="29206"/>
                  <a:pt x="53900" y="29385"/>
                  <a:pt x="53995" y="29552"/>
                </a:cubicBezTo>
                <a:lnTo>
                  <a:pt x="54305" y="30064"/>
                </a:lnTo>
                <a:lnTo>
                  <a:pt x="54912" y="31064"/>
                </a:lnTo>
                <a:cubicBezTo>
                  <a:pt x="55138" y="31385"/>
                  <a:pt x="55376" y="31707"/>
                  <a:pt x="55614" y="32016"/>
                </a:cubicBezTo>
                <a:cubicBezTo>
                  <a:pt x="56067" y="32659"/>
                  <a:pt x="56615" y="33219"/>
                  <a:pt x="57150" y="33802"/>
                </a:cubicBezTo>
                <a:cubicBezTo>
                  <a:pt x="57400" y="34100"/>
                  <a:pt x="57710" y="34350"/>
                  <a:pt x="57996" y="34624"/>
                </a:cubicBezTo>
                <a:cubicBezTo>
                  <a:pt x="58293" y="34874"/>
                  <a:pt x="58567" y="35148"/>
                  <a:pt x="58877" y="35398"/>
                </a:cubicBezTo>
                <a:lnTo>
                  <a:pt x="59829" y="36100"/>
                </a:lnTo>
                <a:cubicBezTo>
                  <a:pt x="59984" y="36219"/>
                  <a:pt x="60139" y="36338"/>
                  <a:pt x="60305" y="36445"/>
                </a:cubicBezTo>
                <a:lnTo>
                  <a:pt x="60806" y="36755"/>
                </a:lnTo>
                <a:lnTo>
                  <a:pt x="61818" y="37362"/>
                </a:lnTo>
                <a:cubicBezTo>
                  <a:pt x="62163" y="37553"/>
                  <a:pt x="62520" y="37719"/>
                  <a:pt x="62877" y="37886"/>
                </a:cubicBezTo>
                <a:cubicBezTo>
                  <a:pt x="63568" y="38255"/>
                  <a:pt x="64318" y="38505"/>
                  <a:pt x="65068" y="38767"/>
                </a:cubicBezTo>
                <a:cubicBezTo>
                  <a:pt x="65437" y="38910"/>
                  <a:pt x="65818" y="39005"/>
                  <a:pt x="66199" y="39100"/>
                </a:cubicBezTo>
                <a:cubicBezTo>
                  <a:pt x="66580" y="39196"/>
                  <a:pt x="66961" y="39303"/>
                  <a:pt x="67342" y="39386"/>
                </a:cubicBezTo>
                <a:lnTo>
                  <a:pt x="68509" y="39577"/>
                </a:lnTo>
                <a:cubicBezTo>
                  <a:pt x="68902" y="39624"/>
                  <a:pt x="69295" y="39660"/>
                  <a:pt x="69676" y="39672"/>
                </a:cubicBezTo>
                <a:cubicBezTo>
                  <a:pt x="70176" y="39704"/>
                  <a:pt x="70946" y="39709"/>
                  <a:pt x="71403" y="39709"/>
                </a:cubicBezTo>
                <a:cubicBezTo>
                  <a:pt x="71632" y="39709"/>
                  <a:pt x="71783" y="39708"/>
                  <a:pt x="71783" y="39708"/>
                </a:cubicBezTo>
                <a:lnTo>
                  <a:pt x="94298" y="39708"/>
                </a:lnTo>
                <a:lnTo>
                  <a:pt x="94691" y="39743"/>
                </a:lnTo>
                <a:lnTo>
                  <a:pt x="94905" y="39779"/>
                </a:lnTo>
                <a:cubicBezTo>
                  <a:pt x="95048" y="39791"/>
                  <a:pt x="95191" y="39803"/>
                  <a:pt x="95334" y="39803"/>
                </a:cubicBezTo>
                <a:cubicBezTo>
                  <a:pt x="95477" y="39803"/>
                  <a:pt x="95619" y="39862"/>
                  <a:pt x="95762" y="39874"/>
                </a:cubicBezTo>
                <a:cubicBezTo>
                  <a:pt x="95893" y="39898"/>
                  <a:pt x="96048" y="39898"/>
                  <a:pt x="96179" y="39946"/>
                </a:cubicBezTo>
                <a:cubicBezTo>
                  <a:pt x="97286" y="40196"/>
                  <a:pt x="98334" y="40696"/>
                  <a:pt x="99227" y="41422"/>
                </a:cubicBezTo>
                <a:cubicBezTo>
                  <a:pt x="100096" y="42160"/>
                  <a:pt x="100799" y="43101"/>
                  <a:pt x="101263" y="44149"/>
                </a:cubicBezTo>
                <a:cubicBezTo>
                  <a:pt x="101680" y="45196"/>
                  <a:pt x="101870" y="46339"/>
                  <a:pt x="101787" y="47494"/>
                </a:cubicBezTo>
                <a:cubicBezTo>
                  <a:pt x="101727" y="48566"/>
                  <a:pt x="101370" y="49566"/>
                  <a:pt x="100846" y="50483"/>
                </a:cubicBezTo>
                <a:cubicBezTo>
                  <a:pt x="100263" y="51447"/>
                  <a:pt x="99251" y="52507"/>
                  <a:pt x="98286" y="53078"/>
                </a:cubicBezTo>
                <a:cubicBezTo>
                  <a:pt x="98060" y="53245"/>
                  <a:pt x="97774" y="53328"/>
                  <a:pt x="97536" y="53471"/>
                </a:cubicBezTo>
                <a:cubicBezTo>
                  <a:pt x="97405" y="53543"/>
                  <a:pt x="97262" y="53578"/>
                  <a:pt x="97131" y="53626"/>
                </a:cubicBezTo>
                <a:cubicBezTo>
                  <a:pt x="97001" y="53674"/>
                  <a:pt x="96870" y="53733"/>
                  <a:pt x="96739" y="53769"/>
                </a:cubicBezTo>
                <a:cubicBezTo>
                  <a:pt x="96596" y="53793"/>
                  <a:pt x="95119" y="54102"/>
                  <a:pt x="94572" y="54150"/>
                </a:cubicBezTo>
                <a:cubicBezTo>
                  <a:pt x="94504" y="54154"/>
                  <a:pt x="94416" y="54155"/>
                  <a:pt x="94320" y="54155"/>
                </a:cubicBezTo>
                <a:cubicBezTo>
                  <a:pt x="94128" y="54155"/>
                  <a:pt x="93909" y="54150"/>
                  <a:pt x="93774" y="54150"/>
                </a:cubicBezTo>
                <a:lnTo>
                  <a:pt x="19705" y="54150"/>
                </a:lnTo>
                <a:lnTo>
                  <a:pt x="19562" y="54114"/>
                </a:lnTo>
                <a:lnTo>
                  <a:pt x="19265" y="54102"/>
                </a:lnTo>
                <a:lnTo>
                  <a:pt x="18681" y="54126"/>
                </a:lnTo>
                <a:cubicBezTo>
                  <a:pt x="18288" y="54150"/>
                  <a:pt x="17895" y="54150"/>
                  <a:pt x="17514" y="54209"/>
                </a:cubicBezTo>
                <a:cubicBezTo>
                  <a:pt x="14383" y="54567"/>
                  <a:pt x="11335" y="55674"/>
                  <a:pt x="8716" y="57424"/>
                </a:cubicBezTo>
                <a:cubicBezTo>
                  <a:pt x="6120" y="59186"/>
                  <a:pt x="3953" y="61568"/>
                  <a:pt x="2417" y="64318"/>
                </a:cubicBezTo>
                <a:cubicBezTo>
                  <a:pt x="917" y="67080"/>
                  <a:pt x="96" y="70235"/>
                  <a:pt x="24" y="73367"/>
                </a:cubicBezTo>
                <a:cubicBezTo>
                  <a:pt x="0" y="73807"/>
                  <a:pt x="12" y="74010"/>
                  <a:pt x="12" y="74295"/>
                </a:cubicBezTo>
                <a:cubicBezTo>
                  <a:pt x="12" y="74343"/>
                  <a:pt x="12" y="74474"/>
                  <a:pt x="24" y="74557"/>
                </a:cubicBezTo>
                <a:lnTo>
                  <a:pt x="36" y="74855"/>
                </a:lnTo>
                <a:lnTo>
                  <a:pt x="60" y="75438"/>
                </a:lnTo>
                <a:cubicBezTo>
                  <a:pt x="84" y="75831"/>
                  <a:pt x="84" y="76224"/>
                  <a:pt x="143" y="76617"/>
                </a:cubicBezTo>
                <a:lnTo>
                  <a:pt x="322" y="77784"/>
                </a:lnTo>
                <a:cubicBezTo>
                  <a:pt x="357" y="77974"/>
                  <a:pt x="381" y="78165"/>
                  <a:pt x="429" y="78355"/>
                </a:cubicBezTo>
                <a:lnTo>
                  <a:pt x="560" y="78939"/>
                </a:lnTo>
                <a:lnTo>
                  <a:pt x="869" y="80082"/>
                </a:lnTo>
                <a:cubicBezTo>
                  <a:pt x="977" y="80451"/>
                  <a:pt x="1119" y="80820"/>
                  <a:pt x="1250" y="81189"/>
                </a:cubicBezTo>
                <a:cubicBezTo>
                  <a:pt x="1393" y="81558"/>
                  <a:pt x="1512" y="81939"/>
                  <a:pt x="1691" y="82296"/>
                </a:cubicBezTo>
                <a:cubicBezTo>
                  <a:pt x="2977" y="85166"/>
                  <a:pt x="4929" y="87737"/>
                  <a:pt x="7382" y="89702"/>
                </a:cubicBezTo>
                <a:cubicBezTo>
                  <a:pt x="9835" y="91655"/>
                  <a:pt x="12764" y="93048"/>
                  <a:pt x="15859" y="93655"/>
                </a:cubicBezTo>
                <a:lnTo>
                  <a:pt x="17026" y="93845"/>
                </a:lnTo>
                <a:lnTo>
                  <a:pt x="17610" y="93929"/>
                </a:lnTo>
                <a:cubicBezTo>
                  <a:pt x="17812" y="93952"/>
                  <a:pt x="18003" y="93952"/>
                  <a:pt x="18193" y="93964"/>
                </a:cubicBezTo>
                <a:lnTo>
                  <a:pt x="19372" y="94024"/>
                </a:lnTo>
                <a:lnTo>
                  <a:pt x="19669" y="94036"/>
                </a:lnTo>
                <a:lnTo>
                  <a:pt x="94643" y="94036"/>
                </a:lnTo>
                <a:lnTo>
                  <a:pt x="94869" y="94048"/>
                </a:lnTo>
                <a:cubicBezTo>
                  <a:pt x="95024" y="94060"/>
                  <a:pt x="95167" y="94072"/>
                  <a:pt x="95310" y="94072"/>
                </a:cubicBezTo>
                <a:cubicBezTo>
                  <a:pt x="95381" y="94072"/>
                  <a:pt x="95453" y="94083"/>
                  <a:pt x="95524" y="94095"/>
                </a:cubicBezTo>
                <a:lnTo>
                  <a:pt x="95727" y="94131"/>
                </a:lnTo>
                <a:cubicBezTo>
                  <a:pt x="95869" y="94155"/>
                  <a:pt x="96012" y="94167"/>
                  <a:pt x="96155" y="94191"/>
                </a:cubicBezTo>
                <a:cubicBezTo>
                  <a:pt x="96703" y="94345"/>
                  <a:pt x="97251" y="94476"/>
                  <a:pt x="97751" y="94750"/>
                </a:cubicBezTo>
                <a:cubicBezTo>
                  <a:pt x="98286" y="94976"/>
                  <a:pt x="98739" y="95322"/>
                  <a:pt x="99203" y="95655"/>
                </a:cubicBezTo>
                <a:cubicBezTo>
                  <a:pt x="99620" y="96048"/>
                  <a:pt x="100060" y="96429"/>
                  <a:pt x="100382" y="96905"/>
                </a:cubicBezTo>
                <a:cubicBezTo>
                  <a:pt x="100751" y="97346"/>
                  <a:pt x="100989" y="97870"/>
                  <a:pt x="101251" y="98382"/>
                </a:cubicBezTo>
                <a:cubicBezTo>
                  <a:pt x="101299" y="98513"/>
                  <a:pt x="101334" y="98643"/>
                  <a:pt x="101394" y="98774"/>
                </a:cubicBezTo>
                <a:cubicBezTo>
                  <a:pt x="101430" y="98917"/>
                  <a:pt x="101501" y="99036"/>
                  <a:pt x="101525" y="99179"/>
                </a:cubicBezTo>
                <a:cubicBezTo>
                  <a:pt x="101584" y="99453"/>
                  <a:pt x="101692" y="99727"/>
                  <a:pt x="101703" y="100013"/>
                </a:cubicBezTo>
                <a:cubicBezTo>
                  <a:pt x="101727" y="100156"/>
                  <a:pt x="101751" y="100287"/>
                  <a:pt x="101775" y="100429"/>
                </a:cubicBezTo>
                <a:lnTo>
                  <a:pt x="101799" y="100870"/>
                </a:lnTo>
                <a:lnTo>
                  <a:pt x="101823" y="101084"/>
                </a:lnTo>
                <a:lnTo>
                  <a:pt x="101834" y="101191"/>
                </a:lnTo>
                <a:lnTo>
                  <a:pt x="101834" y="101299"/>
                </a:lnTo>
                <a:cubicBezTo>
                  <a:pt x="101834" y="101334"/>
                  <a:pt x="101823" y="101358"/>
                  <a:pt x="101823" y="101370"/>
                </a:cubicBezTo>
                <a:cubicBezTo>
                  <a:pt x="101811" y="101513"/>
                  <a:pt x="101799" y="101656"/>
                  <a:pt x="101787" y="101799"/>
                </a:cubicBezTo>
                <a:cubicBezTo>
                  <a:pt x="101811" y="102096"/>
                  <a:pt x="101715" y="102370"/>
                  <a:pt x="101692" y="102656"/>
                </a:cubicBezTo>
                <a:cubicBezTo>
                  <a:pt x="101692" y="102799"/>
                  <a:pt x="101632" y="102930"/>
                  <a:pt x="101596" y="103073"/>
                </a:cubicBezTo>
                <a:cubicBezTo>
                  <a:pt x="101561" y="103204"/>
                  <a:pt x="101525" y="103346"/>
                  <a:pt x="101501" y="103477"/>
                </a:cubicBezTo>
                <a:cubicBezTo>
                  <a:pt x="101144" y="104561"/>
                  <a:pt x="100537" y="105561"/>
                  <a:pt x="99739" y="106383"/>
                </a:cubicBezTo>
                <a:cubicBezTo>
                  <a:pt x="98917" y="107192"/>
                  <a:pt x="97917" y="107799"/>
                  <a:pt x="96846" y="108157"/>
                </a:cubicBezTo>
                <a:cubicBezTo>
                  <a:pt x="96715" y="108204"/>
                  <a:pt x="96572" y="108216"/>
                  <a:pt x="96429" y="108264"/>
                </a:cubicBezTo>
                <a:cubicBezTo>
                  <a:pt x="96298" y="108288"/>
                  <a:pt x="96167" y="108359"/>
                  <a:pt x="96024" y="108359"/>
                </a:cubicBezTo>
                <a:cubicBezTo>
                  <a:pt x="95881" y="108383"/>
                  <a:pt x="95738" y="108395"/>
                  <a:pt x="95596" y="108419"/>
                </a:cubicBezTo>
                <a:cubicBezTo>
                  <a:pt x="95524" y="108430"/>
                  <a:pt x="95453" y="108454"/>
                  <a:pt x="95381" y="108454"/>
                </a:cubicBezTo>
                <a:lnTo>
                  <a:pt x="95167" y="108466"/>
                </a:lnTo>
                <a:cubicBezTo>
                  <a:pt x="95024" y="108466"/>
                  <a:pt x="94881" y="108466"/>
                  <a:pt x="94738" y="108478"/>
                </a:cubicBezTo>
                <a:cubicBezTo>
                  <a:pt x="94691" y="108478"/>
                  <a:pt x="94512" y="108466"/>
                  <a:pt x="94393" y="108466"/>
                </a:cubicBezTo>
                <a:lnTo>
                  <a:pt x="71283" y="108466"/>
                </a:lnTo>
                <a:lnTo>
                  <a:pt x="70985" y="108490"/>
                </a:lnTo>
                <a:lnTo>
                  <a:pt x="70402" y="108526"/>
                </a:lnTo>
                <a:cubicBezTo>
                  <a:pt x="70009" y="108538"/>
                  <a:pt x="69616" y="108561"/>
                  <a:pt x="69235" y="108597"/>
                </a:cubicBezTo>
                <a:lnTo>
                  <a:pt x="68068" y="108764"/>
                </a:lnTo>
                <a:cubicBezTo>
                  <a:pt x="67675" y="108835"/>
                  <a:pt x="67283" y="108883"/>
                  <a:pt x="66902" y="108990"/>
                </a:cubicBezTo>
                <a:cubicBezTo>
                  <a:pt x="66140" y="109181"/>
                  <a:pt x="65366" y="109359"/>
                  <a:pt x="64639" y="109657"/>
                </a:cubicBezTo>
                <a:cubicBezTo>
                  <a:pt x="64270" y="109788"/>
                  <a:pt x="63889" y="109919"/>
                  <a:pt x="63532" y="110073"/>
                </a:cubicBezTo>
                <a:lnTo>
                  <a:pt x="62460" y="110585"/>
                </a:lnTo>
                <a:lnTo>
                  <a:pt x="61937" y="110847"/>
                </a:lnTo>
                <a:cubicBezTo>
                  <a:pt x="61758" y="110931"/>
                  <a:pt x="61591" y="111038"/>
                  <a:pt x="61425" y="111145"/>
                </a:cubicBezTo>
                <a:lnTo>
                  <a:pt x="60413" y="111752"/>
                </a:lnTo>
                <a:cubicBezTo>
                  <a:pt x="60079" y="111967"/>
                  <a:pt x="59782" y="112217"/>
                  <a:pt x="59460" y="112443"/>
                </a:cubicBezTo>
                <a:cubicBezTo>
                  <a:pt x="59151" y="112681"/>
                  <a:pt x="58817" y="112907"/>
                  <a:pt x="58531" y="113169"/>
                </a:cubicBezTo>
                <a:cubicBezTo>
                  <a:pt x="58079" y="113586"/>
                  <a:pt x="57603" y="114003"/>
                  <a:pt x="57174" y="114443"/>
                </a:cubicBezTo>
                <a:cubicBezTo>
                  <a:pt x="57115" y="114503"/>
                  <a:pt x="57043" y="114586"/>
                  <a:pt x="56960" y="114681"/>
                </a:cubicBezTo>
                <a:cubicBezTo>
                  <a:pt x="56912" y="114717"/>
                  <a:pt x="56876" y="114765"/>
                  <a:pt x="56841" y="114800"/>
                </a:cubicBezTo>
                <a:cubicBezTo>
                  <a:pt x="56567" y="115110"/>
                  <a:pt x="56234" y="115479"/>
                  <a:pt x="56055" y="115681"/>
                </a:cubicBezTo>
                <a:lnTo>
                  <a:pt x="55341" y="116622"/>
                </a:lnTo>
                <a:lnTo>
                  <a:pt x="54995" y="117098"/>
                </a:lnTo>
                <a:cubicBezTo>
                  <a:pt x="54876" y="117253"/>
                  <a:pt x="54781" y="117432"/>
                  <a:pt x="54674" y="117586"/>
                </a:cubicBezTo>
                <a:lnTo>
                  <a:pt x="54067" y="118598"/>
                </a:lnTo>
                <a:cubicBezTo>
                  <a:pt x="53864" y="118944"/>
                  <a:pt x="53709" y="119301"/>
                  <a:pt x="53531" y="119658"/>
                </a:cubicBezTo>
                <a:cubicBezTo>
                  <a:pt x="53364" y="120015"/>
                  <a:pt x="53174" y="120360"/>
                  <a:pt x="53043" y="120730"/>
                </a:cubicBezTo>
                <a:lnTo>
                  <a:pt x="52638" y="121837"/>
                </a:lnTo>
                <a:cubicBezTo>
                  <a:pt x="52566" y="122027"/>
                  <a:pt x="52495" y="122206"/>
                  <a:pt x="52447" y="122396"/>
                </a:cubicBezTo>
                <a:lnTo>
                  <a:pt x="52293" y="122968"/>
                </a:lnTo>
                <a:lnTo>
                  <a:pt x="51995" y="124111"/>
                </a:lnTo>
                <a:cubicBezTo>
                  <a:pt x="51923" y="124504"/>
                  <a:pt x="51864" y="124897"/>
                  <a:pt x="51804" y="125278"/>
                </a:cubicBezTo>
                <a:cubicBezTo>
                  <a:pt x="51757" y="125671"/>
                  <a:pt x="51673" y="126064"/>
                  <a:pt x="51662" y="126445"/>
                </a:cubicBezTo>
                <a:lnTo>
                  <a:pt x="51578" y="127623"/>
                </a:lnTo>
                <a:lnTo>
                  <a:pt x="51531" y="128207"/>
                </a:lnTo>
                <a:lnTo>
                  <a:pt x="51531" y="128600"/>
                </a:lnTo>
                <a:lnTo>
                  <a:pt x="51531" y="129409"/>
                </a:lnTo>
                <a:lnTo>
                  <a:pt x="51531" y="131017"/>
                </a:lnTo>
                <a:lnTo>
                  <a:pt x="51531" y="143887"/>
                </a:lnTo>
                <a:lnTo>
                  <a:pt x="64187" y="143887"/>
                </a:lnTo>
                <a:lnTo>
                  <a:pt x="64187" y="131017"/>
                </a:lnTo>
                <a:lnTo>
                  <a:pt x="64187" y="129409"/>
                </a:lnTo>
                <a:lnTo>
                  <a:pt x="64187" y="128600"/>
                </a:lnTo>
                <a:lnTo>
                  <a:pt x="64187" y="128207"/>
                </a:lnTo>
                <a:lnTo>
                  <a:pt x="64163" y="127980"/>
                </a:lnTo>
                <a:cubicBezTo>
                  <a:pt x="64175" y="127838"/>
                  <a:pt x="64163" y="127695"/>
                  <a:pt x="64163" y="127540"/>
                </a:cubicBezTo>
                <a:cubicBezTo>
                  <a:pt x="64163" y="127397"/>
                  <a:pt x="64211" y="127266"/>
                  <a:pt x="64223" y="127123"/>
                </a:cubicBezTo>
                <a:cubicBezTo>
                  <a:pt x="64246" y="126980"/>
                  <a:pt x="64246" y="126837"/>
                  <a:pt x="64282" y="126695"/>
                </a:cubicBezTo>
                <a:cubicBezTo>
                  <a:pt x="64318" y="126564"/>
                  <a:pt x="64354" y="126421"/>
                  <a:pt x="64389" y="126290"/>
                </a:cubicBezTo>
                <a:cubicBezTo>
                  <a:pt x="64663" y="125194"/>
                  <a:pt x="65508" y="123909"/>
                  <a:pt x="66282" y="123063"/>
                </a:cubicBezTo>
                <a:cubicBezTo>
                  <a:pt x="66401" y="122956"/>
                  <a:pt x="66532" y="122849"/>
                  <a:pt x="66651" y="122730"/>
                </a:cubicBezTo>
                <a:cubicBezTo>
                  <a:pt x="66747" y="122623"/>
                  <a:pt x="66878" y="122563"/>
                  <a:pt x="66985" y="122468"/>
                </a:cubicBezTo>
                <a:cubicBezTo>
                  <a:pt x="67104" y="122396"/>
                  <a:pt x="67211" y="122289"/>
                  <a:pt x="67330" y="122218"/>
                </a:cubicBezTo>
                <a:cubicBezTo>
                  <a:pt x="67461" y="122146"/>
                  <a:pt x="67580" y="122075"/>
                  <a:pt x="67699" y="122004"/>
                </a:cubicBezTo>
                <a:cubicBezTo>
                  <a:pt x="67759" y="121956"/>
                  <a:pt x="67818" y="121920"/>
                  <a:pt x="67878" y="121884"/>
                </a:cubicBezTo>
                <a:lnTo>
                  <a:pt x="68080" y="121801"/>
                </a:lnTo>
                <a:cubicBezTo>
                  <a:pt x="68211" y="121742"/>
                  <a:pt x="68330" y="121670"/>
                  <a:pt x="68461" y="121611"/>
                </a:cubicBezTo>
                <a:lnTo>
                  <a:pt x="68866" y="121468"/>
                </a:lnTo>
                <a:cubicBezTo>
                  <a:pt x="69116" y="121349"/>
                  <a:pt x="69402" y="121301"/>
                  <a:pt x="69676" y="121218"/>
                </a:cubicBezTo>
                <a:cubicBezTo>
                  <a:pt x="69807" y="121170"/>
                  <a:pt x="69950" y="121170"/>
                  <a:pt x="70092" y="121146"/>
                </a:cubicBezTo>
                <a:cubicBezTo>
                  <a:pt x="70235" y="121122"/>
                  <a:pt x="70378" y="121099"/>
                  <a:pt x="70521" y="121075"/>
                </a:cubicBezTo>
                <a:cubicBezTo>
                  <a:pt x="70664" y="121075"/>
                  <a:pt x="70807" y="121063"/>
                  <a:pt x="70950" y="121063"/>
                </a:cubicBezTo>
                <a:lnTo>
                  <a:pt x="71164" y="121015"/>
                </a:lnTo>
                <a:lnTo>
                  <a:pt x="71283" y="120968"/>
                </a:lnTo>
                <a:lnTo>
                  <a:pt x="94393" y="120968"/>
                </a:lnTo>
                <a:cubicBezTo>
                  <a:pt x="94516" y="120968"/>
                  <a:pt x="94603" y="120994"/>
                  <a:pt x="94760" y="120994"/>
                </a:cubicBezTo>
                <a:cubicBezTo>
                  <a:pt x="94787" y="120994"/>
                  <a:pt x="94815" y="120993"/>
                  <a:pt x="94845" y="120991"/>
                </a:cubicBezTo>
                <a:lnTo>
                  <a:pt x="96024" y="120956"/>
                </a:lnTo>
                <a:lnTo>
                  <a:pt x="96608" y="120932"/>
                </a:lnTo>
                <a:cubicBezTo>
                  <a:pt x="96810" y="120908"/>
                  <a:pt x="97001" y="120884"/>
                  <a:pt x="97191" y="120861"/>
                </a:cubicBezTo>
                <a:lnTo>
                  <a:pt x="98358" y="120682"/>
                </a:lnTo>
                <a:cubicBezTo>
                  <a:pt x="98751" y="120622"/>
                  <a:pt x="99132" y="120503"/>
                  <a:pt x="99513" y="120420"/>
                </a:cubicBezTo>
                <a:cubicBezTo>
                  <a:pt x="99894" y="120313"/>
                  <a:pt x="100275" y="120229"/>
                  <a:pt x="100656" y="120099"/>
                </a:cubicBezTo>
                <a:cubicBezTo>
                  <a:pt x="103656" y="119134"/>
                  <a:pt x="106406" y="117443"/>
                  <a:pt x="108633" y="115229"/>
                </a:cubicBezTo>
                <a:cubicBezTo>
                  <a:pt x="110836" y="112990"/>
                  <a:pt x="112514" y="110228"/>
                  <a:pt x="113467" y="107228"/>
                </a:cubicBezTo>
                <a:cubicBezTo>
                  <a:pt x="113574" y="106847"/>
                  <a:pt x="113669" y="106466"/>
                  <a:pt x="113776" y="106085"/>
                </a:cubicBezTo>
                <a:cubicBezTo>
                  <a:pt x="113860" y="105692"/>
                  <a:pt x="113979" y="105323"/>
                  <a:pt x="114026" y="104930"/>
                </a:cubicBezTo>
                <a:cubicBezTo>
                  <a:pt x="114146" y="104144"/>
                  <a:pt x="114288" y="103370"/>
                  <a:pt x="114300" y="102584"/>
                </a:cubicBezTo>
                <a:lnTo>
                  <a:pt x="114348" y="101418"/>
                </a:lnTo>
                <a:cubicBezTo>
                  <a:pt x="114348" y="101358"/>
                  <a:pt x="114336" y="101322"/>
                  <a:pt x="114336" y="101287"/>
                </a:cubicBezTo>
                <a:lnTo>
                  <a:pt x="114336" y="101191"/>
                </a:lnTo>
                <a:lnTo>
                  <a:pt x="114336" y="100906"/>
                </a:lnTo>
                <a:lnTo>
                  <a:pt x="114324" y="100310"/>
                </a:lnTo>
                <a:cubicBezTo>
                  <a:pt x="114300" y="99929"/>
                  <a:pt x="114288" y="99536"/>
                  <a:pt x="114253" y="99144"/>
                </a:cubicBezTo>
                <a:lnTo>
                  <a:pt x="114086" y="97977"/>
                </a:lnTo>
                <a:cubicBezTo>
                  <a:pt x="113979" y="97191"/>
                  <a:pt x="113765" y="96429"/>
                  <a:pt x="113562" y="95667"/>
                </a:cubicBezTo>
                <a:cubicBezTo>
                  <a:pt x="113479" y="95286"/>
                  <a:pt x="113324" y="94917"/>
                  <a:pt x="113193" y="94548"/>
                </a:cubicBezTo>
                <a:cubicBezTo>
                  <a:pt x="113062" y="94179"/>
                  <a:pt x="112931" y="93810"/>
                  <a:pt x="112776" y="93440"/>
                </a:cubicBezTo>
                <a:cubicBezTo>
                  <a:pt x="112121" y="92012"/>
                  <a:pt x="111371" y="90619"/>
                  <a:pt x="110407" y="89369"/>
                </a:cubicBezTo>
                <a:cubicBezTo>
                  <a:pt x="109478" y="88095"/>
                  <a:pt x="108359" y="86987"/>
                  <a:pt x="107168" y="85963"/>
                </a:cubicBezTo>
                <a:cubicBezTo>
                  <a:pt x="105930" y="84999"/>
                  <a:pt x="104621" y="84106"/>
                  <a:pt x="103192" y="83451"/>
                </a:cubicBezTo>
                <a:cubicBezTo>
                  <a:pt x="101787" y="82737"/>
                  <a:pt x="100263" y="82272"/>
                  <a:pt x="98727" y="81915"/>
                </a:cubicBezTo>
                <a:cubicBezTo>
                  <a:pt x="98346" y="81844"/>
                  <a:pt x="97953" y="81784"/>
                  <a:pt x="97560" y="81725"/>
                </a:cubicBezTo>
                <a:lnTo>
                  <a:pt x="96977" y="81641"/>
                </a:lnTo>
                <a:cubicBezTo>
                  <a:pt x="96786" y="81606"/>
                  <a:pt x="96596" y="81582"/>
                  <a:pt x="96393" y="81582"/>
                </a:cubicBezTo>
                <a:lnTo>
                  <a:pt x="95226" y="81534"/>
                </a:lnTo>
                <a:lnTo>
                  <a:pt x="94643" y="81522"/>
                </a:lnTo>
                <a:lnTo>
                  <a:pt x="19872" y="81522"/>
                </a:lnTo>
                <a:lnTo>
                  <a:pt x="19693" y="81510"/>
                </a:lnTo>
                <a:lnTo>
                  <a:pt x="19574" y="81499"/>
                </a:lnTo>
                <a:cubicBezTo>
                  <a:pt x="19431" y="81487"/>
                  <a:pt x="19288" y="81475"/>
                  <a:pt x="19146" y="81463"/>
                </a:cubicBezTo>
                <a:cubicBezTo>
                  <a:pt x="19074" y="81463"/>
                  <a:pt x="19003" y="81463"/>
                  <a:pt x="18931" y="81451"/>
                </a:cubicBezTo>
                <a:lnTo>
                  <a:pt x="18717" y="81415"/>
                </a:lnTo>
                <a:cubicBezTo>
                  <a:pt x="18586" y="81391"/>
                  <a:pt x="18443" y="81368"/>
                  <a:pt x="18300" y="81356"/>
                </a:cubicBezTo>
                <a:cubicBezTo>
                  <a:pt x="17181" y="81129"/>
                  <a:pt x="16145" y="80629"/>
                  <a:pt x="15240" y="79915"/>
                </a:cubicBezTo>
                <a:cubicBezTo>
                  <a:pt x="14335" y="79213"/>
                  <a:pt x="13633" y="78260"/>
                  <a:pt x="13169" y="77224"/>
                </a:cubicBezTo>
                <a:cubicBezTo>
                  <a:pt x="13085" y="77105"/>
                  <a:pt x="13061" y="76962"/>
                  <a:pt x="13014" y="76831"/>
                </a:cubicBezTo>
                <a:cubicBezTo>
                  <a:pt x="12966" y="76700"/>
                  <a:pt x="12907" y="76569"/>
                  <a:pt x="12859" y="76426"/>
                </a:cubicBezTo>
                <a:cubicBezTo>
                  <a:pt x="12835" y="76296"/>
                  <a:pt x="12800" y="76153"/>
                  <a:pt x="12764" y="76022"/>
                </a:cubicBezTo>
                <a:lnTo>
                  <a:pt x="12704" y="75819"/>
                </a:lnTo>
                <a:cubicBezTo>
                  <a:pt x="12692" y="75748"/>
                  <a:pt x="12680" y="75676"/>
                  <a:pt x="12680" y="75605"/>
                </a:cubicBezTo>
                <a:cubicBezTo>
                  <a:pt x="12657" y="75462"/>
                  <a:pt x="12633" y="75319"/>
                  <a:pt x="12609" y="75176"/>
                </a:cubicBezTo>
                <a:cubicBezTo>
                  <a:pt x="12573" y="75045"/>
                  <a:pt x="12597" y="74891"/>
                  <a:pt x="12585" y="74748"/>
                </a:cubicBezTo>
                <a:lnTo>
                  <a:pt x="12549" y="74295"/>
                </a:lnTo>
                <a:cubicBezTo>
                  <a:pt x="12549" y="74033"/>
                  <a:pt x="12549" y="73700"/>
                  <a:pt x="12561" y="73617"/>
                </a:cubicBezTo>
                <a:cubicBezTo>
                  <a:pt x="12597" y="72462"/>
                  <a:pt x="12895" y="71343"/>
                  <a:pt x="13431" y="70342"/>
                </a:cubicBezTo>
                <a:cubicBezTo>
                  <a:pt x="13990" y="69354"/>
                  <a:pt x="14776" y="68473"/>
                  <a:pt x="15717" y="67830"/>
                </a:cubicBezTo>
                <a:cubicBezTo>
                  <a:pt x="16681" y="67199"/>
                  <a:pt x="17764" y="66806"/>
                  <a:pt x="18896" y="66663"/>
                </a:cubicBezTo>
                <a:cubicBezTo>
                  <a:pt x="19038" y="66640"/>
                  <a:pt x="19181" y="66651"/>
                  <a:pt x="19324" y="66640"/>
                </a:cubicBezTo>
                <a:lnTo>
                  <a:pt x="19538" y="66628"/>
                </a:lnTo>
                <a:lnTo>
                  <a:pt x="19646" y="66640"/>
                </a:lnTo>
                <a:lnTo>
                  <a:pt x="94572" y="66640"/>
                </a:lnTo>
                <a:lnTo>
                  <a:pt x="94679" y="66628"/>
                </a:lnTo>
                <a:lnTo>
                  <a:pt x="94822" y="66616"/>
                </a:lnTo>
                <a:lnTo>
                  <a:pt x="95119" y="66604"/>
                </a:lnTo>
                <a:lnTo>
                  <a:pt x="95703" y="66568"/>
                </a:lnTo>
                <a:cubicBezTo>
                  <a:pt x="96096" y="66544"/>
                  <a:pt x="96489" y="66544"/>
                  <a:pt x="96881" y="66485"/>
                </a:cubicBezTo>
                <a:lnTo>
                  <a:pt x="98048" y="66306"/>
                </a:lnTo>
                <a:lnTo>
                  <a:pt x="98632" y="66211"/>
                </a:lnTo>
                <a:lnTo>
                  <a:pt x="99203" y="66080"/>
                </a:lnTo>
                <a:lnTo>
                  <a:pt x="100346" y="65782"/>
                </a:lnTo>
                <a:cubicBezTo>
                  <a:pt x="100727" y="65675"/>
                  <a:pt x="101096" y="65520"/>
                  <a:pt x="101465" y="65389"/>
                </a:cubicBezTo>
                <a:cubicBezTo>
                  <a:pt x="101834" y="65247"/>
                  <a:pt x="102215" y="65127"/>
                  <a:pt x="102561" y="64961"/>
                </a:cubicBezTo>
                <a:cubicBezTo>
                  <a:pt x="103275" y="64616"/>
                  <a:pt x="104001" y="64306"/>
                  <a:pt x="104656" y="63877"/>
                </a:cubicBezTo>
                <a:cubicBezTo>
                  <a:pt x="107288" y="62318"/>
                  <a:pt x="109693" y="59960"/>
                  <a:pt x="111348" y="57365"/>
                </a:cubicBezTo>
                <a:cubicBezTo>
                  <a:pt x="111383" y="57317"/>
                  <a:pt x="111419" y="57257"/>
                  <a:pt x="111455" y="57198"/>
                </a:cubicBezTo>
                <a:cubicBezTo>
                  <a:pt x="111467" y="57174"/>
                  <a:pt x="111479" y="57150"/>
                  <a:pt x="111490" y="57138"/>
                </a:cubicBezTo>
                <a:lnTo>
                  <a:pt x="111490" y="57126"/>
                </a:lnTo>
                <a:cubicBezTo>
                  <a:pt x="113074" y="54519"/>
                  <a:pt x="114074" y="51531"/>
                  <a:pt x="114288" y="48483"/>
                </a:cubicBezTo>
                <a:cubicBezTo>
                  <a:pt x="114527" y="45363"/>
                  <a:pt x="114026" y="42172"/>
                  <a:pt x="112812" y="39255"/>
                </a:cubicBezTo>
                <a:cubicBezTo>
                  <a:pt x="111562" y="36362"/>
                  <a:pt x="109633" y="33778"/>
                  <a:pt x="107228" y="31766"/>
                </a:cubicBezTo>
                <a:cubicBezTo>
                  <a:pt x="104799" y="29766"/>
                  <a:pt x="101894" y="28349"/>
                  <a:pt x="98810" y="27682"/>
                </a:cubicBezTo>
                <a:cubicBezTo>
                  <a:pt x="98429" y="27587"/>
                  <a:pt x="98036" y="27540"/>
                  <a:pt x="97643" y="27480"/>
                </a:cubicBezTo>
                <a:cubicBezTo>
                  <a:pt x="97251" y="27420"/>
                  <a:pt x="96870" y="27349"/>
                  <a:pt x="96477" y="27325"/>
                </a:cubicBezTo>
                <a:lnTo>
                  <a:pt x="95298" y="27266"/>
                </a:lnTo>
                <a:lnTo>
                  <a:pt x="94715" y="27218"/>
                </a:lnTo>
                <a:lnTo>
                  <a:pt x="94298" y="27206"/>
                </a:lnTo>
                <a:lnTo>
                  <a:pt x="71783" y="27206"/>
                </a:lnTo>
                <a:cubicBezTo>
                  <a:pt x="71140" y="27206"/>
                  <a:pt x="70676" y="27182"/>
                  <a:pt x="70676" y="27182"/>
                </a:cubicBezTo>
                <a:cubicBezTo>
                  <a:pt x="70650" y="27185"/>
                  <a:pt x="70624" y="27186"/>
                  <a:pt x="70598" y="27186"/>
                </a:cubicBezTo>
                <a:cubicBezTo>
                  <a:pt x="70484" y="27186"/>
                  <a:pt x="70376" y="27166"/>
                  <a:pt x="70259" y="27147"/>
                </a:cubicBezTo>
                <a:cubicBezTo>
                  <a:pt x="70116" y="27123"/>
                  <a:pt x="69973" y="27111"/>
                  <a:pt x="69830" y="27087"/>
                </a:cubicBezTo>
                <a:lnTo>
                  <a:pt x="69426" y="26980"/>
                </a:lnTo>
                <a:cubicBezTo>
                  <a:pt x="69283" y="26944"/>
                  <a:pt x="69140" y="26932"/>
                  <a:pt x="69009" y="26861"/>
                </a:cubicBezTo>
                <a:cubicBezTo>
                  <a:pt x="68747" y="26754"/>
                  <a:pt x="68473" y="26694"/>
                  <a:pt x="68223" y="26551"/>
                </a:cubicBezTo>
                <a:lnTo>
                  <a:pt x="67842" y="26361"/>
                </a:lnTo>
                <a:cubicBezTo>
                  <a:pt x="67723" y="26289"/>
                  <a:pt x="67604" y="26206"/>
                  <a:pt x="67473" y="26135"/>
                </a:cubicBezTo>
                <a:lnTo>
                  <a:pt x="67294" y="26027"/>
                </a:lnTo>
                <a:cubicBezTo>
                  <a:pt x="67235" y="25992"/>
                  <a:pt x="67175" y="25944"/>
                  <a:pt x="67116" y="25896"/>
                </a:cubicBezTo>
                <a:cubicBezTo>
                  <a:pt x="67009" y="25813"/>
                  <a:pt x="66890" y="25730"/>
                  <a:pt x="66771" y="25646"/>
                </a:cubicBezTo>
                <a:cubicBezTo>
                  <a:pt x="66663" y="25563"/>
                  <a:pt x="66568" y="25444"/>
                  <a:pt x="66461" y="25361"/>
                </a:cubicBezTo>
                <a:cubicBezTo>
                  <a:pt x="66354" y="25254"/>
                  <a:pt x="66223" y="25182"/>
                  <a:pt x="66140" y="25063"/>
                </a:cubicBezTo>
                <a:cubicBezTo>
                  <a:pt x="65961" y="24837"/>
                  <a:pt x="65735" y="24658"/>
                  <a:pt x="65592" y="24408"/>
                </a:cubicBezTo>
                <a:cubicBezTo>
                  <a:pt x="64889" y="23503"/>
                  <a:pt x="64401" y="22444"/>
                  <a:pt x="64235" y="21313"/>
                </a:cubicBezTo>
                <a:cubicBezTo>
                  <a:pt x="64211" y="21170"/>
                  <a:pt x="64175" y="20110"/>
                  <a:pt x="64175" y="20074"/>
                </a:cubicBezTo>
                <a:lnTo>
                  <a:pt x="64175" y="19979"/>
                </a:lnTo>
                <a:lnTo>
                  <a:pt x="64175" y="19169"/>
                </a:lnTo>
                <a:lnTo>
                  <a:pt x="64175" y="15895"/>
                </a:lnTo>
                <a:lnTo>
                  <a:pt x="66890" y="15895"/>
                </a:lnTo>
                <a:lnTo>
                  <a:pt x="57841" y="0"/>
                </a:lnTo>
                <a:close/>
              </a:path>
            </a:pathLst>
          </a:custGeom>
          <a:solidFill>
            <a:srgbClr val="7F7F7F"/>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1054;p35">
            <a:extLst>
              <a:ext uri="{FF2B5EF4-FFF2-40B4-BE49-F238E27FC236}">
                <a16:creationId xmlns:a16="http://schemas.microsoft.com/office/drawing/2014/main" id="{114A11B5-6490-3E90-43EF-690871D88CAB}"/>
              </a:ext>
            </a:extLst>
          </p:cNvPr>
          <p:cNvSpPr/>
          <p:nvPr/>
        </p:nvSpPr>
        <p:spPr>
          <a:xfrm>
            <a:off x="4322198" y="1683591"/>
            <a:ext cx="3489901" cy="4505274"/>
          </a:xfrm>
          <a:custGeom>
            <a:avLst/>
            <a:gdLst/>
            <a:ahLst/>
            <a:cxnLst/>
            <a:rect l="l" t="t" r="r" b="b"/>
            <a:pathLst>
              <a:path w="103002" h="132970" extrusionOk="0">
                <a:moveTo>
                  <a:pt x="51507" y="1"/>
                </a:moveTo>
                <a:lnTo>
                  <a:pt x="51507" y="3727"/>
                </a:lnTo>
                <a:lnTo>
                  <a:pt x="52757" y="3727"/>
                </a:lnTo>
                <a:lnTo>
                  <a:pt x="52757" y="1"/>
                </a:lnTo>
                <a:close/>
                <a:moveTo>
                  <a:pt x="51507" y="7442"/>
                </a:moveTo>
                <a:lnTo>
                  <a:pt x="51507" y="9180"/>
                </a:lnTo>
                <a:cubicBezTo>
                  <a:pt x="51507" y="9883"/>
                  <a:pt x="51566" y="10573"/>
                  <a:pt x="51662" y="11252"/>
                </a:cubicBezTo>
                <a:lnTo>
                  <a:pt x="52888" y="11073"/>
                </a:lnTo>
                <a:cubicBezTo>
                  <a:pt x="52793" y="10454"/>
                  <a:pt x="52757" y="9823"/>
                  <a:pt x="52757" y="9180"/>
                </a:cubicBezTo>
                <a:lnTo>
                  <a:pt x="52757" y="7442"/>
                </a:lnTo>
                <a:close/>
                <a:moveTo>
                  <a:pt x="53888" y="14467"/>
                </a:moveTo>
                <a:lnTo>
                  <a:pt x="52757" y="14979"/>
                </a:lnTo>
                <a:cubicBezTo>
                  <a:pt x="53293" y="16157"/>
                  <a:pt x="53995" y="17265"/>
                  <a:pt x="54840" y="18265"/>
                </a:cubicBezTo>
                <a:lnTo>
                  <a:pt x="55781" y="17455"/>
                </a:lnTo>
                <a:cubicBezTo>
                  <a:pt x="55019" y="16550"/>
                  <a:pt x="54376" y="15550"/>
                  <a:pt x="53888" y="14467"/>
                </a:cubicBezTo>
                <a:close/>
                <a:moveTo>
                  <a:pt x="58424" y="19812"/>
                </a:moveTo>
                <a:lnTo>
                  <a:pt x="57734" y="20848"/>
                </a:lnTo>
                <a:cubicBezTo>
                  <a:pt x="58817" y="21575"/>
                  <a:pt x="59984" y="22146"/>
                  <a:pt x="61222" y="22551"/>
                </a:cubicBezTo>
                <a:lnTo>
                  <a:pt x="61603" y="21360"/>
                </a:lnTo>
                <a:cubicBezTo>
                  <a:pt x="60484" y="21003"/>
                  <a:pt x="59412" y="20479"/>
                  <a:pt x="58424" y="19812"/>
                </a:cubicBezTo>
                <a:close/>
                <a:moveTo>
                  <a:pt x="65092" y="21979"/>
                </a:moveTo>
                <a:lnTo>
                  <a:pt x="65056" y="23218"/>
                </a:lnTo>
                <a:cubicBezTo>
                  <a:pt x="65211" y="23218"/>
                  <a:pt x="65378" y="23230"/>
                  <a:pt x="65544" y="23230"/>
                </a:cubicBezTo>
                <a:lnTo>
                  <a:pt x="68795" y="23230"/>
                </a:lnTo>
                <a:lnTo>
                  <a:pt x="68795" y="21979"/>
                </a:lnTo>
                <a:close/>
                <a:moveTo>
                  <a:pt x="72521" y="21979"/>
                </a:moveTo>
                <a:lnTo>
                  <a:pt x="72521" y="23230"/>
                </a:lnTo>
                <a:lnTo>
                  <a:pt x="76248" y="23230"/>
                </a:lnTo>
                <a:lnTo>
                  <a:pt x="76248" y="21979"/>
                </a:lnTo>
                <a:close/>
                <a:moveTo>
                  <a:pt x="79975" y="21979"/>
                </a:moveTo>
                <a:lnTo>
                  <a:pt x="79975" y="23230"/>
                </a:lnTo>
                <a:lnTo>
                  <a:pt x="83689" y="23230"/>
                </a:lnTo>
                <a:lnTo>
                  <a:pt x="83689" y="21979"/>
                </a:lnTo>
                <a:close/>
                <a:moveTo>
                  <a:pt x="87416" y="21979"/>
                </a:moveTo>
                <a:lnTo>
                  <a:pt x="87416" y="23230"/>
                </a:lnTo>
                <a:lnTo>
                  <a:pt x="88952" y="23230"/>
                </a:lnTo>
                <a:cubicBezTo>
                  <a:pt x="89654" y="23230"/>
                  <a:pt x="90357" y="23277"/>
                  <a:pt x="91035" y="23396"/>
                </a:cubicBezTo>
                <a:lnTo>
                  <a:pt x="91238" y="22170"/>
                </a:lnTo>
                <a:cubicBezTo>
                  <a:pt x="90488" y="22039"/>
                  <a:pt x="89726" y="21979"/>
                  <a:pt x="88952" y="21979"/>
                </a:cubicBezTo>
                <a:close/>
                <a:moveTo>
                  <a:pt x="94941" y="23313"/>
                </a:moveTo>
                <a:lnTo>
                  <a:pt x="94417" y="24444"/>
                </a:lnTo>
                <a:cubicBezTo>
                  <a:pt x="95488" y="24944"/>
                  <a:pt x="96477" y="25599"/>
                  <a:pt x="97370" y="26385"/>
                </a:cubicBezTo>
                <a:lnTo>
                  <a:pt x="98191" y="25444"/>
                </a:lnTo>
                <a:cubicBezTo>
                  <a:pt x="97215" y="24587"/>
                  <a:pt x="96119" y="23873"/>
                  <a:pt x="94941" y="23313"/>
                </a:cubicBezTo>
                <a:close/>
                <a:moveTo>
                  <a:pt x="100739" y="28373"/>
                </a:moveTo>
                <a:lnTo>
                  <a:pt x="99691" y="29052"/>
                </a:lnTo>
                <a:cubicBezTo>
                  <a:pt x="100346" y="30052"/>
                  <a:pt x="100846" y="31135"/>
                  <a:pt x="101192" y="32266"/>
                </a:cubicBezTo>
                <a:lnTo>
                  <a:pt x="102382" y="31897"/>
                </a:lnTo>
                <a:cubicBezTo>
                  <a:pt x="102001" y="30659"/>
                  <a:pt x="101442" y="29468"/>
                  <a:pt x="100739" y="28373"/>
                </a:cubicBezTo>
                <a:close/>
                <a:moveTo>
                  <a:pt x="102989" y="35731"/>
                </a:moveTo>
                <a:lnTo>
                  <a:pt x="101751" y="35755"/>
                </a:lnTo>
                <a:cubicBezTo>
                  <a:pt x="101751" y="35850"/>
                  <a:pt x="101751" y="35934"/>
                  <a:pt x="101751" y="36017"/>
                </a:cubicBezTo>
                <a:cubicBezTo>
                  <a:pt x="101751" y="37124"/>
                  <a:pt x="101608" y="38220"/>
                  <a:pt x="101334" y="39267"/>
                </a:cubicBezTo>
                <a:lnTo>
                  <a:pt x="102537" y="39589"/>
                </a:lnTo>
                <a:cubicBezTo>
                  <a:pt x="102846" y="38434"/>
                  <a:pt x="103001" y="37231"/>
                  <a:pt x="103001" y="36017"/>
                </a:cubicBezTo>
                <a:cubicBezTo>
                  <a:pt x="103001" y="35922"/>
                  <a:pt x="102989" y="35826"/>
                  <a:pt x="102989" y="35731"/>
                </a:cubicBezTo>
                <a:close/>
                <a:moveTo>
                  <a:pt x="99977" y="42541"/>
                </a:moveTo>
                <a:cubicBezTo>
                  <a:pt x="99370" y="43553"/>
                  <a:pt x="98620" y="44482"/>
                  <a:pt x="97763" y="45304"/>
                </a:cubicBezTo>
                <a:lnTo>
                  <a:pt x="98620" y="46209"/>
                </a:lnTo>
                <a:cubicBezTo>
                  <a:pt x="99560" y="45316"/>
                  <a:pt x="100382" y="44292"/>
                  <a:pt x="101037" y="43172"/>
                </a:cubicBezTo>
                <a:lnTo>
                  <a:pt x="99977" y="42541"/>
                </a:lnTo>
                <a:close/>
                <a:moveTo>
                  <a:pt x="94881" y="47363"/>
                </a:moveTo>
                <a:cubicBezTo>
                  <a:pt x="93833" y="47911"/>
                  <a:pt x="92714" y="48316"/>
                  <a:pt x="91547" y="48554"/>
                </a:cubicBezTo>
                <a:lnTo>
                  <a:pt x="91797" y="49769"/>
                </a:lnTo>
                <a:cubicBezTo>
                  <a:pt x="93071" y="49507"/>
                  <a:pt x="94310" y="49066"/>
                  <a:pt x="95465" y="48471"/>
                </a:cubicBezTo>
                <a:lnTo>
                  <a:pt x="94881" y="47363"/>
                </a:lnTo>
                <a:close/>
                <a:moveTo>
                  <a:pt x="17205" y="48816"/>
                </a:moveTo>
                <a:lnTo>
                  <a:pt x="17205" y="50054"/>
                </a:lnTo>
                <a:lnTo>
                  <a:pt x="20931" y="50054"/>
                </a:lnTo>
                <a:lnTo>
                  <a:pt x="20931" y="48816"/>
                </a:lnTo>
                <a:close/>
                <a:moveTo>
                  <a:pt x="24658" y="48816"/>
                </a:moveTo>
                <a:lnTo>
                  <a:pt x="24658" y="50054"/>
                </a:lnTo>
                <a:lnTo>
                  <a:pt x="28373" y="50054"/>
                </a:lnTo>
                <a:lnTo>
                  <a:pt x="28373" y="48816"/>
                </a:lnTo>
                <a:close/>
                <a:moveTo>
                  <a:pt x="32100" y="48816"/>
                </a:moveTo>
                <a:lnTo>
                  <a:pt x="32100" y="50054"/>
                </a:lnTo>
                <a:lnTo>
                  <a:pt x="35826" y="50054"/>
                </a:lnTo>
                <a:lnTo>
                  <a:pt x="35826" y="48816"/>
                </a:lnTo>
                <a:close/>
                <a:moveTo>
                  <a:pt x="39553" y="48816"/>
                </a:moveTo>
                <a:lnTo>
                  <a:pt x="39553" y="50054"/>
                </a:lnTo>
                <a:lnTo>
                  <a:pt x="43280" y="50054"/>
                </a:lnTo>
                <a:lnTo>
                  <a:pt x="43280" y="48816"/>
                </a:lnTo>
                <a:close/>
                <a:moveTo>
                  <a:pt x="47006" y="48816"/>
                </a:moveTo>
                <a:lnTo>
                  <a:pt x="47006" y="50054"/>
                </a:lnTo>
                <a:lnTo>
                  <a:pt x="50721" y="50054"/>
                </a:lnTo>
                <a:lnTo>
                  <a:pt x="50721" y="48816"/>
                </a:lnTo>
                <a:close/>
                <a:moveTo>
                  <a:pt x="54448" y="48816"/>
                </a:moveTo>
                <a:lnTo>
                  <a:pt x="54448" y="50054"/>
                </a:lnTo>
                <a:lnTo>
                  <a:pt x="58174" y="50054"/>
                </a:lnTo>
                <a:lnTo>
                  <a:pt x="58174" y="48816"/>
                </a:lnTo>
                <a:close/>
                <a:moveTo>
                  <a:pt x="61901" y="48816"/>
                </a:moveTo>
                <a:lnTo>
                  <a:pt x="61901" y="50054"/>
                </a:lnTo>
                <a:lnTo>
                  <a:pt x="65628" y="50054"/>
                </a:lnTo>
                <a:lnTo>
                  <a:pt x="65628" y="48816"/>
                </a:lnTo>
                <a:close/>
                <a:moveTo>
                  <a:pt x="69342" y="48816"/>
                </a:moveTo>
                <a:lnTo>
                  <a:pt x="69342" y="50054"/>
                </a:lnTo>
                <a:lnTo>
                  <a:pt x="73069" y="50054"/>
                </a:lnTo>
                <a:lnTo>
                  <a:pt x="73069" y="48816"/>
                </a:lnTo>
                <a:close/>
                <a:moveTo>
                  <a:pt x="76796" y="48816"/>
                </a:moveTo>
                <a:lnTo>
                  <a:pt x="76796" y="50054"/>
                </a:lnTo>
                <a:lnTo>
                  <a:pt x="80522" y="50054"/>
                </a:lnTo>
                <a:lnTo>
                  <a:pt x="80522" y="48816"/>
                </a:lnTo>
                <a:close/>
                <a:moveTo>
                  <a:pt x="84249" y="48816"/>
                </a:moveTo>
                <a:lnTo>
                  <a:pt x="84249" y="50054"/>
                </a:lnTo>
                <a:lnTo>
                  <a:pt x="87976" y="50054"/>
                </a:lnTo>
                <a:lnTo>
                  <a:pt x="87976" y="48816"/>
                </a:lnTo>
                <a:close/>
                <a:moveTo>
                  <a:pt x="13454" y="48828"/>
                </a:moveTo>
                <a:cubicBezTo>
                  <a:pt x="12157" y="48876"/>
                  <a:pt x="10871" y="49102"/>
                  <a:pt x="9632" y="49507"/>
                </a:cubicBezTo>
                <a:lnTo>
                  <a:pt x="10013" y="50685"/>
                </a:lnTo>
                <a:cubicBezTo>
                  <a:pt x="11145" y="50316"/>
                  <a:pt x="12311" y="50114"/>
                  <a:pt x="13502" y="50066"/>
                </a:cubicBezTo>
                <a:lnTo>
                  <a:pt x="13454" y="48828"/>
                </a:lnTo>
                <a:close/>
                <a:moveTo>
                  <a:pt x="6144" y="51209"/>
                </a:moveTo>
                <a:cubicBezTo>
                  <a:pt x="5072" y="51935"/>
                  <a:pt x="4096" y="52805"/>
                  <a:pt x="3251" y="53805"/>
                </a:cubicBezTo>
                <a:lnTo>
                  <a:pt x="4203" y="54602"/>
                </a:lnTo>
                <a:cubicBezTo>
                  <a:pt x="4965" y="53698"/>
                  <a:pt x="5858" y="52900"/>
                  <a:pt x="6834" y="52233"/>
                </a:cubicBezTo>
                <a:lnTo>
                  <a:pt x="6144" y="51209"/>
                </a:lnTo>
                <a:close/>
                <a:moveTo>
                  <a:pt x="1179" y="57091"/>
                </a:moveTo>
                <a:cubicBezTo>
                  <a:pt x="643" y="58270"/>
                  <a:pt x="286" y="59532"/>
                  <a:pt x="96" y="60818"/>
                </a:cubicBezTo>
                <a:lnTo>
                  <a:pt x="1322" y="60996"/>
                </a:lnTo>
                <a:cubicBezTo>
                  <a:pt x="1489" y="59817"/>
                  <a:pt x="1822" y="58674"/>
                  <a:pt x="2310" y="57603"/>
                </a:cubicBezTo>
                <a:lnTo>
                  <a:pt x="1179" y="57091"/>
                </a:lnTo>
                <a:close/>
                <a:moveTo>
                  <a:pt x="1239" y="64568"/>
                </a:moveTo>
                <a:lnTo>
                  <a:pt x="0" y="64675"/>
                </a:lnTo>
                <a:cubicBezTo>
                  <a:pt x="107" y="65973"/>
                  <a:pt x="405" y="67247"/>
                  <a:pt x="869" y="68461"/>
                </a:cubicBezTo>
                <a:lnTo>
                  <a:pt x="2024" y="68021"/>
                </a:lnTo>
                <a:cubicBezTo>
                  <a:pt x="1608" y="66914"/>
                  <a:pt x="1346" y="65747"/>
                  <a:pt x="1239" y="64568"/>
                </a:cubicBezTo>
                <a:close/>
                <a:moveTo>
                  <a:pt x="3739" y="71116"/>
                </a:moveTo>
                <a:lnTo>
                  <a:pt x="2751" y="71855"/>
                </a:lnTo>
                <a:cubicBezTo>
                  <a:pt x="3525" y="72902"/>
                  <a:pt x="4453" y="73831"/>
                  <a:pt x="5477" y="74617"/>
                </a:cubicBezTo>
                <a:lnTo>
                  <a:pt x="6239" y="73629"/>
                </a:lnTo>
                <a:cubicBezTo>
                  <a:pt x="5287" y="72902"/>
                  <a:pt x="4453" y="72057"/>
                  <a:pt x="3739" y="71116"/>
                </a:cubicBezTo>
                <a:close/>
                <a:moveTo>
                  <a:pt x="9323" y="75367"/>
                </a:moveTo>
                <a:lnTo>
                  <a:pt x="8870" y="76522"/>
                </a:lnTo>
                <a:cubicBezTo>
                  <a:pt x="10073" y="76998"/>
                  <a:pt x="11347" y="77296"/>
                  <a:pt x="12645" y="77415"/>
                </a:cubicBezTo>
                <a:lnTo>
                  <a:pt x="12764" y="76177"/>
                </a:lnTo>
                <a:cubicBezTo>
                  <a:pt x="11585" y="76069"/>
                  <a:pt x="10418" y="75796"/>
                  <a:pt x="9323" y="75367"/>
                </a:cubicBezTo>
                <a:close/>
                <a:moveTo>
                  <a:pt x="16431" y="76236"/>
                </a:moveTo>
                <a:lnTo>
                  <a:pt x="16431" y="77486"/>
                </a:lnTo>
                <a:lnTo>
                  <a:pt x="20158" y="77486"/>
                </a:lnTo>
                <a:lnTo>
                  <a:pt x="20158" y="76236"/>
                </a:lnTo>
                <a:close/>
                <a:moveTo>
                  <a:pt x="23872" y="76236"/>
                </a:moveTo>
                <a:lnTo>
                  <a:pt x="23872" y="77486"/>
                </a:lnTo>
                <a:lnTo>
                  <a:pt x="27599" y="77486"/>
                </a:lnTo>
                <a:lnTo>
                  <a:pt x="27599" y="76236"/>
                </a:lnTo>
                <a:close/>
                <a:moveTo>
                  <a:pt x="31326" y="76236"/>
                </a:moveTo>
                <a:lnTo>
                  <a:pt x="31326" y="77486"/>
                </a:lnTo>
                <a:lnTo>
                  <a:pt x="35052" y="77486"/>
                </a:lnTo>
                <a:lnTo>
                  <a:pt x="35052" y="76236"/>
                </a:lnTo>
                <a:close/>
                <a:moveTo>
                  <a:pt x="38779" y="76236"/>
                </a:moveTo>
                <a:lnTo>
                  <a:pt x="38779" y="77486"/>
                </a:lnTo>
                <a:lnTo>
                  <a:pt x="42494" y="77486"/>
                </a:lnTo>
                <a:lnTo>
                  <a:pt x="42494" y="76236"/>
                </a:lnTo>
                <a:close/>
                <a:moveTo>
                  <a:pt x="46220" y="76236"/>
                </a:moveTo>
                <a:lnTo>
                  <a:pt x="46220" y="77486"/>
                </a:lnTo>
                <a:lnTo>
                  <a:pt x="49947" y="77486"/>
                </a:lnTo>
                <a:lnTo>
                  <a:pt x="49947" y="76236"/>
                </a:lnTo>
                <a:close/>
                <a:moveTo>
                  <a:pt x="53674" y="76236"/>
                </a:moveTo>
                <a:lnTo>
                  <a:pt x="53674" y="77486"/>
                </a:lnTo>
                <a:lnTo>
                  <a:pt x="57400" y="77486"/>
                </a:lnTo>
                <a:lnTo>
                  <a:pt x="57400" y="76236"/>
                </a:lnTo>
                <a:close/>
                <a:moveTo>
                  <a:pt x="61127" y="76236"/>
                </a:moveTo>
                <a:lnTo>
                  <a:pt x="61127" y="77486"/>
                </a:lnTo>
                <a:lnTo>
                  <a:pt x="64842" y="77486"/>
                </a:lnTo>
                <a:lnTo>
                  <a:pt x="64842" y="76236"/>
                </a:lnTo>
                <a:close/>
                <a:moveTo>
                  <a:pt x="68568" y="76236"/>
                </a:moveTo>
                <a:lnTo>
                  <a:pt x="68568" y="77486"/>
                </a:lnTo>
                <a:lnTo>
                  <a:pt x="72295" y="77486"/>
                </a:lnTo>
                <a:lnTo>
                  <a:pt x="72295" y="76236"/>
                </a:lnTo>
                <a:close/>
                <a:moveTo>
                  <a:pt x="76022" y="76236"/>
                </a:moveTo>
                <a:lnTo>
                  <a:pt x="76022" y="77486"/>
                </a:lnTo>
                <a:lnTo>
                  <a:pt x="79748" y="77486"/>
                </a:lnTo>
                <a:lnTo>
                  <a:pt x="79748" y="76236"/>
                </a:lnTo>
                <a:close/>
                <a:moveTo>
                  <a:pt x="83475" y="76236"/>
                </a:moveTo>
                <a:lnTo>
                  <a:pt x="83475" y="77486"/>
                </a:lnTo>
                <a:lnTo>
                  <a:pt x="87190" y="77486"/>
                </a:lnTo>
                <a:lnTo>
                  <a:pt x="87190" y="76236"/>
                </a:lnTo>
                <a:close/>
                <a:moveTo>
                  <a:pt x="91000" y="76391"/>
                </a:moveTo>
                <a:lnTo>
                  <a:pt x="90821" y="77617"/>
                </a:lnTo>
                <a:cubicBezTo>
                  <a:pt x="92000" y="77784"/>
                  <a:pt x="93143" y="78117"/>
                  <a:pt x="94214" y="78605"/>
                </a:cubicBezTo>
                <a:lnTo>
                  <a:pt x="94726" y="77474"/>
                </a:lnTo>
                <a:cubicBezTo>
                  <a:pt x="93548" y="76939"/>
                  <a:pt x="92286" y="76569"/>
                  <a:pt x="91000" y="76391"/>
                </a:cubicBezTo>
                <a:close/>
                <a:moveTo>
                  <a:pt x="98013" y="79546"/>
                </a:moveTo>
                <a:lnTo>
                  <a:pt x="97215" y="80499"/>
                </a:lnTo>
                <a:cubicBezTo>
                  <a:pt x="98120" y="81261"/>
                  <a:pt x="98917" y="82153"/>
                  <a:pt x="99572" y="83130"/>
                </a:cubicBezTo>
                <a:lnTo>
                  <a:pt x="100608" y="82439"/>
                </a:lnTo>
                <a:cubicBezTo>
                  <a:pt x="99882" y="81356"/>
                  <a:pt x="99001" y="80391"/>
                  <a:pt x="98013" y="79546"/>
                </a:cubicBezTo>
                <a:close/>
                <a:moveTo>
                  <a:pt x="102311" y="85928"/>
                </a:moveTo>
                <a:lnTo>
                  <a:pt x="101132" y="86309"/>
                </a:lnTo>
                <a:cubicBezTo>
                  <a:pt x="101489" y="87440"/>
                  <a:pt x="101703" y="88607"/>
                  <a:pt x="101751" y="89797"/>
                </a:cubicBezTo>
                <a:lnTo>
                  <a:pt x="102989" y="89750"/>
                </a:lnTo>
                <a:cubicBezTo>
                  <a:pt x="102942" y="88452"/>
                  <a:pt x="102716" y="87166"/>
                  <a:pt x="102311" y="85928"/>
                </a:cubicBezTo>
                <a:close/>
                <a:moveTo>
                  <a:pt x="101430" y="93333"/>
                </a:moveTo>
                <a:cubicBezTo>
                  <a:pt x="101156" y="94488"/>
                  <a:pt x="100727" y="95596"/>
                  <a:pt x="100156" y="96631"/>
                </a:cubicBezTo>
                <a:lnTo>
                  <a:pt x="101239" y="97239"/>
                </a:lnTo>
                <a:cubicBezTo>
                  <a:pt x="101870" y="96096"/>
                  <a:pt x="102346" y="94881"/>
                  <a:pt x="102632" y="93619"/>
                </a:cubicBezTo>
                <a:lnTo>
                  <a:pt x="101430" y="93333"/>
                </a:lnTo>
                <a:close/>
                <a:moveTo>
                  <a:pt x="98024" y="99465"/>
                </a:moveTo>
                <a:cubicBezTo>
                  <a:pt x="97191" y="100310"/>
                  <a:pt x="96239" y="101025"/>
                  <a:pt x="95215" y="101608"/>
                </a:cubicBezTo>
                <a:lnTo>
                  <a:pt x="95822" y="102692"/>
                </a:lnTo>
                <a:cubicBezTo>
                  <a:pt x="96953" y="102061"/>
                  <a:pt x="97989" y="101263"/>
                  <a:pt x="98906" y="100346"/>
                </a:cubicBezTo>
                <a:lnTo>
                  <a:pt x="98024" y="99465"/>
                </a:lnTo>
                <a:close/>
                <a:moveTo>
                  <a:pt x="66009" y="103239"/>
                </a:moveTo>
                <a:lnTo>
                  <a:pt x="66009" y="104478"/>
                </a:lnTo>
                <a:lnTo>
                  <a:pt x="69735" y="104478"/>
                </a:lnTo>
                <a:lnTo>
                  <a:pt x="69735" y="103239"/>
                </a:lnTo>
                <a:close/>
                <a:moveTo>
                  <a:pt x="73462" y="103239"/>
                </a:moveTo>
                <a:lnTo>
                  <a:pt x="73462" y="104478"/>
                </a:lnTo>
                <a:lnTo>
                  <a:pt x="77189" y="104478"/>
                </a:lnTo>
                <a:lnTo>
                  <a:pt x="77189" y="103239"/>
                </a:lnTo>
                <a:close/>
                <a:moveTo>
                  <a:pt x="80915" y="103239"/>
                </a:moveTo>
                <a:lnTo>
                  <a:pt x="80915" y="104478"/>
                </a:lnTo>
                <a:lnTo>
                  <a:pt x="84630" y="104478"/>
                </a:lnTo>
                <a:lnTo>
                  <a:pt x="84630" y="103239"/>
                </a:lnTo>
                <a:close/>
                <a:moveTo>
                  <a:pt x="91917" y="102894"/>
                </a:moveTo>
                <a:cubicBezTo>
                  <a:pt x="90952" y="103120"/>
                  <a:pt x="89952" y="103239"/>
                  <a:pt x="88952" y="103239"/>
                </a:cubicBezTo>
                <a:lnTo>
                  <a:pt x="88357" y="103239"/>
                </a:lnTo>
                <a:lnTo>
                  <a:pt x="88357" y="104478"/>
                </a:lnTo>
                <a:lnTo>
                  <a:pt x="88952" y="104478"/>
                </a:lnTo>
                <a:cubicBezTo>
                  <a:pt x="90047" y="104478"/>
                  <a:pt x="91143" y="104359"/>
                  <a:pt x="92202" y="104109"/>
                </a:cubicBezTo>
                <a:lnTo>
                  <a:pt x="91917" y="102894"/>
                </a:lnTo>
                <a:close/>
                <a:moveTo>
                  <a:pt x="62175" y="103644"/>
                </a:moveTo>
                <a:cubicBezTo>
                  <a:pt x="60913" y="103954"/>
                  <a:pt x="59698" y="104442"/>
                  <a:pt x="58567" y="105097"/>
                </a:cubicBezTo>
                <a:lnTo>
                  <a:pt x="59186" y="106168"/>
                </a:lnTo>
                <a:cubicBezTo>
                  <a:pt x="60210" y="105585"/>
                  <a:pt x="61317" y="105132"/>
                  <a:pt x="62472" y="104847"/>
                </a:cubicBezTo>
                <a:lnTo>
                  <a:pt x="62175" y="103644"/>
                </a:lnTo>
                <a:close/>
                <a:moveTo>
                  <a:pt x="55495" y="107478"/>
                </a:moveTo>
                <a:cubicBezTo>
                  <a:pt x="54590" y="108407"/>
                  <a:pt x="53817" y="109454"/>
                  <a:pt x="53197" y="110597"/>
                </a:cubicBezTo>
                <a:lnTo>
                  <a:pt x="54293" y="111193"/>
                </a:lnTo>
                <a:cubicBezTo>
                  <a:pt x="54852" y="110145"/>
                  <a:pt x="55555" y="109193"/>
                  <a:pt x="56388" y="108335"/>
                </a:cubicBezTo>
                <a:lnTo>
                  <a:pt x="55495" y="107478"/>
                </a:lnTo>
                <a:close/>
                <a:moveTo>
                  <a:pt x="51840" y="114241"/>
                </a:moveTo>
                <a:cubicBezTo>
                  <a:pt x="51626" y="115229"/>
                  <a:pt x="51507" y="116253"/>
                  <a:pt x="51507" y="117277"/>
                </a:cubicBezTo>
                <a:lnTo>
                  <a:pt x="51507" y="118075"/>
                </a:lnTo>
                <a:lnTo>
                  <a:pt x="52745" y="118075"/>
                </a:lnTo>
                <a:lnTo>
                  <a:pt x="52745" y="117277"/>
                </a:lnTo>
                <a:cubicBezTo>
                  <a:pt x="52745" y="116348"/>
                  <a:pt x="52852" y="115408"/>
                  <a:pt x="53055" y="114503"/>
                </a:cubicBezTo>
                <a:lnTo>
                  <a:pt x="51840" y="114241"/>
                </a:lnTo>
                <a:close/>
                <a:moveTo>
                  <a:pt x="51507" y="121801"/>
                </a:moveTo>
                <a:lnTo>
                  <a:pt x="51507" y="125528"/>
                </a:lnTo>
                <a:lnTo>
                  <a:pt x="52757" y="125528"/>
                </a:lnTo>
                <a:lnTo>
                  <a:pt x="52757" y="121801"/>
                </a:lnTo>
                <a:close/>
                <a:moveTo>
                  <a:pt x="51507" y="129243"/>
                </a:moveTo>
                <a:lnTo>
                  <a:pt x="51507" y="132969"/>
                </a:lnTo>
                <a:lnTo>
                  <a:pt x="52757" y="132969"/>
                </a:lnTo>
                <a:lnTo>
                  <a:pt x="52757" y="129243"/>
                </a:lnTo>
                <a:close/>
              </a:path>
            </a:pathLst>
          </a:custGeom>
          <a:solidFill>
            <a:srgbClr val="FFFFFF"/>
          </a:solidFill>
          <a:ln w="3175">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1057;p35">
            <a:extLst>
              <a:ext uri="{FF2B5EF4-FFF2-40B4-BE49-F238E27FC236}">
                <a16:creationId xmlns:a16="http://schemas.microsoft.com/office/drawing/2014/main" id="{FE34E1AA-2637-2D28-ABCB-F2C81916DF4E}"/>
              </a:ext>
            </a:extLst>
          </p:cNvPr>
          <p:cNvGrpSpPr/>
          <p:nvPr/>
        </p:nvGrpSpPr>
        <p:grpSpPr>
          <a:xfrm rot="10800000">
            <a:off x="3759566" y="3440602"/>
            <a:ext cx="694919" cy="694919"/>
            <a:chOff x="6604775" y="1679913"/>
            <a:chExt cx="567000" cy="567000"/>
          </a:xfrm>
        </p:grpSpPr>
        <p:sp>
          <p:nvSpPr>
            <p:cNvPr id="6" name="Google Shape;1058;p35">
              <a:extLst>
                <a:ext uri="{FF2B5EF4-FFF2-40B4-BE49-F238E27FC236}">
                  <a16:creationId xmlns:a16="http://schemas.microsoft.com/office/drawing/2014/main" id="{66D3C2DA-7CAE-8279-94E5-FF1EB29B91DA}"/>
                </a:ext>
              </a:extLst>
            </p:cNvPr>
            <p:cNvSpPr/>
            <p:nvPr/>
          </p:nvSpPr>
          <p:spPr>
            <a:xfrm rot="2700000">
              <a:off x="6687810" y="1762948"/>
              <a:ext cx="400930" cy="400930"/>
            </a:xfrm>
            <a:prstGeom prst="teardrop">
              <a:avLst>
                <a:gd name="adj" fmla="val 10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059;p35">
              <a:extLst>
                <a:ext uri="{FF2B5EF4-FFF2-40B4-BE49-F238E27FC236}">
                  <a16:creationId xmlns:a16="http://schemas.microsoft.com/office/drawing/2014/main" id="{860B46DD-9D77-7D01-D31A-A0EEB0E9850F}"/>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oogle Shape;1063;p35">
            <a:extLst>
              <a:ext uri="{FF2B5EF4-FFF2-40B4-BE49-F238E27FC236}">
                <a16:creationId xmlns:a16="http://schemas.microsoft.com/office/drawing/2014/main" id="{5E2A8CC0-B0B3-60AF-6B6D-18F49422D04C}"/>
              </a:ext>
            </a:extLst>
          </p:cNvPr>
          <p:cNvGrpSpPr/>
          <p:nvPr/>
        </p:nvGrpSpPr>
        <p:grpSpPr>
          <a:xfrm>
            <a:off x="7737515" y="2652328"/>
            <a:ext cx="694919" cy="694919"/>
            <a:chOff x="6604775" y="1679913"/>
            <a:chExt cx="567000" cy="567000"/>
          </a:xfrm>
        </p:grpSpPr>
        <p:sp>
          <p:nvSpPr>
            <p:cNvPr id="9" name="Google Shape;1064;p35">
              <a:extLst>
                <a:ext uri="{FF2B5EF4-FFF2-40B4-BE49-F238E27FC236}">
                  <a16:creationId xmlns:a16="http://schemas.microsoft.com/office/drawing/2014/main" id="{FE5457BE-DE9D-34E5-0B75-130DD881637B}"/>
                </a:ext>
              </a:extLst>
            </p:cNvPr>
            <p:cNvSpPr/>
            <p:nvPr/>
          </p:nvSpPr>
          <p:spPr>
            <a:xfrm rot="2700000">
              <a:off x="6687810" y="1762948"/>
              <a:ext cx="400930" cy="400930"/>
            </a:xfrm>
            <a:prstGeom prst="teardrop">
              <a:avLst>
                <a:gd name="adj" fmla="val 10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065;p35">
              <a:extLst>
                <a:ext uri="{FF2B5EF4-FFF2-40B4-BE49-F238E27FC236}">
                  <a16:creationId xmlns:a16="http://schemas.microsoft.com/office/drawing/2014/main" id="{2DF10E87-5823-3387-B94C-5E8989F113E3}"/>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1" name="Google Shape;1069;p35">
            <a:extLst>
              <a:ext uri="{FF2B5EF4-FFF2-40B4-BE49-F238E27FC236}">
                <a16:creationId xmlns:a16="http://schemas.microsoft.com/office/drawing/2014/main" id="{7A92BEB6-C854-2F40-09BF-7CFC1F504401}"/>
              </a:ext>
            </a:extLst>
          </p:cNvPr>
          <p:cNvGrpSpPr/>
          <p:nvPr/>
        </p:nvGrpSpPr>
        <p:grpSpPr>
          <a:xfrm>
            <a:off x="7737515" y="4228861"/>
            <a:ext cx="694919" cy="694919"/>
            <a:chOff x="6604775" y="1679913"/>
            <a:chExt cx="567000" cy="567000"/>
          </a:xfrm>
        </p:grpSpPr>
        <p:sp>
          <p:nvSpPr>
            <p:cNvPr id="12" name="Google Shape;1070;p35">
              <a:extLst>
                <a:ext uri="{FF2B5EF4-FFF2-40B4-BE49-F238E27FC236}">
                  <a16:creationId xmlns:a16="http://schemas.microsoft.com/office/drawing/2014/main" id="{235BBD77-94BA-D9BB-ED95-5F606DBC5916}"/>
                </a:ext>
              </a:extLst>
            </p:cNvPr>
            <p:cNvSpPr/>
            <p:nvPr/>
          </p:nvSpPr>
          <p:spPr>
            <a:xfrm rot="2700000">
              <a:off x="6687810" y="1762948"/>
              <a:ext cx="400930" cy="400930"/>
            </a:xfrm>
            <a:prstGeom prst="teardrop">
              <a:avLst>
                <a:gd name="adj" fmla="val 10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071;p35">
              <a:extLst>
                <a:ext uri="{FF2B5EF4-FFF2-40B4-BE49-F238E27FC236}">
                  <a16:creationId xmlns:a16="http://schemas.microsoft.com/office/drawing/2014/main" id="{F4862DD1-0AF8-F14D-F29F-7D1A22E8E462}"/>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4" name="Google Shape;1075;p35">
            <a:extLst>
              <a:ext uri="{FF2B5EF4-FFF2-40B4-BE49-F238E27FC236}">
                <a16:creationId xmlns:a16="http://schemas.microsoft.com/office/drawing/2014/main" id="{52614242-D7F6-A4D3-43AD-424BABFCEC1C}"/>
              </a:ext>
            </a:extLst>
          </p:cNvPr>
          <p:cNvGrpSpPr/>
          <p:nvPr/>
        </p:nvGrpSpPr>
        <p:grpSpPr>
          <a:xfrm rot="10800000">
            <a:off x="5566352" y="1965822"/>
            <a:ext cx="491382" cy="491382"/>
            <a:chOff x="6720472" y="1762948"/>
            <a:chExt cx="400930" cy="400930"/>
          </a:xfrm>
        </p:grpSpPr>
        <p:sp>
          <p:nvSpPr>
            <p:cNvPr id="15" name="Google Shape;1076;p35">
              <a:extLst>
                <a:ext uri="{FF2B5EF4-FFF2-40B4-BE49-F238E27FC236}">
                  <a16:creationId xmlns:a16="http://schemas.microsoft.com/office/drawing/2014/main" id="{170B7582-07B5-D82A-4DEF-DF2C18B45867}"/>
                </a:ext>
              </a:extLst>
            </p:cNvPr>
            <p:cNvSpPr/>
            <p:nvPr/>
          </p:nvSpPr>
          <p:spPr>
            <a:xfrm rot="2700000">
              <a:off x="6720472" y="1762948"/>
              <a:ext cx="400930" cy="400930"/>
            </a:xfrm>
            <a:prstGeom prst="teardrop">
              <a:avLst>
                <a:gd name="adj" fmla="val 10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sp>
          <p:nvSpPr>
            <p:cNvPr id="16" name="Google Shape;1077;p35">
              <a:extLst>
                <a:ext uri="{FF2B5EF4-FFF2-40B4-BE49-F238E27FC236}">
                  <a16:creationId xmlns:a16="http://schemas.microsoft.com/office/drawing/2014/main" id="{D116B94B-D18C-8E9A-3389-4F07E36F8333}"/>
                </a:ext>
              </a:extLst>
            </p:cNvPr>
            <p:cNvSpPr/>
            <p:nvPr/>
          </p:nvSpPr>
          <p:spPr>
            <a:xfrm>
              <a:off x="6795182" y="1837682"/>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grpSp>
      <p:sp>
        <p:nvSpPr>
          <p:cNvPr id="17" name="TextBox 37">
            <a:extLst>
              <a:ext uri="{FF2B5EF4-FFF2-40B4-BE49-F238E27FC236}">
                <a16:creationId xmlns:a16="http://schemas.microsoft.com/office/drawing/2014/main" id="{24A8443B-0311-7195-3C92-6E93699F180C}"/>
              </a:ext>
            </a:extLst>
          </p:cNvPr>
          <p:cNvSpPr txBox="1"/>
          <p:nvPr/>
        </p:nvSpPr>
        <p:spPr>
          <a:xfrm>
            <a:off x="1603778" y="1683408"/>
            <a:ext cx="3883064"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ZoneTexte 23">
            <a:extLst>
              <a:ext uri="{FF2B5EF4-FFF2-40B4-BE49-F238E27FC236}">
                <a16:creationId xmlns:a16="http://schemas.microsoft.com/office/drawing/2014/main" id="{4FAC4121-CACD-0C53-6FE6-D001893CD85E}"/>
              </a:ext>
            </a:extLst>
          </p:cNvPr>
          <p:cNvSpPr txBox="1"/>
          <p:nvPr/>
        </p:nvSpPr>
        <p:spPr>
          <a:xfrm flipH="1">
            <a:off x="4560343" y="1286333"/>
            <a:ext cx="385042" cy="523220"/>
          </a:xfrm>
          <a:prstGeom prst="rect">
            <a:avLst/>
          </a:prstGeom>
          <a:noFill/>
          <a:effectLst/>
        </p:spPr>
        <p:txBody>
          <a:bodyPr wrap="none" rtlCol="0">
            <a:spAutoFit/>
          </a:bodyPr>
          <a:lstStyle/>
          <a:p>
            <a:r>
              <a:rPr lang="en-US" sz="2800" b="1" dirty="0">
                <a:solidFill>
                  <a:schemeClr val="accent1"/>
                </a:solidFill>
              </a:rPr>
              <a:t>1</a:t>
            </a:r>
          </a:p>
        </p:txBody>
      </p:sp>
      <p:sp>
        <p:nvSpPr>
          <p:cNvPr id="19" name="TextBox 37">
            <a:extLst>
              <a:ext uri="{FF2B5EF4-FFF2-40B4-BE49-F238E27FC236}">
                <a16:creationId xmlns:a16="http://schemas.microsoft.com/office/drawing/2014/main" id="{05EEAADE-B12B-6537-F267-E3E59AF8529E}"/>
              </a:ext>
            </a:extLst>
          </p:cNvPr>
          <p:cNvSpPr txBox="1"/>
          <p:nvPr/>
        </p:nvSpPr>
        <p:spPr>
          <a:xfrm>
            <a:off x="8410175" y="2424757"/>
            <a:ext cx="3883064"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ZoneTexte 27">
            <a:extLst>
              <a:ext uri="{FF2B5EF4-FFF2-40B4-BE49-F238E27FC236}">
                <a16:creationId xmlns:a16="http://schemas.microsoft.com/office/drawing/2014/main" id="{AC5B0F83-3A6F-A7F0-4D8C-94D83B328D18}"/>
              </a:ext>
            </a:extLst>
          </p:cNvPr>
          <p:cNvSpPr txBox="1"/>
          <p:nvPr/>
        </p:nvSpPr>
        <p:spPr>
          <a:xfrm flipH="1">
            <a:off x="8897130" y="2027682"/>
            <a:ext cx="385042" cy="523220"/>
          </a:xfrm>
          <a:prstGeom prst="rect">
            <a:avLst/>
          </a:prstGeom>
          <a:noFill/>
          <a:effectLst/>
        </p:spPr>
        <p:txBody>
          <a:bodyPr wrap="none" rtlCol="0">
            <a:spAutoFit/>
          </a:bodyPr>
          <a:lstStyle/>
          <a:p>
            <a:r>
              <a:rPr lang="en-US" sz="2800" b="1" dirty="0">
                <a:solidFill>
                  <a:schemeClr val="accent2"/>
                </a:solidFill>
              </a:rPr>
              <a:t>2</a:t>
            </a:r>
          </a:p>
        </p:txBody>
      </p:sp>
      <p:sp>
        <p:nvSpPr>
          <p:cNvPr id="21" name="TextBox 37">
            <a:extLst>
              <a:ext uri="{FF2B5EF4-FFF2-40B4-BE49-F238E27FC236}">
                <a16:creationId xmlns:a16="http://schemas.microsoft.com/office/drawing/2014/main" id="{3CBFBC06-40BB-9493-D55A-5BD033C5CBEA}"/>
              </a:ext>
            </a:extLst>
          </p:cNvPr>
          <p:cNvSpPr txBox="1"/>
          <p:nvPr/>
        </p:nvSpPr>
        <p:spPr>
          <a:xfrm>
            <a:off x="-114671" y="3259757"/>
            <a:ext cx="3883064"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ZoneTexte 29">
            <a:extLst>
              <a:ext uri="{FF2B5EF4-FFF2-40B4-BE49-F238E27FC236}">
                <a16:creationId xmlns:a16="http://schemas.microsoft.com/office/drawing/2014/main" id="{3AE1A7F7-69B4-2804-F2C6-EBC94F2C84F7}"/>
              </a:ext>
            </a:extLst>
          </p:cNvPr>
          <p:cNvSpPr txBox="1"/>
          <p:nvPr/>
        </p:nvSpPr>
        <p:spPr>
          <a:xfrm flipH="1">
            <a:off x="2841894" y="2862682"/>
            <a:ext cx="385042" cy="523220"/>
          </a:xfrm>
          <a:prstGeom prst="rect">
            <a:avLst/>
          </a:prstGeom>
          <a:noFill/>
          <a:effectLst/>
        </p:spPr>
        <p:txBody>
          <a:bodyPr wrap="none" rtlCol="0">
            <a:spAutoFit/>
          </a:bodyPr>
          <a:lstStyle/>
          <a:p>
            <a:r>
              <a:rPr lang="en-US" sz="2800" b="1" dirty="0">
                <a:solidFill>
                  <a:schemeClr val="accent3"/>
                </a:solidFill>
              </a:rPr>
              <a:t>3</a:t>
            </a:r>
          </a:p>
        </p:txBody>
      </p:sp>
      <p:sp>
        <p:nvSpPr>
          <p:cNvPr id="23" name="TextBox 37">
            <a:extLst>
              <a:ext uri="{FF2B5EF4-FFF2-40B4-BE49-F238E27FC236}">
                <a16:creationId xmlns:a16="http://schemas.microsoft.com/office/drawing/2014/main" id="{80DC889E-841C-3326-69CD-9E088F8E9372}"/>
              </a:ext>
            </a:extLst>
          </p:cNvPr>
          <p:cNvSpPr txBox="1"/>
          <p:nvPr/>
        </p:nvSpPr>
        <p:spPr>
          <a:xfrm>
            <a:off x="8410175" y="3988229"/>
            <a:ext cx="3883064"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31">
            <a:extLst>
              <a:ext uri="{FF2B5EF4-FFF2-40B4-BE49-F238E27FC236}">
                <a16:creationId xmlns:a16="http://schemas.microsoft.com/office/drawing/2014/main" id="{EEC8FF4D-6304-E6AA-9F9D-A7E6A056DA14}"/>
              </a:ext>
            </a:extLst>
          </p:cNvPr>
          <p:cNvSpPr txBox="1"/>
          <p:nvPr/>
        </p:nvSpPr>
        <p:spPr>
          <a:xfrm flipH="1">
            <a:off x="8897130" y="3591154"/>
            <a:ext cx="385042" cy="523220"/>
          </a:xfrm>
          <a:prstGeom prst="rect">
            <a:avLst/>
          </a:prstGeom>
          <a:noFill/>
          <a:effectLst/>
        </p:spPr>
        <p:txBody>
          <a:bodyPr wrap="none" rtlCol="0">
            <a:spAutoFit/>
          </a:bodyPr>
          <a:lstStyle/>
          <a:p>
            <a:r>
              <a:rPr lang="en-US" sz="2800" b="1" dirty="0">
                <a:solidFill>
                  <a:schemeClr val="accent4"/>
                </a:solidFill>
              </a:rPr>
              <a:t>4</a:t>
            </a:r>
          </a:p>
        </p:txBody>
      </p:sp>
    </p:spTree>
    <p:extLst>
      <p:ext uri="{BB962C8B-B14F-4D97-AF65-F5344CB8AC3E}">
        <p14:creationId xmlns:p14="http://schemas.microsoft.com/office/powerpoint/2010/main" val="2319159272"/>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68FBED-452A-CA8E-2577-8D248D3DB517}"/>
              </a:ext>
            </a:extLst>
          </p:cNvPr>
          <p:cNvSpPr>
            <a:spLocks noGrp="1"/>
          </p:cNvSpPr>
          <p:nvPr>
            <p:ph type="title"/>
          </p:nvPr>
        </p:nvSpPr>
        <p:spPr>
          <a:xfrm>
            <a:off x="214184" y="13663"/>
            <a:ext cx="9728886" cy="678316"/>
          </a:xfrm>
        </p:spPr>
        <p:txBody>
          <a:bodyPr>
            <a:normAutofit/>
          </a:bodyPr>
          <a:lstStyle/>
          <a:p>
            <a:r>
              <a:rPr lang="en-US" dirty="0"/>
              <a:t>Roadmap 12</a:t>
            </a:r>
          </a:p>
        </p:txBody>
      </p:sp>
      <p:sp>
        <p:nvSpPr>
          <p:cNvPr id="3" name="Forma libre 34">
            <a:extLst>
              <a:ext uri="{FF2B5EF4-FFF2-40B4-BE49-F238E27FC236}">
                <a16:creationId xmlns:a16="http://schemas.microsoft.com/office/drawing/2014/main" id="{120DC381-53D8-1424-0B72-6A12FFB4ED7E}"/>
              </a:ext>
            </a:extLst>
          </p:cNvPr>
          <p:cNvSpPr/>
          <p:nvPr/>
        </p:nvSpPr>
        <p:spPr>
          <a:xfrm>
            <a:off x="0" y="2381637"/>
            <a:ext cx="12192000" cy="3025501"/>
          </a:xfrm>
          <a:custGeom>
            <a:avLst/>
            <a:gdLst>
              <a:gd name="connsiteX0" fmla="*/ 12195175 w 12198350"/>
              <a:gd name="connsiteY0" fmla="*/ 1147191 h 3022600"/>
              <a:gd name="connsiteX1" fmla="*/ 9837801 w 12198350"/>
              <a:gd name="connsiteY1" fmla="*/ 1147191 h 3022600"/>
              <a:gd name="connsiteX2" fmla="*/ 9531985 w 12198350"/>
              <a:gd name="connsiteY2" fmla="*/ 1032891 h 3022600"/>
              <a:gd name="connsiteX3" fmla="*/ 8845359 w 12198350"/>
              <a:gd name="connsiteY3" fmla="*/ 117475 h 3022600"/>
              <a:gd name="connsiteX4" fmla="*/ 8539480 w 12198350"/>
              <a:gd name="connsiteY4" fmla="*/ 3175 h 3022600"/>
              <a:gd name="connsiteX5" fmla="*/ 2931668 w 12198350"/>
              <a:gd name="connsiteY5" fmla="*/ 3175 h 3022600"/>
              <a:gd name="connsiteX6" fmla="*/ 2678748 w 12198350"/>
              <a:gd name="connsiteY6" fmla="*/ 107950 h 3022600"/>
              <a:gd name="connsiteX7" fmla="*/ 1814005 w 12198350"/>
              <a:gd name="connsiteY7" fmla="*/ 1036066 h 3022600"/>
              <a:gd name="connsiteX8" fmla="*/ 1900745 w 12198350"/>
              <a:gd name="connsiteY8" fmla="*/ 1245616 h 3022600"/>
              <a:gd name="connsiteX9" fmla="*/ 5905119 w 12198350"/>
              <a:gd name="connsiteY9" fmla="*/ 1245616 h 3022600"/>
              <a:gd name="connsiteX10" fmla="*/ 5984566 w 12198350"/>
              <a:gd name="connsiteY10" fmla="*/ 1325174 h 3022600"/>
              <a:gd name="connsiteX11" fmla="*/ 5982653 w 12198350"/>
              <a:gd name="connsiteY11" fmla="*/ 1342454 h 3022600"/>
              <a:gd name="connsiteX12" fmla="*/ 5912803 w 12198350"/>
              <a:gd name="connsiteY12" fmla="*/ 2032635 h 3022600"/>
              <a:gd name="connsiteX13" fmla="*/ 5719255 w 12198350"/>
              <a:gd name="connsiteY13" fmla="*/ 2188591 h 3022600"/>
              <a:gd name="connsiteX14" fmla="*/ 3175 w 12198350"/>
              <a:gd name="connsiteY14" fmla="*/ 2236089 h 3022600"/>
              <a:gd name="connsiteX15" fmla="*/ 3175 w 12198350"/>
              <a:gd name="connsiteY15" fmla="*/ 3023045 h 3022600"/>
              <a:gd name="connsiteX16" fmla="*/ 6883782 w 12198350"/>
              <a:gd name="connsiteY16" fmla="*/ 2962085 h 3022600"/>
              <a:gd name="connsiteX17" fmla="*/ 7151552 w 12198350"/>
              <a:gd name="connsiteY17" fmla="*/ 2689492 h 3022600"/>
              <a:gd name="connsiteX18" fmla="*/ 7150862 w 12198350"/>
              <a:gd name="connsiteY18" fmla="*/ 2672461 h 3022600"/>
              <a:gd name="connsiteX19" fmla="*/ 7058914 w 12198350"/>
              <a:gd name="connsiteY19" fmla="*/ 1019429 h 3022600"/>
              <a:gd name="connsiteX20" fmla="*/ 6846253 w 12198350"/>
              <a:gd name="connsiteY20" fmla="*/ 821754 h 3022600"/>
              <a:gd name="connsiteX21" fmla="*/ 2921953 w 12198350"/>
              <a:gd name="connsiteY21" fmla="*/ 821754 h 3022600"/>
              <a:gd name="connsiteX22" fmla="*/ 2880979 w 12198350"/>
              <a:gd name="connsiteY22" fmla="*/ 780939 h 3022600"/>
              <a:gd name="connsiteX23" fmla="*/ 2892997 w 12198350"/>
              <a:gd name="connsiteY23" fmla="*/ 751904 h 3022600"/>
              <a:gd name="connsiteX24" fmla="*/ 3183001 w 12198350"/>
              <a:gd name="connsiteY24" fmla="*/ 398399 h 3022600"/>
              <a:gd name="connsiteX25" fmla="*/ 3225927 w 12198350"/>
              <a:gd name="connsiteY25" fmla="*/ 380619 h 3022600"/>
              <a:gd name="connsiteX26" fmla="*/ 8127619 w 12198350"/>
              <a:gd name="connsiteY26" fmla="*/ 380619 h 3022600"/>
              <a:gd name="connsiteX27" fmla="*/ 8259953 w 12198350"/>
              <a:gd name="connsiteY27" fmla="*/ 435420 h 3022600"/>
              <a:gd name="connsiteX28" fmla="*/ 9020493 w 12198350"/>
              <a:gd name="connsiteY28" fmla="*/ 1513459 h 3022600"/>
              <a:gd name="connsiteX29" fmla="*/ 9349867 w 12198350"/>
              <a:gd name="connsiteY29" fmla="*/ 1649921 h 3022600"/>
              <a:gd name="connsiteX30" fmla="*/ 12195175 w 12198350"/>
              <a:gd name="connsiteY30" fmla="*/ 1649921 h 302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198350" h="3022600">
                <a:moveTo>
                  <a:pt x="12195175" y="1147191"/>
                </a:moveTo>
                <a:lnTo>
                  <a:pt x="9837801" y="1147191"/>
                </a:lnTo>
                <a:cubicBezTo>
                  <a:pt x="9725413" y="1147224"/>
                  <a:pt x="9616801" y="1106630"/>
                  <a:pt x="9531985" y="1032891"/>
                </a:cubicBezTo>
                <a:lnTo>
                  <a:pt x="8845359" y="117475"/>
                </a:lnTo>
                <a:cubicBezTo>
                  <a:pt x="8760524" y="43727"/>
                  <a:pt x="8651889" y="3133"/>
                  <a:pt x="8539480" y="3175"/>
                </a:cubicBezTo>
                <a:lnTo>
                  <a:pt x="2931668" y="3175"/>
                </a:lnTo>
                <a:cubicBezTo>
                  <a:pt x="2836806" y="3193"/>
                  <a:pt x="2745833" y="40880"/>
                  <a:pt x="2678748" y="107950"/>
                </a:cubicBezTo>
                <a:lnTo>
                  <a:pt x="1814005" y="1036066"/>
                </a:lnTo>
                <a:cubicBezTo>
                  <a:pt x="1736662" y="1113346"/>
                  <a:pt x="1791398" y="1245616"/>
                  <a:pt x="1900745" y="1245616"/>
                </a:cubicBezTo>
                <a:lnTo>
                  <a:pt x="5905119" y="1245616"/>
                </a:lnTo>
                <a:cubicBezTo>
                  <a:pt x="5949027" y="1245647"/>
                  <a:pt x="5984597" y="1281266"/>
                  <a:pt x="5984566" y="1325174"/>
                </a:cubicBezTo>
                <a:cubicBezTo>
                  <a:pt x="5984562" y="1330986"/>
                  <a:pt x="5983920" y="1336781"/>
                  <a:pt x="5982653" y="1342454"/>
                </a:cubicBezTo>
                <a:lnTo>
                  <a:pt x="5912803" y="2032635"/>
                </a:lnTo>
                <a:cubicBezTo>
                  <a:pt x="5892315" y="2123249"/>
                  <a:pt x="5812153" y="2187842"/>
                  <a:pt x="5719255" y="2188591"/>
                </a:cubicBezTo>
                <a:lnTo>
                  <a:pt x="3175" y="2236089"/>
                </a:lnTo>
                <a:lnTo>
                  <a:pt x="3175" y="3023045"/>
                </a:lnTo>
                <a:lnTo>
                  <a:pt x="6883782" y="2962085"/>
                </a:lnTo>
                <a:cubicBezTo>
                  <a:pt x="7032999" y="2960753"/>
                  <a:pt x="7152884" y="2838709"/>
                  <a:pt x="7151552" y="2689492"/>
                </a:cubicBezTo>
                <a:cubicBezTo>
                  <a:pt x="7151502" y="2683809"/>
                  <a:pt x="7151271" y="2678129"/>
                  <a:pt x="7150862" y="2672461"/>
                </a:cubicBezTo>
                <a:lnTo>
                  <a:pt x="7058914" y="1019429"/>
                </a:lnTo>
                <a:cubicBezTo>
                  <a:pt x="7050763" y="907999"/>
                  <a:pt x="6957981" y="821755"/>
                  <a:pt x="6846253" y="821754"/>
                </a:cubicBezTo>
                <a:lnTo>
                  <a:pt x="2921953" y="821754"/>
                </a:lnTo>
                <a:cubicBezTo>
                  <a:pt x="2899368" y="821797"/>
                  <a:pt x="2881023" y="803524"/>
                  <a:pt x="2880979" y="780939"/>
                </a:cubicBezTo>
                <a:cubicBezTo>
                  <a:pt x="2880958" y="770046"/>
                  <a:pt x="2885284" y="759595"/>
                  <a:pt x="2892997" y="751904"/>
                </a:cubicBezTo>
                <a:lnTo>
                  <a:pt x="3183001" y="398399"/>
                </a:lnTo>
                <a:cubicBezTo>
                  <a:pt x="3194386" y="387014"/>
                  <a:pt x="3209827" y="380619"/>
                  <a:pt x="3225927" y="380619"/>
                </a:cubicBezTo>
                <a:lnTo>
                  <a:pt x="8127619" y="380619"/>
                </a:lnTo>
                <a:cubicBezTo>
                  <a:pt x="8177248" y="380635"/>
                  <a:pt x="8224842" y="400344"/>
                  <a:pt x="8259953" y="435420"/>
                </a:cubicBezTo>
                <a:lnTo>
                  <a:pt x="9020493" y="1513459"/>
                </a:lnTo>
                <a:cubicBezTo>
                  <a:pt x="9107833" y="1600841"/>
                  <a:pt x="9226320" y="1649930"/>
                  <a:pt x="9349867" y="1649921"/>
                </a:cubicBezTo>
                <a:lnTo>
                  <a:pt x="12195175" y="1649921"/>
                </a:lnTo>
                <a:close/>
              </a:path>
            </a:pathLst>
          </a:custGeom>
          <a:solidFill>
            <a:srgbClr val="A6A6A6"/>
          </a:solidFill>
          <a:ln w="6350" cap="flat">
            <a:noFill/>
            <a:prstDash val="solid"/>
            <a:miter/>
          </a:ln>
        </p:spPr>
        <p:txBody>
          <a:bodyPr rtlCol="0" anchor="ctr"/>
          <a:lstStyle/>
          <a:p>
            <a:endParaRPr lang="en-US" sz="450" dirty="0">
              <a:ea typeface="+mn-lt"/>
              <a:cs typeface="+mn-lt"/>
              <a:sym typeface="+mn-lt"/>
            </a:endParaRPr>
          </a:p>
        </p:txBody>
      </p:sp>
      <p:sp>
        <p:nvSpPr>
          <p:cNvPr id="4" name="Forma libre 39">
            <a:extLst>
              <a:ext uri="{FF2B5EF4-FFF2-40B4-BE49-F238E27FC236}">
                <a16:creationId xmlns:a16="http://schemas.microsoft.com/office/drawing/2014/main" id="{413E5DC2-B897-1D5C-EAC9-F2B8BD9B0695}"/>
              </a:ext>
            </a:extLst>
          </p:cNvPr>
          <p:cNvSpPr/>
          <p:nvPr/>
        </p:nvSpPr>
        <p:spPr>
          <a:xfrm>
            <a:off x="0" y="2576578"/>
            <a:ext cx="12192000" cy="2389592"/>
          </a:xfrm>
          <a:custGeom>
            <a:avLst/>
            <a:gdLst>
              <a:gd name="connsiteX0" fmla="*/ 12223750 w 12255500"/>
              <a:gd name="connsiteY0" fmla="*/ 1239202 h 2425700"/>
              <a:gd name="connsiteX1" fmla="*/ 9468930 w 12255500"/>
              <a:gd name="connsiteY1" fmla="*/ 1239202 h 2425700"/>
              <a:gd name="connsiteX2" fmla="*/ 8578977 w 12255500"/>
              <a:gd name="connsiteY2" fmla="*/ 31750 h 2425700"/>
              <a:gd name="connsiteX3" fmla="*/ 2997327 w 12255500"/>
              <a:gd name="connsiteY3" fmla="*/ 31750 h 2425700"/>
              <a:gd name="connsiteX4" fmla="*/ 2231962 w 12255500"/>
              <a:gd name="connsiteY4" fmla="*/ 860615 h 2425700"/>
              <a:gd name="connsiteX5" fmla="*/ 6465634 w 12255500"/>
              <a:gd name="connsiteY5" fmla="*/ 860615 h 2425700"/>
              <a:gd name="connsiteX6" fmla="*/ 6465634 w 12255500"/>
              <a:gd name="connsiteY6" fmla="*/ 2398522 h 2425700"/>
              <a:gd name="connsiteX7" fmla="*/ 31750 w 12255500"/>
              <a:gd name="connsiteY7" fmla="*/ 2398522 h 2425700"/>
              <a:gd name="connsiteX0" fmla="*/ 12192000 w 12192000"/>
              <a:gd name="connsiteY0" fmla="*/ 1207452 h 2366773"/>
              <a:gd name="connsiteX1" fmla="*/ 9437180 w 12192000"/>
              <a:gd name="connsiteY1" fmla="*/ 1207452 h 2366773"/>
              <a:gd name="connsiteX2" fmla="*/ 8547227 w 12192000"/>
              <a:gd name="connsiteY2" fmla="*/ 0 h 2366773"/>
              <a:gd name="connsiteX3" fmla="*/ 2965577 w 12192000"/>
              <a:gd name="connsiteY3" fmla="*/ 0 h 2366773"/>
              <a:gd name="connsiteX4" fmla="*/ 2200212 w 12192000"/>
              <a:gd name="connsiteY4" fmla="*/ 828865 h 2366773"/>
              <a:gd name="connsiteX5" fmla="*/ 6504941 w 12192000"/>
              <a:gd name="connsiteY5" fmla="*/ 818601 h 2366773"/>
              <a:gd name="connsiteX6" fmla="*/ 6433884 w 12192000"/>
              <a:gd name="connsiteY6" fmla="*/ 2366772 h 2366773"/>
              <a:gd name="connsiteX7" fmla="*/ 0 w 12192000"/>
              <a:gd name="connsiteY7" fmla="*/ 2366772 h 2366773"/>
              <a:gd name="connsiteX0" fmla="*/ 12192000 w 12192000"/>
              <a:gd name="connsiteY0" fmla="*/ 1207452 h 2387301"/>
              <a:gd name="connsiteX1" fmla="*/ 9437180 w 12192000"/>
              <a:gd name="connsiteY1" fmla="*/ 1207452 h 2387301"/>
              <a:gd name="connsiteX2" fmla="*/ 8547227 w 12192000"/>
              <a:gd name="connsiteY2" fmla="*/ 0 h 2387301"/>
              <a:gd name="connsiteX3" fmla="*/ 2965577 w 12192000"/>
              <a:gd name="connsiteY3" fmla="*/ 0 h 2387301"/>
              <a:gd name="connsiteX4" fmla="*/ 2200212 w 12192000"/>
              <a:gd name="connsiteY4" fmla="*/ 828865 h 2387301"/>
              <a:gd name="connsiteX5" fmla="*/ 6504941 w 12192000"/>
              <a:gd name="connsiteY5" fmla="*/ 818601 h 2387301"/>
              <a:gd name="connsiteX6" fmla="*/ 6525244 w 12192000"/>
              <a:gd name="connsiteY6" fmla="*/ 2387301 h 2387301"/>
              <a:gd name="connsiteX7" fmla="*/ 0 w 12192000"/>
              <a:gd name="connsiteY7" fmla="*/ 2366772 h 23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2387301">
                <a:moveTo>
                  <a:pt x="12192000" y="1207452"/>
                </a:moveTo>
                <a:lnTo>
                  <a:pt x="9437180" y="1207452"/>
                </a:lnTo>
                <a:lnTo>
                  <a:pt x="8547227" y="0"/>
                </a:lnTo>
                <a:lnTo>
                  <a:pt x="2965577" y="0"/>
                </a:lnTo>
                <a:lnTo>
                  <a:pt x="2200212" y="828865"/>
                </a:lnTo>
                <a:lnTo>
                  <a:pt x="6504941" y="818601"/>
                </a:lnTo>
                <a:lnTo>
                  <a:pt x="6525244" y="2387301"/>
                </a:lnTo>
                <a:lnTo>
                  <a:pt x="0" y="2366772"/>
                </a:lnTo>
              </a:path>
            </a:pathLst>
          </a:custGeom>
          <a:noFill/>
          <a:ln w="38100" cap="flat">
            <a:solidFill>
              <a:srgbClr val="FFFFFF"/>
            </a:solidFill>
            <a:prstDash val="dash"/>
            <a:miter/>
          </a:ln>
        </p:spPr>
        <p:txBody>
          <a:bodyPr rtlCol="0" anchor="ctr"/>
          <a:lstStyle/>
          <a:p>
            <a:endParaRPr lang="en-US" sz="450" dirty="0">
              <a:ea typeface="+mn-lt"/>
              <a:cs typeface="+mn-lt"/>
              <a:sym typeface="+mn-lt"/>
            </a:endParaRPr>
          </a:p>
        </p:txBody>
      </p:sp>
      <p:sp>
        <p:nvSpPr>
          <p:cNvPr id="5" name="Teardrop 31">
            <a:extLst>
              <a:ext uri="{FF2B5EF4-FFF2-40B4-BE49-F238E27FC236}">
                <a16:creationId xmlns:a16="http://schemas.microsoft.com/office/drawing/2014/main" id="{F7B0B37B-E3F3-8AFD-10AE-4D47CA7531C4}"/>
              </a:ext>
            </a:extLst>
          </p:cNvPr>
          <p:cNvSpPr/>
          <p:nvPr/>
        </p:nvSpPr>
        <p:spPr>
          <a:xfrm rot="8100000">
            <a:off x="2325288" y="2018858"/>
            <a:ext cx="725558" cy="725558"/>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6" name="Teardrop 39">
            <a:extLst>
              <a:ext uri="{FF2B5EF4-FFF2-40B4-BE49-F238E27FC236}">
                <a16:creationId xmlns:a16="http://schemas.microsoft.com/office/drawing/2014/main" id="{CBFD4A99-A963-1781-0706-CFF85688C2EF}"/>
              </a:ext>
            </a:extLst>
          </p:cNvPr>
          <p:cNvSpPr/>
          <p:nvPr/>
        </p:nvSpPr>
        <p:spPr>
          <a:xfrm rot="8100000">
            <a:off x="6490001" y="1700752"/>
            <a:ext cx="725558" cy="725558"/>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7" name="Teardrop 40">
            <a:extLst>
              <a:ext uri="{FF2B5EF4-FFF2-40B4-BE49-F238E27FC236}">
                <a16:creationId xmlns:a16="http://schemas.microsoft.com/office/drawing/2014/main" id="{B531965C-7357-B1FD-A559-FB0608540702}"/>
              </a:ext>
            </a:extLst>
          </p:cNvPr>
          <p:cNvSpPr/>
          <p:nvPr/>
        </p:nvSpPr>
        <p:spPr>
          <a:xfrm rot="8100000">
            <a:off x="1299194" y="4049588"/>
            <a:ext cx="725558" cy="725558"/>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 name="Teardrop 41">
            <a:extLst>
              <a:ext uri="{FF2B5EF4-FFF2-40B4-BE49-F238E27FC236}">
                <a16:creationId xmlns:a16="http://schemas.microsoft.com/office/drawing/2014/main" id="{40218DFB-9BAC-2C64-FD7A-EB0A0F728CB0}"/>
              </a:ext>
            </a:extLst>
          </p:cNvPr>
          <p:cNvSpPr/>
          <p:nvPr/>
        </p:nvSpPr>
        <p:spPr>
          <a:xfrm rot="8100000">
            <a:off x="6234650" y="3329075"/>
            <a:ext cx="725558" cy="725558"/>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 name="Teardrop 39">
            <a:extLst>
              <a:ext uri="{FF2B5EF4-FFF2-40B4-BE49-F238E27FC236}">
                <a16:creationId xmlns:a16="http://schemas.microsoft.com/office/drawing/2014/main" id="{C5925B03-1E98-6A23-DEEF-4643BFB92498}"/>
              </a:ext>
            </a:extLst>
          </p:cNvPr>
          <p:cNvSpPr/>
          <p:nvPr/>
        </p:nvSpPr>
        <p:spPr>
          <a:xfrm rot="8100000">
            <a:off x="10032873" y="2895548"/>
            <a:ext cx="725558" cy="725558"/>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grpSp>
        <p:nvGrpSpPr>
          <p:cNvPr id="18" name="Report6" descr="{&quot;Key&quot;:&quot;POWER_USER_SHAPE_ICON&quot;,&quot;Value&quot;:&quot;POWER_USER_SHAPE_ICON_STYLE_1&quot;}">
            <a:extLst>
              <a:ext uri="{FF2B5EF4-FFF2-40B4-BE49-F238E27FC236}">
                <a16:creationId xmlns:a16="http://schemas.microsoft.com/office/drawing/2014/main" id="{2904541C-811B-DCB0-7A3A-AF0BD74F6C0A}"/>
              </a:ext>
            </a:extLst>
          </p:cNvPr>
          <p:cNvGrpSpPr>
            <a:grpSpLocks noChangeAspect="1"/>
          </p:cNvGrpSpPr>
          <p:nvPr/>
        </p:nvGrpSpPr>
        <p:grpSpPr>
          <a:xfrm>
            <a:off x="6403629" y="3470541"/>
            <a:ext cx="422403" cy="442626"/>
            <a:chOff x="6970714" y="3956051"/>
            <a:chExt cx="298450" cy="312738"/>
          </a:xfrm>
          <a:solidFill>
            <a:srgbClr val="FFFFFF"/>
          </a:solidFill>
        </p:grpSpPr>
        <p:sp>
          <p:nvSpPr>
            <p:cNvPr id="19" name="Freeform 852">
              <a:extLst>
                <a:ext uri="{FF2B5EF4-FFF2-40B4-BE49-F238E27FC236}">
                  <a16:creationId xmlns:a16="http://schemas.microsoft.com/office/drawing/2014/main" id="{556E69F7-0D8C-4C3E-92E9-C31DF3AC3AE5}"/>
                </a:ext>
              </a:extLst>
            </p:cNvPr>
            <p:cNvSpPr>
              <a:spLocks/>
            </p:cNvSpPr>
            <p:nvPr/>
          </p:nvSpPr>
          <p:spPr bwMode="auto">
            <a:xfrm>
              <a:off x="6970714" y="3956051"/>
              <a:ext cx="242888" cy="312738"/>
            </a:xfrm>
            <a:custGeom>
              <a:avLst/>
              <a:gdLst>
                <a:gd name="T0" fmla="*/ 101 w 153"/>
                <a:gd name="T1" fmla="*/ 3 h 197"/>
                <a:gd name="T2" fmla="*/ 101 w 153"/>
                <a:gd name="T3" fmla="*/ 0 h 197"/>
                <a:gd name="T4" fmla="*/ 0 w 153"/>
                <a:gd name="T5" fmla="*/ 0 h 197"/>
                <a:gd name="T6" fmla="*/ 0 w 153"/>
                <a:gd name="T7" fmla="*/ 197 h 197"/>
                <a:gd name="T8" fmla="*/ 153 w 153"/>
                <a:gd name="T9" fmla="*/ 197 h 197"/>
                <a:gd name="T10" fmla="*/ 153 w 153"/>
                <a:gd name="T11" fmla="*/ 52 h 197"/>
                <a:gd name="T12" fmla="*/ 102 w 153"/>
                <a:gd name="T13" fmla="*/ 0 h 197"/>
                <a:gd name="T14" fmla="*/ 101 w 153"/>
                <a:gd name="T15" fmla="*/ 0 h 197"/>
                <a:gd name="T16" fmla="*/ 101 w 153"/>
                <a:gd name="T17" fmla="*/ 3 h 197"/>
                <a:gd name="T18" fmla="*/ 100 w 153"/>
                <a:gd name="T19" fmla="*/ 4 h 197"/>
                <a:gd name="T20" fmla="*/ 149 w 153"/>
                <a:gd name="T21" fmla="*/ 53 h 197"/>
                <a:gd name="T22" fmla="*/ 149 w 153"/>
                <a:gd name="T23" fmla="*/ 192 h 197"/>
                <a:gd name="T24" fmla="*/ 4 w 153"/>
                <a:gd name="T25" fmla="*/ 192 h 197"/>
                <a:gd name="T26" fmla="*/ 4 w 153"/>
                <a:gd name="T27" fmla="*/ 5 h 197"/>
                <a:gd name="T28" fmla="*/ 101 w 153"/>
                <a:gd name="T29" fmla="*/ 5 h 197"/>
                <a:gd name="T30" fmla="*/ 101 w 153"/>
                <a:gd name="T31" fmla="*/ 3 h 197"/>
                <a:gd name="T32" fmla="*/ 100 w 153"/>
                <a:gd name="T33" fmla="*/ 4 h 197"/>
                <a:gd name="T34" fmla="*/ 101 w 153"/>
                <a:gd name="T35" fmla="*/ 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3" h="197">
                  <a:moveTo>
                    <a:pt x="101" y="3"/>
                  </a:moveTo>
                  <a:lnTo>
                    <a:pt x="101" y="0"/>
                  </a:lnTo>
                  <a:lnTo>
                    <a:pt x="0" y="0"/>
                  </a:lnTo>
                  <a:lnTo>
                    <a:pt x="0" y="197"/>
                  </a:lnTo>
                  <a:lnTo>
                    <a:pt x="153" y="197"/>
                  </a:lnTo>
                  <a:lnTo>
                    <a:pt x="153" y="52"/>
                  </a:lnTo>
                  <a:lnTo>
                    <a:pt x="102" y="0"/>
                  </a:lnTo>
                  <a:lnTo>
                    <a:pt x="101" y="0"/>
                  </a:lnTo>
                  <a:lnTo>
                    <a:pt x="101" y="3"/>
                  </a:lnTo>
                  <a:lnTo>
                    <a:pt x="100" y="4"/>
                  </a:lnTo>
                  <a:lnTo>
                    <a:pt x="149" y="53"/>
                  </a:lnTo>
                  <a:lnTo>
                    <a:pt x="149" y="192"/>
                  </a:lnTo>
                  <a:lnTo>
                    <a:pt x="4" y="192"/>
                  </a:lnTo>
                  <a:lnTo>
                    <a:pt x="4" y="5"/>
                  </a:lnTo>
                  <a:lnTo>
                    <a:pt x="101" y="5"/>
                  </a:lnTo>
                  <a:lnTo>
                    <a:pt x="101" y="3"/>
                  </a:lnTo>
                  <a:lnTo>
                    <a:pt x="100" y="4"/>
                  </a:lnTo>
                  <a:lnTo>
                    <a:pt x="101"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854">
              <a:extLst>
                <a:ext uri="{FF2B5EF4-FFF2-40B4-BE49-F238E27FC236}">
                  <a16:creationId xmlns:a16="http://schemas.microsoft.com/office/drawing/2014/main" id="{CA4DCCF1-C82E-5A34-42AD-8DA103A7B256}"/>
                </a:ext>
              </a:extLst>
            </p:cNvPr>
            <p:cNvSpPr>
              <a:spLocks/>
            </p:cNvSpPr>
            <p:nvPr/>
          </p:nvSpPr>
          <p:spPr bwMode="auto">
            <a:xfrm>
              <a:off x="7127876" y="3957638"/>
              <a:ext cx="85725" cy="85725"/>
            </a:xfrm>
            <a:custGeom>
              <a:avLst/>
              <a:gdLst>
                <a:gd name="T0" fmla="*/ 2 w 54"/>
                <a:gd name="T1" fmla="*/ 1 h 54"/>
                <a:gd name="T2" fmla="*/ 1 w 54"/>
                <a:gd name="T3" fmla="*/ 3 h 54"/>
                <a:gd name="T4" fmla="*/ 47 w 54"/>
                <a:gd name="T5" fmla="*/ 49 h 54"/>
                <a:gd name="T6" fmla="*/ 5 w 54"/>
                <a:gd name="T7" fmla="*/ 49 h 54"/>
                <a:gd name="T8" fmla="*/ 4 w 54"/>
                <a:gd name="T9" fmla="*/ 1 h 54"/>
                <a:gd name="T10" fmla="*/ 2 w 54"/>
                <a:gd name="T11" fmla="*/ 1 h 54"/>
                <a:gd name="T12" fmla="*/ 1 w 54"/>
                <a:gd name="T13" fmla="*/ 3 h 54"/>
                <a:gd name="T14" fmla="*/ 2 w 54"/>
                <a:gd name="T15" fmla="*/ 1 h 54"/>
                <a:gd name="T16" fmla="*/ 0 w 54"/>
                <a:gd name="T17" fmla="*/ 1 h 54"/>
                <a:gd name="T18" fmla="*/ 0 w 54"/>
                <a:gd name="T19" fmla="*/ 51 h 54"/>
                <a:gd name="T20" fmla="*/ 2 w 54"/>
                <a:gd name="T21" fmla="*/ 53 h 54"/>
                <a:gd name="T22" fmla="*/ 52 w 54"/>
                <a:gd name="T23" fmla="*/ 54 h 54"/>
                <a:gd name="T24" fmla="*/ 54 w 54"/>
                <a:gd name="T25" fmla="*/ 50 h 54"/>
                <a:gd name="T26" fmla="*/ 4 w 54"/>
                <a:gd name="T27" fmla="*/ 0 h 54"/>
                <a:gd name="T28" fmla="*/ 0 w 54"/>
                <a:gd name="T29" fmla="*/ 1 h 54"/>
                <a:gd name="T30" fmla="*/ 2 w 54"/>
                <a:gd name="T31"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54">
                  <a:moveTo>
                    <a:pt x="2" y="1"/>
                  </a:moveTo>
                  <a:lnTo>
                    <a:pt x="1" y="3"/>
                  </a:lnTo>
                  <a:lnTo>
                    <a:pt x="47" y="49"/>
                  </a:lnTo>
                  <a:lnTo>
                    <a:pt x="5" y="49"/>
                  </a:lnTo>
                  <a:lnTo>
                    <a:pt x="4" y="1"/>
                  </a:lnTo>
                  <a:lnTo>
                    <a:pt x="2" y="1"/>
                  </a:lnTo>
                  <a:lnTo>
                    <a:pt x="1" y="3"/>
                  </a:lnTo>
                  <a:lnTo>
                    <a:pt x="2" y="1"/>
                  </a:lnTo>
                  <a:lnTo>
                    <a:pt x="0" y="1"/>
                  </a:lnTo>
                  <a:lnTo>
                    <a:pt x="0" y="51"/>
                  </a:lnTo>
                  <a:lnTo>
                    <a:pt x="2" y="53"/>
                  </a:lnTo>
                  <a:lnTo>
                    <a:pt x="52" y="54"/>
                  </a:lnTo>
                  <a:lnTo>
                    <a:pt x="54" y="50"/>
                  </a:lnTo>
                  <a:lnTo>
                    <a:pt x="4" y="0"/>
                  </a:lnTo>
                  <a:lnTo>
                    <a:pt x="0" y="1"/>
                  </a:lnTo>
                  <a:lnTo>
                    <a:pt x="2"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855">
              <a:extLst>
                <a:ext uri="{FF2B5EF4-FFF2-40B4-BE49-F238E27FC236}">
                  <a16:creationId xmlns:a16="http://schemas.microsoft.com/office/drawing/2014/main" id="{CBE78C56-00FB-222A-5EB2-940171B84B7B}"/>
                </a:ext>
              </a:extLst>
            </p:cNvPr>
            <p:cNvSpPr>
              <a:spLocks/>
            </p:cNvSpPr>
            <p:nvPr/>
          </p:nvSpPr>
          <p:spPr bwMode="auto">
            <a:xfrm>
              <a:off x="6991351" y="4170363"/>
              <a:ext cx="146050" cy="73025"/>
            </a:xfrm>
            <a:custGeom>
              <a:avLst/>
              <a:gdLst>
                <a:gd name="T0" fmla="*/ 3 w 92"/>
                <a:gd name="T1" fmla="*/ 46 h 46"/>
                <a:gd name="T2" fmla="*/ 28 w 92"/>
                <a:gd name="T3" fmla="*/ 21 h 46"/>
                <a:gd name="T4" fmla="*/ 39 w 92"/>
                <a:gd name="T5" fmla="*/ 32 h 46"/>
                <a:gd name="T6" fmla="*/ 63 w 92"/>
                <a:gd name="T7" fmla="*/ 8 h 46"/>
                <a:gd name="T8" fmla="*/ 75 w 92"/>
                <a:gd name="T9" fmla="*/ 21 h 46"/>
                <a:gd name="T10" fmla="*/ 92 w 92"/>
                <a:gd name="T11" fmla="*/ 3 h 46"/>
                <a:gd name="T12" fmla="*/ 90 w 92"/>
                <a:gd name="T13" fmla="*/ 0 h 46"/>
                <a:gd name="T14" fmla="*/ 75 w 92"/>
                <a:gd name="T15" fmla="*/ 14 h 46"/>
                <a:gd name="T16" fmla="*/ 63 w 92"/>
                <a:gd name="T17" fmla="*/ 2 h 46"/>
                <a:gd name="T18" fmla="*/ 39 w 92"/>
                <a:gd name="T19" fmla="*/ 26 h 46"/>
                <a:gd name="T20" fmla="*/ 28 w 92"/>
                <a:gd name="T21" fmla="*/ 15 h 46"/>
                <a:gd name="T22" fmla="*/ 0 w 92"/>
                <a:gd name="T23" fmla="*/ 43 h 46"/>
                <a:gd name="T24" fmla="*/ 3 w 92"/>
                <a:gd name="T25"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46">
                  <a:moveTo>
                    <a:pt x="3" y="46"/>
                  </a:moveTo>
                  <a:lnTo>
                    <a:pt x="28" y="21"/>
                  </a:lnTo>
                  <a:lnTo>
                    <a:pt x="39" y="32"/>
                  </a:lnTo>
                  <a:lnTo>
                    <a:pt x="63" y="8"/>
                  </a:lnTo>
                  <a:lnTo>
                    <a:pt x="75" y="21"/>
                  </a:lnTo>
                  <a:lnTo>
                    <a:pt x="92" y="3"/>
                  </a:lnTo>
                  <a:lnTo>
                    <a:pt x="90" y="0"/>
                  </a:lnTo>
                  <a:lnTo>
                    <a:pt x="75" y="14"/>
                  </a:lnTo>
                  <a:lnTo>
                    <a:pt x="63" y="2"/>
                  </a:lnTo>
                  <a:lnTo>
                    <a:pt x="39" y="26"/>
                  </a:lnTo>
                  <a:lnTo>
                    <a:pt x="28" y="15"/>
                  </a:lnTo>
                  <a:lnTo>
                    <a:pt x="0" y="43"/>
                  </a:lnTo>
                  <a:lnTo>
                    <a:pt x="3" y="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856">
              <a:extLst>
                <a:ext uri="{FF2B5EF4-FFF2-40B4-BE49-F238E27FC236}">
                  <a16:creationId xmlns:a16="http://schemas.microsoft.com/office/drawing/2014/main" id="{05EAEC54-47FE-50B7-0688-A3069B77E7CB}"/>
                </a:ext>
              </a:extLst>
            </p:cNvPr>
            <p:cNvSpPr>
              <a:spLocks/>
            </p:cNvSpPr>
            <p:nvPr/>
          </p:nvSpPr>
          <p:spPr bwMode="auto">
            <a:xfrm>
              <a:off x="6994526" y="4090988"/>
              <a:ext cx="192088" cy="153988"/>
            </a:xfrm>
            <a:custGeom>
              <a:avLst/>
              <a:gdLst>
                <a:gd name="T0" fmla="*/ 0 w 121"/>
                <a:gd name="T1" fmla="*/ 0 h 97"/>
                <a:gd name="T2" fmla="*/ 0 w 121"/>
                <a:gd name="T3" fmla="*/ 97 h 97"/>
                <a:gd name="T4" fmla="*/ 121 w 121"/>
                <a:gd name="T5" fmla="*/ 97 h 97"/>
                <a:gd name="T6" fmla="*/ 121 w 121"/>
                <a:gd name="T7" fmla="*/ 92 h 97"/>
                <a:gd name="T8" fmla="*/ 4 w 121"/>
                <a:gd name="T9" fmla="*/ 92 h 97"/>
                <a:gd name="T10" fmla="*/ 4 w 121"/>
                <a:gd name="T11" fmla="*/ 0 h 97"/>
                <a:gd name="T12" fmla="*/ 0 w 121"/>
                <a:gd name="T13" fmla="*/ 0 h 97"/>
              </a:gdLst>
              <a:ahLst/>
              <a:cxnLst>
                <a:cxn ang="0">
                  <a:pos x="T0" y="T1"/>
                </a:cxn>
                <a:cxn ang="0">
                  <a:pos x="T2" y="T3"/>
                </a:cxn>
                <a:cxn ang="0">
                  <a:pos x="T4" y="T5"/>
                </a:cxn>
                <a:cxn ang="0">
                  <a:pos x="T6" y="T7"/>
                </a:cxn>
                <a:cxn ang="0">
                  <a:pos x="T8" y="T9"/>
                </a:cxn>
                <a:cxn ang="0">
                  <a:pos x="T10" y="T11"/>
                </a:cxn>
                <a:cxn ang="0">
                  <a:pos x="T12" y="T13"/>
                </a:cxn>
              </a:cxnLst>
              <a:rect l="0" t="0" r="r" b="b"/>
              <a:pathLst>
                <a:path w="121" h="97">
                  <a:moveTo>
                    <a:pt x="0" y="0"/>
                  </a:moveTo>
                  <a:lnTo>
                    <a:pt x="0" y="97"/>
                  </a:lnTo>
                  <a:lnTo>
                    <a:pt x="121" y="97"/>
                  </a:lnTo>
                  <a:lnTo>
                    <a:pt x="121" y="92"/>
                  </a:lnTo>
                  <a:lnTo>
                    <a:pt x="4" y="92"/>
                  </a:lnTo>
                  <a:lnTo>
                    <a:pt x="4"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857">
              <a:extLst>
                <a:ext uri="{FF2B5EF4-FFF2-40B4-BE49-F238E27FC236}">
                  <a16:creationId xmlns:a16="http://schemas.microsoft.com/office/drawing/2014/main" id="{B7CDECA9-D5FA-83F5-1EEE-53DB516F3B7E}"/>
                </a:ext>
              </a:extLst>
            </p:cNvPr>
            <p:cNvSpPr>
              <a:spLocks/>
            </p:cNvSpPr>
            <p:nvPr/>
          </p:nvSpPr>
          <p:spPr bwMode="auto">
            <a:xfrm>
              <a:off x="7115176" y="4165601"/>
              <a:ext cx="25400" cy="25400"/>
            </a:xfrm>
            <a:custGeom>
              <a:avLst/>
              <a:gdLst>
                <a:gd name="T0" fmla="*/ 12 w 16"/>
                <a:gd name="T1" fmla="*/ 0 h 16"/>
                <a:gd name="T2" fmla="*/ 0 w 16"/>
                <a:gd name="T3" fmla="*/ 0 h 16"/>
                <a:gd name="T4" fmla="*/ 0 w 16"/>
                <a:gd name="T5" fmla="*/ 4 h 16"/>
                <a:gd name="T6" fmla="*/ 12 w 16"/>
                <a:gd name="T7" fmla="*/ 4 h 16"/>
                <a:gd name="T8" fmla="*/ 12 w 16"/>
                <a:gd name="T9" fmla="*/ 16 h 16"/>
                <a:gd name="T10" fmla="*/ 16 w 16"/>
                <a:gd name="T11" fmla="*/ 16 h 16"/>
                <a:gd name="T12" fmla="*/ 16 w 16"/>
                <a:gd name="T13" fmla="*/ 4 h 16"/>
                <a:gd name="T14" fmla="*/ 16 w 16"/>
                <a:gd name="T15" fmla="*/ 0 h 16"/>
                <a:gd name="T16" fmla="*/ 12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12" y="0"/>
                  </a:moveTo>
                  <a:lnTo>
                    <a:pt x="0" y="0"/>
                  </a:lnTo>
                  <a:lnTo>
                    <a:pt x="0" y="4"/>
                  </a:lnTo>
                  <a:lnTo>
                    <a:pt x="12" y="4"/>
                  </a:lnTo>
                  <a:lnTo>
                    <a:pt x="12" y="16"/>
                  </a:lnTo>
                  <a:lnTo>
                    <a:pt x="16" y="16"/>
                  </a:lnTo>
                  <a:lnTo>
                    <a:pt x="16" y="4"/>
                  </a:lnTo>
                  <a:lnTo>
                    <a:pt x="16" y="0"/>
                  </a:lnTo>
                  <a:lnTo>
                    <a:pt x="1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Rectangle 858">
              <a:extLst>
                <a:ext uri="{FF2B5EF4-FFF2-40B4-BE49-F238E27FC236}">
                  <a16:creationId xmlns:a16="http://schemas.microsoft.com/office/drawing/2014/main" id="{051A1488-3866-0215-C115-E4380C509B36}"/>
                </a:ext>
              </a:extLst>
            </p:cNvPr>
            <p:cNvSpPr>
              <a:spLocks noChangeArrowheads="1"/>
            </p:cNvSpPr>
            <p:nvPr/>
          </p:nvSpPr>
          <p:spPr bwMode="auto">
            <a:xfrm>
              <a:off x="6997701" y="3979863"/>
              <a:ext cx="952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859">
              <a:extLst>
                <a:ext uri="{FF2B5EF4-FFF2-40B4-BE49-F238E27FC236}">
                  <a16:creationId xmlns:a16="http://schemas.microsoft.com/office/drawing/2014/main" id="{5AD66230-A32E-7611-E4BD-A65573F97513}"/>
                </a:ext>
              </a:extLst>
            </p:cNvPr>
            <p:cNvSpPr>
              <a:spLocks noChangeArrowheads="1"/>
            </p:cNvSpPr>
            <p:nvPr/>
          </p:nvSpPr>
          <p:spPr bwMode="auto">
            <a:xfrm>
              <a:off x="6997701" y="4003676"/>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Rectangle 860">
              <a:extLst>
                <a:ext uri="{FF2B5EF4-FFF2-40B4-BE49-F238E27FC236}">
                  <a16:creationId xmlns:a16="http://schemas.microsoft.com/office/drawing/2014/main" id="{DF80EBD8-7104-1632-7FB3-F2FA802118E1}"/>
                </a:ext>
              </a:extLst>
            </p:cNvPr>
            <p:cNvSpPr>
              <a:spLocks noChangeArrowheads="1"/>
            </p:cNvSpPr>
            <p:nvPr/>
          </p:nvSpPr>
          <p:spPr bwMode="auto">
            <a:xfrm>
              <a:off x="6997701" y="4027488"/>
              <a:ext cx="7778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861">
              <a:extLst>
                <a:ext uri="{FF2B5EF4-FFF2-40B4-BE49-F238E27FC236}">
                  <a16:creationId xmlns:a16="http://schemas.microsoft.com/office/drawing/2014/main" id="{B43BC384-308B-9237-4BBD-E9C3083BDEDF}"/>
                </a:ext>
              </a:extLst>
            </p:cNvPr>
            <p:cNvSpPr>
              <a:spLocks noChangeArrowheads="1"/>
            </p:cNvSpPr>
            <p:nvPr/>
          </p:nvSpPr>
          <p:spPr bwMode="auto">
            <a:xfrm>
              <a:off x="6997701" y="4051301"/>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863">
              <a:extLst>
                <a:ext uri="{FF2B5EF4-FFF2-40B4-BE49-F238E27FC236}">
                  <a16:creationId xmlns:a16="http://schemas.microsoft.com/office/drawing/2014/main" id="{EAC9B843-3C8A-9B57-A2C3-EBA652BA09BE}"/>
                </a:ext>
              </a:extLst>
            </p:cNvPr>
            <p:cNvSpPr>
              <a:spLocks/>
            </p:cNvSpPr>
            <p:nvPr/>
          </p:nvSpPr>
          <p:spPr bwMode="auto">
            <a:xfrm>
              <a:off x="7235826" y="4075113"/>
              <a:ext cx="20638" cy="179388"/>
            </a:xfrm>
            <a:custGeom>
              <a:avLst/>
              <a:gdLst>
                <a:gd name="T0" fmla="*/ 83 w 100"/>
                <a:gd name="T1" fmla="*/ 38 h 867"/>
                <a:gd name="T2" fmla="*/ 66 w 100"/>
                <a:gd name="T3" fmla="*/ 38 h 867"/>
                <a:gd name="T4" fmla="*/ 66 w 100"/>
                <a:gd name="T5" fmla="*/ 830 h 867"/>
                <a:gd name="T6" fmla="*/ 62 w 100"/>
                <a:gd name="T7" fmla="*/ 834 h 867"/>
                <a:gd name="T8" fmla="*/ 37 w 100"/>
                <a:gd name="T9" fmla="*/ 834 h 867"/>
                <a:gd name="T10" fmla="*/ 33 w 100"/>
                <a:gd name="T11" fmla="*/ 830 h 867"/>
                <a:gd name="T12" fmla="*/ 33 w 100"/>
                <a:gd name="T13" fmla="*/ 38 h 867"/>
                <a:gd name="T14" fmla="*/ 37 w 100"/>
                <a:gd name="T15" fmla="*/ 34 h 867"/>
                <a:gd name="T16" fmla="*/ 62 w 100"/>
                <a:gd name="T17" fmla="*/ 34 h 867"/>
                <a:gd name="T18" fmla="*/ 66 w 100"/>
                <a:gd name="T19" fmla="*/ 38 h 867"/>
                <a:gd name="T20" fmla="*/ 83 w 100"/>
                <a:gd name="T21" fmla="*/ 38 h 867"/>
                <a:gd name="T22" fmla="*/ 100 w 100"/>
                <a:gd name="T23" fmla="*/ 38 h 867"/>
                <a:gd name="T24" fmla="*/ 62 w 100"/>
                <a:gd name="T25" fmla="*/ 0 h 867"/>
                <a:gd name="T26" fmla="*/ 37 w 100"/>
                <a:gd name="T27" fmla="*/ 0 h 867"/>
                <a:gd name="T28" fmla="*/ 0 w 100"/>
                <a:gd name="T29" fmla="*/ 38 h 867"/>
                <a:gd name="T30" fmla="*/ 0 w 100"/>
                <a:gd name="T31" fmla="*/ 830 h 867"/>
                <a:gd name="T32" fmla="*/ 37 w 100"/>
                <a:gd name="T33" fmla="*/ 867 h 867"/>
                <a:gd name="T34" fmla="*/ 62 w 100"/>
                <a:gd name="T35" fmla="*/ 867 h 867"/>
                <a:gd name="T36" fmla="*/ 100 w 100"/>
                <a:gd name="T37" fmla="*/ 830 h 867"/>
                <a:gd name="T38" fmla="*/ 100 w 100"/>
                <a:gd name="T39" fmla="*/ 38 h 867"/>
                <a:gd name="T40" fmla="*/ 83 w 100"/>
                <a:gd name="T41" fmla="*/ 38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867">
                  <a:moveTo>
                    <a:pt x="83" y="38"/>
                  </a:moveTo>
                  <a:lnTo>
                    <a:pt x="66" y="38"/>
                  </a:lnTo>
                  <a:lnTo>
                    <a:pt x="66" y="830"/>
                  </a:lnTo>
                  <a:cubicBezTo>
                    <a:pt x="66" y="832"/>
                    <a:pt x="65" y="834"/>
                    <a:pt x="62" y="834"/>
                  </a:cubicBezTo>
                  <a:lnTo>
                    <a:pt x="37" y="834"/>
                  </a:lnTo>
                  <a:cubicBezTo>
                    <a:pt x="35" y="834"/>
                    <a:pt x="33" y="832"/>
                    <a:pt x="33" y="8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830"/>
                  </a:lnTo>
                  <a:cubicBezTo>
                    <a:pt x="0" y="850"/>
                    <a:pt x="16" y="867"/>
                    <a:pt x="37" y="867"/>
                  </a:cubicBezTo>
                  <a:lnTo>
                    <a:pt x="62" y="867"/>
                  </a:lnTo>
                  <a:cubicBezTo>
                    <a:pt x="83" y="867"/>
                    <a:pt x="100" y="850"/>
                    <a:pt x="100" y="8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864">
              <a:extLst>
                <a:ext uri="{FF2B5EF4-FFF2-40B4-BE49-F238E27FC236}">
                  <a16:creationId xmlns:a16="http://schemas.microsoft.com/office/drawing/2014/main" id="{43809797-29EA-F909-127A-84B728C2481F}"/>
                </a:ext>
              </a:extLst>
            </p:cNvPr>
            <p:cNvSpPr>
              <a:spLocks/>
            </p:cNvSpPr>
            <p:nvPr/>
          </p:nvSpPr>
          <p:spPr bwMode="auto">
            <a:xfrm>
              <a:off x="7242176" y="4254501"/>
              <a:ext cx="11113" cy="7938"/>
            </a:xfrm>
            <a:custGeom>
              <a:avLst/>
              <a:gdLst>
                <a:gd name="T0" fmla="*/ 27 w 55"/>
                <a:gd name="T1" fmla="*/ 0 h 43"/>
                <a:gd name="T2" fmla="*/ 27 w 55"/>
                <a:gd name="T3" fmla="*/ 0 h 43"/>
                <a:gd name="T4" fmla="*/ 42 w 55"/>
                <a:gd name="T5" fmla="*/ 35 h 43"/>
                <a:gd name="T6" fmla="*/ 13 w 55"/>
                <a:gd name="T7" fmla="*/ 35 h 43"/>
                <a:gd name="T8" fmla="*/ 27 w 55"/>
                <a:gd name="T9" fmla="*/ 0 h 43"/>
              </a:gdLst>
              <a:ahLst/>
              <a:cxnLst>
                <a:cxn ang="0">
                  <a:pos x="T0" y="T1"/>
                </a:cxn>
                <a:cxn ang="0">
                  <a:pos x="T2" y="T3"/>
                </a:cxn>
                <a:cxn ang="0">
                  <a:pos x="T4" y="T5"/>
                </a:cxn>
                <a:cxn ang="0">
                  <a:pos x="T6" y="T7"/>
                </a:cxn>
                <a:cxn ang="0">
                  <a:pos x="T8" y="T9"/>
                </a:cxn>
              </a:cxnLst>
              <a:rect l="0" t="0" r="r" b="b"/>
              <a:pathLst>
                <a:path w="55" h="43">
                  <a:moveTo>
                    <a:pt x="27" y="0"/>
                  </a:moveTo>
                  <a:lnTo>
                    <a:pt x="27" y="0"/>
                  </a:lnTo>
                  <a:cubicBezTo>
                    <a:pt x="46" y="0"/>
                    <a:pt x="55" y="22"/>
                    <a:pt x="42" y="35"/>
                  </a:cubicBezTo>
                  <a:cubicBezTo>
                    <a:pt x="34" y="43"/>
                    <a:pt x="21" y="43"/>
                    <a:pt x="13" y="35"/>
                  </a:cubicBezTo>
                  <a:cubicBezTo>
                    <a:pt x="0" y="22"/>
                    <a:pt x="9" y="0"/>
                    <a:pt x="2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866">
              <a:extLst>
                <a:ext uri="{FF2B5EF4-FFF2-40B4-BE49-F238E27FC236}">
                  <a16:creationId xmlns:a16="http://schemas.microsoft.com/office/drawing/2014/main" id="{42995E4A-2E92-7FED-6553-DC09508B74A0}"/>
                </a:ext>
              </a:extLst>
            </p:cNvPr>
            <p:cNvSpPr>
              <a:spLocks/>
            </p:cNvSpPr>
            <p:nvPr/>
          </p:nvSpPr>
          <p:spPr bwMode="auto">
            <a:xfrm>
              <a:off x="7235826" y="4024313"/>
              <a:ext cx="20638" cy="55563"/>
            </a:xfrm>
            <a:custGeom>
              <a:avLst/>
              <a:gdLst>
                <a:gd name="T0" fmla="*/ 83 w 100"/>
                <a:gd name="T1" fmla="*/ 38 h 267"/>
                <a:gd name="T2" fmla="*/ 66 w 100"/>
                <a:gd name="T3" fmla="*/ 38 h 267"/>
                <a:gd name="T4" fmla="*/ 66 w 100"/>
                <a:gd name="T5" fmla="*/ 230 h 267"/>
                <a:gd name="T6" fmla="*/ 62 w 100"/>
                <a:gd name="T7" fmla="*/ 234 h 267"/>
                <a:gd name="T8" fmla="*/ 37 w 100"/>
                <a:gd name="T9" fmla="*/ 234 h 267"/>
                <a:gd name="T10" fmla="*/ 33 w 100"/>
                <a:gd name="T11" fmla="*/ 230 h 267"/>
                <a:gd name="T12" fmla="*/ 33 w 100"/>
                <a:gd name="T13" fmla="*/ 38 h 267"/>
                <a:gd name="T14" fmla="*/ 37 w 100"/>
                <a:gd name="T15" fmla="*/ 34 h 267"/>
                <a:gd name="T16" fmla="*/ 62 w 100"/>
                <a:gd name="T17" fmla="*/ 34 h 267"/>
                <a:gd name="T18" fmla="*/ 66 w 100"/>
                <a:gd name="T19" fmla="*/ 38 h 267"/>
                <a:gd name="T20" fmla="*/ 83 w 100"/>
                <a:gd name="T21" fmla="*/ 38 h 267"/>
                <a:gd name="T22" fmla="*/ 100 w 100"/>
                <a:gd name="T23" fmla="*/ 38 h 267"/>
                <a:gd name="T24" fmla="*/ 62 w 100"/>
                <a:gd name="T25" fmla="*/ 0 h 267"/>
                <a:gd name="T26" fmla="*/ 37 w 100"/>
                <a:gd name="T27" fmla="*/ 0 h 267"/>
                <a:gd name="T28" fmla="*/ 0 w 100"/>
                <a:gd name="T29" fmla="*/ 38 h 267"/>
                <a:gd name="T30" fmla="*/ 0 w 100"/>
                <a:gd name="T31" fmla="*/ 230 h 267"/>
                <a:gd name="T32" fmla="*/ 37 w 100"/>
                <a:gd name="T33" fmla="*/ 267 h 267"/>
                <a:gd name="T34" fmla="*/ 62 w 100"/>
                <a:gd name="T35" fmla="*/ 267 h 267"/>
                <a:gd name="T36" fmla="*/ 100 w 100"/>
                <a:gd name="T37" fmla="*/ 230 h 267"/>
                <a:gd name="T38" fmla="*/ 100 w 100"/>
                <a:gd name="T39" fmla="*/ 38 h 267"/>
                <a:gd name="T40" fmla="*/ 83 w 100"/>
                <a:gd name="T41" fmla="*/ 3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267">
                  <a:moveTo>
                    <a:pt x="83" y="38"/>
                  </a:moveTo>
                  <a:lnTo>
                    <a:pt x="66" y="38"/>
                  </a:lnTo>
                  <a:lnTo>
                    <a:pt x="66" y="230"/>
                  </a:lnTo>
                  <a:cubicBezTo>
                    <a:pt x="66" y="232"/>
                    <a:pt x="65" y="234"/>
                    <a:pt x="62" y="234"/>
                  </a:cubicBezTo>
                  <a:lnTo>
                    <a:pt x="37" y="234"/>
                  </a:lnTo>
                  <a:cubicBezTo>
                    <a:pt x="35" y="234"/>
                    <a:pt x="33" y="232"/>
                    <a:pt x="33" y="2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230"/>
                  </a:lnTo>
                  <a:cubicBezTo>
                    <a:pt x="0" y="250"/>
                    <a:pt x="16" y="267"/>
                    <a:pt x="37" y="267"/>
                  </a:cubicBezTo>
                  <a:lnTo>
                    <a:pt x="62" y="267"/>
                  </a:lnTo>
                  <a:cubicBezTo>
                    <a:pt x="83" y="267"/>
                    <a:pt x="100" y="250"/>
                    <a:pt x="100" y="2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867">
              <a:extLst>
                <a:ext uri="{FF2B5EF4-FFF2-40B4-BE49-F238E27FC236}">
                  <a16:creationId xmlns:a16="http://schemas.microsoft.com/office/drawing/2014/main" id="{DB39990F-2CD5-4BE2-1F4F-745F99798BDD}"/>
                </a:ext>
              </a:extLst>
            </p:cNvPr>
            <p:cNvSpPr>
              <a:spLocks/>
            </p:cNvSpPr>
            <p:nvPr/>
          </p:nvSpPr>
          <p:spPr bwMode="auto">
            <a:xfrm>
              <a:off x="7256464" y="4051301"/>
              <a:ext cx="12700" cy="85725"/>
            </a:xfrm>
            <a:custGeom>
              <a:avLst/>
              <a:gdLst>
                <a:gd name="T0" fmla="*/ 0 w 66"/>
                <a:gd name="T1" fmla="*/ 33 h 416"/>
                <a:gd name="T2" fmla="*/ 29 w 66"/>
                <a:gd name="T3" fmla="*/ 33 h 416"/>
                <a:gd name="T4" fmla="*/ 33 w 66"/>
                <a:gd name="T5" fmla="*/ 37 h 416"/>
                <a:gd name="T6" fmla="*/ 33 w 66"/>
                <a:gd name="T7" fmla="*/ 416 h 416"/>
                <a:gd name="T8" fmla="*/ 66 w 66"/>
                <a:gd name="T9" fmla="*/ 416 h 416"/>
                <a:gd name="T10" fmla="*/ 66 w 66"/>
                <a:gd name="T11" fmla="*/ 37 h 416"/>
                <a:gd name="T12" fmla="*/ 29 w 66"/>
                <a:gd name="T13" fmla="*/ 0 h 416"/>
                <a:gd name="T14" fmla="*/ 0 w 66"/>
                <a:gd name="T15" fmla="*/ 0 h 416"/>
                <a:gd name="T16" fmla="*/ 0 w 66"/>
                <a:gd name="T17" fmla="*/ 33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416">
                  <a:moveTo>
                    <a:pt x="0" y="33"/>
                  </a:moveTo>
                  <a:lnTo>
                    <a:pt x="29" y="33"/>
                  </a:lnTo>
                  <a:cubicBezTo>
                    <a:pt x="31" y="33"/>
                    <a:pt x="33" y="35"/>
                    <a:pt x="33" y="37"/>
                  </a:cubicBezTo>
                  <a:lnTo>
                    <a:pt x="33" y="416"/>
                  </a:lnTo>
                  <a:lnTo>
                    <a:pt x="66" y="416"/>
                  </a:lnTo>
                  <a:lnTo>
                    <a:pt x="66" y="37"/>
                  </a:lnTo>
                  <a:cubicBezTo>
                    <a:pt x="66" y="16"/>
                    <a:pt x="50" y="0"/>
                    <a:pt x="29" y="0"/>
                  </a:cubicBezTo>
                  <a:lnTo>
                    <a:pt x="0" y="0"/>
                  </a:lnTo>
                  <a:lnTo>
                    <a:pt x="0"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Chain" descr="{&quot;Key&quot;:&quot;POWER_USER_SHAPE_ICON&quot;,&quot;Value&quot;:&quot;POWER_USER_SHAPE_ICON_STYLE_1&quot;}">
            <a:extLst>
              <a:ext uri="{FF2B5EF4-FFF2-40B4-BE49-F238E27FC236}">
                <a16:creationId xmlns:a16="http://schemas.microsoft.com/office/drawing/2014/main" id="{5DB291D5-65D9-2AA3-CFC7-F18A7E1EDED7}"/>
              </a:ext>
            </a:extLst>
          </p:cNvPr>
          <p:cNvGrpSpPr>
            <a:grpSpLocks noChangeAspect="1"/>
          </p:cNvGrpSpPr>
          <p:nvPr/>
        </p:nvGrpSpPr>
        <p:grpSpPr>
          <a:xfrm>
            <a:off x="2446623" y="2186980"/>
            <a:ext cx="483838" cy="440968"/>
            <a:chOff x="6815138" y="798513"/>
            <a:chExt cx="250825" cy="228601"/>
          </a:xfrm>
          <a:solidFill>
            <a:srgbClr val="FFFFFF"/>
          </a:solidFill>
        </p:grpSpPr>
        <p:sp>
          <p:nvSpPr>
            <p:cNvPr id="33" name="Freeform 2671">
              <a:extLst>
                <a:ext uri="{FF2B5EF4-FFF2-40B4-BE49-F238E27FC236}">
                  <a16:creationId xmlns:a16="http://schemas.microsoft.com/office/drawing/2014/main" id="{7223BA36-DEBB-B14E-F3B5-2A7762F09E6B}"/>
                </a:ext>
              </a:extLst>
            </p:cNvPr>
            <p:cNvSpPr>
              <a:spLocks noEditPoints="1"/>
            </p:cNvSpPr>
            <p:nvPr/>
          </p:nvSpPr>
          <p:spPr bwMode="auto">
            <a:xfrm>
              <a:off x="6934200" y="836613"/>
              <a:ext cx="79375" cy="79375"/>
            </a:xfrm>
            <a:custGeom>
              <a:avLst/>
              <a:gdLst>
                <a:gd name="T0" fmla="*/ 1104 w 2209"/>
                <a:gd name="T1" fmla="*/ 200 h 2209"/>
                <a:gd name="T2" fmla="*/ 200 w 2209"/>
                <a:gd name="T3" fmla="*/ 1104 h 2209"/>
                <a:gd name="T4" fmla="*/ 1104 w 2209"/>
                <a:gd name="T5" fmla="*/ 2009 h 2209"/>
                <a:gd name="T6" fmla="*/ 2009 w 2209"/>
                <a:gd name="T7" fmla="*/ 1104 h 2209"/>
                <a:gd name="T8" fmla="*/ 1104 w 2209"/>
                <a:gd name="T9" fmla="*/ 200 h 2209"/>
                <a:gd name="T10" fmla="*/ 1104 w 2209"/>
                <a:gd name="T11" fmla="*/ 2209 h 2209"/>
                <a:gd name="T12" fmla="*/ 0 w 2209"/>
                <a:gd name="T13" fmla="*/ 1104 h 2209"/>
                <a:gd name="T14" fmla="*/ 1104 w 2209"/>
                <a:gd name="T15" fmla="*/ 0 h 2209"/>
                <a:gd name="T16" fmla="*/ 2209 w 2209"/>
                <a:gd name="T17" fmla="*/ 1104 h 2209"/>
                <a:gd name="T18" fmla="*/ 1104 w 2209"/>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9" h="2209">
                  <a:moveTo>
                    <a:pt x="1104" y="200"/>
                  </a:moveTo>
                  <a:cubicBezTo>
                    <a:pt x="606" y="200"/>
                    <a:pt x="200" y="606"/>
                    <a:pt x="200" y="1104"/>
                  </a:cubicBezTo>
                  <a:cubicBezTo>
                    <a:pt x="200" y="1604"/>
                    <a:pt x="606" y="2009"/>
                    <a:pt x="1104" y="2009"/>
                  </a:cubicBezTo>
                  <a:cubicBezTo>
                    <a:pt x="1603" y="2009"/>
                    <a:pt x="2009" y="1604"/>
                    <a:pt x="2009" y="1104"/>
                  </a:cubicBezTo>
                  <a:cubicBezTo>
                    <a:pt x="2009" y="606"/>
                    <a:pt x="1603" y="200"/>
                    <a:pt x="1104" y="200"/>
                  </a:cubicBezTo>
                  <a:close/>
                  <a:moveTo>
                    <a:pt x="1104" y="2209"/>
                  </a:moveTo>
                  <a:cubicBezTo>
                    <a:pt x="495" y="2209"/>
                    <a:pt x="0" y="1713"/>
                    <a:pt x="0" y="1104"/>
                  </a:cubicBezTo>
                  <a:cubicBezTo>
                    <a:pt x="0" y="495"/>
                    <a:pt x="495" y="0"/>
                    <a:pt x="1104" y="0"/>
                  </a:cubicBezTo>
                  <a:cubicBezTo>
                    <a:pt x="1713" y="0"/>
                    <a:pt x="2209" y="495"/>
                    <a:pt x="2209" y="1104"/>
                  </a:cubicBezTo>
                  <a:cubicBezTo>
                    <a:pt x="2209" y="1713"/>
                    <a:pt x="1713" y="2209"/>
                    <a:pt x="1104"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672">
              <a:extLst>
                <a:ext uri="{FF2B5EF4-FFF2-40B4-BE49-F238E27FC236}">
                  <a16:creationId xmlns:a16="http://schemas.microsoft.com/office/drawing/2014/main" id="{0BA90740-7C88-B712-00F8-666F97E5AB0A}"/>
                </a:ext>
              </a:extLst>
            </p:cNvPr>
            <p:cNvSpPr>
              <a:spLocks noEditPoints="1"/>
            </p:cNvSpPr>
            <p:nvPr/>
          </p:nvSpPr>
          <p:spPr bwMode="auto">
            <a:xfrm>
              <a:off x="6815138" y="889001"/>
              <a:ext cx="100013" cy="100013"/>
            </a:xfrm>
            <a:custGeom>
              <a:avLst/>
              <a:gdLst>
                <a:gd name="T0" fmla="*/ 1379 w 2760"/>
                <a:gd name="T1" fmla="*/ 200 h 2760"/>
                <a:gd name="T2" fmla="*/ 199 w 2760"/>
                <a:gd name="T3" fmla="*/ 1380 h 2760"/>
                <a:gd name="T4" fmla="*/ 1379 w 2760"/>
                <a:gd name="T5" fmla="*/ 2559 h 2760"/>
                <a:gd name="T6" fmla="*/ 2559 w 2760"/>
                <a:gd name="T7" fmla="*/ 1380 h 2760"/>
                <a:gd name="T8" fmla="*/ 1379 w 2760"/>
                <a:gd name="T9" fmla="*/ 200 h 2760"/>
                <a:gd name="T10" fmla="*/ 1379 w 2760"/>
                <a:gd name="T11" fmla="*/ 2760 h 2760"/>
                <a:gd name="T12" fmla="*/ 0 w 2760"/>
                <a:gd name="T13" fmla="*/ 1380 h 2760"/>
                <a:gd name="T14" fmla="*/ 1379 w 2760"/>
                <a:gd name="T15" fmla="*/ 0 h 2760"/>
                <a:gd name="T16" fmla="*/ 2760 w 2760"/>
                <a:gd name="T17" fmla="*/ 1380 h 2760"/>
                <a:gd name="T18" fmla="*/ 1379 w 2760"/>
                <a:gd name="T19" fmla="*/ 2760 h 2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60" h="2760">
                  <a:moveTo>
                    <a:pt x="1379" y="200"/>
                  </a:moveTo>
                  <a:cubicBezTo>
                    <a:pt x="729" y="200"/>
                    <a:pt x="199" y="729"/>
                    <a:pt x="199" y="1380"/>
                  </a:cubicBezTo>
                  <a:cubicBezTo>
                    <a:pt x="199" y="2030"/>
                    <a:pt x="729" y="2559"/>
                    <a:pt x="1379" y="2559"/>
                  </a:cubicBezTo>
                  <a:cubicBezTo>
                    <a:pt x="2030" y="2559"/>
                    <a:pt x="2559" y="2030"/>
                    <a:pt x="2559" y="1380"/>
                  </a:cubicBezTo>
                  <a:cubicBezTo>
                    <a:pt x="2559" y="729"/>
                    <a:pt x="2030" y="200"/>
                    <a:pt x="1379" y="200"/>
                  </a:cubicBezTo>
                  <a:close/>
                  <a:moveTo>
                    <a:pt x="1379" y="2760"/>
                  </a:moveTo>
                  <a:cubicBezTo>
                    <a:pt x="619" y="2760"/>
                    <a:pt x="0" y="2141"/>
                    <a:pt x="0" y="1380"/>
                  </a:cubicBezTo>
                  <a:cubicBezTo>
                    <a:pt x="0" y="619"/>
                    <a:pt x="619" y="0"/>
                    <a:pt x="1379" y="0"/>
                  </a:cubicBezTo>
                  <a:cubicBezTo>
                    <a:pt x="2141" y="0"/>
                    <a:pt x="2760" y="619"/>
                    <a:pt x="2760" y="1380"/>
                  </a:cubicBezTo>
                  <a:cubicBezTo>
                    <a:pt x="2760" y="2141"/>
                    <a:pt x="2141" y="2760"/>
                    <a:pt x="1379" y="27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673">
              <a:extLst>
                <a:ext uri="{FF2B5EF4-FFF2-40B4-BE49-F238E27FC236}">
                  <a16:creationId xmlns:a16="http://schemas.microsoft.com/office/drawing/2014/main" id="{2F0B62A5-5E32-C4A9-D07C-01C3567E54FC}"/>
                </a:ext>
              </a:extLst>
            </p:cNvPr>
            <p:cNvSpPr>
              <a:spLocks noEditPoints="1"/>
            </p:cNvSpPr>
            <p:nvPr/>
          </p:nvSpPr>
          <p:spPr bwMode="auto">
            <a:xfrm>
              <a:off x="6934200" y="946151"/>
              <a:ext cx="79375" cy="80963"/>
            </a:xfrm>
            <a:custGeom>
              <a:avLst/>
              <a:gdLst>
                <a:gd name="T0" fmla="*/ 1105 w 2208"/>
                <a:gd name="T1" fmla="*/ 201 h 2209"/>
                <a:gd name="T2" fmla="*/ 200 w 2208"/>
                <a:gd name="T3" fmla="*/ 1105 h 2209"/>
                <a:gd name="T4" fmla="*/ 1105 w 2208"/>
                <a:gd name="T5" fmla="*/ 2009 h 2209"/>
                <a:gd name="T6" fmla="*/ 2009 w 2208"/>
                <a:gd name="T7" fmla="*/ 1105 h 2209"/>
                <a:gd name="T8" fmla="*/ 1105 w 2208"/>
                <a:gd name="T9" fmla="*/ 201 h 2209"/>
                <a:gd name="T10" fmla="*/ 1105 w 2208"/>
                <a:gd name="T11" fmla="*/ 2209 h 2209"/>
                <a:gd name="T12" fmla="*/ 0 w 2208"/>
                <a:gd name="T13" fmla="*/ 1105 h 2209"/>
                <a:gd name="T14" fmla="*/ 1105 w 2208"/>
                <a:gd name="T15" fmla="*/ 0 h 2209"/>
                <a:gd name="T16" fmla="*/ 2208 w 2208"/>
                <a:gd name="T17" fmla="*/ 1105 h 2209"/>
                <a:gd name="T18" fmla="*/ 1105 w 2208"/>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8" h="2209">
                  <a:moveTo>
                    <a:pt x="1105" y="201"/>
                  </a:moveTo>
                  <a:cubicBezTo>
                    <a:pt x="605" y="201"/>
                    <a:pt x="200" y="606"/>
                    <a:pt x="200" y="1105"/>
                  </a:cubicBezTo>
                  <a:cubicBezTo>
                    <a:pt x="200" y="1603"/>
                    <a:pt x="605" y="2009"/>
                    <a:pt x="1105" y="2009"/>
                  </a:cubicBezTo>
                  <a:cubicBezTo>
                    <a:pt x="1604" y="2009"/>
                    <a:pt x="2009" y="1603"/>
                    <a:pt x="2009" y="1105"/>
                  </a:cubicBezTo>
                  <a:cubicBezTo>
                    <a:pt x="2009" y="606"/>
                    <a:pt x="1604" y="201"/>
                    <a:pt x="1105" y="201"/>
                  </a:cubicBezTo>
                  <a:close/>
                  <a:moveTo>
                    <a:pt x="1105" y="2209"/>
                  </a:moveTo>
                  <a:cubicBezTo>
                    <a:pt x="496" y="2209"/>
                    <a:pt x="0" y="1714"/>
                    <a:pt x="0" y="1105"/>
                  </a:cubicBezTo>
                  <a:cubicBezTo>
                    <a:pt x="0" y="496"/>
                    <a:pt x="496" y="0"/>
                    <a:pt x="1105" y="0"/>
                  </a:cubicBezTo>
                  <a:cubicBezTo>
                    <a:pt x="1713" y="0"/>
                    <a:pt x="2208" y="496"/>
                    <a:pt x="2208" y="1105"/>
                  </a:cubicBezTo>
                  <a:cubicBezTo>
                    <a:pt x="2208" y="1714"/>
                    <a:pt x="1713" y="2209"/>
                    <a:pt x="1105"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674">
              <a:extLst>
                <a:ext uri="{FF2B5EF4-FFF2-40B4-BE49-F238E27FC236}">
                  <a16:creationId xmlns:a16="http://schemas.microsoft.com/office/drawing/2014/main" id="{46025E5D-D842-6B02-799A-EE19AB38F012}"/>
                </a:ext>
              </a:extLst>
            </p:cNvPr>
            <p:cNvSpPr>
              <a:spLocks noEditPoints="1"/>
            </p:cNvSpPr>
            <p:nvPr/>
          </p:nvSpPr>
          <p:spPr bwMode="auto">
            <a:xfrm>
              <a:off x="7013575" y="909638"/>
              <a:ext cx="52388" cy="52388"/>
            </a:xfrm>
            <a:custGeom>
              <a:avLst/>
              <a:gdLst>
                <a:gd name="T0" fmla="*/ 723 w 1446"/>
                <a:gd name="T1" fmla="*/ 200 h 1448"/>
                <a:gd name="T2" fmla="*/ 199 w 1446"/>
                <a:gd name="T3" fmla="*/ 724 h 1448"/>
                <a:gd name="T4" fmla="*/ 723 w 1446"/>
                <a:gd name="T5" fmla="*/ 1247 h 1448"/>
                <a:gd name="T6" fmla="*/ 1247 w 1446"/>
                <a:gd name="T7" fmla="*/ 724 h 1448"/>
                <a:gd name="T8" fmla="*/ 723 w 1446"/>
                <a:gd name="T9" fmla="*/ 200 h 1448"/>
                <a:gd name="T10" fmla="*/ 723 w 1446"/>
                <a:gd name="T11" fmla="*/ 1448 h 1448"/>
                <a:gd name="T12" fmla="*/ 0 w 1446"/>
                <a:gd name="T13" fmla="*/ 724 h 1448"/>
                <a:gd name="T14" fmla="*/ 723 w 1446"/>
                <a:gd name="T15" fmla="*/ 0 h 1448"/>
                <a:gd name="T16" fmla="*/ 1446 w 1446"/>
                <a:gd name="T17" fmla="*/ 724 h 1448"/>
                <a:gd name="T18" fmla="*/ 723 w 1446"/>
                <a:gd name="T19" fmla="*/ 1448 h 1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6" h="1448">
                  <a:moveTo>
                    <a:pt x="723" y="200"/>
                  </a:moveTo>
                  <a:cubicBezTo>
                    <a:pt x="434" y="200"/>
                    <a:pt x="199" y="435"/>
                    <a:pt x="199" y="724"/>
                  </a:cubicBezTo>
                  <a:cubicBezTo>
                    <a:pt x="199" y="1013"/>
                    <a:pt x="434" y="1247"/>
                    <a:pt x="723" y="1247"/>
                  </a:cubicBezTo>
                  <a:cubicBezTo>
                    <a:pt x="1011" y="1247"/>
                    <a:pt x="1247" y="1013"/>
                    <a:pt x="1247" y="724"/>
                  </a:cubicBezTo>
                  <a:cubicBezTo>
                    <a:pt x="1247" y="435"/>
                    <a:pt x="1011" y="200"/>
                    <a:pt x="723" y="200"/>
                  </a:cubicBezTo>
                  <a:close/>
                  <a:moveTo>
                    <a:pt x="723" y="1448"/>
                  </a:moveTo>
                  <a:cubicBezTo>
                    <a:pt x="324" y="1448"/>
                    <a:pt x="0" y="1123"/>
                    <a:pt x="0" y="724"/>
                  </a:cubicBezTo>
                  <a:cubicBezTo>
                    <a:pt x="0" y="325"/>
                    <a:pt x="324" y="0"/>
                    <a:pt x="723" y="0"/>
                  </a:cubicBezTo>
                  <a:cubicBezTo>
                    <a:pt x="1122" y="0"/>
                    <a:pt x="1446" y="325"/>
                    <a:pt x="1446" y="724"/>
                  </a:cubicBezTo>
                  <a:cubicBezTo>
                    <a:pt x="1446" y="1123"/>
                    <a:pt x="1122" y="1448"/>
                    <a:pt x="723" y="14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675">
              <a:extLst>
                <a:ext uri="{FF2B5EF4-FFF2-40B4-BE49-F238E27FC236}">
                  <a16:creationId xmlns:a16="http://schemas.microsoft.com/office/drawing/2014/main" id="{13BD8606-D3F2-245A-9942-98BB24CA6F9D}"/>
                </a:ext>
              </a:extLst>
            </p:cNvPr>
            <p:cNvSpPr>
              <a:spLocks noEditPoints="1"/>
            </p:cNvSpPr>
            <p:nvPr/>
          </p:nvSpPr>
          <p:spPr bwMode="auto">
            <a:xfrm>
              <a:off x="7013575" y="798513"/>
              <a:ext cx="52388" cy="52388"/>
            </a:xfrm>
            <a:custGeom>
              <a:avLst/>
              <a:gdLst>
                <a:gd name="T0" fmla="*/ 723 w 1447"/>
                <a:gd name="T1" fmla="*/ 200 h 1447"/>
                <a:gd name="T2" fmla="*/ 200 w 1447"/>
                <a:gd name="T3" fmla="*/ 724 h 1447"/>
                <a:gd name="T4" fmla="*/ 723 w 1447"/>
                <a:gd name="T5" fmla="*/ 1248 h 1447"/>
                <a:gd name="T6" fmla="*/ 1247 w 1447"/>
                <a:gd name="T7" fmla="*/ 724 h 1447"/>
                <a:gd name="T8" fmla="*/ 723 w 1447"/>
                <a:gd name="T9" fmla="*/ 200 h 1447"/>
                <a:gd name="T10" fmla="*/ 723 w 1447"/>
                <a:gd name="T11" fmla="*/ 1447 h 1447"/>
                <a:gd name="T12" fmla="*/ 0 w 1447"/>
                <a:gd name="T13" fmla="*/ 724 h 1447"/>
                <a:gd name="T14" fmla="*/ 723 w 1447"/>
                <a:gd name="T15" fmla="*/ 0 h 1447"/>
                <a:gd name="T16" fmla="*/ 1447 w 1447"/>
                <a:gd name="T17" fmla="*/ 724 h 1447"/>
                <a:gd name="T18" fmla="*/ 723 w 1447"/>
                <a:gd name="T19"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7" h="1447">
                  <a:moveTo>
                    <a:pt x="723" y="200"/>
                  </a:moveTo>
                  <a:cubicBezTo>
                    <a:pt x="435" y="200"/>
                    <a:pt x="200" y="435"/>
                    <a:pt x="200" y="724"/>
                  </a:cubicBezTo>
                  <a:cubicBezTo>
                    <a:pt x="200" y="1012"/>
                    <a:pt x="435" y="1248"/>
                    <a:pt x="723" y="1248"/>
                  </a:cubicBezTo>
                  <a:cubicBezTo>
                    <a:pt x="1012" y="1248"/>
                    <a:pt x="1247" y="1012"/>
                    <a:pt x="1247" y="724"/>
                  </a:cubicBezTo>
                  <a:cubicBezTo>
                    <a:pt x="1247" y="435"/>
                    <a:pt x="1012" y="200"/>
                    <a:pt x="723" y="200"/>
                  </a:cubicBezTo>
                  <a:close/>
                  <a:moveTo>
                    <a:pt x="723" y="1447"/>
                  </a:moveTo>
                  <a:cubicBezTo>
                    <a:pt x="324" y="1447"/>
                    <a:pt x="0" y="1122"/>
                    <a:pt x="0" y="724"/>
                  </a:cubicBezTo>
                  <a:cubicBezTo>
                    <a:pt x="0" y="325"/>
                    <a:pt x="324" y="0"/>
                    <a:pt x="723" y="0"/>
                  </a:cubicBezTo>
                  <a:cubicBezTo>
                    <a:pt x="1122" y="0"/>
                    <a:pt x="1447" y="325"/>
                    <a:pt x="1447" y="724"/>
                  </a:cubicBezTo>
                  <a:cubicBezTo>
                    <a:pt x="1447" y="1122"/>
                    <a:pt x="1122" y="1447"/>
                    <a:pt x="723" y="1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676">
              <a:extLst>
                <a:ext uri="{FF2B5EF4-FFF2-40B4-BE49-F238E27FC236}">
                  <a16:creationId xmlns:a16="http://schemas.microsoft.com/office/drawing/2014/main" id="{849FC943-6708-9AD2-D367-276E5DE61848}"/>
                </a:ext>
              </a:extLst>
            </p:cNvPr>
            <p:cNvSpPr>
              <a:spLocks/>
            </p:cNvSpPr>
            <p:nvPr/>
          </p:nvSpPr>
          <p:spPr bwMode="auto">
            <a:xfrm>
              <a:off x="6902450" y="895351"/>
              <a:ext cx="44450" cy="28575"/>
            </a:xfrm>
            <a:custGeom>
              <a:avLst/>
              <a:gdLst>
                <a:gd name="T0" fmla="*/ 2 w 28"/>
                <a:gd name="T1" fmla="*/ 18 h 18"/>
                <a:gd name="T2" fmla="*/ 0 w 28"/>
                <a:gd name="T3" fmla="*/ 14 h 18"/>
                <a:gd name="T4" fmla="*/ 26 w 28"/>
                <a:gd name="T5" fmla="*/ 0 h 18"/>
                <a:gd name="T6" fmla="*/ 28 w 28"/>
                <a:gd name="T7" fmla="*/ 4 h 18"/>
                <a:gd name="T8" fmla="*/ 2 w 28"/>
                <a:gd name="T9" fmla="*/ 18 h 18"/>
              </a:gdLst>
              <a:ahLst/>
              <a:cxnLst>
                <a:cxn ang="0">
                  <a:pos x="T0" y="T1"/>
                </a:cxn>
                <a:cxn ang="0">
                  <a:pos x="T2" y="T3"/>
                </a:cxn>
                <a:cxn ang="0">
                  <a:pos x="T4" y="T5"/>
                </a:cxn>
                <a:cxn ang="0">
                  <a:pos x="T6" y="T7"/>
                </a:cxn>
                <a:cxn ang="0">
                  <a:pos x="T8" y="T9"/>
                </a:cxn>
              </a:cxnLst>
              <a:rect l="0" t="0" r="r" b="b"/>
              <a:pathLst>
                <a:path w="28" h="18">
                  <a:moveTo>
                    <a:pt x="2" y="18"/>
                  </a:moveTo>
                  <a:lnTo>
                    <a:pt x="0" y="14"/>
                  </a:lnTo>
                  <a:lnTo>
                    <a:pt x="26" y="0"/>
                  </a:lnTo>
                  <a:lnTo>
                    <a:pt x="28" y="4"/>
                  </a:lnTo>
                  <a:lnTo>
                    <a:pt x="2"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677">
              <a:extLst>
                <a:ext uri="{FF2B5EF4-FFF2-40B4-BE49-F238E27FC236}">
                  <a16:creationId xmlns:a16="http://schemas.microsoft.com/office/drawing/2014/main" id="{3E7F1A69-C0D2-6DFF-37F0-B530E28EB423}"/>
                </a:ext>
              </a:extLst>
            </p:cNvPr>
            <p:cNvSpPr>
              <a:spLocks/>
            </p:cNvSpPr>
            <p:nvPr/>
          </p:nvSpPr>
          <p:spPr bwMode="auto">
            <a:xfrm>
              <a:off x="6997700" y="830263"/>
              <a:ext cx="26988" cy="22225"/>
            </a:xfrm>
            <a:custGeom>
              <a:avLst/>
              <a:gdLst>
                <a:gd name="T0" fmla="*/ 2 w 17"/>
                <a:gd name="T1" fmla="*/ 14 h 14"/>
                <a:gd name="T2" fmla="*/ 0 w 17"/>
                <a:gd name="T3" fmla="*/ 10 h 14"/>
                <a:gd name="T4" fmla="*/ 14 w 17"/>
                <a:gd name="T5" fmla="*/ 0 h 14"/>
                <a:gd name="T6" fmla="*/ 17 w 17"/>
                <a:gd name="T7" fmla="*/ 3 h 14"/>
                <a:gd name="T8" fmla="*/ 2 w 17"/>
                <a:gd name="T9" fmla="*/ 14 h 14"/>
              </a:gdLst>
              <a:ahLst/>
              <a:cxnLst>
                <a:cxn ang="0">
                  <a:pos x="T0" y="T1"/>
                </a:cxn>
                <a:cxn ang="0">
                  <a:pos x="T2" y="T3"/>
                </a:cxn>
                <a:cxn ang="0">
                  <a:pos x="T4" y="T5"/>
                </a:cxn>
                <a:cxn ang="0">
                  <a:pos x="T6" y="T7"/>
                </a:cxn>
                <a:cxn ang="0">
                  <a:pos x="T8" y="T9"/>
                </a:cxn>
              </a:cxnLst>
              <a:rect l="0" t="0" r="r" b="b"/>
              <a:pathLst>
                <a:path w="17" h="14">
                  <a:moveTo>
                    <a:pt x="2" y="14"/>
                  </a:moveTo>
                  <a:lnTo>
                    <a:pt x="0" y="10"/>
                  </a:lnTo>
                  <a:lnTo>
                    <a:pt x="14" y="0"/>
                  </a:lnTo>
                  <a:lnTo>
                    <a:pt x="17" y="3"/>
                  </a:lnTo>
                  <a:lnTo>
                    <a:pt x="2"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678">
              <a:extLst>
                <a:ext uri="{FF2B5EF4-FFF2-40B4-BE49-F238E27FC236}">
                  <a16:creationId xmlns:a16="http://schemas.microsoft.com/office/drawing/2014/main" id="{855FC042-A860-3745-0489-4607A1FFB851}"/>
                </a:ext>
              </a:extLst>
            </p:cNvPr>
            <p:cNvSpPr>
              <a:spLocks/>
            </p:cNvSpPr>
            <p:nvPr/>
          </p:nvSpPr>
          <p:spPr bwMode="auto">
            <a:xfrm>
              <a:off x="6997700" y="903288"/>
              <a:ext cx="25400" cy="23813"/>
            </a:xfrm>
            <a:custGeom>
              <a:avLst/>
              <a:gdLst>
                <a:gd name="T0" fmla="*/ 13 w 16"/>
                <a:gd name="T1" fmla="*/ 15 h 15"/>
                <a:gd name="T2" fmla="*/ 0 w 16"/>
                <a:gd name="T3" fmla="*/ 3 h 15"/>
                <a:gd name="T4" fmla="*/ 3 w 16"/>
                <a:gd name="T5" fmla="*/ 0 h 15"/>
                <a:gd name="T6" fmla="*/ 16 w 16"/>
                <a:gd name="T7" fmla="*/ 12 h 15"/>
                <a:gd name="T8" fmla="*/ 13 w 16"/>
                <a:gd name="T9" fmla="*/ 15 h 15"/>
              </a:gdLst>
              <a:ahLst/>
              <a:cxnLst>
                <a:cxn ang="0">
                  <a:pos x="T0" y="T1"/>
                </a:cxn>
                <a:cxn ang="0">
                  <a:pos x="T2" y="T3"/>
                </a:cxn>
                <a:cxn ang="0">
                  <a:pos x="T4" y="T5"/>
                </a:cxn>
                <a:cxn ang="0">
                  <a:pos x="T6" y="T7"/>
                </a:cxn>
                <a:cxn ang="0">
                  <a:pos x="T8" y="T9"/>
                </a:cxn>
              </a:cxnLst>
              <a:rect l="0" t="0" r="r" b="b"/>
              <a:pathLst>
                <a:path w="16" h="15">
                  <a:moveTo>
                    <a:pt x="13" y="15"/>
                  </a:moveTo>
                  <a:lnTo>
                    <a:pt x="0" y="3"/>
                  </a:lnTo>
                  <a:lnTo>
                    <a:pt x="3" y="0"/>
                  </a:lnTo>
                  <a:lnTo>
                    <a:pt x="16" y="12"/>
                  </a:lnTo>
                  <a:lnTo>
                    <a:pt x="13"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679">
              <a:extLst>
                <a:ext uri="{FF2B5EF4-FFF2-40B4-BE49-F238E27FC236}">
                  <a16:creationId xmlns:a16="http://schemas.microsoft.com/office/drawing/2014/main" id="{B6545837-31C7-8240-4821-E20ED03A7372}"/>
                </a:ext>
              </a:extLst>
            </p:cNvPr>
            <p:cNvSpPr>
              <a:spLocks/>
            </p:cNvSpPr>
            <p:nvPr/>
          </p:nvSpPr>
          <p:spPr bwMode="auto">
            <a:xfrm>
              <a:off x="6900863" y="957263"/>
              <a:ext cx="41275" cy="25400"/>
            </a:xfrm>
            <a:custGeom>
              <a:avLst/>
              <a:gdLst>
                <a:gd name="T0" fmla="*/ 24 w 26"/>
                <a:gd name="T1" fmla="*/ 16 h 16"/>
                <a:gd name="T2" fmla="*/ 0 w 26"/>
                <a:gd name="T3" fmla="*/ 4 h 16"/>
                <a:gd name="T4" fmla="*/ 2 w 26"/>
                <a:gd name="T5" fmla="*/ 0 h 16"/>
                <a:gd name="T6" fmla="*/ 26 w 26"/>
                <a:gd name="T7" fmla="*/ 12 h 16"/>
                <a:gd name="T8" fmla="*/ 24 w 26"/>
                <a:gd name="T9" fmla="*/ 16 h 16"/>
              </a:gdLst>
              <a:ahLst/>
              <a:cxnLst>
                <a:cxn ang="0">
                  <a:pos x="T0" y="T1"/>
                </a:cxn>
                <a:cxn ang="0">
                  <a:pos x="T2" y="T3"/>
                </a:cxn>
                <a:cxn ang="0">
                  <a:pos x="T4" y="T5"/>
                </a:cxn>
                <a:cxn ang="0">
                  <a:pos x="T6" y="T7"/>
                </a:cxn>
                <a:cxn ang="0">
                  <a:pos x="T8" y="T9"/>
                </a:cxn>
              </a:cxnLst>
              <a:rect l="0" t="0" r="r" b="b"/>
              <a:pathLst>
                <a:path w="26" h="16">
                  <a:moveTo>
                    <a:pt x="24" y="16"/>
                  </a:moveTo>
                  <a:lnTo>
                    <a:pt x="0" y="4"/>
                  </a:lnTo>
                  <a:lnTo>
                    <a:pt x="2" y="0"/>
                  </a:lnTo>
                  <a:lnTo>
                    <a:pt x="26" y="12"/>
                  </a:lnTo>
                  <a:lnTo>
                    <a:pt x="24"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6" name="Oval 1">
            <a:extLst>
              <a:ext uri="{FF2B5EF4-FFF2-40B4-BE49-F238E27FC236}">
                <a16:creationId xmlns:a16="http://schemas.microsoft.com/office/drawing/2014/main" id="{0EEDC422-B9A2-D32A-8833-B49211E892DF}"/>
              </a:ext>
            </a:extLst>
          </p:cNvPr>
          <p:cNvSpPr/>
          <p:nvPr/>
        </p:nvSpPr>
        <p:spPr>
          <a:xfrm>
            <a:off x="174426" y="1523168"/>
            <a:ext cx="166095" cy="16609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7" name="TextBox 29">
            <a:extLst>
              <a:ext uri="{FF2B5EF4-FFF2-40B4-BE49-F238E27FC236}">
                <a16:creationId xmlns:a16="http://schemas.microsoft.com/office/drawing/2014/main" id="{3DAD1F35-398A-6141-3CEA-00953B827B6C}"/>
              </a:ext>
            </a:extLst>
          </p:cNvPr>
          <p:cNvSpPr txBox="1"/>
          <p:nvPr/>
        </p:nvSpPr>
        <p:spPr>
          <a:xfrm>
            <a:off x="464947" y="141395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88" name="Oval 1">
            <a:extLst>
              <a:ext uri="{FF2B5EF4-FFF2-40B4-BE49-F238E27FC236}">
                <a16:creationId xmlns:a16="http://schemas.microsoft.com/office/drawing/2014/main" id="{31EA170A-55E7-CDB3-DA07-2877138AF7F0}"/>
              </a:ext>
            </a:extLst>
          </p:cNvPr>
          <p:cNvSpPr/>
          <p:nvPr/>
        </p:nvSpPr>
        <p:spPr>
          <a:xfrm>
            <a:off x="7426700" y="1522254"/>
            <a:ext cx="166095" cy="166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9" name="TextBox 29">
            <a:extLst>
              <a:ext uri="{FF2B5EF4-FFF2-40B4-BE49-F238E27FC236}">
                <a16:creationId xmlns:a16="http://schemas.microsoft.com/office/drawing/2014/main" id="{032FE712-1494-2AB6-7924-F2813219B562}"/>
              </a:ext>
            </a:extLst>
          </p:cNvPr>
          <p:cNvSpPr txBox="1"/>
          <p:nvPr/>
        </p:nvSpPr>
        <p:spPr>
          <a:xfrm>
            <a:off x="7717221" y="1413042"/>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0" name="Oval 1">
            <a:extLst>
              <a:ext uri="{FF2B5EF4-FFF2-40B4-BE49-F238E27FC236}">
                <a16:creationId xmlns:a16="http://schemas.microsoft.com/office/drawing/2014/main" id="{F10F9193-28F7-BBB4-0B7A-12DA712A576A}"/>
              </a:ext>
            </a:extLst>
          </p:cNvPr>
          <p:cNvSpPr/>
          <p:nvPr/>
        </p:nvSpPr>
        <p:spPr>
          <a:xfrm>
            <a:off x="9387174" y="4409688"/>
            <a:ext cx="166095" cy="16609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1" name="TextBox 29">
            <a:extLst>
              <a:ext uri="{FF2B5EF4-FFF2-40B4-BE49-F238E27FC236}">
                <a16:creationId xmlns:a16="http://schemas.microsoft.com/office/drawing/2014/main" id="{782C70C3-E4F0-89E3-A6F7-52D5D7D778AF}"/>
              </a:ext>
            </a:extLst>
          </p:cNvPr>
          <p:cNvSpPr txBox="1"/>
          <p:nvPr/>
        </p:nvSpPr>
        <p:spPr>
          <a:xfrm>
            <a:off x="9677695" y="430047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2" name="Oval 1">
            <a:extLst>
              <a:ext uri="{FF2B5EF4-FFF2-40B4-BE49-F238E27FC236}">
                <a16:creationId xmlns:a16="http://schemas.microsoft.com/office/drawing/2014/main" id="{A9B959D3-8975-41A1-7B99-8112D3AC769C}"/>
              </a:ext>
            </a:extLst>
          </p:cNvPr>
          <p:cNvSpPr/>
          <p:nvPr/>
        </p:nvSpPr>
        <p:spPr>
          <a:xfrm>
            <a:off x="3534214" y="3789938"/>
            <a:ext cx="166095" cy="166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3" name="TextBox 29">
            <a:extLst>
              <a:ext uri="{FF2B5EF4-FFF2-40B4-BE49-F238E27FC236}">
                <a16:creationId xmlns:a16="http://schemas.microsoft.com/office/drawing/2014/main" id="{7B3C2B29-4D07-FFAF-51BF-A4B332C0DF64}"/>
              </a:ext>
            </a:extLst>
          </p:cNvPr>
          <p:cNvSpPr txBox="1"/>
          <p:nvPr/>
        </p:nvSpPr>
        <p:spPr>
          <a:xfrm>
            <a:off x="3824735" y="368072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4" name="Oval 1">
            <a:extLst>
              <a:ext uri="{FF2B5EF4-FFF2-40B4-BE49-F238E27FC236}">
                <a16:creationId xmlns:a16="http://schemas.microsoft.com/office/drawing/2014/main" id="{167F7D44-E9E9-B0EC-3187-EC8998EAD202}"/>
              </a:ext>
            </a:extLst>
          </p:cNvPr>
          <p:cNvSpPr/>
          <p:nvPr/>
        </p:nvSpPr>
        <p:spPr>
          <a:xfrm>
            <a:off x="1176266" y="5590533"/>
            <a:ext cx="166095" cy="166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5" name="TextBox 29">
            <a:extLst>
              <a:ext uri="{FF2B5EF4-FFF2-40B4-BE49-F238E27FC236}">
                <a16:creationId xmlns:a16="http://schemas.microsoft.com/office/drawing/2014/main" id="{C95669D7-F2D1-BC12-3878-FA43E7B08663}"/>
              </a:ext>
            </a:extLst>
          </p:cNvPr>
          <p:cNvSpPr txBox="1"/>
          <p:nvPr/>
        </p:nvSpPr>
        <p:spPr>
          <a:xfrm>
            <a:off x="1466787" y="5481321"/>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grpSp>
        <p:nvGrpSpPr>
          <p:cNvPr id="96" name="Accounting2" descr="{&quot;Key&quot;:&quot;POWER_USER_SHAPE_ICON&quot;,&quot;Value&quot;:&quot;POWER_USER_SHAPE_ICON_STYLE_1&quot;}">
            <a:extLst>
              <a:ext uri="{FF2B5EF4-FFF2-40B4-BE49-F238E27FC236}">
                <a16:creationId xmlns:a16="http://schemas.microsoft.com/office/drawing/2014/main" id="{F614A4C8-067C-B7DD-943A-2FBEF0FF8602}"/>
              </a:ext>
            </a:extLst>
          </p:cNvPr>
          <p:cNvGrpSpPr>
            <a:grpSpLocks noChangeAspect="1"/>
          </p:cNvGrpSpPr>
          <p:nvPr/>
        </p:nvGrpSpPr>
        <p:grpSpPr>
          <a:xfrm>
            <a:off x="10151763" y="3053331"/>
            <a:ext cx="544363" cy="441599"/>
            <a:chOff x="3374106" y="6005512"/>
            <a:chExt cx="668627" cy="542405"/>
          </a:xfrm>
          <a:solidFill>
            <a:srgbClr val="FFFFFF"/>
          </a:solidFill>
        </p:grpSpPr>
        <p:sp>
          <p:nvSpPr>
            <p:cNvPr id="97" name="Free-form: Shape 96">
              <a:extLst>
                <a:ext uri="{FF2B5EF4-FFF2-40B4-BE49-F238E27FC236}">
                  <a16:creationId xmlns:a16="http://schemas.microsoft.com/office/drawing/2014/main" id="{BB9DD1A3-5D7A-245B-DAAD-6AEB60BB0414}"/>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B16352C5-2DF9-AF44-4C7A-EAB130B4A17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C30E2A3F-7FB8-0253-CC02-ECF829C518FE}"/>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417D90EA-D15E-0BF2-BD83-531D968D2F9F}"/>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10445DDF-3BB9-F739-791F-E58D21883D0F}"/>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5E80405-B01C-5D7D-C466-78A347CC8F99}"/>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03" name="Air_hostess" descr="{&quot;Key&quot;:&quot;POWER_USER_SHAPE_ICON&quot;,&quot;Value&quot;:&quot;POWER_USER_SHAPE_ICON_STYLE_1&quot;}">
            <a:extLst>
              <a:ext uri="{FF2B5EF4-FFF2-40B4-BE49-F238E27FC236}">
                <a16:creationId xmlns:a16="http://schemas.microsoft.com/office/drawing/2014/main" id="{EA9FF6F7-CDBA-AD70-40E4-656AE37892DC}"/>
              </a:ext>
            </a:extLst>
          </p:cNvPr>
          <p:cNvGrpSpPr>
            <a:grpSpLocks noChangeAspect="1"/>
          </p:cNvGrpSpPr>
          <p:nvPr/>
        </p:nvGrpSpPr>
        <p:grpSpPr>
          <a:xfrm>
            <a:off x="6670210" y="1835026"/>
            <a:ext cx="365138" cy="441599"/>
            <a:chOff x="7264401" y="4197351"/>
            <a:chExt cx="371475" cy="449263"/>
          </a:xfrm>
          <a:solidFill>
            <a:srgbClr val="FFFFFF"/>
          </a:solidFill>
        </p:grpSpPr>
        <p:sp>
          <p:nvSpPr>
            <p:cNvPr id="104" name="Freeform 618">
              <a:extLst>
                <a:ext uri="{FF2B5EF4-FFF2-40B4-BE49-F238E27FC236}">
                  <a16:creationId xmlns:a16="http://schemas.microsoft.com/office/drawing/2014/main" id="{A7770EF8-337B-3608-09F4-DC7975B602F1}"/>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619">
              <a:extLst>
                <a:ext uri="{FF2B5EF4-FFF2-40B4-BE49-F238E27FC236}">
                  <a16:creationId xmlns:a16="http://schemas.microsoft.com/office/drawing/2014/main" id="{4F63EAA0-E821-87B0-4944-ACA03E1ABAE0}"/>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620">
              <a:extLst>
                <a:ext uri="{FF2B5EF4-FFF2-40B4-BE49-F238E27FC236}">
                  <a16:creationId xmlns:a16="http://schemas.microsoft.com/office/drawing/2014/main" id="{37652EC4-4F96-8708-F9CE-FE1A5E3A561F}"/>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Freeform 621">
              <a:extLst>
                <a:ext uri="{FF2B5EF4-FFF2-40B4-BE49-F238E27FC236}">
                  <a16:creationId xmlns:a16="http://schemas.microsoft.com/office/drawing/2014/main" id="{C14B4133-5DF0-1800-15EB-E2567A98BFB2}"/>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622">
              <a:extLst>
                <a:ext uri="{FF2B5EF4-FFF2-40B4-BE49-F238E27FC236}">
                  <a16:creationId xmlns:a16="http://schemas.microsoft.com/office/drawing/2014/main" id="{6BB64E55-930D-B557-EC38-113C164F4492}"/>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623">
              <a:extLst>
                <a:ext uri="{FF2B5EF4-FFF2-40B4-BE49-F238E27FC236}">
                  <a16:creationId xmlns:a16="http://schemas.microsoft.com/office/drawing/2014/main" id="{79AB54A3-4D58-853D-392A-05E968592AD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Rectangle 624">
              <a:extLst>
                <a:ext uri="{FF2B5EF4-FFF2-40B4-BE49-F238E27FC236}">
                  <a16:creationId xmlns:a16="http://schemas.microsoft.com/office/drawing/2014/main" id="{7788D3B9-346C-BBF8-1EDB-44501290335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Rectangle 625">
              <a:extLst>
                <a:ext uri="{FF2B5EF4-FFF2-40B4-BE49-F238E27FC236}">
                  <a16:creationId xmlns:a16="http://schemas.microsoft.com/office/drawing/2014/main" id="{F6977C9C-68E4-6001-1805-FC61B4267F7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626">
              <a:extLst>
                <a:ext uri="{FF2B5EF4-FFF2-40B4-BE49-F238E27FC236}">
                  <a16:creationId xmlns:a16="http://schemas.microsoft.com/office/drawing/2014/main" id="{94B6FCF2-AE6D-F0CE-5A27-F1279D4D9201}"/>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627">
              <a:extLst>
                <a:ext uri="{FF2B5EF4-FFF2-40B4-BE49-F238E27FC236}">
                  <a16:creationId xmlns:a16="http://schemas.microsoft.com/office/drawing/2014/main" id="{B7DA715E-8309-E6AC-25DE-CDA4CEAD0927}"/>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628">
              <a:extLst>
                <a:ext uri="{FF2B5EF4-FFF2-40B4-BE49-F238E27FC236}">
                  <a16:creationId xmlns:a16="http://schemas.microsoft.com/office/drawing/2014/main" id="{2CFDEE48-9E9E-1D9E-B1B6-10327728048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Rectangle 629">
              <a:extLst>
                <a:ext uri="{FF2B5EF4-FFF2-40B4-BE49-F238E27FC236}">
                  <a16:creationId xmlns:a16="http://schemas.microsoft.com/office/drawing/2014/main" id="{888E8207-F2A4-17DD-2EC9-FF3DB08756FC}"/>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16" name="Plane8" descr="{&quot;Key&quot;:&quot;POWER_USER_SHAPE_ICON&quot;,&quot;Value&quot;:&quot;POWER_USER_SHAPE_ICON_STYLE_1&quot;}">
            <a:extLst>
              <a:ext uri="{FF2B5EF4-FFF2-40B4-BE49-F238E27FC236}">
                <a16:creationId xmlns:a16="http://schemas.microsoft.com/office/drawing/2014/main" id="{6F3793B6-C0E9-86B2-46A4-061B0B35FC5F}"/>
              </a:ext>
            </a:extLst>
          </p:cNvPr>
          <p:cNvSpPr>
            <a:spLocks noChangeAspect="1"/>
          </p:cNvSpPr>
          <p:nvPr/>
        </p:nvSpPr>
        <p:spPr>
          <a:xfrm>
            <a:off x="1371297" y="4306798"/>
            <a:ext cx="572399" cy="362585"/>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extLst>
      <p:ext uri="{BB962C8B-B14F-4D97-AF65-F5344CB8AC3E}">
        <p14:creationId xmlns:p14="http://schemas.microsoft.com/office/powerpoint/2010/main" val="2861960170"/>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F5EE1-13CA-5052-620B-797423B69F5E}"/>
              </a:ext>
            </a:extLst>
          </p:cNvPr>
          <p:cNvSpPr>
            <a:spLocks noGrp="1"/>
          </p:cNvSpPr>
          <p:nvPr>
            <p:ph type="title"/>
          </p:nvPr>
        </p:nvSpPr>
        <p:spPr>
          <a:xfrm>
            <a:off x="214184" y="13663"/>
            <a:ext cx="9728886" cy="678316"/>
          </a:xfrm>
        </p:spPr>
        <p:txBody>
          <a:bodyPr>
            <a:normAutofit/>
          </a:bodyPr>
          <a:lstStyle/>
          <a:p>
            <a:r>
              <a:rPr lang="en-US" dirty="0"/>
              <a:t>Roadmap 13</a:t>
            </a:r>
          </a:p>
        </p:txBody>
      </p:sp>
      <p:sp>
        <p:nvSpPr>
          <p:cNvPr id="3" name="Freeform 329">
            <a:extLst>
              <a:ext uri="{FF2B5EF4-FFF2-40B4-BE49-F238E27FC236}">
                <a16:creationId xmlns:a16="http://schemas.microsoft.com/office/drawing/2014/main" id="{85B7C0AB-1015-AEAD-E1E5-00E0AF1C6D78}"/>
              </a:ext>
            </a:extLst>
          </p:cNvPr>
          <p:cNvSpPr>
            <a:spLocks noChangeArrowheads="1"/>
          </p:cNvSpPr>
          <p:nvPr/>
        </p:nvSpPr>
        <p:spPr bwMode="auto">
          <a:xfrm flipV="1">
            <a:off x="0" y="2565399"/>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762000" cap="flat">
            <a:solidFill>
              <a:schemeClr val="bg1">
                <a:lumMod val="8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4" name="Freeform 329">
            <a:extLst>
              <a:ext uri="{FF2B5EF4-FFF2-40B4-BE49-F238E27FC236}">
                <a16:creationId xmlns:a16="http://schemas.microsoft.com/office/drawing/2014/main" id="{C361CCCC-4AFA-9F8B-DEDB-74ECB09AD0BD}"/>
              </a:ext>
            </a:extLst>
          </p:cNvPr>
          <p:cNvSpPr>
            <a:spLocks noChangeArrowheads="1"/>
          </p:cNvSpPr>
          <p:nvPr/>
        </p:nvSpPr>
        <p:spPr bwMode="auto">
          <a:xfrm flipV="1">
            <a:off x="0" y="2541221"/>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38100" cap="flat">
            <a:solidFill>
              <a:schemeClr val="bg1"/>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5" name="TextBox 74">
            <a:extLst>
              <a:ext uri="{FF2B5EF4-FFF2-40B4-BE49-F238E27FC236}">
                <a16:creationId xmlns:a16="http://schemas.microsoft.com/office/drawing/2014/main" id="{0C9487DF-6D8D-E1B6-EAAA-1DF612C19A50}"/>
              </a:ext>
            </a:extLst>
          </p:cNvPr>
          <p:cNvSpPr txBox="1"/>
          <p:nvPr/>
        </p:nvSpPr>
        <p:spPr>
          <a:xfrm>
            <a:off x="143184" y="3051099"/>
            <a:ext cx="1863371" cy="828312"/>
          </a:xfrm>
          <a:prstGeom prst="roundRect">
            <a:avLst>
              <a:gd name="adj" fmla="val 7929"/>
            </a:avLst>
          </a:prstGeom>
          <a:noFill/>
          <a:ln>
            <a:solidFill>
              <a:schemeClr val="accent1"/>
            </a:solidFill>
          </a:ln>
        </p:spPr>
        <p:txBody>
          <a:bodyPr wrap="square" rtlCol="0">
            <a:spAutoFit/>
          </a:bodyPr>
          <a:lstStyle/>
          <a:p>
            <a:pPr algn="ctr">
              <a:lnSpc>
                <a:spcPts val="1930"/>
              </a:lnSpc>
            </a:pPr>
            <a:r>
              <a:rPr lang="en-US" sz="1400" b="1" dirty="0">
                <a:solidFill>
                  <a:schemeClr val="accent1"/>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cxnSp>
        <p:nvCxnSpPr>
          <p:cNvPr id="6" name="Straight Connector 55">
            <a:extLst>
              <a:ext uri="{FF2B5EF4-FFF2-40B4-BE49-F238E27FC236}">
                <a16:creationId xmlns:a16="http://schemas.microsoft.com/office/drawing/2014/main" id="{DE5F87C3-321A-3478-0876-AE0A6092725A}"/>
              </a:ext>
            </a:extLst>
          </p:cNvPr>
          <p:cNvCxnSpPr>
            <a:cxnSpLocks/>
          </p:cNvCxnSpPr>
          <p:nvPr/>
        </p:nvCxnSpPr>
        <p:spPr>
          <a:xfrm>
            <a:off x="9790869" y="208312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7" name="Diamond 56">
            <a:extLst>
              <a:ext uri="{FF2B5EF4-FFF2-40B4-BE49-F238E27FC236}">
                <a16:creationId xmlns:a16="http://schemas.microsoft.com/office/drawing/2014/main" id="{34D12772-7D60-6EE5-3BF5-392149DA0603}"/>
              </a:ext>
            </a:extLst>
          </p:cNvPr>
          <p:cNvSpPr/>
          <p:nvPr/>
        </p:nvSpPr>
        <p:spPr>
          <a:xfrm>
            <a:off x="9359583" y="1329846"/>
            <a:ext cx="862571" cy="862571"/>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t>04</a:t>
            </a:r>
          </a:p>
        </p:txBody>
      </p:sp>
      <p:cxnSp>
        <p:nvCxnSpPr>
          <p:cNvPr id="8" name="Straight Connector 55">
            <a:extLst>
              <a:ext uri="{FF2B5EF4-FFF2-40B4-BE49-F238E27FC236}">
                <a16:creationId xmlns:a16="http://schemas.microsoft.com/office/drawing/2014/main" id="{BAAFB23E-7E9F-3E96-3575-EC6CC8B8604A}"/>
              </a:ext>
            </a:extLst>
          </p:cNvPr>
          <p:cNvCxnSpPr>
            <a:cxnSpLocks/>
          </p:cNvCxnSpPr>
          <p:nvPr/>
        </p:nvCxnSpPr>
        <p:spPr>
          <a:xfrm>
            <a:off x="7389738" y="2836412"/>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9" name="Diamond 56">
            <a:extLst>
              <a:ext uri="{FF2B5EF4-FFF2-40B4-BE49-F238E27FC236}">
                <a16:creationId xmlns:a16="http://schemas.microsoft.com/office/drawing/2014/main" id="{07CFF481-2053-1862-4D09-9CE82D3D9F01}"/>
              </a:ext>
            </a:extLst>
          </p:cNvPr>
          <p:cNvSpPr/>
          <p:nvPr/>
        </p:nvSpPr>
        <p:spPr>
          <a:xfrm>
            <a:off x="6958452" y="2083129"/>
            <a:ext cx="862571" cy="862571"/>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03</a:t>
            </a:r>
          </a:p>
        </p:txBody>
      </p:sp>
      <p:cxnSp>
        <p:nvCxnSpPr>
          <p:cNvPr id="10" name="Straight Connector 55">
            <a:extLst>
              <a:ext uri="{FF2B5EF4-FFF2-40B4-BE49-F238E27FC236}">
                <a16:creationId xmlns:a16="http://schemas.microsoft.com/office/drawing/2014/main" id="{8149B48F-8EB7-22E9-49EA-BA5E75631CFA}"/>
              </a:ext>
            </a:extLst>
          </p:cNvPr>
          <p:cNvCxnSpPr>
            <a:cxnSpLocks/>
          </p:cNvCxnSpPr>
          <p:nvPr/>
        </p:nvCxnSpPr>
        <p:spPr>
          <a:xfrm>
            <a:off x="4895317" y="3590966"/>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1" name="Diamond 56">
            <a:extLst>
              <a:ext uri="{FF2B5EF4-FFF2-40B4-BE49-F238E27FC236}">
                <a16:creationId xmlns:a16="http://schemas.microsoft.com/office/drawing/2014/main" id="{82185FF6-DB42-C016-8F4D-431B5CECD5F9}"/>
              </a:ext>
            </a:extLst>
          </p:cNvPr>
          <p:cNvSpPr/>
          <p:nvPr/>
        </p:nvSpPr>
        <p:spPr>
          <a:xfrm>
            <a:off x="4464031" y="2837683"/>
            <a:ext cx="862571" cy="862571"/>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02</a:t>
            </a:r>
          </a:p>
        </p:txBody>
      </p:sp>
      <p:cxnSp>
        <p:nvCxnSpPr>
          <p:cNvPr id="12" name="Straight Connector 55">
            <a:extLst>
              <a:ext uri="{FF2B5EF4-FFF2-40B4-BE49-F238E27FC236}">
                <a16:creationId xmlns:a16="http://schemas.microsoft.com/office/drawing/2014/main" id="{BFA8649C-27ED-DF05-0E6C-F35FE54322E1}"/>
              </a:ext>
            </a:extLst>
          </p:cNvPr>
          <p:cNvCxnSpPr>
            <a:cxnSpLocks/>
          </p:cNvCxnSpPr>
          <p:nvPr/>
        </p:nvCxnSpPr>
        <p:spPr>
          <a:xfrm>
            <a:off x="2489774" y="434424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3" name="TextBox 74">
            <a:extLst>
              <a:ext uri="{FF2B5EF4-FFF2-40B4-BE49-F238E27FC236}">
                <a16:creationId xmlns:a16="http://schemas.microsoft.com/office/drawing/2014/main" id="{AC341AD6-7D81-682A-B40E-D3141FEC6C72}"/>
              </a:ext>
            </a:extLst>
          </p:cNvPr>
          <p:cNvSpPr txBox="1"/>
          <p:nvPr/>
        </p:nvSpPr>
        <p:spPr>
          <a:xfrm>
            <a:off x="2524740" y="2213729"/>
            <a:ext cx="1863371" cy="828312"/>
          </a:xfrm>
          <a:prstGeom prst="roundRect">
            <a:avLst>
              <a:gd name="adj" fmla="val 7929"/>
            </a:avLst>
          </a:prstGeom>
          <a:noFill/>
          <a:ln>
            <a:solidFill>
              <a:schemeClr val="accent2"/>
            </a:solidFill>
          </a:ln>
        </p:spPr>
        <p:txBody>
          <a:bodyPr wrap="square" rtlCol="0">
            <a:spAutoFit/>
          </a:bodyPr>
          <a:lstStyle/>
          <a:p>
            <a:pPr algn="ctr">
              <a:lnSpc>
                <a:spcPts val="1930"/>
              </a:lnSpc>
            </a:pPr>
            <a:r>
              <a:rPr lang="en-US" sz="1400" b="1" dirty="0">
                <a:solidFill>
                  <a:schemeClr val="accent2"/>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4" name="TextBox 74">
            <a:extLst>
              <a:ext uri="{FF2B5EF4-FFF2-40B4-BE49-F238E27FC236}">
                <a16:creationId xmlns:a16="http://schemas.microsoft.com/office/drawing/2014/main" id="{A93F32A8-E41E-CFF1-B329-2CB37B0AFA62}"/>
              </a:ext>
            </a:extLst>
          </p:cNvPr>
          <p:cNvSpPr txBox="1"/>
          <p:nvPr/>
        </p:nvSpPr>
        <p:spPr>
          <a:xfrm>
            <a:off x="7821023" y="3871067"/>
            <a:ext cx="1863371" cy="828312"/>
          </a:xfrm>
          <a:prstGeom prst="roundRect">
            <a:avLst>
              <a:gd name="adj" fmla="val 7929"/>
            </a:avLst>
          </a:prstGeom>
          <a:noFill/>
          <a:ln>
            <a:solidFill>
              <a:schemeClr val="accent3"/>
            </a:solidFill>
          </a:ln>
        </p:spPr>
        <p:txBody>
          <a:bodyPr wrap="square" rtlCol="0">
            <a:spAutoFit/>
          </a:bodyPr>
          <a:lstStyle/>
          <a:p>
            <a:pPr algn="ctr">
              <a:lnSpc>
                <a:spcPts val="1930"/>
              </a:lnSpc>
            </a:pPr>
            <a:r>
              <a:rPr lang="en-US" sz="1400" b="1" dirty="0">
                <a:solidFill>
                  <a:schemeClr val="accent3"/>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5" name="TextBox 74">
            <a:extLst>
              <a:ext uri="{FF2B5EF4-FFF2-40B4-BE49-F238E27FC236}">
                <a16:creationId xmlns:a16="http://schemas.microsoft.com/office/drawing/2014/main" id="{50E944E2-F481-4812-B2A5-183AE11FF37A}"/>
              </a:ext>
            </a:extLst>
          </p:cNvPr>
          <p:cNvSpPr txBox="1"/>
          <p:nvPr/>
        </p:nvSpPr>
        <p:spPr>
          <a:xfrm>
            <a:off x="10222154" y="3074502"/>
            <a:ext cx="1863371" cy="828312"/>
          </a:xfrm>
          <a:prstGeom prst="roundRect">
            <a:avLst>
              <a:gd name="adj" fmla="val 7929"/>
            </a:avLst>
          </a:prstGeom>
          <a:noFill/>
          <a:ln>
            <a:solidFill>
              <a:schemeClr val="accent4"/>
            </a:solidFill>
          </a:ln>
        </p:spPr>
        <p:txBody>
          <a:bodyPr wrap="square" rtlCol="0">
            <a:spAutoFit/>
          </a:bodyPr>
          <a:lstStyle/>
          <a:p>
            <a:pPr algn="ctr">
              <a:lnSpc>
                <a:spcPts val="1930"/>
              </a:lnSpc>
            </a:pPr>
            <a:r>
              <a:rPr lang="en-US" sz="1400" b="1" dirty="0">
                <a:solidFill>
                  <a:schemeClr val="accent4"/>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6" name="Diamond 56">
            <a:extLst>
              <a:ext uri="{FF2B5EF4-FFF2-40B4-BE49-F238E27FC236}">
                <a16:creationId xmlns:a16="http://schemas.microsoft.com/office/drawing/2014/main" id="{625E010E-D7DB-7062-4F8C-FFF7CAB30B64}"/>
              </a:ext>
            </a:extLst>
          </p:cNvPr>
          <p:cNvSpPr/>
          <p:nvPr/>
        </p:nvSpPr>
        <p:spPr>
          <a:xfrm>
            <a:off x="4533376" y="2910315"/>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18" name="Diamond 56">
            <a:extLst>
              <a:ext uri="{FF2B5EF4-FFF2-40B4-BE49-F238E27FC236}">
                <a16:creationId xmlns:a16="http://schemas.microsoft.com/office/drawing/2014/main" id="{5DAD2553-6B1D-8E80-BCB8-323D5715C2A6}"/>
              </a:ext>
            </a:extLst>
          </p:cNvPr>
          <p:cNvSpPr/>
          <p:nvPr/>
        </p:nvSpPr>
        <p:spPr>
          <a:xfrm>
            <a:off x="2058488" y="3590966"/>
            <a:ext cx="862571" cy="862571"/>
          </a:xfrm>
          <a:prstGeom prst="diamond">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01</a:t>
            </a:r>
          </a:p>
        </p:txBody>
      </p:sp>
      <p:sp>
        <p:nvSpPr>
          <p:cNvPr id="19" name="Diamond 56">
            <a:extLst>
              <a:ext uri="{FF2B5EF4-FFF2-40B4-BE49-F238E27FC236}">
                <a16:creationId xmlns:a16="http://schemas.microsoft.com/office/drawing/2014/main" id="{69519F71-7484-9EAB-B149-F8FB4E6FFF45}"/>
              </a:ext>
            </a:extLst>
          </p:cNvPr>
          <p:cNvSpPr/>
          <p:nvPr/>
        </p:nvSpPr>
        <p:spPr>
          <a:xfrm>
            <a:off x="2131120" y="3663598"/>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0" name="Diamond 56">
            <a:extLst>
              <a:ext uri="{FF2B5EF4-FFF2-40B4-BE49-F238E27FC236}">
                <a16:creationId xmlns:a16="http://schemas.microsoft.com/office/drawing/2014/main" id="{A12B37E2-32E8-F56D-52B9-BD0ABB70A04A}"/>
              </a:ext>
            </a:extLst>
          </p:cNvPr>
          <p:cNvSpPr/>
          <p:nvPr/>
        </p:nvSpPr>
        <p:spPr>
          <a:xfrm>
            <a:off x="7031084" y="2155761"/>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1" name="Diamond 56">
            <a:extLst>
              <a:ext uri="{FF2B5EF4-FFF2-40B4-BE49-F238E27FC236}">
                <a16:creationId xmlns:a16="http://schemas.microsoft.com/office/drawing/2014/main" id="{4F619292-0BD8-7A63-7F37-203A753CFFAA}"/>
              </a:ext>
            </a:extLst>
          </p:cNvPr>
          <p:cNvSpPr/>
          <p:nvPr/>
        </p:nvSpPr>
        <p:spPr>
          <a:xfrm>
            <a:off x="9432215" y="1392204"/>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rgbClr val="FFFFFF"/>
              </a:solidFill>
            </a:endParaRPr>
          </a:p>
        </p:txBody>
      </p:sp>
    </p:spTree>
    <p:extLst>
      <p:ext uri="{BB962C8B-B14F-4D97-AF65-F5344CB8AC3E}">
        <p14:creationId xmlns:p14="http://schemas.microsoft.com/office/powerpoint/2010/main" val="1475772899"/>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a:normAutofit/>
          </a:bodyPr>
          <a:lstStyle/>
          <a:p>
            <a:r>
              <a:rPr lang="en-US" dirty="0"/>
              <a:t>Rocket 1</a:t>
            </a:r>
          </a:p>
        </p:txBody>
      </p:sp>
      <p:grpSp>
        <p:nvGrpSpPr>
          <p:cNvPr id="8" name="Group 7"/>
          <p:cNvGrpSpPr>
            <a:grpSpLocks noChangeAspect="1"/>
          </p:cNvGrpSpPr>
          <p:nvPr/>
        </p:nvGrpSpPr>
        <p:grpSpPr>
          <a:xfrm>
            <a:off x="5047874" y="1278068"/>
            <a:ext cx="2096253" cy="4989445"/>
            <a:chOff x="4961614" y="1062050"/>
            <a:chExt cx="2305878" cy="5488390"/>
          </a:xfrm>
        </p:grpSpPr>
        <p:sp>
          <p:nvSpPr>
            <p:cNvPr id="9" name="Rectangle 8"/>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Freeform 9"/>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Freeform 10"/>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 name="Freeform 11"/>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 name="Freeform 12"/>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 name="Chord 13"/>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6" name="Group 15"/>
            <p:cNvGrpSpPr/>
            <p:nvPr/>
          </p:nvGrpSpPr>
          <p:grpSpPr>
            <a:xfrm>
              <a:off x="5722398" y="4933772"/>
              <a:ext cx="747203" cy="1616668"/>
              <a:chOff x="5722398" y="4933772"/>
              <a:chExt cx="747203" cy="1616668"/>
            </a:xfrm>
          </p:grpSpPr>
          <p:sp>
            <p:nvSpPr>
              <p:cNvPr id="17" name="Freeform 16"/>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Freeform 17"/>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 name="Oval 14"/>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5" name="TextBox 24"/>
          <p:cNvSpPr txBox="1"/>
          <p:nvPr/>
        </p:nvSpPr>
        <p:spPr>
          <a:xfrm>
            <a:off x="834593" y="2051113"/>
            <a:ext cx="3971916" cy="1077218"/>
          </a:xfrm>
          <a:prstGeom prst="rect">
            <a:avLst/>
          </a:prstGeom>
          <a:noFill/>
        </p:spPr>
        <p:txBody>
          <a:bodyPr wrap="square" rtlCol="0">
            <a:spAutoFit/>
          </a:bodyPr>
          <a:lstStyle/>
          <a:p>
            <a:pPr>
              <a:defRPr/>
            </a:pPr>
            <a:r>
              <a:rPr kumimoji="0" lang="en-US" sz="1600" b="1" i="0" u="none" strike="noStrike" kern="0" cap="none" spc="0" normalizeH="0" baseline="0" noProof="0" dirty="0">
                <a:ln>
                  <a:noFill/>
                </a:ln>
                <a:solidFill>
                  <a:schemeClr val="accent1"/>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0" name="TextBox 29"/>
          <p:cNvSpPr txBox="1"/>
          <p:nvPr/>
        </p:nvSpPr>
        <p:spPr>
          <a:xfrm>
            <a:off x="7385490" y="2051113"/>
            <a:ext cx="3971916" cy="1077218"/>
          </a:xfrm>
          <a:prstGeom prst="rect">
            <a:avLst/>
          </a:prstGeom>
          <a:noFill/>
        </p:spPr>
        <p:txBody>
          <a:bodyPr wrap="square" rtlCol="0">
            <a:spAutoFit/>
          </a:bodyPr>
          <a:lstStyle/>
          <a:p>
            <a:pPr algn="r">
              <a:defRPr/>
            </a:pPr>
            <a:r>
              <a:rPr kumimoji="0" lang="en-US" sz="1600" b="1" i="0" u="none" strike="noStrike" kern="0" cap="none" spc="0" normalizeH="0" baseline="0" noProof="0" dirty="0">
                <a:ln>
                  <a:noFill/>
                </a:ln>
                <a:solidFill>
                  <a:schemeClr val="accent2"/>
                </a:solidFill>
                <a:effectLst/>
                <a:uLnTx/>
                <a:uFillTx/>
              </a:rPr>
              <a:t>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7385490" y="4246655"/>
            <a:ext cx="3971916" cy="1077218"/>
          </a:xfrm>
          <a:prstGeom prst="rect">
            <a:avLst/>
          </a:prstGeom>
          <a:noFill/>
        </p:spPr>
        <p:txBody>
          <a:bodyPr wrap="square" rtlCol="0">
            <a:spAutoFit/>
          </a:bodyPr>
          <a:lstStyle/>
          <a:p>
            <a:pPr algn="r">
              <a:defRPr/>
            </a:pPr>
            <a:r>
              <a:rPr kumimoji="0" lang="en-US" sz="1600" b="1" i="0" u="none" strike="noStrike" kern="0" cap="none" spc="0" normalizeH="0" baseline="0" noProof="0" dirty="0">
                <a:ln>
                  <a:noFill/>
                </a:ln>
                <a:solidFill>
                  <a:schemeClr val="accent3"/>
                </a:solidFill>
                <a:effectLst/>
                <a:uLnTx/>
                <a:uFillTx/>
              </a:rPr>
              <a:t>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4" name="TextBox 33"/>
          <p:cNvSpPr txBox="1"/>
          <p:nvPr/>
        </p:nvSpPr>
        <p:spPr>
          <a:xfrm>
            <a:off x="834593" y="4246655"/>
            <a:ext cx="3971916" cy="1077218"/>
          </a:xfrm>
          <a:prstGeom prst="rect">
            <a:avLst/>
          </a:prstGeom>
          <a:noFill/>
        </p:spPr>
        <p:txBody>
          <a:bodyPr wrap="square" rtlCol="0">
            <a:spAutoFit/>
          </a:bodyPr>
          <a:lstStyle/>
          <a:p>
            <a:pPr>
              <a:defRPr/>
            </a:pPr>
            <a:r>
              <a:rPr kumimoji="0" lang="en-US" sz="1600" b="1" i="0" u="none" strike="noStrike" kern="0" cap="none" spc="0" normalizeH="0" baseline="0" noProof="0" dirty="0">
                <a:ln>
                  <a:noFill/>
                </a:ln>
                <a:solidFill>
                  <a:schemeClr val="accent4"/>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1263609025"/>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a:normAutofit/>
          </a:bodyPr>
          <a:lstStyle/>
          <a:p>
            <a:r>
              <a:rPr lang="en-US" dirty="0"/>
              <a:t>Rocket 2</a:t>
            </a:r>
          </a:p>
        </p:txBody>
      </p:sp>
      <p:sp>
        <p:nvSpPr>
          <p:cNvPr id="31" name="TextBox 30"/>
          <p:cNvSpPr txBox="1"/>
          <p:nvPr/>
        </p:nvSpPr>
        <p:spPr>
          <a:xfrm>
            <a:off x="1711667" y="1401723"/>
            <a:ext cx="4196909" cy="369332"/>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rPr>
              <a:t>Lorem ipsum</a:t>
            </a:r>
          </a:p>
        </p:txBody>
      </p:sp>
      <p:sp>
        <p:nvSpPr>
          <p:cNvPr id="32" name="TextBox 31"/>
          <p:cNvSpPr txBox="1"/>
          <p:nvPr/>
        </p:nvSpPr>
        <p:spPr>
          <a:xfrm>
            <a:off x="1711668" y="1790296"/>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33" name="TextBox 32"/>
          <p:cNvSpPr txBox="1"/>
          <p:nvPr/>
        </p:nvSpPr>
        <p:spPr>
          <a:xfrm>
            <a:off x="1711667" y="3735067"/>
            <a:ext cx="4196909" cy="369332"/>
          </a:xfrm>
          <a:prstGeom prst="rect">
            <a:avLst/>
          </a:prstGeom>
          <a:noFill/>
        </p:spPr>
        <p:txBody>
          <a:bodyPr wrap="square" rtlCol="0" anchor="ctr">
            <a:spAutoFit/>
          </a:bodyPr>
          <a:lstStyle/>
          <a:p>
            <a:pPr>
              <a:defRPr/>
            </a:pPr>
            <a:r>
              <a:rPr lang="en-US" b="1" kern="0" dirty="0">
                <a:solidFill>
                  <a:schemeClr val="accent3"/>
                </a:solidFill>
              </a:rPr>
              <a:t>Lorem ipsum</a:t>
            </a:r>
          </a:p>
        </p:txBody>
      </p:sp>
      <p:grpSp>
        <p:nvGrpSpPr>
          <p:cNvPr id="68" name="Group 67">
            <a:extLst>
              <a:ext uri="{FF2B5EF4-FFF2-40B4-BE49-F238E27FC236}">
                <a16:creationId xmlns:a16="http://schemas.microsoft.com/office/drawing/2014/main" id="{6FCC9F1F-0F34-463B-946C-C8F6C9051DBA}"/>
              </a:ext>
            </a:extLst>
          </p:cNvPr>
          <p:cNvGrpSpPr/>
          <p:nvPr/>
        </p:nvGrpSpPr>
        <p:grpSpPr>
          <a:xfrm>
            <a:off x="838200" y="1368394"/>
            <a:ext cx="8666309" cy="831273"/>
            <a:chOff x="570255" y="1886755"/>
            <a:chExt cx="8666309" cy="831273"/>
          </a:xfrm>
        </p:grpSpPr>
        <p:sp>
          <p:nvSpPr>
            <p:cNvPr id="63" name="Oval 62">
              <a:extLst>
                <a:ext uri="{FF2B5EF4-FFF2-40B4-BE49-F238E27FC236}">
                  <a16:creationId xmlns:a16="http://schemas.microsoft.com/office/drawing/2014/main" id="{353A9C00-889A-405A-BDFE-C4D470BE3218}"/>
                </a:ext>
              </a:extLst>
            </p:cNvPr>
            <p:cNvSpPr>
              <a:spLocks noChangeAspect="1"/>
            </p:cNvSpPr>
            <p:nvPr/>
          </p:nvSpPr>
          <p:spPr>
            <a:xfrm>
              <a:off x="570255" y="1886755"/>
              <a:ext cx="831273" cy="83127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64" name="Straight Connector 63">
              <a:extLst>
                <a:ext uri="{FF2B5EF4-FFF2-40B4-BE49-F238E27FC236}">
                  <a16:creationId xmlns:a16="http://schemas.microsoft.com/office/drawing/2014/main" id="{88D65C4B-C3B6-4584-83A2-74B6CE97F5F5}"/>
                </a:ext>
              </a:extLst>
            </p:cNvPr>
            <p:cNvCxnSpPr>
              <a:cxnSpLocks/>
              <a:stCxn id="63" idx="6"/>
              <a:endCxn id="65" idx="2"/>
            </p:cNvCxnSpPr>
            <p:nvPr/>
          </p:nvCxnSpPr>
          <p:spPr>
            <a:xfrm flipV="1">
              <a:off x="1401528" y="2302391"/>
              <a:ext cx="7699116" cy="1"/>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Oval 64">
              <a:extLst>
                <a:ext uri="{FF2B5EF4-FFF2-40B4-BE49-F238E27FC236}">
                  <a16:creationId xmlns:a16="http://schemas.microsoft.com/office/drawing/2014/main" id="{540AB831-B9FF-4444-B98B-A58282129ADD}"/>
                </a:ext>
              </a:extLst>
            </p:cNvPr>
            <p:cNvSpPr>
              <a:spLocks noChangeAspect="1"/>
            </p:cNvSpPr>
            <p:nvPr/>
          </p:nvSpPr>
          <p:spPr>
            <a:xfrm>
              <a:off x="9100644" y="2234431"/>
              <a:ext cx="135920" cy="1359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3" name="Group 72">
            <a:extLst>
              <a:ext uri="{FF2B5EF4-FFF2-40B4-BE49-F238E27FC236}">
                <a16:creationId xmlns:a16="http://schemas.microsoft.com/office/drawing/2014/main" id="{AC890E03-F89A-4698-A853-016297FECC79}"/>
              </a:ext>
            </a:extLst>
          </p:cNvPr>
          <p:cNvGrpSpPr/>
          <p:nvPr/>
        </p:nvGrpSpPr>
        <p:grpSpPr>
          <a:xfrm>
            <a:off x="838200" y="2532065"/>
            <a:ext cx="7956626" cy="831273"/>
            <a:chOff x="570255" y="1886755"/>
            <a:chExt cx="7956626" cy="831273"/>
          </a:xfrm>
        </p:grpSpPr>
        <p:sp>
          <p:nvSpPr>
            <p:cNvPr id="74" name="Oval 73">
              <a:extLst>
                <a:ext uri="{FF2B5EF4-FFF2-40B4-BE49-F238E27FC236}">
                  <a16:creationId xmlns:a16="http://schemas.microsoft.com/office/drawing/2014/main" id="{6F158DC9-0662-4D06-A32B-658D1FDCCCA7}"/>
                </a:ext>
              </a:extLst>
            </p:cNvPr>
            <p:cNvSpPr>
              <a:spLocks noChangeAspect="1"/>
            </p:cNvSpPr>
            <p:nvPr/>
          </p:nvSpPr>
          <p:spPr>
            <a:xfrm>
              <a:off x="570255" y="1886755"/>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5" name="Straight Connector 74">
              <a:extLst>
                <a:ext uri="{FF2B5EF4-FFF2-40B4-BE49-F238E27FC236}">
                  <a16:creationId xmlns:a16="http://schemas.microsoft.com/office/drawing/2014/main" id="{4DAB25BF-14BE-4C19-ACDD-1AF0DAA21414}"/>
                </a:ext>
              </a:extLst>
            </p:cNvPr>
            <p:cNvCxnSpPr>
              <a:cxnSpLocks/>
              <a:stCxn id="74" idx="6"/>
              <a:endCxn id="76" idx="2"/>
            </p:cNvCxnSpPr>
            <p:nvPr/>
          </p:nvCxnSpPr>
          <p:spPr>
            <a:xfrm flipV="1">
              <a:off x="1401528" y="2302391"/>
              <a:ext cx="6989433" cy="1"/>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a:extLst>
                <a:ext uri="{FF2B5EF4-FFF2-40B4-BE49-F238E27FC236}">
                  <a16:creationId xmlns:a16="http://schemas.microsoft.com/office/drawing/2014/main" id="{E69C1BCA-4173-4AC3-8FD6-45EBB3B7261B}"/>
                </a:ext>
              </a:extLst>
            </p:cNvPr>
            <p:cNvSpPr>
              <a:spLocks noChangeAspect="1"/>
            </p:cNvSpPr>
            <p:nvPr/>
          </p:nvSpPr>
          <p:spPr>
            <a:xfrm>
              <a:off x="8390961" y="2234431"/>
              <a:ext cx="135920" cy="1359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69" name="Group 68">
            <a:extLst>
              <a:ext uri="{FF2B5EF4-FFF2-40B4-BE49-F238E27FC236}">
                <a16:creationId xmlns:a16="http://schemas.microsoft.com/office/drawing/2014/main" id="{4FA24A2B-DECB-4835-81F5-8A7FDA1EC2B7}"/>
              </a:ext>
            </a:extLst>
          </p:cNvPr>
          <p:cNvGrpSpPr/>
          <p:nvPr/>
        </p:nvGrpSpPr>
        <p:grpSpPr>
          <a:xfrm>
            <a:off x="838200" y="3695736"/>
            <a:ext cx="7492597" cy="831273"/>
            <a:chOff x="570255" y="1886755"/>
            <a:chExt cx="7492597" cy="831273"/>
          </a:xfrm>
        </p:grpSpPr>
        <p:sp>
          <p:nvSpPr>
            <p:cNvPr id="70" name="Oval 69">
              <a:extLst>
                <a:ext uri="{FF2B5EF4-FFF2-40B4-BE49-F238E27FC236}">
                  <a16:creationId xmlns:a16="http://schemas.microsoft.com/office/drawing/2014/main" id="{DF9567B2-C25C-413C-92E3-B0ACCF8E41C9}"/>
                </a:ext>
              </a:extLst>
            </p:cNvPr>
            <p:cNvSpPr>
              <a:spLocks noChangeAspect="1"/>
            </p:cNvSpPr>
            <p:nvPr/>
          </p:nvSpPr>
          <p:spPr>
            <a:xfrm>
              <a:off x="570255" y="1886755"/>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1" name="Straight Connector 70">
              <a:extLst>
                <a:ext uri="{FF2B5EF4-FFF2-40B4-BE49-F238E27FC236}">
                  <a16:creationId xmlns:a16="http://schemas.microsoft.com/office/drawing/2014/main" id="{68DFC104-87CC-4F36-81A4-0BCCBF97F848}"/>
                </a:ext>
              </a:extLst>
            </p:cNvPr>
            <p:cNvCxnSpPr>
              <a:cxnSpLocks/>
              <a:stCxn id="70" idx="6"/>
              <a:endCxn id="72" idx="2"/>
            </p:cNvCxnSpPr>
            <p:nvPr/>
          </p:nvCxnSpPr>
          <p:spPr>
            <a:xfrm flipV="1">
              <a:off x="1401528" y="2302391"/>
              <a:ext cx="6525404" cy="1"/>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sp>
          <p:nvSpPr>
            <p:cNvPr id="72" name="Oval 71">
              <a:extLst>
                <a:ext uri="{FF2B5EF4-FFF2-40B4-BE49-F238E27FC236}">
                  <a16:creationId xmlns:a16="http://schemas.microsoft.com/office/drawing/2014/main" id="{0ABA294D-2990-4F58-A026-359F3DF76E07}"/>
                </a:ext>
              </a:extLst>
            </p:cNvPr>
            <p:cNvSpPr>
              <a:spLocks noChangeAspect="1"/>
            </p:cNvSpPr>
            <p:nvPr/>
          </p:nvSpPr>
          <p:spPr>
            <a:xfrm>
              <a:off x="7926932" y="2234431"/>
              <a:ext cx="135920" cy="1359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7" name="Group 76">
            <a:extLst>
              <a:ext uri="{FF2B5EF4-FFF2-40B4-BE49-F238E27FC236}">
                <a16:creationId xmlns:a16="http://schemas.microsoft.com/office/drawing/2014/main" id="{3ED3D668-3B94-4A36-BE3A-9515D12BE82C}"/>
              </a:ext>
            </a:extLst>
          </p:cNvPr>
          <p:cNvGrpSpPr/>
          <p:nvPr/>
        </p:nvGrpSpPr>
        <p:grpSpPr>
          <a:xfrm>
            <a:off x="838200" y="4859407"/>
            <a:ext cx="8038508" cy="831273"/>
            <a:chOff x="570255" y="1886755"/>
            <a:chExt cx="8038508" cy="831273"/>
          </a:xfrm>
        </p:grpSpPr>
        <p:sp>
          <p:nvSpPr>
            <p:cNvPr id="78" name="Oval 77">
              <a:extLst>
                <a:ext uri="{FF2B5EF4-FFF2-40B4-BE49-F238E27FC236}">
                  <a16:creationId xmlns:a16="http://schemas.microsoft.com/office/drawing/2014/main" id="{B7394C3B-3212-4F1A-8F5A-9343361161BB}"/>
                </a:ext>
              </a:extLst>
            </p:cNvPr>
            <p:cNvSpPr>
              <a:spLocks noChangeAspect="1"/>
            </p:cNvSpPr>
            <p:nvPr/>
          </p:nvSpPr>
          <p:spPr>
            <a:xfrm>
              <a:off x="570255" y="1886755"/>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9" name="Straight Connector 78">
              <a:extLst>
                <a:ext uri="{FF2B5EF4-FFF2-40B4-BE49-F238E27FC236}">
                  <a16:creationId xmlns:a16="http://schemas.microsoft.com/office/drawing/2014/main" id="{306ABE44-4C5E-4225-AC71-BBC7E1834433}"/>
                </a:ext>
              </a:extLst>
            </p:cNvPr>
            <p:cNvCxnSpPr>
              <a:cxnSpLocks/>
              <a:stCxn id="78" idx="6"/>
              <a:endCxn id="80" idx="2"/>
            </p:cNvCxnSpPr>
            <p:nvPr/>
          </p:nvCxnSpPr>
          <p:spPr>
            <a:xfrm flipV="1">
              <a:off x="1401528" y="2302391"/>
              <a:ext cx="7071315" cy="1"/>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sp>
          <p:nvSpPr>
            <p:cNvPr id="80" name="Oval 79">
              <a:extLst>
                <a:ext uri="{FF2B5EF4-FFF2-40B4-BE49-F238E27FC236}">
                  <a16:creationId xmlns:a16="http://schemas.microsoft.com/office/drawing/2014/main" id="{3312076E-E0DA-494B-A312-491EC9ED820C}"/>
                </a:ext>
              </a:extLst>
            </p:cNvPr>
            <p:cNvSpPr>
              <a:spLocks noChangeAspect="1"/>
            </p:cNvSpPr>
            <p:nvPr/>
          </p:nvSpPr>
          <p:spPr>
            <a:xfrm>
              <a:off x="8472843" y="2234431"/>
              <a:ext cx="135920" cy="1359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8" name="Modelling" descr="{&quot;Key&quot;:&quot;POWER_USER_SHAPE_ICON&quot;,&quot;Value&quot;:&quot;POWER_USER_SHAPE_ICON_STYLE_1&quot;}">
            <a:extLst>
              <a:ext uri="{FF2B5EF4-FFF2-40B4-BE49-F238E27FC236}">
                <a16:creationId xmlns:a16="http://schemas.microsoft.com/office/drawing/2014/main" id="{A9B34AA9-FB5D-4408-9AB7-481F3B89610A}"/>
              </a:ext>
            </a:extLst>
          </p:cNvPr>
          <p:cNvGrpSpPr>
            <a:grpSpLocks noChangeAspect="1"/>
          </p:cNvGrpSpPr>
          <p:nvPr>
            <p:custDataLst>
              <p:tags r:id="rId2"/>
            </p:custDataLst>
          </p:nvPr>
        </p:nvGrpSpPr>
        <p:grpSpPr>
          <a:xfrm>
            <a:off x="957179" y="2651052"/>
            <a:ext cx="600364" cy="632114"/>
            <a:chOff x="6900863" y="4192588"/>
            <a:chExt cx="660400" cy="695325"/>
          </a:xfrm>
          <a:solidFill>
            <a:srgbClr val="FFFFFF"/>
          </a:solidFill>
        </p:grpSpPr>
        <p:sp>
          <p:nvSpPr>
            <p:cNvPr id="129" name="Freeform 226">
              <a:extLst>
                <a:ext uri="{FF2B5EF4-FFF2-40B4-BE49-F238E27FC236}">
                  <a16:creationId xmlns:a16="http://schemas.microsoft.com/office/drawing/2014/main" id="{BE298799-7FC8-4C74-83AD-F4A4C24114BA}"/>
                </a:ext>
              </a:extLst>
            </p:cNvPr>
            <p:cNvSpPr>
              <a:spLocks noEditPoints="1"/>
            </p:cNvSpPr>
            <p:nvPr/>
          </p:nvSpPr>
          <p:spPr bwMode="auto">
            <a:xfrm>
              <a:off x="7100888" y="4411663"/>
              <a:ext cx="258763" cy="257175"/>
            </a:xfrm>
            <a:custGeom>
              <a:avLst/>
              <a:gdLst>
                <a:gd name="T0" fmla="*/ 94 w 189"/>
                <a:gd name="T1" fmla="*/ 16 h 188"/>
                <a:gd name="T2" fmla="*/ 17 w 189"/>
                <a:gd name="T3" fmla="*/ 94 h 188"/>
                <a:gd name="T4" fmla="*/ 94 w 189"/>
                <a:gd name="T5" fmla="*/ 171 h 188"/>
                <a:gd name="T6" fmla="*/ 172 w 189"/>
                <a:gd name="T7" fmla="*/ 94 h 188"/>
                <a:gd name="T8" fmla="*/ 94 w 189"/>
                <a:gd name="T9" fmla="*/ 16 h 188"/>
                <a:gd name="T10" fmla="*/ 94 w 189"/>
                <a:gd name="T11" fmla="*/ 188 h 188"/>
                <a:gd name="T12" fmla="*/ 0 w 189"/>
                <a:gd name="T13" fmla="*/ 94 h 188"/>
                <a:gd name="T14" fmla="*/ 94 w 189"/>
                <a:gd name="T15" fmla="*/ 0 h 188"/>
                <a:gd name="T16" fmla="*/ 189 w 189"/>
                <a:gd name="T17" fmla="*/ 94 h 188"/>
                <a:gd name="T18" fmla="*/ 94 w 189"/>
                <a:gd name="T19"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188">
                  <a:moveTo>
                    <a:pt x="94" y="16"/>
                  </a:moveTo>
                  <a:cubicBezTo>
                    <a:pt x="52" y="16"/>
                    <a:pt x="17" y="51"/>
                    <a:pt x="17" y="94"/>
                  </a:cubicBezTo>
                  <a:cubicBezTo>
                    <a:pt x="17" y="137"/>
                    <a:pt x="52" y="171"/>
                    <a:pt x="94" y="171"/>
                  </a:cubicBezTo>
                  <a:cubicBezTo>
                    <a:pt x="137" y="171"/>
                    <a:pt x="172" y="137"/>
                    <a:pt x="172" y="94"/>
                  </a:cubicBezTo>
                  <a:cubicBezTo>
                    <a:pt x="172" y="51"/>
                    <a:pt x="137" y="16"/>
                    <a:pt x="94" y="16"/>
                  </a:cubicBezTo>
                  <a:close/>
                  <a:moveTo>
                    <a:pt x="94" y="188"/>
                  </a:moveTo>
                  <a:cubicBezTo>
                    <a:pt x="42" y="188"/>
                    <a:pt x="0" y="146"/>
                    <a:pt x="0" y="94"/>
                  </a:cubicBezTo>
                  <a:cubicBezTo>
                    <a:pt x="0" y="42"/>
                    <a:pt x="42" y="0"/>
                    <a:pt x="94" y="0"/>
                  </a:cubicBezTo>
                  <a:cubicBezTo>
                    <a:pt x="146" y="0"/>
                    <a:pt x="189" y="42"/>
                    <a:pt x="189" y="94"/>
                  </a:cubicBezTo>
                  <a:cubicBezTo>
                    <a:pt x="189" y="146"/>
                    <a:pt x="146" y="188"/>
                    <a:pt x="94" y="1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27">
              <a:extLst>
                <a:ext uri="{FF2B5EF4-FFF2-40B4-BE49-F238E27FC236}">
                  <a16:creationId xmlns:a16="http://schemas.microsoft.com/office/drawing/2014/main" id="{CAFD09CD-4836-4C56-8555-A979470A1806}"/>
                </a:ext>
              </a:extLst>
            </p:cNvPr>
            <p:cNvSpPr>
              <a:spLocks/>
            </p:cNvSpPr>
            <p:nvPr/>
          </p:nvSpPr>
          <p:spPr bwMode="auto">
            <a:xfrm>
              <a:off x="7215188" y="4443413"/>
              <a:ext cx="106363" cy="187325"/>
            </a:xfrm>
            <a:custGeom>
              <a:avLst/>
              <a:gdLst>
                <a:gd name="T0" fmla="*/ 57 w 67"/>
                <a:gd name="T1" fmla="*/ 118 h 118"/>
                <a:gd name="T2" fmla="*/ 0 w 67"/>
                <a:gd name="T3" fmla="*/ 61 h 118"/>
                <a:gd name="T4" fmla="*/ 52 w 67"/>
                <a:gd name="T5" fmla="*/ 0 h 118"/>
                <a:gd name="T6" fmla="*/ 63 w 67"/>
                <a:gd name="T7" fmla="*/ 9 h 118"/>
                <a:gd name="T8" fmla="*/ 20 w 67"/>
                <a:gd name="T9" fmla="*/ 60 h 118"/>
                <a:gd name="T10" fmla="*/ 67 w 67"/>
                <a:gd name="T11" fmla="*/ 108 h 118"/>
                <a:gd name="T12" fmla="*/ 57 w 67"/>
                <a:gd name="T13" fmla="*/ 118 h 118"/>
              </a:gdLst>
              <a:ahLst/>
              <a:cxnLst>
                <a:cxn ang="0">
                  <a:pos x="T0" y="T1"/>
                </a:cxn>
                <a:cxn ang="0">
                  <a:pos x="T2" y="T3"/>
                </a:cxn>
                <a:cxn ang="0">
                  <a:pos x="T4" y="T5"/>
                </a:cxn>
                <a:cxn ang="0">
                  <a:pos x="T6" y="T7"/>
                </a:cxn>
                <a:cxn ang="0">
                  <a:pos x="T8" y="T9"/>
                </a:cxn>
                <a:cxn ang="0">
                  <a:pos x="T10" y="T11"/>
                </a:cxn>
                <a:cxn ang="0">
                  <a:pos x="T12" y="T13"/>
                </a:cxn>
              </a:cxnLst>
              <a:rect l="0" t="0" r="r" b="b"/>
              <a:pathLst>
                <a:path w="67" h="118">
                  <a:moveTo>
                    <a:pt x="57" y="118"/>
                  </a:moveTo>
                  <a:lnTo>
                    <a:pt x="0" y="61"/>
                  </a:lnTo>
                  <a:lnTo>
                    <a:pt x="52" y="0"/>
                  </a:lnTo>
                  <a:lnTo>
                    <a:pt x="63" y="9"/>
                  </a:lnTo>
                  <a:lnTo>
                    <a:pt x="20" y="60"/>
                  </a:lnTo>
                  <a:lnTo>
                    <a:pt x="67" y="108"/>
                  </a:lnTo>
                  <a:lnTo>
                    <a:pt x="57" y="1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228">
              <a:extLst>
                <a:ext uri="{FF2B5EF4-FFF2-40B4-BE49-F238E27FC236}">
                  <a16:creationId xmlns:a16="http://schemas.microsoft.com/office/drawing/2014/main" id="{AD26D4D4-46EC-4914-A49B-87A59678F765}"/>
                </a:ext>
              </a:extLst>
            </p:cNvPr>
            <p:cNvSpPr>
              <a:spLocks noChangeArrowheads="1"/>
            </p:cNvSpPr>
            <p:nvPr/>
          </p:nvSpPr>
          <p:spPr bwMode="auto">
            <a:xfrm>
              <a:off x="7112001" y="4527550"/>
              <a:ext cx="11747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29">
              <a:extLst>
                <a:ext uri="{FF2B5EF4-FFF2-40B4-BE49-F238E27FC236}">
                  <a16:creationId xmlns:a16="http://schemas.microsoft.com/office/drawing/2014/main" id="{31BE5DD6-B556-4A69-A18E-4E21E139B5A7}"/>
                </a:ext>
              </a:extLst>
            </p:cNvPr>
            <p:cNvSpPr>
              <a:spLocks/>
            </p:cNvSpPr>
            <p:nvPr/>
          </p:nvSpPr>
          <p:spPr bwMode="auto">
            <a:xfrm>
              <a:off x="7002463" y="4305300"/>
              <a:ext cx="454025" cy="176213"/>
            </a:xfrm>
            <a:custGeom>
              <a:avLst/>
              <a:gdLst>
                <a:gd name="T0" fmla="*/ 316 w 332"/>
                <a:gd name="T1" fmla="*/ 129 h 129"/>
                <a:gd name="T2" fmla="*/ 166 w 332"/>
                <a:gd name="T3" fmla="*/ 16 h 129"/>
                <a:gd name="T4" fmla="*/ 17 w 332"/>
                <a:gd name="T5" fmla="*/ 129 h 129"/>
                <a:gd name="T6" fmla="*/ 0 w 332"/>
                <a:gd name="T7" fmla="*/ 125 h 129"/>
                <a:gd name="T8" fmla="*/ 166 w 332"/>
                <a:gd name="T9" fmla="*/ 0 h 129"/>
                <a:gd name="T10" fmla="*/ 332 w 332"/>
                <a:gd name="T11" fmla="*/ 125 h 129"/>
                <a:gd name="T12" fmla="*/ 316 w 332"/>
                <a:gd name="T13" fmla="*/ 129 h 129"/>
              </a:gdLst>
              <a:ahLst/>
              <a:cxnLst>
                <a:cxn ang="0">
                  <a:pos x="T0" y="T1"/>
                </a:cxn>
                <a:cxn ang="0">
                  <a:pos x="T2" y="T3"/>
                </a:cxn>
                <a:cxn ang="0">
                  <a:pos x="T4" y="T5"/>
                </a:cxn>
                <a:cxn ang="0">
                  <a:pos x="T6" y="T7"/>
                </a:cxn>
                <a:cxn ang="0">
                  <a:pos x="T8" y="T9"/>
                </a:cxn>
                <a:cxn ang="0">
                  <a:pos x="T10" y="T11"/>
                </a:cxn>
                <a:cxn ang="0">
                  <a:pos x="T12" y="T13"/>
                </a:cxn>
              </a:cxnLst>
              <a:rect l="0" t="0" r="r" b="b"/>
              <a:pathLst>
                <a:path w="332" h="129">
                  <a:moveTo>
                    <a:pt x="316" y="129"/>
                  </a:moveTo>
                  <a:cubicBezTo>
                    <a:pt x="297" y="63"/>
                    <a:pt x="236" y="16"/>
                    <a:pt x="166" y="16"/>
                  </a:cubicBezTo>
                  <a:cubicBezTo>
                    <a:pt x="97" y="16"/>
                    <a:pt x="35" y="63"/>
                    <a:pt x="17" y="129"/>
                  </a:cubicBezTo>
                  <a:lnTo>
                    <a:pt x="0" y="125"/>
                  </a:lnTo>
                  <a:cubicBezTo>
                    <a:pt x="21" y="51"/>
                    <a:pt x="90" y="0"/>
                    <a:pt x="166" y="0"/>
                  </a:cubicBezTo>
                  <a:cubicBezTo>
                    <a:pt x="243" y="0"/>
                    <a:pt x="311" y="51"/>
                    <a:pt x="332" y="125"/>
                  </a:cubicBezTo>
                  <a:lnTo>
                    <a:pt x="316" y="1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30">
              <a:extLst>
                <a:ext uri="{FF2B5EF4-FFF2-40B4-BE49-F238E27FC236}">
                  <a16:creationId xmlns:a16="http://schemas.microsoft.com/office/drawing/2014/main" id="{B4397C91-45B9-4944-A5CD-CFB69C9AAEE7}"/>
                </a:ext>
              </a:extLst>
            </p:cNvPr>
            <p:cNvSpPr>
              <a:spLocks/>
            </p:cNvSpPr>
            <p:nvPr/>
          </p:nvSpPr>
          <p:spPr bwMode="auto">
            <a:xfrm>
              <a:off x="7002463" y="4597400"/>
              <a:ext cx="454025" cy="177800"/>
            </a:xfrm>
            <a:custGeom>
              <a:avLst/>
              <a:gdLst>
                <a:gd name="T0" fmla="*/ 166 w 332"/>
                <a:gd name="T1" fmla="*/ 130 h 130"/>
                <a:gd name="T2" fmla="*/ 0 w 332"/>
                <a:gd name="T3" fmla="*/ 5 h 130"/>
                <a:gd name="T4" fmla="*/ 17 w 332"/>
                <a:gd name="T5" fmla="*/ 0 h 130"/>
                <a:gd name="T6" fmla="*/ 166 w 332"/>
                <a:gd name="T7" fmla="*/ 113 h 130"/>
                <a:gd name="T8" fmla="*/ 316 w 332"/>
                <a:gd name="T9" fmla="*/ 0 h 130"/>
                <a:gd name="T10" fmla="*/ 332 w 332"/>
                <a:gd name="T11" fmla="*/ 5 h 130"/>
                <a:gd name="T12" fmla="*/ 166 w 332"/>
                <a:gd name="T13" fmla="*/ 130 h 130"/>
              </a:gdLst>
              <a:ahLst/>
              <a:cxnLst>
                <a:cxn ang="0">
                  <a:pos x="T0" y="T1"/>
                </a:cxn>
                <a:cxn ang="0">
                  <a:pos x="T2" y="T3"/>
                </a:cxn>
                <a:cxn ang="0">
                  <a:pos x="T4" y="T5"/>
                </a:cxn>
                <a:cxn ang="0">
                  <a:pos x="T6" y="T7"/>
                </a:cxn>
                <a:cxn ang="0">
                  <a:pos x="T8" y="T9"/>
                </a:cxn>
                <a:cxn ang="0">
                  <a:pos x="T10" y="T11"/>
                </a:cxn>
                <a:cxn ang="0">
                  <a:pos x="T12" y="T13"/>
                </a:cxn>
              </a:cxnLst>
              <a:rect l="0" t="0" r="r" b="b"/>
              <a:pathLst>
                <a:path w="332" h="130">
                  <a:moveTo>
                    <a:pt x="166" y="130"/>
                  </a:moveTo>
                  <a:cubicBezTo>
                    <a:pt x="90" y="130"/>
                    <a:pt x="21" y="79"/>
                    <a:pt x="0" y="5"/>
                  </a:cubicBezTo>
                  <a:lnTo>
                    <a:pt x="17" y="0"/>
                  </a:lnTo>
                  <a:cubicBezTo>
                    <a:pt x="35" y="67"/>
                    <a:pt x="97" y="113"/>
                    <a:pt x="166" y="113"/>
                  </a:cubicBezTo>
                  <a:cubicBezTo>
                    <a:pt x="236" y="113"/>
                    <a:pt x="297" y="67"/>
                    <a:pt x="316" y="0"/>
                  </a:cubicBezTo>
                  <a:lnTo>
                    <a:pt x="332" y="5"/>
                  </a:lnTo>
                  <a:cubicBezTo>
                    <a:pt x="311" y="79"/>
                    <a:pt x="243" y="130"/>
                    <a:pt x="166" y="1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31">
              <a:extLst>
                <a:ext uri="{FF2B5EF4-FFF2-40B4-BE49-F238E27FC236}">
                  <a16:creationId xmlns:a16="http://schemas.microsoft.com/office/drawing/2014/main" id="{9E5534E5-C000-45AA-9C3D-71EC0A81AFC8}"/>
                </a:ext>
              </a:extLst>
            </p:cNvPr>
            <p:cNvSpPr>
              <a:spLocks noEditPoints="1"/>
            </p:cNvSpPr>
            <p:nvPr/>
          </p:nvSpPr>
          <p:spPr bwMode="auto">
            <a:xfrm>
              <a:off x="7412038" y="4471988"/>
              <a:ext cx="69850" cy="69850"/>
            </a:xfrm>
            <a:custGeom>
              <a:avLst/>
              <a:gdLst>
                <a:gd name="T0" fmla="*/ 16 w 51"/>
                <a:gd name="T1" fmla="*/ 35 h 51"/>
                <a:gd name="T2" fmla="*/ 34 w 51"/>
                <a:gd name="T3" fmla="*/ 35 h 51"/>
                <a:gd name="T4" fmla="*/ 34 w 51"/>
                <a:gd name="T5" fmla="*/ 17 h 51"/>
                <a:gd name="T6" fmla="*/ 16 w 51"/>
                <a:gd name="T7" fmla="*/ 17 h 51"/>
                <a:gd name="T8" fmla="*/ 16 w 51"/>
                <a:gd name="T9" fmla="*/ 35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6" y="35"/>
                  </a:moveTo>
                  <a:lnTo>
                    <a:pt x="34" y="35"/>
                  </a:lnTo>
                  <a:lnTo>
                    <a:pt x="34" y="17"/>
                  </a:lnTo>
                  <a:lnTo>
                    <a:pt x="16" y="17"/>
                  </a:lnTo>
                  <a:lnTo>
                    <a:pt x="16" y="35"/>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32">
              <a:extLst>
                <a:ext uri="{FF2B5EF4-FFF2-40B4-BE49-F238E27FC236}">
                  <a16:creationId xmlns:a16="http://schemas.microsoft.com/office/drawing/2014/main" id="{5B3DF4D4-B92E-44D2-AE69-5560A947F5D3}"/>
                </a:ext>
              </a:extLst>
            </p:cNvPr>
            <p:cNvSpPr>
              <a:spLocks noEditPoints="1"/>
            </p:cNvSpPr>
            <p:nvPr/>
          </p:nvSpPr>
          <p:spPr bwMode="auto">
            <a:xfrm>
              <a:off x="6980238" y="4537075"/>
              <a:ext cx="69850" cy="69850"/>
            </a:xfrm>
            <a:custGeom>
              <a:avLst/>
              <a:gdLst>
                <a:gd name="T0" fmla="*/ 17 w 51"/>
                <a:gd name="T1" fmla="*/ 34 h 51"/>
                <a:gd name="T2" fmla="*/ 34 w 51"/>
                <a:gd name="T3" fmla="*/ 34 h 51"/>
                <a:gd name="T4" fmla="*/ 34 w 51"/>
                <a:gd name="T5" fmla="*/ 16 h 51"/>
                <a:gd name="T6" fmla="*/ 17 w 51"/>
                <a:gd name="T7" fmla="*/ 16 h 51"/>
                <a:gd name="T8" fmla="*/ 17 w 51"/>
                <a:gd name="T9" fmla="*/ 34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7" y="34"/>
                  </a:moveTo>
                  <a:lnTo>
                    <a:pt x="34" y="34"/>
                  </a:lnTo>
                  <a:lnTo>
                    <a:pt x="34" y="16"/>
                  </a:lnTo>
                  <a:lnTo>
                    <a:pt x="17" y="16"/>
                  </a:lnTo>
                  <a:lnTo>
                    <a:pt x="17" y="34"/>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3">
              <a:extLst>
                <a:ext uri="{FF2B5EF4-FFF2-40B4-BE49-F238E27FC236}">
                  <a16:creationId xmlns:a16="http://schemas.microsoft.com/office/drawing/2014/main" id="{DDC9E5DD-3E89-4E1B-A0E9-3094315E2142}"/>
                </a:ext>
              </a:extLst>
            </p:cNvPr>
            <p:cNvSpPr>
              <a:spLocks/>
            </p:cNvSpPr>
            <p:nvPr/>
          </p:nvSpPr>
          <p:spPr bwMode="auto">
            <a:xfrm>
              <a:off x="7288213" y="4214813"/>
              <a:ext cx="273050" cy="649288"/>
            </a:xfrm>
            <a:custGeom>
              <a:avLst/>
              <a:gdLst>
                <a:gd name="T0" fmla="*/ 3 w 200"/>
                <a:gd name="T1" fmla="*/ 475 h 475"/>
                <a:gd name="T2" fmla="*/ 0 w 200"/>
                <a:gd name="T3" fmla="*/ 459 h 475"/>
                <a:gd name="T4" fmla="*/ 183 w 200"/>
                <a:gd name="T5" fmla="*/ 238 h 475"/>
                <a:gd name="T6" fmla="*/ 0 w 200"/>
                <a:gd name="T7" fmla="*/ 17 h 475"/>
                <a:gd name="T8" fmla="*/ 3 w 200"/>
                <a:gd name="T9" fmla="*/ 0 h 475"/>
                <a:gd name="T10" fmla="*/ 200 w 200"/>
                <a:gd name="T11" fmla="*/ 238 h 475"/>
                <a:gd name="T12" fmla="*/ 3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3" y="475"/>
                  </a:moveTo>
                  <a:lnTo>
                    <a:pt x="0" y="459"/>
                  </a:lnTo>
                  <a:cubicBezTo>
                    <a:pt x="106" y="439"/>
                    <a:pt x="183" y="346"/>
                    <a:pt x="183" y="238"/>
                  </a:cubicBezTo>
                  <a:cubicBezTo>
                    <a:pt x="183" y="130"/>
                    <a:pt x="106" y="37"/>
                    <a:pt x="0" y="17"/>
                  </a:cubicBezTo>
                  <a:lnTo>
                    <a:pt x="3" y="0"/>
                  </a:lnTo>
                  <a:cubicBezTo>
                    <a:pt x="117" y="22"/>
                    <a:pt x="200" y="122"/>
                    <a:pt x="200" y="238"/>
                  </a:cubicBezTo>
                  <a:cubicBezTo>
                    <a:pt x="200" y="354"/>
                    <a:pt x="117" y="454"/>
                    <a:pt x="3" y="4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34">
              <a:extLst>
                <a:ext uri="{FF2B5EF4-FFF2-40B4-BE49-F238E27FC236}">
                  <a16:creationId xmlns:a16="http://schemas.microsoft.com/office/drawing/2014/main" id="{9B665678-95CC-40B1-A4DA-F3C1E48E52F4}"/>
                </a:ext>
              </a:extLst>
            </p:cNvPr>
            <p:cNvSpPr>
              <a:spLocks/>
            </p:cNvSpPr>
            <p:nvPr/>
          </p:nvSpPr>
          <p:spPr bwMode="auto">
            <a:xfrm>
              <a:off x="6900863" y="4214813"/>
              <a:ext cx="273050" cy="649288"/>
            </a:xfrm>
            <a:custGeom>
              <a:avLst/>
              <a:gdLst>
                <a:gd name="T0" fmla="*/ 197 w 200"/>
                <a:gd name="T1" fmla="*/ 475 h 475"/>
                <a:gd name="T2" fmla="*/ 0 w 200"/>
                <a:gd name="T3" fmla="*/ 238 h 475"/>
                <a:gd name="T4" fmla="*/ 196 w 200"/>
                <a:gd name="T5" fmla="*/ 0 h 475"/>
                <a:gd name="T6" fmla="*/ 199 w 200"/>
                <a:gd name="T7" fmla="*/ 17 h 475"/>
                <a:gd name="T8" fmla="*/ 16 w 200"/>
                <a:gd name="T9" fmla="*/ 238 h 475"/>
                <a:gd name="T10" fmla="*/ 200 w 200"/>
                <a:gd name="T11" fmla="*/ 459 h 475"/>
                <a:gd name="T12" fmla="*/ 197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197" y="475"/>
                  </a:moveTo>
                  <a:cubicBezTo>
                    <a:pt x="83" y="454"/>
                    <a:pt x="0" y="354"/>
                    <a:pt x="0" y="238"/>
                  </a:cubicBezTo>
                  <a:cubicBezTo>
                    <a:pt x="0" y="122"/>
                    <a:pt x="82" y="22"/>
                    <a:pt x="196" y="0"/>
                  </a:cubicBezTo>
                  <a:lnTo>
                    <a:pt x="199" y="17"/>
                  </a:lnTo>
                  <a:cubicBezTo>
                    <a:pt x="93" y="37"/>
                    <a:pt x="16" y="130"/>
                    <a:pt x="16" y="238"/>
                  </a:cubicBezTo>
                  <a:cubicBezTo>
                    <a:pt x="16" y="346"/>
                    <a:pt x="94" y="439"/>
                    <a:pt x="200" y="459"/>
                  </a:cubicBezTo>
                  <a:lnTo>
                    <a:pt x="197" y="4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5">
              <a:extLst>
                <a:ext uri="{FF2B5EF4-FFF2-40B4-BE49-F238E27FC236}">
                  <a16:creationId xmlns:a16="http://schemas.microsoft.com/office/drawing/2014/main" id="{4B1DB4A8-E2A6-4FB3-8B3C-4B431F963227}"/>
                </a:ext>
              </a:extLst>
            </p:cNvPr>
            <p:cNvSpPr>
              <a:spLocks noEditPoints="1"/>
            </p:cNvSpPr>
            <p:nvPr/>
          </p:nvSpPr>
          <p:spPr bwMode="auto">
            <a:xfrm>
              <a:off x="7196138" y="4192588"/>
              <a:ext cx="68263" cy="66675"/>
            </a:xfrm>
            <a:custGeom>
              <a:avLst/>
              <a:gdLst>
                <a:gd name="T0" fmla="*/ 25 w 50"/>
                <a:gd name="T1" fmla="*/ 17 h 49"/>
                <a:gd name="T2" fmla="*/ 17 w 50"/>
                <a:gd name="T3" fmla="*/ 25 h 49"/>
                <a:gd name="T4" fmla="*/ 25 w 50"/>
                <a:gd name="T5" fmla="*/ 33 h 49"/>
                <a:gd name="T6" fmla="*/ 33 w 50"/>
                <a:gd name="T7" fmla="*/ 25 h 49"/>
                <a:gd name="T8" fmla="*/ 25 w 50"/>
                <a:gd name="T9" fmla="*/ 17 h 49"/>
                <a:gd name="T10" fmla="*/ 25 w 50"/>
                <a:gd name="T11" fmla="*/ 49 h 49"/>
                <a:gd name="T12" fmla="*/ 0 w 50"/>
                <a:gd name="T13" fmla="*/ 25 h 49"/>
                <a:gd name="T14" fmla="*/ 25 w 50"/>
                <a:gd name="T15" fmla="*/ 0 h 49"/>
                <a:gd name="T16" fmla="*/ 50 w 50"/>
                <a:gd name="T17" fmla="*/ 25 h 49"/>
                <a:gd name="T18" fmla="*/ 25 w 50"/>
                <a:gd name="T19"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5" y="17"/>
                  </a:moveTo>
                  <a:cubicBezTo>
                    <a:pt x="21" y="17"/>
                    <a:pt x="17" y="20"/>
                    <a:pt x="17" y="25"/>
                  </a:cubicBezTo>
                  <a:cubicBezTo>
                    <a:pt x="17" y="29"/>
                    <a:pt x="21" y="33"/>
                    <a:pt x="25" y="33"/>
                  </a:cubicBezTo>
                  <a:cubicBezTo>
                    <a:pt x="30" y="33"/>
                    <a:pt x="33" y="29"/>
                    <a:pt x="33" y="25"/>
                  </a:cubicBezTo>
                  <a:cubicBezTo>
                    <a:pt x="33" y="20"/>
                    <a:pt x="30" y="17"/>
                    <a:pt x="25" y="17"/>
                  </a:cubicBezTo>
                  <a:close/>
                  <a:moveTo>
                    <a:pt x="25" y="49"/>
                  </a:moveTo>
                  <a:cubicBezTo>
                    <a:pt x="12" y="49"/>
                    <a:pt x="0" y="38"/>
                    <a:pt x="0" y="25"/>
                  </a:cubicBezTo>
                  <a:cubicBezTo>
                    <a:pt x="0" y="11"/>
                    <a:pt x="12" y="0"/>
                    <a:pt x="25" y="0"/>
                  </a:cubicBezTo>
                  <a:cubicBezTo>
                    <a:pt x="39" y="0"/>
                    <a:pt x="50" y="11"/>
                    <a:pt x="50" y="25"/>
                  </a:cubicBezTo>
                  <a:cubicBezTo>
                    <a:pt x="50" y="38"/>
                    <a:pt x="39" y="49"/>
                    <a:pt x="25" y="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6">
              <a:extLst>
                <a:ext uri="{FF2B5EF4-FFF2-40B4-BE49-F238E27FC236}">
                  <a16:creationId xmlns:a16="http://schemas.microsoft.com/office/drawing/2014/main" id="{08B843FF-44F7-4A45-9750-DA7BA40FEC95}"/>
                </a:ext>
              </a:extLst>
            </p:cNvPr>
            <p:cNvSpPr>
              <a:spLocks noEditPoints="1"/>
            </p:cNvSpPr>
            <p:nvPr/>
          </p:nvSpPr>
          <p:spPr bwMode="auto">
            <a:xfrm>
              <a:off x="7196138" y="4819650"/>
              <a:ext cx="68263" cy="68263"/>
            </a:xfrm>
            <a:custGeom>
              <a:avLst/>
              <a:gdLst>
                <a:gd name="T0" fmla="*/ 25 w 50"/>
                <a:gd name="T1" fmla="*/ 17 h 50"/>
                <a:gd name="T2" fmla="*/ 17 w 50"/>
                <a:gd name="T3" fmla="*/ 25 h 50"/>
                <a:gd name="T4" fmla="*/ 25 w 50"/>
                <a:gd name="T5" fmla="*/ 33 h 50"/>
                <a:gd name="T6" fmla="*/ 33 w 50"/>
                <a:gd name="T7" fmla="*/ 25 h 50"/>
                <a:gd name="T8" fmla="*/ 25 w 50"/>
                <a:gd name="T9" fmla="*/ 17 h 50"/>
                <a:gd name="T10" fmla="*/ 25 w 50"/>
                <a:gd name="T11" fmla="*/ 50 h 50"/>
                <a:gd name="T12" fmla="*/ 0 w 50"/>
                <a:gd name="T13" fmla="*/ 25 h 50"/>
                <a:gd name="T14" fmla="*/ 25 w 50"/>
                <a:gd name="T15" fmla="*/ 0 h 50"/>
                <a:gd name="T16" fmla="*/ 50 w 50"/>
                <a:gd name="T17" fmla="*/ 25 h 50"/>
                <a:gd name="T18" fmla="*/ 25 w 50"/>
                <a:gd name="T1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5" y="17"/>
                  </a:moveTo>
                  <a:cubicBezTo>
                    <a:pt x="21" y="17"/>
                    <a:pt x="17" y="21"/>
                    <a:pt x="17" y="25"/>
                  </a:cubicBezTo>
                  <a:cubicBezTo>
                    <a:pt x="17" y="30"/>
                    <a:pt x="21" y="33"/>
                    <a:pt x="25" y="33"/>
                  </a:cubicBezTo>
                  <a:cubicBezTo>
                    <a:pt x="30" y="33"/>
                    <a:pt x="33" y="30"/>
                    <a:pt x="33" y="25"/>
                  </a:cubicBezTo>
                  <a:cubicBezTo>
                    <a:pt x="33" y="21"/>
                    <a:pt x="30" y="17"/>
                    <a:pt x="25" y="17"/>
                  </a:cubicBezTo>
                  <a:close/>
                  <a:moveTo>
                    <a:pt x="25" y="50"/>
                  </a:moveTo>
                  <a:cubicBezTo>
                    <a:pt x="12" y="50"/>
                    <a:pt x="0" y="39"/>
                    <a:pt x="0" y="25"/>
                  </a:cubicBezTo>
                  <a:cubicBezTo>
                    <a:pt x="0" y="11"/>
                    <a:pt x="12" y="0"/>
                    <a:pt x="25" y="0"/>
                  </a:cubicBezTo>
                  <a:cubicBezTo>
                    <a:pt x="39" y="0"/>
                    <a:pt x="50" y="11"/>
                    <a:pt x="50" y="25"/>
                  </a:cubicBezTo>
                  <a:cubicBezTo>
                    <a:pt x="50" y="39"/>
                    <a:pt x="39" y="50"/>
                    <a:pt x="25" y="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ears4" descr="{&quot;Key&quot;:&quot;POWER_USER_SHAPE_ICON&quot;,&quot;Value&quot;:&quot;POWER_USER_SHAPE_ICON_STYLE_1&quot;}">
            <a:extLst>
              <a:ext uri="{FF2B5EF4-FFF2-40B4-BE49-F238E27FC236}">
                <a16:creationId xmlns:a16="http://schemas.microsoft.com/office/drawing/2014/main" id="{602E4996-BA56-49FC-B481-A5A288EDEB44}"/>
              </a:ext>
            </a:extLst>
          </p:cNvPr>
          <p:cNvGrpSpPr>
            <a:grpSpLocks noChangeAspect="1"/>
          </p:cNvGrpSpPr>
          <p:nvPr>
            <p:custDataLst>
              <p:tags r:id="rId3"/>
            </p:custDataLst>
          </p:nvPr>
        </p:nvGrpSpPr>
        <p:grpSpPr>
          <a:xfrm>
            <a:off x="910009" y="3786039"/>
            <a:ext cx="687654" cy="579761"/>
            <a:chOff x="2273300" y="700088"/>
            <a:chExt cx="422244" cy="355993"/>
          </a:xfrm>
          <a:solidFill>
            <a:srgbClr val="FFFFFF"/>
          </a:solidFill>
        </p:grpSpPr>
        <p:sp>
          <p:nvSpPr>
            <p:cNvPr id="156" name="Freeform 1021">
              <a:extLst>
                <a:ext uri="{FF2B5EF4-FFF2-40B4-BE49-F238E27FC236}">
                  <a16:creationId xmlns:a16="http://schemas.microsoft.com/office/drawing/2014/main" id="{51AD4FD8-ECB9-4A4D-A788-1BB321713B09}"/>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022">
              <a:extLst>
                <a:ext uri="{FF2B5EF4-FFF2-40B4-BE49-F238E27FC236}">
                  <a16:creationId xmlns:a16="http://schemas.microsoft.com/office/drawing/2014/main" id="{2C8637FE-BC29-455C-ABDC-4DB2D62A39C6}"/>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22">
              <a:extLst>
                <a:ext uri="{FF2B5EF4-FFF2-40B4-BE49-F238E27FC236}">
                  <a16:creationId xmlns:a16="http://schemas.microsoft.com/office/drawing/2014/main" id="{F75BCD8F-C5E3-4618-AF4D-2380F83D6816}"/>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3" name="TextBox 172">
            <a:extLst>
              <a:ext uri="{FF2B5EF4-FFF2-40B4-BE49-F238E27FC236}">
                <a16:creationId xmlns:a16="http://schemas.microsoft.com/office/drawing/2014/main" id="{BEBB52E7-CFD8-464F-882E-FD2ABC72755B}"/>
              </a:ext>
            </a:extLst>
          </p:cNvPr>
          <p:cNvSpPr txBox="1"/>
          <p:nvPr/>
        </p:nvSpPr>
        <p:spPr>
          <a:xfrm>
            <a:off x="1711667" y="2568395"/>
            <a:ext cx="4196909" cy="369332"/>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rPr>
              <a:t>Lorem ipsum</a:t>
            </a:r>
          </a:p>
        </p:txBody>
      </p:sp>
      <p:sp>
        <p:nvSpPr>
          <p:cNvPr id="174" name="TextBox 173">
            <a:extLst>
              <a:ext uri="{FF2B5EF4-FFF2-40B4-BE49-F238E27FC236}">
                <a16:creationId xmlns:a16="http://schemas.microsoft.com/office/drawing/2014/main" id="{F9E0D750-CE15-46EE-B684-47A6781463F3}"/>
              </a:ext>
            </a:extLst>
          </p:cNvPr>
          <p:cNvSpPr txBox="1"/>
          <p:nvPr/>
        </p:nvSpPr>
        <p:spPr>
          <a:xfrm>
            <a:off x="1711667" y="4901738"/>
            <a:ext cx="4196909" cy="369332"/>
          </a:xfrm>
          <a:prstGeom prst="rect">
            <a:avLst/>
          </a:prstGeom>
          <a:noFill/>
        </p:spPr>
        <p:txBody>
          <a:bodyPr wrap="square" rtlCol="0" anchor="ctr">
            <a:spAutoFit/>
          </a:bodyPr>
          <a:lstStyle/>
          <a:p>
            <a:pPr>
              <a:defRPr/>
            </a:pPr>
            <a:r>
              <a:rPr lang="en-US" b="1" kern="0" dirty="0">
                <a:solidFill>
                  <a:schemeClr val="accent4"/>
                </a:solidFill>
              </a:rPr>
              <a:t>Lorem ipsum</a:t>
            </a:r>
          </a:p>
        </p:txBody>
      </p:sp>
      <p:sp>
        <p:nvSpPr>
          <p:cNvPr id="175" name="TextBox 174">
            <a:extLst>
              <a:ext uri="{FF2B5EF4-FFF2-40B4-BE49-F238E27FC236}">
                <a16:creationId xmlns:a16="http://schemas.microsoft.com/office/drawing/2014/main" id="{E2C8B1D2-B4BD-405B-8618-91DEFAC0D22B}"/>
              </a:ext>
            </a:extLst>
          </p:cNvPr>
          <p:cNvSpPr txBox="1"/>
          <p:nvPr/>
        </p:nvSpPr>
        <p:spPr>
          <a:xfrm>
            <a:off x="1711668" y="2953967"/>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176" name="TextBox 175">
            <a:extLst>
              <a:ext uri="{FF2B5EF4-FFF2-40B4-BE49-F238E27FC236}">
                <a16:creationId xmlns:a16="http://schemas.microsoft.com/office/drawing/2014/main" id="{6A2BFF18-6BA4-47C7-991E-11B9EC2110F6}"/>
              </a:ext>
            </a:extLst>
          </p:cNvPr>
          <p:cNvSpPr txBox="1"/>
          <p:nvPr/>
        </p:nvSpPr>
        <p:spPr>
          <a:xfrm>
            <a:off x="1711668" y="4117638"/>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177" name="TextBox 176">
            <a:extLst>
              <a:ext uri="{FF2B5EF4-FFF2-40B4-BE49-F238E27FC236}">
                <a16:creationId xmlns:a16="http://schemas.microsoft.com/office/drawing/2014/main" id="{C4897728-F663-445A-8CA9-428CD71AB6E4}"/>
              </a:ext>
            </a:extLst>
          </p:cNvPr>
          <p:cNvSpPr txBox="1"/>
          <p:nvPr/>
        </p:nvSpPr>
        <p:spPr>
          <a:xfrm>
            <a:off x="1711668" y="5281310"/>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grpSp>
        <p:nvGrpSpPr>
          <p:cNvPr id="94" name="Group 93">
            <a:extLst>
              <a:ext uri="{FF2B5EF4-FFF2-40B4-BE49-F238E27FC236}">
                <a16:creationId xmlns:a16="http://schemas.microsoft.com/office/drawing/2014/main" id="{D2B382F5-865B-3AEB-FB43-AF3F79EAC1A2}"/>
              </a:ext>
            </a:extLst>
          </p:cNvPr>
          <p:cNvGrpSpPr>
            <a:grpSpLocks noChangeAspect="1"/>
          </p:cNvGrpSpPr>
          <p:nvPr/>
        </p:nvGrpSpPr>
        <p:grpSpPr>
          <a:xfrm rot="835184">
            <a:off x="9067826" y="1291317"/>
            <a:ext cx="2096253" cy="4989445"/>
            <a:chOff x="4961614" y="1062050"/>
            <a:chExt cx="2305878" cy="5488390"/>
          </a:xfrm>
        </p:grpSpPr>
        <p:sp>
          <p:nvSpPr>
            <p:cNvPr id="95" name="Rectangle 94">
              <a:extLst>
                <a:ext uri="{FF2B5EF4-FFF2-40B4-BE49-F238E27FC236}">
                  <a16:creationId xmlns:a16="http://schemas.microsoft.com/office/drawing/2014/main" id="{8A363DCC-D34D-A1F1-D581-3C64CB45E0AE}"/>
                </a:ext>
              </a:extLst>
            </p:cNvPr>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 name="Freeform 9">
              <a:extLst>
                <a:ext uri="{FF2B5EF4-FFF2-40B4-BE49-F238E27FC236}">
                  <a16:creationId xmlns:a16="http://schemas.microsoft.com/office/drawing/2014/main" id="{846E3327-2CC9-1463-7A00-B24284C1388E}"/>
                </a:ext>
              </a:extLst>
            </p:cNvPr>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Freeform 10">
              <a:extLst>
                <a:ext uri="{FF2B5EF4-FFF2-40B4-BE49-F238E27FC236}">
                  <a16:creationId xmlns:a16="http://schemas.microsoft.com/office/drawing/2014/main" id="{9C40C972-BD4B-FAB8-F175-775452A55CC0}"/>
                </a:ext>
              </a:extLst>
            </p:cNvPr>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Freeform 11">
              <a:extLst>
                <a:ext uri="{FF2B5EF4-FFF2-40B4-BE49-F238E27FC236}">
                  <a16:creationId xmlns:a16="http://schemas.microsoft.com/office/drawing/2014/main" id="{AC92C00A-DE37-757E-C905-20E6DC0497C7}"/>
                </a:ext>
              </a:extLst>
            </p:cNvPr>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 name="Freeform 12">
              <a:extLst>
                <a:ext uri="{FF2B5EF4-FFF2-40B4-BE49-F238E27FC236}">
                  <a16:creationId xmlns:a16="http://schemas.microsoft.com/office/drawing/2014/main" id="{F0A3AF2A-E55A-BC28-B5AA-6C9BDC182468}"/>
                </a:ext>
              </a:extLst>
            </p:cNvPr>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 name="Chord 99">
              <a:extLst>
                <a:ext uri="{FF2B5EF4-FFF2-40B4-BE49-F238E27FC236}">
                  <a16:creationId xmlns:a16="http://schemas.microsoft.com/office/drawing/2014/main" id="{112B8D13-1F80-7DFE-19A3-13610A866D50}"/>
                </a:ext>
              </a:extLst>
            </p:cNvPr>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01" name="Group 100">
              <a:extLst>
                <a:ext uri="{FF2B5EF4-FFF2-40B4-BE49-F238E27FC236}">
                  <a16:creationId xmlns:a16="http://schemas.microsoft.com/office/drawing/2014/main" id="{672DEBDC-3787-1D08-7EB6-F6C805D1520A}"/>
                </a:ext>
              </a:extLst>
            </p:cNvPr>
            <p:cNvGrpSpPr/>
            <p:nvPr/>
          </p:nvGrpSpPr>
          <p:grpSpPr>
            <a:xfrm>
              <a:off x="5722398" y="4933772"/>
              <a:ext cx="747203" cy="1616668"/>
              <a:chOff x="5722398" y="4933772"/>
              <a:chExt cx="747203" cy="1616668"/>
            </a:xfrm>
          </p:grpSpPr>
          <p:sp>
            <p:nvSpPr>
              <p:cNvPr id="103" name="Freeform 16">
                <a:extLst>
                  <a:ext uri="{FF2B5EF4-FFF2-40B4-BE49-F238E27FC236}">
                    <a16:creationId xmlns:a16="http://schemas.microsoft.com/office/drawing/2014/main" id="{7A75099C-A6BF-7B15-2CFA-D5C14E70AA17}"/>
                  </a:ext>
                </a:extLst>
              </p:cNvPr>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 name="Freeform 17">
                <a:extLst>
                  <a:ext uri="{FF2B5EF4-FFF2-40B4-BE49-F238E27FC236}">
                    <a16:creationId xmlns:a16="http://schemas.microsoft.com/office/drawing/2014/main" id="{180EA9D7-EAF2-18E6-27AF-C0B5F5ACE7DA}"/>
                  </a:ext>
                </a:extLst>
              </p:cNvPr>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Freeform 18">
                <a:extLst>
                  <a:ext uri="{FF2B5EF4-FFF2-40B4-BE49-F238E27FC236}">
                    <a16:creationId xmlns:a16="http://schemas.microsoft.com/office/drawing/2014/main" id="{CA92557F-87EA-CB03-B80A-B9DFDDC3F0E4}"/>
                  </a:ext>
                </a:extLst>
              </p:cNvPr>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2" name="Oval 101">
              <a:extLst>
                <a:ext uri="{FF2B5EF4-FFF2-40B4-BE49-F238E27FC236}">
                  <a16:creationId xmlns:a16="http://schemas.microsoft.com/office/drawing/2014/main" id="{9EF01084-5A2B-6969-6D6A-3372B5786947}"/>
                </a:ext>
              </a:extLst>
            </p:cNvPr>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 name="Graduated_flask2" descr="{&quot;Key&quot;:&quot;POWER_USER_SHAPE_ICON&quot;,&quot;Value&quot;:&quot;POWER_USER_SHAPE_ICON_STYLE_1&quot;}">
            <a:extLst>
              <a:ext uri="{FF2B5EF4-FFF2-40B4-BE49-F238E27FC236}">
                <a16:creationId xmlns:a16="http://schemas.microsoft.com/office/drawing/2014/main" id="{001C552C-09CD-F66C-4A62-B72B15574B31}"/>
              </a:ext>
            </a:extLst>
          </p:cNvPr>
          <p:cNvGrpSpPr>
            <a:grpSpLocks noChangeAspect="1"/>
          </p:cNvGrpSpPr>
          <p:nvPr>
            <p:custDataLst>
              <p:tags r:id="rId4"/>
            </p:custDataLst>
          </p:nvPr>
        </p:nvGrpSpPr>
        <p:grpSpPr>
          <a:xfrm>
            <a:off x="1023445" y="1496664"/>
            <a:ext cx="477087" cy="572502"/>
            <a:chOff x="6648451" y="1389063"/>
            <a:chExt cx="238125" cy="285750"/>
          </a:xfrm>
          <a:solidFill>
            <a:srgbClr val="FFFFFF"/>
          </a:solidFill>
        </p:grpSpPr>
        <p:sp>
          <p:nvSpPr>
            <p:cNvPr id="3" name="Freeform 1154">
              <a:extLst>
                <a:ext uri="{FF2B5EF4-FFF2-40B4-BE49-F238E27FC236}">
                  <a16:creationId xmlns:a16="http://schemas.microsoft.com/office/drawing/2014/main" id="{6FECF1D4-0607-3EFE-5E0B-94C231E8BB02}"/>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 name="Freeform 1158">
              <a:extLst>
                <a:ext uri="{FF2B5EF4-FFF2-40B4-BE49-F238E27FC236}">
                  <a16:creationId xmlns:a16="http://schemas.microsoft.com/office/drawing/2014/main" id="{8B681074-AE7A-4ECB-C027-497FC17F5A54}"/>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1159">
              <a:extLst>
                <a:ext uri="{FF2B5EF4-FFF2-40B4-BE49-F238E27FC236}">
                  <a16:creationId xmlns:a16="http://schemas.microsoft.com/office/drawing/2014/main" id="{2E51E49A-B8EB-48AE-DC78-6A803313A026}"/>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Fix" descr="{&quot;Key&quot;:&quot;POWER_USER_SHAPE_ICON&quot;,&quot;Value&quot;:&quot;POWER_USER_SHAPE_ICON_STYLE_1&quot;}">
            <a:extLst>
              <a:ext uri="{FF2B5EF4-FFF2-40B4-BE49-F238E27FC236}">
                <a16:creationId xmlns:a16="http://schemas.microsoft.com/office/drawing/2014/main" id="{4835A4F2-C76C-B110-11DC-04A08A6C2AD2}"/>
              </a:ext>
            </a:extLst>
          </p:cNvPr>
          <p:cNvGrpSpPr>
            <a:grpSpLocks noChangeAspect="1"/>
          </p:cNvGrpSpPr>
          <p:nvPr/>
        </p:nvGrpSpPr>
        <p:grpSpPr>
          <a:xfrm>
            <a:off x="991132" y="5016558"/>
            <a:ext cx="560610" cy="543877"/>
            <a:chOff x="7832341" y="2904779"/>
            <a:chExt cx="1080699" cy="1048441"/>
          </a:xfrm>
          <a:solidFill>
            <a:srgbClr val="FFFFFF"/>
          </a:solidFill>
        </p:grpSpPr>
        <p:sp>
          <p:nvSpPr>
            <p:cNvPr id="8" name="Forme libre : forme 3475">
              <a:extLst>
                <a:ext uri="{FF2B5EF4-FFF2-40B4-BE49-F238E27FC236}">
                  <a16:creationId xmlns:a16="http://schemas.microsoft.com/office/drawing/2014/main" id="{96E0C058-5C86-20EC-E8CA-3AEE91ED86D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 name="Forme libre : forme 3495">
              <a:extLst>
                <a:ext uri="{FF2B5EF4-FFF2-40B4-BE49-F238E27FC236}">
                  <a16:creationId xmlns:a16="http://schemas.microsoft.com/office/drawing/2014/main" id="{DBDAC5D6-2A4B-65C3-9623-652554B9BC66}"/>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10" name="Forme libre : forme 1553">
              <a:extLst>
                <a:ext uri="{FF2B5EF4-FFF2-40B4-BE49-F238E27FC236}">
                  <a16:creationId xmlns:a16="http://schemas.microsoft.com/office/drawing/2014/main" id="{E801306B-67F4-C833-9B2B-DCCFC51FCA31}"/>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11" name="Forme libre : forme 1554">
              <a:extLst>
                <a:ext uri="{FF2B5EF4-FFF2-40B4-BE49-F238E27FC236}">
                  <a16:creationId xmlns:a16="http://schemas.microsoft.com/office/drawing/2014/main" id="{FA631E44-6252-EBCD-16F4-546A6B824ACB}"/>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25717985"/>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40D739-1BF4-C8EE-2821-8ED9CE6A5320}"/>
              </a:ext>
            </a:extLst>
          </p:cNvPr>
          <p:cNvSpPr>
            <a:spLocks noGrp="1"/>
          </p:cNvSpPr>
          <p:nvPr>
            <p:ph type="title"/>
          </p:nvPr>
        </p:nvSpPr>
        <p:spPr>
          <a:xfrm>
            <a:off x="214184" y="13663"/>
            <a:ext cx="9728886" cy="678316"/>
          </a:xfrm>
        </p:spPr>
        <p:txBody>
          <a:bodyPr>
            <a:normAutofit/>
          </a:bodyPr>
          <a:lstStyle/>
          <a:p>
            <a:r>
              <a:rPr lang="en-US" dirty="0"/>
              <a:t>Rocket 3</a:t>
            </a:r>
          </a:p>
        </p:txBody>
      </p:sp>
      <p:grpSp>
        <p:nvGrpSpPr>
          <p:cNvPr id="3" name="Groupe 56">
            <a:extLst>
              <a:ext uri="{FF2B5EF4-FFF2-40B4-BE49-F238E27FC236}">
                <a16:creationId xmlns:a16="http://schemas.microsoft.com/office/drawing/2014/main" id="{9503A75C-8F0A-6E80-B078-3EC05BBB82F6}"/>
              </a:ext>
            </a:extLst>
          </p:cNvPr>
          <p:cNvGrpSpPr/>
          <p:nvPr/>
        </p:nvGrpSpPr>
        <p:grpSpPr>
          <a:xfrm>
            <a:off x="4893578" y="1690688"/>
            <a:ext cx="2484972" cy="4211926"/>
            <a:chOff x="3831675" y="1442925"/>
            <a:chExt cx="1866217" cy="3163162"/>
          </a:xfrm>
        </p:grpSpPr>
        <p:sp>
          <p:nvSpPr>
            <p:cNvPr id="4" name="Google Shape;363;p22">
              <a:extLst>
                <a:ext uri="{FF2B5EF4-FFF2-40B4-BE49-F238E27FC236}">
                  <a16:creationId xmlns:a16="http://schemas.microsoft.com/office/drawing/2014/main" id="{0AA93E13-F3CC-075A-0518-74AEBF1447B2}"/>
                </a:ext>
              </a:extLst>
            </p:cNvPr>
            <p:cNvSpPr/>
            <p:nvPr/>
          </p:nvSpPr>
          <p:spPr>
            <a:xfrm>
              <a:off x="4555771" y="3554221"/>
              <a:ext cx="1142121" cy="1051866"/>
            </a:xfrm>
            <a:custGeom>
              <a:avLst/>
              <a:gdLst/>
              <a:ahLst/>
              <a:cxnLst/>
              <a:rect l="l" t="t" r="r" b="b"/>
              <a:pathLst>
                <a:path w="37672" h="34695" extrusionOk="0">
                  <a:moveTo>
                    <a:pt x="10621" y="0"/>
                  </a:moveTo>
                  <a:cubicBezTo>
                    <a:pt x="10621" y="0"/>
                    <a:pt x="10621" y="12"/>
                    <a:pt x="10621" y="12"/>
                  </a:cubicBezTo>
                  <a:cubicBezTo>
                    <a:pt x="10704" y="60"/>
                    <a:pt x="10740" y="83"/>
                    <a:pt x="10823" y="131"/>
                  </a:cubicBezTo>
                  <a:cubicBezTo>
                    <a:pt x="10716" y="5167"/>
                    <a:pt x="11193" y="10156"/>
                    <a:pt x="11871" y="15145"/>
                  </a:cubicBezTo>
                  <a:cubicBezTo>
                    <a:pt x="8275" y="18121"/>
                    <a:pt x="4227" y="20574"/>
                    <a:pt x="1" y="22538"/>
                  </a:cubicBezTo>
                  <a:cubicBezTo>
                    <a:pt x="8573" y="28896"/>
                    <a:pt x="17646" y="32718"/>
                    <a:pt x="28123" y="34695"/>
                  </a:cubicBezTo>
                  <a:cubicBezTo>
                    <a:pt x="31826" y="30051"/>
                    <a:pt x="34934" y="25265"/>
                    <a:pt x="37672" y="19991"/>
                  </a:cubicBezTo>
                  <a:cubicBezTo>
                    <a:pt x="34755" y="15228"/>
                    <a:pt x="32159" y="10370"/>
                    <a:pt x="30207" y="5132"/>
                  </a:cubicBezTo>
                  <a:cubicBezTo>
                    <a:pt x="22956" y="4941"/>
                    <a:pt x="17015" y="3417"/>
                    <a:pt x="10621" y="0"/>
                  </a:cubicBezTo>
                  <a:close/>
                </a:path>
              </a:pathLst>
            </a:custGeom>
            <a:solidFill>
              <a:schemeClr val="accent1"/>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366;p22">
              <a:extLst>
                <a:ext uri="{FF2B5EF4-FFF2-40B4-BE49-F238E27FC236}">
                  <a16:creationId xmlns:a16="http://schemas.microsoft.com/office/drawing/2014/main" id="{9B8BC6C9-0CCA-39A0-AB5B-FF3F14196E4E}"/>
                </a:ext>
              </a:extLst>
            </p:cNvPr>
            <p:cNvSpPr/>
            <p:nvPr/>
          </p:nvSpPr>
          <p:spPr>
            <a:xfrm>
              <a:off x="4029495" y="3158580"/>
              <a:ext cx="886211" cy="1078970"/>
            </a:xfrm>
            <a:custGeom>
              <a:avLst/>
              <a:gdLst/>
              <a:ahLst/>
              <a:cxnLst/>
              <a:rect l="l" t="t" r="r" b="b"/>
              <a:pathLst>
                <a:path w="29231" h="35589" extrusionOk="0">
                  <a:moveTo>
                    <a:pt x="14550" y="1"/>
                  </a:moveTo>
                  <a:cubicBezTo>
                    <a:pt x="13097" y="4251"/>
                    <a:pt x="12026" y="8645"/>
                    <a:pt x="11192" y="13050"/>
                  </a:cubicBezTo>
                  <a:cubicBezTo>
                    <a:pt x="8585" y="13600"/>
                    <a:pt x="5917" y="13880"/>
                    <a:pt x="3250" y="13880"/>
                  </a:cubicBezTo>
                  <a:cubicBezTo>
                    <a:pt x="2165" y="13880"/>
                    <a:pt x="1081" y="13833"/>
                    <a:pt x="0" y="13741"/>
                  </a:cubicBezTo>
                  <a:lnTo>
                    <a:pt x="0" y="13741"/>
                  </a:lnTo>
                  <a:cubicBezTo>
                    <a:pt x="4370" y="22325"/>
                    <a:pt x="9954" y="29397"/>
                    <a:pt x="17360" y="35588"/>
                  </a:cubicBezTo>
                  <a:cubicBezTo>
                    <a:pt x="21586" y="33624"/>
                    <a:pt x="25634" y="31171"/>
                    <a:pt x="29230" y="28195"/>
                  </a:cubicBezTo>
                  <a:cubicBezTo>
                    <a:pt x="28552" y="23206"/>
                    <a:pt x="28075" y="18217"/>
                    <a:pt x="28194" y="13181"/>
                  </a:cubicBezTo>
                  <a:cubicBezTo>
                    <a:pt x="22586" y="9573"/>
                    <a:pt x="18395" y="5466"/>
                    <a:pt x="14550" y="1"/>
                  </a:cubicBezTo>
                  <a:close/>
                </a:path>
              </a:pathLst>
            </a:custGeom>
            <a:solidFill>
              <a:schemeClr val="accent2"/>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369;p22">
              <a:extLst>
                <a:ext uri="{FF2B5EF4-FFF2-40B4-BE49-F238E27FC236}">
                  <a16:creationId xmlns:a16="http://schemas.microsoft.com/office/drawing/2014/main" id="{5557E3D8-B6F6-B9AB-BF44-7CBBDAD20113}"/>
                </a:ext>
              </a:extLst>
            </p:cNvPr>
            <p:cNvSpPr/>
            <p:nvPr/>
          </p:nvSpPr>
          <p:spPr>
            <a:xfrm>
              <a:off x="3831675" y="2471317"/>
              <a:ext cx="638941" cy="1108074"/>
            </a:xfrm>
            <a:custGeom>
              <a:avLst/>
              <a:gdLst/>
              <a:ahLst/>
              <a:cxnLst/>
              <a:rect l="l" t="t" r="r" b="b"/>
              <a:pathLst>
                <a:path w="21075" h="36549" extrusionOk="0">
                  <a:moveTo>
                    <a:pt x="14252" y="0"/>
                  </a:moveTo>
                  <a:cubicBezTo>
                    <a:pt x="11883" y="2917"/>
                    <a:pt x="9776" y="5989"/>
                    <a:pt x="7716" y="9132"/>
                  </a:cubicBezTo>
                  <a:cubicBezTo>
                    <a:pt x="5287" y="7811"/>
                    <a:pt x="2787" y="5739"/>
                    <a:pt x="1048" y="3572"/>
                  </a:cubicBezTo>
                  <a:lnTo>
                    <a:pt x="1048" y="3572"/>
                  </a:lnTo>
                  <a:cubicBezTo>
                    <a:pt x="1" y="15145"/>
                    <a:pt x="1846" y="25742"/>
                    <a:pt x="6525" y="36410"/>
                  </a:cubicBezTo>
                  <a:cubicBezTo>
                    <a:pt x="7606" y="36502"/>
                    <a:pt x="8690" y="36549"/>
                    <a:pt x="9775" y="36549"/>
                  </a:cubicBezTo>
                  <a:cubicBezTo>
                    <a:pt x="12442" y="36549"/>
                    <a:pt x="15110" y="36269"/>
                    <a:pt x="17717" y="35719"/>
                  </a:cubicBezTo>
                  <a:cubicBezTo>
                    <a:pt x="18527" y="31397"/>
                    <a:pt x="19575" y="27099"/>
                    <a:pt x="20991" y="22920"/>
                  </a:cubicBezTo>
                  <a:cubicBezTo>
                    <a:pt x="21027" y="22836"/>
                    <a:pt x="21051" y="22753"/>
                    <a:pt x="21075" y="22670"/>
                  </a:cubicBezTo>
                  <a:cubicBezTo>
                    <a:pt x="16848" y="15478"/>
                    <a:pt x="14705" y="8335"/>
                    <a:pt x="14252" y="0"/>
                  </a:cubicBezTo>
                  <a:close/>
                </a:path>
              </a:pathLst>
            </a:custGeom>
            <a:solidFill>
              <a:schemeClr val="accent3"/>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372;p22">
              <a:extLst>
                <a:ext uri="{FF2B5EF4-FFF2-40B4-BE49-F238E27FC236}">
                  <a16:creationId xmlns:a16="http://schemas.microsoft.com/office/drawing/2014/main" id="{8E50C43E-C2A2-D182-AE96-35F7C1F90DC4}"/>
                </a:ext>
              </a:extLst>
            </p:cNvPr>
            <p:cNvSpPr/>
            <p:nvPr/>
          </p:nvSpPr>
          <p:spPr>
            <a:xfrm>
              <a:off x="3863447" y="1442925"/>
              <a:ext cx="760939" cy="1305290"/>
            </a:xfrm>
            <a:custGeom>
              <a:avLst/>
              <a:gdLst/>
              <a:ahLst/>
              <a:cxnLst/>
              <a:rect l="l" t="t" r="r" b="b"/>
              <a:pathLst>
                <a:path w="25099" h="43054" extrusionOk="0">
                  <a:moveTo>
                    <a:pt x="21801" y="1"/>
                  </a:moveTo>
                  <a:cubicBezTo>
                    <a:pt x="9645" y="9871"/>
                    <a:pt x="2370" y="21991"/>
                    <a:pt x="0" y="37481"/>
                  </a:cubicBezTo>
                  <a:cubicBezTo>
                    <a:pt x="1727" y="39648"/>
                    <a:pt x="4227" y="41732"/>
                    <a:pt x="6668" y="43053"/>
                  </a:cubicBezTo>
                  <a:cubicBezTo>
                    <a:pt x="8728" y="39910"/>
                    <a:pt x="10835" y="36838"/>
                    <a:pt x="13204" y="33921"/>
                  </a:cubicBezTo>
                  <a:cubicBezTo>
                    <a:pt x="13490" y="22134"/>
                    <a:pt x="17550" y="12562"/>
                    <a:pt x="25099" y="3572"/>
                  </a:cubicBezTo>
                  <a:cubicBezTo>
                    <a:pt x="23777" y="2144"/>
                    <a:pt x="23122" y="1429"/>
                    <a:pt x="21801" y="1"/>
                  </a:cubicBezTo>
                  <a:close/>
                </a:path>
              </a:pathLst>
            </a:custGeom>
            <a:solidFill>
              <a:schemeClr val="accent4"/>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roupe 3">
            <a:extLst>
              <a:ext uri="{FF2B5EF4-FFF2-40B4-BE49-F238E27FC236}">
                <a16:creationId xmlns:a16="http://schemas.microsoft.com/office/drawing/2014/main" id="{6E7D2B6A-4EE3-DCEB-CF9D-8A5DDA04F1C7}"/>
              </a:ext>
            </a:extLst>
          </p:cNvPr>
          <p:cNvGrpSpPr/>
          <p:nvPr/>
        </p:nvGrpSpPr>
        <p:grpSpPr>
          <a:xfrm rot="2355538">
            <a:off x="5481331" y="752030"/>
            <a:ext cx="935568" cy="1756298"/>
            <a:chOff x="0" y="0"/>
            <a:chExt cx="855992" cy="1606914"/>
          </a:xfrm>
        </p:grpSpPr>
        <p:grpSp>
          <p:nvGrpSpPr>
            <p:cNvPr id="9" name="Groupe 4">
              <a:extLst>
                <a:ext uri="{FF2B5EF4-FFF2-40B4-BE49-F238E27FC236}">
                  <a16:creationId xmlns:a16="http://schemas.microsoft.com/office/drawing/2014/main" id="{472BB9DA-92B9-E4A4-9C8D-062DE1C69E49}"/>
                </a:ext>
              </a:extLst>
            </p:cNvPr>
            <p:cNvGrpSpPr/>
            <p:nvPr/>
          </p:nvGrpSpPr>
          <p:grpSpPr>
            <a:xfrm>
              <a:off x="338457" y="641319"/>
              <a:ext cx="244374" cy="965595"/>
              <a:chOff x="338457" y="641319"/>
              <a:chExt cx="1093258" cy="4033262"/>
            </a:xfrm>
          </p:grpSpPr>
          <p:sp>
            <p:nvSpPr>
              <p:cNvPr id="26" name="Rectangle 2072">
                <a:extLst>
                  <a:ext uri="{FF2B5EF4-FFF2-40B4-BE49-F238E27FC236}">
                    <a16:creationId xmlns:a16="http://schemas.microsoft.com/office/drawing/2014/main" id="{141A5574-5614-2177-DA29-FDA652ED9AFB}"/>
                  </a:ext>
                </a:extLst>
              </p:cNvPr>
              <p:cNvSpPr/>
              <p:nvPr/>
            </p:nvSpPr>
            <p:spPr>
              <a:xfrm>
                <a:off x="338457" y="1073915"/>
                <a:ext cx="1093258" cy="3271879"/>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7" name="Rectangle 2072">
                <a:extLst>
                  <a:ext uri="{FF2B5EF4-FFF2-40B4-BE49-F238E27FC236}">
                    <a16:creationId xmlns:a16="http://schemas.microsoft.com/office/drawing/2014/main" id="{72339737-8BA2-F068-2CC7-56579DA42571}"/>
                  </a:ext>
                </a:extLst>
              </p:cNvPr>
              <p:cNvSpPr/>
              <p:nvPr/>
            </p:nvSpPr>
            <p:spPr>
              <a:xfrm>
                <a:off x="506656" y="641319"/>
                <a:ext cx="687304" cy="4033262"/>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0" name="Groupe 5">
              <a:extLst>
                <a:ext uri="{FF2B5EF4-FFF2-40B4-BE49-F238E27FC236}">
                  <a16:creationId xmlns:a16="http://schemas.microsoft.com/office/drawing/2014/main" id="{E1A6C6FE-1B45-CD8E-D5B3-BC18B6AD7719}"/>
                </a:ext>
              </a:extLst>
            </p:cNvPr>
            <p:cNvGrpSpPr/>
            <p:nvPr/>
          </p:nvGrpSpPr>
          <p:grpSpPr>
            <a:xfrm>
              <a:off x="0" y="0"/>
              <a:ext cx="855992" cy="1302509"/>
              <a:chOff x="0" y="0"/>
              <a:chExt cx="3022842" cy="4456457"/>
            </a:xfrm>
          </p:grpSpPr>
          <p:sp>
            <p:nvSpPr>
              <p:cNvPr id="11" name="Rectangle : coins arrondis 7">
                <a:extLst>
                  <a:ext uri="{FF2B5EF4-FFF2-40B4-BE49-F238E27FC236}">
                    <a16:creationId xmlns:a16="http://schemas.microsoft.com/office/drawing/2014/main" id="{0ED43280-A37D-1D6A-0B60-580DFAE5D010}"/>
                  </a:ext>
                </a:extLst>
              </p:cNvPr>
              <p:cNvSpPr/>
              <p:nvPr/>
            </p:nvSpPr>
            <p:spPr>
              <a:xfrm>
                <a:off x="1087399" y="2024200"/>
                <a:ext cx="981970" cy="1678336"/>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nvGrpSpPr>
              <p:cNvPr id="12" name="Groupe 8">
                <a:extLst>
                  <a:ext uri="{FF2B5EF4-FFF2-40B4-BE49-F238E27FC236}">
                    <a16:creationId xmlns:a16="http://schemas.microsoft.com/office/drawing/2014/main" id="{028C1087-FFAE-9755-5D23-696EFFDBD131}"/>
                  </a:ext>
                </a:extLst>
              </p:cNvPr>
              <p:cNvGrpSpPr/>
              <p:nvPr/>
            </p:nvGrpSpPr>
            <p:grpSpPr>
              <a:xfrm>
                <a:off x="0" y="0"/>
                <a:ext cx="3022842" cy="3990369"/>
                <a:chOff x="0" y="0"/>
                <a:chExt cx="3022842" cy="3990369"/>
              </a:xfrm>
            </p:grpSpPr>
            <p:grpSp>
              <p:nvGrpSpPr>
                <p:cNvPr id="17" name="Groupe 13">
                  <a:extLst>
                    <a:ext uri="{FF2B5EF4-FFF2-40B4-BE49-F238E27FC236}">
                      <a16:creationId xmlns:a16="http://schemas.microsoft.com/office/drawing/2014/main" id="{F64E9966-AB89-9ABB-5DE1-E40D267D382A}"/>
                    </a:ext>
                  </a:extLst>
                </p:cNvPr>
                <p:cNvGrpSpPr/>
                <p:nvPr/>
              </p:nvGrpSpPr>
              <p:grpSpPr>
                <a:xfrm>
                  <a:off x="0" y="2"/>
                  <a:ext cx="3022842" cy="3990367"/>
                  <a:chOff x="0" y="1"/>
                  <a:chExt cx="2903936" cy="3833401"/>
                </a:xfrm>
              </p:grpSpPr>
              <p:sp>
                <p:nvSpPr>
                  <p:cNvPr id="20" name="Forme libre : forme 16">
                    <a:extLst>
                      <a:ext uri="{FF2B5EF4-FFF2-40B4-BE49-F238E27FC236}">
                        <a16:creationId xmlns:a16="http://schemas.microsoft.com/office/drawing/2014/main" id="{8C2F9623-3D2D-5A9F-A898-3001EF232EC4}"/>
                      </a:ext>
                    </a:extLst>
                  </p:cNvPr>
                  <p:cNvSpPr/>
                  <p:nvPr/>
                </p:nvSpPr>
                <p:spPr>
                  <a:xfrm>
                    <a:off x="0" y="2114207"/>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1" name="Forme libre : forme 17">
                    <a:extLst>
                      <a:ext uri="{FF2B5EF4-FFF2-40B4-BE49-F238E27FC236}">
                        <a16:creationId xmlns:a16="http://schemas.microsoft.com/office/drawing/2014/main" id="{68636C71-26C1-6DDE-A995-E7B44F6F4503}"/>
                      </a:ext>
                    </a:extLst>
                  </p:cNvPr>
                  <p:cNvSpPr/>
                  <p:nvPr/>
                </p:nvSpPr>
                <p:spPr>
                  <a:xfrm flipH="1">
                    <a:off x="1912424" y="2027994"/>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2" name="Rectangle : avec coins arrondis en haut 2048">
                    <a:extLst>
                      <a:ext uri="{FF2B5EF4-FFF2-40B4-BE49-F238E27FC236}">
                        <a16:creationId xmlns:a16="http://schemas.microsoft.com/office/drawing/2014/main" id="{C6F85076-2F87-A558-666E-E08AE9C01E35}"/>
                      </a:ext>
                    </a:extLst>
                  </p:cNvPr>
                  <p:cNvSpPr/>
                  <p:nvPr/>
                </p:nvSpPr>
                <p:spPr>
                  <a:xfrm>
                    <a:off x="745936" y="1"/>
                    <a:ext cx="1508175" cy="3202647"/>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3" name="Ellipse 19">
                    <a:extLst>
                      <a:ext uri="{FF2B5EF4-FFF2-40B4-BE49-F238E27FC236}">
                        <a16:creationId xmlns:a16="http://schemas.microsoft.com/office/drawing/2014/main" id="{71655AB3-4F9B-593D-ACC7-84C5E28B4CB9}"/>
                      </a:ext>
                    </a:extLst>
                  </p:cNvPr>
                  <p:cNvSpPr/>
                  <p:nvPr/>
                </p:nvSpPr>
                <p:spPr>
                  <a:xfrm>
                    <a:off x="1152387" y="913706"/>
                    <a:ext cx="695271" cy="69527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4" name="Ellipse 20">
                    <a:extLst>
                      <a:ext uri="{FF2B5EF4-FFF2-40B4-BE49-F238E27FC236}">
                        <a16:creationId xmlns:a16="http://schemas.microsoft.com/office/drawing/2014/main" id="{F3894759-4E38-823A-6A0E-0031BDC28332}"/>
                      </a:ext>
                    </a:extLst>
                  </p:cNvPr>
                  <p:cNvSpPr/>
                  <p:nvPr/>
                </p:nvSpPr>
                <p:spPr>
                  <a:xfrm>
                    <a:off x="1232695" y="999636"/>
                    <a:ext cx="523409" cy="523409"/>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5" name="Forme libre : forme 21">
                    <a:extLst>
                      <a:ext uri="{FF2B5EF4-FFF2-40B4-BE49-F238E27FC236}">
                        <a16:creationId xmlns:a16="http://schemas.microsoft.com/office/drawing/2014/main" id="{332E4587-5FE5-1B2D-8F25-EC32C1EF7F5F}"/>
                      </a:ext>
                    </a:extLst>
                  </p:cNvPr>
                  <p:cNvSpPr/>
                  <p:nvPr/>
                </p:nvSpPr>
                <p:spPr>
                  <a:xfrm>
                    <a:off x="751245" y="3177559"/>
                    <a:ext cx="1502866" cy="28621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8" name="Forme libre : forme 14">
                  <a:extLst>
                    <a:ext uri="{FF2B5EF4-FFF2-40B4-BE49-F238E27FC236}">
                      <a16:creationId xmlns:a16="http://schemas.microsoft.com/office/drawing/2014/main" id="{5577A642-ADE1-D11C-4DEA-1D9E46F328CD}"/>
                    </a:ext>
                  </a:extLst>
                </p:cNvPr>
                <p:cNvSpPr/>
                <p:nvPr/>
              </p:nvSpPr>
              <p:spPr>
                <a:xfrm>
                  <a:off x="781587" y="0"/>
                  <a:ext cx="796237"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flip="none" rotWithShape="1">
                  <a:gsLst>
                    <a:gs pos="100000">
                      <a:schemeClr val="lt1"/>
                    </a:gs>
                    <a:gs pos="0">
                      <a:schemeClr val="bg1">
                        <a:alpha val="3000"/>
                      </a:scheme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9" name="Forme libre : forme 15">
                  <a:extLst>
                    <a:ext uri="{FF2B5EF4-FFF2-40B4-BE49-F238E27FC236}">
                      <a16:creationId xmlns:a16="http://schemas.microsoft.com/office/drawing/2014/main" id="{890EE12D-29FD-6BA6-9EDF-670E1E885160}"/>
                    </a:ext>
                  </a:extLst>
                </p:cNvPr>
                <p:cNvSpPr/>
                <p:nvPr/>
              </p:nvSpPr>
              <p:spPr>
                <a:xfrm flipH="1">
                  <a:off x="1635575" y="11489"/>
                  <a:ext cx="719329"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3" name="Groupe 9">
                <a:extLst>
                  <a:ext uri="{FF2B5EF4-FFF2-40B4-BE49-F238E27FC236}">
                    <a16:creationId xmlns:a16="http://schemas.microsoft.com/office/drawing/2014/main" id="{4AEF343D-A5C6-E780-66E1-43C61EC7DF29}"/>
                  </a:ext>
                </a:extLst>
              </p:cNvPr>
              <p:cNvGrpSpPr/>
              <p:nvPr/>
            </p:nvGrpSpPr>
            <p:grpSpPr>
              <a:xfrm>
                <a:off x="1428627" y="2291412"/>
                <a:ext cx="273000" cy="2165045"/>
                <a:chOff x="1428627" y="2291412"/>
                <a:chExt cx="273000" cy="2165045"/>
              </a:xfrm>
              <a:solidFill>
                <a:srgbClr val="06627E"/>
              </a:solidFill>
            </p:grpSpPr>
            <p:sp>
              <p:nvSpPr>
                <p:cNvPr id="15" name="Losange 11">
                  <a:extLst>
                    <a:ext uri="{FF2B5EF4-FFF2-40B4-BE49-F238E27FC236}">
                      <a16:creationId xmlns:a16="http://schemas.microsoft.com/office/drawing/2014/main" id="{A5EB4C7D-45D4-F05E-3DF3-BB9506256077}"/>
                    </a:ext>
                  </a:extLst>
                </p:cNvPr>
                <p:cNvSpPr/>
                <p:nvPr/>
              </p:nvSpPr>
              <p:spPr>
                <a:xfrm>
                  <a:off x="1428627" y="2291412"/>
                  <a:ext cx="272999" cy="1268801"/>
                </a:xfrm>
                <a:prstGeom prst="diamond">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6" name="Forme libre : forme 12">
                  <a:extLst>
                    <a:ext uri="{FF2B5EF4-FFF2-40B4-BE49-F238E27FC236}">
                      <a16:creationId xmlns:a16="http://schemas.microsoft.com/office/drawing/2014/main" id="{E208FFAD-5811-427E-B7E7-1B67E41F8EDC}"/>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4" name="Losange 10">
                <a:extLst>
                  <a:ext uri="{FF2B5EF4-FFF2-40B4-BE49-F238E27FC236}">
                    <a16:creationId xmlns:a16="http://schemas.microsoft.com/office/drawing/2014/main" id="{735054C1-843B-820D-3BB6-35BCC38B64EC}"/>
                  </a:ext>
                </a:extLst>
              </p:cNvPr>
              <p:cNvSpPr/>
              <p:nvPr/>
            </p:nvSpPr>
            <p:spPr>
              <a:xfrm>
                <a:off x="1547126" y="2512392"/>
                <a:ext cx="36000" cy="1332000"/>
              </a:xfrm>
              <a:prstGeom prst="diamond">
                <a:avLst/>
              </a:prstGeom>
              <a:solidFill>
                <a:schemeClr val="lt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cxnSp>
        <p:nvCxnSpPr>
          <p:cNvPr id="28" name="Connecteur : en angle 57">
            <a:extLst>
              <a:ext uri="{FF2B5EF4-FFF2-40B4-BE49-F238E27FC236}">
                <a16:creationId xmlns:a16="http://schemas.microsoft.com/office/drawing/2014/main" id="{6920AA6D-B7C0-58DC-2A65-21A9B97E5AEC}"/>
              </a:ext>
            </a:extLst>
          </p:cNvPr>
          <p:cNvCxnSpPr>
            <a:cxnSpLocks/>
          </p:cNvCxnSpPr>
          <p:nvPr/>
        </p:nvCxnSpPr>
        <p:spPr>
          <a:xfrm rot="10800000" flipV="1">
            <a:off x="3651354" y="2681141"/>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necteur : en angle 58">
            <a:extLst>
              <a:ext uri="{FF2B5EF4-FFF2-40B4-BE49-F238E27FC236}">
                <a16:creationId xmlns:a16="http://schemas.microsoft.com/office/drawing/2014/main" id="{25EC52CE-60B7-B630-10E0-7781CEB7949B}"/>
              </a:ext>
            </a:extLst>
          </p:cNvPr>
          <p:cNvCxnSpPr>
            <a:cxnSpLocks/>
          </p:cNvCxnSpPr>
          <p:nvPr/>
        </p:nvCxnSpPr>
        <p:spPr>
          <a:xfrm rot="10800000" flipH="1" flipV="1">
            <a:off x="5483658" y="3731384"/>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0" name="Connecteur : en angle 59">
            <a:extLst>
              <a:ext uri="{FF2B5EF4-FFF2-40B4-BE49-F238E27FC236}">
                <a16:creationId xmlns:a16="http://schemas.microsoft.com/office/drawing/2014/main" id="{085D8C49-E890-1CE9-5988-4ACA50B837D8}"/>
              </a:ext>
            </a:extLst>
          </p:cNvPr>
          <p:cNvCxnSpPr>
            <a:cxnSpLocks/>
          </p:cNvCxnSpPr>
          <p:nvPr/>
        </p:nvCxnSpPr>
        <p:spPr>
          <a:xfrm rot="10800000" flipV="1">
            <a:off x="4362100" y="5046292"/>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1" name="Connecteur : en angle 60">
            <a:extLst>
              <a:ext uri="{FF2B5EF4-FFF2-40B4-BE49-F238E27FC236}">
                <a16:creationId xmlns:a16="http://schemas.microsoft.com/office/drawing/2014/main" id="{78B3186D-496B-BDAA-1B7D-D48C50C424C8}"/>
              </a:ext>
            </a:extLst>
          </p:cNvPr>
          <p:cNvCxnSpPr>
            <a:cxnSpLocks/>
          </p:cNvCxnSpPr>
          <p:nvPr/>
        </p:nvCxnSpPr>
        <p:spPr>
          <a:xfrm rot="10800000" flipH="1" flipV="1">
            <a:off x="7131124" y="5360353"/>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2" name="ZoneTexte 61">
            <a:extLst>
              <a:ext uri="{FF2B5EF4-FFF2-40B4-BE49-F238E27FC236}">
                <a16:creationId xmlns:a16="http://schemas.microsoft.com/office/drawing/2014/main" id="{DEFDB489-F612-D3B9-F085-12CE088894C2}"/>
              </a:ext>
            </a:extLst>
          </p:cNvPr>
          <p:cNvSpPr txBox="1"/>
          <p:nvPr/>
        </p:nvSpPr>
        <p:spPr>
          <a:xfrm flipH="1">
            <a:off x="8406502" y="5307150"/>
            <a:ext cx="527709" cy="830997"/>
          </a:xfrm>
          <a:prstGeom prst="rect">
            <a:avLst/>
          </a:prstGeom>
          <a:noFill/>
          <a:effectLst/>
        </p:spPr>
        <p:txBody>
          <a:bodyPr wrap="none" rtlCol="0">
            <a:spAutoFit/>
          </a:bodyPr>
          <a:lstStyle/>
          <a:p>
            <a:r>
              <a:rPr lang="en-US" sz="4800" b="1" dirty="0">
                <a:solidFill>
                  <a:schemeClr val="accent1"/>
                </a:solidFill>
              </a:rPr>
              <a:t>1</a:t>
            </a:r>
          </a:p>
        </p:txBody>
      </p:sp>
      <p:sp>
        <p:nvSpPr>
          <p:cNvPr id="33" name="TextBox 37">
            <a:extLst>
              <a:ext uri="{FF2B5EF4-FFF2-40B4-BE49-F238E27FC236}">
                <a16:creationId xmlns:a16="http://schemas.microsoft.com/office/drawing/2014/main" id="{CC94B033-B407-A9E8-7EA8-43D84A880F58}"/>
              </a:ext>
            </a:extLst>
          </p:cNvPr>
          <p:cNvSpPr txBox="1"/>
          <p:nvPr/>
        </p:nvSpPr>
        <p:spPr>
          <a:xfrm>
            <a:off x="8837645" y="5184039"/>
            <a:ext cx="3354355"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ZoneTexte 63">
            <a:extLst>
              <a:ext uri="{FF2B5EF4-FFF2-40B4-BE49-F238E27FC236}">
                <a16:creationId xmlns:a16="http://schemas.microsoft.com/office/drawing/2014/main" id="{114C6677-7ED5-527C-A461-5E0E705B6C55}"/>
              </a:ext>
            </a:extLst>
          </p:cNvPr>
          <p:cNvSpPr txBox="1"/>
          <p:nvPr/>
        </p:nvSpPr>
        <p:spPr>
          <a:xfrm flipH="1">
            <a:off x="6810256" y="3657877"/>
            <a:ext cx="527709" cy="830997"/>
          </a:xfrm>
          <a:prstGeom prst="rect">
            <a:avLst/>
          </a:prstGeom>
          <a:noFill/>
          <a:effectLst/>
        </p:spPr>
        <p:txBody>
          <a:bodyPr wrap="none" rtlCol="0">
            <a:spAutoFit/>
          </a:bodyPr>
          <a:lstStyle/>
          <a:p>
            <a:r>
              <a:rPr lang="en-US" sz="4800" b="1" dirty="0">
                <a:solidFill>
                  <a:schemeClr val="accent3"/>
                </a:solidFill>
              </a:rPr>
              <a:t>3</a:t>
            </a:r>
          </a:p>
        </p:txBody>
      </p:sp>
      <p:sp>
        <p:nvSpPr>
          <p:cNvPr id="35" name="TextBox 37">
            <a:extLst>
              <a:ext uri="{FF2B5EF4-FFF2-40B4-BE49-F238E27FC236}">
                <a16:creationId xmlns:a16="http://schemas.microsoft.com/office/drawing/2014/main" id="{91D69EB3-DAF3-178F-61E9-5F1E9AF59AD2}"/>
              </a:ext>
            </a:extLst>
          </p:cNvPr>
          <p:cNvSpPr txBox="1"/>
          <p:nvPr/>
        </p:nvSpPr>
        <p:spPr>
          <a:xfrm>
            <a:off x="7241399" y="3534766"/>
            <a:ext cx="3354355"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6" name="ZoneTexte 65">
            <a:extLst>
              <a:ext uri="{FF2B5EF4-FFF2-40B4-BE49-F238E27FC236}">
                <a16:creationId xmlns:a16="http://schemas.microsoft.com/office/drawing/2014/main" id="{21797F0A-F021-D4FC-D0F8-BD47947EE00C}"/>
              </a:ext>
            </a:extLst>
          </p:cNvPr>
          <p:cNvSpPr txBox="1"/>
          <p:nvPr/>
        </p:nvSpPr>
        <p:spPr>
          <a:xfrm flipH="1">
            <a:off x="3180139" y="2644550"/>
            <a:ext cx="527709" cy="830997"/>
          </a:xfrm>
          <a:prstGeom prst="rect">
            <a:avLst/>
          </a:prstGeom>
          <a:noFill/>
          <a:effectLst/>
        </p:spPr>
        <p:txBody>
          <a:bodyPr wrap="none" rtlCol="0">
            <a:spAutoFit/>
          </a:bodyPr>
          <a:lstStyle/>
          <a:p>
            <a:r>
              <a:rPr lang="en-US" sz="4800" b="1" dirty="0">
                <a:solidFill>
                  <a:schemeClr val="accent4"/>
                </a:solidFill>
              </a:rPr>
              <a:t>4</a:t>
            </a:r>
          </a:p>
        </p:txBody>
      </p:sp>
      <p:sp>
        <p:nvSpPr>
          <p:cNvPr id="37" name="TextBox 37">
            <a:extLst>
              <a:ext uri="{FF2B5EF4-FFF2-40B4-BE49-F238E27FC236}">
                <a16:creationId xmlns:a16="http://schemas.microsoft.com/office/drawing/2014/main" id="{4F5AC81D-94FA-3929-E1EA-2540E519A4BD}"/>
              </a:ext>
            </a:extLst>
          </p:cNvPr>
          <p:cNvSpPr txBox="1"/>
          <p:nvPr/>
        </p:nvSpPr>
        <p:spPr>
          <a:xfrm>
            <a:off x="-38837" y="2521439"/>
            <a:ext cx="3354355" cy="1077218"/>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8" name="ZoneTexte 67">
            <a:extLst>
              <a:ext uri="{FF2B5EF4-FFF2-40B4-BE49-F238E27FC236}">
                <a16:creationId xmlns:a16="http://schemas.microsoft.com/office/drawing/2014/main" id="{989B57F1-FDBE-AD7A-0C5F-513E57D019B0}"/>
              </a:ext>
            </a:extLst>
          </p:cNvPr>
          <p:cNvSpPr txBox="1"/>
          <p:nvPr/>
        </p:nvSpPr>
        <p:spPr>
          <a:xfrm flipH="1">
            <a:off x="3874933" y="4993090"/>
            <a:ext cx="527709" cy="830997"/>
          </a:xfrm>
          <a:prstGeom prst="rect">
            <a:avLst/>
          </a:prstGeom>
          <a:noFill/>
          <a:effectLst/>
        </p:spPr>
        <p:txBody>
          <a:bodyPr wrap="none" rtlCol="0">
            <a:spAutoFit/>
          </a:bodyPr>
          <a:lstStyle/>
          <a:p>
            <a:r>
              <a:rPr lang="en-US" sz="4800" b="1" dirty="0">
                <a:solidFill>
                  <a:schemeClr val="accent2"/>
                </a:solidFill>
              </a:rPr>
              <a:t>2</a:t>
            </a:r>
          </a:p>
        </p:txBody>
      </p:sp>
      <p:sp>
        <p:nvSpPr>
          <p:cNvPr id="39" name="TextBox 37">
            <a:extLst>
              <a:ext uri="{FF2B5EF4-FFF2-40B4-BE49-F238E27FC236}">
                <a16:creationId xmlns:a16="http://schemas.microsoft.com/office/drawing/2014/main" id="{E507917E-3B3F-D9B2-EC80-6275014C53CD}"/>
              </a:ext>
            </a:extLst>
          </p:cNvPr>
          <p:cNvSpPr txBox="1"/>
          <p:nvPr/>
        </p:nvSpPr>
        <p:spPr>
          <a:xfrm>
            <a:off x="655957" y="4869979"/>
            <a:ext cx="3354355"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939295949"/>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1DDAFE-C39E-7158-53DA-B154E2C08CCF}"/>
              </a:ext>
            </a:extLst>
          </p:cNvPr>
          <p:cNvSpPr>
            <a:spLocks noGrp="1"/>
          </p:cNvSpPr>
          <p:nvPr>
            <p:ph type="title"/>
          </p:nvPr>
        </p:nvSpPr>
        <p:spPr>
          <a:xfrm>
            <a:off x="214184" y="13663"/>
            <a:ext cx="9728886" cy="678316"/>
          </a:xfrm>
        </p:spPr>
        <p:txBody>
          <a:bodyPr>
            <a:normAutofit/>
          </a:bodyPr>
          <a:lstStyle/>
          <a:p>
            <a:r>
              <a:rPr lang="en-US" dirty="0"/>
              <a:t>Rocket 4</a:t>
            </a:r>
          </a:p>
        </p:txBody>
      </p:sp>
      <p:grpSp>
        <p:nvGrpSpPr>
          <p:cNvPr id="4" name="Groupe 26">
            <a:extLst>
              <a:ext uri="{FF2B5EF4-FFF2-40B4-BE49-F238E27FC236}">
                <a16:creationId xmlns:a16="http://schemas.microsoft.com/office/drawing/2014/main" id="{5D1CF1F6-DF94-C209-3549-B09A42014C46}"/>
              </a:ext>
            </a:extLst>
          </p:cNvPr>
          <p:cNvGrpSpPr/>
          <p:nvPr/>
        </p:nvGrpSpPr>
        <p:grpSpPr>
          <a:xfrm>
            <a:off x="6410470" y="1385963"/>
            <a:ext cx="3714796" cy="1044828"/>
            <a:chOff x="4547263" y="1627275"/>
            <a:chExt cx="6405870" cy="1801724"/>
          </a:xfrm>
        </p:grpSpPr>
        <p:grpSp>
          <p:nvGrpSpPr>
            <p:cNvPr id="10" name="Groupe 25">
              <a:extLst>
                <a:ext uri="{FF2B5EF4-FFF2-40B4-BE49-F238E27FC236}">
                  <a16:creationId xmlns:a16="http://schemas.microsoft.com/office/drawing/2014/main" id="{9CA7AE55-9F6E-42A2-FCCA-84050CD47B52}"/>
                </a:ext>
              </a:extLst>
            </p:cNvPr>
            <p:cNvGrpSpPr/>
            <p:nvPr/>
          </p:nvGrpSpPr>
          <p:grpSpPr>
            <a:xfrm>
              <a:off x="4547263" y="2293216"/>
              <a:ext cx="4233279" cy="512405"/>
              <a:chOff x="3337560" y="3725298"/>
              <a:chExt cx="4233279" cy="512405"/>
            </a:xfrm>
          </p:grpSpPr>
          <p:sp>
            <p:nvSpPr>
              <p:cNvPr id="24" name="Rectangle 23">
                <a:extLst>
                  <a:ext uri="{FF2B5EF4-FFF2-40B4-BE49-F238E27FC236}">
                    <a16:creationId xmlns:a16="http://schemas.microsoft.com/office/drawing/2014/main" id="{D3940530-F8FB-BA33-C095-4DF1B16853B0}"/>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3">
                <a:extLst>
                  <a:ext uri="{FF2B5EF4-FFF2-40B4-BE49-F238E27FC236}">
                    <a16:creationId xmlns:a16="http://schemas.microsoft.com/office/drawing/2014/main" id="{A7A1D43A-77AD-6785-63F2-A4401473FB16}"/>
                  </a:ext>
                </a:extLst>
              </p:cNvPr>
              <p:cNvSpPr/>
              <p:nvPr/>
            </p:nvSpPr>
            <p:spPr>
              <a:xfrm>
                <a:off x="3939539" y="3786560"/>
                <a:ext cx="3631300"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 coins arrondis 4">
              <a:extLst>
                <a:ext uri="{FF2B5EF4-FFF2-40B4-BE49-F238E27FC236}">
                  <a16:creationId xmlns:a16="http://schemas.microsoft.com/office/drawing/2014/main" id="{B8213CB3-A2D8-C7C1-8A70-F18C5FEDBE31}"/>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2" name="Forme libre : forme 13">
              <a:extLst>
                <a:ext uri="{FF2B5EF4-FFF2-40B4-BE49-F238E27FC236}">
                  <a16:creationId xmlns:a16="http://schemas.microsoft.com/office/drawing/2014/main" id="{2BF70EE5-6799-8227-2DDC-86C8FA152E3E}"/>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3" name="Forme libre : forme 14">
              <a:extLst>
                <a:ext uri="{FF2B5EF4-FFF2-40B4-BE49-F238E27FC236}">
                  <a16:creationId xmlns:a16="http://schemas.microsoft.com/office/drawing/2014/main" id="{4B97F44D-9437-19A1-BB88-E8FA21F6E8B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4" name="Rectangle : avec coins arrondis en haut 2048">
              <a:extLst>
                <a:ext uri="{FF2B5EF4-FFF2-40B4-BE49-F238E27FC236}">
                  <a16:creationId xmlns:a16="http://schemas.microsoft.com/office/drawing/2014/main" id="{54635D4B-BD59-B0A3-F036-4F1C9FD25373}"/>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5" name="Ellipse 16">
              <a:extLst>
                <a:ext uri="{FF2B5EF4-FFF2-40B4-BE49-F238E27FC236}">
                  <a16:creationId xmlns:a16="http://schemas.microsoft.com/office/drawing/2014/main" id="{92620375-92B7-0552-D182-CF1D8C145C71}"/>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6" name="Ellipse 17">
              <a:extLst>
                <a:ext uri="{FF2B5EF4-FFF2-40B4-BE49-F238E27FC236}">
                  <a16:creationId xmlns:a16="http://schemas.microsoft.com/office/drawing/2014/main" id="{8A9A185D-6DBA-D695-BF0E-AF5D4D094C0C}"/>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7" name="Forme libre : forme 18">
              <a:extLst>
                <a:ext uri="{FF2B5EF4-FFF2-40B4-BE49-F238E27FC236}">
                  <a16:creationId xmlns:a16="http://schemas.microsoft.com/office/drawing/2014/main" id="{04DD144B-4830-E8B0-180C-B621CF5CC2AD}"/>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8" name="Forme libre : forme 11">
              <a:extLst>
                <a:ext uri="{FF2B5EF4-FFF2-40B4-BE49-F238E27FC236}">
                  <a16:creationId xmlns:a16="http://schemas.microsoft.com/office/drawing/2014/main" id="{0572B82D-C2EE-8D71-05A8-12E935696607}"/>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9" name="Forme libre : forme 12">
              <a:extLst>
                <a:ext uri="{FF2B5EF4-FFF2-40B4-BE49-F238E27FC236}">
                  <a16:creationId xmlns:a16="http://schemas.microsoft.com/office/drawing/2014/main" id="{4406523A-975A-3663-1BA7-569D7B111783}"/>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20" name="Groupe 6">
              <a:extLst>
                <a:ext uri="{FF2B5EF4-FFF2-40B4-BE49-F238E27FC236}">
                  <a16:creationId xmlns:a16="http://schemas.microsoft.com/office/drawing/2014/main" id="{1D90B482-7D9F-9244-39DA-8307C17DAF14}"/>
                </a:ext>
              </a:extLst>
            </p:cNvPr>
            <p:cNvGrpSpPr/>
            <p:nvPr/>
          </p:nvGrpSpPr>
          <p:grpSpPr>
            <a:xfrm rot="5400000">
              <a:off x="8796160" y="1894190"/>
              <a:ext cx="162718" cy="1331917"/>
              <a:chOff x="1428627" y="2291412"/>
              <a:chExt cx="273000" cy="2165045"/>
            </a:xfrm>
            <a:solidFill>
              <a:srgbClr val="06627E"/>
            </a:solidFill>
          </p:grpSpPr>
          <p:sp>
            <p:nvSpPr>
              <p:cNvPr id="22" name="Losange 8">
                <a:extLst>
                  <a:ext uri="{FF2B5EF4-FFF2-40B4-BE49-F238E27FC236}">
                    <a16:creationId xmlns:a16="http://schemas.microsoft.com/office/drawing/2014/main" id="{2B28FD10-8F71-84F4-E3F6-E8BDB44E8088}"/>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23" name="Forme libre : forme 9">
                <a:extLst>
                  <a:ext uri="{FF2B5EF4-FFF2-40B4-BE49-F238E27FC236}">
                    <a16:creationId xmlns:a16="http://schemas.microsoft.com/office/drawing/2014/main" id="{E0766ED0-CB04-A681-9895-D24C946629E2}"/>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21" name="Losange 7">
              <a:extLst>
                <a:ext uri="{FF2B5EF4-FFF2-40B4-BE49-F238E27FC236}">
                  <a16:creationId xmlns:a16="http://schemas.microsoft.com/office/drawing/2014/main" id="{E8520009-F3BB-3474-4C33-A2417C6AB146}"/>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 name="Groupe 78">
            <a:extLst>
              <a:ext uri="{FF2B5EF4-FFF2-40B4-BE49-F238E27FC236}">
                <a16:creationId xmlns:a16="http://schemas.microsoft.com/office/drawing/2014/main" id="{6828BBD6-95B5-82BF-61F1-7E2C394F9C69}"/>
              </a:ext>
            </a:extLst>
          </p:cNvPr>
          <p:cNvGrpSpPr/>
          <p:nvPr/>
        </p:nvGrpSpPr>
        <p:grpSpPr>
          <a:xfrm>
            <a:off x="1432564" y="1369769"/>
            <a:ext cx="4591230" cy="1077218"/>
            <a:chOff x="699962" y="1475156"/>
            <a:chExt cx="4591230" cy="1077218"/>
          </a:xfrm>
        </p:grpSpPr>
        <p:sp>
          <p:nvSpPr>
            <p:cNvPr id="6" name="TextBox 82">
              <a:extLst>
                <a:ext uri="{FF2B5EF4-FFF2-40B4-BE49-F238E27FC236}">
                  <a16:creationId xmlns:a16="http://schemas.microsoft.com/office/drawing/2014/main" id="{317C6990-3D97-B884-6C03-41347BF2EB39}"/>
                </a:ext>
              </a:extLst>
            </p:cNvPr>
            <p:cNvSpPr txBox="1"/>
            <p:nvPr/>
          </p:nvSpPr>
          <p:spPr>
            <a:xfrm>
              <a:off x="699962" y="1475156"/>
              <a:ext cx="411480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Ellipse 81">
              <a:extLst>
                <a:ext uri="{FF2B5EF4-FFF2-40B4-BE49-F238E27FC236}">
                  <a16:creationId xmlns:a16="http://schemas.microsoft.com/office/drawing/2014/main" id="{A9373C89-D67F-7872-D9C5-2E3AF56D91E5}"/>
                </a:ext>
              </a:extLst>
            </p:cNvPr>
            <p:cNvSpPr/>
            <p:nvPr/>
          </p:nvSpPr>
          <p:spPr>
            <a:xfrm>
              <a:off x="4890736" y="1813536"/>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1</a:t>
              </a:r>
            </a:p>
          </p:txBody>
        </p:sp>
      </p:grpSp>
      <p:grpSp>
        <p:nvGrpSpPr>
          <p:cNvPr id="27" name="Groupe 27">
            <a:extLst>
              <a:ext uri="{FF2B5EF4-FFF2-40B4-BE49-F238E27FC236}">
                <a16:creationId xmlns:a16="http://schemas.microsoft.com/office/drawing/2014/main" id="{9FF5E758-A062-3104-67D5-E4B3A5CB426D}"/>
              </a:ext>
            </a:extLst>
          </p:cNvPr>
          <p:cNvGrpSpPr/>
          <p:nvPr/>
        </p:nvGrpSpPr>
        <p:grpSpPr>
          <a:xfrm flipH="1">
            <a:off x="2308998" y="2558517"/>
            <a:ext cx="3714796" cy="1044828"/>
            <a:chOff x="4547263" y="1627275"/>
            <a:chExt cx="6405870" cy="1801724"/>
          </a:xfrm>
        </p:grpSpPr>
        <p:grpSp>
          <p:nvGrpSpPr>
            <p:cNvPr id="33" name="Groupe 28">
              <a:extLst>
                <a:ext uri="{FF2B5EF4-FFF2-40B4-BE49-F238E27FC236}">
                  <a16:creationId xmlns:a16="http://schemas.microsoft.com/office/drawing/2014/main" id="{1B38F576-F9A6-A3F1-0943-F6CC318AEF46}"/>
                </a:ext>
              </a:extLst>
            </p:cNvPr>
            <p:cNvGrpSpPr/>
            <p:nvPr/>
          </p:nvGrpSpPr>
          <p:grpSpPr>
            <a:xfrm>
              <a:off x="4547263" y="2293215"/>
              <a:ext cx="4233280" cy="512405"/>
              <a:chOff x="3337560" y="3725297"/>
              <a:chExt cx="4233280" cy="512405"/>
            </a:xfrm>
          </p:grpSpPr>
          <p:sp>
            <p:nvSpPr>
              <p:cNvPr id="47" name="Rectangle 23">
                <a:extLst>
                  <a:ext uri="{FF2B5EF4-FFF2-40B4-BE49-F238E27FC236}">
                    <a16:creationId xmlns:a16="http://schemas.microsoft.com/office/drawing/2014/main" id="{19AD3967-1C6A-3E3E-D414-94095F8A32E1}"/>
                  </a:ext>
                </a:extLst>
              </p:cNvPr>
              <p:cNvSpPr/>
              <p:nvPr/>
            </p:nvSpPr>
            <p:spPr>
              <a:xfrm>
                <a:off x="3337560" y="3725297"/>
                <a:ext cx="4233280"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ectangle 23">
                <a:extLst>
                  <a:ext uri="{FF2B5EF4-FFF2-40B4-BE49-F238E27FC236}">
                    <a16:creationId xmlns:a16="http://schemas.microsoft.com/office/drawing/2014/main" id="{93F380D1-D83C-9C1D-F309-FFBD445796AA}"/>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 name="Rectangle : coins arrondis 29">
              <a:extLst>
                <a:ext uri="{FF2B5EF4-FFF2-40B4-BE49-F238E27FC236}">
                  <a16:creationId xmlns:a16="http://schemas.microsoft.com/office/drawing/2014/main" id="{2078BD42-AB47-1E46-8C01-8CDE64DE6529}"/>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5" name="Forme libre : forme 30">
              <a:extLst>
                <a:ext uri="{FF2B5EF4-FFF2-40B4-BE49-F238E27FC236}">
                  <a16:creationId xmlns:a16="http://schemas.microsoft.com/office/drawing/2014/main" id="{9EFB71F6-6C38-043F-F127-280F535267E6}"/>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6" name="Forme libre : forme 31">
              <a:extLst>
                <a:ext uri="{FF2B5EF4-FFF2-40B4-BE49-F238E27FC236}">
                  <a16:creationId xmlns:a16="http://schemas.microsoft.com/office/drawing/2014/main" id="{B80DA03E-E916-8113-1A8B-D26C5DCE1510}"/>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7" name="Rectangle : avec coins arrondis en haut 2048">
              <a:extLst>
                <a:ext uri="{FF2B5EF4-FFF2-40B4-BE49-F238E27FC236}">
                  <a16:creationId xmlns:a16="http://schemas.microsoft.com/office/drawing/2014/main" id="{EE816183-2546-2D3D-F64F-A1336F3F394A}"/>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8" name="Ellipse 33">
              <a:extLst>
                <a:ext uri="{FF2B5EF4-FFF2-40B4-BE49-F238E27FC236}">
                  <a16:creationId xmlns:a16="http://schemas.microsoft.com/office/drawing/2014/main" id="{AAAC26D0-2C56-A1CB-C944-81E617B9007A}"/>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9" name="Ellipse 34">
              <a:extLst>
                <a:ext uri="{FF2B5EF4-FFF2-40B4-BE49-F238E27FC236}">
                  <a16:creationId xmlns:a16="http://schemas.microsoft.com/office/drawing/2014/main" id="{1AFDF888-9DD6-B715-2845-64F441D727A0}"/>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0" name="Forme libre : forme 35">
              <a:extLst>
                <a:ext uri="{FF2B5EF4-FFF2-40B4-BE49-F238E27FC236}">
                  <a16:creationId xmlns:a16="http://schemas.microsoft.com/office/drawing/2014/main" id="{5E47C950-B6A2-2409-E0D5-7EA7B5906C0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1" name="Forme libre : forme 36">
              <a:extLst>
                <a:ext uri="{FF2B5EF4-FFF2-40B4-BE49-F238E27FC236}">
                  <a16:creationId xmlns:a16="http://schemas.microsoft.com/office/drawing/2014/main" id="{E59139F9-9A4B-6D86-4656-EE37F9CC213C}"/>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2" name="Forme libre : forme 37">
              <a:extLst>
                <a:ext uri="{FF2B5EF4-FFF2-40B4-BE49-F238E27FC236}">
                  <a16:creationId xmlns:a16="http://schemas.microsoft.com/office/drawing/2014/main" id="{F6B430E0-A4B9-373A-4553-6F3AEE0AC6EC}"/>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43" name="Groupe 38">
              <a:extLst>
                <a:ext uri="{FF2B5EF4-FFF2-40B4-BE49-F238E27FC236}">
                  <a16:creationId xmlns:a16="http://schemas.microsoft.com/office/drawing/2014/main" id="{B3C8A156-B96D-4799-FCBA-F794D2A12DD5}"/>
                </a:ext>
              </a:extLst>
            </p:cNvPr>
            <p:cNvGrpSpPr/>
            <p:nvPr/>
          </p:nvGrpSpPr>
          <p:grpSpPr>
            <a:xfrm rot="5400000">
              <a:off x="8796160" y="1894190"/>
              <a:ext cx="162718" cy="1331917"/>
              <a:chOff x="1428627" y="2291412"/>
              <a:chExt cx="273000" cy="2165045"/>
            </a:xfrm>
            <a:solidFill>
              <a:srgbClr val="06627E"/>
            </a:solidFill>
          </p:grpSpPr>
          <p:sp>
            <p:nvSpPr>
              <p:cNvPr id="45" name="Losange 40">
                <a:extLst>
                  <a:ext uri="{FF2B5EF4-FFF2-40B4-BE49-F238E27FC236}">
                    <a16:creationId xmlns:a16="http://schemas.microsoft.com/office/drawing/2014/main" id="{D90ABCE3-02CB-E630-36A7-B24996CDD017}"/>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6" name="Forme libre : forme 41">
                <a:extLst>
                  <a:ext uri="{FF2B5EF4-FFF2-40B4-BE49-F238E27FC236}">
                    <a16:creationId xmlns:a16="http://schemas.microsoft.com/office/drawing/2014/main" id="{E29AC13A-9AFF-6215-E508-C5951644FBA4}"/>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44" name="Losange 39">
              <a:extLst>
                <a:ext uri="{FF2B5EF4-FFF2-40B4-BE49-F238E27FC236}">
                  <a16:creationId xmlns:a16="http://schemas.microsoft.com/office/drawing/2014/main" id="{FC9B332F-6998-385F-3DDA-200915D2F67D}"/>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28" name="Groupe 83">
            <a:extLst>
              <a:ext uri="{FF2B5EF4-FFF2-40B4-BE49-F238E27FC236}">
                <a16:creationId xmlns:a16="http://schemas.microsoft.com/office/drawing/2014/main" id="{B17535FB-3CD5-DD4B-C009-21763EEECF47}"/>
              </a:ext>
            </a:extLst>
          </p:cNvPr>
          <p:cNvGrpSpPr/>
          <p:nvPr/>
        </p:nvGrpSpPr>
        <p:grpSpPr>
          <a:xfrm>
            <a:off x="6446433" y="2542323"/>
            <a:ext cx="4663444" cy="1077218"/>
            <a:chOff x="183118" y="3049432"/>
            <a:chExt cx="4663444" cy="1077218"/>
          </a:xfrm>
        </p:grpSpPr>
        <p:sp>
          <p:nvSpPr>
            <p:cNvPr id="29" name="TextBox 82">
              <a:extLst>
                <a:ext uri="{FF2B5EF4-FFF2-40B4-BE49-F238E27FC236}">
                  <a16:creationId xmlns:a16="http://schemas.microsoft.com/office/drawing/2014/main" id="{E50DF596-B698-3F76-CF0C-8BDC374E60ED}"/>
                </a:ext>
              </a:extLst>
            </p:cNvPr>
            <p:cNvSpPr txBox="1"/>
            <p:nvPr/>
          </p:nvSpPr>
          <p:spPr>
            <a:xfrm>
              <a:off x="731762" y="3049432"/>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1" name="Ellipse 86">
              <a:extLst>
                <a:ext uri="{FF2B5EF4-FFF2-40B4-BE49-F238E27FC236}">
                  <a16:creationId xmlns:a16="http://schemas.microsoft.com/office/drawing/2014/main" id="{477E828D-6BF9-011F-F073-59BCBC3357C6}"/>
                </a:ext>
              </a:extLst>
            </p:cNvPr>
            <p:cNvSpPr/>
            <p:nvPr/>
          </p:nvSpPr>
          <p:spPr>
            <a:xfrm>
              <a:off x="183118" y="3387812"/>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2</a:t>
              </a:r>
            </a:p>
          </p:txBody>
        </p:sp>
      </p:grpSp>
      <p:grpSp>
        <p:nvGrpSpPr>
          <p:cNvPr id="50" name="Groupe 61">
            <a:extLst>
              <a:ext uri="{FF2B5EF4-FFF2-40B4-BE49-F238E27FC236}">
                <a16:creationId xmlns:a16="http://schemas.microsoft.com/office/drawing/2014/main" id="{BD5589DF-9244-6040-7E2F-BEF099590885}"/>
              </a:ext>
            </a:extLst>
          </p:cNvPr>
          <p:cNvGrpSpPr/>
          <p:nvPr/>
        </p:nvGrpSpPr>
        <p:grpSpPr>
          <a:xfrm>
            <a:off x="6478233" y="3731071"/>
            <a:ext cx="3714796" cy="1044828"/>
            <a:chOff x="4547263" y="1627275"/>
            <a:chExt cx="6405870" cy="1801724"/>
          </a:xfrm>
        </p:grpSpPr>
        <p:grpSp>
          <p:nvGrpSpPr>
            <p:cNvPr id="56" name="Groupe 62">
              <a:extLst>
                <a:ext uri="{FF2B5EF4-FFF2-40B4-BE49-F238E27FC236}">
                  <a16:creationId xmlns:a16="http://schemas.microsoft.com/office/drawing/2014/main" id="{C1DE72E1-49CB-E02E-CB13-36E6F587A4E1}"/>
                </a:ext>
              </a:extLst>
            </p:cNvPr>
            <p:cNvGrpSpPr/>
            <p:nvPr/>
          </p:nvGrpSpPr>
          <p:grpSpPr>
            <a:xfrm>
              <a:off x="4547263" y="2293216"/>
              <a:ext cx="4233279" cy="512405"/>
              <a:chOff x="3337560" y="3725298"/>
              <a:chExt cx="4233279" cy="512405"/>
            </a:xfrm>
          </p:grpSpPr>
          <p:sp>
            <p:nvSpPr>
              <p:cNvPr id="70" name="Rectangle 23">
                <a:extLst>
                  <a:ext uri="{FF2B5EF4-FFF2-40B4-BE49-F238E27FC236}">
                    <a16:creationId xmlns:a16="http://schemas.microsoft.com/office/drawing/2014/main" id="{21B22543-7BF4-9A3D-E316-498C6C6FABA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Rectangle 23">
                <a:extLst>
                  <a:ext uri="{FF2B5EF4-FFF2-40B4-BE49-F238E27FC236}">
                    <a16:creationId xmlns:a16="http://schemas.microsoft.com/office/drawing/2014/main" id="{386E8156-4C59-97F5-ADB9-643B8048E10E}"/>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7" name="Rectangle : coins arrondis 63">
              <a:extLst>
                <a:ext uri="{FF2B5EF4-FFF2-40B4-BE49-F238E27FC236}">
                  <a16:creationId xmlns:a16="http://schemas.microsoft.com/office/drawing/2014/main" id="{6539BCD8-0B5D-D9A0-A7EC-F96156937C56}"/>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8" name="Forme libre : forme 64">
              <a:extLst>
                <a:ext uri="{FF2B5EF4-FFF2-40B4-BE49-F238E27FC236}">
                  <a16:creationId xmlns:a16="http://schemas.microsoft.com/office/drawing/2014/main" id="{7501567E-EE9C-D148-781F-DF3FB95BF65F}"/>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9" name="Forme libre : forme 65">
              <a:extLst>
                <a:ext uri="{FF2B5EF4-FFF2-40B4-BE49-F238E27FC236}">
                  <a16:creationId xmlns:a16="http://schemas.microsoft.com/office/drawing/2014/main" id="{CFA75F1A-FEC3-B7E1-A8C9-BF3CFB6A08C7}"/>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0" name="Rectangle : avec coins arrondis en haut 2048">
              <a:extLst>
                <a:ext uri="{FF2B5EF4-FFF2-40B4-BE49-F238E27FC236}">
                  <a16:creationId xmlns:a16="http://schemas.microsoft.com/office/drawing/2014/main" id="{4DB4431F-D7DF-C3E5-09E4-6F935F136421}"/>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1" name="Ellipse 67">
              <a:extLst>
                <a:ext uri="{FF2B5EF4-FFF2-40B4-BE49-F238E27FC236}">
                  <a16:creationId xmlns:a16="http://schemas.microsoft.com/office/drawing/2014/main" id="{9FA881E8-5E40-5489-7CB7-2823D2145C08}"/>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2" name="Ellipse 68">
              <a:extLst>
                <a:ext uri="{FF2B5EF4-FFF2-40B4-BE49-F238E27FC236}">
                  <a16:creationId xmlns:a16="http://schemas.microsoft.com/office/drawing/2014/main" id="{3A21A762-8ABF-FDD9-91CF-D034B9003CD8}"/>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3" name="Forme libre : forme 69">
              <a:extLst>
                <a:ext uri="{FF2B5EF4-FFF2-40B4-BE49-F238E27FC236}">
                  <a16:creationId xmlns:a16="http://schemas.microsoft.com/office/drawing/2014/main" id="{F974ACB5-5B7D-3117-12A9-3D4AEAB1E954}"/>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4" name="Forme libre : forme 70">
              <a:extLst>
                <a:ext uri="{FF2B5EF4-FFF2-40B4-BE49-F238E27FC236}">
                  <a16:creationId xmlns:a16="http://schemas.microsoft.com/office/drawing/2014/main" id="{FABCBC9A-EB65-7D2B-DDDF-7CF4E3ABC6BA}"/>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5" name="Forme libre : forme 71">
              <a:extLst>
                <a:ext uri="{FF2B5EF4-FFF2-40B4-BE49-F238E27FC236}">
                  <a16:creationId xmlns:a16="http://schemas.microsoft.com/office/drawing/2014/main" id="{E370917D-61BD-78E6-8177-D2B0C043DC7E}"/>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66" name="Groupe 72">
              <a:extLst>
                <a:ext uri="{FF2B5EF4-FFF2-40B4-BE49-F238E27FC236}">
                  <a16:creationId xmlns:a16="http://schemas.microsoft.com/office/drawing/2014/main" id="{FDD1EA35-F785-5189-7628-F70A05E12F72}"/>
                </a:ext>
              </a:extLst>
            </p:cNvPr>
            <p:cNvGrpSpPr/>
            <p:nvPr/>
          </p:nvGrpSpPr>
          <p:grpSpPr>
            <a:xfrm rot="5400000">
              <a:off x="8796160" y="1894190"/>
              <a:ext cx="162718" cy="1331917"/>
              <a:chOff x="1428627" y="2291412"/>
              <a:chExt cx="273000" cy="2165045"/>
            </a:xfrm>
            <a:solidFill>
              <a:srgbClr val="06627E"/>
            </a:solidFill>
          </p:grpSpPr>
          <p:sp>
            <p:nvSpPr>
              <p:cNvPr id="68" name="Losange 74">
                <a:extLst>
                  <a:ext uri="{FF2B5EF4-FFF2-40B4-BE49-F238E27FC236}">
                    <a16:creationId xmlns:a16="http://schemas.microsoft.com/office/drawing/2014/main" id="{C2DF13FE-6023-0661-316C-8177CAE53BD4}"/>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9" name="Forme libre : forme 75">
                <a:extLst>
                  <a:ext uri="{FF2B5EF4-FFF2-40B4-BE49-F238E27FC236}">
                    <a16:creationId xmlns:a16="http://schemas.microsoft.com/office/drawing/2014/main" id="{085415FD-308E-CB12-39E9-3397BCAE0965}"/>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67" name="Losange 73">
              <a:extLst>
                <a:ext uri="{FF2B5EF4-FFF2-40B4-BE49-F238E27FC236}">
                  <a16:creationId xmlns:a16="http://schemas.microsoft.com/office/drawing/2014/main" id="{2C0B6D88-68F0-0581-F93E-6A8C76498DCA}"/>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1" name="Groupe 93">
            <a:extLst>
              <a:ext uri="{FF2B5EF4-FFF2-40B4-BE49-F238E27FC236}">
                <a16:creationId xmlns:a16="http://schemas.microsoft.com/office/drawing/2014/main" id="{65C198DF-5FE1-7D0C-E202-16028A7960CE}"/>
              </a:ext>
            </a:extLst>
          </p:cNvPr>
          <p:cNvGrpSpPr/>
          <p:nvPr/>
        </p:nvGrpSpPr>
        <p:grpSpPr>
          <a:xfrm>
            <a:off x="1432564" y="3714877"/>
            <a:ext cx="4591230" cy="1077218"/>
            <a:chOff x="699962" y="1475156"/>
            <a:chExt cx="4591230" cy="1077218"/>
          </a:xfrm>
        </p:grpSpPr>
        <p:sp>
          <p:nvSpPr>
            <p:cNvPr id="52" name="TextBox 82">
              <a:extLst>
                <a:ext uri="{FF2B5EF4-FFF2-40B4-BE49-F238E27FC236}">
                  <a16:creationId xmlns:a16="http://schemas.microsoft.com/office/drawing/2014/main" id="{DE6D4C1A-40A8-4A9E-4670-0648FABC47B4}"/>
                </a:ext>
              </a:extLst>
            </p:cNvPr>
            <p:cNvSpPr txBox="1"/>
            <p:nvPr/>
          </p:nvSpPr>
          <p:spPr>
            <a:xfrm>
              <a:off x="699962" y="1475156"/>
              <a:ext cx="411480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4" name="Ellipse 96">
              <a:extLst>
                <a:ext uri="{FF2B5EF4-FFF2-40B4-BE49-F238E27FC236}">
                  <a16:creationId xmlns:a16="http://schemas.microsoft.com/office/drawing/2014/main" id="{24641D46-0EBD-00AC-AAFA-13D60915D47F}"/>
                </a:ext>
              </a:extLst>
            </p:cNvPr>
            <p:cNvSpPr/>
            <p:nvPr/>
          </p:nvSpPr>
          <p:spPr>
            <a:xfrm>
              <a:off x="4890736" y="1813536"/>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3</a:t>
              </a:r>
            </a:p>
          </p:txBody>
        </p:sp>
      </p:grpSp>
      <p:grpSp>
        <p:nvGrpSpPr>
          <p:cNvPr id="73" name="Groupe 98">
            <a:extLst>
              <a:ext uri="{FF2B5EF4-FFF2-40B4-BE49-F238E27FC236}">
                <a16:creationId xmlns:a16="http://schemas.microsoft.com/office/drawing/2014/main" id="{5C5C273E-E70D-94BD-1F80-4081A3B7495E}"/>
              </a:ext>
            </a:extLst>
          </p:cNvPr>
          <p:cNvGrpSpPr/>
          <p:nvPr/>
        </p:nvGrpSpPr>
        <p:grpSpPr>
          <a:xfrm flipH="1">
            <a:off x="2308998" y="4903625"/>
            <a:ext cx="3714796" cy="1044828"/>
            <a:chOff x="4547263" y="1627275"/>
            <a:chExt cx="6405870" cy="1801724"/>
          </a:xfrm>
        </p:grpSpPr>
        <p:grpSp>
          <p:nvGrpSpPr>
            <p:cNvPr id="79" name="Groupe 99">
              <a:extLst>
                <a:ext uri="{FF2B5EF4-FFF2-40B4-BE49-F238E27FC236}">
                  <a16:creationId xmlns:a16="http://schemas.microsoft.com/office/drawing/2014/main" id="{8B1281D8-5D29-D541-F18F-6EDF6A57C198}"/>
                </a:ext>
              </a:extLst>
            </p:cNvPr>
            <p:cNvGrpSpPr/>
            <p:nvPr/>
          </p:nvGrpSpPr>
          <p:grpSpPr>
            <a:xfrm>
              <a:off x="4547263" y="2293216"/>
              <a:ext cx="4233279" cy="512405"/>
              <a:chOff x="3337560" y="3725298"/>
              <a:chExt cx="4233279" cy="512405"/>
            </a:xfrm>
          </p:grpSpPr>
          <p:sp>
            <p:nvSpPr>
              <p:cNvPr id="93" name="Rectangle 23">
                <a:extLst>
                  <a:ext uri="{FF2B5EF4-FFF2-40B4-BE49-F238E27FC236}">
                    <a16:creationId xmlns:a16="http://schemas.microsoft.com/office/drawing/2014/main" id="{1938C963-9628-F050-1D67-7D6A743C814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Rectangle 23">
                <a:extLst>
                  <a:ext uri="{FF2B5EF4-FFF2-40B4-BE49-F238E27FC236}">
                    <a16:creationId xmlns:a16="http://schemas.microsoft.com/office/drawing/2014/main" id="{80D3FC48-2F3E-2FE7-03E4-9C872B7DA11F}"/>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0" name="Rectangle : coins arrondis 100">
              <a:extLst>
                <a:ext uri="{FF2B5EF4-FFF2-40B4-BE49-F238E27FC236}">
                  <a16:creationId xmlns:a16="http://schemas.microsoft.com/office/drawing/2014/main" id="{0F513ADA-DD1B-BB70-DBB1-11A594EF7EDA}"/>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1" name="Forme libre : forme 101">
              <a:extLst>
                <a:ext uri="{FF2B5EF4-FFF2-40B4-BE49-F238E27FC236}">
                  <a16:creationId xmlns:a16="http://schemas.microsoft.com/office/drawing/2014/main" id="{31984C7C-6C71-4067-F3E9-54551A92CAA3}"/>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2" name="Forme libre : forme 102">
              <a:extLst>
                <a:ext uri="{FF2B5EF4-FFF2-40B4-BE49-F238E27FC236}">
                  <a16:creationId xmlns:a16="http://schemas.microsoft.com/office/drawing/2014/main" id="{84F7D07D-22A5-C5BA-45CF-744ABF1C5C4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3" name="Rectangle : avec coins arrondis en haut 2048">
              <a:extLst>
                <a:ext uri="{FF2B5EF4-FFF2-40B4-BE49-F238E27FC236}">
                  <a16:creationId xmlns:a16="http://schemas.microsoft.com/office/drawing/2014/main" id="{51125FCD-1E51-1214-0D66-615D81383EDC}"/>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4" name="Ellipse 104">
              <a:extLst>
                <a:ext uri="{FF2B5EF4-FFF2-40B4-BE49-F238E27FC236}">
                  <a16:creationId xmlns:a16="http://schemas.microsoft.com/office/drawing/2014/main" id="{62387E91-1E64-3B9D-93A9-40BC826C04A3}"/>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5" name="Ellipse 105">
              <a:extLst>
                <a:ext uri="{FF2B5EF4-FFF2-40B4-BE49-F238E27FC236}">
                  <a16:creationId xmlns:a16="http://schemas.microsoft.com/office/drawing/2014/main" id="{4BB8E439-A84B-4455-0BCF-6343C36F94A4}"/>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6" name="Forme libre : forme 106">
              <a:extLst>
                <a:ext uri="{FF2B5EF4-FFF2-40B4-BE49-F238E27FC236}">
                  <a16:creationId xmlns:a16="http://schemas.microsoft.com/office/drawing/2014/main" id="{CED66C6E-75FA-2C06-7DFE-6209B8D3411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7" name="Forme libre : forme 107">
              <a:extLst>
                <a:ext uri="{FF2B5EF4-FFF2-40B4-BE49-F238E27FC236}">
                  <a16:creationId xmlns:a16="http://schemas.microsoft.com/office/drawing/2014/main" id="{CB27F37D-810D-2C3E-2AB9-6E3C0A0B4A09}"/>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8" name="Forme libre : forme 108">
              <a:extLst>
                <a:ext uri="{FF2B5EF4-FFF2-40B4-BE49-F238E27FC236}">
                  <a16:creationId xmlns:a16="http://schemas.microsoft.com/office/drawing/2014/main" id="{9769EC68-9182-061E-03E0-244CC5EFC1BF}"/>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89" name="Groupe 109">
              <a:extLst>
                <a:ext uri="{FF2B5EF4-FFF2-40B4-BE49-F238E27FC236}">
                  <a16:creationId xmlns:a16="http://schemas.microsoft.com/office/drawing/2014/main" id="{225A5456-8766-91A9-F7FB-5CF50324C034}"/>
                </a:ext>
              </a:extLst>
            </p:cNvPr>
            <p:cNvGrpSpPr/>
            <p:nvPr/>
          </p:nvGrpSpPr>
          <p:grpSpPr>
            <a:xfrm rot="5400000">
              <a:off x="8796160" y="1894190"/>
              <a:ext cx="162718" cy="1331917"/>
              <a:chOff x="1428627" y="2291412"/>
              <a:chExt cx="273000" cy="2165045"/>
            </a:xfrm>
            <a:solidFill>
              <a:srgbClr val="06627E"/>
            </a:solidFill>
          </p:grpSpPr>
          <p:sp>
            <p:nvSpPr>
              <p:cNvPr id="91" name="Losange 111">
                <a:extLst>
                  <a:ext uri="{FF2B5EF4-FFF2-40B4-BE49-F238E27FC236}">
                    <a16:creationId xmlns:a16="http://schemas.microsoft.com/office/drawing/2014/main" id="{8F58FE6D-D705-3447-453F-630C54DBCB5C}"/>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92" name="Forme libre : forme 112">
                <a:extLst>
                  <a:ext uri="{FF2B5EF4-FFF2-40B4-BE49-F238E27FC236}">
                    <a16:creationId xmlns:a16="http://schemas.microsoft.com/office/drawing/2014/main" id="{FD50D2FA-9E8D-39CE-5E06-67071562230A}"/>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90" name="Losange 110">
              <a:extLst>
                <a:ext uri="{FF2B5EF4-FFF2-40B4-BE49-F238E27FC236}">
                  <a16:creationId xmlns:a16="http://schemas.microsoft.com/office/drawing/2014/main" id="{B55F4532-D204-030B-BADD-29629EC4F132}"/>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74" name="Groupe 115">
            <a:extLst>
              <a:ext uri="{FF2B5EF4-FFF2-40B4-BE49-F238E27FC236}">
                <a16:creationId xmlns:a16="http://schemas.microsoft.com/office/drawing/2014/main" id="{721409DB-CF48-8143-616D-803B91295D68}"/>
              </a:ext>
            </a:extLst>
          </p:cNvPr>
          <p:cNvGrpSpPr/>
          <p:nvPr/>
        </p:nvGrpSpPr>
        <p:grpSpPr>
          <a:xfrm>
            <a:off x="6446433" y="4887431"/>
            <a:ext cx="4663444" cy="1077218"/>
            <a:chOff x="183118" y="3049432"/>
            <a:chExt cx="4663444" cy="1077218"/>
          </a:xfrm>
        </p:grpSpPr>
        <p:sp>
          <p:nvSpPr>
            <p:cNvPr id="75" name="TextBox 82">
              <a:extLst>
                <a:ext uri="{FF2B5EF4-FFF2-40B4-BE49-F238E27FC236}">
                  <a16:creationId xmlns:a16="http://schemas.microsoft.com/office/drawing/2014/main" id="{71BB9FC5-81BE-2EE5-05AF-57145EE0EC3D}"/>
                </a:ext>
              </a:extLst>
            </p:cNvPr>
            <p:cNvSpPr txBox="1"/>
            <p:nvPr/>
          </p:nvSpPr>
          <p:spPr>
            <a:xfrm>
              <a:off x="731762" y="3049432"/>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7" name="Ellipse 118">
              <a:extLst>
                <a:ext uri="{FF2B5EF4-FFF2-40B4-BE49-F238E27FC236}">
                  <a16:creationId xmlns:a16="http://schemas.microsoft.com/office/drawing/2014/main" id="{F44495A8-A951-B57B-0F79-243101B81D36}"/>
                </a:ext>
              </a:extLst>
            </p:cNvPr>
            <p:cNvSpPr/>
            <p:nvPr/>
          </p:nvSpPr>
          <p:spPr>
            <a:xfrm>
              <a:off x="183118" y="3387812"/>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4</a:t>
              </a:r>
            </a:p>
          </p:txBody>
        </p:sp>
      </p:grpSp>
    </p:spTree>
    <p:extLst>
      <p:ext uri="{BB962C8B-B14F-4D97-AF65-F5344CB8AC3E}">
        <p14:creationId xmlns:p14="http://schemas.microsoft.com/office/powerpoint/2010/main" val="522864612"/>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ticky Note"/>
          <p:cNvSpPr>
            <a:spLocks noChangeAspect="1"/>
          </p:cNvSpPr>
          <p:nvPr>
            <p:custDataLst>
              <p:tags r:id="rId1"/>
            </p:custDataLst>
          </p:nvPr>
        </p:nvSpPr>
        <p:spPr>
          <a:xfrm>
            <a:off x="588549" y="408570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3" name="Sticky Note"/>
          <p:cNvSpPr>
            <a:spLocks noChangeAspect="1"/>
          </p:cNvSpPr>
          <p:nvPr>
            <p:custDataLst>
              <p:tags r:id="rId2"/>
            </p:custDataLst>
          </p:nvPr>
        </p:nvSpPr>
        <p:spPr>
          <a:xfrm>
            <a:off x="2917202" y="356007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4" name="Sticky Note"/>
          <p:cNvSpPr>
            <a:spLocks noChangeAspect="1"/>
          </p:cNvSpPr>
          <p:nvPr>
            <p:custDataLst>
              <p:tags r:id="rId3"/>
            </p:custDataLst>
          </p:nvPr>
        </p:nvSpPr>
        <p:spPr>
          <a:xfrm>
            <a:off x="2917202" y="484281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5" name="Sticky Note"/>
          <p:cNvSpPr>
            <a:spLocks noChangeAspect="1"/>
          </p:cNvSpPr>
          <p:nvPr>
            <p:custDataLst>
              <p:tags r:id="rId4"/>
            </p:custDataLst>
          </p:nvPr>
        </p:nvSpPr>
        <p:spPr>
          <a:xfrm>
            <a:off x="591943" y="210376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amet, consectetuer adipiscing elit. </a:t>
            </a:r>
          </a:p>
        </p:txBody>
      </p:sp>
      <p:sp>
        <p:nvSpPr>
          <p:cNvPr id="6" name="Sticky Note"/>
          <p:cNvSpPr>
            <a:spLocks noChangeAspect="1"/>
          </p:cNvSpPr>
          <p:nvPr>
            <p:custDataLst>
              <p:tags r:id="rId5"/>
            </p:custDataLst>
          </p:nvPr>
        </p:nvSpPr>
        <p:spPr>
          <a:xfrm>
            <a:off x="2917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7" name="Sticky Note"/>
          <p:cNvSpPr>
            <a:spLocks noChangeAspect="1"/>
          </p:cNvSpPr>
          <p:nvPr>
            <p:custDataLst>
              <p:tags r:id="rId6"/>
            </p:custDataLst>
          </p:nvPr>
        </p:nvSpPr>
        <p:spPr>
          <a:xfrm>
            <a:off x="7453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8" name="Sticky Note"/>
          <p:cNvSpPr>
            <a:spLocks noChangeAspect="1"/>
          </p:cNvSpPr>
          <p:nvPr>
            <p:custDataLst>
              <p:tags r:id="rId7"/>
            </p:custDataLst>
          </p:nvPr>
        </p:nvSpPr>
        <p:spPr>
          <a:xfrm>
            <a:off x="9721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9" name="Rectangle 8"/>
          <p:cNvSpPr/>
          <p:nvPr/>
        </p:nvSpPr>
        <p:spPr>
          <a:xfrm>
            <a:off x="426000" y="1380841"/>
            <a:ext cx="2268000" cy="62271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STORY</a:t>
            </a:r>
          </a:p>
        </p:txBody>
      </p:sp>
      <p:sp>
        <p:nvSpPr>
          <p:cNvPr id="10" name="Rectangle 9"/>
          <p:cNvSpPr/>
          <p:nvPr/>
        </p:nvSpPr>
        <p:spPr>
          <a:xfrm>
            <a:off x="2694000" y="1380840"/>
            <a:ext cx="2268000" cy="622717"/>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TO DO</a:t>
            </a:r>
          </a:p>
        </p:txBody>
      </p:sp>
      <p:sp>
        <p:nvSpPr>
          <p:cNvPr id="11" name="Rectangle 10"/>
          <p:cNvSpPr/>
          <p:nvPr/>
        </p:nvSpPr>
        <p:spPr>
          <a:xfrm>
            <a:off x="4962000" y="1380839"/>
            <a:ext cx="2268000" cy="622717"/>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IN PROGRESS</a:t>
            </a:r>
          </a:p>
        </p:txBody>
      </p:sp>
      <p:sp>
        <p:nvSpPr>
          <p:cNvPr id="12" name="Rectangle 11"/>
          <p:cNvSpPr/>
          <p:nvPr/>
        </p:nvSpPr>
        <p:spPr>
          <a:xfrm>
            <a:off x="7230000" y="1380838"/>
            <a:ext cx="2268000" cy="62271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TESTING</a:t>
            </a:r>
          </a:p>
        </p:txBody>
      </p:sp>
      <p:sp>
        <p:nvSpPr>
          <p:cNvPr id="13" name="Rectangle 12"/>
          <p:cNvSpPr/>
          <p:nvPr/>
        </p:nvSpPr>
        <p:spPr>
          <a:xfrm>
            <a:off x="9498000" y="1380837"/>
            <a:ext cx="2268000" cy="622717"/>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DONE</a:t>
            </a:r>
          </a:p>
        </p:txBody>
      </p:sp>
      <p:cxnSp>
        <p:nvCxnSpPr>
          <p:cNvPr id="18" name="Straight Connector 17"/>
          <p:cNvCxnSpPr/>
          <p:nvPr/>
        </p:nvCxnSpPr>
        <p:spPr>
          <a:xfrm flipV="1">
            <a:off x="426000" y="3487057"/>
            <a:ext cx="11340000" cy="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Sticky Note"/>
          <p:cNvSpPr>
            <a:spLocks noChangeAspect="1"/>
          </p:cNvSpPr>
          <p:nvPr>
            <p:custDataLst>
              <p:tags r:id="rId8"/>
            </p:custDataLst>
          </p:nvPr>
        </p:nvSpPr>
        <p:spPr>
          <a:xfrm>
            <a:off x="5185202" y="4020293"/>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0" name="Sticky Note"/>
          <p:cNvSpPr>
            <a:spLocks noChangeAspect="1"/>
          </p:cNvSpPr>
          <p:nvPr>
            <p:custDataLst>
              <p:tags r:id="rId9"/>
            </p:custDataLst>
          </p:nvPr>
        </p:nvSpPr>
        <p:spPr>
          <a:xfrm>
            <a:off x="7453202" y="475798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1" name="Sticky Note"/>
          <p:cNvSpPr>
            <a:spLocks noChangeAspect="1"/>
          </p:cNvSpPr>
          <p:nvPr>
            <p:custDataLst>
              <p:tags r:id="rId10"/>
            </p:custDataLst>
          </p:nvPr>
        </p:nvSpPr>
        <p:spPr>
          <a:xfrm>
            <a:off x="7453202" y="348675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2" name="Sticky Note"/>
          <p:cNvSpPr>
            <a:spLocks noChangeAspect="1"/>
          </p:cNvSpPr>
          <p:nvPr>
            <p:custDataLst>
              <p:tags r:id="rId11"/>
            </p:custDataLst>
          </p:nvPr>
        </p:nvSpPr>
        <p:spPr>
          <a:xfrm>
            <a:off x="9721202" y="402029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cxnSp>
        <p:nvCxnSpPr>
          <p:cNvPr id="23" name="Straight Connector 22"/>
          <p:cNvCxnSpPr/>
          <p:nvPr/>
        </p:nvCxnSpPr>
        <p:spPr>
          <a:xfrm>
            <a:off x="2686458"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949016"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211574"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9474132"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4" name="Title 13"/>
          <p:cNvSpPr>
            <a:spLocks noGrp="1"/>
          </p:cNvSpPr>
          <p:nvPr>
            <p:ph type="title"/>
          </p:nvPr>
        </p:nvSpPr>
        <p:spPr>
          <a:xfrm>
            <a:off x="214184" y="13663"/>
            <a:ext cx="9728886" cy="678316"/>
          </a:xfrm>
        </p:spPr>
        <p:txBody>
          <a:bodyPr>
            <a:normAutofit/>
          </a:bodyPr>
          <a:lstStyle/>
          <a:p>
            <a:r>
              <a:rPr lang="en-US" dirty="0"/>
              <a:t>Scrum board</a:t>
            </a:r>
          </a:p>
        </p:txBody>
      </p:sp>
    </p:spTree>
    <p:extLst>
      <p:ext uri="{BB962C8B-B14F-4D97-AF65-F5344CB8AC3E}">
        <p14:creationId xmlns:p14="http://schemas.microsoft.com/office/powerpoint/2010/main" val="4215695902"/>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Scrum, Backlog funnel</a:t>
            </a:r>
          </a:p>
        </p:txBody>
      </p:sp>
      <p:sp>
        <p:nvSpPr>
          <p:cNvPr id="3" name="Rectangle 2"/>
          <p:cNvSpPr>
            <a:spLocks/>
          </p:cNvSpPr>
          <p:nvPr/>
        </p:nvSpPr>
        <p:spPr>
          <a:xfrm>
            <a:off x="8229749" y="3573247"/>
            <a:ext cx="2533307" cy="744255"/>
          </a:xfrm>
          <a:prstGeom prst="rect">
            <a:avLst/>
          </a:prstGeom>
          <a:noFill/>
          <a:ln w="28575">
            <a:solidFill>
              <a:schemeClr val="accent4"/>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ShapeNameChangedByPowerUser1"/>
          <p:cNvSpPr/>
          <p:nvPr/>
        </p:nvSpPr>
        <p:spPr>
          <a:xfrm>
            <a:off x="639484"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ea typeface="+mn-ea"/>
                <a:cs typeface="+mn-cs"/>
              </a:rPr>
              <a:t>EPIC</a:t>
            </a:r>
          </a:p>
        </p:txBody>
      </p:sp>
      <p:sp>
        <p:nvSpPr>
          <p:cNvPr id="5" name="ShapeNameChangedByPowerUser2"/>
          <p:cNvSpPr/>
          <p:nvPr/>
        </p:nvSpPr>
        <p:spPr>
          <a:xfrm>
            <a:off x="3180067"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ea typeface="+mn-ea"/>
                <a:cs typeface="+mn-cs"/>
              </a:rPr>
              <a:t>FEATURE</a:t>
            </a:r>
          </a:p>
        </p:txBody>
      </p:sp>
      <p:sp>
        <p:nvSpPr>
          <p:cNvPr id="6" name="ShapeNameChangedByPowerUser3"/>
          <p:cNvSpPr/>
          <p:nvPr/>
        </p:nvSpPr>
        <p:spPr>
          <a:xfrm>
            <a:off x="5720649"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3"/>
                </a:solidFill>
                <a:effectLst/>
                <a:uLnTx/>
                <a:uFillTx/>
                <a:ea typeface="+mn-ea"/>
                <a:cs typeface="+mn-cs"/>
              </a:rPr>
              <a:t>USER STORY</a:t>
            </a:r>
          </a:p>
        </p:txBody>
      </p:sp>
      <p:cxnSp>
        <p:nvCxnSpPr>
          <p:cNvPr id="8" name="Connecteur droit 31"/>
          <p:cNvCxnSpPr>
            <a:cxnSpLocks/>
          </p:cNvCxnSpPr>
          <p:nvPr/>
        </p:nvCxnSpPr>
        <p:spPr>
          <a:xfrm>
            <a:off x="3170376" y="1419480"/>
            <a:ext cx="0" cy="4077669"/>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 name="Connecteur droit 32"/>
          <p:cNvCxnSpPr>
            <a:cxnSpLocks/>
          </p:cNvCxnSpPr>
          <p:nvPr/>
        </p:nvCxnSpPr>
        <p:spPr>
          <a:xfrm>
            <a:off x="5701269" y="1419480"/>
            <a:ext cx="0" cy="3607602"/>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0" name="ZoneTexte 60"/>
          <p:cNvSpPr txBox="1"/>
          <p:nvPr/>
        </p:nvSpPr>
        <p:spPr>
          <a:xfrm>
            <a:off x="8215574" y="4694555"/>
            <a:ext cx="2681582"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ea typeface="+mn-ea"/>
                <a:cs typeface="+mn-cs"/>
              </a:rPr>
              <a:t>Ready for Sprint</a:t>
            </a:r>
          </a:p>
        </p:txBody>
      </p:sp>
      <p:sp>
        <p:nvSpPr>
          <p:cNvPr id="11" name="ShapeNameChangedByPowerUser3"/>
          <p:cNvSpPr/>
          <p:nvPr/>
        </p:nvSpPr>
        <p:spPr>
          <a:xfrm>
            <a:off x="8268738"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4"/>
                </a:solidFill>
                <a:effectLst/>
                <a:uLnTx/>
                <a:uFillTx/>
                <a:ea typeface="+mn-ea"/>
                <a:cs typeface="+mn-cs"/>
              </a:rPr>
              <a:t>TASKS</a:t>
            </a:r>
          </a:p>
        </p:txBody>
      </p:sp>
      <p:cxnSp>
        <p:nvCxnSpPr>
          <p:cNvPr id="12" name="Connecteur droit 32"/>
          <p:cNvCxnSpPr>
            <a:cxnSpLocks/>
          </p:cNvCxnSpPr>
          <p:nvPr/>
        </p:nvCxnSpPr>
        <p:spPr>
          <a:xfrm>
            <a:off x="8232162" y="1419480"/>
            <a:ext cx="0" cy="331200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4" name="Flèche droite 61"/>
          <p:cNvSpPr/>
          <p:nvPr/>
        </p:nvSpPr>
        <p:spPr>
          <a:xfrm>
            <a:off x="10950321" y="3639665"/>
            <a:ext cx="496891" cy="585083"/>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5" name="Rectangle 14"/>
          <p:cNvSpPr>
            <a:spLocks noChangeAspect="1"/>
          </p:cNvSpPr>
          <p:nvPr/>
        </p:nvSpPr>
        <p:spPr>
          <a:xfrm>
            <a:off x="8668834" y="3760924"/>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ectangle 15"/>
          <p:cNvSpPr>
            <a:spLocks noChangeAspect="1"/>
          </p:cNvSpPr>
          <p:nvPr/>
        </p:nvSpPr>
        <p:spPr>
          <a:xfrm>
            <a:off x="9114893" y="3761050"/>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ectangle 16"/>
          <p:cNvSpPr>
            <a:spLocks noChangeAspect="1"/>
          </p:cNvSpPr>
          <p:nvPr/>
        </p:nvSpPr>
        <p:spPr>
          <a:xfrm>
            <a:off x="9560952" y="3761176"/>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Rectangle 17"/>
          <p:cNvSpPr>
            <a:spLocks noChangeAspect="1"/>
          </p:cNvSpPr>
          <p:nvPr/>
        </p:nvSpPr>
        <p:spPr>
          <a:xfrm>
            <a:off x="10007010" y="3761302"/>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ectangle 18"/>
          <p:cNvSpPr>
            <a:spLocks noChangeAspect="1"/>
          </p:cNvSpPr>
          <p:nvPr/>
        </p:nvSpPr>
        <p:spPr>
          <a:xfrm>
            <a:off x="5926050"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Rectangle 19"/>
          <p:cNvSpPr>
            <a:spLocks noChangeAspect="1"/>
          </p:cNvSpPr>
          <p:nvPr/>
        </p:nvSpPr>
        <p:spPr>
          <a:xfrm>
            <a:off x="6654919"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 name="Rectangle 20"/>
          <p:cNvSpPr>
            <a:spLocks noChangeAspect="1"/>
          </p:cNvSpPr>
          <p:nvPr/>
        </p:nvSpPr>
        <p:spPr>
          <a:xfrm>
            <a:off x="3564419" y="399247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21"/>
          <p:cNvSpPr>
            <a:spLocks noChangeAspect="1"/>
          </p:cNvSpPr>
          <p:nvPr/>
        </p:nvSpPr>
        <p:spPr>
          <a:xfrm>
            <a:off x="7406381" y="3619557"/>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22"/>
          <p:cNvSpPr>
            <a:spLocks noChangeAspect="1"/>
          </p:cNvSpPr>
          <p:nvPr/>
        </p:nvSpPr>
        <p:spPr>
          <a:xfrm>
            <a:off x="3564419" y="3031649"/>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23"/>
          <p:cNvSpPr>
            <a:spLocks noChangeAspect="1"/>
          </p:cNvSpPr>
          <p:nvPr/>
        </p:nvSpPr>
        <p:spPr>
          <a:xfrm>
            <a:off x="4548092" y="349413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a:spLocks noChangeAspect="1"/>
          </p:cNvSpPr>
          <p:nvPr/>
        </p:nvSpPr>
        <p:spPr>
          <a:xfrm>
            <a:off x="1143606" y="250018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 name="Rectangle 25"/>
          <p:cNvSpPr>
            <a:spLocks noChangeAspect="1"/>
          </p:cNvSpPr>
          <p:nvPr/>
        </p:nvSpPr>
        <p:spPr>
          <a:xfrm>
            <a:off x="1143606" y="396312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7" name="Group 26"/>
          <p:cNvGrpSpPr/>
          <p:nvPr/>
        </p:nvGrpSpPr>
        <p:grpSpPr>
          <a:xfrm>
            <a:off x="632134" y="1591800"/>
            <a:ext cx="10129692" cy="1791688"/>
            <a:chOff x="632134" y="1967023"/>
            <a:chExt cx="10129692" cy="1791688"/>
          </a:xfrm>
        </p:grpSpPr>
        <p:cxnSp>
          <p:nvCxnSpPr>
            <p:cNvPr id="28"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32" name="Group 31"/>
          <p:cNvGrpSpPr/>
          <p:nvPr/>
        </p:nvGrpSpPr>
        <p:grpSpPr>
          <a:xfrm flipV="1">
            <a:off x="655803" y="4515866"/>
            <a:ext cx="10129692" cy="1791688"/>
            <a:chOff x="632134" y="1967023"/>
            <a:chExt cx="10129692" cy="1791688"/>
          </a:xfrm>
        </p:grpSpPr>
        <p:cxnSp>
          <p:nvCxnSpPr>
            <p:cNvPr id="33"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4"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5"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6"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53452319"/>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Steps 01</a:t>
            </a:r>
          </a:p>
        </p:txBody>
      </p:sp>
      <p:sp>
        <p:nvSpPr>
          <p:cNvPr id="4" name="Snip Single Corner Rectangle 3"/>
          <p:cNvSpPr/>
          <p:nvPr/>
        </p:nvSpPr>
        <p:spPr>
          <a:xfrm flipH="1">
            <a:off x="1649507" y="2857350"/>
            <a:ext cx="2393576" cy="3711389"/>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p>
        </p:txBody>
      </p:sp>
      <p:sp>
        <p:nvSpPr>
          <p:cNvPr id="5" name="Snip Single Corner Rectangle 4"/>
          <p:cNvSpPr/>
          <p:nvPr/>
        </p:nvSpPr>
        <p:spPr>
          <a:xfrm flipH="1">
            <a:off x="4043083" y="2444974"/>
            <a:ext cx="2393576" cy="4123765"/>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6" name="Snip Single Corner Rectangle 5"/>
          <p:cNvSpPr/>
          <p:nvPr/>
        </p:nvSpPr>
        <p:spPr>
          <a:xfrm flipH="1">
            <a:off x="6436659" y="2032597"/>
            <a:ext cx="2393576" cy="4536142"/>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7" name="Snip Single Corner Rectangle 6"/>
          <p:cNvSpPr/>
          <p:nvPr/>
        </p:nvSpPr>
        <p:spPr>
          <a:xfrm flipH="1">
            <a:off x="8830235" y="1620221"/>
            <a:ext cx="2393576" cy="4948518"/>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9" name="Snip Single Corner Rectangle 8"/>
          <p:cNvSpPr/>
          <p:nvPr/>
        </p:nvSpPr>
        <p:spPr>
          <a:xfrm flipH="1">
            <a:off x="340659" y="3269727"/>
            <a:ext cx="1308848" cy="3299012"/>
          </a:xfrm>
          <a:prstGeom prst="snip1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p:txBody>
      </p:sp>
      <p:sp>
        <p:nvSpPr>
          <p:cNvPr id="24" name="Freeform 23"/>
          <p:cNvSpPr/>
          <p:nvPr/>
        </p:nvSpPr>
        <p:spPr>
          <a:xfrm>
            <a:off x="354106" y="1297493"/>
            <a:ext cx="11497235" cy="1963271"/>
          </a:xfrm>
          <a:custGeom>
            <a:avLst/>
            <a:gdLst>
              <a:gd name="connsiteX0" fmla="*/ 0 w 11497235"/>
              <a:gd name="connsiteY0" fmla="*/ 1963271 h 1963271"/>
              <a:gd name="connsiteX1" fmla="*/ 1277471 w 11497235"/>
              <a:gd name="connsiteY1" fmla="*/ 1963271 h 1963271"/>
              <a:gd name="connsiteX2" fmla="*/ 1694329 w 11497235"/>
              <a:gd name="connsiteY2" fmla="*/ 1546412 h 1963271"/>
              <a:gd name="connsiteX3" fmla="*/ 3657600 w 11497235"/>
              <a:gd name="connsiteY3" fmla="*/ 1546412 h 1963271"/>
              <a:gd name="connsiteX4" fmla="*/ 4061012 w 11497235"/>
              <a:gd name="connsiteY4" fmla="*/ 1129553 h 1963271"/>
              <a:gd name="connsiteX5" fmla="*/ 6078071 w 11497235"/>
              <a:gd name="connsiteY5" fmla="*/ 1129553 h 1963271"/>
              <a:gd name="connsiteX6" fmla="*/ 6468035 w 11497235"/>
              <a:gd name="connsiteY6" fmla="*/ 739588 h 1963271"/>
              <a:gd name="connsiteX7" fmla="*/ 8444753 w 11497235"/>
              <a:gd name="connsiteY7" fmla="*/ 739588 h 1963271"/>
              <a:gd name="connsiteX8" fmla="*/ 8861612 w 11497235"/>
              <a:gd name="connsiteY8" fmla="*/ 322729 h 1963271"/>
              <a:gd name="connsiteX9" fmla="*/ 10865224 w 11497235"/>
              <a:gd name="connsiteY9" fmla="*/ 309282 h 1963271"/>
              <a:gd name="connsiteX10" fmla="*/ 11497235 w 11497235"/>
              <a:gd name="connsiteY10" fmla="*/ 0 h 1963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97235" h="1963271">
                <a:moveTo>
                  <a:pt x="0" y="1963271"/>
                </a:moveTo>
                <a:lnTo>
                  <a:pt x="1277471" y="1963271"/>
                </a:lnTo>
                <a:lnTo>
                  <a:pt x="1694329" y="1546412"/>
                </a:lnTo>
                <a:lnTo>
                  <a:pt x="3657600" y="1546412"/>
                </a:lnTo>
                <a:lnTo>
                  <a:pt x="4061012" y="1129553"/>
                </a:lnTo>
                <a:lnTo>
                  <a:pt x="6078071" y="1129553"/>
                </a:lnTo>
                <a:lnTo>
                  <a:pt x="6468035" y="739588"/>
                </a:lnTo>
                <a:lnTo>
                  <a:pt x="8444753" y="739588"/>
                </a:lnTo>
                <a:lnTo>
                  <a:pt x="8861612" y="322729"/>
                </a:lnTo>
                <a:lnTo>
                  <a:pt x="10865224" y="309282"/>
                </a:lnTo>
                <a:lnTo>
                  <a:pt x="11497235" y="0"/>
                </a:lnTo>
              </a:path>
            </a:pathLst>
          </a:custGeom>
          <a:noFill/>
          <a:ln w="19050">
            <a:solidFill>
              <a:srgbClr val="7F7F7F"/>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TextBox 26"/>
          <p:cNvSpPr txBox="1"/>
          <p:nvPr/>
        </p:nvSpPr>
        <p:spPr>
          <a:xfrm>
            <a:off x="333426" y="2761098"/>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Step 1</a:t>
            </a:r>
          </a:p>
        </p:txBody>
      </p:sp>
      <p:sp>
        <p:nvSpPr>
          <p:cNvPr id="28" name="TextBox 27"/>
          <p:cNvSpPr txBox="1"/>
          <p:nvPr/>
        </p:nvSpPr>
        <p:spPr>
          <a:xfrm>
            <a:off x="2292298" y="2327209"/>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Step 2</a:t>
            </a:r>
          </a:p>
        </p:txBody>
      </p:sp>
      <p:sp>
        <p:nvSpPr>
          <p:cNvPr id="29" name="TextBox 28"/>
          <p:cNvSpPr txBox="1"/>
          <p:nvPr/>
        </p:nvSpPr>
        <p:spPr>
          <a:xfrm>
            <a:off x="4685873" y="1941446"/>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Step 3</a:t>
            </a:r>
          </a:p>
        </p:txBody>
      </p:sp>
      <p:sp>
        <p:nvSpPr>
          <p:cNvPr id="30" name="TextBox 29"/>
          <p:cNvSpPr txBox="1"/>
          <p:nvPr/>
        </p:nvSpPr>
        <p:spPr>
          <a:xfrm>
            <a:off x="7079449" y="1555683"/>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Step 4</a:t>
            </a:r>
          </a:p>
        </p:txBody>
      </p:sp>
      <p:sp>
        <p:nvSpPr>
          <p:cNvPr id="31" name="TextBox 30"/>
          <p:cNvSpPr txBox="1"/>
          <p:nvPr/>
        </p:nvSpPr>
        <p:spPr>
          <a:xfrm>
            <a:off x="9473025" y="1121794"/>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rPr>
              <a:t>Step 5</a:t>
            </a:r>
          </a:p>
        </p:txBody>
      </p:sp>
      <p:cxnSp>
        <p:nvCxnSpPr>
          <p:cNvPr id="8" name="Straight Connector 7"/>
          <p:cNvCxnSpPr>
            <a:stCxn id="24" idx="1"/>
          </p:cNvCxnSpPr>
          <p:nvPr/>
        </p:nvCxnSpPr>
        <p:spPr>
          <a:xfrm>
            <a:off x="1631577" y="3396178"/>
            <a:ext cx="0" cy="262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014302" y="2987105"/>
            <a:ext cx="0" cy="302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6397027" y="2578032"/>
            <a:ext cx="0" cy="34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779752" y="2168959"/>
            <a:ext cx="0" cy="388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1162477" y="1759886"/>
            <a:ext cx="0" cy="428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72401172"/>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Steps 03</a:t>
            </a:r>
          </a:p>
        </p:txBody>
      </p:sp>
      <p:sp>
        <p:nvSpPr>
          <p:cNvPr id="3" name="Arc 2"/>
          <p:cNvSpPr/>
          <p:nvPr/>
        </p:nvSpPr>
        <p:spPr>
          <a:xfrm flipH="1">
            <a:off x="478482" y="3341688"/>
            <a:ext cx="8382883" cy="1743739"/>
          </a:xfrm>
          <a:prstGeom prst="arc">
            <a:avLst>
              <a:gd name="adj1" fmla="val 16200000"/>
              <a:gd name="adj2" fmla="val 21380381"/>
            </a:avLst>
          </a:pr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 name="Arc 3"/>
          <p:cNvSpPr/>
          <p:nvPr/>
        </p:nvSpPr>
        <p:spPr>
          <a:xfrm flipH="1">
            <a:off x="3907692" y="2625761"/>
            <a:ext cx="8382883" cy="1743739"/>
          </a:xfrm>
          <a:prstGeom prst="arc">
            <a:avLst>
              <a:gd name="adj1" fmla="val 16200000"/>
              <a:gd name="adj2" fmla="val 21380381"/>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p:cNvSpPr/>
          <p:nvPr/>
        </p:nvSpPr>
        <p:spPr>
          <a:xfrm flipH="1">
            <a:off x="7336902" y="1909834"/>
            <a:ext cx="8382883" cy="1743739"/>
          </a:xfrm>
          <a:prstGeom prst="arc">
            <a:avLst>
              <a:gd name="adj1" fmla="val 16200000"/>
              <a:gd name="adj2" fmla="val 21380381"/>
            </a:avLst>
          </a:prstGeom>
          <a:ln w="28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Rectangle 5"/>
          <p:cNvSpPr/>
          <p:nvPr/>
        </p:nvSpPr>
        <p:spPr bwMode="auto">
          <a:xfrm>
            <a:off x="478482" y="4090563"/>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7" name="Rectangle 6"/>
          <p:cNvSpPr/>
          <p:nvPr/>
        </p:nvSpPr>
        <p:spPr bwMode="auto">
          <a:xfrm>
            <a:off x="4224671" y="3509327"/>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8" name="Rectangle 7"/>
          <p:cNvSpPr/>
          <p:nvPr/>
        </p:nvSpPr>
        <p:spPr bwMode="auto">
          <a:xfrm>
            <a:off x="7970860" y="2814934"/>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9" name="Oval 8"/>
          <p:cNvSpPr>
            <a:spLocks noChangeAspect="1"/>
          </p:cNvSpPr>
          <p:nvPr/>
        </p:nvSpPr>
        <p:spPr>
          <a:xfrm>
            <a:off x="1020090" y="2692467"/>
            <a:ext cx="426575" cy="4265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10" name="TextBox 9"/>
          <p:cNvSpPr txBox="1"/>
          <p:nvPr/>
        </p:nvSpPr>
        <p:spPr>
          <a:xfrm>
            <a:off x="1502255" y="2721088"/>
            <a:ext cx="1708776" cy="369332"/>
          </a:xfrm>
          <a:prstGeom prst="rect">
            <a:avLst/>
          </a:prstGeom>
          <a:noFill/>
        </p:spPr>
        <p:txBody>
          <a:bodyPr wrap="square" rtlCol="0">
            <a:spAutoFit/>
          </a:bodyPr>
          <a:lstStyle/>
          <a:p>
            <a:r>
              <a:rPr lang="en-US" b="1" dirty="0">
                <a:solidFill>
                  <a:schemeClr val="accent1"/>
                </a:solidFill>
              </a:rPr>
              <a:t>Phase 1</a:t>
            </a:r>
          </a:p>
        </p:txBody>
      </p:sp>
      <p:sp>
        <p:nvSpPr>
          <p:cNvPr id="11" name="Oval 10"/>
          <p:cNvSpPr>
            <a:spLocks noChangeAspect="1"/>
          </p:cNvSpPr>
          <p:nvPr/>
        </p:nvSpPr>
        <p:spPr>
          <a:xfrm>
            <a:off x="4669923" y="1983637"/>
            <a:ext cx="426575" cy="42657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12" name="TextBox 11"/>
          <p:cNvSpPr txBox="1"/>
          <p:nvPr/>
        </p:nvSpPr>
        <p:spPr>
          <a:xfrm>
            <a:off x="5152088" y="2012258"/>
            <a:ext cx="1708776" cy="369332"/>
          </a:xfrm>
          <a:prstGeom prst="rect">
            <a:avLst/>
          </a:prstGeom>
          <a:noFill/>
        </p:spPr>
        <p:txBody>
          <a:bodyPr wrap="square" rtlCol="0">
            <a:spAutoFit/>
          </a:bodyPr>
          <a:lstStyle/>
          <a:p>
            <a:r>
              <a:rPr lang="en-US" b="1" dirty="0">
                <a:solidFill>
                  <a:schemeClr val="accent2"/>
                </a:solidFill>
              </a:rPr>
              <a:t>Phase 2</a:t>
            </a:r>
          </a:p>
        </p:txBody>
      </p:sp>
      <p:sp>
        <p:nvSpPr>
          <p:cNvPr id="13" name="Oval 12"/>
          <p:cNvSpPr>
            <a:spLocks noChangeAspect="1"/>
          </p:cNvSpPr>
          <p:nvPr/>
        </p:nvSpPr>
        <p:spPr>
          <a:xfrm>
            <a:off x="8319756" y="1264174"/>
            <a:ext cx="426575" cy="4265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14" name="TextBox 13"/>
          <p:cNvSpPr txBox="1"/>
          <p:nvPr/>
        </p:nvSpPr>
        <p:spPr>
          <a:xfrm>
            <a:off x="8801921" y="1292795"/>
            <a:ext cx="1708776" cy="369332"/>
          </a:xfrm>
          <a:prstGeom prst="rect">
            <a:avLst/>
          </a:prstGeom>
          <a:noFill/>
        </p:spPr>
        <p:txBody>
          <a:bodyPr wrap="square" rtlCol="0">
            <a:spAutoFit/>
          </a:bodyPr>
          <a:lstStyle/>
          <a:p>
            <a:r>
              <a:rPr lang="en-US" b="1" dirty="0">
                <a:solidFill>
                  <a:schemeClr val="accent3"/>
                </a:solidFill>
              </a:rPr>
              <a:t>Phase 3</a:t>
            </a:r>
          </a:p>
        </p:txBody>
      </p:sp>
      <p:grpSp>
        <p:nvGrpSpPr>
          <p:cNvPr id="32" name="Space_Shuttle3" descr="{&quot;Key&quot;:&quot;POWER_USER_SHAPE_ICON&quot;,&quot;Value&quot;:&quot;POWER_USER_SHAPE_ICON_STYLE_1&quot;}">
            <a:extLst>
              <a:ext uri="{FF2B5EF4-FFF2-40B4-BE49-F238E27FC236}">
                <a16:creationId xmlns:a16="http://schemas.microsoft.com/office/drawing/2014/main" id="{C5243D8B-1E41-D337-F289-B986BC309DAD}"/>
              </a:ext>
            </a:extLst>
          </p:cNvPr>
          <p:cNvGrpSpPr>
            <a:grpSpLocks noChangeAspect="1"/>
          </p:cNvGrpSpPr>
          <p:nvPr/>
        </p:nvGrpSpPr>
        <p:grpSpPr>
          <a:xfrm>
            <a:off x="10873683" y="1238835"/>
            <a:ext cx="561699" cy="572502"/>
            <a:chOff x="8878279" y="4976223"/>
            <a:chExt cx="438727" cy="447164"/>
          </a:xfrm>
          <a:solidFill>
            <a:schemeClr val="accent3"/>
          </a:solidFill>
        </p:grpSpPr>
        <p:sp>
          <p:nvSpPr>
            <p:cNvPr id="33" name="Freeform 3169">
              <a:extLst>
                <a:ext uri="{FF2B5EF4-FFF2-40B4-BE49-F238E27FC236}">
                  <a16:creationId xmlns:a16="http://schemas.microsoft.com/office/drawing/2014/main" id="{DDAB0503-C0D3-8234-B11B-9F7EC08650CE}"/>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3170">
              <a:extLst>
                <a:ext uri="{FF2B5EF4-FFF2-40B4-BE49-F238E27FC236}">
                  <a16:creationId xmlns:a16="http://schemas.microsoft.com/office/drawing/2014/main" id="{2BBA982A-32AD-9A79-D11C-647EB795AD42}"/>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3171">
              <a:extLst>
                <a:ext uri="{FF2B5EF4-FFF2-40B4-BE49-F238E27FC236}">
                  <a16:creationId xmlns:a16="http://schemas.microsoft.com/office/drawing/2014/main" id="{2313837E-96F8-86BE-C558-04FFF2B2D4C3}"/>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3172">
              <a:extLst>
                <a:ext uri="{FF2B5EF4-FFF2-40B4-BE49-F238E27FC236}">
                  <a16:creationId xmlns:a16="http://schemas.microsoft.com/office/drawing/2014/main" id="{CAA2EA93-98D6-9012-E0A1-53C93D9E012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3173">
              <a:extLst>
                <a:ext uri="{FF2B5EF4-FFF2-40B4-BE49-F238E27FC236}">
                  <a16:creationId xmlns:a16="http://schemas.microsoft.com/office/drawing/2014/main" id="{F13A8020-6E0D-590F-006B-2316E379CFBC}"/>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3174">
              <a:extLst>
                <a:ext uri="{FF2B5EF4-FFF2-40B4-BE49-F238E27FC236}">
                  <a16:creationId xmlns:a16="http://schemas.microsoft.com/office/drawing/2014/main" id="{0A3C2896-B80E-1035-2F9F-4EE7E79E1A95}"/>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3175">
              <a:extLst>
                <a:ext uri="{FF2B5EF4-FFF2-40B4-BE49-F238E27FC236}">
                  <a16:creationId xmlns:a16="http://schemas.microsoft.com/office/drawing/2014/main" id="{5DFF87D5-567A-D7DA-9050-81A952DCB2B2}"/>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3176">
              <a:extLst>
                <a:ext uri="{FF2B5EF4-FFF2-40B4-BE49-F238E27FC236}">
                  <a16:creationId xmlns:a16="http://schemas.microsoft.com/office/drawing/2014/main" id="{653D3AD4-9A67-9E21-9690-EB3C1E1ADDF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3177">
              <a:extLst>
                <a:ext uri="{FF2B5EF4-FFF2-40B4-BE49-F238E27FC236}">
                  <a16:creationId xmlns:a16="http://schemas.microsoft.com/office/drawing/2014/main" id="{66EEAD30-EA91-C215-E983-8A56F843B3D2}"/>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3178">
              <a:extLst>
                <a:ext uri="{FF2B5EF4-FFF2-40B4-BE49-F238E27FC236}">
                  <a16:creationId xmlns:a16="http://schemas.microsoft.com/office/drawing/2014/main" id="{3E77D8A7-9591-144F-7B9B-58C76D6D5F93}"/>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3179">
              <a:extLst>
                <a:ext uri="{FF2B5EF4-FFF2-40B4-BE49-F238E27FC236}">
                  <a16:creationId xmlns:a16="http://schemas.microsoft.com/office/drawing/2014/main" id="{094EAD8F-A444-A607-9750-8B7AB6F3941C}"/>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3180">
              <a:extLst>
                <a:ext uri="{FF2B5EF4-FFF2-40B4-BE49-F238E27FC236}">
                  <a16:creationId xmlns:a16="http://schemas.microsoft.com/office/drawing/2014/main" id="{1B0C5DCF-CE3E-CBF7-44D2-8D0C57B8BCAA}"/>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3181">
              <a:extLst>
                <a:ext uri="{FF2B5EF4-FFF2-40B4-BE49-F238E27FC236}">
                  <a16:creationId xmlns:a16="http://schemas.microsoft.com/office/drawing/2014/main" id="{636B66B0-19D1-92CB-FD95-E5228D44BDF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3182">
              <a:extLst>
                <a:ext uri="{FF2B5EF4-FFF2-40B4-BE49-F238E27FC236}">
                  <a16:creationId xmlns:a16="http://schemas.microsoft.com/office/drawing/2014/main" id="{98FB2D0C-C477-F8C1-CECA-8CA5862215EB}"/>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3183">
              <a:extLst>
                <a:ext uri="{FF2B5EF4-FFF2-40B4-BE49-F238E27FC236}">
                  <a16:creationId xmlns:a16="http://schemas.microsoft.com/office/drawing/2014/main" id="{EC8AFF39-70A4-8B39-616A-17A2DD7DD40B}"/>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3184">
              <a:extLst>
                <a:ext uri="{FF2B5EF4-FFF2-40B4-BE49-F238E27FC236}">
                  <a16:creationId xmlns:a16="http://schemas.microsoft.com/office/drawing/2014/main" id="{A74DA861-7509-0AB5-B69F-85610F74A130}"/>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9" name="Bike2" descr="{&quot;Key&quot;:&quot;POWER_USER_SHAPE_ICON&quot;,&quot;Value&quot;:&quot;POWER_USER_SHAPE_ICON_STYLE_1&quot;}">
            <a:extLst>
              <a:ext uri="{FF2B5EF4-FFF2-40B4-BE49-F238E27FC236}">
                <a16:creationId xmlns:a16="http://schemas.microsoft.com/office/drawing/2014/main" id="{5EBA7619-F267-68D4-CE4D-F4C60A799388}"/>
              </a:ext>
            </a:extLst>
          </p:cNvPr>
          <p:cNvSpPr>
            <a:spLocks noChangeAspect="1"/>
          </p:cNvSpPr>
          <p:nvPr/>
        </p:nvSpPr>
        <p:spPr>
          <a:xfrm>
            <a:off x="3266621" y="2807568"/>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grpSp>
        <p:nvGrpSpPr>
          <p:cNvPr id="50" name="Car13" descr="{&quot;Key&quot;:&quot;POWER_USER_SHAPE_ICON&quot;,&quot;Value&quot;:&quot;POWER_USER_SHAPE_ICON_STYLE_1&quot;}">
            <a:extLst>
              <a:ext uri="{FF2B5EF4-FFF2-40B4-BE49-F238E27FC236}">
                <a16:creationId xmlns:a16="http://schemas.microsoft.com/office/drawing/2014/main" id="{ABFEA7F2-12F0-1626-CCD9-E282F7B21C34}"/>
              </a:ext>
            </a:extLst>
          </p:cNvPr>
          <p:cNvGrpSpPr>
            <a:grpSpLocks noChangeAspect="1"/>
          </p:cNvGrpSpPr>
          <p:nvPr/>
        </p:nvGrpSpPr>
        <p:grpSpPr>
          <a:xfrm>
            <a:off x="6583185" y="2081213"/>
            <a:ext cx="753717" cy="495300"/>
            <a:chOff x="6535237" y="5505539"/>
            <a:chExt cx="3000375" cy="1971675"/>
          </a:xfrm>
          <a:solidFill>
            <a:schemeClr val="accent2"/>
          </a:solidFill>
        </p:grpSpPr>
        <p:sp>
          <p:nvSpPr>
            <p:cNvPr id="51" name="Free-form: Shape 50">
              <a:extLst>
                <a:ext uri="{FF2B5EF4-FFF2-40B4-BE49-F238E27FC236}">
                  <a16:creationId xmlns:a16="http://schemas.microsoft.com/office/drawing/2014/main" id="{E3B411D8-5E2E-9DA1-C25B-5111C6273055}"/>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AA72D14F-AF12-A38A-3A6B-8351AE153B0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C6AAF75D-4385-9634-4EC6-2B8408E27961}"/>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26FEBB21-BB00-4227-386A-F6E5AA190E1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310115088"/>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p:nvPr/>
        </p:nvSpPr>
        <p:spPr>
          <a:xfrm>
            <a:off x="4248033" y="3627266"/>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 name="Title 2"/>
          <p:cNvSpPr>
            <a:spLocks noGrp="1"/>
          </p:cNvSpPr>
          <p:nvPr>
            <p:ph type="title"/>
          </p:nvPr>
        </p:nvSpPr>
        <p:spPr>
          <a:xfrm>
            <a:off x="214184" y="13663"/>
            <a:ext cx="9728886" cy="678316"/>
          </a:xfrm>
        </p:spPr>
        <p:txBody>
          <a:bodyPr>
            <a:normAutofit/>
          </a:bodyPr>
          <a:lstStyle/>
          <a:p>
            <a:r>
              <a:rPr lang="en-US" dirty="0"/>
              <a:t>Stripes arrows 4</a:t>
            </a:r>
          </a:p>
        </p:txBody>
      </p:sp>
      <p:sp>
        <p:nvSpPr>
          <p:cNvPr id="6" name="Rectangle 5"/>
          <p:cNvSpPr/>
          <p:nvPr/>
        </p:nvSpPr>
        <p:spPr>
          <a:xfrm>
            <a:off x="601663" y="1375172"/>
            <a:ext cx="4636107" cy="890934"/>
          </a:xfrm>
          <a:prstGeom prst="rect">
            <a:avLst/>
          </a:pr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8" name="Parallelogram 7"/>
          <p:cNvSpPr/>
          <p:nvPr/>
        </p:nvSpPr>
        <p:spPr>
          <a:xfrm rot="16200000" flipV="1">
            <a:off x="3708844" y="1419452"/>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Rectangle 6"/>
          <p:cNvSpPr/>
          <p:nvPr/>
        </p:nvSpPr>
        <p:spPr>
          <a:xfrm>
            <a:off x="3753124" y="2057445"/>
            <a:ext cx="4636107" cy="890934"/>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1" name="Parallelogram 10"/>
          <p:cNvSpPr/>
          <p:nvPr/>
        </p:nvSpPr>
        <p:spPr>
          <a:xfrm rot="16200000" flipV="1">
            <a:off x="6860304" y="2086597"/>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Pentagon 4"/>
          <p:cNvSpPr/>
          <p:nvPr/>
        </p:nvSpPr>
        <p:spPr>
          <a:xfrm>
            <a:off x="6904584" y="2739717"/>
            <a:ext cx="4636107" cy="890934"/>
          </a:xfrm>
          <a:prstGeom prst="homePlate">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4" name="Rectangle 13"/>
          <p:cNvSpPr/>
          <p:nvPr/>
        </p:nvSpPr>
        <p:spPr>
          <a:xfrm>
            <a:off x="601663" y="2935981"/>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5" name="Rectangle 14"/>
          <p:cNvSpPr/>
          <p:nvPr/>
        </p:nvSpPr>
        <p:spPr>
          <a:xfrm>
            <a:off x="7938376" y="4344944"/>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cxnSp>
        <p:nvCxnSpPr>
          <p:cNvPr id="18" name="Straight Connector 17"/>
          <p:cNvCxnSpPr>
            <a:cxnSpLocks/>
            <a:stCxn id="14" idx="0"/>
          </p:cNvCxnSpPr>
          <p:nvPr/>
        </p:nvCxnSpPr>
        <p:spPr>
          <a:xfrm flipV="1">
            <a:off x="2177394" y="2260384"/>
            <a:ext cx="0" cy="675597"/>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cxnSpLocks/>
            <a:stCxn id="16" idx="0"/>
          </p:cNvCxnSpPr>
          <p:nvPr/>
        </p:nvCxnSpPr>
        <p:spPr>
          <a:xfrm flipV="1">
            <a:off x="5823764" y="2916950"/>
            <a:ext cx="0" cy="710316"/>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a:cxnSpLocks/>
            <a:stCxn id="15" idx="0"/>
          </p:cNvCxnSpPr>
          <p:nvPr/>
        </p:nvCxnSpPr>
        <p:spPr>
          <a:xfrm flipV="1">
            <a:off x="9514107" y="3615524"/>
            <a:ext cx="0" cy="729420"/>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grpSp>
        <p:nvGrpSpPr>
          <p:cNvPr id="2" name="Analytics30" descr="{&quot;Key&quot;:&quot;POWER_USER_SHAPE_ICON&quot;,&quot;Value&quot;:&quot;POWER_USER_SHAPE_ICON_STYLE_1&quot;}">
            <a:extLst>
              <a:ext uri="{FF2B5EF4-FFF2-40B4-BE49-F238E27FC236}">
                <a16:creationId xmlns:a16="http://schemas.microsoft.com/office/drawing/2014/main" id="{A80344CF-9886-D3D4-4FD6-D7AB50F438FA}"/>
              </a:ext>
            </a:extLst>
          </p:cNvPr>
          <p:cNvGrpSpPr>
            <a:grpSpLocks noChangeAspect="1"/>
          </p:cNvGrpSpPr>
          <p:nvPr/>
        </p:nvGrpSpPr>
        <p:grpSpPr>
          <a:xfrm>
            <a:off x="3167131" y="1564041"/>
            <a:ext cx="504501" cy="534335"/>
            <a:chOff x="8321999" y="5827650"/>
            <a:chExt cx="550316" cy="582860"/>
          </a:xfrm>
          <a:solidFill>
            <a:srgbClr val="FFFFFF"/>
          </a:solidFill>
        </p:grpSpPr>
        <p:sp>
          <p:nvSpPr>
            <p:cNvPr id="4" name="Free-form: Shape 3">
              <a:extLst>
                <a:ext uri="{FF2B5EF4-FFF2-40B4-BE49-F238E27FC236}">
                  <a16:creationId xmlns:a16="http://schemas.microsoft.com/office/drawing/2014/main" id="{15C88972-34DF-E4AD-485A-AE25DE0F72C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A8568F4D-0C71-BB48-4833-234D069ADB06}"/>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B6B1CB85-15E6-B7F1-7CE6-803B0F3B1179}"/>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53B924BD-4E16-565F-843C-021D052B42E7}"/>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0AC1B5AC-5368-CE39-FBCA-113DBA13BE15}"/>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7" name="Alarm3" descr="{&quot;Key&quot;:&quot;POWER_USER_SHAPE_ICON&quot;,&quot;Value&quot;:&quot;POWER_USER_SHAPE_ICON_STYLE_1&quot;}">
            <a:extLst>
              <a:ext uri="{FF2B5EF4-FFF2-40B4-BE49-F238E27FC236}">
                <a16:creationId xmlns:a16="http://schemas.microsoft.com/office/drawing/2014/main" id="{B83ABB00-1073-F1AC-0928-5068E9E8E116}"/>
              </a:ext>
            </a:extLst>
          </p:cNvPr>
          <p:cNvGrpSpPr>
            <a:grpSpLocks noChangeAspect="1"/>
          </p:cNvGrpSpPr>
          <p:nvPr/>
        </p:nvGrpSpPr>
        <p:grpSpPr>
          <a:xfrm>
            <a:off x="10610585" y="2867948"/>
            <a:ext cx="695729" cy="587769"/>
            <a:chOff x="6639646" y="3454741"/>
            <a:chExt cx="489352" cy="413416"/>
          </a:xfrm>
          <a:solidFill>
            <a:srgbClr val="FFFFFF"/>
          </a:solidFill>
        </p:grpSpPr>
        <p:sp>
          <p:nvSpPr>
            <p:cNvPr id="38" name="Freeform 699">
              <a:extLst>
                <a:ext uri="{FF2B5EF4-FFF2-40B4-BE49-F238E27FC236}">
                  <a16:creationId xmlns:a16="http://schemas.microsoft.com/office/drawing/2014/main" id="{2C720774-BE31-A692-F98D-A72DA50BD94D}"/>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700">
              <a:extLst>
                <a:ext uri="{FF2B5EF4-FFF2-40B4-BE49-F238E27FC236}">
                  <a16:creationId xmlns:a16="http://schemas.microsoft.com/office/drawing/2014/main" id="{6C565F45-65CA-0139-D22D-15D80A32DDFF}"/>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701">
              <a:extLst>
                <a:ext uri="{FF2B5EF4-FFF2-40B4-BE49-F238E27FC236}">
                  <a16:creationId xmlns:a16="http://schemas.microsoft.com/office/drawing/2014/main" id="{974E91F0-EF9D-09AE-C2FF-C1BF87BC5F6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702">
              <a:extLst>
                <a:ext uri="{FF2B5EF4-FFF2-40B4-BE49-F238E27FC236}">
                  <a16:creationId xmlns:a16="http://schemas.microsoft.com/office/drawing/2014/main" id="{94AA08B0-E24D-88B8-3C9F-B76539D1275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703">
              <a:extLst>
                <a:ext uri="{FF2B5EF4-FFF2-40B4-BE49-F238E27FC236}">
                  <a16:creationId xmlns:a16="http://schemas.microsoft.com/office/drawing/2014/main" id="{4EEB4874-47A3-836B-50E4-0B97F6D7BDD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704">
              <a:extLst>
                <a:ext uri="{FF2B5EF4-FFF2-40B4-BE49-F238E27FC236}">
                  <a16:creationId xmlns:a16="http://schemas.microsoft.com/office/drawing/2014/main" id="{64A18457-C962-4F9E-9D54-206AA141591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705">
              <a:extLst>
                <a:ext uri="{FF2B5EF4-FFF2-40B4-BE49-F238E27FC236}">
                  <a16:creationId xmlns:a16="http://schemas.microsoft.com/office/drawing/2014/main" id="{26845AEB-7B66-11EA-349D-96B8D9779B1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706">
              <a:extLst>
                <a:ext uri="{FF2B5EF4-FFF2-40B4-BE49-F238E27FC236}">
                  <a16:creationId xmlns:a16="http://schemas.microsoft.com/office/drawing/2014/main" id="{CB1E7F5B-42BA-D6A5-A42E-87FE151A1722}"/>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707">
              <a:extLst>
                <a:ext uri="{FF2B5EF4-FFF2-40B4-BE49-F238E27FC236}">
                  <a16:creationId xmlns:a16="http://schemas.microsoft.com/office/drawing/2014/main" id="{C076D439-E978-F5A5-3F3E-67C43D8B990F}"/>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708">
              <a:extLst>
                <a:ext uri="{FF2B5EF4-FFF2-40B4-BE49-F238E27FC236}">
                  <a16:creationId xmlns:a16="http://schemas.microsoft.com/office/drawing/2014/main" id="{40261637-9ED8-11C4-4E35-9FFB57871B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709">
              <a:extLst>
                <a:ext uri="{FF2B5EF4-FFF2-40B4-BE49-F238E27FC236}">
                  <a16:creationId xmlns:a16="http://schemas.microsoft.com/office/drawing/2014/main" id="{E90F2131-F748-1F09-8501-2455AD18835C}"/>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710">
              <a:extLst>
                <a:ext uri="{FF2B5EF4-FFF2-40B4-BE49-F238E27FC236}">
                  <a16:creationId xmlns:a16="http://schemas.microsoft.com/office/drawing/2014/main" id="{20EE9C57-DC84-86A5-0096-F8E82204FDF9}"/>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711">
              <a:extLst>
                <a:ext uri="{FF2B5EF4-FFF2-40B4-BE49-F238E27FC236}">
                  <a16:creationId xmlns:a16="http://schemas.microsoft.com/office/drawing/2014/main" id="{0BA854F0-5964-F8C2-99C9-B5023478C2E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712">
              <a:extLst>
                <a:ext uri="{FF2B5EF4-FFF2-40B4-BE49-F238E27FC236}">
                  <a16:creationId xmlns:a16="http://schemas.microsoft.com/office/drawing/2014/main" id="{9FA2CA75-7874-7F48-E04F-E5AAC8A006CE}"/>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2" name="Coins4" descr="{&quot;Key&quot;:&quot;POWER_USER_SHAPE_ICON&quot;,&quot;Value&quot;:&quot;POWER_USER_SHAPE_ICON_STYLE_1&quot;}">
            <a:extLst>
              <a:ext uri="{FF2B5EF4-FFF2-40B4-BE49-F238E27FC236}">
                <a16:creationId xmlns:a16="http://schemas.microsoft.com/office/drawing/2014/main" id="{21257431-390B-F3D1-189D-CEB7F0A6D3A3}"/>
              </a:ext>
            </a:extLst>
          </p:cNvPr>
          <p:cNvGrpSpPr>
            <a:grpSpLocks noChangeAspect="1"/>
          </p:cNvGrpSpPr>
          <p:nvPr/>
        </p:nvGrpSpPr>
        <p:grpSpPr>
          <a:xfrm>
            <a:off x="6206905" y="2236197"/>
            <a:ext cx="576517" cy="572502"/>
            <a:chOff x="6602413" y="307975"/>
            <a:chExt cx="455613" cy="452438"/>
          </a:xfrm>
          <a:solidFill>
            <a:srgbClr val="FFFFFF"/>
          </a:solidFill>
        </p:grpSpPr>
        <p:sp>
          <p:nvSpPr>
            <p:cNvPr id="53" name="Freeform 225">
              <a:extLst>
                <a:ext uri="{FF2B5EF4-FFF2-40B4-BE49-F238E27FC236}">
                  <a16:creationId xmlns:a16="http://schemas.microsoft.com/office/drawing/2014/main" id="{E673EAB4-C0C1-0749-D347-4B9AE805D02D}"/>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226">
              <a:extLst>
                <a:ext uri="{FF2B5EF4-FFF2-40B4-BE49-F238E27FC236}">
                  <a16:creationId xmlns:a16="http://schemas.microsoft.com/office/drawing/2014/main" id="{83AA861E-27D9-ED52-AABD-93D79D066852}"/>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227">
              <a:extLst>
                <a:ext uri="{FF2B5EF4-FFF2-40B4-BE49-F238E27FC236}">
                  <a16:creationId xmlns:a16="http://schemas.microsoft.com/office/drawing/2014/main" id="{A5F138E6-C31B-90A1-32A7-62993D2C1023}"/>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228">
              <a:extLst>
                <a:ext uri="{FF2B5EF4-FFF2-40B4-BE49-F238E27FC236}">
                  <a16:creationId xmlns:a16="http://schemas.microsoft.com/office/drawing/2014/main" id="{3EE285C0-659D-5DF7-4714-96DC8FAFF334}"/>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229">
              <a:extLst>
                <a:ext uri="{FF2B5EF4-FFF2-40B4-BE49-F238E27FC236}">
                  <a16:creationId xmlns:a16="http://schemas.microsoft.com/office/drawing/2014/main" id="{71BA631D-A51B-F818-11DE-FADE7EB84FB3}"/>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230">
              <a:extLst>
                <a:ext uri="{FF2B5EF4-FFF2-40B4-BE49-F238E27FC236}">
                  <a16:creationId xmlns:a16="http://schemas.microsoft.com/office/drawing/2014/main" id="{2B6FD72C-D3E2-7F6F-42DD-31F4E9E9AE65}"/>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231">
              <a:extLst>
                <a:ext uri="{FF2B5EF4-FFF2-40B4-BE49-F238E27FC236}">
                  <a16:creationId xmlns:a16="http://schemas.microsoft.com/office/drawing/2014/main" id="{CA7A64A8-EA0C-F331-C577-AE768528FFEE}"/>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232">
              <a:extLst>
                <a:ext uri="{FF2B5EF4-FFF2-40B4-BE49-F238E27FC236}">
                  <a16:creationId xmlns:a16="http://schemas.microsoft.com/office/drawing/2014/main" id="{ACE1CFB0-1A44-1BE7-0A25-F3E59F546EAC}"/>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233">
              <a:extLst>
                <a:ext uri="{FF2B5EF4-FFF2-40B4-BE49-F238E27FC236}">
                  <a16:creationId xmlns:a16="http://schemas.microsoft.com/office/drawing/2014/main" id="{FE43008B-753F-B25D-AE75-7687AF21C26D}"/>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530306584"/>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938A3414-18A0-9FFE-BB77-57D6354B4D9F}"/>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a:stretch/>
        </p:blipFill>
        <p:spPr bwMode="auto">
          <a:xfrm>
            <a:off x="1334918" y="1582614"/>
            <a:ext cx="4734963" cy="4363770"/>
          </a:xfrm>
          <a:custGeom>
            <a:avLst/>
            <a:gdLst>
              <a:gd name="connsiteX0" fmla="*/ 0 w 5208459"/>
              <a:gd name="connsiteY0" fmla="*/ 0 h 4800147"/>
              <a:gd name="connsiteX1" fmla="*/ 5208459 w 5208459"/>
              <a:gd name="connsiteY1" fmla="*/ 0 h 4800147"/>
              <a:gd name="connsiteX2" fmla="*/ 5208459 w 5208459"/>
              <a:gd name="connsiteY2" fmla="*/ 2255074 h 4800147"/>
              <a:gd name="connsiteX3" fmla="*/ 4997830 w 5208459"/>
              <a:gd name="connsiteY3" fmla="*/ 2255074 h 4800147"/>
              <a:gd name="connsiteX4" fmla="*/ 4997830 w 5208459"/>
              <a:gd name="connsiteY4" fmla="*/ 4800147 h 4800147"/>
              <a:gd name="connsiteX5" fmla="*/ 0 w 5208459"/>
              <a:gd name="connsiteY5" fmla="*/ 4800147 h 480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8459" h="4800147">
                <a:moveTo>
                  <a:pt x="0" y="0"/>
                </a:moveTo>
                <a:lnTo>
                  <a:pt x="5208459" y="0"/>
                </a:lnTo>
                <a:lnTo>
                  <a:pt x="5208459" y="2255074"/>
                </a:lnTo>
                <a:lnTo>
                  <a:pt x="4997830" y="2255074"/>
                </a:lnTo>
                <a:lnTo>
                  <a:pt x="4997830" y="4800147"/>
                </a:lnTo>
                <a:lnTo>
                  <a:pt x="0" y="4800147"/>
                </a:lnTo>
                <a:close/>
              </a:path>
            </a:pathLst>
          </a:custGeom>
          <a:noFill/>
          <a:extLst>
            <a:ext uri="{909E8E84-426E-40DD-AFC4-6F175D3DCCD1}">
              <a14:hiddenFill xmlns:a14="http://schemas.microsoft.com/office/drawing/2010/main">
                <a:solidFill>
                  <a:srgbClr val="FFFFFF"/>
                </a:solidFill>
              </a14:hiddenFill>
            </a:ext>
          </a:extLst>
        </p:spPr>
      </p:pic>
      <p:sp>
        <p:nvSpPr>
          <p:cNvPr id="6" name="Rounded Rectangle 5"/>
          <p:cNvSpPr/>
          <p:nvPr/>
        </p:nvSpPr>
        <p:spPr>
          <a:xfrm>
            <a:off x="6770269" y="1382633"/>
            <a:ext cx="4184602" cy="88039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7" name="Isosceles Triangle 6"/>
          <p:cNvSpPr>
            <a:spLocks noChangeAspect="1"/>
          </p:cNvSpPr>
          <p:nvPr/>
        </p:nvSpPr>
        <p:spPr>
          <a:xfrm rot="13186116">
            <a:off x="6138372" y="1674081"/>
            <a:ext cx="108719" cy="1956934"/>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noChangeAspect="1"/>
          </p:cNvSpPr>
          <p:nvPr/>
        </p:nvSpPr>
        <p:spPr>
          <a:xfrm rot="14647227">
            <a:off x="6145358" y="2636615"/>
            <a:ext cx="110480" cy="144813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Rounded Rectangle 8"/>
          <p:cNvSpPr/>
          <p:nvPr/>
        </p:nvSpPr>
        <p:spPr>
          <a:xfrm>
            <a:off x="6770269" y="2605764"/>
            <a:ext cx="4184602" cy="880399"/>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0" name="Rounded Rectangle 9"/>
          <p:cNvSpPr/>
          <p:nvPr/>
        </p:nvSpPr>
        <p:spPr>
          <a:xfrm rot="10800000" flipV="1">
            <a:off x="6780111" y="3843499"/>
            <a:ext cx="4184602" cy="88039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1" name="Isosceles Triangle 10"/>
          <p:cNvSpPr>
            <a:spLocks noChangeAspect="1"/>
          </p:cNvSpPr>
          <p:nvPr/>
        </p:nvSpPr>
        <p:spPr>
          <a:xfrm rot="6952773" flipV="1">
            <a:off x="6145358" y="3276332"/>
            <a:ext cx="110480" cy="144813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noChangeAspect="1"/>
          </p:cNvSpPr>
          <p:nvPr/>
        </p:nvSpPr>
        <p:spPr>
          <a:xfrm rot="8413884" flipV="1">
            <a:off x="6138372" y="3676295"/>
            <a:ext cx="108719" cy="1956934"/>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ounded Rectangle 12"/>
          <p:cNvSpPr/>
          <p:nvPr/>
        </p:nvSpPr>
        <p:spPr>
          <a:xfrm>
            <a:off x="6780113" y="5065985"/>
            <a:ext cx="4184602" cy="880399"/>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4" name="Oval 13"/>
          <p:cNvSpPr>
            <a:spLocks noChangeAspect="1"/>
          </p:cNvSpPr>
          <p:nvPr/>
        </p:nvSpPr>
        <p:spPr>
          <a:xfrm>
            <a:off x="6847191" y="144173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1"/>
                </a:solidFill>
              </a:rPr>
              <a:t>01</a:t>
            </a:r>
          </a:p>
        </p:txBody>
      </p:sp>
      <p:sp>
        <p:nvSpPr>
          <p:cNvPr id="15" name="Oval 14"/>
          <p:cNvSpPr>
            <a:spLocks noChangeAspect="1"/>
          </p:cNvSpPr>
          <p:nvPr/>
        </p:nvSpPr>
        <p:spPr>
          <a:xfrm>
            <a:off x="6847190" y="267251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2"/>
                </a:solidFill>
              </a:rPr>
              <a:t>02</a:t>
            </a:r>
          </a:p>
        </p:txBody>
      </p:sp>
      <p:sp>
        <p:nvSpPr>
          <p:cNvPr id="16" name="Oval 15"/>
          <p:cNvSpPr>
            <a:spLocks noChangeAspect="1"/>
          </p:cNvSpPr>
          <p:nvPr/>
        </p:nvSpPr>
        <p:spPr>
          <a:xfrm>
            <a:off x="6847189" y="390329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3"/>
                </a:solidFill>
              </a:rPr>
              <a:t>03</a:t>
            </a:r>
          </a:p>
        </p:txBody>
      </p:sp>
      <p:sp>
        <p:nvSpPr>
          <p:cNvPr id="17" name="Oval 16"/>
          <p:cNvSpPr>
            <a:spLocks noChangeAspect="1"/>
          </p:cNvSpPr>
          <p:nvPr/>
        </p:nvSpPr>
        <p:spPr>
          <a:xfrm>
            <a:off x="6847188" y="513407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4"/>
                </a:solidFill>
              </a:rPr>
              <a:t>04</a:t>
            </a:r>
          </a:p>
        </p:txBody>
      </p:sp>
      <p:sp>
        <p:nvSpPr>
          <p:cNvPr id="3" name="Title 2"/>
          <p:cNvSpPr>
            <a:spLocks noGrp="1"/>
          </p:cNvSpPr>
          <p:nvPr>
            <p:ph type="title"/>
          </p:nvPr>
        </p:nvSpPr>
        <p:spPr>
          <a:xfrm>
            <a:off x="214184" y="13663"/>
            <a:ext cx="9728886" cy="678316"/>
          </a:xfrm>
        </p:spPr>
        <p:txBody>
          <a:bodyPr>
            <a:normAutofit/>
          </a:bodyPr>
          <a:lstStyle/>
          <a:p>
            <a:r>
              <a:rPr lang="en-US" dirty="0"/>
              <a:t>Target 1</a:t>
            </a:r>
          </a:p>
        </p:txBody>
      </p:sp>
    </p:spTree>
    <p:extLst>
      <p:ext uri="{BB962C8B-B14F-4D97-AF65-F5344CB8AC3E}">
        <p14:creationId xmlns:p14="http://schemas.microsoft.com/office/powerpoint/2010/main" val="1821523977"/>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1DD2DA-9255-183D-6CB6-0CF5F1F9672B}"/>
              </a:ext>
            </a:extLst>
          </p:cNvPr>
          <p:cNvSpPr>
            <a:spLocks noGrp="1"/>
          </p:cNvSpPr>
          <p:nvPr>
            <p:ph type="title"/>
          </p:nvPr>
        </p:nvSpPr>
        <p:spPr>
          <a:xfrm>
            <a:off x="214184" y="13663"/>
            <a:ext cx="9728886" cy="678316"/>
          </a:xfrm>
        </p:spPr>
        <p:txBody>
          <a:bodyPr/>
          <a:lstStyle/>
          <a:p>
            <a:r>
              <a:rPr lang="en-US" dirty="0"/>
              <a:t>Target 2</a:t>
            </a:r>
          </a:p>
        </p:txBody>
      </p:sp>
      <p:grpSp>
        <p:nvGrpSpPr>
          <p:cNvPr id="3" name="Group 4">
            <a:extLst>
              <a:ext uri="{FF2B5EF4-FFF2-40B4-BE49-F238E27FC236}">
                <a16:creationId xmlns:a16="http://schemas.microsoft.com/office/drawing/2014/main" id="{F6B3871A-6A7B-72DE-7B05-B02DDD5E8782}"/>
              </a:ext>
            </a:extLst>
          </p:cNvPr>
          <p:cNvGrpSpPr/>
          <p:nvPr/>
        </p:nvGrpSpPr>
        <p:grpSpPr>
          <a:xfrm>
            <a:off x="663439" y="1581317"/>
            <a:ext cx="3941466" cy="3941466"/>
            <a:chOff x="1287759" y="1160891"/>
            <a:chExt cx="3967700" cy="3967700"/>
          </a:xfrm>
        </p:grpSpPr>
        <p:sp>
          <p:nvSpPr>
            <p:cNvPr id="4" name="Donut 2">
              <a:extLst>
                <a:ext uri="{FF2B5EF4-FFF2-40B4-BE49-F238E27FC236}">
                  <a16:creationId xmlns:a16="http://schemas.microsoft.com/office/drawing/2014/main" id="{9295176E-7571-A603-1D85-3BF58A9DEDD4}"/>
                </a:ext>
              </a:extLst>
            </p:cNvPr>
            <p:cNvSpPr/>
            <p:nvPr/>
          </p:nvSpPr>
          <p:spPr>
            <a:xfrm>
              <a:off x="1287759" y="1160891"/>
              <a:ext cx="3967700" cy="3967700"/>
            </a:xfrm>
            <a:prstGeom prst="donut">
              <a:avLst>
                <a:gd name="adj" fmla="val 9488"/>
              </a:avLst>
            </a:prstGeom>
            <a:solidFill>
              <a:schemeClr val="bg2">
                <a:lumMod val="90000"/>
              </a:schemeClr>
            </a:solidFill>
            <a:ln>
              <a:noFill/>
            </a:ln>
            <a:effectLst/>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B276F50-17BD-9F7E-91CE-7FA14EF09EE8}"/>
                </a:ext>
              </a:extLst>
            </p:cNvPr>
            <p:cNvSpPr/>
            <p:nvPr/>
          </p:nvSpPr>
          <p:spPr>
            <a:xfrm>
              <a:off x="2026235" y="1899367"/>
              <a:ext cx="2490748" cy="2490748"/>
            </a:xfrm>
            <a:prstGeom prst="donut">
              <a:avLst>
                <a:gd name="adj" fmla="val 14681"/>
              </a:avLst>
            </a:prstGeom>
            <a:solidFill>
              <a:schemeClr val="bg2">
                <a:lumMod val="50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Oval 3">
              <a:extLst>
                <a:ext uri="{FF2B5EF4-FFF2-40B4-BE49-F238E27FC236}">
                  <a16:creationId xmlns:a16="http://schemas.microsoft.com/office/drawing/2014/main" id="{28161997-C3A2-0170-6087-48CCAF6583E2}"/>
                </a:ext>
              </a:extLst>
            </p:cNvPr>
            <p:cNvSpPr/>
            <p:nvPr/>
          </p:nvSpPr>
          <p:spPr>
            <a:xfrm>
              <a:off x="2849692" y="2722824"/>
              <a:ext cx="843833" cy="843833"/>
            </a:xfrm>
            <a:prstGeom prst="ellipse">
              <a:avLst/>
            </a:prstGeom>
            <a:solidFill>
              <a:schemeClr val="tx1">
                <a:lumMod val="75000"/>
                <a:lumOff val="25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7" name="Group 31">
            <a:extLst>
              <a:ext uri="{FF2B5EF4-FFF2-40B4-BE49-F238E27FC236}">
                <a16:creationId xmlns:a16="http://schemas.microsoft.com/office/drawing/2014/main" id="{96615349-FC6E-43E5-1155-3FDC404F9150}"/>
              </a:ext>
            </a:extLst>
          </p:cNvPr>
          <p:cNvGrpSpPr/>
          <p:nvPr/>
        </p:nvGrpSpPr>
        <p:grpSpPr>
          <a:xfrm rot="2722540">
            <a:off x="3305679" y="1121761"/>
            <a:ext cx="649234" cy="2778210"/>
            <a:chOff x="6139793" y="927098"/>
            <a:chExt cx="649234" cy="2778210"/>
          </a:xfrm>
        </p:grpSpPr>
        <p:cxnSp>
          <p:nvCxnSpPr>
            <p:cNvPr id="8" name="Straight Connector 7">
              <a:extLst>
                <a:ext uri="{FF2B5EF4-FFF2-40B4-BE49-F238E27FC236}">
                  <a16:creationId xmlns:a16="http://schemas.microsoft.com/office/drawing/2014/main" id="{02E46C6D-9C7E-F3C3-298E-DCB34B67F5AD}"/>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9" name="Group 19">
              <a:extLst>
                <a:ext uri="{FF2B5EF4-FFF2-40B4-BE49-F238E27FC236}">
                  <a16:creationId xmlns:a16="http://schemas.microsoft.com/office/drawing/2014/main" id="{1AB1AEBF-6B0E-B39C-7E96-4D9D275E1D6E}"/>
                </a:ext>
              </a:extLst>
            </p:cNvPr>
            <p:cNvGrpSpPr/>
            <p:nvPr/>
          </p:nvGrpSpPr>
          <p:grpSpPr>
            <a:xfrm rot="10800000">
              <a:off x="6139793" y="927098"/>
              <a:ext cx="649234" cy="753357"/>
              <a:chOff x="8087056" y="897061"/>
              <a:chExt cx="1514476" cy="1386399"/>
            </a:xfrm>
          </p:grpSpPr>
          <p:sp>
            <p:nvSpPr>
              <p:cNvPr id="10" name="Freeform 30">
                <a:extLst>
                  <a:ext uri="{FF2B5EF4-FFF2-40B4-BE49-F238E27FC236}">
                    <a16:creationId xmlns:a16="http://schemas.microsoft.com/office/drawing/2014/main" id="{A0BEB242-161E-B340-EFA1-17C4B81A73E0}"/>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reeform 28">
                <a:extLst>
                  <a:ext uri="{FF2B5EF4-FFF2-40B4-BE49-F238E27FC236}">
                    <a16:creationId xmlns:a16="http://schemas.microsoft.com/office/drawing/2014/main" id="{9FADC78A-B38C-36B4-D358-DCB7E1C2EDD9}"/>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2" name="Group 42">
            <a:extLst>
              <a:ext uri="{FF2B5EF4-FFF2-40B4-BE49-F238E27FC236}">
                <a16:creationId xmlns:a16="http://schemas.microsoft.com/office/drawing/2014/main" id="{CA88F62E-486F-D1C3-8C72-1BD5CE3DD80F}"/>
              </a:ext>
            </a:extLst>
          </p:cNvPr>
          <p:cNvGrpSpPr/>
          <p:nvPr/>
        </p:nvGrpSpPr>
        <p:grpSpPr>
          <a:xfrm rot="14846348" flipV="1">
            <a:off x="3598573" y="1626496"/>
            <a:ext cx="649234" cy="2778210"/>
            <a:chOff x="6139793" y="927098"/>
            <a:chExt cx="649234" cy="2778210"/>
          </a:xfrm>
        </p:grpSpPr>
        <p:cxnSp>
          <p:nvCxnSpPr>
            <p:cNvPr id="13" name="Straight Connector 43">
              <a:extLst>
                <a:ext uri="{FF2B5EF4-FFF2-40B4-BE49-F238E27FC236}">
                  <a16:creationId xmlns:a16="http://schemas.microsoft.com/office/drawing/2014/main" id="{5CF7AE79-BC4C-76B5-EE9D-39ED3FA31A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4" name="Group 44">
              <a:extLst>
                <a:ext uri="{FF2B5EF4-FFF2-40B4-BE49-F238E27FC236}">
                  <a16:creationId xmlns:a16="http://schemas.microsoft.com/office/drawing/2014/main" id="{2CD86DFB-3EC2-8170-3104-254590CBFAA3}"/>
                </a:ext>
              </a:extLst>
            </p:cNvPr>
            <p:cNvGrpSpPr/>
            <p:nvPr/>
          </p:nvGrpSpPr>
          <p:grpSpPr>
            <a:xfrm rot="10800000">
              <a:off x="6139793" y="927098"/>
              <a:ext cx="649234" cy="753357"/>
              <a:chOff x="8087056" y="897061"/>
              <a:chExt cx="1514476" cy="1386399"/>
            </a:xfrm>
          </p:grpSpPr>
          <p:sp>
            <p:nvSpPr>
              <p:cNvPr id="15" name="Freeform 45">
                <a:extLst>
                  <a:ext uri="{FF2B5EF4-FFF2-40B4-BE49-F238E27FC236}">
                    <a16:creationId xmlns:a16="http://schemas.microsoft.com/office/drawing/2014/main" id="{4F35DC1E-786D-1767-2D93-CD89525809F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reeform 46">
                <a:extLst>
                  <a:ext uri="{FF2B5EF4-FFF2-40B4-BE49-F238E27FC236}">
                    <a16:creationId xmlns:a16="http://schemas.microsoft.com/office/drawing/2014/main" id="{0BF47977-2E73-F144-7571-B1CF0CB88F8B}"/>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7" name="Group 16">
            <a:extLst>
              <a:ext uri="{FF2B5EF4-FFF2-40B4-BE49-F238E27FC236}">
                <a16:creationId xmlns:a16="http://schemas.microsoft.com/office/drawing/2014/main" id="{4DBCCD30-A742-88F8-5956-856143D817FC}"/>
              </a:ext>
            </a:extLst>
          </p:cNvPr>
          <p:cNvGrpSpPr/>
          <p:nvPr/>
        </p:nvGrpSpPr>
        <p:grpSpPr>
          <a:xfrm rot="16200000" flipV="1">
            <a:off x="3719587" y="2176332"/>
            <a:ext cx="649234" cy="2778210"/>
            <a:chOff x="6139793" y="927098"/>
            <a:chExt cx="649234" cy="2778210"/>
          </a:xfrm>
        </p:grpSpPr>
        <p:cxnSp>
          <p:nvCxnSpPr>
            <p:cNvPr id="18" name="Straight Connector 17">
              <a:extLst>
                <a:ext uri="{FF2B5EF4-FFF2-40B4-BE49-F238E27FC236}">
                  <a16:creationId xmlns:a16="http://schemas.microsoft.com/office/drawing/2014/main" id="{31E487E1-C70A-C8AA-C2B8-65C3A994F5E9}"/>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1D572F68-0C54-1433-D139-AA0703A94BEE}"/>
                </a:ext>
              </a:extLst>
            </p:cNvPr>
            <p:cNvGrpSpPr/>
            <p:nvPr/>
          </p:nvGrpSpPr>
          <p:grpSpPr>
            <a:xfrm rot="10800000">
              <a:off x="6139793" y="927098"/>
              <a:ext cx="649234" cy="753357"/>
              <a:chOff x="8087056" y="897061"/>
              <a:chExt cx="1514476" cy="1386399"/>
            </a:xfrm>
          </p:grpSpPr>
          <p:sp>
            <p:nvSpPr>
              <p:cNvPr id="20" name="Freeform 40">
                <a:extLst>
                  <a:ext uri="{FF2B5EF4-FFF2-40B4-BE49-F238E27FC236}">
                    <a16:creationId xmlns:a16="http://schemas.microsoft.com/office/drawing/2014/main" id="{DFFD9469-EAED-7FC0-896E-D6EBD9BD7E27}"/>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reeform 41">
                <a:extLst>
                  <a:ext uri="{FF2B5EF4-FFF2-40B4-BE49-F238E27FC236}">
                    <a16:creationId xmlns:a16="http://schemas.microsoft.com/office/drawing/2014/main" id="{5D444680-C3BF-2BF2-C2D7-57664891F6EA}"/>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2" name="Group 47">
            <a:extLst>
              <a:ext uri="{FF2B5EF4-FFF2-40B4-BE49-F238E27FC236}">
                <a16:creationId xmlns:a16="http://schemas.microsoft.com/office/drawing/2014/main" id="{A9211F50-1923-E964-BF2D-AC019F70AA02}"/>
              </a:ext>
            </a:extLst>
          </p:cNvPr>
          <p:cNvGrpSpPr/>
          <p:nvPr/>
        </p:nvGrpSpPr>
        <p:grpSpPr>
          <a:xfrm rot="17520086" flipV="1">
            <a:off x="3636594" y="2726167"/>
            <a:ext cx="649234" cy="2778210"/>
            <a:chOff x="6139793" y="927098"/>
            <a:chExt cx="649234" cy="2778210"/>
          </a:xfrm>
        </p:grpSpPr>
        <p:cxnSp>
          <p:nvCxnSpPr>
            <p:cNvPr id="23" name="Straight Connector 48">
              <a:extLst>
                <a:ext uri="{FF2B5EF4-FFF2-40B4-BE49-F238E27FC236}">
                  <a16:creationId xmlns:a16="http://schemas.microsoft.com/office/drawing/2014/main" id="{C0B98918-93AE-CD14-1741-826372DB2C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4" name="Group 49">
              <a:extLst>
                <a:ext uri="{FF2B5EF4-FFF2-40B4-BE49-F238E27FC236}">
                  <a16:creationId xmlns:a16="http://schemas.microsoft.com/office/drawing/2014/main" id="{0B8A4B25-DACF-46D2-A48A-E2908127516E}"/>
                </a:ext>
              </a:extLst>
            </p:cNvPr>
            <p:cNvGrpSpPr/>
            <p:nvPr/>
          </p:nvGrpSpPr>
          <p:grpSpPr>
            <a:xfrm rot="10800000">
              <a:off x="6139793" y="927098"/>
              <a:ext cx="649234" cy="753357"/>
              <a:chOff x="8087056" y="897061"/>
              <a:chExt cx="1514476" cy="1386399"/>
            </a:xfrm>
          </p:grpSpPr>
          <p:sp>
            <p:nvSpPr>
              <p:cNvPr id="25" name="Freeform 50">
                <a:extLst>
                  <a:ext uri="{FF2B5EF4-FFF2-40B4-BE49-F238E27FC236}">
                    <a16:creationId xmlns:a16="http://schemas.microsoft.com/office/drawing/2014/main" id="{95FA1693-0553-30AF-1526-EF3144329E0F}"/>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Freeform 51">
                <a:extLst>
                  <a:ext uri="{FF2B5EF4-FFF2-40B4-BE49-F238E27FC236}">
                    <a16:creationId xmlns:a16="http://schemas.microsoft.com/office/drawing/2014/main" id="{ACB1DCE1-31B5-508B-15AB-65662DD56977}"/>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 32">
            <a:extLst>
              <a:ext uri="{FF2B5EF4-FFF2-40B4-BE49-F238E27FC236}">
                <a16:creationId xmlns:a16="http://schemas.microsoft.com/office/drawing/2014/main" id="{9D66FC31-7D89-2E37-669A-6CEE72B0316B}"/>
              </a:ext>
            </a:extLst>
          </p:cNvPr>
          <p:cNvGrpSpPr/>
          <p:nvPr/>
        </p:nvGrpSpPr>
        <p:grpSpPr>
          <a:xfrm rot="18877460" flipV="1">
            <a:off x="3302428" y="3227707"/>
            <a:ext cx="649234" cy="2778210"/>
            <a:chOff x="6139793" y="927098"/>
            <a:chExt cx="649234" cy="2778210"/>
          </a:xfrm>
        </p:grpSpPr>
        <p:cxnSp>
          <p:nvCxnSpPr>
            <p:cNvPr id="28" name="Straight Connector 33">
              <a:extLst>
                <a:ext uri="{FF2B5EF4-FFF2-40B4-BE49-F238E27FC236}">
                  <a16:creationId xmlns:a16="http://schemas.microsoft.com/office/drawing/2014/main" id="{1458748A-2978-2920-DEE3-41A5FE0A7412}"/>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9" name="Group 34">
              <a:extLst>
                <a:ext uri="{FF2B5EF4-FFF2-40B4-BE49-F238E27FC236}">
                  <a16:creationId xmlns:a16="http://schemas.microsoft.com/office/drawing/2014/main" id="{DB16C66F-43CF-3111-A1F0-220525CEBBA1}"/>
                </a:ext>
              </a:extLst>
            </p:cNvPr>
            <p:cNvGrpSpPr/>
            <p:nvPr/>
          </p:nvGrpSpPr>
          <p:grpSpPr>
            <a:xfrm rot="10800000">
              <a:off x="6139793" y="927098"/>
              <a:ext cx="649234" cy="753357"/>
              <a:chOff x="8087056" y="897061"/>
              <a:chExt cx="1514476" cy="1386399"/>
            </a:xfrm>
          </p:grpSpPr>
          <p:sp>
            <p:nvSpPr>
              <p:cNvPr id="30" name="Freeform 35">
                <a:extLst>
                  <a:ext uri="{FF2B5EF4-FFF2-40B4-BE49-F238E27FC236}">
                    <a16:creationId xmlns:a16="http://schemas.microsoft.com/office/drawing/2014/main" id="{805AE571-90D7-46F2-9010-F2ECC69F671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36">
                <a:extLst>
                  <a:ext uri="{FF2B5EF4-FFF2-40B4-BE49-F238E27FC236}">
                    <a16:creationId xmlns:a16="http://schemas.microsoft.com/office/drawing/2014/main" id="{5BF0DAB9-D23E-EA0C-5445-0964DEE651C3}"/>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2" name="TextBox 82">
            <a:extLst>
              <a:ext uri="{FF2B5EF4-FFF2-40B4-BE49-F238E27FC236}">
                <a16:creationId xmlns:a16="http://schemas.microsoft.com/office/drawing/2014/main" id="{9383D8DD-2907-E7BC-9BA3-D189A3B032F7}"/>
              </a:ext>
            </a:extLst>
          </p:cNvPr>
          <p:cNvSpPr txBox="1"/>
          <p:nvPr/>
        </p:nvSpPr>
        <p:spPr>
          <a:xfrm>
            <a:off x="5263809" y="1165819"/>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3" name="TextBox 82">
            <a:extLst>
              <a:ext uri="{FF2B5EF4-FFF2-40B4-BE49-F238E27FC236}">
                <a16:creationId xmlns:a16="http://schemas.microsoft.com/office/drawing/2014/main" id="{72F14210-CC86-F379-BAC0-B84726D0ED6B}"/>
              </a:ext>
            </a:extLst>
          </p:cNvPr>
          <p:cNvSpPr txBox="1"/>
          <p:nvPr/>
        </p:nvSpPr>
        <p:spPr>
          <a:xfrm>
            <a:off x="5693851" y="2144023"/>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4" name="TextBox 82">
            <a:extLst>
              <a:ext uri="{FF2B5EF4-FFF2-40B4-BE49-F238E27FC236}">
                <a16:creationId xmlns:a16="http://schemas.microsoft.com/office/drawing/2014/main" id="{02624F87-A481-691B-829C-1160860078E3}"/>
              </a:ext>
            </a:extLst>
          </p:cNvPr>
          <p:cNvSpPr txBox="1"/>
          <p:nvPr/>
        </p:nvSpPr>
        <p:spPr>
          <a:xfrm>
            <a:off x="5870138" y="3122227"/>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5" name="TextBox 82">
            <a:extLst>
              <a:ext uri="{FF2B5EF4-FFF2-40B4-BE49-F238E27FC236}">
                <a16:creationId xmlns:a16="http://schemas.microsoft.com/office/drawing/2014/main" id="{8688A71C-440E-64A9-71C0-D6750D3A7E9A}"/>
              </a:ext>
            </a:extLst>
          </p:cNvPr>
          <p:cNvSpPr txBox="1"/>
          <p:nvPr/>
        </p:nvSpPr>
        <p:spPr>
          <a:xfrm>
            <a:off x="5693851" y="4100431"/>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E1D9A34E-E2CD-603D-CFFC-7A32FF47D9AC}"/>
              </a:ext>
            </a:extLst>
          </p:cNvPr>
          <p:cNvSpPr txBox="1"/>
          <p:nvPr/>
        </p:nvSpPr>
        <p:spPr>
          <a:xfrm>
            <a:off x="5263809" y="5078635"/>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421968585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14:presetBounceEnd="21333">
                                      <p:stCondLst>
                                        <p:cond delay="0"/>
                                      </p:stCondLst>
                                      <p:childTnLst>
                                        <p:animMotion origin="layout" path="M -3.54167E-6 -2.96296E-6 L -0.27122 0.47153 " pathEditMode="relative" rAng="0" ptsTypes="AA" p14:bounceEnd="21333">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14:presetBounceEnd="24000">
                                      <p:stCondLst>
                                        <p:cond delay="0"/>
                                      </p:stCondLst>
                                      <p:childTnLst>
                                        <p:animMotion origin="layout" path="M -1.875E-6 -4.07407E-6 L -0.65 0.48542 " pathEditMode="relative" rAng="0" ptsTypes="AA" p14:bounceEnd="24000">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14:presetBounceEnd="24000">
                                      <p:stCondLst>
                                        <p:cond delay="0"/>
                                      </p:stCondLst>
                                      <p:childTnLst>
                                        <p:animMotion origin="layout" path="M 2.29167E-6 3.33333E-6 L -0.78386 -0.00417 " pathEditMode="relative" rAng="0" ptsTypes="AA" p14:bounceEnd="24000">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14:presetBounceEnd="24000">
                                      <p:stCondLst>
                                        <p:cond delay="0"/>
                                      </p:stCondLst>
                                      <p:childTnLst>
                                        <p:animMotion origin="layout" path="M 3.125E-6 -7.40741E-7 L -0.72253 -0.55 " pathEditMode="relative" rAng="0" ptsTypes="AA" p14:bounceEnd="24000">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14:presetBounceEnd="24000">
                                      <p:stCondLst>
                                        <p:cond delay="0"/>
                                      </p:stCondLst>
                                      <p:childTnLst>
                                        <p:animMotion origin="layout" path="M -3.125E-6 1.11111E-6 L -0.30794 -0.57292 " pathEditMode="relative" rAng="0" ptsTypes="AA" p14:bounceEnd="24000">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stCondLst>
                                        <p:cond delay="0"/>
                                      </p:stCondLst>
                                      <p:childTnLst>
                                        <p:animMotion origin="layout" path="M -3.54167E-6 -2.96296E-6 L -0.27122 0.47153 " pathEditMode="relative" rAng="0" ptsTypes="AA">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stCondLst>
                                        <p:cond delay="0"/>
                                      </p:stCondLst>
                                      <p:childTnLst>
                                        <p:animMotion origin="layout" path="M -1.875E-6 -4.07407E-6 L -0.65 0.48542 " pathEditMode="relative" rAng="0" ptsTypes="AA">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stCondLst>
                                        <p:cond delay="0"/>
                                      </p:stCondLst>
                                      <p:childTnLst>
                                        <p:animMotion origin="layout" path="M 2.29167E-6 3.33333E-6 L -0.78386 -0.00417 " pathEditMode="relative" rAng="0" ptsTypes="AA">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stCondLst>
                                        <p:cond delay="0"/>
                                      </p:stCondLst>
                                      <p:childTnLst>
                                        <p:animMotion origin="layout" path="M 3.125E-6 -7.40741E-7 L -0.72253 -0.55 " pathEditMode="relative" rAng="0" ptsTypes="AA">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stCondLst>
                                        <p:cond delay="0"/>
                                      </p:stCondLst>
                                      <p:childTnLst>
                                        <p:animMotion origin="layout" path="M -3.125E-6 1.11111E-6 L -0.30794 -0.57292 " pathEditMode="relative" rAng="0" ptsTypes="AA">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3</a:t>
            </a:r>
          </a:p>
        </p:txBody>
      </p:sp>
      <p:pic>
        <p:nvPicPr>
          <p:cNvPr id="3" name="Picture 2"/>
          <p:cNvPicPr>
            <a:picLocks noChangeAspect="1" noChangeArrowheads="1"/>
          </p:cNvPicPr>
          <p:nvPr/>
        </p:nvPicPr>
        <p:blipFill>
          <a:blip r:embed="rId31" cstate="print">
            <a:extLst>
              <a:ext uri="{28A0092B-C50C-407E-A947-70E740481C1C}">
                <a14:useLocalDpi xmlns:a14="http://schemas.microsoft.com/office/drawing/2010/main" val="0"/>
              </a:ext>
            </a:extLst>
          </a:blip>
          <a:srcRect/>
          <a:stretch>
            <a:fillRect/>
          </a:stretch>
        </p:blipFill>
        <p:spPr bwMode="auto">
          <a:xfrm flipH="1">
            <a:off x="7742774" y="1599164"/>
            <a:ext cx="4226583" cy="4675909"/>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p:cNvSpPr/>
          <p:nvPr/>
        </p:nvSpPr>
        <p:spPr bwMode="auto">
          <a:xfrm>
            <a:off x="2011148" y="1811355"/>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Goal 1</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20" name="Rectangle 19"/>
          <p:cNvSpPr/>
          <p:nvPr/>
        </p:nvSpPr>
        <p:spPr bwMode="auto">
          <a:xfrm>
            <a:off x="2011148" y="3424784"/>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Goal 2</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21" name="Rectangle 20"/>
          <p:cNvSpPr/>
          <p:nvPr/>
        </p:nvSpPr>
        <p:spPr bwMode="auto">
          <a:xfrm>
            <a:off x="2011148" y="5038213"/>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Goal 3</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7" name="POWER_USER_SHAPE_ICON_STYLE_5"/>
          <p:cNvSpPr/>
          <p:nvPr/>
        </p:nvSpPr>
        <p:spPr>
          <a:xfrm>
            <a:off x="864164" y="1838133"/>
            <a:ext cx="1005840" cy="1005840"/>
          </a:xfrm>
          <a:prstGeom prst="ellipse">
            <a:avLst/>
          </a:prstGeom>
          <a:noFill/>
          <a:ln w="28575" cap="flat" cmpd="sng" algn="ctr">
            <a:solidFill>
              <a:schemeClr val="accent1"/>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4" name="Group 3"/>
          <p:cNvGrpSpPr>
            <a:grpSpLocks noChangeAspect="1"/>
          </p:cNvGrpSpPr>
          <p:nvPr/>
        </p:nvGrpSpPr>
        <p:grpSpPr>
          <a:xfrm>
            <a:off x="1031804" y="2047683"/>
            <a:ext cx="670560" cy="586740"/>
            <a:chOff x="1003864" y="1860358"/>
            <a:chExt cx="629752" cy="551033"/>
          </a:xfrm>
          <a:solidFill>
            <a:schemeClr val="accent1"/>
          </a:solidFill>
        </p:grpSpPr>
        <p:sp>
          <p:nvSpPr>
            <p:cNvPr id="17" name="POWER_USER_ID_ICONS_Forklift"/>
            <p:cNvSpPr>
              <a:spLocks/>
            </p:cNvSpPr>
            <p:nvPr>
              <p:custDataLst>
                <p:tags r:id="rId27"/>
              </p:custDataLst>
            </p:nvPr>
          </p:nvSpPr>
          <p:spPr bwMode="auto">
            <a:xfrm>
              <a:off x="1401037" y="1959353"/>
              <a:ext cx="56057" cy="5605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POWER_USER_ID_ICONS_Forklift"/>
            <p:cNvSpPr>
              <a:spLocks noEditPoints="1"/>
            </p:cNvSpPr>
            <p:nvPr>
              <p:custDataLst>
                <p:tags r:id="rId28"/>
              </p:custDataLst>
            </p:nvPr>
          </p:nvSpPr>
          <p:spPr bwMode="auto">
            <a:xfrm>
              <a:off x="1003864" y="1860358"/>
              <a:ext cx="629752" cy="551033"/>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6" name="POWER_USER_SHAPE_ICON_STYLE_5"/>
          <p:cNvSpPr/>
          <p:nvPr/>
        </p:nvSpPr>
        <p:spPr>
          <a:xfrm>
            <a:off x="901882" y="3397489"/>
            <a:ext cx="1005840" cy="1005840"/>
          </a:xfrm>
          <a:prstGeom prst="ellipse">
            <a:avLst/>
          </a:prstGeom>
          <a:noFill/>
          <a:ln w="28575" cap="flat" cmpd="sng" algn="ctr">
            <a:solidFill>
              <a:schemeClr val="accent2"/>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 name="Group 4"/>
          <p:cNvGrpSpPr>
            <a:grpSpLocks noChangeAspect="1"/>
          </p:cNvGrpSpPr>
          <p:nvPr/>
        </p:nvGrpSpPr>
        <p:grpSpPr>
          <a:xfrm>
            <a:off x="1103784" y="3565129"/>
            <a:ext cx="602036" cy="670560"/>
            <a:chOff x="1054838" y="3524489"/>
            <a:chExt cx="644367" cy="717709"/>
          </a:xfrm>
          <a:solidFill>
            <a:schemeClr val="accent2"/>
          </a:solidFill>
        </p:grpSpPr>
        <p:sp>
          <p:nvSpPr>
            <p:cNvPr id="24" name="POWER_USER_ID_ICONS_Atomic"/>
            <p:cNvSpPr>
              <a:spLocks noEditPoints="1"/>
            </p:cNvSpPr>
            <p:nvPr>
              <p:custDataLst>
                <p:tags r:id="rId18"/>
              </p:custDataLst>
            </p:nvPr>
          </p:nvSpPr>
          <p:spPr bwMode="auto">
            <a:xfrm>
              <a:off x="1252164" y="3524489"/>
              <a:ext cx="247968" cy="717709"/>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tomic"/>
            <p:cNvSpPr>
              <a:spLocks noEditPoints="1"/>
            </p:cNvSpPr>
            <p:nvPr>
              <p:custDataLst>
                <p:tags r:id="rId19"/>
              </p:custDataLst>
            </p:nvPr>
          </p:nvSpPr>
          <p:spPr bwMode="auto">
            <a:xfrm>
              <a:off x="1100241" y="3618787"/>
              <a:ext cx="553562" cy="529114"/>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tomic"/>
            <p:cNvSpPr>
              <a:spLocks noEditPoints="1"/>
            </p:cNvSpPr>
            <p:nvPr>
              <p:custDataLst>
                <p:tags r:id="rId20"/>
              </p:custDataLst>
            </p:nvPr>
          </p:nvSpPr>
          <p:spPr bwMode="auto">
            <a:xfrm>
              <a:off x="1054838" y="3674667"/>
              <a:ext cx="644367" cy="417354"/>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tomic"/>
            <p:cNvSpPr>
              <a:spLocks noChangeArrowheads="1"/>
            </p:cNvSpPr>
            <p:nvPr>
              <p:custDataLst>
                <p:tags r:id="rId21"/>
              </p:custDataLst>
            </p:nvPr>
          </p:nvSpPr>
          <p:spPr bwMode="auto">
            <a:xfrm>
              <a:off x="1068808" y="3770710"/>
              <a:ext cx="64611" cy="6635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tomic"/>
            <p:cNvSpPr>
              <a:spLocks noChangeArrowheads="1"/>
            </p:cNvSpPr>
            <p:nvPr>
              <p:custDataLst>
                <p:tags r:id="rId22"/>
              </p:custDataLst>
            </p:nvPr>
          </p:nvSpPr>
          <p:spPr bwMode="auto">
            <a:xfrm>
              <a:off x="1559505" y="3775949"/>
              <a:ext cx="64611"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Atomic"/>
            <p:cNvSpPr>
              <a:spLocks noChangeArrowheads="1"/>
            </p:cNvSpPr>
            <p:nvPr>
              <p:custDataLst>
                <p:tags r:id="rId23"/>
              </p:custDataLst>
            </p:nvPr>
          </p:nvSpPr>
          <p:spPr bwMode="auto">
            <a:xfrm>
              <a:off x="1432028" y="4088528"/>
              <a:ext cx="66358"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POWER_USER_ID_ICONS_Atomic"/>
            <p:cNvSpPr>
              <a:spLocks/>
            </p:cNvSpPr>
            <p:nvPr>
              <p:custDataLst>
                <p:tags r:id="rId24"/>
              </p:custDataLst>
            </p:nvPr>
          </p:nvSpPr>
          <p:spPr bwMode="auto">
            <a:xfrm>
              <a:off x="1311537" y="3826590"/>
              <a:ext cx="73343" cy="64611"/>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POWER_USER_ID_ICONS_Atomic"/>
            <p:cNvSpPr>
              <a:spLocks/>
            </p:cNvSpPr>
            <p:nvPr>
              <p:custDataLst>
                <p:tags r:id="rId25"/>
              </p:custDataLst>
            </p:nvPr>
          </p:nvSpPr>
          <p:spPr bwMode="auto">
            <a:xfrm>
              <a:off x="1316776" y="3882470"/>
              <a:ext cx="69850" cy="80328"/>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Atomic"/>
            <p:cNvSpPr>
              <a:spLocks/>
            </p:cNvSpPr>
            <p:nvPr>
              <p:custDataLst>
                <p:tags r:id="rId26"/>
              </p:custDataLst>
            </p:nvPr>
          </p:nvSpPr>
          <p:spPr bwMode="auto">
            <a:xfrm>
              <a:off x="1363925" y="3833575"/>
              <a:ext cx="90805" cy="110014"/>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POWER_USER_SHAPE_ICON_STYLE_5"/>
          <p:cNvSpPr/>
          <p:nvPr/>
        </p:nvSpPr>
        <p:spPr>
          <a:xfrm>
            <a:off x="904540" y="4972796"/>
            <a:ext cx="1005840" cy="1005840"/>
          </a:xfrm>
          <a:prstGeom prst="ellipse">
            <a:avLst/>
          </a:prstGeom>
          <a:noFill/>
          <a:ln w="28575" cap="flat" cmpd="sng" algn="ctr">
            <a:solidFill>
              <a:schemeClr val="accent3"/>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0" name="Group 9"/>
          <p:cNvGrpSpPr>
            <a:grpSpLocks noChangeAspect="1"/>
          </p:cNvGrpSpPr>
          <p:nvPr/>
        </p:nvGrpSpPr>
        <p:grpSpPr>
          <a:xfrm>
            <a:off x="1086416" y="5140436"/>
            <a:ext cx="642086" cy="670560"/>
            <a:chOff x="1042325" y="5252196"/>
            <a:chExt cx="650875" cy="679739"/>
          </a:xfrm>
          <a:solidFill>
            <a:schemeClr val="accent3"/>
          </a:solidFill>
        </p:grpSpPr>
        <p:sp>
          <p:nvSpPr>
            <p:cNvPr id="34" name="POWER_USER_ID_ICONS_Crowdsourcing2"/>
            <p:cNvSpPr>
              <a:spLocks noChangeArrowheads="1"/>
            </p:cNvSpPr>
            <p:nvPr>
              <p:custDataLst>
                <p:tags r:id="rId2"/>
              </p:custDataLst>
            </p:nvPr>
          </p:nvSpPr>
          <p:spPr bwMode="auto">
            <a:xfrm>
              <a:off x="1071189"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POWER_USER_ID_ICONS_Crowdsourcing2"/>
            <p:cNvSpPr>
              <a:spLocks/>
            </p:cNvSpPr>
            <p:nvPr>
              <p:custDataLst>
                <p:tags r:id="rId3"/>
              </p:custDataLst>
            </p:nvPr>
          </p:nvSpPr>
          <p:spPr bwMode="auto">
            <a:xfrm>
              <a:off x="1042325"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Crowdsourcing2"/>
            <p:cNvSpPr>
              <a:spLocks noChangeArrowheads="1"/>
            </p:cNvSpPr>
            <p:nvPr>
              <p:custDataLst>
                <p:tags r:id="rId4"/>
              </p:custDataLst>
            </p:nvPr>
          </p:nvSpPr>
          <p:spPr bwMode="auto">
            <a:xfrm>
              <a:off x="1240041"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Crowdsourcing2"/>
            <p:cNvSpPr>
              <a:spLocks/>
            </p:cNvSpPr>
            <p:nvPr>
              <p:custDataLst>
                <p:tags r:id="rId5"/>
              </p:custDataLst>
            </p:nvPr>
          </p:nvSpPr>
          <p:spPr bwMode="auto">
            <a:xfrm>
              <a:off x="1212620"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Crowdsourcing2"/>
            <p:cNvSpPr>
              <a:spLocks noChangeArrowheads="1"/>
            </p:cNvSpPr>
            <p:nvPr>
              <p:custDataLst>
                <p:tags r:id="rId6"/>
              </p:custDataLst>
            </p:nvPr>
          </p:nvSpPr>
          <p:spPr bwMode="auto">
            <a:xfrm>
              <a:off x="1410336"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Crowdsourcing2"/>
            <p:cNvSpPr>
              <a:spLocks/>
            </p:cNvSpPr>
            <p:nvPr>
              <p:custDataLst>
                <p:tags r:id="rId7"/>
              </p:custDataLst>
            </p:nvPr>
          </p:nvSpPr>
          <p:spPr bwMode="auto">
            <a:xfrm>
              <a:off x="1381473"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Crowdsourcing2"/>
            <p:cNvSpPr>
              <a:spLocks noChangeArrowheads="1"/>
            </p:cNvSpPr>
            <p:nvPr>
              <p:custDataLst>
                <p:tags r:id="rId8"/>
              </p:custDataLst>
            </p:nvPr>
          </p:nvSpPr>
          <p:spPr bwMode="auto">
            <a:xfrm>
              <a:off x="1579189"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Crowdsourcing2"/>
            <p:cNvSpPr>
              <a:spLocks/>
            </p:cNvSpPr>
            <p:nvPr>
              <p:custDataLst>
                <p:tags r:id="rId9"/>
              </p:custDataLst>
            </p:nvPr>
          </p:nvSpPr>
          <p:spPr bwMode="auto">
            <a:xfrm>
              <a:off x="1551768"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Crowdsourcing2"/>
            <p:cNvSpPr>
              <a:spLocks/>
            </p:cNvSpPr>
            <p:nvPr>
              <p:custDataLst>
                <p:tags r:id="rId10"/>
              </p:custDataLst>
            </p:nvPr>
          </p:nvSpPr>
          <p:spPr bwMode="auto">
            <a:xfrm>
              <a:off x="1325189" y="5605776"/>
              <a:ext cx="85148" cy="28864"/>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Crowdsourcing2"/>
            <p:cNvSpPr>
              <a:spLocks/>
            </p:cNvSpPr>
            <p:nvPr>
              <p:custDataLst>
                <p:tags r:id="rId11"/>
              </p:custDataLst>
            </p:nvPr>
          </p:nvSpPr>
          <p:spPr bwMode="auto">
            <a:xfrm>
              <a:off x="1354052" y="5252196"/>
              <a:ext cx="27420" cy="85148"/>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Crowdsourcing2"/>
            <p:cNvSpPr>
              <a:spLocks/>
            </p:cNvSpPr>
            <p:nvPr>
              <p:custDataLst>
                <p:tags r:id="rId12"/>
              </p:custDataLst>
            </p:nvPr>
          </p:nvSpPr>
          <p:spPr bwMode="auto">
            <a:xfrm>
              <a:off x="1169325"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Crowdsourcing2"/>
            <p:cNvSpPr>
              <a:spLocks/>
            </p:cNvSpPr>
            <p:nvPr>
              <p:custDataLst>
                <p:tags r:id="rId13"/>
              </p:custDataLst>
            </p:nvPr>
          </p:nvSpPr>
          <p:spPr bwMode="auto">
            <a:xfrm>
              <a:off x="1219836" y="5302707"/>
              <a:ext cx="70716" cy="69273"/>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Crowdsourcing2"/>
            <p:cNvSpPr>
              <a:spLocks/>
            </p:cNvSpPr>
            <p:nvPr>
              <p:custDataLst>
                <p:tags r:id="rId14"/>
              </p:custDataLst>
            </p:nvPr>
          </p:nvSpPr>
          <p:spPr bwMode="auto">
            <a:xfrm>
              <a:off x="1443530" y="5302707"/>
              <a:ext cx="70716" cy="69273"/>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Crowdsourcing2"/>
            <p:cNvSpPr>
              <a:spLocks/>
            </p:cNvSpPr>
            <p:nvPr>
              <p:custDataLst>
                <p:tags r:id="rId15"/>
              </p:custDataLst>
            </p:nvPr>
          </p:nvSpPr>
          <p:spPr bwMode="auto">
            <a:xfrm>
              <a:off x="1481052"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Crowdsourcing2"/>
            <p:cNvSpPr>
              <a:spLocks/>
            </p:cNvSpPr>
            <p:nvPr>
              <p:custDataLst>
                <p:tags r:id="rId16"/>
              </p:custDataLst>
            </p:nvPr>
          </p:nvSpPr>
          <p:spPr bwMode="auto">
            <a:xfrm>
              <a:off x="1325189" y="5647628"/>
              <a:ext cx="85148" cy="43295"/>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Crowdsourcing2"/>
            <p:cNvSpPr>
              <a:spLocks/>
            </p:cNvSpPr>
            <p:nvPr>
              <p:custDataLst>
                <p:tags r:id="rId17"/>
              </p:custDataLst>
            </p:nvPr>
          </p:nvSpPr>
          <p:spPr bwMode="auto">
            <a:xfrm>
              <a:off x="1268905" y="5351776"/>
              <a:ext cx="197716" cy="239568"/>
            </a:xfrm>
            <a:custGeom>
              <a:avLst/>
              <a:gdLst>
                <a:gd name="T0" fmla="*/ 316 w 364"/>
                <a:gd name="T1" fmla="*/ 306 h 443"/>
                <a:gd name="T2" fmla="*/ 364 w 364"/>
                <a:gd name="T3" fmla="*/ 183 h 443"/>
                <a:gd name="T4" fmla="*/ 182 w 364"/>
                <a:gd name="T5" fmla="*/ 0 h 443"/>
                <a:gd name="T6" fmla="*/ 0 w 364"/>
                <a:gd name="T7" fmla="*/ 183 h 443"/>
                <a:gd name="T8" fmla="*/ 45 w 364"/>
                <a:gd name="T9" fmla="*/ 302 h 443"/>
                <a:gd name="T10" fmla="*/ 104 w 364"/>
                <a:gd name="T11" fmla="*/ 417 h 443"/>
                <a:gd name="T12" fmla="*/ 130 w 364"/>
                <a:gd name="T13" fmla="*/ 443 h 443"/>
                <a:gd name="T14" fmla="*/ 234 w 364"/>
                <a:gd name="T15" fmla="*/ 443 h 443"/>
                <a:gd name="T16" fmla="*/ 260 w 364"/>
                <a:gd name="T17" fmla="*/ 417 h 443"/>
                <a:gd name="T18" fmla="*/ 260 w 364"/>
                <a:gd name="T19" fmla="*/ 416 h 443"/>
                <a:gd name="T20" fmla="*/ 316 w 364"/>
                <a:gd name="T21" fmla="*/ 30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4" h="443">
                  <a:moveTo>
                    <a:pt x="316" y="306"/>
                  </a:moveTo>
                  <a:cubicBezTo>
                    <a:pt x="346" y="273"/>
                    <a:pt x="364" y="230"/>
                    <a:pt x="364" y="183"/>
                  </a:cubicBezTo>
                  <a:cubicBezTo>
                    <a:pt x="364" y="82"/>
                    <a:pt x="283" y="0"/>
                    <a:pt x="182" y="0"/>
                  </a:cubicBezTo>
                  <a:cubicBezTo>
                    <a:pt x="81" y="0"/>
                    <a:pt x="0" y="82"/>
                    <a:pt x="0" y="183"/>
                  </a:cubicBezTo>
                  <a:cubicBezTo>
                    <a:pt x="0" y="229"/>
                    <a:pt x="17" y="270"/>
                    <a:pt x="45" y="302"/>
                  </a:cubicBezTo>
                  <a:cubicBezTo>
                    <a:pt x="57" y="316"/>
                    <a:pt x="104" y="372"/>
                    <a:pt x="104" y="417"/>
                  </a:cubicBezTo>
                  <a:cubicBezTo>
                    <a:pt x="104" y="431"/>
                    <a:pt x="115" y="443"/>
                    <a:pt x="130" y="443"/>
                  </a:cubicBezTo>
                  <a:lnTo>
                    <a:pt x="234" y="443"/>
                  </a:lnTo>
                  <a:cubicBezTo>
                    <a:pt x="248" y="443"/>
                    <a:pt x="260" y="431"/>
                    <a:pt x="260" y="417"/>
                  </a:cubicBezTo>
                  <a:lnTo>
                    <a:pt x="260" y="416"/>
                  </a:lnTo>
                  <a:cubicBezTo>
                    <a:pt x="261" y="373"/>
                    <a:pt x="301" y="323"/>
                    <a:pt x="316" y="30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80968427"/>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4</a:t>
            </a:r>
          </a:p>
        </p:txBody>
      </p:sp>
      <p:grpSp>
        <p:nvGrpSpPr>
          <p:cNvPr id="4" name="Group 3"/>
          <p:cNvGrpSpPr>
            <a:grpSpLocks noChangeAspect="1"/>
          </p:cNvGrpSpPr>
          <p:nvPr/>
        </p:nvGrpSpPr>
        <p:grpSpPr>
          <a:xfrm flipH="1">
            <a:off x="7249350" y="1616859"/>
            <a:ext cx="4621810" cy="4621810"/>
            <a:chOff x="7510203" y="2176203"/>
            <a:chExt cx="3156758" cy="3156758"/>
          </a:xfrm>
        </p:grpSpPr>
        <p:sp>
          <p:nvSpPr>
            <p:cNvPr id="5" name="Oval 4"/>
            <p:cNvSpPr>
              <a:spLocks noChangeAspect="1"/>
            </p:cNvSpPr>
            <p:nvPr/>
          </p:nvSpPr>
          <p:spPr>
            <a:xfrm>
              <a:off x="7510203" y="2176203"/>
              <a:ext cx="3156758" cy="3156758"/>
            </a:xfrm>
            <a:prstGeom prst="ellipse">
              <a:avLst/>
            </a:prstGeom>
            <a:solidFill>
              <a:schemeClr val="accent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Oval 5"/>
            <p:cNvSpPr>
              <a:spLocks noChangeAspect="1"/>
            </p:cNvSpPr>
            <p:nvPr/>
          </p:nvSpPr>
          <p:spPr>
            <a:xfrm>
              <a:off x="7784137" y="2450137"/>
              <a:ext cx="2608891" cy="2608891"/>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Oval 6"/>
            <p:cNvSpPr>
              <a:spLocks noChangeAspect="1"/>
            </p:cNvSpPr>
            <p:nvPr/>
          </p:nvSpPr>
          <p:spPr>
            <a:xfrm>
              <a:off x="8010528" y="2676528"/>
              <a:ext cx="2156108" cy="2156108"/>
            </a:xfrm>
            <a:prstGeom prst="ellipse">
              <a:avLst/>
            </a:prstGeom>
            <a:solidFill>
              <a:schemeClr val="accent2"/>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Oval 7"/>
            <p:cNvSpPr>
              <a:spLocks noChangeAspect="1"/>
            </p:cNvSpPr>
            <p:nvPr/>
          </p:nvSpPr>
          <p:spPr>
            <a:xfrm>
              <a:off x="8197629" y="2863629"/>
              <a:ext cx="1781907" cy="1781907"/>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Oval 8"/>
            <p:cNvSpPr>
              <a:spLocks noChangeAspect="1"/>
            </p:cNvSpPr>
            <p:nvPr/>
          </p:nvSpPr>
          <p:spPr>
            <a:xfrm>
              <a:off x="8352257" y="3018257"/>
              <a:ext cx="1472650" cy="1472650"/>
            </a:xfrm>
            <a:prstGeom prst="ellipse">
              <a:avLst/>
            </a:prstGeom>
            <a:solidFill>
              <a:schemeClr val="accent3"/>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Oval 9"/>
            <p:cNvSpPr>
              <a:spLocks noChangeAspect="1"/>
            </p:cNvSpPr>
            <p:nvPr/>
          </p:nvSpPr>
          <p:spPr>
            <a:xfrm>
              <a:off x="8480049" y="3146049"/>
              <a:ext cx="1217066" cy="1217066"/>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Oval 10"/>
            <p:cNvSpPr>
              <a:spLocks noChangeAspect="1"/>
            </p:cNvSpPr>
            <p:nvPr/>
          </p:nvSpPr>
          <p:spPr>
            <a:xfrm>
              <a:off x="8631382" y="3297382"/>
              <a:ext cx="914401" cy="914401"/>
            </a:xfrm>
            <a:prstGeom prst="ellipse">
              <a:avLst/>
            </a:prstGeom>
            <a:solidFill>
              <a:schemeClr val="accent4"/>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Goal</a:t>
              </a:r>
            </a:p>
          </p:txBody>
        </p:sp>
      </p:grpSp>
      <p:cxnSp>
        <p:nvCxnSpPr>
          <p:cNvPr id="12" name="Straight Arrow Connector 11"/>
          <p:cNvCxnSpPr>
            <a:cxnSpLocks/>
          </p:cNvCxnSpPr>
          <p:nvPr/>
        </p:nvCxnSpPr>
        <p:spPr>
          <a:xfrm>
            <a:off x="5843339" y="2018867"/>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cxnSpLocks/>
          </p:cNvCxnSpPr>
          <p:nvPr/>
        </p:nvCxnSpPr>
        <p:spPr>
          <a:xfrm>
            <a:off x="5843339" y="2783599"/>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cxnSpLocks/>
          </p:cNvCxnSpPr>
          <p:nvPr/>
        </p:nvCxnSpPr>
        <p:spPr>
          <a:xfrm>
            <a:off x="5843339" y="3548331"/>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5843339" y="4313063"/>
            <a:ext cx="3251115"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838200" y="1630115"/>
            <a:ext cx="5190699" cy="769441"/>
          </a:xfrm>
          <a:prstGeom prst="rect">
            <a:avLst/>
          </a:prstGeom>
          <a:noFill/>
        </p:spPr>
        <p:txBody>
          <a:bodyPr wrap="square" rtlCol="0">
            <a:sp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7" name="TextBox 16"/>
          <p:cNvSpPr txBox="1"/>
          <p:nvPr/>
        </p:nvSpPr>
        <p:spPr>
          <a:xfrm>
            <a:off x="838200" y="2396984"/>
            <a:ext cx="5190699" cy="769441"/>
          </a:xfrm>
          <a:prstGeom prst="rect">
            <a:avLst/>
          </a:prstGeom>
          <a:noFill/>
        </p:spPr>
        <p:txBody>
          <a:bodyPr wrap="square" rtlCol="0">
            <a:sp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8" name="TextBox 17"/>
          <p:cNvSpPr txBox="1"/>
          <p:nvPr/>
        </p:nvSpPr>
        <p:spPr>
          <a:xfrm>
            <a:off x="838200" y="3163853"/>
            <a:ext cx="5190699" cy="769441"/>
          </a:xfrm>
          <a:prstGeom prst="rect">
            <a:avLst/>
          </a:prstGeom>
          <a:noFill/>
        </p:spPr>
        <p:txBody>
          <a:bodyPr wrap="square" rtlCol="0">
            <a:spAutoFit/>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9" name="TextBox 18"/>
          <p:cNvSpPr txBox="1"/>
          <p:nvPr/>
        </p:nvSpPr>
        <p:spPr>
          <a:xfrm>
            <a:off x="838200" y="3930721"/>
            <a:ext cx="5190699" cy="769441"/>
          </a:xfrm>
          <a:prstGeom prst="rect">
            <a:avLst/>
          </a:prstGeom>
          <a:noFill/>
        </p:spPr>
        <p:txBody>
          <a:bodyPr wrap="square" rtlCol="0">
            <a:spAutoFit/>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Tree>
    <p:custDataLst>
      <p:tags r:id="rId1"/>
    </p:custDataLst>
    <p:extLst>
      <p:ext uri="{BB962C8B-B14F-4D97-AF65-F5344CB8AC3E}">
        <p14:creationId xmlns:p14="http://schemas.microsoft.com/office/powerpoint/2010/main" val="3515467235"/>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5</a:t>
            </a:r>
          </a:p>
        </p:txBody>
      </p:sp>
      <p:cxnSp>
        <p:nvCxnSpPr>
          <p:cNvPr id="5" name="Straight Connector 4"/>
          <p:cNvCxnSpPr/>
          <p:nvPr/>
        </p:nvCxnSpPr>
        <p:spPr>
          <a:xfrm flipH="1">
            <a:off x="2272553"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H="1">
            <a:off x="2393576"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282388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2272553"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flipH="1">
            <a:off x="2393576"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5943601"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5943601"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594360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5943601"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5943601"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Arc 31"/>
          <p:cNvSpPr/>
          <p:nvPr/>
        </p:nvSpPr>
        <p:spPr>
          <a:xfrm flipV="1">
            <a:off x="2823879" y="1586752"/>
            <a:ext cx="6239442" cy="2433917"/>
          </a:xfrm>
          <a:prstGeom prst="arc">
            <a:avLst>
              <a:gd name="adj1" fmla="val 10959364"/>
              <a:gd name="adj2" fmla="val 21461377"/>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6" name="Freeform 35"/>
          <p:cNvSpPr/>
          <p:nvPr/>
        </p:nvSpPr>
        <p:spPr>
          <a:xfrm>
            <a:off x="5280552" y="223221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Target</a:t>
            </a:r>
          </a:p>
        </p:txBody>
      </p:sp>
    </p:spTree>
    <p:custDataLst>
      <p:tags r:id="rId1"/>
    </p:custDataLst>
    <p:extLst>
      <p:ext uri="{BB962C8B-B14F-4D97-AF65-F5344CB8AC3E}">
        <p14:creationId xmlns:p14="http://schemas.microsoft.com/office/powerpoint/2010/main" val="1097232054"/>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 name="Object 4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9" name="Object 48"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24" name="Straight Connector 23"/>
          <p:cNvCxnSpPr/>
          <p:nvPr/>
        </p:nvCxnSpPr>
        <p:spPr>
          <a:xfrm flipV="1">
            <a:off x="6096001" y="5892883"/>
            <a:ext cx="0" cy="36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V="1">
            <a:off x="6096001" y="5144331"/>
            <a:ext cx="0" cy="32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V="1">
            <a:off x="6096001" y="4503354"/>
            <a:ext cx="0" cy="28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6096001" y="3875825"/>
            <a:ext cx="0" cy="216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6096001" y="3382767"/>
            <a:ext cx="0" cy="18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6096001" y="2755238"/>
            <a:ext cx="0" cy="10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6096001" y="2490778"/>
            <a:ext cx="0" cy="72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V="1">
            <a:off x="6096001" y="3024179"/>
            <a:ext cx="0" cy="14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rot="7568870">
            <a:off x="2183943"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5" name="Rectangle 44"/>
          <p:cNvSpPr/>
          <p:nvPr/>
        </p:nvSpPr>
        <p:spPr>
          <a:xfrm rot="14031130" flipH="1">
            <a:off x="5301422"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6" name="Freeform 45"/>
          <p:cNvSpPr/>
          <p:nvPr/>
        </p:nvSpPr>
        <p:spPr>
          <a:xfrm>
            <a:off x="5432953" y="173494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Target</a:t>
            </a:r>
          </a:p>
        </p:txBody>
      </p:sp>
      <p:cxnSp>
        <p:nvCxnSpPr>
          <p:cNvPr id="47" name="Straight Connector 46"/>
          <p:cNvCxnSpPr/>
          <p:nvPr/>
        </p:nvCxnSpPr>
        <p:spPr>
          <a:xfrm flipH="1">
            <a:off x="3332614" y="2420741"/>
            <a:ext cx="55267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normAutofit/>
          </a:bodyPr>
          <a:lstStyle/>
          <a:p>
            <a:r>
              <a:rPr lang="en-US" dirty="0"/>
              <a:t>Target 6</a:t>
            </a:r>
          </a:p>
        </p:txBody>
      </p:sp>
      <p:sp>
        <p:nvSpPr>
          <p:cNvPr id="3" name="TextBox 2"/>
          <p:cNvSpPr txBox="1"/>
          <p:nvPr/>
        </p:nvSpPr>
        <p:spPr>
          <a:xfrm>
            <a:off x="2354387" y="5098999"/>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1</a:t>
            </a:r>
          </a:p>
        </p:txBody>
      </p:sp>
      <p:sp>
        <p:nvSpPr>
          <p:cNvPr id="18" name="TextBox 17"/>
          <p:cNvSpPr txBox="1"/>
          <p:nvPr/>
        </p:nvSpPr>
        <p:spPr>
          <a:xfrm>
            <a:off x="8450771" y="4422022"/>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2</a:t>
            </a:r>
          </a:p>
        </p:txBody>
      </p:sp>
      <p:sp>
        <p:nvSpPr>
          <p:cNvPr id="19" name="TextBox 18"/>
          <p:cNvSpPr txBox="1"/>
          <p:nvPr/>
        </p:nvSpPr>
        <p:spPr>
          <a:xfrm>
            <a:off x="4503010" y="267053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5</a:t>
            </a:r>
          </a:p>
        </p:txBody>
      </p:sp>
      <p:sp>
        <p:nvSpPr>
          <p:cNvPr id="20" name="TextBox 19"/>
          <p:cNvSpPr txBox="1"/>
          <p:nvPr/>
        </p:nvSpPr>
        <p:spPr>
          <a:xfrm>
            <a:off x="3776787" y="374466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3</a:t>
            </a:r>
          </a:p>
        </p:txBody>
      </p:sp>
      <p:sp>
        <p:nvSpPr>
          <p:cNvPr id="21" name="TextBox 20"/>
          <p:cNvSpPr txBox="1"/>
          <p:nvPr/>
        </p:nvSpPr>
        <p:spPr>
          <a:xfrm>
            <a:off x="7273386" y="3092716"/>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4</a:t>
            </a:r>
          </a:p>
        </p:txBody>
      </p:sp>
    </p:spTree>
    <p:custDataLst>
      <p:tags r:id="rId1"/>
    </p:custDataLst>
    <p:extLst>
      <p:ext uri="{BB962C8B-B14F-4D97-AF65-F5344CB8AC3E}">
        <p14:creationId xmlns:p14="http://schemas.microsoft.com/office/powerpoint/2010/main" val="3545390935"/>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Target 7</a:t>
            </a:r>
          </a:p>
        </p:txBody>
      </p:sp>
      <p:grpSp>
        <p:nvGrpSpPr>
          <p:cNvPr id="5" name="Group 4"/>
          <p:cNvGrpSpPr>
            <a:grpSpLocks noChangeAspect="1"/>
          </p:cNvGrpSpPr>
          <p:nvPr/>
        </p:nvGrpSpPr>
        <p:grpSpPr>
          <a:xfrm>
            <a:off x="0" y="2508644"/>
            <a:ext cx="9974331" cy="2710409"/>
            <a:chOff x="873455" y="2383614"/>
            <a:chExt cx="8243249" cy="2240007"/>
          </a:xfrm>
        </p:grpSpPr>
        <p:sp>
          <p:nvSpPr>
            <p:cNvPr id="6" name="Bent Arrow 5"/>
            <p:cNvSpPr>
              <a:spLocks noChangeAspect="1"/>
            </p:cNvSpPr>
            <p:nvPr/>
          </p:nvSpPr>
          <p:spPr>
            <a:xfrm rot="16200000" flipV="1">
              <a:off x="4356603" y="-1091660"/>
              <a:ext cx="1276955" cy="8243247"/>
            </a:xfrm>
            <a:prstGeom prst="ben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Bent Arrow 6"/>
            <p:cNvSpPr>
              <a:spLocks noChangeAspect="1"/>
            </p:cNvSpPr>
            <p:nvPr/>
          </p:nvSpPr>
          <p:spPr>
            <a:xfrm rot="5400000">
              <a:off x="3401259" y="818863"/>
              <a:ext cx="1276955" cy="6332561"/>
            </a:xfrm>
            <a:prstGeom prst="ben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Bent Arrow 7"/>
            <p:cNvSpPr>
              <a:spLocks noChangeAspect="1"/>
            </p:cNvSpPr>
            <p:nvPr/>
          </p:nvSpPr>
          <p:spPr>
            <a:xfrm rot="16200000" flipV="1">
              <a:off x="2295791" y="961279"/>
              <a:ext cx="1276955" cy="4121626"/>
            </a:xfrm>
            <a:prstGeom prst="ben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Bent Arrow 8"/>
            <p:cNvSpPr>
              <a:spLocks noChangeAspect="1"/>
            </p:cNvSpPr>
            <p:nvPr/>
          </p:nvSpPr>
          <p:spPr>
            <a:xfrm rot="5400000">
              <a:off x="1360918" y="2859202"/>
              <a:ext cx="1276955" cy="2251881"/>
            </a:xfrm>
            <a:prstGeom prst="ben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TextBox 9"/>
          <p:cNvSpPr txBox="1"/>
          <p:nvPr/>
        </p:nvSpPr>
        <p:spPr>
          <a:xfrm>
            <a:off x="997942" y="5346329"/>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 name="TextBox 10"/>
          <p:cNvSpPr txBox="1"/>
          <p:nvPr/>
        </p:nvSpPr>
        <p:spPr>
          <a:xfrm>
            <a:off x="6799763" y="5346328"/>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 name="TextBox 11"/>
          <p:cNvSpPr txBox="1"/>
          <p:nvPr/>
        </p:nvSpPr>
        <p:spPr>
          <a:xfrm>
            <a:off x="7436165" y="1474414"/>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3" name="TextBox 12"/>
          <p:cNvSpPr txBox="1"/>
          <p:nvPr/>
        </p:nvSpPr>
        <p:spPr>
          <a:xfrm>
            <a:off x="2092800" y="1474413"/>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a:t>
            </a:r>
            <a:r>
              <a:rPr lang="en-US" sz="1400" dirty="0" err="1"/>
              <a:t>quis</a:t>
            </a:r>
            <a:r>
              <a:rPr lang="en-US" sz="1400" dirty="0"/>
              <a:t> </a:t>
            </a:r>
            <a:r>
              <a:rPr lang="en-US" sz="1400" dirty="0" err="1"/>
              <a:t>urna</a:t>
            </a:r>
            <a:r>
              <a:rPr lang="en-US" sz="1400" dirty="0"/>
              <a:t>.</a:t>
            </a:r>
          </a:p>
        </p:txBody>
      </p:sp>
      <p:sp>
        <p:nvSpPr>
          <p:cNvPr id="14" name="Oval 13"/>
          <p:cNvSpPr>
            <a:spLocks noChangeAspect="1"/>
          </p:cNvSpPr>
          <p:nvPr/>
        </p:nvSpPr>
        <p:spPr>
          <a:xfrm>
            <a:off x="1468252" y="1639192"/>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2</a:t>
            </a:r>
          </a:p>
        </p:txBody>
      </p:sp>
      <p:sp>
        <p:nvSpPr>
          <p:cNvPr id="15" name="Oval 14"/>
          <p:cNvSpPr>
            <a:spLocks noChangeAspect="1"/>
          </p:cNvSpPr>
          <p:nvPr/>
        </p:nvSpPr>
        <p:spPr>
          <a:xfrm>
            <a:off x="359305" y="5511108"/>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1</a:t>
            </a:r>
          </a:p>
        </p:txBody>
      </p:sp>
      <p:sp>
        <p:nvSpPr>
          <p:cNvPr id="16" name="Oval 15"/>
          <p:cNvSpPr>
            <a:spLocks noChangeAspect="1"/>
          </p:cNvSpPr>
          <p:nvPr/>
        </p:nvSpPr>
        <p:spPr>
          <a:xfrm>
            <a:off x="6175215" y="5511107"/>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3</a:t>
            </a:r>
          </a:p>
        </p:txBody>
      </p:sp>
      <p:sp>
        <p:nvSpPr>
          <p:cNvPr id="17" name="Oval 16"/>
          <p:cNvSpPr>
            <a:spLocks noChangeAspect="1"/>
          </p:cNvSpPr>
          <p:nvPr/>
        </p:nvSpPr>
        <p:spPr>
          <a:xfrm>
            <a:off x="6811617" y="1639192"/>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4</a:t>
            </a:r>
          </a:p>
        </p:txBody>
      </p:sp>
    </p:spTree>
    <p:extLst>
      <p:ext uri="{BB962C8B-B14F-4D97-AF65-F5344CB8AC3E}">
        <p14:creationId xmlns:p14="http://schemas.microsoft.com/office/powerpoint/2010/main" val="1865261985"/>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12DF50-855D-7892-5672-B0640848C445}"/>
              </a:ext>
            </a:extLst>
          </p:cNvPr>
          <p:cNvSpPr>
            <a:spLocks noGrp="1"/>
          </p:cNvSpPr>
          <p:nvPr>
            <p:ph type="title"/>
          </p:nvPr>
        </p:nvSpPr>
        <p:spPr>
          <a:xfrm>
            <a:off x="214184" y="13663"/>
            <a:ext cx="9728886" cy="678316"/>
          </a:xfrm>
        </p:spPr>
        <p:txBody>
          <a:bodyPr>
            <a:normAutofit/>
          </a:bodyPr>
          <a:lstStyle/>
          <a:p>
            <a:r>
              <a:rPr lang="en-US" dirty="0"/>
              <a:t>Target 8</a:t>
            </a:r>
          </a:p>
        </p:txBody>
      </p:sp>
      <p:grpSp>
        <p:nvGrpSpPr>
          <p:cNvPr id="3" name="Group 2">
            <a:extLst>
              <a:ext uri="{FF2B5EF4-FFF2-40B4-BE49-F238E27FC236}">
                <a16:creationId xmlns:a16="http://schemas.microsoft.com/office/drawing/2014/main" id="{F86C186D-1FD8-4975-B89C-3AEB0C8A9927}"/>
              </a:ext>
            </a:extLst>
          </p:cNvPr>
          <p:cNvGrpSpPr/>
          <p:nvPr/>
        </p:nvGrpSpPr>
        <p:grpSpPr>
          <a:xfrm>
            <a:off x="10276095" y="1157837"/>
            <a:ext cx="1264497" cy="2407690"/>
            <a:chOff x="8795057" y="2418428"/>
            <a:chExt cx="1945245" cy="3703880"/>
          </a:xfrm>
        </p:grpSpPr>
        <p:sp>
          <p:nvSpPr>
            <p:cNvPr id="4" name="Oval">
              <a:extLst>
                <a:ext uri="{FF2B5EF4-FFF2-40B4-BE49-F238E27FC236}">
                  <a16:creationId xmlns:a16="http://schemas.microsoft.com/office/drawing/2014/main" id="{55212856-6CCF-7DF5-1FDE-7C1540C77D2C}"/>
                </a:ext>
              </a:extLst>
            </p:cNvPr>
            <p:cNvSpPr/>
            <p:nvPr/>
          </p:nvSpPr>
          <p:spPr>
            <a:xfrm>
              <a:off x="8880977" y="2589560"/>
              <a:ext cx="1773406" cy="3360535"/>
            </a:xfrm>
            <a:prstGeom prst="ellipse">
              <a:avLst/>
            </a:prstGeom>
            <a:solidFill>
              <a:srgbClr val="FFFFFF"/>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5" name="Shape">
              <a:extLst>
                <a:ext uri="{FF2B5EF4-FFF2-40B4-BE49-F238E27FC236}">
                  <a16:creationId xmlns:a16="http://schemas.microsoft.com/office/drawing/2014/main" id="{CEFC37BD-A2CA-A657-046A-14A1D350C99D}"/>
                </a:ext>
              </a:extLst>
            </p:cNvPr>
            <p:cNvSpPr/>
            <p:nvPr/>
          </p:nvSpPr>
          <p:spPr>
            <a:xfrm>
              <a:off x="8795057" y="2418428"/>
              <a:ext cx="1945245" cy="3703880"/>
            </a:xfrm>
            <a:custGeom>
              <a:avLst/>
              <a:gdLst/>
              <a:ahLst/>
              <a:cxnLst>
                <a:cxn ang="0">
                  <a:pos x="wd2" y="hd2"/>
                </a:cxn>
                <a:cxn ang="5400000">
                  <a:pos x="wd2" y="hd2"/>
                </a:cxn>
                <a:cxn ang="10800000">
                  <a:pos x="wd2" y="hd2"/>
                </a:cxn>
                <a:cxn ang="16200000">
                  <a:pos x="wd2" y="hd2"/>
                </a:cxn>
              </a:cxnLst>
              <a:rect l="0" t="0" r="r" b="b"/>
              <a:pathLst>
                <a:path w="19679" h="20595" extrusionOk="0">
                  <a:moveTo>
                    <a:pt x="9839" y="0"/>
                  </a:moveTo>
                  <a:cubicBezTo>
                    <a:pt x="7321" y="0"/>
                    <a:pt x="4803" y="1005"/>
                    <a:pt x="2881" y="3016"/>
                  </a:cubicBezTo>
                  <a:cubicBezTo>
                    <a:pt x="-961" y="7038"/>
                    <a:pt x="-961" y="13557"/>
                    <a:pt x="2881" y="17579"/>
                  </a:cubicBezTo>
                  <a:cubicBezTo>
                    <a:pt x="6724" y="21600"/>
                    <a:pt x="12954" y="21600"/>
                    <a:pt x="16797" y="17579"/>
                  </a:cubicBezTo>
                  <a:cubicBezTo>
                    <a:pt x="20639" y="13557"/>
                    <a:pt x="20639" y="7038"/>
                    <a:pt x="16797" y="3016"/>
                  </a:cubicBezTo>
                  <a:cubicBezTo>
                    <a:pt x="14875" y="1005"/>
                    <a:pt x="12357" y="0"/>
                    <a:pt x="9839" y="0"/>
                  </a:cubicBezTo>
                  <a:close/>
                  <a:moveTo>
                    <a:pt x="9634" y="2038"/>
                  </a:moveTo>
                  <a:cubicBezTo>
                    <a:pt x="11653" y="2038"/>
                    <a:pt x="13673" y="2844"/>
                    <a:pt x="15214" y="4457"/>
                  </a:cubicBezTo>
                  <a:cubicBezTo>
                    <a:pt x="18296" y="7682"/>
                    <a:pt x="18296" y="12912"/>
                    <a:pt x="15214" y="16138"/>
                  </a:cubicBezTo>
                  <a:cubicBezTo>
                    <a:pt x="12132" y="19364"/>
                    <a:pt x="7135" y="19364"/>
                    <a:pt x="4053" y="16138"/>
                  </a:cubicBezTo>
                  <a:cubicBezTo>
                    <a:pt x="971" y="12912"/>
                    <a:pt x="971" y="7682"/>
                    <a:pt x="4053" y="4457"/>
                  </a:cubicBezTo>
                  <a:cubicBezTo>
                    <a:pt x="5594" y="2844"/>
                    <a:pt x="7614" y="2038"/>
                    <a:pt x="9634" y="2038"/>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 name="Shape">
              <a:extLst>
                <a:ext uri="{FF2B5EF4-FFF2-40B4-BE49-F238E27FC236}">
                  <a16:creationId xmlns:a16="http://schemas.microsoft.com/office/drawing/2014/main" id="{0E9CF325-C8FA-EA9D-7C4F-EF60950824DF}"/>
                </a:ext>
              </a:extLst>
            </p:cNvPr>
            <p:cNvSpPr/>
            <p:nvPr/>
          </p:nvSpPr>
          <p:spPr>
            <a:xfrm>
              <a:off x="9143002" y="3158061"/>
              <a:ext cx="1168284" cy="2224686"/>
            </a:xfrm>
            <a:custGeom>
              <a:avLst/>
              <a:gdLst/>
              <a:ahLst/>
              <a:cxnLst>
                <a:cxn ang="0">
                  <a:pos x="wd2" y="hd2"/>
                </a:cxn>
                <a:cxn ang="5400000">
                  <a:pos x="wd2" y="hd2"/>
                </a:cxn>
                <a:cxn ang="10800000">
                  <a:pos x="wd2" y="hd2"/>
                </a:cxn>
                <a:cxn ang="16200000">
                  <a:pos x="wd2" y="hd2"/>
                </a:cxn>
              </a:cxnLst>
              <a:rect l="0" t="0" r="r" b="b"/>
              <a:pathLst>
                <a:path w="19679" h="20595" extrusionOk="0">
                  <a:moveTo>
                    <a:pt x="9838" y="0"/>
                  </a:moveTo>
                  <a:cubicBezTo>
                    <a:pt x="7320" y="0"/>
                    <a:pt x="4803" y="1006"/>
                    <a:pt x="2882" y="3017"/>
                  </a:cubicBezTo>
                  <a:cubicBezTo>
                    <a:pt x="-961" y="7038"/>
                    <a:pt x="-961" y="13558"/>
                    <a:pt x="2882" y="17579"/>
                  </a:cubicBezTo>
                  <a:cubicBezTo>
                    <a:pt x="6724" y="21600"/>
                    <a:pt x="12954" y="21600"/>
                    <a:pt x="16796" y="17579"/>
                  </a:cubicBezTo>
                  <a:cubicBezTo>
                    <a:pt x="20639" y="13558"/>
                    <a:pt x="20639" y="7038"/>
                    <a:pt x="16796" y="3017"/>
                  </a:cubicBezTo>
                  <a:cubicBezTo>
                    <a:pt x="14875" y="1006"/>
                    <a:pt x="12356" y="0"/>
                    <a:pt x="9838" y="0"/>
                  </a:cubicBezTo>
                  <a:close/>
                  <a:moveTo>
                    <a:pt x="9667" y="3377"/>
                  </a:moveTo>
                  <a:cubicBezTo>
                    <a:pt x="11359" y="3377"/>
                    <a:pt x="13052" y="4052"/>
                    <a:pt x="14343" y="5403"/>
                  </a:cubicBezTo>
                  <a:cubicBezTo>
                    <a:pt x="16926" y="8106"/>
                    <a:pt x="16926" y="12489"/>
                    <a:pt x="14343" y="15192"/>
                  </a:cubicBezTo>
                  <a:cubicBezTo>
                    <a:pt x="11760" y="17895"/>
                    <a:pt x="7573" y="17895"/>
                    <a:pt x="4990" y="15192"/>
                  </a:cubicBezTo>
                  <a:cubicBezTo>
                    <a:pt x="2407" y="12489"/>
                    <a:pt x="2407" y="8106"/>
                    <a:pt x="4990" y="5403"/>
                  </a:cubicBezTo>
                  <a:cubicBezTo>
                    <a:pt x="6281" y="4052"/>
                    <a:pt x="7974" y="3377"/>
                    <a:pt x="9667" y="3377"/>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7" name="Oval">
              <a:extLst>
                <a:ext uri="{FF2B5EF4-FFF2-40B4-BE49-F238E27FC236}">
                  <a16:creationId xmlns:a16="http://schemas.microsoft.com/office/drawing/2014/main" id="{805370A0-4E1D-D09C-3E42-40BA9B427095}"/>
                </a:ext>
              </a:extLst>
            </p:cNvPr>
            <p:cNvSpPr/>
            <p:nvPr/>
          </p:nvSpPr>
          <p:spPr>
            <a:xfrm>
              <a:off x="9506216" y="3898187"/>
              <a:ext cx="390956" cy="744439"/>
            </a:xfrm>
            <a:prstGeom prst="ellipse">
              <a:avLst/>
            </a:pr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grpSp>
      <p:sp>
        <p:nvSpPr>
          <p:cNvPr id="8" name="Freeform 5">
            <a:extLst>
              <a:ext uri="{FF2B5EF4-FFF2-40B4-BE49-F238E27FC236}">
                <a16:creationId xmlns:a16="http://schemas.microsoft.com/office/drawing/2014/main" id="{10E586D5-3FBC-32C8-4847-4909B90C2659}"/>
              </a:ext>
            </a:extLst>
          </p:cNvPr>
          <p:cNvSpPr/>
          <p:nvPr/>
        </p:nvSpPr>
        <p:spPr>
          <a:xfrm>
            <a:off x="787829" y="5129854"/>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9 h 918511"/>
              <a:gd name="connsiteX7" fmla="*/ 460031 w 920305"/>
              <a:gd name="connsiteY7" fmla="*/ 47065 h 918511"/>
              <a:gd name="connsiteX8" fmla="*/ 872559 w 920305"/>
              <a:gd name="connsiteY8" fmla="*/ 458789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3"/>
                  <a:pt x="-122" y="458883"/>
                </a:cubicBezTo>
                <a:cubicBezTo>
                  <a:pt x="-122" y="712525"/>
                  <a:pt x="205895" y="918139"/>
                  <a:pt x="460031" y="918139"/>
                </a:cubicBezTo>
                <a:cubicBezTo>
                  <a:pt x="714167" y="918139"/>
                  <a:pt x="920184" y="712525"/>
                  <a:pt x="920184" y="458883"/>
                </a:cubicBezTo>
                <a:cubicBezTo>
                  <a:pt x="920184" y="205243"/>
                  <a:pt x="714167" y="-372"/>
                  <a:pt x="460031" y="-372"/>
                </a:cubicBezTo>
                <a:close/>
                <a:moveTo>
                  <a:pt x="460031" y="870512"/>
                </a:moveTo>
                <a:cubicBezTo>
                  <a:pt x="232202" y="870512"/>
                  <a:pt x="47503" y="686173"/>
                  <a:pt x="47503" y="458789"/>
                </a:cubicBezTo>
                <a:cubicBezTo>
                  <a:pt x="47503" y="231404"/>
                  <a:pt x="232202" y="47065"/>
                  <a:pt x="460031" y="47065"/>
                </a:cubicBezTo>
                <a:cubicBezTo>
                  <a:pt x="687859" y="47065"/>
                  <a:pt x="872559" y="231404"/>
                  <a:pt x="872559" y="458789"/>
                </a:cubicBezTo>
                <a:cubicBezTo>
                  <a:pt x="872559" y="458817"/>
                  <a:pt x="872559" y="458855"/>
                  <a:pt x="872559" y="458883"/>
                </a:cubicBezTo>
                <a:cubicBezTo>
                  <a:pt x="872292" y="686144"/>
                  <a:pt x="687736" y="870303"/>
                  <a:pt x="460031" y="870512"/>
                </a:cubicBezTo>
                <a:close/>
              </a:path>
            </a:pathLst>
          </a:custGeom>
          <a:solidFill>
            <a:schemeClr val="accent1"/>
          </a:solidFill>
          <a:ln w="9525" cap="flat">
            <a:noFill/>
            <a:prstDash val="solid"/>
            <a:miter/>
          </a:ln>
        </p:spPr>
        <p:txBody>
          <a:bodyPr rtlCol="0" anchor="ctr"/>
          <a:lstStyle/>
          <a:p>
            <a:endParaRPr lang="en-US" dirty="0"/>
          </a:p>
        </p:txBody>
      </p:sp>
      <p:sp>
        <p:nvSpPr>
          <p:cNvPr id="9" name="Freeform 6">
            <a:extLst>
              <a:ext uri="{FF2B5EF4-FFF2-40B4-BE49-F238E27FC236}">
                <a16:creationId xmlns:a16="http://schemas.microsoft.com/office/drawing/2014/main" id="{530A5AA3-418A-8DB7-934E-746C2A8DC110}"/>
              </a:ext>
            </a:extLst>
          </p:cNvPr>
          <p:cNvSpPr/>
          <p:nvPr/>
        </p:nvSpPr>
        <p:spPr>
          <a:xfrm>
            <a:off x="3353084" y="4773699"/>
            <a:ext cx="1119084" cy="1116903"/>
          </a:xfrm>
          <a:custGeom>
            <a:avLst/>
            <a:gdLst>
              <a:gd name="connsiteX0" fmla="*/ 460126 w 920305"/>
              <a:gd name="connsiteY0" fmla="*/ -372 h 918511"/>
              <a:gd name="connsiteX1" fmla="*/ -122 w 920305"/>
              <a:gd name="connsiteY1" fmla="*/ 458789 h 918511"/>
              <a:gd name="connsiteX2" fmla="*/ 459936 w 920305"/>
              <a:gd name="connsiteY2" fmla="*/ 918139 h 918511"/>
              <a:gd name="connsiteX3" fmla="*/ 920184 w 920305"/>
              <a:gd name="connsiteY3" fmla="*/ 458979 h 918511"/>
              <a:gd name="connsiteX4" fmla="*/ 920184 w 920305"/>
              <a:gd name="connsiteY4" fmla="*/ 458883 h 918511"/>
              <a:gd name="connsiteX5" fmla="*/ 460126 w 920305"/>
              <a:gd name="connsiteY5" fmla="*/ -372 h 918511"/>
              <a:gd name="connsiteX6" fmla="*/ 460126 w 920305"/>
              <a:gd name="connsiteY6" fmla="*/ 870512 h 918511"/>
              <a:gd name="connsiteX7" fmla="*/ 47503 w 920305"/>
              <a:gd name="connsiteY7" fmla="*/ 458883 h 918511"/>
              <a:gd name="connsiteX8" fmla="*/ 459936 w 920305"/>
              <a:gd name="connsiteY8" fmla="*/ 47065 h 918511"/>
              <a:gd name="connsiteX9" fmla="*/ 872559 w 920305"/>
              <a:gd name="connsiteY9" fmla="*/ 458694 h 918511"/>
              <a:gd name="connsiteX10" fmla="*/ 872559 w 920305"/>
              <a:gd name="connsiteY10" fmla="*/ 458883 h 918511"/>
              <a:gd name="connsiteX11" fmla="*/ 460126 w 920305"/>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5" h="918511">
                <a:moveTo>
                  <a:pt x="460126" y="-372"/>
                </a:moveTo>
                <a:cubicBezTo>
                  <a:pt x="205990" y="-429"/>
                  <a:pt x="-64" y="205147"/>
                  <a:pt x="-122" y="458789"/>
                </a:cubicBezTo>
                <a:cubicBezTo>
                  <a:pt x="-179" y="712430"/>
                  <a:pt x="205799" y="918082"/>
                  <a:pt x="459936" y="918139"/>
                </a:cubicBezTo>
                <a:cubicBezTo>
                  <a:pt x="714072" y="918187"/>
                  <a:pt x="920127" y="712620"/>
                  <a:pt x="920184" y="458979"/>
                </a:cubicBezTo>
                <a:cubicBezTo>
                  <a:pt x="920184" y="458950"/>
                  <a:pt x="920184" y="458912"/>
                  <a:pt x="920184" y="458883"/>
                </a:cubicBezTo>
                <a:cubicBezTo>
                  <a:pt x="920184" y="205280"/>
                  <a:pt x="714225" y="-325"/>
                  <a:pt x="460126" y="-372"/>
                </a:cubicBezTo>
                <a:close/>
                <a:moveTo>
                  <a:pt x="460126" y="870512"/>
                </a:moveTo>
                <a:cubicBezTo>
                  <a:pt x="232298" y="870569"/>
                  <a:pt x="47561" y="686268"/>
                  <a:pt x="47503" y="458883"/>
                </a:cubicBezTo>
                <a:cubicBezTo>
                  <a:pt x="47446" y="231500"/>
                  <a:pt x="232107" y="47122"/>
                  <a:pt x="459936" y="47065"/>
                </a:cubicBezTo>
                <a:cubicBezTo>
                  <a:pt x="687764" y="47018"/>
                  <a:pt x="872502" y="231309"/>
                  <a:pt x="872559" y="458694"/>
                </a:cubicBezTo>
                <a:cubicBezTo>
                  <a:pt x="872559" y="458760"/>
                  <a:pt x="872559" y="458817"/>
                  <a:pt x="872559" y="458883"/>
                </a:cubicBezTo>
                <a:cubicBezTo>
                  <a:pt x="872292" y="686116"/>
                  <a:pt x="687802" y="870246"/>
                  <a:pt x="460126" y="870512"/>
                </a:cubicBezTo>
                <a:close/>
              </a:path>
            </a:pathLst>
          </a:custGeom>
          <a:solidFill>
            <a:schemeClr val="accent2"/>
          </a:solidFill>
          <a:ln w="9525" cap="flat">
            <a:noFill/>
            <a:prstDash val="solid"/>
            <a:miter/>
          </a:ln>
        </p:spPr>
        <p:txBody>
          <a:bodyPr rtlCol="0" anchor="ctr"/>
          <a:lstStyle/>
          <a:p>
            <a:endParaRPr lang="en-US" dirty="0"/>
          </a:p>
        </p:txBody>
      </p:sp>
      <p:sp>
        <p:nvSpPr>
          <p:cNvPr id="10" name="Freeform 7">
            <a:extLst>
              <a:ext uri="{FF2B5EF4-FFF2-40B4-BE49-F238E27FC236}">
                <a16:creationId xmlns:a16="http://schemas.microsoft.com/office/drawing/2014/main" id="{EB7184D4-5E27-47F5-BFA6-7466912BACE1}"/>
              </a:ext>
            </a:extLst>
          </p:cNvPr>
          <p:cNvSpPr/>
          <p:nvPr/>
        </p:nvSpPr>
        <p:spPr>
          <a:xfrm>
            <a:off x="5738696" y="4109938"/>
            <a:ext cx="1119085" cy="1116903"/>
          </a:xfrm>
          <a:custGeom>
            <a:avLst/>
            <a:gdLst>
              <a:gd name="connsiteX0" fmla="*/ 460126 w 920306"/>
              <a:gd name="connsiteY0" fmla="*/ -372 h 918511"/>
              <a:gd name="connsiteX1" fmla="*/ -122 w 920306"/>
              <a:gd name="connsiteY1" fmla="*/ 458788 h 918511"/>
              <a:gd name="connsiteX2" fmla="*/ 459936 w 920306"/>
              <a:gd name="connsiteY2" fmla="*/ 918139 h 918511"/>
              <a:gd name="connsiteX3" fmla="*/ 920184 w 920306"/>
              <a:gd name="connsiteY3" fmla="*/ 458979 h 918511"/>
              <a:gd name="connsiteX4" fmla="*/ 920184 w 920306"/>
              <a:gd name="connsiteY4" fmla="*/ 458883 h 918511"/>
              <a:gd name="connsiteX5" fmla="*/ 460126 w 920306"/>
              <a:gd name="connsiteY5" fmla="*/ -372 h 918511"/>
              <a:gd name="connsiteX6" fmla="*/ 460126 w 920306"/>
              <a:gd name="connsiteY6" fmla="*/ 870512 h 918511"/>
              <a:gd name="connsiteX7" fmla="*/ 47503 w 920306"/>
              <a:gd name="connsiteY7" fmla="*/ 458883 h 918511"/>
              <a:gd name="connsiteX8" fmla="*/ 459936 w 920306"/>
              <a:gd name="connsiteY8" fmla="*/ 47065 h 918511"/>
              <a:gd name="connsiteX9" fmla="*/ 872559 w 920306"/>
              <a:gd name="connsiteY9" fmla="*/ 458693 h 918511"/>
              <a:gd name="connsiteX10" fmla="*/ 872559 w 920306"/>
              <a:gd name="connsiteY10" fmla="*/ 458883 h 918511"/>
              <a:gd name="connsiteX11" fmla="*/ 460126 w 920306"/>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6" h="918511">
                <a:moveTo>
                  <a:pt x="460126" y="-372"/>
                </a:moveTo>
                <a:cubicBezTo>
                  <a:pt x="205990" y="-420"/>
                  <a:pt x="-64" y="205147"/>
                  <a:pt x="-122" y="458788"/>
                </a:cubicBezTo>
                <a:cubicBezTo>
                  <a:pt x="-179" y="712430"/>
                  <a:pt x="205799" y="918082"/>
                  <a:pt x="459936" y="918139"/>
                </a:cubicBezTo>
                <a:cubicBezTo>
                  <a:pt x="714073" y="918187"/>
                  <a:pt x="920127" y="712619"/>
                  <a:pt x="920184" y="458979"/>
                </a:cubicBezTo>
                <a:cubicBezTo>
                  <a:pt x="920184" y="458950"/>
                  <a:pt x="920184" y="458912"/>
                  <a:pt x="920184" y="458883"/>
                </a:cubicBezTo>
                <a:cubicBezTo>
                  <a:pt x="920184" y="205280"/>
                  <a:pt x="714225" y="-325"/>
                  <a:pt x="460126" y="-372"/>
                </a:cubicBezTo>
                <a:close/>
                <a:moveTo>
                  <a:pt x="460126" y="870512"/>
                </a:moveTo>
                <a:cubicBezTo>
                  <a:pt x="232298" y="870559"/>
                  <a:pt x="47561" y="686268"/>
                  <a:pt x="47503" y="458883"/>
                </a:cubicBezTo>
                <a:cubicBezTo>
                  <a:pt x="47446" y="231499"/>
                  <a:pt x="232108" y="47122"/>
                  <a:pt x="459936" y="47065"/>
                </a:cubicBezTo>
                <a:cubicBezTo>
                  <a:pt x="687765" y="47008"/>
                  <a:pt x="872502" y="231309"/>
                  <a:pt x="872559" y="458693"/>
                </a:cubicBezTo>
                <a:cubicBezTo>
                  <a:pt x="872559" y="458760"/>
                  <a:pt x="872559" y="458817"/>
                  <a:pt x="872559" y="458883"/>
                </a:cubicBezTo>
                <a:cubicBezTo>
                  <a:pt x="872245" y="686087"/>
                  <a:pt x="687774" y="870199"/>
                  <a:pt x="460126" y="870512"/>
                </a:cubicBezTo>
                <a:close/>
              </a:path>
            </a:pathLst>
          </a:custGeom>
          <a:solidFill>
            <a:schemeClr val="accent3"/>
          </a:solidFill>
          <a:ln w="9525" cap="flat">
            <a:noFill/>
            <a:prstDash val="solid"/>
            <a:miter/>
          </a:ln>
        </p:spPr>
        <p:txBody>
          <a:bodyPr rtlCol="0" anchor="ctr"/>
          <a:lstStyle/>
          <a:p>
            <a:endParaRPr lang="en-US" dirty="0"/>
          </a:p>
        </p:txBody>
      </p:sp>
      <p:sp>
        <p:nvSpPr>
          <p:cNvPr id="11" name="Freeform 8">
            <a:extLst>
              <a:ext uri="{FF2B5EF4-FFF2-40B4-BE49-F238E27FC236}">
                <a16:creationId xmlns:a16="http://schemas.microsoft.com/office/drawing/2014/main" id="{00BCC4CF-E605-CCB5-B8D3-69967D57831E}"/>
              </a:ext>
            </a:extLst>
          </p:cNvPr>
          <p:cNvSpPr/>
          <p:nvPr/>
        </p:nvSpPr>
        <p:spPr>
          <a:xfrm>
            <a:off x="8179903" y="3033841"/>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8 h 918511"/>
              <a:gd name="connsiteX7" fmla="*/ 460031 w 920305"/>
              <a:gd name="connsiteY7" fmla="*/ 47065 h 918511"/>
              <a:gd name="connsiteX8" fmla="*/ 872559 w 920305"/>
              <a:gd name="connsiteY8" fmla="*/ 458788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2"/>
                  <a:pt x="-122" y="458883"/>
                </a:cubicBezTo>
                <a:cubicBezTo>
                  <a:pt x="-122" y="712525"/>
                  <a:pt x="205895" y="918139"/>
                  <a:pt x="460031" y="918139"/>
                </a:cubicBezTo>
                <a:cubicBezTo>
                  <a:pt x="714168" y="918139"/>
                  <a:pt x="920184" y="712525"/>
                  <a:pt x="920184" y="458883"/>
                </a:cubicBezTo>
                <a:cubicBezTo>
                  <a:pt x="920184" y="205242"/>
                  <a:pt x="714168" y="-372"/>
                  <a:pt x="460031" y="-372"/>
                </a:cubicBezTo>
                <a:close/>
                <a:moveTo>
                  <a:pt x="460031" y="870512"/>
                </a:moveTo>
                <a:cubicBezTo>
                  <a:pt x="232202" y="870512"/>
                  <a:pt x="47503" y="686173"/>
                  <a:pt x="47503" y="458788"/>
                </a:cubicBezTo>
                <a:cubicBezTo>
                  <a:pt x="47503" y="231404"/>
                  <a:pt x="232202" y="47065"/>
                  <a:pt x="460031" y="47065"/>
                </a:cubicBezTo>
                <a:cubicBezTo>
                  <a:pt x="687860" y="47065"/>
                  <a:pt x="872559" y="231404"/>
                  <a:pt x="872559" y="458788"/>
                </a:cubicBezTo>
                <a:cubicBezTo>
                  <a:pt x="872559" y="458817"/>
                  <a:pt x="872559" y="458855"/>
                  <a:pt x="872559" y="458883"/>
                </a:cubicBezTo>
                <a:cubicBezTo>
                  <a:pt x="872245" y="686125"/>
                  <a:pt x="687717" y="870246"/>
                  <a:pt x="460031" y="870512"/>
                </a:cubicBezTo>
                <a:close/>
              </a:path>
            </a:pathLst>
          </a:custGeom>
          <a:solidFill>
            <a:schemeClr val="accent4"/>
          </a:solid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22ACB3BE-47A1-FA8F-4297-986F52C3098A}"/>
              </a:ext>
            </a:extLst>
          </p:cNvPr>
          <p:cNvSpPr/>
          <p:nvPr/>
        </p:nvSpPr>
        <p:spPr>
          <a:xfrm>
            <a:off x="9156527" y="2288700"/>
            <a:ext cx="1677848" cy="1170549"/>
          </a:xfrm>
          <a:custGeom>
            <a:avLst/>
            <a:gdLst>
              <a:gd name="connsiteX0" fmla="*/ 1677848 w 1677848"/>
              <a:gd name="connsiteY0" fmla="*/ 0 h 1170549"/>
              <a:gd name="connsiteX1" fmla="*/ 1530521 w 1677848"/>
              <a:gd name="connsiteY1" fmla="*/ 461003 h 1170549"/>
              <a:gd name="connsiteX2" fmla="*/ 1434291 w 1677848"/>
              <a:gd name="connsiteY2" fmla="*/ 338812 h 1170549"/>
              <a:gd name="connsiteX3" fmla="*/ 1165660 w 1677848"/>
              <a:gd name="connsiteY3" fmla="*/ 521789 h 1170549"/>
              <a:gd name="connsiteX4" fmla="*/ 115823 w 1677848"/>
              <a:gd name="connsiteY4" fmla="*/ 1170549 h 1170549"/>
              <a:gd name="connsiteX5" fmla="*/ 0 w 1677848"/>
              <a:gd name="connsiteY5" fmla="*/ 943169 h 1170549"/>
              <a:gd name="connsiteX6" fmla="*/ 691840 w 1677848"/>
              <a:gd name="connsiteY6" fmla="*/ 524563 h 1170549"/>
              <a:gd name="connsiteX7" fmla="*/ 1274624 w 1677848"/>
              <a:gd name="connsiteY7" fmla="*/ 136070 h 1170549"/>
              <a:gd name="connsiteX8" fmla="*/ 1189769 w 1677848"/>
              <a:gd name="connsiteY8" fmla="*/ 28322 h 1170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848" h="1170549">
                <a:moveTo>
                  <a:pt x="1677848" y="0"/>
                </a:moveTo>
                <a:lnTo>
                  <a:pt x="1530521" y="461003"/>
                </a:lnTo>
                <a:lnTo>
                  <a:pt x="1434291" y="338812"/>
                </a:lnTo>
                <a:lnTo>
                  <a:pt x="1165660" y="521789"/>
                </a:lnTo>
                <a:cubicBezTo>
                  <a:pt x="822620" y="749922"/>
                  <a:pt x="472675" y="966175"/>
                  <a:pt x="115823" y="1170549"/>
                </a:cubicBezTo>
                <a:cubicBezTo>
                  <a:pt x="95381" y="1086834"/>
                  <a:pt x="55723" y="1008991"/>
                  <a:pt x="0" y="943169"/>
                </a:cubicBezTo>
                <a:cubicBezTo>
                  <a:pt x="233963" y="808498"/>
                  <a:pt x="464576" y="668963"/>
                  <a:pt x="691840" y="524563"/>
                </a:cubicBezTo>
                <a:lnTo>
                  <a:pt x="1274624" y="136070"/>
                </a:lnTo>
                <a:lnTo>
                  <a:pt x="1189769" y="28322"/>
                </a:lnTo>
                <a:close/>
              </a:path>
            </a:pathLst>
          </a:custGeom>
          <a:solidFill>
            <a:schemeClr val="accent4"/>
          </a:solidFill>
          <a:ln w="9525" cap="flat">
            <a:noFill/>
            <a:prstDash val="solid"/>
            <a:miter/>
          </a:ln>
        </p:spPr>
        <p:txBody>
          <a:bodyPr wrap="square" rtlCol="0" anchor="ctr">
            <a:noAutofit/>
          </a:bodyPr>
          <a:lstStyle/>
          <a:p>
            <a:endParaRPr lang="en-US" dirty="0"/>
          </a:p>
        </p:txBody>
      </p:sp>
      <p:sp>
        <p:nvSpPr>
          <p:cNvPr id="13" name="Freeform 10">
            <a:extLst>
              <a:ext uri="{FF2B5EF4-FFF2-40B4-BE49-F238E27FC236}">
                <a16:creationId xmlns:a16="http://schemas.microsoft.com/office/drawing/2014/main" id="{A8476932-A189-CDC5-9838-29E55CD8FC56}"/>
              </a:ext>
            </a:extLst>
          </p:cNvPr>
          <p:cNvSpPr/>
          <p:nvPr/>
        </p:nvSpPr>
        <p:spPr>
          <a:xfrm>
            <a:off x="4416574" y="4747228"/>
            <a:ext cx="1418950" cy="614401"/>
          </a:xfrm>
          <a:custGeom>
            <a:avLst/>
            <a:gdLst>
              <a:gd name="connsiteX0" fmla="*/ 1157261 w 1157382"/>
              <a:gd name="connsiteY0" fmla="*/ 192703 h 505267"/>
              <a:gd name="connsiteX1" fmla="*/ 1082394 w 1157382"/>
              <a:gd name="connsiteY1" fmla="*/ -372 h 505267"/>
              <a:gd name="connsiteX2" fmla="*/ -122 w 1157382"/>
              <a:gd name="connsiteY2" fmla="*/ 301742 h 505267"/>
              <a:gd name="connsiteX3" fmla="*/ 36073 w 1157382"/>
              <a:gd name="connsiteY3" fmla="*/ 480653 h 505267"/>
              <a:gd name="connsiteX4" fmla="*/ 35406 w 1157382"/>
              <a:gd name="connsiteY4" fmla="*/ 504895 h 505267"/>
              <a:gd name="connsiteX5" fmla="*/ 1157261 w 1157382"/>
              <a:gd name="connsiteY5" fmla="*/ 192703 h 50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7382" h="505267">
                <a:moveTo>
                  <a:pt x="1157261" y="192703"/>
                </a:moveTo>
                <a:cubicBezTo>
                  <a:pt x="1117847" y="134904"/>
                  <a:pt x="1092234" y="68853"/>
                  <a:pt x="1082394" y="-372"/>
                </a:cubicBezTo>
                <a:cubicBezTo>
                  <a:pt x="726798" y="113705"/>
                  <a:pt x="365952" y="214407"/>
                  <a:pt x="-122" y="301742"/>
                </a:cubicBezTo>
                <a:cubicBezTo>
                  <a:pt x="23862" y="358344"/>
                  <a:pt x="36178" y="419194"/>
                  <a:pt x="36073" y="480653"/>
                </a:cubicBezTo>
                <a:cubicBezTo>
                  <a:pt x="36073" y="488734"/>
                  <a:pt x="36073" y="496814"/>
                  <a:pt x="35406" y="504895"/>
                </a:cubicBezTo>
                <a:cubicBezTo>
                  <a:pt x="412787" y="415848"/>
                  <a:pt x="786738" y="311790"/>
                  <a:pt x="1157261" y="192703"/>
                </a:cubicBezTo>
                <a:close/>
              </a:path>
            </a:pathLst>
          </a:custGeom>
          <a:solidFill>
            <a:schemeClr val="accent2"/>
          </a:solidFill>
          <a:ln w="9525" cap="flat">
            <a:noFill/>
            <a:prstDash val="solid"/>
            <a:miter/>
          </a:ln>
        </p:spPr>
        <p:txBody>
          <a:bodyPr rtlCol="0" anchor="ctr"/>
          <a:lstStyle/>
          <a:p>
            <a:endParaRPr lang="en-US" dirty="0"/>
          </a:p>
        </p:txBody>
      </p:sp>
      <p:sp>
        <p:nvSpPr>
          <p:cNvPr id="14" name="Freeform 11">
            <a:extLst>
              <a:ext uri="{FF2B5EF4-FFF2-40B4-BE49-F238E27FC236}">
                <a16:creationId xmlns:a16="http://schemas.microsoft.com/office/drawing/2014/main" id="{A57C9040-D363-EAA4-70E9-F4D5BA0B1E7E}"/>
              </a:ext>
            </a:extLst>
          </p:cNvPr>
          <p:cNvSpPr/>
          <p:nvPr/>
        </p:nvSpPr>
        <p:spPr>
          <a:xfrm>
            <a:off x="1882359" y="5335272"/>
            <a:ext cx="1528056" cy="437536"/>
          </a:xfrm>
          <a:custGeom>
            <a:avLst/>
            <a:gdLst>
              <a:gd name="connsiteX0" fmla="*/ 20072 w 1256633"/>
              <a:gd name="connsiteY0" fmla="*/ 289954 h 359818"/>
              <a:gd name="connsiteX1" fmla="*/ 14833 w 1256633"/>
              <a:gd name="connsiteY1" fmla="*/ 359446 h 359818"/>
              <a:gd name="connsiteX2" fmla="*/ 1256512 w 1256633"/>
              <a:gd name="connsiteY2" fmla="*/ 199263 h 359818"/>
              <a:gd name="connsiteX3" fmla="*/ 1209553 w 1256633"/>
              <a:gd name="connsiteY3" fmla="*/ -372 h 359818"/>
              <a:gd name="connsiteX4" fmla="*/ -122 w 1256633"/>
              <a:gd name="connsiteY4" fmla="*/ 156104 h 359818"/>
              <a:gd name="connsiteX5" fmla="*/ 20072 w 1256633"/>
              <a:gd name="connsiteY5" fmla="*/ 289954 h 35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6633" h="359818">
                <a:moveTo>
                  <a:pt x="20072" y="289954"/>
                </a:moveTo>
                <a:cubicBezTo>
                  <a:pt x="20072" y="313216"/>
                  <a:pt x="18319" y="336441"/>
                  <a:pt x="14833" y="359446"/>
                </a:cubicBezTo>
                <a:cubicBezTo>
                  <a:pt x="431389" y="323512"/>
                  <a:pt x="845289" y="270114"/>
                  <a:pt x="1256512" y="199263"/>
                </a:cubicBezTo>
                <a:cubicBezTo>
                  <a:pt x="1225860" y="137148"/>
                  <a:pt x="1209801" y="68873"/>
                  <a:pt x="1209553" y="-372"/>
                </a:cubicBezTo>
                <a:cubicBezTo>
                  <a:pt x="811408" y="68264"/>
                  <a:pt x="408187" y="120426"/>
                  <a:pt x="-122" y="156104"/>
                </a:cubicBezTo>
                <a:cubicBezTo>
                  <a:pt x="13175" y="199482"/>
                  <a:pt x="19986" y="244589"/>
                  <a:pt x="20072" y="289954"/>
                </a:cubicBezTo>
                <a:close/>
              </a:path>
            </a:pathLst>
          </a:custGeom>
          <a:solidFill>
            <a:schemeClr val="accent1"/>
          </a:solidFill>
          <a:ln w="9525" cap="flat">
            <a:noFill/>
            <a:prstDash val="solid"/>
            <a:miter/>
          </a:ln>
        </p:spPr>
        <p:txBody>
          <a:bodyPr rtlCol="0" anchor="ctr"/>
          <a:lstStyle/>
          <a:p>
            <a:endParaRPr lang="en-US" dirty="0"/>
          </a:p>
        </p:txBody>
      </p:sp>
      <p:sp>
        <p:nvSpPr>
          <p:cNvPr id="15" name="Freeform 13">
            <a:extLst>
              <a:ext uri="{FF2B5EF4-FFF2-40B4-BE49-F238E27FC236}">
                <a16:creationId xmlns:a16="http://schemas.microsoft.com/office/drawing/2014/main" id="{6DF8EDE6-5411-3D8C-7DF5-B6AFFADA0AA9}"/>
              </a:ext>
            </a:extLst>
          </p:cNvPr>
          <p:cNvSpPr/>
          <p:nvPr/>
        </p:nvSpPr>
        <p:spPr>
          <a:xfrm>
            <a:off x="6767357" y="3748118"/>
            <a:ext cx="1549714" cy="871952"/>
          </a:xfrm>
          <a:custGeom>
            <a:avLst/>
            <a:gdLst>
              <a:gd name="connsiteX0" fmla="*/ 1171453 w 1274444"/>
              <a:gd name="connsiteY0" fmla="*/ -372 h 717070"/>
              <a:gd name="connsiteX1" fmla="*/ -122 w 1274444"/>
              <a:gd name="connsiteY1" fmla="*/ 518679 h 717070"/>
              <a:gd name="connsiteX2" fmla="*/ 63982 w 1274444"/>
              <a:gd name="connsiteY2" fmla="*/ 716698 h 717070"/>
              <a:gd name="connsiteX3" fmla="*/ 623480 w 1274444"/>
              <a:gd name="connsiteY3" fmla="*/ 485787 h 717070"/>
              <a:gd name="connsiteX4" fmla="*/ 1274323 w 1274444"/>
              <a:gd name="connsiteY4" fmla="*/ 181581 h 717070"/>
              <a:gd name="connsiteX5" fmla="*/ 1171453 w 1274444"/>
              <a:gd name="connsiteY5" fmla="*/ -372 h 7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44" h="717070">
                <a:moveTo>
                  <a:pt x="1171453" y="-372"/>
                </a:moveTo>
                <a:cubicBezTo>
                  <a:pt x="789377" y="189186"/>
                  <a:pt x="398852" y="362203"/>
                  <a:pt x="-122" y="518679"/>
                </a:cubicBezTo>
                <a:cubicBezTo>
                  <a:pt x="36245" y="578874"/>
                  <a:pt x="58181" y="646645"/>
                  <a:pt x="63982" y="716698"/>
                </a:cubicBezTo>
                <a:cubicBezTo>
                  <a:pt x="252129" y="643498"/>
                  <a:pt x="438628" y="566525"/>
                  <a:pt x="623480" y="485787"/>
                </a:cubicBezTo>
                <a:cubicBezTo>
                  <a:pt x="842489" y="389962"/>
                  <a:pt x="1059439" y="288557"/>
                  <a:pt x="1274323" y="181581"/>
                </a:cubicBezTo>
                <a:cubicBezTo>
                  <a:pt x="1226460" y="129637"/>
                  <a:pt x="1191256" y="67371"/>
                  <a:pt x="1171453" y="-372"/>
                </a:cubicBezTo>
                <a:close/>
              </a:path>
            </a:pathLst>
          </a:custGeom>
          <a:solidFill>
            <a:schemeClr val="accent3"/>
          </a:solidFill>
          <a:ln w="9525" cap="flat">
            <a:noFill/>
            <a:prstDash val="solid"/>
            <a:miter/>
          </a:ln>
        </p:spPr>
        <p:txBody>
          <a:bodyPr rtlCol="0" anchor="ctr"/>
          <a:lstStyle/>
          <a:p>
            <a:endParaRPr lang="en-US" dirty="0"/>
          </a:p>
        </p:txBody>
      </p:sp>
      <p:sp>
        <p:nvSpPr>
          <p:cNvPr id="16" name="Freeform 14">
            <a:extLst>
              <a:ext uri="{FF2B5EF4-FFF2-40B4-BE49-F238E27FC236}">
                <a16:creationId xmlns:a16="http://schemas.microsoft.com/office/drawing/2014/main" id="{CDC6D908-7ACB-8ADB-ABB4-3B98844C9151}"/>
              </a:ext>
            </a:extLst>
          </p:cNvPr>
          <p:cNvSpPr/>
          <p:nvPr/>
        </p:nvSpPr>
        <p:spPr>
          <a:xfrm>
            <a:off x="0" y="5585771"/>
            <a:ext cx="807751" cy="254083"/>
          </a:xfrm>
          <a:custGeom>
            <a:avLst/>
            <a:gdLst>
              <a:gd name="connsiteX0" fmla="*/ 647864 w 664273"/>
              <a:gd name="connsiteY0" fmla="*/ 83950 h 208951"/>
              <a:gd name="connsiteX1" fmla="*/ 655770 w 664273"/>
              <a:gd name="connsiteY1" fmla="*/ -372 h 208951"/>
              <a:gd name="connsiteX2" fmla="*/ 284295 w 664273"/>
              <a:gd name="connsiteY2" fmla="*/ 4476 h 208951"/>
              <a:gd name="connsiteX3" fmla="*/ -122 w 664273"/>
              <a:gd name="connsiteY3" fmla="*/ 1624 h 208951"/>
              <a:gd name="connsiteX4" fmla="*/ -122 w 664273"/>
              <a:gd name="connsiteY4" fmla="*/ 205727 h 208951"/>
              <a:gd name="connsiteX5" fmla="*/ 284295 w 664273"/>
              <a:gd name="connsiteY5" fmla="*/ 208579 h 208951"/>
              <a:gd name="connsiteX6" fmla="*/ 664152 w 664273"/>
              <a:gd name="connsiteY6" fmla="*/ 203731 h 208951"/>
              <a:gd name="connsiteX7" fmla="*/ 647864 w 664273"/>
              <a:gd name="connsiteY7" fmla="*/ 83950 h 20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4273" h="208951">
                <a:moveTo>
                  <a:pt x="647864" y="83950"/>
                </a:moveTo>
                <a:cubicBezTo>
                  <a:pt x="647874" y="55659"/>
                  <a:pt x="650522" y="27434"/>
                  <a:pt x="655770" y="-372"/>
                </a:cubicBezTo>
                <a:cubicBezTo>
                  <a:pt x="532135" y="2793"/>
                  <a:pt x="408310" y="4410"/>
                  <a:pt x="284295" y="4476"/>
                </a:cubicBezTo>
                <a:cubicBezTo>
                  <a:pt x="189045" y="4476"/>
                  <a:pt x="94242" y="3526"/>
                  <a:pt x="-122" y="1624"/>
                </a:cubicBezTo>
                <a:lnTo>
                  <a:pt x="-122" y="205727"/>
                </a:lnTo>
                <a:cubicBezTo>
                  <a:pt x="94624" y="207628"/>
                  <a:pt x="189426" y="208579"/>
                  <a:pt x="284295" y="208579"/>
                </a:cubicBezTo>
                <a:cubicBezTo>
                  <a:pt x="411292" y="208579"/>
                  <a:pt x="537917" y="206963"/>
                  <a:pt x="664152" y="203731"/>
                </a:cubicBezTo>
                <a:cubicBezTo>
                  <a:pt x="653474" y="164688"/>
                  <a:pt x="647997" y="124419"/>
                  <a:pt x="647864" y="83950"/>
                </a:cubicBezTo>
                <a:close/>
              </a:path>
            </a:pathLst>
          </a:custGeom>
          <a:solidFill>
            <a:schemeClr val="tx1">
              <a:lumMod val="20000"/>
              <a:lumOff val="80000"/>
            </a:schemeClr>
          </a:solidFill>
          <a:ln w="9525" cap="flat">
            <a:noFill/>
            <a:prstDash val="solid"/>
            <a:miter/>
          </a:ln>
        </p:spPr>
        <p:txBody>
          <a:bodyPr rtlCol="0" anchor="ctr"/>
          <a:lstStyle/>
          <a:p>
            <a:endParaRPr lang="en-US" dirty="0"/>
          </a:p>
        </p:txBody>
      </p:sp>
      <p:sp>
        <p:nvSpPr>
          <p:cNvPr id="17" name="Line">
            <a:extLst>
              <a:ext uri="{FF2B5EF4-FFF2-40B4-BE49-F238E27FC236}">
                <a16:creationId xmlns:a16="http://schemas.microsoft.com/office/drawing/2014/main" id="{077D85BF-AB86-4C90-B2E7-C5AE65466A1B}"/>
              </a:ext>
            </a:extLst>
          </p:cNvPr>
          <p:cNvSpPr/>
          <p:nvPr/>
        </p:nvSpPr>
        <p:spPr>
          <a:xfrm flipV="1">
            <a:off x="1346572" y="4471333"/>
            <a:ext cx="0" cy="658521"/>
          </a:xfrm>
          <a:prstGeom prst="line">
            <a:avLst/>
          </a:prstGeom>
          <a:noFill/>
          <a:ln w="25400" cap="flat">
            <a:solidFill>
              <a:schemeClr val="accent1"/>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8" name="Line">
            <a:extLst>
              <a:ext uri="{FF2B5EF4-FFF2-40B4-BE49-F238E27FC236}">
                <a16:creationId xmlns:a16="http://schemas.microsoft.com/office/drawing/2014/main" id="{8993FAF4-536C-C218-A92B-8510DBFE0002}"/>
              </a:ext>
            </a:extLst>
          </p:cNvPr>
          <p:cNvSpPr/>
          <p:nvPr/>
        </p:nvSpPr>
        <p:spPr>
          <a:xfrm flipV="1">
            <a:off x="3903655" y="4139560"/>
            <a:ext cx="0" cy="634139"/>
          </a:xfrm>
          <a:prstGeom prst="line">
            <a:avLst/>
          </a:prstGeom>
          <a:noFill/>
          <a:ln w="25400" cap="flat">
            <a:solidFill>
              <a:schemeClr val="accent2"/>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9" name="Line">
            <a:extLst>
              <a:ext uri="{FF2B5EF4-FFF2-40B4-BE49-F238E27FC236}">
                <a16:creationId xmlns:a16="http://schemas.microsoft.com/office/drawing/2014/main" id="{9AC8046B-8A52-D038-9A77-B6395C1DA1AB}"/>
              </a:ext>
            </a:extLst>
          </p:cNvPr>
          <p:cNvSpPr/>
          <p:nvPr/>
        </p:nvSpPr>
        <p:spPr>
          <a:xfrm flipV="1">
            <a:off x="6274907" y="3453993"/>
            <a:ext cx="0" cy="685567"/>
          </a:xfrm>
          <a:prstGeom prst="line">
            <a:avLst/>
          </a:prstGeom>
          <a:noFill/>
          <a:ln w="25400" cap="flat">
            <a:solidFill>
              <a:schemeClr val="accent3"/>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20" name="Line">
            <a:extLst>
              <a:ext uri="{FF2B5EF4-FFF2-40B4-BE49-F238E27FC236}">
                <a16:creationId xmlns:a16="http://schemas.microsoft.com/office/drawing/2014/main" id="{EFC68F70-6DC8-F79B-F2EC-5FEBD1B7C15D}"/>
              </a:ext>
            </a:extLst>
          </p:cNvPr>
          <p:cNvSpPr/>
          <p:nvPr/>
        </p:nvSpPr>
        <p:spPr>
          <a:xfrm flipV="1">
            <a:off x="8734310" y="2385247"/>
            <a:ext cx="0" cy="699532"/>
          </a:xfrm>
          <a:prstGeom prst="line">
            <a:avLst/>
          </a:prstGeom>
          <a:noFill/>
          <a:ln w="25400" cap="flat">
            <a:solidFill>
              <a:schemeClr val="accent4"/>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9" name="TextBox 37 - 2">
            <a:extLst>
              <a:ext uri="{FF2B5EF4-FFF2-40B4-BE49-F238E27FC236}">
                <a16:creationId xmlns:a16="http://schemas.microsoft.com/office/drawing/2014/main" id="{73F04BD9-837D-8072-2473-7EBE819E9709}"/>
              </a:ext>
            </a:extLst>
          </p:cNvPr>
          <p:cNvSpPr txBox="1"/>
          <p:nvPr/>
        </p:nvSpPr>
        <p:spPr>
          <a:xfrm>
            <a:off x="405394" y="3286284"/>
            <a:ext cx="1882356" cy="1046440"/>
          </a:xfrm>
          <a:prstGeom prst="rect">
            <a:avLst/>
          </a:prstGeom>
          <a:noFill/>
        </p:spPr>
        <p:txBody>
          <a:bodyPr wrap="square" rtlCol="0">
            <a:spAutoFit/>
          </a:bodyPr>
          <a:lstStyle/>
          <a:p>
            <a:pPr algn="ctr"/>
            <a:r>
              <a:rPr lang="en-US" sz="1400" b="1" dirty="0">
                <a:solidFill>
                  <a:schemeClr val="accent1"/>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0" name="TextBox 37 - 2">
            <a:extLst>
              <a:ext uri="{FF2B5EF4-FFF2-40B4-BE49-F238E27FC236}">
                <a16:creationId xmlns:a16="http://schemas.microsoft.com/office/drawing/2014/main" id="{B60ABA6F-B197-940A-7B70-5946688EFD56}"/>
              </a:ext>
            </a:extLst>
          </p:cNvPr>
          <p:cNvSpPr txBox="1"/>
          <p:nvPr/>
        </p:nvSpPr>
        <p:spPr>
          <a:xfrm>
            <a:off x="7799595" y="1216153"/>
            <a:ext cx="1882356" cy="1046440"/>
          </a:xfrm>
          <a:prstGeom prst="rect">
            <a:avLst/>
          </a:prstGeom>
          <a:noFill/>
        </p:spPr>
        <p:txBody>
          <a:bodyPr wrap="square" rtlCol="0">
            <a:spAutoFit/>
          </a:bodyPr>
          <a:lstStyle/>
          <a:p>
            <a:pPr algn="ctr"/>
            <a:r>
              <a:rPr lang="en-US" sz="1400" b="1" dirty="0">
                <a:solidFill>
                  <a:schemeClr val="accent4"/>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1" name="TextBox 37 - 2">
            <a:extLst>
              <a:ext uri="{FF2B5EF4-FFF2-40B4-BE49-F238E27FC236}">
                <a16:creationId xmlns:a16="http://schemas.microsoft.com/office/drawing/2014/main" id="{23DCF175-E21B-25F1-EE5B-FCCE747F369B}"/>
              </a:ext>
            </a:extLst>
          </p:cNvPr>
          <p:cNvSpPr txBox="1"/>
          <p:nvPr/>
        </p:nvSpPr>
        <p:spPr>
          <a:xfrm>
            <a:off x="5341598" y="2285628"/>
            <a:ext cx="1882356" cy="1046440"/>
          </a:xfrm>
          <a:prstGeom prst="rect">
            <a:avLst/>
          </a:prstGeom>
          <a:noFill/>
        </p:spPr>
        <p:txBody>
          <a:bodyPr wrap="square" rtlCol="0">
            <a:spAutoFit/>
          </a:bodyPr>
          <a:lstStyle/>
          <a:p>
            <a:pPr algn="ctr"/>
            <a:r>
              <a:rPr lang="en-US" sz="1400" b="1" dirty="0">
                <a:solidFill>
                  <a:schemeClr val="accent3"/>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2" name="TextBox 37 - 2">
            <a:extLst>
              <a:ext uri="{FF2B5EF4-FFF2-40B4-BE49-F238E27FC236}">
                <a16:creationId xmlns:a16="http://schemas.microsoft.com/office/drawing/2014/main" id="{69EBBF1C-06EF-20FB-EB56-26F779D0D38B}"/>
              </a:ext>
            </a:extLst>
          </p:cNvPr>
          <p:cNvSpPr txBox="1"/>
          <p:nvPr/>
        </p:nvSpPr>
        <p:spPr>
          <a:xfrm>
            <a:off x="2973399" y="2971490"/>
            <a:ext cx="1882356" cy="1046440"/>
          </a:xfrm>
          <a:prstGeom prst="rect">
            <a:avLst/>
          </a:prstGeom>
          <a:noFill/>
        </p:spPr>
        <p:txBody>
          <a:bodyPr wrap="square" rtlCol="0">
            <a:spAutoFit/>
          </a:bodyPr>
          <a:lstStyle/>
          <a:p>
            <a:pPr algn="ctr"/>
            <a:r>
              <a:rPr lang="en-US" sz="1400" b="1" dirty="0">
                <a:solidFill>
                  <a:schemeClr val="accent2"/>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grpSp>
        <p:nvGrpSpPr>
          <p:cNvPr id="73" name="Space_Shuttle3" descr="{&quot;Key&quot;:&quot;POWER_USER_SHAPE_ICON&quot;,&quot;Value&quot;:&quot;POWER_USER_SHAPE_ICON_STYLE_1&quot;}">
            <a:extLst>
              <a:ext uri="{FF2B5EF4-FFF2-40B4-BE49-F238E27FC236}">
                <a16:creationId xmlns:a16="http://schemas.microsoft.com/office/drawing/2014/main" id="{A7E60F7F-EA49-84A2-95D5-F97AEE29C8DE}"/>
              </a:ext>
            </a:extLst>
          </p:cNvPr>
          <p:cNvGrpSpPr>
            <a:grpSpLocks noChangeAspect="1"/>
          </p:cNvGrpSpPr>
          <p:nvPr/>
        </p:nvGrpSpPr>
        <p:grpSpPr>
          <a:xfrm>
            <a:off x="8381430" y="3307895"/>
            <a:ext cx="617869" cy="629752"/>
            <a:chOff x="8878279" y="4976223"/>
            <a:chExt cx="438727" cy="447164"/>
          </a:xfrm>
          <a:solidFill>
            <a:schemeClr val="accent4"/>
          </a:solidFill>
        </p:grpSpPr>
        <p:sp>
          <p:nvSpPr>
            <p:cNvPr id="74" name="Freeform 3169">
              <a:extLst>
                <a:ext uri="{FF2B5EF4-FFF2-40B4-BE49-F238E27FC236}">
                  <a16:creationId xmlns:a16="http://schemas.microsoft.com/office/drawing/2014/main" id="{CDF2EDB0-7B41-67A3-E353-72F8BF78B714}"/>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3170">
              <a:extLst>
                <a:ext uri="{FF2B5EF4-FFF2-40B4-BE49-F238E27FC236}">
                  <a16:creationId xmlns:a16="http://schemas.microsoft.com/office/drawing/2014/main" id="{96CB41BE-416F-2F35-C60A-08F4C0D28C05}"/>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3171">
              <a:extLst>
                <a:ext uri="{FF2B5EF4-FFF2-40B4-BE49-F238E27FC236}">
                  <a16:creationId xmlns:a16="http://schemas.microsoft.com/office/drawing/2014/main" id="{4BE2BB10-189B-C092-6287-5DC299ABEED9}"/>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3172">
              <a:extLst>
                <a:ext uri="{FF2B5EF4-FFF2-40B4-BE49-F238E27FC236}">
                  <a16:creationId xmlns:a16="http://schemas.microsoft.com/office/drawing/2014/main" id="{C0F1ED9B-9BE3-E3D6-19B5-A5FEC9D4848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3173">
              <a:extLst>
                <a:ext uri="{FF2B5EF4-FFF2-40B4-BE49-F238E27FC236}">
                  <a16:creationId xmlns:a16="http://schemas.microsoft.com/office/drawing/2014/main" id="{4FA0559A-6B43-8F37-BDC4-3B44127D332E}"/>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3174">
              <a:extLst>
                <a:ext uri="{FF2B5EF4-FFF2-40B4-BE49-F238E27FC236}">
                  <a16:creationId xmlns:a16="http://schemas.microsoft.com/office/drawing/2014/main" id="{213B99F7-1CE6-C493-452C-2ADE85AA0D16}"/>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3175">
              <a:extLst>
                <a:ext uri="{FF2B5EF4-FFF2-40B4-BE49-F238E27FC236}">
                  <a16:creationId xmlns:a16="http://schemas.microsoft.com/office/drawing/2014/main" id="{C0213DBC-88C5-7CD3-639D-FDCD3F8F130C}"/>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3176">
              <a:extLst>
                <a:ext uri="{FF2B5EF4-FFF2-40B4-BE49-F238E27FC236}">
                  <a16:creationId xmlns:a16="http://schemas.microsoft.com/office/drawing/2014/main" id="{95C00FB9-42B4-4F04-CA3E-DA91628B758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3177">
              <a:extLst>
                <a:ext uri="{FF2B5EF4-FFF2-40B4-BE49-F238E27FC236}">
                  <a16:creationId xmlns:a16="http://schemas.microsoft.com/office/drawing/2014/main" id="{D5BD8B1A-18D5-6BFC-3266-3F1E5A029E50}"/>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3178">
              <a:extLst>
                <a:ext uri="{FF2B5EF4-FFF2-40B4-BE49-F238E27FC236}">
                  <a16:creationId xmlns:a16="http://schemas.microsoft.com/office/drawing/2014/main" id="{70127B77-4256-73DD-08CC-1EF3A3B04F8B}"/>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3179">
              <a:extLst>
                <a:ext uri="{FF2B5EF4-FFF2-40B4-BE49-F238E27FC236}">
                  <a16:creationId xmlns:a16="http://schemas.microsoft.com/office/drawing/2014/main" id="{84D41E39-C13D-E116-015A-B28D62310BF4}"/>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180">
              <a:extLst>
                <a:ext uri="{FF2B5EF4-FFF2-40B4-BE49-F238E27FC236}">
                  <a16:creationId xmlns:a16="http://schemas.microsoft.com/office/drawing/2014/main" id="{2E542B08-6E9D-27E3-39AD-56871252D97B}"/>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181">
              <a:extLst>
                <a:ext uri="{FF2B5EF4-FFF2-40B4-BE49-F238E27FC236}">
                  <a16:creationId xmlns:a16="http://schemas.microsoft.com/office/drawing/2014/main" id="{D16CA1EC-D8E9-54FD-BEBA-3627EDA138A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182">
              <a:extLst>
                <a:ext uri="{FF2B5EF4-FFF2-40B4-BE49-F238E27FC236}">
                  <a16:creationId xmlns:a16="http://schemas.microsoft.com/office/drawing/2014/main" id="{71F8C3BB-2D4E-597D-69FD-94C7F35413C6}"/>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3183">
              <a:extLst>
                <a:ext uri="{FF2B5EF4-FFF2-40B4-BE49-F238E27FC236}">
                  <a16:creationId xmlns:a16="http://schemas.microsoft.com/office/drawing/2014/main" id="{65462E5D-7328-39F3-3DDA-8AAA7CEF1E77}"/>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3184">
              <a:extLst>
                <a:ext uri="{FF2B5EF4-FFF2-40B4-BE49-F238E27FC236}">
                  <a16:creationId xmlns:a16="http://schemas.microsoft.com/office/drawing/2014/main" id="{F791F90F-0715-F16C-8144-F0AF8A88ED62}"/>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90" name="Plane8" descr="{&quot;Key&quot;:&quot;POWER_USER_SHAPE_ICON&quot;,&quot;Value&quot;:&quot;POWER_USER_SHAPE_ICON_STYLE_1&quot;}">
            <a:extLst>
              <a:ext uri="{FF2B5EF4-FFF2-40B4-BE49-F238E27FC236}">
                <a16:creationId xmlns:a16="http://schemas.microsoft.com/office/drawing/2014/main" id="{AA976B4B-A882-C165-1F4F-02EE84185EC7}"/>
              </a:ext>
            </a:extLst>
          </p:cNvPr>
          <p:cNvSpPr>
            <a:spLocks noChangeAspect="1"/>
          </p:cNvSpPr>
          <p:nvPr/>
        </p:nvSpPr>
        <p:spPr>
          <a:xfrm>
            <a:off x="5918339" y="444341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91" name="Car13" descr="{&quot;Key&quot;:&quot;POWER_USER_SHAPE_ICON&quot;,&quot;Value&quot;:&quot;POWER_USER_SHAPE_ICON_STYLE_1&quot;}">
            <a:extLst>
              <a:ext uri="{FF2B5EF4-FFF2-40B4-BE49-F238E27FC236}">
                <a16:creationId xmlns:a16="http://schemas.microsoft.com/office/drawing/2014/main" id="{8DC4462C-2276-7344-F22A-144FD8305198}"/>
              </a:ext>
            </a:extLst>
          </p:cNvPr>
          <p:cNvGrpSpPr>
            <a:grpSpLocks noChangeAspect="1"/>
          </p:cNvGrpSpPr>
          <p:nvPr/>
        </p:nvGrpSpPr>
        <p:grpSpPr>
          <a:xfrm>
            <a:off x="3531893" y="5090471"/>
            <a:ext cx="753717" cy="495300"/>
            <a:chOff x="6535237" y="5505539"/>
            <a:chExt cx="3000375" cy="1971675"/>
          </a:xfrm>
          <a:solidFill>
            <a:schemeClr val="accent2"/>
          </a:solidFill>
        </p:grpSpPr>
        <p:sp>
          <p:nvSpPr>
            <p:cNvPr id="92" name="Free-form: Shape 91">
              <a:extLst>
                <a:ext uri="{FF2B5EF4-FFF2-40B4-BE49-F238E27FC236}">
                  <a16:creationId xmlns:a16="http://schemas.microsoft.com/office/drawing/2014/main" id="{0244E5CE-B735-63F2-021B-EB53ED0A7C3D}"/>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7B7DE270-542B-ED07-7902-5F632D066B05}"/>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C17754A6-B174-796E-0544-F2FCD7EBEFB8}"/>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5B387E03-2313-F1C9-EB23-EA52DBB3C3BC}"/>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
        <p:nvSpPr>
          <p:cNvPr id="96" name="Bike2" descr="{&quot;Key&quot;:&quot;POWER_USER_SHAPE_ICON&quot;,&quot;Value&quot;:&quot;POWER_USER_SHAPE_ICON_STYLE_1&quot;}">
            <a:extLst>
              <a:ext uri="{FF2B5EF4-FFF2-40B4-BE49-F238E27FC236}">
                <a16:creationId xmlns:a16="http://schemas.microsoft.com/office/drawing/2014/main" id="{114B64FB-FB09-032E-777B-9CDF83AB2902}"/>
              </a:ext>
            </a:extLst>
          </p:cNvPr>
          <p:cNvSpPr>
            <a:spLocks noChangeAspect="1"/>
          </p:cNvSpPr>
          <p:nvPr/>
        </p:nvSpPr>
        <p:spPr>
          <a:xfrm>
            <a:off x="971860" y="5444622"/>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1894773172"/>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Freeform 44"/>
          <p:cNvSpPr/>
          <p:nvPr/>
        </p:nvSpPr>
        <p:spPr>
          <a:xfrm>
            <a:off x="6119806" y="3038921"/>
            <a:ext cx="1200731" cy="1263710"/>
          </a:xfrm>
          <a:custGeom>
            <a:avLst/>
            <a:gdLst>
              <a:gd name="connsiteX0" fmla="*/ 245641 w 1200731"/>
              <a:gd name="connsiteY0" fmla="*/ 0 h 1263710"/>
              <a:gd name="connsiteX1" fmla="*/ 1200731 w 1200731"/>
              <a:gd name="connsiteY1" fmla="*/ 0 h 1263710"/>
              <a:gd name="connsiteX2" fmla="*/ 1112364 w 1200731"/>
              <a:gd name="connsiteY2" fmla="*/ 1263710 h 1263710"/>
              <a:gd name="connsiteX3" fmla="*/ 0 w 120073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200731" h="1263710">
                <a:moveTo>
                  <a:pt x="245641" y="0"/>
                </a:moveTo>
                <a:lnTo>
                  <a:pt x="1200731" y="0"/>
                </a:lnTo>
                <a:lnTo>
                  <a:pt x="1112364"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2" name="Title 1"/>
          <p:cNvSpPr>
            <a:spLocks noGrp="1"/>
          </p:cNvSpPr>
          <p:nvPr>
            <p:ph type="title"/>
          </p:nvPr>
        </p:nvSpPr>
        <p:spPr>
          <a:xfrm>
            <a:off x="214184" y="13663"/>
            <a:ext cx="9728886" cy="678316"/>
          </a:xfrm>
        </p:spPr>
        <p:txBody>
          <a:bodyPr>
            <a:normAutofit/>
          </a:bodyPr>
          <a:lstStyle/>
          <a:p>
            <a:r>
              <a:rPr lang="en-US" dirty="0"/>
              <a:t>Time range</a:t>
            </a:r>
          </a:p>
        </p:txBody>
      </p:sp>
      <p:sp>
        <p:nvSpPr>
          <p:cNvPr id="37" name="Freeform 36"/>
          <p:cNvSpPr/>
          <p:nvPr/>
        </p:nvSpPr>
        <p:spPr>
          <a:xfrm>
            <a:off x="7259701" y="4451290"/>
            <a:ext cx="1263710" cy="1263710"/>
          </a:xfrm>
          <a:custGeom>
            <a:avLst/>
            <a:gdLst>
              <a:gd name="connsiteX0" fmla="*/ 93627 w 1263710"/>
              <a:gd name="connsiteY0" fmla="*/ 0 h 1263710"/>
              <a:gd name="connsiteX1" fmla="*/ 1263710 w 1263710"/>
              <a:gd name="connsiteY1" fmla="*/ 0 h 1263710"/>
              <a:gd name="connsiteX2" fmla="*/ 1263710 w 1263710"/>
              <a:gd name="connsiteY2" fmla="*/ 1263710 h 1263710"/>
              <a:gd name="connsiteX3" fmla="*/ 0 w 1263710"/>
              <a:gd name="connsiteY3" fmla="*/ 1263710 h 1263710"/>
              <a:gd name="connsiteX4" fmla="*/ 0 w 1263710"/>
              <a:gd name="connsiteY4" fmla="*/ 1263342 h 1263710"/>
              <a:gd name="connsiteX5" fmla="*/ 526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93627" y="0"/>
                </a:moveTo>
                <a:lnTo>
                  <a:pt x="1263710" y="0"/>
                </a:lnTo>
                <a:lnTo>
                  <a:pt x="1263710" y="1263710"/>
                </a:lnTo>
                <a:lnTo>
                  <a:pt x="0" y="1263710"/>
                </a:lnTo>
                <a:lnTo>
                  <a:pt x="0" y="1263342"/>
                </a:lnTo>
                <a:lnTo>
                  <a:pt x="526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4" name="Freeform 43"/>
          <p:cNvSpPr/>
          <p:nvPr/>
        </p:nvSpPr>
        <p:spPr>
          <a:xfrm>
            <a:off x="8659690" y="4451290"/>
            <a:ext cx="1263710" cy="1263710"/>
          </a:xfrm>
          <a:custGeom>
            <a:avLst/>
            <a:gdLst>
              <a:gd name="connsiteX0" fmla="*/ 0 w 1263710"/>
              <a:gd name="connsiteY0" fmla="*/ 0 h 1263710"/>
              <a:gd name="connsiteX1" fmla="*/ 1170081 w 1263710"/>
              <a:gd name="connsiteY1" fmla="*/ 0 h 1263710"/>
              <a:gd name="connsiteX2" fmla="*/ 1258448 w 1263710"/>
              <a:gd name="connsiteY2" fmla="*/ 1263710 h 1263710"/>
              <a:gd name="connsiteX3" fmla="*/ 1263710 w 1263710"/>
              <a:gd name="connsiteY3" fmla="*/ 1263342 h 1263710"/>
              <a:gd name="connsiteX4" fmla="*/ 1263710 w 1263710"/>
              <a:gd name="connsiteY4" fmla="*/ 1263710 h 1263710"/>
              <a:gd name="connsiteX5" fmla="*/ 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0" y="0"/>
                </a:moveTo>
                <a:lnTo>
                  <a:pt x="1170081" y="0"/>
                </a:lnTo>
                <a:lnTo>
                  <a:pt x="1258448" y="1263710"/>
                </a:lnTo>
                <a:lnTo>
                  <a:pt x="1263710" y="1263342"/>
                </a:lnTo>
                <a:lnTo>
                  <a:pt x="1263710"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6" name="Freeform 35"/>
          <p:cNvSpPr/>
          <p:nvPr/>
        </p:nvSpPr>
        <p:spPr>
          <a:xfrm>
            <a:off x="7363705" y="3039192"/>
            <a:ext cx="1159706" cy="1263710"/>
          </a:xfrm>
          <a:custGeom>
            <a:avLst/>
            <a:gdLst>
              <a:gd name="connsiteX0" fmla="*/ 88367 w 1159706"/>
              <a:gd name="connsiteY0" fmla="*/ 0 h 1263710"/>
              <a:gd name="connsiteX1" fmla="*/ 1159706 w 1159706"/>
              <a:gd name="connsiteY1" fmla="*/ 0 h 1263710"/>
              <a:gd name="connsiteX2" fmla="*/ 1159706 w 1159706"/>
              <a:gd name="connsiteY2" fmla="*/ 1263710 h 1263710"/>
              <a:gd name="connsiteX3" fmla="*/ 0 w 115970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6" h="1263710">
                <a:moveTo>
                  <a:pt x="88367" y="0"/>
                </a:moveTo>
                <a:lnTo>
                  <a:pt x="1159706" y="0"/>
                </a:lnTo>
                <a:lnTo>
                  <a:pt x="1159706"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9" name="Freeform 38"/>
          <p:cNvSpPr/>
          <p:nvPr/>
        </p:nvSpPr>
        <p:spPr>
          <a:xfrm>
            <a:off x="8659691" y="3039192"/>
            <a:ext cx="1159707" cy="1263710"/>
          </a:xfrm>
          <a:custGeom>
            <a:avLst/>
            <a:gdLst>
              <a:gd name="connsiteX0" fmla="*/ 0 w 1159707"/>
              <a:gd name="connsiteY0" fmla="*/ 0 h 1263710"/>
              <a:gd name="connsiteX1" fmla="*/ 1071340 w 1159707"/>
              <a:gd name="connsiteY1" fmla="*/ 0 h 1263710"/>
              <a:gd name="connsiteX2" fmla="*/ 1159707 w 1159707"/>
              <a:gd name="connsiteY2" fmla="*/ 1263710 h 1263710"/>
              <a:gd name="connsiteX3" fmla="*/ 0 w 1159707"/>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7" h="1263710">
                <a:moveTo>
                  <a:pt x="0" y="0"/>
                </a:moveTo>
                <a:lnTo>
                  <a:pt x="1071340" y="0"/>
                </a:lnTo>
                <a:lnTo>
                  <a:pt x="1159707"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5" name="Freeform 34"/>
          <p:cNvSpPr/>
          <p:nvPr/>
        </p:nvSpPr>
        <p:spPr>
          <a:xfrm>
            <a:off x="7462451" y="1627094"/>
            <a:ext cx="1060961" cy="1263710"/>
          </a:xfrm>
          <a:custGeom>
            <a:avLst/>
            <a:gdLst>
              <a:gd name="connsiteX0" fmla="*/ 88367 w 1060961"/>
              <a:gd name="connsiteY0" fmla="*/ 0 h 1263710"/>
              <a:gd name="connsiteX1" fmla="*/ 1060961 w 1060961"/>
              <a:gd name="connsiteY1" fmla="*/ 0 h 1263710"/>
              <a:gd name="connsiteX2" fmla="*/ 1060961 w 1060961"/>
              <a:gd name="connsiteY2" fmla="*/ 1263710 h 1263710"/>
              <a:gd name="connsiteX3" fmla="*/ 0 w 106096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1" h="1263710">
                <a:moveTo>
                  <a:pt x="88367" y="0"/>
                </a:moveTo>
                <a:lnTo>
                  <a:pt x="1060961" y="0"/>
                </a:lnTo>
                <a:lnTo>
                  <a:pt x="1060961"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8" name="Freeform 37"/>
          <p:cNvSpPr/>
          <p:nvPr/>
        </p:nvSpPr>
        <p:spPr>
          <a:xfrm>
            <a:off x="8659691" y="1627094"/>
            <a:ext cx="1060965" cy="1263710"/>
          </a:xfrm>
          <a:custGeom>
            <a:avLst/>
            <a:gdLst>
              <a:gd name="connsiteX0" fmla="*/ 0 w 1060965"/>
              <a:gd name="connsiteY0" fmla="*/ 0 h 1263710"/>
              <a:gd name="connsiteX1" fmla="*/ 972597 w 1060965"/>
              <a:gd name="connsiteY1" fmla="*/ 0 h 1263710"/>
              <a:gd name="connsiteX2" fmla="*/ 1060965 w 1060965"/>
              <a:gd name="connsiteY2" fmla="*/ 1263710 h 1263710"/>
              <a:gd name="connsiteX3" fmla="*/ 0 w 1060965"/>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5" h="1263710">
                <a:moveTo>
                  <a:pt x="0" y="0"/>
                </a:moveTo>
                <a:lnTo>
                  <a:pt x="972597" y="0"/>
                </a:lnTo>
                <a:lnTo>
                  <a:pt x="10609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1" name="Freeform 100"/>
          <p:cNvSpPr/>
          <p:nvPr/>
        </p:nvSpPr>
        <p:spPr>
          <a:xfrm>
            <a:off x="9788545" y="1627094"/>
            <a:ext cx="979514" cy="1263710"/>
          </a:xfrm>
          <a:custGeom>
            <a:avLst/>
            <a:gdLst>
              <a:gd name="connsiteX0" fmla="*/ 0 w 979514"/>
              <a:gd name="connsiteY0" fmla="*/ 0 h 1263710"/>
              <a:gd name="connsiteX1" fmla="*/ 733873 w 979514"/>
              <a:gd name="connsiteY1" fmla="*/ 0 h 1263710"/>
              <a:gd name="connsiteX2" fmla="*/ 979514 w 979514"/>
              <a:gd name="connsiteY2" fmla="*/ 1263710 h 1263710"/>
              <a:gd name="connsiteX3" fmla="*/ 81393 w 979514"/>
              <a:gd name="connsiteY3" fmla="*/ 1263710 h 1263710"/>
              <a:gd name="connsiteX4" fmla="*/ 0 w 979514"/>
              <a:gd name="connsiteY4" fmla="*/ 99733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9514" h="1263710">
                <a:moveTo>
                  <a:pt x="0" y="0"/>
                </a:moveTo>
                <a:lnTo>
                  <a:pt x="733873" y="0"/>
                </a:lnTo>
                <a:lnTo>
                  <a:pt x="979514" y="1263710"/>
                </a:lnTo>
                <a:lnTo>
                  <a:pt x="81393" y="1263710"/>
                </a:lnTo>
                <a:lnTo>
                  <a:pt x="0" y="99733"/>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2" name="Freeform 101"/>
          <p:cNvSpPr/>
          <p:nvPr/>
        </p:nvSpPr>
        <p:spPr>
          <a:xfrm>
            <a:off x="9880315" y="3039192"/>
            <a:ext cx="1163896" cy="1263710"/>
          </a:xfrm>
          <a:custGeom>
            <a:avLst/>
            <a:gdLst>
              <a:gd name="connsiteX0" fmla="*/ 0 w 1163896"/>
              <a:gd name="connsiteY0" fmla="*/ 0 h 1263710"/>
              <a:gd name="connsiteX1" fmla="*/ 918256 w 1163896"/>
              <a:gd name="connsiteY1" fmla="*/ 0 h 1263710"/>
              <a:gd name="connsiteX2" fmla="*/ 1163896 w 1163896"/>
              <a:gd name="connsiteY2" fmla="*/ 1263710 h 1263710"/>
              <a:gd name="connsiteX3" fmla="*/ 88367 w 116389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63896" h="1263710">
                <a:moveTo>
                  <a:pt x="0" y="0"/>
                </a:moveTo>
                <a:lnTo>
                  <a:pt x="918256" y="0"/>
                </a:lnTo>
                <a:lnTo>
                  <a:pt x="1163896" y="1263710"/>
                </a:lnTo>
                <a:lnTo>
                  <a:pt x="88367"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3" name="Freeform 102"/>
          <p:cNvSpPr/>
          <p:nvPr/>
        </p:nvSpPr>
        <p:spPr>
          <a:xfrm>
            <a:off x="9979059" y="4451290"/>
            <a:ext cx="1341306" cy="1263710"/>
          </a:xfrm>
          <a:custGeom>
            <a:avLst/>
            <a:gdLst>
              <a:gd name="connsiteX0" fmla="*/ 0 w 1341306"/>
              <a:gd name="connsiteY0" fmla="*/ 0 h 1263710"/>
              <a:gd name="connsiteX1" fmla="*/ 1095666 w 1341306"/>
              <a:gd name="connsiteY1" fmla="*/ 0 h 1263710"/>
              <a:gd name="connsiteX2" fmla="*/ 1341306 w 1341306"/>
              <a:gd name="connsiteY2" fmla="*/ 1263710 h 1263710"/>
              <a:gd name="connsiteX3" fmla="*/ 88367 w 1341306"/>
              <a:gd name="connsiteY3" fmla="*/ 1263710 h 1263710"/>
              <a:gd name="connsiteX4" fmla="*/ 87925 w 1341306"/>
              <a:gd name="connsiteY4" fmla="*/ 1257393 h 1263710"/>
              <a:gd name="connsiteX5" fmla="*/ 87926 w 1341306"/>
              <a:gd name="connsiteY5" fmla="*/ 1257393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306" h="1263710">
                <a:moveTo>
                  <a:pt x="0" y="0"/>
                </a:moveTo>
                <a:lnTo>
                  <a:pt x="1095666" y="0"/>
                </a:lnTo>
                <a:lnTo>
                  <a:pt x="1341306" y="1263710"/>
                </a:lnTo>
                <a:lnTo>
                  <a:pt x="88367" y="1263710"/>
                </a:lnTo>
                <a:lnTo>
                  <a:pt x="87925" y="1257393"/>
                </a:lnTo>
                <a:lnTo>
                  <a:pt x="87926" y="1257393"/>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cxnSp>
        <p:nvCxnSpPr>
          <p:cNvPr id="105" name="Straight Connector 104"/>
          <p:cNvCxnSpPr/>
          <p:nvPr/>
        </p:nvCxnSpPr>
        <p:spPr>
          <a:xfrm>
            <a:off x="9678401" y="1509485"/>
            <a:ext cx="312888" cy="435390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7191022" y="1509485"/>
            <a:ext cx="271429"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8593299" y="1493824"/>
            <a:ext cx="0"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16200000" flipV="1">
            <a:off x="8562319" y="663591"/>
            <a:ext cx="0" cy="453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rot="16200000" flipV="1">
            <a:off x="8570722" y="1810601"/>
            <a:ext cx="0" cy="507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Rectangle 111"/>
          <p:cNvSpPr/>
          <p:nvPr/>
        </p:nvSpPr>
        <p:spPr>
          <a:xfrm rot="664590">
            <a:off x="5648790" y="4456715"/>
            <a:ext cx="200169" cy="1246355"/>
          </a:xfrm>
          <a:prstGeom prst="rect">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Short term</a:t>
            </a:r>
          </a:p>
        </p:txBody>
      </p:sp>
      <p:sp>
        <p:nvSpPr>
          <p:cNvPr id="113" name="Rectangle 112"/>
          <p:cNvSpPr/>
          <p:nvPr/>
        </p:nvSpPr>
        <p:spPr>
          <a:xfrm rot="664590">
            <a:off x="5928243" y="3016918"/>
            <a:ext cx="200169" cy="1246355"/>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Mid term</a:t>
            </a:r>
          </a:p>
        </p:txBody>
      </p:sp>
      <p:sp>
        <p:nvSpPr>
          <p:cNvPr id="114" name="Rectangle 113"/>
          <p:cNvSpPr/>
          <p:nvPr/>
        </p:nvSpPr>
        <p:spPr>
          <a:xfrm rot="664590">
            <a:off x="6207696" y="1577121"/>
            <a:ext cx="200169" cy="1246355"/>
          </a:xfrm>
          <a:prstGeom prst="rect">
            <a:avLst/>
          </a:pr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Long term</a:t>
            </a:r>
          </a:p>
        </p:txBody>
      </p:sp>
      <p:sp>
        <p:nvSpPr>
          <p:cNvPr id="127" name="Rectangle 126"/>
          <p:cNvSpPr/>
          <p:nvPr/>
        </p:nvSpPr>
        <p:spPr>
          <a:xfrm>
            <a:off x="5241457" y="5905783"/>
            <a:ext cx="6368380" cy="325363"/>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Text</a:t>
            </a:r>
          </a:p>
        </p:txBody>
      </p:sp>
      <p:sp>
        <p:nvSpPr>
          <p:cNvPr id="42" name="Freeform 41"/>
          <p:cNvSpPr/>
          <p:nvPr/>
        </p:nvSpPr>
        <p:spPr>
          <a:xfrm>
            <a:off x="5843650" y="4451019"/>
            <a:ext cx="1347912" cy="1263710"/>
          </a:xfrm>
          <a:custGeom>
            <a:avLst/>
            <a:gdLst>
              <a:gd name="connsiteX0" fmla="*/ 245640 w 1347912"/>
              <a:gd name="connsiteY0" fmla="*/ 0 h 1263710"/>
              <a:gd name="connsiteX1" fmla="*/ 1347912 w 1347912"/>
              <a:gd name="connsiteY1" fmla="*/ 0 h 1263710"/>
              <a:gd name="connsiteX2" fmla="*/ 1347912 w 1347912"/>
              <a:gd name="connsiteY2" fmla="*/ 99733 h 1263710"/>
              <a:gd name="connsiteX3" fmla="*/ 1266519 w 1347912"/>
              <a:gd name="connsiteY3" fmla="*/ 1263710 h 1263710"/>
              <a:gd name="connsiteX4" fmla="*/ 0 w 1347912"/>
              <a:gd name="connsiteY4" fmla="*/ 1263710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912" h="1263710">
                <a:moveTo>
                  <a:pt x="245640" y="0"/>
                </a:moveTo>
                <a:lnTo>
                  <a:pt x="1347912" y="0"/>
                </a:lnTo>
                <a:lnTo>
                  <a:pt x="1347912" y="99733"/>
                </a:lnTo>
                <a:lnTo>
                  <a:pt x="1266519"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7" name="Freeform 46"/>
          <p:cNvSpPr/>
          <p:nvPr/>
        </p:nvSpPr>
        <p:spPr>
          <a:xfrm>
            <a:off x="6395961" y="1626823"/>
            <a:ext cx="1012632" cy="1263710"/>
          </a:xfrm>
          <a:custGeom>
            <a:avLst/>
            <a:gdLst>
              <a:gd name="connsiteX0" fmla="*/ 245640 w 1012632"/>
              <a:gd name="connsiteY0" fmla="*/ 0 h 1263710"/>
              <a:gd name="connsiteX1" fmla="*/ 1012632 w 1012632"/>
              <a:gd name="connsiteY1" fmla="*/ 0 h 1263710"/>
              <a:gd name="connsiteX2" fmla="*/ 924706 w 1012632"/>
              <a:gd name="connsiteY2" fmla="*/ 1257393 h 1263710"/>
              <a:gd name="connsiteX3" fmla="*/ 924707 w 1012632"/>
              <a:gd name="connsiteY3" fmla="*/ 1257393 h 1263710"/>
              <a:gd name="connsiteX4" fmla="*/ 924265 w 1012632"/>
              <a:gd name="connsiteY4" fmla="*/ 1263710 h 1263710"/>
              <a:gd name="connsiteX5" fmla="*/ 0 w 1012632"/>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632" h="1263710">
                <a:moveTo>
                  <a:pt x="245640" y="0"/>
                </a:moveTo>
                <a:lnTo>
                  <a:pt x="1012632" y="0"/>
                </a:lnTo>
                <a:lnTo>
                  <a:pt x="924706" y="1257393"/>
                </a:lnTo>
                <a:lnTo>
                  <a:pt x="924707" y="1257393"/>
                </a:lnTo>
                <a:lnTo>
                  <a:pt x="9242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 name="Rectangle 2">
            <a:extLst>
              <a:ext uri="{FF2B5EF4-FFF2-40B4-BE49-F238E27FC236}">
                <a16:creationId xmlns:a16="http://schemas.microsoft.com/office/drawing/2014/main" id="{5C6B2708-022F-00F4-9657-89E7793728E6}"/>
              </a:ext>
            </a:extLst>
          </p:cNvPr>
          <p:cNvSpPr/>
          <p:nvPr/>
        </p:nvSpPr>
        <p:spPr>
          <a:xfrm>
            <a:off x="1003801" y="1533046"/>
            <a:ext cx="4327897" cy="41776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urna.</a:t>
            </a:r>
          </a:p>
          <a:p>
            <a:endParaRPr lang="en-US" sz="1600" dirty="0">
              <a:solidFill>
                <a:schemeClr val="tx1"/>
              </a:solidFill>
            </a:endParaRPr>
          </a:p>
          <a:p>
            <a:r>
              <a:rPr lang="en-US" sz="1600" dirty="0">
                <a:solidFill>
                  <a:schemeClr val="tx1"/>
                </a:solidFill>
              </a:rPr>
              <a:t>Nunc viverra imperdiet enim. Fusce est. Vivamus a tellus.</a:t>
            </a:r>
          </a:p>
          <a:p>
            <a:endParaRPr lang="en-US" sz="1600" dirty="0">
              <a:solidFill>
                <a:schemeClr val="tx1"/>
              </a:solidFill>
            </a:endParaRPr>
          </a:p>
          <a:p>
            <a:r>
              <a:rPr lang="en-US" sz="1600" dirty="0">
                <a:solidFill>
                  <a:schemeClr val="tx1"/>
                </a:solidFill>
              </a:rPr>
              <a:t>Pellentesque habitant morbi tristique senectus et netus et malesuada fames ac turpis egestas. Proin pharetra nonummy pede. Mauris et orci.</a:t>
            </a:r>
          </a:p>
          <a:p>
            <a:endParaRPr lang="en-US" sz="1600" dirty="0">
              <a:solidFill>
                <a:schemeClr val="tx1"/>
              </a:solidFill>
            </a:endParaRPr>
          </a:p>
        </p:txBody>
      </p:sp>
    </p:spTree>
    <p:custDataLst>
      <p:tags r:id="rId1"/>
    </p:custDataLst>
    <p:extLst>
      <p:ext uri="{BB962C8B-B14F-4D97-AF65-F5344CB8AC3E}">
        <p14:creationId xmlns:p14="http://schemas.microsoft.com/office/powerpoint/2010/main" val="2369789725"/>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p:nvPr/>
        </p:nvCxnSpPr>
        <p:spPr bwMode="auto">
          <a:xfrm>
            <a:off x="796268" y="3950304"/>
            <a:ext cx="10412241" cy="0"/>
          </a:xfrm>
          <a:prstGeom prst="line">
            <a:avLst/>
          </a:prstGeom>
          <a:solidFill>
            <a:srgbClr val="FFFF99"/>
          </a:solidFill>
          <a:ln w="9525" cap="flat" cmpd="sng" algn="ctr">
            <a:solidFill>
              <a:srgbClr val="6E267B"/>
            </a:solidFill>
            <a:prstDash val="solid"/>
            <a:round/>
            <a:headEnd type="none" w="med" len="med"/>
            <a:tailEnd type="triangle" w="med" len="med"/>
          </a:ln>
          <a:effectLst/>
        </p:spPr>
      </p:cxnSp>
      <p:grpSp>
        <p:nvGrpSpPr>
          <p:cNvPr id="10" name="Group 9"/>
          <p:cNvGrpSpPr/>
          <p:nvPr/>
        </p:nvGrpSpPr>
        <p:grpSpPr>
          <a:xfrm flipV="1">
            <a:off x="1717187" y="3753327"/>
            <a:ext cx="144000" cy="738373"/>
            <a:chOff x="2274904" y="2838388"/>
            <a:chExt cx="144000" cy="738373"/>
          </a:xfrm>
        </p:grpSpPr>
        <p:cxnSp>
          <p:nvCxnSpPr>
            <p:cNvPr id="11" name="Straight Connector 10"/>
            <p:cNvCxnSpPr/>
            <p:nvPr/>
          </p:nvCxnSpPr>
          <p:spPr bwMode="auto">
            <a:xfrm>
              <a:off x="2346904" y="2838388"/>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2" name="Oval 11"/>
            <p:cNvSpPr/>
            <p:nvPr/>
          </p:nvSpPr>
          <p:spPr bwMode="auto">
            <a:xfrm flipV="1">
              <a:off x="2274904" y="343276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0" name="Group 39"/>
          <p:cNvGrpSpPr/>
          <p:nvPr/>
        </p:nvGrpSpPr>
        <p:grpSpPr>
          <a:xfrm>
            <a:off x="2406481" y="3192119"/>
            <a:ext cx="144000" cy="705224"/>
            <a:chOff x="4527342" y="2982097"/>
            <a:chExt cx="144000" cy="705224"/>
          </a:xfrm>
        </p:grpSpPr>
        <p:cxnSp>
          <p:nvCxnSpPr>
            <p:cNvPr id="14" name="Straight Connector 13"/>
            <p:cNvCxnSpPr/>
            <p:nvPr/>
          </p:nvCxnSpPr>
          <p:spPr bwMode="auto">
            <a:xfrm flipV="1">
              <a:off x="4599342"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5" name="Oval 14"/>
            <p:cNvSpPr/>
            <p:nvPr/>
          </p:nvSpPr>
          <p:spPr bwMode="auto">
            <a:xfrm>
              <a:off x="4527342" y="3543321"/>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16" name="TextBox 15"/>
          <p:cNvSpPr txBox="1"/>
          <p:nvPr/>
        </p:nvSpPr>
        <p:spPr>
          <a:xfrm>
            <a:off x="1071706" y="2401907"/>
            <a:ext cx="2813550" cy="718394"/>
          </a:xfrm>
          <a:prstGeom prst="rect">
            <a:avLst/>
          </a:prstGeom>
          <a:noFill/>
        </p:spPr>
        <p:txBody>
          <a:bodyPr wrap="square" rtlCol="0" anchor="b">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amet, consectetuer adipiscing elit. Maecenas porttitor congue massa. </a:t>
            </a:r>
          </a:p>
        </p:txBody>
      </p:sp>
      <p:grpSp>
        <p:nvGrpSpPr>
          <p:cNvPr id="5" name="Group 4"/>
          <p:cNvGrpSpPr/>
          <p:nvPr/>
        </p:nvGrpSpPr>
        <p:grpSpPr>
          <a:xfrm>
            <a:off x="5076002" y="2630911"/>
            <a:ext cx="144000" cy="1266432"/>
            <a:chOff x="7358935" y="2630911"/>
            <a:chExt cx="144000" cy="1266432"/>
          </a:xfrm>
        </p:grpSpPr>
        <p:cxnSp>
          <p:nvCxnSpPr>
            <p:cNvPr id="19" name="Straight Connector 18"/>
            <p:cNvCxnSpPr/>
            <p:nvPr/>
          </p:nvCxnSpPr>
          <p:spPr bwMode="auto">
            <a:xfrm flipV="1">
              <a:off x="7430935" y="2630911"/>
              <a:ext cx="0" cy="112241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20" name="Oval 19"/>
            <p:cNvSpPr/>
            <p:nvPr/>
          </p:nvSpPr>
          <p:spPr bwMode="auto">
            <a:xfrm>
              <a:off x="7358935" y="3753343"/>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27" name="TextBox 26"/>
          <p:cNvSpPr txBox="1"/>
          <p:nvPr/>
        </p:nvSpPr>
        <p:spPr>
          <a:xfrm>
            <a:off x="988726" y="3950290"/>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2023</a:t>
            </a:r>
          </a:p>
        </p:txBody>
      </p:sp>
      <p:sp>
        <p:nvSpPr>
          <p:cNvPr id="28" name="TextBox 27"/>
          <p:cNvSpPr txBox="1"/>
          <p:nvPr/>
        </p:nvSpPr>
        <p:spPr>
          <a:xfrm>
            <a:off x="4075651" y="3950274"/>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2023</a:t>
            </a:r>
          </a:p>
        </p:txBody>
      </p:sp>
      <p:sp>
        <p:nvSpPr>
          <p:cNvPr id="30" name="TextBox 29"/>
          <p:cNvSpPr txBox="1"/>
          <p:nvPr/>
        </p:nvSpPr>
        <p:spPr>
          <a:xfrm>
            <a:off x="7165782" y="3950273"/>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2024</a:t>
            </a:r>
          </a:p>
        </p:txBody>
      </p:sp>
      <p:sp>
        <p:nvSpPr>
          <p:cNvPr id="31" name="TextBox 30"/>
          <p:cNvSpPr txBox="1"/>
          <p:nvPr/>
        </p:nvSpPr>
        <p:spPr>
          <a:xfrm>
            <a:off x="10252707" y="3979435"/>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2024</a:t>
            </a:r>
          </a:p>
        </p:txBody>
      </p:sp>
      <p:grpSp>
        <p:nvGrpSpPr>
          <p:cNvPr id="37" name="Group 36"/>
          <p:cNvGrpSpPr/>
          <p:nvPr/>
        </p:nvGrpSpPr>
        <p:grpSpPr>
          <a:xfrm>
            <a:off x="7725727" y="3192119"/>
            <a:ext cx="144000" cy="705224"/>
            <a:chOff x="6074917" y="2982097"/>
            <a:chExt cx="144000" cy="705224"/>
          </a:xfrm>
        </p:grpSpPr>
        <p:cxnSp>
          <p:nvCxnSpPr>
            <p:cNvPr id="34" name="Straight Connector 33"/>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35" name="Oval 34"/>
            <p:cNvSpPr/>
            <p:nvPr/>
          </p:nvSpPr>
          <p:spPr bwMode="auto">
            <a:xfrm>
              <a:off x="6074917" y="354332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 name="Group 3"/>
          <p:cNvGrpSpPr/>
          <p:nvPr/>
        </p:nvGrpSpPr>
        <p:grpSpPr>
          <a:xfrm>
            <a:off x="5309243" y="3753327"/>
            <a:ext cx="144000" cy="738373"/>
            <a:chOff x="5863433" y="3753327"/>
            <a:chExt cx="144000" cy="738373"/>
          </a:xfrm>
        </p:grpSpPr>
        <p:sp>
          <p:nvSpPr>
            <p:cNvPr id="42" name="Oval 41"/>
            <p:cNvSpPr/>
            <p:nvPr/>
          </p:nvSpPr>
          <p:spPr bwMode="auto">
            <a:xfrm flipV="1">
              <a:off x="5863433" y="3753327"/>
              <a:ext cx="144000" cy="144000"/>
            </a:xfrm>
            <a:prstGeom prst="ellipse">
              <a:avLst/>
            </a:prstGeom>
            <a:solidFill>
              <a:schemeClr val="accent5"/>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3" name="Straight Connector 42"/>
            <p:cNvCxnSpPr/>
            <p:nvPr/>
          </p:nvCxnSpPr>
          <p:spPr bwMode="auto">
            <a:xfrm>
              <a:off x="5935433" y="3897343"/>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46" name="Group 45"/>
          <p:cNvGrpSpPr/>
          <p:nvPr/>
        </p:nvGrpSpPr>
        <p:grpSpPr>
          <a:xfrm>
            <a:off x="8389635" y="3779079"/>
            <a:ext cx="144000" cy="712621"/>
            <a:chOff x="7045428" y="3543305"/>
            <a:chExt cx="144000" cy="712621"/>
          </a:xfrm>
        </p:grpSpPr>
        <p:sp>
          <p:nvSpPr>
            <p:cNvPr id="47" name="Oval 46"/>
            <p:cNvSpPr/>
            <p:nvPr/>
          </p:nvSpPr>
          <p:spPr bwMode="auto">
            <a:xfrm flipV="1">
              <a:off x="7045428" y="3543305"/>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8" name="Straight Connector 47"/>
            <p:cNvCxnSpPr/>
            <p:nvPr/>
          </p:nvCxnSpPr>
          <p:spPr bwMode="auto">
            <a:xfrm>
              <a:off x="7117428" y="3687321"/>
              <a:ext cx="0" cy="568605"/>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50" name="Group 49"/>
          <p:cNvGrpSpPr/>
          <p:nvPr/>
        </p:nvGrpSpPr>
        <p:grpSpPr>
          <a:xfrm>
            <a:off x="10382422" y="3192119"/>
            <a:ext cx="144000" cy="705224"/>
            <a:chOff x="6074917" y="2982097"/>
            <a:chExt cx="144000" cy="705224"/>
          </a:xfrm>
        </p:grpSpPr>
        <p:cxnSp>
          <p:nvCxnSpPr>
            <p:cNvPr id="51" name="Straight Connector 50"/>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2" name="Oval 51"/>
            <p:cNvSpPr/>
            <p:nvPr/>
          </p:nvSpPr>
          <p:spPr bwMode="auto">
            <a:xfrm>
              <a:off x="6074917" y="3543321"/>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2" name="Group 1">
            <a:extLst>
              <a:ext uri="{FF2B5EF4-FFF2-40B4-BE49-F238E27FC236}">
                <a16:creationId xmlns:a16="http://schemas.microsoft.com/office/drawing/2014/main" id="{A9E9A359-FCC7-416B-B838-B5299F3E2378}"/>
              </a:ext>
            </a:extLst>
          </p:cNvPr>
          <p:cNvGrpSpPr/>
          <p:nvPr/>
        </p:nvGrpSpPr>
        <p:grpSpPr>
          <a:xfrm>
            <a:off x="3370891" y="3779079"/>
            <a:ext cx="144000" cy="1584016"/>
            <a:chOff x="3370891" y="3779079"/>
            <a:chExt cx="144000" cy="1584016"/>
          </a:xfrm>
        </p:grpSpPr>
        <p:sp>
          <p:nvSpPr>
            <p:cNvPr id="54" name="Oval 53"/>
            <p:cNvSpPr/>
            <p:nvPr/>
          </p:nvSpPr>
          <p:spPr bwMode="auto">
            <a:xfrm flipV="1">
              <a:off x="3370891" y="3779079"/>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55" name="Straight Connector 54"/>
            <p:cNvCxnSpPr>
              <a:cxnSpLocks/>
            </p:cNvCxnSpPr>
            <p:nvPr/>
          </p:nvCxnSpPr>
          <p:spPr bwMode="auto">
            <a:xfrm>
              <a:off x="3442891" y="3923095"/>
              <a:ext cx="0" cy="1440000"/>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6" name="Group 5"/>
          <p:cNvGrpSpPr/>
          <p:nvPr/>
        </p:nvGrpSpPr>
        <p:grpSpPr>
          <a:xfrm>
            <a:off x="6839735" y="3755038"/>
            <a:ext cx="144000" cy="1548000"/>
            <a:chOff x="7612731" y="3771079"/>
            <a:chExt cx="144000" cy="1548000"/>
          </a:xfrm>
        </p:grpSpPr>
        <p:cxnSp>
          <p:nvCxnSpPr>
            <p:cNvPr id="58" name="Straight Connector 57"/>
            <p:cNvCxnSpPr/>
            <p:nvPr/>
          </p:nvCxnSpPr>
          <p:spPr bwMode="auto">
            <a:xfrm flipH="1">
              <a:off x="7681749" y="3915079"/>
              <a:ext cx="0" cy="1404000"/>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9" name="Oval 58"/>
            <p:cNvSpPr/>
            <p:nvPr/>
          </p:nvSpPr>
          <p:spPr bwMode="auto">
            <a:xfrm rot="10800000">
              <a:off x="7612731" y="3771079"/>
              <a:ext cx="144000" cy="144000"/>
            </a:xfrm>
            <a:prstGeom prst="ellipse">
              <a:avLst/>
            </a:prstGeom>
            <a:solidFill>
              <a:schemeClr val="accent6"/>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17" name="Group 16"/>
          <p:cNvGrpSpPr/>
          <p:nvPr/>
        </p:nvGrpSpPr>
        <p:grpSpPr>
          <a:xfrm>
            <a:off x="10033279" y="3753684"/>
            <a:ext cx="144000" cy="1609412"/>
            <a:chOff x="9322107" y="3753684"/>
            <a:chExt cx="144000" cy="1609412"/>
          </a:xfrm>
        </p:grpSpPr>
        <p:sp>
          <p:nvSpPr>
            <p:cNvPr id="61" name="Oval 60"/>
            <p:cNvSpPr/>
            <p:nvPr/>
          </p:nvSpPr>
          <p:spPr bwMode="auto">
            <a:xfrm flipV="1">
              <a:off x="9322107" y="3753684"/>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62" name="Straight Connector 61"/>
            <p:cNvCxnSpPr>
              <a:endCxn id="76" idx="0"/>
            </p:cNvCxnSpPr>
            <p:nvPr/>
          </p:nvCxnSpPr>
          <p:spPr bwMode="auto">
            <a:xfrm>
              <a:off x="9394107" y="3897700"/>
              <a:ext cx="0" cy="1465396"/>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sp>
        <p:nvSpPr>
          <p:cNvPr id="70" name="TextBox 69"/>
          <p:cNvSpPr txBox="1"/>
          <p:nvPr/>
        </p:nvSpPr>
        <p:spPr>
          <a:xfrm>
            <a:off x="374358" y="4530464"/>
            <a:ext cx="2813550" cy="770606"/>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1" name="TextBox 70"/>
          <p:cNvSpPr txBox="1"/>
          <p:nvPr/>
        </p:nvSpPr>
        <p:spPr>
          <a:xfrm>
            <a:off x="2036116" y="5363096"/>
            <a:ext cx="2813550" cy="800219"/>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2" name="TextBox 71"/>
          <p:cNvSpPr txBox="1"/>
          <p:nvPr/>
        </p:nvSpPr>
        <p:spPr>
          <a:xfrm>
            <a:off x="3974468" y="4530464"/>
            <a:ext cx="2813550" cy="770606"/>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3" name="TextBox 72"/>
          <p:cNvSpPr txBox="1"/>
          <p:nvPr/>
        </p:nvSpPr>
        <p:spPr>
          <a:xfrm>
            <a:off x="3730441" y="1801091"/>
            <a:ext cx="2813550" cy="781136"/>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4" name="TextBox 73"/>
          <p:cNvSpPr txBox="1"/>
          <p:nvPr/>
        </p:nvSpPr>
        <p:spPr>
          <a:xfrm>
            <a:off x="6360081" y="2478028"/>
            <a:ext cx="2813550" cy="718394"/>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5" name="TextBox 74"/>
          <p:cNvSpPr txBox="1"/>
          <p:nvPr/>
        </p:nvSpPr>
        <p:spPr>
          <a:xfrm>
            <a:off x="9044263" y="2381947"/>
            <a:ext cx="2813550" cy="718394"/>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
        <p:nvSpPr>
          <p:cNvPr id="76" name="TextBox 75"/>
          <p:cNvSpPr txBox="1"/>
          <p:nvPr/>
        </p:nvSpPr>
        <p:spPr>
          <a:xfrm>
            <a:off x="8698504" y="5363096"/>
            <a:ext cx="2813550" cy="773704"/>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
        <p:nvSpPr>
          <p:cNvPr id="77" name="TextBox 76"/>
          <p:cNvSpPr txBox="1"/>
          <p:nvPr/>
        </p:nvSpPr>
        <p:spPr>
          <a:xfrm>
            <a:off x="7058552" y="4530464"/>
            <a:ext cx="2813550" cy="754558"/>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8" name="TextBox 77"/>
          <p:cNvSpPr txBox="1"/>
          <p:nvPr/>
        </p:nvSpPr>
        <p:spPr>
          <a:xfrm>
            <a:off x="5504960" y="5363096"/>
            <a:ext cx="2813550" cy="800219"/>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9" name="Title 1"/>
          <p:cNvSpPr>
            <a:spLocks noGrp="1"/>
          </p:cNvSpPr>
          <p:nvPr>
            <p:ph type="title"/>
          </p:nvPr>
        </p:nvSpPr>
        <p:spPr>
          <a:xfrm>
            <a:off x="214184" y="13663"/>
            <a:ext cx="9728886" cy="678316"/>
          </a:xfrm>
        </p:spPr>
        <p:txBody>
          <a:bodyPr>
            <a:normAutofit/>
          </a:bodyPr>
          <a:lstStyle/>
          <a:p>
            <a:r>
              <a:rPr lang="en-US" dirty="0"/>
              <a:t>Timeline 01</a:t>
            </a:r>
          </a:p>
        </p:txBody>
      </p:sp>
    </p:spTree>
    <p:custDataLst>
      <p:tags r:id="rId1"/>
    </p:custDataLst>
    <p:extLst>
      <p:ext uri="{BB962C8B-B14F-4D97-AF65-F5344CB8AC3E}">
        <p14:creationId xmlns:p14="http://schemas.microsoft.com/office/powerpoint/2010/main" val="2227680639"/>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02</a:t>
            </a:r>
          </a:p>
        </p:txBody>
      </p:sp>
      <p:cxnSp>
        <p:nvCxnSpPr>
          <p:cNvPr id="5" name="Straight Connector 4"/>
          <p:cNvCxnSpPr/>
          <p:nvPr/>
        </p:nvCxnSpPr>
        <p:spPr>
          <a:xfrm>
            <a:off x="2057399" y="1786219"/>
            <a:ext cx="0" cy="3996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Oval 6"/>
          <p:cNvSpPr>
            <a:spLocks noChangeAspect="1"/>
          </p:cNvSpPr>
          <p:nvPr/>
        </p:nvSpPr>
        <p:spPr>
          <a:xfrm>
            <a:off x="1911721" y="1494863"/>
            <a:ext cx="291356" cy="291356"/>
          </a:xfrm>
          <a:prstGeom prst="ellipse">
            <a:avLst/>
          </a:prstGeom>
          <a:solidFill>
            <a:schemeClr val="tx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 name="Oval 7"/>
          <p:cNvSpPr>
            <a:spLocks noChangeAspect="1"/>
          </p:cNvSpPr>
          <p:nvPr/>
        </p:nvSpPr>
        <p:spPr>
          <a:xfrm>
            <a:off x="1911721" y="2208464"/>
            <a:ext cx="291356" cy="291356"/>
          </a:xfrm>
          <a:prstGeom prst="ellipse">
            <a:avLst/>
          </a:prstGeom>
          <a:solidFill>
            <a:schemeClr val="accent1"/>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9" name="Oval 8"/>
          <p:cNvSpPr>
            <a:spLocks noChangeAspect="1"/>
          </p:cNvSpPr>
          <p:nvPr/>
        </p:nvSpPr>
        <p:spPr>
          <a:xfrm>
            <a:off x="1911721" y="2922065"/>
            <a:ext cx="291356" cy="291356"/>
          </a:xfrm>
          <a:prstGeom prst="ellipse">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Oval 9"/>
          <p:cNvSpPr>
            <a:spLocks noChangeAspect="1"/>
          </p:cNvSpPr>
          <p:nvPr/>
        </p:nvSpPr>
        <p:spPr>
          <a:xfrm>
            <a:off x="1911721" y="3635666"/>
            <a:ext cx="291356" cy="291356"/>
          </a:xfrm>
          <a:prstGeom prst="ellipse">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 name="Oval 10"/>
          <p:cNvSpPr>
            <a:spLocks noChangeAspect="1"/>
          </p:cNvSpPr>
          <p:nvPr/>
        </p:nvSpPr>
        <p:spPr>
          <a:xfrm>
            <a:off x="1911721" y="4349267"/>
            <a:ext cx="291356" cy="291356"/>
          </a:xfrm>
          <a:prstGeom prst="ellipse">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1911721" y="5062868"/>
            <a:ext cx="291356" cy="291356"/>
          </a:xfrm>
          <a:prstGeom prst="ellipse">
            <a:avLst/>
          </a:prstGeom>
          <a:solidFill>
            <a:schemeClr val="accent5"/>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Oval 12"/>
          <p:cNvSpPr>
            <a:spLocks noChangeAspect="1"/>
          </p:cNvSpPr>
          <p:nvPr/>
        </p:nvSpPr>
        <p:spPr>
          <a:xfrm>
            <a:off x="1911721" y="5776469"/>
            <a:ext cx="291356" cy="291356"/>
          </a:xfrm>
          <a:prstGeom prst="ellipse">
            <a:avLst/>
          </a:prstGeom>
          <a:solidFill>
            <a:schemeClr val="accent6"/>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TextBox 14"/>
          <p:cNvSpPr txBox="1"/>
          <p:nvPr/>
        </p:nvSpPr>
        <p:spPr>
          <a:xfrm>
            <a:off x="463969" y="1471264"/>
            <a:ext cx="1426994"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January 2023</a:t>
            </a:r>
          </a:p>
        </p:txBody>
      </p:sp>
      <p:sp>
        <p:nvSpPr>
          <p:cNvPr id="16" name="TextBox 15"/>
          <p:cNvSpPr txBox="1"/>
          <p:nvPr/>
        </p:nvSpPr>
        <p:spPr>
          <a:xfrm>
            <a:off x="372597" y="2181498"/>
            <a:ext cx="151836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February 2023</a:t>
            </a:r>
          </a:p>
        </p:txBody>
      </p:sp>
      <p:sp>
        <p:nvSpPr>
          <p:cNvPr id="17" name="TextBox 16"/>
          <p:cNvSpPr txBox="1"/>
          <p:nvPr/>
        </p:nvSpPr>
        <p:spPr>
          <a:xfrm>
            <a:off x="622665" y="2891732"/>
            <a:ext cx="1268296"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March 2023</a:t>
            </a:r>
          </a:p>
        </p:txBody>
      </p:sp>
      <p:sp>
        <p:nvSpPr>
          <p:cNvPr id="18" name="TextBox 17"/>
          <p:cNvSpPr txBox="1"/>
          <p:nvPr/>
        </p:nvSpPr>
        <p:spPr>
          <a:xfrm>
            <a:off x="784567" y="3601966"/>
            <a:ext cx="1106393"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April 2023</a:t>
            </a:r>
          </a:p>
        </p:txBody>
      </p:sp>
      <p:sp>
        <p:nvSpPr>
          <p:cNvPr id="19" name="TextBox 18"/>
          <p:cNvSpPr txBox="1"/>
          <p:nvPr/>
        </p:nvSpPr>
        <p:spPr>
          <a:xfrm>
            <a:off x="805404" y="4312200"/>
            <a:ext cx="108555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May 2023</a:t>
            </a:r>
          </a:p>
        </p:txBody>
      </p:sp>
      <p:sp>
        <p:nvSpPr>
          <p:cNvPr id="20" name="TextBox 19"/>
          <p:cNvSpPr txBox="1"/>
          <p:nvPr/>
        </p:nvSpPr>
        <p:spPr>
          <a:xfrm>
            <a:off x="749299" y="5022434"/>
            <a:ext cx="114165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June 2023</a:t>
            </a:r>
          </a:p>
        </p:txBody>
      </p:sp>
      <p:sp>
        <p:nvSpPr>
          <p:cNvPr id="21" name="TextBox 20"/>
          <p:cNvSpPr txBox="1"/>
          <p:nvPr/>
        </p:nvSpPr>
        <p:spPr>
          <a:xfrm>
            <a:off x="829448" y="5732668"/>
            <a:ext cx="106150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July 2023</a:t>
            </a:r>
          </a:p>
        </p:txBody>
      </p:sp>
      <p:sp>
        <p:nvSpPr>
          <p:cNvPr id="22" name="TextBox 21"/>
          <p:cNvSpPr txBox="1"/>
          <p:nvPr/>
        </p:nvSpPr>
        <p:spPr>
          <a:xfrm>
            <a:off x="2348755" y="1471264"/>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3" name="TextBox 22"/>
          <p:cNvSpPr txBox="1"/>
          <p:nvPr/>
        </p:nvSpPr>
        <p:spPr>
          <a:xfrm>
            <a:off x="2348755" y="2181498"/>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4" name="TextBox 23"/>
          <p:cNvSpPr txBox="1"/>
          <p:nvPr/>
        </p:nvSpPr>
        <p:spPr>
          <a:xfrm>
            <a:off x="2348755" y="2891732"/>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5" name="TextBox 24"/>
          <p:cNvSpPr txBox="1"/>
          <p:nvPr/>
        </p:nvSpPr>
        <p:spPr>
          <a:xfrm>
            <a:off x="2348755" y="3601966"/>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6" name="TextBox 25"/>
          <p:cNvSpPr txBox="1"/>
          <p:nvPr/>
        </p:nvSpPr>
        <p:spPr>
          <a:xfrm>
            <a:off x="2348755" y="4312200"/>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7" name="TextBox 26"/>
          <p:cNvSpPr txBox="1"/>
          <p:nvPr/>
        </p:nvSpPr>
        <p:spPr>
          <a:xfrm>
            <a:off x="2348755" y="5022434"/>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8" name="TextBox 27"/>
          <p:cNvSpPr txBox="1"/>
          <p:nvPr/>
        </p:nvSpPr>
        <p:spPr>
          <a:xfrm>
            <a:off x="2348755" y="5732668"/>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1559552378"/>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Line Callout 2 (Accent Bar) 56"/>
          <p:cNvSpPr/>
          <p:nvPr/>
        </p:nvSpPr>
        <p:spPr>
          <a:xfrm rot="16200000">
            <a:off x="1866359" y="4448866"/>
            <a:ext cx="947497" cy="1286315"/>
          </a:xfrm>
          <a:prstGeom prst="accentCallout2">
            <a:avLst>
              <a:gd name="adj1" fmla="val 18750"/>
              <a:gd name="adj2" fmla="val -8333"/>
              <a:gd name="adj3" fmla="val 18750"/>
              <a:gd name="adj4" fmla="val -16667"/>
              <a:gd name="adj5" fmla="val 77892"/>
              <a:gd name="adj6" fmla="val -5428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Line Callout 2 (Accent Bar) 59"/>
          <p:cNvSpPr/>
          <p:nvPr/>
        </p:nvSpPr>
        <p:spPr>
          <a:xfrm rot="16200000">
            <a:off x="4707621" y="2987646"/>
            <a:ext cx="947497" cy="1818839"/>
          </a:xfrm>
          <a:prstGeom prst="accentCallout2">
            <a:avLst>
              <a:gd name="adj1" fmla="val 18750"/>
              <a:gd name="adj2" fmla="val -8333"/>
              <a:gd name="adj3" fmla="val 18750"/>
              <a:gd name="adj4" fmla="val -16667"/>
              <a:gd name="adj5" fmla="val 110747"/>
              <a:gd name="adj6" fmla="val -1050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Line Callout 2 (Accent Bar) 61"/>
          <p:cNvSpPr/>
          <p:nvPr/>
        </p:nvSpPr>
        <p:spPr>
          <a:xfrm rot="16200000">
            <a:off x="7854065" y="2547530"/>
            <a:ext cx="947497" cy="976231"/>
          </a:xfrm>
          <a:prstGeom prst="accentCallout2">
            <a:avLst>
              <a:gd name="adj1" fmla="val 18750"/>
              <a:gd name="adj2" fmla="val -8333"/>
              <a:gd name="adj3" fmla="val 18750"/>
              <a:gd name="adj4" fmla="val -16667"/>
              <a:gd name="adj5" fmla="val 88984"/>
              <a:gd name="adj6" fmla="val -59365"/>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Timeline 03</a:t>
            </a:r>
          </a:p>
        </p:txBody>
      </p:sp>
      <p:sp>
        <p:nvSpPr>
          <p:cNvPr id="7" name="Arc 6"/>
          <p:cNvSpPr/>
          <p:nvPr/>
        </p:nvSpPr>
        <p:spPr>
          <a:xfrm rot="5400000">
            <a:off x="-2953772" y="-7400047"/>
            <a:ext cx="10800000" cy="16237217"/>
          </a:xfrm>
          <a:prstGeom prst="arc">
            <a:avLst>
              <a:gd name="adj1" fmla="val 16785866"/>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 name="Oval 8"/>
          <p:cNvSpPr>
            <a:spLocks/>
          </p:cNvSpPr>
          <p:nvPr/>
        </p:nvSpPr>
        <p:spPr>
          <a:xfrm>
            <a:off x="2618543" y="5959245"/>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10" name="Oval 9"/>
          <p:cNvSpPr>
            <a:spLocks/>
          </p:cNvSpPr>
          <p:nvPr/>
        </p:nvSpPr>
        <p:spPr>
          <a:xfrm>
            <a:off x="3815146" y="585595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2</a:t>
            </a:r>
          </a:p>
        </p:txBody>
      </p:sp>
      <p:sp>
        <p:nvSpPr>
          <p:cNvPr id="12" name="Oval 11"/>
          <p:cNvSpPr>
            <a:spLocks/>
          </p:cNvSpPr>
          <p:nvPr/>
        </p:nvSpPr>
        <p:spPr>
          <a:xfrm>
            <a:off x="6208352" y="528360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4</a:t>
            </a:r>
          </a:p>
        </p:txBody>
      </p:sp>
      <p:sp>
        <p:nvSpPr>
          <p:cNvPr id="13" name="Oval 12"/>
          <p:cNvSpPr>
            <a:spLocks/>
          </p:cNvSpPr>
          <p:nvPr/>
        </p:nvSpPr>
        <p:spPr>
          <a:xfrm>
            <a:off x="9798162" y="258200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7</a:t>
            </a:r>
          </a:p>
        </p:txBody>
      </p:sp>
      <p:sp>
        <p:nvSpPr>
          <p:cNvPr id="14" name="Rectangle 13"/>
          <p:cNvSpPr/>
          <p:nvPr/>
        </p:nvSpPr>
        <p:spPr>
          <a:xfrm>
            <a:off x="2607756" y="6213651"/>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1</a:t>
            </a:r>
          </a:p>
        </p:txBody>
      </p:sp>
      <p:sp>
        <p:nvSpPr>
          <p:cNvPr id="15" name="TextBox 14"/>
          <p:cNvSpPr txBox="1"/>
          <p:nvPr/>
        </p:nvSpPr>
        <p:spPr>
          <a:xfrm>
            <a:off x="1695701" y="5142919"/>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Jan. 2025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16" name="TextBox 15"/>
          <p:cNvSpPr txBox="1"/>
          <p:nvPr/>
        </p:nvSpPr>
        <p:spPr>
          <a:xfrm>
            <a:off x="4513144" y="3947775"/>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Oct.25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36" name="Oval 35"/>
          <p:cNvSpPr>
            <a:spLocks/>
          </p:cNvSpPr>
          <p:nvPr/>
        </p:nvSpPr>
        <p:spPr>
          <a:xfrm>
            <a:off x="5011749" y="564172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3</a:t>
            </a:r>
          </a:p>
        </p:txBody>
      </p:sp>
      <p:sp>
        <p:nvSpPr>
          <p:cNvPr id="39" name="Oval 38"/>
          <p:cNvSpPr>
            <a:spLocks/>
          </p:cNvSpPr>
          <p:nvPr/>
        </p:nvSpPr>
        <p:spPr>
          <a:xfrm>
            <a:off x="8601558" y="3946753"/>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6</a:t>
            </a:r>
          </a:p>
        </p:txBody>
      </p:sp>
      <p:sp>
        <p:nvSpPr>
          <p:cNvPr id="44" name="Oval 43"/>
          <p:cNvSpPr>
            <a:spLocks/>
          </p:cNvSpPr>
          <p:nvPr/>
        </p:nvSpPr>
        <p:spPr>
          <a:xfrm>
            <a:off x="7404955" y="4760130"/>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5</a:t>
            </a:r>
          </a:p>
        </p:txBody>
      </p:sp>
      <p:sp>
        <p:nvSpPr>
          <p:cNvPr id="51" name="Rectangle 50"/>
          <p:cNvSpPr/>
          <p:nvPr/>
        </p:nvSpPr>
        <p:spPr>
          <a:xfrm>
            <a:off x="3809648" y="6131548"/>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2</a:t>
            </a:r>
          </a:p>
        </p:txBody>
      </p:sp>
      <p:sp>
        <p:nvSpPr>
          <p:cNvPr id="52" name="Rectangle 51"/>
          <p:cNvSpPr/>
          <p:nvPr/>
        </p:nvSpPr>
        <p:spPr>
          <a:xfrm>
            <a:off x="5011540" y="5954596"/>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3</a:t>
            </a:r>
          </a:p>
        </p:txBody>
      </p:sp>
      <p:sp>
        <p:nvSpPr>
          <p:cNvPr id="53" name="Rectangle 52"/>
          <p:cNvSpPr/>
          <p:nvPr/>
        </p:nvSpPr>
        <p:spPr>
          <a:xfrm>
            <a:off x="6213432" y="555961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4</a:t>
            </a:r>
          </a:p>
        </p:txBody>
      </p:sp>
      <p:sp>
        <p:nvSpPr>
          <p:cNvPr id="54" name="Rectangle 53"/>
          <p:cNvSpPr/>
          <p:nvPr/>
        </p:nvSpPr>
        <p:spPr>
          <a:xfrm>
            <a:off x="7415324" y="504347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5</a:t>
            </a:r>
          </a:p>
        </p:txBody>
      </p:sp>
      <p:sp>
        <p:nvSpPr>
          <p:cNvPr id="55" name="Rectangle 54"/>
          <p:cNvSpPr/>
          <p:nvPr/>
        </p:nvSpPr>
        <p:spPr>
          <a:xfrm>
            <a:off x="8617216" y="4253354"/>
            <a:ext cx="3384000"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6</a:t>
            </a:r>
          </a:p>
        </p:txBody>
      </p:sp>
      <p:sp>
        <p:nvSpPr>
          <p:cNvPr id="56" name="Rectangle 55"/>
          <p:cNvSpPr/>
          <p:nvPr/>
        </p:nvSpPr>
        <p:spPr>
          <a:xfrm>
            <a:off x="9819106" y="2875718"/>
            <a:ext cx="2164347" cy="181807"/>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7</a:t>
            </a:r>
          </a:p>
        </p:txBody>
      </p:sp>
      <p:sp>
        <p:nvSpPr>
          <p:cNvPr id="61" name="TextBox 60"/>
          <p:cNvSpPr txBox="1"/>
          <p:nvPr/>
        </p:nvSpPr>
        <p:spPr>
          <a:xfrm>
            <a:off x="7683406" y="3086542"/>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Dec. 2026</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grpSp>
        <p:nvGrpSpPr>
          <p:cNvPr id="59" name="POWER_USER_ID_ICONS_Rocket2" descr="{&quot;Key&quot;:&quot;POWER_USER_SHAPE_ICON&quot;,&quot;Value&quot;:&quot;POWER_USER_SHAPE_ICON_STYLE_1&quot;}"/>
          <p:cNvGrpSpPr>
            <a:grpSpLocks noChangeAspect="1"/>
          </p:cNvGrpSpPr>
          <p:nvPr>
            <p:custDataLst>
              <p:tags r:id="rId2"/>
            </p:custDataLst>
          </p:nvPr>
        </p:nvGrpSpPr>
        <p:grpSpPr bwMode="auto">
          <a:xfrm rot="20219309">
            <a:off x="10146914" y="1135000"/>
            <a:ext cx="774633" cy="767643"/>
            <a:chOff x="2506" y="943"/>
            <a:chExt cx="2548" cy="2525"/>
          </a:xfrm>
          <a:solidFill>
            <a:srgbClr val="595959"/>
          </a:solidFill>
        </p:grpSpPr>
        <p:sp>
          <p:nvSpPr>
            <p:cNvPr id="63" name="Freeform 619"/>
            <p:cNvSpPr>
              <a:spLocks/>
            </p:cNvSpPr>
            <p:nvPr/>
          </p:nvSpPr>
          <p:spPr bwMode="auto">
            <a:xfrm>
              <a:off x="2510" y="2410"/>
              <a:ext cx="1044" cy="1046"/>
            </a:xfrm>
            <a:custGeom>
              <a:avLst/>
              <a:gdLst>
                <a:gd name="T0" fmla="*/ 263 w 263"/>
                <a:gd name="T1" fmla="*/ 94 h 263"/>
                <a:gd name="T2" fmla="*/ 253 w 263"/>
                <a:gd name="T3" fmla="*/ 94 h 263"/>
                <a:gd name="T4" fmla="*/ 234 w 263"/>
                <a:gd name="T5" fmla="*/ 94 h 263"/>
                <a:gd name="T6" fmla="*/ 151 w 263"/>
                <a:gd name="T7" fmla="*/ 159 h 263"/>
                <a:gd name="T8" fmla="*/ 118 w 263"/>
                <a:gd name="T9" fmla="*/ 178 h 263"/>
                <a:gd name="T10" fmla="*/ 95 w 263"/>
                <a:gd name="T11" fmla="*/ 167 h 263"/>
                <a:gd name="T12" fmla="*/ 85 w 263"/>
                <a:gd name="T13" fmla="*/ 144 h 263"/>
                <a:gd name="T14" fmla="*/ 104 w 263"/>
                <a:gd name="T15" fmla="*/ 112 h 263"/>
                <a:gd name="T16" fmla="*/ 106 w 263"/>
                <a:gd name="T17" fmla="*/ 109 h 263"/>
                <a:gd name="T18" fmla="*/ 169 w 263"/>
                <a:gd name="T19" fmla="*/ 29 h 263"/>
                <a:gd name="T20" fmla="*/ 168 w 263"/>
                <a:gd name="T21" fmla="*/ 0 h 263"/>
                <a:gd name="T22" fmla="*/ 146 w 263"/>
                <a:gd name="T23" fmla="*/ 20 h 263"/>
                <a:gd name="T24" fmla="*/ 11 w 263"/>
                <a:gd name="T25" fmla="*/ 252 h 263"/>
                <a:gd name="T26" fmla="*/ 243 w 263"/>
                <a:gd name="T27" fmla="*/ 117 h 263"/>
                <a:gd name="T28" fmla="*/ 263 w 263"/>
                <a:gd name="T29" fmla="*/ 94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3" h="263">
                  <a:moveTo>
                    <a:pt x="263" y="94"/>
                  </a:moveTo>
                  <a:cubicBezTo>
                    <a:pt x="259" y="94"/>
                    <a:pt x="256" y="94"/>
                    <a:pt x="253" y="94"/>
                  </a:cubicBezTo>
                  <a:cubicBezTo>
                    <a:pt x="246" y="94"/>
                    <a:pt x="240" y="94"/>
                    <a:pt x="234" y="94"/>
                  </a:cubicBezTo>
                  <a:lnTo>
                    <a:pt x="151" y="159"/>
                  </a:lnTo>
                  <a:cubicBezTo>
                    <a:pt x="142" y="168"/>
                    <a:pt x="132" y="178"/>
                    <a:pt x="118" y="178"/>
                  </a:cubicBezTo>
                  <a:cubicBezTo>
                    <a:pt x="110" y="178"/>
                    <a:pt x="102" y="174"/>
                    <a:pt x="95" y="167"/>
                  </a:cubicBezTo>
                  <a:cubicBezTo>
                    <a:pt x="88" y="160"/>
                    <a:pt x="85" y="153"/>
                    <a:pt x="85" y="144"/>
                  </a:cubicBezTo>
                  <a:cubicBezTo>
                    <a:pt x="85" y="130"/>
                    <a:pt x="95" y="121"/>
                    <a:pt x="104" y="112"/>
                  </a:cubicBezTo>
                  <a:lnTo>
                    <a:pt x="106" y="109"/>
                  </a:lnTo>
                  <a:lnTo>
                    <a:pt x="169" y="29"/>
                  </a:lnTo>
                  <a:cubicBezTo>
                    <a:pt x="168" y="20"/>
                    <a:pt x="168" y="11"/>
                    <a:pt x="168" y="0"/>
                  </a:cubicBezTo>
                  <a:cubicBezTo>
                    <a:pt x="161" y="6"/>
                    <a:pt x="154" y="12"/>
                    <a:pt x="146" y="20"/>
                  </a:cubicBezTo>
                  <a:cubicBezTo>
                    <a:pt x="62" y="104"/>
                    <a:pt x="0" y="242"/>
                    <a:pt x="11" y="252"/>
                  </a:cubicBezTo>
                  <a:cubicBezTo>
                    <a:pt x="21" y="263"/>
                    <a:pt x="158" y="201"/>
                    <a:pt x="243" y="117"/>
                  </a:cubicBezTo>
                  <a:cubicBezTo>
                    <a:pt x="251" y="109"/>
                    <a:pt x="257" y="102"/>
                    <a:pt x="263"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Freeform 620"/>
            <p:cNvSpPr>
              <a:spLocks/>
            </p:cNvSpPr>
            <p:nvPr/>
          </p:nvSpPr>
          <p:spPr bwMode="auto">
            <a:xfrm>
              <a:off x="2994" y="2040"/>
              <a:ext cx="941" cy="931"/>
            </a:xfrm>
            <a:custGeom>
              <a:avLst/>
              <a:gdLst>
                <a:gd name="T0" fmla="*/ 0 w 237"/>
                <a:gd name="T1" fmla="*/ 234 h 234"/>
                <a:gd name="T2" fmla="*/ 5 w 237"/>
                <a:gd name="T3" fmla="*/ 228 h 234"/>
                <a:gd name="T4" fmla="*/ 10 w 237"/>
                <a:gd name="T5" fmla="*/ 224 h 234"/>
                <a:gd name="T6" fmla="*/ 221 w 237"/>
                <a:gd name="T7" fmla="*/ 60 h 234"/>
                <a:gd name="T8" fmla="*/ 232 w 237"/>
                <a:gd name="T9" fmla="*/ 1 h 234"/>
                <a:gd name="T10" fmla="*/ 223 w 237"/>
                <a:gd name="T11" fmla="*/ 0 h 234"/>
                <a:gd name="T12" fmla="*/ 174 w 237"/>
                <a:gd name="T13" fmla="*/ 13 h 234"/>
                <a:gd name="T14" fmla="*/ 5 w 237"/>
                <a:gd name="T15" fmla="*/ 228 h 234"/>
                <a:gd name="T16" fmla="*/ 0 w 237"/>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234">
                  <a:moveTo>
                    <a:pt x="0" y="234"/>
                  </a:moveTo>
                  <a:cubicBezTo>
                    <a:pt x="2" y="232"/>
                    <a:pt x="4" y="230"/>
                    <a:pt x="5" y="228"/>
                  </a:cubicBezTo>
                  <a:lnTo>
                    <a:pt x="10" y="224"/>
                  </a:lnTo>
                  <a:lnTo>
                    <a:pt x="221" y="60"/>
                  </a:lnTo>
                  <a:cubicBezTo>
                    <a:pt x="228" y="51"/>
                    <a:pt x="237" y="13"/>
                    <a:pt x="232" y="1"/>
                  </a:cubicBezTo>
                  <a:cubicBezTo>
                    <a:pt x="231" y="1"/>
                    <a:pt x="228" y="0"/>
                    <a:pt x="223" y="0"/>
                  </a:cubicBezTo>
                  <a:cubicBezTo>
                    <a:pt x="203" y="0"/>
                    <a:pt x="180" y="8"/>
                    <a:pt x="174" y="13"/>
                  </a:cubicBezTo>
                  <a:lnTo>
                    <a:pt x="5" y="228"/>
                  </a:lnTo>
                  <a:cubicBezTo>
                    <a:pt x="4" y="230"/>
                    <a:pt x="2" y="232"/>
                    <a:pt x="0" y="2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Freeform 621"/>
            <p:cNvSpPr>
              <a:spLocks/>
            </p:cNvSpPr>
            <p:nvPr/>
          </p:nvSpPr>
          <p:spPr bwMode="auto">
            <a:xfrm>
              <a:off x="3359" y="2514"/>
              <a:ext cx="1100" cy="954"/>
            </a:xfrm>
            <a:custGeom>
              <a:avLst/>
              <a:gdLst>
                <a:gd name="T0" fmla="*/ 73 w 277"/>
                <a:gd name="T1" fmla="*/ 67 h 240"/>
                <a:gd name="T2" fmla="*/ 11 w 277"/>
                <a:gd name="T3" fmla="*/ 205 h 240"/>
                <a:gd name="T4" fmla="*/ 55 w 277"/>
                <a:gd name="T5" fmla="*/ 221 h 240"/>
                <a:gd name="T6" fmla="*/ 190 w 277"/>
                <a:gd name="T7" fmla="*/ 147 h 240"/>
                <a:gd name="T8" fmla="*/ 276 w 277"/>
                <a:gd name="T9" fmla="*/ 13 h 240"/>
                <a:gd name="T10" fmla="*/ 275 w 277"/>
                <a:gd name="T11" fmla="*/ 0 h 240"/>
                <a:gd name="T12" fmla="*/ 73 w 277"/>
                <a:gd name="T13" fmla="*/ 67 h 240"/>
              </a:gdLst>
              <a:ahLst/>
              <a:cxnLst>
                <a:cxn ang="0">
                  <a:pos x="T0" y="T1"/>
                </a:cxn>
                <a:cxn ang="0">
                  <a:pos x="T2" y="T3"/>
                </a:cxn>
                <a:cxn ang="0">
                  <a:pos x="T4" y="T5"/>
                </a:cxn>
                <a:cxn ang="0">
                  <a:pos x="T6" y="T7"/>
                </a:cxn>
                <a:cxn ang="0">
                  <a:pos x="T8" y="T9"/>
                </a:cxn>
                <a:cxn ang="0">
                  <a:pos x="T10" y="T11"/>
                </a:cxn>
                <a:cxn ang="0">
                  <a:pos x="T12" y="T13"/>
                </a:cxn>
              </a:cxnLst>
              <a:rect l="0" t="0" r="r" b="b"/>
              <a:pathLst>
                <a:path w="277" h="240">
                  <a:moveTo>
                    <a:pt x="73" y="67"/>
                  </a:moveTo>
                  <a:cubicBezTo>
                    <a:pt x="43" y="128"/>
                    <a:pt x="11" y="205"/>
                    <a:pt x="11" y="205"/>
                  </a:cubicBezTo>
                  <a:cubicBezTo>
                    <a:pt x="0" y="225"/>
                    <a:pt x="17" y="240"/>
                    <a:pt x="55" y="221"/>
                  </a:cubicBezTo>
                  <a:lnTo>
                    <a:pt x="190" y="147"/>
                  </a:lnTo>
                  <a:cubicBezTo>
                    <a:pt x="263" y="106"/>
                    <a:pt x="277" y="96"/>
                    <a:pt x="276" y="13"/>
                  </a:cubicBezTo>
                  <a:lnTo>
                    <a:pt x="275" y="0"/>
                  </a:lnTo>
                  <a:cubicBezTo>
                    <a:pt x="209" y="46"/>
                    <a:pt x="134" y="63"/>
                    <a:pt x="73"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Freeform 622"/>
            <p:cNvSpPr>
              <a:spLocks/>
            </p:cNvSpPr>
            <p:nvPr/>
          </p:nvSpPr>
          <p:spPr bwMode="auto">
            <a:xfrm>
              <a:off x="2506" y="1511"/>
              <a:ext cx="937" cy="1102"/>
            </a:xfrm>
            <a:custGeom>
              <a:avLst/>
              <a:gdLst>
                <a:gd name="T0" fmla="*/ 35 w 236"/>
                <a:gd name="T1" fmla="*/ 266 h 277"/>
                <a:gd name="T2" fmla="*/ 170 w 236"/>
                <a:gd name="T3" fmla="*/ 206 h 277"/>
                <a:gd name="T4" fmla="*/ 236 w 236"/>
                <a:gd name="T5" fmla="*/ 2 h 277"/>
                <a:gd name="T6" fmla="*/ 227 w 236"/>
                <a:gd name="T7" fmla="*/ 1 h 277"/>
                <a:gd name="T8" fmla="*/ 94 w 236"/>
                <a:gd name="T9" fmla="*/ 87 h 277"/>
                <a:gd name="T10" fmla="*/ 20 w 236"/>
                <a:gd name="T11" fmla="*/ 223 h 277"/>
                <a:gd name="T12" fmla="*/ 35 w 236"/>
                <a:gd name="T13" fmla="*/ 266 h 277"/>
              </a:gdLst>
              <a:ahLst/>
              <a:cxnLst>
                <a:cxn ang="0">
                  <a:pos x="T0" y="T1"/>
                </a:cxn>
                <a:cxn ang="0">
                  <a:pos x="T2" y="T3"/>
                </a:cxn>
                <a:cxn ang="0">
                  <a:pos x="T4" y="T5"/>
                </a:cxn>
                <a:cxn ang="0">
                  <a:pos x="T6" y="T7"/>
                </a:cxn>
                <a:cxn ang="0">
                  <a:pos x="T8" y="T9"/>
                </a:cxn>
                <a:cxn ang="0">
                  <a:pos x="T10" y="T11"/>
                </a:cxn>
                <a:cxn ang="0">
                  <a:pos x="T12" y="T13"/>
                </a:cxn>
              </a:cxnLst>
              <a:rect l="0" t="0" r="r" b="b"/>
              <a:pathLst>
                <a:path w="236" h="277">
                  <a:moveTo>
                    <a:pt x="35" y="266"/>
                  </a:moveTo>
                  <a:cubicBezTo>
                    <a:pt x="35" y="266"/>
                    <a:pt x="109" y="235"/>
                    <a:pt x="170" y="206"/>
                  </a:cubicBezTo>
                  <a:cubicBezTo>
                    <a:pt x="174" y="147"/>
                    <a:pt x="189" y="70"/>
                    <a:pt x="236" y="2"/>
                  </a:cubicBezTo>
                  <a:lnTo>
                    <a:pt x="227" y="1"/>
                  </a:lnTo>
                  <a:cubicBezTo>
                    <a:pt x="145" y="0"/>
                    <a:pt x="134" y="14"/>
                    <a:pt x="94" y="87"/>
                  </a:cubicBezTo>
                  <a:lnTo>
                    <a:pt x="20" y="223"/>
                  </a:lnTo>
                  <a:cubicBezTo>
                    <a:pt x="0" y="260"/>
                    <a:pt x="15" y="277"/>
                    <a:pt x="35" y="26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Freeform 623"/>
            <p:cNvSpPr>
              <a:spLocks noEditPoints="1"/>
            </p:cNvSpPr>
            <p:nvPr/>
          </p:nvSpPr>
          <p:spPr bwMode="auto">
            <a:xfrm>
              <a:off x="3316" y="943"/>
              <a:ext cx="1738" cy="1706"/>
            </a:xfrm>
            <a:custGeom>
              <a:avLst/>
              <a:gdLst>
                <a:gd name="T0" fmla="*/ 367 w 438"/>
                <a:gd name="T1" fmla="*/ 111 h 429"/>
                <a:gd name="T2" fmla="*/ 320 w 438"/>
                <a:gd name="T3" fmla="*/ 111 h 429"/>
                <a:gd name="T4" fmla="*/ 320 w 438"/>
                <a:gd name="T5" fmla="*/ 64 h 429"/>
                <a:gd name="T6" fmla="*/ 367 w 438"/>
                <a:gd name="T7" fmla="*/ 64 h 429"/>
                <a:gd name="T8" fmla="*/ 367 w 438"/>
                <a:gd name="T9" fmla="*/ 111 h 429"/>
                <a:gd name="T10" fmla="*/ 296 w 438"/>
                <a:gd name="T11" fmla="*/ 229 h 429"/>
                <a:gd name="T12" fmla="*/ 202 w 438"/>
                <a:gd name="T13" fmla="*/ 229 h 429"/>
                <a:gd name="T14" fmla="*/ 202 w 438"/>
                <a:gd name="T15" fmla="*/ 135 h 429"/>
                <a:gd name="T16" fmla="*/ 296 w 438"/>
                <a:gd name="T17" fmla="*/ 135 h 429"/>
                <a:gd name="T18" fmla="*/ 296 w 438"/>
                <a:gd name="T19" fmla="*/ 229 h 429"/>
                <a:gd name="T20" fmla="*/ 383 w 438"/>
                <a:gd name="T21" fmla="*/ 0 h 429"/>
                <a:gd name="T22" fmla="*/ 93 w 438"/>
                <a:gd name="T23" fmla="*/ 124 h 429"/>
                <a:gd name="T24" fmla="*/ 0 w 438"/>
                <a:gd name="T25" fmla="*/ 354 h 429"/>
                <a:gd name="T26" fmla="*/ 69 w 438"/>
                <a:gd name="T27" fmla="*/ 265 h 429"/>
                <a:gd name="T28" fmla="*/ 142 w 438"/>
                <a:gd name="T29" fmla="*/ 243 h 429"/>
                <a:gd name="T30" fmla="*/ 175 w 438"/>
                <a:gd name="T31" fmla="*/ 254 h 429"/>
                <a:gd name="T32" fmla="*/ 163 w 438"/>
                <a:gd name="T33" fmla="*/ 360 h 429"/>
                <a:gd name="T34" fmla="*/ 162 w 438"/>
                <a:gd name="T35" fmla="*/ 361 h 429"/>
                <a:gd name="T36" fmla="*/ 74 w 438"/>
                <a:gd name="T37" fmla="*/ 429 h 429"/>
                <a:gd name="T38" fmla="*/ 304 w 438"/>
                <a:gd name="T39" fmla="*/ 336 h 429"/>
                <a:gd name="T40" fmla="*/ 422 w 438"/>
                <a:gd name="T41" fmla="*/ 6 h 429"/>
                <a:gd name="T42" fmla="*/ 383 w 438"/>
                <a:gd name="T43"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8" h="429">
                  <a:moveTo>
                    <a:pt x="367" y="111"/>
                  </a:moveTo>
                  <a:cubicBezTo>
                    <a:pt x="354" y="124"/>
                    <a:pt x="333" y="124"/>
                    <a:pt x="320" y="111"/>
                  </a:cubicBezTo>
                  <a:cubicBezTo>
                    <a:pt x="307" y="98"/>
                    <a:pt x="307" y="77"/>
                    <a:pt x="320" y="64"/>
                  </a:cubicBezTo>
                  <a:cubicBezTo>
                    <a:pt x="333" y="51"/>
                    <a:pt x="354" y="51"/>
                    <a:pt x="367" y="64"/>
                  </a:cubicBezTo>
                  <a:cubicBezTo>
                    <a:pt x="380" y="77"/>
                    <a:pt x="380" y="98"/>
                    <a:pt x="367" y="111"/>
                  </a:cubicBezTo>
                  <a:close/>
                  <a:moveTo>
                    <a:pt x="296" y="229"/>
                  </a:moveTo>
                  <a:cubicBezTo>
                    <a:pt x="270" y="255"/>
                    <a:pt x="228" y="255"/>
                    <a:pt x="202" y="229"/>
                  </a:cubicBezTo>
                  <a:cubicBezTo>
                    <a:pt x="176" y="203"/>
                    <a:pt x="176" y="161"/>
                    <a:pt x="202" y="135"/>
                  </a:cubicBezTo>
                  <a:cubicBezTo>
                    <a:pt x="228" y="109"/>
                    <a:pt x="270" y="109"/>
                    <a:pt x="296" y="135"/>
                  </a:cubicBezTo>
                  <a:cubicBezTo>
                    <a:pt x="322" y="161"/>
                    <a:pt x="322" y="203"/>
                    <a:pt x="296" y="229"/>
                  </a:cubicBezTo>
                  <a:close/>
                  <a:moveTo>
                    <a:pt x="383" y="0"/>
                  </a:moveTo>
                  <a:cubicBezTo>
                    <a:pt x="303" y="0"/>
                    <a:pt x="178" y="39"/>
                    <a:pt x="93" y="124"/>
                  </a:cubicBezTo>
                  <a:cubicBezTo>
                    <a:pt x="22" y="195"/>
                    <a:pt x="3" y="288"/>
                    <a:pt x="0" y="354"/>
                  </a:cubicBezTo>
                  <a:lnTo>
                    <a:pt x="69" y="265"/>
                  </a:lnTo>
                  <a:cubicBezTo>
                    <a:pt x="82" y="252"/>
                    <a:pt x="117" y="243"/>
                    <a:pt x="142" y="243"/>
                  </a:cubicBezTo>
                  <a:cubicBezTo>
                    <a:pt x="157" y="243"/>
                    <a:pt x="168" y="247"/>
                    <a:pt x="175" y="254"/>
                  </a:cubicBezTo>
                  <a:cubicBezTo>
                    <a:pt x="197" y="276"/>
                    <a:pt x="180" y="343"/>
                    <a:pt x="163" y="360"/>
                  </a:cubicBezTo>
                  <a:lnTo>
                    <a:pt x="162" y="361"/>
                  </a:lnTo>
                  <a:lnTo>
                    <a:pt x="74" y="429"/>
                  </a:lnTo>
                  <a:cubicBezTo>
                    <a:pt x="145" y="426"/>
                    <a:pt x="235" y="405"/>
                    <a:pt x="304" y="336"/>
                  </a:cubicBezTo>
                  <a:cubicBezTo>
                    <a:pt x="431" y="210"/>
                    <a:pt x="438" y="26"/>
                    <a:pt x="422" y="6"/>
                  </a:cubicBezTo>
                  <a:cubicBezTo>
                    <a:pt x="421" y="5"/>
                    <a:pt x="410" y="0"/>
                    <a:pt x="3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Collaboration5" descr="{&quot;Key&quot;:&quot;POWER_USER_SHAPE_ICON&quot;,&quot;Value&quot;:&quot;POWER_USER_SHAPE_ICON_STYLE_1&quot;}">
            <a:extLst>
              <a:ext uri="{FF2B5EF4-FFF2-40B4-BE49-F238E27FC236}">
                <a16:creationId xmlns:a16="http://schemas.microsoft.com/office/drawing/2014/main" id="{3B2FF74F-9816-4C77-F934-C2E6D750EA94}"/>
              </a:ext>
            </a:extLst>
          </p:cNvPr>
          <p:cNvGrpSpPr>
            <a:grpSpLocks noChangeAspect="1"/>
          </p:cNvGrpSpPr>
          <p:nvPr/>
        </p:nvGrpSpPr>
        <p:grpSpPr>
          <a:xfrm>
            <a:off x="2074638" y="4373960"/>
            <a:ext cx="628823" cy="629752"/>
            <a:chOff x="5438545" y="-940319"/>
            <a:chExt cx="737818" cy="738908"/>
          </a:xfrm>
          <a:solidFill>
            <a:srgbClr val="595959"/>
          </a:solidFill>
        </p:grpSpPr>
        <p:sp>
          <p:nvSpPr>
            <p:cNvPr id="4" name="Free-form: Shape 3">
              <a:extLst>
                <a:ext uri="{FF2B5EF4-FFF2-40B4-BE49-F238E27FC236}">
                  <a16:creationId xmlns:a16="http://schemas.microsoft.com/office/drawing/2014/main" id="{98B31715-581D-2F44-8232-53B1C473FE87}"/>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55327A20-C630-9F71-B598-360C833AC526}"/>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B3913B1-2D0F-C61B-80DB-DB730A5907B2}"/>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946CAD1C-0A0D-CFA0-3AC1-65AA52525015}"/>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grpSp>
        <p:nvGrpSpPr>
          <p:cNvPr id="11" name="Graduated_flask2" descr="{&quot;Key&quot;:&quot;POWER_USER_SHAPE_ICON&quot;,&quot;Value&quot;:&quot;POWER_USER_SHAPE_ICON_STYLE_1&quot;}">
            <a:extLst>
              <a:ext uri="{FF2B5EF4-FFF2-40B4-BE49-F238E27FC236}">
                <a16:creationId xmlns:a16="http://schemas.microsoft.com/office/drawing/2014/main" id="{B3D83226-0250-6B71-BF2B-1C25FABDF487}"/>
              </a:ext>
            </a:extLst>
          </p:cNvPr>
          <p:cNvGrpSpPr>
            <a:grpSpLocks noChangeAspect="1"/>
          </p:cNvGrpSpPr>
          <p:nvPr>
            <p:custDataLst>
              <p:tags r:id="rId3"/>
            </p:custDataLst>
          </p:nvPr>
        </p:nvGrpSpPr>
        <p:grpSpPr>
          <a:xfrm>
            <a:off x="4840048" y="3084481"/>
            <a:ext cx="635001" cy="762000"/>
            <a:chOff x="6648451" y="1389063"/>
            <a:chExt cx="238125" cy="285750"/>
          </a:xfrm>
          <a:solidFill>
            <a:srgbClr val="595959"/>
          </a:solidFill>
        </p:grpSpPr>
        <p:sp>
          <p:nvSpPr>
            <p:cNvPr id="17" name="Freeform 1154">
              <a:extLst>
                <a:ext uri="{FF2B5EF4-FFF2-40B4-BE49-F238E27FC236}">
                  <a16:creationId xmlns:a16="http://schemas.microsoft.com/office/drawing/2014/main" id="{213E5A3D-8716-C616-B3FC-2E5B4E30D56C}"/>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158">
              <a:extLst>
                <a:ext uri="{FF2B5EF4-FFF2-40B4-BE49-F238E27FC236}">
                  <a16:creationId xmlns:a16="http://schemas.microsoft.com/office/drawing/2014/main" id="{F3917985-19A1-90D6-858B-D6DE62C58C25}"/>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159">
              <a:extLst>
                <a:ext uri="{FF2B5EF4-FFF2-40B4-BE49-F238E27FC236}">
                  <a16:creationId xmlns:a16="http://schemas.microsoft.com/office/drawing/2014/main" id="{424D52A5-C916-5294-E464-4E12F097B9D1}"/>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Digitization2" descr="{&quot;Key&quot;:&quot;POWER_USER_SHAPE_ICON&quot;,&quot;Value&quot;:&quot;POWER_USER_SHAPE_ICON_STYLE_1&quot;}">
            <a:extLst>
              <a:ext uri="{FF2B5EF4-FFF2-40B4-BE49-F238E27FC236}">
                <a16:creationId xmlns:a16="http://schemas.microsoft.com/office/drawing/2014/main" id="{D660FEF1-6EBF-3F3C-B746-F10942DA856B}"/>
              </a:ext>
            </a:extLst>
          </p:cNvPr>
          <p:cNvGrpSpPr>
            <a:grpSpLocks noChangeAspect="1"/>
          </p:cNvGrpSpPr>
          <p:nvPr>
            <p:custDataLst>
              <p:tags r:id="rId4"/>
            </p:custDataLst>
          </p:nvPr>
        </p:nvGrpSpPr>
        <p:grpSpPr>
          <a:xfrm>
            <a:off x="7953228" y="2395036"/>
            <a:ext cx="749167" cy="647700"/>
            <a:chOff x="5738813" y="5402263"/>
            <a:chExt cx="703263" cy="608013"/>
          </a:xfrm>
          <a:solidFill>
            <a:srgbClr val="595959"/>
          </a:solidFill>
        </p:grpSpPr>
        <p:sp>
          <p:nvSpPr>
            <p:cNvPr id="21" name="Freeform 431">
              <a:extLst>
                <a:ext uri="{FF2B5EF4-FFF2-40B4-BE49-F238E27FC236}">
                  <a16:creationId xmlns:a16="http://schemas.microsoft.com/office/drawing/2014/main" id="{0E6B0859-7C77-DBE8-99D8-8A5532B9763A}"/>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2">
              <a:extLst>
                <a:ext uri="{FF2B5EF4-FFF2-40B4-BE49-F238E27FC236}">
                  <a16:creationId xmlns:a16="http://schemas.microsoft.com/office/drawing/2014/main" id="{C493D9A9-99EE-B6AF-00E6-EA1EEF11F1B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3">
              <a:extLst>
                <a:ext uri="{FF2B5EF4-FFF2-40B4-BE49-F238E27FC236}">
                  <a16:creationId xmlns:a16="http://schemas.microsoft.com/office/drawing/2014/main" id="{1438577F-23EF-B43C-E88B-5F19243E5AF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4">
              <a:extLst>
                <a:ext uri="{FF2B5EF4-FFF2-40B4-BE49-F238E27FC236}">
                  <a16:creationId xmlns:a16="http://schemas.microsoft.com/office/drawing/2014/main" id="{F5D7AD04-A73D-A2BB-EAF9-C2CC7EFF1B61}"/>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5">
              <a:extLst>
                <a:ext uri="{FF2B5EF4-FFF2-40B4-BE49-F238E27FC236}">
                  <a16:creationId xmlns:a16="http://schemas.microsoft.com/office/drawing/2014/main" id="{B7564E04-07AE-7A94-99BE-1AFB57C7D965}"/>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36">
              <a:extLst>
                <a:ext uri="{FF2B5EF4-FFF2-40B4-BE49-F238E27FC236}">
                  <a16:creationId xmlns:a16="http://schemas.microsoft.com/office/drawing/2014/main" id="{174FD451-F74B-1411-18B5-D35F0C520266}"/>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437">
              <a:extLst>
                <a:ext uri="{FF2B5EF4-FFF2-40B4-BE49-F238E27FC236}">
                  <a16:creationId xmlns:a16="http://schemas.microsoft.com/office/drawing/2014/main" id="{55B606DA-E936-0E8F-67D2-054501005F43}"/>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438">
              <a:extLst>
                <a:ext uri="{FF2B5EF4-FFF2-40B4-BE49-F238E27FC236}">
                  <a16:creationId xmlns:a16="http://schemas.microsoft.com/office/drawing/2014/main" id="{4CA093B0-54BB-8EF2-42E3-83DDBD58480D}"/>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439">
              <a:extLst>
                <a:ext uri="{FF2B5EF4-FFF2-40B4-BE49-F238E27FC236}">
                  <a16:creationId xmlns:a16="http://schemas.microsoft.com/office/drawing/2014/main" id="{B7D41920-2829-0FF8-FD67-BF7AAEC02B81}"/>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440">
              <a:extLst>
                <a:ext uri="{FF2B5EF4-FFF2-40B4-BE49-F238E27FC236}">
                  <a16:creationId xmlns:a16="http://schemas.microsoft.com/office/drawing/2014/main" id="{DFB8A951-BF55-4DFA-10D3-6DCB5F96B53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441">
              <a:extLst>
                <a:ext uri="{FF2B5EF4-FFF2-40B4-BE49-F238E27FC236}">
                  <a16:creationId xmlns:a16="http://schemas.microsoft.com/office/drawing/2014/main" id="{8756B67B-2983-116E-1A65-88DC88D1E874}"/>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442">
              <a:extLst>
                <a:ext uri="{FF2B5EF4-FFF2-40B4-BE49-F238E27FC236}">
                  <a16:creationId xmlns:a16="http://schemas.microsoft.com/office/drawing/2014/main" id="{8889AE46-EA14-B021-B520-A0A59E265203}"/>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443">
              <a:extLst>
                <a:ext uri="{FF2B5EF4-FFF2-40B4-BE49-F238E27FC236}">
                  <a16:creationId xmlns:a16="http://schemas.microsoft.com/office/drawing/2014/main" id="{B13C12CA-9995-AB32-63CE-30B7AD44684A}"/>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97266585"/>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04</a:t>
            </a:r>
          </a:p>
        </p:txBody>
      </p:sp>
      <p:sp>
        <p:nvSpPr>
          <p:cNvPr id="12" name="Oval 11"/>
          <p:cNvSpPr>
            <a:spLocks noChangeAspect="1"/>
          </p:cNvSpPr>
          <p:nvPr/>
        </p:nvSpPr>
        <p:spPr>
          <a:xfrm>
            <a:off x="829166" y="3293033"/>
            <a:ext cx="567771" cy="56777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1</a:t>
            </a:r>
          </a:p>
        </p:txBody>
      </p:sp>
      <p:grpSp>
        <p:nvGrpSpPr>
          <p:cNvPr id="26" name="Group 25"/>
          <p:cNvGrpSpPr/>
          <p:nvPr/>
        </p:nvGrpSpPr>
        <p:grpSpPr>
          <a:xfrm>
            <a:off x="46800" y="1899009"/>
            <a:ext cx="1428126" cy="2027436"/>
            <a:chOff x="2471189" y="1909482"/>
            <a:chExt cx="1428126" cy="2027436"/>
          </a:xfrm>
        </p:grpSpPr>
        <p:sp>
          <p:nvSpPr>
            <p:cNvPr id="6" name="Arc 5"/>
            <p:cNvSpPr/>
            <p:nvPr/>
          </p:nvSpPr>
          <p:spPr>
            <a:xfrm rot="16200000">
              <a:off x="3179315" y="3216918"/>
              <a:ext cx="720000" cy="720000"/>
            </a:xfrm>
            <a:prstGeom prst="arc">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endCxn id="6" idx="0"/>
            </p:cNvCxnSpPr>
            <p:nvPr/>
          </p:nvCxnSpPr>
          <p:spPr>
            <a:xfrm>
              <a:off x="2471189" y="3576918"/>
              <a:ext cx="708126" cy="0"/>
            </a:xfrm>
            <a:prstGeom prst="line">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537440" y="1909482"/>
              <a:ext cx="0" cy="1301439"/>
            </a:xfrm>
            <a:prstGeom prst="line">
              <a:avLst/>
            </a:prstGeom>
            <a:solidFill>
              <a:schemeClr val="accent1"/>
            </a:solidFill>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rot="10800000" flipH="1">
            <a:off x="754925" y="3234861"/>
            <a:ext cx="2148126" cy="2027436"/>
            <a:chOff x="1751189" y="1909482"/>
            <a:chExt cx="2148126" cy="2027436"/>
          </a:xfrm>
        </p:grpSpPr>
        <p:sp>
          <p:nvSpPr>
            <p:cNvPr id="28" name="Arc 27"/>
            <p:cNvSpPr/>
            <p:nvPr/>
          </p:nvSpPr>
          <p:spPr>
            <a:xfrm>
              <a:off x="1751189"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Arc 28"/>
            <p:cNvSpPr/>
            <p:nvPr/>
          </p:nvSpPr>
          <p:spPr>
            <a:xfrm rot="16200000">
              <a:off x="3179315"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0" name="Straight Connector 29"/>
            <p:cNvCxnSpPr>
              <a:endCxn id="29" idx="0"/>
            </p:cNvCxnSpPr>
            <p:nvPr/>
          </p:nvCxnSpPr>
          <p:spPr>
            <a:xfrm>
              <a:off x="2471189" y="3576918"/>
              <a:ext cx="708126" cy="0"/>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537440" y="1909482"/>
              <a:ext cx="0" cy="1301439"/>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a:off x="2182986" y="1899009"/>
            <a:ext cx="2148126" cy="2027436"/>
            <a:chOff x="1751189" y="1909482"/>
            <a:chExt cx="2148126" cy="2027436"/>
          </a:xfrm>
        </p:grpSpPr>
        <p:sp>
          <p:nvSpPr>
            <p:cNvPr id="38" name="Arc 37"/>
            <p:cNvSpPr/>
            <p:nvPr/>
          </p:nvSpPr>
          <p:spPr>
            <a:xfrm>
              <a:off x="1751189"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c 38"/>
            <p:cNvSpPr/>
            <p:nvPr/>
          </p:nvSpPr>
          <p:spPr>
            <a:xfrm rot="16200000">
              <a:off x="3179315"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endCxn id="39" idx="0"/>
            </p:cNvCxnSpPr>
            <p:nvPr/>
          </p:nvCxnSpPr>
          <p:spPr>
            <a:xfrm>
              <a:off x="2471189" y="3576918"/>
              <a:ext cx="708126" cy="0"/>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3537440" y="1909482"/>
              <a:ext cx="0" cy="1301439"/>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flipH="1">
            <a:off x="3602957" y="3234861"/>
            <a:ext cx="2148126" cy="2027436"/>
            <a:chOff x="1751189" y="1909482"/>
            <a:chExt cx="2148126" cy="2027436"/>
          </a:xfrm>
        </p:grpSpPr>
        <p:sp>
          <p:nvSpPr>
            <p:cNvPr id="48" name="Arc 47"/>
            <p:cNvSpPr/>
            <p:nvPr/>
          </p:nvSpPr>
          <p:spPr>
            <a:xfrm>
              <a:off x="1751189"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Arc 48"/>
            <p:cNvSpPr/>
            <p:nvPr/>
          </p:nvSpPr>
          <p:spPr>
            <a:xfrm rot="16200000">
              <a:off x="3179315"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50" name="Straight Connector 49"/>
            <p:cNvCxnSpPr>
              <a:endCxn id="49" idx="0"/>
            </p:cNvCxnSpPr>
            <p:nvPr/>
          </p:nvCxnSpPr>
          <p:spPr>
            <a:xfrm>
              <a:off x="2471189" y="3576918"/>
              <a:ext cx="708126" cy="0"/>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3537440" y="1909482"/>
              <a:ext cx="0" cy="1301439"/>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7" name="Oval 56"/>
          <p:cNvSpPr>
            <a:spLocks noChangeAspect="1"/>
          </p:cNvSpPr>
          <p:nvPr/>
        </p:nvSpPr>
        <p:spPr>
          <a:xfrm>
            <a:off x="2255258" y="3293033"/>
            <a:ext cx="567771" cy="56777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2</a:t>
            </a:r>
          </a:p>
        </p:txBody>
      </p:sp>
      <p:sp>
        <p:nvSpPr>
          <p:cNvPr id="58" name="Oval 57"/>
          <p:cNvSpPr>
            <a:spLocks noChangeAspect="1"/>
          </p:cNvSpPr>
          <p:nvPr/>
        </p:nvSpPr>
        <p:spPr>
          <a:xfrm>
            <a:off x="3679198" y="3293033"/>
            <a:ext cx="567771" cy="56777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3</a:t>
            </a:r>
          </a:p>
        </p:txBody>
      </p:sp>
      <p:sp>
        <p:nvSpPr>
          <p:cNvPr id="60" name="Oval 59"/>
          <p:cNvSpPr>
            <a:spLocks noChangeAspect="1"/>
          </p:cNvSpPr>
          <p:nvPr/>
        </p:nvSpPr>
        <p:spPr>
          <a:xfrm>
            <a:off x="5093630" y="3282560"/>
            <a:ext cx="567771" cy="56777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4</a:t>
            </a:r>
          </a:p>
        </p:txBody>
      </p:sp>
      <p:sp>
        <p:nvSpPr>
          <p:cNvPr id="61" name="Oval 60"/>
          <p:cNvSpPr>
            <a:spLocks noChangeAspect="1"/>
          </p:cNvSpPr>
          <p:nvPr/>
        </p:nvSpPr>
        <p:spPr>
          <a:xfrm>
            <a:off x="6519881" y="3282560"/>
            <a:ext cx="567771" cy="56777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5</a:t>
            </a:r>
          </a:p>
        </p:txBody>
      </p:sp>
      <p:grpSp>
        <p:nvGrpSpPr>
          <p:cNvPr id="62" name="Group 61"/>
          <p:cNvGrpSpPr/>
          <p:nvPr/>
        </p:nvGrpSpPr>
        <p:grpSpPr>
          <a:xfrm>
            <a:off x="5017515" y="1899009"/>
            <a:ext cx="2148126" cy="2027436"/>
            <a:chOff x="1751189" y="1909482"/>
            <a:chExt cx="2148126" cy="2027436"/>
          </a:xfrm>
        </p:grpSpPr>
        <p:sp>
          <p:nvSpPr>
            <p:cNvPr id="63" name="Arc 62"/>
            <p:cNvSpPr/>
            <p:nvPr/>
          </p:nvSpPr>
          <p:spPr>
            <a:xfrm>
              <a:off x="1751189"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6200000">
              <a:off x="3179315"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5" name="Straight Connector 64"/>
            <p:cNvCxnSpPr>
              <a:endCxn id="64" idx="0"/>
            </p:cNvCxnSpPr>
            <p:nvPr/>
          </p:nvCxnSpPr>
          <p:spPr>
            <a:xfrm>
              <a:off x="2471189" y="3576918"/>
              <a:ext cx="708126" cy="0"/>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3537440" y="1909482"/>
              <a:ext cx="0" cy="1301439"/>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rot="10800000" flipH="1">
            <a:off x="6445640" y="3234861"/>
            <a:ext cx="2148126" cy="2027436"/>
            <a:chOff x="1751189" y="1909482"/>
            <a:chExt cx="2148126" cy="2027436"/>
          </a:xfrm>
        </p:grpSpPr>
        <p:sp>
          <p:nvSpPr>
            <p:cNvPr id="73" name="Arc 72"/>
            <p:cNvSpPr/>
            <p:nvPr/>
          </p:nvSpPr>
          <p:spPr>
            <a:xfrm>
              <a:off x="1751189"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Arc 73"/>
            <p:cNvSpPr/>
            <p:nvPr/>
          </p:nvSpPr>
          <p:spPr>
            <a:xfrm rot="16200000">
              <a:off x="3179315"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5" name="Straight Connector 74"/>
            <p:cNvCxnSpPr>
              <a:endCxn id="74" idx="0"/>
            </p:cNvCxnSpPr>
            <p:nvPr/>
          </p:nvCxnSpPr>
          <p:spPr>
            <a:xfrm>
              <a:off x="2471189" y="3576918"/>
              <a:ext cx="708126" cy="0"/>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3537440" y="1909482"/>
              <a:ext cx="0" cy="1301439"/>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82" name="Group 81"/>
          <p:cNvGrpSpPr/>
          <p:nvPr/>
        </p:nvGrpSpPr>
        <p:grpSpPr>
          <a:xfrm>
            <a:off x="7873701" y="1899009"/>
            <a:ext cx="2148126" cy="2027436"/>
            <a:chOff x="1751189" y="1909482"/>
            <a:chExt cx="2148126" cy="2027436"/>
          </a:xfrm>
        </p:grpSpPr>
        <p:sp>
          <p:nvSpPr>
            <p:cNvPr id="83" name="Arc 82"/>
            <p:cNvSpPr/>
            <p:nvPr/>
          </p:nvSpPr>
          <p:spPr>
            <a:xfrm>
              <a:off x="1751189"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Arc 83"/>
            <p:cNvSpPr/>
            <p:nvPr/>
          </p:nvSpPr>
          <p:spPr>
            <a:xfrm rot="16200000">
              <a:off x="3179315"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5" name="Straight Connector 84"/>
            <p:cNvCxnSpPr>
              <a:cxnSpLocks/>
              <a:endCxn id="84" idx="0"/>
            </p:cNvCxnSpPr>
            <p:nvPr/>
          </p:nvCxnSpPr>
          <p:spPr>
            <a:xfrm>
              <a:off x="2471189" y="3576918"/>
              <a:ext cx="708126" cy="0"/>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3537440" y="1909482"/>
              <a:ext cx="0" cy="1301439"/>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02" name="Oval 101"/>
          <p:cNvSpPr>
            <a:spLocks noChangeAspect="1"/>
          </p:cNvSpPr>
          <p:nvPr/>
        </p:nvSpPr>
        <p:spPr>
          <a:xfrm>
            <a:off x="7945973" y="3282560"/>
            <a:ext cx="567771" cy="56777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6</a:t>
            </a:r>
          </a:p>
        </p:txBody>
      </p:sp>
      <p:sp>
        <p:nvSpPr>
          <p:cNvPr id="103" name="Oval 102"/>
          <p:cNvSpPr>
            <a:spLocks noChangeAspect="1"/>
          </p:cNvSpPr>
          <p:nvPr/>
        </p:nvSpPr>
        <p:spPr>
          <a:xfrm>
            <a:off x="9369913" y="3282560"/>
            <a:ext cx="567771" cy="567771"/>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7</a:t>
            </a:r>
          </a:p>
        </p:txBody>
      </p:sp>
      <p:grpSp>
        <p:nvGrpSpPr>
          <p:cNvPr id="135" name="Group 134"/>
          <p:cNvGrpSpPr/>
          <p:nvPr/>
        </p:nvGrpSpPr>
        <p:grpSpPr>
          <a:xfrm rot="10800000" flipH="1">
            <a:off x="9288323" y="3234861"/>
            <a:ext cx="2148126" cy="2027436"/>
            <a:chOff x="1751189" y="1909482"/>
            <a:chExt cx="2148126" cy="2027436"/>
          </a:xfrm>
        </p:grpSpPr>
        <p:sp>
          <p:nvSpPr>
            <p:cNvPr id="136" name="Arc 135"/>
            <p:cNvSpPr/>
            <p:nvPr/>
          </p:nvSpPr>
          <p:spPr>
            <a:xfrm>
              <a:off x="1751189"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Arc 136"/>
            <p:cNvSpPr/>
            <p:nvPr/>
          </p:nvSpPr>
          <p:spPr>
            <a:xfrm rot="16200000">
              <a:off x="3179315"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38" name="Straight Connector 137"/>
            <p:cNvCxnSpPr>
              <a:endCxn id="137" idx="0"/>
            </p:cNvCxnSpPr>
            <p:nvPr/>
          </p:nvCxnSpPr>
          <p:spPr>
            <a:xfrm>
              <a:off x="2471189" y="3576918"/>
              <a:ext cx="708126" cy="0"/>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a:off x="3537440" y="1909482"/>
              <a:ext cx="0" cy="1301439"/>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45" name="Group 144"/>
          <p:cNvGrpSpPr/>
          <p:nvPr/>
        </p:nvGrpSpPr>
        <p:grpSpPr>
          <a:xfrm>
            <a:off x="10716384" y="3206445"/>
            <a:ext cx="1428126" cy="720000"/>
            <a:chOff x="1751189" y="3216918"/>
            <a:chExt cx="1428126" cy="720000"/>
          </a:xfrm>
        </p:grpSpPr>
        <p:sp>
          <p:nvSpPr>
            <p:cNvPr id="146" name="Arc 145"/>
            <p:cNvSpPr/>
            <p:nvPr/>
          </p:nvSpPr>
          <p:spPr>
            <a:xfrm>
              <a:off x="1751189" y="3216918"/>
              <a:ext cx="720000" cy="720000"/>
            </a:xfrm>
            <a:prstGeom prst="arc">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48" name="Straight Connector 147"/>
            <p:cNvCxnSpPr/>
            <p:nvPr/>
          </p:nvCxnSpPr>
          <p:spPr>
            <a:xfrm>
              <a:off x="2471189" y="3576918"/>
              <a:ext cx="708126" cy="0"/>
            </a:xfrm>
            <a:prstGeom prst="line">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55" name="Oval 154"/>
          <p:cNvSpPr>
            <a:spLocks noChangeAspect="1"/>
          </p:cNvSpPr>
          <p:nvPr/>
        </p:nvSpPr>
        <p:spPr>
          <a:xfrm>
            <a:off x="10788656" y="3302004"/>
            <a:ext cx="567771" cy="567771"/>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8</a:t>
            </a:r>
          </a:p>
        </p:txBody>
      </p:sp>
      <p:sp>
        <p:nvSpPr>
          <p:cNvPr id="156" name="TextBox 155"/>
          <p:cNvSpPr txBox="1"/>
          <p:nvPr/>
        </p:nvSpPr>
        <p:spPr>
          <a:xfrm>
            <a:off x="1126746"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7" name="TextBox 156"/>
          <p:cNvSpPr txBox="1"/>
          <p:nvPr/>
        </p:nvSpPr>
        <p:spPr>
          <a:xfrm>
            <a:off x="-39980"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8" name="TextBox 157"/>
          <p:cNvSpPr txBox="1"/>
          <p:nvPr/>
        </p:nvSpPr>
        <p:spPr>
          <a:xfrm>
            <a:off x="3972390"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9" name="TextBox 158"/>
          <p:cNvSpPr txBox="1"/>
          <p:nvPr/>
        </p:nvSpPr>
        <p:spPr>
          <a:xfrm>
            <a:off x="2787192"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4" name="TextBox 163"/>
          <p:cNvSpPr txBox="1"/>
          <p:nvPr/>
        </p:nvSpPr>
        <p:spPr>
          <a:xfrm>
            <a:off x="6808980"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5" name="TextBox 164"/>
          <p:cNvSpPr txBox="1"/>
          <p:nvPr/>
        </p:nvSpPr>
        <p:spPr>
          <a:xfrm>
            <a:off x="5633018"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6" name="TextBox 165"/>
          <p:cNvSpPr txBox="1"/>
          <p:nvPr/>
        </p:nvSpPr>
        <p:spPr>
          <a:xfrm>
            <a:off x="9666202"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7" name="TextBox 166"/>
          <p:cNvSpPr txBox="1"/>
          <p:nvPr/>
        </p:nvSpPr>
        <p:spPr>
          <a:xfrm>
            <a:off x="8484139"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Tree>
    <p:custDataLst>
      <p:tags r:id="rId1"/>
    </p:custDataLst>
    <p:extLst>
      <p:ext uri="{BB962C8B-B14F-4D97-AF65-F5344CB8AC3E}">
        <p14:creationId xmlns:p14="http://schemas.microsoft.com/office/powerpoint/2010/main" val="1813561408"/>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Oval 102"/>
          <p:cNvSpPr>
            <a:spLocks noChangeAspect="1"/>
          </p:cNvSpPr>
          <p:nvPr/>
        </p:nvSpPr>
        <p:spPr>
          <a:xfrm>
            <a:off x="10515752"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 name="Oval 101"/>
          <p:cNvSpPr>
            <a:spLocks noChangeAspect="1"/>
          </p:cNvSpPr>
          <p:nvPr/>
        </p:nvSpPr>
        <p:spPr>
          <a:xfrm>
            <a:off x="8013900"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Oval 97"/>
          <p:cNvSpPr>
            <a:spLocks noChangeAspect="1"/>
          </p:cNvSpPr>
          <p:nvPr/>
        </p:nvSpPr>
        <p:spPr>
          <a:xfrm>
            <a:off x="5509115"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Oval 96"/>
          <p:cNvSpPr>
            <a:spLocks noChangeAspect="1"/>
          </p:cNvSpPr>
          <p:nvPr/>
        </p:nvSpPr>
        <p:spPr>
          <a:xfrm>
            <a:off x="3010121"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Oval 94"/>
          <p:cNvSpPr>
            <a:spLocks noChangeAspect="1"/>
          </p:cNvSpPr>
          <p:nvPr/>
        </p:nvSpPr>
        <p:spPr>
          <a:xfrm>
            <a:off x="516417"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Timeline 06</a:t>
            </a:r>
          </a:p>
        </p:txBody>
      </p:sp>
      <p:sp>
        <p:nvSpPr>
          <p:cNvPr id="38" name="Oval 37"/>
          <p:cNvSpPr>
            <a:spLocks noChangeAspect="1"/>
          </p:cNvSpPr>
          <p:nvPr/>
        </p:nvSpPr>
        <p:spPr>
          <a:xfrm>
            <a:off x="617772" y="2721563"/>
            <a:ext cx="965292" cy="965292"/>
          </a:xfrm>
          <a:prstGeom prst="ellipse">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Oval 34"/>
          <p:cNvSpPr>
            <a:spLocks noChangeAspect="1"/>
          </p:cNvSpPr>
          <p:nvPr/>
        </p:nvSpPr>
        <p:spPr>
          <a:xfrm>
            <a:off x="3111477" y="2721563"/>
            <a:ext cx="965292" cy="965292"/>
          </a:xfrm>
          <a:prstGeom prst="ellipse">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Oval 35"/>
          <p:cNvSpPr>
            <a:spLocks noChangeAspect="1"/>
          </p:cNvSpPr>
          <p:nvPr/>
        </p:nvSpPr>
        <p:spPr>
          <a:xfrm>
            <a:off x="5610470" y="2721563"/>
            <a:ext cx="965292" cy="965292"/>
          </a:xfrm>
          <a:prstGeom prst="ellipse">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Oval 36"/>
          <p:cNvSpPr>
            <a:spLocks noChangeAspect="1"/>
          </p:cNvSpPr>
          <p:nvPr/>
        </p:nvSpPr>
        <p:spPr>
          <a:xfrm>
            <a:off x="8115231" y="2721563"/>
            <a:ext cx="965292" cy="965292"/>
          </a:xfrm>
          <a:prstGeom prst="ellipse">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Freeform: Shape 73"/>
          <p:cNvSpPr/>
          <p:nvPr>
            <p:custDataLst>
              <p:tags r:id="rId2"/>
            </p:custDataLst>
          </p:nvPr>
        </p:nvSpPr>
        <p:spPr>
          <a:xfrm rot="2811700">
            <a:off x="1460752"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9" name="Freeform: Shape 78"/>
          <p:cNvSpPr/>
          <p:nvPr>
            <p:custDataLst>
              <p:tags r:id="rId3"/>
            </p:custDataLst>
          </p:nvPr>
        </p:nvSpPr>
        <p:spPr>
          <a:xfrm rot="17211700" flipV="1">
            <a:off x="4200526" y="3013240"/>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Freeform: Shape 79"/>
          <p:cNvSpPr/>
          <p:nvPr>
            <p:custDataLst>
              <p:tags r:id="rId4"/>
            </p:custDataLst>
          </p:nvPr>
        </p:nvSpPr>
        <p:spPr>
          <a:xfrm rot="2811700">
            <a:off x="6519558"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1" name="Freeform: Shape 80"/>
          <p:cNvSpPr/>
          <p:nvPr>
            <p:custDataLst>
              <p:tags r:id="rId5"/>
            </p:custDataLst>
          </p:nvPr>
        </p:nvSpPr>
        <p:spPr>
          <a:xfrm rot="17211700" flipV="1">
            <a:off x="9259333" y="3033839"/>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3" name="Oval 82"/>
          <p:cNvSpPr>
            <a:spLocks noChangeAspect="1"/>
          </p:cNvSpPr>
          <p:nvPr/>
        </p:nvSpPr>
        <p:spPr>
          <a:xfrm>
            <a:off x="10617108" y="2721563"/>
            <a:ext cx="965292" cy="965292"/>
          </a:xfrm>
          <a:prstGeom prst="ellipse">
            <a:avLst/>
          </a:prstGeom>
          <a:solidFill>
            <a:schemeClr val="accent5"/>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609600"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7" name="Rectangle 86"/>
          <p:cNvSpPr/>
          <p:nvPr/>
        </p:nvSpPr>
        <p:spPr>
          <a:xfrm>
            <a:off x="3111477" y="1487885"/>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8" name="Rectangle 87"/>
          <p:cNvSpPr/>
          <p:nvPr/>
        </p:nvSpPr>
        <p:spPr>
          <a:xfrm>
            <a:off x="5604024"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9" name="Rectangle 88"/>
          <p:cNvSpPr/>
          <p:nvPr/>
        </p:nvSpPr>
        <p:spPr>
          <a:xfrm>
            <a:off x="8105901" y="1473044"/>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90" name="Rectangle 89"/>
          <p:cNvSpPr/>
          <p:nvPr/>
        </p:nvSpPr>
        <p:spPr>
          <a:xfrm>
            <a:off x="9776458"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3" name="Bike2" descr="{&quot;Key&quot;:&quot;POWER_USER_SHAPE_ICON&quot;,&quot;Value&quot;:&quot;POWER_USER_SHAPE_ICON_STYLE_1&quot;}">
            <a:extLst>
              <a:ext uri="{FF2B5EF4-FFF2-40B4-BE49-F238E27FC236}">
                <a16:creationId xmlns:a16="http://schemas.microsoft.com/office/drawing/2014/main" id="{9C6E6723-1226-1749-53D0-29006BCEB965}"/>
              </a:ext>
            </a:extLst>
          </p:cNvPr>
          <p:cNvSpPr>
            <a:spLocks noChangeAspect="1"/>
          </p:cNvSpPr>
          <p:nvPr/>
        </p:nvSpPr>
        <p:spPr>
          <a:xfrm>
            <a:off x="728747" y="2989833"/>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rgbClr val="FFFFFF"/>
          </a:solidFill>
          <a:ln w="9525" cap="flat">
            <a:noFill/>
            <a:prstDash val="solid"/>
            <a:miter/>
          </a:ln>
        </p:spPr>
        <p:txBody>
          <a:bodyPr rtlCol="0" anchor="ctr"/>
          <a:lstStyle/>
          <a:p>
            <a:endParaRPr lang="en-US" dirty="0"/>
          </a:p>
        </p:txBody>
      </p:sp>
      <p:grpSp>
        <p:nvGrpSpPr>
          <p:cNvPr id="4" name="Document_management2" descr="{&quot;Key&quot;:&quot;POWER_USER_SHAPE_ICON&quot;,&quot;Value&quot;:&quot;POWER_USER_SHAPE_ICON_STYLE_1&quot;}">
            <a:extLst>
              <a:ext uri="{FF2B5EF4-FFF2-40B4-BE49-F238E27FC236}">
                <a16:creationId xmlns:a16="http://schemas.microsoft.com/office/drawing/2014/main" id="{D8A30EF4-2F4B-6701-2CF6-28B0BC56EAA5}"/>
              </a:ext>
            </a:extLst>
          </p:cNvPr>
          <p:cNvGrpSpPr>
            <a:grpSpLocks noChangeAspect="1"/>
          </p:cNvGrpSpPr>
          <p:nvPr/>
        </p:nvGrpSpPr>
        <p:grpSpPr>
          <a:xfrm>
            <a:off x="3206571" y="2853244"/>
            <a:ext cx="762000" cy="762000"/>
            <a:chOff x="3009901" y="2492375"/>
            <a:chExt cx="403225" cy="403225"/>
          </a:xfrm>
          <a:solidFill>
            <a:srgbClr val="FFFFFF"/>
          </a:solidFill>
        </p:grpSpPr>
        <p:sp>
          <p:nvSpPr>
            <p:cNvPr id="5" name="Freeform 650">
              <a:extLst>
                <a:ext uri="{FF2B5EF4-FFF2-40B4-BE49-F238E27FC236}">
                  <a16:creationId xmlns:a16="http://schemas.microsoft.com/office/drawing/2014/main" id="{1734CDA2-AED0-377D-30DE-3FCE62AE5AC8}"/>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651">
              <a:extLst>
                <a:ext uri="{FF2B5EF4-FFF2-40B4-BE49-F238E27FC236}">
                  <a16:creationId xmlns:a16="http://schemas.microsoft.com/office/drawing/2014/main" id="{B48BD4B8-E7F6-9A94-FD97-8119D345CC7C}"/>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652">
              <a:extLst>
                <a:ext uri="{FF2B5EF4-FFF2-40B4-BE49-F238E27FC236}">
                  <a16:creationId xmlns:a16="http://schemas.microsoft.com/office/drawing/2014/main" id="{94B0A4AB-7AC2-6A0A-112E-E9528BCA1295}"/>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653">
              <a:extLst>
                <a:ext uri="{FF2B5EF4-FFF2-40B4-BE49-F238E27FC236}">
                  <a16:creationId xmlns:a16="http://schemas.microsoft.com/office/drawing/2014/main" id="{6D9D2ECC-DFDB-B9F0-99C8-8E5F883E780F}"/>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654">
              <a:extLst>
                <a:ext uri="{FF2B5EF4-FFF2-40B4-BE49-F238E27FC236}">
                  <a16:creationId xmlns:a16="http://schemas.microsoft.com/office/drawing/2014/main" id="{7B1A7C86-DAEF-70BC-CC3A-AA5548957713}"/>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655">
              <a:extLst>
                <a:ext uri="{FF2B5EF4-FFF2-40B4-BE49-F238E27FC236}">
                  <a16:creationId xmlns:a16="http://schemas.microsoft.com/office/drawing/2014/main" id="{5D0915D1-10DD-BA4D-54BF-92DFA975CC13}"/>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656">
              <a:extLst>
                <a:ext uri="{FF2B5EF4-FFF2-40B4-BE49-F238E27FC236}">
                  <a16:creationId xmlns:a16="http://schemas.microsoft.com/office/drawing/2014/main" id="{952B5956-B38D-BA83-47FB-B6F9DA56CBB7}"/>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657">
              <a:extLst>
                <a:ext uri="{FF2B5EF4-FFF2-40B4-BE49-F238E27FC236}">
                  <a16:creationId xmlns:a16="http://schemas.microsoft.com/office/drawing/2014/main" id="{05386E25-779C-55CA-3900-E6994041EA80}"/>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658">
              <a:extLst>
                <a:ext uri="{FF2B5EF4-FFF2-40B4-BE49-F238E27FC236}">
                  <a16:creationId xmlns:a16="http://schemas.microsoft.com/office/drawing/2014/main" id="{A6C15534-F9C6-3D39-ACE9-5F8E16DB00F0}"/>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659">
              <a:extLst>
                <a:ext uri="{FF2B5EF4-FFF2-40B4-BE49-F238E27FC236}">
                  <a16:creationId xmlns:a16="http://schemas.microsoft.com/office/drawing/2014/main" id="{DB2F8E96-528B-34CD-733B-00C601ED90F8}"/>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660">
              <a:extLst>
                <a:ext uri="{FF2B5EF4-FFF2-40B4-BE49-F238E27FC236}">
                  <a16:creationId xmlns:a16="http://schemas.microsoft.com/office/drawing/2014/main" id="{A437D801-B3F7-0AEE-FA04-FE857F55BFBE}"/>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661">
              <a:extLst>
                <a:ext uri="{FF2B5EF4-FFF2-40B4-BE49-F238E27FC236}">
                  <a16:creationId xmlns:a16="http://schemas.microsoft.com/office/drawing/2014/main" id="{B195BC7E-9F6F-021A-3112-EF321808E3E5}"/>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Calendar7" descr="{&quot;Key&quot;:&quot;POWER_USER_SHAPE_ICON&quot;,&quot;Value&quot;:&quot;POWER_USER_SHAPE_ICON_STYLE_1&quot;}">
            <a:extLst>
              <a:ext uri="{FF2B5EF4-FFF2-40B4-BE49-F238E27FC236}">
                <a16:creationId xmlns:a16="http://schemas.microsoft.com/office/drawing/2014/main" id="{54D40AAE-C230-18A9-0D45-631776DA4697}"/>
              </a:ext>
            </a:extLst>
          </p:cNvPr>
          <p:cNvGrpSpPr>
            <a:grpSpLocks noChangeAspect="1"/>
          </p:cNvGrpSpPr>
          <p:nvPr/>
        </p:nvGrpSpPr>
        <p:grpSpPr>
          <a:xfrm>
            <a:off x="5784530" y="2874474"/>
            <a:ext cx="616848" cy="629752"/>
            <a:chOff x="4816476" y="6386513"/>
            <a:chExt cx="379413" cy="387350"/>
          </a:xfrm>
          <a:solidFill>
            <a:srgbClr val="FFFFFF"/>
          </a:solidFill>
        </p:grpSpPr>
        <p:sp>
          <p:nvSpPr>
            <p:cNvPr id="18" name="Freeform 1001">
              <a:extLst>
                <a:ext uri="{FF2B5EF4-FFF2-40B4-BE49-F238E27FC236}">
                  <a16:creationId xmlns:a16="http://schemas.microsoft.com/office/drawing/2014/main" id="{3F22FBE0-15C6-34B5-769C-C8C66CFD7403}"/>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Rectangle 1002">
              <a:extLst>
                <a:ext uri="{FF2B5EF4-FFF2-40B4-BE49-F238E27FC236}">
                  <a16:creationId xmlns:a16="http://schemas.microsoft.com/office/drawing/2014/main" id="{03213635-7D57-B659-4B7A-15C183E755B2}"/>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Rectangle 1003">
              <a:extLst>
                <a:ext uri="{FF2B5EF4-FFF2-40B4-BE49-F238E27FC236}">
                  <a16:creationId xmlns:a16="http://schemas.microsoft.com/office/drawing/2014/main" id="{F4D37B0D-FBE8-49EE-0EDB-3850B6B65A65}"/>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1004">
              <a:extLst>
                <a:ext uri="{FF2B5EF4-FFF2-40B4-BE49-F238E27FC236}">
                  <a16:creationId xmlns:a16="http://schemas.microsoft.com/office/drawing/2014/main" id="{FF1CC4C7-B2AC-7238-00D7-8FBF3130A335}"/>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Rectangle 1005">
              <a:extLst>
                <a:ext uri="{FF2B5EF4-FFF2-40B4-BE49-F238E27FC236}">
                  <a16:creationId xmlns:a16="http://schemas.microsoft.com/office/drawing/2014/main" id="{1A4779B2-54D2-809E-0443-6C8966F205C5}"/>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Rectangle 1006">
              <a:extLst>
                <a:ext uri="{FF2B5EF4-FFF2-40B4-BE49-F238E27FC236}">
                  <a16:creationId xmlns:a16="http://schemas.microsoft.com/office/drawing/2014/main" id="{E75BC2C6-F4B5-6A43-131B-33B9963944CB}"/>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Rectangle 1007">
              <a:extLst>
                <a:ext uri="{FF2B5EF4-FFF2-40B4-BE49-F238E27FC236}">
                  <a16:creationId xmlns:a16="http://schemas.microsoft.com/office/drawing/2014/main" id="{39A964A8-F164-F9BA-8798-1D6EB3548AB8}"/>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1008">
              <a:extLst>
                <a:ext uri="{FF2B5EF4-FFF2-40B4-BE49-F238E27FC236}">
                  <a16:creationId xmlns:a16="http://schemas.microsoft.com/office/drawing/2014/main" id="{C1EDC280-92C5-5043-04CB-1C658884CD7B}"/>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1010">
              <a:extLst>
                <a:ext uri="{FF2B5EF4-FFF2-40B4-BE49-F238E27FC236}">
                  <a16:creationId xmlns:a16="http://schemas.microsoft.com/office/drawing/2014/main" id="{ED97F3AB-A09D-7807-A184-4FC71FE656B3}"/>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1011">
              <a:extLst>
                <a:ext uri="{FF2B5EF4-FFF2-40B4-BE49-F238E27FC236}">
                  <a16:creationId xmlns:a16="http://schemas.microsoft.com/office/drawing/2014/main" id="{D59255B1-950D-8F5F-A1D4-17D24855D9B4}"/>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1012">
              <a:extLst>
                <a:ext uri="{FF2B5EF4-FFF2-40B4-BE49-F238E27FC236}">
                  <a16:creationId xmlns:a16="http://schemas.microsoft.com/office/drawing/2014/main" id="{8D1405EE-9840-AA71-A8A8-EC720232E3C2}"/>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Rectangle 1013">
              <a:extLst>
                <a:ext uri="{FF2B5EF4-FFF2-40B4-BE49-F238E27FC236}">
                  <a16:creationId xmlns:a16="http://schemas.microsoft.com/office/drawing/2014/main" id="{B34A3D3F-D44B-61C8-0178-918A323C7618}"/>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1014">
              <a:extLst>
                <a:ext uri="{FF2B5EF4-FFF2-40B4-BE49-F238E27FC236}">
                  <a16:creationId xmlns:a16="http://schemas.microsoft.com/office/drawing/2014/main" id="{47E8F8A9-C4F3-C1B2-43E9-D20CF9FBB81D}"/>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1015">
              <a:extLst>
                <a:ext uri="{FF2B5EF4-FFF2-40B4-BE49-F238E27FC236}">
                  <a16:creationId xmlns:a16="http://schemas.microsoft.com/office/drawing/2014/main" id="{C66046E4-CF4D-B1BD-E1E0-09B459BEB4B6}"/>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1016">
              <a:extLst>
                <a:ext uri="{FF2B5EF4-FFF2-40B4-BE49-F238E27FC236}">
                  <a16:creationId xmlns:a16="http://schemas.microsoft.com/office/drawing/2014/main" id="{C5EEDCE3-E5BD-5E80-4D0B-6831A31541EE}"/>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Rectangle 1017">
              <a:extLst>
                <a:ext uri="{FF2B5EF4-FFF2-40B4-BE49-F238E27FC236}">
                  <a16:creationId xmlns:a16="http://schemas.microsoft.com/office/drawing/2014/main" id="{53920E70-7C6C-A104-6C99-8C42CE1CFE22}"/>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Rectangle 1018">
              <a:extLst>
                <a:ext uri="{FF2B5EF4-FFF2-40B4-BE49-F238E27FC236}">
                  <a16:creationId xmlns:a16="http://schemas.microsoft.com/office/drawing/2014/main" id="{194E23C7-28E8-BF9C-CB60-4B8B701999DC}"/>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Rectangle 1019">
              <a:extLst>
                <a:ext uri="{FF2B5EF4-FFF2-40B4-BE49-F238E27FC236}">
                  <a16:creationId xmlns:a16="http://schemas.microsoft.com/office/drawing/2014/main" id="{085B4868-27F5-C61C-94E0-C74005D10ADD}"/>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1020">
              <a:extLst>
                <a:ext uri="{FF2B5EF4-FFF2-40B4-BE49-F238E27FC236}">
                  <a16:creationId xmlns:a16="http://schemas.microsoft.com/office/drawing/2014/main" id="{3505BE07-9190-6C99-5B1F-C4E7A6D78075}"/>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1021">
              <a:extLst>
                <a:ext uri="{FF2B5EF4-FFF2-40B4-BE49-F238E27FC236}">
                  <a16:creationId xmlns:a16="http://schemas.microsoft.com/office/drawing/2014/main" id="{1A72652D-5631-A03D-6003-CF15BD05C04E}"/>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1022">
              <a:extLst>
                <a:ext uri="{FF2B5EF4-FFF2-40B4-BE49-F238E27FC236}">
                  <a16:creationId xmlns:a16="http://schemas.microsoft.com/office/drawing/2014/main" id="{7C6CA568-72E4-7C5E-F0E8-8261CE248B47}"/>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1023">
              <a:extLst>
                <a:ext uri="{FF2B5EF4-FFF2-40B4-BE49-F238E27FC236}">
                  <a16:creationId xmlns:a16="http://schemas.microsoft.com/office/drawing/2014/main" id="{31B39413-BBAD-DC06-9E14-663D05CBE5A3}"/>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1024">
              <a:extLst>
                <a:ext uri="{FF2B5EF4-FFF2-40B4-BE49-F238E27FC236}">
                  <a16:creationId xmlns:a16="http://schemas.microsoft.com/office/drawing/2014/main" id="{610C6972-BFC2-6031-06DD-9C591A429B19}"/>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1025">
              <a:extLst>
                <a:ext uri="{FF2B5EF4-FFF2-40B4-BE49-F238E27FC236}">
                  <a16:creationId xmlns:a16="http://schemas.microsoft.com/office/drawing/2014/main" id="{1FE15067-48B3-9C07-2A15-AF62DA58AB16}"/>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1026">
              <a:extLst>
                <a:ext uri="{FF2B5EF4-FFF2-40B4-BE49-F238E27FC236}">
                  <a16:creationId xmlns:a16="http://schemas.microsoft.com/office/drawing/2014/main" id="{81AE9021-D07D-E25A-18F4-A65B4681A8A2}"/>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1027">
              <a:extLst>
                <a:ext uri="{FF2B5EF4-FFF2-40B4-BE49-F238E27FC236}">
                  <a16:creationId xmlns:a16="http://schemas.microsoft.com/office/drawing/2014/main" id="{947C95E4-F054-74C6-923C-F88F57D9025F}"/>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1028">
              <a:extLst>
                <a:ext uri="{FF2B5EF4-FFF2-40B4-BE49-F238E27FC236}">
                  <a16:creationId xmlns:a16="http://schemas.microsoft.com/office/drawing/2014/main" id="{08F93387-0EC0-BCEE-6166-A1B001DA3409}"/>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8" name="Rectangle 1029">
              <a:extLst>
                <a:ext uri="{FF2B5EF4-FFF2-40B4-BE49-F238E27FC236}">
                  <a16:creationId xmlns:a16="http://schemas.microsoft.com/office/drawing/2014/main" id="{C27A37E7-1B7B-1964-248C-51A7F08CADA0}"/>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Freeform 1030">
              <a:extLst>
                <a:ext uri="{FF2B5EF4-FFF2-40B4-BE49-F238E27FC236}">
                  <a16:creationId xmlns:a16="http://schemas.microsoft.com/office/drawing/2014/main" id="{42E38294-ADFA-8811-DA5C-E96005DCC7BA}"/>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0" name="University2" descr="{&quot;Key&quot;:&quot;POWER_USER_SHAPE_ICON&quot;,&quot;Value&quot;:&quot;POWER_USER_SHAPE_ICON_STYLE_1&quot;}">
            <a:extLst>
              <a:ext uri="{FF2B5EF4-FFF2-40B4-BE49-F238E27FC236}">
                <a16:creationId xmlns:a16="http://schemas.microsoft.com/office/drawing/2014/main" id="{6DF3512B-5CCB-32E2-A85A-E5434819071A}"/>
              </a:ext>
            </a:extLst>
          </p:cNvPr>
          <p:cNvGrpSpPr>
            <a:grpSpLocks noChangeAspect="1"/>
          </p:cNvGrpSpPr>
          <p:nvPr/>
        </p:nvGrpSpPr>
        <p:grpSpPr>
          <a:xfrm>
            <a:off x="8292900" y="2862368"/>
            <a:ext cx="635505" cy="629752"/>
            <a:chOff x="11292681" y="3149604"/>
            <a:chExt cx="591138" cy="585787"/>
          </a:xfrm>
          <a:solidFill>
            <a:srgbClr val="FFFFFF"/>
          </a:solidFill>
        </p:grpSpPr>
        <p:sp>
          <p:nvSpPr>
            <p:cNvPr id="451" name="Free-form: Shape 450">
              <a:extLst>
                <a:ext uri="{FF2B5EF4-FFF2-40B4-BE49-F238E27FC236}">
                  <a16:creationId xmlns:a16="http://schemas.microsoft.com/office/drawing/2014/main" id="{5895C6EC-2BF7-B473-E921-88BD51921733}"/>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D6C776BB-63CD-B96B-DC97-4682746E3CF8}"/>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CC65FFA3-9B10-2061-478F-0A91F26A77AA}"/>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33AF16C3-207F-4F72-6F37-A63B2DC3D9A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8536D6A5-B817-B03D-2AB9-EB50B01271F9}"/>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6EEB2120-8D3C-D507-A52E-7103A8F0C754}"/>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45F03CEC-5BA9-1E42-E0ED-94C6893899B8}"/>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3630BF4E-5026-9D9E-262D-1C62739DACDC}"/>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3D4F7967-FF8D-AC04-936F-D43096FC175E}"/>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BE0E0A92-2866-E4E7-3F61-A514BA37B18C}"/>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CA7CAB0E-3D88-EA18-4B37-7335C3225FE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DF5CB5D3-99FC-FC71-B28B-61DA263821DB}"/>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6AAE29A9-2397-A14E-CB29-22D1E0019FF7}"/>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sp>
        <p:nvSpPr>
          <p:cNvPr id="464" name="Plane8" descr="{&quot;Key&quot;:&quot;POWER_USER_SHAPE_ICON&quot;,&quot;Value&quot;:&quot;POWER_USER_SHAPE_ICON_STYLE_1&quot;}">
            <a:extLst>
              <a:ext uri="{FF2B5EF4-FFF2-40B4-BE49-F238E27FC236}">
                <a16:creationId xmlns:a16="http://schemas.microsoft.com/office/drawing/2014/main" id="{9C23A879-4578-046C-3EE3-AB34CCD43ACA}"/>
              </a:ext>
            </a:extLst>
          </p:cNvPr>
          <p:cNvSpPr>
            <a:spLocks noChangeAspect="1"/>
          </p:cNvSpPr>
          <p:nvPr/>
        </p:nvSpPr>
        <p:spPr>
          <a:xfrm>
            <a:off x="10697297" y="302289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4153563907"/>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08</a:t>
            </a:r>
          </a:p>
        </p:txBody>
      </p:sp>
      <p:cxnSp>
        <p:nvCxnSpPr>
          <p:cNvPr id="5" name="Straight Arrow Connector 4"/>
          <p:cNvCxnSpPr/>
          <p:nvPr/>
        </p:nvCxnSpPr>
        <p:spPr>
          <a:xfrm flipV="1">
            <a:off x="609600" y="4064659"/>
            <a:ext cx="10972800" cy="0"/>
          </a:xfrm>
          <a:prstGeom prst="straightConnector1">
            <a:avLst/>
          </a:prstGeom>
          <a:ln w="180975">
            <a:solidFill>
              <a:srgbClr val="BFBFBF"/>
            </a:solidFill>
            <a:tailEnd type="triangle"/>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2371791" y="2644242"/>
            <a:ext cx="263538" cy="1552543"/>
            <a:chOff x="2345159" y="2005263"/>
            <a:chExt cx="263538" cy="1552543"/>
          </a:xfrm>
          <a:solidFill>
            <a:schemeClr val="tx2"/>
          </a:solidFill>
        </p:grpSpPr>
        <p:sp>
          <p:nvSpPr>
            <p:cNvPr id="8" name="Rectangle 7"/>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 name="Straight Connector 9"/>
            <p:cNvCxnSpPr>
              <a:stCxn id="8"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a:off x="3529740" y="3334053"/>
            <a:ext cx="263538" cy="862732"/>
            <a:chOff x="2345159" y="2695074"/>
            <a:chExt cx="263538" cy="862732"/>
          </a:xfrm>
          <a:solidFill>
            <a:schemeClr val="tx2"/>
          </a:solidFill>
        </p:grpSpPr>
        <p:sp>
          <p:nvSpPr>
            <p:cNvPr id="14" name="Rectangle 13"/>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5" name="Straight Connector 14"/>
            <p:cNvCxnSpPr>
              <a:stCxn id="14"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5845638" y="3334053"/>
            <a:ext cx="263538" cy="862732"/>
            <a:chOff x="2345159" y="2695074"/>
            <a:chExt cx="263538" cy="862732"/>
          </a:xfrm>
          <a:solidFill>
            <a:schemeClr val="tx2"/>
          </a:solidFill>
        </p:grpSpPr>
        <p:sp>
          <p:nvSpPr>
            <p:cNvPr id="20" name="Rectangle 19"/>
            <p:cNvSpPr>
              <a:spLocks noChangeAspect="1"/>
            </p:cNvSpPr>
            <p:nvPr/>
          </p:nvSpPr>
          <p:spPr>
            <a:xfrm>
              <a:off x="2345159" y="3292937"/>
              <a:ext cx="263538" cy="264869"/>
            </a:xfrm>
            <a:prstGeom prst="rect">
              <a:avLst/>
            </a:prstGeom>
            <a:solidFill>
              <a:schemeClr val="accent5"/>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Connector 20"/>
            <p:cNvCxnSpPr>
              <a:stCxn id="20"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a:off x="8161536" y="3334053"/>
            <a:ext cx="263538" cy="862732"/>
            <a:chOff x="2345159" y="2695074"/>
            <a:chExt cx="263538" cy="862732"/>
          </a:xfrm>
          <a:solidFill>
            <a:schemeClr val="tx2"/>
          </a:solidFill>
        </p:grpSpPr>
        <p:sp>
          <p:nvSpPr>
            <p:cNvPr id="26" name="Rectangle 25"/>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7" name="Straight Connector 26"/>
            <p:cNvCxnSpPr>
              <a:stCxn id="26"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0477432" y="3334053"/>
            <a:ext cx="263538" cy="862732"/>
            <a:chOff x="2345159" y="2695074"/>
            <a:chExt cx="263538" cy="862732"/>
          </a:xfrm>
          <a:solidFill>
            <a:schemeClr val="tx2"/>
          </a:solidFill>
        </p:grpSpPr>
        <p:sp>
          <p:nvSpPr>
            <p:cNvPr id="32" name="Rectangle 31"/>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3" name="Straight Connector 32"/>
            <p:cNvCxnSpPr>
              <a:stCxn id="32"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1213842" y="3334053"/>
            <a:ext cx="263538" cy="862732"/>
            <a:chOff x="2345159" y="2695074"/>
            <a:chExt cx="263538" cy="862732"/>
          </a:xfrm>
          <a:solidFill>
            <a:schemeClr val="tx2"/>
          </a:solidFill>
        </p:grpSpPr>
        <p:sp>
          <p:nvSpPr>
            <p:cNvPr id="35" name="Rectangle 34"/>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6" name="Straight Connector 35"/>
            <p:cNvCxnSpPr>
              <a:stCxn id="35"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4687689" y="2644242"/>
            <a:ext cx="263538" cy="1552543"/>
            <a:chOff x="2345159" y="2005263"/>
            <a:chExt cx="263538" cy="1552543"/>
          </a:xfrm>
          <a:solidFill>
            <a:schemeClr val="tx2"/>
          </a:solidFill>
        </p:grpSpPr>
        <p:sp>
          <p:nvSpPr>
            <p:cNvPr id="39" name="Rectangle 38"/>
            <p:cNvSpPr>
              <a:spLocks noChangeAspect="1"/>
            </p:cNvSpPr>
            <p:nvPr/>
          </p:nvSpPr>
          <p:spPr>
            <a:xfrm>
              <a:off x="2345159" y="3292937"/>
              <a:ext cx="263538" cy="264869"/>
            </a:xfrm>
            <a:prstGeom prst="rect">
              <a:avLst/>
            </a:prstGeom>
            <a:solidFill>
              <a:schemeClr val="accent4"/>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stCxn id="39"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7003587" y="2644242"/>
            <a:ext cx="263538" cy="1552543"/>
            <a:chOff x="2345159" y="2005263"/>
            <a:chExt cx="263538" cy="1552543"/>
          </a:xfrm>
          <a:solidFill>
            <a:schemeClr val="tx2"/>
          </a:solidFill>
        </p:grpSpPr>
        <p:sp>
          <p:nvSpPr>
            <p:cNvPr id="42" name="Rectangle 41"/>
            <p:cNvSpPr>
              <a:spLocks noChangeAspect="1"/>
            </p:cNvSpPr>
            <p:nvPr/>
          </p:nvSpPr>
          <p:spPr>
            <a:xfrm>
              <a:off x="2345159" y="3292937"/>
              <a:ext cx="263538" cy="264869"/>
            </a:xfrm>
            <a:prstGeom prst="rect">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3" name="Straight Connector 42"/>
            <p:cNvCxnSpPr>
              <a:stCxn id="42"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a:off x="9319485" y="2644242"/>
            <a:ext cx="263538" cy="1552543"/>
            <a:chOff x="2345159" y="2005263"/>
            <a:chExt cx="263538" cy="1552543"/>
          </a:xfrm>
          <a:solidFill>
            <a:schemeClr val="tx2"/>
          </a:solidFill>
        </p:grpSpPr>
        <p:sp>
          <p:nvSpPr>
            <p:cNvPr id="45" name="Rectangle 44"/>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6" name="Straight Connector 45"/>
            <p:cNvCxnSpPr>
              <a:stCxn id="45"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TextBox 48"/>
          <p:cNvSpPr txBox="1"/>
          <p:nvPr/>
        </p:nvSpPr>
        <p:spPr>
          <a:xfrm>
            <a:off x="128214"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0" name="TextBox 49"/>
          <p:cNvSpPr txBox="1"/>
          <p:nvPr/>
        </p:nvSpPr>
        <p:spPr>
          <a:xfrm>
            <a:off x="2444111"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1" name="TextBox 50"/>
          <p:cNvSpPr txBox="1"/>
          <p:nvPr/>
        </p:nvSpPr>
        <p:spPr>
          <a:xfrm>
            <a:off x="4760008"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2" name="TextBox 51"/>
          <p:cNvSpPr txBox="1"/>
          <p:nvPr/>
        </p:nvSpPr>
        <p:spPr>
          <a:xfrm>
            <a:off x="7075905"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3" name="TextBox 52"/>
          <p:cNvSpPr txBox="1"/>
          <p:nvPr/>
        </p:nvSpPr>
        <p:spPr>
          <a:xfrm>
            <a:off x="9391802"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7" name="TextBox 56"/>
          <p:cNvSpPr txBox="1"/>
          <p:nvPr/>
        </p:nvSpPr>
        <p:spPr>
          <a:xfrm>
            <a:off x="1286165"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8" name="TextBox 57"/>
          <p:cNvSpPr txBox="1"/>
          <p:nvPr/>
        </p:nvSpPr>
        <p:spPr>
          <a:xfrm>
            <a:off x="3602062"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9" name="TextBox 58"/>
          <p:cNvSpPr txBox="1"/>
          <p:nvPr/>
        </p:nvSpPr>
        <p:spPr>
          <a:xfrm>
            <a:off x="5917959"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60" name="TextBox 59"/>
          <p:cNvSpPr txBox="1"/>
          <p:nvPr/>
        </p:nvSpPr>
        <p:spPr>
          <a:xfrm>
            <a:off x="8233856"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Tree>
    <p:custDataLst>
      <p:tags r:id="rId1"/>
    </p:custDataLst>
    <p:extLst>
      <p:ext uri="{BB962C8B-B14F-4D97-AF65-F5344CB8AC3E}">
        <p14:creationId xmlns:p14="http://schemas.microsoft.com/office/powerpoint/2010/main" val="2485589478"/>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Timeline 09</a:t>
            </a:r>
          </a:p>
        </p:txBody>
      </p:sp>
      <p:sp>
        <p:nvSpPr>
          <p:cNvPr id="6" name="Right Arrow 5"/>
          <p:cNvSpPr/>
          <p:nvPr/>
        </p:nvSpPr>
        <p:spPr>
          <a:xfrm>
            <a:off x="609600" y="3215922"/>
            <a:ext cx="10972800" cy="648929"/>
          </a:xfrm>
          <a:prstGeom prst="rightArrow">
            <a:avLst>
              <a:gd name="adj1" fmla="val 50000"/>
              <a:gd name="adj2" fmla="val 81818"/>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p:cNvSpPr>
            <a:spLocks noChangeAspect="1"/>
          </p:cNvSpPr>
          <p:nvPr/>
        </p:nvSpPr>
        <p:spPr>
          <a:xfrm>
            <a:off x="1718039" y="2987174"/>
            <a:ext cx="1106424" cy="1106424"/>
          </a:xfrm>
          <a:prstGeom prst="ellipse">
            <a:avLst/>
          </a:prstGeom>
          <a:solidFill>
            <a:schemeClr val="accent1"/>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4267872" y="2987174"/>
            <a:ext cx="1106424" cy="1106424"/>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6817705" y="2987174"/>
            <a:ext cx="1106424" cy="1106424"/>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9367537" y="2987174"/>
            <a:ext cx="1106424" cy="1106424"/>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p:nvPr/>
        </p:nvSpPr>
        <p:spPr>
          <a:xfrm>
            <a:off x="1073608"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6" name="Rectangle 25"/>
          <p:cNvSpPr/>
          <p:nvPr/>
        </p:nvSpPr>
        <p:spPr>
          <a:xfrm>
            <a:off x="3623441"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7" name="Rectangle 26"/>
          <p:cNvSpPr/>
          <p:nvPr/>
        </p:nvSpPr>
        <p:spPr>
          <a:xfrm>
            <a:off x="6173274"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8" name="Rectangle 27"/>
          <p:cNvSpPr/>
          <p:nvPr/>
        </p:nvSpPr>
        <p:spPr>
          <a:xfrm>
            <a:off x="8723107"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9" name="Rectangle 28"/>
          <p:cNvSpPr/>
          <p:nvPr/>
        </p:nvSpPr>
        <p:spPr>
          <a:xfrm>
            <a:off x="1453244"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a:t>
            </a:r>
            <a:r>
              <a:rPr kumimoji="0" lang="en-US" sz="1600" b="1" i="0" u="none" strike="noStrike" kern="0" cap="none" spc="0" normalizeH="0" noProof="0" dirty="0">
                <a:ln>
                  <a:noFill/>
                </a:ln>
                <a:solidFill>
                  <a:schemeClr val="accent1"/>
                </a:solidFill>
                <a:effectLst/>
                <a:uLnTx/>
                <a:uFillTx/>
              </a:rPr>
              <a:t> ipsum</a:t>
            </a:r>
            <a:endParaRPr kumimoji="0" lang="en-US" sz="1600" b="1" i="0" u="none" strike="noStrike" kern="0" cap="none" spc="0" normalizeH="0" baseline="0" noProof="0" dirty="0">
              <a:ln>
                <a:noFill/>
              </a:ln>
              <a:solidFill>
                <a:schemeClr val="accent1"/>
              </a:solidFill>
              <a:effectLst/>
              <a:uLnTx/>
              <a:uFillTx/>
            </a:endParaRPr>
          </a:p>
        </p:txBody>
      </p:sp>
      <p:sp>
        <p:nvSpPr>
          <p:cNvPr id="33" name="Rectangle 32"/>
          <p:cNvSpPr/>
          <p:nvPr/>
        </p:nvSpPr>
        <p:spPr>
          <a:xfrm>
            <a:off x="4003076"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a:t>
            </a:r>
            <a:r>
              <a:rPr kumimoji="0" lang="en-US" sz="1600" b="1" i="0" u="none" strike="noStrike" kern="0" cap="none" spc="0" normalizeH="0" noProof="0" dirty="0">
                <a:ln>
                  <a:noFill/>
                </a:ln>
                <a:solidFill>
                  <a:schemeClr val="accent2"/>
                </a:solidFill>
                <a:effectLst/>
                <a:uLnTx/>
                <a:uFillTx/>
              </a:rPr>
              <a:t> ipsum</a:t>
            </a:r>
            <a:endParaRPr kumimoji="0" lang="en-US" sz="1600" b="1" i="0" u="none" strike="noStrike" kern="0" cap="none" spc="0" normalizeH="0" baseline="0" noProof="0" dirty="0">
              <a:ln>
                <a:noFill/>
              </a:ln>
              <a:solidFill>
                <a:schemeClr val="accent2"/>
              </a:solidFill>
              <a:effectLst/>
              <a:uLnTx/>
              <a:uFillTx/>
            </a:endParaRPr>
          </a:p>
        </p:txBody>
      </p:sp>
      <p:sp>
        <p:nvSpPr>
          <p:cNvPr id="34" name="Rectangle 33"/>
          <p:cNvSpPr/>
          <p:nvPr/>
        </p:nvSpPr>
        <p:spPr>
          <a:xfrm>
            <a:off x="6552908"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a:t>
            </a:r>
            <a:r>
              <a:rPr kumimoji="0" lang="en-US" sz="1600" b="1" i="0" u="none" strike="noStrike" kern="0" cap="none" spc="0" normalizeH="0" noProof="0" dirty="0">
                <a:ln>
                  <a:noFill/>
                </a:ln>
                <a:solidFill>
                  <a:schemeClr val="accent3"/>
                </a:solidFill>
                <a:effectLst/>
                <a:uLnTx/>
                <a:uFillTx/>
              </a:rPr>
              <a:t> ipsum</a:t>
            </a:r>
            <a:endParaRPr kumimoji="0" lang="en-US" sz="1600" b="1" i="0" u="none" strike="noStrike" kern="0" cap="none" spc="0" normalizeH="0" baseline="0" noProof="0" dirty="0">
              <a:ln>
                <a:noFill/>
              </a:ln>
              <a:solidFill>
                <a:schemeClr val="accent3"/>
              </a:solidFill>
              <a:effectLst/>
              <a:uLnTx/>
              <a:uFillTx/>
            </a:endParaRPr>
          </a:p>
        </p:txBody>
      </p:sp>
      <p:sp>
        <p:nvSpPr>
          <p:cNvPr id="35" name="Rectangle 34"/>
          <p:cNvSpPr/>
          <p:nvPr/>
        </p:nvSpPr>
        <p:spPr>
          <a:xfrm>
            <a:off x="9102740"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a:t>
            </a:r>
            <a:r>
              <a:rPr kumimoji="0" lang="en-US" sz="1600" b="1" i="0" u="none" strike="noStrike" kern="0" cap="none" spc="0" normalizeH="0" noProof="0" dirty="0">
                <a:ln>
                  <a:noFill/>
                </a:ln>
                <a:solidFill>
                  <a:schemeClr val="accent4"/>
                </a:solidFill>
                <a:effectLst/>
                <a:uLnTx/>
                <a:uFillTx/>
              </a:rPr>
              <a:t> ipsum</a:t>
            </a:r>
            <a:endParaRPr kumimoji="0" lang="en-US" sz="1600" b="1" i="0" u="none" strike="noStrike" kern="0" cap="none" spc="0" normalizeH="0" baseline="0" noProof="0" dirty="0">
              <a:ln>
                <a:noFill/>
              </a:ln>
              <a:solidFill>
                <a:schemeClr val="accent4"/>
              </a:solidFill>
              <a:effectLst/>
              <a:uLnTx/>
              <a:uFillTx/>
            </a:endParaRPr>
          </a:p>
        </p:txBody>
      </p:sp>
      <p:cxnSp>
        <p:nvCxnSpPr>
          <p:cNvPr id="37" name="Straight Connector 36"/>
          <p:cNvCxnSpPr/>
          <p:nvPr/>
        </p:nvCxnSpPr>
        <p:spPr>
          <a:xfrm>
            <a:off x="2271251" y="2542742"/>
            <a:ext cx="0" cy="444432"/>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821084" y="2542742"/>
            <a:ext cx="0" cy="444432"/>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7370917" y="2542742"/>
            <a:ext cx="0" cy="444432"/>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9920749" y="2542742"/>
            <a:ext cx="0" cy="444432"/>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6" name="POWER_USER_ID_ICONS_Atomic" descr="{&quot;Key&quot;:&quot;POWER_USER_SHAPE_ICON&quot;,&quot;Value&quot;:&quot;POWER_USER_SHAPE_ICON_STYLE_1&quot;}">
            <a:extLst>
              <a:ext uri="{FF2B5EF4-FFF2-40B4-BE49-F238E27FC236}">
                <a16:creationId xmlns:a16="http://schemas.microsoft.com/office/drawing/2014/main" id="{F5A4650B-CF34-8916-10C7-633B01F884B0}"/>
              </a:ext>
            </a:extLst>
          </p:cNvPr>
          <p:cNvGrpSpPr>
            <a:grpSpLocks noChangeAspect="1"/>
          </p:cNvGrpSpPr>
          <p:nvPr>
            <p:custDataLst>
              <p:tags r:id="rId1"/>
            </p:custDataLst>
          </p:nvPr>
        </p:nvGrpSpPr>
        <p:grpSpPr bwMode="auto">
          <a:xfrm>
            <a:off x="4466680" y="3160768"/>
            <a:ext cx="708804" cy="789480"/>
            <a:chOff x="62" y="39"/>
            <a:chExt cx="369" cy="411"/>
          </a:xfrm>
          <a:solidFill>
            <a:srgbClr val="FFFFFF"/>
          </a:solidFill>
        </p:grpSpPr>
        <p:sp>
          <p:nvSpPr>
            <p:cNvPr id="41" name="POWER_USER_ID_ICONS_Atomic">
              <a:extLst>
                <a:ext uri="{FF2B5EF4-FFF2-40B4-BE49-F238E27FC236}">
                  <a16:creationId xmlns:a16="http://schemas.microsoft.com/office/drawing/2014/main" id="{F0246E9A-B01F-66BA-6E7F-0235A5B9EDC4}"/>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Atomic">
              <a:extLst>
                <a:ext uri="{FF2B5EF4-FFF2-40B4-BE49-F238E27FC236}">
                  <a16:creationId xmlns:a16="http://schemas.microsoft.com/office/drawing/2014/main" id="{48285DFC-9DA2-1109-6A64-77D63D726F1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Atomic">
              <a:extLst>
                <a:ext uri="{FF2B5EF4-FFF2-40B4-BE49-F238E27FC236}">
                  <a16:creationId xmlns:a16="http://schemas.microsoft.com/office/drawing/2014/main" id="{7DB5BB2D-5FA8-7750-78D7-706BFB73AFDA}"/>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Atomic">
              <a:extLst>
                <a:ext uri="{FF2B5EF4-FFF2-40B4-BE49-F238E27FC236}">
                  <a16:creationId xmlns:a16="http://schemas.microsoft.com/office/drawing/2014/main" id="{35FF3C9C-B751-B2E5-1DC1-BF64A5E70907}"/>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Atomic">
              <a:extLst>
                <a:ext uri="{FF2B5EF4-FFF2-40B4-BE49-F238E27FC236}">
                  <a16:creationId xmlns:a16="http://schemas.microsoft.com/office/drawing/2014/main" id="{6C27CB55-99D2-4A3B-6BFD-7BA4ECB2B6E7}"/>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Atomic">
              <a:extLst>
                <a:ext uri="{FF2B5EF4-FFF2-40B4-BE49-F238E27FC236}">
                  <a16:creationId xmlns:a16="http://schemas.microsoft.com/office/drawing/2014/main" id="{4CBB2351-6FDC-A9B1-4731-FA8B495CFB7C}"/>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Atomic">
              <a:extLst>
                <a:ext uri="{FF2B5EF4-FFF2-40B4-BE49-F238E27FC236}">
                  <a16:creationId xmlns:a16="http://schemas.microsoft.com/office/drawing/2014/main" id="{8D3F95A1-50CC-CA58-D4EB-2C9BD6E6F4D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Atomic">
              <a:extLst>
                <a:ext uri="{FF2B5EF4-FFF2-40B4-BE49-F238E27FC236}">
                  <a16:creationId xmlns:a16="http://schemas.microsoft.com/office/drawing/2014/main" id="{2764D2AE-EB37-E585-2935-4D33015D9AEB}"/>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Atomic">
              <a:extLst>
                <a:ext uri="{FF2B5EF4-FFF2-40B4-BE49-F238E27FC236}">
                  <a16:creationId xmlns:a16="http://schemas.microsoft.com/office/drawing/2014/main" id="{70363057-DFA1-0708-96ED-E529AF6DD8B2}"/>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0" name="Hydroelectricity2" descr="{&quot;Key&quot;:&quot;POWER_USER_SHAPE_ICON&quot;,&quot;Value&quot;:&quot;POWER_USER_SHAPE_ICON_STYLE_1&quot;}">
            <a:extLst>
              <a:ext uri="{FF2B5EF4-FFF2-40B4-BE49-F238E27FC236}">
                <a16:creationId xmlns:a16="http://schemas.microsoft.com/office/drawing/2014/main" id="{FD5873C1-9CBC-A338-E510-4290BC92DACF}"/>
              </a:ext>
            </a:extLst>
          </p:cNvPr>
          <p:cNvGrpSpPr>
            <a:grpSpLocks noChangeAspect="1"/>
          </p:cNvGrpSpPr>
          <p:nvPr/>
        </p:nvGrpSpPr>
        <p:grpSpPr>
          <a:xfrm>
            <a:off x="1862553" y="3222355"/>
            <a:ext cx="817394" cy="600711"/>
            <a:chOff x="7794625" y="444500"/>
            <a:chExt cx="604838" cy="444501"/>
          </a:xfrm>
          <a:solidFill>
            <a:srgbClr val="FFFFFF"/>
          </a:solidFill>
        </p:grpSpPr>
        <p:sp>
          <p:nvSpPr>
            <p:cNvPr id="51" name="Freeform 627">
              <a:extLst>
                <a:ext uri="{FF2B5EF4-FFF2-40B4-BE49-F238E27FC236}">
                  <a16:creationId xmlns:a16="http://schemas.microsoft.com/office/drawing/2014/main" id="{20489833-95F4-D44D-7AA7-1DF0E549F31B}"/>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28">
              <a:extLst>
                <a:ext uri="{FF2B5EF4-FFF2-40B4-BE49-F238E27FC236}">
                  <a16:creationId xmlns:a16="http://schemas.microsoft.com/office/drawing/2014/main" id="{839BF84E-7173-D554-0DEA-AD08DABE3F3A}"/>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29">
              <a:extLst>
                <a:ext uri="{FF2B5EF4-FFF2-40B4-BE49-F238E27FC236}">
                  <a16:creationId xmlns:a16="http://schemas.microsoft.com/office/drawing/2014/main" id="{F32A754C-E3D5-58BB-264B-59754C548D9E}"/>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30">
              <a:extLst>
                <a:ext uri="{FF2B5EF4-FFF2-40B4-BE49-F238E27FC236}">
                  <a16:creationId xmlns:a16="http://schemas.microsoft.com/office/drawing/2014/main" id="{E50A3556-4D24-43FB-7819-23F9AEEFEC6F}"/>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631">
              <a:extLst>
                <a:ext uri="{FF2B5EF4-FFF2-40B4-BE49-F238E27FC236}">
                  <a16:creationId xmlns:a16="http://schemas.microsoft.com/office/drawing/2014/main" id="{B8113D97-DFA5-FAAF-4A73-12498B4C083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632">
              <a:extLst>
                <a:ext uri="{FF2B5EF4-FFF2-40B4-BE49-F238E27FC236}">
                  <a16:creationId xmlns:a16="http://schemas.microsoft.com/office/drawing/2014/main" id="{D4D6F914-D79B-A2E7-6808-7980C3D1957B}"/>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633">
              <a:extLst>
                <a:ext uri="{FF2B5EF4-FFF2-40B4-BE49-F238E27FC236}">
                  <a16:creationId xmlns:a16="http://schemas.microsoft.com/office/drawing/2014/main" id="{02684CCE-3632-A3F5-A404-E995A329F88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34">
              <a:extLst>
                <a:ext uri="{FF2B5EF4-FFF2-40B4-BE49-F238E27FC236}">
                  <a16:creationId xmlns:a16="http://schemas.microsoft.com/office/drawing/2014/main" id="{50792226-AA8B-06AD-9850-AB6F84F76980}"/>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35">
              <a:extLst>
                <a:ext uri="{FF2B5EF4-FFF2-40B4-BE49-F238E27FC236}">
                  <a16:creationId xmlns:a16="http://schemas.microsoft.com/office/drawing/2014/main" id="{DDDD0D2E-EE7E-9E60-A57A-AB54A0A358F6}"/>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36">
              <a:extLst>
                <a:ext uri="{FF2B5EF4-FFF2-40B4-BE49-F238E27FC236}">
                  <a16:creationId xmlns:a16="http://schemas.microsoft.com/office/drawing/2014/main" id="{87EF7297-B2F1-ACCF-3036-5DE5B8A5AB22}"/>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37">
              <a:extLst>
                <a:ext uri="{FF2B5EF4-FFF2-40B4-BE49-F238E27FC236}">
                  <a16:creationId xmlns:a16="http://schemas.microsoft.com/office/drawing/2014/main" id="{307AF885-6160-513A-76F0-288E4A64B9C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38">
              <a:extLst>
                <a:ext uri="{FF2B5EF4-FFF2-40B4-BE49-F238E27FC236}">
                  <a16:creationId xmlns:a16="http://schemas.microsoft.com/office/drawing/2014/main" id="{ED4E5D62-F1E4-741E-CCDE-7CA3FFE8F094}"/>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39">
              <a:extLst>
                <a:ext uri="{FF2B5EF4-FFF2-40B4-BE49-F238E27FC236}">
                  <a16:creationId xmlns:a16="http://schemas.microsoft.com/office/drawing/2014/main" id="{671A317E-F0D5-0C9B-6551-064D4E42255B}"/>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640">
              <a:extLst>
                <a:ext uri="{FF2B5EF4-FFF2-40B4-BE49-F238E27FC236}">
                  <a16:creationId xmlns:a16="http://schemas.microsoft.com/office/drawing/2014/main" id="{4DCD1974-2CD1-3745-DFE2-2777CD3AF780}"/>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641">
              <a:extLst>
                <a:ext uri="{FF2B5EF4-FFF2-40B4-BE49-F238E27FC236}">
                  <a16:creationId xmlns:a16="http://schemas.microsoft.com/office/drawing/2014/main" id="{C66BB034-FA0F-8AE8-55B3-C08708FCC1F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42">
              <a:extLst>
                <a:ext uri="{FF2B5EF4-FFF2-40B4-BE49-F238E27FC236}">
                  <a16:creationId xmlns:a16="http://schemas.microsoft.com/office/drawing/2014/main" id="{77E7CF1F-6DBF-48C0-B384-BACF5CEA3057}"/>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43">
              <a:extLst>
                <a:ext uri="{FF2B5EF4-FFF2-40B4-BE49-F238E27FC236}">
                  <a16:creationId xmlns:a16="http://schemas.microsoft.com/office/drawing/2014/main" id="{4C9FFD74-0169-BBFF-B2AC-0BAD35C30CE6}"/>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44">
              <a:extLst>
                <a:ext uri="{FF2B5EF4-FFF2-40B4-BE49-F238E27FC236}">
                  <a16:creationId xmlns:a16="http://schemas.microsoft.com/office/drawing/2014/main" id="{19840B17-743D-6FC4-20D7-8D12E5CBA464}"/>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645">
              <a:extLst>
                <a:ext uri="{FF2B5EF4-FFF2-40B4-BE49-F238E27FC236}">
                  <a16:creationId xmlns:a16="http://schemas.microsoft.com/office/drawing/2014/main" id="{491D595D-3981-55A4-18C0-A4009060935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939">
              <a:extLst>
                <a:ext uri="{FF2B5EF4-FFF2-40B4-BE49-F238E27FC236}">
                  <a16:creationId xmlns:a16="http://schemas.microsoft.com/office/drawing/2014/main" id="{84012B9D-DBA9-B509-E637-91EF815AAC08}"/>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940">
              <a:extLst>
                <a:ext uri="{FF2B5EF4-FFF2-40B4-BE49-F238E27FC236}">
                  <a16:creationId xmlns:a16="http://schemas.microsoft.com/office/drawing/2014/main" id="{3F8671F0-3CDD-C1C9-03A1-492A803A4444}"/>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941">
              <a:extLst>
                <a:ext uri="{FF2B5EF4-FFF2-40B4-BE49-F238E27FC236}">
                  <a16:creationId xmlns:a16="http://schemas.microsoft.com/office/drawing/2014/main" id="{5CCB37DF-B11F-EC56-E07B-CDBCDC10B9B9}"/>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942">
              <a:extLst>
                <a:ext uri="{FF2B5EF4-FFF2-40B4-BE49-F238E27FC236}">
                  <a16:creationId xmlns:a16="http://schemas.microsoft.com/office/drawing/2014/main" id="{4E97CA19-40D8-8DC9-F10E-ECF0FC71210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943">
              <a:extLst>
                <a:ext uri="{FF2B5EF4-FFF2-40B4-BE49-F238E27FC236}">
                  <a16:creationId xmlns:a16="http://schemas.microsoft.com/office/drawing/2014/main" id="{62159811-7FA2-EB70-6B6C-2CE026F85F2C}"/>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944">
              <a:extLst>
                <a:ext uri="{FF2B5EF4-FFF2-40B4-BE49-F238E27FC236}">
                  <a16:creationId xmlns:a16="http://schemas.microsoft.com/office/drawing/2014/main" id="{4753934A-B758-1117-5D3B-70E532A869E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945">
              <a:extLst>
                <a:ext uri="{FF2B5EF4-FFF2-40B4-BE49-F238E27FC236}">
                  <a16:creationId xmlns:a16="http://schemas.microsoft.com/office/drawing/2014/main" id="{DFDF4BD5-E3BF-B76A-2B02-7286DDCBA0BC}"/>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46">
              <a:extLst>
                <a:ext uri="{FF2B5EF4-FFF2-40B4-BE49-F238E27FC236}">
                  <a16:creationId xmlns:a16="http://schemas.microsoft.com/office/drawing/2014/main" id="{D5734DBD-ED8C-6653-FB10-EB2FFDF5C89D}"/>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947">
              <a:extLst>
                <a:ext uri="{FF2B5EF4-FFF2-40B4-BE49-F238E27FC236}">
                  <a16:creationId xmlns:a16="http://schemas.microsoft.com/office/drawing/2014/main" id="{2B0C623A-A194-3BCF-D05B-D932A8BA1456}"/>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9" name="Oil_well3" descr="{&quot;Key&quot;:&quot;POWER_USER_SHAPE_ICON&quot;,&quot;Value&quot;:&quot;POWER_USER_SHAPE_ICON_STYLE_1&quot;}">
            <a:extLst>
              <a:ext uri="{FF2B5EF4-FFF2-40B4-BE49-F238E27FC236}">
                <a16:creationId xmlns:a16="http://schemas.microsoft.com/office/drawing/2014/main" id="{C96EC93A-70C9-A037-D959-AD5FF2BB62E7}"/>
              </a:ext>
            </a:extLst>
          </p:cNvPr>
          <p:cNvGrpSpPr>
            <a:grpSpLocks noChangeAspect="1"/>
          </p:cNvGrpSpPr>
          <p:nvPr/>
        </p:nvGrpSpPr>
        <p:grpSpPr>
          <a:xfrm>
            <a:off x="7026013" y="3207568"/>
            <a:ext cx="689800" cy="646546"/>
            <a:chOff x="7132638" y="5110163"/>
            <a:chExt cx="481012" cy="450850"/>
          </a:xfrm>
          <a:solidFill>
            <a:srgbClr val="FFFFFF"/>
          </a:solidFill>
        </p:grpSpPr>
        <p:sp>
          <p:nvSpPr>
            <p:cNvPr id="80" name="Freeform 742">
              <a:extLst>
                <a:ext uri="{FF2B5EF4-FFF2-40B4-BE49-F238E27FC236}">
                  <a16:creationId xmlns:a16="http://schemas.microsoft.com/office/drawing/2014/main" id="{83D4D2DC-51D6-DC6D-8DC6-5297BF7DD871}"/>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743">
              <a:extLst>
                <a:ext uri="{FF2B5EF4-FFF2-40B4-BE49-F238E27FC236}">
                  <a16:creationId xmlns:a16="http://schemas.microsoft.com/office/drawing/2014/main" id="{38BEE4E8-B6C7-E7C8-08B3-235FE432332F}"/>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744">
              <a:extLst>
                <a:ext uri="{FF2B5EF4-FFF2-40B4-BE49-F238E27FC236}">
                  <a16:creationId xmlns:a16="http://schemas.microsoft.com/office/drawing/2014/main" id="{0D9FA015-0188-4578-DC2C-CE0B97F2574D}"/>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745">
              <a:extLst>
                <a:ext uri="{FF2B5EF4-FFF2-40B4-BE49-F238E27FC236}">
                  <a16:creationId xmlns:a16="http://schemas.microsoft.com/office/drawing/2014/main" id="{2905CDA7-357F-92B7-D365-A859994F21CC}"/>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746">
              <a:extLst>
                <a:ext uri="{FF2B5EF4-FFF2-40B4-BE49-F238E27FC236}">
                  <a16:creationId xmlns:a16="http://schemas.microsoft.com/office/drawing/2014/main" id="{761E345B-39BB-1A76-40FE-BEAE7408DAD8}"/>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747">
              <a:extLst>
                <a:ext uri="{FF2B5EF4-FFF2-40B4-BE49-F238E27FC236}">
                  <a16:creationId xmlns:a16="http://schemas.microsoft.com/office/drawing/2014/main" id="{9CD80F67-BE94-6335-4B00-9AED3E3DDB4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748">
              <a:extLst>
                <a:ext uri="{FF2B5EF4-FFF2-40B4-BE49-F238E27FC236}">
                  <a16:creationId xmlns:a16="http://schemas.microsoft.com/office/drawing/2014/main" id="{DC0CE42F-996C-F941-871E-6142CEC6549B}"/>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749">
              <a:extLst>
                <a:ext uri="{FF2B5EF4-FFF2-40B4-BE49-F238E27FC236}">
                  <a16:creationId xmlns:a16="http://schemas.microsoft.com/office/drawing/2014/main" id="{251D5E96-438C-8D6C-7226-D3AC37CAA92B}"/>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750">
              <a:extLst>
                <a:ext uri="{FF2B5EF4-FFF2-40B4-BE49-F238E27FC236}">
                  <a16:creationId xmlns:a16="http://schemas.microsoft.com/office/drawing/2014/main" id="{BDEAF897-7DD2-60C0-6546-86DD798A5156}"/>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751">
              <a:extLst>
                <a:ext uri="{FF2B5EF4-FFF2-40B4-BE49-F238E27FC236}">
                  <a16:creationId xmlns:a16="http://schemas.microsoft.com/office/drawing/2014/main" id="{DA6C63D6-C2F4-E3F7-686E-10215DF81710}"/>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752">
              <a:extLst>
                <a:ext uri="{FF2B5EF4-FFF2-40B4-BE49-F238E27FC236}">
                  <a16:creationId xmlns:a16="http://schemas.microsoft.com/office/drawing/2014/main" id="{6FD2E061-BEC7-7211-BC44-D53BE41B03E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753">
              <a:extLst>
                <a:ext uri="{FF2B5EF4-FFF2-40B4-BE49-F238E27FC236}">
                  <a16:creationId xmlns:a16="http://schemas.microsoft.com/office/drawing/2014/main" id="{037FBA26-CDBD-9C71-A9F0-2CAC44F7D666}"/>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54">
              <a:extLst>
                <a:ext uri="{FF2B5EF4-FFF2-40B4-BE49-F238E27FC236}">
                  <a16:creationId xmlns:a16="http://schemas.microsoft.com/office/drawing/2014/main" id="{4D94C913-513B-28B2-3070-B5CA5F7A366C}"/>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755">
              <a:extLst>
                <a:ext uri="{FF2B5EF4-FFF2-40B4-BE49-F238E27FC236}">
                  <a16:creationId xmlns:a16="http://schemas.microsoft.com/office/drawing/2014/main" id="{738EC223-E31C-FE0F-02CD-FD6FED7711CF}"/>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756">
              <a:extLst>
                <a:ext uri="{FF2B5EF4-FFF2-40B4-BE49-F238E27FC236}">
                  <a16:creationId xmlns:a16="http://schemas.microsoft.com/office/drawing/2014/main" id="{6E7DC578-87A2-0847-9C2D-6A6BA0E17599}"/>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757">
              <a:extLst>
                <a:ext uri="{FF2B5EF4-FFF2-40B4-BE49-F238E27FC236}">
                  <a16:creationId xmlns:a16="http://schemas.microsoft.com/office/drawing/2014/main" id="{97E81E7E-502B-D9FF-50B5-D322E5AA721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758">
              <a:extLst>
                <a:ext uri="{FF2B5EF4-FFF2-40B4-BE49-F238E27FC236}">
                  <a16:creationId xmlns:a16="http://schemas.microsoft.com/office/drawing/2014/main" id="{570D2AB0-5279-D65B-F07C-674DC84DF1A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759">
              <a:extLst>
                <a:ext uri="{FF2B5EF4-FFF2-40B4-BE49-F238E27FC236}">
                  <a16:creationId xmlns:a16="http://schemas.microsoft.com/office/drawing/2014/main" id="{9BE46DBC-DDAA-D4A3-EBF4-B07796B7562B}"/>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760">
              <a:extLst>
                <a:ext uri="{FF2B5EF4-FFF2-40B4-BE49-F238E27FC236}">
                  <a16:creationId xmlns:a16="http://schemas.microsoft.com/office/drawing/2014/main" id="{97D6319C-97E7-C6DC-1ADA-D48D61DF0E71}"/>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761">
              <a:extLst>
                <a:ext uri="{FF2B5EF4-FFF2-40B4-BE49-F238E27FC236}">
                  <a16:creationId xmlns:a16="http://schemas.microsoft.com/office/drawing/2014/main" id="{9B52104E-2B21-D309-822A-D842EB256AED}"/>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762">
              <a:extLst>
                <a:ext uri="{FF2B5EF4-FFF2-40B4-BE49-F238E27FC236}">
                  <a16:creationId xmlns:a16="http://schemas.microsoft.com/office/drawing/2014/main" id="{27703203-7BCC-7C60-CD71-185112A45E08}"/>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763">
              <a:extLst>
                <a:ext uri="{FF2B5EF4-FFF2-40B4-BE49-F238E27FC236}">
                  <a16:creationId xmlns:a16="http://schemas.microsoft.com/office/drawing/2014/main" id="{1DA9D17C-E1A1-6533-E860-CEE0236BE2DE}"/>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764">
              <a:extLst>
                <a:ext uri="{FF2B5EF4-FFF2-40B4-BE49-F238E27FC236}">
                  <a16:creationId xmlns:a16="http://schemas.microsoft.com/office/drawing/2014/main" id="{8CA5F141-F1DA-4CB4-7A58-4D4C0303959B}"/>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765">
              <a:extLst>
                <a:ext uri="{FF2B5EF4-FFF2-40B4-BE49-F238E27FC236}">
                  <a16:creationId xmlns:a16="http://schemas.microsoft.com/office/drawing/2014/main" id="{88B7592F-B6E8-DE97-3FA8-79DF8615306D}"/>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66">
              <a:extLst>
                <a:ext uri="{FF2B5EF4-FFF2-40B4-BE49-F238E27FC236}">
                  <a16:creationId xmlns:a16="http://schemas.microsoft.com/office/drawing/2014/main" id="{512A0CE3-91D0-F114-B953-D056A583C2A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Book_shelf4" descr="{&quot;Key&quot;:&quot;POWER_USER_SHAPE_ICON&quot;,&quot;Value&quot;:&quot;POWER_USER_SHAPE_ICON_STYLE_1&quot;}">
            <a:extLst>
              <a:ext uri="{FF2B5EF4-FFF2-40B4-BE49-F238E27FC236}">
                <a16:creationId xmlns:a16="http://schemas.microsoft.com/office/drawing/2014/main" id="{D1AC29C4-7829-00A5-C2C0-C00716F4978C}"/>
              </a:ext>
            </a:extLst>
          </p:cNvPr>
          <p:cNvGrpSpPr>
            <a:grpSpLocks noChangeAspect="1"/>
          </p:cNvGrpSpPr>
          <p:nvPr/>
        </p:nvGrpSpPr>
        <p:grpSpPr>
          <a:xfrm>
            <a:off x="9635280" y="3237388"/>
            <a:ext cx="627085" cy="608760"/>
            <a:chOff x="6445251" y="1546226"/>
            <a:chExt cx="488950" cy="474663"/>
          </a:xfrm>
          <a:solidFill>
            <a:srgbClr val="FFFFFF"/>
          </a:solidFill>
        </p:grpSpPr>
        <p:sp>
          <p:nvSpPr>
            <p:cNvPr id="106" name="Freeform 360">
              <a:extLst>
                <a:ext uri="{FF2B5EF4-FFF2-40B4-BE49-F238E27FC236}">
                  <a16:creationId xmlns:a16="http://schemas.microsoft.com/office/drawing/2014/main" id="{07E47E96-EA66-A5BD-1546-DDA176BCE861}"/>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361">
              <a:extLst>
                <a:ext uri="{FF2B5EF4-FFF2-40B4-BE49-F238E27FC236}">
                  <a16:creationId xmlns:a16="http://schemas.microsoft.com/office/drawing/2014/main" id="{FCCE2CA5-B7D4-11C3-DE6C-A439B9F0DA2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362">
              <a:extLst>
                <a:ext uri="{FF2B5EF4-FFF2-40B4-BE49-F238E27FC236}">
                  <a16:creationId xmlns:a16="http://schemas.microsoft.com/office/drawing/2014/main" id="{381AFD45-AD5C-BB91-72B9-CE1BF68C066B}"/>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363">
              <a:extLst>
                <a:ext uri="{FF2B5EF4-FFF2-40B4-BE49-F238E27FC236}">
                  <a16:creationId xmlns:a16="http://schemas.microsoft.com/office/drawing/2014/main" id="{3413F45A-3E0F-6303-CDE4-5B683DB739ED}"/>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364">
              <a:extLst>
                <a:ext uri="{FF2B5EF4-FFF2-40B4-BE49-F238E27FC236}">
                  <a16:creationId xmlns:a16="http://schemas.microsoft.com/office/drawing/2014/main" id="{7BF0668C-AC8B-10CA-F407-F375DCBA15F1}"/>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365">
              <a:extLst>
                <a:ext uri="{FF2B5EF4-FFF2-40B4-BE49-F238E27FC236}">
                  <a16:creationId xmlns:a16="http://schemas.microsoft.com/office/drawing/2014/main" id="{E5E9E460-B0B3-AB2C-6BED-595FA7F2705B}"/>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366">
              <a:extLst>
                <a:ext uri="{FF2B5EF4-FFF2-40B4-BE49-F238E27FC236}">
                  <a16:creationId xmlns:a16="http://schemas.microsoft.com/office/drawing/2014/main" id="{678E2D1D-6BD0-E0B1-DABD-9AB9494AF6AB}"/>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367">
              <a:extLst>
                <a:ext uri="{FF2B5EF4-FFF2-40B4-BE49-F238E27FC236}">
                  <a16:creationId xmlns:a16="http://schemas.microsoft.com/office/drawing/2014/main" id="{9F30AB42-3AC8-F49D-024C-AAC816EF5169}"/>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68">
              <a:extLst>
                <a:ext uri="{FF2B5EF4-FFF2-40B4-BE49-F238E27FC236}">
                  <a16:creationId xmlns:a16="http://schemas.microsoft.com/office/drawing/2014/main" id="{7CAC7D83-8BCE-8F83-9DDE-4DFD46969ECA}"/>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333701676"/>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10</a:t>
            </a:r>
          </a:p>
        </p:txBody>
      </p:sp>
      <p:sp>
        <p:nvSpPr>
          <p:cNvPr id="4" name="Pentagon 3"/>
          <p:cNvSpPr/>
          <p:nvPr/>
        </p:nvSpPr>
        <p:spPr>
          <a:xfrm>
            <a:off x="508000" y="3508118"/>
            <a:ext cx="1968500" cy="257512"/>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6" name="Chevron 5"/>
          <p:cNvSpPr/>
          <p:nvPr/>
        </p:nvSpPr>
        <p:spPr>
          <a:xfrm>
            <a:off x="2349500" y="3508118"/>
            <a:ext cx="1968500" cy="257512"/>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8" name="Chevron 7"/>
          <p:cNvSpPr/>
          <p:nvPr/>
        </p:nvSpPr>
        <p:spPr>
          <a:xfrm>
            <a:off x="4191000" y="3508118"/>
            <a:ext cx="1968500" cy="257512"/>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0" name="Chevron 9"/>
          <p:cNvSpPr/>
          <p:nvPr/>
        </p:nvSpPr>
        <p:spPr>
          <a:xfrm>
            <a:off x="6032500" y="3508118"/>
            <a:ext cx="1968500" cy="257512"/>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2" name="Chevron 11"/>
          <p:cNvSpPr/>
          <p:nvPr/>
        </p:nvSpPr>
        <p:spPr>
          <a:xfrm>
            <a:off x="7874000" y="3508118"/>
            <a:ext cx="1968500" cy="257512"/>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4" name="Chevron 13"/>
          <p:cNvSpPr/>
          <p:nvPr/>
        </p:nvSpPr>
        <p:spPr>
          <a:xfrm>
            <a:off x="9715500" y="3508118"/>
            <a:ext cx="1968500" cy="257512"/>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7" name="TextBox 16"/>
          <p:cNvSpPr txBox="1"/>
          <p:nvPr/>
        </p:nvSpPr>
        <p:spPr>
          <a:xfrm>
            <a:off x="508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18" name="TextBox 17"/>
          <p:cNvSpPr txBox="1"/>
          <p:nvPr/>
        </p:nvSpPr>
        <p:spPr>
          <a:xfrm>
            <a:off x="4191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19" name="TextBox 18"/>
          <p:cNvSpPr txBox="1"/>
          <p:nvPr/>
        </p:nvSpPr>
        <p:spPr>
          <a:xfrm>
            <a:off x="7874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0" name="TextBox 19"/>
          <p:cNvSpPr txBox="1"/>
          <p:nvPr/>
        </p:nvSpPr>
        <p:spPr>
          <a:xfrm>
            <a:off x="1079937" y="3802682"/>
            <a:ext cx="697627" cy="369332"/>
          </a:xfrm>
          <a:prstGeom prst="rect">
            <a:avLst/>
          </a:prstGeom>
          <a:noFill/>
        </p:spPr>
        <p:txBody>
          <a:bodyPr wrap="none" rtlCol="0">
            <a:spAutoFit/>
          </a:bodyPr>
          <a:lstStyle/>
          <a:p>
            <a:pPr algn="ctr"/>
            <a:r>
              <a:rPr lang="en-US" b="1" dirty="0">
                <a:solidFill>
                  <a:schemeClr val="accent1"/>
                </a:solidFill>
              </a:rPr>
              <a:t>2025</a:t>
            </a:r>
          </a:p>
        </p:txBody>
      </p:sp>
      <p:sp>
        <p:nvSpPr>
          <p:cNvPr id="21" name="TextBox 20"/>
          <p:cNvSpPr txBox="1"/>
          <p:nvPr/>
        </p:nvSpPr>
        <p:spPr>
          <a:xfrm>
            <a:off x="4762937" y="3802682"/>
            <a:ext cx="697627" cy="369332"/>
          </a:xfrm>
          <a:prstGeom prst="rect">
            <a:avLst/>
          </a:prstGeom>
          <a:noFill/>
        </p:spPr>
        <p:txBody>
          <a:bodyPr wrap="none" rtlCol="0">
            <a:spAutoFit/>
          </a:bodyPr>
          <a:lstStyle/>
          <a:p>
            <a:pPr algn="ctr"/>
            <a:r>
              <a:rPr lang="en-US" b="1" dirty="0">
                <a:solidFill>
                  <a:schemeClr val="accent3"/>
                </a:solidFill>
              </a:rPr>
              <a:t>2027</a:t>
            </a:r>
          </a:p>
        </p:txBody>
      </p:sp>
      <p:sp>
        <p:nvSpPr>
          <p:cNvPr id="22" name="TextBox 21"/>
          <p:cNvSpPr txBox="1"/>
          <p:nvPr/>
        </p:nvSpPr>
        <p:spPr>
          <a:xfrm>
            <a:off x="8445936" y="3802682"/>
            <a:ext cx="697627" cy="369332"/>
          </a:xfrm>
          <a:prstGeom prst="rect">
            <a:avLst/>
          </a:prstGeom>
          <a:noFill/>
        </p:spPr>
        <p:txBody>
          <a:bodyPr wrap="none" rtlCol="0">
            <a:spAutoFit/>
          </a:bodyPr>
          <a:lstStyle/>
          <a:p>
            <a:pPr algn="ctr"/>
            <a:r>
              <a:rPr lang="en-US" b="1" dirty="0">
                <a:solidFill>
                  <a:schemeClr val="accent5"/>
                </a:solidFill>
              </a:rPr>
              <a:t>2029</a:t>
            </a:r>
          </a:p>
        </p:txBody>
      </p:sp>
      <p:sp>
        <p:nvSpPr>
          <p:cNvPr id="23" name="TextBox 22"/>
          <p:cNvSpPr txBox="1"/>
          <p:nvPr/>
        </p:nvSpPr>
        <p:spPr>
          <a:xfrm>
            <a:off x="2356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4" name="TextBox 23"/>
          <p:cNvSpPr txBox="1"/>
          <p:nvPr/>
        </p:nvSpPr>
        <p:spPr>
          <a:xfrm>
            <a:off x="6039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5" name="TextBox 24"/>
          <p:cNvSpPr txBox="1"/>
          <p:nvPr/>
        </p:nvSpPr>
        <p:spPr>
          <a:xfrm>
            <a:off x="9722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6" name="TextBox 25"/>
          <p:cNvSpPr txBox="1"/>
          <p:nvPr/>
        </p:nvSpPr>
        <p:spPr>
          <a:xfrm>
            <a:off x="2928577" y="3125685"/>
            <a:ext cx="697627" cy="369332"/>
          </a:xfrm>
          <a:prstGeom prst="rect">
            <a:avLst/>
          </a:prstGeom>
          <a:noFill/>
        </p:spPr>
        <p:txBody>
          <a:bodyPr wrap="none" rtlCol="0">
            <a:spAutoFit/>
          </a:bodyPr>
          <a:lstStyle/>
          <a:p>
            <a:pPr algn="ctr"/>
            <a:r>
              <a:rPr lang="en-US" b="1" dirty="0">
                <a:solidFill>
                  <a:schemeClr val="accent2"/>
                </a:solidFill>
              </a:rPr>
              <a:t>2026</a:t>
            </a:r>
          </a:p>
        </p:txBody>
      </p:sp>
      <p:sp>
        <p:nvSpPr>
          <p:cNvPr id="27" name="TextBox 26"/>
          <p:cNvSpPr txBox="1"/>
          <p:nvPr/>
        </p:nvSpPr>
        <p:spPr>
          <a:xfrm>
            <a:off x="6611577" y="3125685"/>
            <a:ext cx="697627" cy="369332"/>
          </a:xfrm>
          <a:prstGeom prst="rect">
            <a:avLst/>
          </a:prstGeom>
          <a:noFill/>
        </p:spPr>
        <p:txBody>
          <a:bodyPr wrap="none" rtlCol="0">
            <a:spAutoFit/>
          </a:bodyPr>
          <a:lstStyle/>
          <a:p>
            <a:pPr algn="ctr"/>
            <a:r>
              <a:rPr lang="en-US" b="1" dirty="0">
                <a:solidFill>
                  <a:schemeClr val="accent4"/>
                </a:solidFill>
              </a:rPr>
              <a:t>2028</a:t>
            </a:r>
          </a:p>
        </p:txBody>
      </p:sp>
      <p:sp>
        <p:nvSpPr>
          <p:cNvPr id="28" name="TextBox 27"/>
          <p:cNvSpPr txBox="1"/>
          <p:nvPr/>
        </p:nvSpPr>
        <p:spPr>
          <a:xfrm>
            <a:off x="10294576" y="3125685"/>
            <a:ext cx="697627" cy="369332"/>
          </a:xfrm>
          <a:prstGeom prst="rect">
            <a:avLst/>
          </a:prstGeom>
          <a:noFill/>
        </p:spPr>
        <p:txBody>
          <a:bodyPr wrap="none" rtlCol="0">
            <a:spAutoFit/>
          </a:bodyPr>
          <a:lstStyle/>
          <a:p>
            <a:pPr algn="ctr"/>
            <a:r>
              <a:rPr lang="en-US" b="1" dirty="0">
                <a:solidFill>
                  <a:schemeClr val="accent6"/>
                </a:solidFill>
              </a:rPr>
              <a:t>2030</a:t>
            </a:r>
          </a:p>
        </p:txBody>
      </p:sp>
      <p:grpSp>
        <p:nvGrpSpPr>
          <p:cNvPr id="34" name="Group 33"/>
          <p:cNvGrpSpPr/>
          <p:nvPr/>
        </p:nvGrpSpPr>
        <p:grpSpPr>
          <a:xfrm>
            <a:off x="1007340" y="1589285"/>
            <a:ext cx="914400" cy="1831671"/>
            <a:chOff x="1007340" y="1589285"/>
            <a:chExt cx="914400" cy="1831671"/>
          </a:xfrm>
        </p:grpSpPr>
        <p:sp>
          <p:nvSpPr>
            <p:cNvPr id="29" name="Oval 2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76" name="POWER_USER_ID_ICONS_Atomic" descr="{&quot;Key&quot;:&quot;POWER_USER_SHAPE_ICON&quot;,&quot;Value&quot;:&quot;POWER_USER_SHAPE_ICON_STYLE_1&quot;}">
            <a:extLst>
              <a:ext uri="{FF2B5EF4-FFF2-40B4-BE49-F238E27FC236}">
                <a16:creationId xmlns:a16="http://schemas.microsoft.com/office/drawing/2014/main" id="{88A5BCAA-37AF-6B22-1957-55A2A202D25A}"/>
              </a:ext>
            </a:extLst>
          </p:cNvPr>
          <p:cNvGrpSpPr>
            <a:grpSpLocks noChangeAspect="1"/>
          </p:cNvGrpSpPr>
          <p:nvPr>
            <p:custDataLst>
              <p:tags r:id="rId1"/>
            </p:custDataLst>
          </p:nvPr>
        </p:nvGrpSpPr>
        <p:grpSpPr bwMode="auto">
          <a:xfrm>
            <a:off x="2921028" y="4833957"/>
            <a:ext cx="708804" cy="789480"/>
            <a:chOff x="62" y="39"/>
            <a:chExt cx="369" cy="411"/>
          </a:xfrm>
          <a:solidFill>
            <a:schemeClr val="accent2"/>
          </a:solidFill>
        </p:grpSpPr>
        <p:sp>
          <p:nvSpPr>
            <p:cNvPr id="77" name="POWER_USER_ID_ICONS_Atomic">
              <a:extLst>
                <a:ext uri="{FF2B5EF4-FFF2-40B4-BE49-F238E27FC236}">
                  <a16:creationId xmlns:a16="http://schemas.microsoft.com/office/drawing/2014/main" id="{136D62FC-956D-6EBE-B338-EC1C90A68BFC}"/>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 name="POWER_USER_ID_ICONS_Atomic">
              <a:extLst>
                <a:ext uri="{FF2B5EF4-FFF2-40B4-BE49-F238E27FC236}">
                  <a16:creationId xmlns:a16="http://schemas.microsoft.com/office/drawing/2014/main" id="{57CB9D06-3CD5-EB54-0F1B-3B430410AF3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POWER_USER_ID_ICONS_Atomic">
              <a:extLst>
                <a:ext uri="{FF2B5EF4-FFF2-40B4-BE49-F238E27FC236}">
                  <a16:creationId xmlns:a16="http://schemas.microsoft.com/office/drawing/2014/main" id="{C0A4B8A3-8246-9380-D8C1-F5518C7CF0C3}"/>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 name="POWER_USER_ID_ICONS_Atomic">
              <a:extLst>
                <a:ext uri="{FF2B5EF4-FFF2-40B4-BE49-F238E27FC236}">
                  <a16:creationId xmlns:a16="http://schemas.microsoft.com/office/drawing/2014/main" id="{F8AA3884-2FAE-D74F-A235-87E60FE74F1D}"/>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 name="POWER_USER_ID_ICONS_Atomic">
              <a:extLst>
                <a:ext uri="{FF2B5EF4-FFF2-40B4-BE49-F238E27FC236}">
                  <a16:creationId xmlns:a16="http://schemas.microsoft.com/office/drawing/2014/main" id="{1DFF0A59-F890-3C22-1626-B1B558FE327D}"/>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FCB6080E-CF2E-E273-FC44-4959B9E43EC0}"/>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1458C36D-A54A-DB36-020C-246FA675FAE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CC430E88-BEDF-BE93-D89E-47918667ABEF}"/>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7979DAAC-FBF1-D034-E114-7920D848163B}"/>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6" name="Hydroelectricity2" descr="{&quot;Key&quot;:&quot;POWER_USER_SHAPE_ICON&quot;,&quot;Value&quot;:&quot;POWER_USER_SHAPE_ICON_STYLE_1&quot;}">
            <a:extLst>
              <a:ext uri="{FF2B5EF4-FFF2-40B4-BE49-F238E27FC236}">
                <a16:creationId xmlns:a16="http://schemas.microsoft.com/office/drawing/2014/main" id="{02F6E905-72C4-F4D9-6409-5F25C719F5FB}"/>
              </a:ext>
            </a:extLst>
          </p:cNvPr>
          <p:cNvGrpSpPr>
            <a:grpSpLocks noChangeAspect="1"/>
          </p:cNvGrpSpPr>
          <p:nvPr/>
        </p:nvGrpSpPr>
        <p:grpSpPr>
          <a:xfrm>
            <a:off x="1076280" y="1655778"/>
            <a:ext cx="817394" cy="600711"/>
            <a:chOff x="7794625" y="444500"/>
            <a:chExt cx="604838" cy="444501"/>
          </a:xfrm>
          <a:solidFill>
            <a:schemeClr val="accent1"/>
          </a:solidFill>
        </p:grpSpPr>
        <p:sp>
          <p:nvSpPr>
            <p:cNvPr id="87" name="Freeform 627">
              <a:extLst>
                <a:ext uri="{FF2B5EF4-FFF2-40B4-BE49-F238E27FC236}">
                  <a16:creationId xmlns:a16="http://schemas.microsoft.com/office/drawing/2014/main" id="{143FA743-C0CB-ADB6-1E81-64F0AAD47D4A}"/>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628">
              <a:extLst>
                <a:ext uri="{FF2B5EF4-FFF2-40B4-BE49-F238E27FC236}">
                  <a16:creationId xmlns:a16="http://schemas.microsoft.com/office/drawing/2014/main" id="{3B30CB8D-B0E4-CF1C-0AB6-4D258D581656}"/>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629">
              <a:extLst>
                <a:ext uri="{FF2B5EF4-FFF2-40B4-BE49-F238E27FC236}">
                  <a16:creationId xmlns:a16="http://schemas.microsoft.com/office/drawing/2014/main" id="{F6B4EF18-DE79-6750-61FB-7A3E4CBF2C30}"/>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630">
              <a:extLst>
                <a:ext uri="{FF2B5EF4-FFF2-40B4-BE49-F238E27FC236}">
                  <a16:creationId xmlns:a16="http://schemas.microsoft.com/office/drawing/2014/main" id="{FB07C33A-F62B-B5EA-BB61-D45CAC4833C6}"/>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631">
              <a:extLst>
                <a:ext uri="{FF2B5EF4-FFF2-40B4-BE49-F238E27FC236}">
                  <a16:creationId xmlns:a16="http://schemas.microsoft.com/office/drawing/2014/main" id="{77526C2F-18E3-00B1-3252-821BFD0660B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32">
              <a:extLst>
                <a:ext uri="{FF2B5EF4-FFF2-40B4-BE49-F238E27FC236}">
                  <a16:creationId xmlns:a16="http://schemas.microsoft.com/office/drawing/2014/main" id="{86E44200-3B81-A1DE-8453-2E758EC12890}"/>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33">
              <a:extLst>
                <a:ext uri="{FF2B5EF4-FFF2-40B4-BE49-F238E27FC236}">
                  <a16:creationId xmlns:a16="http://schemas.microsoft.com/office/drawing/2014/main" id="{E8FA2F6C-408C-C258-A45C-593401146B32}"/>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4">
              <a:extLst>
                <a:ext uri="{FF2B5EF4-FFF2-40B4-BE49-F238E27FC236}">
                  <a16:creationId xmlns:a16="http://schemas.microsoft.com/office/drawing/2014/main" id="{A4A2C10F-CD36-CEAA-40DF-DB6857D11E19}"/>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5">
              <a:extLst>
                <a:ext uri="{FF2B5EF4-FFF2-40B4-BE49-F238E27FC236}">
                  <a16:creationId xmlns:a16="http://schemas.microsoft.com/office/drawing/2014/main" id="{C2C004BD-F40A-44D7-2AD3-2252F1C6732A}"/>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6">
              <a:extLst>
                <a:ext uri="{FF2B5EF4-FFF2-40B4-BE49-F238E27FC236}">
                  <a16:creationId xmlns:a16="http://schemas.microsoft.com/office/drawing/2014/main" id="{A37E1F77-BEEE-9A10-4AC2-109962941E23}"/>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7">
              <a:extLst>
                <a:ext uri="{FF2B5EF4-FFF2-40B4-BE49-F238E27FC236}">
                  <a16:creationId xmlns:a16="http://schemas.microsoft.com/office/drawing/2014/main" id="{7157BEFB-53DD-859B-C2B2-59AB0678006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8">
              <a:extLst>
                <a:ext uri="{FF2B5EF4-FFF2-40B4-BE49-F238E27FC236}">
                  <a16:creationId xmlns:a16="http://schemas.microsoft.com/office/drawing/2014/main" id="{AF3BE6EA-10D5-6249-F34C-4244CDA9F491}"/>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9">
              <a:extLst>
                <a:ext uri="{FF2B5EF4-FFF2-40B4-BE49-F238E27FC236}">
                  <a16:creationId xmlns:a16="http://schemas.microsoft.com/office/drawing/2014/main" id="{7BADDAB6-5E9D-B510-B93D-689B16FFF9F9}"/>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40">
              <a:extLst>
                <a:ext uri="{FF2B5EF4-FFF2-40B4-BE49-F238E27FC236}">
                  <a16:creationId xmlns:a16="http://schemas.microsoft.com/office/drawing/2014/main" id="{F97AD38F-18E0-1D86-AD4B-723145102411}"/>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41">
              <a:extLst>
                <a:ext uri="{FF2B5EF4-FFF2-40B4-BE49-F238E27FC236}">
                  <a16:creationId xmlns:a16="http://schemas.microsoft.com/office/drawing/2014/main" id="{A11DC089-4873-3828-011B-BE227676274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42">
              <a:extLst>
                <a:ext uri="{FF2B5EF4-FFF2-40B4-BE49-F238E27FC236}">
                  <a16:creationId xmlns:a16="http://schemas.microsoft.com/office/drawing/2014/main" id="{882815D7-123B-BAD2-760F-D9A3EAD618E5}"/>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43">
              <a:extLst>
                <a:ext uri="{FF2B5EF4-FFF2-40B4-BE49-F238E27FC236}">
                  <a16:creationId xmlns:a16="http://schemas.microsoft.com/office/drawing/2014/main" id="{0024ADDA-70F4-4BFA-A78C-7C7BA20659E4}"/>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4">
              <a:extLst>
                <a:ext uri="{FF2B5EF4-FFF2-40B4-BE49-F238E27FC236}">
                  <a16:creationId xmlns:a16="http://schemas.microsoft.com/office/drawing/2014/main" id="{E0DD0BE5-645B-56CD-34ED-CC98AD579196}"/>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5">
              <a:extLst>
                <a:ext uri="{FF2B5EF4-FFF2-40B4-BE49-F238E27FC236}">
                  <a16:creationId xmlns:a16="http://schemas.microsoft.com/office/drawing/2014/main" id="{77664E32-2E38-36B1-9F45-52D4C7BD0C4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39">
              <a:extLst>
                <a:ext uri="{FF2B5EF4-FFF2-40B4-BE49-F238E27FC236}">
                  <a16:creationId xmlns:a16="http://schemas.microsoft.com/office/drawing/2014/main" id="{E62334FE-426F-19C0-B444-B6D002F6ED0A}"/>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40">
              <a:extLst>
                <a:ext uri="{FF2B5EF4-FFF2-40B4-BE49-F238E27FC236}">
                  <a16:creationId xmlns:a16="http://schemas.microsoft.com/office/drawing/2014/main" id="{B048C92C-58C7-94B1-D7E9-55A6D4FFC599}"/>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941">
              <a:extLst>
                <a:ext uri="{FF2B5EF4-FFF2-40B4-BE49-F238E27FC236}">
                  <a16:creationId xmlns:a16="http://schemas.microsoft.com/office/drawing/2014/main" id="{9AAF9FFF-F5E9-2B76-D12D-E30B65D0F3EE}"/>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42">
              <a:extLst>
                <a:ext uri="{FF2B5EF4-FFF2-40B4-BE49-F238E27FC236}">
                  <a16:creationId xmlns:a16="http://schemas.microsoft.com/office/drawing/2014/main" id="{75AC6302-5F8D-95D1-0B04-FF9F53AEF439}"/>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43">
              <a:extLst>
                <a:ext uri="{FF2B5EF4-FFF2-40B4-BE49-F238E27FC236}">
                  <a16:creationId xmlns:a16="http://schemas.microsoft.com/office/drawing/2014/main" id="{8F72CBF2-2043-7E0B-D96A-6DB59AD3DB00}"/>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4">
              <a:extLst>
                <a:ext uri="{FF2B5EF4-FFF2-40B4-BE49-F238E27FC236}">
                  <a16:creationId xmlns:a16="http://schemas.microsoft.com/office/drawing/2014/main" id="{FA81A408-B8BC-AA89-E6FD-375F6154F8B0}"/>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5">
              <a:extLst>
                <a:ext uri="{FF2B5EF4-FFF2-40B4-BE49-F238E27FC236}">
                  <a16:creationId xmlns:a16="http://schemas.microsoft.com/office/drawing/2014/main" id="{E691DDBC-1F28-3E26-194A-C4507ADD7083}"/>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6">
              <a:extLst>
                <a:ext uri="{FF2B5EF4-FFF2-40B4-BE49-F238E27FC236}">
                  <a16:creationId xmlns:a16="http://schemas.microsoft.com/office/drawing/2014/main" id="{EC3E2EA6-0C34-B7A1-024B-9B5B1C4BEAC6}"/>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7">
              <a:extLst>
                <a:ext uri="{FF2B5EF4-FFF2-40B4-BE49-F238E27FC236}">
                  <a16:creationId xmlns:a16="http://schemas.microsoft.com/office/drawing/2014/main" id="{9AE15E9C-4558-7F50-A1C1-F0E672E793BE}"/>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5" name="Oil_well3" descr="{&quot;Key&quot;:&quot;POWER_USER_SHAPE_ICON&quot;,&quot;Value&quot;:&quot;POWER_USER_SHAPE_ICON_STYLE_1&quot;}">
            <a:extLst>
              <a:ext uri="{FF2B5EF4-FFF2-40B4-BE49-F238E27FC236}">
                <a16:creationId xmlns:a16="http://schemas.microsoft.com/office/drawing/2014/main" id="{C9A7C21D-CB3F-53EE-FFF5-AD4DF8AD9D85}"/>
              </a:ext>
            </a:extLst>
          </p:cNvPr>
          <p:cNvGrpSpPr>
            <a:grpSpLocks noChangeAspect="1"/>
          </p:cNvGrpSpPr>
          <p:nvPr/>
        </p:nvGrpSpPr>
        <p:grpSpPr>
          <a:xfrm>
            <a:off x="4786755" y="1706875"/>
            <a:ext cx="689800" cy="646546"/>
            <a:chOff x="7132638" y="5110163"/>
            <a:chExt cx="481012" cy="450850"/>
          </a:xfrm>
          <a:solidFill>
            <a:schemeClr val="accent3"/>
          </a:solidFill>
        </p:grpSpPr>
        <p:sp>
          <p:nvSpPr>
            <p:cNvPr id="116" name="Freeform 742">
              <a:extLst>
                <a:ext uri="{FF2B5EF4-FFF2-40B4-BE49-F238E27FC236}">
                  <a16:creationId xmlns:a16="http://schemas.microsoft.com/office/drawing/2014/main" id="{155F0086-D1B0-70F9-1A42-5D0A37AF256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43">
              <a:extLst>
                <a:ext uri="{FF2B5EF4-FFF2-40B4-BE49-F238E27FC236}">
                  <a16:creationId xmlns:a16="http://schemas.microsoft.com/office/drawing/2014/main" id="{9B67559A-5575-861F-03EB-6D9E52F71B56}"/>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44">
              <a:extLst>
                <a:ext uri="{FF2B5EF4-FFF2-40B4-BE49-F238E27FC236}">
                  <a16:creationId xmlns:a16="http://schemas.microsoft.com/office/drawing/2014/main" id="{8CCF79C3-8FEE-BB3C-0F4B-1E39A658592E}"/>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45">
              <a:extLst>
                <a:ext uri="{FF2B5EF4-FFF2-40B4-BE49-F238E27FC236}">
                  <a16:creationId xmlns:a16="http://schemas.microsoft.com/office/drawing/2014/main" id="{3057EAF4-FCA6-5E85-E4B1-3FED1C73DB72}"/>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46">
              <a:extLst>
                <a:ext uri="{FF2B5EF4-FFF2-40B4-BE49-F238E27FC236}">
                  <a16:creationId xmlns:a16="http://schemas.microsoft.com/office/drawing/2014/main" id="{FCE74808-F915-4242-73A7-2DF4C6156671}"/>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7">
              <a:extLst>
                <a:ext uri="{FF2B5EF4-FFF2-40B4-BE49-F238E27FC236}">
                  <a16:creationId xmlns:a16="http://schemas.microsoft.com/office/drawing/2014/main" id="{EC6164E1-A7AB-6B22-017B-B9700F91F710}"/>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8">
              <a:extLst>
                <a:ext uri="{FF2B5EF4-FFF2-40B4-BE49-F238E27FC236}">
                  <a16:creationId xmlns:a16="http://schemas.microsoft.com/office/drawing/2014/main" id="{75A521CE-5CA0-B463-6869-6B9D7A4A0F28}"/>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9">
              <a:extLst>
                <a:ext uri="{FF2B5EF4-FFF2-40B4-BE49-F238E27FC236}">
                  <a16:creationId xmlns:a16="http://schemas.microsoft.com/office/drawing/2014/main" id="{F8A9DB0E-01D7-23F2-90CF-0C1A68091CC6}"/>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50">
              <a:extLst>
                <a:ext uri="{FF2B5EF4-FFF2-40B4-BE49-F238E27FC236}">
                  <a16:creationId xmlns:a16="http://schemas.microsoft.com/office/drawing/2014/main" id="{B341B63C-FE1F-DE52-1C61-F784E53B548A}"/>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51">
              <a:extLst>
                <a:ext uri="{FF2B5EF4-FFF2-40B4-BE49-F238E27FC236}">
                  <a16:creationId xmlns:a16="http://schemas.microsoft.com/office/drawing/2014/main" id="{918361C0-B730-1462-EAC3-8BA02BD3A296}"/>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52">
              <a:extLst>
                <a:ext uri="{FF2B5EF4-FFF2-40B4-BE49-F238E27FC236}">
                  <a16:creationId xmlns:a16="http://schemas.microsoft.com/office/drawing/2014/main" id="{25A8DF15-3380-827F-848B-B16105951AB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53">
              <a:extLst>
                <a:ext uri="{FF2B5EF4-FFF2-40B4-BE49-F238E27FC236}">
                  <a16:creationId xmlns:a16="http://schemas.microsoft.com/office/drawing/2014/main" id="{2804ECB9-6F52-130B-F935-694A4A5ACA64}"/>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4">
              <a:extLst>
                <a:ext uri="{FF2B5EF4-FFF2-40B4-BE49-F238E27FC236}">
                  <a16:creationId xmlns:a16="http://schemas.microsoft.com/office/drawing/2014/main" id="{5F5A90F9-D1B0-D54A-3E5A-D0B6710B2107}"/>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5">
              <a:extLst>
                <a:ext uri="{FF2B5EF4-FFF2-40B4-BE49-F238E27FC236}">
                  <a16:creationId xmlns:a16="http://schemas.microsoft.com/office/drawing/2014/main" id="{3798E1B9-475C-1655-E954-1D93915623ED}"/>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6">
              <a:extLst>
                <a:ext uri="{FF2B5EF4-FFF2-40B4-BE49-F238E27FC236}">
                  <a16:creationId xmlns:a16="http://schemas.microsoft.com/office/drawing/2014/main" id="{1223CBA1-D0AD-3DF3-5525-23E1BE62F7C0}"/>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7">
              <a:extLst>
                <a:ext uri="{FF2B5EF4-FFF2-40B4-BE49-F238E27FC236}">
                  <a16:creationId xmlns:a16="http://schemas.microsoft.com/office/drawing/2014/main" id="{07AEF65F-B03F-1C71-7EE0-BBDF491DAEEE}"/>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8">
              <a:extLst>
                <a:ext uri="{FF2B5EF4-FFF2-40B4-BE49-F238E27FC236}">
                  <a16:creationId xmlns:a16="http://schemas.microsoft.com/office/drawing/2014/main" id="{305521CD-280C-EB2D-EBB9-3C6AE499BF2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9">
              <a:extLst>
                <a:ext uri="{FF2B5EF4-FFF2-40B4-BE49-F238E27FC236}">
                  <a16:creationId xmlns:a16="http://schemas.microsoft.com/office/drawing/2014/main" id="{25902B93-32DB-FB2B-59D2-A0EB5FDC31B0}"/>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60">
              <a:extLst>
                <a:ext uri="{FF2B5EF4-FFF2-40B4-BE49-F238E27FC236}">
                  <a16:creationId xmlns:a16="http://schemas.microsoft.com/office/drawing/2014/main" id="{841E793C-D8FC-A725-FA7F-2E12E5B4F032}"/>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61">
              <a:extLst>
                <a:ext uri="{FF2B5EF4-FFF2-40B4-BE49-F238E27FC236}">
                  <a16:creationId xmlns:a16="http://schemas.microsoft.com/office/drawing/2014/main" id="{35AFD70B-26B5-8E5E-4A50-14065C29C347}"/>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62">
              <a:extLst>
                <a:ext uri="{FF2B5EF4-FFF2-40B4-BE49-F238E27FC236}">
                  <a16:creationId xmlns:a16="http://schemas.microsoft.com/office/drawing/2014/main" id="{2ABDCF91-767A-28B1-5E43-EA7139688510}"/>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63">
              <a:extLst>
                <a:ext uri="{FF2B5EF4-FFF2-40B4-BE49-F238E27FC236}">
                  <a16:creationId xmlns:a16="http://schemas.microsoft.com/office/drawing/2014/main" id="{8222A486-DC9E-F66B-38CE-090E767FF81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4">
              <a:extLst>
                <a:ext uri="{FF2B5EF4-FFF2-40B4-BE49-F238E27FC236}">
                  <a16:creationId xmlns:a16="http://schemas.microsoft.com/office/drawing/2014/main" id="{4B991547-4814-1F4B-1A3F-332713888496}"/>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5">
              <a:extLst>
                <a:ext uri="{FF2B5EF4-FFF2-40B4-BE49-F238E27FC236}">
                  <a16:creationId xmlns:a16="http://schemas.microsoft.com/office/drawing/2014/main" id="{ECF15115-BB97-60D8-BF5B-44182439C14F}"/>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6">
              <a:extLst>
                <a:ext uri="{FF2B5EF4-FFF2-40B4-BE49-F238E27FC236}">
                  <a16:creationId xmlns:a16="http://schemas.microsoft.com/office/drawing/2014/main" id="{BCCD9D95-ED24-7D87-46C6-2947F660E7CB}"/>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1" name="Book_shelf4" descr="{&quot;Key&quot;:&quot;POWER_USER_SHAPE_ICON&quot;,&quot;Value&quot;:&quot;POWER_USER_SHAPE_ICON_STYLE_1&quot;}">
            <a:extLst>
              <a:ext uri="{FF2B5EF4-FFF2-40B4-BE49-F238E27FC236}">
                <a16:creationId xmlns:a16="http://schemas.microsoft.com/office/drawing/2014/main" id="{B11C80F9-7A3A-7D1D-7377-B01A5B952EAE}"/>
              </a:ext>
            </a:extLst>
          </p:cNvPr>
          <p:cNvGrpSpPr>
            <a:grpSpLocks noChangeAspect="1"/>
          </p:cNvGrpSpPr>
          <p:nvPr/>
        </p:nvGrpSpPr>
        <p:grpSpPr>
          <a:xfrm>
            <a:off x="6609097" y="4923357"/>
            <a:ext cx="627085" cy="608760"/>
            <a:chOff x="6445251" y="1546226"/>
            <a:chExt cx="488950" cy="474663"/>
          </a:xfrm>
          <a:solidFill>
            <a:schemeClr val="accent4"/>
          </a:solidFill>
        </p:grpSpPr>
        <p:sp>
          <p:nvSpPr>
            <p:cNvPr id="142" name="Freeform 360">
              <a:extLst>
                <a:ext uri="{FF2B5EF4-FFF2-40B4-BE49-F238E27FC236}">
                  <a16:creationId xmlns:a16="http://schemas.microsoft.com/office/drawing/2014/main" id="{35C8E7CB-6F35-7CDA-8B7C-AA97E7492BE2}"/>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61">
              <a:extLst>
                <a:ext uri="{FF2B5EF4-FFF2-40B4-BE49-F238E27FC236}">
                  <a16:creationId xmlns:a16="http://schemas.microsoft.com/office/drawing/2014/main" id="{97415D7A-EB98-575F-FA58-B600F3110CD6}"/>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62">
              <a:extLst>
                <a:ext uri="{FF2B5EF4-FFF2-40B4-BE49-F238E27FC236}">
                  <a16:creationId xmlns:a16="http://schemas.microsoft.com/office/drawing/2014/main" id="{C4065B3C-3DB7-B49B-47C1-9DD41919AEDE}"/>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63">
              <a:extLst>
                <a:ext uri="{FF2B5EF4-FFF2-40B4-BE49-F238E27FC236}">
                  <a16:creationId xmlns:a16="http://schemas.microsoft.com/office/drawing/2014/main" id="{8613F143-00D3-C7D6-B77B-7CE144F26122}"/>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64">
              <a:extLst>
                <a:ext uri="{FF2B5EF4-FFF2-40B4-BE49-F238E27FC236}">
                  <a16:creationId xmlns:a16="http://schemas.microsoft.com/office/drawing/2014/main" id="{034839AC-7AF9-2F11-FFD1-EDA376A54158}"/>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5">
              <a:extLst>
                <a:ext uri="{FF2B5EF4-FFF2-40B4-BE49-F238E27FC236}">
                  <a16:creationId xmlns:a16="http://schemas.microsoft.com/office/drawing/2014/main" id="{01C354D6-3368-B148-3D7D-3D38403426FF}"/>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6">
              <a:extLst>
                <a:ext uri="{FF2B5EF4-FFF2-40B4-BE49-F238E27FC236}">
                  <a16:creationId xmlns:a16="http://schemas.microsoft.com/office/drawing/2014/main" id="{002064CD-E184-E86E-0927-83ABBFE50708}"/>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7">
              <a:extLst>
                <a:ext uri="{FF2B5EF4-FFF2-40B4-BE49-F238E27FC236}">
                  <a16:creationId xmlns:a16="http://schemas.microsoft.com/office/drawing/2014/main" id="{C162F6FF-02C4-C5F3-3196-E2A4B00BEA08}"/>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8">
              <a:extLst>
                <a:ext uri="{FF2B5EF4-FFF2-40B4-BE49-F238E27FC236}">
                  <a16:creationId xmlns:a16="http://schemas.microsoft.com/office/drawing/2014/main" id="{08D31975-1857-F255-B259-508F39744A79}"/>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ello" descr="{&quot;Key&quot;:&quot;POWER_USER_SHAPE_ICON&quot;,&quot;Value&quot;:&quot;POWER_USER_SHAPE_ICON_STYLE_1&quot;}">
            <a:extLst>
              <a:ext uri="{FF2B5EF4-FFF2-40B4-BE49-F238E27FC236}">
                <a16:creationId xmlns:a16="http://schemas.microsoft.com/office/drawing/2014/main" id="{C09D2A74-9688-8373-D808-8064E9230292}"/>
              </a:ext>
            </a:extLst>
          </p:cNvPr>
          <p:cNvGrpSpPr>
            <a:grpSpLocks noChangeAspect="1"/>
          </p:cNvGrpSpPr>
          <p:nvPr/>
        </p:nvGrpSpPr>
        <p:grpSpPr>
          <a:xfrm>
            <a:off x="10341897" y="4940261"/>
            <a:ext cx="537595" cy="629752"/>
            <a:chOff x="3184526" y="6335713"/>
            <a:chExt cx="388938" cy="455612"/>
          </a:xfrm>
          <a:solidFill>
            <a:schemeClr val="accent6"/>
          </a:solidFill>
        </p:grpSpPr>
        <p:sp>
          <p:nvSpPr>
            <p:cNvPr id="160" name="Freeform 204">
              <a:extLst>
                <a:ext uri="{FF2B5EF4-FFF2-40B4-BE49-F238E27FC236}">
                  <a16:creationId xmlns:a16="http://schemas.microsoft.com/office/drawing/2014/main" id="{84ACEF42-8E34-5795-764F-CD64AD9E3A39}"/>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06">
              <a:extLst>
                <a:ext uri="{FF2B5EF4-FFF2-40B4-BE49-F238E27FC236}">
                  <a16:creationId xmlns:a16="http://schemas.microsoft.com/office/drawing/2014/main" id="{3DADC316-B7BD-BD8D-7766-265A9D07F457}"/>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7">
              <a:extLst>
                <a:ext uri="{FF2B5EF4-FFF2-40B4-BE49-F238E27FC236}">
                  <a16:creationId xmlns:a16="http://schemas.microsoft.com/office/drawing/2014/main" id="{67E4671A-8393-DA47-90D4-CE8CE4B40281}"/>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08">
              <a:extLst>
                <a:ext uri="{FF2B5EF4-FFF2-40B4-BE49-F238E27FC236}">
                  <a16:creationId xmlns:a16="http://schemas.microsoft.com/office/drawing/2014/main" id="{81DC8C60-86B0-C44C-BE01-8FD68BAF222F}"/>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09">
              <a:extLst>
                <a:ext uri="{FF2B5EF4-FFF2-40B4-BE49-F238E27FC236}">
                  <a16:creationId xmlns:a16="http://schemas.microsoft.com/office/drawing/2014/main" id="{58B7A3BE-AE52-A1EC-C9DE-8D824597AF18}"/>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10">
              <a:extLst>
                <a:ext uri="{FF2B5EF4-FFF2-40B4-BE49-F238E27FC236}">
                  <a16:creationId xmlns:a16="http://schemas.microsoft.com/office/drawing/2014/main" id="{41CD51AA-C24A-0CFB-D12A-4735B0491836}"/>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11">
              <a:extLst>
                <a:ext uri="{FF2B5EF4-FFF2-40B4-BE49-F238E27FC236}">
                  <a16:creationId xmlns:a16="http://schemas.microsoft.com/office/drawing/2014/main" id="{E60ED0B3-E910-B15C-195B-9034CBD98AB1}"/>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12">
              <a:extLst>
                <a:ext uri="{FF2B5EF4-FFF2-40B4-BE49-F238E27FC236}">
                  <a16:creationId xmlns:a16="http://schemas.microsoft.com/office/drawing/2014/main" id="{658C9C6C-1185-1A0B-6D47-A0B39509825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13">
              <a:extLst>
                <a:ext uri="{FF2B5EF4-FFF2-40B4-BE49-F238E27FC236}">
                  <a16:creationId xmlns:a16="http://schemas.microsoft.com/office/drawing/2014/main" id="{A60558C6-65D4-F3E6-E319-B1FE8B8CB3FF}"/>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4">
              <a:extLst>
                <a:ext uri="{FF2B5EF4-FFF2-40B4-BE49-F238E27FC236}">
                  <a16:creationId xmlns:a16="http://schemas.microsoft.com/office/drawing/2014/main" id="{FE0015F7-DB21-631D-317A-4C353EC3670A}"/>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5">
              <a:extLst>
                <a:ext uri="{FF2B5EF4-FFF2-40B4-BE49-F238E27FC236}">
                  <a16:creationId xmlns:a16="http://schemas.microsoft.com/office/drawing/2014/main" id="{67E60E5D-E10C-FDAD-3278-9C02E1B8D664}"/>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6">
              <a:extLst>
                <a:ext uri="{FF2B5EF4-FFF2-40B4-BE49-F238E27FC236}">
                  <a16:creationId xmlns:a16="http://schemas.microsoft.com/office/drawing/2014/main" id="{3EE9CF21-38A5-523A-2035-EA13C6ABE9E1}"/>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7">
              <a:extLst>
                <a:ext uri="{FF2B5EF4-FFF2-40B4-BE49-F238E27FC236}">
                  <a16:creationId xmlns:a16="http://schemas.microsoft.com/office/drawing/2014/main" id="{C225095E-C233-326B-07AE-D60BAFED2A6D}"/>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8">
              <a:extLst>
                <a:ext uri="{FF2B5EF4-FFF2-40B4-BE49-F238E27FC236}">
                  <a16:creationId xmlns:a16="http://schemas.microsoft.com/office/drawing/2014/main" id="{DFB75D8D-2B1C-887E-B473-FACE4B0EBE3B}"/>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9">
              <a:extLst>
                <a:ext uri="{FF2B5EF4-FFF2-40B4-BE49-F238E27FC236}">
                  <a16:creationId xmlns:a16="http://schemas.microsoft.com/office/drawing/2014/main" id="{7D91CD8A-1953-181C-CD97-848320131DE5}"/>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20">
              <a:extLst>
                <a:ext uri="{FF2B5EF4-FFF2-40B4-BE49-F238E27FC236}">
                  <a16:creationId xmlns:a16="http://schemas.microsoft.com/office/drawing/2014/main" id="{288E30D3-020B-89C9-F3EB-D8AA0C1AA161}"/>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21">
              <a:extLst>
                <a:ext uri="{FF2B5EF4-FFF2-40B4-BE49-F238E27FC236}">
                  <a16:creationId xmlns:a16="http://schemas.microsoft.com/office/drawing/2014/main" id="{3465E656-3935-3C83-A3D2-01157FE8D5A6}"/>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22">
              <a:extLst>
                <a:ext uri="{FF2B5EF4-FFF2-40B4-BE49-F238E27FC236}">
                  <a16:creationId xmlns:a16="http://schemas.microsoft.com/office/drawing/2014/main" id="{EA9B63E3-29D7-D521-FC31-1E2E448D0DB7}"/>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23">
              <a:extLst>
                <a:ext uri="{FF2B5EF4-FFF2-40B4-BE49-F238E27FC236}">
                  <a16:creationId xmlns:a16="http://schemas.microsoft.com/office/drawing/2014/main" id="{CC684E6D-A649-C73D-CF37-FC3A28A38D32}"/>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0F65B6AD-B628-5D91-2E1D-42EC2CE3D77F}"/>
              </a:ext>
            </a:extLst>
          </p:cNvPr>
          <p:cNvGrpSpPr>
            <a:grpSpLocks noChangeAspect="1"/>
          </p:cNvGrpSpPr>
          <p:nvPr/>
        </p:nvGrpSpPr>
        <p:grpSpPr>
          <a:xfrm>
            <a:off x="8525827" y="1734687"/>
            <a:ext cx="538103" cy="572502"/>
            <a:chOff x="6289676" y="1268413"/>
            <a:chExt cx="347663" cy="369888"/>
          </a:xfrm>
          <a:solidFill>
            <a:schemeClr val="accent5"/>
          </a:solidFill>
        </p:grpSpPr>
        <p:sp>
          <p:nvSpPr>
            <p:cNvPr id="5" name="Rectangle 872">
              <a:extLst>
                <a:ext uri="{FF2B5EF4-FFF2-40B4-BE49-F238E27FC236}">
                  <a16:creationId xmlns:a16="http://schemas.microsoft.com/office/drawing/2014/main" id="{3937C7DE-7F0B-85D7-BDBE-C974CF256E02}"/>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4BC11F98-2773-2FF5-74DD-8B80A20354F0}"/>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74580C72-1342-1438-D644-8C5A7683BEA1}"/>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3B279A5B-1D7A-2904-DFA9-7A555379B852}"/>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4AB1EB06-989C-8239-9839-6EA117B01C30}"/>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F9D5C4C9-2361-BAE1-A1FC-0B3C4AB24FA6}"/>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060F6CEA-8BBF-6764-B6E6-7C941AB429E9}"/>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775E7C31-988A-70BF-2867-1886A2A45142}"/>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D789601C-1252-F9FB-6282-78737A96ECF9}"/>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23191BC8-C74D-6AD2-9B56-B512A764302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DE0FF6AF-BC74-4A2A-0A06-F509AE4A9341}"/>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EB8D34C7-EA71-CA0D-77E2-5DCEB822D995}"/>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28620107-7165-22BE-8E54-F7DAC17BEE53}"/>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EC9D32A-4041-A9D8-D3E0-BE7C610DFE0D}"/>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38C8CFEA-E46F-9B10-A6FD-6DDC1245E8A8}"/>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F6EA90F3-1B80-C066-7011-8B0E2A383894}"/>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76148547-44B2-A759-99A8-F22F5C14ABB8}"/>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B6F99B32-8E7E-7512-4A2A-D8041B85AF25}"/>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7A722D18-89CA-8D27-AEC0-649317725AE2}"/>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344A0C54-95B4-0E95-4FF1-7D8EC359DF7F}"/>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B8E41CE7-D8E3-7AED-C2DA-52007BCDEEE8}"/>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71EFC480-53DF-E1C2-AA99-0E05E3F41FC5}"/>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D8E7DBB6-AC63-B49C-72F2-71724DB49AF8}"/>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42226389"/>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11</a:t>
            </a:r>
          </a:p>
        </p:txBody>
      </p:sp>
      <p:sp>
        <p:nvSpPr>
          <p:cNvPr id="4" name="Pentagon 3"/>
          <p:cNvSpPr/>
          <p:nvPr/>
        </p:nvSpPr>
        <p:spPr>
          <a:xfrm>
            <a:off x="508000" y="3465500"/>
            <a:ext cx="1968500" cy="342748"/>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2023</a:t>
            </a:r>
          </a:p>
        </p:txBody>
      </p:sp>
      <p:sp>
        <p:nvSpPr>
          <p:cNvPr id="6" name="Chevron 5"/>
          <p:cNvSpPr/>
          <p:nvPr/>
        </p:nvSpPr>
        <p:spPr>
          <a:xfrm>
            <a:off x="2349500" y="3465500"/>
            <a:ext cx="1968500" cy="342748"/>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2024</a:t>
            </a:r>
          </a:p>
        </p:txBody>
      </p:sp>
      <p:sp>
        <p:nvSpPr>
          <p:cNvPr id="8" name="Chevron 7"/>
          <p:cNvSpPr/>
          <p:nvPr/>
        </p:nvSpPr>
        <p:spPr>
          <a:xfrm>
            <a:off x="4191000" y="3465500"/>
            <a:ext cx="1968500" cy="342748"/>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2025</a:t>
            </a:r>
          </a:p>
        </p:txBody>
      </p:sp>
      <p:sp>
        <p:nvSpPr>
          <p:cNvPr id="10" name="Chevron 9"/>
          <p:cNvSpPr/>
          <p:nvPr/>
        </p:nvSpPr>
        <p:spPr>
          <a:xfrm>
            <a:off x="6032500" y="3465500"/>
            <a:ext cx="1968500" cy="342748"/>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2026</a:t>
            </a:r>
          </a:p>
        </p:txBody>
      </p:sp>
      <p:sp>
        <p:nvSpPr>
          <p:cNvPr id="12" name="Chevron 11"/>
          <p:cNvSpPr/>
          <p:nvPr/>
        </p:nvSpPr>
        <p:spPr>
          <a:xfrm>
            <a:off x="7874000" y="3465500"/>
            <a:ext cx="1968500" cy="342748"/>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2027</a:t>
            </a:r>
          </a:p>
        </p:txBody>
      </p:sp>
      <p:sp>
        <p:nvSpPr>
          <p:cNvPr id="14" name="Chevron 13"/>
          <p:cNvSpPr/>
          <p:nvPr/>
        </p:nvSpPr>
        <p:spPr>
          <a:xfrm>
            <a:off x="9715500" y="3465500"/>
            <a:ext cx="1968500" cy="342748"/>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2028</a:t>
            </a:r>
          </a:p>
        </p:txBody>
      </p:sp>
      <p:sp>
        <p:nvSpPr>
          <p:cNvPr id="17" name="TextBox 16"/>
          <p:cNvSpPr txBox="1"/>
          <p:nvPr/>
        </p:nvSpPr>
        <p:spPr>
          <a:xfrm>
            <a:off x="203232" y="4063903"/>
            <a:ext cx="2451037" cy="954107"/>
          </a:xfrm>
          <a:prstGeom prst="rect">
            <a:avLst/>
          </a:prstGeom>
          <a:noFill/>
        </p:spPr>
        <p:txBody>
          <a:bodyPr wrap="square" rtlCol="0">
            <a:spAutoFit/>
          </a:bodyPr>
          <a:lstStyle/>
          <a:p>
            <a:pPr algn="ctr"/>
            <a:r>
              <a:rPr lang="en-US" sz="1400" dirty="0"/>
              <a:t>Lorem ipsum dolor sit amet, consectetuer adipiscing elit. Maecenas porttitor congue massa. </a:t>
            </a:r>
          </a:p>
        </p:txBody>
      </p:sp>
      <p:sp>
        <p:nvSpPr>
          <p:cNvPr id="18" name="TextBox 17"/>
          <p:cNvSpPr txBox="1"/>
          <p:nvPr/>
        </p:nvSpPr>
        <p:spPr>
          <a:xfrm>
            <a:off x="3886232" y="4063903"/>
            <a:ext cx="2451037" cy="954107"/>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19" name="TextBox 18"/>
          <p:cNvSpPr txBox="1"/>
          <p:nvPr/>
        </p:nvSpPr>
        <p:spPr>
          <a:xfrm>
            <a:off x="7569232" y="4063903"/>
            <a:ext cx="2451037" cy="954107"/>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3" name="TextBox 22"/>
          <p:cNvSpPr txBox="1"/>
          <p:nvPr/>
        </p:nvSpPr>
        <p:spPr>
          <a:xfrm>
            <a:off x="2051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4" name="TextBox 23"/>
          <p:cNvSpPr txBox="1"/>
          <p:nvPr/>
        </p:nvSpPr>
        <p:spPr>
          <a:xfrm>
            <a:off x="5734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5" name="TextBox 24"/>
          <p:cNvSpPr txBox="1"/>
          <p:nvPr/>
        </p:nvSpPr>
        <p:spPr>
          <a:xfrm>
            <a:off x="9417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grpSp>
        <p:nvGrpSpPr>
          <p:cNvPr id="34" name="Group 33"/>
          <p:cNvGrpSpPr/>
          <p:nvPr/>
        </p:nvGrpSpPr>
        <p:grpSpPr>
          <a:xfrm>
            <a:off x="1007340" y="1589285"/>
            <a:ext cx="914400" cy="1876215"/>
            <a:chOff x="1007340" y="1589285"/>
            <a:chExt cx="914400" cy="1876215"/>
          </a:xfrm>
        </p:grpSpPr>
        <p:sp>
          <p:nvSpPr>
            <p:cNvPr id="29" name="Oval 28"/>
            <p:cNvSpPr/>
            <p:nvPr/>
          </p:nvSpPr>
          <p:spPr>
            <a:xfrm>
              <a:off x="1007340" y="1589285"/>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flipH="1">
              <a:off x="1457975" y="2503685"/>
              <a:ext cx="6565" cy="96181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0" name="POWER_USER_ID_ICONS_Atomic" descr="{&quot;Key&quot;:&quot;POWER_USER_SHAPE_ICON&quot;,&quot;Value&quot;:&quot;POWER_USER_SHAPE_ICON_STYLE_1&quot;}">
            <a:extLst>
              <a:ext uri="{FF2B5EF4-FFF2-40B4-BE49-F238E27FC236}">
                <a16:creationId xmlns:a16="http://schemas.microsoft.com/office/drawing/2014/main" id="{9120D24E-5A11-9164-95B3-ECADB6019CB4}"/>
              </a:ext>
            </a:extLst>
          </p:cNvPr>
          <p:cNvGrpSpPr>
            <a:grpSpLocks noChangeAspect="1"/>
          </p:cNvGrpSpPr>
          <p:nvPr>
            <p:custDataLst>
              <p:tags r:id="rId1"/>
            </p:custDataLst>
          </p:nvPr>
        </p:nvGrpSpPr>
        <p:grpSpPr bwMode="auto">
          <a:xfrm>
            <a:off x="2921028" y="4833957"/>
            <a:ext cx="708804" cy="789480"/>
            <a:chOff x="62" y="39"/>
            <a:chExt cx="369" cy="411"/>
          </a:xfrm>
          <a:solidFill>
            <a:srgbClr val="FFFFFF"/>
          </a:solidFill>
        </p:grpSpPr>
        <p:sp>
          <p:nvSpPr>
            <p:cNvPr id="81" name="POWER_USER_ID_ICONS_Atomic">
              <a:extLst>
                <a:ext uri="{FF2B5EF4-FFF2-40B4-BE49-F238E27FC236}">
                  <a16:creationId xmlns:a16="http://schemas.microsoft.com/office/drawing/2014/main" id="{677AB484-EA52-4ED1-9672-4B2C2E782B77}"/>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C8F3325E-4849-A8A0-EDEB-D96C5FFA1B2E}"/>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DAF84570-7678-8328-8330-122AC8D8020B}"/>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7960ABFD-BE20-4F23-FADF-B03DCB7F0380}"/>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56C245BD-C45E-8A33-FC1A-6940D6BD6EE8}"/>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 name="POWER_USER_ID_ICONS_Atomic">
              <a:extLst>
                <a:ext uri="{FF2B5EF4-FFF2-40B4-BE49-F238E27FC236}">
                  <a16:creationId xmlns:a16="http://schemas.microsoft.com/office/drawing/2014/main" id="{346F3DCD-6C4F-99D6-2DA0-494086B89DC3}"/>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 name="POWER_USER_ID_ICONS_Atomic">
              <a:extLst>
                <a:ext uri="{FF2B5EF4-FFF2-40B4-BE49-F238E27FC236}">
                  <a16:creationId xmlns:a16="http://schemas.microsoft.com/office/drawing/2014/main" id="{8477F345-5316-72EC-B6AB-DD9814BB8353}"/>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 name="POWER_USER_ID_ICONS_Atomic">
              <a:extLst>
                <a:ext uri="{FF2B5EF4-FFF2-40B4-BE49-F238E27FC236}">
                  <a16:creationId xmlns:a16="http://schemas.microsoft.com/office/drawing/2014/main" id="{B804213F-299E-3C1A-E6C0-DB12123245B5}"/>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 name="POWER_USER_ID_ICONS_Atomic">
              <a:extLst>
                <a:ext uri="{FF2B5EF4-FFF2-40B4-BE49-F238E27FC236}">
                  <a16:creationId xmlns:a16="http://schemas.microsoft.com/office/drawing/2014/main" id="{ACC4ECD7-697A-38E4-2B62-78794F82A8F5}"/>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0" name="Hydroelectricity2" descr="{&quot;Key&quot;:&quot;POWER_USER_SHAPE_ICON&quot;,&quot;Value&quot;:&quot;POWER_USER_SHAPE_ICON_STYLE_1&quot;}">
            <a:extLst>
              <a:ext uri="{FF2B5EF4-FFF2-40B4-BE49-F238E27FC236}">
                <a16:creationId xmlns:a16="http://schemas.microsoft.com/office/drawing/2014/main" id="{D2A000F4-CFE3-BF4E-83B2-1376AA159B26}"/>
              </a:ext>
            </a:extLst>
          </p:cNvPr>
          <p:cNvGrpSpPr>
            <a:grpSpLocks noChangeAspect="1"/>
          </p:cNvGrpSpPr>
          <p:nvPr/>
        </p:nvGrpSpPr>
        <p:grpSpPr>
          <a:xfrm>
            <a:off x="1076280" y="1655778"/>
            <a:ext cx="817394" cy="600711"/>
            <a:chOff x="7794625" y="444500"/>
            <a:chExt cx="604838" cy="444501"/>
          </a:xfrm>
          <a:solidFill>
            <a:srgbClr val="FFFFFF"/>
          </a:solidFill>
        </p:grpSpPr>
        <p:sp>
          <p:nvSpPr>
            <p:cNvPr id="91" name="Freeform 627">
              <a:extLst>
                <a:ext uri="{FF2B5EF4-FFF2-40B4-BE49-F238E27FC236}">
                  <a16:creationId xmlns:a16="http://schemas.microsoft.com/office/drawing/2014/main" id="{E45DD3E0-91A8-7EDD-4F4A-B9867A186A58}"/>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28">
              <a:extLst>
                <a:ext uri="{FF2B5EF4-FFF2-40B4-BE49-F238E27FC236}">
                  <a16:creationId xmlns:a16="http://schemas.microsoft.com/office/drawing/2014/main" id="{68F95B59-4F4F-3399-AFEC-41214F999D79}"/>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29">
              <a:extLst>
                <a:ext uri="{FF2B5EF4-FFF2-40B4-BE49-F238E27FC236}">
                  <a16:creationId xmlns:a16="http://schemas.microsoft.com/office/drawing/2014/main" id="{78E716C1-23FE-9B59-CCBC-D1F55E69677F}"/>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0">
              <a:extLst>
                <a:ext uri="{FF2B5EF4-FFF2-40B4-BE49-F238E27FC236}">
                  <a16:creationId xmlns:a16="http://schemas.microsoft.com/office/drawing/2014/main" id="{949DE68A-3831-4B29-2ED9-ACED1294A14E}"/>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1">
              <a:extLst>
                <a:ext uri="{FF2B5EF4-FFF2-40B4-BE49-F238E27FC236}">
                  <a16:creationId xmlns:a16="http://schemas.microsoft.com/office/drawing/2014/main" id="{FF7789CF-CC50-9D0F-AA18-760DC0092109}"/>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2">
              <a:extLst>
                <a:ext uri="{FF2B5EF4-FFF2-40B4-BE49-F238E27FC236}">
                  <a16:creationId xmlns:a16="http://schemas.microsoft.com/office/drawing/2014/main" id="{62DBADF6-9E0B-40A9-D30D-19EDB2CBE9EF}"/>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3">
              <a:extLst>
                <a:ext uri="{FF2B5EF4-FFF2-40B4-BE49-F238E27FC236}">
                  <a16:creationId xmlns:a16="http://schemas.microsoft.com/office/drawing/2014/main" id="{0B27F952-618D-B8AA-AE71-E0F98522F8A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4">
              <a:extLst>
                <a:ext uri="{FF2B5EF4-FFF2-40B4-BE49-F238E27FC236}">
                  <a16:creationId xmlns:a16="http://schemas.microsoft.com/office/drawing/2014/main" id="{529CEEED-BE56-D7FF-E0A8-28816637CEEC}"/>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5">
              <a:extLst>
                <a:ext uri="{FF2B5EF4-FFF2-40B4-BE49-F238E27FC236}">
                  <a16:creationId xmlns:a16="http://schemas.microsoft.com/office/drawing/2014/main" id="{41283A7D-23B7-E76E-66F4-E58CD857A862}"/>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36">
              <a:extLst>
                <a:ext uri="{FF2B5EF4-FFF2-40B4-BE49-F238E27FC236}">
                  <a16:creationId xmlns:a16="http://schemas.microsoft.com/office/drawing/2014/main" id="{9F3527EB-14D6-3649-7925-77033CA96681}"/>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37">
              <a:extLst>
                <a:ext uri="{FF2B5EF4-FFF2-40B4-BE49-F238E27FC236}">
                  <a16:creationId xmlns:a16="http://schemas.microsoft.com/office/drawing/2014/main" id="{8202C8B2-6CFD-A885-8E42-5B613A834399}"/>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38">
              <a:extLst>
                <a:ext uri="{FF2B5EF4-FFF2-40B4-BE49-F238E27FC236}">
                  <a16:creationId xmlns:a16="http://schemas.microsoft.com/office/drawing/2014/main" id="{675F39B2-4CF0-ACFA-7364-393DC72B79EF}"/>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39">
              <a:extLst>
                <a:ext uri="{FF2B5EF4-FFF2-40B4-BE49-F238E27FC236}">
                  <a16:creationId xmlns:a16="http://schemas.microsoft.com/office/drawing/2014/main" id="{9BAA908E-1066-3057-997D-588B959BBFC1}"/>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0">
              <a:extLst>
                <a:ext uri="{FF2B5EF4-FFF2-40B4-BE49-F238E27FC236}">
                  <a16:creationId xmlns:a16="http://schemas.microsoft.com/office/drawing/2014/main" id="{467F5B68-F0B1-78DA-78CB-DBADFADD1DB3}"/>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1">
              <a:extLst>
                <a:ext uri="{FF2B5EF4-FFF2-40B4-BE49-F238E27FC236}">
                  <a16:creationId xmlns:a16="http://schemas.microsoft.com/office/drawing/2014/main" id="{67E93DA0-02CA-6528-132E-98BB1523C01C}"/>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642">
              <a:extLst>
                <a:ext uri="{FF2B5EF4-FFF2-40B4-BE49-F238E27FC236}">
                  <a16:creationId xmlns:a16="http://schemas.microsoft.com/office/drawing/2014/main" id="{6D543454-4F73-5140-FACC-5FA0FB221B1B}"/>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643">
              <a:extLst>
                <a:ext uri="{FF2B5EF4-FFF2-40B4-BE49-F238E27FC236}">
                  <a16:creationId xmlns:a16="http://schemas.microsoft.com/office/drawing/2014/main" id="{63E4B576-366A-2138-7B8B-9C38EE496F03}"/>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644">
              <a:extLst>
                <a:ext uri="{FF2B5EF4-FFF2-40B4-BE49-F238E27FC236}">
                  <a16:creationId xmlns:a16="http://schemas.microsoft.com/office/drawing/2014/main" id="{7562B204-AD94-8704-B598-AD5DA106091F}"/>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645">
              <a:extLst>
                <a:ext uri="{FF2B5EF4-FFF2-40B4-BE49-F238E27FC236}">
                  <a16:creationId xmlns:a16="http://schemas.microsoft.com/office/drawing/2014/main" id="{B2D7F712-970B-5560-59D1-541F05D5F4C4}"/>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39">
              <a:extLst>
                <a:ext uri="{FF2B5EF4-FFF2-40B4-BE49-F238E27FC236}">
                  <a16:creationId xmlns:a16="http://schemas.microsoft.com/office/drawing/2014/main" id="{D56D0972-FAA8-8B70-BA6B-F6FB01FE9174}"/>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0">
              <a:extLst>
                <a:ext uri="{FF2B5EF4-FFF2-40B4-BE49-F238E27FC236}">
                  <a16:creationId xmlns:a16="http://schemas.microsoft.com/office/drawing/2014/main" id="{227828F9-DDB2-EBA2-3C73-A547BC15FEB2}"/>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1">
              <a:extLst>
                <a:ext uri="{FF2B5EF4-FFF2-40B4-BE49-F238E27FC236}">
                  <a16:creationId xmlns:a16="http://schemas.microsoft.com/office/drawing/2014/main" id="{3AD0895A-AFF0-C7B1-7268-407FFF8382F6}"/>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2">
              <a:extLst>
                <a:ext uri="{FF2B5EF4-FFF2-40B4-BE49-F238E27FC236}">
                  <a16:creationId xmlns:a16="http://schemas.microsoft.com/office/drawing/2014/main" id="{6B1FC191-9685-C656-3763-04FD8831309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3">
              <a:extLst>
                <a:ext uri="{FF2B5EF4-FFF2-40B4-BE49-F238E27FC236}">
                  <a16:creationId xmlns:a16="http://schemas.microsoft.com/office/drawing/2014/main" id="{68DDE4D5-6E41-B49A-0BEB-F878135DAFC3}"/>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944">
              <a:extLst>
                <a:ext uri="{FF2B5EF4-FFF2-40B4-BE49-F238E27FC236}">
                  <a16:creationId xmlns:a16="http://schemas.microsoft.com/office/drawing/2014/main" id="{39D51762-926E-25CD-3FCC-EFB1D88D8FC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945">
              <a:extLst>
                <a:ext uri="{FF2B5EF4-FFF2-40B4-BE49-F238E27FC236}">
                  <a16:creationId xmlns:a16="http://schemas.microsoft.com/office/drawing/2014/main" id="{7DEBCFA6-E8D4-CA58-454F-AB2221C8ACF7}"/>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946">
              <a:extLst>
                <a:ext uri="{FF2B5EF4-FFF2-40B4-BE49-F238E27FC236}">
                  <a16:creationId xmlns:a16="http://schemas.microsoft.com/office/drawing/2014/main" id="{ADA4AC22-ABDF-51D0-90A5-84088A39DBD3}"/>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947">
              <a:extLst>
                <a:ext uri="{FF2B5EF4-FFF2-40B4-BE49-F238E27FC236}">
                  <a16:creationId xmlns:a16="http://schemas.microsoft.com/office/drawing/2014/main" id="{006F0674-004F-FD14-3D56-A3507090B055}"/>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Oil_well3" descr="{&quot;Key&quot;:&quot;POWER_USER_SHAPE_ICON&quot;,&quot;Value&quot;:&quot;POWER_USER_SHAPE_ICON_STYLE_1&quot;}">
            <a:extLst>
              <a:ext uri="{FF2B5EF4-FFF2-40B4-BE49-F238E27FC236}">
                <a16:creationId xmlns:a16="http://schemas.microsoft.com/office/drawing/2014/main" id="{2A1F06E7-9CAA-3FF6-1482-773D85FC4C19}"/>
              </a:ext>
            </a:extLst>
          </p:cNvPr>
          <p:cNvGrpSpPr>
            <a:grpSpLocks noChangeAspect="1"/>
          </p:cNvGrpSpPr>
          <p:nvPr/>
        </p:nvGrpSpPr>
        <p:grpSpPr>
          <a:xfrm>
            <a:off x="4786755" y="1706875"/>
            <a:ext cx="689800" cy="646546"/>
            <a:chOff x="7132638" y="5110163"/>
            <a:chExt cx="481012" cy="450850"/>
          </a:xfrm>
          <a:solidFill>
            <a:srgbClr val="FFFFFF"/>
          </a:solidFill>
        </p:grpSpPr>
        <p:sp>
          <p:nvSpPr>
            <p:cNvPr id="120" name="Freeform 742">
              <a:extLst>
                <a:ext uri="{FF2B5EF4-FFF2-40B4-BE49-F238E27FC236}">
                  <a16:creationId xmlns:a16="http://schemas.microsoft.com/office/drawing/2014/main" id="{765F8CE7-3CD0-1B66-08DD-16CBAC7B630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3">
              <a:extLst>
                <a:ext uri="{FF2B5EF4-FFF2-40B4-BE49-F238E27FC236}">
                  <a16:creationId xmlns:a16="http://schemas.microsoft.com/office/drawing/2014/main" id="{CBCF651F-17B4-0A44-99E5-36BE75792822}"/>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4">
              <a:extLst>
                <a:ext uri="{FF2B5EF4-FFF2-40B4-BE49-F238E27FC236}">
                  <a16:creationId xmlns:a16="http://schemas.microsoft.com/office/drawing/2014/main" id="{EAAA6DC0-F295-7408-F8DF-3FFC0D3E09CC}"/>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5">
              <a:extLst>
                <a:ext uri="{FF2B5EF4-FFF2-40B4-BE49-F238E27FC236}">
                  <a16:creationId xmlns:a16="http://schemas.microsoft.com/office/drawing/2014/main" id="{521FEA5D-2157-A90C-478D-6468E879E4F0}"/>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46">
              <a:extLst>
                <a:ext uri="{FF2B5EF4-FFF2-40B4-BE49-F238E27FC236}">
                  <a16:creationId xmlns:a16="http://schemas.microsoft.com/office/drawing/2014/main" id="{DA3A5FBF-CF88-B4D5-0026-3699F9894AE9}"/>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47">
              <a:extLst>
                <a:ext uri="{FF2B5EF4-FFF2-40B4-BE49-F238E27FC236}">
                  <a16:creationId xmlns:a16="http://schemas.microsoft.com/office/drawing/2014/main" id="{1AB0BFE8-A1FC-23FB-FAC5-548C37A8A85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48">
              <a:extLst>
                <a:ext uri="{FF2B5EF4-FFF2-40B4-BE49-F238E27FC236}">
                  <a16:creationId xmlns:a16="http://schemas.microsoft.com/office/drawing/2014/main" id="{158F8404-CB04-EC1D-5171-BC53C950BB2A}"/>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49">
              <a:extLst>
                <a:ext uri="{FF2B5EF4-FFF2-40B4-BE49-F238E27FC236}">
                  <a16:creationId xmlns:a16="http://schemas.microsoft.com/office/drawing/2014/main" id="{647B5443-C92C-B76B-5F70-A6337641BD8C}"/>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0">
              <a:extLst>
                <a:ext uri="{FF2B5EF4-FFF2-40B4-BE49-F238E27FC236}">
                  <a16:creationId xmlns:a16="http://schemas.microsoft.com/office/drawing/2014/main" id="{ADAEDAB3-183A-120C-A39E-9B6198559431}"/>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1">
              <a:extLst>
                <a:ext uri="{FF2B5EF4-FFF2-40B4-BE49-F238E27FC236}">
                  <a16:creationId xmlns:a16="http://schemas.microsoft.com/office/drawing/2014/main" id="{E9BF2751-0D56-40CA-F198-033746A3913B}"/>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2">
              <a:extLst>
                <a:ext uri="{FF2B5EF4-FFF2-40B4-BE49-F238E27FC236}">
                  <a16:creationId xmlns:a16="http://schemas.microsoft.com/office/drawing/2014/main" id="{201E6779-6A4C-1E39-EF86-4FB3C9ED306D}"/>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3">
              <a:extLst>
                <a:ext uri="{FF2B5EF4-FFF2-40B4-BE49-F238E27FC236}">
                  <a16:creationId xmlns:a16="http://schemas.microsoft.com/office/drawing/2014/main" id="{775A0C6E-E03F-EBA1-0B22-DEFBB0AD89AC}"/>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4">
              <a:extLst>
                <a:ext uri="{FF2B5EF4-FFF2-40B4-BE49-F238E27FC236}">
                  <a16:creationId xmlns:a16="http://schemas.microsoft.com/office/drawing/2014/main" id="{0788B3BF-523E-4BA2-7062-465C1023C923}"/>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5">
              <a:extLst>
                <a:ext uri="{FF2B5EF4-FFF2-40B4-BE49-F238E27FC236}">
                  <a16:creationId xmlns:a16="http://schemas.microsoft.com/office/drawing/2014/main" id="{F6310354-1DD4-0968-C3C9-3C51933007DA}"/>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56">
              <a:extLst>
                <a:ext uri="{FF2B5EF4-FFF2-40B4-BE49-F238E27FC236}">
                  <a16:creationId xmlns:a16="http://schemas.microsoft.com/office/drawing/2014/main" id="{2A0C9236-44D0-B93D-FD32-65D20737E5B1}"/>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57">
              <a:extLst>
                <a:ext uri="{FF2B5EF4-FFF2-40B4-BE49-F238E27FC236}">
                  <a16:creationId xmlns:a16="http://schemas.microsoft.com/office/drawing/2014/main" id="{77171B3F-6361-D1BE-18A9-C0F769853F2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58">
              <a:extLst>
                <a:ext uri="{FF2B5EF4-FFF2-40B4-BE49-F238E27FC236}">
                  <a16:creationId xmlns:a16="http://schemas.microsoft.com/office/drawing/2014/main" id="{AD5B2354-4C25-CB23-3C77-9160DE1EC903}"/>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59">
              <a:extLst>
                <a:ext uri="{FF2B5EF4-FFF2-40B4-BE49-F238E27FC236}">
                  <a16:creationId xmlns:a16="http://schemas.microsoft.com/office/drawing/2014/main" id="{DD239896-3482-9AE8-E20F-EF1CBE8C45F3}"/>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0">
              <a:extLst>
                <a:ext uri="{FF2B5EF4-FFF2-40B4-BE49-F238E27FC236}">
                  <a16:creationId xmlns:a16="http://schemas.microsoft.com/office/drawing/2014/main" id="{5A17AC3F-DBD8-6733-5053-1EF67637BAB6}"/>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1">
              <a:extLst>
                <a:ext uri="{FF2B5EF4-FFF2-40B4-BE49-F238E27FC236}">
                  <a16:creationId xmlns:a16="http://schemas.microsoft.com/office/drawing/2014/main" id="{9E76123C-BB2D-4185-C9FF-C34FE775CDC3}"/>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2">
              <a:extLst>
                <a:ext uri="{FF2B5EF4-FFF2-40B4-BE49-F238E27FC236}">
                  <a16:creationId xmlns:a16="http://schemas.microsoft.com/office/drawing/2014/main" id="{FB074988-2CAF-3C55-F0DA-5DBDC47B417B}"/>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763">
              <a:extLst>
                <a:ext uri="{FF2B5EF4-FFF2-40B4-BE49-F238E27FC236}">
                  <a16:creationId xmlns:a16="http://schemas.microsoft.com/office/drawing/2014/main" id="{F82EA141-DFD3-422D-5177-37F1E3D9350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764">
              <a:extLst>
                <a:ext uri="{FF2B5EF4-FFF2-40B4-BE49-F238E27FC236}">
                  <a16:creationId xmlns:a16="http://schemas.microsoft.com/office/drawing/2014/main" id="{C39C114C-EAD5-89C5-5958-2F8476FD0EC5}"/>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765">
              <a:extLst>
                <a:ext uri="{FF2B5EF4-FFF2-40B4-BE49-F238E27FC236}">
                  <a16:creationId xmlns:a16="http://schemas.microsoft.com/office/drawing/2014/main" id="{B28432CE-31F3-03AF-6D12-81E44F8989FE}"/>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766">
              <a:extLst>
                <a:ext uri="{FF2B5EF4-FFF2-40B4-BE49-F238E27FC236}">
                  <a16:creationId xmlns:a16="http://schemas.microsoft.com/office/drawing/2014/main" id="{4E53740F-189B-96D2-6BD4-8F03F8CC134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5" name="Book_shelf4" descr="{&quot;Key&quot;:&quot;POWER_USER_SHAPE_ICON&quot;,&quot;Value&quot;:&quot;POWER_USER_SHAPE_ICON_STYLE_1&quot;}">
            <a:extLst>
              <a:ext uri="{FF2B5EF4-FFF2-40B4-BE49-F238E27FC236}">
                <a16:creationId xmlns:a16="http://schemas.microsoft.com/office/drawing/2014/main" id="{60D0B1E5-F632-A962-EEC7-B953678F257E}"/>
              </a:ext>
            </a:extLst>
          </p:cNvPr>
          <p:cNvGrpSpPr>
            <a:grpSpLocks noChangeAspect="1"/>
          </p:cNvGrpSpPr>
          <p:nvPr/>
        </p:nvGrpSpPr>
        <p:grpSpPr>
          <a:xfrm>
            <a:off x="6609097" y="4923357"/>
            <a:ext cx="627085" cy="608760"/>
            <a:chOff x="6445251" y="1546226"/>
            <a:chExt cx="488950" cy="474663"/>
          </a:xfrm>
          <a:solidFill>
            <a:srgbClr val="FFFFFF"/>
          </a:solidFill>
        </p:grpSpPr>
        <p:sp>
          <p:nvSpPr>
            <p:cNvPr id="146" name="Freeform 360">
              <a:extLst>
                <a:ext uri="{FF2B5EF4-FFF2-40B4-BE49-F238E27FC236}">
                  <a16:creationId xmlns:a16="http://schemas.microsoft.com/office/drawing/2014/main" id="{9EE3A1DB-8132-F5E3-B9F8-07F440895374}"/>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1">
              <a:extLst>
                <a:ext uri="{FF2B5EF4-FFF2-40B4-BE49-F238E27FC236}">
                  <a16:creationId xmlns:a16="http://schemas.microsoft.com/office/drawing/2014/main" id="{9815977F-5496-434A-9046-A610038AB5A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2">
              <a:extLst>
                <a:ext uri="{FF2B5EF4-FFF2-40B4-BE49-F238E27FC236}">
                  <a16:creationId xmlns:a16="http://schemas.microsoft.com/office/drawing/2014/main" id="{31180B4D-1FDF-035F-B0DD-D20EC26ED142}"/>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3">
              <a:extLst>
                <a:ext uri="{FF2B5EF4-FFF2-40B4-BE49-F238E27FC236}">
                  <a16:creationId xmlns:a16="http://schemas.microsoft.com/office/drawing/2014/main" id="{06A2F39A-323C-8B1D-2C48-AB0AE765FB64}"/>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4">
              <a:extLst>
                <a:ext uri="{FF2B5EF4-FFF2-40B4-BE49-F238E27FC236}">
                  <a16:creationId xmlns:a16="http://schemas.microsoft.com/office/drawing/2014/main" id="{A41AD814-4B20-E9F6-5AC1-D669F41F55CF}"/>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65">
              <a:extLst>
                <a:ext uri="{FF2B5EF4-FFF2-40B4-BE49-F238E27FC236}">
                  <a16:creationId xmlns:a16="http://schemas.microsoft.com/office/drawing/2014/main" id="{82AD8737-A670-CF5E-182E-3A9124A1ABC3}"/>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66">
              <a:extLst>
                <a:ext uri="{FF2B5EF4-FFF2-40B4-BE49-F238E27FC236}">
                  <a16:creationId xmlns:a16="http://schemas.microsoft.com/office/drawing/2014/main" id="{A87471F8-024B-9755-039D-E96F7134A2F6}"/>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67">
              <a:extLst>
                <a:ext uri="{FF2B5EF4-FFF2-40B4-BE49-F238E27FC236}">
                  <a16:creationId xmlns:a16="http://schemas.microsoft.com/office/drawing/2014/main" id="{D5FC913A-800E-6B27-1AD5-74D2225CA122}"/>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68">
              <a:extLst>
                <a:ext uri="{FF2B5EF4-FFF2-40B4-BE49-F238E27FC236}">
                  <a16:creationId xmlns:a16="http://schemas.microsoft.com/office/drawing/2014/main" id="{2AF52EE5-DC2F-F239-D42C-EEF0C01A3DAC}"/>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Cello" descr="{&quot;Key&quot;:&quot;POWER_USER_SHAPE_ICON&quot;,&quot;Value&quot;:&quot;POWER_USER_SHAPE_ICON_STYLE_1&quot;}">
            <a:extLst>
              <a:ext uri="{FF2B5EF4-FFF2-40B4-BE49-F238E27FC236}">
                <a16:creationId xmlns:a16="http://schemas.microsoft.com/office/drawing/2014/main" id="{5AFD591F-5F3F-BA10-38D2-13AC247B5FBE}"/>
              </a:ext>
            </a:extLst>
          </p:cNvPr>
          <p:cNvGrpSpPr>
            <a:grpSpLocks noChangeAspect="1"/>
          </p:cNvGrpSpPr>
          <p:nvPr/>
        </p:nvGrpSpPr>
        <p:grpSpPr>
          <a:xfrm>
            <a:off x="10341897" y="4940261"/>
            <a:ext cx="537595" cy="629752"/>
            <a:chOff x="3184526" y="6335713"/>
            <a:chExt cx="388938" cy="455612"/>
          </a:xfrm>
          <a:solidFill>
            <a:srgbClr val="FFFFFF"/>
          </a:solidFill>
        </p:grpSpPr>
        <p:sp>
          <p:nvSpPr>
            <p:cNvPr id="164" name="Freeform 204">
              <a:extLst>
                <a:ext uri="{FF2B5EF4-FFF2-40B4-BE49-F238E27FC236}">
                  <a16:creationId xmlns:a16="http://schemas.microsoft.com/office/drawing/2014/main" id="{FB49CBF8-8D46-6B5F-0626-EE0CFBEBE865}"/>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06">
              <a:extLst>
                <a:ext uri="{FF2B5EF4-FFF2-40B4-BE49-F238E27FC236}">
                  <a16:creationId xmlns:a16="http://schemas.microsoft.com/office/drawing/2014/main" id="{2E6E4AF4-F21F-8E16-CBCA-AE9247EE0075}"/>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07">
              <a:extLst>
                <a:ext uri="{FF2B5EF4-FFF2-40B4-BE49-F238E27FC236}">
                  <a16:creationId xmlns:a16="http://schemas.microsoft.com/office/drawing/2014/main" id="{B14892F3-C9EB-7B5B-C91A-C165772675B2}"/>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08">
              <a:extLst>
                <a:ext uri="{FF2B5EF4-FFF2-40B4-BE49-F238E27FC236}">
                  <a16:creationId xmlns:a16="http://schemas.microsoft.com/office/drawing/2014/main" id="{ED56EFCA-1F11-F424-198F-239AB4068A4C}"/>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09">
              <a:extLst>
                <a:ext uri="{FF2B5EF4-FFF2-40B4-BE49-F238E27FC236}">
                  <a16:creationId xmlns:a16="http://schemas.microsoft.com/office/drawing/2014/main" id="{108B0B3D-D8F6-FBDD-F0D9-D4989B792616}"/>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0">
              <a:extLst>
                <a:ext uri="{FF2B5EF4-FFF2-40B4-BE49-F238E27FC236}">
                  <a16:creationId xmlns:a16="http://schemas.microsoft.com/office/drawing/2014/main" id="{B576F273-2578-46DD-5AA4-2467682AA8A4}"/>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1">
              <a:extLst>
                <a:ext uri="{FF2B5EF4-FFF2-40B4-BE49-F238E27FC236}">
                  <a16:creationId xmlns:a16="http://schemas.microsoft.com/office/drawing/2014/main" id="{0175D126-BCC0-875E-3515-A087EC24AF87}"/>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2">
              <a:extLst>
                <a:ext uri="{FF2B5EF4-FFF2-40B4-BE49-F238E27FC236}">
                  <a16:creationId xmlns:a16="http://schemas.microsoft.com/office/drawing/2014/main" id="{7954B37C-A34D-C667-5FAB-41F68E305F6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3">
              <a:extLst>
                <a:ext uri="{FF2B5EF4-FFF2-40B4-BE49-F238E27FC236}">
                  <a16:creationId xmlns:a16="http://schemas.microsoft.com/office/drawing/2014/main" id="{27FAACB0-A2CD-E7C5-7D37-D6F07DDB3429}"/>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4">
              <a:extLst>
                <a:ext uri="{FF2B5EF4-FFF2-40B4-BE49-F238E27FC236}">
                  <a16:creationId xmlns:a16="http://schemas.microsoft.com/office/drawing/2014/main" id="{B3950BC5-AAE4-2931-E752-A279CFC03050}"/>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5">
              <a:extLst>
                <a:ext uri="{FF2B5EF4-FFF2-40B4-BE49-F238E27FC236}">
                  <a16:creationId xmlns:a16="http://schemas.microsoft.com/office/drawing/2014/main" id="{A646D8D0-678B-FE6C-3C76-B2B4CA32140E}"/>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16">
              <a:extLst>
                <a:ext uri="{FF2B5EF4-FFF2-40B4-BE49-F238E27FC236}">
                  <a16:creationId xmlns:a16="http://schemas.microsoft.com/office/drawing/2014/main" id="{FC7B424B-C86C-A7DB-EB78-42E96CAEF578}"/>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17">
              <a:extLst>
                <a:ext uri="{FF2B5EF4-FFF2-40B4-BE49-F238E27FC236}">
                  <a16:creationId xmlns:a16="http://schemas.microsoft.com/office/drawing/2014/main" id="{DD4D9607-6AB4-1C2E-F9AF-B9CE7AA6D939}"/>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18">
              <a:extLst>
                <a:ext uri="{FF2B5EF4-FFF2-40B4-BE49-F238E27FC236}">
                  <a16:creationId xmlns:a16="http://schemas.microsoft.com/office/drawing/2014/main" id="{4C7FD323-145A-375F-0935-5F99E3AE3EF8}"/>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19">
              <a:extLst>
                <a:ext uri="{FF2B5EF4-FFF2-40B4-BE49-F238E27FC236}">
                  <a16:creationId xmlns:a16="http://schemas.microsoft.com/office/drawing/2014/main" id="{DD1638E0-6478-16B2-0517-0D93620AF146}"/>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220">
              <a:extLst>
                <a:ext uri="{FF2B5EF4-FFF2-40B4-BE49-F238E27FC236}">
                  <a16:creationId xmlns:a16="http://schemas.microsoft.com/office/drawing/2014/main" id="{C460EA3F-9AB0-0435-1B0F-A71DC59F2644}"/>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221">
              <a:extLst>
                <a:ext uri="{FF2B5EF4-FFF2-40B4-BE49-F238E27FC236}">
                  <a16:creationId xmlns:a16="http://schemas.microsoft.com/office/drawing/2014/main" id="{D606F547-24C5-3BD4-53CB-A541A672BA10}"/>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222">
              <a:extLst>
                <a:ext uri="{FF2B5EF4-FFF2-40B4-BE49-F238E27FC236}">
                  <a16:creationId xmlns:a16="http://schemas.microsoft.com/office/drawing/2014/main" id="{28BEE16E-2E80-9442-792E-EC97230073D6}"/>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223">
              <a:extLst>
                <a:ext uri="{FF2B5EF4-FFF2-40B4-BE49-F238E27FC236}">
                  <a16:creationId xmlns:a16="http://schemas.microsoft.com/office/drawing/2014/main" id="{E99E2EBE-4437-AC52-34A9-8D14C0D5AABC}"/>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D96B2AAE-0943-5F04-01E0-E6C472E61FB1}"/>
              </a:ext>
            </a:extLst>
          </p:cNvPr>
          <p:cNvGrpSpPr>
            <a:grpSpLocks noChangeAspect="1"/>
          </p:cNvGrpSpPr>
          <p:nvPr/>
        </p:nvGrpSpPr>
        <p:grpSpPr>
          <a:xfrm>
            <a:off x="8525827" y="1734687"/>
            <a:ext cx="538103" cy="572502"/>
            <a:chOff x="6289676" y="1268413"/>
            <a:chExt cx="347663" cy="369888"/>
          </a:xfrm>
          <a:solidFill>
            <a:srgbClr val="FFFFFF"/>
          </a:solidFill>
        </p:grpSpPr>
        <p:sp>
          <p:nvSpPr>
            <p:cNvPr id="5" name="Rectangle 872">
              <a:extLst>
                <a:ext uri="{FF2B5EF4-FFF2-40B4-BE49-F238E27FC236}">
                  <a16:creationId xmlns:a16="http://schemas.microsoft.com/office/drawing/2014/main" id="{FC9CA04B-231E-257F-5455-A2FAC3A18C6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33F8E94B-3787-6594-5E71-9921CFA53D4A}"/>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4FDA485E-70F8-46F0-A0C9-B268003D5874}"/>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C443BC27-9A6B-7BDE-F711-05A0058D86B8}"/>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EF561648-E05B-1574-4FD9-0ED7003733DF}"/>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EA3DF2EA-5EA2-B3F3-9DBD-E09BACC5014C}"/>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86932A0D-3869-7F17-43A4-F7828C5C0DBB}"/>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67140930-0E0A-DD1F-1251-32B66D4B433A}"/>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B1447BA2-CC93-6DD7-F333-FEA30A15C833}"/>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EEB7934F-529A-0B44-6F3C-CABC1DF3003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FA38341F-E8C2-1F50-28BE-8FAB3735078F}"/>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9847CF82-8C54-86A2-0B14-0FBF4A48D0BE}"/>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C8B33332-D9A9-BFDC-1D99-AFBC367388FE}"/>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5AEE500-4619-9EF7-7C7A-D0EEB6BC795E}"/>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4490C195-C60E-E5B0-6B8C-B7EF4E8F1B7D}"/>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0548D9E3-D695-BE3F-FAA5-DEC539FF57E9}"/>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E02109ED-964E-A3E0-9CCE-DAC2F689B5AE}"/>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DDC39074-1626-C43E-B30B-8B2BA36644F4}"/>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AB189661-EC7E-2DBA-1E1C-7E07852D415D}"/>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4E259A7B-6C81-556F-81A7-7FE00488EF6A}"/>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3AF37F82-E141-6EFD-7377-E9007142FD01}"/>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29816F4C-A0E1-737E-08D0-A0F58D6C65EF}"/>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A2D005FD-DC61-EF8E-E5D6-2F577C94A930}"/>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829540828"/>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Matrix 1</a:t>
            </a:r>
          </a:p>
        </p:txBody>
      </p:sp>
      <p:sp>
        <p:nvSpPr>
          <p:cNvPr id="6" name="Rectangle 5"/>
          <p:cNvSpPr/>
          <p:nvPr/>
        </p:nvSpPr>
        <p:spPr>
          <a:xfrm>
            <a:off x="2805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5" name="Rectangle 4"/>
          <p:cNvSpPr/>
          <p:nvPr/>
        </p:nvSpPr>
        <p:spPr>
          <a:xfrm>
            <a:off x="5001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7" name="Rectangle 6"/>
          <p:cNvSpPr/>
          <p:nvPr/>
        </p:nvSpPr>
        <p:spPr>
          <a:xfrm>
            <a:off x="7197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8" name="Rectangle 7"/>
          <p:cNvSpPr/>
          <p:nvPr/>
        </p:nvSpPr>
        <p:spPr>
          <a:xfrm>
            <a:off x="9393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12" name="Rectangle 11"/>
          <p:cNvSpPr/>
          <p:nvPr/>
        </p:nvSpPr>
        <p:spPr>
          <a:xfrm>
            <a:off x="2805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endParaRPr kumimoji="0" lang="en-US" sz="1600" b="0" i="0" u="none" strike="noStrike" kern="0" cap="none" spc="0" normalizeH="0" baseline="0" noProof="0" dirty="0">
              <a:ln>
                <a:noFill/>
              </a:ln>
              <a:solidFill>
                <a:schemeClr val="tx1"/>
              </a:solidFill>
              <a:effectLst/>
              <a:uLnTx/>
              <a:uFillTx/>
            </a:endParaRPr>
          </a:p>
        </p:txBody>
      </p:sp>
      <p:sp>
        <p:nvSpPr>
          <p:cNvPr id="13" name="Rectangle 12"/>
          <p:cNvSpPr/>
          <p:nvPr/>
        </p:nvSpPr>
        <p:spPr>
          <a:xfrm>
            <a:off x="5001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4" name="Rectangle 13"/>
          <p:cNvSpPr/>
          <p:nvPr/>
        </p:nvSpPr>
        <p:spPr>
          <a:xfrm>
            <a:off x="7197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5" name="Rectangle 14"/>
          <p:cNvSpPr/>
          <p:nvPr/>
        </p:nvSpPr>
        <p:spPr>
          <a:xfrm>
            <a:off x="9393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6" name="Rectangle 15"/>
          <p:cNvSpPr/>
          <p:nvPr/>
        </p:nvSpPr>
        <p:spPr>
          <a:xfrm>
            <a:off x="2805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7" name="Rectangle 16"/>
          <p:cNvSpPr/>
          <p:nvPr/>
        </p:nvSpPr>
        <p:spPr>
          <a:xfrm>
            <a:off x="5001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8" name="Rectangle 17"/>
          <p:cNvSpPr/>
          <p:nvPr/>
        </p:nvSpPr>
        <p:spPr>
          <a:xfrm>
            <a:off x="7197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9" name="Rectangle 18"/>
          <p:cNvSpPr/>
          <p:nvPr/>
        </p:nvSpPr>
        <p:spPr>
          <a:xfrm>
            <a:off x="9393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0" name="Rectangle 19"/>
          <p:cNvSpPr/>
          <p:nvPr/>
        </p:nvSpPr>
        <p:spPr>
          <a:xfrm>
            <a:off x="2805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1" name="Rectangle 20"/>
          <p:cNvSpPr/>
          <p:nvPr/>
        </p:nvSpPr>
        <p:spPr>
          <a:xfrm>
            <a:off x="5001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2" name="Rectangle 21"/>
          <p:cNvSpPr/>
          <p:nvPr/>
        </p:nvSpPr>
        <p:spPr>
          <a:xfrm>
            <a:off x="7197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3" name="Rectangle 22"/>
          <p:cNvSpPr/>
          <p:nvPr/>
        </p:nvSpPr>
        <p:spPr>
          <a:xfrm>
            <a:off x="9393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4" name="Rectangle 3"/>
          <p:cNvSpPr/>
          <p:nvPr/>
        </p:nvSpPr>
        <p:spPr>
          <a:xfrm>
            <a:off x="609600" y="2397335"/>
            <a:ext cx="2196000" cy="936000"/>
          </a:xfrm>
          <a:prstGeom prst="rect">
            <a:avLst/>
          </a:prstGeom>
          <a:solidFill>
            <a:schemeClr val="accent1">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9" name="Rectangle 8"/>
          <p:cNvSpPr/>
          <p:nvPr/>
        </p:nvSpPr>
        <p:spPr>
          <a:xfrm>
            <a:off x="609600" y="3333335"/>
            <a:ext cx="2196000" cy="936000"/>
          </a:xfrm>
          <a:prstGeom prst="rect">
            <a:avLst/>
          </a:prstGeom>
          <a:solidFill>
            <a:schemeClr val="accent2">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10" name="Rectangle 9"/>
          <p:cNvSpPr/>
          <p:nvPr/>
        </p:nvSpPr>
        <p:spPr>
          <a:xfrm>
            <a:off x="609600" y="4269335"/>
            <a:ext cx="2196000" cy="936000"/>
          </a:xfrm>
          <a:prstGeom prst="rect">
            <a:avLst/>
          </a:prstGeom>
          <a:solidFill>
            <a:schemeClr val="accent3">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11" name="Rectangle 10"/>
          <p:cNvSpPr/>
          <p:nvPr/>
        </p:nvSpPr>
        <p:spPr>
          <a:xfrm>
            <a:off x="609600" y="5205335"/>
            <a:ext cx="2196000" cy="936000"/>
          </a:xfrm>
          <a:prstGeom prst="rect">
            <a:avLst/>
          </a:prstGeom>
          <a:solidFill>
            <a:schemeClr val="accent4">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24" name="Rectangle 23"/>
          <p:cNvSpPr/>
          <p:nvPr/>
        </p:nvSpPr>
        <p:spPr>
          <a:xfrm>
            <a:off x="2805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5" name="Rectangle 24"/>
          <p:cNvSpPr/>
          <p:nvPr/>
        </p:nvSpPr>
        <p:spPr>
          <a:xfrm>
            <a:off x="5001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6" name="Rectangle 25"/>
          <p:cNvSpPr/>
          <p:nvPr/>
        </p:nvSpPr>
        <p:spPr>
          <a:xfrm>
            <a:off x="7197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7" name="Rectangle 26"/>
          <p:cNvSpPr/>
          <p:nvPr/>
        </p:nvSpPr>
        <p:spPr>
          <a:xfrm>
            <a:off x="9393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Tree>
    <p:custDataLst>
      <p:tags r:id="rId1"/>
    </p:custDataLst>
    <p:extLst>
      <p:ext uri="{BB962C8B-B14F-4D97-AF65-F5344CB8AC3E}">
        <p14:creationId xmlns:p14="http://schemas.microsoft.com/office/powerpoint/2010/main" val="236787101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3049605" y="1265384"/>
            <a:ext cx="2011680" cy="4788000"/>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sp>
        <p:nvSpPr>
          <p:cNvPr id="7" name="Rectangle 6"/>
          <p:cNvSpPr/>
          <p:nvPr/>
        </p:nvSpPr>
        <p:spPr>
          <a:xfrm>
            <a:off x="5223311" y="1265384"/>
            <a:ext cx="2011680" cy="4788000"/>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defRPr/>
            </a:pPr>
            <a:r>
              <a:rPr lang="en-US" kern="0" dirty="0">
                <a:solidFill>
                  <a:schemeClr val="tx1"/>
                </a:solidFill>
              </a:rPr>
              <a:t>Lorem ipsum</a:t>
            </a:r>
          </a:p>
        </p:txBody>
      </p:sp>
      <p:sp>
        <p:nvSpPr>
          <p:cNvPr id="8" name="Rectangle 7"/>
          <p:cNvSpPr/>
          <p:nvPr/>
        </p:nvSpPr>
        <p:spPr>
          <a:xfrm>
            <a:off x="7397015" y="1265384"/>
            <a:ext cx="2011680" cy="4788000"/>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sp>
        <p:nvSpPr>
          <p:cNvPr id="5" name="Rectangle 4"/>
          <p:cNvSpPr/>
          <p:nvPr/>
        </p:nvSpPr>
        <p:spPr>
          <a:xfrm>
            <a:off x="9570720" y="1265384"/>
            <a:ext cx="2011680" cy="4788000"/>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a:t>
            </a:r>
          </a:p>
        </p:txBody>
      </p:sp>
      <p:sp>
        <p:nvSpPr>
          <p:cNvPr id="2" name="Title 1"/>
          <p:cNvSpPr>
            <a:spLocks noGrp="1"/>
          </p:cNvSpPr>
          <p:nvPr>
            <p:ph type="title"/>
          </p:nvPr>
        </p:nvSpPr>
        <p:spPr>
          <a:xfrm>
            <a:off x="214184" y="13663"/>
            <a:ext cx="9728886" cy="678316"/>
          </a:xfrm>
        </p:spPr>
        <p:txBody>
          <a:bodyPr>
            <a:normAutofit/>
          </a:bodyPr>
          <a:lstStyle/>
          <a:p>
            <a:r>
              <a:rPr lang="en-US" dirty="0"/>
              <a:t>Matrix 2</a:t>
            </a:r>
          </a:p>
        </p:txBody>
      </p:sp>
      <p:sp>
        <p:nvSpPr>
          <p:cNvPr id="4" name="Rectangle 3"/>
          <p:cNvSpPr/>
          <p:nvPr/>
        </p:nvSpPr>
        <p:spPr>
          <a:xfrm>
            <a:off x="609600" y="238045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a:t>
            </a:r>
          </a:p>
        </p:txBody>
      </p:sp>
      <p:sp>
        <p:nvSpPr>
          <p:cNvPr id="9" name="Rectangle 8"/>
          <p:cNvSpPr/>
          <p:nvPr/>
        </p:nvSpPr>
        <p:spPr>
          <a:xfrm>
            <a:off x="609600" y="3298415"/>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sp>
        <p:nvSpPr>
          <p:cNvPr id="10" name="Rectangle 9"/>
          <p:cNvSpPr/>
          <p:nvPr/>
        </p:nvSpPr>
        <p:spPr>
          <a:xfrm>
            <a:off x="609600" y="421638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sp>
        <p:nvSpPr>
          <p:cNvPr id="11" name="Rectangle 10"/>
          <p:cNvSpPr/>
          <p:nvPr/>
        </p:nvSpPr>
        <p:spPr>
          <a:xfrm>
            <a:off x="609600" y="5134346"/>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grpSp>
        <p:nvGrpSpPr>
          <p:cNvPr id="77" name="Customer_segment3" descr="{&quot;Key&quot;:&quot;POWER_USER_SHAPE_ICON&quot;,&quot;Value&quot;:&quot;POWER_USER_SHAPE_ICON_STYLE_1&quot;}">
            <a:extLst>
              <a:ext uri="{FF2B5EF4-FFF2-40B4-BE49-F238E27FC236}">
                <a16:creationId xmlns:a16="http://schemas.microsoft.com/office/drawing/2014/main" id="{89B52371-5A2A-732B-BA0C-66A44800848B}"/>
              </a:ext>
            </a:extLst>
          </p:cNvPr>
          <p:cNvGrpSpPr>
            <a:grpSpLocks noChangeAspect="1"/>
          </p:cNvGrpSpPr>
          <p:nvPr/>
        </p:nvGrpSpPr>
        <p:grpSpPr>
          <a:xfrm>
            <a:off x="3769195" y="1651134"/>
            <a:ext cx="572501" cy="572502"/>
            <a:chOff x="1333500" y="2614613"/>
            <a:chExt cx="638175" cy="638176"/>
          </a:xfrm>
          <a:solidFill>
            <a:schemeClr val="accent1"/>
          </a:solidFill>
        </p:grpSpPr>
        <p:sp>
          <p:nvSpPr>
            <p:cNvPr id="78" name="Freeform 110">
              <a:extLst>
                <a:ext uri="{FF2B5EF4-FFF2-40B4-BE49-F238E27FC236}">
                  <a16:creationId xmlns:a16="http://schemas.microsoft.com/office/drawing/2014/main" id="{25EC69C7-87EA-E9C8-1FC0-7D7DAC39EF6B}"/>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11">
              <a:extLst>
                <a:ext uri="{FF2B5EF4-FFF2-40B4-BE49-F238E27FC236}">
                  <a16:creationId xmlns:a16="http://schemas.microsoft.com/office/drawing/2014/main" id="{EEDF3A8F-2BBA-DB9D-5863-9C846F9E91E1}"/>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2">
              <a:extLst>
                <a:ext uri="{FF2B5EF4-FFF2-40B4-BE49-F238E27FC236}">
                  <a16:creationId xmlns:a16="http://schemas.microsoft.com/office/drawing/2014/main" id="{EDF4DDDA-BA66-7173-B015-45E0D775DFD8}"/>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3">
              <a:extLst>
                <a:ext uri="{FF2B5EF4-FFF2-40B4-BE49-F238E27FC236}">
                  <a16:creationId xmlns:a16="http://schemas.microsoft.com/office/drawing/2014/main" id="{0C805FF1-8A3F-E85F-11FE-1ECCED9BEB39}"/>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142501CD-40BD-5961-D8ED-4C75DAF12183}"/>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250F7A34-54FF-0FB9-57CB-A319D30A85D3}"/>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97A27720-B1C9-5616-EB5B-768A070B071F}"/>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72B60DD2-C70A-1304-2163-BC7CAB73B0C5}"/>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18">
              <a:extLst>
                <a:ext uri="{FF2B5EF4-FFF2-40B4-BE49-F238E27FC236}">
                  <a16:creationId xmlns:a16="http://schemas.microsoft.com/office/drawing/2014/main" id="{D8987279-12D2-F90D-AF90-D2EA174DBE08}"/>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3C9C8B19-D097-FAFB-2DDB-A442A9367E47}"/>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46F2242B-52F8-AA6D-D181-85E156CE0A74}"/>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8A88E75F-4853-1AD8-2AC5-8C6A6C7CC611}"/>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E02DC758-9C5E-80B0-2ABC-C3885E468499}"/>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3">
              <a:extLst>
                <a:ext uri="{FF2B5EF4-FFF2-40B4-BE49-F238E27FC236}">
                  <a16:creationId xmlns:a16="http://schemas.microsoft.com/office/drawing/2014/main" id="{81F30231-92B7-AD60-A608-892881117D71}"/>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4">
              <a:extLst>
                <a:ext uri="{FF2B5EF4-FFF2-40B4-BE49-F238E27FC236}">
                  <a16:creationId xmlns:a16="http://schemas.microsoft.com/office/drawing/2014/main" id="{36985724-078E-5017-C06A-BD3487F1B7B1}"/>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25">
              <a:extLst>
                <a:ext uri="{FF2B5EF4-FFF2-40B4-BE49-F238E27FC236}">
                  <a16:creationId xmlns:a16="http://schemas.microsoft.com/office/drawing/2014/main" id="{D7BDC98B-626A-DE90-A937-C75714CA8440}"/>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26">
              <a:extLst>
                <a:ext uri="{FF2B5EF4-FFF2-40B4-BE49-F238E27FC236}">
                  <a16:creationId xmlns:a16="http://schemas.microsoft.com/office/drawing/2014/main" id="{79A1B5AE-11DB-619D-FA5D-6D1B5FEA54CD}"/>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5" name="Dice2" descr="{&quot;Key&quot;:&quot;POWER_USER_SHAPE_ICON&quot;,&quot;Value&quot;:&quot;POWER_USER_SHAPE_ICON_STYLE_1&quot;}">
            <a:extLst>
              <a:ext uri="{FF2B5EF4-FFF2-40B4-BE49-F238E27FC236}">
                <a16:creationId xmlns:a16="http://schemas.microsoft.com/office/drawing/2014/main" id="{95BFBC68-1AE1-27FE-AD8E-A1E82E94C486}"/>
              </a:ext>
            </a:extLst>
          </p:cNvPr>
          <p:cNvGrpSpPr>
            <a:grpSpLocks noChangeAspect="1"/>
          </p:cNvGrpSpPr>
          <p:nvPr>
            <p:custDataLst>
              <p:tags r:id="rId2"/>
            </p:custDataLst>
          </p:nvPr>
        </p:nvGrpSpPr>
        <p:grpSpPr bwMode="auto">
          <a:xfrm>
            <a:off x="8088483" y="1733374"/>
            <a:ext cx="749258" cy="520700"/>
            <a:chOff x="25" y="92"/>
            <a:chExt cx="436" cy="303"/>
          </a:xfrm>
          <a:solidFill>
            <a:schemeClr val="accent3"/>
          </a:solidFill>
        </p:grpSpPr>
        <p:sp>
          <p:nvSpPr>
            <p:cNvPr id="96" name="Dice">
              <a:extLst>
                <a:ext uri="{FF2B5EF4-FFF2-40B4-BE49-F238E27FC236}">
                  <a16:creationId xmlns:a16="http://schemas.microsoft.com/office/drawing/2014/main" id="{199466AB-2185-D45C-A0DD-63CD485A553E}"/>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Dice">
              <a:extLst>
                <a:ext uri="{FF2B5EF4-FFF2-40B4-BE49-F238E27FC236}">
                  <a16:creationId xmlns:a16="http://schemas.microsoft.com/office/drawing/2014/main" id="{5270DCB7-68AE-F7AC-0C56-079E74101780}"/>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Dice">
              <a:extLst>
                <a:ext uri="{FF2B5EF4-FFF2-40B4-BE49-F238E27FC236}">
                  <a16:creationId xmlns:a16="http://schemas.microsoft.com/office/drawing/2014/main" id="{446AE9D9-81E0-EC7B-6002-AC897E9E3D50}"/>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Dice">
              <a:extLst>
                <a:ext uri="{FF2B5EF4-FFF2-40B4-BE49-F238E27FC236}">
                  <a16:creationId xmlns:a16="http://schemas.microsoft.com/office/drawing/2014/main" id="{EFA6A15A-D369-29AF-29A2-B65D28ED200A}"/>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Dice">
              <a:extLst>
                <a:ext uri="{FF2B5EF4-FFF2-40B4-BE49-F238E27FC236}">
                  <a16:creationId xmlns:a16="http://schemas.microsoft.com/office/drawing/2014/main" id="{7FE8B22D-8CA1-0A49-A86E-2B399C3FBA12}"/>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Dice">
              <a:extLst>
                <a:ext uri="{FF2B5EF4-FFF2-40B4-BE49-F238E27FC236}">
                  <a16:creationId xmlns:a16="http://schemas.microsoft.com/office/drawing/2014/main" id="{E0B91137-3EFA-3592-2FE9-B580E0C1883E}"/>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Dice">
              <a:extLst>
                <a:ext uri="{FF2B5EF4-FFF2-40B4-BE49-F238E27FC236}">
                  <a16:creationId xmlns:a16="http://schemas.microsoft.com/office/drawing/2014/main" id="{6675929E-9425-22EF-4FC5-EF4B832E6148}"/>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Dice">
              <a:extLst>
                <a:ext uri="{FF2B5EF4-FFF2-40B4-BE49-F238E27FC236}">
                  <a16:creationId xmlns:a16="http://schemas.microsoft.com/office/drawing/2014/main" id="{66FC729F-45A1-5D64-830D-051C217449A1}"/>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Dice">
              <a:extLst>
                <a:ext uri="{FF2B5EF4-FFF2-40B4-BE49-F238E27FC236}">
                  <a16:creationId xmlns:a16="http://schemas.microsoft.com/office/drawing/2014/main" id="{156F69F7-4BB3-4C12-2EF9-FACFAAAA8B99}"/>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Dinosaur" descr="{&quot;Key&quot;:&quot;POWER_USER_SHAPE_ICON&quot;,&quot;Value&quot;:&quot;POWER_USER_SHAPE_ICON_STYLE_1&quot;}">
            <a:extLst>
              <a:ext uri="{FF2B5EF4-FFF2-40B4-BE49-F238E27FC236}">
                <a16:creationId xmlns:a16="http://schemas.microsoft.com/office/drawing/2014/main" id="{E46133D0-1CFA-5C1F-A209-9608B0BED600}"/>
              </a:ext>
            </a:extLst>
          </p:cNvPr>
          <p:cNvGrpSpPr>
            <a:grpSpLocks noChangeAspect="1"/>
          </p:cNvGrpSpPr>
          <p:nvPr/>
        </p:nvGrpSpPr>
        <p:grpSpPr>
          <a:xfrm>
            <a:off x="10197377" y="1647558"/>
            <a:ext cx="758366" cy="622300"/>
            <a:chOff x="4194176" y="2563813"/>
            <a:chExt cx="601663" cy="493713"/>
          </a:xfrm>
          <a:solidFill>
            <a:schemeClr val="accent4"/>
          </a:solidFill>
        </p:grpSpPr>
        <p:sp>
          <p:nvSpPr>
            <p:cNvPr id="106" name="Freeform 6">
              <a:extLst>
                <a:ext uri="{FF2B5EF4-FFF2-40B4-BE49-F238E27FC236}">
                  <a16:creationId xmlns:a16="http://schemas.microsoft.com/office/drawing/2014/main" id="{AF5B3C98-6EBD-E6E0-0708-9512900FF2A7}"/>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
              <a:extLst>
                <a:ext uri="{FF2B5EF4-FFF2-40B4-BE49-F238E27FC236}">
                  <a16:creationId xmlns:a16="http://schemas.microsoft.com/office/drawing/2014/main" id="{30FB04EF-6971-8EF1-B810-5BFE3B6A444D}"/>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8">
              <a:extLst>
                <a:ext uri="{FF2B5EF4-FFF2-40B4-BE49-F238E27FC236}">
                  <a16:creationId xmlns:a16="http://schemas.microsoft.com/office/drawing/2014/main" id="{2DEB47E2-0518-A5CA-1239-2D17074A570F}"/>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
              <a:extLst>
                <a:ext uri="{FF2B5EF4-FFF2-40B4-BE49-F238E27FC236}">
                  <a16:creationId xmlns:a16="http://schemas.microsoft.com/office/drawing/2014/main" id="{64145BFD-744A-A62D-2892-F40F7FB29254}"/>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
              <a:extLst>
                <a:ext uri="{FF2B5EF4-FFF2-40B4-BE49-F238E27FC236}">
                  <a16:creationId xmlns:a16="http://schemas.microsoft.com/office/drawing/2014/main" id="{54E5C0DC-F266-F8A3-4FEB-DB827E096755}"/>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1">
              <a:extLst>
                <a:ext uri="{FF2B5EF4-FFF2-40B4-BE49-F238E27FC236}">
                  <a16:creationId xmlns:a16="http://schemas.microsoft.com/office/drawing/2014/main" id="{C51F7B01-50E5-80C3-E290-876EECE6E8A7}"/>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2">
              <a:extLst>
                <a:ext uri="{FF2B5EF4-FFF2-40B4-BE49-F238E27FC236}">
                  <a16:creationId xmlns:a16="http://schemas.microsoft.com/office/drawing/2014/main" id="{6F6705E3-19AB-9230-0238-B7E591E2C4C8}"/>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3">
              <a:extLst>
                <a:ext uri="{FF2B5EF4-FFF2-40B4-BE49-F238E27FC236}">
                  <a16:creationId xmlns:a16="http://schemas.microsoft.com/office/drawing/2014/main" id="{90C4242E-E584-0B27-3BD5-8CBB29E89773}"/>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
              <a:extLst>
                <a:ext uri="{FF2B5EF4-FFF2-40B4-BE49-F238E27FC236}">
                  <a16:creationId xmlns:a16="http://schemas.microsoft.com/office/drawing/2014/main" id="{C79ABE10-D5DC-8F4D-5C15-A39BE71D303C}"/>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5">
              <a:extLst>
                <a:ext uri="{FF2B5EF4-FFF2-40B4-BE49-F238E27FC236}">
                  <a16:creationId xmlns:a16="http://schemas.microsoft.com/office/drawing/2014/main" id="{7A47479C-6A2A-1C33-4A4E-0A77FCA5DFE7}"/>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6">
              <a:extLst>
                <a:ext uri="{FF2B5EF4-FFF2-40B4-BE49-F238E27FC236}">
                  <a16:creationId xmlns:a16="http://schemas.microsoft.com/office/drawing/2014/main" id="{10379959-C26A-FA22-FE03-810AF1CF5A56}"/>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7">
              <a:extLst>
                <a:ext uri="{FF2B5EF4-FFF2-40B4-BE49-F238E27FC236}">
                  <a16:creationId xmlns:a16="http://schemas.microsoft.com/office/drawing/2014/main" id="{D7219A77-E4D2-77BA-BD96-B519261F81B7}"/>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8">
              <a:extLst>
                <a:ext uri="{FF2B5EF4-FFF2-40B4-BE49-F238E27FC236}">
                  <a16:creationId xmlns:a16="http://schemas.microsoft.com/office/drawing/2014/main" id="{85E9F76C-8EF7-D1AD-80A4-25979C0E9BB2}"/>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9">
              <a:extLst>
                <a:ext uri="{FF2B5EF4-FFF2-40B4-BE49-F238E27FC236}">
                  <a16:creationId xmlns:a16="http://schemas.microsoft.com/office/drawing/2014/main" id="{355070C6-AD54-86A2-7C60-6B1698F1408D}"/>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0">
              <a:extLst>
                <a:ext uri="{FF2B5EF4-FFF2-40B4-BE49-F238E27FC236}">
                  <a16:creationId xmlns:a16="http://schemas.microsoft.com/office/drawing/2014/main" id="{2D471F97-8A64-4301-6AF4-89D26018BCEE}"/>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1">
              <a:extLst>
                <a:ext uri="{FF2B5EF4-FFF2-40B4-BE49-F238E27FC236}">
                  <a16:creationId xmlns:a16="http://schemas.microsoft.com/office/drawing/2014/main" id="{026237DA-6FF3-0BC3-E234-2AF0C167013B}"/>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2">
              <a:extLst>
                <a:ext uri="{FF2B5EF4-FFF2-40B4-BE49-F238E27FC236}">
                  <a16:creationId xmlns:a16="http://schemas.microsoft.com/office/drawing/2014/main" id="{D7918E8B-3C74-D6F1-F92C-BFBC4F7A1711}"/>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3">
              <a:extLst>
                <a:ext uri="{FF2B5EF4-FFF2-40B4-BE49-F238E27FC236}">
                  <a16:creationId xmlns:a16="http://schemas.microsoft.com/office/drawing/2014/main" id="{E55F74EB-CCEE-CE6A-5388-A08B5CAE3522}"/>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4">
              <a:extLst>
                <a:ext uri="{FF2B5EF4-FFF2-40B4-BE49-F238E27FC236}">
                  <a16:creationId xmlns:a16="http://schemas.microsoft.com/office/drawing/2014/main" id="{0E3E3DF9-FF7E-F01C-3085-F7812D04F583}"/>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5">
              <a:extLst>
                <a:ext uri="{FF2B5EF4-FFF2-40B4-BE49-F238E27FC236}">
                  <a16:creationId xmlns:a16="http://schemas.microsoft.com/office/drawing/2014/main" id="{8A64EFE8-73E4-B31B-9627-C9CB4D70C1EA}"/>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
              <a:extLst>
                <a:ext uri="{FF2B5EF4-FFF2-40B4-BE49-F238E27FC236}">
                  <a16:creationId xmlns:a16="http://schemas.microsoft.com/office/drawing/2014/main" id="{3F71E57A-5FB1-447D-0A36-05B01FE3FFCD}"/>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Security_guard" descr="{&quot;Key&quot;:&quot;POWER_USER_SHAPE_ICON&quot;,&quot;Value&quot;:&quot;POWER_USER_SHAPE_ICON_STYLE_1&quot;}">
            <a:extLst>
              <a:ext uri="{FF2B5EF4-FFF2-40B4-BE49-F238E27FC236}">
                <a16:creationId xmlns:a16="http://schemas.microsoft.com/office/drawing/2014/main" id="{32056693-543B-E2A1-0C99-3DCFC9CA5323}"/>
              </a:ext>
            </a:extLst>
          </p:cNvPr>
          <p:cNvGrpSpPr>
            <a:grpSpLocks noChangeAspect="1"/>
          </p:cNvGrpSpPr>
          <p:nvPr/>
        </p:nvGrpSpPr>
        <p:grpSpPr>
          <a:xfrm>
            <a:off x="5968923" y="1660815"/>
            <a:ext cx="520456" cy="520456"/>
            <a:chOff x="6307138" y="5746750"/>
            <a:chExt cx="468313" cy="468313"/>
          </a:xfrm>
          <a:solidFill>
            <a:schemeClr val="accent2"/>
          </a:solidFill>
        </p:grpSpPr>
        <p:sp>
          <p:nvSpPr>
            <p:cNvPr id="12" name="Rectangle 826">
              <a:extLst>
                <a:ext uri="{FF2B5EF4-FFF2-40B4-BE49-F238E27FC236}">
                  <a16:creationId xmlns:a16="http://schemas.microsoft.com/office/drawing/2014/main" id="{36055034-685B-C920-0025-6453005CA9EA}"/>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827">
              <a:extLst>
                <a:ext uri="{FF2B5EF4-FFF2-40B4-BE49-F238E27FC236}">
                  <a16:creationId xmlns:a16="http://schemas.microsoft.com/office/drawing/2014/main" id="{0F873F48-AFCD-B6A1-C4DA-C35C4CF43475}"/>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Rectangle 828">
              <a:extLst>
                <a:ext uri="{FF2B5EF4-FFF2-40B4-BE49-F238E27FC236}">
                  <a16:creationId xmlns:a16="http://schemas.microsoft.com/office/drawing/2014/main" id="{94716399-A766-9D6B-6EA9-EF598AEC53F5}"/>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829">
              <a:extLst>
                <a:ext uri="{FF2B5EF4-FFF2-40B4-BE49-F238E27FC236}">
                  <a16:creationId xmlns:a16="http://schemas.microsoft.com/office/drawing/2014/main" id="{DEB257AB-70C5-DF38-E443-1F0CB7ED6466}"/>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830">
              <a:extLst>
                <a:ext uri="{FF2B5EF4-FFF2-40B4-BE49-F238E27FC236}">
                  <a16:creationId xmlns:a16="http://schemas.microsoft.com/office/drawing/2014/main" id="{17E3E6DC-07C7-3D06-E675-DAF87DAEAD55}"/>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831">
              <a:extLst>
                <a:ext uri="{FF2B5EF4-FFF2-40B4-BE49-F238E27FC236}">
                  <a16:creationId xmlns:a16="http://schemas.microsoft.com/office/drawing/2014/main" id="{19C30DE8-C0F1-217E-01A6-2D670A41B4BB}"/>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832">
              <a:extLst>
                <a:ext uri="{FF2B5EF4-FFF2-40B4-BE49-F238E27FC236}">
                  <a16:creationId xmlns:a16="http://schemas.microsoft.com/office/drawing/2014/main" id="{282476AA-2C58-E85D-7574-C1EB834EA0AC}"/>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833">
              <a:extLst>
                <a:ext uri="{FF2B5EF4-FFF2-40B4-BE49-F238E27FC236}">
                  <a16:creationId xmlns:a16="http://schemas.microsoft.com/office/drawing/2014/main" id="{78F33BF3-1E68-98DE-4663-22C9F1435485}"/>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834">
              <a:extLst>
                <a:ext uri="{FF2B5EF4-FFF2-40B4-BE49-F238E27FC236}">
                  <a16:creationId xmlns:a16="http://schemas.microsoft.com/office/drawing/2014/main" id="{A930E07C-1908-D1FD-B249-68D3F002560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835">
              <a:extLst>
                <a:ext uri="{FF2B5EF4-FFF2-40B4-BE49-F238E27FC236}">
                  <a16:creationId xmlns:a16="http://schemas.microsoft.com/office/drawing/2014/main" id="{AED2E02E-D17E-0758-AAB7-728A08F79329}"/>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836">
              <a:extLst>
                <a:ext uri="{FF2B5EF4-FFF2-40B4-BE49-F238E27FC236}">
                  <a16:creationId xmlns:a16="http://schemas.microsoft.com/office/drawing/2014/main" id="{7FA380BF-D251-7A1E-FF22-690C14F65528}"/>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837">
              <a:extLst>
                <a:ext uri="{FF2B5EF4-FFF2-40B4-BE49-F238E27FC236}">
                  <a16:creationId xmlns:a16="http://schemas.microsoft.com/office/drawing/2014/main" id="{EAE6847F-0FE4-D4C5-CF23-C3A5DD705622}"/>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838">
              <a:extLst>
                <a:ext uri="{FF2B5EF4-FFF2-40B4-BE49-F238E27FC236}">
                  <a16:creationId xmlns:a16="http://schemas.microsoft.com/office/drawing/2014/main" id="{4BD8A1C9-2B2F-216B-B237-5009C99E17EE}"/>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839">
              <a:extLst>
                <a:ext uri="{FF2B5EF4-FFF2-40B4-BE49-F238E27FC236}">
                  <a16:creationId xmlns:a16="http://schemas.microsoft.com/office/drawing/2014/main" id="{49317BB3-7FF0-B2ED-B1ED-7CA91FC01FDC}"/>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840">
              <a:extLst>
                <a:ext uri="{FF2B5EF4-FFF2-40B4-BE49-F238E27FC236}">
                  <a16:creationId xmlns:a16="http://schemas.microsoft.com/office/drawing/2014/main" id="{EB16F2E7-F0B8-EFC5-4E99-03EACAFBE295}"/>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841">
              <a:extLst>
                <a:ext uri="{FF2B5EF4-FFF2-40B4-BE49-F238E27FC236}">
                  <a16:creationId xmlns:a16="http://schemas.microsoft.com/office/drawing/2014/main" id="{C72A85F4-AE20-0F83-D808-1DE58C797E27}"/>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42">
              <a:extLst>
                <a:ext uri="{FF2B5EF4-FFF2-40B4-BE49-F238E27FC236}">
                  <a16:creationId xmlns:a16="http://schemas.microsoft.com/office/drawing/2014/main" id="{2A871D19-3222-2314-AAFE-535D0C2028F8}"/>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843">
              <a:extLst>
                <a:ext uri="{FF2B5EF4-FFF2-40B4-BE49-F238E27FC236}">
                  <a16:creationId xmlns:a16="http://schemas.microsoft.com/office/drawing/2014/main" id="{3C41E73B-9AD5-ED43-6C38-38CE8AD538A1}"/>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44">
              <a:extLst>
                <a:ext uri="{FF2B5EF4-FFF2-40B4-BE49-F238E27FC236}">
                  <a16:creationId xmlns:a16="http://schemas.microsoft.com/office/drawing/2014/main" id="{6DC0CE08-E5CA-A569-442D-06C31A656F83}"/>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537721698"/>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3760537"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endParaRPr kumimoji="0" lang="en-US" sz="1800" b="0" i="0" u="none" strike="noStrike" kern="0" cap="none" spc="0" normalizeH="0" baseline="0" noProof="0" dirty="0">
              <a:ln>
                <a:noFill/>
              </a:ln>
              <a:solidFill>
                <a:schemeClr val="tx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Matrix 3</a:t>
            </a:r>
          </a:p>
        </p:txBody>
      </p:sp>
      <p:cxnSp>
        <p:nvCxnSpPr>
          <p:cNvPr id="12" name="Straight Connector 11"/>
          <p:cNvCxnSpPr/>
          <p:nvPr/>
        </p:nvCxnSpPr>
        <p:spPr>
          <a:xfrm>
            <a:off x="3451727"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6602664"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cxnSp>
        <p:nvCxnSpPr>
          <p:cNvPr id="14" name="Straight Connector 13"/>
          <p:cNvCxnSpPr/>
          <p:nvPr/>
        </p:nvCxnSpPr>
        <p:spPr>
          <a:xfrm>
            <a:off x="6293854"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9444790"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cxnSp>
        <p:nvCxnSpPr>
          <p:cNvPr id="16" name="Straight Connector 15"/>
          <p:cNvCxnSpPr/>
          <p:nvPr/>
        </p:nvCxnSpPr>
        <p:spPr>
          <a:xfrm>
            <a:off x="9135980"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609600" y="2051260"/>
            <a:ext cx="2446420" cy="9000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18" name="Rectangle 17"/>
          <p:cNvSpPr/>
          <p:nvPr/>
        </p:nvSpPr>
        <p:spPr>
          <a:xfrm>
            <a:off x="609600" y="3069933"/>
            <a:ext cx="2446420" cy="9000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19" name="Rectangle 18"/>
          <p:cNvSpPr/>
          <p:nvPr/>
        </p:nvSpPr>
        <p:spPr>
          <a:xfrm>
            <a:off x="609600" y="4088608"/>
            <a:ext cx="2446420" cy="90000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20" name="Rectangle 19"/>
          <p:cNvSpPr/>
          <p:nvPr/>
        </p:nvSpPr>
        <p:spPr>
          <a:xfrm>
            <a:off x="609600" y="5107281"/>
            <a:ext cx="2446420" cy="900000"/>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21" name="Rectangle 20"/>
          <p:cNvSpPr/>
          <p:nvPr/>
        </p:nvSpPr>
        <p:spPr>
          <a:xfrm>
            <a:off x="3451727"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2" name="Rectangle 21"/>
          <p:cNvSpPr/>
          <p:nvPr/>
        </p:nvSpPr>
        <p:spPr>
          <a:xfrm>
            <a:off x="3451727"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3" name="Rectangle 22"/>
          <p:cNvSpPr/>
          <p:nvPr/>
        </p:nvSpPr>
        <p:spPr>
          <a:xfrm>
            <a:off x="3451727"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4" name="Rectangle 23"/>
          <p:cNvSpPr/>
          <p:nvPr/>
        </p:nvSpPr>
        <p:spPr>
          <a:xfrm>
            <a:off x="3451727"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5" name="Rectangle 24"/>
          <p:cNvSpPr/>
          <p:nvPr/>
        </p:nvSpPr>
        <p:spPr>
          <a:xfrm>
            <a:off x="6293854"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6" name="Rectangle 25"/>
          <p:cNvSpPr/>
          <p:nvPr/>
        </p:nvSpPr>
        <p:spPr>
          <a:xfrm>
            <a:off x="6293854"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7" name="Rectangle 26"/>
          <p:cNvSpPr/>
          <p:nvPr/>
        </p:nvSpPr>
        <p:spPr>
          <a:xfrm>
            <a:off x="6293854"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8" name="Rectangle 27"/>
          <p:cNvSpPr/>
          <p:nvPr/>
        </p:nvSpPr>
        <p:spPr>
          <a:xfrm>
            <a:off x="6293854"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9" name="Rectangle 28"/>
          <p:cNvSpPr/>
          <p:nvPr/>
        </p:nvSpPr>
        <p:spPr>
          <a:xfrm>
            <a:off x="9135980"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0" name="Rectangle 29"/>
          <p:cNvSpPr/>
          <p:nvPr/>
        </p:nvSpPr>
        <p:spPr>
          <a:xfrm>
            <a:off x="9135980"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1" name="Rectangle 30"/>
          <p:cNvSpPr/>
          <p:nvPr/>
        </p:nvSpPr>
        <p:spPr>
          <a:xfrm>
            <a:off x="9135980"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2" name="Rectangle 31"/>
          <p:cNvSpPr/>
          <p:nvPr/>
        </p:nvSpPr>
        <p:spPr>
          <a:xfrm>
            <a:off x="9135980"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Tree>
    <p:custDataLst>
      <p:tags r:id="rId1"/>
    </p:custDataLst>
    <p:extLst>
      <p:ext uri="{BB962C8B-B14F-4D97-AF65-F5344CB8AC3E}">
        <p14:creationId xmlns:p14="http://schemas.microsoft.com/office/powerpoint/2010/main" val="3863281788"/>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Rounded Corners 3"/>
          <p:cNvSpPr/>
          <p:nvPr/>
        </p:nvSpPr>
        <p:spPr>
          <a:xfrm>
            <a:off x="3061752" y="1182135"/>
            <a:ext cx="2088000" cy="1044000"/>
          </a:xfrm>
          <a:prstGeom prst="roundRect">
            <a:avLst>
              <a:gd name="adj" fmla="val 716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444489"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Lorem</a:t>
            </a:r>
            <a:r>
              <a:rPr kumimoji="0" lang="en-US" sz="1400" b="0" i="0" u="none" strike="noStrike" kern="0" cap="none" spc="0" normalizeH="0" noProof="0" dirty="0">
                <a:ln>
                  <a:noFill/>
                </a:ln>
                <a:solidFill>
                  <a:srgbClr val="FFFFFF"/>
                </a:solidFill>
                <a:effectLst/>
                <a:uLnTx/>
                <a:uFillTx/>
              </a:rPr>
              <a:t> ipsum</a:t>
            </a:r>
            <a:endParaRPr kumimoji="0" lang="en-US" sz="1400" b="0" i="0" u="none" strike="noStrike" kern="0" cap="none" spc="0" normalizeH="0" baseline="0" noProof="0" dirty="0">
              <a:ln>
                <a:noFill/>
              </a:ln>
              <a:solidFill>
                <a:srgbClr val="FFFFFF"/>
              </a:solidFill>
              <a:effectLst/>
              <a:uLnTx/>
              <a:uFillTx/>
            </a:endParaRPr>
          </a:p>
        </p:txBody>
      </p:sp>
      <p:sp>
        <p:nvSpPr>
          <p:cNvPr id="6" name="Rectangle: Rounded Corners 5"/>
          <p:cNvSpPr/>
          <p:nvPr/>
        </p:nvSpPr>
        <p:spPr>
          <a:xfrm>
            <a:off x="7388257" y="1182135"/>
            <a:ext cx="2088000" cy="1044000"/>
          </a:xfrm>
          <a:prstGeom prst="roundRect">
            <a:avLst>
              <a:gd name="adj" fmla="val 716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7" name="Rectangle: Rounded Corners 6"/>
          <p:cNvSpPr/>
          <p:nvPr/>
        </p:nvSpPr>
        <p:spPr>
          <a:xfrm>
            <a:off x="9551509" y="1182035"/>
            <a:ext cx="2088000" cy="1044000"/>
          </a:xfrm>
          <a:prstGeom prst="roundRect">
            <a:avLst>
              <a:gd name="adj" fmla="val 716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5" name="Rectangle: Rounded Corners 4"/>
          <p:cNvSpPr/>
          <p:nvPr/>
        </p:nvSpPr>
        <p:spPr>
          <a:xfrm>
            <a:off x="5225004" y="1182135"/>
            <a:ext cx="2088000" cy="1044000"/>
          </a:xfrm>
          <a:prstGeom prst="roundRect">
            <a:avLst>
              <a:gd name="adj" fmla="val 716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8" name="Rectangle: Rounded Corners 7"/>
          <p:cNvSpPr/>
          <p:nvPr/>
        </p:nvSpPr>
        <p:spPr>
          <a:xfrm>
            <a:off x="903046" y="231615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9" name="Rectangle: Rounded Corners 8"/>
          <p:cNvSpPr/>
          <p:nvPr/>
        </p:nvSpPr>
        <p:spPr>
          <a:xfrm>
            <a:off x="903045" y="3241377"/>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0" name="Rectangle: Rounded Corners 9"/>
          <p:cNvSpPr/>
          <p:nvPr/>
        </p:nvSpPr>
        <p:spPr>
          <a:xfrm>
            <a:off x="903045" y="4166604"/>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1" name="Rectangle: Rounded Corners 10"/>
          <p:cNvSpPr/>
          <p:nvPr/>
        </p:nvSpPr>
        <p:spPr>
          <a:xfrm>
            <a:off x="903044" y="509183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2" name="Rectangle: Rounded Corners 11"/>
          <p:cNvSpPr/>
          <p:nvPr/>
        </p:nvSpPr>
        <p:spPr>
          <a:xfrm>
            <a:off x="3061752"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6" name="Rectangle: Rounded Corners 15"/>
          <p:cNvSpPr/>
          <p:nvPr/>
        </p:nvSpPr>
        <p:spPr>
          <a:xfrm>
            <a:off x="3061752"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0" name="Rectangle: Rounded Corners 19"/>
          <p:cNvSpPr/>
          <p:nvPr/>
        </p:nvSpPr>
        <p:spPr>
          <a:xfrm>
            <a:off x="3061752"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4" name="Rectangle: Rounded Corners 23"/>
          <p:cNvSpPr/>
          <p:nvPr/>
        </p:nvSpPr>
        <p:spPr>
          <a:xfrm>
            <a:off x="3061752"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4" name="Rectangle: Rounded Corners 13"/>
          <p:cNvSpPr/>
          <p:nvPr/>
        </p:nvSpPr>
        <p:spPr>
          <a:xfrm>
            <a:off x="7388257"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8" name="Rectangle: Rounded Corners 17"/>
          <p:cNvSpPr/>
          <p:nvPr/>
        </p:nvSpPr>
        <p:spPr>
          <a:xfrm>
            <a:off x="7388257"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2" name="Rectangle: Rounded Corners 21"/>
          <p:cNvSpPr/>
          <p:nvPr/>
        </p:nvSpPr>
        <p:spPr>
          <a:xfrm>
            <a:off x="7388257"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6" name="Rectangle: Rounded Corners 25"/>
          <p:cNvSpPr/>
          <p:nvPr/>
        </p:nvSpPr>
        <p:spPr>
          <a:xfrm>
            <a:off x="7388257"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5" name="Rectangle: Rounded Corners 14"/>
          <p:cNvSpPr/>
          <p:nvPr/>
        </p:nvSpPr>
        <p:spPr>
          <a:xfrm>
            <a:off x="9551509" y="231606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9" name="Rectangle: Rounded Corners 18"/>
          <p:cNvSpPr/>
          <p:nvPr/>
        </p:nvSpPr>
        <p:spPr>
          <a:xfrm>
            <a:off x="9551509" y="3241295"/>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3" name="Rectangle: Rounded Corners 22"/>
          <p:cNvSpPr/>
          <p:nvPr/>
        </p:nvSpPr>
        <p:spPr>
          <a:xfrm>
            <a:off x="9551509" y="4166523"/>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7" name="Rectangle: Rounded Corners 26"/>
          <p:cNvSpPr/>
          <p:nvPr/>
        </p:nvSpPr>
        <p:spPr>
          <a:xfrm>
            <a:off x="9551509" y="509174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3" name="Rectangle: Rounded Corners 12"/>
          <p:cNvSpPr/>
          <p:nvPr/>
        </p:nvSpPr>
        <p:spPr>
          <a:xfrm>
            <a:off x="5225004"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7" name="Rectangle: Rounded Corners 16"/>
          <p:cNvSpPr/>
          <p:nvPr/>
        </p:nvSpPr>
        <p:spPr>
          <a:xfrm>
            <a:off x="5225004"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1" name="Rectangle: Rounded Corners 20"/>
          <p:cNvSpPr/>
          <p:nvPr/>
        </p:nvSpPr>
        <p:spPr>
          <a:xfrm>
            <a:off x="5225004"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5" name="Rectangle: Rounded Corners 24"/>
          <p:cNvSpPr/>
          <p:nvPr/>
        </p:nvSpPr>
        <p:spPr>
          <a:xfrm>
            <a:off x="5225004"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43" name="Title 1"/>
          <p:cNvSpPr>
            <a:spLocks noGrp="1"/>
          </p:cNvSpPr>
          <p:nvPr>
            <p:ph type="title"/>
          </p:nvPr>
        </p:nvSpPr>
        <p:spPr>
          <a:xfrm>
            <a:off x="214184" y="13663"/>
            <a:ext cx="9728886" cy="678316"/>
          </a:xfrm>
        </p:spPr>
        <p:txBody>
          <a:bodyPr>
            <a:normAutofit/>
          </a:bodyPr>
          <a:lstStyle/>
          <a:p>
            <a:r>
              <a:rPr lang="en-US" dirty="0"/>
              <a:t>Matrix 4</a:t>
            </a:r>
          </a:p>
        </p:txBody>
      </p:sp>
      <p:grpSp>
        <p:nvGrpSpPr>
          <p:cNvPr id="178" name="Customer_segment3" descr="{&quot;Key&quot;:&quot;POWER_USER_SHAPE_ICON&quot;,&quot;Value&quot;:&quot;POWER_USER_SHAPE_ICON_STYLE_1&quot;}">
            <a:extLst>
              <a:ext uri="{FF2B5EF4-FFF2-40B4-BE49-F238E27FC236}">
                <a16:creationId xmlns:a16="http://schemas.microsoft.com/office/drawing/2014/main" id="{D9D3F640-4286-7222-D092-EF01EA0F49B4}"/>
              </a:ext>
            </a:extLst>
          </p:cNvPr>
          <p:cNvGrpSpPr>
            <a:grpSpLocks noChangeAspect="1"/>
          </p:cNvGrpSpPr>
          <p:nvPr/>
        </p:nvGrpSpPr>
        <p:grpSpPr>
          <a:xfrm>
            <a:off x="3180523" y="1493070"/>
            <a:ext cx="473141" cy="473142"/>
            <a:chOff x="1333500" y="2614613"/>
            <a:chExt cx="638175" cy="638176"/>
          </a:xfrm>
          <a:solidFill>
            <a:srgbClr val="FFFFFF"/>
          </a:solidFill>
        </p:grpSpPr>
        <p:sp>
          <p:nvSpPr>
            <p:cNvPr id="179" name="Freeform 110">
              <a:extLst>
                <a:ext uri="{FF2B5EF4-FFF2-40B4-BE49-F238E27FC236}">
                  <a16:creationId xmlns:a16="http://schemas.microsoft.com/office/drawing/2014/main" id="{C254C2D4-9225-1A45-D274-F0E9D2B01AC5}"/>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111">
              <a:extLst>
                <a:ext uri="{FF2B5EF4-FFF2-40B4-BE49-F238E27FC236}">
                  <a16:creationId xmlns:a16="http://schemas.microsoft.com/office/drawing/2014/main" id="{D855A8AE-D8F9-BCA2-B644-5DB7DB4683B9}"/>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112">
              <a:extLst>
                <a:ext uri="{FF2B5EF4-FFF2-40B4-BE49-F238E27FC236}">
                  <a16:creationId xmlns:a16="http://schemas.microsoft.com/office/drawing/2014/main" id="{CCF6C1B5-83B2-6E5A-5C12-F888EBF62CCC}"/>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113">
              <a:extLst>
                <a:ext uri="{FF2B5EF4-FFF2-40B4-BE49-F238E27FC236}">
                  <a16:creationId xmlns:a16="http://schemas.microsoft.com/office/drawing/2014/main" id="{26B37D33-EC0A-23D9-D0A9-EF75E53240DE}"/>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114">
              <a:extLst>
                <a:ext uri="{FF2B5EF4-FFF2-40B4-BE49-F238E27FC236}">
                  <a16:creationId xmlns:a16="http://schemas.microsoft.com/office/drawing/2014/main" id="{247ED73A-DB83-9FDD-1625-99F98FEC4D02}"/>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115">
              <a:extLst>
                <a:ext uri="{FF2B5EF4-FFF2-40B4-BE49-F238E27FC236}">
                  <a16:creationId xmlns:a16="http://schemas.microsoft.com/office/drawing/2014/main" id="{5373FE4F-AD63-9D4B-FD42-54B16BD0F02B}"/>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116">
              <a:extLst>
                <a:ext uri="{FF2B5EF4-FFF2-40B4-BE49-F238E27FC236}">
                  <a16:creationId xmlns:a16="http://schemas.microsoft.com/office/drawing/2014/main" id="{3B50A92D-773D-0E9B-66E2-3E72F8C2DC67}"/>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117">
              <a:extLst>
                <a:ext uri="{FF2B5EF4-FFF2-40B4-BE49-F238E27FC236}">
                  <a16:creationId xmlns:a16="http://schemas.microsoft.com/office/drawing/2014/main" id="{CB258A0C-ED18-2D85-61EB-4D60E45CB44C}"/>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8">
              <a:extLst>
                <a:ext uri="{FF2B5EF4-FFF2-40B4-BE49-F238E27FC236}">
                  <a16:creationId xmlns:a16="http://schemas.microsoft.com/office/drawing/2014/main" id="{F0B0C218-87BA-8AA0-2C1F-2BF2CE805481}"/>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9">
              <a:extLst>
                <a:ext uri="{FF2B5EF4-FFF2-40B4-BE49-F238E27FC236}">
                  <a16:creationId xmlns:a16="http://schemas.microsoft.com/office/drawing/2014/main" id="{34D31E02-0EFF-1900-D95B-3358ED42C74C}"/>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20">
              <a:extLst>
                <a:ext uri="{FF2B5EF4-FFF2-40B4-BE49-F238E27FC236}">
                  <a16:creationId xmlns:a16="http://schemas.microsoft.com/office/drawing/2014/main" id="{23F87C93-4638-5FF5-4668-148D40A22863}"/>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21">
              <a:extLst>
                <a:ext uri="{FF2B5EF4-FFF2-40B4-BE49-F238E27FC236}">
                  <a16:creationId xmlns:a16="http://schemas.microsoft.com/office/drawing/2014/main" id="{5C8D6BC6-399D-3F94-70AD-45EF26A5B09A}"/>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22">
              <a:extLst>
                <a:ext uri="{FF2B5EF4-FFF2-40B4-BE49-F238E27FC236}">
                  <a16:creationId xmlns:a16="http://schemas.microsoft.com/office/drawing/2014/main" id="{70340543-E80C-903B-5A7C-3FD9E36841B4}"/>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3">
              <a:extLst>
                <a:ext uri="{FF2B5EF4-FFF2-40B4-BE49-F238E27FC236}">
                  <a16:creationId xmlns:a16="http://schemas.microsoft.com/office/drawing/2014/main" id="{8B5F9B3C-DB62-815F-8C7B-1046D15F06C6}"/>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4">
              <a:extLst>
                <a:ext uri="{FF2B5EF4-FFF2-40B4-BE49-F238E27FC236}">
                  <a16:creationId xmlns:a16="http://schemas.microsoft.com/office/drawing/2014/main" id="{6F844CA8-5D7E-35F1-2EA3-3E98F7746B5E}"/>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5">
              <a:extLst>
                <a:ext uri="{FF2B5EF4-FFF2-40B4-BE49-F238E27FC236}">
                  <a16:creationId xmlns:a16="http://schemas.microsoft.com/office/drawing/2014/main" id="{1B25BF4E-9EA5-1A7E-5A3A-85BE66C7F099}"/>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6">
              <a:extLst>
                <a:ext uri="{FF2B5EF4-FFF2-40B4-BE49-F238E27FC236}">
                  <a16:creationId xmlns:a16="http://schemas.microsoft.com/office/drawing/2014/main" id="{7DBF0950-5CC9-5DA3-6F10-E3BBC9FC29A5}"/>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Dice2" descr="{&quot;Key&quot;:&quot;POWER_USER_SHAPE_ICON&quot;,&quot;Value&quot;:&quot;POWER_USER_SHAPE_ICON_STYLE_1&quot;}">
            <a:extLst>
              <a:ext uri="{FF2B5EF4-FFF2-40B4-BE49-F238E27FC236}">
                <a16:creationId xmlns:a16="http://schemas.microsoft.com/office/drawing/2014/main" id="{E2BE5131-698D-3A32-4B1F-A9372B775E21}"/>
              </a:ext>
            </a:extLst>
          </p:cNvPr>
          <p:cNvGrpSpPr>
            <a:grpSpLocks noChangeAspect="1"/>
          </p:cNvGrpSpPr>
          <p:nvPr>
            <p:custDataLst>
              <p:tags r:id="rId2"/>
            </p:custDataLst>
          </p:nvPr>
        </p:nvGrpSpPr>
        <p:grpSpPr bwMode="auto">
          <a:xfrm>
            <a:off x="7515149" y="1514476"/>
            <a:ext cx="619222" cy="430331"/>
            <a:chOff x="25" y="92"/>
            <a:chExt cx="436" cy="303"/>
          </a:xfrm>
          <a:solidFill>
            <a:srgbClr val="FFFFFF"/>
          </a:solidFill>
        </p:grpSpPr>
        <p:sp>
          <p:nvSpPr>
            <p:cNvPr id="197" name="Dice">
              <a:extLst>
                <a:ext uri="{FF2B5EF4-FFF2-40B4-BE49-F238E27FC236}">
                  <a16:creationId xmlns:a16="http://schemas.microsoft.com/office/drawing/2014/main" id="{55DF6B7C-A62F-6750-82DE-BE2E245A4013}"/>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Dice">
              <a:extLst>
                <a:ext uri="{FF2B5EF4-FFF2-40B4-BE49-F238E27FC236}">
                  <a16:creationId xmlns:a16="http://schemas.microsoft.com/office/drawing/2014/main" id="{41B010C9-F11A-50F0-C89C-0FF6A78A3305}"/>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Dice">
              <a:extLst>
                <a:ext uri="{FF2B5EF4-FFF2-40B4-BE49-F238E27FC236}">
                  <a16:creationId xmlns:a16="http://schemas.microsoft.com/office/drawing/2014/main" id="{96593C0A-DC17-0CBD-DBFC-EA6E5E794736}"/>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Dice">
              <a:extLst>
                <a:ext uri="{FF2B5EF4-FFF2-40B4-BE49-F238E27FC236}">
                  <a16:creationId xmlns:a16="http://schemas.microsoft.com/office/drawing/2014/main" id="{155B084E-DD4F-7AD4-A6CD-F377DD7C4B15}"/>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Dice">
              <a:extLst>
                <a:ext uri="{FF2B5EF4-FFF2-40B4-BE49-F238E27FC236}">
                  <a16:creationId xmlns:a16="http://schemas.microsoft.com/office/drawing/2014/main" id="{9977653E-7D39-81F2-7E89-91A604C6E648}"/>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Dice">
              <a:extLst>
                <a:ext uri="{FF2B5EF4-FFF2-40B4-BE49-F238E27FC236}">
                  <a16:creationId xmlns:a16="http://schemas.microsoft.com/office/drawing/2014/main" id="{11A1AFA1-B9A3-E5BA-3536-CD78DCF1C68B}"/>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Dice">
              <a:extLst>
                <a:ext uri="{FF2B5EF4-FFF2-40B4-BE49-F238E27FC236}">
                  <a16:creationId xmlns:a16="http://schemas.microsoft.com/office/drawing/2014/main" id="{65DB2D97-80C6-B1A0-3960-320ABEA5B41F}"/>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Dice">
              <a:extLst>
                <a:ext uri="{FF2B5EF4-FFF2-40B4-BE49-F238E27FC236}">
                  <a16:creationId xmlns:a16="http://schemas.microsoft.com/office/drawing/2014/main" id="{D43E1A1F-0838-A47F-BB39-E72F48CA67CF}"/>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Dice">
              <a:extLst>
                <a:ext uri="{FF2B5EF4-FFF2-40B4-BE49-F238E27FC236}">
                  <a16:creationId xmlns:a16="http://schemas.microsoft.com/office/drawing/2014/main" id="{ADACCF7C-7E8F-86D2-A65A-1D6F75AB4A71}"/>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6" name="Dinosaur" descr="{&quot;Key&quot;:&quot;POWER_USER_SHAPE_ICON&quot;,&quot;Value&quot;:&quot;POWER_USER_SHAPE_ICON_STYLE_1&quot;}">
            <a:extLst>
              <a:ext uri="{FF2B5EF4-FFF2-40B4-BE49-F238E27FC236}">
                <a16:creationId xmlns:a16="http://schemas.microsoft.com/office/drawing/2014/main" id="{5BCFCDDD-2F54-9AE8-3399-9C4BBA6C0A8B}"/>
              </a:ext>
            </a:extLst>
          </p:cNvPr>
          <p:cNvGrpSpPr>
            <a:grpSpLocks noChangeAspect="1"/>
          </p:cNvGrpSpPr>
          <p:nvPr/>
        </p:nvGrpSpPr>
        <p:grpSpPr>
          <a:xfrm>
            <a:off x="9624834" y="1472493"/>
            <a:ext cx="626749" cy="514297"/>
            <a:chOff x="4194176" y="2563813"/>
            <a:chExt cx="601663" cy="493713"/>
          </a:xfrm>
          <a:solidFill>
            <a:srgbClr val="FFFFFF"/>
          </a:solidFill>
        </p:grpSpPr>
        <p:sp>
          <p:nvSpPr>
            <p:cNvPr id="207" name="Freeform 6">
              <a:extLst>
                <a:ext uri="{FF2B5EF4-FFF2-40B4-BE49-F238E27FC236}">
                  <a16:creationId xmlns:a16="http://schemas.microsoft.com/office/drawing/2014/main" id="{7E64E390-D4E2-B29A-1BCF-383F94A036E4}"/>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
              <a:extLst>
                <a:ext uri="{FF2B5EF4-FFF2-40B4-BE49-F238E27FC236}">
                  <a16:creationId xmlns:a16="http://schemas.microsoft.com/office/drawing/2014/main" id="{54E07EF5-9C26-3490-139F-22B6BB414162}"/>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8">
              <a:extLst>
                <a:ext uri="{FF2B5EF4-FFF2-40B4-BE49-F238E27FC236}">
                  <a16:creationId xmlns:a16="http://schemas.microsoft.com/office/drawing/2014/main" id="{6689D859-567C-265C-94FB-8FA92D05AB14}"/>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
              <a:extLst>
                <a:ext uri="{FF2B5EF4-FFF2-40B4-BE49-F238E27FC236}">
                  <a16:creationId xmlns:a16="http://schemas.microsoft.com/office/drawing/2014/main" id="{EC501F72-0191-4726-A773-2788D7691567}"/>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
              <a:extLst>
                <a:ext uri="{FF2B5EF4-FFF2-40B4-BE49-F238E27FC236}">
                  <a16:creationId xmlns:a16="http://schemas.microsoft.com/office/drawing/2014/main" id="{35611FEC-7531-2722-3658-2858154A4DF7}"/>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1">
              <a:extLst>
                <a:ext uri="{FF2B5EF4-FFF2-40B4-BE49-F238E27FC236}">
                  <a16:creationId xmlns:a16="http://schemas.microsoft.com/office/drawing/2014/main" id="{D86C39BD-1879-B0AC-65A6-3F29B130922C}"/>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2">
              <a:extLst>
                <a:ext uri="{FF2B5EF4-FFF2-40B4-BE49-F238E27FC236}">
                  <a16:creationId xmlns:a16="http://schemas.microsoft.com/office/drawing/2014/main" id="{1558A50B-7267-87D5-5821-C8F74A132627}"/>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3">
              <a:extLst>
                <a:ext uri="{FF2B5EF4-FFF2-40B4-BE49-F238E27FC236}">
                  <a16:creationId xmlns:a16="http://schemas.microsoft.com/office/drawing/2014/main" id="{B986BF29-E21D-228E-A406-F42EB8C547BF}"/>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
              <a:extLst>
                <a:ext uri="{FF2B5EF4-FFF2-40B4-BE49-F238E27FC236}">
                  <a16:creationId xmlns:a16="http://schemas.microsoft.com/office/drawing/2014/main" id="{E17851AF-B218-8D1C-B5B2-FF0F56C49B19}"/>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5">
              <a:extLst>
                <a:ext uri="{FF2B5EF4-FFF2-40B4-BE49-F238E27FC236}">
                  <a16:creationId xmlns:a16="http://schemas.microsoft.com/office/drawing/2014/main" id="{C2A4AFA7-86F9-1A9E-8E12-38FE7C9F405C}"/>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6">
              <a:extLst>
                <a:ext uri="{FF2B5EF4-FFF2-40B4-BE49-F238E27FC236}">
                  <a16:creationId xmlns:a16="http://schemas.microsoft.com/office/drawing/2014/main" id="{EED5F1FD-5DEF-8584-B31A-DA50A302A1C9}"/>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7">
              <a:extLst>
                <a:ext uri="{FF2B5EF4-FFF2-40B4-BE49-F238E27FC236}">
                  <a16:creationId xmlns:a16="http://schemas.microsoft.com/office/drawing/2014/main" id="{036B2547-535F-6504-3BA3-95AEA9171C1E}"/>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8">
              <a:extLst>
                <a:ext uri="{FF2B5EF4-FFF2-40B4-BE49-F238E27FC236}">
                  <a16:creationId xmlns:a16="http://schemas.microsoft.com/office/drawing/2014/main" id="{FAE28840-B948-9340-AC76-1E985329B07A}"/>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9">
              <a:extLst>
                <a:ext uri="{FF2B5EF4-FFF2-40B4-BE49-F238E27FC236}">
                  <a16:creationId xmlns:a16="http://schemas.microsoft.com/office/drawing/2014/main" id="{43354435-8DF1-8290-FD4E-09CDAA0EC22B}"/>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20">
              <a:extLst>
                <a:ext uri="{FF2B5EF4-FFF2-40B4-BE49-F238E27FC236}">
                  <a16:creationId xmlns:a16="http://schemas.microsoft.com/office/drawing/2014/main" id="{926B3ED9-5934-9919-B0E9-ED09797A3240}"/>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21">
              <a:extLst>
                <a:ext uri="{FF2B5EF4-FFF2-40B4-BE49-F238E27FC236}">
                  <a16:creationId xmlns:a16="http://schemas.microsoft.com/office/drawing/2014/main" id="{E651A6EA-EA16-D353-82F9-802EE9C6FED4}"/>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22">
              <a:extLst>
                <a:ext uri="{FF2B5EF4-FFF2-40B4-BE49-F238E27FC236}">
                  <a16:creationId xmlns:a16="http://schemas.microsoft.com/office/drawing/2014/main" id="{F7900469-FF4A-1F3F-9143-92D2DA7CCC7B}"/>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23">
              <a:extLst>
                <a:ext uri="{FF2B5EF4-FFF2-40B4-BE49-F238E27FC236}">
                  <a16:creationId xmlns:a16="http://schemas.microsoft.com/office/drawing/2014/main" id="{44919111-42C1-257F-C0E5-95E7131A0F6E}"/>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24">
              <a:extLst>
                <a:ext uri="{FF2B5EF4-FFF2-40B4-BE49-F238E27FC236}">
                  <a16:creationId xmlns:a16="http://schemas.microsoft.com/office/drawing/2014/main" id="{AE431857-C939-DF39-B2B4-DD40BDCEA0AB}"/>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25">
              <a:extLst>
                <a:ext uri="{FF2B5EF4-FFF2-40B4-BE49-F238E27FC236}">
                  <a16:creationId xmlns:a16="http://schemas.microsoft.com/office/drawing/2014/main" id="{E45CEB86-DAD8-ECAC-F007-C70B45278FB4}"/>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26">
              <a:extLst>
                <a:ext uri="{FF2B5EF4-FFF2-40B4-BE49-F238E27FC236}">
                  <a16:creationId xmlns:a16="http://schemas.microsoft.com/office/drawing/2014/main" id="{E2261BF7-9084-5070-E32A-4C9764837445}"/>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Security_guard" descr="{&quot;Key&quot;:&quot;POWER_USER_SHAPE_ICON&quot;,&quot;Value&quot;:&quot;POWER_USER_SHAPE_ICON_STYLE_1&quot;}">
            <a:extLst>
              <a:ext uri="{FF2B5EF4-FFF2-40B4-BE49-F238E27FC236}">
                <a16:creationId xmlns:a16="http://schemas.microsoft.com/office/drawing/2014/main" id="{5CD079B7-CF2A-C56F-66EE-0775D3F4E40E}"/>
              </a:ext>
            </a:extLst>
          </p:cNvPr>
          <p:cNvGrpSpPr>
            <a:grpSpLocks noChangeAspect="1"/>
          </p:cNvGrpSpPr>
          <p:nvPr/>
        </p:nvGrpSpPr>
        <p:grpSpPr>
          <a:xfrm>
            <a:off x="5436188" y="1470123"/>
            <a:ext cx="520456" cy="520456"/>
            <a:chOff x="6307138" y="5746750"/>
            <a:chExt cx="468313" cy="468313"/>
          </a:xfrm>
          <a:solidFill>
            <a:srgbClr val="FFFFFF"/>
          </a:solidFill>
        </p:grpSpPr>
        <p:sp>
          <p:nvSpPr>
            <p:cNvPr id="3" name="Rectangle 826">
              <a:extLst>
                <a:ext uri="{FF2B5EF4-FFF2-40B4-BE49-F238E27FC236}">
                  <a16:creationId xmlns:a16="http://schemas.microsoft.com/office/drawing/2014/main" id="{4045AF68-B378-A4DD-99C9-7B91A9C1390C}"/>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27">
              <a:extLst>
                <a:ext uri="{FF2B5EF4-FFF2-40B4-BE49-F238E27FC236}">
                  <a16:creationId xmlns:a16="http://schemas.microsoft.com/office/drawing/2014/main" id="{D078D8FE-5A21-FA7E-4B26-6EAA5A99806F}"/>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828">
              <a:extLst>
                <a:ext uri="{FF2B5EF4-FFF2-40B4-BE49-F238E27FC236}">
                  <a16:creationId xmlns:a16="http://schemas.microsoft.com/office/drawing/2014/main" id="{E7E2A2C1-E401-7313-6017-780A6CD14153}"/>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29">
              <a:extLst>
                <a:ext uri="{FF2B5EF4-FFF2-40B4-BE49-F238E27FC236}">
                  <a16:creationId xmlns:a16="http://schemas.microsoft.com/office/drawing/2014/main" id="{D047EE4C-3A17-B786-6673-0DFB9479E8D8}"/>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830">
              <a:extLst>
                <a:ext uri="{FF2B5EF4-FFF2-40B4-BE49-F238E27FC236}">
                  <a16:creationId xmlns:a16="http://schemas.microsoft.com/office/drawing/2014/main" id="{EDD0F978-F807-5CB6-3F68-ADAF82F79441}"/>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831">
              <a:extLst>
                <a:ext uri="{FF2B5EF4-FFF2-40B4-BE49-F238E27FC236}">
                  <a16:creationId xmlns:a16="http://schemas.microsoft.com/office/drawing/2014/main" id="{D7564106-CB7D-9563-6CF5-57B7606AC3A7}"/>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832">
              <a:extLst>
                <a:ext uri="{FF2B5EF4-FFF2-40B4-BE49-F238E27FC236}">
                  <a16:creationId xmlns:a16="http://schemas.microsoft.com/office/drawing/2014/main" id="{9FC1F305-E1FA-313D-379B-16A829BA1A0D}"/>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833">
              <a:extLst>
                <a:ext uri="{FF2B5EF4-FFF2-40B4-BE49-F238E27FC236}">
                  <a16:creationId xmlns:a16="http://schemas.microsoft.com/office/drawing/2014/main" id="{7D25BDA3-1375-CF43-F82A-71445C5A96B1}"/>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834">
              <a:extLst>
                <a:ext uri="{FF2B5EF4-FFF2-40B4-BE49-F238E27FC236}">
                  <a16:creationId xmlns:a16="http://schemas.microsoft.com/office/drawing/2014/main" id="{A192F289-0E23-54ED-265B-4307603A52E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835">
              <a:extLst>
                <a:ext uri="{FF2B5EF4-FFF2-40B4-BE49-F238E27FC236}">
                  <a16:creationId xmlns:a16="http://schemas.microsoft.com/office/drawing/2014/main" id="{96954F6F-0EAD-3C4B-83A0-44FDB5194031}"/>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836">
              <a:extLst>
                <a:ext uri="{FF2B5EF4-FFF2-40B4-BE49-F238E27FC236}">
                  <a16:creationId xmlns:a16="http://schemas.microsoft.com/office/drawing/2014/main" id="{AA0929FB-2C3D-10FF-A2E6-EB271D80ABBF}"/>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837">
              <a:extLst>
                <a:ext uri="{FF2B5EF4-FFF2-40B4-BE49-F238E27FC236}">
                  <a16:creationId xmlns:a16="http://schemas.microsoft.com/office/drawing/2014/main" id="{843CE05F-5B69-7C12-C512-8D4D7FF6D067}"/>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838">
              <a:extLst>
                <a:ext uri="{FF2B5EF4-FFF2-40B4-BE49-F238E27FC236}">
                  <a16:creationId xmlns:a16="http://schemas.microsoft.com/office/drawing/2014/main" id="{50FC6745-405A-8AD8-FB85-F0BDC3908124}"/>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839">
              <a:extLst>
                <a:ext uri="{FF2B5EF4-FFF2-40B4-BE49-F238E27FC236}">
                  <a16:creationId xmlns:a16="http://schemas.microsoft.com/office/drawing/2014/main" id="{8057AF72-63BE-2053-FFD3-76D3054A9BE6}"/>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840">
              <a:extLst>
                <a:ext uri="{FF2B5EF4-FFF2-40B4-BE49-F238E27FC236}">
                  <a16:creationId xmlns:a16="http://schemas.microsoft.com/office/drawing/2014/main" id="{A50D62BE-E254-74F8-4F77-CD149A595646}"/>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841">
              <a:extLst>
                <a:ext uri="{FF2B5EF4-FFF2-40B4-BE49-F238E27FC236}">
                  <a16:creationId xmlns:a16="http://schemas.microsoft.com/office/drawing/2014/main" id="{0B1B1035-D1F5-1C11-9C8F-CEFBA3112900}"/>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842">
              <a:extLst>
                <a:ext uri="{FF2B5EF4-FFF2-40B4-BE49-F238E27FC236}">
                  <a16:creationId xmlns:a16="http://schemas.microsoft.com/office/drawing/2014/main" id="{C67F2BFE-DECC-E7A7-C916-BE3A61271A83}"/>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843">
              <a:extLst>
                <a:ext uri="{FF2B5EF4-FFF2-40B4-BE49-F238E27FC236}">
                  <a16:creationId xmlns:a16="http://schemas.microsoft.com/office/drawing/2014/main" id="{7058C222-D4C9-9944-BE95-CC8051465058}"/>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844">
              <a:extLst>
                <a:ext uri="{FF2B5EF4-FFF2-40B4-BE49-F238E27FC236}">
                  <a16:creationId xmlns:a16="http://schemas.microsoft.com/office/drawing/2014/main" id="{3A560BF1-12F4-8262-5E40-855F8028D1FB}"/>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3745105122"/>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1</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96798163"/>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tc>
                <a:tc>
                  <a:txBody>
                    <a:bodyPr/>
                    <a:lstStyle/>
                    <a:p>
                      <a:pPr algn="ctr"/>
                      <a:r>
                        <a:rPr lang="en-US" sz="1400" dirty="0">
                          <a:solidFill>
                            <a:srgbClr val="FFFFFF"/>
                          </a:solidFill>
                          <a:latin typeface="+mn-lt"/>
                        </a:rPr>
                        <a:t>Heading 1</a:t>
                      </a:r>
                    </a:p>
                  </a:txBody>
                  <a:tcPr anchor="ctr">
                    <a:solidFill>
                      <a:schemeClr val="accent1">
                        <a:lumMod val="75000"/>
                      </a:schemeClr>
                    </a:solidFill>
                  </a:tcPr>
                </a:tc>
                <a:tc>
                  <a:txBody>
                    <a:bodyPr/>
                    <a:lstStyle/>
                    <a:p>
                      <a:pPr algn="ctr"/>
                      <a:r>
                        <a:rPr lang="en-US" sz="1400" dirty="0">
                          <a:solidFill>
                            <a:srgbClr val="FFFFFF"/>
                          </a:solidFill>
                          <a:latin typeface="+mn-lt"/>
                        </a:rPr>
                        <a:t>Heading 2</a:t>
                      </a:r>
                    </a:p>
                  </a:txBody>
                  <a:tcPr anchor="ctr"/>
                </a:tc>
                <a:tc>
                  <a:txBody>
                    <a:bodyPr/>
                    <a:lstStyle/>
                    <a:p>
                      <a:pPr algn="ctr"/>
                      <a:r>
                        <a:rPr lang="en-US" sz="1400" dirty="0">
                          <a:solidFill>
                            <a:srgbClr val="FFFFFF"/>
                          </a:solidFill>
                          <a:latin typeface="+mn-lt"/>
                        </a:rPr>
                        <a:t>Heading 3</a:t>
                      </a:r>
                    </a:p>
                  </a:txBody>
                  <a:tcPr anchor="ctr">
                    <a:solidFill>
                      <a:schemeClr val="accent1">
                        <a:lumMod val="75000"/>
                      </a:schemeClr>
                    </a:solidFill>
                  </a:tcPr>
                </a:tc>
                <a:tc>
                  <a:txBody>
                    <a:bodyPr/>
                    <a:lstStyle/>
                    <a:p>
                      <a:pPr algn="ctr"/>
                      <a:r>
                        <a:rPr lang="en-US" sz="1400" dirty="0">
                          <a:solidFill>
                            <a:srgbClr val="FFFFFF"/>
                          </a:solidFill>
                          <a:latin typeface="+mn-lt"/>
                        </a:rPr>
                        <a:t>Heading 4</a:t>
                      </a:r>
                    </a:p>
                  </a:txBody>
                  <a:tcPr anchor="ct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469601178"/>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2</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1771725268"/>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1698984558"/>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3</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2091805144"/>
              </p:ext>
            </p:extLst>
          </p:nvPr>
        </p:nvGraphicFramePr>
        <p:xfrm>
          <a:off x="596348" y="1222578"/>
          <a:ext cx="11039061" cy="5052483"/>
        </p:xfrm>
        <a:graphic>
          <a:graphicData uri="http://schemas.openxmlformats.org/drawingml/2006/table">
            <a:tbl>
              <a:tblPr firstRow="1" bandRow="1">
                <a:tableStyleId>{2D5ABB26-0587-4C30-8999-92F81FD0307C}</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rPr>
                        <a:t>N°</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algn="ctr"/>
                      <a:r>
                        <a:rPr lang="en-US" sz="1400" dirty="0">
                          <a:solidFill>
                            <a:srgbClr val="FFFFFF"/>
                          </a:solidFill>
                        </a:rPr>
                        <a:t>Heading 1</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a:r>
                        <a:rPr lang="en-US" sz="1400" dirty="0">
                          <a:solidFill>
                            <a:srgbClr val="FFFFFF"/>
                          </a:solidFill>
                        </a:rPr>
                        <a:t>Heading 2</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pPr algn="ctr"/>
                      <a:r>
                        <a:rPr lang="en-US" sz="1400" dirty="0">
                          <a:solidFill>
                            <a:srgbClr val="FFFFFF"/>
                          </a:solidFill>
                        </a:rPr>
                        <a:t>Heading 3</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400" dirty="0">
                          <a:solidFill>
                            <a:srgbClr val="FFFFFF"/>
                          </a:solidFill>
                        </a:rPr>
                        <a:t>Heading 4</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rPr>
                        <a:t>1</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Fusce</a:t>
                      </a:r>
                      <a:r>
                        <a:rPr lang="en-US" sz="1400" dirty="0">
                          <a:solidFill>
                            <a:schemeClr val="tx1"/>
                          </a:solidFill>
                        </a:rPr>
                        <a:t> </a:t>
                      </a:r>
                      <a:r>
                        <a:rPr lang="en-US" sz="1400" dirty="0" err="1">
                          <a:solidFill>
                            <a:schemeClr val="tx1"/>
                          </a:solidFill>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rPr>
                        <a:t>2</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rPr>
                        <a:t>3</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rPr>
                        <a:t>4</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rPr>
                        <a:t>5</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rPr>
                        <a:t>6</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rPr>
                        <a:t>7</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rPr>
                        <a:t>8</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951949746"/>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5C81AD-928C-587D-3B49-DD6E665AD9C1}"/>
              </a:ext>
            </a:extLst>
          </p:cNvPr>
          <p:cNvSpPr>
            <a:spLocks noGrp="1"/>
          </p:cNvSpPr>
          <p:nvPr>
            <p:ph type="title"/>
          </p:nvPr>
        </p:nvSpPr>
        <p:spPr>
          <a:xfrm>
            <a:off x="214184" y="13663"/>
            <a:ext cx="9728886" cy="678316"/>
          </a:xfrm>
        </p:spPr>
        <p:txBody>
          <a:bodyPr>
            <a:normAutofit/>
          </a:bodyPr>
          <a:lstStyle/>
          <a:p>
            <a:r>
              <a:rPr lang="en-US" dirty="0"/>
              <a:t>Table 4</a:t>
            </a:r>
          </a:p>
        </p:txBody>
      </p:sp>
      <p:graphicFrame>
        <p:nvGraphicFramePr>
          <p:cNvPr id="3" name="Table 150">
            <a:extLst>
              <a:ext uri="{FF2B5EF4-FFF2-40B4-BE49-F238E27FC236}">
                <a16:creationId xmlns:a16="http://schemas.microsoft.com/office/drawing/2014/main" id="{91786EB9-95A0-11DD-6036-31069650D7C7}"/>
              </a:ext>
            </a:extLst>
          </p:cNvPr>
          <p:cNvGraphicFramePr>
            <a:graphicFrameLocks noGrp="1"/>
          </p:cNvGraphicFramePr>
          <p:nvPr>
            <p:extLst>
              <p:ext uri="{D42A27DB-BD31-4B8C-83A1-F6EECF244321}">
                <p14:modId xmlns:p14="http://schemas.microsoft.com/office/powerpoint/2010/main" val="1691322306"/>
              </p:ext>
            </p:extLst>
          </p:nvPr>
        </p:nvGraphicFramePr>
        <p:xfrm>
          <a:off x="815222" y="2376536"/>
          <a:ext cx="10600491" cy="3242436"/>
        </p:xfrm>
        <a:graphic>
          <a:graphicData uri="http://schemas.openxmlformats.org/drawingml/2006/table">
            <a:tbl>
              <a:tblPr firstRow="1" bandRow="1">
                <a:tableStyleId>{5C22544A-7EE6-4342-B048-85BDC9FD1C3A}</a:tableStyleId>
              </a:tblPr>
              <a:tblGrid>
                <a:gridCol w="3821949">
                  <a:extLst>
                    <a:ext uri="{9D8B030D-6E8A-4147-A177-3AD203B41FA5}">
                      <a16:colId xmlns:a16="http://schemas.microsoft.com/office/drawing/2014/main" val="1064767228"/>
                    </a:ext>
                  </a:extLst>
                </a:gridCol>
                <a:gridCol w="1377430">
                  <a:extLst>
                    <a:ext uri="{9D8B030D-6E8A-4147-A177-3AD203B41FA5}">
                      <a16:colId xmlns:a16="http://schemas.microsoft.com/office/drawing/2014/main" val="2110247153"/>
                    </a:ext>
                  </a:extLst>
                </a:gridCol>
                <a:gridCol w="1350278">
                  <a:extLst>
                    <a:ext uri="{9D8B030D-6E8A-4147-A177-3AD203B41FA5}">
                      <a16:colId xmlns:a16="http://schemas.microsoft.com/office/drawing/2014/main" val="1671774837"/>
                    </a:ext>
                  </a:extLst>
                </a:gridCol>
                <a:gridCol w="1350278">
                  <a:extLst>
                    <a:ext uri="{9D8B030D-6E8A-4147-A177-3AD203B41FA5}">
                      <a16:colId xmlns:a16="http://schemas.microsoft.com/office/drawing/2014/main" val="2803950797"/>
                    </a:ext>
                  </a:extLst>
                </a:gridCol>
                <a:gridCol w="1350278">
                  <a:extLst>
                    <a:ext uri="{9D8B030D-6E8A-4147-A177-3AD203B41FA5}">
                      <a16:colId xmlns:a16="http://schemas.microsoft.com/office/drawing/2014/main" val="3479863445"/>
                    </a:ext>
                  </a:extLst>
                </a:gridCol>
                <a:gridCol w="1350278">
                  <a:extLst>
                    <a:ext uri="{9D8B030D-6E8A-4147-A177-3AD203B41FA5}">
                      <a16:colId xmlns:a16="http://schemas.microsoft.com/office/drawing/2014/main" val="2442433904"/>
                    </a:ext>
                  </a:extLst>
                </a:gridCol>
              </a:tblGrid>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lang="en-US" sz="1600" b="0" i="0" dirty="0">
                          <a:solidFill>
                            <a:schemeClr val="tx1"/>
                          </a:solidFill>
                          <a:latin typeface="+mn-lt"/>
                          <a:ea typeface="Lato Light" panose="020F0502020204030203" pitchFamily="34" charset="0"/>
                          <a:cs typeface="Poppins Light" pitchFamily="2" charset="77"/>
                        </a:rPr>
                        <a:t>Lorem Ipsum</a:t>
                      </a: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81867246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00450194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29230360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967257650"/>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543268816"/>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459237457"/>
                  </a:ext>
                </a:extLst>
              </a:tr>
            </a:tbl>
          </a:graphicData>
        </a:graphic>
      </p:graphicFrame>
      <p:sp>
        <p:nvSpPr>
          <p:cNvPr id="4" name="Rounded Rectangle 151">
            <a:extLst>
              <a:ext uri="{FF2B5EF4-FFF2-40B4-BE49-F238E27FC236}">
                <a16:creationId xmlns:a16="http://schemas.microsoft.com/office/drawing/2014/main" id="{71C5A978-8482-4CB9-F5AB-551AD42E9C2D}"/>
              </a:ext>
            </a:extLst>
          </p:cNvPr>
          <p:cNvSpPr/>
          <p:nvPr/>
        </p:nvSpPr>
        <p:spPr>
          <a:xfrm>
            <a:off x="812840" y="1666183"/>
            <a:ext cx="3803156" cy="631452"/>
          </a:xfrm>
          <a:prstGeom prst="roundRect">
            <a:avLst>
              <a:gd name="adj" fmla="val 21394"/>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 Your Title</a:t>
            </a:r>
            <a:endParaRPr lang="en-US" sz="1600" b="1" dirty="0">
              <a:solidFill>
                <a:srgbClr val="FFFFFF"/>
              </a:solidFill>
            </a:endParaRPr>
          </a:p>
        </p:txBody>
      </p:sp>
      <p:sp>
        <p:nvSpPr>
          <p:cNvPr id="5" name="Rounded Rectangle 152">
            <a:extLst>
              <a:ext uri="{FF2B5EF4-FFF2-40B4-BE49-F238E27FC236}">
                <a16:creationId xmlns:a16="http://schemas.microsoft.com/office/drawing/2014/main" id="{527F79AF-A13F-C2F8-D523-47B370E8F88F}"/>
              </a:ext>
            </a:extLst>
          </p:cNvPr>
          <p:cNvSpPr/>
          <p:nvPr/>
        </p:nvSpPr>
        <p:spPr>
          <a:xfrm>
            <a:off x="4673140" y="1666183"/>
            <a:ext cx="1313637" cy="631452"/>
          </a:xfrm>
          <a:prstGeom prst="roundRect">
            <a:avLst>
              <a:gd name="adj" fmla="val 2139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8" name="Freeform 2">
            <a:extLst>
              <a:ext uri="{FF2B5EF4-FFF2-40B4-BE49-F238E27FC236}">
                <a16:creationId xmlns:a16="http://schemas.microsoft.com/office/drawing/2014/main" id="{7EB28195-D037-0053-FBF8-7A239C120A68}"/>
              </a:ext>
            </a:extLst>
          </p:cNvPr>
          <p:cNvSpPr>
            <a:spLocks noChangeArrowheads="1"/>
          </p:cNvSpPr>
          <p:nvPr/>
        </p:nvSpPr>
        <p:spPr bwMode="auto">
          <a:xfrm>
            <a:off x="6601169"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9" name="Freeform 1">
            <a:extLst>
              <a:ext uri="{FF2B5EF4-FFF2-40B4-BE49-F238E27FC236}">
                <a16:creationId xmlns:a16="http://schemas.microsoft.com/office/drawing/2014/main" id="{F41A29F1-EC05-FA56-0C55-1B28ED837890}"/>
              </a:ext>
            </a:extLst>
          </p:cNvPr>
          <p:cNvSpPr>
            <a:spLocks noChangeArrowheads="1"/>
          </p:cNvSpPr>
          <p:nvPr/>
        </p:nvSpPr>
        <p:spPr bwMode="auto">
          <a:xfrm>
            <a:off x="5213432"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0" name="Freeform 1">
            <a:extLst>
              <a:ext uri="{FF2B5EF4-FFF2-40B4-BE49-F238E27FC236}">
                <a16:creationId xmlns:a16="http://schemas.microsoft.com/office/drawing/2014/main" id="{29E78A0C-25E3-62E4-3A37-47C419696AB4}"/>
              </a:ext>
            </a:extLst>
          </p:cNvPr>
          <p:cNvSpPr>
            <a:spLocks noChangeArrowheads="1"/>
          </p:cNvSpPr>
          <p:nvPr/>
        </p:nvSpPr>
        <p:spPr bwMode="auto">
          <a:xfrm>
            <a:off x="521343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1" name="Freeform 1">
            <a:extLst>
              <a:ext uri="{FF2B5EF4-FFF2-40B4-BE49-F238E27FC236}">
                <a16:creationId xmlns:a16="http://schemas.microsoft.com/office/drawing/2014/main" id="{448A6FAA-AE07-8B6B-C897-B97E240E52D2}"/>
              </a:ext>
            </a:extLst>
          </p:cNvPr>
          <p:cNvSpPr>
            <a:spLocks noChangeArrowheads="1"/>
          </p:cNvSpPr>
          <p:nvPr/>
        </p:nvSpPr>
        <p:spPr bwMode="auto">
          <a:xfrm>
            <a:off x="656585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2" name="Freeform 1">
            <a:extLst>
              <a:ext uri="{FF2B5EF4-FFF2-40B4-BE49-F238E27FC236}">
                <a16:creationId xmlns:a16="http://schemas.microsoft.com/office/drawing/2014/main" id="{A0F0626E-96F8-293A-0423-BF0B8CD8D73D}"/>
              </a:ext>
            </a:extLst>
          </p:cNvPr>
          <p:cNvSpPr>
            <a:spLocks noChangeArrowheads="1"/>
          </p:cNvSpPr>
          <p:nvPr/>
        </p:nvSpPr>
        <p:spPr bwMode="auto">
          <a:xfrm>
            <a:off x="6565852"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3" name="Freeform 2">
            <a:extLst>
              <a:ext uri="{FF2B5EF4-FFF2-40B4-BE49-F238E27FC236}">
                <a16:creationId xmlns:a16="http://schemas.microsoft.com/office/drawing/2014/main" id="{4B97F260-3112-6329-5D2F-5442847153DB}"/>
              </a:ext>
            </a:extLst>
          </p:cNvPr>
          <p:cNvSpPr>
            <a:spLocks noChangeArrowheads="1"/>
          </p:cNvSpPr>
          <p:nvPr/>
        </p:nvSpPr>
        <p:spPr bwMode="auto">
          <a:xfrm>
            <a:off x="5248749"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4" name="Freeform 2">
            <a:extLst>
              <a:ext uri="{FF2B5EF4-FFF2-40B4-BE49-F238E27FC236}">
                <a16:creationId xmlns:a16="http://schemas.microsoft.com/office/drawing/2014/main" id="{4FBAF932-C5AF-4F49-7226-C459D4128B0B}"/>
              </a:ext>
            </a:extLst>
          </p:cNvPr>
          <p:cNvSpPr>
            <a:spLocks noChangeArrowheads="1"/>
          </p:cNvSpPr>
          <p:nvPr/>
        </p:nvSpPr>
        <p:spPr bwMode="auto">
          <a:xfrm>
            <a:off x="5248749"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5" name="Freeform 2">
            <a:extLst>
              <a:ext uri="{FF2B5EF4-FFF2-40B4-BE49-F238E27FC236}">
                <a16:creationId xmlns:a16="http://schemas.microsoft.com/office/drawing/2014/main" id="{52424EC9-31BB-D50F-ED0D-0631C9ACD5D0}"/>
              </a:ext>
            </a:extLst>
          </p:cNvPr>
          <p:cNvSpPr>
            <a:spLocks noChangeArrowheads="1"/>
          </p:cNvSpPr>
          <p:nvPr/>
        </p:nvSpPr>
        <p:spPr bwMode="auto">
          <a:xfrm>
            <a:off x="6578674"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6" name="Freeform 1">
            <a:extLst>
              <a:ext uri="{FF2B5EF4-FFF2-40B4-BE49-F238E27FC236}">
                <a16:creationId xmlns:a16="http://schemas.microsoft.com/office/drawing/2014/main" id="{2122362E-412C-02D5-FC37-24DAE5ADDEE2}"/>
              </a:ext>
            </a:extLst>
          </p:cNvPr>
          <p:cNvSpPr>
            <a:spLocks noChangeArrowheads="1"/>
          </p:cNvSpPr>
          <p:nvPr/>
        </p:nvSpPr>
        <p:spPr bwMode="auto">
          <a:xfrm>
            <a:off x="521343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7" name="Freeform 1">
            <a:extLst>
              <a:ext uri="{FF2B5EF4-FFF2-40B4-BE49-F238E27FC236}">
                <a16:creationId xmlns:a16="http://schemas.microsoft.com/office/drawing/2014/main" id="{18BE9A59-7AA0-8DA9-4BD6-CB2BDB2AAB70}"/>
              </a:ext>
            </a:extLst>
          </p:cNvPr>
          <p:cNvSpPr>
            <a:spLocks noChangeArrowheads="1"/>
          </p:cNvSpPr>
          <p:nvPr/>
        </p:nvSpPr>
        <p:spPr bwMode="auto">
          <a:xfrm>
            <a:off x="656585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8" name="Freeform 2">
            <a:extLst>
              <a:ext uri="{FF2B5EF4-FFF2-40B4-BE49-F238E27FC236}">
                <a16:creationId xmlns:a16="http://schemas.microsoft.com/office/drawing/2014/main" id="{CB58DDED-212B-8745-CAE7-A8081A33A1AC}"/>
              </a:ext>
            </a:extLst>
          </p:cNvPr>
          <p:cNvSpPr>
            <a:spLocks noChangeArrowheads="1"/>
          </p:cNvSpPr>
          <p:nvPr/>
        </p:nvSpPr>
        <p:spPr bwMode="auto">
          <a:xfrm>
            <a:off x="6601169"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9" name="Freeform 1">
            <a:extLst>
              <a:ext uri="{FF2B5EF4-FFF2-40B4-BE49-F238E27FC236}">
                <a16:creationId xmlns:a16="http://schemas.microsoft.com/office/drawing/2014/main" id="{7AACE429-0F3E-0F15-321D-908E05FD437B}"/>
              </a:ext>
            </a:extLst>
          </p:cNvPr>
          <p:cNvSpPr>
            <a:spLocks noChangeArrowheads="1"/>
          </p:cNvSpPr>
          <p:nvPr/>
        </p:nvSpPr>
        <p:spPr bwMode="auto">
          <a:xfrm>
            <a:off x="5213432"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20" name="Rounded Rectangle 152">
            <a:extLst>
              <a:ext uri="{FF2B5EF4-FFF2-40B4-BE49-F238E27FC236}">
                <a16:creationId xmlns:a16="http://schemas.microsoft.com/office/drawing/2014/main" id="{418E6D45-77C9-C9D1-EA4E-4DBA33B4C11E}"/>
              </a:ext>
            </a:extLst>
          </p:cNvPr>
          <p:cNvSpPr/>
          <p:nvPr/>
        </p:nvSpPr>
        <p:spPr>
          <a:xfrm>
            <a:off x="6038206" y="1666183"/>
            <a:ext cx="1313637" cy="631452"/>
          </a:xfrm>
          <a:prstGeom prst="roundRect">
            <a:avLst>
              <a:gd name="adj" fmla="val 2139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2" name="Rounded Rectangle 152">
            <a:extLst>
              <a:ext uri="{FF2B5EF4-FFF2-40B4-BE49-F238E27FC236}">
                <a16:creationId xmlns:a16="http://schemas.microsoft.com/office/drawing/2014/main" id="{025CC2E3-9514-D1CE-E056-316DE89AD63A}"/>
              </a:ext>
            </a:extLst>
          </p:cNvPr>
          <p:cNvSpPr/>
          <p:nvPr/>
        </p:nvSpPr>
        <p:spPr>
          <a:xfrm>
            <a:off x="7397558" y="1666183"/>
            <a:ext cx="1313637" cy="631452"/>
          </a:xfrm>
          <a:prstGeom prst="roundRect">
            <a:avLst>
              <a:gd name="adj" fmla="val 2139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4" name="Rounded Rectangle 152">
            <a:extLst>
              <a:ext uri="{FF2B5EF4-FFF2-40B4-BE49-F238E27FC236}">
                <a16:creationId xmlns:a16="http://schemas.microsoft.com/office/drawing/2014/main" id="{9F2E7F7F-1980-B5E7-E4CC-6052E05968FB}"/>
              </a:ext>
            </a:extLst>
          </p:cNvPr>
          <p:cNvSpPr/>
          <p:nvPr/>
        </p:nvSpPr>
        <p:spPr>
          <a:xfrm>
            <a:off x="8756910" y="1666183"/>
            <a:ext cx="1313637" cy="631452"/>
          </a:xfrm>
          <a:prstGeom prst="roundRect">
            <a:avLst>
              <a:gd name="adj" fmla="val 2139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6" name="Rounded Rectangle 152">
            <a:extLst>
              <a:ext uri="{FF2B5EF4-FFF2-40B4-BE49-F238E27FC236}">
                <a16:creationId xmlns:a16="http://schemas.microsoft.com/office/drawing/2014/main" id="{FD7DCCD2-DE66-842F-017A-E14297495BAE}"/>
              </a:ext>
            </a:extLst>
          </p:cNvPr>
          <p:cNvSpPr/>
          <p:nvPr/>
        </p:nvSpPr>
        <p:spPr>
          <a:xfrm>
            <a:off x="10116262" y="1666183"/>
            <a:ext cx="1313637" cy="631452"/>
          </a:xfrm>
          <a:prstGeom prst="roundRect">
            <a:avLst>
              <a:gd name="adj" fmla="val 213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8" name="Freeform 2">
            <a:extLst>
              <a:ext uri="{FF2B5EF4-FFF2-40B4-BE49-F238E27FC236}">
                <a16:creationId xmlns:a16="http://schemas.microsoft.com/office/drawing/2014/main" id="{8A6C88E3-D4BF-BFA1-D5B4-14C5571D9499}"/>
              </a:ext>
            </a:extLst>
          </p:cNvPr>
          <p:cNvSpPr>
            <a:spLocks noChangeArrowheads="1"/>
          </p:cNvSpPr>
          <p:nvPr/>
        </p:nvSpPr>
        <p:spPr bwMode="auto">
          <a:xfrm>
            <a:off x="9294635"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29" name="Freeform 1">
            <a:extLst>
              <a:ext uri="{FF2B5EF4-FFF2-40B4-BE49-F238E27FC236}">
                <a16:creationId xmlns:a16="http://schemas.microsoft.com/office/drawing/2014/main" id="{174C1FBB-25D9-9C81-A61D-B3FF2389E5EA}"/>
              </a:ext>
            </a:extLst>
          </p:cNvPr>
          <p:cNvSpPr>
            <a:spLocks noChangeArrowheads="1"/>
          </p:cNvSpPr>
          <p:nvPr/>
        </p:nvSpPr>
        <p:spPr bwMode="auto">
          <a:xfrm>
            <a:off x="7906898"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0" name="Freeform 1">
            <a:extLst>
              <a:ext uri="{FF2B5EF4-FFF2-40B4-BE49-F238E27FC236}">
                <a16:creationId xmlns:a16="http://schemas.microsoft.com/office/drawing/2014/main" id="{1CB11CBE-033A-772F-B968-659D645A4CB5}"/>
              </a:ext>
            </a:extLst>
          </p:cNvPr>
          <p:cNvSpPr>
            <a:spLocks noChangeArrowheads="1"/>
          </p:cNvSpPr>
          <p:nvPr/>
        </p:nvSpPr>
        <p:spPr bwMode="auto">
          <a:xfrm>
            <a:off x="790689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1" name="Freeform 1">
            <a:extLst>
              <a:ext uri="{FF2B5EF4-FFF2-40B4-BE49-F238E27FC236}">
                <a16:creationId xmlns:a16="http://schemas.microsoft.com/office/drawing/2014/main" id="{854590E7-48CC-0CF2-A675-BAE2A8AF5746}"/>
              </a:ext>
            </a:extLst>
          </p:cNvPr>
          <p:cNvSpPr>
            <a:spLocks noChangeArrowheads="1"/>
          </p:cNvSpPr>
          <p:nvPr/>
        </p:nvSpPr>
        <p:spPr bwMode="auto">
          <a:xfrm>
            <a:off x="925931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2" name="Freeform 1">
            <a:extLst>
              <a:ext uri="{FF2B5EF4-FFF2-40B4-BE49-F238E27FC236}">
                <a16:creationId xmlns:a16="http://schemas.microsoft.com/office/drawing/2014/main" id="{41D6565D-A1C8-33AA-E457-CF8522235E39}"/>
              </a:ext>
            </a:extLst>
          </p:cNvPr>
          <p:cNvSpPr>
            <a:spLocks noChangeArrowheads="1"/>
          </p:cNvSpPr>
          <p:nvPr/>
        </p:nvSpPr>
        <p:spPr bwMode="auto">
          <a:xfrm>
            <a:off x="9259318"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3" name="Freeform 2">
            <a:extLst>
              <a:ext uri="{FF2B5EF4-FFF2-40B4-BE49-F238E27FC236}">
                <a16:creationId xmlns:a16="http://schemas.microsoft.com/office/drawing/2014/main" id="{7B337B87-6596-9DE0-4ED7-856B6CF46148}"/>
              </a:ext>
            </a:extLst>
          </p:cNvPr>
          <p:cNvSpPr>
            <a:spLocks noChangeArrowheads="1"/>
          </p:cNvSpPr>
          <p:nvPr/>
        </p:nvSpPr>
        <p:spPr bwMode="auto">
          <a:xfrm>
            <a:off x="7942215"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4" name="Freeform 2">
            <a:extLst>
              <a:ext uri="{FF2B5EF4-FFF2-40B4-BE49-F238E27FC236}">
                <a16:creationId xmlns:a16="http://schemas.microsoft.com/office/drawing/2014/main" id="{81A90F3F-F42E-D747-E4E9-34426590642B}"/>
              </a:ext>
            </a:extLst>
          </p:cNvPr>
          <p:cNvSpPr>
            <a:spLocks noChangeArrowheads="1"/>
          </p:cNvSpPr>
          <p:nvPr/>
        </p:nvSpPr>
        <p:spPr bwMode="auto">
          <a:xfrm>
            <a:off x="7942215"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5" name="Freeform 2">
            <a:extLst>
              <a:ext uri="{FF2B5EF4-FFF2-40B4-BE49-F238E27FC236}">
                <a16:creationId xmlns:a16="http://schemas.microsoft.com/office/drawing/2014/main" id="{AC436BAC-F9E1-AE7B-780B-0EDBFB02B6B6}"/>
              </a:ext>
            </a:extLst>
          </p:cNvPr>
          <p:cNvSpPr>
            <a:spLocks noChangeArrowheads="1"/>
          </p:cNvSpPr>
          <p:nvPr/>
        </p:nvSpPr>
        <p:spPr bwMode="auto">
          <a:xfrm>
            <a:off x="9272140"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6" name="Freeform 1">
            <a:extLst>
              <a:ext uri="{FF2B5EF4-FFF2-40B4-BE49-F238E27FC236}">
                <a16:creationId xmlns:a16="http://schemas.microsoft.com/office/drawing/2014/main" id="{FE3F13F3-913A-D630-C45C-23D833A488F4}"/>
              </a:ext>
            </a:extLst>
          </p:cNvPr>
          <p:cNvSpPr>
            <a:spLocks noChangeArrowheads="1"/>
          </p:cNvSpPr>
          <p:nvPr/>
        </p:nvSpPr>
        <p:spPr bwMode="auto">
          <a:xfrm>
            <a:off x="790689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7" name="Freeform 1">
            <a:extLst>
              <a:ext uri="{FF2B5EF4-FFF2-40B4-BE49-F238E27FC236}">
                <a16:creationId xmlns:a16="http://schemas.microsoft.com/office/drawing/2014/main" id="{2F5E434B-EC7A-D61D-1ED0-2B31F94AFD3C}"/>
              </a:ext>
            </a:extLst>
          </p:cNvPr>
          <p:cNvSpPr>
            <a:spLocks noChangeArrowheads="1"/>
          </p:cNvSpPr>
          <p:nvPr/>
        </p:nvSpPr>
        <p:spPr bwMode="auto">
          <a:xfrm>
            <a:off x="925931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8" name="Freeform 2">
            <a:extLst>
              <a:ext uri="{FF2B5EF4-FFF2-40B4-BE49-F238E27FC236}">
                <a16:creationId xmlns:a16="http://schemas.microsoft.com/office/drawing/2014/main" id="{9BA08421-5F4B-3DBC-40E5-9F35E448765F}"/>
              </a:ext>
            </a:extLst>
          </p:cNvPr>
          <p:cNvSpPr>
            <a:spLocks noChangeArrowheads="1"/>
          </p:cNvSpPr>
          <p:nvPr/>
        </p:nvSpPr>
        <p:spPr bwMode="auto">
          <a:xfrm>
            <a:off x="9294635"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9" name="Freeform 1">
            <a:extLst>
              <a:ext uri="{FF2B5EF4-FFF2-40B4-BE49-F238E27FC236}">
                <a16:creationId xmlns:a16="http://schemas.microsoft.com/office/drawing/2014/main" id="{5AC8A187-5AF9-1AB5-37A7-9992BACDC5AD}"/>
              </a:ext>
            </a:extLst>
          </p:cNvPr>
          <p:cNvSpPr>
            <a:spLocks noChangeArrowheads="1"/>
          </p:cNvSpPr>
          <p:nvPr/>
        </p:nvSpPr>
        <p:spPr bwMode="auto">
          <a:xfrm>
            <a:off x="7906898"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40" name="Freeform 1">
            <a:extLst>
              <a:ext uri="{FF2B5EF4-FFF2-40B4-BE49-F238E27FC236}">
                <a16:creationId xmlns:a16="http://schemas.microsoft.com/office/drawing/2014/main" id="{4F7FE215-26BE-7235-5174-58EF04C9B034}"/>
              </a:ext>
            </a:extLst>
          </p:cNvPr>
          <p:cNvSpPr>
            <a:spLocks noChangeArrowheads="1"/>
          </p:cNvSpPr>
          <p:nvPr/>
        </p:nvSpPr>
        <p:spPr bwMode="auto">
          <a:xfrm>
            <a:off x="10628602" y="2491041"/>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1" name="Freeform 1">
            <a:extLst>
              <a:ext uri="{FF2B5EF4-FFF2-40B4-BE49-F238E27FC236}">
                <a16:creationId xmlns:a16="http://schemas.microsoft.com/office/drawing/2014/main" id="{20C10B38-BC30-45FF-0B87-F836C5FB4038}"/>
              </a:ext>
            </a:extLst>
          </p:cNvPr>
          <p:cNvSpPr>
            <a:spLocks noChangeArrowheads="1"/>
          </p:cNvSpPr>
          <p:nvPr/>
        </p:nvSpPr>
        <p:spPr bwMode="auto">
          <a:xfrm>
            <a:off x="10628602" y="302631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2" name="Freeform 2">
            <a:extLst>
              <a:ext uri="{FF2B5EF4-FFF2-40B4-BE49-F238E27FC236}">
                <a16:creationId xmlns:a16="http://schemas.microsoft.com/office/drawing/2014/main" id="{C9480CD8-3F19-B5C8-A482-F56DAE18192E}"/>
              </a:ext>
            </a:extLst>
          </p:cNvPr>
          <p:cNvSpPr>
            <a:spLocks noChangeArrowheads="1"/>
          </p:cNvSpPr>
          <p:nvPr/>
        </p:nvSpPr>
        <p:spPr bwMode="auto">
          <a:xfrm>
            <a:off x="10663919" y="3571419"/>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3" name="Freeform 2">
            <a:extLst>
              <a:ext uri="{FF2B5EF4-FFF2-40B4-BE49-F238E27FC236}">
                <a16:creationId xmlns:a16="http://schemas.microsoft.com/office/drawing/2014/main" id="{BAE3AFDB-0D95-F5DA-D859-EAEAF474A89F}"/>
              </a:ext>
            </a:extLst>
          </p:cNvPr>
          <p:cNvSpPr>
            <a:spLocks noChangeArrowheads="1"/>
          </p:cNvSpPr>
          <p:nvPr/>
        </p:nvSpPr>
        <p:spPr bwMode="auto">
          <a:xfrm>
            <a:off x="10663919" y="4124781"/>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4" name="Freeform 1">
            <a:extLst>
              <a:ext uri="{FF2B5EF4-FFF2-40B4-BE49-F238E27FC236}">
                <a16:creationId xmlns:a16="http://schemas.microsoft.com/office/drawing/2014/main" id="{08854BF0-BA0E-CA90-CAC9-73897DA253D4}"/>
              </a:ext>
            </a:extLst>
          </p:cNvPr>
          <p:cNvSpPr>
            <a:spLocks noChangeArrowheads="1"/>
          </p:cNvSpPr>
          <p:nvPr/>
        </p:nvSpPr>
        <p:spPr bwMode="auto">
          <a:xfrm>
            <a:off x="10628602" y="467826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5" name="Freeform 1">
            <a:extLst>
              <a:ext uri="{FF2B5EF4-FFF2-40B4-BE49-F238E27FC236}">
                <a16:creationId xmlns:a16="http://schemas.microsoft.com/office/drawing/2014/main" id="{8786DA1B-DBD7-46D3-460A-4A34F919DA2F}"/>
              </a:ext>
            </a:extLst>
          </p:cNvPr>
          <p:cNvSpPr>
            <a:spLocks noChangeArrowheads="1"/>
          </p:cNvSpPr>
          <p:nvPr/>
        </p:nvSpPr>
        <p:spPr bwMode="auto">
          <a:xfrm>
            <a:off x="10628602" y="524181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Tree>
    <p:extLst>
      <p:ext uri="{BB962C8B-B14F-4D97-AF65-F5344CB8AC3E}">
        <p14:creationId xmlns:p14="http://schemas.microsoft.com/office/powerpoint/2010/main" val="195464911"/>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A638C0-6FF8-412B-75D8-7153D4C855A6}"/>
              </a:ext>
            </a:extLst>
          </p:cNvPr>
          <p:cNvSpPr>
            <a:spLocks noGrp="1"/>
          </p:cNvSpPr>
          <p:nvPr>
            <p:ph type="title"/>
          </p:nvPr>
        </p:nvSpPr>
        <p:spPr>
          <a:xfrm>
            <a:off x="214184" y="13663"/>
            <a:ext cx="9728886" cy="678316"/>
          </a:xfrm>
        </p:spPr>
        <p:txBody>
          <a:bodyPr/>
          <a:lstStyle/>
          <a:p>
            <a:r>
              <a:rPr lang="en-US" dirty="0"/>
              <a:t>Table 5</a:t>
            </a:r>
          </a:p>
        </p:txBody>
      </p:sp>
      <p:sp>
        <p:nvSpPr>
          <p:cNvPr id="3" name="Rounded Rectangle 152">
            <a:extLst>
              <a:ext uri="{FF2B5EF4-FFF2-40B4-BE49-F238E27FC236}">
                <a16:creationId xmlns:a16="http://schemas.microsoft.com/office/drawing/2014/main" id="{3ECED9B8-091E-E07C-082A-06CFDCF7CD28}"/>
              </a:ext>
            </a:extLst>
          </p:cNvPr>
          <p:cNvSpPr/>
          <p:nvPr/>
        </p:nvSpPr>
        <p:spPr>
          <a:xfrm>
            <a:off x="838200" y="1609578"/>
            <a:ext cx="1639482" cy="631452"/>
          </a:xfrm>
          <a:prstGeom prst="roundRect">
            <a:avLst>
              <a:gd name="adj" fmla="val 932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4" name="Rounded Rectangle 152">
            <a:extLst>
              <a:ext uri="{FF2B5EF4-FFF2-40B4-BE49-F238E27FC236}">
                <a16:creationId xmlns:a16="http://schemas.microsoft.com/office/drawing/2014/main" id="{39196E02-FB78-B5BA-BD14-DB2D4B497F82}"/>
              </a:ext>
            </a:extLst>
          </p:cNvPr>
          <p:cNvSpPr/>
          <p:nvPr/>
        </p:nvSpPr>
        <p:spPr>
          <a:xfrm>
            <a:off x="838200" y="2346178"/>
            <a:ext cx="1639482" cy="631452"/>
          </a:xfrm>
          <a:prstGeom prst="roundRect">
            <a:avLst>
              <a:gd name="adj" fmla="val 932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1"/>
                </a:solidFill>
                <a:ea typeface="Lato Light" panose="020F0502020204030203" pitchFamily="34" charset="0"/>
                <a:cs typeface="Poppins Medium" pitchFamily="2" charset="77"/>
              </a:rPr>
              <a:t>Lorem ipsum</a:t>
            </a:r>
            <a:endParaRPr lang="en-US" sz="1600" b="1" dirty="0">
              <a:solidFill>
                <a:schemeClr val="accent1"/>
              </a:solidFill>
            </a:endParaRPr>
          </a:p>
        </p:txBody>
      </p:sp>
      <p:sp>
        <p:nvSpPr>
          <p:cNvPr id="5" name="Rounded Rectangle 152">
            <a:extLst>
              <a:ext uri="{FF2B5EF4-FFF2-40B4-BE49-F238E27FC236}">
                <a16:creationId xmlns:a16="http://schemas.microsoft.com/office/drawing/2014/main" id="{E184913C-3EB2-0913-3B6F-0E5389B047F4}"/>
              </a:ext>
            </a:extLst>
          </p:cNvPr>
          <p:cNvSpPr/>
          <p:nvPr/>
        </p:nvSpPr>
        <p:spPr>
          <a:xfrm>
            <a:off x="2613424" y="1609578"/>
            <a:ext cx="1639482" cy="631452"/>
          </a:xfrm>
          <a:prstGeom prst="roundRect">
            <a:avLst>
              <a:gd name="adj" fmla="val 93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6" name="Rounded Rectangle 152">
            <a:extLst>
              <a:ext uri="{FF2B5EF4-FFF2-40B4-BE49-F238E27FC236}">
                <a16:creationId xmlns:a16="http://schemas.microsoft.com/office/drawing/2014/main" id="{509B97DF-56D8-B1A4-F870-9B222BE22017}"/>
              </a:ext>
            </a:extLst>
          </p:cNvPr>
          <p:cNvSpPr/>
          <p:nvPr/>
        </p:nvSpPr>
        <p:spPr>
          <a:xfrm>
            <a:off x="2613424" y="2346178"/>
            <a:ext cx="1639482" cy="631452"/>
          </a:xfrm>
          <a:prstGeom prst="roundRect">
            <a:avLst>
              <a:gd name="adj" fmla="val 9327"/>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2"/>
                </a:solidFill>
                <a:ea typeface="Lato Light" panose="020F0502020204030203" pitchFamily="34" charset="0"/>
                <a:cs typeface="Poppins Medium" pitchFamily="2" charset="77"/>
              </a:rPr>
              <a:t>Lorem ipsum</a:t>
            </a:r>
            <a:endParaRPr lang="en-US" sz="1600" b="1" dirty="0">
              <a:solidFill>
                <a:schemeClr val="accent2"/>
              </a:solidFill>
            </a:endParaRPr>
          </a:p>
        </p:txBody>
      </p:sp>
      <p:sp>
        <p:nvSpPr>
          <p:cNvPr id="7" name="Rounded Rectangle 152">
            <a:extLst>
              <a:ext uri="{FF2B5EF4-FFF2-40B4-BE49-F238E27FC236}">
                <a16:creationId xmlns:a16="http://schemas.microsoft.com/office/drawing/2014/main" id="{3E8CD38E-E9E9-8830-9996-3FD6E363F126}"/>
              </a:ext>
            </a:extLst>
          </p:cNvPr>
          <p:cNvSpPr/>
          <p:nvPr/>
        </p:nvSpPr>
        <p:spPr>
          <a:xfrm>
            <a:off x="4388647" y="1609578"/>
            <a:ext cx="1639482" cy="631452"/>
          </a:xfrm>
          <a:prstGeom prst="roundRect">
            <a:avLst>
              <a:gd name="adj" fmla="val 932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8" name="Rounded Rectangle 152">
            <a:extLst>
              <a:ext uri="{FF2B5EF4-FFF2-40B4-BE49-F238E27FC236}">
                <a16:creationId xmlns:a16="http://schemas.microsoft.com/office/drawing/2014/main" id="{B0505B26-B915-D50E-43FB-4CF295CDCFFE}"/>
              </a:ext>
            </a:extLst>
          </p:cNvPr>
          <p:cNvSpPr/>
          <p:nvPr/>
        </p:nvSpPr>
        <p:spPr>
          <a:xfrm>
            <a:off x="4388647" y="2346178"/>
            <a:ext cx="1639482" cy="631452"/>
          </a:xfrm>
          <a:prstGeom prst="roundRect">
            <a:avLst>
              <a:gd name="adj" fmla="val 9327"/>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3"/>
                </a:solidFill>
                <a:ea typeface="Lato Light" panose="020F0502020204030203" pitchFamily="34" charset="0"/>
                <a:cs typeface="Poppins Medium" pitchFamily="2" charset="77"/>
              </a:rPr>
              <a:t>Lorem ipsum</a:t>
            </a:r>
            <a:endParaRPr lang="en-US" sz="1600" b="1" dirty="0">
              <a:solidFill>
                <a:schemeClr val="accent3"/>
              </a:solidFill>
            </a:endParaRPr>
          </a:p>
        </p:txBody>
      </p:sp>
      <p:sp>
        <p:nvSpPr>
          <p:cNvPr id="9" name="Rounded Rectangle 152">
            <a:extLst>
              <a:ext uri="{FF2B5EF4-FFF2-40B4-BE49-F238E27FC236}">
                <a16:creationId xmlns:a16="http://schemas.microsoft.com/office/drawing/2014/main" id="{F19E2697-7C37-F811-FAA0-28D9E8989A77}"/>
              </a:ext>
            </a:extLst>
          </p:cNvPr>
          <p:cNvSpPr/>
          <p:nvPr/>
        </p:nvSpPr>
        <p:spPr>
          <a:xfrm>
            <a:off x="6163871" y="1609578"/>
            <a:ext cx="1639482" cy="631452"/>
          </a:xfrm>
          <a:prstGeom prst="roundRect">
            <a:avLst>
              <a:gd name="adj" fmla="val 932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0" name="Rounded Rectangle 152">
            <a:extLst>
              <a:ext uri="{FF2B5EF4-FFF2-40B4-BE49-F238E27FC236}">
                <a16:creationId xmlns:a16="http://schemas.microsoft.com/office/drawing/2014/main" id="{4EF9DAC6-D8A0-5CD1-BDA1-FAF87A3525F2}"/>
              </a:ext>
            </a:extLst>
          </p:cNvPr>
          <p:cNvSpPr/>
          <p:nvPr/>
        </p:nvSpPr>
        <p:spPr>
          <a:xfrm>
            <a:off x="6163871" y="2346178"/>
            <a:ext cx="1639482" cy="631452"/>
          </a:xfrm>
          <a:prstGeom prst="roundRect">
            <a:avLst>
              <a:gd name="adj" fmla="val 9327"/>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4"/>
                </a:solidFill>
                <a:ea typeface="Lato Light" panose="020F0502020204030203" pitchFamily="34" charset="0"/>
                <a:cs typeface="Poppins Medium" pitchFamily="2" charset="77"/>
              </a:rPr>
              <a:t>Lorem ipsum</a:t>
            </a:r>
            <a:endParaRPr lang="en-US" sz="1600" b="1" dirty="0">
              <a:solidFill>
                <a:schemeClr val="accent4"/>
              </a:solidFill>
            </a:endParaRPr>
          </a:p>
        </p:txBody>
      </p:sp>
      <p:sp>
        <p:nvSpPr>
          <p:cNvPr id="11" name="Rounded Rectangle 152">
            <a:extLst>
              <a:ext uri="{FF2B5EF4-FFF2-40B4-BE49-F238E27FC236}">
                <a16:creationId xmlns:a16="http://schemas.microsoft.com/office/drawing/2014/main" id="{8A8B0831-A6F7-501D-4E0B-77AA943339AA}"/>
              </a:ext>
            </a:extLst>
          </p:cNvPr>
          <p:cNvSpPr/>
          <p:nvPr/>
        </p:nvSpPr>
        <p:spPr>
          <a:xfrm>
            <a:off x="7939094" y="1609578"/>
            <a:ext cx="1639482" cy="631452"/>
          </a:xfrm>
          <a:prstGeom prst="roundRect">
            <a:avLst>
              <a:gd name="adj" fmla="val 932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2" name="Rounded Rectangle 152">
            <a:extLst>
              <a:ext uri="{FF2B5EF4-FFF2-40B4-BE49-F238E27FC236}">
                <a16:creationId xmlns:a16="http://schemas.microsoft.com/office/drawing/2014/main" id="{88B41941-7C63-BD8F-AFE0-87F68D273FCE}"/>
              </a:ext>
            </a:extLst>
          </p:cNvPr>
          <p:cNvSpPr/>
          <p:nvPr/>
        </p:nvSpPr>
        <p:spPr>
          <a:xfrm>
            <a:off x="7939094" y="2346178"/>
            <a:ext cx="1639482" cy="631452"/>
          </a:xfrm>
          <a:prstGeom prst="roundRect">
            <a:avLst>
              <a:gd name="adj" fmla="val 9327"/>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5"/>
                </a:solidFill>
                <a:ea typeface="Lato Light" panose="020F0502020204030203" pitchFamily="34" charset="0"/>
                <a:cs typeface="Poppins Medium" pitchFamily="2" charset="77"/>
              </a:rPr>
              <a:t>Lorem ipsum</a:t>
            </a:r>
            <a:endParaRPr lang="en-US" sz="1600" b="1" dirty="0">
              <a:solidFill>
                <a:schemeClr val="accent5"/>
              </a:solidFill>
            </a:endParaRPr>
          </a:p>
        </p:txBody>
      </p:sp>
      <p:sp>
        <p:nvSpPr>
          <p:cNvPr id="13" name="Rounded Rectangle 152">
            <a:extLst>
              <a:ext uri="{FF2B5EF4-FFF2-40B4-BE49-F238E27FC236}">
                <a16:creationId xmlns:a16="http://schemas.microsoft.com/office/drawing/2014/main" id="{70F59535-3362-D648-F389-6CCBCC256271}"/>
              </a:ext>
            </a:extLst>
          </p:cNvPr>
          <p:cNvSpPr/>
          <p:nvPr/>
        </p:nvSpPr>
        <p:spPr>
          <a:xfrm>
            <a:off x="9714318" y="1609578"/>
            <a:ext cx="1639482" cy="631452"/>
          </a:xfrm>
          <a:prstGeom prst="roundRect">
            <a:avLst>
              <a:gd name="adj" fmla="val 932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4" name="Rounded Rectangle 152">
            <a:extLst>
              <a:ext uri="{FF2B5EF4-FFF2-40B4-BE49-F238E27FC236}">
                <a16:creationId xmlns:a16="http://schemas.microsoft.com/office/drawing/2014/main" id="{F132A53D-1F4A-6255-F0AD-51D2330D9EC5}"/>
              </a:ext>
            </a:extLst>
          </p:cNvPr>
          <p:cNvSpPr/>
          <p:nvPr/>
        </p:nvSpPr>
        <p:spPr>
          <a:xfrm>
            <a:off x="9714318" y="2346178"/>
            <a:ext cx="1639482" cy="631452"/>
          </a:xfrm>
          <a:prstGeom prst="roundRect">
            <a:avLst>
              <a:gd name="adj" fmla="val 9327"/>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6"/>
                </a:solidFill>
                <a:ea typeface="Lato Light" panose="020F0502020204030203" pitchFamily="34" charset="0"/>
                <a:cs typeface="Poppins Medium" pitchFamily="2" charset="77"/>
              </a:rPr>
              <a:t>Lorem ipsum</a:t>
            </a:r>
            <a:endParaRPr lang="en-US" sz="1600" b="1" dirty="0">
              <a:solidFill>
                <a:schemeClr val="accent6"/>
              </a:solidFill>
            </a:endParaRPr>
          </a:p>
        </p:txBody>
      </p:sp>
      <p:sp>
        <p:nvSpPr>
          <p:cNvPr id="16" name="Rounded Rectangle 152">
            <a:extLst>
              <a:ext uri="{FF2B5EF4-FFF2-40B4-BE49-F238E27FC236}">
                <a16:creationId xmlns:a16="http://schemas.microsoft.com/office/drawing/2014/main" id="{FC41759A-F15E-0DB7-1A64-87F8224C1947}"/>
              </a:ext>
            </a:extLst>
          </p:cNvPr>
          <p:cNvSpPr/>
          <p:nvPr/>
        </p:nvSpPr>
        <p:spPr>
          <a:xfrm>
            <a:off x="838200" y="3082778"/>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ea typeface="Lato Light" panose="020F0502020204030203" pitchFamily="34" charset="0"/>
                <a:cs typeface="Poppins Medium" pitchFamily="2" charset="77"/>
              </a:rPr>
              <a:t>Lorem ipsum</a:t>
            </a:r>
            <a:endParaRPr lang="en-US" sz="1600" b="1" dirty="0"/>
          </a:p>
        </p:txBody>
      </p:sp>
      <p:sp>
        <p:nvSpPr>
          <p:cNvPr id="17" name="Rounded Rectangle 152">
            <a:extLst>
              <a:ext uri="{FF2B5EF4-FFF2-40B4-BE49-F238E27FC236}">
                <a16:creationId xmlns:a16="http://schemas.microsoft.com/office/drawing/2014/main" id="{456230E9-B3BD-01D9-6521-73B65D05A8FD}"/>
              </a:ext>
            </a:extLst>
          </p:cNvPr>
          <p:cNvSpPr/>
          <p:nvPr/>
        </p:nvSpPr>
        <p:spPr>
          <a:xfrm>
            <a:off x="838200"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18" name="Rounded Rectangle 152">
            <a:extLst>
              <a:ext uri="{FF2B5EF4-FFF2-40B4-BE49-F238E27FC236}">
                <a16:creationId xmlns:a16="http://schemas.microsoft.com/office/drawing/2014/main" id="{118E7426-82AF-E928-BA33-272A0A438284}"/>
              </a:ext>
            </a:extLst>
          </p:cNvPr>
          <p:cNvSpPr/>
          <p:nvPr/>
        </p:nvSpPr>
        <p:spPr>
          <a:xfrm>
            <a:off x="261342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19" name="Rounded Rectangle 152">
            <a:extLst>
              <a:ext uri="{FF2B5EF4-FFF2-40B4-BE49-F238E27FC236}">
                <a16:creationId xmlns:a16="http://schemas.microsoft.com/office/drawing/2014/main" id="{667FD18B-D6F3-0395-D1DE-B2F6FE318F96}"/>
              </a:ext>
            </a:extLst>
          </p:cNvPr>
          <p:cNvSpPr/>
          <p:nvPr/>
        </p:nvSpPr>
        <p:spPr>
          <a:xfrm>
            <a:off x="4388647"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0" name="Rounded Rectangle 152">
            <a:extLst>
              <a:ext uri="{FF2B5EF4-FFF2-40B4-BE49-F238E27FC236}">
                <a16:creationId xmlns:a16="http://schemas.microsoft.com/office/drawing/2014/main" id="{11E05310-0FCD-C3A6-EF2B-3C8E7ED4A352}"/>
              </a:ext>
            </a:extLst>
          </p:cNvPr>
          <p:cNvSpPr/>
          <p:nvPr/>
        </p:nvSpPr>
        <p:spPr>
          <a:xfrm>
            <a:off x="6163871"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1" name="Rounded Rectangle 152">
            <a:extLst>
              <a:ext uri="{FF2B5EF4-FFF2-40B4-BE49-F238E27FC236}">
                <a16:creationId xmlns:a16="http://schemas.microsoft.com/office/drawing/2014/main" id="{958C8501-E83A-1419-BF6E-70A91B8A4E97}"/>
              </a:ext>
            </a:extLst>
          </p:cNvPr>
          <p:cNvSpPr/>
          <p:nvPr/>
        </p:nvSpPr>
        <p:spPr>
          <a:xfrm>
            <a:off x="793909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2" name="Rounded Rectangle 152">
            <a:extLst>
              <a:ext uri="{FF2B5EF4-FFF2-40B4-BE49-F238E27FC236}">
                <a16:creationId xmlns:a16="http://schemas.microsoft.com/office/drawing/2014/main" id="{CC33B4D0-8E7F-F4C0-B8CE-E59BA5C26920}"/>
              </a:ext>
            </a:extLst>
          </p:cNvPr>
          <p:cNvSpPr/>
          <p:nvPr/>
        </p:nvSpPr>
        <p:spPr>
          <a:xfrm>
            <a:off x="9714318"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3" name="Rounded Rectangle 152">
            <a:extLst>
              <a:ext uri="{FF2B5EF4-FFF2-40B4-BE49-F238E27FC236}">
                <a16:creationId xmlns:a16="http://schemas.microsoft.com/office/drawing/2014/main" id="{762BB9EC-A608-E378-5275-FD87AC7CCB5B}"/>
              </a:ext>
            </a:extLst>
          </p:cNvPr>
          <p:cNvSpPr/>
          <p:nvPr/>
        </p:nvSpPr>
        <p:spPr>
          <a:xfrm>
            <a:off x="838200"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4" name="Rounded Rectangle 152">
            <a:extLst>
              <a:ext uri="{FF2B5EF4-FFF2-40B4-BE49-F238E27FC236}">
                <a16:creationId xmlns:a16="http://schemas.microsoft.com/office/drawing/2014/main" id="{91AF9941-BA50-2483-8541-F697AABE8B61}"/>
              </a:ext>
            </a:extLst>
          </p:cNvPr>
          <p:cNvSpPr/>
          <p:nvPr/>
        </p:nvSpPr>
        <p:spPr>
          <a:xfrm>
            <a:off x="261342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5" name="Rounded Rectangle 152">
            <a:extLst>
              <a:ext uri="{FF2B5EF4-FFF2-40B4-BE49-F238E27FC236}">
                <a16:creationId xmlns:a16="http://schemas.microsoft.com/office/drawing/2014/main" id="{4270DFCE-BC13-52A6-8B94-A8EA62B2E34D}"/>
              </a:ext>
            </a:extLst>
          </p:cNvPr>
          <p:cNvSpPr/>
          <p:nvPr/>
        </p:nvSpPr>
        <p:spPr>
          <a:xfrm>
            <a:off x="4388647"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6" name="Rounded Rectangle 152">
            <a:extLst>
              <a:ext uri="{FF2B5EF4-FFF2-40B4-BE49-F238E27FC236}">
                <a16:creationId xmlns:a16="http://schemas.microsoft.com/office/drawing/2014/main" id="{FC63E7C9-85CE-8FC2-4D4F-84E8A8031AFC}"/>
              </a:ext>
            </a:extLst>
          </p:cNvPr>
          <p:cNvSpPr/>
          <p:nvPr/>
        </p:nvSpPr>
        <p:spPr>
          <a:xfrm>
            <a:off x="6163871"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7" name="Rounded Rectangle 152">
            <a:extLst>
              <a:ext uri="{FF2B5EF4-FFF2-40B4-BE49-F238E27FC236}">
                <a16:creationId xmlns:a16="http://schemas.microsoft.com/office/drawing/2014/main" id="{92627C5E-7204-6D53-0636-F25687A51CEF}"/>
              </a:ext>
            </a:extLst>
          </p:cNvPr>
          <p:cNvSpPr/>
          <p:nvPr/>
        </p:nvSpPr>
        <p:spPr>
          <a:xfrm>
            <a:off x="793909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8" name="Rounded Rectangle 152">
            <a:extLst>
              <a:ext uri="{FF2B5EF4-FFF2-40B4-BE49-F238E27FC236}">
                <a16:creationId xmlns:a16="http://schemas.microsoft.com/office/drawing/2014/main" id="{C8A8AD55-48C6-AEE8-AB07-F4F0ECD0104A}"/>
              </a:ext>
            </a:extLst>
          </p:cNvPr>
          <p:cNvSpPr/>
          <p:nvPr/>
        </p:nvSpPr>
        <p:spPr>
          <a:xfrm>
            <a:off x="9714318"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5" name="Rounded Rectangle 152">
            <a:extLst>
              <a:ext uri="{FF2B5EF4-FFF2-40B4-BE49-F238E27FC236}">
                <a16:creationId xmlns:a16="http://schemas.microsoft.com/office/drawing/2014/main" id="{BDD1070B-03C5-81A5-573C-CF00B96FA37D}"/>
              </a:ext>
            </a:extLst>
          </p:cNvPr>
          <p:cNvSpPr/>
          <p:nvPr/>
        </p:nvSpPr>
        <p:spPr>
          <a:xfrm>
            <a:off x="838200" y="4907563"/>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ea typeface="Lato Light" panose="020F0502020204030203" pitchFamily="34" charset="0"/>
                <a:cs typeface="Poppins Medium" pitchFamily="2" charset="77"/>
              </a:rPr>
              <a:t>Lorem ipsum</a:t>
            </a:r>
            <a:endParaRPr lang="en-US" sz="1600" b="1" dirty="0"/>
          </a:p>
        </p:txBody>
      </p:sp>
      <p:sp>
        <p:nvSpPr>
          <p:cNvPr id="36" name="Rounded Rectangle 152">
            <a:extLst>
              <a:ext uri="{FF2B5EF4-FFF2-40B4-BE49-F238E27FC236}">
                <a16:creationId xmlns:a16="http://schemas.microsoft.com/office/drawing/2014/main" id="{0DB97B83-E9ED-7512-74BB-FAF177E87F60}"/>
              </a:ext>
            </a:extLst>
          </p:cNvPr>
          <p:cNvSpPr/>
          <p:nvPr/>
        </p:nvSpPr>
        <p:spPr>
          <a:xfrm>
            <a:off x="838200"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7" name="Rounded Rectangle 152">
            <a:extLst>
              <a:ext uri="{FF2B5EF4-FFF2-40B4-BE49-F238E27FC236}">
                <a16:creationId xmlns:a16="http://schemas.microsoft.com/office/drawing/2014/main" id="{5510A152-DCBE-B003-6C37-4792F9BECB92}"/>
              </a:ext>
            </a:extLst>
          </p:cNvPr>
          <p:cNvSpPr/>
          <p:nvPr/>
        </p:nvSpPr>
        <p:spPr>
          <a:xfrm>
            <a:off x="261342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8" name="Rounded Rectangle 152">
            <a:extLst>
              <a:ext uri="{FF2B5EF4-FFF2-40B4-BE49-F238E27FC236}">
                <a16:creationId xmlns:a16="http://schemas.microsoft.com/office/drawing/2014/main" id="{3A21CB9B-62CB-0B29-E2FF-D9980BABD6AC}"/>
              </a:ext>
            </a:extLst>
          </p:cNvPr>
          <p:cNvSpPr/>
          <p:nvPr/>
        </p:nvSpPr>
        <p:spPr>
          <a:xfrm>
            <a:off x="4388647"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9" name="Rounded Rectangle 152">
            <a:extLst>
              <a:ext uri="{FF2B5EF4-FFF2-40B4-BE49-F238E27FC236}">
                <a16:creationId xmlns:a16="http://schemas.microsoft.com/office/drawing/2014/main" id="{A1571D76-9B5F-C2F9-CAD5-2091946969AC}"/>
              </a:ext>
            </a:extLst>
          </p:cNvPr>
          <p:cNvSpPr/>
          <p:nvPr/>
        </p:nvSpPr>
        <p:spPr>
          <a:xfrm>
            <a:off x="6163871"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40" name="Rounded Rectangle 152">
            <a:extLst>
              <a:ext uri="{FF2B5EF4-FFF2-40B4-BE49-F238E27FC236}">
                <a16:creationId xmlns:a16="http://schemas.microsoft.com/office/drawing/2014/main" id="{A5B195DF-D341-4FF8-1D2D-40802F86B706}"/>
              </a:ext>
            </a:extLst>
          </p:cNvPr>
          <p:cNvSpPr/>
          <p:nvPr/>
        </p:nvSpPr>
        <p:spPr>
          <a:xfrm>
            <a:off x="793909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41" name="Rounded Rectangle 152">
            <a:extLst>
              <a:ext uri="{FF2B5EF4-FFF2-40B4-BE49-F238E27FC236}">
                <a16:creationId xmlns:a16="http://schemas.microsoft.com/office/drawing/2014/main" id="{575073E5-56BF-0CCD-C4C8-AB5D79BED200}"/>
              </a:ext>
            </a:extLst>
          </p:cNvPr>
          <p:cNvSpPr/>
          <p:nvPr/>
        </p:nvSpPr>
        <p:spPr>
          <a:xfrm>
            <a:off x="9714318"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Tree>
    <p:extLst>
      <p:ext uri="{BB962C8B-B14F-4D97-AF65-F5344CB8AC3E}">
        <p14:creationId xmlns:p14="http://schemas.microsoft.com/office/powerpoint/2010/main" val="2378821313"/>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Balanced Scorecard 1 (Kaplan and Norton)</a:t>
            </a:r>
          </a:p>
        </p:txBody>
      </p:sp>
      <p:sp>
        <p:nvSpPr>
          <p:cNvPr id="4" name="Rounded Rectangle 3"/>
          <p:cNvSpPr/>
          <p:nvPr/>
        </p:nvSpPr>
        <p:spPr>
          <a:xfrm>
            <a:off x="711451" y="3313658"/>
            <a:ext cx="2991666" cy="1225086"/>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Customer</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should we appear to our customers?</a:t>
            </a:r>
            <a:r>
              <a:rPr kumimoji="0" lang="en-US" sz="1200" i="0" u="none" strike="noStrike" kern="0" cap="none" spc="0" normalizeH="0" baseline="0" noProof="0" dirty="0">
                <a:ln>
                  <a:noFill/>
                </a:ln>
                <a:effectLst/>
                <a:uLnTx/>
                <a:uFillTx/>
              </a:rPr>
              <a:t>”</a:t>
            </a:r>
          </a:p>
        </p:txBody>
      </p:sp>
      <p:sp>
        <p:nvSpPr>
          <p:cNvPr id="8" name="Rounded Rectangle 7"/>
          <p:cNvSpPr/>
          <p:nvPr/>
        </p:nvSpPr>
        <p:spPr>
          <a:xfrm>
            <a:off x="8488883" y="3313658"/>
            <a:ext cx="2991666" cy="1225086"/>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Internal Business Processes</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satisfy our shareholders and customers, what business processes must we excel at?</a:t>
            </a:r>
            <a:r>
              <a:rPr kumimoji="0" lang="en-US" sz="1200" i="0" u="none" strike="noStrike" kern="0" cap="none" spc="0" normalizeH="0" baseline="0" noProof="0" dirty="0">
                <a:ln>
                  <a:noFill/>
                </a:ln>
                <a:effectLst/>
                <a:uLnTx/>
                <a:uFillTx/>
              </a:rPr>
              <a:t>”</a:t>
            </a:r>
          </a:p>
        </p:txBody>
      </p:sp>
      <p:sp>
        <p:nvSpPr>
          <p:cNvPr id="7" name="Rounded Rectangle 6"/>
          <p:cNvSpPr/>
          <p:nvPr/>
        </p:nvSpPr>
        <p:spPr>
          <a:xfrm>
            <a:off x="4879599" y="1706781"/>
            <a:ext cx="2432802" cy="1225086"/>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Financial</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succeed financially, how should we appear to our stakeholders?</a:t>
            </a:r>
            <a:r>
              <a:rPr kumimoji="0" lang="en-US" sz="1200" i="0" u="none" strike="noStrike" kern="0" cap="none" spc="0" normalizeH="0" baseline="0" noProof="0" dirty="0">
                <a:ln>
                  <a:noFill/>
                </a:ln>
                <a:effectLst/>
                <a:uLnTx/>
                <a:uFillTx/>
              </a:rPr>
              <a:t>”</a:t>
            </a:r>
          </a:p>
        </p:txBody>
      </p:sp>
      <p:sp>
        <p:nvSpPr>
          <p:cNvPr id="9" name="Rounded Rectangle 8"/>
          <p:cNvSpPr/>
          <p:nvPr/>
        </p:nvSpPr>
        <p:spPr>
          <a:xfrm>
            <a:off x="4879599" y="4840508"/>
            <a:ext cx="2432802" cy="1225086"/>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Learning and Growth</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will we sustain our ability to change and improve?</a:t>
            </a:r>
            <a:r>
              <a:rPr kumimoji="0" lang="en-US" sz="1200" b="1" i="0" u="none" strike="noStrike" kern="0" cap="none" spc="0" normalizeH="0" baseline="0" noProof="0" dirty="0">
                <a:ln>
                  <a:noFill/>
                </a:ln>
                <a:effectLst/>
                <a:uLnTx/>
                <a:uFillTx/>
              </a:rPr>
              <a:t>”</a:t>
            </a:r>
          </a:p>
        </p:txBody>
      </p:sp>
      <p:sp>
        <p:nvSpPr>
          <p:cNvPr id="14" name="Oval 13"/>
          <p:cNvSpPr>
            <a:spLocks noChangeAspect="1"/>
          </p:cNvSpPr>
          <p:nvPr/>
        </p:nvSpPr>
        <p:spPr>
          <a:xfrm>
            <a:off x="5487467" y="3317668"/>
            <a:ext cx="1217066" cy="1217066"/>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Vision &amp; Strategy</a:t>
            </a:r>
          </a:p>
        </p:txBody>
      </p:sp>
      <p:sp>
        <p:nvSpPr>
          <p:cNvPr id="16" name="Arc 15"/>
          <p:cNvSpPr/>
          <p:nvPr/>
        </p:nvSpPr>
        <p:spPr>
          <a:xfrm rot="16200000">
            <a:off x="39425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Arc 17"/>
          <p:cNvSpPr/>
          <p:nvPr/>
        </p:nvSpPr>
        <p:spPr>
          <a:xfrm rot="5400000">
            <a:off x="6376536" y="1555419"/>
            <a:ext cx="1871729"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Arc 18"/>
          <p:cNvSpPr/>
          <p:nvPr/>
        </p:nvSpPr>
        <p:spPr>
          <a:xfrm rot="5400000" flipV="1">
            <a:off x="3958378" y="1555418"/>
            <a:ext cx="1871730"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Arc 19"/>
          <p:cNvSpPr/>
          <p:nvPr/>
        </p:nvSpPr>
        <p:spPr>
          <a:xfrm rot="16200000" flipV="1">
            <a:off x="63753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Arrow Connector 20"/>
          <p:cNvCxnSpPr>
            <a:cxnSpLocks/>
          </p:cNvCxnSpPr>
          <p:nvPr/>
        </p:nvCxnSpPr>
        <p:spPr>
          <a:xfrm flipV="1">
            <a:off x="6096000" y="2942984"/>
            <a:ext cx="0" cy="319874"/>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rot="10800000" flipV="1">
            <a:off x="6100011" y="4562492"/>
            <a:ext cx="0" cy="264359"/>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cxnSpLocks/>
          </p:cNvCxnSpPr>
          <p:nvPr/>
        </p:nvCxnSpPr>
        <p:spPr>
          <a:xfrm rot="16200000" flipV="1">
            <a:off x="4577261" y="3062202"/>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a:cxnSpLocks/>
          </p:cNvCxnSpPr>
          <p:nvPr/>
        </p:nvCxnSpPr>
        <p:spPr>
          <a:xfrm rot="5400000" flipV="1">
            <a:off x="7614739" y="3062201"/>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708029946"/>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BCG Matrix</a:t>
            </a:r>
          </a:p>
        </p:txBody>
      </p:sp>
      <p:sp>
        <p:nvSpPr>
          <p:cNvPr id="11" name="ShapeNameChangedByPowerUser1"/>
          <p:cNvSpPr/>
          <p:nvPr/>
        </p:nvSpPr>
        <p:spPr>
          <a:xfrm>
            <a:off x="6363308"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STAR</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p:txBody>
      </p:sp>
      <p:sp>
        <p:nvSpPr>
          <p:cNvPr id="12" name="Rectangle à coins arrondis 3"/>
          <p:cNvSpPr/>
          <p:nvPr/>
        </p:nvSpPr>
        <p:spPr>
          <a:xfrm>
            <a:off x="6363308"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CASH COW</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p:txBody>
      </p:sp>
      <p:sp>
        <p:nvSpPr>
          <p:cNvPr id="13" name="Rectangle à coins arrondis 4"/>
          <p:cNvSpPr/>
          <p:nvPr/>
        </p:nvSpPr>
        <p:spPr>
          <a:xfrm>
            <a:off x="1370809"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DOG</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p:txBody>
      </p:sp>
      <p:sp>
        <p:nvSpPr>
          <p:cNvPr id="14" name="ShapeNameChangedByPowerUser2"/>
          <p:cNvSpPr/>
          <p:nvPr/>
        </p:nvSpPr>
        <p:spPr>
          <a:xfrm>
            <a:off x="1370809"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QUESTION MARK</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r>
              <a:rPr lang="en-US" sz="1600" kern="0" dirty="0">
                <a:solidFill>
                  <a:schemeClr val="tx1"/>
                </a:solidFill>
              </a:rPr>
              <a:t>.</a:t>
            </a:r>
            <a:endParaRPr kumimoji="0" lang="en-US" sz="1600" b="0" u="none" strike="noStrike" kern="0" cap="none" spc="0" normalizeH="0" baseline="0" noProof="0" dirty="0">
              <a:ln>
                <a:noFill/>
              </a:ln>
              <a:solidFill>
                <a:schemeClr val="tx1"/>
              </a:solidFill>
              <a:effectLst/>
              <a:uLnTx/>
              <a:uFillTx/>
            </a:endParaRPr>
          </a:p>
        </p:txBody>
      </p:sp>
      <p:sp>
        <p:nvSpPr>
          <p:cNvPr id="15" name="Double flèche horizontale 8"/>
          <p:cNvSpPr/>
          <p:nvPr/>
        </p:nvSpPr>
        <p:spPr>
          <a:xfrm>
            <a:off x="1360352" y="6082470"/>
            <a:ext cx="9756000" cy="11520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6" name="Double flèche horizontale 9"/>
          <p:cNvSpPr/>
          <p:nvPr/>
        </p:nvSpPr>
        <p:spPr>
          <a:xfrm rot="5400000">
            <a:off x="-900564" y="3836247"/>
            <a:ext cx="4264014" cy="11388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7" name="ShapeNameChangedByPowerUser2"/>
          <p:cNvSpPr txBox="1"/>
          <p:nvPr/>
        </p:nvSpPr>
        <p:spPr>
          <a:xfrm>
            <a:off x="803402" y="1385924"/>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18" name="ZoneTexte 11"/>
          <p:cNvSpPr txBox="1"/>
          <p:nvPr/>
        </p:nvSpPr>
        <p:spPr>
          <a:xfrm>
            <a:off x="11105482" y="5968621"/>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20" name="ShapeNameChangedByPowerUser1"/>
          <p:cNvSpPr txBox="1"/>
          <p:nvPr/>
        </p:nvSpPr>
        <p:spPr>
          <a:xfrm>
            <a:off x="845529" y="5968621"/>
            <a:ext cx="55976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Low</a:t>
            </a:r>
          </a:p>
        </p:txBody>
      </p:sp>
      <p:sp>
        <p:nvSpPr>
          <p:cNvPr id="21" name="ZoneTexte 14"/>
          <p:cNvSpPr txBox="1"/>
          <p:nvPr/>
        </p:nvSpPr>
        <p:spPr>
          <a:xfrm rot="10800000">
            <a:off x="799100" y="2584267"/>
            <a:ext cx="430887" cy="2044791"/>
          </a:xfrm>
          <a:prstGeom prst="rect">
            <a:avLst/>
          </a:prstGeom>
          <a:noFill/>
        </p:spPr>
        <p:txBody>
          <a:bodyPr vert="eaVert"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Market Share Growth</a:t>
            </a:r>
          </a:p>
        </p:txBody>
      </p:sp>
      <p:sp>
        <p:nvSpPr>
          <p:cNvPr id="21507" name="ShapeNameChangedByPowerUser1"/>
          <p:cNvSpPr txBox="1"/>
          <p:nvPr/>
        </p:nvSpPr>
        <p:spPr>
          <a:xfrm>
            <a:off x="5157084" y="6005457"/>
            <a:ext cx="2162537" cy="246221"/>
          </a:xfrm>
          <a:prstGeom prst="rect">
            <a:avLst/>
          </a:prstGeom>
          <a:solidFill>
            <a:schemeClr val="lt1"/>
          </a:solidFill>
        </p:spPr>
        <p:txBody>
          <a:bodyPr wrap="square" lIns="0" tIns="0" rIns="0" bIns="0" rtlCol="0" anchor="ctr">
            <a:spAutoFit/>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Current Market Share </a:t>
            </a:r>
          </a:p>
        </p:txBody>
      </p:sp>
      <p:sp>
        <p:nvSpPr>
          <p:cNvPr id="3" name="Rectangle 2"/>
          <p:cNvSpPr>
            <a:spLocks noChangeAspect="1"/>
          </p:cNvSpPr>
          <p:nvPr/>
        </p:nvSpPr>
        <p:spPr>
          <a:xfrm>
            <a:off x="1370809" y="1405889"/>
            <a:ext cx="468000" cy="4680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dirty="0">
              <a:ln>
                <a:noFill/>
              </a:ln>
              <a:effectLst/>
              <a:uLnTx/>
              <a:uFillTx/>
            </a:endParaRPr>
          </a:p>
        </p:txBody>
      </p:sp>
      <p:sp>
        <p:nvSpPr>
          <p:cNvPr id="32" name="Rectangle 31"/>
          <p:cNvSpPr>
            <a:spLocks noChangeAspect="1"/>
          </p:cNvSpPr>
          <p:nvPr/>
        </p:nvSpPr>
        <p:spPr>
          <a:xfrm>
            <a:off x="1370809" y="3805233"/>
            <a:ext cx="468000" cy="468000"/>
          </a:xfrm>
          <a:prstGeom prst="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34" name="Rectangle 33"/>
          <p:cNvSpPr>
            <a:spLocks noChangeAspect="1"/>
          </p:cNvSpPr>
          <p:nvPr/>
        </p:nvSpPr>
        <p:spPr>
          <a:xfrm>
            <a:off x="6363308" y="3805233"/>
            <a:ext cx="468000" cy="468000"/>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grpSp>
        <p:nvGrpSpPr>
          <p:cNvPr id="49" name="Group 48">
            <a:extLst>
              <a:ext uri="{FF2B5EF4-FFF2-40B4-BE49-F238E27FC236}">
                <a16:creationId xmlns:a16="http://schemas.microsoft.com/office/drawing/2014/main" id="{D3A30365-AA32-6FD8-ADBB-029CBC7C79E9}"/>
              </a:ext>
            </a:extLst>
          </p:cNvPr>
          <p:cNvGrpSpPr>
            <a:grpSpLocks noChangeAspect="1"/>
          </p:cNvGrpSpPr>
          <p:nvPr/>
        </p:nvGrpSpPr>
        <p:grpSpPr>
          <a:xfrm>
            <a:off x="6410552" y="3889345"/>
            <a:ext cx="373513" cy="299777"/>
            <a:chOff x="5344225" y="7235291"/>
            <a:chExt cx="424969" cy="341076"/>
          </a:xfrm>
        </p:grpSpPr>
        <p:sp>
          <p:nvSpPr>
            <p:cNvPr id="28" name="Free-form: Shape 27">
              <a:extLst>
                <a:ext uri="{FF2B5EF4-FFF2-40B4-BE49-F238E27FC236}">
                  <a16:creationId xmlns:a16="http://schemas.microsoft.com/office/drawing/2014/main" id="{DC80539B-2CB6-857E-BF81-788D5F969DF8}"/>
                </a:ext>
              </a:extLst>
            </p:cNvPr>
            <p:cNvSpPr/>
            <p:nvPr/>
          </p:nvSpPr>
          <p:spPr>
            <a:xfrm>
              <a:off x="5344225" y="7235291"/>
              <a:ext cx="424969" cy="341076"/>
            </a:xfrm>
            <a:custGeom>
              <a:avLst/>
              <a:gdLst>
                <a:gd name="connsiteX0" fmla="*/ 1178814 w 1437623"/>
                <a:gd name="connsiteY0" fmla="*/ 1153825 h 1153824"/>
                <a:gd name="connsiteX1" fmla="*/ 1088231 w 1437623"/>
                <a:gd name="connsiteY1" fmla="*/ 1153825 h 1153824"/>
                <a:gd name="connsiteX2" fmla="*/ 1028795 w 1437623"/>
                <a:gd name="connsiteY2" fmla="*/ 1116868 h 1153824"/>
                <a:gd name="connsiteX3" fmla="*/ 1023366 w 1437623"/>
                <a:gd name="connsiteY3" fmla="*/ 1116963 h 1153824"/>
                <a:gd name="connsiteX4" fmla="*/ 965263 w 1437623"/>
                <a:gd name="connsiteY4" fmla="*/ 1153825 h 1153824"/>
                <a:gd name="connsiteX5" fmla="*/ 875252 w 1437623"/>
                <a:gd name="connsiteY5" fmla="*/ 1153825 h 1153824"/>
                <a:gd name="connsiteX6" fmla="*/ 805720 w 1437623"/>
                <a:gd name="connsiteY6" fmla="*/ 1075149 h 1153824"/>
                <a:gd name="connsiteX7" fmla="*/ 805815 w 1437623"/>
                <a:gd name="connsiteY7" fmla="*/ 881791 h 1153824"/>
                <a:gd name="connsiteX8" fmla="*/ 802577 w 1437623"/>
                <a:gd name="connsiteY8" fmla="*/ 878553 h 1153824"/>
                <a:gd name="connsiteX9" fmla="*/ 666369 w 1437623"/>
                <a:gd name="connsiteY9" fmla="*/ 878553 h 1153824"/>
                <a:gd name="connsiteX10" fmla="*/ 661226 w 1437623"/>
                <a:gd name="connsiteY10" fmla="*/ 883791 h 1153824"/>
                <a:gd name="connsiteX11" fmla="*/ 613982 w 1437623"/>
                <a:gd name="connsiteY11" fmla="*/ 998758 h 1153824"/>
                <a:gd name="connsiteX12" fmla="*/ 592550 w 1437623"/>
                <a:gd name="connsiteY12" fmla="*/ 1019618 h 1153824"/>
                <a:gd name="connsiteX13" fmla="*/ 588740 w 1437623"/>
                <a:gd name="connsiteY13" fmla="*/ 1027238 h 1153824"/>
                <a:gd name="connsiteX14" fmla="*/ 572262 w 1437623"/>
                <a:gd name="connsiteY14" fmla="*/ 1085150 h 1153824"/>
                <a:gd name="connsiteX15" fmla="*/ 539306 w 1437623"/>
                <a:gd name="connsiteY15" fmla="*/ 1095056 h 1153824"/>
                <a:gd name="connsiteX16" fmla="*/ 507492 w 1437623"/>
                <a:gd name="connsiteY16" fmla="*/ 1055813 h 1153824"/>
                <a:gd name="connsiteX17" fmla="*/ 500729 w 1437623"/>
                <a:gd name="connsiteY17" fmla="*/ 1051526 h 1153824"/>
                <a:gd name="connsiteX18" fmla="*/ 497681 w 1437623"/>
                <a:gd name="connsiteY18" fmla="*/ 1051812 h 1153824"/>
                <a:gd name="connsiteX19" fmla="*/ 491585 w 1437623"/>
                <a:gd name="connsiteY19" fmla="*/ 1057527 h 1153824"/>
                <a:gd name="connsiteX20" fmla="*/ 441389 w 1437623"/>
                <a:gd name="connsiteY20" fmla="*/ 1094008 h 1153824"/>
                <a:gd name="connsiteX21" fmla="*/ 422910 w 1437623"/>
                <a:gd name="connsiteY21" fmla="*/ 1076482 h 1153824"/>
                <a:gd name="connsiteX22" fmla="*/ 413766 w 1437623"/>
                <a:gd name="connsiteY22" fmla="*/ 1039334 h 1153824"/>
                <a:gd name="connsiteX23" fmla="*/ 408337 w 1437623"/>
                <a:gd name="connsiteY23" fmla="*/ 1027047 h 1153824"/>
                <a:gd name="connsiteX24" fmla="*/ 399860 w 1437623"/>
                <a:gd name="connsiteY24" fmla="*/ 1018570 h 1153824"/>
                <a:gd name="connsiteX25" fmla="*/ 393001 w 1437623"/>
                <a:gd name="connsiteY25" fmla="*/ 1021237 h 1153824"/>
                <a:gd name="connsiteX26" fmla="*/ 391287 w 1437623"/>
                <a:gd name="connsiteY26" fmla="*/ 1075244 h 1153824"/>
                <a:gd name="connsiteX27" fmla="*/ 327184 w 1437623"/>
                <a:gd name="connsiteY27" fmla="*/ 1153825 h 1153824"/>
                <a:gd name="connsiteX28" fmla="*/ 237077 w 1437623"/>
                <a:gd name="connsiteY28" fmla="*/ 1153825 h 1153824"/>
                <a:gd name="connsiteX29" fmla="*/ 167735 w 1437623"/>
                <a:gd name="connsiteY29" fmla="*/ 1074958 h 1153824"/>
                <a:gd name="connsiteX30" fmla="*/ 168021 w 1437623"/>
                <a:gd name="connsiteY30" fmla="*/ 875790 h 1153824"/>
                <a:gd name="connsiteX31" fmla="*/ 167545 w 1437623"/>
                <a:gd name="connsiteY31" fmla="*/ 874742 h 1153824"/>
                <a:gd name="connsiteX32" fmla="*/ 166973 w 1437623"/>
                <a:gd name="connsiteY32" fmla="*/ 874361 h 1153824"/>
                <a:gd name="connsiteX33" fmla="*/ 165989 w 1437623"/>
                <a:gd name="connsiteY33" fmla="*/ 874449 h 1153824"/>
                <a:gd name="connsiteX34" fmla="*/ 165735 w 1437623"/>
                <a:gd name="connsiteY34" fmla="*/ 875028 h 1153824"/>
                <a:gd name="connsiteX35" fmla="*/ 135827 w 1437623"/>
                <a:gd name="connsiteY35" fmla="*/ 920462 h 1153824"/>
                <a:gd name="connsiteX36" fmla="*/ 97346 w 1437623"/>
                <a:gd name="connsiteY36" fmla="*/ 923987 h 1153824"/>
                <a:gd name="connsiteX37" fmla="*/ 58103 w 1437623"/>
                <a:gd name="connsiteY37" fmla="*/ 923891 h 1153824"/>
                <a:gd name="connsiteX38" fmla="*/ 0 w 1437623"/>
                <a:gd name="connsiteY38" fmla="*/ 869028 h 1153824"/>
                <a:gd name="connsiteX39" fmla="*/ 0 w 1437623"/>
                <a:gd name="connsiteY39" fmla="*/ 830070 h 1153824"/>
                <a:gd name="connsiteX40" fmla="*/ 30194 w 1437623"/>
                <a:gd name="connsiteY40" fmla="*/ 729677 h 1153824"/>
                <a:gd name="connsiteX41" fmla="*/ 32576 w 1437623"/>
                <a:gd name="connsiteY41" fmla="*/ 720723 h 1153824"/>
                <a:gd name="connsiteX42" fmla="*/ 31814 w 1437623"/>
                <a:gd name="connsiteY42" fmla="*/ 401445 h 1153824"/>
                <a:gd name="connsiteX43" fmla="*/ 47149 w 1437623"/>
                <a:gd name="connsiteY43" fmla="*/ 279716 h 1153824"/>
                <a:gd name="connsiteX44" fmla="*/ 122492 w 1437623"/>
                <a:gd name="connsiteY44" fmla="*/ 214469 h 1153824"/>
                <a:gd name="connsiteX45" fmla="*/ 216408 w 1437623"/>
                <a:gd name="connsiteY45" fmla="*/ 206278 h 1153824"/>
                <a:gd name="connsiteX46" fmla="*/ 857060 w 1437623"/>
                <a:gd name="connsiteY46" fmla="*/ 206373 h 1153824"/>
                <a:gd name="connsiteX47" fmla="*/ 860012 w 1437623"/>
                <a:gd name="connsiteY47" fmla="*/ 202468 h 1153824"/>
                <a:gd name="connsiteX48" fmla="*/ 865823 w 1437623"/>
                <a:gd name="connsiteY48" fmla="*/ 19112 h 1153824"/>
                <a:gd name="connsiteX49" fmla="*/ 883920 w 1437623"/>
                <a:gd name="connsiteY49" fmla="*/ 1586 h 1153824"/>
                <a:gd name="connsiteX50" fmla="*/ 910737 w 1437623"/>
                <a:gd name="connsiteY50" fmla="*/ 12665 h 1153824"/>
                <a:gd name="connsiteX51" fmla="*/ 911924 w 1437623"/>
                <a:gd name="connsiteY51" fmla="*/ 16540 h 1153824"/>
                <a:gd name="connsiteX52" fmla="*/ 989457 w 1437623"/>
                <a:gd name="connsiteY52" fmla="*/ 120267 h 1153824"/>
                <a:gd name="connsiteX53" fmla="*/ 1065467 w 1437623"/>
                <a:gd name="connsiteY53" fmla="*/ 133888 h 1153824"/>
                <a:gd name="connsiteX54" fmla="*/ 1206818 w 1437623"/>
                <a:gd name="connsiteY54" fmla="*/ 133888 h 1153824"/>
                <a:gd name="connsiteX55" fmla="*/ 1282732 w 1437623"/>
                <a:gd name="connsiteY55" fmla="*/ 120743 h 1153824"/>
                <a:gd name="connsiteX56" fmla="*/ 1362742 w 1437623"/>
                <a:gd name="connsiteY56" fmla="*/ 15873 h 1153824"/>
                <a:gd name="connsiteX57" fmla="*/ 1385840 w 1437623"/>
                <a:gd name="connsiteY57" fmla="*/ 986 h 1153824"/>
                <a:gd name="connsiteX58" fmla="*/ 1386745 w 1437623"/>
                <a:gd name="connsiteY58" fmla="*/ 1205 h 1153824"/>
                <a:gd name="connsiteX59" fmla="*/ 1409605 w 1437623"/>
                <a:gd name="connsiteY59" fmla="*/ 21398 h 1153824"/>
                <a:gd name="connsiteX60" fmla="*/ 1417034 w 1437623"/>
                <a:gd name="connsiteY60" fmla="*/ 193610 h 1153824"/>
                <a:gd name="connsiteX61" fmla="*/ 1396175 w 1437623"/>
                <a:gd name="connsiteY61" fmla="*/ 227995 h 1153824"/>
                <a:gd name="connsiteX62" fmla="*/ 1396841 w 1437623"/>
                <a:gd name="connsiteY62" fmla="*/ 235996 h 1153824"/>
                <a:gd name="connsiteX63" fmla="*/ 1426178 w 1437623"/>
                <a:gd name="connsiteY63" fmla="*/ 356011 h 1153824"/>
                <a:gd name="connsiteX64" fmla="*/ 1393031 w 1437623"/>
                <a:gd name="connsiteY64" fmla="*/ 367822 h 1153824"/>
                <a:gd name="connsiteX65" fmla="*/ 1345216 w 1437623"/>
                <a:gd name="connsiteY65" fmla="*/ 348867 h 1153824"/>
                <a:gd name="connsiteX66" fmla="*/ 1339977 w 1437623"/>
                <a:gd name="connsiteY66" fmla="*/ 350963 h 1153824"/>
                <a:gd name="connsiteX67" fmla="*/ 1317879 w 1437623"/>
                <a:gd name="connsiteY67" fmla="*/ 480598 h 1153824"/>
                <a:gd name="connsiteX68" fmla="*/ 1310450 w 1437623"/>
                <a:gd name="connsiteY68" fmla="*/ 495457 h 1153824"/>
                <a:gd name="connsiteX69" fmla="*/ 1310735 w 1437623"/>
                <a:gd name="connsiteY69" fmla="*/ 503077 h 1153824"/>
                <a:gd name="connsiteX70" fmla="*/ 1333214 w 1437623"/>
                <a:gd name="connsiteY70" fmla="*/ 629950 h 1153824"/>
                <a:gd name="connsiteX71" fmla="*/ 1242346 w 1437623"/>
                <a:gd name="connsiteY71" fmla="*/ 728915 h 1153824"/>
                <a:gd name="connsiteX72" fmla="*/ 1240250 w 1437623"/>
                <a:gd name="connsiteY72" fmla="*/ 732534 h 1153824"/>
                <a:gd name="connsiteX73" fmla="*/ 1242346 w 1437623"/>
                <a:gd name="connsiteY73" fmla="*/ 735392 h 1153824"/>
                <a:gd name="connsiteX74" fmla="*/ 1243393 w 1437623"/>
                <a:gd name="connsiteY74" fmla="*/ 739392 h 1153824"/>
                <a:gd name="connsiteX75" fmla="*/ 1243203 w 1437623"/>
                <a:gd name="connsiteY75" fmla="*/ 1065624 h 1153824"/>
                <a:gd name="connsiteX76" fmla="*/ 1178814 w 1437623"/>
                <a:gd name="connsiteY76" fmla="*/ 1153825 h 1153824"/>
                <a:gd name="connsiteX77" fmla="*/ 1137380 w 1437623"/>
                <a:gd name="connsiteY77" fmla="*/ 449356 h 1153824"/>
                <a:gd name="connsiteX78" fmla="*/ 1288066 w 1437623"/>
                <a:gd name="connsiteY78" fmla="*/ 458595 h 1153824"/>
                <a:gd name="connsiteX79" fmla="*/ 1293400 w 1437623"/>
                <a:gd name="connsiteY79" fmla="*/ 455357 h 1153824"/>
                <a:gd name="connsiteX80" fmla="*/ 1317689 w 1437623"/>
                <a:gd name="connsiteY80" fmla="*/ 316196 h 1153824"/>
                <a:gd name="connsiteX81" fmla="*/ 1327118 w 1437623"/>
                <a:gd name="connsiteY81" fmla="*/ 305052 h 1153824"/>
                <a:gd name="connsiteX82" fmla="*/ 1346454 w 1437623"/>
                <a:gd name="connsiteY82" fmla="*/ 311624 h 1153824"/>
                <a:gd name="connsiteX83" fmla="*/ 1390460 w 1437623"/>
                <a:gd name="connsiteY83" fmla="*/ 339342 h 1153824"/>
                <a:gd name="connsiteX84" fmla="*/ 1408622 w 1437623"/>
                <a:gd name="connsiteY84" fmla="*/ 329319 h 1153824"/>
                <a:gd name="connsiteX85" fmla="*/ 1409128 w 1437623"/>
                <a:gd name="connsiteY85" fmla="*/ 326674 h 1153824"/>
                <a:gd name="connsiteX86" fmla="*/ 1361789 w 1437623"/>
                <a:gd name="connsiteY86" fmla="*/ 241044 h 1153824"/>
                <a:gd name="connsiteX87" fmla="*/ 1361641 w 1437623"/>
                <a:gd name="connsiteY87" fmla="*/ 223264 h 1153824"/>
                <a:gd name="connsiteX88" fmla="*/ 1362170 w 1437623"/>
                <a:gd name="connsiteY88" fmla="*/ 222756 h 1153824"/>
                <a:gd name="connsiteX89" fmla="*/ 1398461 w 1437623"/>
                <a:gd name="connsiteY89" fmla="*/ 104456 h 1153824"/>
                <a:gd name="connsiteX90" fmla="*/ 1387412 w 1437623"/>
                <a:gd name="connsiteY90" fmla="*/ 44543 h 1153824"/>
                <a:gd name="connsiteX91" fmla="*/ 1383792 w 1437623"/>
                <a:gd name="connsiteY91" fmla="*/ 44639 h 1153824"/>
                <a:gd name="connsiteX92" fmla="*/ 1352264 w 1437623"/>
                <a:gd name="connsiteY92" fmla="*/ 103503 h 1153824"/>
                <a:gd name="connsiteX93" fmla="*/ 1283208 w 1437623"/>
                <a:gd name="connsiteY93" fmla="*/ 151890 h 1153824"/>
                <a:gd name="connsiteX94" fmla="*/ 1211009 w 1437623"/>
                <a:gd name="connsiteY94" fmla="*/ 162272 h 1153824"/>
                <a:gd name="connsiteX95" fmla="*/ 1137095 w 1437623"/>
                <a:gd name="connsiteY95" fmla="*/ 161987 h 1153824"/>
                <a:gd name="connsiteX96" fmla="*/ 1063276 w 1437623"/>
                <a:gd name="connsiteY96" fmla="*/ 162368 h 1153824"/>
                <a:gd name="connsiteX97" fmla="*/ 990981 w 1437623"/>
                <a:gd name="connsiteY97" fmla="*/ 152176 h 1153824"/>
                <a:gd name="connsiteX98" fmla="*/ 921830 w 1437623"/>
                <a:gd name="connsiteY98" fmla="*/ 103884 h 1153824"/>
                <a:gd name="connsiteX99" fmla="*/ 890207 w 1437623"/>
                <a:gd name="connsiteY99" fmla="*/ 45115 h 1153824"/>
                <a:gd name="connsiteX100" fmla="*/ 886587 w 1437623"/>
                <a:gd name="connsiteY100" fmla="*/ 45020 h 1153824"/>
                <a:gd name="connsiteX101" fmla="*/ 875633 w 1437623"/>
                <a:gd name="connsiteY101" fmla="*/ 104932 h 1153824"/>
                <a:gd name="connsiteX102" fmla="*/ 912114 w 1437623"/>
                <a:gd name="connsiteY102" fmla="*/ 223137 h 1153824"/>
                <a:gd name="connsiteX103" fmla="*/ 913097 w 1437623"/>
                <a:gd name="connsiteY103" fmla="*/ 240891 h 1153824"/>
                <a:gd name="connsiteX104" fmla="*/ 912590 w 1437623"/>
                <a:gd name="connsiteY104" fmla="*/ 241425 h 1153824"/>
                <a:gd name="connsiteX105" fmla="*/ 865346 w 1437623"/>
                <a:gd name="connsiteY105" fmla="*/ 327150 h 1153824"/>
                <a:gd name="connsiteX106" fmla="*/ 881370 w 1437623"/>
                <a:gd name="connsiteY106" fmla="*/ 340325 h 1153824"/>
                <a:gd name="connsiteX107" fmla="*/ 884015 w 1437623"/>
                <a:gd name="connsiteY107" fmla="*/ 339818 h 1153824"/>
                <a:gd name="connsiteX108" fmla="*/ 928021 w 1437623"/>
                <a:gd name="connsiteY108" fmla="*/ 312005 h 1153824"/>
                <a:gd name="connsiteX109" fmla="*/ 947357 w 1437623"/>
                <a:gd name="connsiteY109" fmla="*/ 305338 h 1153824"/>
                <a:gd name="connsiteX110" fmla="*/ 956786 w 1437623"/>
                <a:gd name="connsiteY110" fmla="*/ 316482 h 1153824"/>
                <a:gd name="connsiteX111" fmla="*/ 981361 w 1437623"/>
                <a:gd name="connsiteY111" fmla="*/ 455642 h 1153824"/>
                <a:gd name="connsiteX112" fmla="*/ 986695 w 1437623"/>
                <a:gd name="connsiteY112" fmla="*/ 458881 h 1153824"/>
                <a:gd name="connsiteX113" fmla="*/ 1137380 w 1437623"/>
                <a:gd name="connsiteY113" fmla="*/ 449356 h 1153824"/>
                <a:gd name="connsiteX114" fmla="*/ 1087755 w 1437623"/>
                <a:gd name="connsiteY114" fmla="*/ 1061147 h 1153824"/>
                <a:gd name="connsiteX115" fmla="*/ 1087755 w 1437623"/>
                <a:gd name="connsiteY115" fmla="*/ 831785 h 1153824"/>
                <a:gd name="connsiteX116" fmla="*/ 1065752 w 1437623"/>
                <a:gd name="connsiteY116" fmla="*/ 809687 h 1153824"/>
                <a:gd name="connsiteX117" fmla="*/ 986314 w 1437623"/>
                <a:gd name="connsiteY117" fmla="*/ 809687 h 1153824"/>
                <a:gd name="connsiteX118" fmla="*/ 961073 w 1437623"/>
                <a:gd name="connsiteY118" fmla="*/ 835023 h 1153824"/>
                <a:gd name="connsiteX119" fmla="*/ 961073 w 1437623"/>
                <a:gd name="connsiteY119" fmla="*/ 1071243 h 1153824"/>
                <a:gd name="connsiteX120" fmla="*/ 947357 w 1437623"/>
                <a:gd name="connsiteY120" fmla="*/ 1084959 h 1153824"/>
                <a:gd name="connsiteX121" fmla="*/ 893731 w 1437623"/>
                <a:gd name="connsiteY121" fmla="*/ 1084959 h 1153824"/>
                <a:gd name="connsiteX122" fmla="*/ 879443 w 1437623"/>
                <a:gd name="connsiteY122" fmla="*/ 1070672 h 1153824"/>
                <a:gd name="connsiteX123" fmla="*/ 879443 w 1437623"/>
                <a:gd name="connsiteY123" fmla="*/ 836547 h 1153824"/>
                <a:gd name="connsiteX124" fmla="*/ 852678 w 1437623"/>
                <a:gd name="connsiteY124" fmla="*/ 809687 h 1153824"/>
                <a:gd name="connsiteX125" fmla="*/ 348234 w 1437623"/>
                <a:gd name="connsiteY125" fmla="*/ 809687 h 1153824"/>
                <a:gd name="connsiteX126" fmla="*/ 322993 w 1437623"/>
                <a:gd name="connsiteY126" fmla="*/ 834928 h 1153824"/>
                <a:gd name="connsiteX127" fmla="*/ 322993 w 1437623"/>
                <a:gd name="connsiteY127" fmla="*/ 1069338 h 1153824"/>
                <a:gd name="connsiteX128" fmla="*/ 307276 w 1437623"/>
                <a:gd name="connsiteY128" fmla="*/ 1085054 h 1153824"/>
                <a:gd name="connsiteX129" fmla="*/ 252127 w 1437623"/>
                <a:gd name="connsiteY129" fmla="*/ 1085054 h 1153824"/>
                <a:gd name="connsiteX130" fmla="*/ 237268 w 1437623"/>
                <a:gd name="connsiteY130" fmla="*/ 1070100 h 1153824"/>
                <a:gd name="connsiteX131" fmla="*/ 237268 w 1437623"/>
                <a:gd name="connsiteY131" fmla="*/ 587373 h 1153824"/>
                <a:gd name="connsiteX132" fmla="*/ 253608 w 1437623"/>
                <a:gd name="connsiteY132" fmla="*/ 570948 h 1153824"/>
                <a:gd name="connsiteX133" fmla="*/ 260223 w 1437623"/>
                <a:gd name="connsiteY133" fmla="*/ 572324 h 1153824"/>
                <a:gd name="connsiteX134" fmla="*/ 486156 w 1437623"/>
                <a:gd name="connsiteY134" fmla="*/ 541177 h 1153824"/>
                <a:gd name="connsiteX135" fmla="*/ 536448 w 1437623"/>
                <a:gd name="connsiteY135" fmla="*/ 471930 h 1153824"/>
                <a:gd name="connsiteX136" fmla="*/ 554736 w 1437623"/>
                <a:gd name="connsiteY136" fmla="*/ 461357 h 1153824"/>
                <a:gd name="connsiteX137" fmla="*/ 628745 w 1437623"/>
                <a:gd name="connsiteY137" fmla="*/ 450880 h 1153824"/>
                <a:gd name="connsiteX138" fmla="*/ 675227 w 1437623"/>
                <a:gd name="connsiteY138" fmla="*/ 306957 h 1153824"/>
                <a:gd name="connsiteX139" fmla="*/ 667988 w 1437623"/>
                <a:gd name="connsiteY139" fmla="*/ 288860 h 1153824"/>
                <a:gd name="connsiteX140" fmla="*/ 681225 w 1437623"/>
                <a:gd name="connsiteY140" fmla="*/ 275051 h 1153824"/>
                <a:gd name="connsiteX141" fmla="*/ 681514 w 1437623"/>
                <a:gd name="connsiteY141" fmla="*/ 275048 h 1153824"/>
                <a:gd name="connsiteX142" fmla="*/ 821627 w 1437623"/>
                <a:gd name="connsiteY142" fmla="*/ 275048 h 1153824"/>
                <a:gd name="connsiteX143" fmla="*/ 825818 w 1437623"/>
                <a:gd name="connsiteY143" fmla="*/ 272191 h 1153824"/>
                <a:gd name="connsiteX144" fmla="*/ 847344 w 1437623"/>
                <a:gd name="connsiteY144" fmla="*/ 237710 h 1153824"/>
                <a:gd name="connsiteX145" fmla="*/ 846106 w 1437623"/>
                <a:gd name="connsiteY145" fmla="*/ 234853 h 1153824"/>
                <a:gd name="connsiteX146" fmla="*/ 171450 w 1437623"/>
                <a:gd name="connsiteY146" fmla="*/ 234853 h 1153824"/>
                <a:gd name="connsiteX147" fmla="*/ 74962 w 1437623"/>
                <a:gd name="connsiteY147" fmla="*/ 289526 h 1153824"/>
                <a:gd name="connsiteX148" fmla="*/ 60865 w 1437623"/>
                <a:gd name="connsiteY148" fmla="*/ 387253 h 1153824"/>
                <a:gd name="connsiteX149" fmla="*/ 60960 w 1437623"/>
                <a:gd name="connsiteY149" fmla="*/ 731963 h 1153824"/>
                <a:gd name="connsiteX150" fmla="*/ 58388 w 1437623"/>
                <a:gd name="connsiteY150" fmla="*/ 740821 h 1153824"/>
                <a:gd name="connsiteX151" fmla="*/ 32290 w 1437623"/>
                <a:gd name="connsiteY151" fmla="*/ 880934 h 1153824"/>
                <a:gd name="connsiteX152" fmla="*/ 49435 w 1437623"/>
                <a:gd name="connsiteY152" fmla="*/ 895221 h 1153824"/>
                <a:gd name="connsiteX153" fmla="*/ 118396 w 1437623"/>
                <a:gd name="connsiteY153" fmla="*/ 895221 h 1153824"/>
                <a:gd name="connsiteX154" fmla="*/ 135922 w 1437623"/>
                <a:gd name="connsiteY154" fmla="*/ 880362 h 1153824"/>
                <a:gd name="connsiteX155" fmla="*/ 113157 w 1437623"/>
                <a:gd name="connsiteY155" fmla="*/ 751203 h 1153824"/>
                <a:gd name="connsiteX156" fmla="*/ 101918 w 1437623"/>
                <a:gd name="connsiteY156" fmla="*/ 727581 h 1153824"/>
                <a:gd name="connsiteX157" fmla="*/ 102013 w 1437623"/>
                <a:gd name="connsiteY157" fmla="*/ 373727 h 1153824"/>
                <a:gd name="connsiteX158" fmla="*/ 111633 w 1437623"/>
                <a:gd name="connsiteY158" fmla="*/ 306481 h 1153824"/>
                <a:gd name="connsiteX159" fmla="*/ 182499 w 1437623"/>
                <a:gd name="connsiteY159" fmla="*/ 275048 h 1153824"/>
                <a:gd name="connsiteX160" fmla="*/ 199263 w 1437623"/>
                <a:gd name="connsiteY160" fmla="*/ 295813 h 1153824"/>
                <a:gd name="connsiteX161" fmla="*/ 197549 w 1437623"/>
                <a:gd name="connsiteY161" fmla="*/ 320578 h 1153824"/>
                <a:gd name="connsiteX162" fmla="*/ 196310 w 1437623"/>
                <a:gd name="connsiteY162" fmla="*/ 1056861 h 1153824"/>
                <a:gd name="connsiteX163" fmla="*/ 204311 w 1437623"/>
                <a:gd name="connsiteY163" fmla="*/ 1102104 h 1153824"/>
                <a:gd name="connsiteX164" fmla="*/ 250031 w 1437623"/>
                <a:gd name="connsiteY164" fmla="*/ 1125345 h 1153824"/>
                <a:gd name="connsiteX165" fmla="*/ 306991 w 1437623"/>
                <a:gd name="connsiteY165" fmla="*/ 1125155 h 1153824"/>
                <a:gd name="connsiteX166" fmla="*/ 342233 w 1437623"/>
                <a:gd name="connsiteY166" fmla="*/ 1117058 h 1153824"/>
                <a:gd name="connsiteX167" fmla="*/ 363379 w 1437623"/>
                <a:gd name="connsiteY167" fmla="*/ 1083626 h 1153824"/>
                <a:gd name="connsiteX168" fmla="*/ 363950 w 1437623"/>
                <a:gd name="connsiteY168" fmla="*/ 862265 h 1153824"/>
                <a:gd name="connsiteX169" fmla="*/ 376142 w 1437623"/>
                <a:gd name="connsiteY169" fmla="*/ 850073 h 1153824"/>
                <a:gd name="connsiteX170" fmla="*/ 821436 w 1437623"/>
                <a:gd name="connsiteY170" fmla="*/ 850073 h 1153824"/>
                <a:gd name="connsiteX171" fmla="*/ 834199 w 1437623"/>
                <a:gd name="connsiteY171" fmla="*/ 862836 h 1153824"/>
                <a:gd name="connsiteX172" fmla="*/ 834390 w 1437623"/>
                <a:gd name="connsiteY172" fmla="*/ 1057241 h 1153824"/>
                <a:gd name="connsiteX173" fmla="*/ 842582 w 1437623"/>
                <a:gd name="connsiteY173" fmla="*/ 1102390 h 1153824"/>
                <a:gd name="connsiteX174" fmla="*/ 888206 w 1437623"/>
                <a:gd name="connsiteY174" fmla="*/ 1125345 h 1153824"/>
                <a:gd name="connsiteX175" fmla="*/ 940689 w 1437623"/>
                <a:gd name="connsiteY175" fmla="*/ 1125155 h 1153824"/>
                <a:gd name="connsiteX176" fmla="*/ 984790 w 1437623"/>
                <a:gd name="connsiteY176" fmla="*/ 1115630 h 1153824"/>
                <a:gd name="connsiteX177" fmla="*/ 1006126 w 1437623"/>
                <a:gd name="connsiteY177" fmla="*/ 1070291 h 1153824"/>
                <a:gd name="connsiteX178" fmla="*/ 1006221 w 1437623"/>
                <a:gd name="connsiteY178" fmla="*/ 867884 h 1153824"/>
                <a:gd name="connsiteX179" fmla="*/ 1024128 w 1437623"/>
                <a:gd name="connsiteY179" fmla="*/ 849978 h 1153824"/>
                <a:gd name="connsiteX180" fmla="*/ 1031177 w 1437623"/>
                <a:gd name="connsiteY180" fmla="*/ 849978 h 1153824"/>
                <a:gd name="connsiteX181" fmla="*/ 1046988 w 1437623"/>
                <a:gd name="connsiteY181" fmla="*/ 865884 h 1153824"/>
                <a:gd name="connsiteX182" fmla="*/ 1047083 w 1437623"/>
                <a:gd name="connsiteY182" fmla="*/ 1064671 h 1153824"/>
                <a:gd name="connsiteX183" fmla="*/ 1052798 w 1437623"/>
                <a:gd name="connsiteY183" fmla="*/ 1099151 h 1153824"/>
                <a:gd name="connsiteX184" fmla="*/ 1081278 w 1437623"/>
                <a:gd name="connsiteY184" fmla="*/ 1123154 h 1153824"/>
                <a:gd name="connsiteX185" fmla="*/ 1174814 w 1437623"/>
                <a:gd name="connsiteY185" fmla="*/ 1123821 h 1153824"/>
                <a:gd name="connsiteX186" fmla="*/ 1214723 w 1437623"/>
                <a:gd name="connsiteY186" fmla="*/ 1041144 h 1153824"/>
                <a:gd name="connsiteX187" fmla="*/ 1214819 w 1437623"/>
                <a:gd name="connsiteY187" fmla="*/ 755680 h 1153824"/>
                <a:gd name="connsiteX188" fmla="*/ 1212056 w 1437623"/>
                <a:gd name="connsiteY188" fmla="*/ 753013 h 1153824"/>
                <a:gd name="connsiteX189" fmla="*/ 1176528 w 1437623"/>
                <a:gd name="connsiteY189" fmla="*/ 753013 h 1153824"/>
                <a:gd name="connsiteX190" fmla="*/ 1173671 w 1437623"/>
                <a:gd name="connsiteY190" fmla="*/ 755870 h 1153824"/>
                <a:gd name="connsiteX191" fmla="*/ 1173671 w 1437623"/>
                <a:gd name="connsiteY191" fmla="*/ 1068386 h 1153824"/>
                <a:gd name="connsiteX192" fmla="*/ 1156907 w 1437623"/>
                <a:gd name="connsiteY192" fmla="*/ 1085245 h 1153824"/>
                <a:gd name="connsiteX193" fmla="*/ 1111663 w 1437623"/>
                <a:gd name="connsiteY193" fmla="*/ 1085245 h 1153824"/>
                <a:gd name="connsiteX194" fmla="*/ 1104233 w 1437623"/>
                <a:gd name="connsiteY194" fmla="*/ 1079530 h 1153824"/>
                <a:gd name="connsiteX195" fmla="*/ 1093565 w 1437623"/>
                <a:gd name="connsiteY195" fmla="*/ 1068767 h 1153824"/>
                <a:gd name="connsiteX196" fmla="*/ 1087755 w 1437623"/>
                <a:gd name="connsiteY196" fmla="*/ 1061147 h 1153824"/>
                <a:gd name="connsiteX197" fmla="*/ 146018 w 1437623"/>
                <a:gd name="connsiteY197" fmla="*/ 748155 h 1153824"/>
                <a:gd name="connsiteX198" fmla="*/ 164973 w 1437623"/>
                <a:gd name="connsiteY198" fmla="*/ 809972 h 1153824"/>
                <a:gd name="connsiteX199" fmla="*/ 166497 w 1437623"/>
                <a:gd name="connsiteY199" fmla="*/ 811115 h 1153824"/>
                <a:gd name="connsiteX200" fmla="*/ 166497 w 1437623"/>
                <a:gd name="connsiteY200" fmla="*/ 811211 h 1153824"/>
                <a:gd name="connsiteX201" fmla="*/ 167831 w 1437623"/>
                <a:gd name="connsiteY201" fmla="*/ 809782 h 1153824"/>
                <a:gd name="connsiteX202" fmla="*/ 167926 w 1437623"/>
                <a:gd name="connsiteY202" fmla="*/ 314863 h 1153824"/>
                <a:gd name="connsiteX203" fmla="*/ 153543 w 1437623"/>
                <a:gd name="connsiteY203" fmla="*/ 306481 h 1153824"/>
                <a:gd name="connsiteX204" fmla="*/ 147352 w 1437623"/>
                <a:gd name="connsiteY204" fmla="*/ 310767 h 1153824"/>
                <a:gd name="connsiteX205" fmla="*/ 130493 w 1437623"/>
                <a:gd name="connsiteY205" fmla="*/ 339056 h 1153824"/>
                <a:gd name="connsiteX206" fmla="*/ 131540 w 1437623"/>
                <a:gd name="connsiteY206" fmla="*/ 710912 h 1153824"/>
                <a:gd name="connsiteX207" fmla="*/ 146018 w 1437623"/>
                <a:gd name="connsiteY207" fmla="*/ 748155 h 1153824"/>
                <a:gd name="connsiteX208" fmla="*/ 1145762 w 1437623"/>
                <a:gd name="connsiteY208" fmla="*/ 728915 h 1153824"/>
                <a:gd name="connsiteX209" fmla="*/ 1145477 w 1437623"/>
                <a:gd name="connsiteY209" fmla="*/ 728629 h 1153824"/>
                <a:gd name="connsiteX210" fmla="*/ 1064609 w 1437623"/>
                <a:gd name="connsiteY210" fmla="*/ 729200 h 1153824"/>
                <a:gd name="connsiteX211" fmla="*/ 985266 w 1437623"/>
                <a:gd name="connsiteY211" fmla="*/ 717008 h 1153824"/>
                <a:gd name="connsiteX212" fmla="*/ 941165 w 1437623"/>
                <a:gd name="connsiteY212" fmla="*/ 637379 h 1153824"/>
                <a:gd name="connsiteX213" fmla="*/ 941737 w 1437623"/>
                <a:gd name="connsiteY213" fmla="*/ 556798 h 1153824"/>
                <a:gd name="connsiteX214" fmla="*/ 964025 w 1437623"/>
                <a:gd name="connsiteY214" fmla="*/ 503363 h 1153824"/>
                <a:gd name="connsiteX215" fmla="*/ 963930 w 1437623"/>
                <a:gd name="connsiteY215" fmla="*/ 496409 h 1153824"/>
                <a:gd name="connsiteX216" fmla="*/ 955929 w 1437623"/>
                <a:gd name="connsiteY216" fmla="*/ 478598 h 1153824"/>
                <a:gd name="connsiteX217" fmla="*/ 934307 w 1437623"/>
                <a:gd name="connsiteY217" fmla="*/ 352296 h 1153824"/>
                <a:gd name="connsiteX218" fmla="*/ 929164 w 1437623"/>
                <a:gd name="connsiteY218" fmla="*/ 349820 h 1153824"/>
                <a:gd name="connsiteX219" fmla="*/ 883063 w 1437623"/>
                <a:gd name="connsiteY219" fmla="*/ 369346 h 1153824"/>
                <a:gd name="connsiteX220" fmla="*/ 837533 w 1437623"/>
                <a:gd name="connsiteY220" fmla="*/ 308100 h 1153824"/>
                <a:gd name="connsiteX221" fmla="*/ 833723 w 1437623"/>
                <a:gd name="connsiteY221" fmla="*/ 303623 h 1153824"/>
                <a:gd name="connsiteX222" fmla="*/ 711803 w 1437623"/>
                <a:gd name="connsiteY222" fmla="*/ 303623 h 1153824"/>
                <a:gd name="connsiteX223" fmla="*/ 709041 w 1437623"/>
                <a:gd name="connsiteY223" fmla="*/ 308195 h 1153824"/>
                <a:gd name="connsiteX224" fmla="*/ 716566 w 1437623"/>
                <a:gd name="connsiteY224" fmla="*/ 402017 h 1153824"/>
                <a:gd name="connsiteX225" fmla="*/ 588074 w 1437623"/>
                <a:gd name="connsiteY225" fmla="*/ 488980 h 1153824"/>
                <a:gd name="connsiteX226" fmla="*/ 563499 w 1437623"/>
                <a:gd name="connsiteY226" fmla="*/ 490504 h 1153824"/>
                <a:gd name="connsiteX227" fmla="*/ 556546 w 1437623"/>
                <a:gd name="connsiteY227" fmla="*/ 495076 h 1153824"/>
                <a:gd name="connsiteX228" fmla="*/ 447104 w 1437623"/>
                <a:gd name="connsiteY228" fmla="*/ 601089 h 1153824"/>
                <a:gd name="connsiteX229" fmla="*/ 271177 w 1437623"/>
                <a:gd name="connsiteY229" fmla="*/ 607090 h 1153824"/>
                <a:gd name="connsiteX230" fmla="*/ 265748 w 1437623"/>
                <a:gd name="connsiteY230" fmla="*/ 610805 h 1153824"/>
                <a:gd name="connsiteX231" fmla="*/ 265748 w 1437623"/>
                <a:gd name="connsiteY231" fmla="*/ 1053622 h 1153824"/>
                <a:gd name="connsiteX232" fmla="*/ 268700 w 1437623"/>
                <a:gd name="connsiteY232" fmla="*/ 1056575 h 1153824"/>
                <a:gd name="connsiteX233" fmla="*/ 292227 w 1437623"/>
                <a:gd name="connsiteY233" fmla="*/ 1056575 h 1153824"/>
                <a:gd name="connsiteX234" fmla="*/ 294608 w 1437623"/>
                <a:gd name="connsiteY234" fmla="*/ 1054098 h 1153824"/>
                <a:gd name="connsiteX235" fmla="*/ 294894 w 1437623"/>
                <a:gd name="connsiteY235" fmla="*/ 837309 h 1153824"/>
                <a:gd name="connsiteX236" fmla="*/ 352520 w 1437623"/>
                <a:gd name="connsiteY236" fmla="*/ 781397 h 1153824"/>
                <a:gd name="connsiteX237" fmla="*/ 843058 w 1437623"/>
                <a:gd name="connsiteY237" fmla="*/ 781207 h 1153824"/>
                <a:gd name="connsiteX238" fmla="*/ 908018 w 1437623"/>
                <a:gd name="connsiteY238" fmla="*/ 852930 h 1153824"/>
                <a:gd name="connsiteX239" fmla="*/ 907828 w 1437623"/>
                <a:gd name="connsiteY239" fmla="*/ 1051812 h 1153824"/>
                <a:gd name="connsiteX240" fmla="*/ 912400 w 1437623"/>
                <a:gd name="connsiteY240" fmla="*/ 1056479 h 1153824"/>
                <a:gd name="connsiteX241" fmla="*/ 927163 w 1437623"/>
                <a:gd name="connsiteY241" fmla="*/ 1056479 h 1153824"/>
                <a:gd name="connsiteX242" fmla="*/ 932497 w 1437623"/>
                <a:gd name="connsiteY242" fmla="*/ 1051241 h 1153824"/>
                <a:gd name="connsiteX243" fmla="*/ 932593 w 1437623"/>
                <a:gd name="connsiteY243" fmla="*/ 856359 h 1153824"/>
                <a:gd name="connsiteX244" fmla="*/ 938689 w 1437623"/>
                <a:gd name="connsiteY244" fmla="*/ 809115 h 1153824"/>
                <a:gd name="connsiteX245" fmla="*/ 985076 w 1437623"/>
                <a:gd name="connsiteY245" fmla="*/ 782731 h 1153824"/>
                <a:gd name="connsiteX246" fmla="*/ 1066991 w 1437623"/>
                <a:gd name="connsiteY246" fmla="*/ 781302 h 1153824"/>
                <a:gd name="connsiteX247" fmla="*/ 1116330 w 1437623"/>
                <a:gd name="connsiteY247" fmla="*/ 850454 h 1153824"/>
                <a:gd name="connsiteX248" fmla="*/ 1116235 w 1437623"/>
                <a:gd name="connsiteY248" fmla="*/ 1051241 h 1153824"/>
                <a:gd name="connsiteX249" fmla="*/ 1121474 w 1437623"/>
                <a:gd name="connsiteY249" fmla="*/ 1056384 h 1153824"/>
                <a:gd name="connsiteX250" fmla="*/ 1140809 w 1437623"/>
                <a:gd name="connsiteY250" fmla="*/ 1056384 h 1153824"/>
                <a:gd name="connsiteX251" fmla="*/ 1145762 w 1437623"/>
                <a:gd name="connsiteY251" fmla="*/ 1051431 h 1153824"/>
                <a:gd name="connsiteX252" fmla="*/ 1145762 w 1437623"/>
                <a:gd name="connsiteY252" fmla="*/ 728915 h 1153824"/>
                <a:gd name="connsiteX253" fmla="*/ 1304613 w 1437623"/>
                <a:gd name="connsiteY253" fmla="*/ 562139 h 1153824"/>
                <a:gd name="connsiteX254" fmla="*/ 1245185 w 1437623"/>
                <a:gd name="connsiteY254" fmla="*/ 502504 h 1153824"/>
                <a:gd name="connsiteX255" fmla="*/ 1029350 w 1437623"/>
                <a:gd name="connsiteY255" fmla="*/ 502126 h 1153824"/>
                <a:gd name="connsiteX256" fmla="*/ 969715 w 1437623"/>
                <a:gd name="connsiteY256" fmla="*/ 561554 h 1153824"/>
                <a:gd name="connsiteX257" fmla="*/ 969576 w 1437623"/>
                <a:gd name="connsiteY257" fmla="*/ 640421 h 1153824"/>
                <a:gd name="connsiteX258" fmla="*/ 1029004 w 1437623"/>
                <a:gd name="connsiteY258" fmla="*/ 700056 h 1153824"/>
                <a:gd name="connsiteX259" fmla="*/ 1244839 w 1437623"/>
                <a:gd name="connsiteY259" fmla="*/ 700433 h 1153824"/>
                <a:gd name="connsiteX260" fmla="*/ 1304475 w 1437623"/>
                <a:gd name="connsiteY260" fmla="*/ 641006 h 1153824"/>
                <a:gd name="connsiteX261" fmla="*/ 1304613 w 1437623"/>
                <a:gd name="connsiteY261" fmla="*/ 562139 h 1153824"/>
                <a:gd name="connsiteX262" fmla="*/ 528257 w 1437623"/>
                <a:gd name="connsiteY262" fmla="*/ 1025809 h 1153824"/>
                <a:gd name="connsiteX263" fmla="*/ 542354 w 1437623"/>
                <a:gd name="connsiteY263" fmla="*/ 1063337 h 1153824"/>
                <a:gd name="connsiteX264" fmla="*/ 550526 w 1437623"/>
                <a:gd name="connsiteY264" fmla="*/ 1067128 h 1153824"/>
                <a:gd name="connsiteX265" fmla="*/ 554260 w 1437623"/>
                <a:gd name="connsiteY265" fmla="*/ 1063337 h 1153824"/>
                <a:gd name="connsiteX266" fmla="*/ 559975 w 1437623"/>
                <a:gd name="connsiteY266" fmla="*/ 1017808 h 1153824"/>
                <a:gd name="connsiteX267" fmla="*/ 562642 w 1437623"/>
                <a:gd name="connsiteY267" fmla="*/ 1009236 h 1153824"/>
                <a:gd name="connsiteX268" fmla="*/ 586931 w 1437623"/>
                <a:gd name="connsiteY268" fmla="*/ 985804 h 1153824"/>
                <a:gd name="connsiteX269" fmla="*/ 631793 w 1437623"/>
                <a:gd name="connsiteY269" fmla="*/ 906556 h 1153824"/>
                <a:gd name="connsiteX270" fmla="*/ 629177 w 1437623"/>
                <a:gd name="connsiteY270" fmla="*/ 902797 h 1153824"/>
                <a:gd name="connsiteX271" fmla="*/ 628650 w 1437623"/>
                <a:gd name="connsiteY271" fmla="*/ 902746 h 1153824"/>
                <a:gd name="connsiteX272" fmla="*/ 422243 w 1437623"/>
                <a:gd name="connsiteY272" fmla="*/ 902746 h 1153824"/>
                <a:gd name="connsiteX273" fmla="*/ 417195 w 1437623"/>
                <a:gd name="connsiteY273" fmla="*/ 907794 h 1153824"/>
                <a:gd name="connsiteX274" fmla="*/ 417195 w 1437623"/>
                <a:gd name="connsiteY274" fmla="*/ 990566 h 1153824"/>
                <a:gd name="connsiteX275" fmla="*/ 419386 w 1437623"/>
                <a:gd name="connsiteY275" fmla="*/ 995710 h 1153824"/>
                <a:gd name="connsiteX276" fmla="*/ 436626 w 1437623"/>
                <a:gd name="connsiteY276" fmla="*/ 1013045 h 1153824"/>
                <a:gd name="connsiteX277" fmla="*/ 440531 w 1437623"/>
                <a:gd name="connsiteY277" fmla="*/ 1021046 h 1153824"/>
                <a:gd name="connsiteX278" fmla="*/ 444627 w 1437623"/>
                <a:gd name="connsiteY278" fmla="*/ 1053146 h 1153824"/>
                <a:gd name="connsiteX279" fmla="*/ 461296 w 1437623"/>
                <a:gd name="connsiteY279" fmla="*/ 1058289 h 1153824"/>
                <a:gd name="connsiteX280" fmla="*/ 466154 w 1437623"/>
                <a:gd name="connsiteY280" fmla="*/ 1034762 h 1153824"/>
                <a:gd name="connsiteX281" fmla="*/ 481474 w 1437623"/>
                <a:gd name="connsiteY281" fmla="*/ 1021294 h 1153824"/>
                <a:gd name="connsiteX282" fmla="*/ 483298 w 1437623"/>
                <a:gd name="connsiteY282" fmla="*/ 1021523 h 1153824"/>
                <a:gd name="connsiteX283" fmla="*/ 518732 w 1437623"/>
                <a:gd name="connsiteY283" fmla="*/ 1020570 h 1153824"/>
                <a:gd name="connsiteX284" fmla="*/ 528257 w 1437623"/>
                <a:gd name="connsiteY284" fmla="*/ 1025809 h 115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1437623" h="1153824">
                  <a:moveTo>
                    <a:pt x="1178814" y="1153825"/>
                  </a:moveTo>
                  <a:lnTo>
                    <a:pt x="1088231" y="1153825"/>
                  </a:lnTo>
                  <a:cubicBezTo>
                    <a:pt x="1064038" y="1149443"/>
                    <a:pt x="1044226" y="1137125"/>
                    <a:pt x="1028795" y="1116868"/>
                  </a:cubicBezTo>
                  <a:cubicBezTo>
                    <a:pt x="1026954" y="1114391"/>
                    <a:pt x="1025144" y="1114423"/>
                    <a:pt x="1023366" y="1116963"/>
                  </a:cubicBezTo>
                  <a:cubicBezTo>
                    <a:pt x="1009396" y="1137220"/>
                    <a:pt x="990029" y="1149507"/>
                    <a:pt x="965263" y="1153825"/>
                  </a:cubicBezTo>
                  <a:lnTo>
                    <a:pt x="875252" y="1153825"/>
                  </a:lnTo>
                  <a:cubicBezTo>
                    <a:pt x="829024" y="1144427"/>
                    <a:pt x="805847" y="1118201"/>
                    <a:pt x="805720" y="1075149"/>
                  </a:cubicBezTo>
                  <a:cubicBezTo>
                    <a:pt x="805656" y="1010569"/>
                    <a:pt x="805688" y="946116"/>
                    <a:pt x="805815" y="881791"/>
                  </a:cubicBezTo>
                  <a:cubicBezTo>
                    <a:pt x="805815" y="880002"/>
                    <a:pt x="804365" y="878553"/>
                    <a:pt x="802577" y="878553"/>
                  </a:cubicBezTo>
                  <a:lnTo>
                    <a:pt x="666369" y="878553"/>
                  </a:lnTo>
                  <a:cubicBezTo>
                    <a:pt x="662877" y="878553"/>
                    <a:pt x="661162" y="880299"/>
                    <a:pt x="661226" y="883791"/>
                  </a:cubicBezTo>
                  <a:cubicBezTo>
                    <a:pt x="661988" y="929003"/>
                    <a:pt x="646240" y="967325"/>
                    <a:pt x="613982" y="998758"/>
                  </a:cubicBezTo>
                  <a:cubicBezTo>
                    <a:pt x="599694" y="1012601"/>
                    <a:pt x="592550" y="1019554"/>
                    <a:pt x="592550" y="1019618"/>
                  </a:cubicBezTo>
                  <a:cubicBezTo>
                    <a:pt x="589883" y="1022221"/>
                    <a:pt x="588613" y="1024761"/>
                    <a:pt x="588740" y="1027238"/>
                  </a:cubicBezTo>
                  <a:cubicBezTo>
                    <a:pt x="589883" y="1050098"/>
                    <a:pt x="584391" y="1069402"/>
                    <a:pt x="572262" y="1085150"/>
                  </a:cubicBezTo>
                  <a:cubicBezTo>
                    <a:pt x="565468" y="1093976"/>
                    <a:pt x="554482" y="1097278"/>
                    <a:pt x="539306" y="1095056"/>
                  </a:cubicBezTo>
                  <a:cubicBezTo>
                    <a:pt x="521589" y="1092484"/>
                    <a:pt x="513969" y="1072005"/>
                    <a:pt x="507492" y="1055813"/>
                  </a:cubicBezTo>
                  <a:cubicBezTo>
                    <a:pt x="506286" y="1052701"/>
                    <a:pt x="504031" y="1051273"/>
                    <a:pt x="500729" y="1051526"/>
                  </a:cubicBezTo>
                  <a:cubicBezTo>
                    <a:pt x="499586" y="1051590"/>
                    <a:pt x="498570" y="1051685"/>
                    <a:pt x="497681" y="1051812"/>
                  </a:cubicBezTo>
                  <a:cubicBezTo>
                    <a:pt x="494734" y="1052329"/>
                    <a:pt x="492350" y="1054564"/>
                    <a:pt x="491585" y="1057527"/>
                  </a:cubicBezTo>
                  <a:cubicBezTo>
                    <a:pt x="485299" y="1082387"/>
                    <a:pt x="467392" y="1103628"/>
                    <a:pt x="441389" y="1094008"/>
                  </a:cubicBezTo>
                  <a:cubicBezTo>
                    <a:pt x="433070" y="1090897"/>
                    <a:pt x="426911" y="1085054"/>
                    <a:pt x="422910" y="1076482"/>
                  </a:cubicBezTo>
                  <a:cubicBezTo>
                    <a:pt x="417259" y="1064099"/>
                    <a:pt x="414211" y="1051717"/>
                    <a:pt x="413766" y="1039334"/>
                  </a:cubicBezTo>
                  <a:cubicBezTo>
                    <a:pt x="413582" y="1034689"/>
                    <a:pt x="411640" y="1030295"/>
                    <a:pt x="408337" y="1027047"/>
                  </a:cubicBezTo>
                  <a:lnTo>
                    <a:pt x="399860" y="1018570"/>
                  </a:lnTo>
                  <a:cubicBezTo>
                    <a:pt x="395478" y="1014125"/>
                    <a:pt x="393192" y="1015014"/>
                    <a:pt x="393001" y="1021237"/>
                  </a:cubicBezTo>
                  <a:cubicBezTo>
                    <a:pt x="392176" y="1046827"/>
                    <a:pt x="391605" y="1064830"/>
                    <a:pt x="391287" y="1075244"/>
                  </a:cubicBezTo>
                  <a:cubicBezTo>
                    <a:pt x="389954" y="1118805"/>
                    <a:pt x="368586" y="1144998"/>
                    <a:pt x="327184" y="1153825"/>
                  </a:cubicBezTo>
                  <a:lnTo>
                    <a:pt x="237077" y="1153825"/>
                  </a:lnTo>
                  <a:cubicBezTo>
                    <a:pt x="190976" y="1144427"/>
                    <a:pt x="167862" y="1118138"/>
                    <a:pt x="167735" y="1074958"/>
                  </a:cubicBezTo>
                  <a:cubicBezTo>
                    <a:pt x="167481" y="1008600"/>
                    <a:pt x="167577" y="942211"/>
                    <a:pt x="168021" y="875790"/>
                  </a:cubicBezTo>
                  <a:cubicBezTo>
                    <a:pt x="168021" y="875282"/>
                    <a:pt x="167862" y="874933"/>
                    <a:pt x="167545" y="874742"/>
                  </a:cubicBezTo>
                  <a:cubicBezTo>
                    <a:pt x="167354" y="874679"/>
                    <a:pt x="167164" y="874552"/>
                    <a:pt x="166973" y="874361"/>
                  </a:cubicBezTo>
                  <a:cubicBezTo>
                    <a:pt x="166731" y="874062"/>
                    <a:pt x="166290" y="874101"/>
                    <a:pt x="165989" y="874449"/>
                  </a:cubicBezTo>
                  <a:cubicBezTo>
                    <a:pt x="165850" y="874609"/>
                    <a:pt x="165759" y="874817"/>
                    <a:pt x="165735" y="875028"/>
                  </a:cubicBezTo>
                  <a:cubicBezTo>
                    <a:pt x="162560" y="898841"/>
                    <a:pt x="152591" y="913986"/>
                    <a:pt x="135827" y="920462"/>
                  </a:cubicBezTo>
                  <a:cubicBezTo>
                    <a:pt x="127953" y="923511"/>
                    <a:pt x="115126" y="924685"/>
                    <a:pt x="97346" y="923987"/>
                  </a:cubicBezTo>
                  <a:cubicBezTo>
                    <a:pt x="90107" y="923733"/>
                    <a:pt x="77026" y="923701"/>
                    <a:pt x="58103" y="923891"/>
                  </a:cubicBezTo>
                  <a:cubicBezTo>
                    <a:pt x="15526" y="924368"/>
                    <a:pt x="8573" y="906080"/>
                    <a:pt x="0" y="869028"/>
                  </a:cubicBezTo>
                  <a:lnTo>
                    <a:pt x="0" y="830070"/>
                  </a:lnTo>
                  <a:cubicBezTo>
                    <a:pt x="2731" y="794256"/>
                    <a:pt x="12795" y="760792"/>
                    <a:pt x="30194" y="729677"/>
                  </a:cubicBezTo>
                  <a:cubicBezTo>
                    <a:pt x="31755" y="726928"/>
                    <a:pt x="32575" y="723843"/>
                    <a:pt x="32576" y="720723"/>
                  </a:cubicBezTo>
                  <a:cubicBezTo>
                    <a:pt x="32893" y="614234"/>
                    <a:pt x="32639" y="507808"/>
                    <a:pt x="31814" y="401445"/>
                  </a:cubicBezTo>
                  <a:cubicBezTo>
                    <a:pt x="31369" y="343470"/>
                    <a:pt x="36481" y="302893"/>
                    <a:pt x="47149" y="279716"/>
                  </a:cubicBezTo>
                  <a:cubicBezTo>
                    <a:pt x="61944" y="247458"/>
                    <a:pt x="87059" y="225709"/>
                    <a:pt x="122492" y="214469"/>
                  </a:cubicBezTo>
                  <a:cubicBezTo>
                    <a:pt x="140081" y="208945"/>
                    <a:pt x="171387" y="206214"/>
                    <a:pt x="216408" y="206278"/>
                  </a:cubicBezTo>
                  <a:cubicBezTo>
                    <a:pt x="368237" y="206468"/>
                    <a:pt x="581787" y="206500"/>
                    <a:pt x="857060" y="206373"/>
                  </a:cubicBezTo>
                  <a:cubicBezTo>
                    <a:pt x="859854" y="206373"/>
                    <a:pt x="860838" y="205071"/>
                    <a:pt x="860012" y="202468"/>
                  </a:cubicBezTo>
                  <a:cubicBezTo>
                    <a:pt x="839629" y="139285"/>
                    <a:pt x="841566" y="78167"/>
                    <a:pt x="865823" y="19112"/>
                  </a:cubicBezTo>
                  <a:cubicBezTo>
                    <a:pt x="869061" y="11111"/>
                    <a:pt x="875094" y="5269"/>
                    <a:pt x="883920" y="1586"/>
                  </a:cubicBezTo>
                  <a:cubicBezTo>
                    <a:pt x="894354" y="-2781"/>
                    <a:pt x="906360" y="2180"/>
                    <a:pt x="910737" y="12665"/>
                  </a:cubicBezTo>
                  <a:cubicBezTo>
                    <a:pt x="911258" y="13915"/>
                    <a:pt x="911656" y="15213"/>
                    <a:pt x="911924" y="16540"/>
                  </a:cubicBezTo>
                  <a:cubicBezTo>
                    <a:pt x="921512" y="64355"/>
                    <a:pt x="947357" y="98931"/>
                    <a:pt x="989457" y="120267"/>
                  </a:cubicBezTo>
                  <a:cubicBezTo>
                    <a:pt x="1007301" y="129284"/>
                    <a:pt x="1032637" y="133824"/>
                    <a:pt x="1065467" y="133888"/>
                  </a:cubicBezTo>
                  <a:cubicBezTo>
                    <a:pt x="1069594" y="133888"/>
                    <a:pt x="1116711" y="133888"/>
                    <a:pt x="1206818" y="133888"/>
                  </a:cubicBezTo>
                  <a:cubicBezTo>
                    <a:pt x="1239266" y="133824"/>
                    <a:pt x="1264571" y="129443"/>
                    <a:pt x="1282732" y="120743"/>
                  </a:cubicBezTo>
                  <a:cubicBezTo>
                    <a:pt x="1325340" y="100360"/>
                    <a:pt x="1352010" y="65403"/>
                    <a:pt x="1362742" y="15873"/>
                  </a:cubicBezTo>
                  <a:cubicBezTo>
                    <a:pt x="1365009" y="5384"/>
                    <a:pt x="1375350" y="-1281"/>
                    <a:pt x="1385840" y="986"/>
                  </a:cubicBezTo>
                  <a:cubicBezTo>
                    <a:pt x="1386143" y="1052"/>
                    <a:pt x="1386445" y="1125"/>
                    <a:pt x="1386745" y="1205"/>
                  </a:cubicBezTo>
                  <a:cubicBezTo>
                    <a:pt x="1397318" y="3967"/>
                    <a:pt x="1405414" y="10253"/>
                    <a:pt x="1409605" y="21398"/>
                  </a:cubicBezTo>
                  <a:cubicBezTo>
                    <a:pt x="1431258" y="78294"/>
                    <a:pt x="1433735" y="135698"/>
                    <a:pt x="1417034" y="193610"/>
                  </a:cubicBezTo>
                  <a:cubicBezTo>
                    <a:pt x="1413034" y="207230"/>
                    <a:pt x="1403509" y="217232"/>
                    <a:pt x="1396175" y="227995"/>
                  </a:cubicBezTo>
                  <a:cubicBezTo>
                    <a:pt x="1394498" y="230462"/>
                    <a:pt x="1394775" y="233785"/>
                    <a:pt x="1396841" y="235996"/>
                  </a:cubicBezTo>
                  <a:cubicBezTo>
                    <a:pt x="1424559" y="265333"/>
                    <a:pt x="1454563" y="318863"/>
                    <a:pt x="1426178" y="356011"/>
                  </a:cubicBezTo>
                  <a:cubicBezTo>
                    <a:pt x="1419701" y="364520"/>
                    <a:pt x="1408652" y="368457"/>
                    <a:pt x="1393031" y="367822"/>
                  </a:cubicBezTo>
                  <a:cubicBezTo>
                    <a:pt x="1378236" y="367250"/>
                    <a:pt x="1362297" y="360932"/>
                    <a:pt x="1345216" y="348867"/>
                  </a:cubicBezTo>
                  <a:cubicBezTo>
                    <a:pt x="1342358" y="346835"/>
                    <a:pt x="1340612" y="347534"/>
                    <a:pt x="1339977" y="350963"/>
                  </a:cubicBezTo>
                  <a:cubicBezTo>
                    <a:pt x="1331722" y="398588"/>
                    <a:pt x="1324356" y="441799"/>
                    <a:pt x="1317879" y="480598"/>
                  </a:cubicBezTo>
                  <a:cubicBezTo>
                    <a:pt x="1317308" y="483773"/>
                    <a:pt x="1314831" y="488726"/>
                    <a:pt x="1310450" y="495457"/>
                  </a:cubicBezTo>
                  <a:cubicBezTo>
                    <a:pt x="1308735" y="498060"/>
                    <a:pt x="1308830" y="500600"/>
                    <a:pt x="1310735" y="503077"/>
                  </a:cubicBezTo>
                  <a:cubicBezTo>
                    <a:pt x="1339025" y="538510"/>
                    <a:pt x="1333500" y="577753"/>
                    <a:pt x="1333214" y="629950"/>
                  </a:cubicBezTo>
                  <a:cubicBezTo>
                    <a:pt x="1332897" y="691482"/>
                    <a:pt x="1302607" y="724470"/>
                    <a:pt x="1242346" y="728915"/>
                  </a:cubicBezTo>
                  <a:cubicBezTo>
                    <a:pt x="1239298" y="729105"/>
                    <a:pt x="1238599" y="730312"/>
                    <a:pt x="1240250" y="732534"/>
                  </a:cubicBezTo>
                  <a:lnTo>
                    <a:pt x="1242346" y="735392"/>
                  </a:lnTo>
                  <a:cubicBezTo>
                    <a:pt x="1243044" y="736344"/>
                    <a:pt x="1243393" y="737678"/>
                    <a:pt x="1243393" y="739392"/>
                  </a:cubicBezTo>
                  <a:cubicBezTo>
                    <a:pt x="1243521" y="861630"/>
                    <a:pt x="1243457" y="970374"/>
                    <a:pt x="1243203" y="1065624"/>
                  </a:cubicBezTo>
                  <a:cubicBezTo>
                    <a:pt x="1243076" y="1114519"/>
                    <a:pt x="1221613" y="1143919"/>
                    <a:pt x="1178814" y="1153825"/>
                  </a:cubicBezTo>
                  <a:close/>
                  <a:moveTo>
                    <a:pt x="1137380" y="449356"/>
                  </a:moveTo>
                  <a:cubicBezTo>
                    <a:pt x="1205770" y="449261"/>
                    <a:pt x="1246346" y="444879"/>
                    <a:pt x="1288066" y="458595"/>
                  </a:cubicBezTo>
                  <a:cubicBezTo>
                    <a:pt x="1291114" y="459611"/>
                    <a:pt x="1292892" y="458532"/>
                    <a:pt x="1293400" y="455357"/>
                  </a:cubicBezTo>
                  <a:cubicBezTo>
                    <a:pt x="1298670" y="423480"/>
                    <a:pt x="1306767" y="377093"/>
                    <a:pt x="1317689" y="316196"/>
                  </a:cubicBezTo>
                  <a:cubicBezTo>
                    <a:pt x="1318831" y="309719"/>
                    <a:pt x="1321975" y="306005"/>
                    <a:pt x="1327118" y="305052"/>
                  </a:cubicBezTo>
                  <a:cubicBezTo>
                    <a:pt x="1334282" y="303756"/>
                    <a:pt x="1341595" y="306242"/>
                    <a:pt x="1346454" y="311624"/>
                  </a:cubicBezTo>
                  <a:cubicBezTo>
                    <a:pt x="1358646" y="325150"/>
                    <a:pt x="1373314" y="334389"/>
                    <a:pt x="1390460" y="339342"/>
                  </a:cubicBezTo>
                  <a:cubicBezTo>
                    <a:pt x="1398243" y="341590"/>
                    <a:pt x="1406374" y="337102"/>
                    <a:pt x="1408622" y="329319"/>
                  </a:cubicBezTo>
                  <a:cubicBezTo>
                    <a:pt x="1408872" y="328455"/>
                    <a:pt x="1409041" y="327569"/>
                    <a:pt x="1409128" y="326674"/>
                  </a:cubicBezTo>
                  <a:cubicBezTo>
                    <a:pt x="1412177" y="297337"/>
                    <a:pt x="1381792" y="260666"/>
                    <a:pt x="1361789" y="241044"/>
                  </a:cubicBezTo>
                  <a:cubicBezTo>
                    <a:pt x="1356838" y="236175"/>
                    <a:pt x="1356772" y="228215"/>
                    <a:pt x="1361641" y="223264"/>
                  </a:cubicBezTo>
                  <a:cubicBezTo>
                    <a:pt x="1361813" y="223090"/>
                    <a:pt x="1361989" y="222920"/>
                    <a:pt x="1362170" y="222756"/>
                  </a:cubicBezTo>
                  <a:cubicBezTo>
                    <a:pt x="1397603" y="190562"/>
                    <a:pt x="1400937" y="150842"/>
                    <a:pt x="1398461" y="104456"/>
                  </a:cubicBezTo>
                  <a:cubicBezTo>
                    <a:pt x="1397191" y="80897"/>
                    <a:pt x="1393508" y="60926"/>
                    <a:pt x="1387412" y="44543"/>
                  </a:cubicBezTo>
                  <a:cubicBezTo>
                    <a:pt x="1386142" y="41051"/>
                    <a:pt x="1384935" y="41083"/>
                    <a:pt x="1383792" y="44639"/>
                  </a:cubicBezTo>
                  <a:cubicBezTo>
                    <a:pt x="1376236" y="68578"/>
                    <a:pt x="1365726" y="88200"/>
                    <a:pt x="1352264" y="103503"/>
                  </a:cubicBezTo>
                  <a:cubicBezTo>
                    <a:pt x="1335945" y="122045"/>
                    <a:pt x="1312926" y="138174"/>
                    <a:pt x="1283208" y="151890"/>
                  </a:cubicBezTo>
                  <a:cubicBezTo>
                    <a:pt x="1266444" y="159637"/>
                    <a:pt x="1242378" y="163098"/>
                    <a:pt x="1211009" y="162272"/>
                  </a:cubicBezTo>
                  <a:cubicBezTo>
                    <a:pt x="1203452" y="162082"/>
                    <a:pt x="1178814" y="161987"/>
                    <a:pt x="1137095" y="161987"/>
                  </a:cubicBezTo>
                  <a:cubicBezTo>
                    <a:pt x="1095375" y="162050"/>
                    <a:pt x="1070769" y="162177"/>
                    <a:pt x="1063276" y="162368"/>
                  </a:cubicBezTo>
                  <a:cubicBezTo>
                    <a:pt x="1031843" y="163257"/>
                    <a:pt x="1007745" y="159859"/>
                    <a:pt x="990981" y="152176"/>
                  </a:cubicBezTo>
                  <a:cubicBezTo>
                    <a:pt x="961263" y="138460"/>
                    <a:pt x="938213" y="122363"/>
                    <a:pt x="921830" y="103884"/>
                  </a:cubicBezTo>
                  <a:cubicBezTo>
                    <a:pt x="908368" y="88581"/>
                    <a:pt x="897827" y="68991"/>
                    <a:pt x="890207" y="45115"/>
                  </a:cubicBezTo>
                  <a:cubicBezTo>
                    <a:pt x="889063" y="41559"/>
                    <a:pt x="887857" y="41527"/>
                    <a:pt x="886587" y="45020"/>
                  </a:cubicBezTo>
                  <a:cubicBezTo>
                    <a:pt x="880491" y="61403"/>
                    <a:pt x="876840" y="81373"/>
                    <a:pt x="875633" y="104932"/>
                  </a:cubicBezTo>
                  <a:cubicBezTo>
                    <a:pt x="873252" y="151319"/>
                    <a:pt x="876681" y="191038"/>
                    <a:pt x="912114" y="223137"/>
                  </a:cubicBezTo>
                  <a:cubicBezTo>
                    <a:pt x="917288" y="227768"/>
                    <a:pt x="917728" y="235717"/>
                    <a:pt x="913097" y="240891"/>
                  </a:cubicBezTo>
                  <a:cubicBezTo>
                    <a:pt x="912934" y="241074"/>
                    <a:pt x="912765" y="241252"/>
                    <a:pt x="912590" y="241425"/>
                  </a:cubicBezTo>
                  <a:cubicBezTo>
                    <a:pt x="892588" y="261047"/>
                    <a:pt x="862298" y="297813"/>
                    <a:pt x="865346" y="327150"/>
                  </a:cubicBezTo>
                  <a:cubicBezTo>
                    <a:pt x="866133" y="335213"/>
                    <a:pt x="873307" y="341112"/>
                    <a:pt x="881370" y="340325"/>
                  </a:cubicBezTo>
                  <a:cubicBezTo>
                    <a:pt x="882265" y="340238"/>
                    <a:pt x="883151" y="340068"/>
                    <a:pt x="884015" y="339818"/>
                  </a:cubicBezTo>
                  <a:cubicBezTo>
                    <a:pt x="901160" y="334802"/>
                    <a:pt x="915829" y="325531"/>
                    <a:pt x="928021" y="312005"/>
                  </a:cubicBezTo>
                  <a:cubicBezTo>
                    <a:pt x="932860" y="306588"/>
                    <a:pt x="940176" y="304065"/>
                    <a:pt x="947357" y="305338"/>
                  </a:cubicBezTo>
                  <a:cubicBezTo>
                    <a:pt x="952500" y="306290"/>
                    <a:pt x="955643" y="310005"/>
                    <a:pt x="956786" y="316482"/>
                  </a:cubicBezTo>
                  <a:cubicBezTo>
                    <a:pt x="967835" y="377379"/>
                    <a:pt x="976027" y="423765"/>
                    <a:pt x="981361" y="455642"/>
                  </a:cubicBezTo>
                  <a:cubicBezTo>
                    <a:pt x="981869" y="458817"/>
                    <a:pt x="983647" y="459897"/>
                    <a:pt x="986695" y="458881"/>
                  </a:cubicBezTo>
                  <a:cubicBezTo>
                    <a:pt x="1028414" y="445070"/>
                    <a:pt x="1068896" y="449356"/>
                    <a:pt x="1137380" y="449356"/>
                  </a:cubicBezTo>
                  <a:close/>
                  <a:moveTo>
                    <a:pt x="1087755" y="1061147"/>
                  </a:moveTo>
                  <a:lnTo>
                    <a:pt x="1087755" y="831785"/>
                  </a:lnTo>
                  <a:cubicBezTo>
                    <a:pt x="1087755" y="819580"/>
                    <a:pt x="1077904" y="809687"/>
                    <a:pt x="1065752" y="809687"/>
                  </a:cubicBezTo>
                  <a:lnTo>
                    <a:pt x="986314" y="809687"/>
                  </a:lnTo>
                  <a:cubicBezTo>
                    <a:pt x="972373" y="809687"/>
                    <a:pt x="961073" y="821030"/>
                    <a:pt x="961073" y="835023"/>
                  </a:cubicBezTo>
                  <a:lnTo>
                    <a:pt x="961073" y="1071243"/>
                  </a:lnTo>
                  <a:cubicBezTo>
                    <a:pt x="961073" y="1080387"/>
                    <a:pt x="956501" y="1084959"/>
                    <a:pt x="947357" y="1084959"/>
                  </a:cubicBezTo>
                  <a:lnTo>
                    <a:pt x="893731" y="1084959"/>
                  </a:lnTo>
                  <a:cubicBezTo>
                    <a:pt x="884206" y="1084959"/>
                    <a:pt x="879443" y="1080197"/>
                    <a:pt x="879443" y="1070672"/>
                  </a:cubicBezTo>
                  <a:lnTo>
                    <a:pt x="879443" y="836547"/>
                  </a:lnTo>
                  <a:cubicBezTo>
                    <a:pt x="879443" y="818640"/>
                    <a:pt x="870522" y="809687"/>
                    <a:pt x="852678" y="809687"/>
                  </a:cubicBezTo>
                  <a:lnTo>
                    <a:pt x="348234" y="809687"/>
                  </a:lnTo>
                  <a:cubicBezTo>
                    <a:pt x="334294" y="809687"/>
                    <a:pt x="322993" y="820988"/>
                    <a:pt x="322993" y="834928"/>
                  </a:cubicBezTo>
                  <a:lnTo>
                    <a:pt x="322993" y="1069338"/>
                  </a:lnTo>
                  <a:cubicBezTo>
                    <a:pt x="322993" y="1079816"/>
                    <a:pt x="317754" y="1085054"/>
                    <a:pt x="307276" y="1085054"/>
                  </a:cubicBezTo>
                  <a:lnTo>
                    <a:pt x="252127" y="1085054"/>
                  </a:lnTo>
                  <a:cubicBezTo>
                    <a:pt x="242221" y="1085054"/>
                    <a:pt x="237268" y="1080070"/>
                    <a:pt x="237268" y="1070100"/>
                  </a:cubicBezTo>
                  <a:lnTo>
                    <a:pt x="237268" y="587373"/>
                  </a:lnTo>
                  <a:cubicBezTo>
                    <a:pt x="237244" y="578325"/>
                    <a:pt x="244560" y="570971"/>
                    <a:pt x="253608" y="570948"/>
                  </a:cubicBezTo>
                  <a:cubicBezTo>
                    <a:pt x="255885" y="570942"/>
                    <a:pt x="258138" y="571410"/>
                    <a:pt x="260223" y="572324"/>
                  </a:cubicBezTo>
                  <a:cubicBezTo>
                    <a:pt x="344107" y="609408"/>
                    <a:pt x="419418" y="599025"/>
                    <a:pt x="486156" y="541177"/>
                  </a:cubicBezTo>
                  <a:cubicBezTo>
                    <a:pt x="507587" y="522508"/>
                    <a:pt x="522732" y="498029"/>
                    <a:pt x="536448" y="471930"/>
                  </a:cubicBezTo>
                  <a:cubicBezTo>
                    <a:pt x="540000" y="465179"/>
                    <a:pt x="547113" y="461067"/>
                    <a:pt x="554736" y="461357"/>
                  </a:cubicBezTo>
                  <a:cubicBezTo>
                    <a:pt x="582676" y="462500"/>
                    <a:pt x="607346" y="459008"/>
                    <a:pt x="628745" y="450880"/>
                  </a:cubicBezTo>
                  <a:cubicBezTo>
                    <a:pt x="691420" y="426972"/>
                    <a:pt x="714756" y="363631"/>
                    <a:pt x="675227" y="306957"/>
                  </a:cubicBezTo>
                  <a:cubicBezTo>
                    <a:pt x="670528" y="300226"/>
                    <a:pt x="668115" y="294194"/>
                    <a:pt x="667988" y="288860"/>
                  </a:cubicBezTo>
                  <a:cubicBezTo>
                    <a:pt x="667830" y="281391"/>
                    <a:pt x="673757" y="275209"/>
                    <a:pt x="681225" y="275051"/>
                  </a:cubicBezTo>
                  <a:cubicBezTo>
                    <a:pt x="681321" y="275049"/>
                    <a:pt x="681418" y="275048"/>
                    <a:pt x="681514" y="275048"/>
                  </a:cubicBezTo>
                  <a:lnTo>
                    <a:pt x="821627" y="275048"/>
                  </a:lnTo>
                  <a:cubicBezTo>
                    <a:pt x="823458" y="275055"/>
                    <a:pt x="825118" y="273923"/>
                    <a:pt x="825818" y="272191"/>
                  </a:cubicBezTo>
                  <a:cubicBezTo>
                    <a:pt x="830707" y="259237"/>
                    <a:pt x="837883" y="247743"/>
                    <a:pt x="847344" y="237710"/>
                  </a:cubicBezTo>
                  <a:cubicBezTo>
                    <a:pt x="849122" y="235805"/>
                    <a:pt x="848709" y="234853"/>
                    <a:pt x="846106" y="234853"/>
                  </a:cubicBezTo>
                  <a:cubicBezTo>
                    <a:pt x="586962" y="235170"/>
                    <a:pt x="362077" y="235170"/>
                    <a:pt x="171450" y="234853"/>
                  </a:cubicBezTo>
                  <a:cubicBezTo>
                    <a:pt x="127445" y="234853"/>
                    <a:pt x="95282" y="253077"/>
                    <a:pt x="74962" y="289526"/>
                  </a:cubicBezTo>
                  <a:cubicBezTo>
                    <a:pt x="65183" y="307116"/>
                    <a:pt x="60484" y="339691"/>
                    <a:pt x="60865" y="387253"/>
                  </a:cubicBezTo>
                  <a:cubicBezTo>
                    <a:pt x="61373" y="454944"/>
                    <a:pt x="61405" y="569847"/>
                    <a:pt x="60960" y="731963"/>
                  </a:cubicBezTo>
                  <a:cubicBezTo>
                    <a:pt x="60962" y="735075"/>
                    <a:pt x="60071" y="738146"/>
                    <a:pt x="58388" y="740821"/>
                  </a:cubicBezTo>
                  <a:cubicBezTo>
                    <a:pt x="31718" y="782794"/>
                    <a:pt x="23019" y="829499"/>
                    <a:pt x="32290" y="880934"/>
                  </a:cubicBezTo>
                  <a:cubicBezTo>
                    <a:pt x="33847" y="889219"/>
                    <a:pt x="41050" y="895221"/>
                    <a:pt x="49435" y="895221"/>
                  </a:cubicBezTo>
                  <a:lnTo>
                    <a:pt x="118396" y="895221"/>
                  </a:lnTo>
                  <a:cubicBezTo>
                    <a:pt x="127139" y="895202"/>
                    <a:pt x="134565" y="888906"/>
                    <a:pt x="135922" y="880362"/>
                  </a:cubicBezTo>
                  <a:cubicBezTo>
                    <a:pt x="142304" y="839976"/>
                    <a:pt x="139065" y="784541"/>
                    <a:pt x="113157" y="751203"/>
                  </a:cubicBezTo>
                  <a:cubicBezTo>
                    <a:pt x="105664" y="741615"/>
                    <a:pt x="101918" y="733741"/>
                    <a:pt x="101918" y="727581"/>
                  </a:cubicBezTo>
                  <a:cubicBezTo>
                    <a:pt x="102108" y="609662"/>
                    <a:pt x="102140" y="491710"/>
                    <a:pt x="102013" y="373727"/>
                  </a:cubicBezTo>
                  <a:cubicBezTo>
                    <a:pt x="102013" y="339056"/>
                    <a:pt x="105220" y="316641"/>
                    <a:pt x="111633" y="306481"/>
                  </a:cubicBezTo>
                  <a:cubicBezTo>
                    <a:pt x="125730" y="284129"/>
                    <a:pt x="149352" y="273651"/>
                    <a:pt x="182499" y="275048"/>
                  </a:cubicBezTo>
                  <a:cubicBezTo>
                    <a:pt x="195898" y="275683"/>
                    <a:pt x="201486" y="282605"/>
                    <a:pt x="199263" y="295813"/>
                  </a:cubicBezTo>
                  <a:cubicBezTo>
                    <a:pt x="198247" y="302036"/>
                    <a:pt x="197676" y="310291"/>
                    <a:pt x="197549" y="320578"/>
                  </a:cubicBezTo>
                  <a:cubicBezTo>
                    <a:pt x="196342" y="406620"/>
                    <a:pt x="195929" y="652048"/>
                    <a:pt x="196310" y="1056861"/>
                  </a:cubicBezTo>
                  <a:cubicBezTo>
                    <a:pt x="196310" y="1078133"/>
                    <a:pt x="198977" y="1093214"/>
                    <a:pt x="204311" y="1102104"/>
                  </a:cubicBezTo>
                  <a:cubicBezTo>
                    <a:pt x="213392" y="1117154"/>
                    <a:pt x="228632" y="1124901"/>
                    <a:pt x="250031" y="1125345"/>
                  </a:cubicBezTo>
                  <a:cubicBezTo>
                    <a:pt x="260572" y="1125536"/>
                    <a:pt x="279559" y="1125472"/>
                    <a:pt x="306991" y="1125155"/>
                  </a:cubicBezTo>
                  <a:cubicBezTo>
                    <a:pt x="323056" y="1124964"/>
                    <a:pt x="334804" y="1122265"/>
                    <a:pt x="342233" y="1117058"/>
                  </a:cubicBezTo>
                  <a:cubicBezTo>
                    <a:pt x="356203" y="1107279"/>
                    <a:pt x="363252" y="1096135"/>
                    <a:pt x="363379" y="1083626"/>
                  </a:cubicBezTo>
                  <a:cubicBezTo>
                    <a:pt x="363823" y="1025015"/>
                    <a:pt x="364014" y="951228"/>
                    <a:pt x="363950" y="862265"/>
                  </a:cubicBezTo>
                  <a:cubicBezTo>
                    <a:pt x="363950" y="855531"/>
                    <a:pt x="369409" y="850073"/>
                    <a:pt x="376142" y="850073"/>
                  </a:cubicBezTo>
                  <a:lnTo>
                    <a:pt x="821436" y="850073"/>
                  </a:lnTo>
                  <a:cubicBezTo>
                    <a:pt x="828485" y="850073"/>
                    <a:pt x="834199" y="855787"/>
                    <a:pt x="834199" y="862836"/>
                  </a:cubicBezTo>
                  <a:cubicBezTo>
                    <a:pt x="834327" y="912874"/>
                    <a:pt x="834390" y="977676"/>
                    <a:pt x="834390" y="1057241"/>
                  </a:cubicBezTo>
                  <a:cubicBezTo>
                    <a:pt x="834390" y="1078451"/>
                    <a:pt x="837121" y="1093500"/>
                    <a:pt x="842582" y="1102390"/>
                  </a:cubicBezTo>
                  <a:cubicBezTo>
                    <a:pt x="851726" y="1117313"/>
                    <a:pt x="866934" y="1124964"/>
                    <a:pt x="888206" y="1125345"/>
                  </a:cubicBezTo>
                  <a:cubicBezTo>
                    <a:pt x="905732" y="1125663"/>
                    <a:pt x="923227" y="1125599"/>
                    <a:pt x="940689" y="1125155"/>
                  </a:cubicBezTo>
                  <a:cubicBezTo>
                    <a:pt x="961327" y="1124520"/>
                    <a:pt x="976027" y="1121345"/>
                    <a:pt x="984790" y="1115630"/>
                  </a:cubicBezTo>
                  <a:cubicBezTo>
                    <a:pt x="999077" y="1106359"/>
                    <a:pt x="1006189" y="1091246"/>
                    <a:pt x="1006126" y="1070291"/>
                  </a:cubicBezTo>
                  <a:cubicBezTo>
                    <a:pt x="1006126" y="1002854"/>
                    <a:pt x="1006158" y="935385"/>
                    <a:pt x="1006221" y="867884"/>
                  </a:cubicBezTo>
                  <a:cubicBezTo>
                    <a:pt x="1006221" y="855946"/>
                    <a:pt x="1012190" y="849978"/>
                    <a:pt x="1024128" y="849978"/>
                  </a:cubicBezTo>
                  <a:lnTo>
                    <a:pt x="1031177" y="849978"/>
                  </a:lnTo>
                  <a:cubicBezTo>
                    <a:pt x="1041781" y="849978"/>
                    <a:pt x="1047052" y="855280"/>
                    <a:pt x="1046988" y="865884"/>
                  </a:cubicBezTo>
                  <a:cubicBezTo>
                    <a:pt x="1046798" y="933639"/>
                    <a:pt x="1046829" y="999901"/>
                    <a:pt x="1047083" y="1064671"/>
                  </a:cubicBezTo>
                  <a:cubicBezTo>
                    <a:pt x="1047147" y="1079911"/>
                    <a:pt x="1049052" y="1091405"/>
                    <a:pt x="1052798" y="1099151"/>
                  </a:cubicBezTo>
                  <a:cubicBezTo>
                    <a:pt x="1059021" y="1111852"/>
                    <a:pt x="1068515" y="1119852"/>
                    <a:pt x="1081278" y="1123154"/>
                  </a:cubicBezTo>
                  <a:cubicBezTo>
                    <a:pt x="1092645" y="1126012"/>
                    <a:pt x="1123823" y="1126234"/>
                    <a:pt x="1174814" y="1123821"/>
                  </a:cubicBezTo>
                  <a:cubicBezTo>
                    <a:pt x="1219010" y="1121630"/>
                    <a:pt x="1214628" y="1072005"/>
                    <a:pt x="1214723" y="1041144"/>
                  </a:cubicBezTo>
                  <a:cubicBezTo>
                    <a:pt x="1214914" y="955991"/>
                    <a:pt x="1214946" y="860836"/>
                    <a:pt x="1214819" y="755680"/>
                  </a:cubicBezTo>
                  <a:cubicBezTo>
                    <a:pt x="1214819" y="754207"/>
                    <a:pt x="1213582" y="753013"/>
                    <a:pt x="1212056" y="753013"/>
                  </a:cubicBezTo>
                  <a:lnTo>
                    <a:pt x="1176528" y="753013"/>
                  </a:lnTo>
                  <a:cubicBezTo>
                    <a:pt x="1174623" y="753013"/>
                    <a:pt x="1173671" y="753965"/>
                    <a:pt x="1173671" y="755870"/>
                  </a:cubicBezTo>
                  <a:lnTo>
                    <a:pt x="1173671" y="1068386"/>
                  </a:lnTo>
                  <a:cubicBezTo>
                    <a:pt x="1173671" y="1079625"/>
                    <a:pt x="1168083" y="1085245"/>
                    <a:pt x="1156907" y="1085245"/>
                  </a:cubicBezTo>
                  <a:lnTo>
                    <a:pt x="1111663" y="1085245"/>
                  </a:lnTo>
                  <a:cubicBezTo>
                    <a:pt x="1107726" y="1085245"/>
                    <a:pt x="1105249" y="1083340"/>
                    <a:pt x="1104233" y="1079530"/>
                  </a:cubicBezTo>
                  <a:cubicBezTo>
                    <a:pt x="1102646" y="1073942"/>
                    <a:pt x="1099090" y="1070354"/>
                    <a:pt x="1093565" y="1068767"/>
                  </a:cubicBezTo>
                  <a:cubicBezTo>
                    <a:pt x="1089692" y="1067687"/>
                    <a:pt x="1087755" y="1065147"/>
                    <a:pt x="1087755" y="1061147"/>
                  </a:cubicBezTo>
                  <a:close/>
                  <a:moveTo>
                    <a:pt x="146018" y="748155"/>
                  </a:moveTo>
                  <a:cubicBezTo>
                    <a:pt x="154781" y="761554"/>
                    <a:pt x="161100" y="782159"/>
                    <a:pt x="164973" y="809972"/>
                  </a:cubicBezTo>
                  <a:cubicBezTo>
                    <a:pt x="165037" y="810353"/>
                    <a:pt x="165544" y="810734"/>
                    <a:pt x="166497" y="811115"/>
                  </a:cubicBezTo>
                  <a:lnTo>
                    <a:pt x="166497" y="811211"/>
                  </a:lnTo>
                  <a:cubicBezTo>
                    <a:pt x="167386" y="811592"/>
                    <a:pt x="167831" y="811115"/>
                    <a:pt x="167831" y="809782"/>
                  </a:cubicBezTo>
                  <a:lnTo>
                    <a:pt x="167926" y="314863"/>
                  </a:lnTo>
                  <a:cubicBezTo>
                    <a:pt x="167926" y="302861"/>
                    <a:pt x="163132" y="300067"/>
                    <a:pt x="153543" y="306481"/>
                  </a:cubicBezTo>
                  <a:lnTo>
                    <a:pt x="147352" y="310767"/>
                  </a:lnTo>
                  <a:cubicBezTo>
                    <a:pt x="136112" y="318387"/>
                    <a:pt x="130493" y="327817"/>
                    <a:pt x="130493" y="339056"/>
                  </a:cubicBezTo>
                  <a:cubicBezTo>
                    <a:pt x="130556" y="548924"/>
                    <a:pt x="130905" y="672876"/>
                    <a:pt x="131540" y="710912"/>
                  </a:cubicBezTo>
                  <a:cubicBezTo>
                    <a:pt x="131731" y="721390"/>
                    <a:pt x="136557" y="733804"/>
                    <a:pt x="146018" y="748155"/>
                  </a:cubicBezTo>
                  <a:close/>
                  <a:moveTo>
                    <a:pt x="1145762" y="728915"/>
                  </a:moveTo>
                  <a:cubicBezTo>
                    <a:pt x="1145762" y="728757"/>
                    <a:pt x="1145634" y="728629"/>
                    <a:pt x="1145477" y="728629"/>
                  </a:cubicBezTo>
                  <a:cubicBezTo>
                    <a:pt x="1118616" y="728756"/>
                    <a:pt x="1091660" y="728946"/>
                    <a:pt x="1064609" y="729200"/>
                  </a:cubicBezTo>
                  <a:cubicBezTo>
                    <a:pt x="1028160" y="729582"/>
                    <a:pt x="1001713" y="725518"/>
                    <a:pt x="985266" y="717008"/>
                  </a:cubicBezTo>
                  <a:cubicBezTo>
                    <a:pt x="957136" y="702467"/>
                    <a:pt x="942435" y="675924"/>
                    <a:pt x="941165" y="637379"/>
                  </a:cubicBezTo>
                  <a:cubicBezTo>
                    <a:pt x="940276" y="608424"/>
                    <a:pt x="940467" y="581563"/>
                    <a:pt x="941737" y="556798"/>
                  </a:cubicBezTo>
                  <a:cubicBezTo>
                    <a:pt x="942816" y="536097"/>
                    <a:pt x="950246" y="518285"/>
                    <a:pt x="964025" y="503363"/>
                  </a:cubicBezTo>
                  <a:cubicBezTo>
                    <a:pt x="966184" y="501077"/>
                    <a:pt x="966153" y="498759"/>
                    <a:pt x="963930" y="496409"/>
                  </a:cubicBezTo>
                  <a:cubicBezTo>
                    <a:pt x="959168" y="491361"/>
                    <a:pt x="957072" y="485456"/>
                    <a:pt x="955929" y="478598"/>
                  </a:cubicBezTo>
                  <a:cubicBezTo>
                    <a:pt x="947484" y="429258"/>
                    <a:pt x="940276" y="387158"/>
                    <a:pt x="934307" y="352296"/>
                  </a:cubicBezTo>
                  <a:cubicBezTo>
                    <a:pt x="933736" y="349058"/>
                    <a:pt x="932021" y="348232"/>
                    <a:pt x="929164" y="349820"/>
                  </a:cubicBezTo>
                  <a:cubicBezTo>
                    <a:pt x="904462" y="363536"/>
                    <a:pt x="889095" y="370044"/>
                    <a:pt x="883063" y="369346"/>
                  </a:cubicBezTo>
                  <a:cubicBezTo>
                    <a:pt x="846233" y="365028"/>
                    <a:pt x="831056" y="344613"/>
                    <a:pt x="837533" y="308100"/>
                  </a:cubicBezTo>
                  <a:cubicBezTo>
                    <a:pt x="838041" y="305116"/>
                    <a:pt x="836771" y="303623"/>
                    <a:pt x="833723" y="303623"/>
                  </a:cubicBezTo>
                  <a:lnTo>
                    <a:pt x="711803" y="303623"/>
                  </a:lnTo>
                  <a:cubicBezTo>
                    <a:pt x="708311" y="303623"/>
                    <a:pt x="707390" y="305147"/>
                    <a:pt x="709041" y="308195"/>
                  </a:cubicBezTo>
                  <a:cubicBezTo>
                    <a:pt x="725234" y="338612"/>
                    <a:pt x="727742" y="369886"/>
                    <a:pt x="716566" y="402017"/>
                  </a:cubicBezTo>
                  <a:cubicBezTo>
                    <a:pt x="698087" y="455261"/>
                    <a:pt x="643223" y="485837"/>
                    <a:pt x="588074" y="488980"/>
                  </a:cubicBezTo>
                  <a:cubicBezTo>
                    <a:pt x="576517" y="489678"/>
                    <a:pt x="568325" y="490186"/>
                    <a:pt x="563499" y="490504"/>
                  </a:cubicBezTo>
                  <a:cubicBezTo>
                    <a:pt x="560324" y="490694"/>
                    <a:pt x="558006" y="492218"/>
                    <a:pt x="556546" y="495076"/>
                  </a:cubicBezTo>
                  <a:cubicBezTo>
                    <a:pt x="531463" y="543018"/>
                    <a:pt x="494983" y="578356"/>
                    <a:pt x="447104" y="601089"/>
                  </a:cubicBezTo>
                  <a:cubicBezTo>
                    <a:pt x="390843" y="627823"/>
                    <a:pt x="332200" y="629823"/>
                    <a:pt x="271177" y="607090"/>
                  </a:cubicBezTo>
                  <a:cubicBezTo>
                    <a:pt x="267557" y="605693"/>
                    <a:pt x="265748" y="606931"/>
                    <a:pt x="265748" y="610805"/>
                  </a:cubicBezTo>
                  <a:lnTo>
                    <a:pt x="265748" y="1053622"/>
                  </a:lnTo>
                  <a:cubicBezTo>
                    <a:pt x="265748" y="1055590"/>
                    <a:pt x="266732" y="1056575"/>
                    <a:pt x="268700" y="1056575"/>
                  </a:cubicBezTo>
                  <a:lnTo>
                    <a:pt x="292227" y="1056575"/>
                  </a:lnTo>
                  <a:cubicBezTo>
                    <a:pt x="293815" y="1056575"/>
                    <a:pt x="294608" y="1055749"/>
                    <a:pt x="294608" y="1054098"/>
                  </a:cubicBezTo>
                  <a:cubicBezTo>
                    <a:pt x="294227" y="965262"/>
                    <a:pt x="294323" y="892999"/>
                    <a:pt x="294894" y="837309"/>
                  </a:cubicBezTo>
                  <a:cubicBezTo>
                    <a:pt x="295275" y="800225"/>
                    <a:pt x="314484" y="781588"/>
                    <a:pt x="352520" y="781397"/>
                  </a:cubicBezTo>
                  <a:cubicBezTo>
                    <a:pt x="406876" y="781143"/>
                    <a:pt x="570389" y="781080"/>
                    <a:pt x="843058" y="781207"/>
                  </a:cubicBezTo>
                  <a:cubicBezTo>
                    <a:pt x="893826" y="781302"/>
                    <a:pt x="907733" y="802924"/>
                    <a:pt x="908018" y="852930"/>
                  </a:cubicBezTo>
                  <a:cubicBezTo>
                    <a:pt x="908272" y="919288"/>
                    <a:pt x="908209" y="985582"/>
                    <a:pt x="907828" y="1051812"/>
                  </a:cubicBezTo>
                  <a:cubicBezTo>
                    <a:pt x="907764" y="1054924"/>
                    <a:pt x="909288" y="1056479"/>
                    <a:pt x="912400" y="1056479"/>
                  </a:cubicBezTo>
                  <a:lnTo>
                    <a:pt x="927163" y="1056479"/>
                  </a:lnTo>
                  <a:cubicBezTo>
                    <a:pt x="930109" y="1056479"/>
                    <a:pt x="932497" y="1054134"/>
                    <a:pt x="932497" y="1051241"/>
                  </a:cubicBezTo>
                  <a:cubicBezTo>
                    <a:pt x="932498" y="982089"/>
                    <a:pt x="932529" y="917129"/>
                    <a:pt x="932593" y="856359"/>
                  </a:cubicBezTo>
                  <a:cubicBezTo>
                    <a:pt x="932593" y="833245"/>
                    <a:pt x="934625" y="817497"/>
                    <a:pt x="938689" y="809115"/>
                  </a:cubicBezTo>
                  <a:cubicBezTo>
                    <a:pt x="946753" y="792415"/>
                    <a:pt x="962215" y="783620"/>
                    <a:pt x="985076" y="782731"/>
                  </a:cubicBezTo>
                  <a:cubicBezTo>
                    <a:pt x="1029970" y="781016"/>
                    <a:pt x="1057275" y="780540"/>
                    <a:pt x="1066991" y="781302"/>
                  </a:cubicBezTo>
                  <a:cubicBezTo>
                    <a:pt x="1109472" y="784636"/>
                    <a:pt x="1116235" y="811306"/>
                    <a:pt x="1116330" y="850454"/>
                  </a:cubicBezTo>
                  <a:cubicBezTo>
                    <a:pt x="1116394" y="875473"/>
                    <a:pt x="1116362" y="942402"/>
                    <a:pt x="1116235" y="1051241"/>
                  </a:cubicBezTo>
                  <a:cubicBezTo>
                    <a:pt x="1116235" y="1054081"/>
                    <a:pt x="1118580" y="1056384"/>
                    <a:pt x="1121474" y="1056384"/>
                  </a:cubicBezTo>
                  <a:lnTo>
                    <a:pt x="1140809" y="1056384"/>
                  </a:lnTo>
                  <a:cubicBezTo>
                    <a:pt x="1143545" y="1056384"/>
                    <a:pt x="1145762" y="1054167"/>
                    <a:pt x="1145762" y="1051431"/>
                  </a:cubicBezTo>
                  <a:lnTo>
                    <a:pt x="1145762" y="728915"/>
                  </a:lnTo>
                  <a:close/>
                  <a:moveTo>
                    <a:pt x="1304613" y="562139"/>
                  </a:moveTo>
                  <a:cubicBezTo>
                    <a:pt x="1304670" y="529261"/>
                    <a:pt x="1278063" y="502561"/>
                    <a:pt x="1245185" y="502504"/>
                  </a:cubicBezTo>
                  <a:lnTo>
                    <a:pt x="1029350" y="502126"/>
                  </a:lnTo>
                  <a:cubicBezTo>
                    <a:pt x="996471" y="502069"/>
                    <a:pt x="969772" y="528675"/>
                    <a:pt x="969715" y="561554"/>
                  </a:cubicBezTo>
                  <a:lnTo>
                    <a:pt x="969576" y="640421"/>
                  </a:lnTo>
                  <a:cubicBezTo>
                    <a:pt x="969519" y="673299"/>
                    <a:pt x="996126" y="699998"/>
                    <a:pt x="1029004" y="700056"/>
                  </a:cubicBezTo>
                  <a:lnTo>
                    <a:pt x="1244839" y="700433"/>
                  </a:lnTo>
                  <a:cubicBezTo>
                    <a:pt x="1277718" y="700490"/>
                    <a:pt x="1304417" y="673884"/>
                    <a:pt x="1304475" y="641006"/>
                  </a:cubicBezTo>
                  <a:lnTo>
                    <a:pt x="1304613" y="562139"/>
                  </a:lnTo>
                  <a:close/>
                  <a:moveTo>
                    <a:pt x="528257" y="1025809"/>
                  </a:moveTo>
                  <a:lnTo>
                    <a:pt x="542354" y="1063337"/>
                  </a:lnTo>
                  <a:cubicBezTo>
                    <a:pt x="543597" y="1066626"/>
                    <a:pt x="547256" y="1068323"/>
                    <a:pt x="550526" y="1067128"/>
                  </a:cubicBezTo>
                  <a:cubicBezTo>
                    <a:pt x="552279" y="1066488"/>
                    <a:pt x="553646" y="1065100"/>
                    <a:pt x="554260" y="1063337"/>
                  </a:cubicBezTo>
                  <a:cubicBezTo>
                    <a:pt x="559340" y="1049177"/>
                    <a:pt x="561245" y="1034000"/>
                    <a:pt x="559975" y="1017808"/>
                  </a:cubicBezTo>
                  <a:cubicBezTo>
                    <a:pt x="559784" y="1015204"/>
                    <a:pt x="560673" y="1012347"/>
                    <a:pt x="562642" y="1009236"/>
                  </a:cubicBezTo>
                  <a:cubicBezTo>
                    <a:pt x="565182" y="1005044"/>
                    <a:pt x="573278" y="997234"/>
                    <a:pt x="586931" y="985804"/>
                  </a:cubicBezTo>
                  <a:cubicBezTo>
                    <a:pt x="610743" y="965928"/>
                    <a:pt x="625697" y="939512"/>
                    <a:pt x="631793" y="906556"/>
                  </a:cubicBezTo>
                  <a:cubicBezTo>
                    <a:pt x="632109" y="904795"/>
                    <a:pt x="630938" y="903112"/>
                    <a:pt x="629177" y="902797"/>
                  </a:cubicBezTo>
                  <a:cubicBezTo>
                    <a:pt x="629003" y="902765"/>
                    <a:pt x="628827" y="902748"/>
                    <a:pt x="628650" y="902746"/>
                  </a:cubicBezTo>
                  <a:lnTo>
                    <a:pt x="422243" y="902746"/>
                  </a:lnTo>
                  <a:cubicBezTo>
                    <a:pt x="418878" y="902746"/>
                    <a:pt x="417195" y="904429"/>
                    <a:pt x="417195" y="907794"/>
                  </a:cubicBezTo>
                  <a:lnTo>
                    <a:pt x="417195" y="990566"/>
                  </a:lnTo>
                  <a:cubicBezTo>
                    <a:pt x="417195" y="992598"/>
                    <a:pt x="417925" y="994313"/>
                    <a:pt x="419386" y="995710"/>
                  </a:cubicBezTo>
                  <a:lnTo>
                    <a:pt x="436626" y="1013045"/>
                  </a:lnTo>
                  <a:cubicBezTo>
                    <a:pt x="438849" y="1015268"/>
                    <a:pt x="440150" y="1017935"/>
                    <a:pt x="440531" y="1021046"/>
                  </a:cubicBezTo>
                  <a:lnTo>
                    <a:pt x="444627" y="1053146"/>
                  </a:lnTo>
                  <a:cubicBezTo>
                    <a:pt x="446596" y="1069021"/>
                    <a:pt x="452152" y="1070735"/>
                    <a:pt x="461296" y="1058289"/>
                  </a:cubicBezTo>
                  <a:cubicBezTo>
                    <a:pt x="463709" y="1055051"/>
                    <a:pt x="465328" y="1047208"/>
                    <a:pt x="466154" y="1034762"/>
                  </a:cubicBezTo>
                  <a:cubicBezTo>
                    <a:pt x="466634" y="1026833"/>
                    <a:pt x="473494" y="1020804"/>
                    <a:pt x="481474" y="1021294"/>
                  </a:cubicBezTo>
                  <a:cubicBezTo>
                    <a:pt x="482087" y="1021332"/>
                    <a:pt x="482696" y="1021408"/>
                    <a:pt x="483298" y="1021523"/>
                  </a:cubicBezTo>
                  <a:cubicBezTo>
                    <a:pt x="493713" y="1023491"/>
                    <a:pt x="505524" y="1023174"/>
                    <a:pt x="518732" y="1020570"/>
                  </a:cubicBezTo>
                  <a:cubicBezTo>
                    <a:pt x="522792" y="1019736"/>
                    <a:pt x="526841" y="1021962"/>
                    <a:pt x="528257" y="1025809"/>
                  </a:cubicBezTo>
                  <a:close/>
                </a:path>
              </a:pathLst>
            </a:custGeom>
            <a:solidFill>
              <a:srgbClr val="FFFFFF"/>
            </a:solidFill>
            <a:ln w="9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BC884052-CD74-5BEE-6520-44D36EA24DD4}"/>
                </a:ext>
              </a:extLst>
            </p:cNvPr>
            <p:cNvSpPr/>
            <p:nvPr/>
          </p:nvSpPr>
          <p:spPr>
            <a:xfrm>
              <a:off x="5643190" y="7320482"/>
              <a:ext cx="18527" cy="18527"/>
            </a:xfrm>
            <a:custGeom>
              <a:avLst/>
              <a:gdLst>
                <a:gd name="connsiteX0" fmla="*/ 62675 w 62674"/>
                <a:gd name="connsiteY0" fmla="*/ 31337 h 62674"/>
                <a:gd name="connsiteX1" fmla="*/ 31337 w 62674"/>
                <a:gd name="connsiteY1" fmla="*/ 62675 h 62674"/>
                <a:gd name="connsiteX2" fmla="*/ 0 w 62674"/>
                <a:gd name="connsiteY2" fmla="*/ 31337 h 62674"/>
                <a:gd name="connsiteX3" fmla="*/ 31337 w 62674"/>
                <a:gd name="connsiteY3" fmla="*/ 0 h 62674"/>
                <a:gd name="connsiteX4" fmla="*/ 62675 w 62674"/>
                <a:gd name="connsiteY4" fmla="*/ 31337 h 62674"/>
                <a:gd name="connsiteX5" fmla="*/ 31433 w 62674"/>
                <a:gd name="connsiteY5" fmla="*/ 31337 h 62674"/>
                <a:gd name="connsiteX6" fmla="*/ 30798 w 62674"/>
                <a:gd name="connsiteY6" fmla="*/ 32579 h 62674"/>
                <a:gd name="connsiteX7" fmla="*/ 32290 w 62674"/>
                <a:gd name="connsiteY7" fmla="*/ 33338 h 62674"/>
                <a:gd name="connsiteX8" fmla="*/ 33814 w 62674"/>
                <a:gd name="connsiteY8" fmla="*/ 31623 h 62674"/>
                <a:gd name="connsiteX9" fmla="*/ 32480 w 62674"/>
                <a:gd name="connsiteY9" fmla="*/ 30861 h 62674"/>
                <a:gd name="connsiteX10" fmla="*/ 31433 w 62674"/>
                <a:gd name="connsiteY10" fmla="*/ 31337 h 6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674" h="62674">
                  <a:moveTo>
                    <a:pt x="62675" y="31337"/>
                  </a:moveTo>
                  <a:cubicBezTo>
                    <a:pt x="62675" y="48644"/>
                    <a:pt x="48644" y="62675"/>
                    <a:pt x="31337" y="62675"/>
                  </a:cubicBezTo>
                  <a:cubicBezTo>
                    <a:pt x="14030" y="62675"/>
                    <a:pt x="0" y="48644"/>
                    <a:pt x="0" y="31337"/>
                  </a:cubicBezTo>
                  <a:cubicBezTo>
                    <a:pt x="0" y="14030"/>
                    <a:pt x="14030" y="0"/>
                    <a:pt x="31337" y="0"/>
                  </a:cubicBezTo>
                  <a:cubicBezTo>
                    <a:pt x="48644" y="0"/>
                    <a:pt x="62675" y="14030"/>
                    <a:pt x="62675" y="31337"/>
                  </a:cubicBezTo>
                  <a:close/>
                  <a:moveTo>
                    <a:pt x="31433" y="31337"/>
                  </a:moveTo>
                  <a:cubicBezTo>
                    <a:pt x="30845" y="31471"/>
                    <a:pt x="30561" y="32027"/>
                    <a:pt x="30798" y="32579"/>
                  </a:cubicBezTo>
                  <a:cubicBezTo>
                    <a:pt x="31035" y="33131"/>
                    <a:pt x="31703" y="33471"/>
                    <a:pt x="32290" y="33338"/>
                  </a:cubicBezTo>
                  <a:cubicBezTo>
                    <a:pt x="33433" y="33147"/>
                    <a:pt x="33941" y="32575"/>
                    <a:pt x="33814" y="31623"/>
                  </a:cubicBezTo>
                  <a:cubicBezTo>
                    <a:pt x="33687" y="30671"/>
                    <a:pt x="33242" y="30416"/>
                    <a:pt x="32480" y="30861"/>
                  </a:cubicBezTo>
                  <a:cubicBezTo>
                    <a:pt x="31972" y="31115"/>
                    <a:pt x="31623" y="31274"/>
                    <a:pt x="31433" y="31337"/>
                  </a:cubicBezTo>
                  <a:close/>
                </a:path>
              </a:pathLst>
            </a:custGeom>
            <a:solidFill>
              <a:srgbClr val="FFFFFF"/>
            </a:solidFill>
            <a:ln w="9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E2660AC6-EC36-8313-02DE-FA283AD40EC4}"/>
                </a:ext>
              </a:extLst>
            </p:cNvPr>
            <p:cNvSpPr/>
            <p:nvPr/>
          </p:nvSpPr>
          <p:spPr>
            <a:xfrm>
              <a:off x="5698827" y="7320481"/>
              <a:ext cx="19765" cy="18584"/>
            </a:xfrm>
            <a:custGeom>
              <a:avLst/>
              <a:gdLst>
                <a:gd name="connsiteX0" fmla="*/ 66851 w 66862"/>
                <a:gd name="connsiteY0" fmla="*/ 30501 h 62868"/>
                <a:gd name="connsiteX1" fmla="*/ 34308 w 66862"/>
                <a:gd name="connsiteY1" fmla="*/ 62854 h 62868"/>
                <a:gd name="connsiteX2" fmla="*/ 12 w 66862"/>
                <a:gd name="connsiteY2" fmla="*/ 32368 h 62868"/>
                <a:gd name="connsiteX3" fmla="*/ 32554 w 66862"/>
                <a:gd name="connsiteY3" fmla="*/ 14 h 62868"/>
                <a:gd name="connsiteX4" fmla="*/ 66850 w 66862"/>
                <a:gd name="connsiteY4" fmla="*/ 30501 h 62868"/>
                <a:gd name="connsiteX5" fmla="*/ 30288 w 66862"/>
                <a:gd name="connsiteY5" fmla="*/ 34482 h 62868"/>
                <a:gd name="connsiteX6" fmla="*/ 33431 w 66862"/>
                <a:gd name="connsiteY6" fmla="*/ 35340 h 62868"/>
                <a:gd name="connsiteX7" fmla="*/ 33717 w 66862"/>
                <a:gd name="connsiteY7" fmla="*/ 29244 h 62868"/>
                <a:gd name="connsiteX8" fmla="*/ 30859 w 66862"/>
                <a:gd name="connsiteY8" fmla="*/ 29148 h 62868"/>
                <a:gd name="connsiteX9" fmla="*/ 29361 w 66862"/>
                <a:gd name="connsiteY9" fmla="*/ 33334 h 62868"/>
                <a:gd name="connsiteX10" fmla="*/ 30288 w 66862"/>
                <a:gd name="connsiteY10" fmla="*/ 34482 h 6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862" h="62868">
                  <a:moveTo>
                    <a:pt x="66851" y="30501"/>
                  </a:moveTo>
                  <a:cubicBezTo>
                    <a:pt x="67335" y="47854"/>
                    <a:pt x="52766" y="62339"/>
                    <a:pt x="34308" y="62854"/>
                  </a:cubicBezTo>
                  <a:cubicBezTo>
                    <a:pt x="15852" y="63369"/>
                    <a:pt x="497" y="49720"/>
                    <a:pt x="12" y="32368"/>
                  </a:cubicBezTo>
                  <a:cubicBezTo>
                    <a:pt x="-473" y="15015"/>
                    <a:pt x="14097" y="530"/>
                    <a:pt x="32554" y="14"/>
                  </a:cubicBezTo>
                  <a:cubicBezTo>
                    <a:pt x="51011" y="-501"/>
                    <a:pt x="66366" y="13148"/>
                    <a:pt x="66850" y="30501"/>
                  </a:cubicBezTo>
                  <a:close/>
                  <a:moveTo>
                    <a:pt x="30288" y="34482"/>
                  </a:moveTo>
                  <a:cubicBezTo>
                    <a:pt x="31558" y="35371"/>
                    <a:pt x="32606" y="35657"/>
                    <a:pt x="33431" y="35340"/>
                  </a:cubicBezTo>
                  <a:cubicBezTo>
                    <a:pt x="38257" y="33244"/>
                    <a:pt x="38352" y="31212"/>
                    <a:pt x="33717" y="29244"/>
                  </a:cubicBezTo>
                  <a:cubicBezTo>
                    <a:pt x="32701" y="28799"/>
                    <a:pt x="31748" y="28767"/>
                    <a:pt x="30859" y="29148"/>
                  </a:cubicBezTo>
                  <a:cubicBezTo>
                    <a:pt x="29290" y="29890"/>
                    <a:pt x="28619" y="31764"/>
                    <a:pt x="29361" y="33334"/>
                  </a:cubicBezTo>
                  <a:cubicBezTo>
                    <a:pt x="29575" y="33785"/>
                    <a:pt x="29892" y="34178"/>
                    <a:pt x="30288" y="34482"/>
                  </a:cubicBezTo>
                  <a:close/>
                </a:path>
              </a:pathLst>
            </a:custGeom>
            <a:solidFill>
              <a:srgbClr val="FFFFFF"/>
            </a:solidFill>
            <a:ln w="952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7E64F3F8-53D4-E4A9-2211-0F53476A1FAA}"/>
                </a:ext>
              </a:extLst>
            </p:cNvPr>
            <p:cNvSpPr/>
            <p:nvPr/>
          </p:nvSpPr>
          <p:spPr>
            <a:xfrm>
              <a:off x="5636742" y="7388451"/>
              <a:ext cx="88242" cy="49105"/>
            </a:xfrm>
            <a:custGeom>
              <a:avLst/>
              <a:gdLst>
                <a:gd name="connsiteX0" fmla="*/ 298513 w 298513"/>
                <a:gd name="connsiteY0" fmla="*/ 123444 h 166116"/>
                <a:gd name="connsiteX1" fmla="*/ 255842 w 298513"/>
                <a:gd name="connsiteY1" fmla="*/ 166116 h 166116"/>
                <a:gd name="connsiteX2" fmla="*/ 42672 w 298513"/>
                <a:gd name="connsiteY2" fmla="*/ 166116 h 166116"/>
                <a:gd name="connsiteX3" fmla="*/ 0 w 298513"/>
                <a:gd name="connsiteY3" fmla="*/ 123444 h 166116"/>
                <a:gd name="connsiteX4" fmla="*/ 0 w 298513"/>
                <a:gd name="connsiteY4" fmla="*/ 42672 h 166116"/>
                <a:gd name="connsiteX5" fmla="*/ 42672 w 298513"/>
                <a:gd name="connsiteY5" fmla="*/ 0 h 166116"/>
                <a:gd name="connsiteX6" fmla="*/ 255842 w 298513"/>
                <a:gd name="connsiteY6" fmla="*/ 0 h 166116"/>
                <a:gd name="connsiteX7" fmla="*/ 298513 w 298513"/>
                <a:gd name="connsiteY7" fmla="*/ 42672 h 166116"/>
                <a:gd name="connsiteX8" fmla="*/ 298513 w 298513"/>
                <a:gd name="connsiteY8" fmla="*/ 123444 h 166116"/>
                <a:gd name="connsiteX9" fmla="*/ 269938 w 298513"/>
                <a:gd name="connsiteY9" fmla="*/ 40767 h 166116"/>
                <a:gd name="connsiteX10" fmla="*/ 257651 w 298513"/>
                <a:gd name="connsiteY10" fmla="*/ 28480 h 166116"/>
                <a:gd name="connsiteX11" fmla="*/ 40862 w 298513"/>
                <a:gd name="connsiteY11" fmla="*/ 28480 h 166116"/>
                <a:gd name="connsiteX12" fmla="*/ 28575 w 298513"/>
                <a:gd name="connsiteY12" fmla="*/ 40767 h 166116"/>
                <a:gd name="connsiteX13" fmla="*/ 28575 w 298513"/>
                <a:gd name="connsiteY13" fmla="*/ 125158 h 166116"/>
                <a:gd name="connsiteX14" fmla="*/ 40862 w 298513"/>
                <a:gd name="connsiteY14" fmla="*/ 137446 h 166116"/>
                <a:gd name="connsiteX15" fmla="*/ 257651 w 298513"/>
                <a:gd name="connsiteY15" fmla="*/ 137446 h 166116"/>
                <a:gd name="connsiteX16" fmla="*/ 269938 w 298513"/>
                <a:gd name="connsiteY16" fmla="*/ 125159 h 166116"/>
                <a:gd name="connsiteX17" fmla="*/ 269938 w 298513"/>
                <a:gd name="connsiteY17" fmla="*/ 40767 h 166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8513" h="166116">
                  <a:moveTo>
                    <a:pt x="298513" y="123444"/>
                  </a:moveTo>
                  <a:cubicBezTo>
                    <a:pt x="298513" y="147011"/>
                    <a:pt x="279409" y="166116"/>
                    <a:pt x="255842" y="166116"/>
                  </a:cubicBezTo>
                  <a:lnTo>
                    <a:pt x="42672" y="166116"/>
                  </a:lnTo>
                  <a:cubicBezTo>
                    <a:pt x="19105" y="166116"/>
                    <a:pt x="0" y="147011"/>
                    <a:pt x="0" y="123444"/>
                  </a:cubicBezTo>
                  <a:lnTo>
                    <a:pt x="0" y="42672"/>
                  </a:lnTo>
                  <a:cubicBezTo>
                    <a:pt x="0" y="19105"/>
                    <a:pt x="19105" y="0"/>
                    <a:pt x="42672" y="0"/>
                  </a:cubicBezTo>
                  <a:lnTo>
                    <a:pt x="255842" y="0"/>
                  </a:lnTo>
                  <a:cubicBezTo>
                    <a:pt x="279409" y="0"/>
                    <a:pt x="298513" y="19105"/>
                    <a:pt x="298513" y="42672"/>
                  </a:cubicBezTo>
                  <a:lnTo>
                    <a:pt x="298513" y="123444"/>
                  </a:lnTo>
                  <a:close/>
                  <a:moveTo>
                    <a:pt x="269938" y="40767"/>
                  </a:moveTo>
                  <a:cubicBezTo>
                    <a:pt x="269938" y="33981"/>
                    <a:pt x="264437" y="28480"/>
                    <a:pt x="257651" y="28480"/>
                  </a:cubicBezTo>
                  <a:lnTo>
                    <a:pt x="40862" y="28480"/>
                  </a:lnTo>
                  <a:cubicBezTo>
                    <a:pt x="34076" y="28480"/>
                    <a:pt x="28575" y="33981"/>
                    <a:pt x="28575" y="40767"/>
                  </a:cubicBezTo>
                  <a:lnTo>
                    <a:pt x="28575" y="125158"/>
                  </a:lnTo>
                  <a:cubicBezTo>
                    <a:pt x="28575" y="131945"/>
                    <a:pt x="34076" y="137446"/>
                    <a:pt x="40862" y="137446"/>
                  </a:cubicBezTo>
                  <a:lnTo>
                    <a:pt x="257651" y="137446"/>
                  </a:lnTo>
                  <a:cubicBezTo>
                    <a:pt x="264437" y="137446"/>
                    <a:pt x="269938" y="131945"/>
                    <a:pt x="269938" y="125159"/>
                  </a:cubicBezTo>
                  <a:lnTo>
                    <a:pt x="269938" y="40767"/>
                  </a:lnTo>
                  <a:close/>
                </a:path>
              </a:pathLst>
            </a:custGeom>
            <a:solidFill>
              <a:srgbClr val="FFFFFF"/>
            </a:solidFill>
            <a:ln w="952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4F52129-336D-3AFB-D2CE-710D6A8DA251}"/>
                </a:ext>
              </a:extLst>
            </p:cNvPr>
            <p:cNvSpPr/>
            <p:nvPr/>
          </p:nvSpPr>
          <p:spPr>
            <a:xfrm rot="21558000">
              <a:off x="5648624" y="7400953"/>
              <a:ext cx="26974" cy="16331"/>
            </a:xfrm>
            <a:custGeom>
              <a:avLst/>
              <a:gdLst>
                <a:gd name="connsiteX0" fmla="*/ 91362 w 91249"/>
                <a:gd name="connsiteY0" fmla="*/ 27762 h 55245"/>
                <a:gd name="connsiteX1" fmla="*/ 45738 w 91249"/>
                <a:gd name="connsiteY1" fmla="*/ 55385 h 55245"/>
                <a:gd name="connsiteX2" fmla="*/ 113 w 91249"/>
                <a:gd name="connsiteY2" fmla="*/ 27762 h 55245"/>
                <a:gd name="connsiteX3" fmla="*/ 45738 w 91249"/>
                <a:gd name="connsiteY3" fmla="*/ 140 h 55245"/>
                <a:gd name="connsiteX4" fmla="*/ 91362 w 91249"/>
                <a:gd name="connsiteY4" fmla="*/ 27762 h 552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49" h="55245">
                  <a:moveTo>
                    <a:pt x="91362" y="27762"/>
                  </a:moveTo>
                  <a:cubicBezTo>
                    <a:pt x="91362" y="43018"/>
                    <a:pt x="70936" y="55385"/>
                    <a:pt x="45738" y="55385"/>
                  </a:cubicBezTo>
                  <a:cubicBezTo>
                    <a:pt x="20540" y="55385"/>
                    <a:pt x="113" y="43018"/>
                    <a:pt x="113" y="27762"/>
                  </a:cubicBezTo>
                  <a:cubicBezTo>
                    <a:pt x="113" y="12507"/>
                    <a:pt x="20540" y="140"/>
                    <a:pt x="45738" y="140"/>
                  </a:cubicBezTo>
                  <a:cubicBezTo>
                    <a:pt x="70936" y="140"/>
                    <a:pt x="91362" y="12507"/>
                    <a:pt x="91362" y="27762"/>
                  </a:cubicBezTo>
                  <a:close/>
                </a:path>
              </a:pathLst>
            </a:custGeom>
            <a:solidFill>
              <a:srgbClr val="FFFFFF"/>
            </a:solidFill>
            <a:ln w="95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5DD4A121-D8AB-BCDC-93BD-CC23310C3D6E}"/>
                </a:ext>
              </a:extLst>
            </p:cNvPr>
            <p:cNvSpPr/>
            <p:nvPr/>
          </p:nvSpPr>
          <p:spPr>
            <a:xfrm rot="21588000">
              <a:off x="5684917" y="7401009"/>
              <a:ext cx="27312" cy="16274"/>
            </a:xfrm>
            <a:custGeom>
              <a:avLst/>
              <a:gdLst>
                <a:gd name="connsiteX0" fmla="*/ 92518 w 92392"/>
                <a:gd name="connsiteY0" fmla="*/ 27667 h 55054"/>
                <a:gd name="connsiteX1" fmla="*/ 46322 w 92392"/>
                <a:gd name="connsiteY1" fmla="*/ 55194 h 55054"/>
                <a:gd name="connsiteX2" fmla="*/ 126 w 92392"/>
                <a:gd name="connsiteY2" fmla="*/ 27667 h 55054"/>
                <a:gd name="connsiteX3" fmla="*/ 46322 w 92392"/>
                <a:gd name="connsiteY3" fmla="*/ 140 h 55054"/>
                <a:gd name="connsiteX4" fmla="*/ 92518 w 92392"/>
                <a:gd name="connsiteY4" fmla="*/ 27667 h 55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92" h="55054">
                  <a:moveTo>
                    <a:pt x="92518" y="27667"/>
                  </a:moveTo>
                  <a:cubicBezTo>
                    <a:pt x="92518" y="42870"/>
                    <a:pt x="71836" y="55194"/>
                    <a:pt x="46322" y="55194"/>
                  </a:cubicBezTo>
                  <a:cubicBezTo>
                    <a:pt x="20809" y="55194"/>
                    <a:pt x="126" y="42870"/>
                    <a:pt x="126" y="27667"/>
                  </a:cubicBezTo>
                  <a:cubicBezTo>
                    <a:pt x="126" y="12464"/>
                    <a:pt x="20809" y="140"/>
                    <a:pt x="46322" y="140"/>
                  </a:cubicBezTo>
                  <a:cubicBezTo>
                    <a:pt x="71836" y="140"/>
                    <a:pt x="92518" y="12464"/>
                    <a:pt x="92518" y="27667"/>
                  </a:cubicBezTo>
                  <a:close/>
                </a:path>
              </a:pathLst>
            </a:custGeom>
            <a:solidFill>
              <a:srgbClr val="FFFFFF"/>
            </a:solidFill>
            <a:ln w="9525" cap="flat">
              <a:noFill/>
              <a:prstDash val="solid"/>
              <a:miter/>
            </a:ln>
          </p:spPr>
          <p:txBody>
            <a:bodyPr rtlCol="0" anchor="ctr"/>
            <a:lstStyle/>
            <a:p>
              <a:endParaRPr lang="en-US" dirty="0"/>
            </a:p>
          </p:txBody>
        </p:sp>
      </p:grpSp>
      <p:sp>
        <p:nvSpPr>
          <p:cNvPr id="36" name="Rectangle 35"/>
          <p:cNvSpPr>
            <a:spLocks noChangeAspect="1"/>
          </p:cNvSpPr>
          <p:nvPr/>
        </p:nvSpPr>
        <p:spPr>
          <a:xfrm>
            <a:off x="6363308" y="1405889"/>
            <a:ext cx="468000" cy="468000"/>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6" name="Star3" descr="{&quot;Key&quot;:&quot;POWER_USER_SHAPE_ICON&quot;,&quot;Value&quot;:&quot;POWER_USER_SHAPE_ICON_STYLE_1&quot;}">
            <a:extLst>
              <a:ext uri="{FF2B5EF4-FFF2-40B4-BE49-F238E27FC236}">
                <a16:creationId xmlns:a16="http://schemas.microsoft.com/office/drawing/2014/main" id="{90B0A1AC-B172-AA04-5E95-EEEE8C7576DC}"/>
              </a:ext>
            </a:extLst>
          </p:cNvPr>
          <p:cNvSpPr>
            <a:spLocks noChangeAspect="1"/>
          </p:cNvSpPr>
          <p:nvPr/>
        </p:nvSpPr>
        <p:spPr>
          <a:xfrm>
            <a:off x="6418320" y="1467789"/>
            <a:ext cx="357977" cy="344201"/>
          </a:xfrm>
          <a:custGeom>
            <a:avLst/>
            <a:gdLst>
              <a:gd name="connsiteX0" fmla="*/ 1012522 w 2010960"/>
              <a:gd name="connsiteY0" fmla="*/ 0 h 1933575"/>
              <a:gd name="connsiteX1" fmla="*/ 1146348 w 2010960"/>
              <a:gd name="connsiteY1" fmla="*/ 88297 h 1933575"/>
              <a:gd name="connsiteX2" fmla="*/ 1367424 w 2010960"/>
              <a:gd name="connsiteY2" fmla="*/ 539782 h 1933575"/>
              <a:gd name="connsiteX3" fmla="*/ 1377901 w 2010960"/>
              <a:gd name="connsiteY3" fmla="*/ 547402 h 1933575"/>
              <a:gd name="connsiteX4" fmla="*/ 1826243 w 2010960"/>
              <a:gd name="connsiteY4" fmla="*/ 614172 h 1933575"/>
              <a:gd name="connsiteX5" fmla="*/ 1927303 w 2010960"/>
              <a:gd name="connsiteY5" fmla="*/ 638080 h 1933575"/>
              <a:gd name="connsiteX6" fmla="*/ 1999788 w 2010960"/>
              <a:gd name="connsiteY6" fmla="*/ 719138 h 1933575"/>
              <a:gd name="connsiteX7" fmla="*/ 1998931 w 2010960"/>
              <a:gd name="connsiteY7" fmla="*/ 833628 h 1933575"/>
              <a:gd name="connsiteX8" fmla="*/ 1930256 w 2010960"/>
              <a:gd name="connsiteY8" fmla="*/ 917829 h 1933575"/>
              <a:gd name="connsiteX9" fmla="*/ 1604025 w 2010960"/>
              <a:gd name="connsiteY9" fmla="*/ 1236917 h 1933575"/>
              <a:gd name="connsiteX10" fmla="*/ 1599548 w 2010960"/>
              <a:gd name="connsiteY10" fmla="*/ 1250823 h 1933575"/>
              <a:gd name="connsiteX11" fmla="*/ 1674986 w 2010960"/>
              <a:gd name="connsiteY11" fmla="*/ 1696022 h 1933575"/>
              <a:gd name="connsiteX12" fmla="*/ 1683177 w 2010960"/>
              <a:gd name="connsiteY12" fmla="*/ 1805368 h 1933575"/>
              <a:gd name="connsiteX13" fmla="*/ 1620503 w 2010960"/>
              <a:gd name="connsiteY13" fmla="*/ 1903000 h 1933575"/>
              <a:gd name="connsiteX14" fmla="*/ 1539255 w 2010960"/>
              <a:gd name="connsiteY14" fmla="*/ 1933575 h 1933575"/>
              <a:gd name="connsiteX15" fmla="*/ 1521919 w 2010960"/>
              <a:gd name="connsiteY15" fmla="*/ 1933575 h 1933575"/>
              <a:gd name="connsiteX16" fmla="*/ 1462674 w 2010960"/>
              <a:gd name="connsiteY16" fmla="*/ 1917954 h 1933575"/>
              <a:gd name="connsiteX17" fmla="*/ 1008522 w 2010960"/>
              <a:gd name="connsiteY17" fmla="*/ 1678496 h 1933575"/>
              <a:gd name="connsiteX18" fmla="*/ 999949 w 2010960"/>
              <a:gd name="connsiteY18" fmla="*/ 1678496 h 1933575"/>
              <a:gd name="connsiteX19" fmla="*/ 547131 w 2010960"/>
              <a:gd name="connsiteY19" fmla="*/ 1917478 h 1933575"/>
              <a:gd name="connsiteX20" fmla="*/ 489409 w 2010960"/>
              <a:gd name="connsiteY20" fmla="*/ 1933575 h 1933575"/>
              <a:gd name="connsiteX21" fmla="*/ 472169 w 2010960"/>
              <a:gd name="connsiteY21" fmla="*/ 1933575 h 1933575"/>
              <a:gd name="connsiteX22" fmla="*/ 330151 w 2010960"/>
              <a:gd name="connsiteY22" fmla="*/ 1814798 h 1933575"/>
              <a:gd name="connsiteX23" fmla="*/ 336533 w 2010960"/>
              <a:gd name="connsiteY23" fmla="*/ 1683734 h 1933575"/>
              <a:gd name="connsiteX24" fmla="*/ 411495 w 2010960"/>
              <a:gd name="connsiteY24" fmla="*/ 1247299 h 1933575"/>
              <a:gd name="connsiteX25" fmla="*/ 408923 w 2010960"/>
              <a:gd name="connsiteY25" fmla="*/ 1239393 h 1933575"/>
              <a:gd name="connsiteX26" fmla="*/ 47735 w 2010960"/>
              <a:gd name="connsiteY26" fmla="*/ 885444 h 1933575"/>
              <a:gd name="connsiteX27" fmla="*/ 7444 w 2010960"/>
              <a:gd name="connsiteY27" fmla="*/ 818769 h 1933575"/>
              <a:gd name="connsiteX28" fmla="*/ 49164 w 2010960"/>
              <a:gd name="connsiteY28" fmla="*/ 662273 h 1933575"/>
              <a:gd name="connsiteX29" fmla="*/ 125173 w 2010960"/>
              <a:gd name="connsiteY29" fmla="*/ 623792 h 1933575"/>
              <a:gd name="connsiteX30" fmla="*/ 632856 w 2010960"/>
              <a:gd name="connsiteY30" fmla="*/ 547402 h 1933575"/>
              <a:gd name="connsiteX31" fmla="*/ 642762 w 2010960"/>
              <a:gd name="connsiteY31" fmla="*/ 540163 h 1933575"/>
              <a:gd name="connsiteX32" fmla="*/ 864885 w 2010960"/>
              <a:gd name="connsiteY32" fmla="*/ 87154 h 1933575"/>
              <a:gd name="connsiteX33" fmla="*/ 994234 w 2010960"/>
              <a:gd name="connsiteY33" fmla="*/ 0 h 1933575"/>
              <a:gd name="connsiteX34" fmla="*/ 1012522 w 2010960"/>
              <a:gd name="connsiteY34" fmla="*/ 0 h 1933575"/>
              <a:gd name="connsiteX35" fmla="*/ 1005093 w 2010960"/>
              <a:gd name="connsiteY35" fmla="*/ 1604582 h 1933575"/>
              <a:gd name="connsiteX36" fmla="*/ 1030429 w 2010960"/>
              <a:gd name="connsiteY36" fmla="*/ 1613821 h 1933575"/>
              <a:gd name="connsiteX37" fmla="*/ 1490772 w 2010960"/>
              <a:gd name="connsiteY37" fmla="*/ 1856327 h 1933575"/>
              <a:gd name="connsiteX38" fmla="*/ 1582689 w 2010960"/>
              <a:gd name="connsiteY38" fmla="*/ 1847755 h 1933575"/>
              <a:gd name="connsiteX39" fmla="*/ 1610216 w 2010960"/>
              <a:gd name="connsiteY39" fmla="*/ 1713167 h 1933575"/>
              <a:gd name="connsiteX40" fmla="*/ 1529920 w 2010960"/>
              <a:gd name="connsiteY40" fmla="*/ 1238822 h 1933575"/>
              <a:gd name="connsiteX41" fmla="*/ 1540684 w 2010960"/>
              <a:gd name="connsiteY41" fmla="*/ 1205865 h 1933575"/>
              <a:gd name="connsiteX42" fmla="*/ 1904729 w 2010960"/>
              <a:gd name="connsiteY42" fmla="*/ 849249 h 1933575"/>
              <a:gd name="connsiteX43" fmla="*/ 1935209 w 2010960"/>
              <a:gd name="connsiteY43" fmla="*/ 812006 h 1933575"/>
              <a:gd name="connsiteX44" fmla="*/ 1918635 w 2010960"/>
              <a:gd name="connsiteY44" fmla="*/ 713137 h 1933575"/>
              <a:gd name="connsiteX45" fmla="*/ 1866153 w 2010960"/>
              <a:gd name="connsiteY45" fmla="*/ 687991 h 1933575"/>
              <a:gd name="connsiteX46" fmla="*/ 1343802 w 2010960"/>
              <a:gd name="connsiteY46" fmla="*/ 609600 h 1933575"/>
              <a:gd name="connsiteX47" fmla="*/ 1318084 w 2010960"/>
              <a:gd name="connsiteY47" fmla="*/ 590741 h 1933575"/>
              <a:gd name="connsiteX48" fmla="*/ 1097866 w 2010960"/>
              <a:gd name="connsiteY48" fmla="*/ 140875 h 1933575"/>
              <a:gd name="connsiteX49" fmla="*/ 1064529 w 2010960"/>
              <a:gd name="connsiteY49" fmla="*/ 90869 h 1933575"/>
              <a:gd name="connsiteX50" fmla="*/ 1005378 w 2010960"/>
              <a:gd name="connsiteY50" fmla="*/ 67151 h 1933575"/>
              <a:gd name="connsiteX51" fmla="*/ 946228 w 2010960"/>
              <a:gd name="connsiteY51" fmla="*/ 90869 h 1933575"/>
              <a:gd name="connsiteX52" fmla="*/ 912795 w 2010960"/>
              <a:gd name="connsiteY52" fmla="*/ 140875 h 1933575"/>
              <a:gd name="connsiteX53" fmla="*/ 692482 w 2010960"/>
              <a:gd name="connsiteY53" fmla="*/ 590645 h 1933575"/>
              <a:gd name="connsiteX54" fmla="*/ 666765 w 2010960"/>
              <a:gd name="connsiteY54" fmla="*/ 609505 h 1933575"/>
              <a:gd name="connsiteX55" fmla="*/ 144414 w 2010960"/>
              <a:gd name="connsiteY55" fmla="*/ 687705 h 1933575"/>
              <a:gd name="connsiteX56" fmla="*/ 91836 w 2010960"/>
              <a:gd name="connsiteY56" fmla="*/ 712851 h 1933575"/>
              <a:gd name="connsiteX57" fmla="*/ 75262 w 2010960"/>
              <a:gd name="connsiteY57" fmla="*/ 811721 h 1933575"/>
              <a:gd name="connsiteX58" fmla="*/ 105742 w 2010960"/>
              <a:gd name="connsiteY58" fmla="*/ 848963 h 1933575"/>
              <a:gd name="connsiteX59" fmla="*/ 469692 w 2010960"/>
              <a:gd name="connsiteY59" fmla="*/ 1205675 h 1933575"/>
              <a:gd name="connsiteX60" fmla="*/ 480456 w 2010960"/>
              <a:gd name="connsiteY60" fmla="*/ 1238631 h 1933575"/>
              <a:gd name="connsiteX61" fmla="*/ 399969 w 2010960"/>
              <a:gd name="connsiteY61" fmla="*/ 1712976 h 1933575"/>
              <a:gd name="connsiteX62" fmla="*/ 427497 w 2010960"/>
              <a:gd name="connsiteY62" fmla="*/ 1847564 h 1933575"/>
              <a:gd name="connsiteX63" fmla="*/ 519413 w 2010960"/>
              <a:gd name="connsiteY63" fmla="*/ 1856137 h 1933575"/>
              <a:gd name="connsiteX64" fmla="*/ 979851 w 2010960"/>
              <a:gd name="connsiteY64" fmla="*/ 1613821 h 1933575"/>
              <a:gd name="connsiteX65" fmla="*/ 1005093 w 2010960"/>
              <a:gd name="connsiteY65" fmla="*/ 1604582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10960" h="1933575">
                <a:moveTo>
                  <a:pt x="1012522" y="0"/>
                </a:moveTo>
                <a:cubicBezTo>
                  <a:pt x="1075959" y="6350"/>
                  <a:pt x="1120567" y="35782"/>
                  <a:pt x="1146348" y="88297"/>
                </a:cubicBezTo>
                <a:cubicBezTo>
                  <a:pt x="1197910" y="193580"/>
                  <a:pt x="1271602" y="344075"/>
                  <a:pt x="1367424" y="539782"/>
                </a:cubicBezTo>
                <a:cubicBezTo>
                  <a:pt x="1369448" y="543893"/>
                  <a:pt x="1373367" y="546743"/>
                  <a:pt x="1377901" y="547402"/>
                </a:cubicBezTo>
                <a:cubicBezTo>
                  <a:pt x="1572084" y="576294"/>
                  <a:pt x="1721531" y="598551"/>
                  <a:pt x="1826243" y="614172"/>
                </a:cubicBezTo>
                <a:cubicBezTo>
                  <a:pt x="1875963" y="621538"/>
                  <a:pt x="1909650" y="629507"/>
                  <a:pt x="1927303" y="638080"/>
                </a:cubicBezTo>
                <a:cubicBezTo>
                  <a:pt x="1962165" y="655034"/>
                  <a:pt x="1986327" y="682054"/>
                  <a:pt x="1999788" y="719138"/>
                </a:cubicBezTo>
                <a:cubicBezTo>
                  <a:pt x="2014965" y="761048"/>
                  <a:pt x="2014679" y="799211"/>
                  <a:pt x="1998931" y="833628"/>
                </a:cubicBezTo>
                <a:cubicBezTo>
                  <a:pt x="1989851" y="853504"/>
                  <a:pt x="1966959" y="881571"/>
                  <a:pt x="1930256" y="917829"/>
                </a:cubicBezTo>
                <a:cubicBezTo>
                  <a:pt x="1831895" y="1014857"/>
                  <a:pt x="1723151" y="1121220"/>
                  <a:pt x="1604025" y="1236917"/>
                </a:cubicBezTo>
                <a:cubicBezTo>
                  <a:pt x="1600329" y="1240562"/>
                  <a:pt x="1598655" y="1245761"/>
                  <a:pt x="1599548" y="1250823"/>
                </a:cubicBezTo>
                <a:cubicBezTo>
                  <a:pt x="1638346" y="1479677"/>
                  <a:pt x="1663492" y="1628077"/>
                  <a:pt x="1674986" y="1696022"/>
                </a:cubicBezTo>
                <a:cubicBezTo>
                  <a:pt x="1683876" y="1748663"/>
                  <a:pt x="1686606" y="1785112"/>
                  <a:pt x="1683177" y="1805368"/>
                </a:cubicBezTo>
                <a:cubicBezTo>
                  <a:pt x="1676383" y="1844929"/>
                  <a:pt x="1655491" y="1877473"/>
                  <a:pt x="1620503" y="1903000"/>
                </a:cubicBezTo>
                <a:cubicBezTo>
                  <a:pt x="1598341" y="1919192"/>
                  <a:pt x="1571259" y="1929384"/>
                  <a:pt x="1539255" y="1933575"/>
                </a:cubicBezTo>
                <a:lnTo>
                  <a:pt x="1521919" y="1933575"/>
                </a:lnTo>
                <a:cubicBezTo>
                  <a:pt x="1494297" y="1929448"/>
                  <a:pt x="1474548" y="1924241"/>
                  <a:pt x="1462674" y="1917954"/>
                </a:cubicBezTo>
                <a:cubicBezTo>
                  <a:pt x="1283032" y="1822450"/>
                  <a:pt x="1131648" y="1742631"/>
                  <a:pt x="1008522" y="1678496"/>
                </a:cubicBezTo>
                <a:cubicBezTo>
                  <a:pt x="1005664" y="1677035"/>
                  <a:pt x="1002807" y="1677035"/>
                  <a:pt x="999949" y="1678496"/>
                </a:cubicBezTo>
                <a:cubicBezTo>
                  <a:pt x="825896" y="1770698"/>
                  <a:pt x="674956" y="1850358"/>
                  <a:pt x="547131" y="1917478"/>
                </a:cubicBezTo>
                <a:cubicBezTo>
                  <a:pt x="536844" y="1922875"/>
                  <a:pt x="517603" y="1928241"/>
                  <a:pt x="489409" y="1933575"/>
                </a:cubicBezTo>
                <a:lnTo>
                  <a:pt x="472169" y="1933575"/>
                </a:lnTo>
                <a:cubicBezTo>
                  <a:pt x="391841" y="1918716"/>
                  <a:pt x="344502" y="1879124"/>
                  <a:pt x="330151" y="1814798"/>
                </a:cubicBezTo>
                <a:cubicBezTo>
                  <a:pt x="323992" y="1787176"/>
                  <a:pt x="326119" y="1743488"/>
                  <a:pt x="336533" y="1683734"/>
                </a:cubicBezTo>
                <a:cubicBezTo>
                  <a:pt x="355710" y="1574260"/>
                  <a:pt x="380697" y="1428782"/>
                  <a:pt x="411495" y="1247299"/>
                </a:cubicBezTo>
                <a:cubicBezTo>
                  <a:pt x="411978" y="1244374"/>
                  <a:pt x="411016" y="1241419"/>
                  <a:pt x="408923" y="1239393"/>
                </a:cubicBezTo>
                <a:cubicBezTo>
                  <a:pt x="248458" y="1083120"/>
                  <a:pt x="128062" y="965137"/>
                  <a:pt x="47735" y="885444"/>
                </a:cubicBezTo>
                <a:cubicBezTo>
                  <a:pt x="28113" y="866013"/>
                  <a:pt x="14683" y="843788"/>
                  <a:pt x="7444" y="818769"/>
                </a:cubicBezTo>
                <a:cubicBezTo>
                  <a:pt x="-10272" y="757619"/>
                  <a:pt x="3634" y="705453"/>
                  <a:pt x="49164" y="662273"/>
                </a:cubicBezTo>
                <a:cubicBezTo>
                  <a:pt x="71643" y="640937"/>
                  <a:pt x="96979" y="628110"/>
                  <a:pt x="125173" y="623792"/>
                </a:cubicBezTo>
                <a:cubicBezTo>
                  <a:pt x="386984" y="583279"/>
                  <a:pt x="556211" y="557816"/>
                  <a:pt x="632856" y="547402"/>
                </a:cubicBezTo>
                <a:cubicBezTo>
                  <a:pt x="637148" y="546805"/>
                  <a:pt x="640865" y="544089"/>
                  <a:pt x="642762" y="540163"/>
                </a:cubicBezTo>
                <a:cubicBezTo>
                  <a:pt x="655271" y="514509"/>
                  <a:pt x="729312" y="363506"/>
                  <a:pt x="864885" y="87154"/>
                </a:cubicBezTo>
                <a:cubicBezTo>
                  <a:pt x="889523" y="36862"/>
                  <a:pt x="932639" y="7811"/>
                  <a:pt x="994234" y="0"/>
                </a:cubicBezTo>
                <a:lnTo>
                  <a:pt x="1012522" y="0"/>
                </a:lnTo>
                <a:close/>
                <a:moveTo>
                  <a:pt x="1005093" y="1604582"/>
                </a:moveTo>
                <a:cubicBezTo>
                  <a:pt x="1010427" y="1604645"/>
                  <a:pt x="1018872" y="1607725"/>
                  <a:pt x="1030429" y="1613821"/>
                </a:cubicBezTo>
                <a:cubicBezTo>
                  <a:pt x="1218516" y="1713960"/>
                  <a:pt x="1371964" y="1794796"/>
                  <a:pt x="1490772" y="1856327"/>
                </a:cubicBezTo>
                <a:cubicBezTo>
                  <a:pt x="1522903" y="1872901"/>
                  <a:pt x="1553542" y="1870043"/>
                  <a:pt x="1582689" y="1847755"/>
                </a:cubicBezTo>
                <a:cubicBezTo>
                  <a:pt x="1630028" y="1811560"/>
                  <a:pt x="1620313" y="1773079"/>
                  <a:pt x="1610216" y="1713167"/>
                </a:cubicBezTo>
                <a:cubicBezTo>
                  <a:pt x="1585387" y="1565974"/>
                  <a:pt x="1558622" y="1407859"/>
                  <a:pt x="1529920" y="1238822"/>
                </a:cubicBezTo>
                <a:cubicBezTo>
                  <a:pt x="1527829" y="1226789"/>
                  <a:pt x="1531857" y="1214456"/>
                  <a:pt x="1540684" y="1205865"/>
                </a:cubicBezTo>
                <a:cubicBezTo>
                  <a:pt x="1663746" y="1086168"/>
                  <a:pt x="1785095" y="967296"/>
                  <a:pt x="1904729" y="849249"/>
                </a:cubicBezTo>
                <a:cubicBezTo>
                  <a:pt x="1920604" y="833565"/>
                  <a:pt x="1930764" y="821150"/>
                  <a:pt x="1935209" y="812006"/>
                </a:cubicBezTo>
                <a:cubicBezTo>
                  <a:pt x="1951497" y="779050"/>
                  <a:pt x="1944639" y="738950"/>
                  <a:pt x="1918635" y="713137"/>
                </a:cubicBezTo>
                <a:cubicBezTo>
                  <a:pt x="1905046" y="699675"/>
                  <a:pt x="1887552" y="691293"/>
                  <a:pt x="1866153" y="687991"/>
                </a:cubicBezTo>
                <a:cubicBezTo>
                  <a:pt x="1765886" y="672560"/>
                  <a:pt x="1591769" y="646430"/>
                  <a:pt x="1343802" y="609600"/>
                </a:cubicBezTo>
                <a:cubicBezTo>
                  <a:pt x="1332649" y="607925"/>
                  <a:pt x="1323034" y="600874"/>
                  <a:pt x="1318084" y="590741"/>
                </a:cubicBezTo>
                <a:cubicBezTo>
                  <a:pt x="1199847" y="348742"/>
                  <a:pt x="1126441" y="198787"/>
                  <a:pt x="1097866" y="140875"/>
                </a:cubicBezTo>
                <a:cubicBezTo>
                  <a:pt x="1085992" y="116808"/>
                  <a:pt x="1074879" y="100140"/>
                  <a:pt x="1064529" y="90869"/>
                </a:cubicBezTo>
                <a:cubicBezTo>
                  <a:pt x="1046876" y="75057"/>
                  <a:pt x="1027159" y="67151"/>
                  <a:pt x="1005378" y="67151"/>
                </a:cubicBezTo>
                <a:cubicBezTo>
                  <a:pt x="983534" y="67151"/>
                  <a:pt x="963818" y="75057"/>
                  <a:pt x="946228" y="90869"/>
                </a:cubicBezTo>
                <a:cubicBezTo>
                  <a:pt x="935814" y="100140"/>
                  <a:pt x="924670" y="116808"/>
                  <a:pt x="912795" y="140875"/>
                </a:cubicBezTo>
                <a:cubicBezTo>
                  <a:pt x="884220" y="198787"/>
                  <a:pt x="810783" y="348710"/>
                  <a:pt x="692482" y="590645"/>
                </a:cubicBezTo>
                <a:cubicBezTo>
                  <a:pt x="687532" y="600778"/>
                  <a:pt x="677917" y="607830"/>
                  <a:pt x="666765" y="609505"/>
                </a:cubicBezTo>
                <a:cubicBezTo>
                  <a:pt x="418797" y="646271"/>
                  <a:pt x="244680" y="672338"/>
                  <a:pt x="144414" y="687705"/>
                </a:cubicBezTo>
                <a:cubicBezTo>
                  <a:pt x="123014" y="691007"/>
                  <a:pt x="105488" y="699389"/>
                  <a:pt x="91836" y="712851"/>
                </a:cubicBezTo>
                <a:cubicBezTo>
                  <a:pt x="65832" y="738664"/>
                  <a:pt x="58974" y="778764"/>
                  <a:pt x="75262" y="811721"/>
                </a:cubicBezTo>
                <a:cubicBezTo>
                  <a:pt x="79707" y="820865"/>
                  <a:pt x="89867" y="833279"/>
                  <a:pt x="105742" y="848963"/>
                </a:cubicBezTo>
                <a:cubicBezTo>
                  <a:pt x="225313" y="967073"/>
                  <a:pt x="346629" y="1085977"/>
                  <a:pt x="469692" y="1205675"/>
                </a:cubicBezTo>
                <a:cubicBezTo>
                  <a:pt x="478519" y="1214265"/>
                  <a:pt x="482546" y="1226598"/>
                  <a:pt x="480456" y="1238631"/>
                </a:cubicBezTo>
                <a:cubicBezTo>
                  <a:pt x="451690" y="1407668"/>
                  <a:pt x="424861" y="1565783"/>
                  <a:pt x="399969" y="1712976"/>
                </a:cubicBezTo>
                <a:cubicBezTo>
                  <a:pt x="389873" y="1772888"/>
                  <a:pt x="380157" y="1811369"/>
                  <a:pt x="427497" y="1847564"/>
                </a:cubicBezTo>
                <a:cubicBezTo>
                  <a:pt x="456643" y="1869853"/>
                  <a:pt x="487282" y="1872710"/>
                  <a:pt x="519413" y="1856137"/>
                </a:cubicBezTo>
                <a:cubicBezTo>
                  <a:pt x="638221" y="1794669"/>
                  <a:pt x="791701" y="1713897"/>
                  <a:pt x="979851" y="1613821"/>
                </a:cubicBezTo>
                <a:cubicBezTo>
                  <a:pt x="991408" y="1607661"/>
                  <a:pt x="999822" y="1604582"/>
                  <a:pt x="1005093" y="1604582"/>
                </a:cubicBezTo>
                <a:close/>
              </a:path>
            </a:pathLst>
          </a:custGeom>
          <a:solidFill>
            <a:srgbClr val="FFFFFF"/>
          </a:solidFill>
          <a:ln w="9525" cap="flat">
            <a:noFill/>
            <a:prstDash val="solid"/>
            <a:miter/>
          </a:ln>
        </p:spPr>
        <p:txBody>
          <a:bodyPr rtlCol="0" anchor="ctr"/>
          <a:lstStyle/>
          <a:p>
            <a:endParaRPr lang="en-US" dirty="0"/>
          </a:p>
        </p:txBody>
      </p:sp>
      <p:grpSp>
        <p:nvGrpSpPr>
          <p:cNvPr id="46" name="Dog" descr="{&quot;Key&quot;:&quot;POWER_USER_SHAPE_ICON&quot;,&quot;Value&quot;:&quot;POWER_USER_SHAPE_ICON_STYLE_1&quot;}">
            <a:extLst>
              <a:ext uri="{FF2B5EF4-FFF2-40B4-BE49-F238E27FC236}">
                <a16:creationId xmlns:a16="http://schemas.microsoft.com/office/drawing/2014/main" id="{1969BF57-CDAA-D199-253F-E8D90B6CE3AD}"/>
              </a:ext>
            </a:extLst>
          </p:cNvPr>
          <p:cNvGrpSpPr>
            <a:grpSpLocks noChangeAspect="1"/>
          </p:cNvGrpSpPr>
          <p:nvPr/>
        </p:nvGrpSpPr>
        <p:grpSpPr>
          <a:xfrm>
            <a:off x="1462869" y="3888777"/>
            <a:ext cx="346633" cy="331780"/>
            <a:chOff x="3413656" y="7387816"/>
            <a:chExt cx="1030549" cy="986391"/>
          </a:xfrm>
          <a:solidFill>
            <a:srgbClr val="FFFFFF"/>
          </a:solidFill>
        </p:grpSpPr>
        <p:sp>
          <p:nvSpPr>
            <p:cNvPr id="47" name="Forme libre : forme 2293">
              <a:extLst>
                <a:ext uri="{FF2B5EF4-FFF2-40B4-BE49-F238E27FC236}">
                  <a16:creationId xmlns:a16="http://schemas.microsoft.com/office/drawing/2014/main" id="{9132D58B-DE41-CB41-A88F-EFD785D156E9}"/>
                </a:ext>
              </a:extLst>
            </p:cNvPr>
            <p:cNvSpPr/>
            <p:nvPr/>
          </p:nvSpPr>
          <p:spPr>
            <a:xfrm>
              <a:off x="4051974" y="7387816"/>
              <a:ext cx="392231" cy="348599"/>
            </a:xfrm>
            <a:custGeom>
              <a:avLst/>
              <a:gdLst>
                <a:gd name="connsiteX0" fmla="*/ 227684 w 392231"/>
                <a:gd name="connsiteY0" fmla="*/ 99642 h 348599"/>
                <a:gd name="connsiteX1" fmla="*/ 308871 w 392231"/>
                <a:gd name="connsiteY1" fmla="*/ 180828 h 348599"/>
                <a:gd name="connsiteX2" fmla="*/ 316887 w 392231"/>
                <a:gd name="connsiteY2" fmla="*/ 185227 h 348599"/>
                <a:gd name="connsiteX3" fmla="*/ 347289 w 392231"/>
                <a:gd name="connsiteY3" fmla="*/ 190555 h 348599"/>
                <a:gd name="connsiteX4" fmla="*/ 375639 w 392231"/>
                <a:gd name="connsiteY4" fmla="*/ 291391 h 348599"/>
                <a:gd name="connsiteX5" fmla="*/ 297580 w 392231"/>
                <a:gd name="connsiteY5" fmla="*/ 340123 h 348599"/>
                <a:gd name="connsiteX6" fmla="*/ 212874 w 392231"/>
                <a:gd name="connsiteY6" fmla="*/ 318030 h 348599"/>
                <a:gd name="connsiteX7" fmla="*/ 206520 w 392231"/>
                <a:gd name="connsiteY7" fmla="*/ 318519 h 348599"/>
                <a:gd name="connsiteX8" fmla="*/ 173478 w 392231"/>
                <a:gd name="connsiteY8" fmla="*/ 343984 h 348599"/>
                <a:gd name="connsiteX9" fmla="*/ 158228 w 392231"/>
                <a:gd name="connsiteY9" fmla="*/ 347748 h 348599"/>
                <a:gd name="connsiteX10" fmla="*/ 5923 w 392231"/>
                <a:gd name="connsiteY10" fmla="*/ 245201 h 348599"/>
                <a:gd name="connsiteX11" fmla="*/ 7781 w 392231"/>
                <a:gd name="connsiteY11" fmla="*/ 215532 h 348599"/>
                <a:gd name="connsiteX12" fmla="*/ 81880 w 392231"/>
                <a:gd name="connsiteY12" fmla="*/ 122712 h 348599"/>
                <a:gd name="connsiteX13" fmla="*/ 113309 w 392231"/>
                <a:gd name="connsiteY13" fmla="*/ 78135 h 348599"/>
                <a:gd name="connsiteX14" fmla="*/ 172549 w 392231"/>
                <a:gd name="connsiteY14" fmla="*/ 2129 h 348599"/>
                <a:gd name="connsiteX15" fmla="*/ 217371 w 392231"/>
                <a:gd name="connsiteY15" fmla="*/ 19383 h 348599"/>
                <a:gd name="connsiteX16" fmla="*/ 230030 w 392231"/>
                <a:gd name="connsiteY16" fmla="*/ 73883 h 348599"/>
                <a:gd name="connsiteX17" fmla="*/ 226560 w 392231"/>
                <a:gd name="connsiteY17" fmla="*/ 96073 h 348599"/>
                <a:gd name="connsiteX18" fmla="*/ 227684 w 392231"/>
                <a:gd name="connsiteY18" fmla="*/ 99642 h 348599"/>
                <a:gd name="connsiteX19" fmla="*/ 191074 w 392231"/>
                <a:gd name="connsiteY19" fmla="*/ 110932 h 348599"/>
                <a:gd name="connsiteX20" fmla="*/ 194105 w 392231"/>
                <a:gd name="connsiteY20" fmla="*/ 80921 h 348599"/>
                <a:gd name="connsiteX21" fmla="*/ 189559 w 392231"/>
                <a:gd name="connsiteY21" fmla="*/ 38446 h 348599"/>
                <a:gd name="connsiteX22" fmla="*/ 179343 w 392231"/>
                <a:gd name="connsiteY22" fmla="*/ 35562 h 348599"/>
                <a:gd name="connsiteX23" fmla="*/ 155491 w 392231"/>
                <a:gd name="connsiteY23" fmla="*/ 72367 h 348599"/>
                <a:gd name="connsiteX24" fmla="*/ 144395 w 392231"/>
                <a:gd name="connsiteY24" fmla="*/ 93092 h 348599"/>
                <a:gd name="connsiteX25" fmla="*/ 41360 w 392231"/>
                <a:gd name="connsiteY25" fmla="*/ 228240 h 348599"/>
                <a:gd name="connsiteX26" fmla="*/ 41653 w 392231"/>
                <a:gd name="connsiteY26" fmla="*/ 232639 h 348599"/>
                <a:gd name="connsiteX27" fmla="*/ 157495 w 392231"/>
                <a:gd name="connsiteY27" fmla="*/ 309965 h 348599"/>
                <a:gd name="connsiteX28" fmla="*/ 161601 w 392231"/>
                <a:gd name="connsiteY28" fmla="*/ 309574 h 348599"/>
                <a:gd name="connsiteX29" fmla="*/ 188924 w 392231"/>
                <a:gd name="connsiteY29" fmla="*/ 288703 h 348599"/>
                <a:gd name="connsiteX30" fmla="*/ 255398 w 392231"/>
                <a:gd name="connsiteY30" fmla="*/ 300238 h 348599"/>
                <a:gd name="connsiteX31" fmla="*/ 341571 w 392231"/>
                <a:gd name="connsiteY31" fmla="*/ 281420 h 348599"/>
                <a:gd name="connsiteX32" fmla="*/ 358238 w 392231"/>
                <a:gd name="connsiteY32" fmla="*/ 240167 h 348599"/>
                <a:gd name="connsiteX33" fmla="*/ 349880 w 392231"/>
                <a:gd name="connsiteY33" fmla="*/ 225894 h 348599"/>
                <a:gd name="connsiteX34" fmla="*/ 312537 w 392231"/>
                <a:gd name="connsiteY34" fmla="*/ 219638 h 348599"/>
                <a:gd name="connsiteX35" fmla="*/ 276953 w 392231"/>
                <a:gd name="connsiteY35" fmla="*/ 198034 h 348599"/>
                <a:gd name="connsiteX36" fmla="*/ 194936 w 392231"/>
                <a:gd name="connsiteY36" fmla="*/ 118704 h 348599"/>
                <a:gd name="connsiteX37" fmla="*/ 191074 w 392231"/>
                <a:gd name="connsiteY37" fmla="*/ 110932 h 348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2231" h="348599">
                  <a:moveTo>
                    <a:pt x="227684" y="99642"/>
                  </a:moveTo>
                  <a:lnTo>
                    <a:pt x="308871" y="180828"/>
                  </a:lnTo>
                  <a:cubicBezTo>
                    <a:pt x="311077" y="183002"/>
                    <a:pt x="313851" y="184525"/>
                    <a:pt x="316887" y="185227"/>
                  </a:cubicBezTo>
                  <a:cubicBezTo>
                    <a:pt x="327477" y="187671"/>
                    <a:pt x="337611" y="189447"/>
                    <a:pt x="347289" y="190555"/>
                  </a:cubicBezTo>
                  <a:cubicBezTo>
                    <a:pt x="407019" y="197398"/>
                    <a:pt x="396901" y="253168"/>
                    <a:pt x="375639" y="291391"/>
                  </a:cubicBezTo>
                  <a:cubicBezTo>
                    <a:pt x="358971" y="321305"/>
                    <a:pt x="331502" y="337777"/>
                    <a:pt x="297580" y="340123"/>
                  </a:cubicBezTo>
                  <a:cubicBezTo>
                    <a:pt x="266542" y="342274"/>
                    <a:pt x="239562" y="332644"/>
                    <a:pt x="212874" y="318030"/>
                  </a:cubicBezTo>
                  <a:cubicBezTo>
                    <a:pt x="210859" y="316907"/>
                    <a:pt x="208361" y="317100"/>
                    <a:pt x="206520" y="318519"/>
                  </a:cubicBezTo>
                  <a:cubicBezTo>
                    <a:pt x="196646" y="326079"/>
                    <a:pt x="185632" y="334567"/>
                    <a:pt x="173478" y="343984"/>
                  </a:cubicBezTo>
                  <a:cubicBezTo>
                    <a:pt x="167808" y="348383"/>
                    <a:pt x="162725" y="349638"/>
                    <a:pt x="158228" y="347748"/>
                  </a:cubicBezTo>
                  <a:cubicBezTo>
                    <a:pt x="97814" y="322266"/>
                    <a:pt x="47046" y="288084"/>
                    <a:pt x="5923" y="245201"/>
                  </a:cubicBezTo>
                  <a:cubicBezTo>
                    <a:pt x="-3950" y="234888"/>
                    <a:pt x="-187" y="225503"/>
                    <a:pt x="7781" y="215532"/>
                  </a:cubicBezTo>
                  <a:cubicBezTo>
                    <a:pt x="32448" y="184576"/>
                    <a:pt x="57148" y="153636"/>
                    <a:pt x="81880" y="122712"/>
                  </a:cubicBezTo>
                  <a:cubicBezTo>
                    <a:pt x="93562" y="108097"/>
                    <a:pt x="101040" y="96513"/>
                    <a:pt x="113309" y="78135"/>
                  </a:cubicBezTo>
                  <a:cubicBezTo>
                    <a:pt x="133251" y="48319"/>
                    <a:pt x="133153" y="14496"/>
                    <a:pt x="172549" y="2129"/>
                  </a:cubicBezTo>
                  <a:cubicBezTo>
                    <a:pt x="190732" y="-3573"/>
                    <a:pt x="205673" y="2178"/>
                    <a:pt x="217371" y="19383"/>
                  </a:cubicBezTo>
                  <a:cubicBezTo>
                    <a:pt x="228873" y="36295"/>
                    <a:pt x="233093" y="54462"/>
                    <a:pt x="230030" y="73883"/>
                  </a:cubicBezTo>
                  <a:cubicBezTo>
                    <a:pt x="228205" y="85581"/>
                    <a:pt x="227049" y="92978"/>
                    <a:pt x="226560" y="96073"/>
                  </a:cubicBezTo>
                  <a:cubicBezTo>
                    <a:pt x="226332" y="97442"/>
                    <a:pt x="226707" y="98631"/>
                    <a:pt x="227684" y="99642"/>
                  </a:cubicBezTo>
                  <a:close/>
                  <a:moveTo>
                    <a:pt x="191074" y="110932"/>
                  </a:moveTo>
                  <a:cubicBezTo>
                    <a:pt x="190683" y="101841"/>
                    <a:pt x="191693" y="91837"/>
                    <a:pt x="194105" y="80921"/>
                  </a:cubicBezTo>
                  <a:cubicBezTo>
                    <a:pt x="198162" y="62738"/>
                    <a:pt x="198308" y="53989"/>
                    <a:pt x="189559" y="38446"/>
                  </a:cubicBezTo>
                  <a:cubicBezTo>
                    <a:pt x="187526" y="34839"/>
                    <a:pt x="182962" y="33550"/>
                    <a:pt x="179343" y="35562"/>
                  </a:cubicBezTo>
                  <a:cubicBezTo>
                    <a:pt x="164436" y="43823"/>
                    <a:pt x="163702" y="53891"/>
                    <a:pt x="155491" y="72367"/>
                  </a:cubicBezTo>
                  <a:cubicBezTo>
                    <a:pt x="152265" y="79667"/>
                    <a:pt x="148566" y="86575"/>
                    <a:pt x="144395" y="93092"/>
                  </a:cubicBezTo>
                  <a:cubicBezTo>
                    <a:pt x="114091" y="140308"/>
                    <a:pt x="78752" y="181366"/>
                    <a:pt x="41360" y="228240"/>
                  </a:cubicBezTo>
                  <a:cubicBezTo>
                    <a:pt x="40284" y="229555"/>
                    <a:pt x="40412" y="231479"/>
                    <a:pt x="41653" y="232639"/>
                  </a:cubicBezTo>
                  <a:cubicBezTo>
                    <a:pt x="74760" y="264085"/>
                    <a:pt x="113374" y="289860"/>
                    <a:pt x="157495" y="309965"/>
                  </a:cubicBezTo>
                  <a:cubicBezTo>
                    <a:pt x="158929" y="310617"/>
                    <a:pt x="160297" y="310486"/>
                    <a:pt x="161601" y="309574"/>
                  </a:cubicBezTo>
                  <a:cubicBezTo>
                    <a:pt x="164110" y="307717"/>
                    <a:pt x="173217" y="300760"/>
                    <a:pt x="188924" y="288703"/>
                  </a:cubicBezTo>
                  <a:cubicBezTo>
                    <a:pt x="211750" y="271156"/>
                    <a:pt x="235553" y="292369"/>
                    <a:pt x="255398" y="300238"/>
                  </a:cubicBezTo>
                  <a:cubicBezTo>
                    <a:pt x="282526" y="310991"/>
                    <a:pt x="324805" y="309085"/>
                    <a:pt x="341571" y="281420"/>
                  </a:cubicBezTo>
                  <a:cubicBezTo>
                    <a:pt x="349750" y="267930"/>
                    <a:pt x="355305" y="254178"/>
                    <a:pt x="358238" y="240167"/>
                  </a:cubicBezTo>
                  <a:cubicBezTo>
                    <a:pt x="359770" y="232868"/>
                    <a:pt x="356983" y="228110"/>
                    <a:pt x="349880" y="225894"/>
                  </a:cubicBezTo>
                  <a:cubicBezTo>
                    <a:pt x="339469" y="222619"/>
                    <a:pt x="323437" y="223059"/>
                    <a:pt x="312537" y="219638"/>
                  </a:cubicBezTo>
                  <a:cubicBezTo>
                    <a:pt x="297580" y="214946"/>
                    <a:pt x="285719" y="207744"/>
                    <a:pt x="276953" y="198034"/>
                  </a:cubicBezTo>
                  <a:cubicBezTo>
                    <a:pt x="250103" y="168250"/>
                    <a:pt x="222764" y="141807"/>
                    <a:pt x="194936" y="118704"/>
                  </a:cubicBezTo>
                  <a:cubicBezTo>
                    <a:pt x="192604" y="116779"/>
                    <a:pt x="191200" y="113954"/>
                    <a:pt x="191074" y="110932"/>
                  </a:cubicBezTo>
                  <a:close/>
                </a:path>
              </a:pathLst>
            </a:custGeom>
            <a:grpFill/>
            <a:ln w="4852" cap="flat">
              <a:noFill/>
              <a:prstDash val="solid"/>
              <a:miter/>
            </a:ln>
          </p:spPr>
          <p:txBody>
            <a:bodyPr rtlCol="0" anchor="ctr"/>
            <a:lstStyle/>
            <a:p>
              <a:endParaRPr lang="en-US" dirty="0"/>
            </a:p>
          </p:txBody>
        </p:sp>
        <p:sp>
          <p:nvSpPr>
            <p:cNvPr id="48" name="Forme libre : forme 2294">
              <a:extLst>
                <a:ext uri="{FF2B5EF4-FFF2-40B4-BE49-F238E27FC236}">
                  <a16:creationId xmlns:a16="http://schemas.microsoft.com/office/drawing/2014/main" id="{F0D7CBDD-1BE3-3D1F-F00C-90D573A23EF3}"/>
                </a:ext>
              </a:extLst>
            </p:cNvPr>
            <p:cNvSpPr/>
            <p:nvPr/>
          </p:nvSpPr>
          <p:spPr>
            <a:xfrm>
              <a:off x="3413656" y="7553106"/>
              <a:ext cx="807574" cy="821101"/>
            </a:xfrm>
            <a:custGeom>
              <a:avLst/>
              <a:gdLst>
                <a:gd name="connsiteX0" fmla="*/ 109171 w 807573"/>
                <a:gd name="connsiteY0" fmla="*/ 821102 h 821101"/>
                <a:gd name="connsiteX1" fmla="*/ 98222 w 807573"/>
                <a:gd name="connsiteY1" fmla="*/ 821102 h 821101"/>
                <a:gd name="connsiteX2" fmla="*/ 13174 w 807573"/>
                <a:gd name="connsiteY2" fmla="*/ 712348 h 821101"/>
                <a:gd name="connsiteX3" fmla="*/ 32823 w 807573"/>
                <a:gd name="connsiteY3" fmla="*/ 543913 h 821101"/>
                <a:gd name="connsiteX4" fmla="*/ 43820 w 807573"/>
                <a:gd name="connsiteY4" fmla="*/ 504664 h 821101"/>
                <a:gd name="connsiteX5" fmla="*/ 34778 w 807573"/>
                <a:gd name="connsiteY5" fmla="*/ 465756 h 821101"/>
                <a:gd name="connsiteX6" fmla="*/ 11365 w 807573"/>
                <a:gd name="connsiteY6" fmla="*/ 353190 h 821101"/>
                <a:gd name="connsiteX7" fmla="*/ 42941 w 807573"/>
                <a:gd name="connsiteY7" fmla="*/ 226644 h 821101"/>
                <a:gd name="connsiteX8" fmla="*/ 43038 w 807573"/>
                <a:gd name="connsiteY8" fmla="*/ 222733 h 821101"/>
                <a:gd name="connsiteX9" fmla="*/ 26126 w 807573"/>
                <a:gd name="connsiteY9" fmla="*/ 189398 h 821101"/>
                <a:gd name="connsiteX10" fmla="*/ 21434 w 807573"/>
                <a:gd name="connsiteY10" fmla="*/ 1803 h 821101"/>
                <a:gd name="connsiteX11" fmla="*/ 51445 w 807573"/>
                <a:gd name="connsiteY11" fmla="*/ 1217 h 821101"/>
                <a:gd name="connsiteX12" fmla="*/ 113374 w 807573"/>
                <a:gd name="connsiteY12" fmla="*/ 153082 h 821101"/>
                <a:gd name="connsiteX13" fmla="*/ 116796 w 807573"/>
                <a:gd name="connsiteY13" fmla="*/ 155086 h 821101"/>
                <a:gd name="connsiteX14" fmla="*/ 435873 w 807573"/>
                <a:gd name="connsiteY14" fmla="*/ 158067 h 821101"/>
                <a:gd name="connsiteX15" fmla="*/ 483334 w 807573"/>
                <a:gd name="connsiteY15" fmla="*/ 153424 h 821101"/>
                <a:gd name="connsiteX16" fmla="*/ 551373 w 807573"/>
                <a:gd name="connsiteY16" fmla="*/ 128398 h 821101"/>
                <a:gd name="connsiteX17" fmla="*/ 612666 w 807573"/>
                <a:gd name="connsiteY17" fmla="*/ 90909 h 821101"/>
                <a:gd name="connsiteX18" fmla="*/ 646001 w 807573"/>
                <a:gd name="connsiteY18" fmla="*/ 97312 h 821101"/>
                <a:gd name="connsiteX19" fmla="*/ 783105 w 807573"/>
                <a:gd name="connsiteY19" fmla="*/ 183631 h 821101"/>
                <a:gd name="connsiteX20" fmla="*/ 793125 w 807573"/>
                <a:gd name="connsiteY20" fmla="*/ 196681 h 821101"/>
                <a:gd name="connsiteX21" fmla="*/ 798599 w 807573"/>
                <a:gd name="connsiteY21" fmla="*/ 333052 h 821101"/>
                <a:gd name="connsiteX22" fmla="*/ 780172 w 807573"/>
                <a:gd name="connsiteY22" fmla="*/ 425187 h 821101"/>
                <a:gd name="connsiteX23" fmla="*/ 760963 w 807573"/>
                <a:gd name="connsiteY23" fmla="*/ 522749 h 821101"/>
                <a:gd name="connsiteX24" fmla="*/ 757004 w 807573"/>
                <a:gd name="connsiteY24" fmla="*/ 691183 h 821101"/>
                <a:gd name="connsiteX25" fmla="*/ 760914 w 807573"/>
                <a:gd name="connsiteY25" fmla="*/ 697000 h 821101"/>
                <a:gd name="connsiteX26" fmla="*/ 776946 w 807573"/>
                <a:gd name="connsiteY26" fmla="*/ 702963 h 821101"/>
                <a:gd name="connsiteX27" fmla="*/ 793858 w 807573"/>
                <a:gd name="connsiteY27" fmla="*/ 777111 h 821101"/>
                <a:gd name="connsiteX28" fmla="*/ 763456 w 807573"/>
                <a:gd name="connsiteY28" fmla="*/ 789184 h 821101"/>
                <a:gd name="connsiteX29" fmla="*/ 677723 w 807573"/>
                <a:gd name="connsiteY29" fmla="*/ 770024 h 821101"/>
                <a:gd name="connsiteX30" fmla="*/ 674302 w 807573"/>
                <a:gd name="connsiteY30" fmla="*/ 769828 h 821101"/>
                <a:gd name="connsiteX31" fmla="*/ 604894 w 807573"/>
                <a:gd name="connsiteY31" fmla="*/ 782977 h 821101"/>
                <a:gd name="connsiteX32" fmla="*/ 546583 w 807573"/>
                <a:gd name="connsiteY32" fmla="*/ 683851 h 821101"/>
                <a:gd name="connsiteX33" fmla="*/ 551226 w 807573"/>
                <a:gd name="connsiteY33" fmla="*/ 641278 h 821101"/>
                <a:gd name="connsiteX34" fmla="*/ 564521 w 807573"/>
                <a:gd name="connsiteY34" fmla="*/ 530276 h 821101"/>
                <a:gd name="connsiteX35" fmla="*/ 559731 w 807573"/>
                <a:gd name="connsiteY35" fmla="*/ 483499 h 821101"/>
                <a:gd name="connsiteX36" fmla="*/ 556065 w 807573"/>
                <a:gd name="connsiteY36" fmla="*/ 480811 h 821101"/>
                <a:gd name="connsiteX37" fmla="*/ 344275 w 807573"/>
                <a:gd name="connsiteY37" fmla="*/ 406027 h 821101"/>
                <a:gd name="connsiteX38" fmla="*/ 340121 w 807573"/>
                <a:gd name="connsiteY38" fmla="*/ 405294 h 821101"/>
                <a:gd name="connsiteX39" fmla="*/ 297157 w 807573"/>
                <a:gd name="connsiteY39" fmla="*/ 410671 h 821101"/>
                <a:gd name="connsiteX40" fmla="*/ 294419 w 807573"/>
                <a:gd name="connsiteY40" fmla="*/ 413554 h 821101"/>
                <a:gd name="connsiteX41" fmla="*/ 288065 w 807573"/>
                <a:gd name="connsiteY41" fmla="*/ 472453 h 821101"/>
                <a:gd name="connsiteX42" fmla="*/ 271691 w 807573"/>
                <a:gd name="connsiteY42" fmla="*/ 528174 h 821101"/>
                <a:gd name="connsiteX43" fmla="*/ 240702 w 807573"/>
                <a:gd name="connsiteY43" fmla="*/ 608579 h 821101"/>
                <a:gd name="connsiteX44" fmla="*/ 243293 w 807573"/>
                <a:gd name="connsiteY44" fmla="*/ 647584 h 821101"/>
                <a:gd name="connsiteX45" fmla="*/ 272082 w 807573"/>
                <a:gd name="connsiteY45" fmla="*/ 707606 h 821101"/>
                <a:gd name="connsiteX46" fmla="*/ 282835 w 807573"/>
                <a:gd name="connsiteY46" fmla="*/ 752672 h 821101"/>
                <a:gd name="connsiteX47" fmla="*/ 265532 w 807573"/>
                <a:gd name="connsiteY47" fmla="*/ 792215 h 821101"/>
                <a:gd name="connsiteX48" fmla="*/ 229216 w 807573"/>
                <a:gd name="connsiteY48" fmla="*/ 795783 h 821101"/>
                <a:gd name="connsiteX49" fmla="*/ 190553 w 807573"/>
                <a:gd name="connsiteY49" fmla="*/ 781070 h 821101"/>
                <a:gd name="connsiteX50" fmla="*/ 154285 w 807573"/>
                <a:gd name="connsiteY50" fmla="*/ 743434 h 821101"/>
                <a:gd name="connsiteX51" fmla="*/ 133268 w 807573"/>
                <a:gd name="connsiteY51" fmla="*/ 686002 h 821101"/>
                <a:gd name="connsiteX52" fmla="*/ 132035 w 807573"/>
                <a:gd name="connsiteY52" fmla="*/ 684574 h 821101"/>
                <a:gd name="connsiteX53" fmla="*/ 131997 w 807573"/>
                <a:gd name="connsiteY53" fmla="*/ 684585 h 821101"/>
                <a:gd name="connsiteX54" fmla="*/ 131948 w 807573"/>
                <a:gd name="connsiteY54" fmla="*/ 684585 h 821101"/>
                <a:gd name="connsiteX55" fmla="*/ 131215 w 807573"/>
                <a:gd name="connsiteY55" fmla="*/ 685562 h 821101"/>
                <a:gd name="connsiteX56" fmla="*/ 155165 w 807573"/>
                <a:gd name="connsiteY56" fmla="*/ 769780 h 821101"/>
                <a:gd name="connsiteX57" fmla="*/ 109171 w 807573"/>
                <a:gd name="connsiteY57" fmla="*/ 821102 h 821101"/>
                <a:gd name="connsiteX58" fmla="*/ 260009 w 807573"/>
                <a:gd name="connsiteY58" fmla="*/ 417025 h 821101"/>
                <a:gd name="connsiteX59" fmla="*/ 295641 w 807573"/>
                <a:gd name="connsiteY59" fmla="*/ 376505 h 821101"/>
                <a:gd name="connsiteX60" fmla="*/ 341098 w 807573"/>
                <a:gd name="connsiteY60" fmla="*/ 370786 h 821101"/>
                <a:gd name="connsiteX61" fmla="*/ 354393 w 807573"/>
                <a:gd name="connsiteY61" fmla="*/ 372643 h 821101"/>
                <a:gd name="connsiteX62" fmla="*/ 576643 w 807573"/>
                <a:gd name="connsiteY62" fmla="*/ 450751 h 821101"/>
                <a:gd name="connsiteX63" fmla="*/ 596927 w 807573"/>
                <a:gd name="connsiteY63" fmla="*/ 482522 h 821101"/>
                <a:gd name="connsiteX64" fmla="*/ 600935 w 807573"/>
                <a:gd name="connsiteY64" fmla="*/ 504272 h 821101"/>
                <a:gd name="connsiteX65" fmla="*/ 590915 w 807573"/>
                <a:gd name="connsiteY65" fmla="*/ 592253 h 821101"/>
                <a:gd name="connsiteX66" fmla="*/ 578305 w 807573"/>
                <a:gd name="connsiteY66" fmla="*/ 708779 h 821101"/>
                <a:gd name="connsiteX67" fmla="*/ 594728 w 807573"/>
                <a:gd name="connsiteY67" fmla="*/ 745438 h 821101"/>
                <a:gd name="connsiteX68" fmla="*/ 641455 w 807573"/>
                <a:gd name="connsiteY68" fmla="*/ 750130 h 821101"/>
                <a:gd name="connsiteX69" fmla="*/ 655337 w 807573"/>
                <a:gd name="connsiteY69" fmla="*/ 739133 h 821101"/>
                <a:gd name="connsiteX70" fmla="*/ 654897 w 807573"/>
                <a:gd name="connsiteY70" fmla="*/ 735174 h 821101"/>
                <a:gd name="connsiteX71" fmla="*/ 632853 w 807573"/>
                <a:gd name="connsiteY71" fmla="*/ 717187 h 821101"/>
                <a:gd name="connsiteX72" fmla="*/ 618874 w 807573"/>
                <a:gd name="connsiteY72" fmla="*/ 659412 h 821101"/>
                <a:gd name="connsiteX73" fmla="*/ 650400 w 807573"/>
                <a:gd name="connsiteY73" fmla="*/ 512289 h 821101"/>
                <a:gd name="connsiteX74" fmla="*/ 685592 w 807573"/>
                <a:gd name="connsiteY74" fmla="*/ 514195 h 821101"/>
                <a:gd name="connsiteX75" fmla="*/ 691556 w 807573"/>
                <a:gd name="connsiteY75" fmla="*/ 636684 h 821101"/>
                <a:gd name="connsiteX76" fmla="*/ 692093 w 807573"/>
                <a:gd name="connsiteY76" fmla="*/ 705358 h 821101"/>
                <a:gd name="connsiteX77" fmla="*/ 710423 w 807573"/>
                <a:gd name="connsiteY77" fmla="*/ 752232 h 821101"/>
                <a:gd name="connsiteX78" fmla="*/ 767952 w 807573"/>
                <a:gd name="connsiteY78" fmla="*/ 753356 h 821101"/>
                <a:gd name="connsiteX79" fmla="*/ 771716 w 807573"/>
                <a:gd name="connsiteY79" fmla="*/ 750961 h 821101"/>
                <a:gd name="connsiteX80" fmla="*/ 764775 w 807573"/>
                <a:gd name="connsiteY80" fmla="*/ 735125 h 821101"/>
                <a:gd name="connsiteX81" fmla="*/ 745273 w 807573"/>
                <a:gd name="connsiteY81" fmla="*/ 727060 h 821101"/>
                <a:gd name="connsiteX82" fmla="*/ 721909 w 807573"/>
                <a:gd name="connsiteY82" fmla="*/ 682532 h 821101"/>
                <a:gd name="connsiteX83" fmla="*/ 738430 w 807573"/>
                <a:gd name="connsiteY83" fmla="*/ 453928 h 821101"/>
                <a:gd name="connsiteX84" fmla="*/ 764580 w 807573"/>
                <a:gd name="connsiteY84" fmla="*/ 328653 h 821101"/>
                <a:gd name="connsiteX85" fmla="*/ 760670 w 807573"/>
                <a:gd name="connsiteY85" fmla="*/ 213740 h 821101"/>
                <a:gd name="connsiteX86" fmla="*/ 757884 w 807573"/>
                <a:gd name="connsiteY86" fmla="*/ 210367 h 821101"/>
                <a:gd name="connsiteX87" fmla="*/ 626303 w 807573"/>
                <a:gd name="connsiteY87" fmla="*/ 125808 h 821101"/>
                <a:gd name="connsiteX88" fmla="*/ 622002 w 807573"/>
                <a:gd name="connsiteY88" fmla="*/ 125368 h 821101"/>
                <a:gd name="connsiteX89" fmla="*/ 562615 w 807573"/>
                <a:gd name="connsiteY89" fmla="*/ 161782 h 821101"/>
                <a:gd name="connsiteX90" fmla="*/ 486022 w 807573"/>
                <a:gd name="connsiteY90" fmla="*/ 187785 h 821101"/>
                <a:gd name="connsiteX91" fmla="*/ 451661 w 807573"/>
                <a:gd name="connsiteY91" fmla="*/ 192380 h 821101"/>
                <a:gd name="connsiteX92" fmla="*/ 118213 w 807573"/>
                <a:gd name="connsiteY92" fmla="*/ 189398 h 821101"/>
                <a:gd name="connsiteX93" fmla="*/ 102230 w 807573"/>
                <a:gd name="connsiteY93" fmla="*/ 186661 h 821101"/>
                <a:gd name="connsiteX94" fmla="*/ 70508 w 807573"/>
                <a:gd name="connsiteY94" fmla="*/ 137490 h 821101"/>
                <a:gd name="connsiteX95" fmla="*/ 56187 w 807573"/>
                <a:gd name="connsiteY95" fmla="*/ 72042 h 821101"/>
                <a:gd name="connsiteX96" fmla="*/ 45531 w 807573"/>
                <a:gd name="connsiteY96" fmla="*/ 38951 h 821101"/>
                <a:gd name="connsiteX97" fmla="*/ 37808 w 807573"/>
                <a:gd name="connsiteY97" fmla="*/ 34454 h 821101"/>
                <a:gd name="connsiteX98" fmla="*/ 34827 w 807573"/>
                <a:gd name="connsiteY98" fmla="*/ 37045 h 821101"/>
                <a:gd name="connsiteX99" fmla="*/ 44114 w 807573"/>
                <a:gd name="connsiteY99" fmla="*/ 124341 h 821101"/>
                <a:gd name="connsiteX100" fmla="*/ 77840 w 807573"/>
                <a:gd name="connsiteY100" fmla="*/ 212078 h 821101"/>
                <a:gd name="connsiteX101" fmla="*/ 79062 w 807573"/>
                <a:gd name="connsiteY101" fmla="*/ 234366 h 821101"/>
                <a:gd name="connsiteX102" fmla="*/ 45482 w 807573"/>
                <a:gd name="connsiteY102" fmla="*/ 351870 h 821101"/>
                <a:gd name="connsiteX103" fmla="*/ 67038 w 807573"/>
                <a:gd name="connsiteY103" fmla="*/ 454466 h 821101"/>
                <a:gd name="connsiteX104" fmla="*/ 78035 w 807573"/>
                <a:gd name="connsiteY104" fmla="*/ 500362 h 821101"/>
                <a:gd name="connsiteX105" fmla="*/ 58093 w 807573"/>
                <a:gd name="connsiteY105" fmla="*/ 571382 h 821101"/>
                <a:gd name="connsiteX106" fmla="*/ 43723 w 807573"/>
                <a:gd name="connsiteY106" fmla="*/ 691770 h 821101"/>
                <a:gd name="connsiteX107" fmla="*/ 120901 w 807573"/>
                <a:gd name="connsiteY107" fmla="*/ 783319 h 821101"/>
                <a:gd name="connsiteX108" fmla="*/ 122563 w 807573"/>
                <a:gd name="connsiteY108" fmla="*/ 780142 h 821101"/>
                <a:gd name="connsiteX109" fmla="*/ 97293 w 807573"/>
                <a:gd name="connsiteY109" fmla="*/ 684291 h 821101"/>
                <a:gd name="connsiteX110" fmla="*/ 131361 w 807573"/>
                <a:gd name="connsiteY110" fmla="*/ 544206 h 821101"/>
                <a:gd name="connsiteX111" fmla="*/ 156045 w 807573"/>
                <a:gd name="connsiteY111" fmla="*/ 572507 h 821101"/>
                <a:gd name="connsiteX112" fmla="*/ 156583 w 807573"/>
                <a:gd name="connsiteY112" fmla="*/ 632285 h 821101"/>
                <a:gd name="connsiteX113" fmla="*/ 176818 w 807573"/>
                <a:gd name="connsiteY113" fmla="*/ 709806 h 821101"/>
                <a:gd name="connsiteX114" fmla="*/ 195001 w 807573"/>
                <a:gd name="connsiteY114" fmla="*/ 744314 h 821101"/>
                <a:gd name="connsiteX115" fmla="*/ 198471 w 807573"/>
                <a:gd name="connsiteY115" fmla="*/ 747149 h 821101"/>
                <a:gd name="connsiteX116" fmla="*/ 240604 w 807573"/>
                <a:gd name="connsiteY116" fmla="*/ 763865 h 821101"/>
                <a:gd name="connsiteX117" fmla="*/ 247438 w 807573"/>
                <a:gd name="connsiteY117" fmla="*/ 760928 h 821101"/>
                <a:gd name="connsiteX118" fmla="*/ 247741 w 807573"/>
                <a:gd name="connsiteY118" fmla="*/ 759808 h 821101"/>
                <a:gd name="connsiteX119" fmla="*/ 242462 w 807573"/>
                <a:gd name="connsiteY119" fmla="*/ 725398 h 821101"/>
                <a:gd name="connsiteX120" fmla="*/ 215530 w 807573"/>
                <a:gd name="connsiteY120" fmla="*/ 669774 h 821101"/>
                <a:gd name="connsiteX121" fmla="*/ 203555 w 807573"/>
                <a:gd name="connsiteY121" fmla="*/ 625442 h 821101"/>
                <a:gd name="connsiteX122" fmla="*/ 213819 w 807573"/>
                <a:gd name="connsiteY122" fmla="*/ 582527 h 821101"/>
                <a:gd name="connsiteX123" fmla="*/ 250185 w 807573"/>
                <a:gd name="connsiteY123" fmla="*/ 488289 h 821101"/>
                <a:gd name="connsiteX124" fmla="*/ 260009 w 807573"/>
                <a:gd name="connsiteY124" fmla="*/ 417025 h 821101"/>
                <a:gd name="connsiteX125" fmla="*/ 657243 w 807573"/>
                <a:gd name="connsiteY125" fmla="*/ 693383 h 821101"/>
                <a:gd name="connsiteX126" fmla="*/ 658807 w 807573"/>
                <a:gd name="connsiteY126" fmla="*/ 644993 h 821101"/>
                <a:gd name="connsiteX127" fmla="*/ 658758 w 807573"/>
                <a:gd name="connsiteY127" fmla="*/ 644944 h 821101"/>
                <a:gd name="connsiteX128" fmla="*/ 658514 w 807573"/>
                <a:gd name="connsiteY128" fmla="*/ 644944 h 821101"/>
                <a:gd name="connsiteX129" fmla="*/ 652209 w 807573"/>
                <a:gd name="connsiteY129" fmla="*/ 668064 h 821101"/>
                <a:gd name="connsiteX130" fmla="*/ 652111 w 807573"/>
                <a:gd name="connsiteY130" fmla="*/ 669921 h 821101"/>
                <a:gd name="connsiteX131" fmla="*/ 656901 w 807573"/>
                <a:gd name="connsiteY131" fmla="*/ 693431 h 821101"/>
                <a:gd name="connsiteX132" fmla="*/ 656950 w 807573"/>
                <a:gd name="connsiteY132" fmla="*/ 693432 h 821101"/>
                <a:gd name="connsiteX133" fmla="*/ 657194 w 807573"/>
                <a:gd name="connsiteY133" fmla="*/ 693432 h 821101"/>
                <a:gd name="connsiteX134" fmla="*/ 657243 w 807573"/>
                <a:gd name="connsiteY134" fmla="*/ 693383 h 821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807573" h="821101">
                  <a:moveTo>
                    <a:pt x="109171" y="821102"/>
                  </a:moveTo>
                  <a:lnTo>
                    <a:pt x="98222" y="821102"/>
                  </a:lnTo>
                  <a:cubicBezTo>
                    <a:pt x="41670" y="814601"/>
                    <a:pt x="24074" y="759124"/>
                    <a:pt x="13174" y="712348"/>
                  </a:cubicBezTo>
                  <a:cubicBezTo>
                    <a:pt x="-643" y="653009"/>
                    <a:pt x="5907" y="596864"/>
                    <a:pt x="32823" y="543913"/>
                  </a:cubicBezTo>
                  <a:cubicBezTo>
                    <a:pt x="39861" y="530064"/>
                    <a:pt x="43527" y="516981"/>
                    <a:pt x="43820" y="504664"/>
                  </a:cubicBezTo>
                  <a:cubicBezTo>
                    <a:pt x="43983" y="496973"/>
                    <a:pt x="40969" y="484004"/>
                    <a:pt x="34778" y="465756"/>
                  </a:cubicBezTo>
                  <a:cubicBezTo>
                    <a:pt x="22200" y="428804"/>
                    <a:pt x="14396" y="391282"/>
                    <a:pt x="11365" y="353190"/>
                  </a:cubicBezTo>
                  <a:cubicBezTo>
                    <a:pt x="7618" y="306527"/>
                    <a:pt x="18143" y="264345"/>
                    <a:pt x="42941" y="226644"/>
                  </a:cubicBezTo>
                  <a:cubicBezTo>
                    <a:pt x="43820" y="225340"/>
                    <a:pt x="43853" y="224037"/>
                    <a:pt x="43038" y="222733"/>
                  </a:cubicBezTo>
                  <a:cubicBezTo>
                    <a:pt x="34403" y="208461"/>
                    <a:pt x="28766" y="197349"/>
                    <a:pt x="26126" y="189398"/>
                  </a:cubicBezTo>
                  <a:cubicBezTo>
                    <a:pt x="15373" y="156797"/>
                    <a:pt x="-24072" y="15245"/>
                    <a:pt x="21434" y="1803"/>
                  </a:cubicBezTo>
                  <a:cubicBezTo>
                    <a:pt x="27642" y="-54"/>
                    <a:pt x="44847" y="-836"/>
                    <a:pt x="51445" y="1217"/>
                  </a:cubicBezTo>
                  <a:cubicBezTo>
                    <a:pt x="95925" y="15001"/>
                    <a:pt x="90890" y="112415"/>
                    <a:pt x="113374" y="153082"/>
                  </a:cubicBezTo>
                  <a:cubicBezTo>
                    <a:pt x="114124" y="154418"/>
                    <a:pt x="115264" y="155086"/>
                    <a:pt x="116796" y="155086"/>
                  </a:cubicBezTo>
                  <a:cubicBezTo>
                    <a:pt x="219733" y="155998"/>
                    <a:pt x="326093" y="156992"/>
                    <a:pt x="435873" y="158067"/>
                  </a:cubicBezTo>
                  <a:cubicBezTo>
                    <a:pt x="456467" y="158263"/>
                    <a:pt x="472288" y="156715"/>
                    <a:pt x="483334" y="153424"/>
                  </a:cubicBezTo>
                  <a:cubicBezTo>
                    <a:pt x="507724" y="146190"/>
                    <a:pt x="527569" y="142573"/>
                    <a:pt x="551373" y="128398"/>
                  </a:cubicBezTo>
                  <a:cubicBezTo>
                    <a:pt x="583893" y="108977"/>
                    <a:pt x="604324" y="96481"/>
                    <a:pt x="612666" y="90909"/>
                  </a:cubicBezTo>
                  <a:cubicBezTo>
                    <a:pt x="626254" y="81866"/>
                    <a:pt x="634955" y="86363"/>
                    <a:pt x="646001" y="97312"/>
                  </a:cubicBezTo>
                  <a:cubicBezTo>
                    <a:pt x="684582" y="135632"/>
                    <a:pt x="730284" y="164405"/>
                    <a:pt x="783105" y="183631"/>
                  </a:cubicBezTo>
                  <a:cubicBezTo>
                    <a:pt x="788742" y="185684"/>
                    <a:pt x="792082" y="190034"/>
                    <a:pt x="793125" y="196681"/>
                  </a:cubicBezTo>
                  <a:cubicBezTo>
                    <a:pt x="800880" y="246635"/>
                    <a:pt x="802705" y="292092"/>
                    <a:pt x="798599" y="333052"/>
                  </a:cubicBezTo>
                  <a:cubicBezTo>
                    <a:pt x="796905" y="350127"/>
                    <a:pt x="790762" y="380838"/>
                    <a:pt x="780172" y="425187"/>
                  </a:cubicBezTo>
                  <a:cubicBezTo>
                    <a:pt x="771211" y="462759"/>
                    <a:pt x="764808" y="495279"/>
                    <a:pt x="760963" y="522749"/>
                  </a:cubicBezTo>
                  <a:cubicBezTo>
                    <a:pt x="753175" y="578372"/>
                    <a:pt x="751855" y="634517"/>
                    <a:pt x="757004" y="691183"/>
                  </a:cubicBezTo>
                  <a:cubicBezTo>
                    <a:pt x="757245" y="693681"/>
                    <a:pt x="758719" y="695873"/>
                    <a:pt x="760914" y="697000"/>
                  </a:cubicBezTo>
                  <a:cubicBezTo>
                    <a:pt x="765020" y="699118"/>
                    <a:pt x="770364" y="701106"/>
                    <a:pt x="776946" y="702963"/>
                  </a:cubicBezTo>
                  <a:cubicBezTo>
                    <a:pt x="810037" y="712201"/>
                    <a:pt x="817320" y="754236"/>
                    <a:pt x="793858" y="777111"/>
                  </a:cubicBezTo>
                  <a:cubicBezTo>
                    <a:pt x="787080" y="783726"/>
                    <a:pt x="776946" y="787750"/>
                    <a:pt x="763456" y="789184"/>
                  </a:cubicBezTo>
                  <a:cubicBezTo>
                    <a:pt x="732320" y="792459"/>
                    <a:pt x="699767" y="792312"/>
                    <a:pt x="677723" y="770024"/>
                  </a:cubicBezTo>
                  <a:cubicBezTo>
                    <a:pt x="676648" y="768916"/>
                    <a:pt x="675507" y="768851"/>
                    <a:pt x="674302" y="769828"/>
                  </a:cubicBezTo>
                  <a:cubicBezTo>
                    <a:pt x="653577" y="786887"/>
                    <a:pt x="630409" y="786789"/>
                    <a:pt x="604894" y="782977"/>
                  </a:cubicBezTo>
                  <a:cubicBezTo>
                    <a:pt x="546827" y="774276"/>
                    <a:pt x="539446" y="732437"/>
                    <a:pt x="546583" y="683851"/>
                  </a:cubicBezTo>
                  <a:cubicBezTo>
                    <a:pt x="548570" y="670166"/>
                    <a:pt x="550118" y="655975"/>
                    <a:pt x="551226" y="641278"/>
                  </a:cubicBezTo>
                  <a:cubicBezTo>
                    <a:pt x="553865" y="605939"/>
                    <a:pt x="560708" y="561753"/>
                    <a:pt x="564521" y="530276"/>
                  </a:cubicBezTo>
                  <a:cubicBezTo>
                    <a:pt x="566769" y="512093"/>
                    <a:pt x="568627" y="497625"/>
                    <a:pt x="559731" y="483499"/>
                  </a:cubicBezTo>
                  <a:cubicBezTo>
                    <a:pt x="558851" y="482098"/>
                    <a:pt x="557629" y="481202"/>
                    <a:pt x="556065" y="480811"/>
                  </a:cubicBezTo>
                  <a:cubicBezTo>
                    <a:pt x="482650" y="461700"/>
                    <a:pt x="413096" y="440242"/>
                    <a:pt x="344275" y="406027"/>
                  </a:cubicBezTo>
                  <a:cubicBezTo>
                    <a:pt x="342972" y="405375"/>
                    <a:pt x="341587" y="405131"/>
                    <a:pt x="340121" y="405294"/>
                  </a:cubicBezTo>
                  <a:lnTo>
                    <a:pt x="297157" y="410671"/>
                  </a:lnTo>
                  <a:cubicBezTo>
                    <a:pt x="295667" y="410873"/>
                    <a:pt x="294524" y="412077"/>
                    <a:pt x="294419" y="413554"/>
                  </a:cubicBezTo>
                  <a:cubicBezTo>
                    <a:pt x="293051" y="431998"/>
                    <a:pt x="290933" y="451631"/>
                    <a:pt x="288065" y="472453"/>
                  </a:cubicBezTo>
                  <a:cubicBezTo>
                    <a:pt x="286078" y="487116"/>
                    <a:pt x="280619" y="505690"/>
                    <a:pt x="271691" y="528174"/>
                  </a:cubicBezTo>
                  <a:cubicBezTo>
                    <a:pt x="255561" y="568971"/>
                    <a:pt x="245232" y="595773"/>
                    <a:pt x="240702" y="608579"/>
                  </a:cubicBezTo>
                  <a:cubicBezTo>
                    <a:pt x="236336" y="620831"/>
                    <a:pt x="237199" y="633833"/>
                    <a:pt x="243293" y="647584"/>
                  </a:cubicBezTo>
                  <a:cubicBezTo>
                    <a:pt x="246812" y="655469"/>
                    <a:pt x="256408" y="675477"/>
                    <a:pt x="272082" y="707606"/>
                  </a:cubicBezTo>
                  <a:cubicBezTo>
                    <a:pt x="279023" y="721814"/>
                    <a:pt x="282607" y="736836"/>
                    <a:pt x="282835" y="752672"/>
                  </a:cubicBezTo>
                  <a:cubicBezTo>
                    <a:pt x="283063" y="768606"/>
                    <a:pt x="277296" y="781787"/>
                    <a:pt x="265532" y="792215"/>
                  </a:cubicBezTo>
                  <a:cubicBezTo>
                    <a:pt x="258934" y="798080"/>
                    <a:pt x="239822" y="799644"/>
                    <a:pt x="229216" y="795783"/>
                  </a:cubicBezTo>
                  <a:cubicBezTo>
                    <a:pt x="207677" y="787865"/>
                    <a:pt x="194789" y="782960"/>
                    <a:pt x="190553" y="781070"/>
                  </a:cubicBezTo>
                  <a:cubicBezTo>
                    <a:pt x="175205" y="774097"/>
                    <a:pt x="163116" y="761552"/>
                    <a:pt x="154285" y="743434"/>
                  </a:cubicBezTo>
                  <a:cubicBezTo>
                    <a:pt x="145292" y="724991"/>
                    <a:pt x="138286" y="705847"/>
                    <a:pt x="133268" y="686002"/>
                  </a:cubicBezTo>
                  <a:cubicBezTo>
                    <a:pt x="133035" y="685114"/>
                    <a:pt x="132483" y="684475"/>
                    <a:pt x="132035" y="684574"/>
                  </a:cubicBezTo>
                  <a:cubicBezTo>
                    <a:pt x="132022" y="684577"/>
                    <a:pt x="132009" y="684581"/>
                    <a:pt x="131997" y="684585"/>
                  </a:cubicBezTo>
                  <a:lnTo>
                    <a:pt x="131948" y="684585"/>
                  </a:lnTo>
                  <a:cubicBezTo>
                    <a:pt x="131394" y="684780"/>
                    <a:pt x="131150" y="685106"/>
                    <a:pt x="131215" y="685562"/>
                  </a:cubicBezTo>
                  <a:cubicBezTo>
                    <a:pt x="133317" y="705162"/>
                    <a:pt x="141528" y="726816"/>
                    <a:pt x="155165" y="769780"/>
                  </a:cubicBezTo>
                  <a:cubicBezTo>
                    <a:pt x="165576" y="802528"/>
                    <a:pt x="136396" y="817338"/>
                    <a:pt x="109171" y="821102"/>
                  </a:cubicBezTo>
                  <a:close/>
                  <a:moveTo>
                    <a:pt x="260009" y="417025"/>
                  </a:moveTo>
                  <a:cubicBezTo>
                    <a:pt x="261622" y="394394"/>
                    <a:pt x="272669" y="379682"/>
                    <a:pt x="295641" y="376505"/>
                  </a:cubicBezTo>
                  <a:cubicBezTo>
                    <a:pt x="307079" y="374875"/>
                    <a:pt x="322231" y="372969"/>
                    <a:pt x="341098" y="370786"/>
                  </a:cubicBezTo>
                  <a:cubicBezTo>
                    <a:pt x="345106" y="370346"/>
                    <a:pt x="351363" y="371030"/>
                    <a:pt x="354393" y="372643"/>
                  </a:cubicBezTo>
                  <a:cubicBezTo>
                    <a:pt x="425804" y="409546"/>
                    <a:pt x="497362" y="430857"/>
                    <a:pt x="576643" y="450751"/>
                  </a:cubicBezTo>
                  <a:cubicBezTo>
                    <a:pt x="588031" y="453635"/>
                    <a:pt x="594141" y="475630"/>
                    <a:pt x="596927" y="482522"/>
                  </a:cubicBezTo>
                  <a:cubicBezTo>
                    <a:pt x="599827" y="489691"/>
                    <a:pt x="601163" y="496941"/>
                    <a:pt x="600935" y="504272"/>
                  </a:cubicBezTo>
                  <a:cubicBezTo>
                    <a:pt x="600055" y="533306"/>
                    <a:pt x="594337" y="568450"/>
                    <a:pt x="590915" y="592253"/>
                  </a:cubicBezTo>
                  <a:cubicBezTo>
                    <a:pt x="585685" y="628472"/>
                    <a:pt x="583877" y="666158"/>
                    <a:pt x="578305" y="708779"/>
                  </a:cubicBezTo>
                  <a:cubicBezTo>
                    <a:pt x="575958" y="726930"/>
                    <a:pt x="581433" y="739149"/>
                    <a:pt x="594728" y="745438"/>
                  </a:cubicBezTo>
                  <a:cubicBezTo>
                    <a:pt x="604699" y="750179"/>
                    <a:pt x="630898" y="751646"/>
                    <a:pt x="641455" y="750130"/>
                  </a:cubicBezTo>
                  <a:cubicBezTo>
                    <a:pt x="646539" y="749381"/>
                    <a:pt x="651166" y="745715"/>
                    <a:pt x="655337" y="739133"/>
                  </a:cubicBezTo>
                  <a:cubicBezTo>
                    <a:pt x="656217" y="737699"/>
                    <a:pt x="656070" y="736379"/>
                    <a:pt x="654897" y="735174"/>
                  </a:cubicBezTo>
                  <a:cubicBezTo>
                    <a:pt x="648201" y="728428"/>
                    <a:pt x="638620" y="723296"/>
                    <a:pt x="632853" y="717187"/>
                  </a:cubicBezTo>
                  <a:cubicBezTo>
                    <a:pt x="618580" y="702099"/>
                    <a:pt x="613921" y="682841"/>
                    <a:pt x="618874" y="659412"/>
                  </a:cubicBezTo>
                  <a:cubicBezTo>
                    <a:pt x="627476" y="618908"/>
                    <a:pt x="637985" y="569867"/>
                    <a:pt x="650400" y="512289"/>
                  </a:cubicBezTo>
                  <a:cubicBezTo>
                    <a:pt x="655875" y="487116"/>
                    <a:pt x="684664" y="491027"/>
                    <a:pt x="685592" y="514195"/>
                  </a:cubicBezTo>
                  <a:cubicBezTo>
                    <a:pt x="687222" y="553526"/>
                    <a:pt x="689209" y="594355"/>
                    <a:pt x="691556" y="636684"/>
                  </a:cubicBezTo>
                  <a:cubicBezTo>
                    <a:pt x="692827" y="660146"/>
                    <a:pt x="691849" y="679843"/>
                    <a:pt x="692093" y="705358"/>
                  </a:cubicBezTo>
                  <a:cubicBezTo>
                    <a:pt x="692240" y="722807"/>
                    <a:pt x="694391" y="746660"/>
                    <a:pt x="710423" y="752232"/>
                  </a:cubicBezTo>
                  <a:cubicBezTo>
                    <a:pt x="725379" y="757446"/>
                    <a:pt x="744556" y="757821"/>
                    <a:pt x="767952" y="753356"/>
                  </a:cubicBezTo>
                  <a:cubicBezTo>
                    <a:pt x="769460" y="753075"/>
                    <a:pt x="770807" y="752218"/>
                    <a:pt x="771716" y="750961"/>
                  </a:cubicBezTo>
                  <a:cubicBezTo>
                    <a:pt x="776653" y="744216"/>
                    <a:pt x="772742" y="737666"/>
                    <a:pt x="764775" y="735125"/>
                  </a:cubicBezTo>
                  <a:cubicBezTo>
                    <a:pt x="755912" y="732290"/>
                    <a:pt x="749411" y="729602"/>
                    <a:pt x="745273" y="727060"/>
                  </a:cubicBezTo>
                  <a:cubicBezTo>
                    <a:pt x="727579" y="716111"/>
                    <a:pt x="723473" y="704429"/>
                    <a:pt x="721909" y="682532"/>
                  </a:cubicBezTo>
                  <a:cubicBezTo>
                    <a:pt x="716304" y="605271"/>
                    <a:pt x="721811" y="529070"/>
                    <a:pt x="738430" y="453928"/>
                  </a:cubicBezTo>
                  <a:cubicBezTo>
                    <a:pt x="746788" y="416340"/>
                    <a:pt x="761158" y="366680"/>
                    <a:pt x="764580" y="328653"/>
                  </a:cubicBezTo>
                  <a:cubicBezTo>
                    <a:pt x="768066" y="289517"/>
                    <a:pt x="766763" y="251213"/>
                    <a:pt x="760670" y="213740"/>
                  </a:cubicBezTo>
                  <a:cubicBezTo>
                    <a:pt x="760376" y="212078"/>
                    <a:pt x="759448" y="210954"/>
                    <a:pt x="757884" y="210367"/>
                  </a:cubicBezTo>
                  <a:cubicBezTo>
                    <a:pt x="708158" y="190783"/>
                    <a:pt x="664298" y="162597"/>
                    <a:pt x="626303" y="125808"/>
                  </a:cubicBezTo>
                  <a:cubicBezTo>
                    <a:pt x="625157" y="124687"/>
                    <a:pt x="623379" y="124505"/>
                    <a:pt x="622002" y="125368"/>
                  </a:cubicBezTo>
                  <a:cubicBezTo>
                    <a:pt x="585343" y="148047"/>
                    <a:pt x="565547" y="160185"/>
                    <a:pt x="562615" y="161782"/>
                  </a:cubicBezTo>
                  <a:cubicBezTo>
                    <a:pt x="536954" y="175712"/>
                    <a:pt x="513932" y="180063"/>
                    <a:pt x="486022" y="187785"/>
                  </a:cubicBezTo>
                  <a:cubicBezTo>
                    <a:pt x="474520" y="190946"/>
                    <a:pt x="463066" y="192478"/>
                    <a:pt x="451661" y="192380"/>
                  </a:cubicBezTo>
                  <a:cubicBezTo>
                    <a:pt x="315747" y="191142"/>
                    <a:pt x="204597" y="190148"/>
                    <a:pt x="118213" y="189398"/>
                  </a:cubicBezTo>
                  <a:cubicBezTo>
                    <a:pt x="111370" y="189366"/>
                    <a:pt x="106042" y="188453"/>
                    <a:pt x="102230" y="186661"/>
                  </a:cubicBezTo>
                  <a:cubicBezTo>
                    <a:pt x="84536" y="178401"/>
                    <a:pt x="75102" y="156406"/>
                    <a:pt x="70508" y="137490"/>
                  </a:cubicBezTo>
                  <a:cubicBezTo>
                    <a:pt x="65131" y="115169"/>
                    <a:pt x="60358" y="93353"/>
                    <a:pt x="56187" y="72042"/>
                  </a:cubicBezTo>
                  <a:cubicBezTo>
                    <a:pt x="53808" y="59724"/>
                    <a:pt x="50256" y="48694"/>
                    <a:pt x="45531" y="38951"/>
                  </a:cubicBezTo>
                  <a:cubicBezTo>
                    <a:pt x="44293" y="36344"/>
                    <a:pt x="41719" y="34845"/>
                    <a:pt x="37808" y="34454"/>
                  </a:cubicBezTo>
                  <a:cubicBezTo>
                    <a:pt x="35951" y="34291"/>
                    <a:pt x="34957" y="35155"/>
                    <a:pt x="34827" y="37045"/>
                  </a:cubicBezTo>
                  <a:cubicBezTo>
                    <a:pt x="32921" y="66421"/>
                    <a:pt x="37808" y="95503"/>
                    <a:pt x="44114" y="124341"/>
                  </a:cubicBezTo>
                  <a:cubicBezTo>
                    <a:pt x="52227" y="161196"/>
                    <a:pt x="57702" y="185635"/>
                    <a:pt x="77840" y="212078"/>
                  </a:cubicBezTo>
                  <a:cubicBezTo>
                    <a:pt x="83265" y="219214"/>
                    <a:pt x="84096" y="227768"/>
                    <a:pt x="79062" y="234366"/>
                  </a:cubicBezTo>
                  <a:cubicBezTo>
                    <a:pt x="52928" y="268777"/>
                    <a:pt x="41735" y="307945"/>
                    <a:pt x="45482" y="351870"/>
                  </a:cubicBezTo>
                  <a:cubicBezTo>
                    <a:pt x="48252" y="384358"/>
                    <a:pt x="55437" y="418556"/>
                    <a:pt x="67038" y="454466"/>
                  </a:cubicBezTo>
                  <a:cubicBezTo>
                    <a:pt x="74141" y="476428"/>
                    <a:pt x="77807" y="491727"/>
                    <a:pt x="78035" y="500362"/>
                  </a:cubicBezTo>
                  <a:cubicBezTo>
                    <a:pt x="78671" y="525192"/>
                    <a:pt x="68651" y="549192"/>
                    <a:pt x="58093" y="571382"/>
                  </a:cubicBezTo>
                  <a:cubicBezTo>
                    <a:pt x="40154" y="609165"/>
                    <a:pt x="36146" y="656724"/>
                    <a:pt x="43723" y="691770"/>
                  </a:cubicBezTo>
                  <a:cubicBezTo>
                    <a:pt x="52130" y="730530"/>
                    <a:pt x="65473" y="802479"/>
                    <a:pt x="120901" y="783319"/>
                  </a:cubicBezTo>
                  <a:cubicBezTo>
                    <a:pt x="122498" y="782797"/>
                    <a:pt x="123052" y="781738"/>
                    <a:pt x="122563" y="780142"/>
                  </a:cubicBezTo>
                  <a:cubicBezTo>
                    <a:pt x="113130" y="749348"/>
                    <a:pt x="98515" y="716600"/>
                    <a:pt x="97293" y="684291"/>
                  </a:cubicBezTo>
                  <a:cubicBezTo>
                    <a:pt x="96365" y="658190"/>
                    <a:pt x="97391" y="552320"/>
                    <a:pt x="131361" y="544206"/>
                  </a:cubicBezTo>
                  <a:cubicBezTo>
                    <a:pt x="153063" y="539025"/>
                    <a:pt x="156583" y="554910"/>
                    <a:pt x="156045" y="572507"/>
                  </a:cubicBezTo>
                  <a:cubicBezTo>
                    <a:pt x="155230" y="601117"/>
                    <a:pt x="155410" y="621043"/>
                    <a:pt x="156583" y="632285"/>
                  </a:cubicBezTo>
                  <a:cubicBezTo>
                    <a:pt x="158603" y="652032"/>
                    <a:pt x="165348" y="677872"/>
                    <a:pt x="176818" y="709806"/>
                  </a:cubicBezTo>
                  <a:cubicBezTo>
                    <a:pt x="180500" y="720005"/>
                    <a:pt x="186561" y="731508"/>
                    <a:pt x="195001" y="744314"/>
                  </a:cubicBezTo>
                  <a:cubicBezTo>
                    <a:pt x="195848" y="745617"/>
                    <a:pt x="197005" y="746562"/>
                    <a:pt x="198471" y="747149"/>
                  </a:cubicBezTo>
                  <a:lnTo>
                    <a:pt x="240604" y="763865"/>
                  </a:lnTo>
                  <a:cubicBezTo>
                    <a:pt x="243318" y="764930"/>
                    <a:pt x="246378" y="763615"/>
                    <a:pt x="247438" y="760928"/>
                  </a:cubicBezTo>
                  <a:cubicBezTo>
                    <a:pt x="247581" y="760567"/>
                    <a:pt x="247682" y="760192"/>
                    <a:pt x="247741" y="759808"/>
                  </a:cubicBezTo>
                  <a:cubicBezTo>
                    <a:pt x="249533" y="747980"/>
                    <a:pt x="247773" y="736510"/>
                    <a:pt x="242462" y="725398"/>
                  </a:cubicBezTo>
                  <a:cubicBezTo>
                    <a:pt x="227798" y="694735"/>
                    <a:pt x="218821" y="676194"/>
                    <a:pt x="215530" y="669774"/>
                  </a:cubicBezTo>
                  <a:cubicBezTo>
                    <a:pt x="208100" y="655274"/>
                    <a:pt x="204109" y="640496"/>
                    <a:pt x="203555" y="625442"/>
                  </a:cubicBezTo>
                  <a:cubicBezTo>
                    <a:pt x="203196" y="615666"/>
                    <a:pt x="206618" y="601361"/>
                    <a:pt x="213819" y="582527"/>
                  </a:cubicBezTo>
                  <a:cubicBezTo>
                    <a:pt x="225843" y="551082"/>
                    <a:pt x="237965" y="519669"/>
                    <a:pt x="250185" y="488289"/>
                  </a:cubicBezTo>
                  <a:cubicBezTo>
                    <a:pt x="253964" y="478677"/>
                    <a:pt x="257239" y="454922"/>
                    <a:pt x="260009" y="417025"/>
                  </a:cubicBezTo>
                  <a:close/>
                  <a:moveTo>
                    <a:pt x="657243" y="693383"/>
                  </a:moveTo>
                  <a:lnTo>
                    <a:pt x="658807" y="644993"/>
                  </a:lnTo>
                  <a:cubicBezTo>
                    <a:pt x="658807" y="644966"/>
                    <a:pt x="658785" y="644944"/>
                    <a:pt x="658758" y="644944"/>
                  </a:cubicBezTo>
                  <a:lnTo>
                    <a:pt x="658514" y="644944"/>
                  </a:lnTo>
                  <a:cubicBezTo>
                    <a:pt x="655450" y="644927"/>
                    <a:pt x="652633" y="655254"/>
                    <a:pt x="652209" y="668064"/>
                  </a:cubicBezTo>
                  <a:lnTo>
                    <a:pt x="652111" y="669921"/>
                  </a:lnTo>
                  <a:cubicBezTo>
                    <a:pt x="651681" y="682791"/>
                    <a:pt x="653825" y="693316"/>
                    <a:pt x="656901" y="693431"/>
                  </a:cubicBezTo>
                  <a:cubicBezTo>
                    <a:pt x="656917" y="693431"/>
                    <a:pt x="656933" y="693432"/>
                    <a:pt x="656950" y="693432"/>
                  </a:cubicBezTo>
                  <a:lnTo>
                    <a:pt x="657194" y="693432"/>
                  </a:lnTo>
                  <a:cubicBezTo>
                    <a:pt x="657221" y="693432"/>
                    <a:pt x="657243" y="693410"/>
                    <a:pt x="657243" y="693383"/>
                  </a:cubicBezTo>
                  <a:close/>
                </a:path>
              </a:pathLst>
            </a:custGeom>
            <a:grpFill/>
            <a:ln w="4852" cap="flat">
              <a:noFill/>
              <a:prstDash val="solid"/>
              <a:miter/>
            </a:ln>
          </p:spPr>
          <p:txBody>
            <a:bodyPr rtlCol="0" anchor="ctr"/>
            <a:lstStyle/>
            <a:p>
              <a:endParaRPr lang="en-US" dirty="0"/>
            </a:p>
          </p:txBody>
        </p:sp>
      </p:grpSp>
      <p:grpSp>
        <p:nvGrpSpPr>
          <p:cNvPr id="2" name="Question" descr="{&quot;Key&quot;:&quot;POWER_USER_SHAPE_ICON&quot;,&quot;Value&quot;:&quot;POWER_USER_SHAPE_ICON_STYLE_1&quot;}">
            <a:extLst>
              <a:ext uri="{FF2B5EF4-FFF2-40B4-BE49-F238E27FC236}">
                <a16:creationId xmlns:a16="http://schemas.microsoft.com/office/drawing/2014/main" id="{D8D77BB6-0070-6E08-2E43-B5AA689E2E0F}"/>
              </a:ext>
            </a:extLst>
          </p:cNvPr>
          <p:cNvGrpSpPr>
            <a:grpSpLocks noChangeAspect="1"/>
          </p:cNvGrpSpPr>
          <p:nvPr/>
        </p:nvGrpSpPr>
        <p:grpSpPr>
          <a:xfrm>
            <a:off x="1487484" y="1462150"/>
            <a:ext cx="234650" cy="355478"/>
            <a:chOff x="4520908" y="5078540"/>
            <a:chExt cx="1276350" cy="1933575"/>
          </a:xfrm>
          <a:solidFill>
            <a:srgbClr val="FFFFFF"/>
          </a:solidFill>
        </p:grpSpPr>
        <p:sp>
          <p:nvSpPr>
            <p:cNvPr id="4" name="Forme libre : forme 804">
              <a:extLst>
                <a:ext uri="{FF2B5EF4-FFF2-40B4-BE49-F238E27FC236}">
                  <a16:creationId xmlns:a16="http://schemas.microsoft.com/office/drawing/2014/main" id="{71DB6D99-B208-5CA3-35DE-FE3F209D127C}"/>
                </a:ext>
              </a:extLst>
            </p:cNvPr>
            <p:cNvSpPr/>
            <p:nvPr/>
          </p:nvSpPr>
          <p:spPr>
            <a:xfrm>
              <a:off x="4520908" y="5078540"/>
              <a:ext cx="1276350" cy="1542954"/>
            </a:xfrm>
            <a:custGeom>
              <a:avLst/>
              <a:gdLst>
                <a:gd name="connsiteX0" fmla="*/ 667798 w 1276350"/>
                <a:gd name="connsiteY0" fmla="*/ 0 h 1542954"/>
                <a:gd name="connsiteX1" fmla="*/ 1276350 w 1276350"/>
                <a:gd name="connsiteY1" fmla="*/ 606552 h 1542954"/>
                <a:gd name="connsiteX2" fmla="*/ 1276350 w 1276350"/>
                <a:gd name="connsiteY2" fmla="*/ 656844 h 1542954"/>
                <a:gd name="connsiteX3" fmla="*/ 1125569 w 1276350"/>
                <a:gd name="connsiteY3" fmla="*/ 1028224 h 1542954"/>
                <a:gd name="connsiteX4" fmla="*/ 840677 w 1276350"/>
                <a:gd name="connsiteY4" fmla="*/ 1227487 h 1542954"/>
                <a:gd name="connsiteX5" fmla="*/ 836486 w 1276350"/>
                <a:gd name="connsiteY5" fmla="*/ 1233773 h 1542954"/>
                <a:gd name="connsiteX6" fmla="*/ 836486 w 1276350"/>
                <a:gd name="connsiteY6" fmla="*/ 1510379 h 1542954"/>
                <a:gd name="connsiteX7" fmla="*/ 803910 w 1276350"/>
                <a:gd name="connsiteY7" fmla="*/ 1542955 h 1542954"/>
                <a:gd name="connsiteX8" fmla="*/ 590264 w 1276350"/>
                <a:gd name="connsiteY8" fmla="*/ 1542955 h 1542954"/>
                <a:gd name="connsiteX9" fmla="*/ 549688 w 1276350"/>
                <a:gd name="connsiteY9" fmla="*/ 1502378 h 1542954"/>
                <a:gd name="connsiteX10" fmla="*/ 549688 w 1276350"/>
                <a:gd name="connsiteY10" fmla="*/ 1045655 h 1542954"/>
                <a:gd name="connsiteX11" fmla="*/ 579120 w 1276350"/>
                <a:gd name="connsiteY11" fmla="*/ 1007555 h 1542954"/>
                <a:gd name="connsiteX12" fmla="*/ 657320 w 1276350"/>
                <a:gd name="connsiteY12" fmla="*/ 987457 h 1542954"/>
                <a:gd name="connsiteX13" fmla="*/ 870109 w 1276350"/>
                <a:gd name="connsiteY13" fmla="*/ 881729 h 1542954"/>
                <a:gd name="connsiteX14" fmla="*/ 988600 w 1276350"/>
                <a:gd name="connsiteY14" fmla="*/ 646081 h 1542954"/>
                <a:gd name="connsiteX15" fmla="*/ 955738 w 1276350"/>
                <a:gd name="connsiteY15" fmla="*/ 465201 h 1542954"/>
                <a:gd name="connsiteX16" fmla="*/ 595503 w 1276350"/>
                <a:gd name="connsiteY16" fmla="*/ 288417 h 1542954"/>
                <a:gd name="connsiteX17" fmla="*/ 292227 w 1276350"/>
                <a:gd name="connsiteY17" fmla="*/ 561689 h 1542954"/>
                <a:gd name="connsiteX18" fmla="*/ 286131 w 1276350"/>
                <a:gd name="connsiteY18" fmla="*/ 635413 h 1542954"/>
                <a:gd name="connsiteX19" fmla="*/ 253365 w 1276350"/>
                <a:gd name="connsiteY19" fmla="*/ 666750 h 1542954"/>
                <a:gd name="connsiteX20" fmla="*/ 47625 w 1276350"/>
                <a:gd name="connsiteY20" fmla="*/ 666750 h 1542954"/>
                <a:gd name="connsiteX21" fmla="*/ 0 w 1276350"/>
                <a:gd name="connsiteY21" fmla="*/ 641413 h 1542954"/>
                <a:gd name="connsiteX22" fmla="*/ 0 w 1276350"/>
                <a:gd name="connsiteY22" fmla="*/ 606076 h 1542954"/>
                <a:gd name="connsiteX23" fmla="*/ 12478 w 1276350"/>
                <a:gd name="connsiteY23" fmla="*/ 497967 h 1542954"/>
                <a:gd name="connsiteX24" fmla="*/ 611886 w 1276350"/>
                <a:gd name="connsiteY24" fmla="*/ 0 h 1542954"/>
                <a:gd name="connsiteX25" fmla="*/ 667798 w 1276350"/>
                <a:gd name="connsiteY25" fmla="*/ 0 h 1542954"/>
                <a:gd name="connsiteX26" fmla="*/ 785908 w 1276350"/>
                <a:gd name="connsiteY26" fmla="*/ 1181005 h 1542954"/>
                <a:gd name="connsiteX27" fmla="*/ 853726 w 1276350"/>
                <a:gd name="connsiteY27" fmla="*/ 1148525 h 1542954"/>
                <a:gd name="connsiteX28" fmla="*/ 1188625 w 1276350"/>
                <a:gd name="connsiteY28" fmla="*/ 783431 h 1542954"/>
                <a:gd name="connsiteX29" fmla="*/ 1180338 w 1276350"/>
                <a:gd name="connsiteY29" fmla="*/ 439769 h 1542954"/>
                <a:gd name="connsiteX30" fmla="*/ 442817 w 1276350"/>
                <a:gd name="connsiteY30" fmla="*/ 95250 h 1542954"/>
                <a:gd name="connsiteX31" fmla="*/ 67913 w 1276350"/>
                <a:gd name="connsiteY31" fmla="*/ 594265 h 1542954"/>
                <a:gd name="connsiteX32" fmla="*/ 73438 w 1276350"/>
                <a:gd name="connsiteY32" fmla="*/ 600266 h 1542954"/>
                <a:gd name="connsiteX33" fmla="*/ 216503 w 1276350"/>
                <a:gd name="connsiteY33" fmla="*/ 600266 h 1542954"/>
                <a:gd name="connsiteX34" fmla="*/ 221647 w 1276350"/>
                <a:gd name="connsiteY34" fmla="*/ 595408 h 1542954"/>
                <a:gd name="connsiteX35" fmla="*/ 368141 w 1276350"/>
                <a:gd name="connsiteY35" fmla="*/ 301657 h 1542954"/>
                <a:gd name="connsiteX36" fmla="*/ 509492 w 1276350"/>
                <a:gd name="connsiteY36" fmla="*/ 235839 h 1542954"/>
                <a:gd name="connsiteX37" fmla="*/ 1037844 w 1276350"/>
                <a:gd name="connsiteY37" fmla="*/ 495586 h 1542954"/>
                <a:gd name="connsiteX38" fmla="*/ 905256 w 1276350"/>
                <a:gd name="connsiteY38" fmla="*/ 938784 h 1542954"/>
                <a:gd name="connsiteX39" fmla="*/ 624840 w 1276350"/>
                <a:gd name="connsiteY39" fmla="*/ 1063371 h 1542954"/>
                <a:gd name="connsiteX40" fmla="*/ 616363 w 1276350"/>
                <a:gd name="connsiteY40" fmla="*/ 1073468 h 1542954"/>
                <a:gd name="connsiteX41" fmla="*/ 616363 w 1276350"/>
                <a:gd name="connsiteY41" fmla="*/ 1471422 h 1542954"/>
                <a:gd name="connsiteX42" fmla="*/ 621316 w 1276350"/>
                <a:gd name="connsiteY42" fmla="*/ 1476375 h 1542954"/>
                <a:gd name="connsiteX43" fmla="*/ 764762 w 1276350"/>
                <a:gd name="connsiteY43" fmla="*/ 1476375 h 1542954"/>
                <a:gd name="connsiteX44" fmla="*/ 769906 w 1276350"/>
                <a:gd name="connsiteY44" fmla="*/ 1471232 h 1542954"/>
                <a:gd name="connsiteX45" fmla="*/ 769906 w 1276350"/>
                <a:gd name="connsiteY45" fmla="*/ 1207770 h 1542954"/>
                <a:gd name="connsiteX46" fmla="*/ 785908 w 1276350"/>
                <a:gd name="connsiteY46" fmla="*/ 1181005 h 154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276350" h="1542954">
                  <a:moveTo>
                    <a:pt x="667798" y="0"/>
                  </a:moveTo>
                  <a:cubicBezTo>
                    <a:pt x="1016032" y="12097"/>
                    <a:pt x="1263872" y="259080"/>
                    <a:pt x="1276350" y="606552"/>
                  </a:cubicBezTo>
                  <a:lnTo>
                    <a:pt x="1276350" y="656844"/>
                  </a:lnTo>
                  <a:cubicBezTo>
                    <a:pt x="1270064" y="797338"/>
                    <a:pt x="1219581" y="922782"/>
                    <a:pt x="1125569" y="1028224"/>
                  </a:cubicBezTo>
                  <a:cubicBezTo>
                    <a:pt x="1048226" y="1114965"/>
                    <a:pt x="953262" y="1181386"/>
                    <a:pt x="840677" y="1227487"/>
                  </a:cubicBezTo>
                  <a:cubicBezTo>
                    <a:pt x="838151" y="1228527"/>
                    <a:pt x="836497" y="1231006"/>
                    <a:pt x="836486" y="1233773"/>
                  </a:cubicBezTo>
                  <a:lnTo>
                    <a:pt x="836486" y="1510379"/>
                  </a:lnTo>
                  <a:cubicBezTo>
                    <a:pt x="836486" y="1528370"/>
                    <a:pt x="821901" y="1542955"/>
                    <a:pt x="803910" y="1542955"/>
                  </a:cubicBezTo>
                  <a:lnTo>
                    <a:pt x="590264" y="1542955"/>
                  </a:lnTo>
                  <a:cubicBezTo>
                    <a:pt x="563213" y="1542955"/>
                    <a:pt x="549688" y="1529429"/>
                    <a:pt x="549688" y="1502378"/>
                  </a:cubicBezTo>
                  <a:lnTo>
                    <a:pt x="549688" y="1045655"/>
                  </a:lnTo>
                  <a:cubicBezTo>
                    <a:pt x="549674" y="1027706"/>
                    <a:pt x="561782" y="1012032"/>
                    <a:pt x="579120" y="1007555"/>
                  </a:cubicBezTo>
                  <a:cubicBezTo>
                    <a:pt x="614617" y="998284"/>
                    <a:pt x="640683" y="991584"/>
                    <a:pt x="657320" y="987457"/>
                  </a:cubicBezTo>
                  <a:cubicBezTo>
                    <a:pt x="736092" y="968026"/>
                    <a:pt x="812387" y="930497"/>
                    <a:pt x="870109" y="881729"/>
                  </a:cubicBezTo>
                  <a:cubicBezTo>
                    <a:pt x="945610" y="818039"/>
                    <a:pt x="985107" y="739489"/>
                    <a:pt x="988600" y="646081"/>
                  </a:cubicBezTo>
                  <a:cubicBezTo>
                    <a:pt x="991203" y="578326"/>
                    <a:pt x="980250" y="518033"/>
                    <a:pt x="955738" y="465201"/>
                  </a:cubicBezTo>
                  <a:cubicBezTo>
                    <a:pt x="892207" y="328041"/>
                    <a:pt x="738283" y="273939"/>
                    <a:pt x="595503" y="288417"/>
                  </a:cubicBezTo>
                  <a:cubicBezTo>
                    <a:pt x="432911" y="304991"/>
                    <a:pt x="314516" y="393859"/>
                    <a:pt x="292227" y="561689"/>
                  </a:cubicBezTo>
                  <a:cubicBezTo>
                    <a:pt x="289687" y="580866"/>
                    <a:pt x="287655" y="605441"/>
                    <a:pt x="286131" y="635413"/>
                  </a:cubicBezTo>
                  <a:cubicBezTo>
                    <a:pt x="285269" y="652940"/>
                    <a:pt x="270863" y="666718"/>
                    <a:pt x="253365" y="666750"/>
                  </a:cubicBezTo>
                  <a:cubicBezTo>
                    <a:pt x="189294" y="667068"/>
                    <a:pt x="120714" y="667068"/>
                    <a:pt x="47625" y="666750"/>
                  </a:cubicBezTo>
                  <a:cubicBezTo>
                    <a:pt x="22670" y="666623"/>
                    <a:pt x="6795" y="658178"/>
                    <a:pt x="0" y="641413"/>
                  </a:cubicBezTo>
                  <a:lnTo>
                    <a:pt x="0" y="606076"/>
                  </a:lnTo>
                  <a:cubicBezTo>
                    <a:pt x="2096" y="569563"/>
                    <a:pt x="6255" y="533527"/>
                    <a:pt x="12478" y="497967"/>
                  </a:cubicBezTo>
                  <a:cubicBezTo>
                    <a:pt x="66294" y="192977"/>
                    <a:pt x="309086" y="10192"/>
                    <a:pt x="611886" y="0"/>
                  </a:cubicBezTo>
                  <a:lnTo>
                    <a:pt x="667798" y="0"/>
                  </a:lnTo>
                  <a:close/>
                  <a:moveTo>
                    <a:pt x="785908" y="1181005"/>
                  </a:moveTo>
                  <a:cubicBezTo>
                    <a:pt x="796830" y="1175163"/>
                    <a:pt x="819436" y="1164336"/>
                    <a:pt x="853726" y="1148525"/>
                  </a:cubicBezTo>
                  <a:cubicBezTo>
                    <a:pt x="1003745" y="1079183"/>
                    <a:pt x="1145191" y="944499"/>
                    <a:pt x="1188625" y="783431"/>
                  </a:cubicBezTo>
                  <a:cubicBezTo>
                    <a:pt x="1218978" y="670528"/>
                    <a:pt x="1216216" y="555974"/>
                    <a:pt x="1180338" y="439769"/>
                  </a:cubicBezTo>
                  <a:cubicBezTo>
                    <a:pt x="1081564" y="119634"/>
                    <a:pt x="739521" y="7620"/>
                    <a:pt x="442817" y="95250"/>
                  </a:cubicBezTo>
                  <a:cubicBezTo>
                    <a:pt x="209550" y="164211"/>
                    <a:pt x="84106" y="354901"/>
                    <a:pt x="67913" y="594265"/>
                  </a:cubicBezTo>
                  <a:cubicBezTo>
                    <a:pt x="67596" y="598265"/>
                    <a:pt x="69437" y="600266"/>
                    <a:pt x="73438" y="600266"/>
                  </a:cubicBezTo>
                  <a:lnTo>
                    <a:pt x="216503" y="600266"/>
                  </a:lnTo>
                  <a:cubicBezTo>
                    <a:pt x="219742" y="600266"/>
                    <a:pt x="221456" y="598646"/>
                    <a:pt x="221647" y="595408"/>
                  </a:cubicBezTo>
                  <a:cubicBezTo>
                    <a:pt x="228029" y="478155"/>
                    <a:pt x="273558" y="370808"/>
                    <a:pt x="368141" y="301657"/>
                  </a:cubicBezTo>
                  <a:cubicBezTo>
                    <a:pt x="411194" y="270288"/>
                    <a:pt x="458311" y="248349"/>
                    <a:pt x="509492" y="235839"/>
                  </a:cubicBezTo>
                  <a:cubicBezTo>
                    <a:pt x="724186" y="183642"/>
                    <a:pt x="974503" y="261556"/>
                    <a:pt x="1037844" y="495586"/>
                  </a:cubicBezTo>
                  <a:cubicBezTo>
                    <a:pt x="1083564" y="664559"/>
                    <a:pt x="1044702" y="828199"/>
                    <a:pt x="905256" y="938784"/>
                  </a:cubicBezTo>
                  <a:cubicBezTo>
                    <a:pt x="823659" y="1003491"/>
                    <a:pt x="730187" y="1045020"/>
                    <a:pt x="624840" y="1063371"/>
                  </a:cubicBezTo>
                  <a:cubicBezTo>
                    <a:pt x="619955" y="1064205"/>
                    <a:pt x="616377" y="1068466"/>
                    <a:pt x="616363" y="1073468"/>
                  </a:cubicBezTo>
                  <a:lnTo>
                    <a:pt x="616363" y="1471422"/>
                  </a:lnTo>
                  <a:cubicBezTo>
                    <a:pt x="616363" y="1474724"/>
                    <a:pt x="618014" y="1476375"/>
                    <a:pt x="621316" y="1476375"/>
                  </a:cubicBezTo>
                  <a:lnTo>
                    <a:pt x="764762" y="1476375"/>
                  </a:lnTo>
                  <a:cubicBezTo>
                    <a:pt x="768191" y="1476375"/>
                    <a:pt x="769906" y="1474661"/>
                    <a:pt x="769906" y="1471232"/>
                  </a:cubicBezTo>
                  <a:lnTo>
                    <a:pt x="769906" y="1207770"/>
                  </a:lnTo>
                  <a:cubicBezTo>
                    <a:pt x="769904" y="1196564"/>
                    <a:pt x="776055" y="1186277"/>
                    <a:pt x="785908" y="1181005"/>
                  </a:cubicBezTo>
                  <a:close/>
                </a:path>
              </a:pathLst>
            </a:custGeom>
            <a:grpFill/>
            <a:ln w="9525" cap="flat">
              <a:noFill/>
              <a:prstDash val="solid"/>
              <a:miter/>
            </a:ln>
          </p:spPr>
          <p:txBody>
            <a:bodyPr rtlCol="0" anchor="ctr"/>
            <a:lstStyle/>
            <a:p>
              <a:endParaRPr lang="en-US" dirty="0"/>
            </a:p>
          </p:txBody>
        </p:sp>
        <p:sp>
          <p:nvSpPr>
            <p:cNvPr id="5" name="Forme libre : forme 805">
              <a:extLst>
                <a:ext uri="{FF2B5EF4-FFF2-40B4-BE49-F238E27FC236}">
                  <a16:creationId xmlns:a16="http://schemas.microsoft.com/office/drawing/2014/main" id="{D2662243-9088-E25F-D92F-3831C7671743}"/>
                </a:ext>
              </a:extLst>
            </p:cNvPr>
            <p:cNvSpPr/>
            <p:nvPr/>
          </p:nvSpPr>
          <p:spPr>
            <a:xfrm>
              <a:off x="5073739" y="6726365"/>
              <a:ext cx="284987" cy="285750"/>
            </a:xfrm>
            <a:custGeom>
              <a:avLst/>
              <a:gdLst>
                <a:gd name="connsiteX0" fmla="*/ 284988 w 284987"/>
                <a:gd name="connsiteY0" fmla="*/ 285750 h 285750"/>
                <a:gd name="connsiteX1" fmla="*/ 0 w 284987"/>
                <a:gd name="connsiteY1" fmla="*/ 285750 h 285750"/>
                <a:gd name="connsiteX2" fmla="*/ 191 w 284987"/>
                <a:gd name="connsiteY2" fmla="*/ 5048 h 285750"/>
                <a:gd name="connsiteX3" fmla="*/ 5144 w 284987"/>
                <a:gd name="connsiteY3" fmla="*/ 0 h 285750"/>
                <a:gd name="connsiteX4" fmla="*/ 279844 w 284987"/>
                <a:gd name="connsiteY4" fmla="*/ 0 h 285750"/>
                <a:gd name="connsiteX5" fmla="*/ 284798 w 284987"/>
                <a:gd name="connsiteY5" fmla="*/ 4953 h 285750"/>
                <a:gd name="connsiteX6" fmla="*/ 284988 w 284987"/>
                <a:gd name="connsiteY6" fmla="*/ 285750 h 285750"/>
                <a:gd name="connsiteX7" fmla="*/ 218818 w 284987"/>
                <a:gd name="connsiteY7" fmla="*/ 71952 h 285750"/>
                <a:gd name="connsiteX8" fmla="*/ 213684 w 284987"/>
                <a:gd name="connsiteY8" fmla="*/ 66799 h 285750"/>
                <a:gd name="connsiteX9" fmla="*/ 71571 w 284987"/>
                <a:gd name="connsiteY9" fmla="*/ 66551 h 285750"/>
                <a:gd name="connsiteX10" fmla="*/ 66418 w 284987"/>
                <a:gd name="connsiteY10" fmla="*/ 71685 h 285750"/>
                <a:gd name="connsiteX11" fmla="*/ 66170 w 284987"/>
                <a:gd name="connsiteY11" fmla="*/ 213798 h 285750"/>
                <a:gd name="connsiteX12" fmla="*/ 71304 w 284987"/>
                <a:gd name="connsiteY12" fmla="*/ 218951 h 285750"/>
                <a:gd name="connsiteX13" fmla="*/ 213417 w 284987"/>
                <a:gd name="connsiteY13" fmla="*/ 219199 h 285750"/>
                <a:gd name="connsiteX14" fmla="*/ 218570 w 284987"/>
                <a:gd name="connsiteY14" fmla="*/ 214065 h 285750"/>
                <a:gd name="connsiteX15" fmla="*/ 218818 w 284987"/>
                <a:gd name="connsiteY15" fmla="*/ 71952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4987" h="285750">
                  <a:moveTo>
                    <a:pt x="284988" y="285750"/>
                  </a:moveTo>
                  <a:lnTo>
                    <a:pt x="0" y="285750"/>
                  </a:lnTo>
                  <a:lnTo>
                    <a:pt x="191" y="5048"/>
                  </a:lnTo>
                  <a:cubicBezTo>
                    <a:pt x="191" y="1683"/>
                    <a:pt x="1841" y="0"/>
                    <a:pt x="5144" y="0"/>
                  </a:cubicBezTo>
                  <a:lnTo>
                    <a:pt x="279844" y="0"/>
                  </a:lnTo>
                  <a:cubicBezTo>
                    <a:pt x="283146" y="0"/>
                    <a:pt x="284798" y="1651"/>
                    <a:pt x="284798" y="4953"/>
                  </a:cubicBezTo>
                  <a:lnTo>
                    <a:pt x="284988" y="285750"/>
                  </a:lnTo>
                  <a:close/>
                  <a:moveTo>
                    <a:pt x="218818" y="71952"/>
                  </a:moveTo>
                  <a:cubicBezTo>
                    <a:pt x="218823" y="69111"/>
                    <a:pt x="216525" y="66804"/>
                    <a:pt x="213684" y="66799"/>
                  </a:cubicBezTo>
                  <a:lnTo>
                    <a:pt x="71571" y="66551"/>
                  </a:lnTo>
                  <a:cubicBezTo>
                    <a:pt x="68730" y="66546"/>
                    <a:pt x="66423" y="68844"/>
                    <a:pt x="66418" y="71685"/>
                  </a:cubicBezTo>
                  <a:lnTo>
                    <a:pt x="66170" y="213798"/>
                  </a:lnTo>
                  <a:cubicBezTo>
                    <a:pt x="66165" y="216639"/>
                    <a:pt x="68463" y="218946"/>
                    <a:pt x="71304" y="218951"/>
                  </a:cubicBezTo>
                  <a:lnTo>
                    <a:pt x="213417" y="219199"/>
                  </a:lnTo>
                  <a:cubicBezTo>
                    <a:pt x="216258" y="219204"/>
                    <a:pt x="218565" y="216906"/>
                    <a:pt x="218570" y="214065"/>
                  </a:cubicBezTo>
                  <a:lnTo>
                    <a:pt x="218818" y="71952"/>
                  </a:ln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8390721"/>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Blue Ocean Strategy</a:t>
            </a:r>
          </a:p>
        </p:txBody>
      </p:sp>
      <p:graphicFrame>
        <p:nvGraphicFramePr>
          <p:cNvPr id="5" name="Graphique 30">
            <a:extLst>
              <a:ext uri="{FF2B5EF4-FFF2-40B4-BE49-F238E27FC236}">
                <a16:creationId xmlns:a16="http://schemas.microsoft.com/office/drawing/2014/main" id="{E7583D7E-D635-40EE-8536-52DF48188827}"/>
              </a:ext>
            </a:extLst>
          </p:cNvPr>
          <p:cNvGraphicFramePr/>
          <p:nvPr>
            <p:extLst>
              <p:ext uri="{D42A27DB-BD31-4B8C-83A1-F6EECF244321}">
                <p14:modId xmlns:p14="http://schemas.microsoft.com/office/powerpoint/2010/main" val="1066343226"/>
              </p:ext>
            </p:extLst>
          </p:nvPr>
        </p:nvGraphicFramePr>
        <p:xfrm>
          <a:off x="466061" y="1454309"/>
          <a:ext cx="11259878" cy="48189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825880880"/>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Autofit/>
          </a:bodyPr>
          <a:lstStyle/>
          <a:p>
            <a:r>
              <a:rPr lang="en-US" dirty="0"/>
              <a:t>Blue Ocean Strategy 4 actions (W. Chan Kim 2004)</a:t>
            </a:r>
          </a:p>
        </p:txBody>
      </p:sp>
      <p:sp>
        <p:nvSpPr>
          <p:cNvPr id="5" name="Rectangle 4"/>
          <p:cNvSpPr/>
          <p:nvPr/>
        </p:nvSpPr>
        <p:spPr>
          <a:xfrm>
            <a:off x="747024" y="1871384"/>
            <a:ext cx="4140000" cy="667549"/>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can you eliminate that your industry has long competed on?</a:t>
            </a:r>
          </a:p>
        </p:txBody>
      </p:sp>
      <p:sp>
        <p:nvSpPr>
          <p:cNvPr id="6" name="Rectangle 5"/>
          <p:cNvSpPr/>
          <p:nvPr/>
        </p:nvSpPr>
        <p:spPr>
          <a:xfrm>
            <a:off x="747024" y="1610149"/>
            <a:ext cx="4140000" cy="26123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ELIMINATE</a:t>
            </a:r>
          </a:p>
        </p:txBody>
      </p:sp>
      <p:sp>
        <p:nvSpPr>
          <p:cNvPr id="12" name="Rectangle 11"/>
          <p:cNvSpPr/>
          <p:nvPr/>
        </p:nvSpPr>
        <p:spPr>
          <a:xfrm>
            <a:off x="7304976" y="1871384"/>
            <a:ext cx="4140000" cy="667549"/>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above the industry’s standard?</a:t>
            </a:r>
          </a:p>
        </p:txBody>
      </p:sp>
      <p:sp>
        <p:nvSpPr>
          <p:cNvPr id="13" name="Rectangle 12"/>
          <p:cNvSpPr/>
          <p:nvPr/>
        </p:nvSpPr>
        <p:spPr>
          <a:xfrm>
            <a:off x="7304976" y="1610149"/>
            <a:ext cx="4140000" cy="26123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RAISE</a:t>
            </a:r>
          </a:p>
        </p:txBody>
      </p:sp>
      <p:sp>
        <p:nvSpPr>
          <p:cNvPr id="15" name="Rectangle 14"/>
          <p:cNvSpPr/>
          <p:nvPr/>
        </p:nvSpPr>
        <p:spPr>
          <a:xfrm>
            <a:off x="7304976" y="4401637"/>
            <a:ext cx="4140000" cy="667549"/>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created that the industry has never offered?</a:t>
            </a:r>
          </a:p>
        </p:txBody>
      </p:sp>
      <p:sp>
        <p:nvSpPr>
          <p:cNvPr id="16" name="Rectangle 15"/>
          <p:cNvSpPr/>
          <p:nvPr/>
        </p:nvSpPr>
        <p:spPr>
          <a:xfrm>
            <a:off x="7304976" y="4140402"/>
            <a:ext cx="4140000" cy="26123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CREATE</a:t>
            </a:r>
          </a:p>
        </p:txBody>
      </p:sp>
      <p:sp>
        <p:nvSpPr>
          <p:cNvPr id="18" name="Rectangle 17"/>
          <p:cNvSpPr/>
          <p:nvPr/>
        </p:nvSpPr>
        <p:spPr>
          <a:xfrm>
            <a:off x="747024" y="4401637"/>
            <a:ext cx="4140000" cy="667549"/>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below the industry’s standard?</a:t>
            </a:r>
          </a:p>
        </p:txBody>
      </p:sp>
      <p:sp>
        <p:nvSpPr>
          <p:cNvPr id="19" name="Rectangle 18"/>
          <p:cNvSpPr/>
          <p:nvPr/>
        </p:nvSpPr>
        <p:spPr>
          <a:xfrm>
            <a:off x="747024" y="4140402"/>
            <a:ext cx="4140000" cy="2612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REDUCE</a:t>
            </a:r>
          </a:p>
        </p:txBody>
      </p:sp>
      <p:sp>
        <p:nvSpPr>
          <p:cNvPr id="22" name="Oval 21"/>
          <p:cNvSpPr>
            <a:spLocks noChangeAspect="1"/>
          </p:cNvSpPr>
          <p:nvPr/>
        </p:nvSpPr>
        <p:spPr>
          <a:xfrm>
            <a:off x="5399780" y="2935314"/>
            <a:ext cx="1472650" cy="1472650"/>
          </a:xfrm>
          <a:prstGeom prst="ellipse">
            <a:avLst/>
          </a:pr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1"/>
                </a:solidFill>
                <a:effectLst/>
                <a:uLnTx/>
                <a:uFillTx/>
              </a:rPr>
              <a:t>New value curve </a:t>
            </a:r>
          </a:p>
        </p:txBody>
      </p:sp>
      <p:grpSp>
        <p:nvGrpSpPr>
          <p:cNvPr id="9" name="Group 8">
            <a:extLst>
              <a:ext uri="{FF2B5EF4-FFF2-40B4-BE49-F238E27FC236}">
                <a16:creationId xmlns:a16="http://schemas.microsoft.com/office/drawing/2014/main" id="{1D8ABC48-2E6A-350F-FE5E-CA982E0949B8}"/>
              </a:ext>
            </a:extLst>
          </p:cNvPr>
          <p:cNvGrpSpPr/>
          <p:nvPr/>
        </p:nvGrpSpPr>
        <p:grpSpPr>
          <a:xfrm rot="2478642">
            <a:off x="4776504" y="2403327"/>
            <a:ext cx="2558751" cy="2482639"/>
            <a:chOff x="4776504" y="2403327"/>
            <a:chExt cx="2558751" cy="2482639"/>
          </a:xfrm>
          <a:solidFill>
            <a:srgbClr val="F2F2F2"/>
          </a:solidFill>
        </p:grpSpPr>
        <p:sp>
          <p:nvSpPr>
            <p:cNvPr id="27" name="Notched Right Arrow 26"/>
            <p:cNvSpPr/>
            <p:nvPr/>
          </p:nvSpPr>
          <p:spPr>
            <a:xfrm>
              <a:off x="4776504" y="3426260"/>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Notched Right Arrow 27"/>
            <p:cNvSpPr/>
            <p:nvPr/>
          </p:nvSpPr>
          <p:spPr>
            <a:xfrm rot="5400000">
              <a:off x="5768559" y="2528558"/>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Notched Right Arrow 28"/>
            <p:cNvSpPr/>
            <p:nvPr/>
          </p:nvSpPr>
          <p:spPr>
            <a:xfrm rot="16200000">
              <a:off x="5768560" y="4276104"/>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Notched Right Arrow 29"/>
            <p:cNvSpPr/>
            <p:nvPr/>
          </p:nvSpPr>
          <p:spPr>
            <a:xfrm flipH="1">
              <a:off x="6600162" y="3429495"/>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23" name="Rectangle 22">
            <a:extLst>
              <a:ext uri="{FF2B5EF4-FFF2-40B4-BE49-F238E27FC236}">
                <a16:creationId xmlns:a16="http://schemas.microsoft.com/office/drawing/2014/main" id="{5D897F26-87B4-F322-EA8B-8F897CE824C6}"/>
              </a:ext>
            </a:extLst>
          </p:cNvPr>
          <p:cNvSpPr/>
          <p:nvPr/>
        </p:nvSpPr>
        <p:spPr>
          <a:xfrm>
            <a:off x="747024"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4" name="Rectangle 23">
            <a:extLst>
              <a:ext uri="{FF2B5EF4-FFF2-40B4-BE49-F238E27FC236}">
                <a16:creationId xmlns:a16="http://schemas.microsoft.com/office/drawing/2014/main" id="{278C84A1-87C2-2723-1A53-806F317121B3}"/>
              </a:ext>
            </a:extLst>
          </p:cNvPr>
          <p:cNvSpPr/>
          <p:nvPr/>
        </p:nvSpPr>
        <p:spPr>
          <a:xfrm>
            <a:off x="7304976"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5" name="Rectangle 24">
            <a:extLst>
              <a:ext uri="{FF2B5EF4-FFF2-40B4-BE49-F238E27FC236}">
                <a16:creationId xmlns:a16="http://schemas.microsoft.com/office/drawing/2014/main" id="{13FF02A0-74E3-6E93-4F2A-CD7633DA0C10}"/>
              </a:ext>
            </a:extLst>
          </p:cNvPr>
          <p:cNvSpPr/>
          <p:nvPr/>
        </p:nvSpPr>
        <p:spPr>
          <a:xfrm>
            <a:off x="7304976"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6" name="Rectangle 25">
            <a:extLst>
              <a:ext uri="{FF2B5EF4-FFF2-40B4-BE49-F238E27FC236}">
                <a16:creationId xmlns:a16="http://schemas.microsoft.com/office/drawing/2014/main" id="{34062C98-12BA-E29D-9771-D60FD0FC95C3}"/>
              </a:ext>
            </a:extLst>
          </p:cNvPr>
          <p:cNvSpPr/>
          <p:nvPr/>
        </p:nvSpPr>
        <p:spPr>
          <a:xfrm>
            <a:off x="747024"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Tree>
    <p:custDataLst>
      <p:tags r:id="rId1"/>
    </p:custDataLst>
    <p:extLst>
      <p:ext uri="{BB962C8B-B14F-4D97-AF65-F5344CB8AC3E}">
        <p14:creationId xmlns:p14="http://schemas.microsoft.com/office/powerpoint/2010/main" val="2430055717"/>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model canvas (</a:t>
            </a:r>
            <a:r>
              <a:rPr lang="en-US" dirty="0" err="1"/>
              <a:t>Osterwalder</a:t>
            </a:r>
            <a:r>
              <a:rPr lang="en-US" dirty="0"/>
              <a:t> 2010)</a:t>
            </a:r>
          </a:p>
        </p:txBody>
      </p:sp>
      <p:grpSp>
        <p:nvGrpSpPr>
          <p:cNvPr id="3" name="Group 2">
            <a:extLst>
              <a:ext uri="{FF2B5EF4-FFF2-40B4-BE49-F238E27FC236}">
                <a16:creationId xmlns:a16="http://schemas.microsoft.com/office/drawing/2014/main" id="{ECFC8BC3-FA96-E8CE-CEBC-EA504043AF9E}"/>
              </a:ext>
            </a:extLst>
          </p:cNvPr>
          <p:cNvGrpSpPr/>
          <p:nvPr/>
        </p:nvGrpSpPr>
        <p:grpSpPr>
          <a:xfrm>
            <a:off x="606000" y="1192126"/>
            <a:ext cx="10980000" cy="5047723"/>
            <a:chOff x="609600" y="1223681"/>
            <a:chExt cx="10980000" cy="5204012"/>
          </a:xfrm>
        </p:grpSpPr>
        <p:sp>
          <p:nvSpPr>
            <p:cNvPr id="4" name="Rectangle 3"/>
            <p:cNvSpPr/>
            <p:nvPr/>
          </p:nvSpPr>
          <p:spPr>
            <a:xfrm>
              <a:off x="609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Key partners</a:t>
              </a:r>
            </a:p>
          </p:txBody>
        </p:sp>
        <p:sp>
          <p:nvSpPr>
            <p:cNvPr id="5" name="Rectangle 4"/>
            <p:cNvSpPr/>
            <p:nvPr/>
          </p:nvSpPr>
          <p:spPr>
            <a:xfrm>
              <a:off x="2805600" y="1223681"/>
              <a:ext cx="2196000" cy="1821600"/>
            </a:xfrm>
            <a:prstGeom prst="rect">
              <a:avLst/>
            </a:prstGeom>
            <a:solidFill>
              <a:srgbClr val="F2F2F2"/>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F7F7F"/>
                  </a:solidFill>
                  <a:effectLst/>
                  <a:uLnTx/>
                  <a:uFillTx/>
                </a:rPr>
                <a:t>Key Activities</a:t>
              </a:r>
            </a:p>
          </p:txBody>
        </p:sp>
        <p:sp>
          <p:nvSpPr>
            <p:cNvPr id="6" name="Rectangle 5"/>
            <p:cNvSpPr/>
            <p:nvPr/>
          </p:nvSpPr>
          <p:spPr>
            <a:xfrm>
              <a:off x="5001600" y="1223681"/>
              <a:ext cx="2196000" cy="3644153"/>
            </a:xfrm>
            <a:prstGeom prst="rect">
              <a:avLst/>
            </a:prstGeom>
            <a:solidFill>
              <a:schemeClr val="accent4">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Value Propositions</a:t>
              </a:r>
            </a:p>
          </p:txBody>
        </p:sp>
        <p:sp>
          <p:nvSpPr>
            <p:cNvPr id="8" name="Rectangle 7"/>
            <p:cNvSpPr/>
            <p:nvPr/>
          </p:nvSpPr>
          <p:spPr>
            <a:xfrm>
              <a:off x="9393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Customer Segments</a:t>
              </a:r>
            </a:p>
          </p:txBody>
        </p:sp>
        <p:sp>
          <p:nvSpPr>
            <p:cNvPr id="10" name="Rectangle 9"/>
            <p:cNvSpPr/>
            <p:nvPr/>
          </p:nvSpPr>
          <p:spPr>
            <a:xfrm>
              <a:off x="2805600" y="3045281"/>
              <a:ext cx="2196000" cy="1821600"/>
            </a:xfrm>
            <a:prstGeom prst="rect">
              <a:avLst/>
            </a:prstGeom>
            <a:solidFill>
              <a:schemeClr val="accent3">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Key Resources</a:t>
              </a:r>
            </a:p>
          </p:txBody>
        </p:sp>
        <p:sp>
          <p:nvSpPr>
            <p:cNvPr id="11" name="Rectangle 10"/>
            <p:cNvSpPr/>
            <p:nvPr/>
          </p:nvSpPr>
          <p:spPr>
            <a:xfrm>
              <a:off x="7197600" y="1223681"/>
              <a:ext cx="2196000" cy="1821600"/>
            </a:xfrm>
            <a:prstGeom prst="rect">
              <a:avLst/>
            </a:prstGeom>
            <a:solidFill>
              <a:schemeClr val="accent5">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Customer Relationship</a:t>
              </a:r>
            </a:p>
          </p:txBody>
        </p:sp>
        <p:sp>
          <p:nvSpPr>
            <p:cNvPr id="12" name="Rectangle 11"/>
            <p:cNvSpPr/>
            <p:nvPr/>
          </p:nvSpPr>
          <p:spPr>
            <a:xfrm>
              <a:off x="7197600" y="3045281"/>
              <a:ext cx="2196000" cy="1821600"/>
            </a:xfrm>
            <a:prstGeom prst="rect">
              <a:avLst/>
            </a:prstGeom>
            <a:solidFill>
              <a:schemeClr val="accent6">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Channels</a:t>
              </a:r>
            </a:p>
          </p:txBody>
        </p:sp>
        <p:sp>
          <p:nvSpPr>
            <p:cNvPr id="13" name="Rectangle 12"/>
            <p:cNvSpPr/>
            <p:nvPr/>
          </p:nvSpPr>
          <p:spPr>
            <a:xfrm>
              <a:off x="609600" y="4866881"/>
              <a:ext cx="5490000" cy="1560812"/>
            </a:xfrm>
            <a:prstGeom prst="rect">
              <a:avLst/>
            </a:prstGeom>
            <a:solidFill>
              <a:schemeClr val="accent1">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Cost Structure</a:t>
              </a:r>
            </a:p>
          </p:txBody>
        </p:sp>
        <p:sp>
          <p:nvSpPr>
            <p:cNvPr id="15" name="Rectangle 14"/>
            <p:cNvSpPr/>
            <p:nvPr/>
          </p:nvSpPr>
          <p:spPr>
            <a:xfrm>
              <a:off x="6099600" y="4866881"/>
              <a:ext cx="5490000" cy="1560812"/>
            </a:xfrm>
            <a:prstGeom prst="rect">
              <a:avLst/>
            </a:prstGeom>
            <a:solidFill>
              <a:schemeClr val="accent2">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Revenue Streams</a:t>
              </a:r>
            </a:p>
          </p:txBody>
        </p:sp>
      </p:grpSp>
    </p:spTree>
    <p:custDataLst>
      <p:tags r:id="rId1"/>
    </p:custDataLst>
    <p:extLst>
      <p:ext uri="{BB962C8B-B14F-4D97-AF65-F5344CB8AC3E}">
        <p14:creationId xmlns:p14="http://schemas.microsoft.com/office/powerpoint/2010/main" val="2649289543"/>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Graphic 3">
            <a:extLst>
              <a:ext uri="{FF2B5EF4-FFF2-40B4-BE49-F238E27FC236}">
                <a16:creationId xmlns:a16="http://schemas.microsoft.com/office/drawing/2014/main" id="{5B17EE99-66F5-D239-13B2-AE4B3F7273EC}"/>
              </a:ext>
            </a:extLst>
          </p:cNvPr>
          <p:cNvSpPr>
            <a:spLocks noChangeAspect="1"/>
          </p:cNvSpPr>
          <p:nvPr/>
        </p:nvSpPr>
        <p:spPr>
          <a:xfrm>
            <a:off x="1904303" y="1204273"/>
            <a:ext cx="6758923" cy="2228584"/>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1"/>
          </a:solidFill>
          <a:ln w="5015" cap="flat">
            <a:noFill/>
            <a:prstDash val="solid"/>
            <a:miter/>
          </a:ln>
        </p:spPr>
        <p:txBody>
          <a:bodyPr rtlCol="0" anchor="ctr"/>
          <a:lstStyle/>
          <a:p>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Client satisfaction model (Kano 1984)</a:t>
            </a:r>
          </a:p>
        </p:txBody>
      </p:sp>
      <p:cxnSp>
        <p:nvCxnSpPr>
          <p:cNvPr id="5" name="Straight Arrow Connector 4"/>
          <p:cNvCxnSpPr/>
          <p:nvPr/>
        </p:nvCxnSpPr>
        <p:spPr>
          <a:xfrm flipV="1">
            <a:off x="1466577" y="6237117"/>
            <a:ext cx="971604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 name="Straight Arrow Connector 6"/>
          <p:cNvCxnSpPr>
            <a:cxnSpLocks/>
            <a:stCxn id="62" idx="4"/>
          </p:cNvCxnSpPr>
          <p:nvPr/>
        </p:nvCxnSpPr>
        <p:spPr>
          <a:xfrm flipV="1">
            <a:off x="1479277" y="1251838"/>
            <a:ext cx="0" cy="5032845"/>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504291" y="6084375"/>
            <a:ext cx="968535" cy="276999"/>
          </a:xfrm>
          <a:prstGeom prst="rect">
            <a:avLst/>
          </a:prstGeom>
          <a:noFill/>
        </p:spPr>
        <p:txBody>
          <a:bodyPr wrap="none" rtlCol="0">
            <a:spAutoFit/>
          </a:bodyPr>
          <a:lstStyle/>
          <a:p>
            <a:pPr algn="r"/>
            <a:r>
              <a:rPr lang="en-US" sz="1200" dirty="0"/>
              <a:t>Dissatisfied</a:t>
            </a:r>
          </a:p>
        </p:txBody>
      </p:sp>
      <p:sp>
        <p:nvSpPr>
          <p:cNvPr id="14" name="TextBox 13"/>
          <p:cNvSpPr txBox="1"/>
          <p:nvPr/>
        </p:nvSpPr>
        <p:spPr>
          <a:xfrm>
            <a:off x="642149" y="1416938"/>
            <a:ext cx="830677" cy="276999"/>
          </a:xfrm>
          <a:prstGeom prst="rect">
            <a:avLst/>
          </a:prstGeom>
          <a:noFill/>
        </p:spPr>
        <p:txBody>
          <a:bodyPr wrap="none" rtlCol="0">
            <a:spAutoFit/>
          </a:bodyPr>
          <a:lstStyle/>
          <a:p>
            <a:pPr algn="r"/>
            <a:r>
              <a:rPr lang="en-US" sz="1200" dirty="0"/>
              <a:t>Delighted</a:t>
            </a:r>
          </a:p>
        </p:txBody>
      </p:sp>
      <p:sp>
        <p:nvSpPr>
          <p:cNvPr id="15" name="TextBox 14"/>
          <p:cNvSpPr txBox="1"/>
          <p:nvPr/>
        </p:nvSpPr>
        <p:spPr>
          <a:xfrm>
            <a:off x="5693084" y="1339901"/>
            <a:ext cx="2410159" cy="677108"/>
          </a:xfrm>
          <a:prstGeom prst="rect">
            <a:avLst/>
          </a:prstGeom>
          <a:noFill/>
        </p:spPr>
        <p:txBody>
          <a:bodyPr wrap="square" rtlCol="0">
            <a:spAutoFit/>
          </a:bodyPr>
          <a:lstStyle/>
          <a:p>
            <a:r>
              <a:rPr lang="en-US" sz="1400" dirty="0">
                <a:solidFill>
                  <a:schemeClr val="accent1"/>
                </a:solidFill>
              </a:rPr>
              <a:t>Excitement attribute</a:t>
            </a:r>
          </a:p>
          <a:p>
            <a:r>
              <a:rPr lang="en-US" sz="1200" dirty="0">
                <a:solidFill>
                  <a:schemeClr val="accent1"/>
                </a:solidFill>
              </a:rPr>
              <a:t>Delight when present but no dissatisfaction when absent</a:t>
            </a:r>
          </a:p>
        </p:txBody>
      </p:sp>
      <p:sp>
        <p:nvSpPr>
          <p:cNvPr id="17" name="TextBox 16"/>
          <p:cNvSpPr txBox="1"/>
          <p:nvPr/>
        </p:nvSpPr>
        <p:spPr>
          <a:xfrm>
            <a:off x="8405842" y="1430703"/>
            <a:ext cx="3606818" cy="677108"/>
          </a:xfrm>
          <a:prstGeom prst="rect">
            <a:avLst/>
          </a:prstGeom>
          <a:noFill/>
        </p:spPr>
        <p:txBody>
          <a:bodyPr wrap="square" rtlCol="0">
            <a:spAutoFit/>
          </a:bodyPr>
          <a:lstStyle/>
          <a:p>
            <a:r>
              <a:rPr lang="en-US" sz="1400" dirty="0">
                <a:solidFill>
                  <a:schemeClr val="accent3"/>
                </a:solidFill>
              </a:rPr>
              <a:t>Performance attribute</a:t>
            </a:r>
          </a:p>
          <a:p>
            <a:r>
              <a:rPr lang="en-US" sz="1200" dirty="0">
                <a:solidFill>
                  <a:schemeClr val="accent3"/>
                </a:solidFill>
              </a:rPr>
              <a:t>Proportional increase/decrease in satisfaction or dissatisfaction with performance</a:t>
            </a:r>
          </a:p>
        </p:txBody>
      </p:sp>
      <p:cxnSp>
        <p:nvCxnSpPr>
          <p:cNvPr id="18" name="Straight Arrow Connector 17"/>
          <p:cNvCxnSpPr>
            <a:cxnSpLocks/>
          </p:cNvCxnSpPr>
          <p:nvPr/>
        </p:nvCxnSpPr>
        <p:spPr>
          <a:xfrm flipV="1">
            <a:off x="3283473" y="1251838"/>
            <a:ext cx="5379754" cy="4968530"/>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8738511" y="6093368"/>
            <a:ext cx="2140678" cy="461665"/>
          </a:xfrm>
          <a:prstGeom prst="rect">
            <a:avLst/>
          </a:prstGeom>
          <a:solidFill>
            <a:schemeClr val="bg1"/>
          </a:solidFill>
        </p:spPr>
        <p:txBody>
          <a:bodyPr wrap="square" rtlCol="0">
            <a:spAutoFit/>
          </a:bodyPr>
          <a:lstStyle/>
          <a:p>
            <a:pPr algn="ctr"/>
            <a:r>
              <a:rPr lang="en-US" sz="1200" dirty="0"/>
              <a:t>Fully implemented / executed</a:t>
            </a:r>
          </a:p>
        </p:txBody>
      </p:sp>
      <p:grpSp>
        <p:nvGrpSpPr>
          <p:cNvPr id="323585" name="Group 323584"/>
          <p:cNvGrpSpPr/>
          <p:nvPr/>
        </p:nvGrpSpPr>
        <p:grpSpPr>
          <a:xfrm>
            <a:off x="7668941" y="4975130"/>
            <a:ext cx="2488466" cy="276999"/>
            <a:chOff x="9165819" y="5190345"/>
            <a:chExt cx="2488466" cy="276999"/>
          </a:xfrm>
        </p:grpSpPr>
        <p:sp>
          <p:nvSpPr>
            <p:cNvPr id="29" name="Oval 2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23584" name="TextBox 323583"/>
            <p:cNvSpPr txBox="1"/>
            <p:nvPr/>
          </p:nvSpPr>
          <p:spPr>
            <a:xfrm>
              <a:off x="9361670" y="5190345"/>
              <a:ext cx="2292615" cy="276999"/>
            </a:xfrm>
            <a:prstGeom prst="rect">
              <a:avLst/>
            </a:prstGeom>
            <a:noFill/>
          </p:spPr>
          <p:txBody>
            <a:bodyPr wrap="none" rtlCol="0">
              <a:spAutoFit/>
            </a:bodyPr>
            <a:lstStyle/>
            <a:p>
              <a:r>
                <a:rPr lang="en-US" sz="1200" dirty="0"/>
                <a:t>Attribute 1 (e.g. Simple pricing)</a:t>
              </a:r>
            </a:p>
          </p:txBody>
        </p:sp>
      </p:grpSp>
      <p:grpSp>
        <p:nvGrpSpPr>
          <p:cNvPr id="35" name="Group 34"/>
          <p:cNvGrpSpPr/>
          <p:nvPr/>
        </p:nvGrpSpPr>
        <p:grpSpPr>
          <a:xfrm>
            <a:off x="8103590" y="2682275"/>
            <a:ext cx="2328166" cy="276999"/>
            <a:chOff x="9165819" y="5190345"/>
            <a:chExt cx="2328166" cy="276999"/>
          </a:xfrm>
        </p:grpSpPr>
        <p:sp>
          <p:nvSpPr>
            <p:cNvPr id="36" name="Oval 35"/>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7" name="TextBox 36"/>
            <p:cNvSpPr txBox="1"/>
            <p:nvPr/>
          </p:nvSpPr>
          <p:spPr>
            <a:xfrm>
              <a:off x="9361670" y="5190345"/>
              <a:ext cx="2132315" cy="276999"/>
            </a:xfrm>
            <a:prstGeom prst="rect">
              <a:avLst/>
            </a:prstGeom>
            <a:noFill/>
          </p:spPr>
          <p:txBody>
            <a:bodyPr wrap="none" rtlCol="0">
              <a:spAutoFit/>
            </a:bodyPr>
            <a:lstStyle/>
            <a:p>
              <a:r>
                <a:rPr lang="en-US" sz="1200" dirty="0"/>
                <a:t>Attribute 2 (e.g. Simple SLA)</a:t>
              </a:r>
            </a:p>
          </p:txBody>
        </p:sp>
      </p:grpSp>
      <p:grpSp>
        <p:nvGrpSpPr>
          <p:cNvPr id="38" name="Group 37"/>
          <p:cNvGrpSpPr/>
          <p:nvPr/>
        </p:nvGrpSpPr>
        <p:grpSpPr>
          <a:xfrm>
            <a:off x="7582832" y="2207625"/>
            <a:ext cx="2677621" cy="276999"/>
            <a:chOff x="9165819" y="5190345"/>
            <a:chExt cx="2677621" cy="276999"/>
          </a:xfrm>
        </p:grpSpPr>
        <p:sp>
          <p:nvSpPr>
            <p:cNvPr id="39" name="Oval 3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0" name="TextBox 39"/>
            <p:cNvSpPr txBox="1"/>
            <p:nvPr/>
          </p:nvSpPr>
          <p:spPr>
            <a:xfrm>
              <a:off x="9361670" y="5190345"/>
              <a:ext cx="2481770" cy="276999"/>
            </a:xfrm>
            <a:prstGeom prst="rect">
              <a:avLst/>
            </a:prstGeom>
            <a:noFill/>
          </p:spPr>
          <p:txBody>
            <a:bodyPr wrap="none" rtlCol="0">
              <a:spAutoFit/>
            </a:bodyPr>
            <a:lstStyle/>
            <a:p>
              <a:r>
                <a:rPr lang="en-US" sz="1200" dirty="0"/>
                <a:t>Attribute 3 (e.g. proactive service)</a:t>
              </a:r>
            </a:p>
          </p:txBody>
        </p:sp>
      </p:grpSp>
      <p:grpSp>
        <p:nvGrpSpPr>
          <p:cNvPr id="41" name="Group 40"/>
          <p:cNvGrpSpPr/>
          <p:nvPr/>
        </p:nvGrpSpPr>
        <p:grpSpPr>
          <a:xfrm>
            <a:off x="2108632" y="3529800"/>
            <a:ext cx="2310532" cy="276999"/>
            <a:chOff x="9165819" y="5190345"/>
            <a:chExt cx="2310532" cy="276999"/>
          </a:xfrm>
        </p:grpSpPr>
        <p:sp>
          <p:nvSpPr>
            <p:cNvPr id="42" name="Oval 41"/>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3" name="TextBox 42"/>
            <p:cNvSpPr txBox="1"/>
            <p:nvPr/>
          </p:nvSpPr>
          <p:spPr>
            <a:xfrm>
              <a:off x="9361670" y="5190345"/>
              <a:ext cx="2114681" cy="276999"/>
            </a:xfrm>
            <a:prstGeom prst="rect">
              <a:avLst/>
            </a:prstGeom>
            <a:noFill/>
          </p:spPr>
          <p:txBody>
            <a:bodyPr wrap="none" rtlCol="0">
              <a:spAutoFit/>
            </a:bodyPr>
            <a:lstStyle/>
            <a:p>
              <a:r>
                <a:rPr lang="en-US" sz="1200" dirty="0"/>
                <a:t>Attribute 4 (e.g. 24h service)</a:t>
              </a:r>
            </a:p>
          </p:txBody>
        </p:sp>
      </p:grpSp>
      <p:grpSp>
        <p:nvGrpSpPr>
          <p:cNvPr id="44" name="Group 43"/>
          <p:cNvGrpSpPr/>
          <p:nvPr/>
        </p:nvGrpSpPr>
        <p:grpSpPr>
          <a:xfrm>
            <a:off x="2749155" y="2169721"/>
            <a:ext cx="2148630" cy="276999"/>
            <a:chOff x="9165819" y="5190345"/>
            <a:chExt cx="2148630" cy="276999"/>
          </a:xfrm>
        </p:grpSpPr>
        <p:sp>
          <p:nvSpPr>
            <p:cNvPr id="45" name="Oval 44"/>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6" name="TextBox 45"/>
            <p:cNvSpPr txBox="1"/>
            <p:nvPr/>
          </p:nvSpPr>
          <p:spPr>
            <a:xfrm>
              <a:off x="9361670" y="5190345"/>
              <a:ext cx="1952779" cy="276999"/>
            </a:xfrm>
            <a:prstGeom prst="rect">
              <a:avLst/>
            </a:prstGeom>
            <a:noFill/>
          </p:spPr>
          <p:txBody>
            <a:bodyPr wrap="none" rtlCol="0">
              <a:spAutoFit/>
            </a:bodyPr>
            <a:lstStyle/>
            <a:p>
              <a:r>
                <a:rPr lang="en-US" sz="1200" dirty="0"/>
                <a:t>Attribute 5 (e.g. expertise)</a:t>
              </a:r>
            </a:p>
          </p:txBody>
        </p:sp>
      </p:grpSp>
      <p:grpSp>
        <p:nvGrpSpPr>
          <p:cNvPr id="47" name="Group 46"/>
          <p:cNvGrpSpPr/>
          <p:nvPr/>
        </p:nvGrpSpPr>
        <p:grpSpPr>
          <a:xfrm>
            <a:off x="5053084" y="5489172"/>
            <a:ext cx="3224244" cy="276999"/>
            <a:chOff x="9165819" y="5190345"/>
            <a:chExt cx="3224244" cy="276999"/>
          </a:xfrm>
        </p:grpSpPr>
        <p:sp>
          <p:nvSpPr>
            <p:cNvPr id="48" name="Oval 47"/>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9" name="TextBox 48"/>
            <p:cNvSpPr txBox="1"/>
            <p:nvPr/>
          </p:nvSpPr>
          <p:spPr>
            <a:xfrm>
              <a:off x="9361670" y="5190345"/>
              <a:ext cx="3028393" cy="276999"/>
            </a:xfrm>
            <a:prstGeom prst="rect">
              <a:avLst/>
            </a:prstGeom>
            <a:noFill/>
          </p:spPr>
          <p:txBody>
            <a:bodyPr wrap="none" rtlCol="0">
              <a:spAutoFit/>
            </a:bodyPr>
            <a:lstStyle/>
            <a:p>
              <a:r>
                <a:rPr lang="en-US" sz="1200" dirty="0"/>
                <a:t>Attribute 6 (e.g. friendly customer service)</a:t>
              </a:r>
            </a:p>
          </p:txBody>
        </p:sp>
      </p:grpSp>
      <p:sp>
        <p:nvSpPr>
          <p:cNvPr id="50" name="TextBox 49"/>
          <p:cNvSpPr txBox="1"/>
          <p:nvPr/>
        </p:nvSpPr>
        <p:spPr>
          <a:xfrm>
            <a:off x="699857" y="2583797"/>
            <a:ext cx="772969" cy="276999"/>
          </a:xfrm>
          <a:prstGeom prst="rect">
            <a:avLst/>
          </a:prstGeom>
          <a:noFill/>
        </p:spPr>
        <p:txBody>
          <a:bodyPr wrap="none" rtlCol="0">
            <a:spAutoFit/>
          </a:bodyPr>
          <a:lstStyle/>
          <a:p>
            <a:pPr algn="r"/>
            <a:r>
              <a:rPr lang="en-US" sz="1200" dirty="0"/>
              <a:t>Satisfied</a:t>
            </a:r>
          </a:p>
        </p:txBody>
      </p:sp>
      <p:sp>
        <p:nvSpPr>
          <p:cNvPr id="51" name="TextBox 50"/>
          <p:cNvSpPr txBox="1"/>
          <p:nvPr/>
        </p:nvSpPr>
        <p:spPr>
          <a:xfrm>
            <a:off x="794435" y="3750656"/>
            <a:ext cx="678391" cy="276999"/>
          </a:xfrm>
          <a:prstGeom prst="rect">
            <a:avLst/>
          </a:prstGeom>
          <a:noFill/>
        </p:spPr>
        <p:txBody>
          <a:bodyPr wrap="none" rtlCol="0">
            <a:spAutoFit/>
          </a:bodyPr>
          <a:lstStyle/>
          <a:p>
            <a:pPr algn="r"/>
            <a:r>
              <a:rPr lang="en-US" sz="1200" dirty="0"/>
              <a:t>Neutral</a:t>
            </a:r>
          </a:p>
        </p:txBody>
      </p:sp>
      <p:sp>
        <p:nvSpPr>
          <p:cNvPr id="52" name="TextBox 51"/>
          <p:cNvSpPr txBox="1"/>
          <p:nvPr/>
        </p:nvSpPr>
        <p:spPr>
          <a:xfrm>
            <a:off x="395287" y="4917515"/>
            <a:ext cx="1077539" cy="276999"/>
          </a:xfrm>
          <a:prstGeom prst="rect">
            <a:avLst/>
          </a:prstGeom>
          <a:noFill/>
        </p:spPr>
        <p:txBody>
          <a:bodyPr wrap="none" rtlCol="0">
            <a:spAutoFit/>
          </a:bodyPr>
          <a:lstStyle/>
          <a:p>
            <a:pPr algn="r"/>
            <a:r>
              <a:rPr lang="en-US" sz="1200" dirty="0"/>
              <a:t>Disappointed</a:t>
            </a:r>
          </a:p>
        </p:txBody>
      </p:sp>
      <p:sp>
        <p:nvSpPr>
          <p:cNvPr id="54" name="TextBox 53"/>
          <p:cNvSpPr txBox="1"/>
          <p:nvPr/>
        </p:nvSpPr>
        <p:spPr>
          <a:xfrm>
            <a:off x="8929506" y="4275388"/>
            <a:ext cx="2722384" cy="861774"/>
          </a:xfrm>
          <a:prstGeom prst="rect">
            <a:avLst/>
          </a:prstGeom>
          <a:noFill/>
        </p:spPr>
        <p:txBody>
          <a:bodyPr wrap="square" rtlCol="0">
            <a:spAutoFit/>
          </a:bodyPr>
          <a:lstStyle/>
          <a:p>
            <a:r>
              <a:rPr lang="en-US" sz="1400" dirty="0">
                <a:solidFill>
                  <a:schemeClr val="accent2"/>
                </a:solidFill>
              </a:rPr>
              <a:t>Basic attribute</a:t>
            </a:r>
          </a:p>
          <a:p>
            <a:r>
              <a:rPr lang="en-US" sz="1200" dirty="0">
                <a:solidFill>
                  <a:schemeClr val="accent2"/>
                </a:solidFill>
              </a:rPr>
              <a:t>No additional satisfaction when present but dissatisfaction when absent</a:t>
            </a:r>
          </a:p>
        </p:txBody>
      </p:sp>
      <p:cxnSp>
        <p:nvCxnSpPr>
          <p:cNvPr id="55" name="Straight Arrow Connector 54"/>
          <p:cNvCxnSpPr>
            <a:cxnSpLocks/>
          </p:cNvCxnSpPr>
          <p:nvPr/>
        </p:nvCxnSpPr>
        <p:spPr>
          <a:xfrm>
            <a:off x="1504676" y="3904545"/>
            <a:ext cx="8712000" cy="0"/>
          </a:xfrm>
          <a:prstGeom prst="straightConnector1">
            <a:avLst/>
          </a:prstGeom>
          <a:ln w="12700">
            <a:solidFill>
              <a:srgbClr val="D9D9D9"/>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Oval 57"/>
          <p:cNvSpPr>
            <a:spLocks noChangeAspect="1"/>
          </p:cNvSpPr>
          <p:nvPr/>
        </p:nvSpPr>
        <p:spPr>
          <a:xfrm>
            <a:off x="1432859" y="152440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9" name="Oval 58"/>
          <p:cNvSpPr>
            <a:spLocks noChangeAspect="1"/>
          </p:cNvSpPr>
          <p:nvPr/>
        </p:nvSpPr>
        <p:spPr>
          <a:xfrm>
            <a:off x="1432859" y="269126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0" name="Oval 59"/>
          <p:cNvSpPr>
            <a:spLocks noChangeAspect="1"/>
          </p:cNvSpPr>
          <p:nvPr/>
        </p:nvSpPr>
        <p:spPr>
          <a:xfrm>
            <a:off x="1432859" y="385812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1" name="Oval 60"/>
          <p:cNvSpPr>
            <a:spLocks noChangeAspect="1"/>
          </p:cNvSpPr>
          <p:nvPr/>
        </p:nvSpPr>
        <p:spPr>
          <a:xfrm>
            <a:off x="1432859" y="502498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2" name="Oval 61"/>
          <p:cNvSpPr>
            <a:spLocks noChangeAspect="1"/>
          </p:cNvSpPr>
          <p:nvPr/>
        </p:nvSpPr>
        <p:spPr>
          <a:xfrm>
            <a:off x="1432859" y="619184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 name="TextBox 5"/>
          <p:cNvSpPr txBox="1"/>
          <p:nvPr/>
        </p:nvSpPr>
        <p:spPr>
          <a:xfrm>
            <a:off x="1661080" y="6093368"/>
            <a:ext cx="2140678" cy="276999"/>
          </a:xfrm>
          <a:prstGeom prst="rect">
            <a:avLst/>
          </a:prstGeom>
          <a:solidFill>
            <a:schemeClr val="bg1"/>
          </a:solidFill>
        </p:spPr>
        <p:txBody>
          <a:bodyPr wrap="square" rtlCol="0">
            <a:spAutoFit/>
          </a:bodyPr>
          <a:lstStyle/>
          <a:p>
            <a:pPr algn="ctr"/>
            <a:r>
              <a:rPr lang="en-US" sz="1200" dirty="0"/>
              <a:t>Not implemented / executed</a:t>
            </a:r>
          </a:p>
        </p:txBody>
      </p:sp>
      <p:sp>
        <p:nvSpPr>
          <p:cNvPr id="10" name="Graphic 3">
            <a:extLst>
              <a:ext uri="{FF2B5EF4-FFF2-40B4-BE49-F238E27FC236}">
                <a16:creationId xmlns:a16="http://schemas.microsoft.com/office/drawing/2014/main" id="{2A942632-B499-165F-AE98-F494BF363DF9}"/>
              </a:ext>
            </a:extLst>
          </p:cNvPr>
          <p:cNvSpPr>
            <a:spLocks noChangeAspect="1"/>
          </p:cNvSpPr>
          <p:nvPr/>
        </p:nvSpPr>
        <p:spPr>
          <a:xfrm rot="10800000">
            <a:off x="3453489" y="3975492"/>
            <a:ext cx="6758923" cy="2147927"/>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2"/>
          </a:solidFill>
          <a:ln w="501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35458245"/>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33"/>
          <p:cNvSpPr>
            <a:spLocks noGrp="1"/>
          </p:cNvSpPr>
          <p:nvPr>
            <p:ph type="title"/>
          </p:nvPr>
        </p:nvSpPr>
        <p:spPr>
          <a:xfrm>
            <a:off x="214184" y="13663"/>
            <a:ext cx="9728886" cy="678316"/>
          </a:xfrm>
        </p:spPr>
        <p:txBody>
          <a:bodyPr>
            <a:normAutofit/>
          </a:bodyPr>
          <a:lstStyle/>
          <a:p>
            <a:r>
              <a:rPr lang="en-US" dirty="0"/>
              <a:t>Client satisfaction, Net Promoter Score (NPS) 1</a:t>
            </a:r>
          </a:p>
        </p:txBody>
      </p:sp>
      <p:sp>
        <p:nvSpPr>
          <p:cNvPr id="4" name="Smiley Face 3"/>
          <p:cNvSpPr>
            <a:spLocks noChangeAspect="1"/>
          </p:cNvSpPr>
          <p:nvPr/>
        </p:nvSpPr>
        <p:spPr>
          <a:xfrm>
            <a:off x="4088236" y="2224764"/>
            <a:ext cx="567771" cy="567771"/>
          </a:xfrm>
          <a:prstGeom prst="smileyFace">
            <a:avLst/>
          </a:prstGeom>
          <a:solidFill>
            <a:srgbClr val="00B05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5" name="Smiley Face 4"/>
          <p:cNvSpPr>
            <a:spLocks noChangeAspect="1"/>
          </p:cNvSpPr>
          <p:nvPr/>
        </p:nvSpPr>
        <p:spPr>
          <a:xfrm>
            <a:off x="4088235" y="2897276"/>
            <a:ext cx="567771" cy="567771"/>
          </a:xfrm>
          <a:prstGeom prst="smileyFace">
            <a:avLst>
              <a:gd name="adj" fmla="val 305"/>
            </a:avLst>
          </a:prstGeom>
          <a:solidFill>
            <a:srgbClr val="FFC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 name="Smiley Face 5"/>
          <p:cNvSpPr>
            <a:spLocks noChangeAspect="1"/>
          </p:cNvSpPr>
          <p:nvPr/>
        </p:nvSpPr>
        <p:spPr>
          <a:xfrm>
            <a:off x="4088234" y="4469852"/>
            <a:ext cx="567771" cy="567771"/>
          </a:xfrm>
          <a:prstGeom prst="smileyFace">
            <a:avLst>
              <a:gd name="adj" fmla="val -4653"/>
            </a:avLst>
          </a:prstGeom>
          <a:solidFill>
            <a:srgbClr val="FF0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36" name="TextBox 35"/>
          <p:cNvSpPr txBox="1"/>
          <p:nvPr/>
        </p:nvSpPr>
        <p:spPr>
          <a:xfrm>
            <a:off x="1110296" y="1620777"/>
            <a:ext cx="7394973" cy="338554"/>
          </a:xfrm>
          <a:prstGeom prst="rect">
            <a:avLst/>
          </a:prstGeom>
          <a:noFill/>
        </p:spPr>
        <p:txBody>
          <a:bodyPr wrap="none" rtlCol="0">
            <a:spAutoFit/>
          </a:bodyPr>
          <a:lstStyle/>
          <a:p>
            <a:r>
              <a:rPr lang="en-US" sz="1600" dirty="0"/>
              <a:t>How likely are you to recommend our product / service to a friend or colleague?</a:t>
            </a:r>
          </a:p>
        </p:txBody>
      </p:sp>
      <p:grpSp>
        <p:nvGrpSpPr>
          <p:cNvPr id="46" name="Group 45"/>
          <p:cNvGrpSpPr>
            <a:grpSpLocks noChangeAspect="1"/>
          </p:cNvGrpSpPr>
          <p:nvPr/>
        </p:nvGrpSpPr>
        <p:grpSpPr>
          <a:xfrm>
            <a:off x="1255496" y="1974590"/>
            <a:ext cx="2555224" cy="4104221"/>
            <a:chOff x="819338" y="1456531"/>
            <a:chExt cx="2810746" cy="5323815"/>
          </a:xfrm>
        </p:grpSpPr>
        <p:sp>
          <p:nvSpPr>
            <p:cNvPr id="19" name="Rectangle 18"/>
            <p:cNvSpPr/>
            <p:nvPr/>
          </p:nvSpPr>
          <p:spPr>
            <a:xfrm>
              <a:off x="819338" y="1530372"/>
              <a:ext cx="1176950" cy="996225"/>
            </a:xfrm>
            <a:prstGeom prst="rect">
              <a:avLst/>
            </a:prstGeom>
            <a:gradFill>
              <a:gsLst>
                <a:gs pos="100000">
                  <a:srgbClr val="009A46"/>
                </a:gs>
                <a:gs pos="2000">
                  <a:srgbClr val="00B05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18" name="Rectangle 17"/>
            <p:cNvSpPr/>
            <p:nvPr/>
          </p:nvSpPr>
          <p:spPr>
            <a:xfrm>
              <a:off x="819338" y="2526597"/>
              <a:ext cx="1176950" cy="934656"/>
            </a:xfrm>
            <a:prstGeom prst="rect">
              <a:avLst/>
            </a:prstGeom>
            <a:gradFill flip="none" rotWithShape="1">
              <a:gsLst>
                <a:gs pos="100000">
                  <a:srgbClr val="FFC000"/>
                </a:gs>
                <a:gs pos="2000">
                  <a:srgbClr val="E2AC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3" name="Rectangle 2"/>
            <p:cNvSpPr/>
            <p:nvPr/>
          </p:nvSpPr>
          <p:spPr>
            <a:xfrm>
              <a:off x="819338" y="3461254"/>
              <a:ext cx="1176950" cy="3283570"/>
            </a:xfrm>
            <a:prstGeom prst="rect">
              <a:avLst/>
            </a:prstGeom>
            <a:gradFill flip="none" rotWithShape="1">
              <a:gsLst>
                <a:gs pos="100000">
                  <a:srgbClr val="FF0000"/>
                </a:gs>
                <a:gs pos="2000">
                  <a:srgbClr val="C000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cxnSp>
          <p:nvCxnSpPr>
            <p:cNvPr id="8" name="Straight Connector 7"/>
            <p:cNvCxnSpPr/>
            <p:nvPr/>
          </p:nvCxnSpPr>
          <p:spPr>
            <a:xfrm flipH="1">
              <a:off x="1765426" y="2312819"/>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1765426" y="2772488"/>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765426" y="3232157"/>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1765426" y="369182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765426" y="4151495"/>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a:off x="1765426" y="4611164"/>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H="1">
              <a:off x="1765426" y="5070833"/>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1765426" y="5530502"/>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1765426" y="5990171"/>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H="1">
              <a:off x="1765426" y="644983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1880856" y="1530373"/>
              <a:ext cx="115431" cy="5214450"/>
            </a:xfrm>
            <a:prstGeom prst="rect">
              <a:avLst/>
            </a:prstGeom>
            <a:solidFill>
              <a:schemeClr val="l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21" name="TextBox 20"/>
            <p:cNvSpPr txBox="1"/>
            <p:nvPr/>
          </p:nvSpPr>
          <p:spPr>
            <a:xfrm>
              <a:off x="1452969" y="6265170"/>
              <a:ext cx="312457" cy="399235"/>
            </a:xfrm>
            <a:prstGeom prst="rect">
              <a:avLst/>
            </a:prstGeom>
            <a:noFill/>
          </p:spPr>
          <p:txBody>
            <a:bodyPr wrap="none" rtlCol="0">
              <a:spAutoFit/>
            </a:bodyPr>
            <a:lstStyle/>
            <a:p>
              <a:pPr algn="r"/>
              <a:r>
                <a:rPr lang="en-US" sz="1400" b="1" dirty="0">
                  <a:solidFill>
                    <a:schemeClr val="lt1"/>
                  </a:solidFill>
                </a:rPr>
                <a:t>0</a:t>
              </a:r>
            </a:p>
          </p:txBody>
        </p:sp>
        <p:sp>
          <p:nvSpPr>
            <p:cNvPr id="22" name="TextBox 21"/>
            <p:cNvSpPr txBox="1"/>
            <p:nvPr/>
          </p:nvSpPr>
          <p:spPr>
            <a:xfrm>
              <a:off x="1454526" y="5805094"/>
              <a:ext cx="312457" cy="399235"/>
            </a:xfrm>
            <a:prstGeom prst="rect">
              <a:avLst/>
            </a:prstGeom>
            <a:noFill/>
          </p:spPr>
          <p:txBody>
            <a:bodyPr wrap="none" rtlCol="0">
              <a:spAutoFit/>
            </a:bodyPr>
            <a:lstStyle/>
            <a:p>
              <a:pPr algn="r"/>
              <a:r>
                <a:rPr lang="en-US" sz="1400" b="1" dirty="0">
                  <a:solidFill>
                    <a:schemeClr val="lt1"/>
                  </a:solidFill>
                </a:rPr>
                <a:t>1</a:t>
              </a:r>
            </a:p>
          </p:txBody>
        </p:sp>
        <p:sp>
          <p:nvSpPr>
            <p:cNvPr id="23" name="TextBox 22"/>
            <p:cNvSpPr txBox="1"/>
            <p:nvPr/>
          </p:nvSpPr>
          <p:spPr>
            <a:xfrm>
              <a:off x="1456083" y="5345012"/>
              <a:ext cx="312457" cy="399235"/>
            </a:xfrm>
            <a:prstGeom prst="rect">
              <a:avLst/>
            </a:prstGeom>
            <a:noFill/>
          </p:spPr>
          <p:txBody>
            <a:bodyPr wrap="none" rtlCol="0">
              <a:spAutoFit/>
            </a:bodyPr>
            <a:lstStyle/>
            <a:p>
              <a:pPr algn="r"/>
              <a:r>
                <a:rPr lang="en-US" sz="1400" b="1" dirty="0">
                  <a:solidFill>
                    <a:schemeClr val="lt1"/>
                  </a:solidFill>
                </a:rPr>
                <a:t>2</a:t>
              </a:r>
            </a:p>
          </p:txBody>
        </p:sp>
        <p:sp>
          <p:nvSpPr>
            <p:cNvPr id="24" name="TextBox 23"/>
            <p:cNvSpPr txBox="1"/>
            <p:nvPr/>
          </p:nvSpPr>
          <p:spPr>
            <a:xfrm>
              <a:off x="1457641" y="4884931"/>
              <a:ext cx="312457" cy="399235"/>
            </a:xfrm>
            <a:prstGeom prst="rect">
              <a:avLst/>
            </a:prstGeom>
            <a:noFill/>
          </p:spPr>
          <p:txBody>
            <a:bodyPr wrap="none" rtlCol="0">
              <a:spAutoFit/>
            </a:bodyPr>
            <a:lstStyle/>
            <a:p>
              <a:pPr algn="r"/>
              <a:r>
                <a:rPr lang="en-US" sz="1400" b="1" dirty="0">
                  <a:solidFill>
                    <a:schemeClr val="lt1"/>
                  </a:solidFill>
                </a:rPr>
                <a:t>3</a:t>
              </a:r>
            </a:p>
          </p:txBody>
        </p:sp>
        <p:sp>
          <p:nvSpPr>
            <p:cNvPr id="25" name="TextBox 24"/>
            <p:cNvSpPr txBox="1"/>
            <p:nvPr/>
          </p:nvSpPr>
          <p:spPr>
            <a:xfrm>
              <a:off x="1459197" y="4424849"/>
              <a:ext cx="312457" cy="399235"/>
            </a:xfrm>
            <a:prstGeom prst="rect">
              <a:avLst/>
            </a:prstGeom>
            <a:noFill/>
          </p:spPr>
          <p:txBody>
            <a:bodyPr wrap="none" rtlCol="0">
              <a:spAutoFit/>
            </a:bodyPr>
            <a:lstStyle/>
            <a:p>
              <a:pPr algn="r"/>
              <a:r>
                <a:rPr lang="en-US" sz="1400" b="1" dirty="0">
                  <a:solidFill>
                    <a:schemeClr val="lt1"/>
                  </a:solidFill>
                </a:rPr>
                <a:t>4</a:t>
              </a:r>
            </a:p>
          </p:txBody>
        </p:sp>
        <p:sp>
          <p:nvSpPr>
            <p:cNvPr id="26" name="TextBox 25"/>
            <p:cNvSpPr txBox="1"/>
            <p:nvPr/>
          </p:nvSpPr>
          <p:spPr>
            <a:xfrm>
              <a:off x="1460755" y="3964768"/>
              <a:ext cx="312457" cy="399235"/>
            </a:xfrm>
            <a:prstGeom prst="rect">
              <a:avLst/>
            </a:prstGeom>
            <a:noFill/>
          </p:spPr>
          <p:txBody>
            <a:bodyPr wrap="none" rtlCol="0">
              <a:spAutoFit/>
            </a:bodyPr>
            <a:lstStyle/>
            <a:p>
              <a:pPr algn="r"/>
              <a:r>
                <a:rPr lang="en-US" sz="1400" b="1" dirty="0">
                  <a:solidFill>
                    <a:schemeClr val="lt1"/>
                  </a:solidFill>
                </a:rPr>
                <a:t>5</a:t>
              </a:r>
            </a:p>
          </p:txBody>
        </p:sp>
        <p:sp>
          <p:nvSpPr>
            <p:cNvPr id="27" name="TextBox 26"/>
            <p:cNvSpPr txBox="1"/>
            <p:nvPr/>
          </p:nvSpPr>
          <p:spPr>
            <a:xfrm>
              <a:off x="1452969" y="3504687"/>
              <a:ext cx="312457" cy="399235"/>
            </a:xfrm>
            <a:prstGeom prst="rect">
              <a:avLst/>
            </a:prstGeom>
            <a:noFill/>
          </p:spPr>
          <p:txBody>
            <a:bodyPr wrap="none" rtlCol="0">
              <a:spAutoFit/>
            </a:bodyPr>
            <a:lstStyle/>
            <a:p>
              <a:pPr algn="r"/>
              <a:r>
                <a:rPr lang="en-US" sz="1400" b="1" dirty="0">
                  <a:solidFill>
                    <a:schemeClr val="lt1"/>
                  </a:solidFill>
                </a:rPr>
                <a:t>6</a:t>
              </a:r>
            </a:p>
          </p:txBody>
        </p:sp>
        <p:sp>
          <p:nvSpPr>
            <p:cNvPr id="28" name="TextBox 27"/>
            <p:cNvSpPr txBox="1"/>
            <p:nvPr/>
          </p:nvSpPr>
          <p:spPr>
            <a:xfrm>
              <a:off x="1445183" y="3044607"/>
              <a:ext cx="312457" cy="399235"/>
            </a:xfrm>
            <a:prstGeom prst="rect">
              <a:avLst/>
            </a:prstGeom>
            <a:noFill/>
          </p:spPr>
          <p:txBody>
            <a:bodyPr wrap="none" rtlCol="0">
              <a:spAutoFit/>
            </a:bodyPr>
            <a:lstStyle/>
            <a:p>
              <a:pPr algn="r"/>
              <a:r>
                <a:rPr lang="en-US" sz="1400" b="1" dirty="0">
                  <a:solidFill>
                    <a:schemeClr val="lt1"/>
                  </a:solidFill>
                </a:rPr>
                <a:t>7</a:t>
              </a:r>
            </a:p>
          </p:txBody>
        </p:sp>
        <p:sp>
          <p:nvSpPr>
            <p:cNvPr id="29" name="TextBox 28"/>
            <p:cNvSpPr txBox="1"/>
            <p:nvPr/>
          </p:nvSpPr>
          <p:spPr>
            <a:xfrm>
              <a:off x="1437399" y="2584526"/>
              <a:ext cx="312457" cy="399235"/>
            </a:xfrm>
            <a:prstGeom prst="rect">
              <a:avLst/>
            </a:prstGeom>
            <a:noFill/>
          </p:spPr>
          <p:txBody>
            <a:bodyPr wrap="none" rtlCol="0">
              <a:spAutoFit/>
            </a:bodyPr>
            <a:lstStyle/>
            <a:p>
              <a:pPr algn="r"/>
              <a:r>
                <a:rPr lang="en-US" sz="1400" b="1" dirty="0">
                  <a:solidFill>
                    <a:schemeClr val="lt1"/>
                  </a:solidFill>
                </a:rPr>
                <a:t>8</a:t>
              </a:r>
            </a:p>
          </p:txBody>
        </p:sp>
        <p:sp>
          <p:nvSpPr>
            <p:cNvPr id="30" name="TextBox 29"/>
            <p:cNvSpPr txBox="1"/>
            <p:nvPr/>
          </p:nvSpPr>
          <p:spPr>
            <a:xfrm>
              <a:off x="1429615" y="2124444"/>
              <a:ext cx="312457" cy="399235"/>
            </a:xfrm>
            <a:prstGeom prst="rect">
              <a:avLst/>
            </a:prstGeom>
            <a:noFill/>
          </p:spPr>
          <p:txBody>
            <a:bodyPr wrap="none" rtlCol="0">
              <a:spAutoFit/>
            </a:bodyPr>
            <a:lstStyle/>
            <a:p>
              <a:pPr algn="r"/>
              <a:r>
                <a:rPr lang="en-US" sz="1400" b="1" dirty="0">
                  <a:solidFill>
                    <a:schemeClr val="lt1"/>
                  </a:solidFill>
                </a:rPr>
                <a:t>9</a:t>
              </a:r>
            </a:p>
          </p:txBody>
        </p:sp>
        <p:sp>
          <p:nvSpPr>
            <p:cNvPr id="31" name="TextBox 30"/>
            <p:cNvSpPr txBox="1"/>
            <p:nvPr/>
          </p:nvSpPr>
          <p:spPr>
            <a:xfrm>
              <a:off x="1312504" y="1664364"/>
              <a:ext cx="421782" cy="399235"/>
            </a:xfrm>
            <a:prstGeom prst="rect">
              <a:avLst/>
            </a:prstGeom>
            <a:noFill/>
          </p:spPr>
          <p:txBody>
            <a:bodyPr wrap="none" rtlCol="0">
              <a:spAutoFit/>
            </a:bodyPr>
            <a:lstStyle/>
            <a:p>
              <a:pPr algn="r"/>
              <a:r>
                <a:rPr lang="en-US" sz="1400" b="1" dirty="0">
                  <a:solidFill>
                    <a:schemeClr val="lt1"/>
                  </a:solidFill>
                </a:rPr>
                <a:t>10</a:t>
              </a:r>
            </a:p>
          </p:txBody>
        </p:sp>
        <p:cxnSp>
          <p:nvCxnSpPr>
            <p:cNvPr id="32" name="Straight Connector 31"/>
            <p:cNvCxnSpPr/>
            <p:nvPr/>
          </p:nvCxnSpPr>
          <p:spPr>
            <a:xfrm flipH="1">
              <a:off x="1765425" y="1853150"/>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37" name="Left Brace 36"/>
            <p:cNvSpPr/>
            <p:nvPr/>
          </p:nvSpPr>
          <p:spPr>
            <a:xfrm rot="10800000">
              <a:off x="2167877" y="3610507"/>
              <a:ext cx="112696" cy="2985064"/>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8" name="Left Brace 37"/>
            <p:cNvSpPr/>
            <p:nvPr/>
          </p:nvSpPr>
          <p:spPr>
            <a:xfrm rot="10800000">
              <a:off x="2167877" y="2569081"/>
              <a:ext cx="112696" cy="849687"/>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9" name="Left Brace 38"/>
            <p:cNvSpPr/>
            <p:nvPr/>
          </p:nvSpPr>
          <p:spPr>
            <a:xfrm rot="10800000">
              <a:off x="2167877" y="1575654"/>
              <a:ext cx="112696" cy="905659"/>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40" name="TextBox 39"/>
            <p:cNvSpPr txBox="1"/>
            <p:nvPr/>
          </p:nvSpPr>
          <p:spPr>
            <a:xfrm>
              <a:off x="2439501" y="1736542"/>
              <a:ext cx="1190583" cy="618813"/>
            </a:xfrm>
            <a:prstGeom prst="rect">
              <a:avLst/>
            </a:prstGeom>
            <a:noFill/>
          </p:spPr>
          <p:txBody>
            <a:bodyPr wrap="none" rtlCol="0" anchor="ctr">
              <a:spAutoFit/>
            </a:bodyPr>
            <a:lstStyle/>
            <a:p>
              <a:pPr algn="ctr"/>
              <a:r>
                <a:rPr lang="en-US" sz="1400" b="1" dirty="0"/>
                <a:t>Promoters</a:t>
              </a:r>
            </a:p>
            <a:p>
              <a:pPr algn="ctr"/>
              <a:r>
                <a:rPr lang="en-US" sz="1100" dirty="0"/>
                <a:t>(9s and 10s)</a:t>
              </a:r>
            </a:p>
          </p:txBody>
        </p:sp>
        <p:sp>
          <p:nvSpPr>
            <p:cNvPr id="41" name="TextBox 40"/>
            <p:cNvSpPr txBox="1"/>
            <p:nvPr/>
          </p:nvSpPr>
          <p:spPr>
            <a:xfrm>
              <a:off x="2511797" y="2702985"/>
              <a:ext cx="1045991" cy="618813"/>
            </a:xfrm>
            <a:prstGeom prst="rect">
              <a:avLst/>
            </a:prstGeom>
            <a:noFill/>
          </p:spPr>
          <p:txBody>
            <a:bodyPr wrap="none" rtlCol="0" anchor="ctr">
              <a:spAutoFit/>
            </a:bodyPr>
            <a:lstStyle/>
            <a:p>
              <a:pPr algn="ctr"/>
              <a:r>
                <a:rPr lang="en-US" sz="1400" b="1" dirty="0"/>
                <a:t>Passives</a:t>
              </a:r>
            </a:p>
            <a:p>
              <a:pPr algn="ctr"/>
              <a:r>
                <a:rPr lang="en-US" sz="1100" dirty="0"/>
                <a:t>(7s and 8s)</a:t>
              </a:r>
            </a:p>
          </p:txBody>
        </p:sp>
        <p:sp>
          <p:nvSpPr>
            <p:cNvPr id="42" name="TextBox 41"/>
            <p:cNvSpPr txBox="1"/>
            <p:nvPr/>
          </p:nvSpPr>
          <p:spPr>
            <a:xfrm>
              <a:off x="2440381" y="4778616"/>
              <a:ext cx="1188819" cy="618813"/>
            </a:xfrm>
            <a:prstGeom prst="rect">
              <a:avLst/>
            </a:prstGeom>
            <a:noFill/>
          </p:spPr>
          <p:txBody>
            <a:bodyPr wrap="none" rtlCol="0" anchor="ctr">
              <a:spAutoFit/>
            </a:bodyPr>
            <a:lstStyle/>
            <a:p>
              <a:pPr algn="ctr"/>
              <a:r>
                <a:rPr lang="en-US" sz="1400" b="1" dirty="0"/>
                <a:t>Detractors</a:t>
              </a:r>
            </a:p>
            <a:p>
              <a:pPr algn="ctr"/>
              <a:r>
                <a:rPr lang="en-US" sz="1100" dirty="0"/>
                <a:t>(0 to 6)</a:t>
              </a:r>
            </a:p>
          </p:txBody>
        </p:sp>
        <p:sp>
          <p:nvSpPr>
            <p:cNvPr id="43" name="TextBox 42"/>
            <p:cNvSpPr txBox="1"/>
            <p:nvPr/>
          </p:nvSpPr>
          <p:spPr>
            <a:xfrm>
              <a:off x="2215077" y="1456531"/>
              <a:ext cx="1375729" cy="359311"/>
            </a:xfrm>
            <a:prstGeom prst="rect">
              <a:avLst/>
            </a:prstGeom>
            <a:noFill/>
          </p:spPr>
          <p:txBody>
            <a:bodyPr wrap="none" rtlCol="0" anchor="ctr">
              <a:spAutoFit/>
            </a:bodyPr>
            <a:lstStyle/>
            <a:p>
              <a:r>
                <a:rPr lang="en-US" sz="1200" i="1" dirty="0"/>
                <a:t>Extremely likely</a:t>
              </a:r>
            </a:p>
          </p:txBody>
        </p:sp>
        <p:sp>
          <p:nvSpPr>
            <p:cNvPr id="44" name="TextBox 43"/>
            <p:cNvSpPr txBox="1"/>
            <p:nvPr/>
          </p:nvSpPr>
          <p:spPr>
            <a:xfrm>
              <a:off x="2215077" y="6421035"/>
              <a:ext cx="1291091" cy="359311"/>
            </a:xfrm>
            <a:prstGeom prst="rect">
              <a:avLst/>
            </a:prstGeom>
            <a:noFill/>
          </p:spPr>
          <p:txBody>
            <a:bodyPr wrap="none" rtlCol="0" anchor="ctr">
              <a:spAutoFit/>
            </a:bodyPr>
            <a:lstStyle/>
            <a:p>
              <a:r>
                <a:rPr lang="en-US" sz="1200" i="1" dirty="0"/>
                <a:t>Not likely at all</a:t>
              </a:r>
            </a:p>
          </p:txBody>
        </p:sp>
      </p:grpSp>
      <p:sp>
        <p:nvSpPr>
          <p:cNvPr id="51" name="Rectangle 50"/>
          <p:cNvSpPr/>
          <p:nvPr/>
        </p:nvSpPr>
        <p:spPr>
          <a:xfrm>
            <a:off x="5455776" y="2240232"/>
            <a:ext cx="5990744" cy="738664"/>
          </a:xfrm>
          <a:prstGeom prst="rect">
            <a:avLst/>
          </a:prstGeom>
        </p:spPr>
        <p:txBody>
          <a:bodyPr wrap="none">
            <a:spAutoFit/>
          </a:bodyPr>
          <a:lstStyle/>
          <a:p>
            <a:pPr algn="ctr"/>
            <a:r>
              <a:rPr lang="en-US" sz="2400" b="1" dirty="0"/>
              <a:t>NPS = </a:t>
            </a:r>
            <a:r>
              <a:rPr lang="en-US" sz="2400" b="1" dirty="0">
                <a:solidFill>
                  <a:srgbClr val="00B050"/>
                </a:solidFill>
              </a:rPr>
              <a:t>% of Promoters</a:t>
            </a:r>
            <a:r>
              <a:rPr lang="en-US" sz="2400" b="1" dirty="0">
                <a:solidFill>
                  <a:prstClr val="black"/>
                </a:solidFill>
              </a:rPr>
              <a:t> - </a:t>
            </a:r>
            <a:r>
              <a:rPr lang="en-US" sz="2400" b="1" dirty="0">
                <a:solidFill>
                  <a:srgbClr val="FF0000"/>
                </a:solidFill>
              </a:rPr>
              <a:t>% of Detractors</a:t>
            </a:r>
          </a:p>
          <a:p>
            <a:pPr algn="ctr"/>
            <a:r>
              <a:rPr lang="en-US" dirty="0"/>
              <a:t>(Score -100 to 100)</a:t>
            </a:r>
          </a:p>
        </p:txBody>
      </p:sp>
      <p:grpSp>
        <p:nvGrpSpPr>
          <p:cNvPr id="54" name="POWER_USER_CONTEXTUAL_SHAPES_GAUGE"/>
          <p:cNvGrpSpPr>
            <a:grpSpLocks noChangeAspect="1"/>
          </p:cNvGrpSpPr>
          <p:nvPr>
            <p:custDataLst>
              <p:tags r:id="rId1"/>
            </p:custDataLst>
          </p:nvPr>
        </p:nvGrpSpPr>
        <p:grpSpPr>
          <a:xfrm>
            <a:off x="6931937" y="3219122"/>
            <a:ext cx="3015049" cy="3014775"/>
            <a:chOff x="127000" y="127000"/>
            <a:chExt cx="3015049" cy="3014775"/>
          </a:xfrm>
        </p:grpSpPr>
        <p:sp>
          <p:nvSpPr>
            <p:cNvPr id="55" name="POWER_USER_CONTEXTUAL_SHAPES_GAUGE_NEEDLE_CENTER"/>
            <p:cNvSpPr>
              <a:spLocks noChangeAspect="1"/>
            </p:cNvSpPr>
            <p:nvPr/>
          </p:nvSpPr>
          <p:spPr>
            <a:xfrm>
              <a:off x="1523022" y="1522885"/>
              <a:ext cx="223004" cy="223004"/>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6" name="POWER_USER_CONTEXTUAL_SHAPES_GAUGE_VALUE"/>
            <p:cNvSpPr txBox="1"/>
            <p:nvPr/>
          </p:nvSpPr>
          <p:spPr>
            <a:xfrm>
              <a:off x="1164478" y="2270326"/>
              <a:ext cx="940954" cy="584065"/>
            </a:xfrm>
            <a:prstGeom prst="rect">
              <a:avLst/>
            </a:prstGeom>
            <a:noFill/>
          </p:spPr>
          <p:txBody>
            <a:bodyPr wrap="square" rtlCol="0">
              <a:normAutofit fontScale="77500" lnSpcReduction="20000"/>
            </a:bodyPr>
            <a:lstStyle/>
            <a:p>
              <a:pPr algn="ctr"/>
              <a:r>
                <a:rPr lang="en-US" sz="4800" dirty="0">
                  <a:solidFill>
                    <a:prstClr val="black"/>
                  </a:solidFill>
                </a:rPr>
                <a:t>25</a:t>
              </a:r>
            </a:p>
          </p:txBody>
        </p:sp>
        <p:sp>
          <p:nvSpPr>
            <p:cNvPr id="57" name="POWER_USER_CONTEXTUAL_SHAPES_GAUGE_CIRCLE"/>
            <p:cNvSpPr>
              <a:spLocks noChangeAspect="1"/>
            </p:cNvSpPr>
            <p:nvPr/>
          </p:nvSpPr>
          <p:spPr>
            <a:xfrm>
              <a:off x="127000" y="127000"/>
              <a:ext cx="3015049" cy="3014775"/>
            </a:xfrm>
            <a:prstGeom prst="donut">
              <a:avLst>
                <a:gd name="adj" fmla="val 3707"/>
              </a:avLst>
            </a:prstGeom>
            <a:solidFill>
              <a:srgbClr val="F2F2F2"/>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8" name="POWER_USER_CONTEXTUAL_SHAPES_GAUGE_SCALE_0_LABEL"/>
            <p:cNvSpPr txBox="1"/>
            <p:nvPr/>
          </p:nvSpPr>
          <p:spPr>
            <a:xfrm rot="2137220">
              <a:off x="907661" y="2680356"/>
              <a:ext cx="200996"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59" name="POWER_USER_CONTEXTUAL_SHAPES_GAUGE_SCALE_30_LABEL"/>
            <p:cNvSpPr txBox="1"/>
            <p:nvPr/>
          </p:nvSpPr>
          <p:spPr>
            <a:xfrm rot="18012306">
              <a:off x="346285" y="895559"/>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0" name="POWER_USER_CONTEXTUAL_SHAPES_GAUGE_SCALE_50_LABEL"/>
            <p:cNvSpPr txBox="1"/>
            <p:nvPr/>
          </p:nvSpPr>
          <p:spPr>
            <a:xfrm>
              <a:off x="1485437" y="219062"/>
              <a:ext cx="273496" cy="235573"/>
            </a:xfrm>
            <a:prstGeom prst="rect">
              <a:avLst/>
            </a:prstGeom>
            <a:noFill/>
          </p:spPr>
          <p:txBody>
            <a:bodyPr wrap="none" rtlCol="0">
              <a:normAutofit fontScale="70000" lnSpcReduction="20000"/>
            </a:bodyPr>
            <a:lstStyle/>
            <a:p>
              <a:pPr algn="ctr"/>
              <a:r>
                <a:rPr lang="en-US" sz="1600" dirty="0">
                  <a:solidFill>
                    <a:srgbClr val="7F7F7F"/>
                  </a:solidFill>
                </a:rPr>
                <a:t>0</a:t>
              </a:r>
            </a:p>
          </p:txBody>
        </p:sp>
        <p:sp>
          <p:nvSpPr>
            <p:cNvPr id="61" name="POWER_USER_CONTEXTUAL_SHAPES_GAUGE_SCALE_70_LABEL"/>
            <p:cNvSpPr txBox="1"/>
            <p:nvPr/>
          </p:nvSpPr>
          <p:spPr>
            <a:xfrm rot="3423930">
              <a:off x="2623453" y="855063"/>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2" name="POWER_USER_CONTEXTUAL_SHAPES_GAUGE_SCALE_100_LABEL"/>
            <p:cNvSpPr txBox="1"/>
            <p:nvPr/>
          </p:nvSpPr>
          <p:spPr>
            <a:xfrm rot="8956672">
              <a:off x="2101518" y="2653462"/>
              <a:ext cx="345997"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63" name="POWER_USER_CONTEXTUAL_SHAPES_GAUGE_NEEDLE_CENTER_AXE"/>
            <p:cNvSpPr>
              <a:spLocks noChangeAspect="1"/>
            </p:cNvSpPr>
            <p:nvPr/>
          </p:nvSpPr>
          <p:spPr>
            <a:xfrm>
              <a:off x="1634525" y="163438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4" name="POWER_USER_CONTEXTUAL_SHAPES_GAUGE_NEEDLE_END"/>
            <p:cNvSpPr>
              <a:spLocks noChangeAspect="1"/>
            </p:cNvSpPr>
            <p:nvPr/>
          </p:nvSpPr>
          <p:spPr>
            <a:xfrm>
              <a:off x="459623" y="136222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5" name="POWER_USER_CONTEXTUAL_SHAPES_GAUGE_NEEDLE_SMALL_END"/>
            <p:cNvSpPr>
              <a:spLocks noChangeAspect="1"/>
            </p:cNvSpPr>
            <p:nvPr/>
          </p:nvSpPr>
          <p:spPr>
            <a:xfrm>
              <a:off x="1928080" y="1702599"/>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6" name="POWER_USER_CONTEXTUAL_SHAPES_GAUGE_80_100"/>
            <p:cNvSpPr>
              <a:spLocks noChangeAspect="1"/>
            </p:cNvSpPr>
            <p:nvPr/>
          </p:nvSpPr>
          <p:spPr>
            <a:xfrm>
              <a:off x="2143823" y="1678251"/>
              <a:ext cx="696581" cy="1015488"/>
            </a:xfrm>
            <a:custGeom>
              <a:avLst/>
              <a:gdLst>
                <a:gd name="connsiteX0" fmla="*/ 794878 w 1001095"/>
                <a:gd name="connsiteY0" fmla="*/ 0 h 1459413"/>
                <a:gd name="connsiteX1" fmla="*/ 1001095 w 1001095"/>
                <a:gd name="connsiteY1" fmla="*/ 0 h 1459413"/>
                <a:gd name="connsiteX2" fmla="*/ 995314 w 1001095"/>
                <a:gd name="connsiteY2" fmla="*/ 114480 h 1459413"/>
                <a:gd name="connsiteX3" fmla="*/ 186181 w 1001095"/>
                <a:gd name="connsiteY3" fmla="*/ 1410841 h 1459413"/>
                <a:gd name="connsiteX4" fmla="*/ 99893 w 1001095"/>
                <a:gd name="connsiteY4" fmla="*/ 1459413 h 1459413"/>
                <a:gd name="connsiteX5" fmla="*/ 0 w 1001095"/>
                <a:gd name="connsiteY5" fmla="*/ 1279202 h 1459413"/>
                <a:gd name="connsiteX6" fmla="*/ 77132 w 1001095"/>
                <a:gd name="connsiteY6" fmla="*/ 1235783 h 1459413"/>
                <a:gd name="connsiteX7" fmla="*/ 790162 w 1001095"/>
                <a:gd name="connsiteY7" fmla="*/ 93396 h 145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1095" h="1459413">
                  <a:moveTo>
                    <a:pt x="794878" y="0"/>
                  </a:moveTo>
                  <a:lnTo>
                    <a:pt x="1001095" y="0"/>
                  </a:lnTo>
                  <a:lnTo>
                    <a:pt x="995314" y="114480"/>
                  </a:lnTo>
                  <a:cubicBezTo>
                    <a:pt x="939745" y="661667"/>
                    <a:pt x="630084" y="1133737"/>
                    <a:pt x="186181" y="1410841"/>
                  </a:cubicBezTo>
                  <a:lnTo>
                    <a:pt x="99893" y="1459413"/>
                  </a:lnTo>
                  <a:lnTo>
                    <a:pt x="0" y="1279202"/>
                  </a:lnTo>
                  <a:lnTo>
                    <a:pt x="77132" y="1235783"/>
                  </a:lnTo>
                  <a:cubicBezTo>
                    <a:pt x="468311" y="991592"/>
                    <a:pt x="741193" y="575591"/>
                    <a:pt x="790162" y="93396"/>
                  </a:cubicBez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7" name="POWER_USER_CONTEXTUAL_SHAPES_GAUGE_00_20"/>
            <p:cNvSpPr>
              <a:spLocks noChangeAspect="1"/>
            </p:cNvSpPr>
            <p:nvPr/>
          </p:nvSpPr>
          <p:spPr>
            <a:xfrm>
              <a:off x="428646" y="1678251"/>
              <a:ext cx="723090" cy="1032867"/>
            </a:xfrm>
            <a:custGeom>
              <a:avLst/>
              <a:gdLst>
                <a:gd name="connsiteX0" fmla="*/ 0 w 1039191"/>
                <a:gd name="connsiteY0" fmla="*/ 0 h 1484389"/>
                <a:gd name="connsiteX1" fmla="*/ 206217 w 1039191"/>
                <a:gd name="connsiteY1" fmla="*/ 0 h 1484389"/>
                <a:gd name="connsiteX2" fmla="*/ 210934 w 1039191"/>
                <a:gd name="connsiteY2" fmla="*/ 93397 h 1484389"/>
                <a:gd name="connsiteX3" fmla="*/ 923964 w 1039191"/>
                <a:gd name="connsiteY3" fmla="*/ 1235784 h 1484389"/>
                <a:gd name="connsiteX4" fmla="*/ 1039191 w 1039191"/>
                <a:gd name="connsiteY4" fmla="*/ 1300647 h 1484389"/>
                <a:gd name="connsiteX5" fmla="*/ 945570 w 1039191"/>
                <a:gd name="connsiteY5" fmla="*/ 1484389 h 1484389"/>
                <a:gd name="connsiteX6" fmla="*/ 814916 w 1039191"/>
                <a:gd name="connsiteY6" fmla="*/ 1410842 h 1484389"/>
                <a:gd name="connsiteX7" fmla="*/ 5781 w 1039191"/>
                <a:gd name="connsiteY7" fmla="*/ 114481 h 148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191" h="1484389">
                  <a:moveTo>
                    <a:pt x="0" y="0"/>
                  </a:moveTo>
                  <a:lnTo>
                    <a:pt x="206217" y="0"/>
                  </a:lnTo>
                  <a:lnTo>
                    <a:pt x="210934" y="93397"/>
                  </a:lnTo>
                  <a:cubicBezTo>
                    <a:pt x="259904" y="575592"/>
                    <a:pt x="532785" y="991593"/>
                    <a:pt x="923964" y="1235784"/>
                  </a:cubicBezTo>
                  <a:lnTo>
                    <a:pt x="1039191" y="1300647"/>
                  </a:lnTo>
                  <a:lnTo>
                    <a:pt x="945570" y="1484389"/>
                  </a:lnTo>
                  <a:lnTo>
                    <a:pt x="814916" y="1410842"/>
                  </a:lnTo>
                  <a:cubicBezTo>
                    <a:pt x="371013" y="1133738"/>
                    <a:pt x="61351" y="661668"/>
                    <a:pt x="5781" y="114481"/>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68" name="POWER_USER_CONTEXTUAL_SHAPES_GAUGE_SCALE_0"/>
            <p:cNvCxnSpPr/>
            <p:nvPr/>
          </p:nvCxnSpPr>
          <p:spPr>
            <a:xfrm rot="17820000" flipH="1" flipV="1">
              <a:off x="1024847" y="264110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69" name="POWER_USER_CONTEXTUAL_SHAPES_GAUGE_SCALE_10"/>
            <p:cNvCxnSpPr/>
            <p:nvPr/>
          </p:nvCxnSpPr>
          <p:spPr>
            <a:xfrm rot="19560000" flipH="1" flipV="1">
              <a:off x="586826" y="224356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0" name="POWER_USER_CONTEXTUAL_SHAPES_GAUGE_SCALE_20"/>
            <p:cNvCxnSpPr/>
            <p:nvPr/>
          </p:nvCxnSpPr>
          <p:spPr>
            <a:xfrm flipH="1" flipV="1">
              <a:off x="399969" y="167997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1" name="POWER_USER_CONTEXTUAL_SHAPES_GAUGE_SCALE_70"/>
            <p:cNvCxnSpPr/>
            <p:nvPr/>
          </p:nvCxnSpPr>
          <p:spPr>
            <a:xfrm rot="19740000" flipH="1" flipV="1">
              <a:off x="2524222" y="106149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2" name="POWER_USER_CONTEXTUAL_SHAPES_GAUGE_SCALE_30"/>
            <p:cNvCxnSpPr/>
            <p:nvPr/>
          </p:nvCxnSpPr>
          <p:spPr>
            <a:xfrm rot="1620000" flipH="1" flipV="1">
              <a:off x="539979" y="109615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sp>
          <p:nvSpPr>
            <p:cNvPr id="73" name="POWER_USER_CONTEXTUAL_SHAPES_GAUGE_40_60"/>
            <p:cNvSpPr>
              <a:spLocks noChangeAspect="1"/>
            </p:cNvSpPr>
            <p:nvPr/>
          </p:nvSpPr>
          <p:spPr>
            <a:xfrm>
              <a:off x="1002669" y="426293"/>
              <a:ext cx="1224055" cy="301407"/>
            </a:xfrm>
            <a:custGeom>
              <a:avLst/>
              <a:gdLst>
                <a:gd name="connsiteX0" fmla="*/ 908073 w 1759156"/>
                <a:gd name="connsiteY0" fmla="*/ 0 h 433168"/>
                <a:gd name="connsiteX1" fmla="*/ 1735657 w 1759156"/>
                <a:gd name="connsiteY1" fmla="*/ 209552 h 433168"/>
                <a:gd name="connsiteX2" fmla="*/ 1759156 w 1759156"/>
                <a:gd name="connsiteY2" fmla="*/ 223828 h 433168"/>
                <a:gd name="connsiteX3" fmla="*/ 1662283 w 1759156"/>
                <a:gd name="connsiteY3" fmla="*/ 406020 h 433168"/>
                <a:gd name="connsiteX4" fmla="*/ 1637362 w 1759156"/>
                <a:gd name="connsiteY4" fmla="*/ 390880 h 433168"/>
                <a:gd name="connsiteX5" fmla="*/ 908073 w 1759156"/>
                <a:gd name="connsiteY5" fmla="*/ 206217 h 433168"/>
                <a:gd name="connsiteX6" fmla="*/ 178784 w 1759156"/>
                <a:gd name="connsiteY6" fmla="*/ 390880 h 433168"/>
                <a:gd name="connsiteX7" fmla="*/ 109175 w 1759156"/>
                <a:gd name="connsiteY7" fmla="*/ 433168 h 433168"/>
                <a:gd name="connsiteX8" fmla="*/ 0 w 1759156"/>
                <a:gd name="connsiteY8" fmla="*/ 258451 h 433168"/>
                <a:gd name="connsiteX9" fmla="*/ 80489 w 1759156"/>
                <a:gd name="connsiteY9" fmla="*/ 209552 h 433168"/>
                <a:gd name="connsiteX10" fmla="*/ 908073 w 1759156"/>
                <a:gd name="connsiteY10" fmla="*/ 0 h 43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9156" h="433168">
                  <a:moveTo>
                    <a:pt x="908073" y="0"/>
                  </a:moveTo>
                  <a:cubicBezTo>
                    <a:pt x="1207725" y="0"/>
                    <a:pt x="1489647" y="75911"/>
                    <a:pt x="1735657" y="209552"/>
                  </a:cubicBezTo>
                  <a:lnTo>
                    <a:pt x="1759156" y="223828"/>
                  </a:lnTo>
                  <a:lnTo>
                    <a:pt x="1662283" y="406020"/>
                  </a:lnTo>
                  <a:lnTo>
                    <a:pt x="1637362" y="390880"/>
                  </a:lnTo>
                  <a:cubicBezTo>
                    <a:pt x="1420572" y="273112"/>
                    <a:pt x="1172135" y="206217"/>
                    <a:pt x="908073" y="206217"/>
                  </a:cubicBezTo>
                  <a:cubicBezTo>
                    <a:pt x="644012" y="206217"/>
                    <a:pt x="395575" y="273112"/>
                    <a:pt x="178784" y="390880"/>
                  </a:cubicBezTo>
                  <a:lnTo>
                    <a:pt x="109175" y="433168"/>
                  </a:lnTo>
                  <a:lnTo>
                    <a:pt x="0" y="258451"/>
                  </a:lnTo>
                  <a:lnTo>
                    <a:pt x="80489" y="209552"/>
                  </a:lnTo>
                  <a:cubicBezTo>
                    <a:pt x="326499" y="75911"/>
                    <a:pt x="608421" y="0"/>
                    <a:pt x="908073"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74" name="POWER_USER_CONTEXTUAL_SHAPES_GAUGE_SCALE_40"/>
            <p:cNvCxnSpPr/>
            <p:nvPr/>
          </p:nvCxnSpPr>
          <p:spPr>
            <a:xfrm rot="3480000" flipH="1" flipV="1">
              <a:off x="948014" y="66353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5" name="POWER_USER_CONTEXTUAL_SHAPES_GAUGE_SCALE_50"/>
            <p:cNvCxnSpPr/>
            <p:nvPr/>
          </p:nvCxnSpPr>
          <p:spPr>
            <a:xfrm rot="5400000" flipH="1" flipV="1">
              <a:off x="1522493" y="49602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6" name="POWER_USER_CONTEXTUAL_SHAPES_GAUGE_SCALE_60"/>
            <p:cNvCxnSpPr/>
            <p:nvPr/>
          </p:nvCxnSpPr>
          <p:spPr>
            <a:xfrm rot="7080000" flipH="1" flipV="1">
              <a:off x="2100094" y="64463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7" name="POWER_USER_CONTEXTUAL_SHAPES_GAUGE_SCALE_90"/>
            <p:cNvCxnSpPr/>
            <p:nvPr/>
          </p:nvCxnSpPr>
          <p:spPr>
            <a:xfrm rot="1860000" flipH="1" flipV="1">
              <a:off x="2518947" y="222047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8" name="POWER_USER_CONTEXTUAL_SHAPES_GAUGE_SCALE_100"/>
            <p:cNvCxnSpPr/>
            <p:nvPr/>
          </p:nvCxnSpPr>
          <p:spPr>
            <a:xfrm rot="3660000" flipH="1" flipV="1">
              <a:off x="2088625" y="262795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9" name="POWER_USER_CONTEXTUAL_SHAPES_GAUGE_NEEDLE_SHORT"/>
            <p:cNvCxnSpPr>
              <a:cxnSpLocks/>
              <a:stCxn id="63" idx="0"/>
              <a:endCxn id="65" idx="0"/>
            </p:cNvCxnSpPr>
            <p:nvPr/>
          </p:nvCxnSpPr>
          <p:spPr>
            <a:xfrm>
              <a:off x="1634526" y="1634388"/>
              <a:ext cx="293555" cy="68211"/>
            </a:xfrm>
            <a:prstGeom prst="line">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0" name="POWER_USER_CONTEXTUAL_SHAPES_GAUGE_SCALE_80"/>
            <p:cNvCxnSpPr/>
            <p:nvPr/>
          </p:nvCxnSpPr>
          <p:spPr>
            <a:xfrm flipH="1" flipV="1">
              <a:off x="2672794" y="166161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1" name="POWER_USER_CONTEXTUAL_SHAPES_GAUGE_NEEDLE_LONG"/>
            <p:cNvCxnSpPr>
              <a:cxnSpLocks/>
              <a:stCxn id="63" idx="0"/>
              <a:endCxn id="64" idx="0"/>
            </p:cNvCxnSpPr>
            <p:nvPr/>
          </p:nvCxnSpPr>
          <p:spPr>
            <a:xfrm flipH="1" flipV="1">
              <a:off x="459624" y="1362228"/>
              <a:ext cx="1174902" cy="27216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98507621"/>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214184" y="13663"/>
            <a:ext cx="9728886" cy="678316"/>
          </a:xfrm>
        </p:spPr>
        <p:txBody>
          <a:bodyPr>
            <a:normAutofit/>
          </a:bodyPr>
          <a:lstStyle/>
          <a:p>
            <a:r>
              <a:rPr lang="en-US" dirty="0"/>
              <a:t>Client satisfaction, Net Promoter Score (NPS) 2</a:t>
            </a:r>
          </a:p>
        </p:txBody>
      </p:sp>
      <p:graphicFrame>
        <p:nvGraphicFramePr>
          <p:cNvPr id="3" name="Chart 2"/>
          <p:cNvGraphicFramePr/>
          <p:nvPr>
            <p:extLst>
              <p:ext uri="{D42A27DB-BD31-4B8C-83A1-F6EECF244321}">
                <p14:modId xmlns:p14="http://schemas.microsoft.com/office/powerpoint/2010/main" val="1189210381"/>
              </p:ext>
            </p:extLst>
          </p:nvPr>
        </p:nvGraphicFramePr>
        <p:xfrm>
          <a:off x="144744" y="1463618"/>
          <a:ext cx="7925361" cy="4753605"/>
        </p:xfrm>
        <a:graphic>
          <a:graphicData uri="http://schemas.openxmlformats.org/drawingml/2006/chart">
            <c:chart xmlns:c="http://schemas.openxmlformats.org/drawingml/2006/chart" xmlns:r="http://schemas.openxmlformats.org/officeDocument/2006/relationships" r:id="rId3"/>
          </a:graphicData>
        </a:graphic>
      </p:graphicFrame>
      <p:sp>
        <p:nvSpPr>
          <p:cNvPr id="6" name="Rounded Rectangle 5"/>
          <p:cNvSpPr/>
          <p:nvPr/>
        </p:nvSpPr>
        <p:spPr>
          <a:xfrm>
            <a:off x="6762304" y="1914379"/>
            <a:ext cx="4837814" cy="4302850"/>
          </a:xfrm>
          <a:prstGeom prst="roundRect">
            <a:avLst>
              <a:gd name="adj" fmla="val 6037"/>
            </a:avLst>
          </a:prstGeom>
          <a:noFill/>
          <a:ln w="952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TextBox 6"/>
          <p:cNvSpPr txBox="1"/>
          <p:nvPr/>
        </p:nvSpPr>
        <p:spPr>
          <a:xfrm>
            <a:off x="7049385" y="2389359"/>
            <a:ext cx="4465675" cy="1077218"/>
          </a:xfrm>
          <a:prstGeom prst="rect">
            <a:avLst/>
          </a:prstGeom>
          <a:noFill/>
        </p:spPr>
        <p:txBody>
          <a:bodyPr wrap="square" rtlCol="0" anchor="ctr">
            <a:spAutoFit/>
          </a:bodyPr>
          <a:lstStyle/>
          <a:p>
            <a:r>
              <a:rPr lang="en-US" sz="1600" b="1" dirty="0"/>
              <a:t>Main attributes valued by Promoters</a:t>
            </a:r>
            <a:r>
              <a:rPr lang="en-US" sz="1600" dirty="0"/>
              <a:t>:</a:t>
            </a:r>
          </a:p>
          <a:p>
            <a:pPr marL="285750" indent="-285750">
              <a:buFont typeface="Arial" panose="020B0604020202020204" pitchFamily="34" charset="0"/>
              <a:buChar char="•"/>
            </a:pPr>
            <a:r>
              <a:rPr lang="en-US" sz="1600" dirty="0"/>
              <a:t>Attribute 1</a:t>
            </a:r>
          </a:p>
          <a:p>
            <a:pPr marL="285750" indent="-285750">
              <a:buFont typeface="Arial" panose="020B0604020202020204" pitchFamily="34" charset="0"/>
              <a:buChar char="•"/>
            </a:pPr>
            <a:r>
              <a:rPr lang="en-US" sz="1600" dirty="0"/>
              <a:t>Attribute 2</a:t>
            </a:r>
          </a:p>
          <a:p>
            <a:pPr marL="285750" indent="-285750">
              <a:buFont typeface="Arial" panose="020B0604020202020204" pitchFamily="34" charset="0"/>
              <a:buChar char="•"/>
            </a:pPr>
            <a:r>
              <a:rPr lang="en-US" sz="1600" dirty="0"/>
              <a:t>Attribute 3</a:t>
            </a:r>
          </a:p>
        </p:txBody>
      </p:sp>
      <p:cxnSp>
        <p:nvCxnSpPr>
          <p:cNvPr id="9" name="Straight Connector 8"/>
          <p:cNvCxnSpPr/>
          <p:nvPr/>
        </p:nvCxnSpPr>
        <p:spPr>
          <a:xfrm>
            <a:off x="7049386" y="3551588"/>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049385" y="4967882"/>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3" name="Smiley Face 12"/>
          <p:cNvSpPr>
            <a:spLocks noChangeAspect="1"/>
          </p:cNvSpPr>
          <p:nvPr/>
        </p:nvSpPr>
        <p:spPr>
          <a:xfrm>
            <a:off x="10805289" y="2725378"/>
            <a:ext cx="567771" cy="567771"/>
          </a:xfrm>
          <a:prstGeom prst="smileyFace">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4" name="Smiley Face 13"/>
          <p:cNvSpPr>
            <a:spLocks noChangeAspect="1"/>
          </p:cNvSpPr>
          <p:nvPr/>
        </p:nvSpPr>
        <p:spPr>
          <a:xfrm>
            <a:off x="10805287" y="4097041"/>
            <a:ext cx="567771" cy="567771"/>
          </a:xfrm>
          <a:prstGeom prst="smileyFace">
            <a:avLst>
              <a:gd name="adj" fmla="val -4653"/>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5" name="Rectangle 14"/>
          <p:cNvSpPr/>
          <p:nvPr/>
        </p:nvSpPr>
        <p:spPr>
          <a:xfrm>
            <a:off x="6762304" y="1826729"/>
            <a:ext cx="4837814" cy="42043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dirty="0"/>
              <a:t>Key messages</a:t>
            </a:r>
            <a:endParaRPr lang="en-US" dirty="0"/>
          </a:p>
        </p:txBody>
      </p:sp>
      <p:sp>
        <p:nvSpPr>
          <p:cNvPr id="27" name="TextBox 26">
            <a:extLst>
              <a:ext uri="{FF2B5EF4-FFF2-40B4-BE49-F238E27FC236}">
                <a16:creationId xmlns:a16="http://schemas.microsoft.com/office/drawing/2014/main" id="{F89C2102-60E1-29CD-7740-7CD2761DA013}"/>
              </a:ext>
            </a:extLst>
          </p:cNvPr>
          <p:cNvSpPr txBox="1"/>
          <p:nvPr/>
        </p:nvSpPr>
        <p:spPr>
          <a:xfrm>
            <a:off x="7049384" y="3707911"/>
            <a:ext cx="4465675" cy="1077218"/>
          </a:xfrm>
          <a:prstGeom prst="rect">
            <a:avLst/>
          </a:prstGeom>
          <a:noFill/>
        </p:spPr>
        <p:txBody>
          <a:bodyPr wrap="square" rtlCol="0" anchor="ctr">
            <a:spAutoFit/>
          </a:bodyPr>
          <a:lstStyle/>
          <a:p>
            <a:r>
              <a:rPr lang="en-US" sz="1600" b="1" dirty="0"/>
              <a:t>Main pain points experienced by Detractors</a:t>
            </a:r>
            <a:r>
              <a:rPr lang="en-US" sz="1600" dirty="0"/>
              <a:t>:</a:t>
            </a:r>
          </a:p>
          <a:p>
            <a:pPr marL="285750" indent="-285750">
              <a:buFont typeface="Arial" panose="020B0604020202020204" pitchFamily="34" charset="0"/>
              <a:buChar char="•"/>
            </a:pPr>
            <a:r>
              <a:rPr lang="en-US" sz="1600" dirty="0"/>
              <a:t>Pain point 1</a:t>
            </a:r>
          </a:p>
          <a:p>
            <a:pPr marL="285750" indent="-285750">
              <a:buFont typeface="Arial" panose="020B0604020202020204" pitchFamily="34" charset="0"/>
              <a:buChar char="•"/>
            </a:pPr>
            <a:r>
              <a:rPr lang="en-US" sz="1600" dirty="0"/>
              <a:t>Pain point 2</a:t>
            </a:r>
          </a:p>
          <a:p>
            <a:pPr marL="285750" indent="-285750">
              <a:buFont typeface="Arial" panose="020B0604020202020204" pitchFamily="34" charset="0"/>
              <a:buChar char="•"/>
            </a:pPr>
            <a:r>
              <a:rPr lang="en-US" sz="1600" dirty="0"/>
              <a:t>Pain point 3</a:t>
            </a:r>
          </a:p>
        </p:txBody>
      </p:sp>
      <p:sp>
        <p:nvSpPr>
          <p:cNvPr id="28" name="TextBox 27">
            <a:extLst>
              <a:ext uri="{FF2B5EF4-FFF2-40B4-BE49-F238E27FC236}">
                <a16:creationId xmlns:a16="http://schemas.microsoft.com/office/drawing/2014/main" id="{C4F707DE-AE4F-8E67-8F88-87A77C677BD7}"/>
              </a:ext>
            </a:extLst>
          </p:cNvPr>
          <p:cNvSpPr txBox="1"/>
          <p:nvPr/>
        </p:nvSpPr>
        <p:spPr>
          <a:xfrm>
            <a:off x="7049383" y="5057538"/>
            <a:ext cx="4465675" cy="1077218"/>
          </a:xfrm>
          <a:prstGeom prst="rect">
            <a:avLst/>
          </a:prstGeom>
          <a:noFill/>
        </p:spPr>
        <p:txBody>
          <a:bodyPr wrap="square" rtlCol="0" anchor="ctr">
            <a:spAutoFit/>
          </a:bodyPr>
          <a:lstStyle/>
          <a:p>
            <a:r>
              <a:rPr lang="en-US" sz="1600" b="1" dirty="0"/>
              <a:t>Recommended actions to improve NPS</a:t>
            </a:r>
            <a:r>
              <a:rPr lang="en-US" sz="1600" dirty="0"/>
              <a:t>:</a:t>
            </a:r>
          </a:p>
          <a:p>
            <a:pPr marL="285750" indent="-285750">
              <a:buFont typeface="Arial" panose="020B0604020202020204" pitchFamily="34" charset="0"/>
              <a:buChar char="•"/>
            </a:pPr>
            <a:r>
              <a:rPr lang="en-US" sz="1600" dirty="0"/>
              <a:t>Action 1</a:t>
            </a:r>
          </a:p>
          <a:p>
            <a:pPr marL="285750" indent="-285750">
              <a:buFont typeface="Arial" panose="020B0604020202020204" pitchFamily="34" charset="0"/>
              <a:buChar char="•"/>
            </a:pPr>
            <a:r>
              <a:rPr lang="en-US" sz="1600" dirty="0"/>
              <a:t>Action 2</a:t>
            </a:r>
          </a:p>
          <a:p>
            <a:pPr marL="285750" indent="-285750">
              <a:buFont typeface="Arial" panose="020B0604020202020204" pitchFamily="34" charset="0"/>
              <a:buChar char="•"/>
            </a:pPr>
            <a:r>
              <a:rPr lang="en-US" sz="1600" dirty="0"/>
              <a:t>Action 3</a:t>
            </a:r>
          </a:p>
        </p:txBody>
      </p:sp>
    </p:spTree>
    <p:extLst>
      <p:ext uri="{BB962C8B-B14F-4D97-AF65-F5344CB8AC3E}">
        <p14:creationId xmlns:p14="http://schemas.microsoft.com/office/powerpoint/2010/main" val="1523731005"/>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Competitive Advantage Matrix (Michael E. Porter 1980)</a:t>
            </a:r>
          </a:p>
        </p:txBody>
      </p:sp>
      <p:grpSp>
        <p:nvGrpSpPr>
          <p:cNvPr id="22" name="Group 21"/>
          <p:cNvGrpSpPr/>
          <p:nvPr/>
        </p:nvGrpSpPr>
        <p:grpSpPr>
          <a:xfrm>
            <a:off x="885734" y="1437447"/>
            <a:ext cx="5914009" cy="4859802"/>
            <a:chOff x="967445" y="1672673"/>
            <a:chExt cx="5914009" cy="4859802"/>
          </a:xfrm>
        </p:grpSpPr>
        <p:grpSp>
          <p:nvGrpSpPr>
            <p:cNvPr id="15" name="Group 14"/>
            <p:cNvGrpSpPr>
              <a:grpSpLocks noChangeAspect="1"/>
            </p:cNvGrpSpPr>
            <p:nvPr/>
          </p:nvGrpSpPr>
          <p:grpSpPr>
            <a:xfrm>
              <a:off x="2757811" y="2538439"/>
              <a:ext cx="4123643" cy="3994036"/>
              <a:chOff x="609599" y="1867437"/>
              <a:chExt cx="3098154" cy="3000779"/>
            </a:xfrm>
          </p:grpSpPr>
          <p:sp>
            <p:nvSpPr>
              <p:cNvPr id="12" name="Freeform 11"/>
              <p:cNvSpPr/>
              <p:nvPr/>
            </p:nvSpPr>
            <p:spPr>
              <a:xfrm>
                <a:off x="609600"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494765 h 1800000"/>
                  <a:gd name="connsiteX3" fmla="*/ 519975 w 1440000"/>
                  <a:gd name="connsiteY3" fmla="*/ 1494765 h 1800000"/>
                  <a:gd name="connsiteX4" fmla="*/ 519975 w 1440000"/>
                  <a:gd name="connsiteY4" fmla="*/ 1800000 h 1800000"/>
                  <a:gd name="connsiteX5" fmla="*/ 0 w 1440000"/>
                  <a:gd name="connsiteY5" fmla="*/ 1800000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494765"/>
                    </a:lnTo>
                    <a:lnTo>
                      <a:pt x="519975" y="1494765"/>
                    </a:lnTo>
                    <a:lnTo>
                      <a:pt x="519975" y="1800000"/>
                    </a:lnTo>
                    <a:lnTo>
                      <a:pt x="0" y="1800000"/>
                    </a:lnTo>
                    <a:close/>
                  </a:path>
                </a:pathLst>
              </a:cu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rPr>
                  <a:t>Differentiation</a:t>
                </a:r>
              </a:p>
            </p:txBody>
          </p:sp>
          <p:sp>
            <p:nvSpPr>
              <p:cNvPr id="14" name="Freeform 13"/>
              <p:cNvSpPr/>
              <p:nvPr/>
            </p:nvSpPr>
            <p:spPr>
              <a:xfrm>
                <a:off x="609599" y="3876540"/>
                <a:ext cx="3098154" cy="991676"/>
              </a:xfrm>
              <a:custGeom>
                <a:avLst/>
                <a:gdLst>
                  <a:gd name="connsiteX0" fmla="*/ 0 w 3098154"/>
                  <a:gd name="connsiteY0" fmla="*/ 0 h 991676"/>
                  <a:gd name="connsiteX1" fmla="*/ 519978 w 3098154"/>
                  <a:gd name="connsiteY1" fmla="*/ 0 h 991676"/>
                  <a:gd name="connsiteX2" fmla="*/ 519978 w 3098154"/>
                  <a:gd name="connsiteY2" fmla="*/ 305233 h 991676"/>
                  <a:gd name="connsiteX3" fmla="*/ 2578177 w 3098154"/>
                  <a:gd name="connsiteY3" fmla="*/ 305233 h 991676"/>
                  <a:gd name="connsiteX4" fmla="*/ 2578177 w 3098154"/>
                  <a:gd name="connsiteY4" fmla="*/ 0 h 991676"/>
                  <a:gd name="connsiteX5" fmla="*/ 3098154 w 3098154"/>
                  <a:gd name="connsiteY5" fmla="*/ 0 h 991676"/>
                  <a:gd name="connsiteX6" fmla="*/ 3098154 w 3098154"/>
                  <a:gd name="connsiteY6" fmla="*/ 991676 h 991676"/>
                  <a:gd name="connsiteX7" fmla="*/ 0 w 3098154"/>
                  <a:gd name="connsiteY7" fmla="*/ 991676 h 99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8154" h="991676">
                    <a:moveTo>
                      <a:pt x="0" y="0"/>
                    </a:moveTo>
                    <a:lnTo>
                      <a:pt x="519978" y="0"/>
                    </a:lnTo>
                    <a:lnTo>
                      <a:pt x="519978" y="305233"/>
                    </a:lnTo>
                    <a:lnTo>
                      <a:pt x="2578177" y="305233"/>
                    </a:lnTo>
                    <a:lnTo>
                      <a:pt x="2578177" y="0"/>
                    </a:lnTo>
                    <a:lnTo>
                      <a:pt x="3098154" y="0"/>
                    </a:lnTo>
                    <a:lnTo>
                      <a:pt x="3098154" y="991676"/>
                    </a:lnTo>
                    <a:lnTo>
                      <a:pt x="0" y="991676"/>
                    </a:lnTo>
                    <a:close/>
                  </a:path>
                </a:pathLst>
              </a:cu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rPr>
                  <a:t>Focus</a:t>
                </a:r>
              </a:p>
            </p:txBody>
          </p:sp>
          <p:sp>
            <p:nvSpPr>
              <p:cNvPr id="13" name="Freeform 12"/>
              <p:cNvSpPr/>
              <p:nvPr/>
            </p:nvSpPr>
            <p:spPr>
              <a:xfrm>
                <a:off x="2267753"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800000 h 1800000"/>
                  <a:gd name="connsiteX3" fmla="*/ 920022 w 1440000"/>
                  <a:gd name="connsiteY3" fmla="*/ 1800000 h 1800000"/>
                  <a:gd name="connsiteX4" fmla="*/ 920022 w 1440000"/>
                  <a:gd name="connsiteY4" fmla="*/ 1494767 h 1800000"/>
                  <a:gd name="connsiteX5" fmla="*/ 0 w 1440000"/>
                  <a:gd name="connsiteY5" fmla="*/ 1494767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800000"/>
                    </a:lnTo>
                    <a:lnTo>
                      <a:pt x="920022" y="1800000"/>
                    </a:lnTo>
                    <a:lnTo>
                      <a:pt x="920022" y="1494767"/>
                    </a:lnTo>
                    <a:lnTo>
                      <a:pt x="0" y="1494767"/>
                    </a:lnTo>
                    <a:close/>
                  </a:path>
                </a:pathLst>
              </a:cu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rPr>
                  <a:t>Overall cost leadership</a:t>
                </a:r>
              </a:p>
            </p:txBody>
          </p:sp>
          <p:sp>
            <p:nvSpPr>
              <p:cNvPr id="9" name="Rectangle 8"/>
              <p:cNvSpPr>
                <a:spLocks noChangeAspect="1"/>
              </p:cNvSpPr>
              <p:nvPr/>
            </p:nvSpPr>
            <p:spPr>
              <a:xfrm>
                <a:off x="1284263" y="3492100"/>
                <a:ext cx="1748827" cy="55977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Stuck in the Middle</a:t>
                </a:r>
              </a:p>
            </p:txBody>
          </p:sp>
        </p:grpSp>
        <p:sp>
          <p:nvSpPr>
            <p:cNvPr id="16" name="TextBox 15"/>
            <p:cNvSpPr txBox="1"/>
            <p:nvPr/>
          </p:nvSpPr>
          <p:spPr>
            <a:xfrm>
              <a:off x="1391817" y="3551673"/>
              <a:ext cx="1393330"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Industry wide</a:t>
              </a:r>
            </a:p>
          </p:txBody>
        </p:sp>
        <p:sp>
          <p:nvSpPr>
            <p:cNvPr id="17" name="TextBox 16"/>
            <p:cNvSpPr txBox="1"/>
            <p:nvPr/>
          </p:nvSpPr>
          <p:spPr>
            <a:xfrm>
              <a:off x="1393420" y="5687849"/>
              <a:ext cx="1404552"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Particular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segment only</a:t>
              </a:r>
            </a:p>
          </p:txBody>
        </p:sp>
        <p:sp>
          <p:nvSpPr>
            <p:cNvPr id="18" name="TextBox 17"/>
            <p:cNvSpPr txBox="1"/>
            <p:nvPr/>
          </p:nvSpPr>
          <p:spPr>
            <a:xfrm rot="16200000">
              <a:off x="3238" y="4566536"/>
              <a:ext cx="226696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TARGET</a:t>
              </a:r>
            </a:p>
          </p:txBody>
        </p:sp>
        <p:sp>
          <p:nvSpPr>
            <p:cNvPr id="19" name="TextBox 18"/>
            <p:cNvSpPr txBox="1"/>
            <p:nvPr/>
          </p:nvSpPr>
          <p:spPr>
            <a:xfrm>
              <a:off x="2698584" y="1942529"/>
              <a:ext cx="2268571"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Uniqueness perceived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by customer</a:t>
              </a:r>
            </a:p>
          </p:txBody>
        </p:sp>
        <p:sp>
          <p:nvSpPr>
            <p:cNvPr id="20" name="TextBox 19"/>
            <p:cNvSpPr txBox="1"/>
            <p:nvPr/>
          </p:nvSpPr>
          <p:spPr>
            <a:xfrm>
              <a:off x="5044528" y="2081028"/>
              <a:ext cx="1757212"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Low cost position</a:t>
              </a:r>
            </a:p>
          </p:txBody>
        </p:sp>
        <p:sp>
          <p:nvSpPr>
            <p:cNvPr id="21" name="TextBox 20"/>
            <p:cNvSpPr txBox="1"/>
            <p:nvPr/>
          </p:nvSpPr>
          <p:spPr>
            <a:xfrm>
              <a:off x="3459323" y="1672673"/>
              <a:ext cx="2720618"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ADVANTAGE</a:t>
              </a:r>
            </a:p>
          </p:txBody>
        </p:sp>
      </p:grpSp>
      <p:sp>
        <p:nvSpPr>
          <p:cNvPr id="23" name="Rectangle 22"/>
          <p:cNvSpPr/>
          <p:nvPr/>
        </p:nvSpPr>
        <p:spPr>
          <a:xfrm>
            <a:off x="7187887" y="3435217"/>
            <a:ext cx="4394513" cy="1869350"/>
          </a:xfrm>
          <a:prstGeom prst="rect">
            <a:avLst/>
          </a:prstGeom>
          <a:solidFill>
            <a:srgbClr val="F2F2F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“The firm failing to develop its strategy in at least one of the three directions – a firm that is “stuck in the middle” – is in an extremely poor strategic situation.”</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Michael E. Porter, 1980</a:t>
            </a:r>
          </a:p>
        </p:txBody>
      </p:sp>
    </p:spTree>
    <p:custDataLst>
      <p:tags r:id="rId1"/>
    </p:custDataLst>
    <p:extLst>
      <p:ext uri="{BB962C8B-B14F-4D97-AF65-F5344CB8AC3E}">
        <p14:creationId xmlns:p14="http://schemas.microsoft.com/office/powerpoint/2010/main" val="1262961541"/>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4BA179-2092-4492-938B-05014D581623}"/>
              </a:ext>
            </a:extLst>
          </p:cNvPr>
          <p:cNvSpPr>
            <a:spLocks noGrp="1"/>
          </p:cNvSpPr>
          <p:nvPr>
            <p:ph type="title"/>
          </p:nvPr>
        </p:nvSpPr>
        <p:spPr>
          <a:xfrm>
            <a:off x="214184" y="13663"/>
            <a:ext cx="9728886" cy="678316"/>
          </a:xfrm>
        </p:spPr>
        <p:txBody>
          <a:bodyPr>
            <a:normAutofit/>
          </a:bodyPr>
          <a:lstStyle/>
          <a:p>
            <a:r>
              <a:rPr lang="en-US" dirty="0"/>
              <a:t>Conversion funnel</a:t>
            </a:r>
          </a:p>
        </p:txBody>
      </p:sp>
      <p:sp>
        <p:nvSpPr>
          <p:cNvPr id="11" name="TextBox 10">
            <a:extLst>
              <a:ext uri="{FF2B5EF4-FFF2-40B4-BE49-F238E27FC236}">
                <a16:creationId xmlns:a16="http://schemas.microsoft.com/office/drawing/2014/main" id="{A3F795C4-768A-4DB0-9021-375DCA889A6E}"/>
              </a:ext>
            </a:extLst>
          </p:cNvPr>
          <p:cNvSpPr txBox="1"/>
          <p:nvPr/>
        </p:nvSpPr>
        <p:spPr>
          <a:xfrm>
            <a:off x="642312" y="1455542"/>
            <a:ext cx="1078244" cy="369332"/>
          </a:xfrm>
          <a:prstGeom prst="rect">
            <a:avLst/>
          </a:prstGeom>
          <a:noFill/>
        </p:spPr>
        <p:txBody>
          <a:bodyPr wrap="none" rtlCol="0" anchor="ctr">
            <a:spAutoFit/>
          </a:bodyPr>
          <a:lstStyle/>
          <a:p>
            <a:r>
              <a:rPr lang="en-US" dirty="0">
                <a:solidFill>
                  <a:schemeClr val="accent1"/>
                </a:solidFill>
              </a:rPr>
              <a:t>1. Target</a:t>
            </a:r>
          </a:p>
        </p:txBody>
      </p:sp>
      <p:sp>
        <p:nvSpPr>
          <p:cNvPr id="12" name="TextBox 11">
            <a:extLst>
              <a:ext uri="{FF2B5EF4-FFF2-40B4-BE49-F238E27FC236}">
                <a16:creationId xmlns:a16="http://schemas.microsoft.com/office/drawing/2014/main" id="{21390872-9397-4C8D-9BFA-E4B582A1437E}"/>
              </a:ext>
            </a:extLst>
          </p:cNvPr>
          <p:cNvSpPr txBox="1"/>
          <p:nvPr/>
        </p:nvSpPr>
        <p:spPr>
          <a:xfrm>
            <a:off x="642312" y="2240372"/>
            <a:ext cx="1851789" cy="369332"/>
          </a:xfrm>
          <a:prstGeom prst="rect">
            <a:avLst/>
          </a:prstGeom>
          <a:noFill/>
        </p:spPr>
        <p:txBody>
          <a:bodyPr wrap="none" rtlCol="0" anchor="ctr">
            <a:spAutoFit/>
          </a:bodyPr>
          <a:lstStyle/>
          <a:p>
            <a:r>
              <a:rPr lang="en-US" dirty="0">
                <a:solidFill>
                  <a:schemeClr val="accent2"/>
                </a:solidFill>
              </a:rPr>
              <a:t>2. Qualified lead</a:t>
            </a:r>
          </a:p>
        </p:txBody>
      </p:sp>
      <p:sp>
        <p:nvSpPr>
          <p:cNvPr id="13" name="TextBox 12">
            <a:extLst>
              <a:ext uri="{FF2B5EF4-FFF2-40B4-BE49-F238E27FC236}">
                <a16:creationId xmlns:a16="http://schemas.microsoft.com/office/drawing/2014/main" id="{6E56DC9D-9AA5-4337-8D91-8ADC227D9CBA}"/>
              </a:ext>
            </a:extLst>
          </p:cNvPr>
          <p:cNvSpPr txBox="1"/>
          <p:nvPr/>
        </p:nvSpPr>
        <p:spPr>
          <a:xfrm>
            <a:off x="642312" y="3810032"/>
            <a:ext cx="1903085" cy="369332"/>
          </a:xfrm>
          <a:prstGeom prst="rect">
            <a:avLst/>
          </a:prstGeom>
          <a:noFill/>
        </p:spPr>
        <p:txBody>
          <a:bodyPr wrap="none" rtlCol="0" anchor="ctr">
            <a:spAutoFit/>
          </a:bodyPr>
          <a:lstStyle/>
          <a:p>
            <a:r>
              <a:rPr lang="en-US" dirty="0">
                <a:solidFill>
                  <a:schemeClr val="accent4"/>
                </a:solidFill>
              </a:rPr>
              <a:t>4. Sales meeting</a:t>
            </a:r>
          </a:p>
        </p:txBody>
      </p:sp>
      <p:sp>
        <p:nvSpPr>
          <p:cNvPr id="14" name="TextBox 13">
            <a:extLst>
              <a:ext uri="{FF2B5EF4-FFF2-40B4-BE49-F238E27FC236}">
                <a16:creationId xmlns:a16="http://schemas.microsoft.com/office/drawing/2014/main" id="{780AF0EA-73A2-4AB0-94D4-B8364CA561A1}"/>
              </a:ext>
            </a:extLst>
          </p:cNvPr>
          <p:cNvSpPr txBox="1"/>
          <p:nvPr/>
        </p:nvSpPr>
        <p:spPr>
          <a:xfrm>
            <a:off x="642312" y="4594862"/>
            <a:ext cx="1967205" cy="369332"/>
          </a:xfrm>
          <a:prstGeom prst="rect">
            <a:avLst/>
          </a:prstGeom>
          <a:noFill/>
        </p:spPr>
        <p:txBody>
          <a:bodyPr wrap="none" rtlCol="0" anchor="ctr">
            <a:spAutoFit/>
          </a:bodyPr>
          <a:lstStyle/>
          <a:p>
            <a:r>
              <a:rPr lang="en-US" dirty="0">
                <a:solidFill>
                  <a:schemeClr val="accent5"/>
                </a:solidFill>
              </a:rPr>
              <a:t>5. Sales proposal</a:t>
            </a:r>
          </a:p>
        </p:txBody>
      </p:sp>
      <p:sp>
        <p:nvSpPr>
          <p:cNvPr id="15" name="TextBox 14">
            <a:extLst>
              <a:ext uri="{FF2B5EF4-FFF2-40B4-BE49-F238E27FC236}">
                <a16:creationId xmlns:a16="http://schemas.microsoft.com/office/drawing/2014/main" id="{B20966A2-DC22-41CD-B4EB-FC5C073AD11F}"/>
              </a:ext>
            </a:extLst>
          </p:cNvPr>
          <p:cNvSpPr txBox="1"/>
          <p:nvPr/>
        </p:nvSpPr>
        <p:spPr>
          <a:xfrm>
            <a:off x="642312" y="5379692"/>
            <a:ext cx="1646605" cy="369332"/>
          </a:xfrm>
          <a:prstGeom prst="rect">
            <a:avLst/>
          </a:prstGeom>
          <a:noFill/>
        </p:spPr>
        <p:txBody>
          <a:bodyPr wrap="none" rtlCol="0" anchor="ctr">
            <a:spAutoFit/>
          </a:bodyPr>
          <a:lstStyle/>
          <a:p>
            <a:r>
              <a:rPr lang="en-US" dirty="0">
                <a:solidFill>
                  <a:schemeClr val="accent6"/>
                </a:solidFill>
              </a:rPr>
              <a:t>6. Deal closed</a:t>
            </a:r>
          </a:p>
        </p:txBody>
      </p:sp>
      <p:sp>
        <p:nvSpPr>
          <p:cNvPr id="16" name="TextBox 15">
            <a:extLst>
              <a:ext uri="{FF2B5EF4-FFF2-40B4-BE49-F238E27FC236}">
                <a16:creationId xmlns:a16="http://schemas.microsoft.com/office/drawing/2014/main" id="{1F6CF98F-3D50-4CD9-8A1A-9A3E09551F4B}"/>
              </a:ext>
            </a:extLst>
          </p:cNvPr>
          <p:cNvSpPr txBox="1"/>
          <p:nvPr/>
        </p:nvSpPr>
        <p:spPr>
          <a:xfrm>
            <a:off x="642312" y="3025202"/>
            <a:ext cx="1787669" cy="369332"/>
          </a:xfrm>
          <a:prstGeom prst="rect">
            <a:avLst/>
          </a:prstGeom>
          <a:noFill/>
        </p:spPr>
        <p:txBody>
          <a:bodyPr wrap="none" rtlCol="0" anchor="ctr">
            <a:spAutoFit/>
          </a:bodyPr>
          <a:lstStyle/>
          <a:p>
            <a:r>
              <a:rPr lang="en-US" dirty="0">
                <a:solidFill>
                  <a:schemeClr val="accent3"/>
                </a:solidFill>
              </a:rPr>
              <a:t>3 Lead reached</a:t>
            </a:r>
          </a:p>
        </p:txBody>
      </p:sp>
      <p:sp>
        <p:nvSpPr>
          <p:cNvPr id="32" name="Free-form: Shape 31">
            <a:extLst>
              <a:ext uri="{FF2B5EF4-FFF2-40B4-BE49-F238E27FC236}">
                <a16:creationId xmlns:a16="http://schemas.microsoft.com/office/drawing/2014/main" id="{976D00FD-C218-6A52-C80C-60AD07843D17}"/>
              </a:ext>
            </a:extLst>
          </p:cNvPr>
          <p:cNvSpPr/>
          <p:nvPr/>
        </p:nvSpPr>
        <p:spPr>
          <a:xfrm rot="10800000">
            <a:off x="7722688" y="3899549"/>
            <a:ext cx="1950198" cy="812490"/>
          </a:xfrm>
          <a:custGeom>
            <a:avLst/>
            <a:gdLst>
              <a:gd name="connsiteX0" fmla="*/ 1950198 w 1950198"/>
              <a:gd name="connsiteY0" fmla="*/ 812490 h 812490"/>
              <a:gd name="connsiteX1" fmla="*/ 0 w 1950198"/>
              <a:gd name="connsiteY1" fmla="*/ 812490 h 812490"/>
              <a:gd name="connsiteX2" fmla="*/ 422382 w 1950198"/>
              <a:gd name="connsiteY2" fmla="*/ 221494 h 812490"/>
              <a:gd name="connsiteX3" fmla="*/ 408869 w 1950198"/>
              <a:gd name="connsiteY3" fmla="*/ 221494 h 812490"/>
              <a:gd name="connsiteX4" fmla="*/ 408869 w 1950198"/>
              <a:gd name="connsiteY4" fmla="*/ 221002 h 812490"/>
              <a:gd name="connsiteX5" fmla="*/ 420775 w 1950198"/>
              <a:gd name="connsiteY5" fmla="*/ 221002 h 812490"/>
              <a:gd name="connsiteX6" fmla="*/ 420775 w 1950198"/>
              <a:gd name="connsiteY6" fmla="*/ 0 h 812490"/>
              <a:gd name="connsiteX7" fmla="*/ 580682 w 1950198"/>
              <a:gd name="connsiteY7" fmla="*/ 0 h 812490"/>
              <a:gd name="connsiteX8" fmla="*/ 1369516 w 1950198"/>
              <a:gd name="connsiteY8" fmla="*/ 0 h 812490"/>
              <a:gd name="connsiteX9" fmla="*/ 1529280 w 1950198"/>
              <a:gd name="connsiteY9" fmla="*/ 0 h 812490"/>
              <a:gd name="connsiteX10" fmla="*/ 1529280 w 1950198"/>
              <a:gd name="connsiteY10" fmla="*/ 221494 h 812490"/>
              <a:gd name="connsiteX11" fmla="*/ 1527817 w 1950198"/>
              <a:gd name="connsiteY11" fmla="*/ 221494 h 8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0198" h="812490">
                <a:moveTo>
                  <a:pt x="1950198" y="812490"/>
                </a:moveTo>
                <a:lnTo>
                  <a:pt x="0" y="812490"/>
                </a:lnTo>
                <a:lnTo>
                  <a:pt x="422382" y="221494"/>
                </a:lnTo>
                <a:lnTo>
                  <a:pt x="408869" y="221494"/>
                </a:lnTo>
                <a:lnTo>
                  <a:pt x="408869" y="221002"/>
                </a:lnTo>
                <a:lnTo>
                  <a:pt x="420775" y="221002"/>
                </a:lnTo>
                <a:lnTo>
                  <a:pt x="420775" y="0"/>
                </a:lnTo>
                <a:lnTo>
                  <a:pt x="580682" y="0"/>
                </a:lnTo>
                <a:lnTo>
                  <a:pt x="1369516" y="0"/>
                </a:lnTo>
                <a:lnTo>
                  <a:pt x="1529280" y="0"/>
                </a:lnTo>
                <a:lnTo>
                  <a:pt x="1529280" y="221494"/>
                </a:lnTo>
                <a:lnTo>
                  <a:pt x="1527817" y="22149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4">
            <a:extLst>
              <a:ext uri="{FF2B5EF4-FFF2-40B4-BE49-F238E27FC236}">
                <a16:creationId xmlns:a16="http://schemas.microsoft.com/office/drawing/2014/main" id="{4F226633-E9BE-4638-BF39-F868ADEDDDE3}"/>
              </a:ext>
            </a:extLst>
          </p:cNvPr>
          <p:cNvSpPr/>
          <p:nvPr/>
        </p:nvSpPr>
        <p:spPr>
          <a:xfrm>
            <a:off x="5980644" y="1462080"/>
            <a:ext cx="5434287" cy="812490"/>
          </a:xfrm>
          <a:custGeom>
            <a:avLst/>
            <a:gdLst>
              <a:gd name="connsiteX0" fmla="*/ 0 w 5977716"/>
              <a:gd name="connsiteY0" fmla="*/ 0 h 1260000"/>
              <a:gd name="connsiteX1" fmla="*/ 5977716 w 5977716"/>
              <a:gd name="connsiteY1" fmla="*/ 0 h 1260000"/>
              <a:gd name="connsiteX2" fmla="*/ 5338967 w 5977716"/>
              <a:gd name="connsiteY2" fmla="*/ 1260000 h 1260000"/>
              <a:gd name="connsiteX3" fmla="*/ 638750 w 5977716"/>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5977716" h="1260000">
                <a:moveTo>
                  <a:pt x="0" y="0"/>
                </a:moveTo>
                <a:lnTo>
                  <a:pt x="5977716" y="0"/>
                </a:lnTo>
                <a:lnTo>
                  <a:pt x="5338967" y="1260000"/>
                </a:lnTo>
                <a:lnTo>
                  <a:pt x="638750" y="1260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Shape 32">
            <a:extLst>
              <a:ext uri="{FF2B5EF4-FFF2-40B4-BE49-F238E27FC236}">
                <a16:creationId xmlns:a16="http://schemas.microsoft.com/office/drawing/2014/main" id="{062A0BD9-1DA5-A3A2-20BD-AAE3AF33323F}"/>
              </a:ext>
            </a:extLst>
          </p:cNvPr>
          <p:cNvSpPr/>
          <p:nvPr/>
        </p:nvSpPr>
        <p:spPr>
          <a:xfrm>
            <a:off x="8143606" y="4712039"/>
            <a:ext cx="1108505" cy="812490"/>
          </a:xfrm>
          <a:custGeom>
            <a:avLst/>
            <a:gdLst>
              <a:gd name="connsiteX0" fmla="*/ 0 w 1108505"/>
              <a:gd name="connsiteY0" fmla="*/ 0 h 812490"/>
              <a:gd name="connsiteX1" fmla="*/ 1108505 w 1108505"/>
              <a:gd name="connsiteY1" fmla="*/ 0 h 812490"/>
              <a:gd name="connsiteX2" fmla="*/ 1108505 w 1108505"/>
              <a:gd name="connsiteY2" fmla="*/ 812490 h 812490"/>
              <a:gd name="connsiteX3" fmla="*/ 0 w 1108505"/>
              <a:gd name="connsiteY3" fmla="*/ 812490 h 812490"/>
            </a:gdLst>
            <a:ahLst/>
            <a:cxnLst>
              <a:cxn ang="0">
                <a:pos x="connsiteX0" y="connsiteY0"/>
              </a:cxn>
              <a:cxn ang="0">
                <a:pos x="connsiteX1" y="connsiteY1"/>
              </a:cxn>
              <a:cxn ang="0">
                <a:pos x="connsiteX2" y="connsiteY2"/>
              </a:cxn>
              <a:cxn ang="0">
                <a:pos x="connsiteX3" y="connsiteY3"/>
              </a:cxn>
            </a:cxnLst>
            <a:rect l="l" t="t" r="r" b="b"/>
            <a:pathLst>
              <a:path w="1108505" h="812490">
                <a:moveTo>
                  <a:pt x="0" y="0"/>
                </a:moveTo>
                <a:lnTo>
                  <a:pt x="1108505" y="0"/>
                </a:lnTo>
                <a:lnTo>
                  <a:pt x="1108505" y="812490"/>
                </a:lnTo>
                <a:lnTo>
                  <a:pt x="0" y="81249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6">
            <a:extLst>
              <a:ext uri="{FF2B5EF4-FFF2-40B4-BE49-F238E27FC236}">
                <a16:creationId xmlns:a16="http://schemas.microsoft.com/office/drawing/2014/main" id="{AE734272-F533-4398-A6C7-CD11CAD5ABBB}"/>
              </a:ext>
            </a:extLst>
          </p:cNvPr>
          <p:cNvSpPr/>
          <p:nvPr/>
        </p:nvSpPr>
        <p:spPr>
          <a:xfrm>
            <a:off x="6561327" y="2274570"/>
            <a:ext cx="4272924" cy="812490"/>
          </a:xfrm>
          <a:custGeom>
            <a:avLst/>
            <a:gdLst>
              <a:gd name="connsiteX0" fmla="*/ 0 w 4700217"/>
              <a:gd name="connsiteY0" fmla="*/ 0 h 1260000"/>
              <a:gd name="connsiteX1" fmla="*/ 4700217 w 4700217"/>
              <a:gd name="connsiteY1" fmla="*/ 0 h 1260000"/>
              <a:gd name="connsiteX2" fmla="*/ 4061467 w 4700217"/>
              <a:gd name="connsiteY2" fmla="*/ 1260000 h 1260000"/>
              <a:gd name="connsiteX3" fmla="*/ 638750 w 47002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4700217" h="1260000">
                <a:moveTo>
                  <a:pt x="0" y="0"/>
                </a:moveTo>
                <a:lnTo>
                  <a:pt x="4700217" y="0"/>
                </a:lnTo>
                <a:lnTo>
                  <a:pt x="4061467" y="1260000"/>
                </a:lnTo>
                <a:lnTo>
                  <a:pt x="638750" y="1260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reeform: Shape 7">
            <a:extLst>
              <a:ext uri="{FF2B5EF4-FFF2-40B4-BE49-F238E27FC236}">
                <a16:creationId xmlns:a16="http://schemas.microsoft.com/office/drawing/2014/main" id="{EA1DCC44-4DDE-4716-A2D6-5ECEE43FF2F2}"/>
              </a:ext>
            </a:extLst>
          </p:cNvPr>
          <p:cNvSpPr/>
          <p:nvPr/>
        </p:nvSpPr>
        <p:spPr>
          <a:xfrm>
            <a:off x="7142008" y="3087059"/>
            <a:ext cx="3111561" cy="812490"/>
          </a:xfrm>
          <a:custGeom>
            <a:avLst/>
            <a:gdLst>
              <a:gd name="connsiteX0" fmla="*/ 0 w 3422717"/>
              <a:gd name="connsiteY0" fmla="*/ 0 h 1260000"/>
              <a:gd name="connsiteX1" fmla="*/ 3422717 w 3422717"/>
              <a:gd name="connsiteY1" fmla="*/ 0 h 1260000"/>
              <a:gd name="connsiteX2" fmla="*/ 2783967 w 3422717"/>
              <a:gd name="connsiteY2" fmla="*/ 1260000 h 1260000"/>
              <a:gd name="connsiteX3" fmla="*/ 638750 w 34227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3422717" h="1260000">
                <a:moveTo>
                  <a:pt x="0" y="0"/>
                </a:moveTo>
                <a:lnTo>
                  <a:pt x="3422717" y="0"/>
                </a:lnTo>
                <a:lnTo>
                  <a:pt x="2783967" y="1260000"/>
                </a:lnTo>
                <a:lnTo>
                  <a:pt x="638750" y="1260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Shape 33">
            <a:extLst>
              <a:ext uri="{FF2B5EF4-FFF2-40B4-BE49-F238E27FC236}">
                <a16:creationId xmlns:a16="http://schemas.microsoft.com/office/drawing/2014/main" id="{E1706222-934A-FDFB-C243-1A99A967A10E}"/>
              </a:ext>
            </a:extLst>
          </p:cNvPr>
          <p:cNvSpPr/>
          <p:nvPr/>
        </p:nvSpPr>
        <p:spPr>
          <a:xfrm>
            <a:off x="8143606" y="5524529"/>
            <a:ext cx="1108505" cy="806225"/>
          </a:xfrm>
          <a:custGeom>
            <a:avLst/>
            <a:gdLst>
              <a:gd name="connsiteX0" fmla="*/ 0 w 1108505"/>
              <a:gd name="connsiteY0" fmla="*/ 0 h 806225"/>
              <a:gd name="connsiteX1" fmla="*/ 1108505 w 1108505"/>
              <a:gd name="connsiteY1" fmla="*/ 0 h 806225"/>
              <a:gd name="connsiteX2" fmla="*/ 1108505 w 1108505"/>
              <a:gd name="connsiteY2" fmla="*/ 806225 h 806225"/>
              <a:gd name="connsiteX3" fmla="*/ 0 w 1108505"/>
              <a:gd name="connsiteY3" fmla="*/ 222855 h 806225"/>
            </a:gdLst>
            <a:ahLst/>
            <a:cxnLst>
              <a:cxn ang="0">
                <a:pos x="connsiteX0" y="connsiteY0"/>
              </a:cxn>
              <a:cxn ang="0">
                <a:pos x="connsiteX1" y="connsiteY1"/>
              </a:cxn>
              <a:cxn ang="0">
                <a:pos x="connsiteX2" y="connsiteY2"/>
              </a:cxn>
              <a:cxn ang="0">
                <a:pos x="connsiteX3" y="connsiteY3"/>
              </a:cxn>
            </a:cxnLst>
            <a:rect l="l" t="t" r="r" b="b"/>
            <a:pathLst>
              <a:path w="1108505" h="806225">
                <a:moveTo>
                  <a:pt x="0" y="0"/>
                </a:moveTo>
                <a:lnTo>
                  <a:pt x="1108505" y="0"/>
                </a:lnTo>
                <a:lnTo>
                  <a:pt x="1108505" y="806225"/>
                </a:lnTo>
                <a:lnTo>
                  <a:pt x="0" y="22285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a:extLst>
              <a:ext uri="{FF2B5EF4-FFF2-40B4-BE49-F238E27FC236}">
                <a16:creationId xmlns:a16="http://schemas.microsoft.com/office/drawing/2014/main" id="{8C64E95E-2050-4D82-AC32-BAB5651A9F9F}"/>
              </a:ext>
            </a:extLst>
          </p:cNvPr>
          <p:cNvSpPr/>
          <p:nvPr/>
        </p:nvSpPr>
        <p:spPr>
          <a:xfrm>
            <a:off x="5980644" y="1280110"/>
            <a:ext cx="5434287" cy="341818"/>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Oval 16">
            <a:extLst>
              <a:ext uri="{FF2B5EF4-FFF2-40B4-BE49-F238E27FC236}">
                <a16:creationId xmlns:a16="http://schemas.microsoft.com/office/drawing/2014/main" id="{AD9738CD-38FA-4F36-AFC7-B1B5932561C0}"/>
              </a:ext>
            </a:extLst>
          </p:cNvPr>
          <p:cNvSpPr>
            <a:spLocks noChangeAspect="1"/>
          </p:cNvSpPr>
          <p:nvPr/>
        </p:nvSpPr>
        <p:spPr>
          <a:xfrm>
            <a:off x="8525338" y="1747140"/>
            <a:ext cx="344899" cy="344899"/>
          </a:xfrm>
          <a:prstGeom prst="ellipse">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1</a:t>
            </a:r>
          </a:p>
        </p:txBody>
      </p:sp>
      <p:sp>
        <p:nvSpPr>
          <p:cNvPr id="18" name="Oval 17">
            <a:extLst>
              <a:ext uri="{FF2B5EF4-FFF2-40B4-BE49-F238E27FC236}">
                <a16:creationId xmlns:a16="http://schemas.microsoft.com/office/drawing/2014/main" id="{418526CD-8E31-49FB-A538-FB6CA2C7F762}"/>
              </a:ext>
            </a:extLst>
          </p:cNvPr>
          <p:cNvSpPr>
            <a:spLocks noChangeAspect="1"/>
          </p:cNvSpPr>
          <p:nvPr/>
        </p:nvSpPr>
        <p:spPr>
          <a:xfrm>
            <a:off x="8525338" y="2540778"/>
            <a:ext cx="344899" cy="344899"/>
          </a:xfrm>
          <a:prstGeom prst="ellipse">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2</a:t>
            </a:r>
          </a:p>
        </p:txBody>
      </p:sp>
      <p:sp>
        <p:nvSpPr>
          <p:cNvPr id="19" name="Oval 18">
            <a:extLst>
              <a:ext uri="{FF2B5EF4-FFF2-40B4-BE49-F238E27FC236}">
                <a16:creationId xmlns:a16="http://schemas.microsoft.com/office/drawing/2014/main" id="{1B507AA1-76C9-4BF1-978D-E287818784EB}"/>
              </a:ext>
            </a:extLst>
          </p:cNvPr>
          <p:cNvSpPr>
            <a:spLocks noChangeAspect="1"/>
          </p:cNvSpPr>
          <p:nvPr/>
        </p:nvSpPr>
        <p:spPr>
          <a:xfrm>
            <a:off x="8525338" y="3334416"/>
            <a:ext cx="344899" cy="344899"/>
          </a:xfrm>
          <a:prstGeom prst="ellipse">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3</a:t>
            </a:r>
          </a:p>
        </p:txBody>
      </p:sp>
      <p:sp>
        <p:nvSpPr>
          <p:cNvPr id="20" name="Oval 19">
            <a:extLst>
              <a:ext uri="{FF2B5EF4-FFF2-40B4-BE49-F238E27FC236}">
                <a16:creationId xmlns:a16="http://schemas.microsoft.com/office/drawing/2014/main" id="{EEF1AF9A-E038-4841-ABA1-74B574EB02E2}"/>
              </a:ext>
            </a:extLst>
          </p:cNvPr>
          <p:cNvSpPr>
            <a:spLocks noChangeAspect="1"/>
          </p:cNvSpPr>
          <p:nvPr/>
        </p:nvSpPr>
        <p:spPr>
          <a:xfrm>
            <a:off x="8525338" y="4128054"/>
            <a:ext cx="344899" cy="344899"/>
          </a:xfrm>
          <a:prstGeom prst="ellipse">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4</a:t>
            </a:r>
          </a:p>
        </p:txBody>
      </p:sp>
      <p:sp>
        <p:nvSpPr>
          <p:cNvPr id="21" name="Oval 20">
            <a:extLst>
              <a:ext uri="{FF2B5EF4-FFF2-40B4-BE49-F238E27FC236}">
                <a16:creationId xmlns:a16="http://schemas.microsoft.com/office/drawing/2014/main" id="{63246AEA-01F2-41FC-8FF3-4252A431BC78}"/>
              </a:ext>
            </a:extLst>
          </p:cNvPr>
          <p:cNvSpPr>
            <a:spLocks noChangeAspect="1"/>
          </p:cNvSpPr>
          <p:nvPr/>
        </p:nvSpPr>
        <p:spPr>
          <a:xfrm>
            <a:off x="8525338" y="4921693"/>
            <a:ext cx="344899" cy="344899"/>
          </a:xfrm>
          <a:prstGeom prst="ellipse">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5</a:t>
            </a:r>
          </a:p>
        </p:txBody>
      </p:sp>
      <p:sp>
        <p:nvSpPr>
          <p:cNvPr id="22" name="Oval 21">
            <a:extLst>
              <a:ext uri="{FF2B5EF4-FFF2-40B4-BE49-F238E27FC236}">
                <a16:creationId xmlns:a16="http://schemas.microsoft.com/office/drawing/2014/main" id="{D8D50E33-CDDE-4E80-836F-EC387F556505}"/>
              </a:ext>
            </a:extLst>
          </p:cNvPr>
          <p:cNvSpPr>
            <a:spLocks noChangeAspect="1"/>
          </p:cNvSpPr>
          <p:nvPr/>
        </p:nvSpPr>
        <p:spPr>
          <a:xfrm>
            <a:off x="8525338" y="5582742"/>
            <a:ext cx="344899" cy="344899"/>
          </a:xfrm>
          <a:prstGeom prst="ellipse">
            <a:avLst/>
          </a:prstGeom>
          <a:solidFill>
            <a:schemeClr val="accent6"/>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6</a:t>
            </a:r>
          </a:p>
        </p:txBody>
      </p:sp>
      <p:sp>
        <p:nvSpPr>
          <p:cNvPr id="23" name="TextBox 22">
            <a:extLst>
              <a:ext uri="{FF2B5EF4-FFF2-40B4-BE49-F238E27FC236}">
                <a16:creationId xmlns:a16="http://schemas.microsoft.com/office/drawing/2014/main" id="{F62801B5-7873-4A7F-9DCB-1ACF040D1C68}"/>
              </a:ext>
            </a:extLst>
          </p:cNvPr>
          <p:cNvSpPr txBox="1"/>
          <p:nvPr/>
        </p:nvSpPr>
        <p:spPr>
          <a:xfrm>
            <a:off x="642312" y="1761374"/>
            <a:ext cx="5095252"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4" name="TextBox 23">
            <a:extLst>
              <a:ext uri="{FF2B5EF4-FFF2-40B4-BE49-F238E27FC236}">
                <a16:creationId xmlns:a16="http://schemas.microsoft.com/office/drawing/2014/main" id="{F0C45D58-6E63-4CEA-A22E-098DCDD5B04D}"/>
              </a:ext>
            </a:extLst>
          </p:cNvPr>
          <p:cNvSpPr txBox="1"/>
          <p:nvPr/>
        </p:nvSpPr>
        <p:spPr>
          <a:xfrm>
            <a:off x="642312" y="2546204"/>
            <a:ext cx="5553458"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5" name="TextBox 24">
            <a:extLst>
              <a:ext uri="{FF2B5EF4-FFF2-40B4-BE49-F238E27FC236}">
                <a16:creationId xmlns:a16="http://schemas.microsoft.com/office/drawing/2014/main" id="{5D652927-E886-41F7-B95F-2F36881F14F3}"/>
              </a:ext>
            </a:extLst>
          </p:cNvPr>
          <p:cNvSpPr txBox="1"/>
          <p:nvPr/>
        </p:nvSpPr>
        <p:spPr>
          <a:xfrm>
            <a:off x="642312" y="3331034"/>
            <a:ext cx="6104542"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6" name="TextBox 25">
            <a:extLst>
              <a:ext uri="{FF2B5EF4-FFF2-40B4-BE49-F238E27FC236}">
                <a16:creationId xmlns:a16="http://schemas.microsoft.com/office/drawing/2014/main" id="{0B5ED4D0-B062-439F-B71E-57E1C9C0E68A}"/>
              </a:ext>
            </a:extLst>
          </p:cNvPr>
          <p:cNvSpPr txBox="1"/>
          <p:nvPr/>
        </p:nvSpPr>
        <p:spPr>
          <a:xfrm>
            <a:off x="642312" y="4115864"/>
            <a:ext cx="6725644"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7" name="TextBox 26">
            <a:extLst>
              <a:ext uri="{FF2B5EF4-FFF2-40B4-BE49-F238E27FC236}">
                <a16:creationId xmlns:a16="http://schemas.microsoft.com/office/drawing/2014/main" id="{E5E92B1B-9275-465D-B911-F3B8EE59E599}"/>
              </a:ext>
            </a:extLst>
          </p:cNvPr>
          <p:cNvSpPr txBox="1"/>
          <p:nvPr/>
        </p:nvSpPr>
        <p:spPr>
          <a:xfrm>
            <a:off x="642312" y="4887994"/>
            <a:ext cx="7067995"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8" name="TextBox 27">
            <a:extLst>
              <a:ext uri="{FF2B5EF4-FFF2-40B4-BE49-F238E27FC236}">
                <a16:creationId xmlns:a16="http://schemas.microsoft.com/office/drawing/2014/main" id="{EC9E7EC3-630B-46B4-81B6-3F56FD826A61}"/>
              </a:ext>
            </a:extLst>
          </p:cNvPr>
          <p:cNvSpPr txBox="1"/>
          <p:nvPr/>
        </p:nvSpPr>
        <p:spPr>
          <a:xfrm>
            <a:off x="642312" y="5685524"/>
            <a:ext cx="6937715"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Tree>
    <p:extLst>
      <p:ext uri="{BB962C8B-B14F-4D97-AF65-F5344CB8AC3E}">
        <p14:creationId xmlns:p14="http://schemas.microsoft.com/office/powerpoint/2010/main" val="3495147049"/>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Financial aggregates</a:t>
            </a:r>
          </a:p>
        </p:txBody>
      </p:sp>
      <mc:AlternateContent xmlns:mc="http://schemas.openxmlformats.org/markup-compatibility/2006" xmlns:cx1="http://schemas.microsoft.com/office/drawing/2015/9/8/chartex">
        <mc:Choice Requires="cx1">
          <p:graphicFrame>
            <p:nvGraphicFramePr>
              <p:cNvPr id="32" name="Chart 31"/>
              <p:cNvGraphicFramePr/>
              <p:nvPr>
                <p:extLst>
                  <p:ext uri="{D42A27DB-BD31-4B8C-83A1-F6EECF244321}">
                    <p14:modId xmlns:p14="http://schemas.microsoft.com/office/powerpoint/2010/main" val="2084386723"/>
                  </p:ext>
                </p:extLst>
              </p:nvPr>
            </p:nvGraphicFramePr>
            <p:xfrm>
              <a:off x="609600" y="740238"/>
              <a:ext cx="10972800" cy="5617883"/>
            </p:xfrm>
            <a:graphic>
              <a:graphicData uri="http://schemas.microsoft.com/office/drawing/2014/chartex">
                <cx:chart xmlns:cx="http://schemas.microsoft.com/office/drawing/2014/chartex" xmlns:r="http://schemas.openxmlformats.org/officeDocument/2006/relationships" r:id="rId4"/>
              </a:graphicData>
            </a:graphic>
          </p:graphicFrame>
        </mc:Choice>
        <mc:Fallback xmlns="">
          <p:pic>
            <p:nvPicPr>
              <p:cNvPr id="32" name="Chart 31"/>
              <p:cNvPicPr>
                <a:picLocks noGrp="1" noRot="1" noChangeAspect="1" noMove="1" noResize="1" noEditPoints="1" noAdjustHandles="1" noChangeArrowheads="1" noChangeShapeType="1"/>
              </p:cNvPicPr>
              <p:nvPr/>
            </p:nvPicPr>
            <p:blipFill>
              <a:blip r:embed="rId5"/>
              <a:stretch>
                <a:fillRect/>
              </a:stretch>
            </p:blipFill>
            <p:spPr>
              <a:xfrm>
                <a:off x="609600" y="740238"/>
                <a:ext cx="10972800" cy="5617883"/>
              </a:xfrm>
              <a:prstGeom prst="rect">
                <a:avLst/>
              </a:prstGeom>
            </p:spPr>
          </p:pic>
        </mc:Fallback>
      </mc:AlternateContent>
    </p:spTree>
    <p:custDataLst>
      <p:tags r:id="rId1"/>
    </p:custDataLst>
    <p:extLst>
      <p:ext uri="{BB962C8B-B14F-4D97-AF65-F5344CB8AC3E}">
        <p14:creationId xmlns:p14="http://schemas.microsoft.com/office/powerpoint/2010/main" val="3293546936"/>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 name="Object 6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1" imgW="270" imgH="270" progId="TCLayout.ActiveDocument.1">
                  <p:embed/>
                </p:oleObj>
              </mc:Choice>
              <mc:Fallback>
                <p:oleObj name="think-cell Slide" r:id="rId31" imgW="270" imgH="270" progId="TCLayout.ActiveDocument.1">
                  <p:embed/>
                  <p:pic>
                    <p:nvPicPr>
                      <p:cNvPr id="69" name="Object 68" hidden="1"/>
                      <p:cNvPicPr/>
                      <p:nvPr/>
                    </p:nvPicPr>
                    <p:blipFill>
                      <a:blip r:embed="rId32"/>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Fishbone 1</a:t>
            </a:r>
          </a:p>
        </p:txBody>
      </p:sp>
      <p:sp>
        <p:nvSpPr>
          <p:cNvPr id="36" name="Text Box 15"/>
          <p:cNvSpPr txBox="1">
            <a:spLocks noChangeArrowheads="1"/>
          </p:cNvSpPr>
          <p:nvPr>
            <p:custDataLst>
              <p:tags r:id="rId3"/>
            </p:custDataLst>
          </p:nvPr>
        </p:nvSpPr>
        <p:spPr bwMode="auto">
          <a:xfrm>
            <a:off x="7874232"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6</a:t>
            </a:r>
          </a:p>
        </p:txBody>
      </p:sp>
      <p:sp>
        <p:nvSpPr>
          <p:cNvPr id="37" name="Oval 36"/>
          <p:cNvSpPr>
            <a:spLocks noChangeAspect="1" noChangeArrowheads="1"/>
          </p:cNvSpPr>
          <p:nvPr>
            <p:custDataLst>
              <p:tags r:id="rId4"/>
            </p:custDataLst>
          </p:nvPr>
        </p:nvSpPr>
        <p:spPr bwMode="gray">
          <a:xfrm>
            <a:off x="9908098" y="2963237"/>
            <a:ext cx="1728788" cy="1728000"/>
          </a:xfrm>
          <a:prstGeom prst="ellipse">
            <a:avLst/>
          </a:prstGeom>
          <a:solidFill>
            <a:srgbClr val="7F7F7F"/>
          </a:solidFill>
          <a:ln>
            <a:noFill/>
          </a:ln>
        </p:spPr>
        <p:txBody>
          <a:bodyPr lIns="36000" rIns="3600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cs typeface="Arial" pitchFamily="34" charset="0"/>
              </a:rPr>
              <a:t>Goal</a:t>
            </a:r>
          </a:p>
        </p:txBody>
      </p:sp>
      <p:sp>
        <p:nvSpPr>
          <p:cNvPr id="41" name="Line 52"/>
          <p:cNvSpPr>
            <a:spLocks noChangeShapeType="1"/>
          </p:cNvSpPr>
          <p:nvPr>
            <p:custDataLst>
              <p:tags r:id="rId5"/>
            </p:custDataLst>
          </p:nvPr>
        </p:nvSpPr>
        <p:spPr bwMode="auto">
          <a:xfrm>
            <a:off x="609599" y="3812550"/>
            <a:ext cx="9130145" cy="11888"/>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Line 61"/>
          <p:cNvSpPr>
            <a:spLocks noChangeShapeType="1"/>
          </p:cNvSpPr>
          <p:nvPr>
            <p:custDataLst>
              <p:tags r:id="rId6"/>
            </p:custDataLst>
          </p:nvPr>
        </p:nvSpPr>
        <p:spPr bwMode="auto">
          <a:xfrm>
            <a:off x="6319837"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Line 63 - 1"/>
          <p:cNvSpPr>
            <a:spLocks noChangeShapeType="1"/>
          </p:cNvSpPr>
          <p:nvPr>
            <p:custDataLst>
              <p:tags r:id="rId7"/>
            </p:custDataLst>
          </p:nvPr>
        </p:nvSpPr>
        <p:spPr bwMode="auto">
          <a:xfrm rot="10800000" flipH="1">
            <a:off x="7707312"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Text Box 15"/>
          <p:cNvSpPr txBox="1">
            <a:spLocks noChangeArrowheads="1"/>
          </p:cNvSpPr>
          <p:nvPr>
            <p:custDataLst>
              <p:tags r:id="rId8"/>
            </p:custDataLst>
          </p:nvPr>
        </p:nvSpPr>
        <p:spPr bwMode="auto">
          <a:xfrm>
            <a:off x="6464158" y="1839238"/>
            <a:ext cx="19161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5</a:t>
            </a:r>
          </a:p>
        </p:txBody>
      </p:sp>
      <p:sp>
        <p:nvSpPr>
          <p:cNvPr id="45" name="Line 63 - 2"/>
          <p:cNvSpPr>
            <a:spLocks noChangeShapeType="1"/>
          </p:cNvSpPr>
          <p:nvPr>
            <p:custDataLst>
              <p:tags r:id="rId9"/>
            </p:custDataLst>
          </p:nvPr>
        </p:nvSpPr>
        <p:spPr bwMode="auto">
          <a:xfrm rot="10800000" flipH="1">
            <a:off x="2819400"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Line 62"/>
          <p:cNvSpPr>
            <a:spLocks noChangeShapeType="1"/>
          </p:cNvSpPr>
          <p:nvPr>
            <p:custDataLst>
              <p:tags r:id="rId10"/>
            </p:custDataLst>
          </p:nvPr>
        </p:nvSpPr>
        <p:spPr bwMode="auto">
          <a:xfrm>
            <a:off x="1900995"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Text Box 15"/>
          <p:cNvSpPr txBox="1">
            <a:spLocks noChangeArrowheads="1"/>
          </p:cNvSpPr>
          <p:nvPr>
            <p:custDataLst>
              <p:tags r:id="rId11"/>
            </p:custDataLst>
          </p:nvPr>
        </p:nvSpPr>
        <p:spPr bwMode="auto">
          <a:xfrm>
            <a:off x="2031879" y="1839238"/>
            <a:ext cx="2000250" cy="307777"/>
          </a:xfrm>
          <a:prstGeom prst="rect">
            <a:avLst/>
          </a:prstGeom>
          <a:noFill/>
          <a:ln w="9525">
            <a:noFill/>
            <a:miter lim="800000"/>
            <a:headEnd/>
            <a:tailEnd/>
          </a:ln>
        </p:spPr>
        <p:txBody>
          <a:bodyPr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1</a:t>
            </a:r>
          </a:p>
        </p:txBody>
      </p:sp>
      <p:sp>
        <p:nvSpPr>
          <p:cNvPr id="48" name="Text Box 15"/>
          <p:cNvSpPr txBox="1">
            <a:spLocks noChangeArrowheads="1"/>
          </p:cNvSpPr>
          <p:nvPr>
            <p:custDataLst>
              <p:tags r:id="rId12"/>
            </p:custDataLst>
          </p:nvPr>
        </p:nvSpPr>
        <p:spPr bwMode="auto">
          <a:xfrm>
            <a:off x="298883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2</a:t>
            </a:r>
          </a:p>
        </p:txBody>
      </p:sp>
      <p:sp>
        <p:nvSpPr>
          <p:cNvPr id="49" name="Line 61"/>
          <p:cNvSpPr>
            <a:spLocks noChangeShapeType="1"/>
          </p:cNvSpPr>
          <p:nvPr>
            <p:custDataLst>
              <p:tags r:id="rId13"/>
            </p:custDataLst>
          </p:nvPr>
        </p:nvSpPr>
        <p:spPr bwMode="auto">
          <a:xfrm>
            <a:off x="3939381"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Text Box 15"/>
          <p:cNvSpPr txBox="1">
            <a:spLocks noChangeArrowheads="1"/>
          </p:cNvSpPr>
          <p:nvPr>
            <p:custDataLst>
              <p:tags r:id="rId14"/>
            </p:custDataLst>
          </p:nvPr>
        </p:nvSpPr>
        <p:spPr bwMode="auto">
          <a:xfrm>
            <a:off x="4070423" y="1839238"/>
            <a:ext cx="19288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3</a:t>
            </a:r>
          </a:p>
        </p:txBody>
      </p:sp>
      <p:sp>
        <p:nvSpPr>
          <p:cNvPr id="51" name="Line 63"/>
          <p:cNvSpPr>
            <a:spLocks noChangeShapeType="1"/>
          </p:cNvSpPr>
          <p:nvPr>
            <p:custDataLst>
              <p:tags r:id="rId15"/>
            </p:custDataLst>
          </p:nvPr>
        </p:nvSpPr>
        <p:spPr bwMode="auto">
          <a:xfrm rot="10800000" flipH="1">
            <a:off x="5263356"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Text Box 15"/>
          <p:cNvSpPr txBox="1">
            <a:spLocks noChangeArrowheads="1"/>
          </p:cNvSpPr>
          <p:nvPr>
            <p:custDataLst>
              <p:tags r:id="rId16"/>
            </p:custDataLst>
          </p:nvPr>
        </p:nvSpPr>
        <p:spPr bwMode="auto">
          <a:xfrm>
            <a:off x="545132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4</a:t>
            </a:r>
          </a:p>
        </p:txBody>
      </p:sp>
      <p:sp>
        <p:nvSpPr>
          <p:cNvPr id="53" name="Oval 44"/>
          <p:cNvSpPr>
            <a:spLocks noChangeArrowheads="1"/>
          </p:cNvSpPr>
          <p:nvPr/>
        </p:nvSpPr>
        <p:spPr bwMode="auto">
          <a:xfrm>
            <a:off x="1726202" y="1838240"/>
            <a:ext cx="304800" cy="304800"/>
          </a:xfrm>
          <a:prstGeom prst="ellipse">
            <a:avLst/>
          </a:prstGeom>
          <a:solidFill>
            <a:schemeClr val="accent1"/>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1</a:t>
            </a:r>
          </a:p>
        </p:txBody>
      </p:sp>
      <p:sp>
        <p:nvSpPr>
          <p:cNvPr id="54" name="Oval 45"/>
          <p:cNvSpPr>
            <a:spLocks noChangeArrowheads="1"/>
          </p:cNvSpPr>
          <p:nvPr/>
        </p:nvSpPr>
        <p:spPr bwMode="auto">
          <a:xfrm>
            <a:off x="3744263" y="1838240"/>
            <a:ext cx="304800" cy="304800"/>
          </a:xfrm>
          <a:prstGeom prst="ellipse">
            <a:avLst/>
          </a:prstGeom>
          <a:solidFill>
            <a:schemeClr val="accent3"/>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3</a:t>
            </a:r>
          </a:p>
        </p:txBody>
      </p:sp>
      <p:sp>
        <p:nvSpPr>
          <p:cNvPr id="55" name="Oval 46"/>
          <p:cNvSpPr>
            <a:spLocks noChangeArrowheads="1"/>
          </p:cNvSpPr>
          <p:nvPr/>
        </p:nvSpPr>
        <p:spPr bwMode="auto">
          <a:xfrm>
            <a:off x="6146800" y="1838240"/>
            <a:ext cx="304800" cy="304800"/>
          </a:xfrm>
          <a:prstGeom prst="ellipse">
            <a:avLst/>
          </a:prstGeom>
          <a:solidFill>
            <a:schemeClr val="accent5"/>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5</a:t>
            </a:r>
          </a:p>
        </p:txBody>
      </p:sp>
      <p:sp>
        <p:nvSpPr>
          <p:cNvPr id="56" name="Oval 47"/>
          <p:cNvSpPr>
            <a:spLocks noChangeArrowheads="1"/>
          </p:cNvSpPr>
          <p:nvPr/>
        </p:nvSpPr>
        <p:spPr bwMode="auto">
          <a:xfrm>
            <a:off x="2672633" y="5507062"/>
            <a:ext cx="304800" cy="304800"/>
          </a:xfrm>
          <a:prstGeom prst="ellipse">
            <a:avLst/>
          </a:prstGeom>
          <a:solidFill>
            <a:schemeClr val="accent2"/>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2</a:t>
            </a:r>
          </a:p>
        </p:txBody>
      </p:sp>
      <p:sp>
        <p:nvSpPr>
          <p:cNvPr id="57" name="Oval 48"/>
          <p:cNvSpPr>
            <a:spLocks noChangeArrowheads="1"/>
          </p:cNvSpPr>
          <p:nvPr/>
        </p:nvSpPr>
        <p:spPr bwMode="auto">
          <a:xfrm>
            <a:off x="5134692" y="5507062"/>
            <a:ext cx="304800" cy="304800"/>
          </a:xfrm>
          <a:prstGeom prst="ellipse">
            <a:avLst/>
          </a:prstGeom>
          <a:solidFill>
            <a:schemeClr val="accent4"/>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4</a:t>
            </a:r>
          </a:p>
        </p:txBody>
      </p:sp>
      <p:sp>
        <p:nvSpPr>
          <p:cNvPr id="78" name="Oval 49"/>
          <p:cNvSpPr>
            <a:spLocks noChangeArrowheads="1"/>
          </p:cNvSpPr>
          <p:nvPr/>
        </p:nvSpPr>
        <p:spPr bwMode="auto">
          <a:xfrm>
            <a:off x="7563082" y="5507062"/>
            <a:ext cx="304800" cy="304800"/>
          </a:xfrm>
          <a:prstGeom prst="ellipse">
            <a:avLst/>
          </a:prstGeom>
          <a:solidFill>
            <a:schemeClr val="accent6"/>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6</a:t>
            </a:r>
          </a:p>
        </p:txBody>
      </p:sp>
      <p:sp>
        <p:nvSpPr>
          <p:cNvPr id="87" name="Rectangle 41"/>
          <p:cNvSpPr>
            <a:spLocks noChangeArrowheads="1"/>
          </p:cNvSpPr>
          <p:nvPr>
            <p:custDataLst>
              <p:tags r:id="rId17"/>
            </p:custDataLst>
          </p:nvPr>
        </p:nvSpPr>
        <p:spPr bwMode="auto">
          <a:xfrm>
            <a:off x="881431"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4" name="Rectangle 41"/>
          <p:cNvSpPr>
            <a:spLocks noChangeArrowheads="1"/>
          </p:cNvSpPr>
          <p:nvPr>
            <p:custDataLst>
              <p:tags r:id="rId18"/>
            </p:custDataLst>
          </p:nvPr>
        </p:nvSpPr>
        <p:spPr bwMode="auto">
          <a:xfrm>
            <a:off x="1373401"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5" name="Rectangle 41"/>
          <p:cNvSpPr>
            <a:spLocks noChangeArrowheads="1"/>
          </p:cNvSpPr>
          <p:nvPr>
            <p:custDataLst>
              <p:tags r:id="rId19"/>
            </p:custDataLst>
          </p:nvPr>
        </p:nvSpPr>
        <p:spPr bwMode="auto">
          <a:xfrm>
            <a:off x="3209291"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6" name="Rectangle 41"/>
          <p:cNvSpPr>
            <a:spLocks noChangeArrowheads="1"/>
          </p:cNvSpPr>
          <p:nvPr>
            <p:custDataLst>
              <p:tags r:id="rId20"/>
            </p:custDataLst>
          </p:nvPr>
        </p:nvSpPr>
        <p:spPr bwMode="auto">
          <a:xfrm>
            <a:off x="3734701"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7" name="Rectangle 41"/>
          <p:cNvSpPr>
            <a:spLocks noChangeArrowheads="1"/>
          </p:cNvSpPr>
          <p:nvPr>
            <p:custDataLst>
              <p:tags r:id="rId21"/>
            </p:custDataLst>
          </p:nvPr>
        </p:nvSpPr>
        <p:spPr bwMode="auto">
          <a:xfrm>
            <a:off x="5634136"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8" name="Rectangle 41"/>
          <p:cNvSpPr>
            <a:spLocks noChangeArrowheads="1"/>
          </p:cNvSpPr>
          <p:nvPr>
            <p:custDataLst>
              <p:tags r:id="rId22"/>
            </p:custDataLst>
          </p:nvPr>
        </p:nvSpPr>
        <p:spPr bwMode="auto">
          <a:xfrm>
            <a:off x="6096000"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9" name="Rectangle 41"/>
          <p:cNvSpPr>
            <a:spLocks noChangeArrowheads="1"/>
          </p:cNvSpPr>
          <p:nvPr>
            <p:custDataLst>
              <p:tags r:id="rId23"/>
            </p:custDataLst>
          </p:nvPr>
        </p:nvSpPr>
        <p:spPr bwMode="auto">
          <a:xfrm>
            <a:off x="2672633"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0" name="Rectangle 41"/>
          <p:cNvSpPr>
            <a:spLocks noChangeArrowheads="1"/>
          </p:cNvSpPr>
          <p:nvPr>
            <p:custDataLst>
              <p:tags r:id="rId24"/>
            </p:custDataLst>
          </p:nvPr>
        </p:nvSpPr>
        <p:spPr bwMode="auto">
          <a:xfrm>
            <a:off x="2333592"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1" name="Rectangle 41"/>
          <p:cNvSpPr>
            <a:spLocks noChangeArrowheads="1"/>
          </p:cNvSpPr>
          <p:nvPr>
            <p:custDataLst>
              <p:tags r:id="rId25"/>
            </p:custDataLst>
          </p:nvPr>
        </p:nvSpPr>
        <p:spPr bwMode="auto">
          <a:xfrm>
            <a:off x="5117858"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2" name="Rectangle 41"/>
          <p:cNvSpPr>
            <a:spLocks noChangeArrowheads="1"/>
          </p:cNvSpPr>
          <p:nvPr>
            <p:custDataLst>
              <p:tags r:id="rId26"/>
            </p:custDataLst>
          </p:nvPr>
        </p:nvSpPr>
        <p:spPr bwMode="auto">
          <a:xfrm>
            <a:off x="4758874"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3" name="Rectangle 41"/>
          <p:cNvSpPr>
            <a:spLocks noChangeArrowheads="1"/>
          </p:cNvSpPr>
          <p:nvPr>
            <p:custDataLst>
              <p:tags r:id="rId27"/>
            </p:custDataLst>
          </p:nvPr>
        </p:nvSpPr>
        <p:spPr bwMode="auto">
          <a:xfrm>
            <a:off x="7563082"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4" name="Rectangle 41"/>
          <p:cNvSpPr>
            <a:spLocks noChangeArrowheads="1"/>
          </p:cNvSpPr>
          <p:nvPr>
            <p:custDataLst>
              <p:tags r:id="rId28"/>
            </p:custDataLst>
          </p:nvPr>
        </p:nvSpPr>
        <p:spPr bwMode="auto">
          <a:xfrm>
            <a:off x="7184155"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Tree>
    <p:custDataLst>
      <p:tags r:id="rId1"/>
    </p:custDataLst>
    <p:extLst>
      <p:ext uri="{BB962C8B-B14F-4D97-AF65-F5344CB8AC3E}">
        <p14:creationId xmlns:p14="http://schemas.microsoft.com/office/powerpoint/2010/main" val="2567907289"/>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E49C7-1455-E7FE-AB17-3F87D08AD89C}"/>
              </a:ext>
            </a:extLst>
          </p:cNvPr>
          <p:cNvSpPr>
            <a:spLocks noGrp="1"/>
          </p:cNvSpPr>
          <p:nvPr>
            <p:ph type="title"/>
          </p:nvPr>
        </p:nvSpPr>
        <p:spPr>
          <a:xfrm>
            <a:off x="214184" y="13663"/>
            <a:ext cx="9728886" cy="678316"/>
          </a:xfrm>
        </p:spPr>
        <p:txBody>
          <a:bodyPr/>
          <a:lstStyle/>
          <a:p>
            <a:r>
              <a:rPr lang="en-US" dirty="0"/>
              <a:t>Fishbone 2</a:t>
            </a:r>
          </a:p>
        </p:txBody>
      </p:sp>
      <p:cxnSp>
        <p:nvCxnSpPr>
          <p:cNvPr id="3" name="Connecteur droit 5">
            <a:extLst>
              <a:ext uri="{FF2B5EF4-FFF2-40B4-BE49-F238E27FC236}">
                <a16:creationId xmlns:a16="http://schemas.microsoft.com/office/drawing/2014/main" id="{2EE9EE8B-B4B2-CB66-FBB7-6CF03A1A8503}"/>
              </a:ext>
            </a:extLst>
          </p:cNvPr>
          <p:cNvCxnSpPr>
            <a:cxnSpLocks/>
            <a:stCxn id="14" idx="3"/>
            <a:endCxn id="6" idx="0"/>
          </p:cNvCxnSpPr>
          <p:nvPr/>
        </p:nvCxnSpPr>
        <p:spPr>
          <a:xfrm flipH="1">
            <a:off x="2347265" y="3771901"/>
            <a:ext cx="7451362" cy="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 name="Groupe 4">
            <a:extLst>
              <a:ext uri="{FF2B5EF4-FFF2-40B4-BE49-F238E27FC236}">
                <a16:creationId xmlns:a16="http://schemas.microsoft.com/office/drawing/2014/main" id="{EB752689-37F3-B634-53E0-F5782611F1E6}"/>
              </a:ext>
            </a:extLst>
          </p:cNvPr>
          <p:cNvGrpSpPr/>
          <p:nvPr/>
        </p:nvGrpSpPr>
        <p:grpSpPr>
          <a:xfrm>
            <a:off x="2206961" y="3209372"/>
            <a:ext cx="694132" cy="1125063"/>
            <a:chOff x="3779520" y="2895600"/>
            <a:chExt cx="955040" cy="2357120"/>
          </a:xfrm>
        </p:grpSpPr>
        <p:sp>
          <p:nvSpPr>
            <p:cNvPr id="5" name="Flèche : chevron 2">
              <a:extLst>
                <a:ext uri="{FF2B5EF4-FFF2-40B4-BE49-F238E27FC236}">
                  <a16:creationId xmlns:a16="http://schemas.microsoft.com/office/drawing/2014/main" id="{09FBF9F8-02AE-6610-5C8B-E15D7E45BF6D}"/>
                </a:ext>
              </a:extLst>
            </p:cNvPr>
            <p:cNvSpPr/>
            <p:nvPr/>
          </p:nvSpPr>
          <p:spPr>
            <a:xfrm>
              <a:off x="3779520" y="2895600"/>
              <a:ext cx="955040" cy="2357120"/>
            </a:xfrm>
            <a:prstGeom prst="chevr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Triangle isocèle 3">
              <a:extLst>
                <a:ext uri="{FF2B5EF4-FFF2-40B4-BE49-F238E27FC236}">
                  <a16:creationId xmlns:a16="http://schemas.microsoft.com/office/drawing/2014/main" id="{8727F295-8E90-05AA-75F5-71916DF151A3}"/>
                </a:ext>
              </a:extLst>
            </p:cNvPr>
            <p:cNvSpPr/>
            <p:nvPr/>
          </p:nvSpPr>
          <p:spPr>
            <a:xfrm rot="16200000">
              <a:off x="3759200" y="3855720"/>
              <a:ext cx="863602" cy="436880"/>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E4C3678D-92A7-998A-E900-435BF547F506}"/>
              </a:ext>
            </a:extLst>
          </p:cNvPr>
          <p:cNvGrpSpPr/>
          <p:nvPr/>
        </p:nvGrpSpPr>
        <p:grpSpPr>
          <a:xfrm>
            <a:off x="3670330" y="2925950"/>
            <a:ext cx="1043859" cy="1691907"/>
            <a:chOff x="3779520" y="2895600"/>
            <a:chExt cx="955040" cy="2357120"/>
          </a:xfrm>
          <a:solidFill>
            <a:schemeClr val="accent2"/>
          </a:solidFill>
        </p:grpSpPr>
        <p:sp>
          <p:nvSpPr>
            <p:cNvPr id="8" name="Flèche : chevron 10">
              <a:extLst>
                <a:ext uri="{FF2B5EF4-FFF2-40B4-BE49-F238E27FC236}">
                  <a16:creationId xmlns:a16="http://schemas.microsoft.com/office/drawing/2014/main" id="{325E32A9-5BBE-5B5A-7A73-D9F4C0F3DCB7}"/>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Triangle isocèle 11">
              <a:extLst>
                <a:ext uri="{FF2B5EF4-FFF2-40B4-BE49-F238E27FC236}">
                  <a16:creationId xmlns:a16="http://schemas.microsoft.com/office/drawing/2014/main" id="{129A5F17-948D-B5E6-3D7C-74734F1DD1D8}"/>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12">
            <a:extLst>
              <a:ext uri="{FF2B5EF4-FFF2-40B4-BE49-F238E27FC236}">
                <a16:creationId xmlns:a16="http://schemas.microsoft.com/office/drawing/2014/main" id="{B89BF4EA-D206-DCC5-E80C-87B4D3ADFA78}"/>
              </a:ext>
            </a:extLst>
          </p:cNvPr>
          <p:cNvGrpSpPr/>
          <p:nvPr/>
        </p:nvGrpSpPr>
        <p:grpSpPr>
          <a:xfrm>
            <a:off x="5483426" y="2539436"/>
            <a:ext cx="1520796" cy="2464933"/>
            <a:chOff x="3779520" y="2895600"/>
            <a:chExt cx="955040" cy="2357120"/>
          </a:xfrm>
          <a:solidFill>
            <a:schemeClr val="accent3"/>
          </a:solidFill>
        </p:grpSpPr>
        <p:sp>
          <p:nvSpPr>
            <p:cNvPr id="11" name="Flèche : chevron 13">
              <a:extLst>
                <a:ext uri="{FF2B5EF4-FFF2-40B4-BE49-F238E27FC236}">
                  <a16:creationId xmlns:a16="http://schemas.microsoft.com/office/drawing/2014/main" id="{A89DA659-2D59-91BA-333B-53B18AC998FF}"/>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Triangle isocèle 14">
              <a:extLst>
                <a:ext uri="{FF2B5EF4-FFF2-40B4-BE49-F238E27FC236}">
                  <a16:creationId xmlns:a16="http://schemas.microsoft.com/office/drawing/2014/main" id="{987EA18F-FDD2-02E7-C715-1DD04311531A}"/>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15">
            <a:extLst>
              <a:ext uri="{FF2B5EF4-FFF2-40B4-BE49-F238E27FC236}">
                <a16:creationId xmlns:a16="http://schemas.microsoft.com/office/drawing/2014/main" id="{EFDD280D-A1F9-CC68-8CDA-B97FD18570A6}"/>
              </a:ext>
            </a:extLst>
          </p:cNvPr>
          <p:cNvGrpSpPr/>
          <p:nvPr/>
        </p:nvGrpSpPr>
        <p:grpSpPr>
          <a:xfrm>
            <a:off x="7977931" y="2296392"/>
            <a:ext cx="1820696" cy="2951017"/>
            <a:chOff x="3867104" y="3111764"/>
            <a:chExt cx="779872" cy="1924790"/>
          </a:xfrm>
          <a:solidFill>
            <a:schemeClr val="accent4"/>
          </a:solidFill>
        </p:grpSpPr>
        <p:sp>
          <p:nvSpPr>
            <p:cNvPr id="14" name="Flèche : chevron 16">
              <a:extLst>
                <a:ext uri="{FF2B5EF4-FFF2-40B4-BE49-F238E27FC236}">
                  <a16:creationId xmlns:a16="http://schemas.microsoft.com/office/drawing/2014/main" id="{413073BB-2A1C-7B88-83B6-E899153AE93F}"/>
                </a:ext>
              </a:extLst>
            </p:cNvPr>
            <p:cNvSpPr/>
            <p:nvPr/>
          </p:nvSpPr>
          <p:spPr>
            <a:xfrm>
              <a:off x="3867104" y="3111764"/>
              <a:ext cx="779872" cy="192479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Triangle isocèle 17">
              <a:extLst>
                <a:ext uri="{FF2B5EF4-FFF2-40B4-BE49-F238E27FC236}">
                  <a16:creationId xmlns:a16="http://schemas.microsoft.com/office/drawing/2014/main" id="{84E3F27C-16DA-E30D-7734-A4C60D8611FF}"/>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15">
            <a:extLst>
              <a:ext uri="{FF2B5EF4-FFF2-40B4-BE49-F238E27FC236}">
                <a16:creationId xmlns:a16="http://schemas.microsoft.com/office/drawing/2014/main" id="{00F168D4-0C3C-0825-95CC-6C0892E04673}"/>
              </a:ext>
            </a:extLst>
          </p:cNvPr>
          <p:cNvSpPr/>
          <p:nvPr/>
        </p:nvSpPr>
        <p:spPr>
          <a:xfrm>
            <a:off x="2363626"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FFFF"/>
                </a:solidFill>
              </a:rPr>
              <a:t>1</a:t>
            </a:r>
          </a:p>
        </p:txBody>
      </p:sp>
      <p:sp>
        <p:nvSpPr>
          <p:cNvPr id="17" name="Rectangle 16">
            <a:extLst>
              <a:ext uri="{FF2B5EF4-FFF2-40B4-BE49-F238E27FC236}">
                <a16:creationId xmlns:a16="http://schemas.microsoft.com/office/drawing/2014/main" id="{FB2942F6-3F87-34C2-D23C-870F82CE5D04}"/>
              </a:ext>
            </a:extLst>
          </p:cNvPr>
          <p:cNvSpPr/>
          <p:nvPr/>
        </p:nvSpPr>
        <p:spPr>
          <a:xfrm>
            <a:off x="4053633"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FFFF"/>
                </a:solidFill>
              </a:rPr>
              <a:t>2</a:t>
            </a:r>
          </a:p>
        </p:txBody>
      </p:sp>
      <p:sp>
        <p:nvSpPr>
          <p:cNvPr id="18" name="Rectangle 17">
            <a:extLst>
              <a:ext uri="{FF2B5EF4-FFF2-40B4-BE49-F238E27FC236}">
                <a16:creationId xmlns:a16="http://schemas.microsoft.com/office/drawing/2014/main" id="{B01335A5-9A69-BA57-34FA-E8C23E3BA59B}"/>
              </a:ext>
            </a:extLst>
          </p:cNvPr>
          <p:cNvSpPr/>
          <p:nvPr/>
        </p:nvSpPr>
        <p:spPr>
          <a:xfrm>
            <a:off x="6159985"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FFFFFF"/>
                </a:solidFill>
              </a:rPr>
              <a:t>3</a:t>
            </a:r>
          </a:p>
        </p:txBody>
      </p:sp>
      <p:sp>
        <p:nvSpPr>
          <p:cNvPr id="19" name="Rectangle 18">
            <a:extLst>
              <a:ext uri="{FF2B5EF4-FFF2-40B4-BE49-F238E27FC236}">
                <a16:creationId xmlns:a16="http://schemas.microsoft.com/office/drawing/2014/main" id="{B9BC8213-5801-4C77-378F-9F846C78B3F7}"/>
              </a:ext>
            </a:extLst>
          </p:cNvPr>
          <p:cNvSpPr/>
          <p:nvPr/>
        </p:nvSpPr>
        <p:spPr>
          <a:xfrm>
            <a:off x="8789801"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4000" b="1" dirty="0">
                <a:solidFill>
                  <a:srgbClr val="FFFFFF"/>
                </a:solidFill>
              </a:rPr>
              <a:t>4</a:t>
            </a:r>
          </a:p>
        </p:txBody>
      </p:sp>
      <p:sp>
        <p:nvSpPr>
          <p:cNvPr id="20" name="TextBox 82">
            <a:extLst>
              <a:ext uri="{FF2B5EF4-FFF2-40B4-BE49-F238E27FC236}">
                <a16:creationId xmlns:a16="http://schemas.microsoft.com/office/drawing/2014/main" id="{A165FF9B-CFF6-95BB-3B78-C02A481B1741}"/>
              </a:ext>
            </a:extLst>
          </p:cNvPr>
          <p:cNvSpPr txBox="1"/>
          <p:nvPr/>
        </p:nvSpPr>
        <p:spPr>
          <a:xfrm>
            <a:off x="2432684" y="1261893"/>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1" name="TextBox 82">
            <a:extLst>
              <a:ext uri="{FF2B5EF4-FFF2-40B4-BE49-F238E27FC236}">
                <a16:creationId xmlns:a16="http://schemas.microsoft.com/office/drawing/2014/main" id="{71894FE4-2B7D-A3E7-AF65-0C2A50A2CA72}"/>
              </a:ext>
            </a:extLst>
          </p:cNvPr>
          <p:cNvSpPr txBox="1"/>
          <p:nvPr/>
        </p:nvSpPr>
        <p:spPr>
          <a:xfrm>
            <a:off x="4310580" y="5025185"/>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2" name="TextBox 82">
            <a:extLst>
              <a:ext uri="{FF2B5EF4-FFF2-40B4-BE49-F238E27FC236}">
                <a16:creationId xmlns:a16="http://schemas.microsoft.com/office/drawing/2014/main" id="{2AF588A9-F7C1-902B-5ADA-B3721BE6A96E}"/>
              </a:ext>
            </a:extLst>
          </p:cNvPr>
          <p:cNvSpPr txBox="1"/>
          <p:nvPr/>
        </p:nvSpPr>
        <p:spPr>
          <a:xfrm>
            <a:off x="685468" y="5025185"/>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3" name="TextBox 82">
            <a:extLst>
              <a:ext uri="{FF2B5EF4-FFF2-40B4-BE49-F238E27FC236}">
                <a16:creationId xmlns:a16="http://schemas.microsoft.com/office/drawing/2014/main" id="{1E4EDA21-A212-9348-C4C4-27F932836CF1}"/>
              </a:ext>
            </a:extLst>
          </p:cNvPr>
          <p:cNvSpPr txBox="1"/>
          <p:nvPr/>
        </p:nvSpPr>
        <p:spPr>
          <a:xfrm>
            <a:off x="6900775" y="1261893"/>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977345665"/>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580B6F-4CF2-050F-8D6D-B5DA26672DF0}"/>
              </a:ext>
            </a:extLst>
          </p:cNvPr>
          <p:cNvSpPr>
            <a:spLocks noGrp="1"/>
          </p:cNvSpPr>
          <p:nvPr>
            <p:ph type="title"/>
          </p:nvPr>
        </p:nvSpPr>
        <p:spPr>
          <a:xfrm>
            <a:off x="214184" y="13663"/>
            <a:ext cx="9728886" cy="678316"/>
          </a:xfrm>
        </p:spPr>
        <p:txBody>
          <a:bodyPr/>
          <a:lstStyle/>
          <a:p>
            <a:r>
              <a:rPr lang="en-US" dirty="0"/>
              <a:t>Fishbone 3</a:t>
            </a:r>
          </a:p>
        </p:txBody>
      </p:sp>
      <p:cxnSp>
        <p:nvCxnSpPr>
          <p:cNvPr id="3" name="Connecteur droit 99">
            <a:extLst>
              <a:ext uri="{FF2B5EF4-FFF2-40B4-BE49-F238E27FC236}">
                <a16:creationId xmlns:a16="http://schemas.microsoft.com/office/drawing/2014/main" id="{DFE34811-E4B0-9535-9213-8704E79BD3AD}"/>
              </a:ext>
            </a:extLst>
          </p:cNvPr>
          <p:cNvCxnSpPr>
            <a:cxnSpLocks/>
          </p:cNvCxnSpPr>
          <p:nvPr/>
        </p:nvCxnSpPr>
        <p:spPr>
          <a:xfrm flipH="1">
            <a:off x="4687544"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 name="Connecteur droit 104">
            <a:extLst>
              <a:ext uri="{FF2B5EF4-FFF2-40B4-BE49-F238E27FC236}">
                <a16:creationId xmlns:a16="http://schemas.microsoft.com/office/drawing/2014/main" id="{C965E87D-88C6-AB2A-66D5-A4D46948E603}"/>
              </a:ext>
            </a:extLst>
          </p:cNvPr>
          <p:cNvCxnSpPr>
            <a:cxnSpLocks/>
          </p:cNvCxnSpPr>
          <p:nvPr/>
        </p:nvCxnSpPr>
        <p:spPr>
          <a:xfrm flipH="1">
            <a:off x="2611689"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 name="Connecteur droit 105">
            <a:extLst>
              <a:ext uri="{FF2B5EF4-FFF2-40B4-BE49-F238E27FC236}">
                <a16:creationId xmlns:a16="http://schemas.microsoft.com/office/drawing/2014/main" id="{BA20B33D-3883-2AC9-ADEA-CAB34406C8C4}"/>
              </a:ext>
            </a:extLst>
          </p:cNvPr>
          <p:cNvCxnSpPr>
            <a:cxnSpLocks/>
          </p:cNvCxnSpPr>
          <p:nvPr/>
        </p:nvCxnSpPr>
        <p:spPr>
          <a:xfrm flipH="1">
            <a:off x="614340" y="3429001"/>
            <a:ext cx="2137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Connecteur droit 85">
            <a:extLst>
              <a:ext uri="{FF2B5EF4-FFF2-40B4-BE49-F238E27FC236}">
                <a16:creationId xmlns:a16="http://schemas.microsoft.com/office/drawing/2014/main" id="{7C90C64B-8206-9CE0-0BC8-73B2EF252EC3}"/>
              </a:ext>
            </a:extLst>
          </p:cNvPr>
          <p:cNvCxnSpPr>
            <a:cxnSpLocks/>
          </p:cNvCxnSpPr>
          <p:nvPr/>
        </p:nvCxnSpPr>
        <p:spPr>
          <a:xfrm flipH="1">
            <a:off x="6695440" y="3429001"/>
            <a:ext cx="389041"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 name="Connecteur droit 35">
            <a:extLst>
              <a:ext uri="{FF2B5EF4-FFF2-40B4-BE49-F238E27FC236}">
                <a16:creationId xmlns:a16="http://schemas.microsoft.com/office/drawing/2014/main" id="{06A9996B-DF2F-FD31-CB79-048EE8FC2D96}"/>
              </a:ext>
            </a:extLst>
          </p:cNvPr>
          <p:cNvCxnSpPr>
            <a:cxnSpLocks/>
          </p:cNvCxnSpPr>
          <p:nvPr/>
        </p:nvCxnSpPr>
        <p:spPr>
          <a:xfrm flipH="1" flipV="1">
            <a:off x="8904786" y="3434076"/>
            <a:ext cx="403842" cy="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 name="Connecteur droit 1">
            <a:extLst>
              <a:ext uri="{FF2B5EF4-FFF2-40B4-BE49-F238E27FC236}">
                <a16:creationId xmlns:a16="http://schemas.microsoft.com/office/drawing/2014/main" id="{3D8C873C-3F0D-95DA-41E0-5968D0DCDAAC}"/>
              </a:ext>
            </a:extLst>
          </p:cNvPr>
          <p:cNvCxnSpPr>
            <a:cxnSpLocks/>
          </p:cNvCxnSpPr>
          <p:nvPr/>
        </p:nvCxnSpPr>
        <p:spPr>
          <a:xfrm flipH="1">
            <a:off x="11086352" y="3429001"/>
            <a:ext cx="5762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Connecteur droit 2">
            <a:extLst>
              <a:ext uri="{FF2B5EF4-FFF2-40B4-BE49-F238E27FC236}">
                <a16:creationId xmlns:a16="http://schemas.microsoft.com/office/drawing/2014/main" id="{29F59050-F4C3-665A-09F7-95B34E679FB0}"/>
              </a:ext>
            </a:extLst>
          </p:cNvPr>
          <p:cNvCxnSpPr>
            <a:cxnSpLocks/>
          </p:cNvCxnSpPr>
          <p:nvPr/>
        </p:nvCxnSpPr>
        <p:spPr>
          <a:xfrm flipV="1">
            <a:off x="641104" y="2649390"/>
            <a:ext cx="0" cy="1559221"/>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Connecteur droit 8">
            <a:extLst>
              <a:ext uri="{FF2B5EF4-FFF2-40B4-BE49-F238E27FC236}">
                <a16:creationId xmlns:a16="http://schemas.microsoft.com/office/drawing/2014/main" id="{266490FE-89D0-D1CF-3660-BA1E1B343026}"/>
              </a:ext>
            </a:extLst>
          </p:cNvPr>
          <p:cNvCxnSpPr>
            <a:cxnSpLocks/>
          </p:cNvCxnSpPr>
          <p:nvPr/>
        </p:nvCxnSpPr>
        <p:spPr>
          <a:xfrm flipV="1">
            <a:off x="11662602" y="2379518"/>
            <a:ext cx="0" cy="2098964"/>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 name="TextBox 82">
            <a:extLst>
              <a:ext uri="{FF2B5EF4-FFF2-40B4-BE49-F238E27FC236}">
                <a16:creationId xmlns:a16="http://schemas.microsoft.com/office/drawing/2014/main" id="{1CDD0931-AE36-1361-92ED-422B617AC22C}"/>
              </a:ext>
            </a:extLst>
          </p:cNvPr>
          <p:cNvSpPr txBox="1"/>
          <p:nvPr/>
        </p:nvSpPr>
        <p:spPr>
          <a:xfrm>
            <a:off x="2744994"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2" name="shape">
            <a:extLst>
              <a:ext uri="{FF2B5EF4-FFF2-40B4-BE49-F238E27FC236}">
                <a16:creationId xmlns:a16="http://schemas.microsoft.com/office/drawing/2014/main" id="{F5F25A14-293D-CA8B-0EAB-A87AE814B57F}"/>
              </a:ext>
            </a:extLst>
          </p:cNvPr>
          <p:cNvSpPr/>
          <p:nvPr/>
        </p:nvSpPr>
        <p:spPr>
          <a:xfrm flipH="1">
            <a:off x="10692250" y="1320132"/>
            <a:ext cx="911326" cy="4217736"/>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shape">
            <a:extLst>
              <a:ext uri="{FF2B5EF4-FFF2-40B4-BE49-F238E27FC236}">
                <a16:creationId xmlns:a16="http://schemas.microsoft.com/office/drawing/2014/main" id="{9C007274-7737-ADB7-A04B-3D1EDA9CA44B}"/>
              </a:ext>
            </a:extLst>
          </p:cNvPr>
          <p:cNvSpPr/>
          <p:nvPr/>
        </p:nvSpPr>
        <p:spPr>
          <a:xfrm flipH="1">
            <a:off x="8548055" y="1931766"/>
            <a:ext cx="647015" cy="2994468"/>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shape">
            <a:extLst>
              <a:ext uri="{FF2B5EF4-FFF2-40B4-BE49-F238E27FC236}">
                <a16:creationId xmlns:a16="http://schemas.microsoft.com/office/drawing/2014/main" id="{DBF1BB77-4CCB-0F3D-D654-81288FF76953}"/>
              </a:ext>
            </a:extLst>
          </p:cNvPr>
          <p:cNvSpPr/>
          <p:nvPr/>
        </p:nvSpPr>
        <p:spPr>
          <a:xfrm flipH="1">
            <a:off x="6559885" y="2495378"/>
            <a:ext cx="403456" cy="1867243"/>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shape">
            <a:extLst>
              <a:ext uri="{FF2B5EF4-FFF2-40B4-BE49-F238E27FC236}">
                <a16:creationId xmlns:a16="http://schemas.microsoft.com/office/drawing/2014/main" id="{4CD264BA-97B6-EC59-C3AD-5AE374496B86}"/>
              </a:ext>
            </a:extLst>
          </p:cNvPr>
          <p:cNvSpPr/>
          <p:nvPr/>
        </p:nvSpPr>
        <p:spPr>
          <a:xfrm flipH="1">
            <a:off x="4638987" y="2807798"/>
            <a:ext cx="268448" cy="1242405"/>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shape">
            <a:extLst>
              <a:ext uri="{FF2B5EF4-FFF2-40B4-BE49-F238E27FC236}">
                <a16:creationId xmlns:a16="http://schemas.microsoft.com/office/drawing/2014/main" id="{1E8092EB-E40F-80E8-9408-D2B5BA300440}"/>
              </a:ext>
            </a:extLst>
          </p:cNvPr>
          <p:cNvSpPr/>
          <p:nvPr/>
        </p:nvSpPr>
        <p:spPr>
          <a:xfrm flipH="1">
            <a:off x="2611689" y="3026805"/>
            <a:ext cx="173806" cy="804389"/>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TextBox 82">
            <a:extLst>
              <a:ext uri="{FF2B5EF4-FFF2-40B4-BE49-F238E27FC236}">
                <a16:creationId xmlns:a16="http://schemas.microsoft.com/office/drawing/2014/main" id="{27A5E21A-D037-5A30-FF34-F1A83E395BFA}"/>
              </a:ext>
            </a:extLst>
          </p:cNvPr>
          <p:cNvSpPr txBox="1"/>
          <p:nvPr/>
        </p:nvSpPr>
        <p:spPr>
          <a:xfrm>
            <a:off x="9195070"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8" name="TextBox 82">
            <a:extLst>
              <a:ext uri="{FF2B5EF4-FFF2-40B4-BE49-F238E27FC236}">
                <a16:creationId xmlns:a16="http://schemas.microsoft.com/office/drawing/2014/main" id="{B888A8ED-303C-F0AD-BB21-A6ABCCDFC3FD}"/>
              </a:ext>
            </a:extLst>
          </p:cNvPr>
          <p:cNvSpPr txBox="1"/>
          <p:nvPr/>
        </p:nvSpPr>
        <p:spPr>
          <a:xfrm>
            <a:off x="6943954"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9" name="TextBox 82">
            <a:extLst>
              <a:ext uri="{FF2B5EF4-FFF2-40B4-BE49-F238E27FC236}">
                <a16:creationId xmlns:a16="http://schemas.microsoft.com/office/drawing/2014/main" id="{CA84D49A-F1F8-5B17-2D89-598190F6F3B7}"/>
              </a:ext>
            </a:extLst>
          </p:cNvPr>
          <p:cNvSpPr txBox="1"/>
          <p:nvPr/>
        </p:nvSpPr>
        <p:spPr>
          <a:xfrm>
            <a:off x="4787460"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20" name="TextBox 82">
            <a:extLst>
              <a:ext uri="{FF2B5EF4-FFF2-40B4-BE49-F238E27FC236}">
                <a16:creationId xmlns:a16="http://schemas.microsoft.com/office/drawing/2014/main" id="{4C3EE1BB-90E9-F091-F42C-24B1CD205E68}"/>
              </a:ext>
            </a:extLst>
          </p:cNvPr>
          <p:cNvSpPr txBox="1"/>
          <p:nvPr/>
        </p:nvSpPr>
        <p:spPr>
          <a:xfrm>
            <a:off x="700131"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185722030"/>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Five Forces (Michael E. Porter 1980)</a:t>
            </a:r>
          </a:p>
        </p:txBody>
      </p:sp>
      <p:sp>
        <p:nvSpPr>
          <p:cNvPr id="24" name="Rectangle 23"/>
          <p:cNvSpPr/>
          <p:nvPr/>
        </p:nvSpPr>
        <p:spPr bwMode="gray">
          <a:xfrm>
            <a:off x="624419"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Barriers to entry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Economies of scale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Proprietary 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Capital requirements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Access to distribution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Absolute cost advantages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Government policy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Expected retaliation</a:t>
            </a:r>
            <a:endParaRPr kumimoji="0" lang="en-US" sz="1600" b="0" i="0" u="none" strike="noStrike" kern="0" cap="none" spc="0" normalizeH="0" baseline="0" noProof="0" dirty="0">
              <a:ln>
                <a:noFill/>
              </a:ln>
              <a:effectLst/>
              <a:uLnTx/>
              <a:uFillTx/>
              <a:cs typeface="Arial" pitchFamily="34" charset="0"/>
            </a:endParaRPr>
          </a:p>
        </p:txBody>
      </p:sp>
      <p:sp>
        <p:nvSpPr>
          <p:cNvPr id="25" name="Rectangle 24"/>
          <p:cNvSpPr/>
          <p:nvPr/>
        </p:nvSpPr>
        <p:spPr bwMode="gray">
          <a:xfrm>
            <a:off x="8766411"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Buyers power</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concentration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volume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switching costs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information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Ability to backward integrate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Substitute products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Pull-through</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Price/total purchases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 impact on quality/performance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profits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Decision maker’s incentives</a:t>
            </a:r>
          </a:p>
        </p:txBody>
      </p:sp>
      <p:sp>
        <p:nvSpPr>
          <p:cNvPr id="26" name="Rectangle 25"/>
          <p:cNvSpPr/>
          <p:nvPr/>
        </p:nvSpPr>
        <p:spPr bwMode="gray">
          <a:xfrm>
            <a:off x="3502926" y="1301182"/>
            <a:ext cx="5186148" cy="2106001"/>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Suppliers power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Differentiation of inputs or presence of substitute inputs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 of suppliers and firms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Importance of volume to supplier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Cost relative to total purchases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Impact of inputs on cost of differentiation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Threat of forward integration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Suppliers concentration</a:t>
            </a:r>
          </a:p>
        </p:txBody>
      </p:sp>
      <p:sp>
        <p:nvSpPr>
          <p:cNvPr id="27" name="Rectangle 26"/>
          <p:cNvSpPr/>
          <p:nvPr/>
        </p:nvSpPr>
        <p:spPr bwMode="gray">
          <a:xfrm>
            <a:off x="3502926" y="5272752"/>
            <a:ext cx="5186148" cy="113633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Threat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Relative price performance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propensity to substitute</a:t>
            </a:r>
          </a:p>
        </p:txBody>
      </p:sp>
      <p:sp>
        <p:nvSpPr>
          <p:cNvPr id="3" name="Rectangle 2"/>
          <p:cNvSpPr/>
          <p:nvPr/>
        </p:nvSpPr>
        <p:spPr>
          <a:xfrm>
            <a:off x="3502926" y="3478740"/>
            <a:ext cx="5186148" cy="1722454"/>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252000" rIns="72000" bIns="72000" numCol="2" spcCol="0" rtlCol="0" fromWordArt="0" anchor="t" anchorCtr="0" forceAA="0" compatLnSpc="1">
            <a:prstTxWarp prst="textNoShape">
              <a:avLst/>
            </a:prstTxWarp>
            <a:noAutofit/>
          </a:bodyPr>
          <a:lstStyle/>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Industry growth</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Fixed costs/value added</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Intermittent overcapacity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Concentration and balance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Informational complexity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Diversity of competitors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Corporate stakes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Exit barriers</a:t>
            </a:r>
          </a:p>
        </p:txBody>
      </p:sp>
      <p:sp>
        <p:nvSpPr>
          <p:cNvPr id="5" name="Rectangle 4"/>
          <p:cNvSpPr/>
          <p:nvPr/>
        </p:nvSpPr>
        <p:spPr>
          <a:xfrm>
            <a:off x="5118007" y="3492038"/>
            <a:ext cx="1955985" cy="338554"/>
          </a:xfrm>
          <a:prstGeom prst="rect">
            <a:avLst/>
          </a:prstGeom>
        </p:spPr>
        <p:txBody>
          <a:bodyPr wrap="non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effectLst/>
                <a:uLnTx/>
                <a:uFillTx/>
                <a:cs typeface="Arial" pitchFamily="34" charset="0"/>
              </a:rPr>
              <a:t>Intensity of rivalry</a:t>
            </a:r>
          </a:p>
        </p:txBody>
      </p:sp>
      <p:sp>
        <p:nvSpPr>
          <p:cNvPr id="7" name="Arrow: Right 6"/>
          <p:cNvSpPr/>
          <p:nvPr/>
        </p:nvSpPr>
        <p:spPr>
          <a:xfrm>
            <a:off x="3262877" y="4146578"/>
            <a:ext cx="325423" cy="386777"/>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Arrow: Right 33"/>
          <p:cNvSpPr/>
          <p:nvPr/>
        </p:nvSpPr>
        <p:spPr>
          <a:xfrm rot="10800000">
            <a:off x="8603699" y="4146577"/>
            <a:ext cx="325423" cy="386777"/>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Arrow: Right 37"/>
          <p:cNvSpPr/>
          <p:nvPr/>
        </p:nvSpPr>
        <p:spPr>
          <a:xfrm rot="5400000">
            <a:off x="5933287" y="3213794"/>
            <a:ext cx="325423" cy="386777"/>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row: Right 38"/>
          <p:cNvSpPr/>
          <p:nvPr/>
        </p:nvSpPr>
        <p:spPr>
          <a:xfrm rot="16200000">
            <a:off x="5933288" y="5007805"/>
            <a:ext cx="325423" cy="386777"/>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892774250"/>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Growth Matrix (</a:t>
            </a:r>
            <a:r>
              <a:rPr lang="en-US" dirty="0" err="1"/>
              <a:t>Ansoff</a:t>
            </a:r>
            <a:r>
              <a:rPr lang="en-US" dirty="0"/>
              <a:t>, 1957)</a:t>
            </a:r>
          </a:p>
        </p:txBody>
      </p:sp>
      <p:sp>
        <p:nvSpPr>
          <p:cNvPr id="3" name="Rectangle 2"/>
          <p:cNvSpPr>
            <a:spLocks/>
          </p:cNvSpPr>
          <p:nvPr/>
        </p:nvSpPr>
        <p:spPr>
          <a:xfrm>
            <a:off x="2440752" y="3831710"/>
            <a:ext cx="3683510" cy="1746199"/>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PENETRATION</a:t>
            </a:r>
          </a:p>
        </p:txBody>
      </p:sp>
      <p:sp>
        <p:nvSpPr>
          <p:cNvPr id="4" name="Rectangle 3"/>
          <p:cNvSpPr>
            <a:spLocks/>
          </p:cNvSpPr>
          <p:nvPr/>
        </p:nvSpPr>
        <p:spPr>
          <a:xfrm>
            <a:off x="6124263" y="2085512"/>
            <a:ext cx="3683510" cy="1746199"/>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DIVERSIFICATION</a:t>
            </a:r>
          </a:p>
        </p:txBody>
      </p:sp>
      <p:sp>
        <p:nvSpPr>
          <p:cNvPr id="5" name="Rectangle 4"/>
          <p:cNvSpPr>
            <a:spLocks/>
          </p:cNvSpPr>
          <p:nvPr/>
        </p:nvSpPr>
        <p:spPr>
          <a:xfrm>
            <a:off x="6124263" y="3831710"/>
            <a:ext cx="3683510" cy="1746199"/>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DEVELOPMENT</a:t>
            </a:r>
          </a:p>
        </p:txBody>
      </p:sp>
      <p:sp>
        <p:nvSpPr>
          <p:cNvPr id="6" name="Rectangle 5"/>
          <p:cNvSpPr>
            <a:spLocks/>
          </p:cNvSpPr>
          <p:nvPr/>
        </p:nvSpPr>
        <p:spPr>
          <a:xfrm>
            <a:off x="2440752" y="2085512"/>
            <a:ext cx="3683510" cy="1746199"/>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PRODUCT DEVELOPMENT</a:t>
            </a:r>
          </a:p>
        </p:txBody>
      </p:sp>
      <p:sp>
        <p:nvSpPr>
          <p:cNvPr id="8" name="TextBox 7"/>
          <p:cNvSpPr txBox="1"/>
          <p:nvPr/>
        </p:nvSpPr>
        <p:spPr>
          <a:xfrm rot="16200000">
            <a:off x="1387653" y="2773947"/>
            <a:ext cx="1746199"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9" name="TextBox 8"/>
          <p:cNvSpPr txBox="1"/>
          <p:nvPr/>
        </p:nvSpPr>
        <p:spPr>
          <a:xfrm rot="16200000">
            <a:off x="1387654" y="4520144"/>
            <a:ext cx="1746196"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5" name="Right Arrow 14"/>
          <p:cNvSpPr/>
          <p:nvPr/>
        </p:nvSpPr>
        <p:spPr>
          <a:xfrm>
            <a:off x="2440755" y="1797471"/>
            <a:ext cx="7367018" cy="26067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ight Arrow 15"/>
          <p:cNvSpPr/>
          <p:nvPr/>
        </p:nvSpPr>
        <p:spPr>
          <a:xfrm rot="16200000">
            <a:off x="8098298" y="3857424"/>
            <a:ext cx="3803022" cy="25920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p:cNvSpPr txBox="1"/>
          <p:nvPr/>
        </p:nvSpPr>
        <p:spPr>
          <a:xfrm>
            <a:off x="6124263" y="5577908"/>
            <a:ext cx="3683510"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11" name="TextBox 10"/>
          <p:cNvSpPr txBox="1"/>
          <p:nvPr/>
        </p:nvSpPr>
        <p:spPr>
          <a:xfrm>
            <a:off x="1982693" y="5577908"/>
            <a:ext cx="4141568"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3" name="TextBox 12"/>
          <p:cNvSpPr txBox="1"/>
          <p:nvPr/>
        </p:nvSpPr>
        <p:spPr>
          <a:xfrm>
            <a:off x="1720751" y="5937908"/>
            <a:ext cx="8087022" cy="369332"/>
          </a:xfrm>
          <a:prstGeom prst="rect">
            <a:avLst/>
          </a:prstGeom>
          <a:solidFill>
            <a:srgbClr val="D9D9D9"/>
          </a:solidFill>
        </p:spPr>
        <p:txBody>
          <a:bodyPr wrap="square" rtlCol="0">
            <a:spAutoFit/>
          </a:bodyPr>
          <a:lstStyle/>
          <a:p>
            <a:pPr algn="ctr"/>
            <a:r>
              <a:rPr lang="en-US" b="1" dirty="0"/>
              <a:t>MARKETS</a:t>
            </a:r>
          </a:p>
        </p:txBody>
      </p:sp>
      <p:sp>
        <p:nvSpPr>
          <p:cNvPr id="24" name="Right Arrow 23"/>
          <p:cNvSpPr/>
          <p:nvPr/>
        </p:nvSpPr>
        <p:spPr>
          <a:xfrm rot="16200000">
            <a:off x="4115980" y="3669758"/>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TextBox 21"/>
          <p:cNvSpPr txBox="1"/>
          <p:nvPr/>
        </p:nvSpPr>
        <p:spPr>
          <a:xfrm>
            <a:off x="5069514" y="1562100"/>
            <a:ext cx="1813317" cy="369332"/>
          </a:xfrm>
          <a:prstGeom prst="rect">
            <a:avLst/>
          </a:prstGeom>
          <a:noFill/>
        </p:spPr>
        <p:txBody>
          <a:bodyPr wrap="none" rtlCol="0">
            <a:spAutoFit/>
          </a:bodyPr>
          <a:lstStyle/>
          <a:p>
            <a:r>
              <a:rPr lang="en-US" b="1" dirty="0">
                <a:solidFill>
                  <a:srgbClr val="C00000"/>
                </a:solidFill>
              </a:rPr>
              <a:t>Increasing risk</a:t>
            </a:r>
          </a:p>
        </p:txBody>
      </p:sp>
      <p:sp>
        <p:nvSpPr>
          <p:cNvPr id="23" name="TextBox 22"/>
          <p:cNvSpPr txBox="1"/>
          <p:nvPr/>
        </p:nvSpPr>
        <p:spPr>
          <a:xfrm rot="16200000">
            <a:off x="9468380" y="3802358"/>
            <a:ext cx="1813317" cy="369332"/>
          </a:xfrm>
          <a:prstGeom prst="rect">
            <a:avLst/>
          </a:prstGeom>
          <a:noFill/>
        </p:spPr>
        <p:txBody>
          <a:bodyPr wrap="none" rtlCol="0">
            <a:spAutoFit/>
          </a:bodyPr>
          <a:lstStyle/>
          <a:p>
            <a:r>
              <a:rPr lang="en-US" b="1" dirty="0">
                <a:solidFill>
                  <a:srgbClr val="C00000"/>
                </a:solidFill>
              </a:rPr>
              <a:t>Increasing risk</a:t>
            </a:r>
          </a:p>
        </p:txBody>
      </p:sp>
      <p:sp>
        <p:nvSpPr>
          <p:cNvPr id="27" name="Right Arrow 23">
            <a:extLst>
              <a:ext uri="{FF2B5EF4-FFF2-40B4-BE49-F238E27FC236}">
                <a16:creationId xmlns:a16="http://schemas.microsoft.com/office/drawing/2014/main" id="{2CF7C4E7-484C-548C-668F-34BDF00BD25B}"/>
              </a:ext>
            </a:extLst>
          </p:cNvPr>
          <p:cNvSpPr/>
          <p:nvPr/>
        </p:nvSpPr>
        <p:spPr>
          <a:xfrm>
            <a:off x="5967621" y="4528146"/>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ight Arrow 23">
            <a:extLst>
              <a:ext uri="{FF2B5EF4-FFF2-40B4-BE49-F238E27FC236}">
                <a16:creationId xmlns:a16="http://schemas.microsoft.com/office/drawing/2014/main" id="{B0CA6B4B-70AB-FB3B-E303-7A13E6C5E8CD}"/>
              </a:ext>
            </a:extLst>
          </p:cNvPr>
          <p:cNvSpPr/>
          <p:nvPr/>
        </p:nvSpPr>
        <p:spPr>
          <a:xfrm rot="-2700000">
            <a:off x="5905185" y="3661390"/>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 name="TextBox 28">
            <a:extLst>
              <a:ext uri="{FF2B5EF4-FFF2-40B4-BE49-F238E27FC236}">
                <a16:creationId xmlns:a16="http://schemas.microsoft.com/office/drawing/2014/main" id="{25B23EE8-1E5A-4992-A75E-E48C57630F7E}"/>
              </a:ext>
            </a:extLst>
          </p:cNvPr>
          <p:cNvSpPr txBox="1"/>
          <p:nvPr/>
        </p:nvSpPr>
        <p:spPr>
          <a:xfrm rot="16200000">
            <a:off x="-205446" y="4007044"/>
            <a:ext cx="4212396" cy="369332"/>
          </a:xfrm>
          <a:prstGeom prst="rect">
            <a:avLst/>
          </a:prstGeom>
          <a:solidFill>
            <a:srgbClr val="D9D9D9"/>
          </a:solidFill>
        </p:spPr>
        <p:txBody>
          <a:bodyPr wrap="square" rtlCol="0">
            <a:spAutoFit/>
          </a:bodyPr>
          <a:lstStyle/>
          <a:p>
            <a:pPr algn="ctr"/>
            <a:r>
              <a:rPr lang="en-US" b="1" dirty="0"/>
              <a:t>PRODUCTS</a:t>
            </a:r>
          </a:p>
        </p:txBody>
      </p:sp>
    </p:spTree>
    <p:extLst>
      <p:ext uri="{BB962C8B-B14F-4D97-AF65-F5344CB8AC3E}">
        <p14:creationId xmlns:p14="http://schemas.microsoft.com/office/powerpoint/2010/main" val="2834293069"/>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ular Callout 37"/>
          <p:cNvSpPr/>
          <p:nvPr/>
        </p:nvSpPr>
        <p:spPr>
          <a:xfrm>
            <a:off x="757238" y="1944769"/>
            <a:ext cx="3243762" cy="864000"/>
          </a:xfrm>
          <a:prstGeom prst="wedgeRectCallout">
            <a:avLst>
              <a:gd name="adj1" fmla="val 65393"/>
              <a:gd name="adj2" fmla="val 14166"/>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fast are your decision processes? your execution processes?</a:t>
            </a:r>
          </a:p>
        </p:txBody>
      </p:sp>
      <p:sp>
        <p:nvSpPr>
          <p:cNvPr id="43" name="Title 1"/>
          <p:cNvSpPr>
            <a:spLocks noGrp="1"/>
          </p:cNvSpPr>
          <p:nvPr>
            <p:ph type="title"/>
          </p:nvPr>
        </p:nvSpPr>
        <p:spPr>
          <a:xfrm>
            <a:off x="214184" y="13663"/>
            <a:ext cx="9728886" cy="678316"/>
          </a:xfrm>
        </p:spPr>
        <p:txBody>
          <a:bodyPr>
            <a:normAutofit/>
          </a:bodyPr>
          <a:lstStyle/>
          <a:p>
            <a:r>
              <a:rPr lang="en-US" dirty="0"/>
              <a:t>Innovation Assessment Tool</a:t>
            </a:r>
          </a:p>
        </p:txBody>
      </p:sp>
      <p:sp>
        <p:nvSpPr>
          <p:cNvPr id="27" name="Freeform 26"/>
          <p:cNvSpPr/>
          <p:nvPr/>
        </p:nvSpPr>
        <p:spPr>
          <a:xfrm rot="16200000">
            <a:off x="3512376" y="3147822"/>
            <a:ext cx="2898600" cy="2255290"/>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4"/>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28" name="Freeform 27"/>
          <p:cNvSpPr/>
          <p:nvPr/>
        </p:nvSpPr>
        <p:spPr>
          <a:xfrm rot="10800000">
            <a:off x="5226248" y="3806729"/>
            <a:ext cx="2898600" cy="2288348"/>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3"/>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1" name="Freeform 30"/>
          <p:cNvSpPr/>
          <p:nvPr/>
        </p:nvSpPr>
        <p:spPr>
          <a:xfrm rot="5400000">
            <a:off x="5920018" y="2143088"/>
            <a:ext cx="2898600" cy="2297782"/>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2"/>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itchFamily="34" charset="0"/>
            </a:endParaRPr>
          </a:p>
        </p:txBody>
      </p:sp>
      <p:sp>
        <p:nvSpPr>
          <p:cNvPr id="32" name="Freeform 31"/>
          <p:cNvSpPr/>
          <p:nvPr/>
        </p:nvSpPr>
        <p:spPr>
          <a:xfrm>
            <a:off x="4271576" y="1449317"/>
            <a:ext cx="2867864" cy="199305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solidFill>
            <a:schemeClr val="accent1"/>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3" name="Rectangular Callout 32"/>
          <p:cNvSpPr/>
          <p:nvPr/>
        </p:nvSpPr>
        <p:spPr>
          <a:xfrm>
            <a:off x="8423564" y="1926406"/>
            <a:ext cx="3243762" cy="864000"/>
          </a:xfrm>
          <a:prstGeom prst="wedgeRectCallout">
            <a:avLst>
              <a:gd name="adj1" fmla="val -54331"/>
              <a:gd name="adj2" fmla="val 107151"/>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What are your technological capabilities ?</a:t>
            </a:r>
          </a:p>
        </p:txBody>
      </p:sp>
      <p:sp>
        <p:nvSpPr>
          <p:cNvPr id="34" name="Rectangular Callout 33"/>
          <p:cNvSpPr/>
          <p:nvPr/>
        </p:nvSpPr>
        <p:spPr>
          <a:xfrm>
            <a:off x="8423564" y="5067110"/>
            <a:ext cx="3243762" cy="864000"/>
          </a:xfrm>
          <a:prstGeom prst="wedgeRectCallout">
            <a:avLst>
              <a:gd name="adj1" fmla="val -72442"/>
              <a:gd name="adj2" fmla="val -38606"/>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Are your business partners in the same industry as yours ?</a:t>
            </a:r>
          </a:p>
        </p:txBody>
      </p:sp>
      <p:sp>
        <p:nvSpPr>
          <p:cNvPr id="35" name="Rectangular Callout 34"/>
          <p:cNvSpPr/>
          <p:nvPr/>
        </p:nvSpPr>
        <p:spPr>
          <a:xfrm>
            <a:off x="860631" y="4950659"/>
            <a:ext cx="3243762" cy="864000"/>
          </a:xfrm>
          <a:prstGeom prst="wedgeRectCallout">
            <a:avLst>
              <a:gd name="adj1" fmla="val 63031"/>
              <a:gd name="adj2" fmla="val -898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strong are your R&amp;D capabilities?</a:t>
            </a:r>
          </a:p>
        </p:txBody>
      </p:sp>
      <p:sp>
        <p:nvSpPr>
          <p:cNvPr id="5" name="Rectangle 4"/>
          <p:cNvSpPr/>
          <p:nvPr/>
        </p:nvSpPr>
        <p:spPr>
          <a:xfrm>
            <a:off x="5076695" y="2225265"/>
            <a:ext cx="1163502"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AGILITY</a:t>
            </a:r>
          </a:p>
        </p:txBody>
      </p:sp>
      <p:sp>
        <p:nvSpPr>
          <p:cNvPr id="39" name="Rectangle 38"/>
          <p:cNvSpPr/>
          <p:nvPr/>
        </p:nvSpPr>
        <p:spPr>
          <a:xfrm>
            <a:off x="7159925" y="2902310"/>
            <a:ext cx="878437" cy="2982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TECH</a:t>
            </a:r>
          </a:p>
        </p:txBody>
      </p:sp>
      <p:sp>
        <p:nvSpPr>
          <p:cNvPr id="41" name="Rectangle 40"/>
          <p:cNvSpPr/>
          <p:nvPr/>
        </p:nvSpPr>
        <p:spPr>
          <a:xfrm>
            <a:off x="4245401" y="4303462"/>
            <a:ext cx="959883"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R&amp;D</a:t>
            </a:r>
          </a:p>
        </p:txBody>
      </p:sp>
      <p:sp>
        <p:nvSpPr>
          <p:cNvPr id="15" name="Rectangle 14"/>
          <p:cNvSpPr/>
          <p:nvPr/>
        </p:nvSpPr>
        <p:spPr>
          <a:xfrm>
            <a:off x="5748068" y="5100844"/>
            <a:ext cx="1790731" cy="319524"/>
          </a:xfrm>
          <a:prstGeom prst="rect">
            <a:avLst/>
          </a:prstGeom>
          <a:noFill/>
          <a:ln w="635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mj-lt"/>
              </a:rPr>
              <a:t>SOCIAL CAPITAL</a:t>
            </a:r>
          </a:p>
        </p:txBody>
      </p:sp>
    </p:spTree>
    <p:custDataLst>
      <p:tags r:id="rId1"/>
    </p:custDataLst>
    <p:extLst>
      <p:ext uri="{BB962C8B-B14F-4D97-AF65-F5344CB8AC3E}">
        <p14:creationId xmlns:p14="http://schemas.microsoft.com/office/powerpoint/2010/main" val="3571105338"/>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Innovation Funnel</a:t>
            </a:r>
          </a:p>
        </p:txBody>
      </p:sp>
      <p:sp>
        <p:nvSpPr>
          <p:cNvPr id="92" name="ShapeNameChangedByPowerUser1"/>
          <p:cNvSpPr/>
          <p:nvPr/>
        </p:nvSpPr>
        <p:spPr>
          <a:xfrm>
            <a:off x="835784" y="1595535"/>
            <a:ext cx="3494108" cy="3192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Research</a:t>
            </a:r>
          </a:p>
        </p:txBody>
      </p:sp>
      <p:sp>
        <p:nvSpPr>
          <p:cNvPr id="93" name="ShapeNameChangedByPowerUser2"/>
          <p:cNvSpPr/>
          <p:nvPr/>
        </p:nvSpPr>
        <p:spPr>
          <a:xfrm>
            <a:off x="4327477" y="1595535"/>
            <a:ext cx="3533846" cy="31924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Development</a:t>
            </a:r>
          </a:p>
        </p:txBody>
      </p:sp>
      <p:sp>
        <p:nvSpPr>
          <p:cNvPr id="94" name="ShapeNameChangedByPowerUser3"/>
          <p:cNvSpPr/>
          <p:nvPr/>
        </p:nvSpPr>
        <p:spPr>
          <a:xfrm>
            <a:off x="7874076" y="1595535"/>
            <a:ext cx="3518677" cy="31924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Commercialization</a:t>
            </a:r>
          </a:p>
        </p:txBody>
      </p:sp>
      <p:cxnSp>
        <p:nvCxnSpPr>
          <p:cNvPr id="95" name="Connecteur droit 29"/>
          <p:cNvCxnSpPr>
            <a:cxnSpLocks/>
          </p:cNvCxnSpPr>
          <p:nvPr/>
        </p:nvCxnSpPr>
        <p:spPr>
          <a:xfrm>
            <a:off x="835783" y="1595535"/>
            <a:ext cx="0" cy="462685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6" name="Connecteur droit 31"/>
          <p:cNvCxnSpPr>
            <a:cxnSpLocks/>
          </p:cNvCxnSpPr>
          <p:nvPr/>
        </p:nvCxnSpPr>
        <p:spPr>
          <a:xfrm>
            <a:off x="4329892" y="1595535"/>
            <a:ext cx="0" cy="3542017"/>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Connecteur droit 32"/>
          <p:cNvCxnSpPr>
            <a:cxnSpLocks/>
          </p:cNvCxnSpPr>
          <p:nvPr/>
        </p:nvCxnSpPr>
        <p:spPr>
          <a:xfrm>
            <a:off x="7862108" y="1595535"/>
            <a:ext cx="0" cy="298238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8" name="Connecteur droit 33"/>
          <p:cNvCxnSpPr>
            <a:cxnSpLocks/>
          </p:cNvCxnSpPr>
          <p:nvPr/>
        </p:nvCxnSpPr>
        <p:spPr>
          <a:xfrm>
            <a:off x="11393540" y="1595535"/>
            <a:ext cx="0" cy="2689841"/>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99" name="Organigramme : Connecteur 37"/>
          <p:cNvSpPr/>
          <p:nvPr/>
        </p:nvSpPr>
        <p:spPr>
          <a:xfrm>
            <a:off x="3095268" y="316891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0" name="Organigramme : Connecteur 38"/>
          <p:cNvSpPr/>
          <p:nvPr/>
        </p:nvSpPr>
        <p:spPr>
          <a:xfrm>
            <a:off x="5178707" y="4121442"/>
            <a:ext cx="684000" cy="68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1" name="Organigramme : Connecteur 39"/>
          <p:cNvSpPr/>
          <p:nvPr/>
        </p:nvSpPr>
        <p:spPr>
          <a:xfrm>
            <a:off x="3438967" y="4431648"/>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2" name="Organigramme : Connecteur 40"/>
          <p:cNvSpPr/>
          <p:nvPr/>
        </p:nvSpPr>
        <p:spPr>
          <a:xfrm>
            <a:off x="991162" y="4551652"/>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3" name="Organigramme : Connecteur 41"/>
          <p:cNvSpPr/>
          <p:nvPr/>
        </p:nvSpPr>
        <p:spPr>
          <a:xfrm>
            <a:off x="2544643" y="3946888"/>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4" name="Organigramme : Connecteur 42"/>
          <p:cNvSpPr/>
          <p:nvPr/>
        </p:nvSpPr>
        <p:spPr>
          <a:xfrm>
            <a:off x="1140628" y="2536920"/>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5" name="Organigramme : Connecteur 43"/>
          <p:cNvSpPr>
            <a:spLocks noChangeAspect="1"/>
          </p:cNvSpPr>
          <p:nvPr/>
        </p:nvSpPr>
        <p:spPr>
          <a:xfrm>
            <a:off x="10056312" y="3901960"/>
            <a:ext cx="386777" cy="385557"/>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6" name="Organigramme : Connecteur 44"/>
          <p:cNvSpPr/>
          <p:nvPr/>
        </p:nvSpPr>
        <p:spPr>
          <a:xfrm>
            <a:off x="4736517" y="3334221"/>
            <a:ext cx="504000" cy="50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7" name="Organigramme : Connecteur 45"/>
          <p:cNvSpPr/>
          <p:nvPr/>
        </p:nvSpPr>
        <p:spPr>
          <a:xfrm>
            <a:off x="8680947" y="3833974"/>
            <a:ext cx="504000" cy="504000"/>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13" name="Organigramme : Connecteur 52"/>
          <p:cNvSpPr/>
          <p:nvPr/>
        </p:nvSpPr>
        <p:spPr>
          <a:xfrm>
            <a:off x="2025867" y="473739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14" name="Organigramme : Connecteur 53"/>
          <p:cNvSpPr/>
          <p:nvPr/>
        </p:nvSpPr>
        <p:spPr>
          <a:xfrm>
            <a:off x="1608628" y="3438667"/>
            <a:ext cx="432000" cy="432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grpSp>
        <p:nvGrpSpPr>
          <p:cNvPr id="12" name="Group 11">
            <a:extLst>
              <a:ext uri="{FF2B5EF4-FFF2-40B4-BE49-F238E27FC236}">
                <a16:creationId xmlns:a16="http://schemas.microsoft.com/office/drawing/2014/main" id="{5D8EA5BC-30FC-09BA-1B18-F58494721AAF}"/>
              </a:ext>
            </a:extLst>
          </p:cNvPr>
          <p:cNvGrpSpPr/>
          <p:nvPr/>
        </p:nvGrpSpPr>
        <p:grpSpPr>
          <a:xfrm>
            <a:off x="833367" y="1914778"/>
            <a:ext cx="10560173" cy="1937014"/>
            <a:chOff x="833367" y="1914778"/>
            <a:chExt cx="10560173" cy="1937014"/>
          </a:xfrm>
        </p:grpSpPr>
        <p:cxnSp>
          <p:nvCxnSpPr>
            <p:cNvPr id="88" name="Connecteur droit 5"/>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90" name="Connecteur droit 17"/>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Connecteur droit 17">
              <a:extLst>
                <a:ext uri="{FF2B5EF4-FFF2-40B4-BE49-F238E27FC236}">
                  <a16:creationId xmlns:a16="http://schemas.microsoft.com/office/drawing/2014/main" id="{872CDAD5-49B7-2C24-EC76-6FC57E02012E}"/>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22B58ABA-25D2-895A-688B-510850356545}"/>
              </a:ext>
            </a:extLst>
          </p:cNvPr>
          <p:cNvGrpSpPr/>
          <p:nvPr/>
        </p:nvGrpSpPr>
        <p:grpSpPr>
          <a:xfrm flipV="1">
            <a:off x="833367" y="4285376"/>
            <a:ext cx="10560173" cy="1937014"/>
            <a:chOff x="833367" y="1914778"/>
            <a:chExt cx="10560173" cy="1937014"/>
          </a:xfrm>
        </p:grpSpPr>
        <p:cxnSp>
          <p:nvCxnSpPr>
            <p:cNvPr id="54" name="Connecteur droit 5">
              <a:extLst>
                <a:ext uri="{FF2B5EF4-FFF2-40B4-BE49-F238E27FC236}">
                  <a16:creationId xmlns:a16="http://schemas.microsoft.com/office/drawing/2014/main" id="{6FEE726B-ACCC-99B0-B3C2-C158D6EC73C4}"/>
                </a:ext>
              </a:extLst>
            </p:cNvPr>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5" name="Connecteur droit 17">
              <a:extLst>
                <a:ext uri="{FF2B5EF4-FFF2-40B4-BE49-F238E27FC236}">
                  <a16:creationId xmlns:a16="http://schemas.microsoft.com/office/drawing/2014/main" id="{B1451971-30DA-95E1-83B3-2F6597EBF8BF}"/>
                </a:ext>
              </a:extLst>
            </p:cNvPr>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6" name="Connecteur droit 17">
              <a:extLst>
                <a:ext uri="{FF2B5EF4-FFF2-40B4-BE49-F238E27FC236}">
                  <a16:creationId xmlns:a16="http://schemas.microsoft.com/office/drawing/2014/main" id="{884FBD7F-A4E6-D4B3-0EF7-9931C5EEC6B1}"/>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60" name="Organigramme : Connecteur 38">
            <a:extLst>
              <a:ext uri="{FF2B5EF4-FFF2-40B4-BE49-F238E27FC236}">
                <a16:creationId xmlns:a16="http://schemas.microsoft.com/office/drawing/2014/main" id="{6E33EA09-D809-7F8B-773D-03BCBF11192A}"/>
              </a:ext>
            </a:extLst>
          </p:cNvPr>
          <p:cNvSpPr>
            <a:spLocks noChangeAspect="1"/>
          </p:cNvSpPr>
          <p:nvPr/>
        </p:nvSpPr>
        <p:spPr>
          <a:xfrm>
            <a:off x="6050072" y="3551329"/>
            <a:ext cx="565289" cy="565289"/>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61" name="Organigramme : Connecteur 38">
            <a:extLst>
              <a:ext uri="{FF2B5EF4-FFF2-40B4-BE49-F238E27FC236}">
                <a16:creationId xmlns:a16="http://schemas.microsoft.com/office/drawing/2014/main" id="{761567C2-E128-1777-BA60-DAEADA98677C}"/>
              </a:ext>
            </a:extLst>
          </p:cNvPr>
          <p:cNvSpPr>
            <a:spLocks noChangeAspect="1"/>
          </p:cNvSpPr>
          <p:nvPr/>
        </p:nvSpPr>
        <p:spPr>
          <a:xfrm>
            <a:off x="7001716" y="4094738"/>
            <a:ext cx="424710" cy="42471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273862717"/>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Lean</a:t>
            </a:r>
          </a:p>
        </p:txBody>
      </p:sp>
      <p:grpSp>
        <p:nvGrpSpPr>
          <p:cNvPr id="56" name="Group 55"/>
          <p:cNvGrpSpPr>
            <a:grpSpLocks noChangeAspect="1"/>
          </p:cNvGrpSpPr>
          <p:nvPr>
            <p:custDataLst>
              <p:tags r:id="rId1"/>
            </p:custDataLst>
          </p:nvPr>
        </p:nvGrpSpPr>
        <p:grpSpPr>
          <a:xfrm>
            <a:off x="4190998" y="1685888"/>
            <a:ext cx="3810000" cy="3810000"/>
            <a:chOff x="4191000" y="1524000"/>
            <a:chExt cx="3810000" cy="3810000"/>
          </a:xfrm>
          <a:solidFill>
            <a:schemeClr val="accent1"/>
          </a:solidFill>
        </p:grpSpPr>
        <p:sp>
          <p:nvSpPr>
            <p:cNvPr id="5" name="Block Arc 4"/>
            <p:cNvSpPr/>
            <p:nvPr>
              <p:custDataLst>
                <p:tags r:id="rId5"/>
              </p:custDataLst>
            </p:nvPr>
          </p:nvSpPr>
          <p:spPr>
            <a:xfrm>
              <a:off x="4191000" y="1524000"/>
              <a:ext cx="3810000" cy="3810000"/>
            </a:xfrm>
            <a:prstGeom prst="blockArc">
              <a:avLst>
                <a:gd name="adj1" fmla="val 0"/>
                <a:gd name="adj2" fmla="val 3600000"/>
                <a:gd name="adj3" fmla="val 25000"/>
              </a:avLst>
            </a:prstGeom>
            <a:solidFill>
              <a:schemeClr val="accent4"/>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6"/>
              </p:custDataLst>
            </p:nvPr>
          </p:nvSpPr>
          <p:spPr>
            <a:xfrm>
              <a:off x="4191000" y="1524000"/>
              <a:ext cx="3810000" cy="3810000"/>
            </a:xfrm>
            <a:prstGeom prst="blockArc">
              <a:avLst>
                <a:gd name="adj1" fmla="val 3600000"/>
                <a:gd name="adj2" fmla="val 7200000"/>
                <a:gd name="adj3" fmla="val 25000"/>
              </a:avLst>
            </a:prstGeom>
            <a:solidFill>
              <a:schemeClr val="accent5"/>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7"/>
              </p:custDataLst>
            </p:nvPr>
          </p:nvSpPr>
          <p:spPr>
            <a:xfrm>
              <a:off x="4191000" y="1524000"/>
              <a:ext cx="3810000" cy="3810000"/>
            </a:xfrm>
            <a:prstGeom prst="blockArc">
              <a:avLst>
                <a:gd name="adj1" fmla="val 7200000"/>
                <a:gd name="adj2" fmla="val 10800000"/>
                <a:gd name="adj3" fmla="val 25000"/>
              </a:avLst>
            </a:prstGeom>
            <a:solidFill>
              <a:schemeClr val="accent6"/>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9" name="Block Arc 8"/>
            <p:cNvSpPr/>
            <p:nvPr>
              <p:custDataLst>
                <p:tags r:id="rId9"/>
              </p:custDataLst>
            </p:nvPr>
          </p:nvSpPr>
          <p:spPr>
            <a:xfrm>
              <a:off x="4191000" y="1524000"/>
              <a:ext cx="3810000" cy="3810000"/>
            </a:xfrm>
            <a:prstGeom prst="blockArc">
              <a:avLst>
                <a:gd name="adj1" fmla="val 14400000"/>
                <a:gd name="adj2" fmla="val 18000000"/>
                <a:gd name="adj3" fmla="val 25000"/>
              </a:avLst>
            </a:prstGeom>
            <a:solidFill>
              <a:schemeClr val="accent2"/>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0" name="Block Arc 9"/>
            <p:cNvSpPr/>
            <p:nvPr>
              <p:custDataLst>
                <p:tags r:id="rId10"/>
              </p:custDataLst>
            </p:nvPr>
          </p:nvSpPr>
          <p:spPr>
            <a:xfrm>
              <a:off x="4191000" y="1524000"/>
              <a:ext cx="3810000" cy="3810000"/>
            </a:xfrm>
            <a:prstGeom prst="blockArc">
              <a:avLst>
                <a:gd name="adj1" fmla="val 18000000"/>
                <a:gd name="adj2" fmla="val 0"/>
                <a:gd name="adj3" fmla="val 25000"/>
              </a:avLst>
            </a:prstGeom>
            <a:solidFill>
              <a:schemeClr val="accent3"/>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1" name="Block Arc 10" hidden="1"/>
            <p:cNvSpPr/>
            <p:nvPr>
              <p:custDataLst>
                <p:tags r:id="rId1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2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2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5"/>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6"/>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7"/>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8"/>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9"/>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30"/>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31"/>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2"/>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3"/>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4"/>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5"/>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6"/>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7"/>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9"/>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40"/>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4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5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5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4" name="Block Arc 53" hidden="1"/>
            <p:cNvSpPr/>
            <p:nvPr>
              <p:custDataLst>
                <p:tags r:id="rId5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68" name="POWER_USER_ID_ICONS_Box2" descr="{&quot;Key&quot;:&quot;POWER_USER_SHAPE_ICON&quot;,&quot;Value&quot;:&quot;POWER_USER_SHAPE_ICON_STYLE_1&quot;}"/>
          <p:cNvSpPr>
            <a:spLocks noChangeAspect="1" noEditPoints="1"/>
          </p:cNvSpPr>
          <p:nvPr>
            <p:custDataLst>
              <p:tags r:id="rId2"/>
            </p:custDataLst>
          </p:nvPr>
        </p:nvSpPr>
        <p:spPr bwMode="auto">
          <a:xfrm>
            <a:off x="5853212" y="4728675"/>
            <a:ext cx="678295" cy="598921"/>
          </a:xfrm>
          <a:custGeom>
            <a:avLst/>
            <a:gdLst>
              <a:gd name="T0" fmla="*/ 1061 w 1250"/>
              <a:gd name="T1" fmla="*/ 367 h 1104"/>
              <a:gd name="T2" fmla="*/ 1250 w 1250"/>
              <a:gd name="T3" fmla="*/ 250 h 1104"/>
              <a:gd name="T4" fmla="*/ 833 w 1250"/>
              <a:gd name="T5" fmla="*/ 2 h 1104"/>
              <a:gd name="T6" fmla="*/ 625 w 1250"/>
              <a:gd name="T7" fmla="*/ 115 h 1104"/>
              <a:gd name="T8" fmla="*/ 417 w 1250"/>
              <a:gd name="T9" fmla="*/ 2 h 1104"/>
              <a:gd name="T10" fmla="*/ 0 w 1250"/>
              <a:gd name="T11" fmla="*/ 250 h 1104"/>
              <a:gd name="T12" fmla="*/ 189 w 1250"/>
              <a:gd name="T13" fmla="*/ 367 h 1104"/>
              <a:gd name="T14" fmla="*/ 0 w 1250"/>
              <a:gd name="T15" fmla="*/ 485 h 1104"/>
              <a:gd name="T16" fmla="*/ 202 w 1250"/>
              <a:gd name="T17" fmla="*/ 609 h 1104"/>
              <a:gd name="T18" fmla="*/ 208 w 1250"/>
              <a:gd name="T19" fmla="*/ 865 h 1104"/>
              <a:gd name="T20" fmla="*/ 619 w 1250"/>
              <a:gd name="T21" fmla="*/ 1102 h 1104"/>
              <a:gd name="T22" fmla="*/ 625 w 1250"/>
              <a:gd name="T23" fmla="*/ 1104 h 1104"/>
              <a:gd name="T24" fmla="*/ 631 w 1250"/>
              <a:gd name="T25" fmla="*/ 1102 h 1104"/>
              <a:gd name="T26" fmla="*/ 1042 w 1250"/>
              <a:gd name="T27" fmla="*/ 865 h 1104"/>
              <a:gd name="T28" fmla="*/ 1048 w 1250"/>
              <a:gd name="T29" fmla="*/ 609 h 1104"/>
              <a:gd name="T30" fmla="*/ 1250 w 1250"/>
              <a:gd name="T31" fmla="*/ 485 h 1104"/>
              <a:gd name="T32" fmla="*/ 827 w 1250"/>
              <a:gd name="T33" fmla="*/ 29 h 1104"/>
              <a:gd name="T34" fmla="*/ 1035 w 1250"/>
              <a:gd name="T35" fmla="*/ 352 h 1104"/>
              <a:gd name="T36" fmla="*/ 827 w 1250"/>
              <a:gd name="T37" fmla="*/ 29 h 1104"/>
              <a:gd name="T38" fmla="*/ 423 w 1250"/>
              <a:gd name="T39" fmla="*/ 29 h 1104"/>
              <a:gd name="T40" fmla="*/ 215 w 1250"/>
              <a:gd name="T41" fmla="*/ 352 h 1104"/>
              <a:gd name="T42" fmla="*/ 40 w 1250"/>
              <a:gd name="T43" fmla="*/ 485 h 1104"/>
              <a:gd name="T44" fmla="*/ 599 w 1250"/>
              <a:gd name="T45" fmla="*/ 604 h 1104"/>
              <a:gd name="T46" fmla="*/ 40 w 1250"/>
              <a:gd name="T47" fmla="*/ 485 h 1104"/>
              <a:gd name="T48" fmla="*/ 228 w 1250"/>
              <a:gd name="T49" fmla="*/ 846 h 1104"/>
              <a:gd name="T50" fmla="*/ 417 w 1250"/>
              <a:gd name="T51" fmla="*/ 733 h 1104"/>
              <a:gd name="T52" fmla="*/ 430 w 1250"/>
              <a:gd name="T53" fmla="*/ 733 h 1104"/>
              <a:gd name="T54" fmla="*/ 612 w 1250"/>
              <a:gd name="T55" fmla="*/ 1067 h 1104"/>
              <a:gd name="T56" fmla="*/ 625 w 1250"/>
              <a:gd name="T57" fmla="*/ 591 h 1104"/>
              <a:gd name="T58" fmla="*/ 612 w 1250"/>
              <a:gd name="T59" fmla="*/ 157 h 1104"/>
              <a:gd name="T60" fmla="*/ 638 w 1250"/>
              <a:gd name="T61" fmla="*/ 157 h 1104"/>
              <a:gd name="T62" fmla="*/ 1022 w 1250"/>
              <a:gd name="T63" fmla="*/ 846 h 1104"/>
              <a:gd name="T64" fmla="*/ 638 w 1250"/>
              <a:gd name="T65" fmla="*/ 627 h 1104"/>
              <a:gd name="T66" fmla="*/ 833 w 1250"/>
              <a:gd name="T67" fmla="*/ 733 h 1104"/>
              <a:gd name="T68" fmla="*/ 1022 w 1250"/>
              <a:gd name="T69" fmla="*/ 846 h 1104"/>
              <a:gd name="T70" fmla="*/ 651 w 1250"/>
              <a:gd name="T71" fmla="*/ 604 h 1104"/>
              <a:gd name="T72" fmla="*/ 1210 w 1250"/>
              <a:gd name="T73" fmla="*/ 484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0" h="1104">
                <a:moveTo>
                  <a:pt x="1243" y="473"/>
                </a:moveTo>
                <a:lnTo>
                  <a:pt x="1061" y="367"/>
                </a:lnTo>
                <a:lnTo>
                  <a:pt x="1243" y="262"/>
                </a:lnTo>
                <a:cubicBezTo>
                  <a:pt x="1247" y="259"/>
                  <a:pt x="1250" y="255"/>
                  <a:pt x="1250" y="250"/>
                </a:cubicBezTo>
                <a:cubicBezTo>
                  <a:pt x="1250" y="246"/>
                  <a:pt x="1247" y="241"/>
                  <a:pt x="1243" y="239"/>
                </a:cubicBezTo>
                <a:lnTo>
                  <a:pt x="833" y="2"/>
                </a:lnTo>
                <a:cubicBezTo>
                  <a:pt x="829" y="0"/>
                  <a:pt x="824" y="0"/>
                  <a:pt x="820" y="2"/>
                </a:cubicBezTo>
                <a:lnTo>
                  <a:pt x="625" y="115"/>
                </a:lnTo>
                <a:lnTo>
                  <a:pt x="430" y="2"/>
                </a:lnTo>
                <a:cubicBezTo>
                  <a:pt x="426" y="0"/>
                  <a:pt x="421" y="0"/>
                  <a:pt x="417" y="2"/>
                </a:cubicBezTo>
                <a:lnTo>
                  <a:pt x="7" y="239"/>
                </a:lnTo>
                <a:cubicBezTo>
                  <a:pt x="3" y="241"/>
                  <a:pt x="0" y="246"/>
                  <a:pt x="0" y="250"/>
                </a:cubicBezTo>
                <a:cubicBezTo>
                  <a:pt x="0" y="255"/>
                  <a:pt x="3" y="259"/>
                  <a:pt x="7" y="262"/>
                </a:cubicBezTo>
                <a:lnTo>
                  <a:pt x="189" y="367"/>
                </a:lnTo>
                <a:lnTo>
                  <a:pt x="7" y="473"/>
                </a:lnTo>
                <a:cubicBezTo>
                  <a:pt x="3" y="475"/>
                  <a:pt x="0" y="480"/>
                  <a:pt x="0" y="485"/>
                </a:cubicBezTo>
                <a:cubicBezTo>
                  <a:pt x="0" y="489"/>
                  <a:pt x="3" y="494"/>
                  <a:pt x="7" y="496"/>
                </a:cubicBezTo>
                <a:lnTo>
                  <a:pt x="202" y="609"/>
                </a:lnTo>
                <a:lnTo>
                  <a:pt x="202" y="854"/>
                </a:lnTo>
                <a:cubicBezTo>
                  <a:pt x="202" y="858"/>
                  <a:pt x="204" y="863"/>
                  <a:pt x="208" y="865"/>
                </a:cubicBezTo>
                <a:lnTo>
                  <a:pt x="618" y="1102"/>
                </a:lnTo>
                <a:cubicBezTo>
                  <a:pt x="619" y="1102"/>
                  <a:pt x="619" y="1102"/>
                  <a:pt x="619" y="1102"/>
                </a:cubicBezTo>
                <a:cubicBezTo>
                  <a:pt x="620" y="1102"/>
                  <a:pt x="620" y="1103"/>
                  <a:pt x="620" y="1103"/>
                </a:cubicBezTo>
                <a:cubicBezTo>
                  <a:pt x="622" y="1103"/>
                  <a:pt x="623" y="1104"/>
                  <a:pt x="625" y="1104"/>
                </a:cubicBezTo>
                <a:cubicBezTo>
                  <a:pt x="626" y="1104"/>
                  <a:pt x="628" y="1103"/>
                  <a:pt x="629" y="1103"/>
                </a:cubicBezTo>
                <a:cubicBezTo>
                  <a:pt x="630" y="1103"/>
                  <a:pt x="630" y="1102"/>
                  <a:pt x="631" y="1102"/>
                </a:cubicBezTo>
                <a:cubicBezTo>
                  <a:pt x="631" y="1102"/>
                  <a:pt x="631" y="1102"/>
                  <a:pt x="632" y="1102"/>
                </a:cubicBezTo>
                <a:lnTo>
                  <a:pt x="1042" y="865"/>
                </a:lnTo>
                <a:cubicBezTo>
                  <a:pt x="1046" y="863"/>
                  <a:pt x="1048" y="858"/>
                  <a:pt x="1048" y="854"/>
                </a:cubicBezTo>
                <a:lnTo>
                  <a:pt x="1048" y="609"/>
                </a:lnTo>
                <a:lnTo>
                  <a:pt x="1243" y="496"/>
                </a:lnTo>
                <a:cubicBezTo>
                  <a:pt x="1247" y="494"/>
                  <a:pt x="1250" y="489"/>
                  <a:pt x="1250" y="485"/>
                </a:cubicBezTo>
                <a:cubicBezTo>
                  <a:pt x="1250" y="480"/>
                  <a:pt x="1247" y="475"/>
                  <a:pt x="1243" y="473"/>
                </a:cubicBezTo>
                <a:close/>
                <a:moveTo>
                  <a:pt x="827" y="29"/>
                </a:moveTo>
                <a:lnTo>
                  <a:pt x="1210" y="250"/>
                </a:lnTo>
                <a:lnTo>
                  <a:pt x="1035" y="352"/>
                </a:lnTo>
                <a:lnTo>
                  <a:pt x="651" y="131"/>
                </a:lnTo>
                <a:lnTo>
                  <a:pt x="827" y="29"/>
                </a:lnTo>
                <a:close/>
                <a:moveTo>
                  <a:pt x="40" y="250"/>
                </a:moveTo>
                <a:lnTo>
                  <a:pt x="423" y="29"/>
                </a:lnTo>
                <a:lnTo>
                  <a:pt x="599" y="131"/>
                </a:lnTo>
                <a:lnTo>
                  <a:pt x="215" y="352"/>
                </a:lnTo>
                <a:lnTo>
                  <a:pt x="40" y="250"/>
                </a:lnTo>
                <a:close/>
                <a:moveTo>
                  <a:pt x="40" y="485"/>
                </a:moveTo>
                <a:lnTo>
                  <a:pt x="215" y="383"/>
                </a:lnTo>
                <a:lnTo>
                  <a:pt x="599" y="604"/>
                </a:lnTo>
                <a:lnTo>
                  <a:pt x="423" y="706"/>
                </a:lnTo>
                <a:lnTo>
                  <a:pt x="40" y="485"/>
                </a:lnTo>
                <a:close/>
                <a:moveTo>
                  <a:pt x="612" y="1067"/>
                </a:moveTo>
                <a:lnTo>
                  <a:pt x="228" y="846"/>
                </a:lnTo>
                <a:lnTo>
                  <a:pt x="228" y="624"/>
                </a:lnTo>
                <a:lnTo>
                  <a:pt x="417" y="733"/>
                </a:lnTo>
                <a:cubicBezTo>
                  <a:pt x="419" y="734"/>
                  <a:pt x="421" y="734"/>
                  <a:pt x="423" y="734"/>
                </a:cubicBezTo>
                <a:cubicBezTo>
                  <a:pt x="426" y="734"/>
                  <a:pt x="428" y="734"/>
                  <a:pt x="430" y="733"/>
                </a:cubicBezTo>
                <a:lnTo>
                  <a:pt x="612" y="627"/>
                </a:lnTo>
                <a:lnTo>
                  <a:pt x="612" y="1067"/>
                </a:lnTo>
                <a:close/>
                <a:moveTo>
                  <a:pt x="638" y="578"/>
                </a:moveTo>
                <a:cubicBezTo>
                  <a:pt x="638" y="585"/>
                  <a:pt x="632" y="591"/>
                  <a:pt x="625" y="591"/>
                </a:cubicBezTo>
                <a:cubicBezTo>
                  <a:pt x="618" y="591"/>
                  <a:pt x="612" y="585"/>
                  <a:pt x="612" y="578"/>
                </a:cubicBezTo>
                <a:lnTo>
                  <a:pt x="612" y="157"/>
                </a:lnTo>
                <a:cubicBezTo>
                  <a:pt x="612" y="150"/>
                  <a:pt x="618" y="144"/>
                  <a:pt x="625" y="144"/>
                </a:cubicBezTo>
                <a:cubicBezTo>
                  <a:pt x="632" y="144"/>
                  <a:pt x="638" y="150"/>
                  <a:pt x="638" y="157"/>
                </a:cubicBezTo>
                <a:lnTo>
                  <a:pt x="638" y="578"/>
                </a:lnTo>
                <a:close/>
                <a:moveTo>
                  <a:pt x="1022" y="846"/>
                </a:moveTo>
                <a:lnTo>
                  <a:pt x="638" y="1067"/>
                </a:lnTo>
                <a:lnTo>
                  <a:pt x="638" y="627"/>
                </a:lnTo>
                <a:lnTo>
                  <a:pt x="820" y="733"/>
                </a:lnTo>
                <a:cubicBezTo>
                  <a:pt x="824" y="735"/>
                  <a:pt x="829" y="735"/>
                  <a:pt x="833" y="733"/>
                </a:cubicBezTo>
                <a:lnTo>
                  <a:pt x="1022" y="624"/>
                </a:lnTo>
                <a:lnTo>
                  <a:pt x="1022" y="846"/>
                </a:lnTo>
                <a:close/>
                <a:moveTo>
                  <a:pt x="827" y="706"/>
                </a:moveTo>
                <a:lnTo>
                  <a:pt x="651" y="604"/>
                </a:lnTo>
                <a:lnTo>
                  <a:pt x="1035" y="383"/>
                </a:lnTo>
                <a:lnTo>
                  <a:pt x="1210" y="484"/>
                </a:lnTo>
                <a:lnTo>
                  <a:pt x="827" y="70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TextBox 92"/>
          <p:cNvSpPr txBox="1"/>
          <p:nvPr/>
        </p:nvSpPr>
        <p:spPr>
          <a:xfrm>
            <a:off x="8381112" y="1691755"/>
            <a:ext cx="3339362" cy="1077218"/>
          </a:xfrm>
          <a:prstGeom prst="rect">
            <a:avLst/>
          </a:prstGeom>
          <a:noFill/>
        </p:spPr>
        <p:txBody>
          <a:bodyPr wrap="square" rtlCol="0">
            <a:spAutoFit/>
          </a:bodyPr>
          <a:lstStyle/>
          <a:p>
            <a:pPr algn="r">
              <a:defRPr/>
            </a:pPr>
            <a:r>
              <a:rPr lang="en-US" sz="1600" b="1" kern="0" dirty="0">
                <a:solidFill>
                  <a:schemeClr val="accent2"/>
                </a:solidFill>
              </a:rPr>
              <a:t>2. SET IN ORDER</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4" name="TextBox 93"/>
          <p:cNvSpPr txBox="1"/>
          <p:nvPr/>
        </p:nvSpPr>
        <p:spPr>
          <a:xfrm>
            <a:off x="8381112" y="4416427"/>
            <a:ext cx="3339362" cy="1077218"/>
          </a:xfrm>
          <a:prstGeom prst="rect">
            <a:avLst/>
          </a:prstGeom>
          <a:noFill/>
        </p:spPr>
        <p:txBody>
          <a:bodyPr wrap="square" rtlCol="0">
            <a:spAutoFit/>
          </a:bodyPr>
          <a:lstStyle/>
          <a:p>
            <a:pPr algn="r">
              <a:defRPr/>
            </a:pPr>
            <a:r>
              <a:rPr lang="en-US" sz="1600" b="1" kern="0" dirty="0">
                <a:solidFill>
                  <a:schemeClr val="accent4"/>
                </a:solidFill>
              </a:rPr>
              <a:t>4. SHINE</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5" name="TextBox 94"/>
          <p:cNvSpPr txBox="1"/>
          <p:nvPr/>
        </p:nvSpPr>
        <p:spPr>
          <a:xfrm>
            <a:off x="8381112" y="3054091"/>
            <a:ext cx="3339362" cy="1077218"/>
          </a:xfrm>
          <a:prstGeom prst="rect">
            <a:avLst/>
          </a:prstGeom>
          <a:noFill/>
        </p:spPr>
        <p:txBody>
          <a:bodyPr wrap="square" rtlCol="0">
            <a:spAutoFit/>
          </a:bodyPr>
          <a:lstStyle/>
          <a:p>
            <a:pPr algn="r">
              <a:defRPr/>
            </a:pPr>
            <a:r>
              <a:rPr lang="en-US" sz="1600" b="1" kern="0" dirty="0">
                <a:solidFill>
                  <a:schemeClr val="accent3"/>
                </a:solidFill>
              </a:rPr>
              <a:t>3. SAFETY</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6" name="TextBox 95"/>
          <p:cNvSpPr txBox="1"/>
          <p:nvPr/>
        </p:nvSpPr>
        <p:spPr>
          <a:xfrm>
            <a:off x="851636" y="4416427"/>
            <a:ext cx="3339362" cy="1077218"/>
          </a:xfrm>
          <a:prstGeom prst="rect">
            <a:avLst/>
          </a:prstGeom>
          <a:noFill/>
        </p:spPr>
        <p:txBody>
          <a:bodyPr wrap="square" rtlCol="0">
            <a:spAutoFit/>
          </a:bodyPr>
          <a:lstStyle/>
          <a:p>
            <a:pPr>
              <a:defRPr/>
            </a:pPr>
            <a:r>
              <a:rPr lang="en-US" sz="1600" b="1" kern="0" dirty="0">
                <a:solidFill>
                  <a:schemeClr val="accent5"/>
                </a:solidFill>
              </a:rPr>
              <a:t>5. STANDARDIZE</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7" name="TextBox 96"/>
          <p:cNvSpPr txBox="1"/>
          <p:nvPr/>
        </p:nvSpPr>
        <p:spPr>
          <a:xfrm>
            <a:off x="851636" y="3054091"/>
            <a:ext cx="3339362" cy="1077218"/>
          </a:xfrm>
          <a:prstGeom prst="rect">
            <a:avLst/>
          </a:prstGeom>
          <a:noFill/>
        </p:spPr>
        <p:txBody>
          <a:bodyPr wrap="square" rtlCol="0">
            <a:spAutoFit/>
          </a:bodyPr>
          <a:lstStyle/>
          <a:p>
            <a:pPr>
              <a:defRPr/>
            </a:pPr>
            <a:r>
              <a:rPr lang="en-US" sz="1600" b="1" kern="0" dirty="0">
                <a:solidFill>
                  <a:schemeClr val="accent6"/>
                </a:solidFill>
              </a:rPr>
              <a:t>6. SUSTAIN</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8" name="TextBox 97"/>
          <p:cNvSpPr txBox="1"/>
          <p:nvPr/>
        </p:nvSpPr>
        <p:spPr>
          <a:xfrm>
            <a:off x="851636" y="1691755"/>
            <a:ext cx="3339362" cy="1077218"/>
          </a:xfrm>
          <a:prstGeom prst="rect">
            <a:avLst/>
          </a:prstGeom>
          <a:noFill/>
        </p:spPr>
        <p:txBody>
          <a:bodyPr wrap="square" rtlCol="0">
            <a:spAutoFit/>
          </a:bodyPr>
          <a:lstStyle/>
          <a:p>
            <a:pPr lvl="0">
              <a:defRPr/>
            </a:pPr>
            <a:r>
              <a:rPr lang="en-US" sz="1600" b="1" kern="0" dirty="0">
                <a:solidFill>
                  <a:schemeClr val="accent1"/>
                </a:solidFill>
              </a:rPr>
              <a:t>1. SORT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26" name="Recycle3" descr="{&quot;Key&quot;:&quot;POWER_USER_SHAPE_ICON&quot;,&quot;Value&quot;:&quot;POWER_USER_SHAPE_ICON_STYLE_1&quot;}"/>
          <p:cNvSpPr>
            <a:spLocks noChangeAspect="1" noEditPoints="1"/>
          </p:cNvSpPr>
          <p:nvPr>
            <p:custDataLst>
              <p:tags r:id="rId3"/>
            </p:custDataLst>
          </p:nvPr>
        </p:nvSpPr>
        <p:spPr bwMode="auto">
          <a:xfrm>
            <a:off x="4597751" y="4068198"/>
            <a:ext cx="569045" cy="542925"/>
          </a:xfrm>
          <a:custGeom>
            <a:avLst/>
            <a:gdLst>
              <a:gd name="T0" fmla="*/ 19 w 168"/>
              <a:gd name="T1" fmla="*/ 99 h 160"/>
              <a:gd name="T2" fmla="*/ 20 w 168"/>
              <a:gd name="T3" fmla="*/ 129 h 160"/>
              <a:gd name="T4" fmla="*/ 35 w 168"/>
              <a:gd name="T5" fmla="*/ 135 h 160"/>
              <a:gd name="T6" fmla="*/ 34 w 168"/>
              <a:gd name="T7" fmla="*/ 141 h 160"/>
              <a:gd name="T8" fmla="*/ 2 w 168"/>
              <a:gd name="T9" fmla="*/ 121 h 160"/>
              <a:gd name="T10" fmla="*/ 8 w 168"/>
              <a:gd name="T11" fmla="*/ 92 h 160"/>
              <a:gd name="T12" fmla="*/ 17 w 168"/>
              <a:gd name="T13" fmla="*/ 76 h 160"/>
              <a:gd name="T14" fmla="*/ 1 w 168"/>
              <a:gd name="T15" fmla="*/ 67 h 160"/>
              <a:gd name="T16" fmla="*/ 44 w 168"/>
              <a:gd name="T17" fmla="*/ 41 h 160"/>
              <a:gd name="T18" fmla="*/ 44 w 168"/>
              <a:gd name="T19" fmla="*/ 91 h 160"/>
              <a:gd name="T20" fmla="*/ 28 w 168"/>
              <a:gd name="T21" fmla="*/ 82 h 160"/>
              <a:gd name="T22" fmla="*/ 19 w 168"/>
              <a:gd name="T23" fmla="*/ 99 h 160"/>
              <a:gd name="T24" fmla="*/ 72 w 168"/>
              <a:gd name="T25" fmla="*/ 16 h 160"/>
              <a:gd name="T26" fmla="*/ 99 w 168"/>
              <a:gd name="T27" fmla="*/ 29 h 160"/>
              <a:gd name="T28" fmla="*/ 109 w 168"/>
              <a:gd name="T29" fmla="*/ 45 h 160"/>
              <a:gd name="T30" fmla="*/ 93 w 168"/>
              <a:gd name="T31" fmla="*/ 55 h 160"/>
              <a:gd name="T32" fmla="*/ 138 w 168"/>
              <a:gd name="T33" fmla="*/ 78 h 160"/>
              <a:gd name="T34" fmla="*/ 136 w 168"/>
              <a:gd name="T35" fmla="*/ 28 h 160"/>
              <a:gd name="T36" fmla="*/ 120 w 168"/>
              <a:gd name="T37" fmla="*/ 38 h 160"/>
              <a:gd name="T38" fmla="*/ 110 w 168"/>
              <a:gd name="T39" fmla="*/ 23 h 160"/>
              <a:gd name="T40" fmla="*/ 87 w 168"/>
              <a:gd name="T41" fmla="*/ 4 h 160"/>
              <a:gd name="T42" fmla="*/ 54 w 168"/>
              <a:gd name="T43" fmla="*/ 24 h 160"/>
              <a:gd name="T44" fmla="*/ 60 w 168"/>
              <a:gd name="T45" fmla="*/ 26 h 160"/>
              <a:gd name="T46" fmla="*/ 72 w 168"/>
              <a:gd name="T47" fmla="*/ 16 h 160"/>
              <a:gd name="T48" fmla="*/ 154 w 168"/>
              <a:gd name="T49" fmla="*/ 94 h 160"/>
              <a:gd name="T50" fmla="*/ 149 w 168"/>
              <a:gd name="T51" fmla="*/ 97 h 160"/>
              <a:gd name="T52" fmla="*/ 151 w 168"/>
              <a:gd name="T53" fmla="*/ 112 h 160"/>
              <a:gd name="T54" fmla="*/ 126 w 168"/>
              <a:gd name="T55" fmla="*/ 129 h 160"/>
              <a:gd name="T56" fmla="*/ 107 w 168"/>
              <a:gd name="T57" fmla="*/ 129 h 160"/>
              <a:gd name="T58" fmla="*/ 107 w 168"/>
              <a:gd name="T59" fmla="*/ 110 h 160"/>
              <a:gd name="T60" fmla="*/ 63 w 168"/>
              <a:gd name="T61" fmla="*/ 135 h 160"/>
              <a:gd name="T62" fmla="*/ 107 w 168"/>
              <a:gd name="T63" fmla="*/ 160 h 160"/>
              <a:gd name="T64" fmla="*/ 107 w 168"/>
              <a:gd name="T65" fmla="*/ 141 h 160"/>
              <a:gd name="T66" fmla="*/ 126 w 168"/>
              <a:gd name="T67" fmla="*/ 141 h 160"/>
              <a:gd name="T68" fmla="*/ 153 w 168"/>
              <a:gd name="T69" fmla="*/ 132 h 160"/>
              <a:gd name="T70" fmla="*/ 154 w 168"/>
              <a:gd name="T71" fmla="*/ 9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8" h="160">
                <a:moveTo>
                  <a:pt x="19" y="99"/>
                </a:moveTo>
                <a:cubicBezTo>
                  <a:pt x="14" y="106"/>
                  <a:pt x="7" y="120"/>
                  <a:pt x="20" y="129"/>
                </a:cubicBezTo>
                <a:cubicBezTo>
                  <a:pt x="25" y="132"/>
                  <a:pt x="30" y="134"/>
                  <a:pt x="35" y="135"/>
                </a:cubicBezTo>
                <a:cubicBezTo>
                  <a:pt x="38" y="135"/>
                  <a:pt x="39" y="141"/>
                  <a:pt x="34" y="141"/>
                </a:cubicBezTo>
                <a:cubicBezTo>
                  <a:pt x="29" y="141"/>
                  <a:pt x="6" y="139"/>
                  <a:pt x="2" y="121"/>
                </a:cubicBezTo>
                <a:cubicBezTo>
                  <a:pt x="0" y="111"/>
                  <a:pt x="2" y="102"/>
                  <a:pt x="8" y="92"/>
                </a:cubicBezTo>
                <a:lnTo>
                  <a:pt x="17" y="76"/>
                </a:lnTo>
                <a:lnTo>
                  <a:pt x="1" y="67"/>
                </a:lnTo>
                <a:lnTo>
                  <a:pt x="44" y="41"/>
                </a:lnTo>
                <a:lnTo>
                  <a:pt x="44" y="91"/>
                </a:lnTo>
                <a:lnTo>
                  <a:pt x="28" y="82"/>
                </a:lnTo>
                <a:lnTo>
                  <a:pt x="19" y="99"/>
                </a:lnTo>
                <a:close/>
                <a:moveTo>
                  <a:pt x="72" y="16"/>
                </a:moveTo>
                <a:cubicBezTo>
                  <a:pt x="86" y="9"/>
                  <a:pt x="95" y="22"/>
                  <a:pt x="99" y="29"/>
                </a:cubicBezTo>
                <a:lnTo>
                  <a:pt x="109" y="45"/>
                </a:lnTo>
                <a:lnTo>
                  <a:pt x="93" y="55"/>
                </a:lnTo>
                <a:lnTo>
                  <a:pt x="138" y="78"/>
                </a:lnTo>
                <a:lnTo>
                  <a:pt x="136" y="28"/>
                </a:lnTo>
                <a:lnTo>
                  <a:pt x="120" y="38"/>
                </a:lnTo>
                <a:lnTo>
                  <a:pt x="110" y="23"/>
                </a:lnTo>
                <a:cubicBezTo>
                  <a:pt x="104" y="14"/>
                  <a:pt x="99" y="7"/>
                  <a:pt x="87" y="4"/>
                </a:cubicBezTo>
                <a:cubicBezTo>
                  <a:pt x="67" y="0"/>
                  <a:pt x="54" y="24"/>
                  <a:pt x="54" y="24"/>
                </a:cubicBezTo>
                <a:cubicBezTo>
                  <a:pt x="52" y="27"/>
                  <a:pt x="57" y="30"/>
                  <a:pt x="60" y="26"/>
                </a:cubicBezTo>
                <a:cubicBezTo>
                  <a:pt x="63" y="22"/>
                  <a:pt x="67" y="19"/>
                  <a:pt x="72" y="16"/>
                </a:cubicBezTo>
                <a:close/>
                <a:moveTo>
                  <a:pt x="154" y="94"/>
                </a:moveTo>
                <a:cubicBezTo>
                  <a:pt x="153" y="91"/>
                  <a:pt x="147" y="92"/>
                  <a:pt x="149" y="97"/>
                </a:cubicBezTo>
                <a:cubicBezTo>
                  <a:pt x="151" y="102"/>
                  <a:pt x="151" y="107"/>
                  <a:pt x="151" y="112"/>
                </a:cubicBezTo>
                <a:cubicBezTo>
                  <a:pt x="150" y="129"/>
                  <a:pt x="134" y="129"/>
                  <a:pt x="126" y="129"/>
                </a:cubicBezTo>
                <a:lnTo>
                  <a:pt x="107" y="129"/>
                </a:lnTo>
                <a:lnTo>
                  <a:pt x="107" y="110"/>
                </a:lnTo>
                <a:lnTo>
                  <a:pt x="63" y="135"/>
                </a:lnTo>
                <a:lnTo>
                  <a:pt x="107" y="160"/>
                </a:lnTo>
                <a:lnTo>
                  <a:pt x="107" y="141"/>
                </a:lnTo>
                <a:lnTo>
                  <a:pt x="126" y="141"/>
                </a:lnTo>
                <a:cubicBezTo>
                  <a:pt x="137" y="141"/>
                  <a:pt x="145" y="139"/>
                  <a:pt x="153" y="132"/>
                </a:cubicBezTo>
                <a:cubicBezTo>
                  <a:pt x="168" y="119"/>
                  <a:pt x="154" y="94"/>
                  <a:pt x="154" y="94"/>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Funnel" descr="{&quot;Key&quot;:&quot;POWER_USER_SHAPE_ICON&quot;,&quot;Value&quot;:&quot;POWER_USER_SHAPE_ICON_STYLE_1&quot;}">
            <a:extLst>
              <a:ext uri="{FF2B5EF4-FFF2-40B4-BE49-F238E27FC236}">
                <a16:creationId xmlns:a16="http://schemas.microsoft.com/office/drawing/2014/main" id="{6D137D78-46BB-79E8-1E51-C91F70473601}"/>
              </a:ext>
            </a:extLst>
          </p:cNvPr>
          <p:cNvSpPr>
            <a:spLocks noChangeAspect="1"/>
          </p:cNvSpPr>
          <p:nvPr/>
        </p:nvSpPr>
        <p:spPr>
          <a:xfrm>
            <a:off x="4629085" y="2653945"/>
            <a:ext cx="564324" cy="553418"/>
          </a:xfrm>
          <a:custGeom>
            <a:avLst/>
            <a:gdLst>
              <a:gd name="connsiteX0" fmla="*/ 1085755 w 1971675"/>
              <a:gd name="connsiteY0" fmla="*/ 0 h 1933575"/>
              <a:gd name="connsiteX1" fmla="*/ 1286828 w 1971675"/>
              <a:gd name="connsiteY1" fmla="*/ 11335 h 1933575"/>
              <a:gd name="connsiteX2" fmla="*/ 1755267 w 1971675"/>
              <a:gd name="connsiteY2" fmla="*/ 90964 h 1933575"/>
              <a:gd name="connsiteX3" fmla="*/ 1887284 w 1971675"/>
              <a:gd name="connsiteY3" fmla="*/ 143828 h 1933575"/>
              <a:gd name="connsiteX4" fmla="*/ 1971675 w 1971675"/>
              <a:gd name="connsiteY4" fmla="*/ 242697 h 1933575"/>
              <a:gd name="connsiteX5" fmla="*/ 1971675 w 1971675"/>
              <a:gd name="connsiteY5" fmla="*/ 265748 h 1933575"/>
              <a:gd name="connsiteX6" fmla="*/ 1900238 w 1971675"/>
              <a:gd name="connsiteY6" fmla="*/ 421576 h 1933575"/>
              <a:gd name="connsiteX7" fmla="*/ 1779556 w 1971675"/>
              <a:gd name="connsiteY7" fmla="*/ 550831 h 1933575"/>
              <a:gd name="connsiteX8" fmla="*/ 1485233 w 1971675"/>
              <a:gd name="connsiteY8" fmla="*/ 823341 h 1933575"/>
              <a:gd name="connsiteX9" fmla="*/ 1248251 w 1971675"/>
              <a:gd name="connsiteY9" fmla="*/ 1076897 h 1933575"/>
              <a:gd name="connsiteX10" fmla="*/ 1238060 w 1971675"/>
              <a:gd name="connsiteY10" fmla="*/ 1105091 h 1933575"/>
              <a:gd name="connsiteX11" fmla="*/ 1196245 w 1971675"/>
              <a:gd name="connsiteY11" fmla="*/ 1760696 h 1933575"/>
              <a:gd name="connsiteX12" fmla="*/ 1181100 w 1971675"/>
              <a:gd name="connsiteY12" fmla="*/ 1848136 h 1933575"/>
              <a:gd name="connsiteX13" fmla="*/ 1022223 w 1971675"/>
              <a:gd name="connsiteY13" fmla="*/ 1933575 h 1933575"/>
              <a:gd name="connsiteX14" fmla="*/ 960215 w 1971675"/>
              <a:gd name="connsiteY14" fmla="*/ 1933575 h 1933575"/>
              <a:gd name="connsiteX15" fmla="*/ 775907 w 1971675"/>
              <a:gd name="connsiteY15" fmla="*/ 1791367 h 1933575"/>
              <a:gd name="connsiteX16" fmla="*/ 736759 w 1971675"/>
              <a:gd name="connsiteY16" fmla="*/ 1104424 h 1933575"/>
              <a:gd name="connsiteX17" fmla="*/ 728758 w 1971675"/>
              <a:gd name="connsiteY17" fmla="*/ 1083088 h 1933575"/>
              <a:gd name="connsiteX18" fmla="*/ 689896 w 1971675"/>
              <a:gd name="connsiteY18" fmla="*/ 1035939 h 1933575"/>
              <a:gd name="connsiteX19" fmla="*/ 453104 w 1971675"/>
              <a:gd name="connsiteY19" fmla="*/ 787051 h 1933575"/>
              <a:gd name="connsiteX20" fmla="*/ 270986 w 1971675"/>
              <a:gd name="connsiteY20" fmla="*/ 616839 h 1933575"/>
              <a:gd name="connsiteX21" fmla="*/ 119063 w 1971675"/>
              <a:gd name="connsiteY21" fmla="*/ 459391 h 1933575"/>
              <a:gd name="connsiteX22" fmla="*/ 0 w 1971675"/>
              <a:gd name="connsiteY22" fmla="*/ 259747 h 1933575"/>
              <a:gd name="connsiteX23" fmla="*/ 0 w 1971675"/>
              <a:gd name="connsiteY23" fmla="*/ 243364 h 1933575"/>
              <a:gd name="connsiteX24" fmla="*/ 90869 w 1971675"/>
              <a:gd name="connsiteY24" fmla="*/ 143161 h 1933575"/>
              <a:gd name="connsiteX25" fmla="*/ 225457 w 1971675"/>
              <a:gd name="connsiteY25" fmla="*/ 90488 h 1933575"/>
              <a:gd name="connsiteX26" fmla="*/ 678752 w 1971675"/>
              <a:gd name="connsiteY26" fmla="*/ 12573 h 1933575"/>
              <a:gd name="connsiteX27" fmla="*/ 896779 w 1971675"/>
              <a:gd name="connsiteY27" fmla="*/ 0 h 1933575"/>
              <a:gd name="connsiteX28" fmla="*/ 1085755 w 1971675"/>
              <a:gd name="connsiteY28" fmla="*/ 0 h 1933575"/>
              <a:gd name="connsiteX29" fmla="*/ 416814 w 1971675"/>
              <a:gd name="connsiteY29" fmla="*/ 113728 h 1933575"/>
              <a:gd name="connsiteX30" fmla="*/ 418910 w 1971675"/>
              <a:gd name="connsiteY30" fmla="*/ 113252 h 1933575"/>
              <a:gd name="connsiteX31" fmla="*/ 418910 w 1971675"/>
              <a:gd name="connsiteY31" fmla="*/ 113157 h 1933575"/>
              <a:gd name="connsiteX32" fmla="*/ 419005 w 1971675"/>
              <a:gd name="connsiteY32" fmla="*/ 113157 h 1933575"/>
              <a:gd name="connsiteX33" fmla="*/ 418910 w 1971675"/>
              <a:gd name="connsiteY33" fmla="*/ 113252 h 1933575"/>
              <a:gd name="connsiteX34" fmla="*/ 199168 w 1971675"/>
              <a:gd name="connsiteY34" fmla="*/ 168212 h 1933575"/>
              <a:gd name="connsiteX35" fmla="*/ 68199 w 1971675"/>
              <a:gd name="connsiteY35" fmla="*/ 247174 h 1933575"/>
              <a:gd name="connsiteX36" fmla="*/ 66961 w 1971675"/>
              <a:gd name="connsiteY36" fmla="*/ 255937 h 1933575"/>
              <a:gd name="connsiteX37" fmla="*/ 166116 w 1971675"/>
              <a:gd name="connsiteY37" fmla="*/ 412147 h 1933575"/>
              <a:gd name="connsiteX38" fmla="*/ 392430 w 1971675"/>
              <a:gd name="connsiteY38" fmla="*/ 639794 h 1933575"/>
              <a:gd name="connsiteX39" fmla="*/ 535400 w 1971675"/>
              <a:gd name="connsiteY39" fmla="*/ 773430 h 1933575"/>
              <a:gd name="connsiteX40" fmla="*/ 783622 w 1971675"/>
              <a:gd name="connsiteY40" fmla="*/ 1045369 h 1933575"/>
              <a:gd name="connsiteX41" fmla="*/ 802958 w 1971675"/>
              <a:gd name="connsiteY41" fmla="*/ 1090708 h 1933575"/>
              <a:gd name="connsiteX42" fmla="*/ 842010 w 1971675"/>
              <a:gd name="connsiteY42" fmla="*/ 1775079 h 1933575"/>
              <a:gd name="connsiteX43" fmla="*/ 853821 w 1971675"/>
              <a:gd name="connsiteY43" fmla="*/ 1820894 h 1933575"/>
              <a:gd name="connsiteX44" fmla="*/ 1073563 w 1971675"/>
              <a:gd name="connsiteY44" fmla="*/ 1854803 h 1933575"/>
              <a:gd name="connsiteX45" fmla="*/ 1114616 w 1971675"/>
              <a:gd name="connsiteY45" fmla="*/ 1829467 h 1933575"/>
              <a:gd name="connsiteX46" fmla="*/ 1127379 w 1971675"/>
              <a:gd name="connsiteY46" fmla="*/ 1786223 h 1933575"/>
              <a:gd name="connsiteX47" fmla="*/ 1172813 w 1971675"/>
              <a:gd name="connsiteY47" fmla="*/ 1088898 h 1933575"/>
              <a:gd name="connsiteX48" fmla="*/ 1239584 w 1971675"/>
              <a:gd name="connsiteY48" fmla="*/ 980027 h 1933575"/>
              <a:gd name="connsiteX49" fmla="*/ 1414748 w 1971675"/>
              <a:gd name="connsiteY49" fmla="*/ 798005 h 1933575"/>
              <a:gd name="connsiteX50" fmla="*/ 1718310 w 1971675"/>
              <a:gd name="connsiteY50" fmla="*/ 518160 h 1933575"/>
              <a:gd name="connsiteX51" fmla="*/ 1847088 w 1971675"/>
              <a:gd name="connsiteY51" fmla="*/ 380429 h 1933575"/>
              <a:gd name="connsiteX52" fmla="*/ 1903762 w 1971675"/>
              <a:gd name="connsiteY52" fmla="*/ 266700 h 1933575"/>
              <a:gd name="connsiteX53" fmla="*/ 1886998 w 1971675"/>
              <a:gd name="connsiteY53" fmla="*/ 224885 h 1933575"/>
              <a:gd name="connsiteX54" fmla="*/ 1820228 w 1971675"/>
              <a:gd name="connsiteY54" fmla="*/ 184880 h 1933575"/>
              <a:gd name="connsiteX55" fmla="*/ 1507331 w 1971675"/>
              <a:gd name="connsiteY55" fmla="*/ 103727 h 1933575"/>
              <a:gd name="connsiteX56" fmla="*/ 1506855 w 1971675"/>
              <a:gd name="connsiteY56" fmla="*/ 104013 h 1933575"/>
              <a:gd name="connsiteX57" fmla="*/ 1507141 w 1971675"/>
              <a:gd name="connsiteY57" fmla="*/ 104489 h 1933575"/>
              <a:gd name="connsiteX58" fmla="*/ 1728311 w 1971675"/>
              <a:gd name="connsiteY58" fmla="*/ 169640 h 1933575"/>
              <a:gd name="connsiteX59" fmla="*/ 1789081 w 1971675"/>
              <a:gd name="connsiteY59" fmla="*/ 210693 h 1933575"/>
              <a:gd name="connsiteX60" fmla="*/ 1807655 w 1971675"/>
              <a:gd name="connsiteY60" fmla="*/ 276606 h 1933575"/>
              <a:gd name="connsiteX61" fmla="*/ 1431036 w 1971675"/>
              <a:gd name="connsiteY61" fmla="*/ 413766 h 1933575"/>
              <a:gd name="connsiteX62" fmla="*/ 672465 w 1971675"/>
              <a:gd name="connsiteY62" fmla="*/ 427577 h 1933575"/>
              <a:gd name="connsiteX63" fmla="*/ 162020 w 1971675"/>
              <a:gd name="connsiteY63" fmla="*/ 262795 h 1933575"/>
              <a:gd name="connsiteX64" fmla="*/ 322898 w 1971675"/>
              <a:gd name="connsiteY64" fmla="*/ 139351 h 1933575"/>
              <a:gd name="connsiteX65" fmla="*/ 416814 w 1971675"/>
              <a:gd name="connsiteY65" fmla="*/ 113728 h 1933575"/>
              <a:gd name="connsiteX66" fmla="*/ 985742 w 1971675"/>
              <a:gd name="connsiteY66" fmla="*/ 373094 h 1933575"/>
              <a:gd name="connsiteX67" fmla="*/ 1602391 w 1971675"/>
              <a:gd name="connsiteY67" fmla="*/ 316135 h 1933575"/>
              <a:gd name="connsiteX68" fmla="*/ 1736789 w 1971675"/>
              <a:gd name="connsiteY68" fmla="*/ 263938 h 1933575"/>
              <a:gd name="connsiteX69" fmla="*/ 1737187 w 1971675"/>
              <a:gd name="connsiteY69" fmla="*/ 251199 h 1933575"/>
              <a:gd name="connsiteX70" fmla="*/ 1735550 w 1971675"/>
              <a:gd name="connsiteY70" fmla="*/ 249841 h 1933575"/>
              <a:gd name="connsiteX71" fmla="*/ 1632014 w 1971675"/>
              <a:gd name="connsiteY71" fmla="*/ 203835 h 1933575"/>
              <a:gd name="connsiteX72" fmla="*/ 985742 w 1971675"/>
              <a:gd name="connsiteY72" fmla="*/ 126778 h 1933575"/>
              <a:gd name="connsiteX73" fmla="*/ 339376 w 1971675"/>
              <a:gd name="connsiteY73" fmla="*/ 203930 h 1933575"/>
              <a:gd name="connsiteX74" fmla="*/ 235839 w 1971675"/>
              <a:gd name="connsiteY74" fmla="*/ 249936 h 1933575"/>
              <a:gd name="connsiteX75" fmla="*/ 233228 w 1971675"/>
              <a:gd name="connsiteY75" fmla="*/ 262379 h 1933575"/>
              <a:gd name="connsiteX76" fmla="*/ 234601 w 1971675"/>
              <a:gd name="connsiteY76" fmla="*/ 264033 h 1933575"/>
              <a:gd name="connsiteX77" fmla="*/ 368999 w 1971675"/>
              <a:gd name="connsiteY77" fmla="*/ 316230 h 1933575"/>
              <a:gd name="connsiteX78" fmla="*/ 985742 w 1971675"/>
              <a:gd name="connsiteY78" fmla="*/ 373094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971675" h="1933575">
                <a:moveTo>
                  <a:pt x="1085755" y="0"/>
                </a:moveTo>
                <a:cubicBezTo>
                  <a:pt x="1122775" y="1397"/>
                  <a:pt x="1189800" y="5175"/>
                  <a:pt x="1286828" y="11335"/>
                </a:cubicBezTo>
                <a:cubicBezTo>
                  <a:pt x="1449515" y="21622"/>
                  <a:pt x="1605661" y="48165"/>
                  <a:pt x="1755267" y="90964"/>
                </a:cubicBezTo>
                <a:cubicBezTo>
                  <a:pt x="1801114" y="104108"/>
                  <a:pt x="1845120" y="121730"/>
                  <a:pt x="1887284" y="143828"/>
                </a:cubicBezTo>
                <a:cubicBezTo>
                  <a:pt x="1932115" y="167323"/>
                  <a:pt x="1960245" y="200279"/>
                  <a:pt x="1971675" y="242697"/>
                </a:cubicBezTo>
                <a:lnTo>
                  <a:pt x="1971675" y="265748"/>
                </a:lnTo>
                <a:cubicBezTo>
                  <a:pt x="1961452" y="323088"/>
                  <a:pt x="1937639" y="375031"/>
                  <a:pt x="1900238" y="421576"/>
                </a:cubicBezTo>
                <a:cubicBezTo>
                  <a:pt x="1863217" y="467614"/>
                  <a:pt x="1822990" y="510699"/>
                  <a:pt x="1779556" y="550831"/>
                </a:cubicBezTo>
                <a:cubicBezTo>
                  <a:pt x="1596739" y="719995"/>
                  <a:pt x="1498632" y="810831"/>
                  <a:pt x="1485233" y="823341"/>
                </a:cubicBezTo>
                <a:cubicBezTo>
                  <a:pt x="1397794" y="905065"/>
                  <a:pt x="1316831" y="984504"/>
                  <a:pt x="1248251" y="1076897"/>
                </a:cubicBezTo>
                <a:cubicBezTo>
                  <a:pt x="1242092" y="1085215"/>
                  <a:pt x="1238695" y="1094613"/>
                  <a:pt x="1238060" y="1105091"/>
                </a:cubicBezTo>
                <a:cubicBezTo>
                  <a:pt x="1228916" y="1259014"/>
                  <a:pt x="1214977" y="1477550"/>
                  <a:pt x="1196245" y="1760696"/>
                </a:cubicBezTo>
                <a:cubicBezTo>
                  <a:pt x="1193387" y="1803495"/>
                  <a:pt x="1188339" y="1832642"/>
                  <a:pt x="1181100" y="1848136"/>
                </a:cubicBezTo>
                <a:cubicBezTo>
                  <a:pt x="1154049" y="1906143"/>
                  <a:pt x="1082707" y="1927955"/>
                  <a:pt x="1022223" y="1933575"/>
                </a:cubicBezTo>
                <a:lnTo>
                  <a:pt x="960215" y="1933575"/>
                </a:lnTo>
                <a:cubicBezTo>
                  <a:pt x="874776" y="1928051"/>
                  <a:pt x="781050" y="1883855"/>
                  <a:pt x="775907" y="1791367"/>
                </a:cubicBezTo>
                <a:cubicBezTo>
                  <a:pt x="771525" y="1713833"/>
                  <a:pt x="758476" y="1484852"/>
                  <a:pt x="736759" y="1104424"/>
                </a:cubicBezTo>
                <a:cubicBezTo>
                  <a:pt x="736324" y="1096669"/>
                  <a:pt x="733533" y="1089227"/>
                  <a:pt x="728758" y="1083088"/>
                </a:cubicBezTo>
                <a:cubicBezTo>
                  <a:pt x="718217" y="1069499"/>
                  <a:pt x="705263" y="1053783"/>
                  <a:pt x="689896" y="1035939"/>
                </a:cubicBezTo>
                <a:cubicBezTo>
                  <a:pt x="620808" y="955421"/>
                  <a:pt x="541877" y="872458"/>
                  <a:pt x="453104" y="787051"/>
                </a:cubicBezTo>
                <a:cubicBezTo>
                  <a:pt x="436785" y="771303"/>
                  <a:pt x="376079" y="714565"/>
                  <a:pt x="270986" y="616839"/>
                </a:cubicBezTo>
                <a:cubicBezTo>
                  <a:pt x="226028" y="574993"/>
                  <a:pt x="175387" y="522510"/>
                  <a:pt x="119063" y="459391"/>
                </a:cubicBezTo>
                <a:cubicBezTo>
                  <a:pt x="68675" y="402908"/>
                  <a:pt x="14573" y="335280"/>
                  <a:pt x="0" y="259747"/>
                </a:cubicBezTo>
                <a:lnTo>
                  <a:pt x="0" y="243364"/>
                </a:lnTo>
                <a:cubicBezTo>
                  <a:pt x="12192" y="200184"/>
                  <a:pt x="42482" y="166783"/>
                  <a:pt x="90869" y="143161"/>
                </a:cubicBezTo>
                <a:cubicBezTo>
                  <a:pt x="138176" y="119983"/>
                  <a:pt x="183039" y="102426"/>
                  <a:pt x="225457" y="90488"/>
                </a:cubicBezTo>
                <a:cubicBezTo>
                  <a:pt x="370999" y="49594"/>
                  <a:pt x="522097" y="23622"/>
                  <a:pt x="678752" y="12573"/>
                </a:cubicBezTo>
                <a:cubicBezTo>
                  <a:pt x="768160" y="6287"/>
                  <a:pt x="840835" y="2096"/>
                  <a:pt x="896779" y="0"/>
                </a:cubicBezTo>
                <a:lnTo>
                  <a:pt x="1085755" y="0"/>
                </a:lnTo>
                <a:close/>
                <a:moveTo>
                  <a:pt x="416814" y="113728"/>
                </a:moveTo>
                <a:cubicBezTo>
                  <a:pt x="418021" y="113411"/>
                  <a:pt x="418719" y="113252"/>
                  <a:pt x="418910" y="113252"/>
                </a:cubicBezTo>
                <a:lnTo>
                  <a:pt x="418910" y="113157"/>
                </a:lnTo>
                <a:cubicBezTo>
                  <a:pt x="418910" y="113030"/>
                  <a:pt x="418941" y="113030"/>
                  <a:pt x="419005" y="113157"/>
                </a:cubicBezTo>
                <a:cubicBezTo>
                  <a:pt x="419005" y="113221"/>
                  <a:pt x="418973" y="113252"/>
                  <a:pt x="418910" y="113252"/>
                </a:cubicBezTo>
                <a:cubicBezTo>
                  <a:pt x="345313" y="124936"/>
                  <a:pt x="272066" y="143256"/>
                  <a:pt x="199168" y="168212"/>
                </a:cubicBezTo>
                <a:cubicBezTo>
                  <a:pt x="158401" y="182213"/>
                  <a:pt x="90107" y="209074"/>
                  <a:pt x="68199" y="247174"/>
                </a:cubicBezTo>
                <a:cubicBezTo>
                  <a:pt x="66612" y="249968"/>
                  <a:pt x="66199" y="252889"/>
                  <a:pt x="66961" y="255937"/>
                </a:cubicBezTo>
                <a:cubicBezTo>
                  <a:pt x="80772" y="312420"/>
                  <a:pt x="128302" y="368808"/>
                  <a:pt x="166116" y="412147"/>
                </a:cubicBezTo>
                <a:cubicBezTo>
                  <a:pt x="222187" y="476472"/>
                  <a:pt x="297625" y="552355"/>
                  <a:pt x="392430" y="639794"/>
                </a:cubicBezTo>
                <a:cubicBezTo>
                  <a:pt x="472948" y="714089"/>
                  <a:pt x="520605" y="758635"/>
                  <a:pt x="535400" y="773430"/>
                </a:cubicBezTo>
                <a:cubicBezTo>
                  <a:pt x="635349" y="872617"/>
                  <a:pt x="718090" y="963263"/>
                  <a:pt x="783622" y="1045369"/>
                </a:cubicBezTo>
                <a:cubicBezTo>
                  <a:pt x="795687" y="1060418"/>
                  <a:pt x="802132" y="1075531"/>
                  <a:pt x="802958" y="1090708"/>
                </a:cubicBezTo>
                <a:cubicBezTo>
                  <a:pt x="809689" y="1214850"/>
                  <a:pt x="822706" y="1442974"/>
                  <a:pt x="842010" y="1775079"/>
                </a:cubicBezTo>
                <a:cubicBezTo>
                  <a:pt x="843217" y="1796860"/>
                  <a:pt x="847154" y="1812131"/>
                  <a:pt x="853821" y="1820894"/>
                </a:cubicBezTo>
                <a:cubicBezTo>
                  <a:pt x="896874" y="1877568"/>
                  <a:pt x="1010603" y="1872520"/>
                  <a:pt x="1073563" y="1854803"/>
                </a:cubicBezTo>
                <a:cubicBezTo>
                  <a:pt x="1090898" y="1849914"/>
                  <a:pt x="1104583" y="1841468"/>
                  <a:pt x="1114616" y="1829467"/>
                </a:cubicBezTo>
                <a:cubicBezTo>
                  <a:pt x="1121728" y="1820894"/>
                  <a:pt x="1125982" y="1806480"/>
                  <a:pt x="1127379" y="1786223"/>
                </a:cubicBezTo>
                <a:cubicBezTo>
                  <a:pt x="1136079" y="1658715"/>
                  <a:pt x="1151223" y="1426274"/>
                  <a:pt x="1172813" y="1088898"/>
                </a:cubicBezTo>
                <a:cubicBezTo>
                  <a:pt x="1174909" y="1055561"/>
                  <a:pt x="1214914" y="1008602"/>
                  <a:pt x="1239584" y="980027"/>
                </a:cubicBezTo>
                <a:cubicBezTo>
                  <a:pt x="1290257" y="921353"/>
                  <a:pt x="1348645" y="860679"/>
                  <a:pt x="1414748" y="798005"/>
                </a:cubicBezTo>
                <a:cubicBezTo>
                  <a:pt x="1481804" y="734378"/>
                  <a:pt x="1582992" y="641096"/>
                  <a:pt x="1718310" y="518160"/>
                </a:cubicBezTo>
                <a:cubicBezTo>
                  <a:pt x="1763903" y="476822"/>
                  <a:pt x="1806829" y="430911"/>
                  <a:pt x="1847088" y="380429"/>
                </a:cubicBezTo>
                <a:cubicBezTo>
                  <a:pt x="1871853" y="349282"/>
                  <a:pt x="1896428" y="307467"/>
                  <a:pt x="1903762" y="266700"/>
                </a:cubicBezTo>
                <a:cubicBezTo>
                  <a:pt x="1907477" y="246031"/>
                  <a:pt x="1900904" y="237077"/>
                  <a:pt x="1886998" y="224885"/>
                </a:cubicBezTo>
                <a:cubicBezTo>
                  <a:pt x="1870297" y="210217"/>
                  <a:pt x="1848041" y="196882"/>
                  <a:pt x="1820228" y="184880"/>
                </a:cubicBezTo>
                <a:cubicBezTo>
                  <a:pt x="1733360" y="147288"/>
                  <a:pt x="1629061" y="120237"/>
                  <a:pt x="1507331" y="103727"/>
                </a:cubicBezTo>
                <a:cubicBezTo>
                  <a:pt x="1507121" y="103675"/>
                  <a:pt x="1506908" y="103803"/>
                  <a:pt x="1506855" y="104013"/>
                </a:cubicBezTo>
                <a:cubicBezTo>
                  <a:pt x="1506802" y="104223"/>
                  <a:pt x="1506930" y="104437"/>
                  <a:pt x="1507141" y="104489"/>
                </a:cubicBezTo>
                <a:cubicBezTo>
                  <a:pt x="1586103" y="121825"/>
                  <a:pt x="1658398" y="137541"/>
                  <a:pt x="1728311" y="169640"/>
                </a:cubicBezTo>
                <a:cubicBezTo>
                  <a:pt x="1754156" y="181515"/>
                  <a:pt x="1774412" y="195199"/>
                  <a:pt x="1789081" y="210693"/>
                </a:cubicBezTo>
                <a:cubicBezTo>
                  <a:pt x="1807051" y="229680"/>
                  <a:pt x="1813243" y="251651"/>
                  <a:pt x="1807655" y="276606"/>
                </a:cubicBezTo>
                <a:cubicBezTo>
                  <a:pt x="1787366" y="366522"/>
                  <a:pt x="1508951" y="404527"/>
                  <a:pt x="1431036" y="413766"/>
                </a:cubicBezTo>
                <a:cubicBezTo>
                  <a:pt x="1190117" y="442405"/>
                  <a:pt x="937260" y="447008"/>
                  <a:pt x="672465" y="427577"/>
                </a:cubicBezTo>
                <a:cubicBezTo>
                  <a:pt x="591598" y="421576"/>
                  <a:pt x="161639" y="385286"/>
                  <a:pt x="162020" y="262795"/>
                </a:cubicBezTo>
                <a:cubicBezTo>
                  <a:pt x="162211" y="192310"/>
                  <a:pt x="263557" y="156496"/>
                  <a:pt x="322898" y="139351"/>
                </a:cubicBezTo>
                <a:cubicBezTo>
                  <a:pt x="350203" y="131477"/>
                  <a:pt x="381508" y="122936"/>
                  <a:pt x="416814" y="113728"/>
                </a:cubicBezTo>
                <a:close/>
                <a:moveTo>
                  <a:pt x="985742" y="373094"/>
                </a:moveTo>
                <a:cubicBezTo>
                  <a:pt x="1191292" y="373094"/>
                  <a:pt x="1401794" y="360617"/>
                  <a:pt x="1602391" y="316135"/>
                </a:cubicBezTo>
                <a:cubicBezTo>
                  <a:pt x="1642396" y="307276"/>
                  <a:pt x="1709166" y="289751"/>
                  <a:pt x="1736789" y="263938"/>
                </a:cubicBezTo>
                <a:cubicBezTo>
                  <a:pt x="1740409" y="260494"/>
                  <a:pt x="1740587" y="254790"/>
                  <a:pt x="1737187" y="251199"/>
                </a:cubicBezTo>
                <a:cubicBezTo>
                  <a:pt x="1736698" y="250682"/>
                  <a:pt x="1736149" y="250226"/>
                  <a:pt x="1735550" y="249841"/>
                </a:cubicBezTo>
                <a:cubicBezTo>
                  <a:pt x="1706023" y="230791"/>
                  <a:pt x="1671511" y="215456"/>
                  <a:pt x="1632014" y="203835"/>
                </a:cubicBezTo>
                <a:cubicBezTo>
                  <a:pt x="1428845" y="143828"/>
                  <a:pt x="1202912" y="126778"/>
                  <a:pt x="985742" y="126778"/>
                </a:cubicBezTo>
                <a:cubicBezTo>
                  <a:pt x="768477" y="126873"/>
                  <a:pt x="542639" y="143923"/>
                  <a:pt x="339376" y="203930"/>
                </a:cubicBezTo>
                <a:cubicBezTo>
                  <a:pt x="299879" y="215551"/>
                  <a:pt x="265367" y="230886"/>
                  <a:pt x="235839" y="249936"/>
                </a:cubicBezTo>
                <a:cubicBezTo>
                  <a:pt x="231681" y="252614"/>
                  <a:pt x="230512" y="258185"/>
                  <a:pt x="233228" y="262379"/>
                </a:cubicBezTo>
                <a:cubicBezTo>
                  <a:pt x="233619" y="262982"/>
                  <a:pt x="234080" y="263537"/>
                  <a:pt x="234601" y="264033"/>
                </a:cubicBezTo>
                <a:cubicBezTo>
                  <a:pt x="262223" y="289846"/>
                  <a:pt x="328994" y="307372"/>
                  <a:pt x="368999" y="316230"/>
                </a:cubicBezTo>
                <a:cubicBezTo>
                  <a:pt x="569690" y="360712"/>
                  <a:pt x="780193" y="373094"/>
                  <a:pt x="985742" y="373094"/>
                </a:cubicBezTo>
                <a:close/>
              </a:path>
            </a:pathLst>
          </a:custGeom>
          <a:solidFill>
            <a:srgbClr val="FFFFFF"/>
          </a:solidFill>
          <a:ln w="9525" cap="flat">
            <a:noFill/>
            <a:prstDash val="solid"/>
            <a:miter/>
          </a:ln>
        </p:spPr>
        <p:txBody>
          <a:bodyPr rtlCol="0" anchor="ctr"/>
          <a:lstStyle/>
          <a:p>
            <a:endParaRPr lang="en-US" dirty="0"/>
          </a:p>
        </p:txBody>
      </p:sp>
      <p:sp>
        <p:nvSpPr>
          <p:cNvPr id="4" name="Cleaning" descr="{&quot;Key&quot;:&quot;POWER_USER_SHAPE_ICON&quot;,&quot;Value&quot;:&quot;POWER_USER_SHAPE_ICON_STYLE_1&quot;}">
            <a:extLst>
              <a:ext uri="{FF2B5EF4-FFF2-40B4-BE49-F238E27FC236}">
                <a16:creationId xmlns:a16="http://schemas.microsoft.com/office/drawing/2014/main" id="{5C322F73-4599-1878-CE3A-D33B9109614C}"/>
              </a:ext>
            </a:extLst>
          </p:cNvPr>
          <p:cNvSpPr>
            <a:spLocks noChangeAspect="1"/>
          </p:cNvSpPr>
          <p:nvPr/>
        </p:nvSpPr>
        <p:spPr>
          <a:xfrm>
            <a:off x="7007804" y="4022527"/>
            <a:ext cx="696593" cy="554182"/>
          </a:xfrm>
          <a:custGeom>
            <a:avLst/>
            <a:gdLst>
              <a:gd name="connsiteX0" fmla="*/ 0 w 2684008"/>
              <a:gd name="connsiteY0" fmla="*/ 130770 h 2135289"/>
              <a:gd name="connsiteX1" fmla="*/ 0 w 2684008"/>
              <a:gd name="connsiteY1" fmla="*/ 121340 h 2135289"/>
              <a:gd name="connsiteX2" fmla="*/ 1485043 w 2684008"/>
              <a:gd name="connsiteY2" fmla="*/ 212208 h 2135289"/>
              <a:gd name="connsiteX3" fmla="*/ 1493425 w 2684008"/>
              <a:gd name="connsiteY3" fmla="*/ 210780 h 2135289"/>
              <a:gd name="connsiteX4" fmla="*/ 1547146 w 2684008"/>
              <a:gd name="connsiteY4" fmla="*/ 150963 h 2135289"/>
              <a:gd name="connsiteX5" fmla="*/ 1594199 w 2684008"/>
              <a:gd name="connsiteY5" fmla="*/ 147534 h 2135289"/>
              <a:gd name="connsiteX6" fmla="*/ 2093595 w 2684008"/>
              <a:gd name="connsiteY6" fmla="*/ 564729 h 2135289"/>
              <a:gd name="connsiteX7" fmla="*/ 2126552 w 2684008"/>
              <a:gd name="connsiteY7" fmla="*/ 580731 h 2135289"/>
              <a:gd name="connsiteX8" fmla="*/ 2244947 w 2684008"/>
              <a:gd name="connsiteY8" fmla="*/ 705413 h 2135289"/>
              <a:gd name="connsiteX9" fmla="*/ 2249615 w 2684008"/>
              <a:gd name="connsiteY9" fmla="*/ 706842 h 2135289"/>
              <a:gd name="connsiteX10" fmla="*/ 2436590 w 2684008"/>
              <a:gd name="connsiteY10" fmla="*/ 691411 h 2135289"/>
              <a:gd name="connsiteX11" fmla="*/ 2498312 w 2684008"/>
              <a:gd name="connsiteY11" fmla="*/ 888102 h 2135289"/>
              <a:gd name="connsiteX12" fmla="*/ 2500884 w 2684008"/>
              <a:gd name="connsiteY12" fmla="*/ 892770 h 2135289"/>
              <a:gd name="connsiteX13" fmla="*/ 2633091 w 2684008"/>
              <a:gd name="connsiteY13" fmla="*/ 1006784 h 2135289"/>
              <a:gd name="connsiteX14" fmla="*/ 2634806 w 2684008"/>
              <a:gd name="connsiteY14" fmla="*/ 1087175 h 2135289"/>
              <a:gd name="connsiteX15" fmla="*/ 2569750 w 2684008"/>
              <a:gd name="connsiteY15" fmla="*/ 1187854 h 2135289"/>
              <a:gd name="connsiteX16" fmla="*/ 2570893 w 2684008"/>
              <a:gd name="connsiteY16" fmla="*/ 1192331 h 2135289"/>
              <a:gd name="connsiteX17" fmla="*/ 2683288 w 2684008"/>
              <a:gd name="connsiteY17" fmla="*/ 1327300 h 2135289"/>
              <a:gd name="connsiteX18" fmla="*/ 2614708 w 2684008"/>
              <a:gd name="connsiteY18" fmla="*/ 1470651 h 2135289"/>
              <a:gd name="connsiteX19" fmla="*/ 2085308 w 2684008"/>
              <a:gd name="connsiteY19" fmla="*/ 2001099 h 2135289"/>
              <a:gd name="connsiteX20" fmla="*/ 1841754 w 2684008"/>
              <a:gd name="connsiteY20" fmla="*/ 2128353 h 2135289"/>
              <a:gd name="connsiteX21" fmla="*/ 1265111 w 2684008"/>
              <a:gd name="connsiteY21" fmla="*/ 1850985 h 2135289"/>
              <a:gd name="connsiteX22" fmla="*/ 1185291 w 2684008"/>
              <a:gd name="connsiteY22" fmla="*/ 1571712 h 2135289"/>
              <a:gd name="connsiteX23" fmla="*/ 1179100 w 2684008"/>
              <a:gd name="connsiteY23" fmla="*/ 1558281 h 2135289"/>
              <a:gd name="connsiteX24" fmla="*/ 696659 w 2684008"/>
              <a:gd name="connsiteY24" fmla="*/ 1146897 h 2135289"/>
              <a:gd name="connsiteX25" fmla="*/ 693081 w 2684008"/>
              <a:gd name="connsiteY25" fmla="*/ 1102859 h 2135289"/>
              <a:gd name="connsiteX26" fmla="*/ 693134 w 2684008"/>
              <a:gd name="connsiteY26" fmla="*/ 1102796 h 2135289"/>
              <a:gd name="connsiteX27" fmla="*/ 734282 w 2684008"/>
              <a:gd name="connsiteY27" fmla="*/ 1054599 h 2135289"/>
              <a:gd name="connsiteX28" fmla="*/ 732758 w 2684008"/>
              <a:gd name="connsiteY28" fmla="*/ 1048694 h 2135289"/>
              <a:gd name="connsiteX29" fmla="*/ 368808 w 2684008"/>
              <a:gd name="connsiteY29" fmla="*/ 1047932 h 2135289"/>
              <a:gd name="connsiteX30" fmla="*/ 356616 w 2684008"/>
              <a:gd name="connsiteY30" fmla="*/ 1042312 h 2135289"/>
              <a:gd name="connsiteX31" fmla="*/ 338804 w 2684008"/>
              <a:gd name="connsiteY31" fmla="*/ 997926 h 2135289"/>
              <a:gd name="connsiteX32" fmla="*/ 344329 w 2684008"/>
              <a:gd name="connsiteY32" fmla="*/ 985638 h 2135289"/>
              <a:gd name="connsiteX33" fmla="*/ 781336 w 2684008"/>
              <a:gd name="connsiteY33" fmla="*/ 996592 h 2135289"/>
              <a:gd name="connsiteX34" fmla="*/ 788765 w 2684008"/>
              <a:gd name="connsiteY34" fmla="*/ 994878 h 2135289"/>
              <a:gd name="connsiteX35" fmla="*/ 1441514 w 2684008"/>
              <a:gd name="connsiteY35" fmla="*/ 268406 h 2135289"/>
              <a:gd name="connsiteX36" fmla="*/ 1441240 w 2684008"/>
              <a:gd name="connsiteY36" fmla="*/ 264779 h 2135289"/>
              <a:gd name="connsiteX37" fmla="*/ 1440847 w 2684008"/>
              <a:gd name="connsiteY37" fmla="*/ 264501 h 2135289"/>
              <a:gd name="connsiteX38" fmla="*/ 30766 w 2684008"/>
              <a:gd name="connsiteY38" fmla="*/ 181157 h 2135289"/>
              <a:gd name="connsiteX39" fmla="*/ 18383 w 2684008"/>
              <a:gd name="connsiteY39" fmla="*/ 175823 h 2135289"/>
              <a:gd name="connsiteX40" fmla="*/ 0 w 2684008"/>
              <a:gd name="connsiteY40" fmla="*/ 130770 h 2135289"/>
              <a:gd name="connsiteX41" fmla="*/ 1387031 w 2684008"/>
              <a:gd name="connsiteY41" fmla="*/ 697126 h 2135289"/>
              <a:gd name="connsiteX42" fmla="*/ 1595628 w 2684008"/>
              <a:gd name="connsiteY42" fmla="*/ 698745 h 2135289"/>
              <a:gd name="connsiteX43" fmla="*/ 1692116 w 2684008"/>
              <a:gd name="connsiteY43" fmla="*/ 907724 h 2135289"/>
              <a:gd name="connsiteX44" fmla="*/ 1696307 w 2684008"/>
              <a:gd name="connsiteY44" fmla="*/ 909534 h 2135289"/>
              <a:gd name="connsiteX45" fmla="*/ 1977295 w 2684008"/>
              <a:gd name="connsiteY45" fmla="*/ 625974 h 2135289"/>
              <a:gd name="connsiteX46" fmla="*/ 2017967 w 2684008"/>
              <a:gd name="connsiteY46" fmla="*/ 594542 h 2135289"/>
              <a:gd name="connsiteX47" fmla="*/ 2018443 w 2684008"/>
              <a:gd name="connsiteY47" fmla="*/ 588636 h 2135289"/>
              <a:gd name="connsiteX48" fmla="*/ 1581626 w 2684008"/>
              <a:gd name="connsiteY48" fmla="*/ 223924 h 2135289"/>
              <a:gd name="connsiteX49" fmla="*/ 1570387 w 2684008"/>
              <a:gd name="connsiteY49" fmla="*/ 224686 h 2135289"/>
              <a:gd name="connsiteX50" fmla="*/ 770763 w 2684008"/>
              <a:gd name="connsiteY50" fmla="*/ 1114702 h 2135289"/>
              <a:gd name="connsiteX51" fmla="*/ 771196 w 2684008"/>
              <a:gd name="connsiteY51" fmla="*/ 1122773 h 2135289"/>
              <a:gd name="connsiteX52" fmla="*/ 771334 w 2684008"/>
              <a:gd name="connsiteY52" fmla="*/ 1122894 h 2135289"/>
              <a:gd name="connsiteX53" fmla="*/ 1186434 w 2684008"/>
              <a:gd name="connsiteY53" fmla="*/ 1476938 h 2135289"/>
              <a:gd name="connsiteX54" fmla="*/ 1190720 w 2684008"/>
              <a:gd name="connsiteY54" fmla="*/ 1475414 h 2135289"/>
              <a:gd name="connsiteX55" fmla="*/ 1268254 w 2684008"/>
              <a:gd name="connsiteY55" fmla="*/ 1205094 h 2135289"/>
              <a:gd name="connsiteX56" fmla="*/ 1361980 w 2684008"/>
              <a:gd name="connsiteY56" fmla="*/ 865909 h 2135289"/>
              <a:gd name="connsiteX57" fmla="*/ 1387031 w 2684008"/>
              <a:gd name="connsiteY57" fmla="*/ 697126 h 2135289"/>
              <a:gd name="connsiteX58" fmla="*/ 1670209 w 2684008"/>
              <a:gd name="connsiteY58" fmla="*/ 1030882 h 2135289"/>
              <a:gd name="connsiteX59" fmla="*/ 1611154 w 2684008"/>
              <a:gd name="connsiteY59" fmla="*/ 996116 h 2135289"/>
              <a:gd name="connsiteX60" fmla="*/ 1488472 w 2684008"/>
              <a:gd name="connsiteY60" fmla="*/ 722367 h 2135289"/>
              <a:gd name="connsiteX61" fmla="*/ 1435322 w 2684008"/>
              <a:gd name="connsiteY61" fmla="*/ 765325 h 2135289"/>
              <a:gd name="connsiteX62" fmla="*/ 1428560 w 2684008"/>
              <a:gd name="connsiteY62" fmla="*/ 870862 h 2135289"/>
              <a:gd name="connsiteX63" fmla="*/ 1375886 w 2684008"/>
              <a:gd name="connsiteY63" fmla="*/ 1115845 h 2135289"/>
              <a:gd name="connsiteX64" fmla="*/ 1333024 w 2684008"/>
              <a:gd name="connsiteY64" fmla="*/ 1222525 h 2135289"/>
              <a:gd name="connsiteX65" fmla="*/ 1255014 w 2684008"/>
              <a:gd name="connsiteY65" fmla="*/ 1508466 h 2135289"/>
              <a:gd name="connsiteX66" fmla="*/ 1441323 w 2684008"/>
              <a:gd name="connsiteY66" fmla="*/ 1954140 h 2135289"/>
              <a:gd name="connsiteX67" fmla="*/ 1795082 w 2684008"/>
              <a:gd name="connsiteY67" fmla="*/ 2066916 h 2135289"/>
              <a:gd name="connsiteX68" fmla="*/ 2025206 w 2684008"/>
              <a:gd name="connsiteY68" fmla="*/ 1966523 h 2135289"/>
              <a:gd name="connsiteX69" fmla="*/ 2563940 w 2684008"/>
              <a:gd name="connsiteY69" fmla="*/ 1427694 h 2135289"/>
              <a:gd name="connsiteX70" fmla="*/ 2615946 w 2684008"/>
              <a:gd name="connsiteY70" fmla="*/ 1325871 h 2135289"/>
              <a:gd name="connsiteX71" fmla="*/ 2481644 w 2684008"/>
              <a:gd name="connsiteY71" fmla="*/ 1278151 h 2135289"/>
              <a:gd name="connsiteX72" fmla="*/ 2222659 w 2684008"/>
              <a:gd name="connsiteY72" fmla="*/ 1535421 h 2135289"/>
              <a:gd name="connsiteX73" fmla="*/ 2174843 w 2684008"/>
              <a:gd name="connsiteY73" fmla="*/ 1535993 h 2135289"/>
              <a:gd name="connsiteX74" fmla="*/ 2173891 w 2684008"/>
              <a:gd name="connsiteY74" fmla="*/ 1535040 h 2135289"/>
              <a:gd name="connsiteX75" fmla="*/ 2173224 w 2684008"/>
              <a:gd name="connsiteY75" fmla="*/ 1487415 h 2135289"/>
              <a:gd name="connsiteX76" fmla="*/ 2539174 w 2684008"/>
              <a:gd name="connsiteY76" fmla="*/ 1123751 h 2135289"/>
              <a:gd name="connsiteX77" fmla="*/ 2532793 w 2684008"/>
              <a:gd name="connsiteY77" fmla="*/ 974399 h 2135289"/>
              <a:gd name="connsiteX78" fmla="*/ 2459355 w 2684008"/>
              <a:gd name="connsiteY78" fmla="*/ 962302 h 2135289"/>
              <a:gd name="connsiteX79" fmla="*/ 2409063 w 2684008"/>
              <a:gd name="connsiteY79" fmla="*/ 996878 h 2135289"/>
              <a:gd name="connsiteX80" fmla="*/ 2076545 w 2684008"/>
              <a:gd name="connsiteY80" fmla="*/ 1331205 h 2135289"/>
              <a:gd name="connsiteX81" fmla="*/ 2039207 w 2684008"/>
              <a:gd name="connsiteY81" fmla="*/ 1338254 h 2135289"/>
              <a:gd name="connsiteX82" fmla="*/ 2031683 w 2684008"/>
              <a:gd name="connsiteY82" fmla="*/ 1332825 h 2135289"/>
              <a:gd name="connsiteX83" fmla="*/ 2029968 w 2684008"/>
              <a:gd name="connsiteY83" fmla="*/ 1279389 h 2135289"/>
              <a:gd name="connsiteX84" fmla="*/ 2421827 w 2684008"/>
              <a:gd name="connsiteY84" fmla="*/ 884769 h 2135289"/>
              <a:gd name="connsiteX85" fmla="*/ 2322481 w 2684008"/>
              <a:gd name="connsiteY85" fmla="*/ 738846 h 2135289"/>
              <a:gd name="connsiteX86" fmla="*/ 2259711 w 2684008"/>
              <a:gd name="connsiteY86" fmla="*/ 789614 h 2135289"/>
              <a:gd name="connsiteX87" fmla="*/ 1926812 w 2684008"/>
              <a:gd name="connsiteY87" fmla="*/ 1127847 h 2135289"/>
              <a:gd name="connsiteX88" fmla="*/ 1879854 w 2684008"/>
              <a:gd name="connsiteY88" fmla="*/ 1128990 h 2135289"/>
              <a:gd name="connsiteX89" fmla="*/ 1878139 w 2684008"/>
              <a:gd name="connsiteY89" fmla="*/ 1127275 h 2135289"/>
              <a:gd name="connsiteX90" fmla="*/ 1878616 w 2684008"/>
              <a:gd name="connsiteY90" fmla="*/ 1078317 h 2135289"/>
              <a:gd name="connsiteX91" fmla="*/ 2125028 w 2684008"/>
              <a:gd name="connsiteY91" fmla="*/ 829238 h 2135289"/>
              <a:gd name="connsiteX92" fmla="*/ 2178368 w 2684008"/>
              <a:gd name="connsiteY92" fmla="*/ 713509 h 2135289"/>
              <a:gd name="connsiteX93" fmla="*/ 2082737 w 2684008"/>
              <a:gd name="connsiteY93" fmla="*/ 644262 h 2135289"/>
              <a:gd name="connsiteX94" fmla="*/ 2030063 w 2684008"/>
              <a:gd name="connsiteY94" fmla="*/ 666932 h 2135289"/>
              <a:gd name="connsiteX95" fmla="*/ 1670209 w 2684008"/>
              <a:gd name="connsiteY95" fmla="*/ 1030882 h 2135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684008" h="2135289">
                <a:moveTo>
                  <a:pt x="0" y="130770"/>
                </a:moveTo>
                <a:lnTo>
                  <a:pt x="0" y="121340"/>
                </a:lnTo>
                <a:cubicBezTo>
                  <a:pt x="487204" y="-67636"/>
                  <a:pt x="1023842" y="-34775"/>
                  <a:pt x="1485043" y="212208"/>
                </a:cubicBezTo>
                <a:cubicBezTo>
                  <a:pt x="1488218" y="213923"/>
                  <a:pt x="1491012" y="213447"/>
                  <a:pt x="1493425" y="210780"/>
                </a:cubicBezTo>
                <a:lnTo>
                  <a:pt x="1547146" y="150963"/>
                </a:lnTo>
                <a:cubicBezTo>
                  <a:pt x="1559358" y="137356"/>
                  <a:pt x="1580143" y="135841"/>
                  <a:pt x="1594199" y="147534"/>
                </a:cubicBezTo>
                <a:cubicBezTo>
                  <a:pt x="1891189" y="395438"/>
                  <a:pt x="2057654" y="534503"/>
                  <a:pt x="2093595" y="564729"/>
                </a:cubicBezTo>
                <a:cubicBezTo>
                  <a:pt x="2102358" y="572095"/>
                  <a:pt x="2113344" y="577429"/>
                  <a:pt x="2126552" y="580731"/>
                </a:cubicBezTo>
                <a:cubicBezTo>
                  <a:pt x="2190369" y="596860"/>
                  <a:pt x="2229834" y="638420"/>
                  <a:pt x="2244947" y="705413"/>
                </a:cubicBezTo>
                <a:cubicBezTo>
                  <a:pt x="2245646" y="708588"/>
                  <a:pt x="2247202" y="709064"/>
                  <a:pt x="2249615" y="706842"/>
                </a:cubicBezTo>
                <a:cubicBezTo>
                  <a:pt x="2300383" y="660455"/>
                  <a:pt x="2378774" y="652644"/>
                  <a:pt x="2436590" y="691411"/>
                </a:cubicBezTo>
                <a:cubicBezTo>
                  <a:pt x="2503741" y="736369"/>
                  <a:pt x="2529554" y="811521"/>
                  <a:pt x="2498312" y="888102"/>
                </a:cubicBezTo>
                <a:cubicBezTo>
                  <a:pt x="2497233" y="890706"/>
                  <a:pt x="2498090" y="892262"/>
                  <a:pt x="2500884" y="892770"/>
                </a:cubicBezTo>
                <a:cubicBezTo>
                  <a:pt x="2571242" y="906486"/>
                  <a:pt x="2615311" y="944490"/>
                  <a:pt x="2633091" y="1006784"/>
                </a:cubicBezTo>
                <a:cubicBezTo>
                  <a:pt x="2640775" y="1033517"/>
                  <a:pt x="2641346" y="1060314"/>
                  <a:pt x="2634806" y="1087175"/>
                </a:cubicBezTo>
                <a:cubicBezTo>
                  <a:pt x="2624042" y="1131466"/>
                  <a:pt x="2599849" y="1155183"/>
                  <a:pt x="2569750" y="1187854"/>
                </a:cubicBezTo>
                <a:cubicBezTo>
                  <a:pt x="2567781" y="1189950"/>
                  <a:pt x="2568162" y="1191442"/>
                  <a:pt x="2570893" y="1192331"/>
                </a:cubicBezTo>
                <a:cubicBezTo>
                  <a:pt x="2639600" y="1215191"/>
                  <a:pt x="2677065" y="1260181"/>
                  <a:pt x="2683288" y="1327300"/>
                </a:cubicBezTo>
                <a:cubicBezTo>
                  <a:pt x="2689003" y="1389308"/>
                  <a:pt x="2660237" y="1425027"/>
                  <a:pt x="2614708" y="1470651"/>
                </a:cubicBezTo>
                <a:cubicBezTo>
                  <a:pt x="2298224" y="1787389"/>
                  <a:pt x="2121757" y="1964205"/>
                  <a:pt x="2085308" y="2001099"/>
                </a:cubicBezTo>
                <a:cubicBezTo>
                  <a:pt x="2015585" y="2071711"/>
                  <a:pt x="1934401" y="2114129"/>
                  <a:pt x="1841754" y="2128353"/>
                </a:cubicBezTo>
                <a:cubicBezTo>
                  <a:pt x="1600772" y="2165119"/>
                  <a:pt x="1392079" y="2053296"/>
                  <a:pt x="1265111" y="1850985"/>
                </a:cubicBezTo>
                <a:cubicBezTo>
                  <a:pt x="1211834" y="1765958"/>
                  <a:pt x="1185228" y="1672867"/>
                  <a:pt x="1185291" y="1571712"/>
                </a:cubicBezTo>
                <a:cubicBezTo>
                  <a:pt x="1185293" y="1566568"/>
                  <a:pt x="1183032" y="1561663"/>
                  <a:pt x="1179100" y="1558281"/>
                </a:cubicBezTo>
                <a:lnTo>
                  <a:pt x="696659" y="1146897"/>
                </a:lnTo>
                <a:cubicBezTo>
                  <a:pt x="683510" y="1135724"/>
                  <a:pt x="681908" y="1116008"/>
                  <a:pt x="693081" y="1102859"/>
                </a:cubicBezTo>
                <a:cubicBezTo>
                  <a:pt x="693098" y="1102838"/>
                  <a:pt x="693116" y="1102817"/>
                  <a:pt x="693134" y="1102796"/>
                </a:cubicBezTo>
                <a:lnTo>
                  <a:pt x="734282" y="1054599"/>
                </a:lnTo>
                <a:cubicBezTo>
                  <a:pt x="736568" y="1051869"/>
                  <a:pt x="736060" y="1049900"/>
                  <a:pt x="732758" y="1048694"/>
                </a:cubicBezTo>
                <a:cubicBezTo>
                  <a:pt x="611600" y="1005069"/>
                  <a:pt x="490283" y="1004815"/>
                  <a:pt x="368808" y="1047932"/>
                </a:cubicBezTo>
                <a:cubicBezTo>
                  <a:pt x="362966" y="1049964"/>
                  <a:pt x="358902" y="1048091"/>
                  <a:pt x="356616" y="1042312"/>
                </a:cubicBezTo>
                <a:lnTo>
                  <a:pt x="338804" y="997926"/>
                </a:lnTo>
                <a:cubicBezTo>
                  <a:pt x="336391" y="991893"/>
                  <a:pt x="338233" y="987797"/>
                  <a:pt x="344329" y="985638"/>
                </a:cubicBezTo>
                <a:cubicBezTo>
                  <a:pt x="492220" y="933568"/>
                  <a:pt x="637889" y="937220"/>
                  <a:pt x="781336" y="996592"/>
                </a:cubicBezTo>
                <a:cubicBezTo>
                  <a:pt x="784193" y="997735"/>
                  <a:pt x="786670" y="997164"/>
                  <a:pt x="788765" y="994878"/>
                </a:cubicBezTo>
                <a:lnTo>
                  <a:pt x="1441514" y="268406"/>
                </a:lnTo>
                <a:cubicBezTo>
                  <a:pt x="1442439" y="267329"/>
                  <a:pt x="1442317" y="265705"/>
                  <a:pt x="1441240" y="264779"/>
                </a:cubicBezTo>
                <a:cubicBezTo>
                  <a:pt x="1441118" y="264674"/>
                  <a:pt x="1440986" y="264581"/>
                  <a:pt x="1440847" y="264501"/>
                </a:cubicBezTo>
                <a:cubicBezTo>
                  <a:pt x="1006697" y="33138"/>
                  <a:pt x="490633" y="3897"/>
                  <a:pt x="30766" y="181157"/>
                </a:cubicBezTo>
                <a:cubicBezTo>
                  <a:pt x="25875" y="182998"/>
                  <a:pt x="20405" y="180641"/>
                  <a:pt x="18383" y="175823"/>
                </a:cubicBezTo>
                <a:lnTo>
                  <a:pt x="0" y="130770"/>
                </a:lnTo>
                <a:close/>
                <a:moveTo>
                  <a:pt x="1387031" y="697126"/>
                </a:moveTo>
                <a:cubicBezTo>
                  <a:pt x="1435989" y="625212"/>
                  <a:pt x="1536002" y="655597"/>
                  <a:pt x="1595628" y="698745"/>
                </a:cubicBezTo>
                <a:cubicBezTo>
                  <a:pt x="1663351" y="747704"/>
                  <a:pt x="1693355" y="825333"/>
                  <a:pt x="1692116" y="907724"/>
                </a:cubicBezTo>
                <a:cubicBezTo>
                  <a:pt x="1692053" y="911788"/>
                  <a:pt x="1693450" y="912391"/>
                  <a:pt x="1696307" y="909534"/>
                </a:cubicBezTo>
                <a:cubicBezTo>
                  <a:pt x="1793843" y="811553"/>
                  <a:pt x="1887506" y="717033"/>
                  <a:pt x="1977295" y="625974"/>
                </a:cubicBezTo>
                <a:cubicBezTo>
                  <a:pt x="1988090" y="614989"/>
                  <a:pt x="2001647" y="604511"/>
                  <a:pt x="2017967" y="594542"/>
                </a:cubicBezTo>
                <a:cubicBezTo>
                  <a:pt x="2020888" y="592764"/>
                  <a:pt x="2021046" y="590795"/>
                  <a:pt x="2018443" y="588636"/>
                </a:cubicBezTo>
                <a:lnTo>
                  <a:pt x="1581626" y="223924"/>
                </a:lnTo>
                <a:cubicBezTo>
                  <a:pt x="1577626" y="220559"/>
                  <a:pt x="1573879" y="220813"/>
                  <a:pt x="1570387" y="224686"/>
                </a:cubicBezTo>
                <a:lnTo>
                  <a:pt x="770763" y="1114702"/>
                </a:lnTo>
                <a:cubicBezTo>
                  <a:pt x="768654" y="1117050"/>
                  <a:pt x="768847" y="1120664"/>
                  <a:pt x="771196" y="1122773"/>
                </a:cubicBezTo>
                <a:cubicBezTo>
                  <a:pt x="771241" y="1122814"/>
                  <a:pt x="771288" y="1122854"/>
                  <a:pt x="771334" y="1122894"/>
                </a:cubicBezTo>
                <a:lnTo>
                  <a:pt x="1186434" y="1476938"/>
                </a:lnTo>
                <a:cubicBezTo>
                  <a:pt x="1188784" y="1478906"/>
                  <a:pt x="1190212" y="1478398"/>
                  <a:pt x="1190720" y="1475414"/>
                </a:cubicBezTo>
                <a:cubicBezTo>
                  <a:pt x="1209453" y="1371655"/>
                  <a:pt x="1235297" y="1281548"/>
                  <a:pt x="1268254" y="1205094"/>
                </a:cubicBezTo>
                <a:cubicBezTo>
                  <a:pt x="1320546" y="1083746"/>
                  <a:pt x="1354360" y="986781"/>
                  <a:pt x="1361980" y="865909"/>
                </a:cubicBezTo>
                <a:cubicBezTo>
                  <a:pt x="1366266" y="797710"/>
                  <a:pt x="1361123" y="735321"/>
                  <a:pt x="1387031" y="697126"/>
                </a:cubicBezTo>
                <a:close/>
                <a:moveTo>
                  <a:pt x="1670209" y="1030882"/>
                </a:moveTo>
                <a:cubicBezTo>
                  <a:pt x="1642205" y="1059171"/>
                  <a:pt x="1598390" y="1035645"/>
                  <a:pt x="1611154" y="996116"/>
                </a:cubicBezTo>
                <a:cubicBezTo>
                  <a:pt x="1648111" y="882578"/>
                  <a:pt x="1618964" y="751609"/>
                  <a:pt x="1488472" y="722367"/>
                </a:cubicBezTo>
                <a:cubicBezTo>
                  <a:pt x="1453610" y="714557"/>
                  <a:pt x="1435894" y="728876"/>
                  <a:pt x="1435322" y="765325"/>
                </a:cubicBezTo>
                <a:cubicBezTo>
                  <a:pt x="1435259" y="765770"/>
                  <a:pt x="1433005" y="800949"/>
                  <a:pt x="1428560" y="870862"/>
                </a:cubicBezTo>
                <a:cubicBezTo>
                  <a:pt x="1423226" y="955762"/>
                  <a:pt x="1405668" y="1037423"/>
                  <a:pt x="1375886" y="1115845"/>
                </a:cubicBezTo>
                <a:cubicBezTo>
                  <a:pt x="1363821" y="1147468"/>
                  <a:pt x="1349534" y="1183028"/>
                  <a:pt x="1333024" y="1222525"/>
                </a:cubicBezTo>
                <a:cubicBezTo>
                  <a:pt x="1290860" y="1323109"/>
                  <a:pt x="1264857" y="1418423"/>
                  <a:pt x="1255014" y="1508466"/>
                </a:cubicBezTo>
                <a:cubicBezTo>
                  <a:pt x="1235488" y="1687250"/>
                  <a:pt x="1306354" y="1840221"/>
                  <a:pt x="1441323" y="1954140"/>
                </a:cubicBezTo>
                <a:cubicBezTo>
                  <a:pt x="1543685" y="2040627"/>
                  <a:pt x="1661605" y="2078219"/>
                  <a:pt x="1795082" y="2066916"/>
                </a:cubicBezTo>
                <a:cubicBezTo>
                  <a:pt x="1888998" y="2058979"/>
                  <a:pt x="1965706" y="2025514"/>
                  <a:pt x="2025206" y="1966523"/>
                </a:cubicBezTo>
                <a:cubicBezTo>
                  <a:pt x="2044192" y="1947727"/>
                  <a:pt x="2223770" y="1768117"/>
                  <a:pt x="2563940" y="1427694"/>
                </a:cubicBezTo>
                <a:cubicBezTo>
                  <a:pt x="2598991" y="1392546"/>
                  <a:pt x="2621852" y="1372449"/>
                  <a:pt x="2615946" y="1325871"/>
                </a:cubicBezTo>
                <a:cubicBezTo>
                  <a:pt x="2607850" y="1262244"/>
                  <a:pt x="2528888" y="1231002"/>
                  <a:pt x="2481644" y="1278151"/>
                </a:cubicBezTo>
                <a:cubicBezTo>
                  <a:pt x="2397570" y="1361908"/>
                  <a:pt x="2311241" y="1447664"/>
                  <a:pt x="2222659" y="1535421"/>
                </a:cubicBezTo>
                <a:cubicBezTo>
                  <a:pt x="2207419" y="1550534"/>
                  <a:pt x="2191480" y="1550725"/>
                  <a:pt x="2174843" y="1535993"/>
                </a:cubicBezTo>
                <a:cubicBezTo>
                  <a:pt x="2174272" y="1535485"/>
                  <a:pt x="2173954" y="1535167"/>
                  <a:pt x="2173891" y="1535040"/>
                </a:cubicBezTo>
                <a:cubicBezTo>
                  <a:pt x="2158206" y="1518594"/>
                  <a:pt x="2157984" y="1502719"/>
                  <a:pt x="2173224" y="1487415"/>
                </a:cubicBezTo>
                <a:cubicBezTo>
                  <a:pt x="2288032" y="1371718"/>
                  <a:pt x="2410016" y="1250497"/>
                  <a:pt x="2539174" y="1123751"/>
                </a:cubicBezTo>
                <a:cubicBezTo>
                  <a:pt x="2583371" y="1080317"/>
                  <a:pt x="2585942" y="1009737"/>
                  <a:pt x="2532793" y="974399"/>
                </a:cubicBezTo>
                <a:cubicBezTo>
                  <a:pt x="2510822" y="959730"/>
                  <a:pt x="2486343" y="955698"/>
                  <a:pt x="2459355" y="962302"/>
                </a:cubicBezTo>
                <a:cubicBezTo>
                  <a:pt x="2445385" y="965731"/>
                  <a:pt x="2428621" y="977256"/>
                  <a:pt x="2409063" y="996878"/>
                </a:cubicBezTo>
                <a:cubicBezTo>
                  <a:pt x="2232279" y="1174741"/>
                  <a:pt x="2121440" y="1286184"/>
                  <a:pt x="2076545" y="1331205"/>
                </a:cubicBezTo>
                <a:cubicBezTo>
                  <a:pt x="2066172" y="1341575"/>
                  <a:pt x="2051050" y="1344430"/>
                  <a:pt x="2039207" y="1338254"/>
                </a:cubicBezTo>
                <a:cubicBezTo>
                  <a:pt x="2036794" y="1336984"/>
                  <a:pt x="2034286" y="1335174"/>
                  <a:pt x="2031683" y="1332825"/>
                </a:cubicBezTo>
                <a:cubicBezTo>
                  <a:pt x="2012315" y="1315616"/>
                  <a:pt x="2011744" y="1297804"/>
                  <a:pt x="2029968" y="1279389"/>
                </a:cubicBezTo>
                <a:cubicBezTo>
                  <a:pt x="2084895" y="1224081"/>
                  <a:pt x="2215515" y="1092541"/>
                  <a:pt x="2421827" y="884769"/>
                </a:cubicBezTo>
                <a:cubicBezTo>
                  <a:pt x="2488121" y="818094"/>
                  <a:pt x="2407444" y="706842"/>
                  <a:pt x="2322481" y="738846"/>
                </a:cubicBezTo>
                <a:cubicBezTo>
                  <a:pt x="2307876" y="744307"/>
                  <a:pt x="2286953" y="761229"/>
                  <a:pt x="2259711" y="789614"/>
                </a:cubicBezTo>
                <a:cubicBezTo>
                  <a:pt x="2153349" y="900231"/>
                  <a:pt x="2042382" y="1012975"/>
                  <a:pt x="1926812" y="1127847"/>
                </a:cubicBezTo>
                <a:cubicBezTo>
                  <a:pt x="1910937" y="1143658"/>
                  <a:pt x="1895285" y="1144039"/>
                  <a:pt x="1879854" y="1128990"/>
                </a:cubicBezTo>
                <a:lnTo>
                  <a:pt x="1878139" y="1127275"/>
                </a:lnTo>
                <a:cubicBezTo>
                  <a:pt x="1861820" y="1111400"/>
                  <a:pt x="1861979" y="1095081"/>
                  <a:pt x="1878616" y="1078317"/>
                </a:cubicBezTo>
                <a:cubicBezTo>
                  <a:pt x="1963515" y="992719"/>
                  <a:pt x="2045653" y="909692"/>
                  <a:pt x="2125028" y="829238"/>
                </a:cubicBezTo>
                <a:cubicBezTo>
                  <a:pt x="2165033" y="788661"/>
                  <a:pt x="2188845" y="768183"/>
                  <a:pt x="2178368" y="713509"/>
                </a:cubicBezTo>
                <a:cubicBezTo>
                  <a:pt x="2170176" y="670932"/>
                  <a:pt x="2127599" y="638452"/>
                  <a:pt x="2082737" y="644262"/>
                </a:cubicBezTo>
                <a:cubicBezTo>
                  <a:pt x="2059496" y="647310"/>
                  <a:pt x="2041938" y="654867"/>
                  <a:pt x="2030063" y="666932"/>
                </a:cubicBezTo>
                <a:cubicBezTo>
                  <a:pt x="1909604" y="789106"/>
                  <a:pt x="1789652" y="910423"/>
                  <a:pt x="1670209" y="1030882"/>
                </a:cubicBezTo>
                <a:close/>
              </a:path>
            </a:pathLst>
          </a:custGeom>
          <a:solidFill>
            <a:srgbClr val="FFFFFF"/>
          </a:solidFill>
          <a:ln w="9525" cap="flat">
            <a:noFill/>
            <a:prstDash val="solid"/>
            <a:miter/>
          </a:ln>
        </p:spPr>
        <p:txBody>
          <a:bodyPr rtlCol="0" anchor="ctr"/>
          <a:lstStyle/>
          <a:p>
            <a:endParaRPr lang="en-US" dirty="0"/>
          </a:p>
        </p:txBody>
      </p:sp>
      <p:grpSp>
        <p:nvGrpSpPr>
          <p:cNvPr id="55" name="Logistics2" descr="{&quot;Key&quot;:&quot;POWER_USER_SHAPE_ICON&quot;,&quot;Value&quot;:&quot;POWER_USER_SHAPE_ICON_STYLE_1&quot;}">
            <a:extLst>
              <a:ext uri="{FF2B5EF4-FFF2-40B4-BE49-F238E27FC236}">
                <a16:creationId xmlns:a16="http://schemas.microsoft.com/office/drawing/2014/main" id="{F0F0DA3C-EC12-519E-49EC-70FD5BB725AF}"/>
              </a:ext>
            </a:extLst>
          </p:cNvPr>
          <p:cNvGrpSpPr>
            <a:grpSpLocks noChangeAspect="1"/>
          </p:cNvGrpSpPr>
          <p:nvPr/>
        </p:nvGrpSpPr>
        <p:grpSpPr>
          <a:xfrm>
            <a:off x="5839463" y="1930164"/>
            <a:ext cx="513069" cy="520456"/>
            <a:chOff x="6397990" y="5139957"/>
            <a:chExt cx="1285066" cy="1303568"/>
          </a:xfrm>
          <a:solidFill>
            <a:srgbClr val="FFFFFF"/>
          </a:solidFill>
        </p:grpSpPr>
        <p:sp>
          <p:nvSpPr>
            <p:cNvPr id="57" name="Forme libre : forme 1376">
              <a:extLst>
                <a:ext uri="{FF2B5EF4-FFF2-40B4-BE49-F238E27FC236}">
                  <a16:creationId xmlns:a16="http://schemas.microsoft.com/office/drawing/2014/main" id="{85484DE1-DD69-6FB2-9B78-9C5ACC7CD7C4}"/>
                </a:ext>
              </a:extLst>
            </p:cNvPr>
            <p:cNvSpPr/>
            <p:nvPr/>
          </p:nvSpPr>
          <p:spPr>
            <a:xfrm>
              <a:off x="6397990" y="5139957"/>
              <a:ext cx="839838" cy="1303568"/>
            </a:xfrm>
            <a:custGeom>
              <a:avLst/>
              <a:gdLst>
                <a:gd name="connsiteX0" fmla="*/ 431193 w 839838"/>
                <a:gd name="connsiteY0" fmla="*/ 1303568 h 1303568"/>
                <a:gd name="connsiteX1" fmla="*/ 324629 w 839838"/>
                <a:gd name="connsiteY1" fmla="*/ 1303568 h 1303568"/>
                <a:gd name="connsiteX2" fmla="*/ 282928 w 839838"/>
                <a:gd name="connsiteY2" fmla="*/ 1251718 h 1303568"/>
                <a:gd name="connsiteX3" fmla="*/ 189116 w 839838"/>
                <a:gd name="connsiteY3" fmla="*/ 882194 h 1303568"/>
                <a:gd name="connsiteX4" fmla="*/ 186383 w 839838"/>
                <a:gd name="connsiteY4" fmla="*/ 882259 h 1303568"/>
                <a:gd name="connsiteX5" fmla="*/ 135639 w 839838"/>
                <a:gd name="connsiteY5" fmla="*/ 1193231 h 1303568"/>
                <a:gd name="connsiteX6" fmla="*/ 133492 w 839838"/>
                <a:gd name="connsiteY6" fmla="*/ 1217498 h 1303568"/>
                <a:gd name="connsiteX7" fmla="*/ 136484 w 839838"/>
                <a:gd name="connsiteY7" fmla="*/ 1221856 h 1303568"/>
                <a:gd name="connsiteX8" fmla="*/ 176755 w 839838"/>
                <a:gd name="connsiteY8" fmla="*/ 1244171 h 1303568"/>
                <a:gd name="connsiteX9" fmla="*/ 140713 w 839838"/>
                <a:gd name="connsiteY9" fmla="*/ 1301161 h 1303568"/>
                <a:gd name="connsiteX10" fmla="*/ 52236 w 839838"/>
                <a:gd name="connsiteY10" fmla="*/ 1300706 h 1303568"/>
                <a:gd name="connsiteX11" fmla="*/ 10664 w 839838"/>
                <a:gd name="connsiteY11" fmla="*/ 1227321 h 1303568"/>
                <a:gd name="connsiteX12" fmla="*/ 46966 w 839838"/>
                <a:gd name="connsiteY12" fmla="*/ 755202 h 1303568"/>
                <a:gd name="connsiteX13" fmla="*/ 46446 w 839838"/>
                <a:gd name="connsiteY13" fmla="*/ 725862 h 1303568"/>
                <a:gd name="connsiteX14" fmla="*/ 20032 w 839838"/>
                <a:gd name="connsiteY14" fmla="*/ 490355 h 1303568"/>
                <a:gd name="connsiteX15" fmla="*/ 97190 w 839838"/>
                <a:gd name="connsiteY15" fmla="*/ 354777 h 1303568"/>
                <a:gd name="connsiteX16" fmla="*/ 132776 w 839838"/>
                <a:gd name="connsiteY16" fmla="*/ 351979 h 1303568"/>
                <a:gd name="connsiteX17" fmla="*/ 133560 w 839838"/>
                <a:gd name="connsiteY17" fmla="*/ 351201 h 1303568"/>
                <a:gd name="connsiteX18" fmla="*/ 133557 w 839838"/>
                <a:gd name="connsiteY18" fmla="*/ 351133 h 1303568"/>
                <a:gd name="connsiteX19" fmla="*/ 133557 w 839838"/>
                <a:gd name="connsiteY19" fmla="*/ 350743 h 1303568"/>
                <a:gd name="connsiteX20" fmla="*/ 133167 w 839838"/>
                <a:gd name="connsiteY20" fmla="*/ 350353 h 1303568"/>
                <a:gd name="connsiteX21" fmla="*/ 22700 w 839838"/>
                <a:gd name="connsiteY21" fmla="*/ 252312 h 1303568"/>
                <a:gd name="connsiteX22" fmla="*/ 16519 w 839838"/>
                <a:gd name="connsiteY22" fmla="*/ 229086 h 1303568"/>
                <a:gd name="connsiteX23" fmla="*/ 13266 w 839838"/>
                <a:gd name="connsiteY23" fmla="*/ 224402 h 1303568"/>
                <a:gd name="connsiteX24" fmla="*/ 710 w 839838"/>
                <a:gd name="connsiteY24" fmla="*/ 202738 h 1303568"/>
                <a:gd name="connsiteX25" fmla="*/ 15543 w 839838"/>
                <a:gd name="connsiteY25" fmla="*/ 102616 h 1303568"/>
                <a:gd name="connsiteX26" fmla="*/ 39094 w 839838"/>
                <a:gd name="connsiteY26" fmla="*/ 83879 h 1303568"/>
                <a:gd name="connsiteX27" fmla="*/ 114365 w 839838"/>
                <a:gd name="connsiteY27" fmla="*/ 60719 h 1303568"/>
                <a:gd name="connsiteX28" fmla="*/ 143185 w 839838"/>
                <a:gd name="connsiteY28" fmla="*/ 57921 h 1303568"/>
                <a:gd name="connsiteX29" fmla="*/ 204924 w 839838"/>
                <a:gd name="connsiteY29" fmla="*/ 110357 h 1303568"/>
                <a:gd name="connsiteX30" fmla="*/ 210259 w 839838"/>
                <a:gd name="connsiteY30" fmla="*/ 112895 h 1303568"/>
                <a:gd name="connsiteX31" fmla="*/ 241942 w 839838"/>
                <a:gd name="connsiteY31" fmla="*/ 108796 h 1303568"/>
                <a:gd name="connsiteX32" fmla="*/ 273169 w 839838"/>
                <a:gd name="connsiteY32" fmla="*/ 127988 h 1303568"/>
                <a:gd name="connsiteX33" fmla="*/ 227694 w 839838"/>
                <a:gd name="connsiteY33" fmla="*/ 169234 h 1303568"/>
                <a:gd name="connsiteX34" fmla="*/ 225417 w 839838"/>
                <a:gd name="connsiteY34" fmla="*/ 173463 h 1303568"/>
                <a:gd name="connsiteX35" fmla="*/ 231728 w 839838"/>
                <a:gd name="connsiteY35" fmla="*/ 193891 h 1303568"/>
                <a:gd name="connsiteX36" fmla="*/ 169208 w 839838"/>
                <a:gd name="connsiteY36" fmla="*/ 342155 h 1303568"/>
                <a:gd name="connsiteX37" fmla="*/ 169664 w 839838"/>
                <a:gd name="connsiteY37" fmla="*/ 344367 h 1303568"/>
                <a:gd name="connsiteX38" fmla="*/ 280000 w 839838"/>
                <a:gd name="connsiteY38" fmla="*/ 350353 h 1303568"/>
                <a:gd name="connsiteX39" fmla="*/ 422020 w 839838"/>
                <a:gd name="connsiteY39" fmla="*/ 378262 h 1303568"/>
                <a:gd name="connsiteX40" fmla="*/ 434755 w 839838"/>
                <a:gd name="connsiteY40" fmla="*/ 369667 h 1303568"/>
                <a:gd name="connsiteX41" fmla="*/ 433795 w 839838"/>
                <a:gd name="connsiteY41" fmla="*/ 362714 h 1303568"/>
                <a:gd name="connsiteX42" fmla="*/ 355727 w 839838"/>
                <a:gd name="connsiteY42" fmla="*/ 204560 h 1303568"/>
                <a:gd name="connsiteX43" fmla="*/ 355466 w 839838"/>
                <a:gd name="connsiteY43" fmla="*/ 148741 h 1303568"/>
                <a:gd name="connsiteX44" fmla="*/ 376285 w 839838"/>
                <a:gd name="connsiteY44" fmla="*/ 135795 h 1303568"/>
                <a:gd name="connsiteX45" fmla="*/ 541464 w 839838"/>
                <a:gd name="connsiteY45" fmla="*/ 56946 h 1303568"/>
                <a:gd name="connsiteX46" fmla="*/ 558509 w 839838"/>
                <a:gd name="connsiteY46" fmla="*/ 49659 h 1303568"/>
                <a:gd name="connsiteX47" fmla="*/ 580238 w 839838"/>
                <a:gd name="connsiteY47" fmla="*/ 37689 h 1303568"/>
                <a:gd name="connsiteX48" fmla="*/ 640872 w 839838"/>
                <a:gd name="connsiteY48" fmla="*/ 8478 h 1303568"/>
                <a:gd name="connsiteX49" fmla="*/ 704888 w 839838"/>
                <a:gd name="connsiteY49" fmla="*/ 26954 h 1303568"/>
                <a:gd name="connsiteX50" fmla="*/ 834286 w 839838"/>
                <a:gd name="connsiteY50" fmla="*/ 295445 h 1303568"/>
                <a:gd name="connsiteX51" fmla="*/ 815224 w 839838"/>
                <a:gd name="connsiteY51" fmla="*/ 348921 h 1303568"/>
                <a:gd name="connsiteX52" fmla="*/ 543937 w 839838"/>
                <a:gd name="connsiteY52" fmla="*/ 480272 h 1303568"/>
                <a:gd name="connsiteX53" fmla="*/ 538472 w 839838"/>
                <a:gd name="connsiteY53" fmla="*/ 483329 h 1303568"/>
                <a:gd name="connsiteX54" fmla="*/ 500544 w 839838"/>
                <a:gd name="connsiteY54" fmla="*/ 480857 h 1303568"/>
                <a:gd name="connsiteX55" fmla="*/ 495859 w 839838"/>
                <a:gd name="connsiteY55" fmla="*/ 479621 h 1303568"/>
                <a:gd name="connsiteX56" fmla="*/ 440886 w 839838"/>
                <a:gd name="connsiteY56" fmla="*/ 501350 h 1303568"/>
                <a:gd name="connsiteX57" fmla="*/ 293597 w 839838"/>
                <a:gd name="connsiteY57" fmla="*/ 497772 h 1303568"/>
                <a:gd name="connsiteX58" fmla="*/ 290800 w 839838"/>
                <a:gd name="connsiteY58" fmla="*/ 500830 h 1303568"/>
                <a:gd name="connsiteX59" fmla="*/ 324955 w 839838"/>
                <a:gd name="connsiteY59" fmla="*/ 780380 h 1303568"/>
                <a:gd name="connsiteX60" fmla="*/ 397558 w 839838"/>
                <a:gd name="connsiteY60" fmla="*/ 1214700 h 1303568"/>
                <a:gd name="connsiteX61" fmla="*/ 403413 w 839838"/>
                <a:gd name="connsiteY61" fmla="*/ 1221661 h 1303568"/>
                <a:gd name="connsiteX62" fmla="*/ 456175 w 839838"/>
                <a:gd name="connsiteY62" fmla="*/ 1258158 h 1303568"/>
                <a:gd name="connsiteX63" fmla="*/ 431193 w 839838"/>
                <a:gd name="connsiteY63" fmla="*/ 1303568 h 1303568"/>
                <a:gd name="connsiteX64" fmla="*/ 596503 w 839838"/>
                <a:gd name="connsiteY64" fmla="*/ 418858 h 1303568"/>
                <a:gd name="connsiteX65" fmla="*/ 802473 w 839838"/>
                <a:gd name="connsiteY65" fmla="*/ 319646 h 1303568"/>
                <a:gd name="connsiteX66" fmla="*/ 805537 w 839838"/>
                <a:gd name="connsiteY66" fmla="*/ 310872 h 1303568"/>
                <a:gd name="connsiteX67" fmla="*/ 805531 w 839838"/>
                <a:gd name="connsiteY67" fmla="*/ 310863 h 1303568"/>
                <a:gd name="connsiteX68" fmla="*/ 672489 w 839838"/>
                <a:gd name="connsiteY68" fmla="*/ 34631 h 1303568"/>
                <a:gd name="connsiteX69" fmla="*/ 665984 w 839838"/>
                <a:gd name="connsiteY69" fmla="*/ 32354 h 1303568"/>
                <a:gd name="connsiteX70" fmla="*/ 603399 w 839838"/>
                <a:gd name="connsiteY70" fmla="*/ 62540 h 1303568"/>
                <a:gd name="connsiteX71" fmla="*/ 601512 w 839838"/>
                <a:gd name="connsiteY71" fmla="*/ 67940 h 1303568"/>
                <a:gd name="connsiteX72" fmla="*/ 635732 w 839838"/>
                <a:gd name="connsiteY72" fmla="*/ 138917 h 1303568"/>
                <a:gd name="connsiteX73" fmla="*/ 627405 w 839838"/>
                <a:gd name="connsiteY73" fmla="*/ 162468 h 1303568"/>
                <a:gd name="connsiteX74" fmla="*/ 627405 w 839838"/>
                <a:gd name="connsiteY74" fmla="*/ 162468 h 1303568"/>
                <a:gd name="connsiteX75" fmla="*/ 506204 w 839838"/>
                <a:gd name="connsiteY75" fmla="*/ 220824 h 1303568"/>
                <a:gd name="connsiteX76" fmla="*/ 482783 w 839838"/>
                <a:gd name="connsiteY76" fmla="*/ 212627 h 1303568"/>
                <a:gd name="connsiteX77" fmla="*/ 448563 w 839838"/>
                <a:gd name="connsiteY77" fmla="*/ 141520 h 1303568"/>
                <a:gd name="connsiteX78" fmla="*/ 443554 w 839838"/>
                <a:gd name="connsiteY78" fmla="*/ 139763 h 1303568"/>
                <a:gd name="connsiteX79" fmla="*/ 382335 w 839838"/>
                <a:gd name="connsiteY79" fmla="*/ 169234 h 1303568"/>
                <a:gd name="connsiteX80" fmla="*/ 379342 w 839838"/>
                <a:gd name="connsiteY80" fmla="*/ 177885 h 1303568"/>
                <a:gd name="connsiteX81" fmla="*/ 379342 w 839838"/>
                <a:gd name="connsiteY81" fmla="*/ 177887 h 1303568"/>
                <a:gd name="connsiteX82" fmla="*/ 449669 w 839838"/>
                <a:gd name="connsiteY82" fmla="*/ 323874 h 1303568"/>
                <a:gd name="connsiteX83" fmla="*/ 454028 w 839838"/>
                <a:gd name="connsiteY83" fmla="*/ 324850 h 1303568"/>
                <a:gd name="connsiteX84" fmla="*/ 536325 w 839838"/>
                <a:gd name="connsiteY84" fmla="*/ 259208 h 1303568"/>
                <a:gd name="connsiteX85" fmla="*/ 592339 w 839838"/>
                <a:gd name="connsiteY85" fmla="*/ 244895 h 1303568"/>
                <a:gd name="connsiteX86" fmla="*/ 609124 w 839838"/>
                <a:gd name="connsiteY86" fmla="*/ 253873 h 1303568"/>
                <a:gd name="connsiteX87" fmla="*/ 619273 w 839838"/>
                <a:gd name="connsiteY87" fmla="*/ 263697 h 1303568"/>
                <a:gd name="connsiteX88" fmla="*/ 650370 w 839838"/>
                <a:gd name="connsiteY88" fmla="*/ 317304 h 1303568"/>
                <a:gd name="connsiteX89" fmla="*/ 632479 w 839838"/>
                <a:gd name="connsiteY89" fmla="*/ 374879 h 1303568"/>
                <a:gd name="connsiteX90" fmla="*/ 595202 w 839838"/>
                <a:gd name="connsiteY90" fmla="*/ 417036 h 1303568"/>
                <a:gd name="connsiteX91" fmla="*/ 596503 w 839838"/>
                <a:gd name="connsiteY91" fmla="*/ 418858 h 1303568"/>
                <a:gd name="connsiteX92" fmla="*/ 556647 w 839838"/>
                <a:gd name="connsiteY92" fmla="*/ 89708 h 1303568"/>
                <a:gd name="connsiteX93" fmla="*/ 552208 w 839838"/>
                <a:gd name="connsiteY93" fmla="*/ 88188 h 1303568"/>
                <a:gd name="connsiteX94" fmla="*/ 552207 w 839838"/>
                <a:gd name="connsiteY94" fmla="*/ 88188 h 1303568"/>
                <a:gd name="connsiteX95" fmla="*/ 492382 w 839838"/>
                <a:gd name="connsiteY95" fmla="*/ 117496 h 1303568"/>
                <a:gd name="connsiteX96" fmla="*/ 490862 w 839838"/>
                <a:gd name="connsiteY96" fmla="*/ 121936 h 1303568"/>
                <a:gd name="connsiteX97" fmla="*/ 490862 w 839838"/>
                <a:gd name="connsiteY97" fmla="*/ 121936 h 1303568"/>
                <a:gd name="connsiteX98" fmla="*/ 510668 w 839838"/>
                <a:gd name="connsiteY98" fmla="*/ 162364 h 1303568"/>
                <a:gd name="connsiteX99" fmla="*/ 515107 w 839838"/>
                <a:gd name="connsiteY99" fmla="*/ 163884 h 1303568"/>
                <a:gd name="connsiteX100" fmla="*/ 515108 w 839838"/>
                <a:gd name="connsiteY100" fmla="*/ 163884 h 1303568"/>
                <a:gd name="connsiteX101" fmla="*/ 574933 w 839838"/>
                <a:gd name="connsiteY101" fmla="*/ 134576 h 1303568"/>
                <a:gd name="connsiteX102" fmla="*/ 576453 w 839838"/>
                <a:gd name="connsiteY102" fmla="*/ 130137 h 1303568"/>
                <a:gd name="connsiteX103" fmla="*/ 576453 w 839838"/>
                <a:gd name="connsiteY103" fmla="*/ 130137 h 1303568"/>
                <a:gd name="connsiteX104" fmla="*/ 556647 w 839838"/>
                <a:gd name="connsiteY104" fmla="*/ 89708 h 1303568"/>
                <a:gd name="connsiteX105" fmla="*/ 182740 w 839838"/>
                <a:gd name="connsiteY105" fmla="*/ 135665 h 1303568"/>
                <a:gd name="connsiteX106" fmla="*/ 138176 w 839838"/>
                <a:gd name="connsiteY106" fmla="*/ 89799 h 1303568"/>
                <a:gd name="connsiteX107" fmla="*/ 133297 w 839838"/>
                <a:gd name="connsiteY107" fmla="*/ 89279 h 1303568"/>
                <a:gd name="connsiteX108" fmla="*/ 49894 w 839838"/>
                <a:gd name="connsiteY108" fmla="*/ 114456 h 1303568"/>
                <a:gd name="connsiteX109" fmla="*/ 39549 w 839838"/>
                <a:gd name="connsiteY109" fmla="*/ 126036 h 1303568"/>
                <a:gd name="connsiteX110" fmla="*/ 30572 w 839838"/>
                <a:gd name="connsiteY110" fmla="*/ 190182 h 1303568"/>
                <a:gd name="connsiteX111" fmla="*/ 33217 w 839838"/>
                <a:gd name="connsiteY111" fmla="*/ 193685 h 1303568"/>
                <a:gd name="connsiteX112" fmla="*/ 34540 w 839838"/>
                <a:gd name="connsiteY112" fmla="*/ 193565 h 1303568"/>
                <a:gd name="connsiteX113" fmla="*/ 190026 w 839838"/>
                <a:gd name="connsiteY113" fmla="*/ 146659 h 1303568"/>
                <a:gd name="connsiteX114" fmla="*/ 189831 w 839838"/>
                <a:gd name="connsiteY114" fmla="*/ 142105 h 1303568"/>
                <a:gd name="connsiteX115" fmla="*/ 182740 w 839838"/>
                <a:gd name="connsiteY115" fmla="*/ 135665 h 1303568"/>
                <a:gd name="connsiteX116" fmla="*/ 195231 w 839838"/>
                <a:gd name="connsiteY116" fmla="*/ 195257 h 1303568"/>
                <a:gd name="connsiteX117" fmla="*/ 55033 w 839838"/>
                <a:gd name="connsiteY117" fmla="*/ 235982 h 1303568"/>
                <a:gd name="connsiteX118" fmla="*/ 52300 w 839838"/>
                <a:gd name="connsiteY118" fmla="*/ 240989 h 1303568"/>
                <a:gd name="connsiteX119" fmla="*/ 52301 w 839838"/>
                <a:gd name="connsiteY119" fmla="*/ 240992 h 1303568"/>
                <a:gd name="connsiteX120" fmla="*/ 52626 w 839838"/>
                <a:gd name="connsiteY120" fmla="*/ 242033 h 1303568"/>
                <a:gd name="connsiteX121" fmla="*/ 152684 w 839838"/>
                <a:gd name="connsiteY121" fmla="*/ 313726 h 1303568"/>
                <a:gd name="connsiteX122" fmla="*/ 154440 w 839838"/>
                <a:gd name="connsiteY122" fmla="*/ 313205 h 1303568"/>
                <a:gd name="connsiteX123" fmla="*/ 200566 w 839838"/>
                <a:gd name="connsiteY123" fmla="*/ 199095 h 1303568"/>
                <a:gd name="connsiteX124" fmla="*/ 200240 w 839838"/>
                <a:gd name="connsiteY124" fmla="*/ 197989 h 1303568"/>
                <a:gd name="connsiteX125" fmla="*/ 195234 w 839838"/>
                <a:gd name="connsiteY125" fmla="*/ 195256 h 1303568"/>
                <a:gd name="connsiteX126" fmla="*/ 195231 w 839838"/>
                <a:gd name="connsiteY126" fmla="*/ 195257 h 1303568"/>
                <a:gd name="connsiteX127" fmla="*/ 259572 w 839838"/>
                <a:gd name="connsiteY127" fmla="*/ 472530 h 1303568"/>
                <a:gd name="connsiteX128" fmla="*/ 275772 w 839838"/>
                <a:gd name="connsiteY128" fmla="*/ 465048 h 1303568"/>
                <a:gd name="connsiteX129" fmla="*/ 427159 w 839838"/>
                <a:gd name="connsiteY129" fmla="*/ 468366 h 1303568"/>
                <a:gd name="connsiteX130" fmla="*/ 516678 w 839838"/>
                <a:gd name="connsiteY130" fmla="*/ 419769 h 1303568"/>
                <a:gd name="connsiteX131" fmla="*/ 592144 w 839838"/>
                <a:gd name="connsiteY131" fmla="*/ 341895 h 1303568"/>
                <a:gd name="connsiteX132" fmla="*/ 593120 w 839838"/>
                <a:gd name="connsiteY132" fmla="*/ 313661 h 1303568"/>
                <a:gd name="connsiteX133" fmla="*/ 588761 w 839838"/>
                <a:gd name="connsiteY133" fmla="*/ 308066 h 1303568"/>
                <a:gd name="connsiteX134" fmla="*/ 569764 w 839838"/>
                <a:gd name="connsiteY134" fmla="*/ 305854 h 1303568"/>
                <a:gd name="connsiteX135" fmla="*/ 440821 w 839838"/>
                <a:gd name="connsiteY135" fmla="*/ 407473 h 1303568"/>
                <a:gd name="connsiteX136" fmla="*/ 423321 w 839838"/>
                <a:gd name="connsiteY136" fmla="*/ 411701 h 1303568"/>
                <a:gd name="connsiteX137" fmla="*/ 282407 w 839838"/>
                <a:gd name="connsiteY137" fmla="*/ 383987 h 1303568"/>
                <a:gd name="connsiteX138" fmla="*/ 187945 w 839838"/>
                <a:gd name="connsiteY138" fmla="*/ 375725 h 1303568"/>
                <a:gd name="connsiteX139" fmla="*/ 99467 w 839838"/>
                <a:gd name="connsiteY139" fmla="*/ 387110 h 1303568"/>
                <a:gd name="connsiteX140" fmla="*/ 52886 w 839838"/>
                <a:gd name="connsiteY140" fmla="*/ 494519 h 1303568"/>
                <a:gd name="connsiteX141" fmla="*/ 76892 w 839838"/>
                <a:gd name="connsiteY141" fmla="*/ 704978 h 1303568"/>
                <a:gd name="connsiteX142" fmla="*/ 78063 w 839838"/>
                <a:gd name="connsiteY142" fmla="*/ 773549 h 1303568"/>
                <a:gd name="connsiteX143" fmla="*/ 43128 w 839838"/>
                <a:gd name="connsiteY143" fmla="*/ 1243455 h 1303568"/>
                <a:gd name="connsiteX144" fmla="*/ 43648 w 839838"/>
                <a:gd name="connsiteY144" fmla="*/ 1261606 h 1303568"/>
                <a:gd name="connsiteX145" fmla="*/ 51260 w 839838"/>
                <a:gd name="connsiteY145" fmla="*/ 1268372 h 1303568"/>
                <a:gd name="connsiteX146" fmla="*/ 138436 w 839838"/>
                <a:gd name="connsiteY146" fmla="*/ 1268307 h 1303568"/>
                <a:gd name="connsiteX147" fmla="*/ 146243 w 839838"/>
                <a:gd name="connsiteY147" fmla="*/ 1263818 h 1303568"/>
                <a:gd name="connsiteX148" fmla="*/ 145397 w 839838"/>
                <a:gd name="connsiteY148" fmla="*/ 1260045 h 1303568"/>
                <a:gd name="connsiteX149" fmla="*/ 100963 w 839838"/>
                <a:gd name="connsiteY149" fmla="*/ 1210667 h 1303568"/>
                <a:gd name="connsiteX150" fmla="*/ 167972 w 839838"/>
                <a:gd name="connsiteY150" fmla="*/ 808744 h 1303568"/>
                <a:gd name="connsiteX151" fmla="*/ 177015 w 839838"/>
                <a:gd name="connsiteY151" fmla="*/ 792415 h 1303568"/>
                <a:gd name="connsiteX152" fmla="*/ 201997 w 839838"/>
                <a:gd name="connsiteY152" fmla="*/ 800938 h 1303568"/>
                <a:gd name="connsiteX153" fmla="*/ 318189 w 839838"/>
                <a:gd name="connsiteY153" fmla="*/ 1257638 h 1303568"/>
                <a:gd name="connsiteX154" fmla="*/ 335559 w 839838"/>
                <a:gd name="connsiteY154" fmla="*/ 1271040 h 1303568"/>
                <a:gd name="connsiteX155" fmla="*/ 420003 w 839838"/>
                <a:gd name="connsiteY155" fmla="*/ 1271040 h 1303568"/>
                <a:gd name="connsiteX156" fmla="*/ 423321 w 839838"/>
                <a:gd name="connsiteY156" fmla="*/ 1269478 h 1303568"/>
                <a:gd name="connsiteX157" fmla="*/ 424362 w 839838"/>
                <a:gd name="connsiteY157" fmla="*/ 1267331 h 1303568"/>
                <a:gd name="connsiteX158" fmla="*/ 422085 w 839838"/>
                <a:gd name="connsiteY158" fmla="*/ 1263363 h 1303568"/>
                <a:gd name="connsiteX159" fmla="*/ 378432 w 839838"/>
                <a:gd name="connsiteY159" fmla="*/ 1246708 h 1303568"/>
                <a:gd name="connsiteX160" fmla="*/ 368022 w 839838"/>
                <a:gd name="connsiteY160" fmla="*/ 1234152 h 1303568"/>
                <a:gd name="connsiteX161" fmla="*/ 292751 w 839838"/>
                <a:gd name="connsiteY161" fmla="*/ 786039 h 1303568"/>
                <a:gd name="connsiteX162" fmla="*/ 256450 w 839838"/>
                <a:gd name="connsiteY162" fmla="*/ 485671 h 1303568"/>
                <a:gd name="connsiteX163" fmla="*/ 256905 w 839838"/>
                <a:gd name="connsiteY163" fmla="*/ 478905 h 1303568"/>
                <a:gd name="connsiteX164" fmla="*/ 259572 w 839838"/>
                <a:gd name="connsiteY164" fmla="*/ 472530 h 13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839838" h="1303568">
                  <a:moveTo>
                    <a:pt x="431193" y="1303568"/>
                  </a:moveTo>
                  <a:lnTo>
                    <a:pt x="324629" y="1303568"/>
                  </a:lnTo>
                  <a:cubicBezTo>
                    <a:pt x="299778" y="1298298"/>
                    <a:pt x="288913" y="1274748"/>
                    <a:pt x="282928" y="1251718"/>
                  </a:cubicBezTo>
                  <a:cubicBezTo>
                    <a:pt x="252004" y="1133054"/>
                    <a:pt x="220733" y="1009881"/>
                    <a:pt x="189116" y="882194"/>
                  </a:cubicBezTo>
                  <a:cubicBezTo>
                    <a:pt x="188075" y="878076"/>
                    <a:pt x="187164" y="878095"/>
                    <a:pt x="186383" y="882259"/>
                  </a:cubicBezTo>
                  <a:cubicBezTo>
                    <a:pt x="165782" y="987827"/>
                    <a:pt x="148867" y="1091482"/>
                    <a:pt x="135639" y="1193231"/>
                  </a:cubicBezTo>
                  <a:cubicBezTo>
                    <a:pt x="134381" y="1202860"/>
                    <a:pt x="133666" y="1210946"/>
                    <a:pt x="133492" y="1217498"/>
                  </a:cubicBezTo>
                  <a:cubicBezTo>
                    <a:pt x="133457" y="1219443"/>
                    <a:pt x="134659" y="1221193"/>
                    <a:pt x="136484" y="1221856"/>
                  </a:cubicBezTo>
                  <a:cubicBezTo>
                    <a:pt x="151578" y="1227321"/>
                    <a:pt x="169924" y="1232461"/>
                    <a:pt x="176755" y="1244171"/>
                  </a:cubicBezTo>
                  <a:cubicBezTo>
                    <a:pt x="191523" y="1269283"/>
                    <a:pt x="167972" y="1301031"/>
                    <a:pt x="140713" y="1301161"/>
                  </a:cubicBezTo>
                  <a:cubicBezTo>
                    <a:pt x="122584" y="1301206"/>
                    <a:pt x="93091" y="1301050"/>
                    <a:pt x="52236" y="1300706"/>
                  </a:cubicBezTo>
                  <a:cubicBezTo>
                    <a:pt x="9818" y="1300380"/>
                    <a:pt x="8192" y="1260175"/>
                    <a:pt x="10664" y="1227321"/>
                  </a:cubicBezTo>
                  <a:cubicBezTo>
                    <a:pt x="21637" y="1080507"/>
                    <a:pt x="33738" y="923134"/>
                    <a:pt x="46966" y="755202"/>
                  </a:cubicBezTo>
                  <a:cubicBezTo>
                    <a:pt x="47702" y="745424"/>
                    <a:pt x="47528" y="735601"/>
                    <a:pt x="46446" y="725862"/>
                  </a:cubicBezTo>
                  <a:cubicBezTo>
                    <a:pt x="37251" y="643283"/>
                    <a:pt x="28446" y="564781"/>
                    <a:pt x="20032" y="490355"/>
                  </a:cubicBezTo>
                  <a:cubicBezTo>
                    <a:pt x="13071" y="428876"/>
                    <a:pt x="23480" y="363885"/>
                    <a:pt x="97190" y="354777"/>
                  </a:cubicBezTo>
                  <a:cubicBezTo>
                    <a:pt x="113324" y="352781"/>
                    <a:pt x="125186" y="351849"/>
                    <a:pt x="132776" y="351979"/>
                  </a:cubicBezTo>
                  <a:cubicBezTo>
                    <a:pt x="133208" y="351980"/>
                    <a:pt x="133558" y="351632"/>
                    <a:pt x="133560" y="351201"/>
                  </a:cubicBezTo>
                  <a:cubicBezTo>
                    <a:pt x="133560" y="351178"/>
                    <a:pt x="133559" y="351156"/>
                    <a:pt x="133557" y="351133"/>
                  </a:cubicBezTo>
                  <a:cubicBezTo>
                    <a:pt x="133557" y="351003"/>
                    <a:pt x="133557" y="350873"/>
                    <a:pt x="133557" y="350743"/>
                  </a:cubicBezTo>
                  <a:cubicBezTo>
                    <a:pt x="133513" y="350526"/>
                    <a:pt x="133383" y="350396"/>
                    <a:pt x="133167" y="350353"/>
                  </a:cubicBezTo>
                  <a:cubicBezTo>
                    <a:pt x="74875" y="339900"/>
                    <a:pt x="38053" y="307220"/>
                    <a:pt x="22700" y="252312"/>
                  </a:cubicBezTo>
                  <a:cubicBezTo>
                    <a:pt x="19360" y="240471"/>
                    <a:pt x="17300" y="232730"/>
                    <a:pt x="16519" y="229086"/>
                  </a:cubicBezTo>
                  <a:cubicBezTo>
                    <a:pt x="16042" y="227091"/>
                    <a:pt x="14958" y="225530"/>
                    <a:pt x="13266" y="224402"/>
                  </a:cubicBezTo>
                  <a:cubicBezTo>
                    <a:pt x="5503" y="219328"/>
                    <a:pt x="1318" y="212106"/>
                    <a:pt x="710" y="202738"/>
                  </a:cubicBezTo>
                  <a:cubicBezTo>
                    <a:pt x="-1979" y="163400"/>
                    <a:pt x="2966" y="130026"/>
                    <a:pt x="15543" y="102616"/>
                  </a:cubicBezTo>
                  <a:cubicBezTo>
                    <a:pt x="19447" y="94115"/>
                    <a:pt x="27297" y="87869"/>
                    <a:pt x="39094" y="83879"/>
                  </a:cubicBezTo>
                  <a:cubicBezTo>
                    <a:pt x="47378" y="81103"/>
                    <a:pt x="72468" y="73383"/>
                    <a:pt x="114365" y="60719"/>
                  </a:cubicBezTo>
                  <a:cubicBezTo>
                    <a:pt x="126726" y="56989"/>
                    <a:pt x="136333" y="56056"/>
                    <a:pt x="143185" y="57921"/>
                  </a:cubicBezTo>
                  <a:cubicBezTo>
                    <a:pt x="168688" y="64882"/>
                    <a:pt x="191132" y="88238"/>
                    <a:pt x="204924" y="110357"/>
                  </a:cubicBezTo>
                  <a:cubicBezTo>
                    <a:pt x="206139" y="112353"/>
                    <a:pt x="207917" y="113198"/>
                    <a:pt x="210259" y="112895"/>
                  </a:cubicBezTo>
                  <a:cubicBezTo>
                    <a:pt x="213295" y="112548"/>
                    <a:pt x="223856" y="111182"/>
                    <a:pt x="241942" y="108796"/>
                  </a:cubicBezTo>
                  <a:cubicBezTo>
                    <a:pt x="258206" y="106628"/>
                    <a:pt x="268615" y="113025"/>
                    <a:pt x="273169" y="127988"/>
                  </a:cubicBezTo>
                  <a:cubicBezTo>
                    <a:pt x="282928" y="160191"/>
                    <a:pt x="248252" y="163379"/>
                    <a:pt x="227694" y="169234"/>
                  </a:cubicBezTo>
                  <a:cubicBezTo>
                    <a:pt x="225526" y="169841"/>
                    <a:pt x="224767" y="171251"/>
                    <a:pt x="225417" y="173463"/>
                  </a:cubicBezTo>
                  <a:cubicBezTo>
                    <a:pt x="229061" y="185216"/>
                    <a:pt x="231164" y="192025"/>
                    <a:pt x="231728" y="193891"/>
                  </a:cubicBezTo>
                  <a:cubicBezTo>
                    <a:pt x="248708" y="250815"/>
                    <a:pt x="229581" y="321077"/>
                    <a:pt x="169208" y="342155"/>
                  </a:cubicBezTo>
                  <a:cubicBezTo>
                    <a:pt x="163440" y="344151"/>
                    <a:pt x="163592" y="344888"/>
                    <a:pt x="169664" y="344367"/>
                  </a:cubicBezTo>
                  <a:cubicBezTo>
                    <a:pt x="205662" y="341115"/>
                    <a:pt x="242441" y="343110"/>
                    <a:pt x="280000" y="350353"/>
                  </a:cubicBezTo>
                  <a:cubicBezTo>
                    <a:pt x="302510" y="354646"/>
                    <a:pt x="349850" y="363950"/>
                    <a:pt x="422020" y="378262"/>
                  </a:cubicBezTo>
                  <a:cubicBezTo>
                    <a:pt x="427910" y="379405"/>
                    <a:pt x="433612" y="375557"/>
                    <a:pt x="434755" y="369667"/>
                  </a:cubicBezTo>
                  <a:cubicBezTo>
                    <a:pt x="435213" y="367307"/>
                    <a:pt x="434876" y="364861"/>
                    <a:pt x="433795" y="362714"/>
                  </a:cubicBezTo>
                  <a:cubicBezTo>
                    <a:pt x="411632" y="319255"/>
                    <a:pt x="385609" y="266538"/>
                    <a:pt x="355727" y="204560"/>
                  </a:cubicBezTo>
                  <a:cubicBezTo>
                    <a:pt x="345317" y="182896"/>
                    <a:pt x="338617" y="166436"/>
                    <a:pt x="355466" y="148741"/>
                  </a:cubicBezTo>
                  <a:cubicBezTo>
                    <a:pt x="359326" y="144707"/>
                    <a:pt x="366266" y="140392"/>
                    <a:pt x="376285" y="135795"/>
                  </a:cubicBezTo>
                  <a:cubicBezTo>
                    <a:pt x="448411" y="102659"/>
                    <a:pt x="503471" y="76376"/>
                    <a:pt x="541464" y="56946"/>
                  </a:cubicBezTo>
                  <a:cubicBezTo>
                    <a:pt x="541681" y="56859"/>
                    <a:pt x="547363" y="54430"/>
                    <a:pt x="558509" y="49659"/>
                  </a:cubicBezTo>
                  <a:cubicBezTo>
                    <a:pt x="566511" y="46276"/>
                    <a:pt x="573277" y="41007"/>
                    <a:pt x="580238" y="37689"/>
                  </a:cubicBezTo>
                  <a:cubicBezTo>
                    <a:pt x="601273" y="27540"/>
                    <a:pt x="621485" y="17803"/>
                    <a:pt x="640872" y="8478"/>
                  </a:cubicBezTo>
                  <a:cubicBezTo>
                    <a:pt x="670863" y="-5965"/>
                    <a:pt x="690250" y="-3297"/>
                    <a:pt x="704888" y="26954"/>
                  </a:cubicBezTo>
                  <a:cubicBezTo>
                    <a:pt x="747955" y="116473"/>
                    <a:pt x="791088" y="205970"/>
                    <a:pt x="834286" y="295445"/>
                  </a:cubicBezTo>
                  <a:cubicBezTo>
                    <a:pt x="845782" y="319299"/>
                    <a:pt x="839426" y="337125"/>
                    <a:pt x="815224" y="348921"/>
                  </a:cubicBezTo>
                  <a:cubicBezTo>
                    <a:pt x="681812" y="413935"/>
                    <a:pt x="591385" y="457718"/>
                    <a:pt x="543937" y="480272"/>
                  </a:cubicBezTo>
                  <a:cubicBezTo>
                    <a:pt x="543763" y="480358"/>
                    <a:pt x="541941" y="481378"/>
                    <a:pt x="538472" y="483329"/>
                  </a:cubicBezTo>
                  <a:cubicBezTo>
                    <a:pt x="526566" y="490030"/>
                    <a:pt x="508350" y="495755"/>
                    <a:pt x="500544" y="480857"/>
                  </a:cubicBezTo>
                  <a:cubicBezTo>
                    <a:pt x="499459" y="478689"/>
                    <a:pt x="497898" y="478276"/>
                    <a:pt x="495859" y="479621"/>
                  </a:cubicBezTo>
                  <a:cubicBezTo>
                    <a:pt x="473003" y="494584"/>
                    <a:pt x="454678" y="501827"/>
                    <a:pt x="440886" y="501350"/>
                  </a:cubicBezTo>
                  <a:cubicBezTo>
                    <a:pt x="388190" y="499615"/>
                    <a:pt x="339093" y="498422"/>
                    <a:pt x="293597" y="497772"/>
                  </a:cubicBezTo>
                  <a:cubicBezTo>
                    <a:pt x="291515" y="497728"/>
                    <a:pt x="290583" y="498748"/>
                    <a:pt x="290800" y="500830"/>
                  </a:cubicBezTo>
                  <a:cubicBezTo>
                    <a:pt x="303291" y="607913"/>
                    <a:pt x="309731" y="685591"/>
                    <a:pt x="324955" y="780380"/>
                  </a:cubicBezTo>
                  <a:cubicBezTo>
                    <a:pt x="348289" y="925587"/>
                    <a:pt x="372490" y="1070358"/>
                    <a:pt x="397558" y="1214700"/>
                  </a:cubicBezTo>
                  <a:cubicBezTo>
                    <a:pt x="398117" y="1217914"/>
                    <a:pt x="400356" y="1220575"/>
                    <a:pt x="403413" y="1221661"/>
                  </a:cubicBezTo>
                  <a:cubicBezTo>
                    <a:pt x="424362" y="1229013"/>
                    <a:pt x="454028" y="1234282"/>
                    <a:pt x="456175" y="1258158"/>
                  </a:cubicBezTo>
                  <a:cubicBezTo>
                    <a:pt x="457953" y="1278280"/>
                    <a:pt x="449625" y="1293419"/>
                    <a:pt x="431193" y="1303568"/>
                  </a:cubicBezTo>
                  <a:close/>
                  <a:moveTo>
                    <a:pt x="596503" y="418858"/>
                  </a:moveTo>
                  <a:lnTo>
                    <a:pt x="802473" y="319646"/>
                  </a:lnTo>
                  <a:cubicBezTo>
                    <a:pt x="805739" y="318069"/>
                    <a:pt x="807112" y="314141"/>
                    <a:pt x="805537" y="310872"/>
                  </a:cubicBezTo>
                  <a:cubicBezTo>
                    <a:pt x="805531" y="310869"/>
                    <a:pt x="805531" y="310866"/>
                    <a:pt x="805531" y="310863"/>
                  </a:cubicBezTo>
                  <a:lnTo>
                    <a:pt x="672489" y="34631"/>
                  </a:lnTo>
                  <a:cubicBezTo>
                    <a:pt x="671286" y="32214"/>
                    <a:pt x="668384" y="31200"/>
                    <a:pt x="665984" y="32354"/>
                  </a:cubicBezTo>
                  <a:lnTo>
                    <a:pt x="603399" y="62540"/>
                  </a:lnTo>
                  <a:cubicBezTo>
                    <a:pt x="600970" y="63711"/>
                    <a:pt x="600341" y="65512"/>
                    <a:pt x="601512" y="67940"/>
                  </a:cubicBezTo>
                  <a:lnTo>
                    <a:pt x="635732" y="138917"/>
                  </a:lnTo>
                  <a:cubicBezTo>
                    <a:pt x="639945" y="147696"/>
                    <a:pt x="636216" y="158240"/>
                    <a:pt x="627405" y="162468"/>
                  </a:cubicBezTo>
                  <a:cubicBezTo>
                    <a:pt x="627405" y="162468"/>
                    <a:pt x="627405" y="162468"/>
                    <a:pt x="627405" y="162468"/>
                  </a:cubicBezTo>
                  <a:lnTo>
                    <a:pt x="506204" y="220824"/>
                  </a:lnTo>
                  <a:cubicBezTo>
                    <a:pt x="497472" y="225016"/>
                    <a:pt x="486995" y="221349"/>
                    <a:pt x="482783" y="212627"/>
                  </a:cubicBezTo>
                  <a:lnTo>
                    <a:pt x="448563" y="141520"/>
                  </a:lnTo>
                  <a:cubicBezTo>
                    <a:pt x="447479" y="139264"/>
                    <a:pt x="445809" y="138679"/>
                    <a:pt x="443554" y="139763"/>
                  </a:cubicBezTo>
                  <a:lnTo>
                    <a:pt x="382335" y="169234"/>
                  </a:lnTo>
                  <a:cubicBezTo>
                    <a:pt x="379128" y="170773"/>
                    <a:pt x="377787" y="174645"/>
                    <a:pt x="379342" y="177885"/>
                  </a:cubicBezTo>
                  <a:cubicBezTo>
                    <a:pt x="379342" y="177886"/>
                    <a:pt x="379342" y="177886"/>
                    <a:pt x="379342" y="177887"/>
                  </a:cubicBezTo>
                  <a:lnTo>
                    <a:pt x="449669" y="323874"/>
                  </a:lnTo>
                  <a:cubicBezTo>
                    <a:pt x="450710" y="326043"/>
                    <a:pt x="452163" y="326368"/>
                    <a:pt x="454028" y="324850"/>
                  </a:cubicBezTo>
                  <a:cubicBezTo>
                    <a:pt x="486513" y="298481"/>
                    <a:pt x="513945" y="276599"/>
                    <a:pt x="536325" y="259208"/>
                  </a:cubicBezTo>
                  <a:cubicBezTo>
                    <a:pt x="550334" y="248322"/>
                    <a:pt x="569005" y="243551"/>
                    <a:pt x="592339" y="244895"/>
                  </a:cubicBezTo>
                  <a:cubicBezTo>
                    <a:pt x="597934" y="245221"/>
                    <a:pt x="603204" y="250100"/>
                    <a:pt x="609124" y="253873"/>
                  </a:cubicBezTo>
                  <a:cubicBezTo>
                    <a:pt x="613201" y="256519"/>
                    <a:pt x="616584" y="259793"/>
                    <a:pt x="619273" y="263697"/>
                  </a:cubicBezTo>
                  <a:cubicBezTo>
                    <a:pt x="631959" y="282108"/>
                    <a:pt x="648418" y="301625"/>
                    <a:pt x="650370" y="317304"/>
                  </a:cubicBezTo>
                  <a:cubicBezTo>
                    <a:pt x="652888" y="337818"/>
                    <a:pt x="646922" y="357010"/>
                    <a:pt x="632479" y="374879"/>
                  </a:cubicBezTo>
                  <a:cubicBezTo>
                    <a:pt x="617299" y="393659"/>
                    <a:pt x="604874" y="407711"/>
                    <a:pt x="595202" y="417036"/>
                  </a:cubicBezTo>
                  <a:cubicBezTo>
                    <a:pt x="591819" y="420289"/>
                    <a:pt x="592252" y="420896"/>
                    <a:pt x="596503" y="418858"/>
                  </a:cubicBezTo>
                  <a:close/>
                  <a:moveTo>
                    <a:pt x="556647" y="89708"/>
                  </a:moveTo>
                  <a:cubicBezTo>
                    <a:pt x="555841" y="88062"/>
                    <a:pt x="553853" y="87382"/>
                    <a:pt x="552208" y="88188"/>
                  </a:cubicBezTo>
                  <a:cubicBezTo>
                    <a:pt x="552207" y="88188"/>
                    <a:pt x="552207" y="88188"/>
                    <a:pt x="552207" y="88188"/>
                  </a:cubicBezTo>
                  <a:lnTo>
                    <a:pt x="492382" y="117496"/>
                  </a:lnTo>
                  <a:cubicBezTo>
                    <a:pt x="490737" y="118302"/>
                    <a:pt x="490056" y="120290"/>
                    <a:pt x="490862" y="121936"/>
                  </a:cubicBezTo>
                  <a:cubicBezTo>
                    <a:pt x="490862" y="121936"/>
                    <a:pt x="490862" y="121936"/>
                    <a:pt x="490862" y="121936"/>
                  </a:cubicBezTo>
                  <a:lnTo>
                    <a:pt x="510668" y="162364"/>
                  </a:lnTo>
                  <a:cubicBezTo>
                    <a:pt x="511474" y="164010"/>
                    <a:pt x="513462" y="164690"/>
                    <a:pt x="515107" y="163884"/>
                  </a:cubicBezTo>
                  <a:cubicBezTo>
                    <a:pt x="515108" y="163884"/>
                    <a:pt x="515108" y="163884"/>
                    <a:pt x="515108" y="163884"/>
                  </a:cubicBezTo>
                  <a:lnTo>
                    <a:pt x="574933" y="134576"/>
                  </a:lnTo>
                  <a:cubicBezTo>
                    <a:pt x="576578" y="133770"/>
                    <a:pt x="577259" y="131783"/>
                    <a:pt x="576453" y="130137"/>
                  </a:cubicBezTo>
                  <a:cubicBezTo>
                    <a:pt x="576453" y="130137"/>
                    <a:pt x="576453" y="130137"/>
                    <a:pt x="576453" y="130137"/>
                  </a:cubicBezTo>
                  <a:lnTo>
                    <a:pt x="556647" y="89708"/>
                  </a:lnTo>
                  <a:close/>
                  <a:moveTo>
                    <a:pt x="182740" y="135665"/>
                  </a:moveTo>
                  <a:cubicBezTo>
                    <a:pt x="170726" y="114586"/>
                    <a:pt x="155871" y="99298"/>
                    <a:pt x="138176" y="89799"/>
                  </a:cubicBezTo>
                  <a:cubicBezTo>
                    <a:pt x="136680" y="88970"/>
                    <a:pt x="134919" y="88782"/>
                    <a:pt x="133297" y="89279"/>
                  </a:cubicBezTo>
                  <a:lnTo>
                    <a:pt x="49894" y="114456"/>
                  </a:lnTo>
                  <a:cubicBezTo>
                    <a:pt x="44333" y="116168"/>
                    <a:pt x="40300" y="120683"/>
                    <a:pt x="39549" y="126036"/>
                  </a:cubicBezTo>
                  <a:lnTo>
                    <a:pt x="30572" y="190182"/>
                  </a:lnTo>
                  <a:cubicBezTo>
                    <a:pt x="30357" y="191892"/>
                    <a:pt x="31542" y="193460"/>
                    <a:pt x="33217" y="193685"/>
                  </a:cubicBezTo>
                  <a:cubicBezTo>
                    <a:pt x="33662" y="193745"/>
                    <a:pt x="34113" y="193704"/>
                    <a:pt x="34540" y="193565"/>
                  </a:cubicBezTo>
                  <a:lnTo>
                    <a:pt x="190026" y="146659"/>
                  </a:lnTo>
                  <a:cubicBezTo>
                    <a:pt x="195187" y="145098"/>
                    <a:pt x="195122" y="143580"/>
                    <a:pt x="189831" y="142105"/>
                  </a:cubicBezTo>
                  <a:cubicBezTo>
                    <a:pt x="187099" y="141324"/>
                    <a:pt x="184735" y="139178"/>
                    <a:pt x="182740" y="135665"/>
                  </a:cubicBezTo>
                  <a:close/>
                  <a:moveTo>
                    <a:pt x="195231" y="195257"/>
                  </a:moveTo>
                  <a:lnTo>
                    <a:pt x="55033" y="235982"/>
                  </a:lnTo>
                  <a:cubicBezTo>
                    <a:pt x="52896" y="236610"/>
                    <a:pt x="51672" y="238852"/>
                    <a:pt x="52300" y="240989"/>
                  </a:cubicBezTo>
                  <a:cubicBezTo>
                    <a:pt x="52300" y="240990"/>
                    <a:pt x="52300" y="240991"/>
                    <a:pt x="52301" y="240992"/>
                  </a:cubicBezTo>
                  <a:lnTo>
                    <a:pt x="52626" y="242033"/>
                  </a:lnTo>
                  <a:cubicBezTo>
                    <a:pt x="67521" y="293334"/>
                    <a:pt x="112314" y="325429"/>
                    <a:pt x="152684" y="313726"/>
                  </a:cubicBezTo>
                  <a:lnTo>
                    <a:pt x="154440" y="313205"/>
                  </a:lnTo>
                  <a:cubicBezTo>
                    <a:pt x="194808" y="301486"/>
                    <a:pt x="215458" y="250400"/>
                    <a:pt x="200566" y="199095"/>
                  </a:cubicBezTo>
                  <a:lnTo>
                    <a:pt x="200240" y="197989"/>
                  </a:lnTo>
                  <a:cubicBezTo>
                    <a:pt x="199613" y="195852"/>
                    <a:pt x="197371" y="194628"/>
                    <a:pt x="195234" y="195256"/>
                  </a:cubicBezTo>
                  <a:cubicBezTo>
                    <a:pt x="195233" y="195256"/>
                    <a:pt x="195232" y="195257"/>
                    <a:pt x="195231" y="195257"/>
                  </a:cubicBezTo>
                  <a:close/>
                  <a:moveTo>
                    <a:pt x="259572" y="472530"/>
                  </a:moveTo>
                  <a:cubicBezTo>
                    <a:pt x="263564" y="467715"/>
                    <a:pt x="269518" y="464966"/>
                    <a:pt x="275772" y="465048"/>
                  </a:cubicBezTo>
                  <a:cubicBezTo>
                    <a:pt x="327080" y="465699"/>
                    <a:pt x="377542" y="466805"/>
                    <a:pt x="427159" y="468366"/>
                  </a:cubicBezTo>
                  <a:cubicBezTo>
                    <a:pt x="464502" y="469537"/>
                    <a:pt x="490069" y="445076"/>
                    <a:pt x="516678" y="419769"/>
                  </a:cubicBezTo>
                  <a:cubicBezTo>
                    <a:pt x="539794" y="397779"/>
                    <a:pt x="564950" y="371821"/>
                    <a:pt x="592144" y="341895"/>
                  </a:cubicBezTo>
                  <a:cubicBezTo>
                    <a:pt x="600471" y="332744"/>
                    <a:pt x="600796" y="323333"/>
                    <a:pt x="593120" y="313661"/>
                  </a:cubicBezTo>
                  <a:lnTo>
                    <a:pt x="588761" y="308066"/>
                  </a:lnTo>
                  <a:cubicBezTo>
                    <a:pt x="583166" y="300996"/>
                    <a:pt x="576834" y="300259"/>
                    <a:pt x="569764" y="305854"/>
                  </a:cubicBezTo>
                  <a:lnTo>
                    <a:pt x="440821" y="407473"/>
                  </a:lnTo>
                  <a:cubicBezTo>
                    <a:pt x="435862" y="411358"/>
                    <a:pt x="429477" y="412901"/>
                    <a:pt x="423321" y="411701"/>
                  </a:cubicBezTo>
                  <a:cubicBezTo>
                    <a:pt x="392180" y="405500"/>
                    <a:pt x="345209" y="396261"/>
                    <a:pt x="282407" y="383987"/>
                  </a:cubicBezTo>
                  <a:cubicBezTo>
                    <a:pt x="240250" y="375746"/>
                    <a:pt x="208763" y="372992"/>
                    <a:pt x="187945" y="375725"/>
                  </a:cubicBezTo>
                  <a:cubicBezTo>
                    <a:pt x="129089" y="383315"/>
                    <a:pt x="99597" y="387110"/>
                    <a:pt x="99467" y="387110"/>
                  </a:cubicBezTo>
                  <a:cubicBezTo>
                    <a:pt x="45014" y="394071"/>
                    <a:pt x="47942" y="452622"/>
                    <a:pt x="52886" y="494519"/>
                  </a:cubicBezTo>
                  <a:cubicBezTo>
                    <a:pt x="53060" y="495820"/>
                    <a:pt x="61062" y="565973"/>
                    <a:pt x="76892" y="704978"/>
                  </a:cubicBezTo>
                  <a:cubicBezTo>
                    <a:pt x="79495" y="727703"/>
                    <a:pt x="79885" y="750564"/>
                    <a:pt x="78063" y="773549"/>
                  </a:cubicBezTo>
                  <a:cubicBezTo>
                    <a:pt x="55944" y="1055330"/>
                    <a:pt x="44299" y="1211968"/>
                    <a:pt x="43128" y="1243455"/>
                  </a:cubicBezTo>
                  <a:cubicBezTo>
                    <a:pt x="42867" y="1250696"/>
                    <a:pt x="43041" y="1256747"/>
                    <a:pt x="43648" y="1261606"/>
                  </a:cubicBezTo>
                  <a:cubicBezTo>
                    <a:pt x="44078" y="1265458"/>
                    <a:pt x="47354" y="1268366"/>
                    <a:pt x="51260" y="1268372"/>
                  </a:cubicBezTo>
                  <a:cubicBezTo>
                    <a:pt x="93721" y="1268548"/>
                    <a:pt x="122779" y="1268522"/>
                    <a:pt x="138436" y="1268307"/>
                  </a:cubicBezTo>
                  <a:cubicBezTo>
                    <a:pt x="140908" y="1268262"/>
                    <a:pt x="143511" y="1266765"/>
                    <a:pt x="146243" y="1263818"/>
                  </a:cubicBezTo>
                  <a:cubicBezTo>
                    <a:pt x="147804" y="1262172"/>
                    <a:pt x="147523" y="1260910"/>
                    <a:pt x="145397" y="1260045"/>
                  </a:cubicBezTo>
                  <a:cubicBezTo>
                    <a:pt x="119895" y="1249896"/>
                    <a:pt x="96409" y="1247554"/>
                    <a:pt x="100963" y="1210667"/>
                  </a:cubicBezTo>
                  <a:cubicBezTo>
                    <a:pt x="116707" y="1081899"/>
                    <a:pt x="139043" y="947921"/>
                    <a:pt x="167972" y="808744"/>
                  </a:cubicBezTo>
                  <a:cubicBezTo>
                    <a:pt x="169837" y="799897"/>
                    <a:pt x="172851" y="794451"/>
                    <a:pt x="177015" y="792415"/>
                  </a:cubicBezTo>
                  <a:cubicBezTo>
                    <a:pt x="190633" y="785864"/>
                    <a:pt x="198961" y="788707"/>
                    <a:pt x="201997" y="800938"/>
                  </a:cubicBezTo>
                  <a:cubicBezTo>
                    <a:pt x="244370" y="970691"/>
                    <a:pt x="283102" y="1122924"/>
                    <a:pt x="318189" y="1257638"/>
                  </a:cubicBezTo>
                  <a:cubicBezTo>
                    <a:pt x="320531" y="1266570"/>
                    <a:pt x="326321" y="1271040"/>
                    <a:pt x="335559" y="1271040"/>
                  </a:cubicBezTo>
                  <a:lnTo>
                    <a:pt x="420003" y="1271040"/>
                  </a:lnTo>
                  <a:cubicBezTo>
                    <a:pt x="421348" y="1271040"/>
                    <a:pt x="422454" y="1270519"/>
                    <a:pt x="423321" y="1269478"/>
                  </a:cubicBezTo>
                  <a:cubicBezTo>
                    <a:pt x="423885" y="1268828"/>
                    <a:pt x="424232" y="1268112"/>
                    <a:pt x="424362" y="1267331"/>
                  </a:cubicBezTo>
                  <a:cubicBezTo>
                    <a:pt x="424666" y="1265380"/>
                    <a:pt x="423906" y="1264059"/>
                    <a:pt x="422085" y="1263363"/>
                  </a:cubicBezTo>
                  <a:lnTo>
                    <a:pt x="378432" y="1246708"/>
                  </a:lnTo>
                  <a:cubicBezTo>
                    <a:pt x="372986" y="1244659"/>
                    <a:pt x="369029" y="1239884"/>
                    <a:pt x="368022" y="1234152"/>
                  </a:cubicBezTo>
                  <a:cubicBezTo>
                    <a:pt x="348245" y="1121909"/>
                    <a:pt x="323155" y="972538"/>
                    <a:pt x="292751" y="786039"/>
                  </a:cubicBezTo>
                  <a:cubicBezTo>
                    <a:pt x="277008" y="689170"/>
                    <a:pt x="268225" y="587485"/>
                    <a:pt x="256450" y="485671"/>
                  </a:cubicBezTo>
                  <a:cubicBezTo>
                    <a:pt x="256189" y="483199"/>
                    <a:pt x="256341" y="480944"/>
                    <a:pt x="256905" y="478905"/>
                  </a:cubicBezTo>
                  <a:cubicBezTo>
                    <a:pt x="257729" y="475826"/>
                    <a:pt x="258618" y="473701"/>
                    <a:pt x="259572" y="472530"/>
                  </a:cubicBezTo>
                  <a:close/>
                </a:path>
              </a:pathLst>
            </a:custGeom>
            <a:grpFill/>
            <a:ln w="6494" cap="flat">
              <a:noFill/>
              <a:prstDash val="solid"/>
              <a:miter/>
            </a:ln>
          </p:spPr>
          <p:txBody>
            <a:bodyPr rtlCol="0" anchor="ctr"/>
            <a:lstStyle/>
            <a:p>
              <a:endParaRPr lang="en-US" dirty="0"/>
            </a:p>
          </p:txBody>
        </p:sp>
        <p:sp>
          <p:nvSpPr>
            <p:cNvPr id="58" name="Forme libre : forme 1377">
              <a:extLst>
                <a:ext uri="{FF2B5EF4-FFF2-40B4-BE49-F238E27FC236}">
                  <a16:creationId xmlns:a16="http://schemas.microsoft.com/office/drawing/2014/main" id="{E9F7F6B6-E278-2681-50C4-9EFEAB3D33BA}"/>
                </a:ext>
              </a:extLst>
            </p:cNvPr>
            <p:cNvSpPr/>
            <p:nvPr/>
          </p:nvSpPr>
          <p:spPr>
            <a:xfrm>
              <a:off x="7292728" y="5239905"/>
              <a:ext cx="390328" cy="383708"/>
            </a:xfrm>
            <a:custGeom>
              <a:avLst/>
              <a:gdLst>
                <a:gd name="connsiteX0" fmla="*/ 390328 w 390328"/>
                <a:gd name="connsiteY0" fmla="*/ 31878 h 383708"/>
                <a:gd name="connsiteX1" fmla="*/ 390328 w 390328"/>
                <a:gd name="connsiteY1" fmla="*/ 352089 h 383708"/>
                <a:gd name="connsiteX2" fmla="*/ 348041 w 390328"/>
                <a:gd name="connsiteY2" fmla="*/ 383707 h 383708"/>
                <a:gd name="connsiteX3" fmla="*/ 39020 w 390328"/>
                <a:gd name="connsiteY3" fmla="*/ 383641 h 383708"/>
                <a:gd name="connsiteX4" fmla="*/ 51 w 390328"/>
                <a:gd name="connsiteY4" fmla="*/ 334458 h 383708"/>
                <a:gd name="connsiteX5" fmla="*/ 116 w 390328"/>
                <a:gd name="connsiteY5" fmla="*/ 53477 h 383708"/>
                <a:gd name="connsiteX6" fmla="*/ 4605 w 390328"/>
                <a:gd name="connsiteY6" fmla="*/ 18867 h 383708"/>
                <a:gd name="connsiteX7" fmla="*/ 39020 w 390328"/>
                <a:gd name="connsiteY7" fmla="*/ 0 h 383708"/>
                <a:gd name="connsiteX8" fmla="*/ 348041 w 390328"/>
                <a:gd name="connsiteY8" fmla="*/ 130 h 383708"/>
                <a:gd name="connsiteX9" fmla="*/ 390328 w 390328"/>
                <a:gd name="connsiteY9" fmla="*/ 31878 h 383708"/>
                <a:gd name="connsiteX10" fmla="*/ 195157 w 390328"/>
                <a:gd name="connsiteY10" fmla="*/ 351308 h 383708"/>
                <a:gd name="connsiteX11" fmla="*/ 352920 w 390328"/>
                <a:gd name="connsiteY11" fmla="*/ 351048 h 383708"/>
                <a:gd name="connsiteX12" fmla="*/ 357800 w 390328"/>
                <a:gd name="connsiteY12" fmla="*/ 346104 h 383708"/>
                <a:gd name="connsiteX13" fmla="*/ 357800 w 390328"/>
                <a:gd name="connsiteY13" fmla="*/ 37473 h 383708"/>
                <a:gd name="connsiteX14" fmla="*/ 352920 w 390328"/>
                <a:gd name="connsiteY14" fmla="*/ 32594 h 383708"/>
                <a:gd name="connsiteX15" fmla="*/ 283114 w 390328"/>
                <a:gd name="connsiteY15" fmla="*/ 32594 h 383708"/>
                <a:gd name="connsiteX16" fmla="*/ 279926 w 390328"/>
                <a:gd name="connsiteY16" fmla="*/ 35782 h 383708"/>
                <a:gd name="connsiteX17" fmla="*/ 279926 w 390328"/>
                <a:gd name="connsiteY17" fmla="*/ 113720 h 383708"/>
                <a:gd name="connsiteX18" fmla="*/ 260344 w 390328"/>
                <a:gd name="connsiteY18" fmla="*/ 133432 h 383708"/>
                <a:gd name="connsiteX19" fmla="*/ 195157 w 390328"/>
                <a:gd name="connsiteY19" fmla="*/ 133562 h 383708"/>
                <a:gd name="connsiteX20" fmla="*/ 129970 w 390328"/>
                <a:gd name="connsiteY20" fmla="*/ 133432 h 383708"/>
                <a:gd name="connsiteX21" fmla="*/ 110323 w 390328"/>
                <a:gd name="connsiteY21" fmla="*/ 113785 h 383708"/>
                <a:gd name="connsiteX22" fmla="*/ 110323 w 390328"/>
                <a:gd name="connsiteY22" fmla="*/ 35847 h 383708"/>
                <a:gd name="connsiteX23" fmla="*/ 107135 w 390328"/>
                <a:gd name="connsiteY23" fmla="*/ 32659 h 383708"/>
                <a:gd name="connsiteX24" fmla="*/ 37329 w 390328"/>
                <a:gd name="connsiteY24" fmla="*/ 32659 h 383708"/>
                <a:gd name="connsiteX25" fmla="*/ 32450 w 390328"/>
                <a:gd name="connsiteY25" fmla="*/ 37538 h 383708"/>
                <a:gd name="connsiteX26" fmla="*/ 32580 w 390328"/>
                <a:gd name="connsiteY26" fmla="*/ 346169 h 383708"/>
                <a:gd name="connsiteX27" fmla="*/ 37459 w 390328"/>
                <a:gd name="connsiteY27" fmla="*/ 351113 h 383708"/>
                <a:gd name="connsiteX28" fmla="*/ 195157 w 390328"/>
                <a:gd name="connsiteY28" fmla="*/ 351308 h 383708"/>
                <a:gd name="connsiteX29" fmla="*/ 227686 w 390328"/>
                <a:gd name="connsiteY29" fmla="*/ 39555 h 383708"/>
                <a:gd name="connsiteX30" fmla="*/ 220594 w 390328"/>
                <a:gd name="connsiteY30" fmla="*/ 32464 h 383708"/>
                <a:gd name="connsiteX31" fmla="*/ 162954 w 390328"/>
                <a:gd name="connsiteY31" fmla="*/ 32464 h 383708"/>
                <a:gd name="connsiteX32" fmla="*/ 155863 w 390328"/>
                <a:gd name="connsiteY32" fmla="*/ 39555 h 383708"/>
                <a:gd name="connsiteX33" fmla="*/ 155863 w 390328"/>
                <a:gd name="connsiteY33" fmla="*/ 77678 h 383708"/>
                <a:gd name="connsiteX34" fmla="*/ 162954 w 390328"/>
                <a:gd name="connsiteY34" fmla="*/ 84770 h 383708"/>
                <a:gd name="connsiteX35" fmla="*/ 220594 w 390328"/>
                <a:gd name="connsiteY35" fmla="*/ 84770 h 383708"/>
                <a:gd name="connsiteX36" fmla="*/ 227686 w 390328"/>
                <a:gd name="connsiteY36" fmla="*/ 77678 h 383708"/>
                <a:gd name="connsiteX37" fmla="*/ 227686 w 390328"/>
                <a:gd name="connsiteY37" fmla="*/ 39555 h 383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0328" h="383708">
                  <a:moveTo>
                    <a:pt x="390328" y="31878"/>
                  </a:moveTo>
                  <a:lnTo>
                    <a:pt x="390328" y="352089"/>
                  </a:lnTo>
                  <a:cubicBezTo>
                    <a:pt x="385254" y="373341"/>
                    <a:pt x="371156" y="383880"/>
                    <a:pt x="348041" y="383707"/>
                  </a:cubicBezTo>
                  <a:cubicBezTo>
                    <a:pt x="315428" y="383446"/>
                    <a:pt x="212417" y="383425"/>
                    <a:pt x="39020" y="383641"/>
                  </a:cubicBezTo>
                  <a:cubicBezTo>
                    <a:pt x="7858" y="383707"/>
                    <a:pt x="51" y="362758"/>
                    <a:pt x="51" y="334458"/>
                  </a:cubicBezTo>
                  <a:cubicBezTo>
                    <a:pt x="-33" y="240776"/>
                    <a:pt x="-14" y="147116"/>
                    <a:pt x="116" y="53477"/>
                  </a:cubicBezTo>
                  <a:cubicBezTo>
                    <a:pt x="116" y="36649"/>
                    <a:pt x="1613" y="25112"/>
                    <a:pt x="4605" y="18867"/>
                  </a:cubicBezTo>
                  <a:cubicBezTo>
                    <a:pt x="10636" y="6246"/>
                    <a:pt x="22105" y="-43"/>
                    <a:pt x="39020" y="0"/>
                  </a:cubicBezTo>
                  <a:cubicBezTo>
                    <a:pt x="191729" y="477"/>
                    <a:pt x="294740" y="521"/>
                    <a:pt x="348041" y="130"/>
                  </a:cubicBezTo>
                  <a:cubicBezTo>
                    <a:pt x="371377" y="-43"/>
                    <a:pt x="385468" y="10539"/>
                    <a:pt x="390328" y="31878"/>
                  </a:cubicBezTo>
                  <a:close/>
                  <a:moveTo>
                    <a:pt x="195157" y="351308"/>
                  </a:moveTo>
                  <a:cubicBezTo>
                    <a:pt x="273661" y="351308"/>
                    <a:pt x="326247" y="351222"/>
                    <a:pt x="352920" y="351048"/>
                  </a:cubicBezTo>
                  <a:cubicBezTo>
                    <a:pt x="356173" y="351004"/>
                    <a:pt x="357800" y="349356"/>
                    <a:pt x="357800" y="346104"/>
                  </a:cubicBezTo>
                  <a:lnTo>
                    <a:pt x="357800" y="37473"/>
                  </a:lnTo>
                  <a:cubicBezTo>
                    <a:pt x="357800" y="34778"/>
                    <a:pt x="355614" y="32594"/>
                    <a:pt x="352920" y="32594"/>
                  </a:cubicBezTo>
                  <a:lnTo>
                    <a:pt x="283114" y="32594"/>
                  </a:lnTo>
                  <a:cubicBezTo>
                    <a:pt x="280987" y="32594"/>
                    <a:pt x="279926" y="33656"/>
                    <a:pt x="279926" y="35782"/>
                  </a:cubicBezTo>
                  <a:lnTo>
                    <a:pt x="279926" y="113720"/>
                  </a:lnTo>
                  <a:cubicBezTo>
                    <a:pt x="279926" y="126775"/>
                    <a:pt x="273401" y="133346"/>
                    <a:pt x="260344" y="133432"/>
                  </a:cubicBezTo>
                  <a:cubicBezTo>
                    <a:pt x="239656" y="133519"/>
                    <a:pt x="217927" y="133562"/>
                    <a:pt x="195157" y="133562"/>
                  </a:cubicBezTo>
                  <a:cubicBezTo>
                    <a:pt x="172387" y="133562"/>
                    <a:pt x="150658" y="133519"/>
                    <a:pt x="129970" y="133432"/>
                  </a:cubicBezTo>
                  <a:cubicBezTo>
                    <a:pt x="116913" y="133389"/>
                    <a:pt x="110368" y="126840"/>
                    <a:pt x="110323" y="113785"/>
                  </a:cubicBezTo>
                  <a:lnTo>
                    <a:pt x="110323" y="35847"/>
                  </a:lnTo>
                  <a:cubicBezTo>
                    <a:pt x="110323" y="33721"/>
                    <a:pt x="109262" y="32659"/>
                    <a:pt x="107135" y="32659"/>
                  </a:cubicBezTo>
                  <a:lnTo>
                    <a:pt x="37329" y="32659"/>
                  </a:lnTo>
                  <a:cubicBezTo>
                    <a:pt x="34635" y="32659"/>
                    <a:pt x="32450" y="34843"/>
                    <a:pt x="32450" y="37538"/>
                  </a:cubicBezTo>
                  <a:lnTo>
                    <a:pt x="32580" y="346169"/>
                  </a:lnTo>
                  <a:cubicBezTo>
                    <a:pt x="32580" y="349421"/>
                    <a:pt x="34206" y="351069"/>
                    <a:pt x="37459" y="351113"/>
                  </a:cubicBezTo>
                  <a:cubicBezTo>
                    <a:pt x="64132" y="351243"/>
                    <a:pt x="116698" y="351308"/>
                    <a:pt x="195157" y="351308"/>
                  </a:cubicBezTo>
                  <a:close/>
                  <a:moveTo>
                    <a:pt x="227686" y="39555"/>
                  </a:moveTo>
                  <a:cubicBezTo>
                    <a:pt x="227686" y="35638"/>
                    <a:pt x="224511" y="32464"/>
                    <a:pt x="220594" y="32464"/>
                  </a:cubicBezTo>
                  <a:lnTo>
                    <a:pt x="162954" y="32464"/>
                  </a:lnTo>
                  <a:cubicBezTo>
                    <a:pt x="159037" y="32464"/>
                    <a:pt x="155863" y="35638"/>
                    <a:pt x="155863" y="39555"/>
                  </a:cubicBezTo>
                  <a:lnTo>
                    <a:pt x="155863" y="77678"/>
                  </a:lnTo>
                  <a:cubicBezTo>
                    <a:pt x="155863" y="81595"/>
                    <a:pt x="159037" y="84770"/>
                    <a:pt x="162954" y="84770"/>
                  </a:cubicBezTo>
                  <a:lnTo>
                    <a:pt x="220594" y="84770"/>
                  </a:lnTo>
                  <a:cubicBezTo>
                    <a:pt x="224511" y="84770"/>
                    <a:pt x="227686" y="81595"/>
                    <a:pt x="227686" y="77678"/>
                  </a:cubicBezTo>
                  <a:lnTo>
                    <a:pt x="227686" y="39555"/>
                  </a:lnTo>
                  <a:close/>
                </a:path>
              </a:pathLst>
            </a:custGeom>
            <a:grpFill/>
            <a:ln w="6494" cap="flat">
              <a:noFill/>
              <a:prstDash val="solid"/>
              <a:miter/>
            </a:ln>
          </p:spPr>
          <p:txBody>
            <a:bodyPr rtlCol="0" anchor="ctr"/>
            <a:lstStyle/>
            <a:p>
              <a:endParaRPr lang="en-US" dirty="0"/>
            </a:p>
          </p:txBody>
        </p:sp>
        <p:sp>
          <p:nvSpPr>
            <p:cNvPr id="59" name="Forme libre : forme 1378">
              <a:extLst>
                <a:ext uri="{FF2B5EF4-FFF2-40B4-BE49-F238E27FC236}">
                  <a16:creationId xmlns:a16="http://schemas.microsoft.com/office/drawing/2014/main" id="{21F19FBA-FB68-E06D-D2F8-8CF50834A37B}"/>
                </a:ext>
              </a:extLst>
            </p:cNvPr>
            <p:cNvSpPr/>
            <p:nvPr/>
          </p:nvSpPr>
          <p:spPr>
            <a:xfrm>
              <a:off x="6902340" y="5630248"/>
              <a:ext cx="780716" cy="370694"/>
            </a:xfrm>
            <a:custGeom>
              <a:avLst/>
              <a:gdLst>
                <a:gd name="connsiteX0" fmla="*/ 780717 w 780716"/>
                <a:gd name="connsiteY0" fmla="*/ 30772 h 370694"/>
                <a:gd name="connsiteX1" fmla="*/ 780717 w 780716"/>
                <a:gd name="connsiteY1" fmla="*/ 339272 h 370694"/>
                <a:gd name="connsiteX2" fmla="*/ 738430 w 780716"/>
                <a:gd name="connsiteY2" fmla="*/ 370695 h 370694"/>
                <a:gd name="connsiteX3" fmla="*/ 434158 w 780716"/>
                <a:gd name="connsiteY3" fmla="*/ 370435 h 370694"/>
                <a:gd name="connsiteX4" fmla="*/ 391741 w 780716"/>
                <a:gd name="connsiteY4" fmla="*/ 343696 h 370694"/>
                <a:gd name="connsiteX5" fmla="*/ 389529 w 780716"/>
                <a:gd name="connsiteY5" fmla="*/ 343696 h 370694"/>
                <a:gd name="connsiteX6" fmla="*/ 348088 w 780716"/>
                <a:gd name="connsiteY6" fmla="*/ 370370 h 370694"/>
                <a:gd name="connsiteX7" fmla="*/ 35814 w 780716"/>
                <a:gd name="connsiteY7" fmla="*/ 370565 h 370694"/>
                <a:gd name="connsiteX8" fmla="*/ 98 w 780716"/>
                <a:gd name="connsiteY8" fmla="*/ 323659 h 370694"/>
                <a:gd name="connsiteX9" fmla="*/ 98 w 780716"/>
                <a:gd name="connsiteY9" fmla="*/ 50354 h 370694"/>
                <a:gd name="connsiteX10" fmla="*/ 45898 w 780716"/>
                <a:gd name="connsiteY10" fmla="*/ 0 h 370694"/>
                <a:gd name="connsiteX11" fmla="*/ 349844 w 780716"/>
                <a:gd name="connsiteY11" fmla="*/ 65 h 370694"/>
                <a:gd name="connsiteX12" fmla="*/ 389464 w 780716"/>
                <a:gd name="connsiteY12" fmla="*/ 27389 h 370694"/>
                <a:gd name="connsiteX13" fmla="*/ 391676 w 780716"/>
                <a:gd name="connsiteY13" fmla="*/ 27389 h 370694"/>
                <a:gd name="connsiteX14" fmla="*/ 433963 w 780716"/>
                <a:gd name="connsiteY14" fmla="*/ 65 h 370694"/>
                <a:gd name="connsiteX15" fmla="*/ 735177 w 780716"/>
                <a:gd name="connsiteY15" fmla="*/ 130 h 370694"/>
                <a:gd name="connsiteX16" fmla="*/ 780717 w 780716"/>
                <a:gd name="connsiteY16" fmla="*/ 30772 h 370694"/>
                <a:gd name="connsiteX17" fmla="*/ 195074 w 780716"/>
                <a:gd name="connsiteY17" fmla="*/ 132977 h 370694"/>
                <a:gd name="connsiteX18" fmla="*/ 130277 w 780716"/>
                <a:gd name="connsiteY18" fmla="*/ 133042 h 370694"/>
                <a:gd name="connsiteX19" fmla="*/ 109914 w 780716"/>
                <a:gd name="connsiteY19" fmla="*/ 112614 h 370694"/>
                <a:gd name="connsiteX20" fmla="*/ 109914 w 780716"/>
                <a:gd name="connsiteY20" fmla="*/ 36952 h 370694"/>
                <a:gd name="connsiteX21" fmla="*/ 105555 w 780716"/>
                <a:gd name="connsiteY21" fmla="*/ 32594 h 370694"/>
                <a:gd name="connsiteX22" fmla="*/ 35554 w 780716"/>
                <a:gd name="connsiteY22" fmla="*/ 32594 h 370694"/>
                <a:gd name="connsiteX23" fmla="*/ 32431 w 780716"/>
                <a:gd name="connsiteY23" fmla="*/ 35781 h 370694"/>
                <a:gd name="connsiteX24" fmla="*/ 32431 w 780716"/>
                <a:gd name="connsiteY24" fmla="*/ 331986 h 370694"/>
                <a:gd name="connsiteX25" fmla="*/ 38937 w 780716"/>
                <a:gd name="connsiteY25" fmla="*/ 338492 h 370694"/>
                <a:gd name="connsiteX26" fmla="*/ 195204 w 780716"/>
                <a:gd name="connsiteY26" fmla="*/ 338362 h 370694"/>
                <a:gd name="connsiteX27" fmla="*/ 351471 w 780716"/>
                <a:gd name="connsiteY27" fmla="*/ 338296 h 370694"/>
                <a:gd name="connsiteX28" fmla="*/ 357911 w 780716"/>
                <a:gd name="connsiteY28" fmla="*/ 331791 h 370694"/>
                <a:gd name="connsiteX29" fmla="*/ 357586 w 780716"/>
                <a:gd name="connsiteY29" fmla="*/ 35586 h 370694"/>
                <a:gd name="connsiteX30" fmla="*/ 354463 w 780716"/>
                <a:gd name="connsiteY30" fmla="*/ 32398 h 370694"/>
                <a:gd name="connsiteX31" fmla="*/ 284462 w 780716"/>
                <a:gd name="connsiteY31" fmla="*/ 32463 h 370694"/>
                <a:gd name="connsiteX32" fmla="*/ 280103 w 780716"/>
                <a:gd name="connsiteY32" fmla="*/ 36822 h 370694"/>
                <a:gd name="connsiteX33" fmla="*/ 280168 w 780716"/>
                <a:gd name="connsiteY33" fmla="*/ 112484 h 370694"/>
                <a:gd name="connsiteX34" fmla="*/ 259870 w 780716"/>
                <a:gd name="connsiteY34" fmla="*/ 132977 h 370694"/>
                <a:gd name="connsiteX35" fmla="*/ 195074 w 780716"/>
                <a:gd name="connsiteY35" fmla="*/ 132977 h 370694"/>
                <a:gd name="connsiteX36" fmla="*/ 227797 w 780716"/>
                <a:gd name="connsiteY36" fmla="*/ 36882 h 370694"/>
                <a:gd name="connsiteX37" fmla="*/ 223647 w 780716"/>
                <a:gd name="connsiteY37" fmla="*/ 32704 h 370694"/>
                <a:gd name="connsiteX38" fmla="*/ 160411 w 780716"/>
                <a:gd name="connsiteY38" fmla="*/ 32484 h 370694"/>
                <a:gd name="connsiteX39" fmla="*/ 156234 w 780716"/>
                <a:gd name="connsiteY39" fmla="*/ 36632 h 370694"/>
                <a:gd name="connsiteX40" fmla="*/ 156104 w 780716"/>
                <a:gd name="connsiteY40" fmla="*/ 73845 h 370694"/>
                <a:gd name="connsiteX41" fmla="*/ 160255 w 780716"/>
                <a:gd name="connsiteY41" fmla="*/ 78023 h 370694"/>
                <a:gd name="connsiteX42" fmla="*/ 223490 w 780716"/>
                <a:gd name="connsiteY42" fmla="*/ 78243 h 370694"/>
                <a:gd name="connsiteX43" fmla="*/ 227667 w 780716"/>
                <a:gd name="connsiteY43" fmla="*/ 74095 h 370694"/>
                <a:gd name="connsiteX44" fmla="*/ 227797 w 780716"/>
                <a:gd name="connsiteY44" fmla="*/ 36882 h 370694"/>
                <a:gd name="connsiteX45" fmla="*/ 585481 w 780716"/>
                <a:gd name="connsiteY45" fmla="*/ 133042 h 370694"/>
                <a:gd name="connsiteX46" fmla="*/ 520749 w 780716"/>
                <a:gd name="connsiteY46" fmla="*/ 132977 h 370694"/>
                <a:gd name="connsiteX47" fmla="*/ 500386 w 780716"/>
                <a:gd name="connsiteY47" fmla="*/ 112549 h 370694"/>
                <a:gd name="connsiteX48" fmla="*/ 500451 w 780716"/>
                <a:gd name="connsiteY48" fmla="*/ 36952 h 370694"/>
                <a:gd name="connsiteX49" fmla="*/ 496092 w 780716"/>
                <a:gd name="connsiteY49" fmla="*/ 32594 h 370694"/>
                <a:gd name="connsiteX50" fmla="*/ 426091 w 780716"/>
                <a:gd name="connsiteY50" fmla="*/ 32529 h 370694"/>
                <a:gd name="connsiteX51" fmla="*/ 422968 w 780716"/>
                <a:gd name="connsiteY51" fmla="*/ 35716 h 370694"/>
                <a:gd name="connsiteX52" fmla="*/ 422838 w 780716"/>
                <a:gd name="connsiteY52" fmla="*/ 331856 h 370694"/>
                <a:gd name="connsiteX53" fmla="*/ 429344 w 780716"/>
                <a:gd name="connsiteY53" fmla="*/ 338362 h 370694"/>
                <a:gd name="connsiteX54" fmla="*/ 585546 w 780716"/>
                <a:gd name="connsiteY54" fmla="*/ 338296 h 370694"/>
                <a:gd name="connsiteX55" fmla="*/ 741748 w 780716"/>
                <a:gd name="connsiteY55" fmla="*/ 338296 h 370694"/>
                <a:gd name="connsiteX56" fmla="*/ 748188 w 780716"/>
                <a:gd name="connsiteY56" fmla="*/ 331791 h 370694"/>
                <a:gd name="connsiteX57" fmla="*/ 747993 w 780716"/>
                <a:gd name="connsiteY57" fmla="*/ 35716 h 370694"/>
                <a:gd name="connsiteX58" fmla="*/ 744870 w 780716"/>
                <a:gd name="connsiteY58" fmla="*/ 32529 h 370694"/>
                <a:gd name="connsiteX59" fmla="*/ 674934 w 780716"/>
                <a:gd name="connsiteY59" fmla="*/ 32594 h 370694"/>
                <a:gd name="connsiteX60" fmla="*/ 670575 w 780716"/>
                <a:gd name="connsiteY60" fmla="*/ 36952 h 370694"/>
                <a:gd name="connsiteX61" fmla="*/ 670640 w 780716"/>
                <a:gd name="connsiteY61" fmla="*/ 112549 h 370694"/>
                <a:gd name="connsiteX62" fmla="*/ 650277 w 780716"/>
                <a:gd name="connsiteY62" fmla="*/ 132977 h 370694"/>
                <a:gd name="connsiteX63" fmla="*/ 585481 w 780716"/>
                <a:gd name="connsiteY63" fmla="*/ 133042 h 370694"/>
                <a:gd name="connsiteX64" fmla="*/ 618113 w 780716"/>
                <a:gd name="connsiteY64" fmla="*/ 39817 h 370694"/>
                <a:gd name="connsiteX65" fmla="*/ 611139 w 780716"/>
                <a:gd name="connsiteY65" fmla="*/ 32868 h 370694"/>
                <a:gd name="connsiteX66" fmla="*/ 611139 w 780716"/>
                <a:gd name="connsiteY66" fmla="*/ 32868 h 370694"/>
                <a:gd name="connsiteX67" fmla="*/ 553238 w 780716"/>
                <a:gd name="connsiteY67" fmla="*/ 32970 h 370694"/>
                <a:gd name="connsiteX68" fmla="*/ 546290 w 780716"/>
                <a:gd name="connsiteY68" fmla="*/ 39942 h 370694"/>
                <a:gd name="connsiteX69" fmla="*/ 546342 w 780716"/>
                <a:gd name="connsiteY69" fmla="*/ 71300 h 370694"/>
                <a:gd name="connsiteX70" fmla="*/ 553317 w 780716"/>
                <a:gd name="connsiteY70" fmla="*/ 78249 h 370694"/>
                <a:gd name="connsiteX71" fmla="*/ 553317 w 780716"/>
                <a:gd name="connsiteY71" fmla="*/ 78249 h 370694"/>
                <a:gd name="connsiteX72" fmla="*/ 611217 w 780716"/>
                <a:gd name="connsiteY72" fmla="*/ 78148 h 370694"/>
                <a:gd name="connsiteX73" fmla="*/ 618165 w 780716"/>
                <a:gd name="connsiteY73" fmla="*/ 71175 h 370694"/>
                <a:gd name="connsiteX74" fmla="*/ 618113 w 780716"/>
                <a:gd name="connsiteY74" fmla="*/ 39817 h 3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80716" h="370694">
                  <a:moveTo>
                    <a:pt x="780717" y="30772"/>
                  </a:moveTo>
                  <a:lnTo>
                    <a:pt x="780717" y="339272"/>
                  </a:lnTo>
                  <a:cubicBezTo>
                    <a:pt x="775857" y="360221"/>
                    <a:pt x="761766" y="370695"/>
                    <a:pt x="738430" y="370695"/>
                  </a:cubicBezTo>
                  <a:cubicBezTo>
                    <a:pt x="536317" y="370519"/>
                    <a:pt x="434893" y="370435"/>
                    <a:pt x="434158" y="370435"/>
                  </a:cubicBezTo>
                  <a:cubicBezTo>
                    <a:pt x="410952" y="370955"/>
                    <a:pt x="396815" y="362042"/>
                    <a:pt x="391741" y="343696"/>
                  </a:cubicBezTo>
                  <a:cubicBezTo>
                    <a:pt x="391090" y="341309"/>
                    <a:pt x="390355" y="341309"/>
                    <a:pt x="389529" y="343696"/>
                  </a:cubicBezTo>
                  <a:cubicBezTo>
                    <a:pt x="383674" y="361437"/>
                    <a:pt x="369862" y="370324"/>
                    <a:pt x="348088" y="370370"/>
                  </a:cubicBezTo>
                  <a:cubicBezTo>
                    <a:pt x="278431" y="370454"/>
                    <a:pt x="174340" y="370519"/>
                    <a:pt x="35814" y="370565"/>
                  </a:cubicBezTo>
                  <a:cubicBezTo>
                    <a:pt x="8230" y="370565"/>
                    <a:pt x="163" y="348836"/>
                    <a:pt x="98" y="323659"/>
                  </a:cubicBezTo>
                  <a:cubicBezTo>
                    <a:pt x="-33" y="229196"/>
                    <a:pt x="-33" y="138095"/>
                    <a:pt x="98" y="50354"/>
                  </a:cubicBezTo>
                  <a:cubicBezTo>
                    <a:pt x="163" y="14248"/>
                    <a:pt x="9401" y="0"/>
                    <a:pt x="45898" y="0"/>
                  </a:cubicBezTo>
                  <a:cubicBezTo>
                    <a:pt x="236951" y="87"/>
                    <a:pt x="338264" y="109"/>
                    <a:pt x="349844" y="65"/>
                  </a:cubicBezTo>
                  <a:cubicBezTo>
                    <a:pt x="370318" y="-65"/>
                    <a:pt x="383524" y="9043"/>
                    <a:pt x="389464" y="27389"/>
                  </a:cubicBezTo>
                  <a:cubicBezTo>
                    <a:pt x="390199" y="29731"/>
                    <a:pt x="390941" y="29731"/>
                    <a:pt x="391676" y="27389"/>
                  </a:cubicBezTo>
                  <a:cubicBezTo>
                    <a:pt x="397401" y="8436"/>
                    <a:pt x="411499" y="-672"/>
                    <a:pt x="433963" y="65"/>
                  </a:cubicBezTo>
                  <a:cubicBezTo>
                    <a:pt x="437040" y="152"/>
                    <a:pt x="537449" y="174"/>
                    <a:pt x="735177" y="130"/>
                  </a:cubicBezTo>
                  <a:cubicBezTo>
                    <a:pt x="760243" y="130"/>
                    <a:pt x="775428" y="10344"/>
                    <a:pt x="780717" y="30772"/>
                  </a:cubicBezTo>
                  <a:close/>
                  <a:moveTo>
                    <a:pt x="195074" y="132977"/>
                  </a:moveTo>
                  <a:cubicBezTo>
                    <a:pt x="157731" y="133020"/>
                    <a:pt x="136132" y="133042"/>
                    <a:pt x="130277" y="133042"/>
                  </a:cubicBezTo>
                  <a:cubicBezTo>
                    <a:pt x="116701" y="133042"/>
                    <a:pt x="109914" y="126232"/>
                    <a:pt x="109914" y="112614"/>
                  </a:cubicBezTo>
                  <a:lnTo>
                    <a:pt x="109914" y="36952"/>
                  </a:lnTo>
                  <a:cubicBezTo>
                    <a:pt x="109914" y="34046"/>
                    <a:pt x="108461" y="32594"/>
                    <a:pt x="105555" y="32594"/>
                  </a:cubicBezTo>
                  <a:lnTo>
                    <a:pt x="35554" y="32594"/>
                  </a:lnTo>
                  <a:cubicBezTo>
                    <a:pt x="33472" y="32594"/>
                    <a:pt x="32431" y="33656"/>
                    <a:pt x="32431" y="35781"/>
                  </a:cubicBezTo>
                  <a:lnTo>
                    <a:pt x="32431" y="331986"/>
                  </a:lnTo>
                  <a:cubicBezTo>
                    <a:pt x="32431" y="336325"/>
                    <a:pt x="34599" y="338492"/>
                    <a:pt x="38937" y="338492"/>
                  </a:cubicBezTo>
                  <a:cubicBezTo>
                    <a:pt x="42103" y="338492"/>
                    <a:pt x="94191" y="338446"/>
                    <a:pt x="195204" y="338362"/>
                  </a:cubicBezTo>
                  <a:cubicBezTo>
                    <a:pt x="296218" y="338316"/>
                    <a:pt x="348302" y="338296"/>
                    <a:pt x="351471" y="338296"/>
                  </a:cubicBezTo>
                  <a:cubicBezTo>
                    <a:pt x="355810" y="338296"/>
                    <a:pt x="357957" y="336130"/>
                    <a:pt x="357911" y="331791"/>
                  </a:cubicBezTo>
                  <a:lnTo>
                    <a:pt x="357586" y="35586"/>
                  </a:lnTo>
                  <a:cubicBezTo>
                    <a:pt x="357586" y="33461"/>
                    <a:pt x="356545" y="32398"/>
                    <a:pt x="354463" y="32398"/>
                  </a:cubicBezTo>
                  <a:lnTo>
                    <a:pt x="284462" y="32463"/>
                  </a:lnTo>
                  <a:cubicBezTo>
                    <a:pt x="281554" y="32463"/>
                    <a:pt x="280103" y="33916"/>
                    <a:pt x="280103" y="36822"/>
                  </a:cubicBezTo>
                  <a:lnTo>
                    <a:pt x="280168" y="112484"/>
                  </a:lnTo>
                  <a:cubicBezTo>
                    <a:pt x="280214" y="126102"/>
                    <a:pt x="273448" y="132933"/>
                    <a:pt x="259870" y="132977"/>
                  </a:cubicBezTo>
                  <a:cubicBezTo>
                    <a:pt x="253970" y="132977"/>
                    <a:pt x="232371" y="132977"/>
                    <a:pt x="195074" y="132977"/>
                  </a:cubicBezTo>
                  <a:close/>
                  <a:moveTo>
                    <a:pt x="227797" y="36882"/>
                  </a:moveTo>
                  <a:cubicBezTo>
                    <a:pt x="227804" y="34583"/>
                    <a:pt x="225950" y="32713"/>
                    <a:pt x="223647" y="32704"/>
                  </a:cubicBezTo>
                  <a:lnTo>
                    <a:pt x="160411" y="32484"/>
                  </a:lnTo>
                  <a:cubicBezTo>
                    <a:pt x="158115" y="32476"/>
                    <a:pt x="156241" y="34333"/>
                    <a:pt x="156234" y="36632"/>
                  </a:cubicBezTo>
                  <a:lnTo>
                    <a:pt x="156104" y="73845"/>
                  </a:lnTo>
                  <a:cubicBezTo>
                    <a:pt x="156098" y="76144"/>
                    <a:pt x="157952" y="78014"/>
                    <a:pt x="160255" y="78023"/>
                  </a:cubicBezTo>
                  <a:lnTo>
                    <a:pt x="223490" y="78243"/>
                  </a:lnTo>
                  <a:cubicBezTo>
                    <a:pt x="225787" y="78251"/>
                    <a:pt x="227661" y="76394"/>
                    <a:pt x="227667" y="74095"/>
                  </a:cubicBezTo>
                  <a:lnTo>
                    <a:pt x="227797" y="36882"/>
                  </a:lnTo>
                  <a:close/>
                  <a:moveTo>
                    <a:pt x="585481" y="133042"/>
                  </a:moveTo>
                  <a:cubicBezTo>
                    <a:pt x="548184" y="133042"/>
                    <a:pt x="526604" y="133020"/>
                    <a:pt x="520749" y="132977"/>
                  </a:cubicBezTo>
                  <a:cubicBezTo>
                    <a:pt x="507172" y="132977"/>
                    <a:pt x="500386" y="126167"/>
                    <a:pt x="500386" y="112549"/>
                  </a:cubicBezTo>
                  <a:lnTo>
                    <a:pt x="500451" y="36952"/>
                  </a:lnTo>
                  <a:cubicBezTo>
                    <a:pt x="500451" y="34046"/>
                    <a:pt x="499000" y="32594"/>
                    <a:pt x="496092" y="32594"/>
                  </a:cubicBezTo>
                  <a:lnTo>
                    <a:pt x="426091" y="32529"/>
                  </a:lnTo>
                  <a:cubicBezTo>
                    <a:pt x="424009" y="32529"/>
                    <a:pt x="422968" y="33591"/>
                    <a:pt x="422968" y="35716"/>
                  </a:cubicBezTo>
                  <a:lnTo>
                    <a:pt x="422838" y="331856"/>
                  </a:lnTo>
                  <a:cubicBezTo>
                    <a:pt x="422838" y="336195"/>
                    <a:pt x="425005" y="338362"/>
                    <a:pt x="429344" y="338362"/>
                  </a:cubicBezTo>
                  <a:cubicBezTo>
                    <a:pt x="432467" y="338362"/>
                    <a:pt x="484532" y="338342"/>
                    <a:pt x="585546" y="338296"/>
                  </a:cubicBezTo>
                  <a:cubicBezTo>
                    <a:pt x="686514" y="338296"/>
                    <a:pt x="738579" y="338296"/>
                    <a:pt x="741748" y="338296"/>
                  </a:cubicBezTo>
                  <a:cubicBezTo>
                    <a:pt x="746087" y="338296"/>
                    <a:pt x="748234" y="336130"/>
                    <a:pt x="748188" y="331791"/>
                  </a:cubicBezTo>
                  <a:lnTo>
                    <a:pt x="747993" y="35716"/>
                  </a:lnTo>
                  <a:cubicBezTo>
                    <a:pt x="747993" y="33591"/>
                    <a:pt x="746952" y="32529"/>
                    <a:pt x="744870" y="32529"/>
                  </a:cubicBezTo>
                  <a:lnTo>
                    <a:pt x="674934" y="32594"/>
                  </a:lnTo>
                  <a:cubicBezTo>
                    <a:pt x="672026" y="32594"/>
                    <a:pt x="670575" y="34046"/>
                    <a:pt x="670575" y="36952"/>
                  </a:cubicBezTo>
                  <a:lnTo>
                    <a:pt x="670640" y="112549"/>
                  </a:lnTo>
                  <a:cubicBezTo>
                    <a:pt x="670640" y="126167"/>
                    <a:pt x="663855" y="132977"/>
                    <a:pt x="650277" y="132977"/>
                  </a:cubicBezTo>
                  <a:cubicBezTo>
                    <a:pt x="644422" y="133020"/>
                    <a:pt x="622823" y="133042"/>
                    <a:pt x="585481" y="133042"/>
                  </a:cubicBezTo>
                  <a:close/>
                  <a:moveTo>
                    <a:pt x="618113" y="39817"/>
                  </a:moveTo>
                  <a:cubicBezTo>
                    <a:pt x="618107" y="35973"/>
                    <a:pt x="614984" y="32862"/>
                    <a:pt x="611139" y="32868"/>
                  </a:cubicBezTo>
                  <a:cubicBezTo>
                    <a:pt x="611139" y="32868"/>
                    <a:pt x="611139" y="32868"/>
                    <a:pt x="611139" y="32868"/>
                  </a:cubicBezTo>
                  <a:lnTo>
                    <a:pt x="553238" y="32970"/>
                  </a:lnTo>
                  <a:cubicBezTo>
                    <a:pt x="549394" y="32976"/>
                    <a:pt x="546284" y="36098"/>
                    <a:pt x="546290" y="39942"/>
                  </a:cubicBezTo>
                  <a:lnTo>
                    <a:pt x="546342" y="71300"/>
                  </a:lnTo>
                  <a:cubicBezTo>
                    <a:pt x="546349" y="75144"/>
                    <a:pt x="549472" y="78256"/>
                    <a:pt x="553317" y="78249"/>
                  </a:cubicBezTo>
                  <a:cubicBezTo>
                    <a:pt x="553317" y="78249"/>
                    <a:pt x="553317" y="78249"/>
                    <a:pt x="553317" y="78249"/>
                  </a:cubicBezTo>
                  <a:lnTo>
                    <a:pt x="611217" y="78148"/>
                  </a:lnTo>
                  <a:cubicBezTo>
                    <a:pt x="615062" y="78141"/>
                    <a:pt x="618172" y="75019"/>
                    <a:pt x="618165" y="71175"/>
                  </a:cubicBezTo>
                  <a:lnTo>
                    <a:pt x="618113" y="39817"/>
                  </a:lnTo>
                  <a:close/>
                </a:path>
              </a:pathLst>
            </a:custGeom>
            <a:grpFill/>
            <a:ln w="6494" cap="flat">
              <a:noFill/>
              <a:prstDash val="solid"/>
              <a:miter/>
            </a:ln>
          </p:spPr>
          <p:txBody>
            <a:bodyPr rtlCol="0" anchor="ctr"/>
            <a:lstStyle/>
            <a:p>
              <a:endParaRPr lang="en-US" dirty="0"/>
            </a:p>
          </p:txBody>
        </p:sp>
        <p:sp>
          <p:nvSpPr>
            <p:cNvPr id="60" name="Forme libre : forme 1550">
              <a:extLst>
                <a:ext uri="{FF2B5EF4-FFF2-40B4-BE49-F238E27FC236}">
                  <a16:creationId xmlns:a16="http://schemas.microsoft.com/office/drawing/2014/main" id="{9845A322-CD34-41A0-5CE6-3B837BB08C70}"/>
                </a:ext>
              </a:extLst>
            </p:cNvPr>
            <p:cNvSpPr/>
            <p:nvPr/>
          </p:nvSpPr>
          <p:spPr>
            <a:xfrm>
              <a:off x="6902355" y="6007341"/>
              <a:ext cx="780701" cy="436184"/>
            </a:xfrm>
            <a:custGeom>
              <a:avLst/>
              <a:gdLst>
                <a:gd name="connsiteX0" fmla="*/ 780702 w 780701"/>
                <a:gd name="connsiteY0" fmla="*/ 32310 h 436184"/>
                <a:gd name="connsiteX1" fmla="*/ 780702 w 780701"/>
                <a:gd name="connsiteY1" fmla="*/ 324871 h 436184"/>
                <a:gd name="connsiteX2" fmla="*/ 760860 w 780701"/>
                <a:gd name="connsiteY2" fmla="*/ 353757 h 436184"/>
                <a:gd name="connsiteX3" fmla="*/ 761250 w 780701"/>
                <a:gd name="connsiteY3" fmla="*/ 356099 h 436184"/>
                <a:gd name="connsiteX4" fmla="*/ 780702 w 780701"/>
                <a:gd name="connsiteY4" fmla="*/ 359026 h 436184"/>
                <a:gd name="connsiteX5" fmla="*/ 780702 w 780701"/>
                <a:gd name="connsiteY5" fmla="*/ 432281 h 436184"/>
                <a:gd name="connsiteX6" fmla="*/ 778165 w 780701"/>
                <a:gd name="connsiteY6" fmla="*/ 436184 h 436184"/>
                <a:gd name="connsiteX7" fmla="*/ 1254 w 780701"/>
                <a:gd name="connsiteY7" fmla="*/ 436184 h 436184"/>
                <a:gd name="connsiteX8" fmla="*/ 213 w 780701"/>
                <a:gd name="connsiteY8" fmla="*/ 362214 h 436184"/>
                <a:gd name="connsiteX9" fmla="*/ 3401 w 780701"/>
                <a:gd name="connsiteY9" fmla="*/ 358571 h 436184"/>
                <a:gd name="connsiteX10" fmla="*/ 20185 w 780701"/>
                <a:gd name="connsiteY10" fmla="*/ 357140 h 436184"/>
                <a:gd name="connsiteX11" fmla="*/ 20771 w 780701"/>
                <a:gd name="connsiteY11" fmla="*/ 354537 h 436184"/>
                <a:gd name="connsiteX12" fmla="*/ 213 w 780701"/>
                <a:gd name="connsiteY12" fmla="*/ 323961 h 436184"/>
                <a:gd name="connsiteX13" fmla="*/ 148 w 780701"/>
                <a:gd name="connsiteY13" fmla="*/ 34522 h 436184"/>
                <a:gd name="connsiteX14" fmla="*/ 17583 w 780701"/>
                <a:gd name="connsiteY14" fmla="*/ 5376 h 436184"/>
                <a:gd name="connsiteX15" fmla="*/ 47965 w 780701"/>
                <a:gd name="connsiteY15" fmla="*/ 887 h 436184"/>
                <a:gd name="connsiteX16" fmla="*/ 351586 w 780701"/>
                <a:gd name="connsiteY16" fmla="*/ 822 h 436184"/>
                <a:gd name="connsiteX17" fmla="*/ 390490 w 780701"/>
                <a:gd name="connsiteY17" fmla="*/ 31529 h 436184"/>
                <a:gd name="connsiteX18" fmla="*/ 390880 w 780701"/>
                <a:gd name="connsiteY18" fmla="*/ 31529 h 436184"/>
                <a:gd name="connsiteX19" fmla="*/ 431020 w 780701"/>
                <a:gd name="connsiteY19" fmla="*/ 107 h 436184"/>
                <a:gd name="connsiteX20" fmla="*/ 746482 w 780701"/>
                <a:gd name="connsiteY20" fmla="*/ 757 h 436184"/>
                <a:gd name="connsiteX21" fmla="*/ 780702 w 780701"/>
                <a:gd name="connsiteY21" fmla="*/ 32310 h 436184"/>
                <a:gd name="connsiteX22" fmla="*/ 195059 w 780701"/>
                <a:gd name="connsiteY22" fmla="*/ 132498 h 436184"/>
                <a:gd name="connsiteX23" fmla="*/ 126228 w 780701"/>
                <a:gd name="connsiteY23" fmla="*/ 132238 h 436184"/>
                <a:gd name="connsiteX24" fmla="*/ 109834 w 780701"/>
                <a:gd name="connsiteY24" fmla="*/ 115583 h 436184"/>
                <a:gd name="connsiteX25" fmla="*/ 109834 w 780701"/>
                <a:gd name="connsiteY25" fmla="*/ 36604 h 436184"/>
                <a:gd name="connsiteX26" fmla="*/ 106126 w 780701"/>
                <a:gd name="connsiteY26" fmla="*/ 32831 h 436184"/>
                <a:gd name="connsiteX27" fmla="*/ 36905 w 780701"/>
                <a:gd name="connsiteY27" fmla="*/ 32831 h 436184"/>
                <a:gd name="connsiteX28" fmla="*/ 32416 w 780701"/>
                <a:gd name="connsiteY28" fmla="*/ 37515 h 436184"/>
                <a:gd name="connsiteX29" fmla="*/ 32416 w 780701"/>
                <a:gd name="connsiteY29" fmla="*/ 322074 h 436184"/>
                <a:gd name="connsiteX30" fmla="*/ 35604 w 780701"/>
                <a:gd name="connsiteY30" fmla="*/ 325327 h 436184"/>
                <a:gd name="connsiteX31" fmla="*/ 195189 w 780701"/>
                <a:gd name="connsiteY31" fmla="*/ 325652 h 436184"/>
                <a:gd name="connsiteX32" fmla="*/ 354839 w 780701"/>
                <a:gd name="connsiteY32" fmla="*/ 325002 h 436184"/>
                <a:gd name="connsiteX33" fmla="*/ 358026 w 780701"/>
                <a:gd name="connsiteY33" fmla="*/ 321814 h 436184"/>
                <a:gd name="connsiteX34" fmla="*/ 357506 w 780701"/>
                <a:gd name="connsiteY34" fmla="*/ 37254 h 436184"/>
                <a:gd name="connsiteX35" fmla="*/ 353017 w 780701"/>
                <a:gd name="connsiteY35" fmla="*/ 32570 h 436184"/>
                <a:gd name="connsiteX36" fmla="*/ 283796 w 780701"/>
                <a:gd name="connsiteY36" fmla="*/ 32700 h 436184"/>
                <a:gd name="connsiteX37" fmla="*/ 280088 w 780701"/>
                <a:gd name="connsiteY37" fmla="*/ 36474 h 436184"/>
                <a:gd name="connsiteX38" fmla="*/ 280218 w 780701"/>
                <a:gd name="connsiteY38" fmla="*/ 115453 h 436184"/>
                <a:gd name="connsiteX39" fmla="*/ 263889 w 780701"/>
                <a:gd name="connsiteY39" fmla="*/ 132107 h 436184"/>
                <a:gd name="connsiteX40" fmla="*/ 195059 w 780701"/>
                <a:gd name="connsiteY40" fmla="*/ 132498 h 436184"/>
                <a:gd name="connsiteX41" fmla="*/ 227743 w 780701"/>
                <a:gd name="connsiteY41" fmla="*/ 40312 h 436184"/>
                <a:gd name="connsiteX42" fmla="*/ 220535 w 780701"/>
                <a:gd name="connsiteY42" fmla="*/ 33078 h 436184"/>
                <a:gd name="connsiteX43" fmla="*/ 163415 w 780701"/>
                <a:gd name="connsiteY43" fmla="*/ 32974 h 436184"/>
                <a:gd name="connsiteX44" fmla="*/ 156181 w 780701"/>
                <a:gd name="connsiteY44" fmla="*/ 40182 h 436184"/>
                <a:gd name="connsiteX45" fmla="*/ 156129 w 780701"/>
                <a:gd name="connsiteY45" fmla="*/ 71149 h 436184"/>
                <a:gd name="connsiteX46" fmla="*/ 163337 w 780701"/>
                <a:gd name="connsiteY46" fmla="*/ 78383 h 436184"/>
                <a:gd name="connsiteX47" fmla="*/ 220457 w 780701"/>
                <a:gd name="connsiteY47" fmla="*/ 78488 h 436184"/>
                <a:gd name="connsiteX48" fmla="*/ 227691 w 780701"/>
                <a:gd name="connsiteY48" fmla="*/ 71279 h 436184"/>
                <a:gd name="connsiteX49" fmla="*/ 227743 w 780701"/>
                <a:gd name="connsiteY49" fmla="*/ 40312 h 436184"/>
                <a:gd name="connsiteX50" fmla="*/ 585531 w 780701"/>
                <a:gd name="connsiteY50" fmla="*/ 132498 h 436184"/>
                <a:gd name="connsiteX51" fmla="*/ 516701 w 780701"/>
                <a:gd name="connsiteY51" fmla="*/ 132107 h 436184"/>
                <a:gd name="connsiteX52" fmla="*/ 500306 w 780701"/>
                <a:gd name="connsiteY52" fmla="*/ 115518 h 436184"/>
                <a:gd name="connsiteX53" fmla="*/ 500371 w 780701"/>
                <a:gd name="connsiteY53" fmla="*/ 36539 h 436184"/>
                <a:gd name="connsiteX54" fmla="*/ 496663 w 780701"/>
                <a:gd name="connsiteY54" fmla="*/ 32765 h 436184"/>
                <a:gd name="connsiteX55" fmla="*/ 427507 w 780701"/>
                <a:gd name="connsiteY55" fmla="*/ 32765 h 436184"/>
                <a:gd name="connsiteX56" fmla="*/ 423018 w 780701"/>
                <a:gd name="connsiteY56" fmla="*/ 37450 h 436184"/>
                <a:gd name="connsiteX57" fmla="*/ 422823 w 780701"/>
                <a:gd name="connsiteY57" fmla="*/ 321879 h 436184"/>
                <a:gd name="connsiteX58" fmla="*/ 426011 w 780701"/>
                <a:gd name="connsiteY58" fmla="*/ 325067 h 436184"/>
                <a:gd name="connsiteX59" fmla="*/ 585531 w 780701"/>
                <a:gd name="connsiteY59" fmla="*/ 325522 h 436184"/>
                <a:gd name="connsiteX60" fmla="*/ 745116 w 780701"/>
                <a:gd name="connsiteY60" fmla="*/ 325002 h 436184"/>
                <a:gd name="connsiteX61" fmla="*/ 748304 w 780701"/>
                <a:gd name="connsiteY61" fmla="*/ 321749 h 436184"/>
                <a:gd name="connsiteX62" fmla="*/ 747913 w 780701"/>
                <a:gd name="connsiteY62" fmla="*/ 37319 h 436184"/>
                <a:gd name="connsiteX63" fmla="*/ 743424 w 780701"/>
                <a:gd name="connsiteY63" fmla="*/ 32635 h 436184"/>
                <a:gd name="connsiteX64" fmla="*/ 674269 w 780701"/>
                <a:gd name="connsiteY64" fmla="*/ 32700 h 436184"/>
                <a:gd name="connsiteX65" fmla="*/ 670560 w 780701"/>
                <a:gd name="connsiteY65" fmla="*/ 36539 h 436184"/>
                <a:gd name="connsiteX66" fmla="*/ 670625 w 780701"/>
                <a:gd name="connsiteY66" fmla="*/ 115453 h 436184"/>
                <a:gd name="connsiteX67" fmla="*/ 654296 w 780701"/>
                <a:gd name="connsiteY67" fmla="*/ 132107 h 436184"/>
                <a:gd name="connsiteX68" fmla="*/ 585531 w 780701"/>
                <a:gd name="connsiteY68" fmla="*/ 132498 h 436184"/>
                <a:gd name="connsiteX69" fmla="*/ 618085 w 780701"/>
                <a:gd name="connsiteY69" fmla="*/ 40832 h 436184"/>
                <a:gd name="connsiteX70" fmla="*/ 610292 w 780701"/>
                <a:gd name="connsiteY70" fmla="*/ 33006 h 436184"/>
                <a:gd name="connsiteX71" fmla="*/ 554342 w 780701"/>
                <a:gd name="connsiteY71" fmla="*/ 32909 h 436184"/>
                <a:gd name="connsiteX72" fmla="*/ 546523 w 780701"/>
                <a:gd name="connsiteY72" fmla="*/ 40702 h 436184"/>
                <a:gd name="connsiteX73" fmla="*/ 546471 w 780701"/>
                <a:gd name="connsiteY73" fmla="*/ 70629 h 436184"/>
                <a:gd name="connsiteX74" fmla="*/ 554264 w 780701"/>
                <a:gd name="connsiteY74" fmla="*/ 78448 h 436184"/>
                <a:gd name="connsiteX75" fmla="*/ 610214 w 780701"/>
                <a:gd name="connsiteY75" fmla="*/ 78546 h 436184"/>
                <a:gd name="connsiteX76" fmla="*/ 618033 w 780701"/>
                <a:gd name="connsiteY76" fmla="*/ 70759 h 436184"/>
                <a:gd name="connsiteX77" fmla="*/ 618085 w 780701"/>
                <a:gd name="connsiteY77" fmla="*/ 40832 h 436184"/>
                <a:gd name="connsiteX78" fmla="*/ 390360 w 780701"/>
                <a:gd name="connsiteY78" fmla="*/ 358116 h 436184"/>
                <a:gd name="connsiteX79" fmla="*/ 408576 w 780701"/>
                <a:gd name="connsiteY79" fmla="*/ 357790 h 436184"/>
                <a:gd name="connsiteX80" fmla="*/ 409291 w 780701"/>
                <a:gd name="connsiteY80" fmla="*/ 352716 h 436184"/>
                <a:gd name="connsiteX81" fmla="*/ 394003 w 780701"/>
                <a:gd name="connsiteY81" fmla="*/ 334175 h 436184"/>
                <a:gd name="connsiteX82" fmla="*/ 390360 w 780701"/>
                <a:gd name="connsiteY82" fmla="*/ 326368 h 436184"/>
                <a:gd name="connsiteX83" fmla="*/ 386717 w 780701"/>
                <a:gd name="connsiteY83" fmla="*/ 334175 h 436184"/>
                <a:gd name="connsiteX84" fmla="*/ 371428 w 780701"/>
                <a:gd name="connsiteY84" fmla="*/ 352651 h 436184"/>
                <a:gd name="connsiteX85" fmla="*/ 372079 w 780701"/>
                <a:gd name="connsiteY85" fmla="*/ 357725 h 436184"/>
                <a:gd name="connsiteX86" fmla="*/ 390360 w 780701"/>
                <a:gd name="connsiteY86" fmla="*/ 358116 h 436184"/>
                <a:gd name="connsiteX87" fmla="*/ 749279 w 780701"/>
                <a:gd name="connsiteY87" fmla="*/ 397085 h 436184"/>
                <a:gd name="connsiteX88" fmla="*/ 742904 w 780701"/>
                <a:gd name="connsiteY88" fmla="*/ 390709 h 436184"/>
                <a:gd name="connsiteX89" fmla="*/ 37686 w 780701"/>
                <a:gd name="connsiteY89" fmla="*/ 390709 h 436184"/>
                <a:gd name="connsiteX90" fmla="*/ 31310 w 780701"/>
                <a:gd name="connsiteY90" fmla="*/ 397085 h 436184"/>
                <a:gd name="connsiteX91" fmla="*/ 31310 w 780701"/>
                <a:gd name="connsiteY91" fmla="*/ 397215 h 436184"/>
                <a:gd name="connsiteX92" fmla="*/ 37686 w 780701"/>
                <a:gd name="connsiteY92" fmla="*/ 403590 h 436184"/>
                <a:gd name="connsiteX93" fmla="*/ 742904 w 780701"/>
                <a:gd name="connsiteY93" fmla="*/ 403590 h 436184"/>
                <a:gd name="connsiteX94" fmla="*/ 749279 w 780701"/>
                <a:gd name="connsiteY94" fmla="*/ 397215 h 436184"/>
                <a:gd name="connsiteX95" fmla="*/ 749279 w 780701"/>
                <a:gd name="connsiteY95" fmla="*/ 397085 h 43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780701" h="436184">
                  <a:moveTo>
                    <a:pt x="780702" y="32310"/>
                  </a:moveTo>
                  <a:lnTo>
                    <a:pt x="780702" y="324871"/>
                  </a:lnTo>
                  <a:cubicBezTo>
                    <a:pt x="778575" y="338488"/>
                    <a:pt x="771965" y="348116"/>
                    <a:pt x="760860" y="353757"/>
                  </a:cubicBezTo>
                  <a:cubicBezTo>
                    <a:pt x="758517" y="354928"/>
                    <a:pt x="758648" y="355709"/>
                    <a:pt x="761250" y="356099"/>
                  </a:cubicBezTo>
                  <a:lnTo>
                    <a:pt x="780702" y="359026"/>
                  </a:lnTo>
                  <a:lnTo>
                    <a:pt x="780702" y="432281"/>
                  </a:lnTo>
                  <a:lnTo>
                    <a:pt x="778165" y="436184"/>
                  </a:lnTo>
                  <a:lnTo>
                    <a:pt x="1254" y="436184"/>
                  </a:lnTo>
                  <a:lnTo>
                    <a:pt x="213" y="362214"/>
                  </a:lnTo>
                  <a:cubicBezTo>
                    <a:pt x="169" y="359957"/>
                    <a:pt x="1232" y="358747"/>
                    <a:pt x="3401" y="358571"/>
                  </a:cubicBezTo>
                  <a:lnTo>
                    <a:pt x="20185" y="357140"/>
                  </a:lnTo>
                  <a:cubicBezTo>
                    <a:pt x="23004" y="356879"/>
                    <a:pt x="23199" y="356014"/>
                    <a:pt x="20771" y="354537"/>
                  </a:cubicBezTo>
                  <a:cubicBezTo>
                    <a:pt x="7065" y="346210"/>
                    <a:pt x="213" y="336016"/>
                    <a:pt x="213" y="323961"/>
                  </a:cubicBezTo>
                  <a:cubicBezTo>
                    <a:pt x="-47" y="227501"/>
                    <a:pt x="-69" y="131021"/>
                    <a:pt x="148" y="34522"/>
                  </a:cubicBezTo>
                  <a:cubicBezTo>
                    <a:pt x="148" y="20645"/>
                    <a:pt x="5959" y="10926"/>
                    <a:pt x="17583" y="5376"/>
                  </a:cubicBezTo>
                  <a:cubicBezTo>
                    <a:pt x="23655" y="2429"/>
                    <a:pt x="33782" y="933"/>
                    <a:pt x="47965" y="887"/>
                  </a:cubicBezTo>
                  <a:cubicBezTo>
                    <a:pt x="146936" y="543"/>
                    <a:pt x="248145" y="517"/>
                    <a:pt x="351586" y="822"/>
                  </a:cubicBezTo>
                  <a:cubicBezTo>
                    <a:pt x="371669" y="868"/>
                    <a:pt x="384635" y="11101"/>
                    <a:pt x="390490" y="31529"/>
                  </a:cubicBezTo>
                  <a:cubicBezTo>
                    <a:pt x="390666" y="32004"/>
                    <a:pt x="390796" y="32004"/>
                    <a:pt x="390880" y="31529"/>
                  </a:cubicBezTo>
                  <a:cubicBezTo>
                    <a:pt x="395955" y="10627"/>
                    <a:pt x="409337" y="152"/>
                    <a:pt x="431020" y="107"/>
                  </a:cubicBezTo>
                  <a:cubicBezTo>
                    <a:pt x="600039" y="-153"/>
                    <a:pt x="705190" y="61"/>
                    <a:pt x="746482" y="757"/>
                  </a:cubicBezTo>
                  <a:cubicBezTo>
                    <a:pt x="764782" y="1063"/>
                    <a:pt x="776194" y="11576"/>
                    <a:pt x="780702" y="32310"/>
                  </a:cubicBezTo>
                  <a:close/>
                  <a:moveTo>
                    <a:pt x="195059" y="132498"/>
                  </a:moveTo>
                  <a:cubicBezTo>
                    <a:pt x="161925" y="132543"/>
                    <a:pt x="138979" y="132452"/>
                    <a:pt x="126228" y="132238"/>
                  </a:cubicBezTo>
                  <a:cubicBezTo>
                    <a:pt x="117132" y="132094"/>
                    <a:pt x="109833" y="124678"/>
                    <a:pt x="109834" y="115583"/>
                  </a:cubicBezTo>
                  <a:lnTo>
                    <a:pt x="109834" y="36604"/>
                  </a:lnTo>
                  <a:cubicBezTo>
                    <a:pt x="109834" y="34086"/>
                    <a:pt x="108598" y="32831"/>
                    <a:pt x="106126" y="32831"/>
                  </a:cubicBezTo>
                  <a:lnTo>
                    <a:pt x="36905" y="32831"/>
                  </a:lnTo>
                  <a:cubicBezTo>
                    <a:pt x="34426" y="32831"/>
                    <a:pt x="32416" y="34925"/>
                    <a:pt x="32416" y="37515"/>
                  </a:cubicBezTo>
                  <a:lnTo>
                    <a:pt x="32416" y="322074"/>
                  </a:lnTo>
                  <a:cubicBezTo>
                    <a:pt x="32415" y="323844"/>
                    <a:pt x="33833" y="325294"/>
                    <a:pt x="35604" y="325327"/>
                  </a:cubicBezTo>
                  <a:cubicBezTo>
                    <a:pt x="57940" y="325633"/>
                    <a:pt x="111135" y="325737"/>
                    <a:pt x="195189" y="325652"/>
                  </a:cubicBezTo>
                  <a:cubicBezTo>
                    <a:pt x="279288" y="325568"/>
                    <a:pt x="332505" y="325346"/>
                    <a:pt x="354839" y="325002"/>
                  </a:cubicBezTo>
                  <a:cubicBezTo>
                    <a:pt x="356582" y="324969"/>
                    <a:pt x="357994" y="323557"/>
                    <a:pt x="358026" y="321814"/>
                  </a:cubicBezTo>
                  <a:lnTo>
                    <a:pt x="357506" y="37254"/>
                  </a:lnTo>
                  <a:cubicBezTo>
                    <a:pt x="357506" y="34665"/>
                    <a:pt x="355496" y="32570"/>
                    <a:pt x="353017" y="32570"/>
                  </a:cubicBezTo>
                  <a:lnTo>
                    <a:pt x="283796" y="32700"/>
                  </a:lnTo>
                  <a:cubicBezTo>
                    <a:pt x="281324" y="32700"/>
                    <a:pt x="280088" y="33956"/>
                    <a:pt x="280088" y="36474"/>
                  </a:cubicBezTo>
                  <a:lnTo>
                    <a:pt x="280218" y="115453"/>
                  </a:lnTo>
                  <a:cubicBezTo>
                    <a:pt x="280218" y="124528"/>
                    <a:pt x="272958" y="131932"/>
                    <a:pt x="263889" y="132107"/>
                  </a:cubicBezTo>
                  <a:cubicBezTo>
                    <a:pt x="251092" y="132322"/>
                    <a:pt x="228153" y="132452"/>
                    <a:pt x="195059" y="132498"/>
                  </a:cubicBezTo>
                  <a:close/>
                  <a:moveTo>
                    <a:pt x="227743" y="40312"/>
                  </a:moveTo>
                  <a:cubicBezTo>
                    <a:pt x="227750" y="36324"/>
                    <a:pt x="224523" y="33084"/>
                    <a:pt x="220535" y="33078"/>
                  </a:cubicBezTo>
                  <a:lnTo>
                    <a:pt x="163415" y="32974"/>
                  </a:lnTo>
                  <a:cubicBezTo>
                    <a:pt x="159427" y="32967"/>
                    <a:pt x="156187" y="36194"/>
                    <a:pt x="156181" y="40182"/>
                  </a:cubicBezTo>
                  <a:lnTo>
                    <a:pt x="156129" y="71149"/>
                  </a:lnTo>
                  <a:cubicBezTo>
                    <a:pt x="156122" y="75137"/>
                    <a:pt x="159349" y="78377"/>
                    <a:pt x="163337" y="78383"/>
                  </a:cubicBezTo>
                  <a:lnTo>
                    <a:pt x="220457" y="78488"/>
                  </a:lnTo>
                  <a:cubicBezTo>
                    <a:pt x="224445" y="78494"/>
                    <a:pt x="227685" y="75267"/>
                    <a:pt x="227691" y="71279"/>
                  </a:cubicBezTo>
                  <a:lnTo>
                    <a:pt x="227743" y="40312"/>
                  </a:lnTo>
                  <a:close/>
                  <a:moveTo>
                    <a:pt x="585531" y="132498"/>
                  </a:moveTo>
                  <a:cubicBezTo>
                    <a:pt x="552397" y="132498"/>
                    <a:pt x="529452" y="132368"/>
                    <a:pt x="516701" y="132107"/>
                  </a:cubicBezTo>
                  <a:cubicBezTo>
                    <a:pt x="507632" y="131964"/>
                    <a:pt x="500339" y="124587"/>
                    <a:pt x="500306" y="115518"/>
                  </a:cubicBezTo>
                  <a:lnTo>
                    <a:pt x="500371" y="36539"/>
                  </a:lnTo>
                  <a:cubicBezTo>
                    <a:pt x="500371" y="34021"/>
                    <a:pt x="499135" y="32765"/>
                    <a:pt x="496663" y="32765"/>
                  </a:cubicBezTo>
                  <a:lnTo>
                    <a:pt x="427507" y="32765"/>
                  </a:lnTo>
                  <a:cubicBezTo>
                    <a:pt x="425029" y="32765"/>
                    <a:pt x="423018" y="34860"/>
                    <a:pt x="423018" y="37450"/>
                  </a:cubicBezTo>
                  <a:lnTo>
                    <a:pt x="422823" y="321879"/>
                  </a:lnTo>
                  <a:cubicBezTo>
                    <a:pt x="422856" y="323622"/>
                    <a:pt x="424268" y="325034"/>
                    <a:pt x="426011" y="325067"/>
                  </a:cubicBezTo>
                  <a:cubicBezTo>
                    <a:pt x="448345" y="325411"/>
                    <a:pt x="501523" y="325568"/>
                    <a:pt x="585531" y="325522"/>
                  </a:cubicBezTo>
                  <a:cubicBezTo>
                    <a:pt x="669585" y="325522"/>
                    <a:pt x="722782" y="325346"/>
                    <a:pt x="745116" y="325002"/>
                  </a:cubicBezTo>
                  <a:cubicBezTo>
                    <a:pt x="746885" y="324969"/>
                    <a:pt x="748304" y="323518"/>
                    <a:pt x="748304" y="321749"/>
                  </a:cubicBezTo>
                  <a:lnTo>
                    <a:pt x="747913" y="37319"/>
                  </a:lnTo>
                  <a:cubicBezTo>
                    <a:pt x="747913" y="34730"/>
                    <a:pt x="745903" y="32635"/>
                    <a:pt x="743424" y="32635"/>
                  </a:cubicBezTo>
                  <a:lnTo>
                    <a:pt x="674269" y="32700"/>
                  </a:lnTo>
                  <a:cubicBezTo>
                    <a:pt x="671796" y="32746"/>
                    <a:pt x="670560" y="34021"/>
                    <a:pt x="670560" y="36539"/>
                  </a:cubicBezTo>
                  <a:lnTo>
                    <a:pt x="670625" y="115453"/>
                  </a:lnTo>
                  <a:cubicBezTo>
                    <a:pt x="670625" y="124528"/>
                    <a:pt x="663365" y="131932"/>
                    <a:pt x="654296" y="132107"/>
                  </a:cubicBezTo>
                  <a:cubicBezTo>
                    <a:pt x="641545" y="132322"/>
                    <a:pt x="618625" y="132452"/>
                    <a:pt x="585531" y="132498"/>
                  </a:cubicBezTo>
                  <a:close/>
                  <a:moveTo>
                    <a:pt x="618085" y="40832"/>
                  </a:moveTo>
                  <a:cubicBezTo>
                    <a:pt x="618092" y="36519"/>
                    <a:pt x="614605" y="33019"/>
                    <a:pt x="610292" y="33006"/>
                  </a:cubicBezTo>
                  <a:lnTo>
                    <a:pt x="554342" y="32909"/>
                  </a:lnTo>
                  <a:cubicBezTo>
                    <a:pt x="550029" y="32902"/>
                    <a:pt x="546529" y="36396"/>
                    <a:pt x="546523" y="40702"/>
                  </a:cubicBezTo>
                  <a:lnTo>
                    <a:pt x="546471" y="70629"/>
                  </a:lnTo>
                  <a:cubicBezTo>
                    <a:pt x="546464" y="74942"/>
                    <a:pt x="549951" y="78442"/>
                    <a:pt x="554264" y="78448"/>
                  </a:cubicBezTo>
                  <a:lnTo>
                    <a:pt x="610214" y="78546"/>
                  </a:lnTo>
                  <a:cubicBezTo>
                    <a:pt x="614527" y="78559"/>
                    <a:pt x="618027" y="75066"/>
                    <a:pt x="618033" y="70759"/>
                  </a:cubicBezTo>
                  <a:lnTo>
                    <a:pt x="618085" y="40832"/>
                  </a:lnTo>
                  <a:close/>
                  <a:moveTo>
                    <a:pt x="390360" y="358116"/>
                  </a:moveTo>
                  <a:cubicBezTo>
                    <a:pt x="400684" y="358116"/>
                    <a:pt x="406754" y="358005"/>
                    <a:pt x="408576" y="357790"/>
                  </a:cubicBezTo>
                  <a:cubicBezTo>
                    <a:pt x="415296" y="356879"/>
                    <a:pt x="415537" y="355188"/>
                    <a:pt x="409291" y="352716"/>
                  </a:cubicBezTo>
                  <a:cubicBezTo>
                    <a:pt x="401829" y="349723"/>
                    <a:pt x="396735" y="343543"/>
                    <a:pt x="394003" y="334175"/>
                  </a:cubicBezTo>
                  <a:cubicBezTo>
                    <a:pt x="392487" y="328970"/>
                    <a:pt x="391271" y="326368"/>
                    <a:pt x="390360" y="326368"/>
                  </a:cubicBezTo>
                  <a:cubicBezTo>
                    <a:pt x="389449" y="326368"/>
                    <a:pt x="388232" y="328970"/>
                    <a:pt x="386717" y="334175"/>
                  </a:cubicBezTo>
                  <a:cubicBezTo>
                    <a:pt x="383984" y="343543"/>
                    <a:pt x="378890" y="349704"/>
                    <a:pt x="371428" y="352651"/>
                  </a:cubicBezTo>
                  <a:cubicBezTo>
                    <a:pt x="365183" y="355123"/>
                    <a:pt x="365397" y="356814"/>
                    <a:pt x="372079" y="357725"/>
                  </a:cubicBezTo>
                  <a:cubicBezTo>
                    <a:pt x="373900" y="357985"/>
                    <a:pt x="379996" y="358116"/>
                    <a:pt x="390360" y="358116"/>
                  </a:cubicBezTo>
                  <a:close/>
                  <a:moveTo>
                    <a:pt x="749279" y="397085"/>
                  </a:moveTo>
                  <a:cubicBezTo>
                    <a:pt x="749279" y="393565"/>
                    <a:pt x="746423" y="390709"/>
                    <a:pt x="742904" y="390709"/>
                  </a:cubicBezTo>
                  <a:lnTo>
                    <a:pt x="37686" y="390709"/>
                  </a:lnTo>
                  <a:cubicBezTo>
                    <a:pt x="34165" y="390709"/>
                    <a:pt x="31310" y="393565"/>
                    <a:pt x="31310" y="397085"/>
                  </a:cubicBezTo>
                  <a:lnTo>
                    <a:pt x="31310" y="397215"/>
                  </a:lnTo>
                  <a:cubicBezTo>
                    <a:pt x="31310" y="400734"/>
                    <a:pt x="34165" y="403590"/>
                    <a:pt x="37686" y="403590"/>
                  </a:cubicBezTo>
                  <a:lnTo>
                    <a:pt x="742904" y="403590"/>
                  </a:lnTo>
                  <a:cubicBezTo>
                    <a:pt x="746423" y="403590"/>
                    <a:pt x="749279" y="400734"/>
                    <a:pt x="749279" y="397215"/>
                  </a:cubicBezTo>
                  <a:lnTo>
                    <a:pt x="749279" y="397085"/>
                  </a:lnTo>
                  <a:close/>
                </a:path>
              </a:pathLst>
            </a:custGeom>
            <a:grpFill/>
            <a:ln w="6494" cap="flat">
              <a:noFill/>
              <a:prstDash val="solid"/>
              <a:miter/>
            </a:ln>
          </p:spPr>
          <p:txBody>
            <a:bodyPr rtlCol="0" anchor="ctr"/>
            <a:lstStyle/>
            <a:p>
              <a:endParaRPr lang="en-US" dirty="0"/>
            </a:p>
          </p:txBody>
        </p:sp>
      </p:grpSp>
      <p:grpSp>
        <p:nvGrpSpPr>
          <p:cNvPr id="61" name="Insurance" descr="{&quot;Key&quot;:&quot;POWER_USER_SHAPE_ICON&quot;,&quot;Value&quot;:&quot;POWER_USER_SHAPE_ICON_STYLE_1&quot;}">
            <a:extLst>
              <a:ext uri="{FF2B5EF4-FFF2-40B4-BE49-F238E27FC236}">
                <a16:creationId xmlns:a16="http://schemas.microsoft.com/office/drawing/2014/main" id="{8EB0C8D0-055C-CD6C-4BB2-DB825E5C8523}"/>
              </a:ext>
            </a:extLst>
          </p:cNvPr>
          <p:cNvGrpSpPr>
            <a:grpSpLocks noChangeAspect="1"/>
          </p:cNvGrpSpPr>
          <p:nvPr>
            <p:custDataLst>
              <p:tags r:id="rId4"/>
            </p:custDataLst>
          </p:nvPr>
        </p:nvGrpSpPr>
        <p:grpSpPr>
          <a:xfrm>
            <a:off x="7089461" y="2602347"/>
            <a:ext cx="507946" cy="520456"/>
            <a:chOff x="955675" y="1374776"/>
            <a:chExt cx="322263" cy="330200"/>
          </a:xfrm>
          <a:solidFill>
            <a:srgbClr val="FFFFFF"/>
          </a:solidFill>
        </p:grpSpPr>
        <p:sp>
          <p:nvSpPr>
            <p:cNvPr id="62" name="Freeform 645">
              <a:extLst>
                <a:ext uri="{FF2B5EF4-FFF2-40B4-BE49-F238E27FC236}">
                  <a16:creationId xmlns:a16="http://schemas.microsoft.com/office/drawing/2014/main" id="{A4608E10-FBE0-7274-C9DB-DF28D34C014B}"/>
                </a:ext>
              </a:extLst>
            </p:cNvPr>
            <p:cNvSpPr>
              <a:spLocks noEditPoints="1"/>
            </p:cNvSpPr>
            <p:nvPr/>
          </p:nvSpPr>
          <p:spPr bwMode="auto">
            <a:xfrm>
              <a:off x="955675" y="1382713"/>
              <a:ext cx="322263" cy="161925"/>
            </a:xfrm>
            <a:custGeom>
              <a:avLst/>
              <a:gdLst>
                <a:gd name="T0" fmla="*/ 72 w 529"/>
                <a:gd name="T1" fmla="*/ 192 h 264"/>
                <a:gd name="T2" fmla="*/ 136 w 529"/>
                <a:gd name="T3" fmla="*/ 230 h 264"/>
                <a:gd name="T4" fmla="*/ 200 w 529"/>
                <a:gd name="T5" fmla="*/ 192 h 264"/>
                <a:gd name="T6" fmla="*/ 265 w 529"/>
                <a:gd name="T7" fmla="*/ 230 h 264"/>
                <a:gd name="T8" fmla="*/ 329 w 529"/>
                <a:gd name="T9" fmla="*/ 192 h 264"/>
                <a:gd name="T10" fmla="*/ 393 w 529"/>
                <a:gd name="T11" fmla="*/ 230 h 264"/>
                <a:gd name="T12" fmla="*/ 457 w 529"/>
                <a:gd name="T13" fmla="*/ 192 h 264"/>
                <a:gd name="T14" fmla="*/ 507 w 529"/>
                <a:gd name="T15" fmla="*/ 212 h 264"/>
                <a:gd name="T16" fmla="*/ 265 w 529"/>
                <a:gd name="T17" fmla="*/ 16 h 264"/>
                <a:gd name="T18" fmla="*/ 22 w 529"/>
                <a:gd name="T19" fmla="*/ 212 h 264"/>
                <a:gd name="T20" fmla="*/ 72 w 529"/>
                <a:gd name="T21" fmla="*/ 192 h 264"/>
                <a:gd name="T22" fmla="*/ 529 w 529"/>
                <a:gd name="T23" fmla="*/ 264 h 264"/>
                <a:gd name="T24" fmla="*/ 512 w 529"/>
                <a:gd name="T25" fmla="*/ 264 h 264"/>
                <a:gd name="T26" fmla="*/ 457 w 529"/>
                <a:gd name="T27" fmla="*/ 208 h 264"/>
                <a:gd name="T28" fmla="*/ 401 w 529"/>
                <a:gd name="T29" fmla="*/ 264 h 264"/>
                <a:gd name="T30" fmla="*/ 384 w 529"/>
                <a:gd name="T31" fmla="*/ 264 h 264"/>
                <a:gd name="T32" fmla="*/ 329 w 529"/>
                <a:gd name="T33" fmla="*/ 208 h 264"/>
                <a:gd name="T34" fmla="*/ 273 w 529"/>
                <a:gd name="T35" fmla="*/ 264 h 264"/>
                <a:gd name="T36" fmla="*/ 256 w 529"/>
                <a:gd name="T37" fmla="*/ 264 h 264"/>
                <a:gd name="T38" fmla="*/ 200 w 529"/>
                <a:gd name="T39" fmla="*/ 208 h 264"/>
                <a:gd name="T40" fmla="*/ 145 w 529"/>
                <a:gd name="T41" fmla="*/ 264 h 264"/>
                <a:gd name="T42" fmla="*/ 128 w 529"/>
                <a:gd name="T43" fmla="*/ 264 h 264"/>
                <a:gd name="T44" fmla="*/ 72 w 529"/>
                <a:gd name="T45" fmla="*/ 208 h 264"/>
                <a:gd name="T46" fmla="*/ 17 w 529"/>
                <a:gd name="T47" fmla="*/ 264 h 264"/>
                <a:gd name="T48" fmla="*/ 0 w 529"/>
                <a:gd name="T49" fmla="*/ 264 h 264"/>
                <a:gd name="T50" fmla="*/ 265 w 529"/>
                <a:gd name="T51" fmla="*/ 0 h 264"/>
                <a:gd name="T52" fmla="*/ 529 w 529"/>
                <a:gd name="T53"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9" h="264">
                  <a:moveTo>
                    <a:pt x="72" y="192"/>
                  </a:moveTo>
                  <a:cubicBezTo>
                    <a:pt x="100" y="192"/>
                    <a:pt x="124" y="207"/>
                    <a:pt x="136" y="230"/>
                  </a:cubicBezTo>
                  <a:cubicBezTo>
                    <a:pt x="149" y="207"/>
                    <a:pt x="173" y="192"/>
                    <a:pt x="200" y="192"/>
                  </a:cubicBezTo>
                  <a:cubicBezTo>
                    <a:pt x="228" y="192"/>
                    <a:pt x="252" y="207"/>
                    <a:pt x="265" y="230"/>
                  </a:cubicBezTo>
                  <a:cubicBezTo>
                    <a:pt x="277" y="207"/>
                    <a:pt x="301" y="192"/>
                    <a:pt x="329" y="192"/>
                  </a:cubicBezTo>
                  <a:cubicBezTo>
                    <a:pt x="356" y="192"/>
                    <a:pt x="380" y="207"/>
                    <a:pt x="393" y="230"/>
                  </a:cubicBezTo>
                  <a:cubicBezTo>
                    <a:pt x="405" y="207"/>
                    <a:pt x="429" y="192"/>
                    <a:pt x="457" y="192"/>
                  </a:cubicBezTo>
                  <a:cubicBezTo>
                    <a:pt x="476" y="192"/>
                    <a:pt x="494" y="199"/>
                    <a:pt x="507" y="212"/>
                  </a:cubicBezTo>
                  <a:cubicBezTo>
                    <a:pt x="483" y="100"/>
                    <a:pt x="383" y="16"/>
                    <a:pt x="265" y="16"/>
                  </a:cubicBezTo>
                  <a:cubicBezTo>
                    <a:pt x="146" y="16"/>
                    <a:pt x="46" y="100"/>
                    <a:pt x="22" y="212"/>
                  </a:cubicBezTo>
                  <a:cubicBezTo>
                    <a:pt x="35" y="199"/>
                    <a:pt x="53" y="192"/>
                    <a:pt x="72" y="192"/>
                  </a:cubicBezTo>
                  <a:close/>
                  <a:moveTo>
                    <a:pt x="529" y="264"/>
                  </a:moveTo>
                  <a:lnTo>
                    <a:pt x="512" y="264"/>
                  </a:lnTo>
                  <a:cubicBezTo>
                    <a:pt x="512" y="233"/>
                    <a:pt x="487" y="208"/>
                    <a:pt x="457" y="208"/>
                  </a:cubicBezTo>
                  <a:cubicBezTo>
                    <a:pt x="426" y="208"/>
                    <a:pt x="401" y="233"/>
                    <a:pt x="401" y="264"/>
                  </a:cubicBezTo>
                  <a:lnTo>
                    <a:pt x="384" y="264"/>
                  </a:lnTo>
                  <a:cubicBezTo>
                    <a:pt x="384" y="233"/>
                    <a:pt x="359" y="208"/>
                    <a:pt x="329" y="208"/>
                  </a:cubicBezTo>
                  <a:cubicBezTo>
                    <a:pt x="298" y="208"/>
                    <a:pt x="273" y="233"/>
                    <a:pt x="273" y="264"/>
                  </a:cubicBezTo>
                  <a:lnTo>
                    <a:pt x="256" y="264"/>
                  </a:lnTo>
                  <a:cubicBezTo>
                    <a:pt x="256" y="233"/>
                    <a:pt x="231" y="208"/>
                    <a:pt x="200" y="208"/>
                  </a:cubicBezTo>
                  <a:cubicBezTo>
                    <a:pt x="170" y="208"/>
                    <a:pt x="145" y="233"/>
                    <a:pt x="145" y="264"/>
                  </a:cubicBezTo>
                  <a:lnTo>
                    <a:pt x="128" y="264"/>
                  </a:lnTo>
                  <a:cubicBezTo>
                    <a:pt x="128" y="233"/>
                    <a:pt x="103" y="208"/>
                    <a:pt x="72" y="208"/>
                  </a:cubicBezTo>
                  <a:cubicBezTo>
                    <a:pt x="42" y="208"/>
                    <a:pt x="17" y="233"/>
                    <a:pt x="17" y="264"/>
                  </a:cubicBezTo>
                  <a:lnTo>
                    <a:pt x="0" y="264"/>
                  </a:lnTo>
                  <a:cubicBezTo>
                    <a:pt x="0" y="118"/>
                    <a:pt x="119" y="0"/>
                    <a:pt x="265" y="0"/>
                  </a:cubicBezTo>
                  <a:cubicBezTo>
                    <a:pt x="410" y="0"/>
                    <a:pt x="529" y="118"/>
                    <a:pt x="52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46">
              <a:extLst>
                <a:ext uri="{FF2B5EF4-FFF2-40B4-BE49-F238E27FC236}">
                  <a16:creationId xmlns:a16="http://schemas.microsoft.com/office/drawing/2014/main" id="{01531B8F-28AA-30AF-366D-91492164E59D}"/>
                </a:ext>
              </a:extLst>
            </p:cNvPr>
            <p:cNvSpPr>
              <a:spLocks/>
            </p:cNvSpPr>
            <p:nvPr/>
          </p:nvSpPr>
          <p:spPr bwMode="auto">
            <a:xfrm>
              <a:off x="1025525" y="1384301"/>
              <a:ext cx="93663" cy="160338"/>
            </a:xfrm>
            <a:custGeom>
              <a:avLst/>
              <a:gdLst>
                <a:gd name="T0" fmla="*/ 15 w 156"/>
                <a:gd name="T1" fmla="*/ 264 h 264"/>
                <a:gd name="T2" fmla="*/ 147 w 156"/>
                <a:gd name="T3" fmla="*/ 0 h 264"/>
                <a:gd name="T4" fmla="*/ 156 w 156"/>
                <a:gd name="T5" fmla="*/ 14 h 264"/>
                <a:gd name="T6" fmla="*/ 32 w 156"/>
                <a:gd name="T7" fmla="*/ 262 h 264"/>
                <a:gd name="T8" fmla="*/ 15 w 156"/>
                <a:gd name="T9" fmla="*/ 264 h 264"/>
              </a:gdLst>
              <a:ahLst/>
              <a:cxnLst>
                <a:cxn ang="0">
                  <a:pos x="T0" y="T1"/>
                </a:cxn>
                <a:cxn ang="0">
                  <a:pos x="T2" y="T3"/>
                </a:cxn>
                <a:cxn ang="0">
                  <a:pos x="T4" y="T5"/>
                </a:cxn>
                <a:cxn ang="0">
                  <a:pos x="T6" y="T7"/>
                </a:cxn>
                <a:cxn ang="0">
                  <a:pos x="T8" y="T9"/>
                </a:cxn>
              </a:cxnLst>
              <a:rect l="0" t="0" r="r" b="b"/>
              <a:pathLst>
                <a:path w="156" h="264">
                  <a:moveTo>
                    <a:pt x="15" y="264"/>
                  </a:moveTo>
                  <a:cubicBezTo>
                    <a:pt x="15" y="262"/>
                    <a:pt x="0" y="92"/>
                    <a:pt x="147" y="0"/>
                  </a:cubicBezTo>
                  <a:lnTo>
                    <a:pt x="156" y="14"/>
                  </a:lnTo>
                  <a:cubicBezTo>
                    <a:pt x="18" y="101"/>
                    <a:pt x="32" y="261"/>
                    <a:pt x="32" y="262"/>
                  </a:cubicBezTo>
                  <a:lnTo>
                    <a:pt x="15" y="26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647">
              <a:extLst>
                <a:ext uri="{FF2B5EF4-FFF2-40B4-BE49-F238E27FC236}">
                  <a16:creationId xmlns:a16="http://schemas.microsoft.com/office/drawing/2014/main" id="{A09A1F7E-B505-DBBE-AC08-4AD53A486AC7}"/>
                </a:ext>
              </a:extLst>
            </p:cNvPr>
            <p:cNvSpPr>
              <a:spLocks/>
            </p:cNvSpPr>
            <p:nvPr/>
          </p:nvSpPr>
          <p:spPr bwMode="auto">
            <a:xfrm>
              <a:off x="1114425" y="1384301"/>
              <a:ext cx="95250" cy="160338"/>
            </a:xfrm>
            <a:custGeom>
              <a:avLst/>
              <a:gdLst>
                <a:gd name="T0" fmla="*/ 141 w 156"/>
                <a:gd name="T1" fmla="*/ 264 h 264"/>
                <a:gd name="T2" fmla="*/ 124 w 156"/>
                <a:gd name="T3" fmla="*/ 262 h 264"/>
                <a:gd name="T4" fmla="*/ 0 w 156"/>
                <a:gd name="T5" fmla="*/ 14 h 264"/>
                <a:gd name="T6" fmla="*/ 9 w 156"/>
                <a:gd name="T7" fmla="*/ 0 h 264"/>
                <a:gd name="T8" fmla="*/ 141 w 156"/>
                <a:gd name="T9" fmla="*/ 264 h 264"/>
              </a:gdLst>
              <a:ahLst/>
              <a:cxnLst>
                <a:cxn ang="0">
                  <a:pos x="T0" y="T1"/>
                </a:cxn>
                <a:cxn ang="0">
                  <a:pos x="T2" y="T3"/>
                </a:cxn>
                <a:cxn ang="0">
                  <a:pos x="T4" y="T5"/>
                </a:cxn>
                <a:cxn ang="0">
                  <a:pos x="T6" y="T7"/>
                </a:cxn>
                <a:cxn ang="0">
                  <a:pos x="T8" y="T9"/>
                </a:cxn>
              </a:cxnLst>
              <a:rect l="0" t="0" r="r" b="b"/>
              <a:pathLst>
                <a:path w="156" h="264">
                  <a:moveTo>
                    <a:pt x="141" y="264"/>
                  </a:moveTo>
                  <a:lnTo>
                    <a:pt x="124" y="262"/>
                  </a:lnTo>
                  <a:cubicBezTo>
                    <a:pt x="124" y="261"/>
                    <a:pt x="139" y="102"/>
                    <a:pt x="0" y="14"/>
                  </a:cubicBezTo>
                  <a:lnTo>
                    <a:pt x="9" y="0"/>
                  </a:lnTo>
                  <a:cubicBezTo>
                    <a:pt x="156" y="94"/>
                    <a:pt x="141" y="262"/>
                    <a:pt x="141"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648">
              <a:extLst>
                <a:ext uri="{FF2B5EF4-FFF2-40B4-BE49-F238E27FC236}">
                  <a16:creationId xmlns:a16="http://schemas.microsoft.com/office/drawing/2014/main" id="{EFC60F12-9469-BA6B-FCD0-BCA0D7DF1606}"/>
                </a:ext>
              </a:extLst>
            </p:cNvPr>
            <p:cNvSpPr>
              <a:spLocks/>
            </p:cNvSpPr>
            <p:nvPr/>
          </p:nvSpPr>
          <p:spPr bwMode="auto">
            <a:xfrm>
              <a:off x="1111250" y="1374776"/>
              <a:ext cx="50800" cy="330200"/>
            </a:xfrm>
            <a:custGeom>
              <a:avLst/>
              <a:gdLst>
                <a:gd name="T0" fmla="*/ 41 w 81"/>
                <a:gd name="T1" fmla="*/ 540 h 540"/>
                <a:gd name="T2" fmla="*/ 0 w 81"/>
                <a:gd name="T3" fmla="*/ 499 h 540"/>
                <a:gd name="T4" fmla="*/ 0 w 81"/>
                <a:gd name="T5" fmla="*/ 0 h 540"/>
                <a:gd name="T6" fmla="*/ 17 w 81"/>
                <a:gd name="T7" fmla="*/ 0 h 540"/>
                <a:gd name="T8" fmla="*/ 17 w 81"/>
                <a:gd name="T9" fmla="*/ 499 h 540"/>
                <a:gd name="T10" fmla="*/ 41 w 81"/>
                <a:gd name="T11" fmla="*/ 523 h 540"/>
                <a:gd name="T12" fmla="*/ 64 w 81"/>
                <a:gd name="T13" fmla="*/ 499 h 540"/>
                <a:gd name="T14" fmla="*/ 81 w 81"/>
                <a:gd name="T15" fmla="*/ 499 h 540"/>
                <a:gd name="T16" fmla="*/ 41 w 81"/>
                <a:gd name="T17" fmla="*/ 54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40">
                  <a:moveTo>
                    <a:pt x="41" y="540"/>
                  </a:moveTo>
                  <a:cubicBezTo>
                    <a:pt x="18" y="540"/>
                    <a:pt x="0" y="522"/>
                    <a:pt x="0" y="499"/>
                  </a:cubicBezTo>
                  <a:lnTo>
                    <a:pt x="0" y="0"/>
                  </a:lnTo>
                  <a:lnTo>
                    <a:pt x="17" y="0"/>
                  </a:lnTo>
                  <a:lnTo>
                    <a:pt x="17" y="499"/>
                  </a:lnTo>
                  <a:cubicBezTo>
                    <a:pt x="17" y="513"/>
                    <a:pt x="28" y="523"/>
                    <a:pt x="41" y="523"/>
                  </a:cubicBezTo>
                  <a:cubicBezTo>
                    <a:pt x="54" y="523"/>
                    <a:pt x="64" y="513"/>
                    <a:pt x="64" y="499"/>
                  </a:cubicBezTo>
                  <a:lnTo>
                    <a:pt x="81" y="499"/>
                  </a:lnTo>
                  <a:cubicBezTo>
                    <a:pt x="81" y="522"/>
                    <a:pt x="63" y="540"/>
                    <a:pt x="41" y="5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21704298"/>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McKinsey 7S</a:t>
            </a:r>
          </a:p>
        </p:txBody>
      </p:sp>
      <p:grpSp>
        <p:nvGrpSpPr>
          <p:cNvPr id="46" name="Group 45"/>
          <p:cNvGrpSpPr>
            <a:grpSpLocks noChangeAspect="1"/>
          </p:cNvGrpSpPr>
          <p:nvPr/>
        </p:nvGrpSpPr>
        <p:grpSpPr>
          <a:xfrm>
            <a:off x="4312713" y="1416577"/>
            <a:ext cx="3566575" cy="3988430"/>
            <a:chOff x="3938222" y="1524000"/>
            <a:chExt cx="4315556" cy="4826000"/>
          </a:xfrm>
        </p:grpSpPr>
        <p:cxnSp>
          <p:nvCxnSpPr>
            <p:cNvPr id="43" name="Straight Connector 42"/>
            <p:cNvCxnSpPr/>
            <p:nvPr/>
          </p:nvCxnSpPr>
          <p:spPr>
            <a:xfrm flipH="1">
              <a:off x="4446221" y="4889499"/>
              <a:ext cx="3299557"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6095999"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096000"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4446222"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4446222" y="2984500"/>
              <a:ext cx="3299556"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446222"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6096000" y="2032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6096000"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4446222"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V="1">
              <a:off x="4446222"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V="1">
              <a:off x="4446222"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4446222"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V="1">
              <a:off x="6096000" y="3937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4446222"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flipV="1">
              <a:off x="6096000"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6096000"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6096000"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7745778"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Oval 1"/>
            <p:cNvSpPr/>
            <p:nvPr/>
          </p:nvSpPr>
          <p:spPr>
            <a:xfrm>
              <a:off x="7237778"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Systems</a:t>
              </a:r>
            </a:p>
          </p:txBody>
        </p:sp>
        <p:sp>
          <p:nvSpPr>
            <p:cNvPr id="3" name="Oval 2"/>
            <p:cNvSpPr/>
            <p:nvPr/>
          </p:nvSpPr>
          <p:spPr>
            <a:xfrm>
              <a:off x="7237778"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Style</a:t>
              </a:r>
            </a:p>
          </p:txBody>
        </p:sp>
        <p:sp>
          <p:nvSpPr>
            <p:cNvPr id="4" name="Oval 3"/>
            <p:cNvSpPr/>
            <p:nvPr/>
          </p:nvSpPr>
          <p:spPr>
            <a:xfrm>
              <a:off x="5588000" y="533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Staff</a:t>
              </a:r>
            </a:p>
          </p:txBody>
        </p:sp>
        <p:sp>
          <p:nvSpPr>
            <p:cNvPr id="5" name="Oval 4"/>
            <p:cNvSpPr/>
            <p:nvPr/>
          </p:nvSpPr>
          <p:spPr>
            <a:xfrm>
              <a:off x="3938222"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Skills</a:t>
              </a:r>
            </a:p>
          </p:txBody>
        </p:sp>
        <p:sp>
          <p:nvSpPr>
            <p:cNvPr id="6" name="Oval 5"/>
            <p:cNvSpPr/>
            <p:nvPr/>
          </p:nvSpPr>
          <p:spPr>
            <a:xfrm>
              <a:off x="3938222"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Strategy</a:t>
              </a:r>
            </a:p>
          </p:txBody>
        </p:sp>
        <p:sp>
          <p:nvSpPr>
            <p:cNvPr id="7" name="Oval 6"/>
            <p:cNvSpPr/>
            <p:nvPr/>
          </p:nvSpPr>
          <p:spPr>
            <a:xfrm>
              <a:off x="5588000" y="152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Structure</a:t>
              </a:r>
            </a:p>
          </p:txBody>
        </p:sp>
        <p:sp>
          <p:nvSpPr>
            <p:cNvPr id="8" name="Oval 7"/>
            <p:cNvSpPr/>
            <p:nvPr/>
          </p:nvSpPr>
          <p:spPr>
            <a:xfrm>
              <a:off x="5588000" y="3429000"/>
              <a:ext cx="1016000" cy="1016000"/>
            </a:xfrm>
            <a:prstGeom prst="ellipse">
              <a:avLst/>
            </a:prstGeom>
            <a:solidFill>
              <a:schemeClr val="accen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Shared Values</a:t>
              </a:r>
            </a:p>
          </p:txBody>
        </p:sp>
      </p:grpSp>
      <p:sp>
        <p:nvSpPr>
          <p:cNvPr id="29" name="TextBox 28">
            <a:extLst>
              <a:ext uri="{FF2B5EF4-FFF2-40B4-BE49-F238E27FC236}">
                <a16:creationId xmlns:a16="http://schemas.microsoft.com/office/drawing/2014/main" id="{C38FE914-18D8-C038-CC24-37C9CE4DD1D1}"/>
              </a:ext>
            </a:extLst>
          </p:cNvPr>
          <p:cNvSpPr txBox="1"/>
          <p:nvPr/>
        </p:nvSpPr>
        <p:spPr>
          <a:xfrm>
            <a:off x="838199" y="1447224"/>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0" name="TextBox 29">
            <a:extLst>
              <a:ext uri="{FF2B5EF4-FFF2-40B4-BE49-F238E27FC236}">
                <a16:creationId xmlns:a16="http://schemas.microsoft.com/office/drawing/2014/main" id="{9ADE965B-1A52-A6E6-8702-570ACA6D0012}"/>
              </a:ext>
            </a:extLst>
          </p:cNvPr>
          <p:cNvSpPr txBox="1"/>
          <p:nvPr/>
        </p:nvSpPr>
        <p:spPr>
          <a:xfrm>
            <a:off x="838198" y="2772787"/>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1" name="TextBox 30">
            <a:extLst>
              <a:ext uri="{FF2B5EF4-FFF2-40B4-BE49-F238E27FC236}">
                <a16:creationId xmlns:a16="http://schemas.microsoft.com/office/drawing/2014/main" id="{FFCF7033-DE45-25E5-8878-3C5E717A105E}"/>
              </a:ext>
            </a:extLst>
          </p:cNvPr>
          <p:cNvSpPr txBox="1"/>
          <p:nvPr/>
        </p:nvSpPr>
        <p:spPr>
          <a:xfrm>
            <a:off x="838197" y="4098350"/>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2" name="TextBox 31">
            <a:extLst>
              <a:ext uri="{FF2B5EF4-FFF2-40B4-BE49-F238E27FC236}">
                <a16:creationId xmlns:a16="http://schemas.microsoft.com/office/drawing/2014/main" id="{053A008A-2A0C-1831-15D2-B17D1EE9BDB0}"/>
              </a:ext>
            </a:extLst>
          </p:cNvPr>
          <p:cNvSpPr txBox="1"/>
          <p:nvPr/>
        </p:nvSpPr>
        <p:spPr>
          <a:xfrm>
            <a:off x="8292860" y="1441886"/>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3" name="TextBox 32">
            <a:extLst>
              <a:ext uri="{FF2B5EF4-FFF2-40B4-BE49-F238E27FC236}">
                <a16:creationId xmlns:a16="http://schemas.microsoft.com/office/drawing/2014/main" id="{EBE51175-CA4E-7461-E075-6FBEE482C9AE}"/>
              </a:ext>
            </a:extLst>
          </p:cNvPr>
          <p:cNvSpPr txBox="1"/>
          <p:nvPr/>
        </p:nvSpPr>
        <p:spPr>
          <a:xfrm>
            <a:off x="8292860" y="2767449"/>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6" name="TextBox 35">
            <a:extLst>
              <a:ext uri="{FF2B5EF4-FFF2-40B4-BE49-F238E27FC236}">
                <a16:creationId xmlns:a16="http://schemas.microsoft.com/office/drawing/2014/main" id="{D21461CC-0452-8F54-8B30-9AEED6492AE2}"/>
              </a:ext>
            </a:extLst>
          </p:cNvPr>
          <p:cNvSpPr txBox="1"/>
          <p:nvPr/>
        </p:nvSpPr>
        <p:spPr>
          <a:xfrm>
            <a:off x="8292860" y="4093012"/>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8" name="TextBox 37">
            <a:extLst>
              <a:ext uri="{FF2B5EF4-FFF2-40B4-BE49-F238E27FC236}">
                <a16:creationId xmlns:a16="http://schemas.microsoft.com/office/drawing/2014/main" id="{06D06F89-4BF3-DB9D-1D7B-07E0FBCCE442}"/>
              </a:ext>
            </a:extLst>
          </p:cNvPr>
          <p:cNvSpPr txBox="1"/>
          <p:nvPr/>
        </p:nvSpPr>
        <p:spPr>
          <a:xfrm>
            <a:off x="4312713" y="5242447"/>
            <a:ext cx="3566575" cy="954107"/>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SHARED VALUES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Tree>
    <p:custDataLst>
      <p:tags r:id="rId1"/>
    </p:custDataLst>
    <p:extLst>
      <p:ext uri="{BB962C8B-B14F-4D97-AF65-F5344CB8AC3E}">
        <p14:creationId xmlns:p14="http://schemas.microsoft.com/office/powerpoint/2010/main" val="739865091"/>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26BC5-F9C2-B4F2-A329-7A98ABA75420}"/>
              </a:ext>
            </a:extLst>
          </p:cNvPr>
          <p:cNvSpPr>
            <a:spLocks noGrp="1"/>
          </p:cNvSpPr>
          <p:nvPr>
            <p:ph type="title"/>
          </p:nvPr>
        </p:nvSpPr>
        <p:spPr>
          <a:xfrm>
            <a:off x="214184" y="13663"/>
            <a:ext cx="9728886" cy="678316"/>
          </a:xfrm>
        </p:spPr>
        <p:txBody>
          <a:bodyPr>
            <a:normAutofit/>
          </a:bodyPr>
          <a:lstStyle/>
          <a:p>
            <a:r>
              <a:rPr lang="en-US" dirty="0"/>
              <a:t>Mind map</a:t>
            </a:r>
          </a:p>
        </p:txBody>
      </p:sp>
      <p:sp>
        <p:nvSpPr>
          <p:cNvPr id="3" name="Oval 2">
            <a:extLst>
              <a:ext uri="{FF2B5EF4-FFF2-40B4-BE49-F238E27FC236}">
                <a16:creationId xmlns:a16="http://schemas.microsoft.com/office/drawing/2014/main" id="{9D70873E-A4CB-5DD3-FBE3-B49C95E24727}"/>
              </a:ext>
            </a:extLst>
          </p:cNvPr>
          <p:cNvSpPr>
            <a:spLocks noChangeAspect="1"/>
          </p:cNvSpPr>
          <p:nvPr/>
        </p:nvSpPr>
        <p:spPr>
          <a:xfrm>
            <a:off x="5638800" y="3043808"/>
            <a:ext cx="914400" cy="914400"/>
          </a:xfrm>
          <a:prstGeom prst="ellipse">
            <a:avLst/>
          </a:prstGeom>
          <a:noFill/>
          <a:ln w="38100">
            <a:solidFill>
              <a:srgbClr val="000000"/>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solidFill>
              </a:rPr>
              <a:t>LOREM IPSUM</a:t>
            </a:r>
          </a:p>
        </p:txBody>
      </p:sp>
      <p:sp>
        <p:nvSpPr>
          <p:cNvPr id="4" name="Rectangle: Rounded Corners 3">
            <a:extLst>
              <a:ext uri="{FF2B5EF4-FFF2-40B4-BE49-F238E27FC236}">
                <a16:creationId xmlns:a16="http://schemas.microsoft.com/office/drawing/2014/main" id="{772AF946-79DE-5F63-3E33-32C2E871C09A}"/>
              </a:ext>
            </a:extLst>
          </p:cNvPr>
          <p:cNvSpPr/>
          <p:nvPr/>
        </p:nvSpPr>
        <p:spPr>
          <a:xfrm>
            <a:off x="3287688" y="2044452"/>
            <a:ext cx="1296144" cy="28803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5" name="Rectangle: Rounded Corners 4">
            <a:extLst>
              <a:ext uri="{FF2B5EF4-FFF2-40B4-BE49-F238E27FC236}">
                <a16:creationId xmlns:a16="http://schemas.microsoft.com/office/drawing/2014/main" id="{BDDE07CE-DD81-B895-641C-5AD406E48CE7}"/>
              </a:ext>
            </a:extLst>
          </p:cNvPr>
          <p:cNvSpPr/>
          <p:nvPr/>
        </p:nvSpPr>
        <p:spPr>
          <a:xfrm>
            <a:off x="3287688" y="3356992"/>
            <a:ext cx="1296144" cy="288032"/>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6" name="Rectangle: Rounded Corners 5">
            <a:extLst>
              <a:ext uri="{FF2B5EF4-FFF2-40B4-BE49-F238E27FC236}">
                <a16:creationId xmlns:a16="http://schemas.microsoft.com/office/drawing/2014/main" id="{0BF5ED6F-AE3B-C9AF-76CB-027875510B67}"/>
              </a:ext>
            </a:extLst>
          </p:cNvPr>
          <p:cNvSpPr/>
          <p:nvPr/>
        </p:nvSpPr>
        <p:spPr>
          <a:xfrm>
            <a:off x="3287688" y="4669532"/>
            <a:ext cx="1296144" cy="288032"/>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7" name="Rectangle: Rounded Corners 6">
            <a:extLst>
              <a:ext uri="{FF2B5EF4-FFF2-40B4-BE49-F238E27FC236}">
                <a16:creationId xmlns:a16="http://schemas.microsoft.com/office/drawing/2014/main" id="{96DF2B4B-AAFD-F7D7-AC5B-8C3FEDAEF869}"/>
              </a:ext>
            </a:extLst>
          </p:cNvPr>
          <p:cNvSpPr/>
          <p:nvPr/>
        </p:nvSpPr>
        <p:spPr>
          <a:xfrm>
            <a:off x="7608168" y="2044452"/>
            <a:ext cx="1296144" cy="288032"/>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8" name="Rectangle: Rounded Corners 7">
            <a:extLst>
              <a:ext uri="{FF2B5EF4-FFF2-40B4-BE49-F238E27FC236}">
                <a16:creationId xmlns:a16="http://schemas.microsoft.com/office/drawing/2014/main" id="{0724EB10-276A-678A-6355-15091954004A}"/>
              </a:ext>
            </a:extLst>
          </p:cNvPr>
          <p:cNvSpPr/>
          <p:nvPr/>
        </p:nvSpPr>
        <p:spPr>
          <a:xfrm>
            <a:off x="7608168" y="3356992"/>
            <a:ext cx="1296144" cy="288032"/>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9" name="Rectangle: Rounded Corners 8">
            <a:extLst>
              <a:ext uri="{FF2B5EF4-FFF2-40B4-BE49-F238E27FC236}">
                <a16:creationId xmlns:a16="http://schemas.microsoft.com/office/drawing/2014/main" id="{7968A004-B25E-2CC5-ED39-BFD572A47974}"/>
              </a:ext>
            </a:extLst>
          </p:cNvPr>
          <p:cNvSpPr/>
          <p:nvPr/>
        </p:nvSpPr>
        <p:spPr>
          <a:xfrm>
            <a:off x="7608168" y="4669532"/>
            <a:ext cx="1296144" cy="288032"/>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cxnSp>
        <p:nvCxnSpPr>
          <p:cNvPr id="10" name="Connector: Curved 9">
            <a:extLst>
              <a:ext uri="{FF2B5EF4-FFF2-40B4-BE49-F238E27FC236}">
                <a16:creationId xmlns:a16="http://schemas.microsoft.com/office/drawing/2014/main" id="{93F2687E-529C-B40A-08D9-5EA44E9502E2}"/>
              </a:ext>
            </a:extLst>
          </p:cNvPr>
          <p:cNvCxnSpPr>
            <a:stCxn id="4" idx="3"/>
            <a:endCxn id="3" idx="2"/>
          </p:cNvCxnSpPr>
          <p:nvPr/>
        </p:nvCxnSpPr>
        <p:spPr>
          <a:xfrm>
            <a:off x="4583832" y="218846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 name="Connector: Curved 10">
            <a:extLst>
              <a:ext uri="{FF2B5EF4-FFF2-40B4-BE49-F238E27FC236}">
                <a16:creationId xmlns:a16="http://schemas.microsoft.com/office/drawing/2014/main" id="{C0E748AD-7CED-3C5A-2450-A5E90C77EB67}"/>
              </a:ext>
            </a:extLst>
          </p:cNvPr>
          <p:cNvCxnSpPr>
            <a:cxnSpLocks/>
            <a:stCxn id="5" idx="3"/>
            <a:endCxn id="3" idx="2"/>
          </p:cNvCxnSpPr>
          <p:nvPr/>
        </p:nvCxnSpPr>
        <p:spPr>
          <a:xfrm>
            <a:off x="4583832" y="3501008"/>
            <a:ext cx="1054968" cy="1270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2" name="Connector: Curved 11">
            <a:extLst>
              <a:ext uri="{FF2B5EF4-FFF2-40B4-BE49-F238E27FC236}">
                <a16:creationId xmlns:a16="http://schemas.microsoft.com/office/drawing/2014/main" id="{4B329B47-ADEE-4A77-9395-ABB51F7347D2}"/>
              </a:ext>
            </a:extLst>
          </p:cNvPr>
          <p:cNvCxnSpPr>
            <a:cxnSpLocks/>
            <a:stCxn id="6" idx="3"/>
            <a:endCxn id="3" idx="2"/>
          </p:cNvCxnSpPr>
          <p:nvPr/>
        </p:nvCxnSpPr>
        <p:spPr>
          <a:xfrm flipV="1">
            <a:off x="4583832" y="350100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3" name="Connector: Curved 12">
            <a:extLst>
              <a:ext uri="{FF2B5EF4-FFF2-40B4-BE49-F238E27FC236}">
                <a16:creationId xmlns:a16="http://schemas.microsoft.com/office/drawing/2014/main" id="{C3129468-E236-E217-226E-360C1BC8D376}"/>
              </a:ext>
            </a:extLst>
          </p:cNvPr>
          <p:cNvCxnSpPr>
            <a:cxnSpLocks/>
            <a:stCxn id="3" idx="6"/>
            <a:endCxn id="7" idx="1"/>
          </p:cNvCxnSpPr>
          <p:nvPr/>
        </p:nvCxnSpPr>
        <p:spPr>
          <a:xfrm flipV="1">
            <a:off x="6553200" y="218846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83ECCFBE-FAB9-252C-425C-0E4EE6B0C254}"/>
              </a:ext>
            </a:extLst>
          </p:cNvPr>
          <p:cNvCxnSpPr>
            <a:cxnSpLocks/>
            <a:stCxn id="3" idx="6"/>
            <a:endCxn id="8" idx="1"/>
          </p:cNvCxnSpPr>
          <p:nvPr/>
        </p:nvCxnSpPr>
        <p:spPr>
          <a:xfrm>
            <a:off x="6553200" y="3501008"/>
            <a:ext cx="1054968" cy="1270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78B9CB7D-1599-1B83-D525-5CC2D05757E0}"/>
              </a:ext>
            </a:extLst>
          </p:cNvPr>
          <p:cNvCxnSpPr>
            <a:cxnSpLocks/>
            <a:stCxn id="3" idx="6"/>
            <a:endCxn id="9" idx="1"/>
          </p:cNvCxnSpPr>
          <p:nvPr/>
        </p:nvCxnSpPr>
        <p:spPr>
          <a:xfrm>
            <a:off x="6553200" y="350100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5B039C0D-B247-D6EC-5A8F-8D32FE4475D1}"/>
              </a:ext>
            </a:extLst>
          </p:cNvPr>
          <p:cNvGrpSpPr/>
          <p:nvPr/>
        </p:nvGrpSpPr>
        <p:grpSpPr>
          <a:xfrm>
            <a:off x="1464060" y="1725728"/>
            <a:ext cx="1296144" cy="922770"/>
            <a:chOff x="1464060" y="1725728"/>
            <a:chExt cx="1296144" cy="922770"/>
          </a:xfrm>
        </p:grpSpPr>
        <p:sp>
          <p:nvSpPr>
            <p:cNvPr id="17" name="Rectangle: Rounded Corners 16">
              <a:extLst>
                <a:ext uri="{FF2B5EF4-FFF2-40B4-BE49-F238E27FC236}">
                  <a16:creationId xmlns:a16="http://schemas.microsoft.com/office/drawing/2014/main" id="{EA727597-DEB1-6380-C091-946DB5340616}"/>
                </a:ext>
              </a:extLst>
            </p:cNvPr>
            <p:cNvSpPr/>
            <p:nvPr/>
          </p:nvSpPr>
          <p:spPr>
            <a:xfrm>
              <a:off x="1464060" y="2043097"/>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18" name="Rectangle: Rounded Corners 17">
              <a:extLst>
                <a:ext uri="{FF2B5EF4-FFF2-40B4-BE49-F238E27FC236}">
                  <a16:creationId xmlns:a16="http://schemas.microsoft.com/office/drawing/2014/main" id="{A4D6E258-B750-A75B-FA5C-E40EEF73B4A3}"/>
                </a:ext>
              </a:extLst>
            </p:cNvPr>
            <p:cNvSpPr/>
            <p:nvPr/>
          </p:nvSpPr>
          <p:spPr>
            <a:xfrm>
              <a:off x="1464060" y="2360466"/>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19" name="Rectangle: Rounded Corners 18">
              <a:extLst>
                <a:ext uri="{FF2B5EF4-FFF2-40B4-BE49-F238E27FC236}">
                  <a16:creationId xmlns:a16="http://schemas.microsoft.com/office/drawing/2014/main" id="{D3FFC3BC-4BAA-9101-F652-BC03B799B64A}"/>
                </a:ext>
              </a:extLst>
            </p:cNvPr>
            <p:cNvSpPr/>
            <p:nvPr/>
          </p:nvSpPr>
          <p:spPr>
            <a:xfrm>
              <a:off x="1464060" y="1725728"/>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0" name="Group 19">
            <a:extLst>
              <a:ext uri="{FF2B5EF4-FFF2-40B4-BE49-F238E27FC236}">
                <a16:creationId xmlns:a16="http://schemas.microsoft.com/office/drawing/2014/main" id="{0F4F2CCC-3BA9-5ABE-1E80-E3A6A4762062}"/>
              </a:ext>
            </a:extLst>
          </p:cNvPr>
          <p:cNvGrpSpPr/>
          <p:nvPr/>
        </p:nvGrpSpPr>
        <p:grpSpPr>
          <a:xfrm>
            <a:off x="1464060" y="3038229"/>
            <a:ext cx="1296144" cy="922770"/>
            <a:chOff x="1464060" y="3039623"/>
            <a:chExt cx="1296144" cy="922770"/>
          </a:xfrm>
        </p:grpSpPr>
        <p:sp>
          <p:nvSpPr>
            <p:cNvPr id="21" name="Rectangle: Rounded Corners 20">
              <a:extLst>
                <a:ext uri="{FF2B5EF4-FFF2-40B4-BE49-F238E27FC236}">
                  <a16:creationId xmlns:a16="http://schemas.microsoft.com/office/drawing/2014/main" id="{F1D72DE8-9539-153F-6247-218F627BD6BA}"/>
                </a:ext>
              </a:extLst>
            </p:cNvPr>
            <p:cNvSpPr/>
            <p:nvPr/>
          </p:nvSpPr>
          <p:spPr>
            <a:xfrm>
              <a:off x="1464060" y="3356992"/>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2" name="Rectangle: Rounded Corners 21">
              <a:extLst>
                <a:ext uri="{FF2B5EF4-FFF2-40B4-BE49-F238E27FC236}">
                  <a16:creationId xmlns:a16="http://schemas.microsoft.com/office/drawing/2014/main" id="{242C3EBC-ACC1-FD30-4710-3A9C2F3FCD6B}"/>
                </a:ext>
              </a:extLst>
            </p:cNvPr>
            <p:cNvSpPr/>
            <p:nvPr/>
          </p:nvSpPr>
          <p:spPr>
            <a:xfrm>
              <a:off x="1464060" y="3674361"/>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3" name="Rectangle: Rounded Corners 22">
              <a:extLst>
                <a:ext uri="{FF2B5EF4-FFF2-40B4-BE49-F238E27FC236}">
                  <a16:creationId xmlns:a16="http://schemas.microsoft.com/office/drawing/2014/main" id="{3D05C260-677F-F458-D0D4-7F3ABAFBFF92}"/>
                </a:ext>
              </a:extLst>
            </p:cNvPr>
            <p:cNvSpPr/>
            <p:nvPr/>
          </p:nvSpPr>
          <p:spPr>
            <a:xfrm>
              <a:off x="1464060" y="3039623"/>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4" name="Group 23">
            <a:extLst>
              <a:ext uri="{FF2B5EF4-FFF2-40B4-BE49-F238E27FC236}">
                <a16:creationId xmlns:a16="http://schemas.microsoft.com/office/drawing/2014/main" id="{279B7BB9-CE36-DC3F-1B3D-A495A2930B43}"/>
              </a:ext>
            </a:extLst>
          </p:cNvPr>
          <p:cNvGrpSpPr/>
          <p:nvPr/>
        </p:nvGrpSpPr>
        <p:grpSpPr>
          <a:xfrm>
            <a:off x="1464060" y="4350730"/>
            <a:ext cx="1296144" cy="922770"/>
            <a:chOff x="1464060" y="4378438"/>
            <a:chExt cx="1296144" cy="922770"/>
          </a:xfrm>
        </p:grpSpPr>
        <p:sp>
          <p:nvSpPr>
            <p:cNvPr id="25" name="Rectangle: Rounded Corners 24">
              <a:extLst>
                <a:ext uri="{FF2B5EF4-FFF2-40B4-BE49-F238E27FC236}">
                  <a16:creationId xmlns:a16="http://schemas.microsoft.com/office/drawing/2014/main" id="{4AD3FA88-B131-1455-E062-1EA94A8D345B}"/>
                </a:ext>
              </a:extLst>
            </p:cNvPr>
            <p:cNvSpPr/>
            <p:nvPr/>
          </p:nvSpPr>
          <p:spPr>
            <a:xfrm>
              <a:off x="1464060" y="4695807"/>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6" name="Rectangle: Rounded Corners 25">
              <a:extLst>
                <a:ext uri="{FF2B5EF4-FFF2-40B4-BE49-F238E27FC236}">
                  <a16:creationId xmlns:a16="http://schemas.microsoft.com/office/drawing/2014/main" id="{1657CE17-E23F-5A12-265E-A1854DA0B9B2}"/>
                </a:ext>
              </a:extLst>
            </p:cNvPr>
            <p:cNvSpPr/>
            <p:nvPr/>
          </p:nvSpPr>
          <p:spPr>
            <a:xfrm>
              <a:off x="1464060" y="5013176"/>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7" name="Rectangle: Rounded Corners 26">
              <a:extLst>
                <a:ext uri="{FF2B5EF4-FFF2-40B4-BE49-F238E27FC236}">
                  <a16:creationId xmlns:a16="http://schemas.microsoft.com/office/drawing/2014/main" id="{EA05E28E-05CA-D897-0FA5-B521F35B6F6A}"/>
                </a:ext>
              </a:extLst>
            </p:cNvPr>
            <p:cNvSpPr/>
            <p:nvPr/>
          </p:nvSpPr>
          <p:spPr>
            <a:xfrm>
              <a:off x="1464060" y="4378438"/>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8" name="Group 27">
            <a:extLst>
              <a:ext uri="{FF2B5EF4-FFF2-40B4-BE49-F238E27FC236}">
                <a16:creationId xmlns:a16="http://schemas.microsoft.com/office/drawing/2014/main" id="{E84B0A67-F405-2BAD-86E6-6E3C2FAC749A}"/>
              </a:ext>
            </a:extLst>
          </p:cNvPr>
          <p:cNvGrpSpPr/>
          <p:nvPr/>
        </p:nvGrpSpPr>
        <p:grpSpPr>
          <a:xfrm>
            <a:off x="9431796" y="4350730"/>
            <a:ext cx="1296144" cy="922770"/>
            <a:chOff x="9311208" y="4378438"/>
            <a:chExt cx="1296144" cy="922770"/>
          </a:xfrm>
        </p:grpSpPr>
        <p:sp>
          <p:nvSpPr>
            <p:cNvPr id="29" name="Rectangle: Rounded Corners 28">
              <a:extLst>
                <a:ext uri="{FF2B5EF4-FFF2-40B4-BE49-F238E27FC236}">
                  <a16:creationId xmlns:a16="http://schemas.microsoft.com/office/drawing/2014/main" id="{A8CA3E09-3E06-95A6-D423-D51AC175D575}"/>
                </a:ext>
              </a:extLst>
            </p:cNvPr>
            <p:cNvSpPr/>
            <p:nvPr/>
          </p:nvSpPr>
          <p:spPr>
            <a:xfrm>
              <a:off x="9311208" y="4695807"/>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0" name="Rectangle: Rounded Corners 29">
              <a:extLst>
                <a:ext uri="{FF2B5EF4-FFF2-40B4-BE49-F238E27FC236}">
                  <a16:creationId xmlns:a16="http://schemas.microsoft.com/office/drawing/2014/main" id="{39132C68-4D59-881F-608F-2D5AEF68B408}"/>
                </a:ext>
              </a:extLst>
            </p:cNvPr>
            <p:cNvSpPr/>
            <p:nvPr/>
          </p:nvSpPr>
          <p:spPr>
            <a:xfrm>
              <a:off x="9311208" y="5013176"/>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1" name="Rectangle: Rounded Corners 30">
              <a:extLst>
                <a:ext uri="{FF2B5EF4-FFF2-40B4-BE49-F238E27FC236}">
                  <a16:creationId xmlns:a16="http://schemas.microsoft.com/office/drawing/2014/main" id="{696B44E4-10A1-E70C-C552-11F8751BC541}"/>
                </a:ext>
              </a:extLst>
            </p:cNvPr>
            <p:cNvSpPr/>
            <p:nvPr/>
          </p:nvSpPr>
          <p:spPr>
            <a:xfrm>
              <a:off x="9311208" y="4378438"/>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32" name="Group 31">
            <a:extLst>
              <a:ext uri="{FF2B5EF4-FFF2-40B4-BE49-F238E27FC236}">
                <a16:creationId xmlns:a16="http://schemas.microsoft.com/office/drawing/2014/main" id="{628FBD88-D2EF-D116-4768-BF66BD6A2FE9}"/>
              </a:ext>
            </a:extLst>
          </p:cNvPr>
          <p:cNvGrpSpPr/>
          <p:nvPr/>
        </p:nvGrpSpPr>
        <p:grpSpPr>
          <a:xfrm>
            <a:off x="9431796" y="3038229"/>
            <a:ext cx="1296144" cy="922770"/>
            <a:chOff x="1464060" y="3039623"/>
            <a:chExt cx="1296144" cy="922770"/>
          </a:xfrm>
        </p:grpSpPr>
        <p:sp>
          <p:nvSpPr>
            <p:cNvPr id="33" name="Rectangle: Rounded Corners 32">
              <a:extLst>
                <a:ext uri="{FF2B5EF4-FFF2-40B4-BE49-F238E27FC236}">
                  <a16:creationId xmlns:a16="http://schemas.microsoft.com/office/drawing/2014/main" id="{06AE8B94-458E-405D-A9B2-5E5843201F86}"/>
                </a:ext>
              </a:extLst>
            </p:cNvPr>
            <p:cNvSpPr/>
            <p:nvPr/>
          </p:nvSpPr>
          <p:spPr>
            <a:xfrm>
              <a:off x="1464060" y="3356992"/>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4" name="Rectangle: Rounded Corners 33">
              <a:extLst>
                <a:ext uri="{FF2B5EF4-FFF2-40B4-BE49-F238E27FC236}">
                  <a16:creationId xmlns:a16="http://schemas.microsoft.com/office/drawing/2014/main" id="{63B4003A-297E-D527-0014-AEC1F282EE32}"/>
                </a:ext>
              </a:extLst>
            </p:cNvPr>
            <p:cNvSpPr/>
            <p:nvPr/>
          </p:nvSpPr>
          <p:spPr>
            <a:xfrm>
              <a:off x="1464060" y="3674361"/>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5" name="Rectangle: Rounded Corners 34">
              <a:extLst>
                <a:ext uri="{FF2B5EF4-FFF2-40B4-BE49-F238E27FC236}">
                  <a16:creationId xmlns:a16="http://schemas.microsoft.com/office/drawing/2014/main" id="{AB1883A8-E952-1E2B-50D3-CDE42C016036}"/>
                </a:ext>
              </a:extLst>
            </p:cNvPr>
            <p:cNvSpPr/>
            <p:nvPr/>
          </p:nvSpPr>
          <p:spPr>
            <a:xfrm>
              <a:off x="1464060" y="3039623"/>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36" name="Group 35">
            <a:extLst>
              <a:ext uri="{FF2B5EF4-FFF2-40B4-BE49-F238E27FC236}">
                <a16:creationId xmlns:a16="http://schemas.microsoft.com/office/drawing/2014/main" id="{667EC491-AE01-B4E6-FFB2-A467B9F01013}"/>
              </a:ext>
            </a:extLst>
          </p:cNvPr>
          <p:cNvGrpSpPr/>
          <p:nvPr/>
        </p:nvGrpSpPr>
        <p:grpSpPr>
          <a:xfrm>
            <a:off x="9431796" y="1725728"/>
            <a:ext cx="1296144" cy="922770"/>
            <a:chOff x="1464060" y="1725728"/>
            <a:chExt cx="1296144" cy="922770"/>
          </a:xfrm>
        </p:grpSpPr>
        <p:sp>
          <p:nvSpPr>
            <p:cNvPr id="37" name="Rectangle: Rounded Corners 36">
              <a:extLst>
                <a:ext uri="{FF2B5EF4-FFF2-40B4-BE49-F238E27FC236}">
                  <a16:creationId xmlns:a16="http://schemas.microsoft.com/office/drawing/2014/main" id="{A3E606B5-E972-65A7-E4AC-21B8A58CC3E1}"/>
                </a:ext>
              </a:extLst>
            </p:cNvPr>
            <p:cNvSpPr/>
            <p:nvPr/>
          </p:nvSpPr>
          <p:spPr>
            <a:xfrm>
              <a:off x="1464060" y="2043097"/>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8" name="Rectangle: Rounded Corners 37">
              <a:extLst>
                <a:ext uri="{FF2B5EF4-FFF2-40B4-BE49-F238E27FC236}">
                  <a16:creationId xmlns:a16="http://schemas.microsoft.com/office/drawing/2014/main" id="{923D3481-37D4-08AA-86C5-D69F7C76F9EE}"/>
                </a:ext>
              </a:extLst>
            </p:cNvPr>
            <p:cNvSpPr/>
            <p:nvPr/>
          </p:nvSpPr>
          <p:spPr>
            <a:xfrm>
              <a:off x="1464060" y="2360466"/>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9" name="Rectangle: Rounded Corners 38">
              <a:extLst>
                <a:ext uri="{FF2B5EF4-FFF2-40B4-BE49-F238E27FC236}">
                  <a16:creationId xmlns:a16="http://schemas.microsoft.com/office/drawing/2014/main" id="{4BD81715-AFFD-CB66-D60D-7AE6B554573E}"/>
                </a:ext>
              </a:extLst>
            </p:cNvPr>
            <p:cNvSpPr/>
            <p:nvPr/>
          </p:nvSpPr>
          <p:spPr>
            <a:xfrm>
              <a:off x="1464060" y="1725728"/>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cxnSp>
        <p:nvCxnSpPr>
          <p:cNvPr id="40" name="Connector: Curved 39">
            <a:extLst>
              <a:ext uri="{FF2B5EF4-FFF2-40B4-BE49-F238E27FC236}">
                <a16:creationId xmlns:a16="http://schemas.microsoft.com/office/drawing/2014/main" id="{6FD89843-70A4-8331-67D0-55E53478FB6D}"/>
              </a:ext>
            </a:extLst>
          </p:cNvPr>
          <p:cNvCxnSpPr>
            <a:cxnSpLocks/>
            <a:stCxn id="19" idx="3"/>
            <a:endCxn id="4" idx="1"/>
          </p:cNvCxnSpPr>
          <p:nvPr/>
        </p:nvCxnSpPr>
        <p:spPr>
          <a:xfrm>
            <a:off x="2760204" y="1869744"/>
            <a:ext cx="527484" cy="31872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1" name="Connector: Curved 40">
            <a:extLst>
              <a:ext uri="{FF2B5EF4-FFF2-40B4-BE49-F238E27FC236}">
                <a16:creationId xmlns:a16="http://schemas.microsoft.com/office/drawing/2014/main" id="{BAFB90CC-968B-92E1-C2BC-9F76333A5EEF}"/>
              </a:ext>
            </a:extLst>
          </p:cNvPr>
          <p:cNvCxnSpPr>
            <a:cxnSpLocks/>
            <a:stCxn id="17" idx="3"/>
            <a:endCxn id="4" idx="1"/>
          </p:cNvCxnSpPr>
          <p:nvPr/>
        </p:nvCxnSpPr>
        <p:spPr>
          <a:xfrm>
            <a:off x="2760204" y="2187113"/>
            <a:ext cx="527484" cy="1355"/>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2" name="Connector: Curved 41">
            <a:extLst>
              <a:ext uri="{FF2B5EF4-FFF2-40B4-BE49-F238E27FC236}">
                <a16:creationId xmlns:a16="http://schemas.microsoft.com/office/drawing/2014/main" id="{E48655A7-F779-8DE9-C6BF-7AA86D54F03E}"/>
              </a:ext>
            </a:extLst>
          </p:cNvPr>
          <p:cNvCxnSpPr>
            <a:cxnSpLocks/>
            <a:stCxn id="18" idx="3"/>
            <a:endCxn id="4" idx="1"/>
          </p:cNvCxnSpPr>
          <p:nvPr/>
        </p:nvCxnSpPr>
        <p:spPr>
          <a:xfrm flipV="1">
            <a:off x="2760204" y="2188468"/>
            <a:ext cx="527484" cy="31601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3" name="Connector: Curved 42">
            <a:extLst>
              <a:ext uri="{FF2B5EF4-FFF2-40B4-BE49-F238E27FC236}">
                <a16:creationId xmlns:a16="http://schemas.microsoft.com/office/drawing/2014/main" id="{D9F017BF-F4F9-8DA2-A4CF-1ED2BA44E5D5}"/>
              </a:ext>
            </a:extLst>
          </p:cNvPr>
          <p:cNvCxnSpPr>
            <a:cxnSpLocks/>
            <a:stCxn id="23" idx="3"/>
            <a:endCxn id="5" idx="1"/>
          </p:cNvCxnSpPr>
          <p:nvPr/>
        </p:nvCxnSpPr>
        <p:spPr>
          <a:xfrm>
            <a:off x="2760204"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4" name="Connector: Curved 43">
            <a:extLst>
              <a:ext uri="{FF2B5EF4-FFF2-40B4-BE49-F238E27FC236}">
                <a16:creationId xmlns:a16="http://schemas.microsoft.com/office/drawing/2014/main" id="{20098B74-EFC6-8780-A16C-4E41CF5A8AF1}"/>
              </a:ext>
            </a:extLst>
          </p:cNvPr>
          <p:cNvCxnSpPr>
            <a:cxnSpLocks/>
            <a:stCxn id="21" idx="3"/>
            <a:endCxn id="5" idx="1"/>
          </p:cNvCxnSpPr>
          <p:nvPr/>
        </p:nvCxnSpPr>
        <p:spPr>
          <a:xfrm>
            <a:off x="2760204"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Connector: Curved 44">
            <a:extLst>
              <a:ext uri="{FF2B5EF4-FFF2-40B4-BE49-F238E27FC236}">
                <a16:creationId xmlns:a16="http://schemas.microsoft.com/office/drawing/2014/main" id="{919E88B0-1EEC-50F7-27C3-5141EC3521D1}"/>
              </a:ext>
            </a:extLst>
          </p:cNvPr>
          <p:cNvCxnSpPr>
            <a:cxnSpLocks/>
            <a:stCxn id="22" idx="3"/>
            <a:endCxn id="5" idx="1"/>
          </p:cNvCxnSpPr>
          <p:nvPr/>
        </p:nvCxnSpPr>
        <p:spPr>
          <a:xfrm flipV="1">
            <a:off x="2760204"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6" name="Connector: Curved 45">
            <a:extLst>
              <a:ext uri="{FF2B5EF4-FFF2-40B4-BE49-F238E27FC236}">
                <a16:creationId xmlns:a16="http://schemas.microsoft.com/office/drawing/2014/main" id="{79A501F5-3B94-D3C0-E54A-B537EEF04316}"/>
              </a:ext>
            </a:extLst>
          </p:cNvPr>
          <p:cNvCxnSpPr>
            <a:cxnSpLocks/>
            <a:stCxn id="27" idx="3"/>
            <a:endCxn id="6" idx="1"/>
          </p:cNvCxnSpPr>
          <p:nvPr/>
        </p:nvCxnSpPr>
        <p:spPr>
          <a:xfrm>
            <a:off x="2760204"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7" name="Connector: Curved 46">
            <a:extLst>
              <a:ext uri="{FF2B5EF4-FFF2-40B4-BE49-F238E27FC236}">
                <a16:creationId xmlns:a16="http://schemas.microsoft.com/office/drawing/2014/main" id="{43317F8B-9257-7E3F-4B04-3F56B4CBC9C8}"/>
              </a:ext>
            </a:extLst>
          </p:cNvPr>
          <p:cNvCxnSpPr>
            <a:cxnSpLocks/>
            <a:stCxn id="25" idx="3"/>
            <a:endCxn id="6" idx="1"/>
          </p:cNvCxnSpPr>
          <p:nvPr/>
        </p:nvCxnSpPr>
        <p:spPr>
          <a:xfrm>
            <a:off x="2760204"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Connector: Curved 47">
            <a:extLst>
              <a:ext uri="{FF2B5EF4-FFF2-40B4-BE49-F238E27FC236}">
                <a16:creationId xmlns:a16="http://schemas.microsoft.com/office/drawing/2014/main" id="{7A967F51-460E-E3C0-9921-63B0BCC07BAE}"/>
              </a:ext>
            </a:extLst>
          </p:cNvPr>
          <p:cNvCxnSpPr>
            <a:cxnSpLocks/>
            <a:stCxn id="26" idx="3"/>
            <a:endCxn id="6" idx="1"/>
          </p:cNvCxnSpPr>
          <p:nvPr/>
        </p:nvCxnSpPr>
        <p:spPr>
          <a:xfrm flipV="1">
            <a:off x="2760204"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Connector: Curved 48">
            <a:extLst>
              <a:ext uri="{FF2B5EF4-FFF2-40B4-BE49-F238E27FC236}">
                <a16:creationId xmlns:a16="http://schemas.microsoft.com/office/drawing/2014/main" id="{026A639C-C82D-7538-7CCF-975743157391}"/>
              </a:ext>
            </a:extLst>
          </p:cNvPr>
          <p:cNvCxnSpPr>
            <a:cxnSpLocks/>
            <a:stCxn id="9" idx="3"/>
            <a:endCxn id="30" idx="1"/>
          </p:cNvCxnSpPr>
          <p:nvPr/>
        </p:nvCxnSpPr>
        <p:spPr>
          <a:xfrm>
            <a:off x="8904312"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0" name="Connector: Curved 49">
            <a:extLst>
              <a:ext uri="{FF2B5EF4-FFF2-40B4-BE49-F238E27FC236}">
                <a16:creationId xmlns:a16="http://schemas.microsoft.com/office/drawing/2014/main" id="{D2402245-FD9B-2409-0DB6-3F0FEC7DBE5D}"/>
              </a:ext>
            </a:extLst>
          </p:cNvPr>
          <p:cNvCxnSpPr>
            <a:cxnSpLocks/>
            <a:stCxn id="9" idx="3"/>
            <a:endCxn id="29" idx="1"/>
          </p:cNvCxnSpPr>
          <p:nvPr/>
        </p:nvCxnSpPr>
        <p:spPr>
          <a:xfrm flipV="1">
            <a:off x="8904312"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1" name="Connector: Curved 50">
            <a:extLst>
              <a:ext uri="{FF2B5EF4-FFF2-40B4-BE49-F238E27FC236}">
                <a16:creationId xmlns:a16="http://schemas.microsoft.com/office/drawing/2014/main" id="{4D38D738-6A60-C0E8-1DD2-F2720D0FF6E6}"/>
              </a:ext>
            </a:extLst>
          </p:cNvPr>
          <p:cNvCxnSpPr>
            <a:cxnSpLocks/>
            <a:stCxn id="9" idx="3"/>
            <a:endCxn id="31" idx="1"/>
          </p:cNvCxnSpPr>
          <p:nvPr/>
        </p:nvCxnSpPr>
        <p:spPr>
          <a:xfrm flipV="1">
            <a:off x="8904312"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2" name="Connector: Curved 51">
            <a:extLst>
              <a:ext uri="{FF2B5EF4-FFF2-40B4-BE49-F238E27FC236}">
                <a16:creationId xmlns:a16="http://schemas.microsoft.com/office/drawing/2014/main" id="{170F2778-6C1B-233D-A1A4-1B6CDD6512B0}"/>
              </a:ext>
            </a:extLst>
          </p:cNvPr>
          <p:cNvCxnSpPr>
            <a:cxnSpLocks/>
            <a:stCxn id="8" idx="3"/>
            <a:endCxn id="34" idx="1"/>
          </p:cNvCxnSpPr>
          <p:nvPr/>
        </p:nvCxnSpPr>
        <p:spPr>
          <a:xfrm>
            <a:off x="8904312"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3" name="Connector: Curved 52">
            <a:extLst>
              <a:ext uri="{FF2B5EF4-FFF2-40B4-BE49-F238E27FC236}">
                <a16:creationId xmlns:a16="http://schemas.microsoft.com/office/drawing/2014/main" id="{2B504BAA-82FC-AFFD-E7CE-29C6E580EAF0}"/>
              </a:ext>
            </a:extLst>
          </p:cNvPr>
          <p:cNvCxnSpPr>
            <a:cxnSpLocks/>
            <a:stCxn id="8" idx="3"/>
            <a:endCxn id="33" idx="1"/>
          </p:cNvCxnSpPr>
          <p:nvPr/>
        </p:nvCxnSpPr>
        <p:spPr>
          <a:xfrm flipV="1">
            <a:off x="8904312"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4" name="Connector: Curved 53">
            <a:extLst>
              <a:ext uri="{FF2B5EF4-FFF2-40B4-BE49-F238E27FC236}">
                <a16:creationId xmlns:a16="http://schemas.microsoft.com/office/drawing/2014/main" id="{88F7CFB5-62E4-2C94-9942-6C6DA6B3D130}"/>
              </a:ext>
            </a:extLst>
          </p:cNvPr>
          <p:cNvCxnSpPr>
            <a:cxnSpLocks/>
            <a:stCxn id="8" idx="3"/>
            <a:endCxn id="35" idx="1"/>
          </p:cNvCxnSpPr>
          <p:nvPr/>
        </p:nvCxnSpPr>
        <p:spPr>
          <a:xfrm flipV="1">
            <a:off x="8904312"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Connector: Curved 54">
            <a:extLst>
              <a:ext uri="{FF2B5EF4-FFF2-40B4-BE49-F238E27FC236}">
                <a16:creationId xmlns:a16="http://schemas.microsoft.com/office/drawing/2014/main" id="{0ECC401B-009D-2F68-953C-EB6CCE69305C}"/>
              </a:ext>
            </a:extLst>
          </p:cNvPr>
          <p:cNvCxnSpPr>
            <a:cxnSpLocks/>
            <a:stCxn id="7" idx="3"/>
            <a:endCxn id="38" idx="1"/>
          </p:cNvCxnSpPr>
          <p:nvPr/>
        </p:nvCxnSpPr>
        <p:spPr>
          <a:xfrm>
            <a:off x="8904312" y="2188468"/>
            <a:ext cx="527484" cy="31601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6" name="Connector: Curved 55">
            <a:extLst>
              <a:ext uri="{FF2B5EF4-FFF2-40B4-BE49-F238E27FC236}">
                <a16:creationId xmlns:a16="http://schemas.microsoft.com/office/drawing/2014/main" id="{0A7BB2BA-8D3B-11D2-CD6B-7C873C61CA52}"/>
              </a:ext>
            </a:extLst>
          </p:cNvPr>
          <p:cNvCxnSpPr>
            <a:cxnSpLocks/>
            <a:stCxn id="7" idx="3"/>
            <a:endCxn id="37" idx="1"/>
          </p:cNvCxnSpPr>
          <p:nvPr/>
        </p:nvCxnSpPr>
        <p:spPr>
          <a:xfrm flipV="1">
            <a:off x="8904312" y="2187113"/>
            <a:ext cx="527484" cy="135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7" name="Connector: Curved 56">
            <a:extLst>
              <a:ext uri="{FF2B5EF4-FFF2-40B4-BE49-F238E27FC236}">
                <a16:creationId xmlns:a16="http://schemas.microsoft.com/office/drawing/2014/main" id="{BA236E7E-E0C6-4303-658E-14AED2AD3E01}"/>
              </a:ext>
            </a:extLst>
          </p:cNvPr>
          <p:cNvCxnSpPr>
            <a:cxnSpLocks/>
            <a:stCxn id="7" idx="3"/>
            <a:endCxn id="39" idx="1"/>
          </p:cNvCxnSpPr>
          <p:nvPr/>
        </p:nvCxnSpPr>
        <p:spPr>
          <a:xfrm flipV="1">
            <a:off x="8904312" y="1869744"/>
            <a:ext cx="527484" cy="31872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40936868"/>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itle 1"/>
          <p:cNvSpPr>
            <a:spLocks noGrp="1"/>
          </p:cNvSpPr>
          <p:nvPr>
            <p:ph type="title"/>
          </p:nvPr>
        </p:nvSpPr>
        <p:spPr>
          <a:xfrm>
            <a:off x="214184" y="13663"/>
            <a:ext cx="9728886" cy="678316"/>
          </a:xfrm>
        </p:spPr>
        <p:txBody>
          <a:bodyPr vert="horz" lIns="91440" tIns="45720" rIns="91440" bIns="45720" rtlCol="0" anchor="ctr">
            <a:normAutofit/>
          </a:bodyPr>
          <a:lstStyle/>
          <a:p>
            <a:r>
              <a:rPr lang="en-US" dirty="0"/>
              <a:t>Network 1</a:t>
            </a:r>
          </a:p>
        </p:txBody>
      </p:sp>
      <p:sp>
        <p:nvSpPr>
          <p:cNvPr id="33" name="Oval 32"/>
          <p:cNvSpPr>
            <a:spLocks noChangeAspect="1"/>
          </p:cNvSpPr>
          <p:nvPr/>
        </p:nvSpPr>
        <p:spPr>
          <a:xfrm>
            <a:off x="5363995" y="3433617"/>
            <a:ext cx="940896" cy="940896"/>
          </a:xfrm>
          <a:prstGeom prst="ellipse">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8" name="Group 7"/>
          <p:cNvGrpSpPr/>
          <p:nvPr/>
        </p:nvGrpSpPr>
        <p:grpSpPr>
          <a:xfrm>
            <a:off x="2887290" y="4697600"/>
            <a:ext cx="811421" cy="811421"/>
            <a:chOff x="2028267" y="5226300"/>
            <a:chExt cx="737655" cy="737655"/>
          </a:xfrm>
          <a:solidFill>
            <a:schemeClr val="tx2"/>
          </a:solidFill>
        </p:grpSpPr>
        <p:sp>
          <p:nvSpPr>
            <p:cNvPr id="2" name="Donut 1"/>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 name="Oval 2"/>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4" name="Group 3"/>
          <p:cNvGrpSpPr/>
          <p:nvPr/>
        </p:nvGrpSpPr>
        <p:grpSpPr>
          <a:xfrm>
            <a:off x="9186776" y="3662386"/>
            <a:ext cx="811421" cy="811421"/>
            <a:chOff x="9523465" y="3641283"/>
            <a:chExt cx="892563" cy="892563"/>
          </a:xfrm>
        </p:grpSpPr>
        <p:sp>
          <p:nvSpPr>
            <p:cNvPr id="20" name="Donut 19"/>
            <p:cNvSpPr>
              <a:spLocks noChangeAspect="1"/>
            </p:cNvSpPr>
            <p:nvPr/>
          </p:nvSpPr>
          <p:spPr>
            <a:xfrm>
              <a:off x="9523465" y="3641283"/>
              <a:ext cx="892563" cy="892563"/>
            </a:xfrm>
            <a:prstGeom prst="donut">
              <a:avLst>
                <a:gd name="adj" fmla="val 10417"/>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 name="Oval 20"/>
            <p:cNvSpPr>
              <a:spLocks noChangeAspect="1"/>
            </p:cNvSpPr>
            <p:nvPr/>
          </p:nvSpPr>
          <p:spPr>
            <a:xfrm>
              <a:off x="9701979" y="3819794"/>
              <a:ext cx="535538" cy="535538"/>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2" name="Donut 31"/>
          <p:cNvSpPr>
            <a:spLocks noChangeAspect="1"/>
          </p:cNvSpPr>
          <p:nvPr/>
        </p:nvSpPr>
        <p:spPr>
          <a:xfrm>
            <a:off x="5053969" y="3119985"/>
            <a:ext cx="1568160" cy="1568160"/>
          </a:xfrm>
          <a:prstGeom prst="donut">
            <a:avLst>
              <a:gd name="adj" fmla="val 10417"/>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6" name="Group 15"/>
          <p:cNvGrpSpPr/>
          <p:nvPr/>
        </p:nvGrpSpPr>
        <p:grpSpPr>
          <a:xfrm>
            <a:off x="8030788" y="4697598"/>
            <a:ext cx="811421" cy="811421"/>
            <a:chOff x="2028267" y="5226300"/>
            <a:chExt cx="737655" cy="737655"/>
          </a:xfrm>
          <a:solidFill>
            <a:schemeClr val="accent5"/>
          </a:solidFill>
        </p:grpSpPr>
        <p:sp>
          <p:nvSpPr>
            <p:cNvPr id="17" name="Donut 16"/>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Oval 17"/>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p:cNvGrpSpPr/>
          <p:nvPr/>
        </p:nvGrpSpPr>
        <p:grpSpPr>
          <a:xfrm>
            <a:off x="5428733" y="5481979"/>
            <a:ext cx="811421" cy="811421"/>
            <a:chOff x="5389618" y="5642836"/>
            <a:chExt cx="892563" cy="892563"/>
          </a:xfrm>
        </p:grpSpPr>
        <p:sp>
          <p:nvSpPr>
            <p:cNvPr id="29" name="Donut 28"/>
            <p:cNvSpPr>
              <a:spLocks noChangeAspect="1"/>
            </p:cNvSpPr>
            <p:nvPr/>
          </p:nvSpPr>
          <p:spPr>
            <a:xfrm>
              <a:off x="5389618" y="5642836"/>
              <a:ext cx="892563" cy="892563"/>
            </a:xfrm>
            <a:prstGeom prst="donut">
              <a:avLst>
                <a:gd name="adj" fmla="val 10417"/>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0" name="Oval 29"/>
            <p:cNvSpPr>
              <a:spLocks noChangeAspect="1"/>
            </p:cNvSpPr>
            <p:nvPr/>
          </p:nvSpPr>
          <p:spPr>
            <a:xfrm>
              <a:off x="5568130" y="5821348"/>
              <a:ext cx="535538" cy="535538"/>
            </a:xfrm>
            <a:prstGeom prst="ellipse">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2" name="Group 21"/>
          <p:cNvGrpSpPr/>
          <p:nvPr/>
        </p:nvGrpSpPr>
        <p:grpSpPr>
          <a:xfrm>
            <a:off x="1641574" y="3498147"/>
            <a:ext cx="811421" cy="811421"/>
            <a:chOff x="2028267" y="5226300"/>
            <a:chExt cx="737655" cy="737655"/>
          </a:xfrm>
          <a:solidFill>
            <a:schemeClr val="accent4"/>
          </a:solidFill>
        </p:grpSpPr>
        <p:sp>
          <p:nvSpPr>
            <p:cNvPr id="23" name="Donut 22"/>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4" name="Oval 23"/>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p:cNvGrpSpPr/>
          <p:nvPr/>
        </p:nvGrpSpPr>
        <p:grpSpPr>
          <a:xfrm>
            <a:off x="2887289" y="2264848"/>
            <a:ext cx="811421" cy="811421"/>
            <a:chOff x="2028267" y="5226300"/>
            <a:chExt cx="737655" cy="737655"/>
          </a:xfrm>
          <a:solidFill>
            <a:schemeClr val="accent2"/>
          </a:solidFill>
        </p:grpSpPr>
        <p:sp>
          <p:nvSpPr>
            <p:cNvPr id="11" name="Donut 10"/>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5" name="Group 24"/>
          <p:cNvGrpSpPr/>
          <p:nvPr/>
        </p:nvGrpSpPr>
        <p:grpSpPr>
          <a:xfrm>
            <a:off x="6115688" y="1453425"/>
            <a:ext cx="811421" cy="811421"/>
            <a:chOff x="2028267" y="5226300"/>
            <a:chExt cx="737655" cy="737655"/>
          </a:xfrm>
          <a:solidFill>
            <a:schemeClr val="accent3"/>
          </a:solidFill>
        </p:grpSpPr>
        <p:sp>
          <p:nvSpPr>
            <p:cNvPr id="26" name="Donut 25"/>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 name="Group 12"/>
          <p:cNvGrpSpPr/>
          <p:nvPr/>
        </p:nvGrpSpPr>
        <p:grpSpPr>
          <a:xfrm>
            <a:off x="8605506" y="2508905"/>
            <a:ext cx="811421" cy="811421"/>
            <a:chOff x="2028267" y="5226300"/>
            <a:chExt cx="737655" cy="737655"/>
          </a:xfrm>
          <a:solidFill>
            <a:schemeClr val="tx2"/>
          </a:solidFill>
        </p:grpSpPr>
        <p:sp>
          <p:nvSpPr>
            <p:cNvPr id="14" name="Donut 13"/>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Oval 14"/>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52" name="Elbow Connector 51"/>
          <p:cNvCxnSpPr>
            <a:stCxn id="26" idx="4"/>
            <a:endCxn id="32" idx="0"/>
          </p:cNvCxnSpPr>
          <p:nvPr/>
        </p:nvCxnSpPr>
        <p:spPr>
          <a:xfrm rot="5400000">
            <a:off x="5752155" y="2350740"/>
            <a:ext cx="855139" cy="683350"/>
          </a:xfrm>
          <a:prstGeom prst="bentConnector3">
            <a:avLst/>
          </a:prstGeom>
          <a:ln w="57150">
            <a:solidFill>
              <a:schemeClr val="accent3"/>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3" name="Elbow Connector 52"/>
          <p:cNvCxnSpPr>
            <a:stCxn id="14" idx="2"/>
            <a:endCxn id="32" idx="7"/>
          </p:cNvCxnSpPr>
          <p:nvPr/>
        </p:nvCxnSpPr>
        <p:spPr>
          <a:xfrm rot="10800000" flipV="1">
            <a:off x="6392477" y="2914615"/>
            <a:ext cx="2213029" cy="435021"/>
          </a:xfrm>
          <a:prstGeom prst="bentConnector2">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49" name="Elbow Connector 48"/>
          <p:cNvCxnSpPr>
            <a:stCxn id="20" idx="2"/>
            <a:endCxn id="32" idx="6"/>
          </p:cNvCxnSpPr>
          <p:nvPr/>
        </p:nvCxnSpPr>
        <p:spPr>
          <a:xfrm rot="10800000">
            <a:off x="6622129" y="3904066"/>
            <a:ext cx="2564647" cy="164032"/>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29" idx="0"/>
            <a:endCxn id="32" idx="4"/>
          </p:cNvCxnSpPr>
          <p:nvPr/>
        </p:nvCxnSpPr>
        <p:spPr>
          <a:xfrm rot="5400000" flipH="1" flipV="1">
            <a:off x="5439329" y="5083260"/>
            <a:ext cx="793834" cy="3605"/>
          </a:xfrm>
          <a:prstGeom prst="bentConnector3">
            <a:avLst>
              <a:gd name="adj1" fmla="val 50000"/>
            </a:avLst>
          </a:prstGeom>
          <a:ln w="57150">
            <a:solidFill>
              <a:schemeClr val="accent6"/>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4" name="Elbow Connector 53"/>
          <p:cNvCxnSpPr>
            <a:stCxn id="17" idx="1"/>
            <a:endCxn id="32" idx="5"/>
          </p:cNvCxnSpPr>
          <p:nvPr/>
        </p:nvCxnSpPr>
        <p:spPr>
          <a:xfrm rot="16200000" flipV="1">
            <a:off x="7092081" y="3758890"/>
            <a:ext cx="357935" cy="1757141"/>
          </a:xfrm>
          <a:prstGeom prst="bentConnector3">
            <a:avLst>
              <a:gd name="adj1" fmla="val 50000"/>
            </a:avLst>
          </a:prstGeom>
          <a:ln w="57150">
            <a:solidFill>
              <a:schemeClr val="accent5"/>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6" name="Elbow Connector 55"/>
          <p:cNvCxnSpPr>
            <a:stCxn id="2" idx="7"/>
            <a:endCxn id="32" idx="3"/>
          </p:cNvCxnSpPr>
          <p:nvPr/>
        </p:nvCxnSpPr>
        <p:spPr>
          <a:xfrm rot="5400000" flipH="1" flipV="1">
            <a:off x="4252782" y="3785593"/>
            <a:ext cx="357937" cy="1703739"/>
          </a:xfrm>
          <a:prstGeom prst="bentConnector3">
            <a:avLst>
              <a:gd name="adj1" fmla="val 50000"/>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9" name="Elbow Connector 58"/>
          <p:cNvCxnSpPr>
            <a:stCxn id="23" idx="6"/>
            <a:endCxn id="32" idx="2"/>
          </p:cNvCxnSpPr>
          <p:nvPr/>
        </p:nvCxnSpPr>
        <p:spPr>
          <a:xfrm>
            <a:off x="2452995" y="3903857"/>
            <a:ext cx="2600974" cy="207"/>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62" name="Elbow Connector 61"/>
          <p:cNvCxnSpPr>
            <a:stCxn id="11" idx="6"/>
            <a:endCxn id="32" idx="1"/>
          </p:cNvCxnSpPr>
          <p:nvPr/>
        </p:nvCxnSpPr>
        <p:spPr>
          <a:xfrm>
            <a:off x="3698710" y="2670559"/>
            <a:ext cx="1584910" cy="679078"/>
          </a:xfrm>
          <a:prstGeom prst="bentConnector2">
            <a:avLst/>
          </a:prstGeom>
          <a:ln w="57150">
            <a:solidFill>
              <a:schemeClr val="accent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18864644"/>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vert="horz" lIns="91440" tIns="45720" rIns="91440" bIns="45720" rtlCol="0" anchor="ctr">
            <a:normAutofit/>
          </a:bodyPr>
          <a:lstStyle/>
          <a:p>
            <a:r>
              <a:rPr lang="en-US" dirty="0"/>
              <a:t>NOISE Analysis</a:t>
            </a:r>
          </a:p>
        </p:txBody>
      </p:sp>
      <p:sp>
        <p:nvSpPr>
          <p:cNvPr id="32" name="Rectangle 31">
            <a:extLst>
              <a:ext uri="{FF2B5EF4-FFF2-40B4-BE49-F238E27FC236}">
                <a16:creationId xmlns:a16="http://schemas.microsoft.com/office/drawing/2014/main" id="{23C5887F-CB64-44C1-B732-90D7B305F5DB}"/>
              </a:ext>
            </a:extLst>
          </p:cNvPr>
          <p:cNvSpPr/>
          <p:nvPr/>
        </p:nvSpPr>
        <p:spPr>
          <a:xfrm>
            <a:off x="620785"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Strengths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33" name="Rectangle 32">
            <a:extLst>
              <a:ext uri="{FF2B5EF4-FFF2-40B4-BE49-F238E27FC236}">
                <a16:creationId xmlns:a16="http://schemas.microsoft.com/office/drawing/2014/main" id="{6B2444C0-E013-45F6-850F-0234F89C47B9}"/>
              </a:ext>
            </a:extLst>
          </p:cNvPr>
          <p:cNvSpPr/>
          <p:nvPr/>
        </p:nvSpPr>
        <p:spPr>
          <a:xfrm>
            <a:off x="6096000"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Needs</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39" name="Rectangle 38">
            <a:extLst>
              <a:ext uri="{FF2B5EF4-FFF2-40B4-BE49-F238E27FC236}">
                <a16:creationId xmlns:a16="http://schemas.microsoft.com/office/drawing/2014/main" id="{FED3AC05-D151-4A56-BD58-8DBDDDFCCF08}"/>
              </a:ext>
            </a:extLst>
          </p:cNvPr>
          <p:cNvSpPr/>
          <p:nvPr/>
        </p:nvSpPr>
        <p:spPr>
          <a:xfrm>
            <a:off x="6096000"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Improvements</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49" name="Rectangle 48">
            <a:extLst>
              <a:ext uri="{FF2B5EF4-FFF2-40B4-BE49-F238E27FC236}">
                <a16:creationId xmlns:a16="http://schemas.microsoft.com/office/drawing/2014/main" id="{8836B703-50F7-427F-BCC9-00D5B6BEFA0E}"/>
              </a:ext>
            </a:extLst>
          </p:cNvPr>
          <p:cNvSpPr/>
          <p:nvPr/>
        </p:nvSpPr>
        <p:spPr>
          <a:xfrm>
            <a:off x="620785"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Opportunities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50" name="ShapeNameChangedByPowerUser1">
            <a:extLst>
              <a:ext uri="{FF2B5EF4-FFF2-40B4-BE49-F238E27FC236}">
                <a16:creationId xmlns:a16="http://schemas.microsoft.com/office/drawing/2014/main" id="{3A535391-42CE-47E2-B6A1-A6F6FB68DE83}"/>
              </a:ext>
            </a:extLst>
          </p:cNvPr>
          <p:cNvSpPr>
            <a:spLocks noChangeAspect="1"/>
          </p:cNvSpPr>
          <p:nvPr/>
        </p:nvSpPr>
        <p:spPr>
          <a:xfrm>
            <a:off x="4966676" y="2817763"/>
            <a:ext cx="2244930" cy="224493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bg1"/>
                </a:solidFill>
                <a:effectLst/>
                <a:uLnTx/>
                <a:uFillTx/>
              </a:rPr>
              <a:t>Exceptions</a:t>
            </a:r>
          </a:p>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bg1"/>
                </a:solidFill>
                <a:effectLst/>
                <a:uLnTx/>
                <a:uFillTx/>
              </a:rPr>
              <a:t>Lorem ipsum dolor sit </a:t>
            </a:r>
            <a:r>
              <a:rPr kumimoji="0" lang="en-US" sz="1800" b="0" i="0" u="none" strike="noStrike" kern="0" cap="none" spc="0" normalizeH="0" baseline="0" noProof="0" dirty="0" err="1">
                <a:ln>
                  <a:noFill/>
                </a:ln>
                <a:solidFill>
                  <a:schemeClr val="bg1"/>
                </a:solidFill>
                <a:effectLst/>
                <a:uLnTx/>
                <a:uFillTx/>
              </a:rPr>
              <a:t>amet</a:t>
            </a:r>
            <a:r>
              <a:rPr kumimoji="0" lang="en-US" sz="1800" b="0" i="0" u="none" strike="noStrike" kern="0" cap="none" spc="0" normalizeH="0" baseline="0" noProof="0" dirty="0">
                <a:ln>
                  <a:noFill/>
                </a:ln>
                <a:solidFill>
                  <a:schemeClr val="bg1"/>
                </a:solidFill>
                <a:effectLst/>
                <a:uLnTx/>
                <a:uFillTx/>
              </a:rPr>
              <a:t>.</a:t>
            </a:r>
          </a:p>
        </p:txBody>
      </p:sp>
      <p:sp>
        <p:nvSpPr>
          <p:cNvPr id="2" name="Muscle" descr="{&quot;Key&quot;:&quot;POWER_USER_SHAPE_ICON&quot;,&quot;Value&quot;:&quot;POWER_USER_SHAPE_ICON_STYLE_1&quot;}">
            <a:extLst>
              <a:ext uri="{FF2B5EF4-FFF2-40B4-BE49-F238E27FC236}">
                <a16:creationId xmlns:a16="http://schemas.microsoft.com/office/drawing/2014/main" id="{D8B911F1-F0FF-32C6-6E06-080F6F384191}"/>
              </a:ext>
            </a:extLst>
          </p:cNvPr>
          <p:cNvSpPr>
            <a:spLocks noChangeAspect="1"/>
          </p:cNvSpPr>
          <p:nvPr/>
        </p:nvSpPr>
        <p:spPr>
          <a:xfrm>
            <a:off x="5432041" y="1725239"/>
            <a:ext cx="544300" cy="572502"/>
          </a:xfrm>
          <a:custGeom>
            <a:avLst/>
            <a:gdLst>
              <a:gd name="connsiteX0" fmla="*/ 735235 w 1838325"/>
              <a:gd name="connsiteY0" fmla="*/ 0 h 1933575"/>
              <a:gd name="connsiteX1" fmla="*/ 964883 w 1838325"/>
              <a:gd name="connsiteY1" fmla="*/ 147161 h 1933575"/>
              <a:gd name="connsiteX2" fmla="*/ 1023652 w 1838325"/>
              <a:gd name="connsiteY2" fmla="*/ 206312 h 1933575"/>
              <a:gd name="connsiteX3" fmla="*/ 1038892 w 1838325"/>
              <a:gd name="connsiteY3" fmla="*/ 246793 h 1933575"/>
              <a:gd name="connsiteX4" fmla="*/ 1014032 w 1838325"/>
              <a:gd name="connsiteY4" fmla="*/ 334709 h 1933575"/>
              <a:gd name="connsiteX5" fmla="*/ 1016413 w 1838325"/>
              <a:gd name="connsiteY5" fmla="*/ 349282 h 1933575"/>
              <a:gd name="connsiteX6" fmla="*/ 1034510 w 1838325"/>
              <a:gd name="connsiteY6" fmla="*/ 388906 h 1933575"/>
              <a:gd name="connsiteX7" fmla="*/ 980123 w 1838325"/>
              <a:gd name="connsiteY7" fmla="*/ 491966 h 1933575"/>
              <a:gd name="connsiteX8" fmla="*/ 938784 w 1838325"/>
              <a:gd name="connsiteY8" fmla="*/ 500729 h 1933575"/>
              <a:gd name="connsiteX9" fmla="*/ 897922 w 1838325"/>
              <a:gd name="connsiteY9" fmla="*/ 510064 h 1933575"/>
              <a:gd name="connsiteX10" fmla="*/ 818579 w 1838325"/>
              <a:gd name="connsiteY10" fmla="*/ 546830 h 1933575"/>
              <a:gd name="connsiteX11" fmla="*/ 766858 w 1838325"/>
              <a:gd name="connsiteY11" fmla="*/ 563023 h 1933575"/>
              <a:gd name="connsiteX12" fmla="*/ 672941 w 1838325"/>
              <a:gd name="connsiteY12" fmla="*/ 559499 h 1933575"/>
              <a:gd name="connsiteX13" fmla="*/ 661607 w 1838325"/>
              <a:gd name="connsiteY13" fmla="*/ 566071 h 1933575"/>
              <a:gd name="connsiteX14" fmla="*/ 609695 w 1838325"/>
              <a:gd name="connsiteY14" fmla="*/ 672370 h 1933575"/>
              <a:gd name="connsiteX15" fmla="*/ 554069 w 1838325"/>
              <a:gd name="connsiteY15" fmla="*/ 929354 h 1933575"/>
              <a:gd name="connsiteX16" fmla="*/ 555784 w 1838325"/>
              <a:gd name="connsiteY16" fmla="*/ 1041463 h 1933575"/>
              <a:gd name="connsiteX17" fmla="*/ 559784 w 1838325"/>
              <a:gd name="connsiteY17" fmla="*/ 1125474 h 1933575"/>
              <a:gd name="connsiteX18" fmla="*/ 576644 w 1838325"/>
              <a:gd name="connsiteY18" fmla="*/ 1352074 h 1933575"/>
              <a:gd name="connsiteX19" fmla="*/ 580358 w 1838325"/>
              <a:gd name="connsiteY19" fmla="*/ 1353407 h 1933575"/>
              <a:gd name="connsiteX20" fmla="*/ 623792 w 1838325"/>
              <a:gd name="connsiteY20" fmla="*/ 1309592 h 1933575"/>
              <a:gd name="connsiteX21" fmla="*/ 868966 w 1838325"/>
              <a:gd name="connsiteY21" fmla="*/ 1214152 h 1933575"/>
              <a:gd name="connsiteX22" fmla="*/ 1169861 w 1838325"/>
              <a:gd name="connsiteY22" fmla="*/ 1274159 h 1933575"/>
              <a:gd name="connsiteX23" fmla="*/ 1177576 w 1838325"/>
              <a:gd name="connsiteY23" fmla="*/ 1273112 h 1933575"/>
              <a:gd name="connsiteX24" fmla="*/ 1223010 w 1838325"/>
              <a:gd name="connsiteY24" fmla="*/ 1227011 h 1933575"/>
              <a:gd name="connsiteX25" fmla="*/ 1657445 w 1838325"/>
              <a:gd name="connsiteY25" fmla="*/ 1203293 h 1933575"/>
              <a:gd name="connsiteX26" fmla="*/ 1838325 w 1838325"/>
              <a:gd name="connsiteY26" fmla="*/ 1516475 h 1933575"/>
              <a:gd name="connsiteX27" fmla="*/ 1838325 w 1838325"/>
              <a:gd name="connsiteY27" fmla="*/ 1552575 h 1933575"/>
              <a:gd name="connsiteX28" fmla="*/ 1676019 w 1838325"/>
              <a:gd name="connsiteY28" fmla="*/ 1855375 h 1933575"/>
              <a:gd name="connsiteX29" fmla="*/ 1569530 w 1838325"/>
              <a:gd name="connsiteY29" fmla="*/ 1908810 h 1933575"/>
              <a:gd name="connsiteX30" fmla="*/ 1450086 w 1838325"/>
              <a:gd name="connsiteY30" fmla="*/ 1926622 h 1933575"/>
              <a:gd name="connsiteX31" fmla="*/ 1146143 w 1838325"/>
              <a:gd name="connsiteY31" fmla="*/ 1933575 h 1933575"/>
              <a:gd name="connsiteX32" fmla="*/ 1017461 w 1838325"/>
              <a:gd name="connsiteY32" fmla="*/ 1933575 h 1933575"/>
              <a:gd name="connsiteX33" fmla="*/ 878681 w 1838325"/>
              <a:gd name="connsiteY33" fmla="*/ 1927955 h 1933575"/>
              <a:gd name="connsiteX34" fmla="*/ 391668 w 1838325"/>
              <a:gd name="connsiteY34" fmla="*/ 1874615 h 1933575"/>
              <a:gd name="connsiteX35" fmla="*/ 172879 w 1838325"/>
              <a:gd name="connsiteY35" fmla="*/ 1816322 h 1933575"/>
              <a:gd name="connsiteX36" fmla="*/ 109538 w 1838325"/>
              <a:gd name="connsiteY36" fmla="*/ 1788224 h 1933575"/>
              <a:gd name="connsiteX37" fmla="*/ 52388 w 1838325"/>
              <a:gd name="connsiteY37" fmla="*/ 1750981 h 1933575"/>
              <a:gd name="connsiteX38" fmla="*/ 14383 w 1838325"/>
              <a:gd name="connsiteY38" fmla="*/ 1652588 h 1933575"/>
              <a:gd name="connsiteX39" fmla="*/ 18669 w 1838325"/>
              <a:gd name="connsiteY39" fmla="*/ 1617631 h 1933575"/>
              <a:gd name="connsiteX40" fmla="*/ 20384 w 1838325"/>
              <a:gd name="connsiteY40" fmla="*/ 1582198 h 1933575"/>
              <a:gd name="connsiteX41" fmla="*/ 0 w 1838325"/>
              <a:gd name="connsiteY41" fmla="*/ 1403604 h 1933575"/>
              <a:gd name="connsiteX42" fmla="*/ 0 w 1838325"/>
              <a:gd name="connsiteY42" fmla="*/ 1362361 h 1933575"/>
              <a:gd name="connsiteX43" fmla="*/ 31528 w 1838325"/>
              <a:gd name="connsiteY43" fmla="*/ 1157764 h 1933575"/>
              <a:gd name="connsiteX44" fmla="*/ 176498 w 1838325"/>
              <a:gd name="connsiteY44" fmla="*/ 769049 h 1933575"/>
              <a:gd name="connsiteX45" fmla="*/ 362236 w 1838325"/>
              <a:gd name="connsiteY45" fmla="*/ 368999 h 1933575"/>
              <a:gd name="connsiteX46" fmla="*/ 386144 w 1838325"/>
              <a:gd name="connsiteY46" fmla="*/ 308896 h 1933575"/>
              <a:gd name="connsiteX47" fmla="*/ 464534 w 1838325"/>
              <a:gd name="connsiteY47" fmla="*/ 195548 h 1933575"/>
              <a:gd name="connsiteX48" fmla="*/ 653034 w 1838325"/>
              <a:gd name="connsiteY48" fmla="*/ 33909 h 1933575"/>
              <a:gd name="connsiteX49" fmla="*/ 715899 w 1838325"/>
              <a:gd name="connsiteY49" fmla="*/ 0 h 1933575"/>
              <a:gd name="connsiteX50" fmla="*/ 735235 w 1838325"/>
              <a:gd name="connsiteY50" fmla="*/ 0 h 1933575"/>
              <a:gd name="connsiteX51" fmla="*/ 1204532 w 1838325"/>
              <a:gd name="connsiteY51" fmla="*/ 1340549 h 1933575"/>
              <a:gd name="connsiteX52" fmla="*/ 1161002 w 1838325"/>
              <a:gd name="connsiteY52" fmla="*/ 1344835 h 1933575"/>
              <a:gd name="connsiteX53" fmla="*/ 743903 w 1838325"/>
              <a:gd name="connsiteY53" fmla="*/ 1315022 h 1933575"/>
              <a:gd name="connsiteX54" fmla="*/ 678275 w 1838325"/>
              <a:gd name="connsiteY54" fmla="*/ 1352074 h 1933575"/>
              <a:gd name="connsiteX55" fmla="*/ 623316 w 1838325"/>
              <a:gd name="connsiteY55" fmla="*/ 1404271 h 1933575"/>
              <a:gd name="connsiteX56" fmla="*/ 581787 w 1838325"/>
              <a:gd name="connsiteY56" fmla="*/ 1432560 h 1933575"/>
              <a:gd name="connsiteX57" fmla="*/ 521875 w 1838325"/>
              <a:gd name="connsiteY57" fmla="*/ 1407986 h 1933575"/>
              <a:gd name="connsiteX58" fmla="*/ 509397 w 1838325"/>
              <a:gd name="connsiteY58" fmla="*/ 1352264 h 1933575"/>
              <a:gd name="connsiteX59" fmla="*/ 491681 w 1838325"/>
              <a:gd name="connsiteY59" fmla="*/ 1108615 h 1933575"/>
              <a:gd name="connsiteX60" fmla="*/ 489395 w 1838325"/>
              <a:gd name="connsiteY60" fmla="*/ 1053560 h 1933575"/>
              <a:gd name="connsiteX61" fmla="*/ 488061 w 1838325"/>
              <a:gd name="connsiteY61" fmla="*/ 916115 h 1933575"/>
              <a:gd name="connsiteX62" fmla="*/ 610553 w 1838325"/>
              <a:gd name="connsiteY62" fmla="*/ 523113 h 1933575"/>
              <a:gd name="connsiteX63" fmla="*/ 642747 w 1838325"/>
              <a:gd name="connsiteY63" fmla="*/ 496157 h 1933575"/>
              <a:gd name="connsiteX64" fmla="*/ 682085 w 1838325"/>
              <a:gd name="connsiteY64" fmla="*/ 493395 h 1933575"/>
              <a:gd name="connsiteX65" fmla="*/ 742664 w 1838325"/>
              <a:gd name="connsiteY65" fmla="*/ 497300 h 1933575"/>
              <a:gd name="connsiteX66" fmla="*/ 788956 w 1838325"/>
              <a:gd name="connsiteY66" fmla="*/ 485775 h 1933575"/>
              <a:gd name="connsiteX67" fmla="*/ 888302 w 1838325"/>
              <a:gd name="connsiteY67" fmla="*/ 441865 h 1933575"/>
              <a:gd name="connsiteX68" fmla="*/ 943070 w 1838325"/>
              <a:gd name="connsiteY68" fmla="*/ 433864 h 1933575"/>
              <a:gd name="connsiteX69" fmla="*/ 962787 w 1838325"/>
              <a:gd name="connsiteY69" fmla="*/ 422815 h 1933575"/>
              <a:gd name="connsiteX70" fmla="*/ 965835 w 1838325"/>
              <a:gd name="connsiteY70" fmla="*/ 396431 h 1933575"/>
              <a:gd name="connsiteX71" fmla="*/ 947547 w 1838325"/>
              <a:gd name="connsiteY71" fmla="*/ 382048 h 1933575"/>
              <a:gd name="connsiteX72" fmla="*/ 941546 w 1838325"/>
              <a:gd name="connsiteY72" fmla="*/ 334613 h 1933575"/>
              <a:gd name="connsiteX73" fmla="*/ 971264 w 1838325"/>
              <a:gd name="connsiteY73" fmla="*/ 264795 h 1933575"/>
              <a:gd name="connsiteX74" fmla="*/ 967931 w 1838325"/>
              <a:gd name="connsiteY74" fmla="*/ 242888 h 1933575"/>
              <a:gd name="connsiteX75" fmla="*/ 908304 w 1838325"/>
              <a:gd name="connsiteY75" fmla="*/ 187071 h 1933575"/>
              <a:gd name="connsiteX76" fmla="*/ 777431 w 1838325"/>
              <a:gd name="connsiteY76" fmla="*/ 91726 h 1933575"/>
              <a:gd name="connsiteX77" fmla="*/ 730663 w 1838325"/>
              <a:gd name="connsiteY77" fmla="*/ 68485 h 1933575"/>
              <a:gd name="connsiteX78" fmla="*/ 721709 w 1838325"/>
              <a:gd name="connsiteY78" fmla="*/ 69533 h 1933575"/>
              <a:gd name="connsiteX79" fmla="*/ 696563 w 1838325"/>
              <a:gd name="connsiteY79" fmla="*/ 84582 h 1933575"/>
              <a:gd name="connsiteX80" fmla="*/ 510254 w 1838325"/>
              <a:gd name="connsiteY80" fmla="*/ 243459 h 1933575"/>
              <a:gd name="connsiteX81" fmla="*/ 461010 w 1838325"/>
              <a:gd name="connsiteY81" fmla="*/ 304610 h 1933575"/>
              <a:gd name="connsiteX82" fmla="*/ 425291 w 1838325"/>
              <a:gd name="connsiteY82" fmla="*/ 392240 h 1933575"/>
              <a:gd name="connsiteX83" fmla="*/ 239078 w 1838325"/>
              <a:gd name="connsiteY83" fmla="*/ 791337 h 1933575"/>
              <a:gd name="connsiteX84" fmla="*/ 115824 w 1838325"/>
              <a:gd name="connsiteY84" fmla="*/ 1108996 h 1933575"/>
              <a:gd name="connsiteX85" fmla="*/ 68390 w 1838325"/>
              <a:gd name="connsiteY85" fmla="*/ 1430750 h 1933575"/>
              <a:gd name="connsiteX86" fmla="*/ 75819 w 1838325"/>
              <a:gd name="connsiteY86" fmla="*/ 1502569 h 1933575"/>
              <a:gd name="connsiteX87" fmla="*/ 86106 w 1838325"/>
              <a:gd name="connsiteY87" fmla="*/ 1574006 h 1933575"/>
              <a:gd name="connsiteX88" fmla="*/ 86487 w 1838325"/>
              <a:gd name="connsiteY88" fmla="*/ 1616869 h 1933575"/>
              <a:gd name="connsiteX89" fmla="*/ 94869 w 1838325"/>
              <a:gd name="connsiteY89" fmla="*/ 1698308 h 1933575"/>
              <a:gd name="connsiteX90" fmla="*/ 138779 w 1838325"/>
              <a:gd name="connsiteY90" fmla="*/ 1728788 h 1933575"/>
              <a:gd name="connsiteX91" fmla="*/ 279940 w 1838325"/>
              <a:gd name="connsiteY91" fmla="*/ 1779842 h 1933575"/>
              <a:gd name="connsiteX92" fmla="*/ 521589 w 1838325"/>
              <a:gd name="connsiteY92" fmla="*/ 1829181 h 1933575"/>
              <a:gd name="connsiteX93" fmla="*/ 1164431 w 1838325"/>
              <a:gd name="connsiteY93" fmla="*/ 1865376 h 1933575"/>
              <a:gd name="connsiteX94" fmla="*/ 1459992 w 1838325"/>
              <a:gd name="connsiteY94" fmla="*/ 1858804 h 1933575"/>
              <a:gd name="connsiteX95" fmla="*/ 1678972 w 1838325"/>
              <a:gd name="connsiteY95" fmla="*/ 1764602 h 1933575"/>
              <a:gd name="connsiteX96" fmla="*/ 1770412 w 1838325"/>
              <a:gd name="connsiteY96" fmla="*/ 1516189 h 1933575"/>
              <a:gd name="connsiteX97" fmla="*/ 1644777 w 1838325"/>
              <a:gd name="connsiteY97" fmla="*/ 1275207 h 1933575"/>
              <a:gd name="connsiteX98" fmla="*/ 1468564 w 1838325"/>
              <a:gd name="connsiteY98" fmla="*/ 1210723 h 1933575"/>
              <a:gd name="connsiteX99" fmla="*/ 1273112 w 1838325"/>
              <a:gd name="connsiteY99" fmla="*/ 1272635 h 1933575"/>
              <a:gd name="connsiteX100" fmla="*/ 1204532 w 1838325"/>
              <a:gd name="connsiteY100" fmla="*/ 1340549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838325" h="1933575">
                <a:moveTo>
                  <a:pt x="735235" y="0"/>
                </a:moveTo>
                <a:cubicBezTo>
                  <a:pt x="810165" y="31306"/>
                  <a:pt x="886714" y="80359"/>
                  <a:pt x="964883" y="147161"/>
                </a:cubicBezTo>
                <a:cubicBezTo>
                  <a:pt x="988759" y="167608"/>
                  <a:pt x="1008348" y="187325"/>
                  <a:pt x="1023652" y="206312"/>
                </a:cubicBezTo>
                <a:cubicBezTo>
                  <a:pt x="1033875" y="219012"/>
                  <a:pt x="1038955" y="232505"/>
                  <a:pt x="1038892" y="246793"/>
                </a:cubicBezTo>
                <a:cubicBezTo>
                  <a:pt x="1038765" y="276066"/>
                  <a:pt x="1030478" y="305372"/>
                  <a:pt x="1014032" y="334709"/>
                </a:cubicBezTo>
                <a:cubicBezTo>
                  <a:pt x="1010920" y="340170"/>
                  <a:pt x="1011714" y="345027"/>
                  <a:pt x="1016413" y="349282"/>
                </a:cubicBezTo>
                <a:cubicBezTo>
                  <a:pt x="1027017" y="358807"/>
                  <a:pt x="1033050" y="372015"/>
                  <a:pt x="1034510" y="388906"/>
                </a:cubicBezTo>
                <a:cubicBezTo>
                  <a:pt x="1038511" y="435832"/>
                  <a:pt x="1020381" y="470186"/>
                  <a:pt x="980123" y="491966"/>
                </a:cubicBezTo>
                <a:cubicBezTo>
                  <a:pt x="973900" y="495268"/>
                  <a:pt x="960120" y="498189"/>
                  <a:pt x="938784" y="500729"/>
                </a:cubicBezTo>
                <a:cubicBezTo>
                  <a:pt x="921004" y="502888"/>
                  <a:pt x="907383" y="506000"/>
                  <a:pt x="897922" y="510064"/>
                </a:cubicBezTo>
                <a:cubicBezTo>
                  <a:pt x="864267" y="524542"/>
                  <a:pt x="837819" y="536797"/>
                  <a:pt x="818579" y="546830"/>
                </a:cubicBezTo>
                <a:cubicBezTo>
                  <a:pt x="798576" y="557244"/>
                  <a:pt x="781336" y="562642"/>
                  <a:pt x="766858" y="563023"/>
                </a:cubicBezTo>
                <a:cubicBezTo>
                  <a:pt x="737648" y="563848"/>
                  <a:pt x="706342" y="562674"/>
                  <a:pt x="672941" y="559499"/>
                </a:cubicBezTo>
                <a:cubicBezTo>
                  <a:pt x="667607" y="558991"/>
                  <a:pt x="663829" y="561181"/>
                  <a:pt x="661607" y="566071"/>
                </a:cubicBezTo>
                <a:cubicBezTo>
                  <a:pt x="645986" y="600266"/>
                  <a:pt x="624364" y="634651"/>
                  <a:pt x="609695" y="672370"/>
                </a:cubicBezTo>
                <a:cubicBezTo>
                  <a:pt x="577374" y="755047"/>
                  <a:pt x="558832" y="840708"/>
                  <a:pt x="554069" y="929354"/>
                </a:cubicBezTo>
                <a:cubicBezTo>
                  <a:pt x="552164" y="964121"/>
                  <a:pt x="554831" y="1005935"/>
                  <a:pt x="555784" y="1041463"/>
                </a:cubicBezTo>
                <a:cubicBezTo>
                  <a:pt x="556546" y="1071880"/>
                  <a:pt x="557879" y="1099884"/>
                  <a:pt x="559784" y="1125474"/>
                </a:cubicBezTo>
                <a:cubicBezTo>
                  <a:pt x="561181" y="1144207"/>
                  <a:pt x="566801" y="1219740"/>
                  <a:pt x="576644" y="1352074"/>
                </a:cubicBezTo>
                <a:cubicBezTo>
                  <a:pt x="576898" y="1355439"/>
                  <a:pt x="578136" y="1355884"/>
                  <a:pt x="580358" y="1353407"/>
                </a:cubicBezTo>
                <a:cubicBezTo>
                  <a:pt x="601694" y="1329849"/>
                  <a:pt x="616172" y="1315244"/>
                  <a:pt x="623792" y="1309592"/>
                </a:cubicBezTo>
                <a:cubicBezTo>
                  <a:pt x="697579" y="1254538"/>
                  <a:pt x="779304" y="1222724"/>
                  <a:pt x="868966" y="1214152"/>
                </a:cubicBezTo>
                <a:cubicBezTo>
                  <a:pt x="976852" y="1203738"/>
                  <a:pt x="1077151" y="1223740"/>
                  <a:pt x="1169861" y="1274159"/>
                </a:cubicBezTo>
                <a:cubicBezTo>
                  <a:pt x="1172718" y="1275683"/>
                  <a:pt x="1175290" y="1275334"/>
                  <a:pt x="1177576" y="1273112"/>
                </a:cubicBezTo>
                <a:cubicBezTo>
                  <a:pt x="1191673" y="1259300"/>
                  <a:pt x="1207675" y="1239012"/>
                  <a:pt x="1223010" y="1227011"/>
                </a:cubicBezTo>
                <a:cubicBezTo>
                  <a:pt x="1352836" y="1126046"/>
                  <a:pt x="1517999" y="1114806"/>
                  <a:pt x="1657445" y="1203293"/>
                </a:cubicBezTo>
                <a:cubicBezTo>
                  <a:pt x="1765078" y="1271556"/>
                  <a:pt x="1825371" y="1375950"/>
                  <a:pt x="1838325" y="1516475"/>
                </a:cubicBezTo>
                <a:lnTo>
                  <a:pt x="1838325" y="1552575"/>
                </a:lnTo>
                <a:cubicBezTo>
                  <a:pt x="1828292" y="1681417"/>
                  <a:pt x="1774190" y="1782350"/>
                  <a:pt x="1676019" y="1855375"/>
                </a:cubicBezTo>
                <a:cubicBezTo>
                  <a:pt x="1643317" y="1879759"/>
                  <a:pt x="1607820" y="1897571"/>
                  <a:pt x="1569530" y="1908810"/>
                </a:cubicBezTo>
                <a:cubicBezTo>
                  <a:pt x="1530541" y="1920303"/>
                  <a:pt x="1490726" y="1926241"/>
                  <a:pt x="1450086" y="1926622"/>
                </a:cubicBezTo>
                <a:cubicBezTo>
                  <a:pt x="1333691" y="1927701"/>
                  <a:pt x="1232376" y="1930019"/>
                  <a:pt x="1146143" y="1933575"/>
                </a:cubicBezTo>
                <a:lnTo>
                  <a:pt x="1017461" y="1933575"/>
                </a:lnTo>
                <a:cubicBezTo>
                  <a:pt x="971169" y="1931670"/>
                  <a:pt x="924909" y="1929797"/>
                  <a:pt x="878681" y="1927955"/>
                </a:cubicBezTo>
                <a:cubicBezTo>
                  <a:pt x="701516" y="1920843"/>
                  <a:pt x="539179" y="1903063"/>
                  <a:pt x="391668" y="1874615"/>
                </a:cubicBezTo>
                <a:cubicBezTo>
                  <a:pt x="332550" y="1863185"/>
                  <a:pt x="259620" y="1843754"/>
                  <a:pt x="172879" y="1816322"/>
                </a:cubicBezTo>
                <a:cubicBezTo>
                  <a:pt x="163290" y="1813274"/>
                  <a:pt x="142177" y="1803908"/>
                  <a:pt x="109538" y="1788224"/>
                </a:cubicBezTo>
                <a:cubicBezTo>
                  <a:pt x="82995" y="1775397"/>
                  <a:pt x="63945" y="1762982"/>
                  <a:pt x="52388" y="1750981"/>
                </a:cubicBezTo>
                <a:cubicBezTo>
                  <a:pt x="26099" y="1723612"/>
                  <a:pt x="13430" y="1690815"/>
                  <a:pt x="14383" y="1652588"/>
                </a:cubicBezTo>
                <a:cubicBezTo>
                  <a:pt x="14510" y="1646492"/>
                  <a:pt x="15939" y="1634839"/>
                  <a:pt x="18669" y="1617631"/>
                </a:cubicBezTo>
                <a:cubicBezTo>
                  <a:pt x="21146" y="1601438"/>
                  <a:pt x="21717" y="1589627"/>
                  <a:pt x="20384" y="1582198"/>
                </a:cubicBezTo>
                <a:cubicBezTo>
                  <a:pt x="9589" y="1523206"/>
                  <a:pt x="2794" y="1463675"/>
                  <a:pt x="0" y="1403604"/>
                </a:cubicBezTo>
                <a:lnTo>
                  <a:pt x="0" y="1362361"/>
                </a:lnTo>
                <a:cubicBezTo>
                  <a:pt x="5651" y="1281843"/>
                  <a:pt x="16161" y="1213644"/>
                  <a:pt x="31528" y="1157764"/>
                </a:cubicBezTo>
                <a:cubicBezTo>
                  <a:pt x="64675" y="1037431"/>
                  <a:pt x="112998" y="907860"/>
                  <a:pt x="176498" y="769049"/>
                </a:cubicBezTo>
                <a:cubicBezTo>
                  <a:pt x="238093" y="634365"/>
                  <a:pt x="300006" y="501015"/>
                  <a:pt x="362236" y="368999"/>
                </a:cubicBezTo>
                <a:cubicBezTo>
                  <a:pt x="362426" y="368618"/>
                  <a:pt x="370396" y="348583"/>
                  <a:pt x="386144" y="308896"/>
                </a:cubicBezTo>
                <a:cubicBezTo>
                  <a:pt x="402082" y="268827"/>
                  <a:pt x="428212" y="231045"/>
                  <a:pt x="464534" y="195548"/>
                </a:cubicBezTo>
                <a:cubicBezTo>
                  <a:pt x="523907" y="137573"/>
                  <a:pt x="586740" y="83693"/>
                  <a:pt x="653034" y="33909"/>
                </a:cubicBezTo>
                <a:cubicBezTo>
                  <a:pt x="672338" y="19431"/>
                  <a:pt x="693293" y="8128"/>
                  <a:pt x="715899" y="0"/>
                </a:cubicBezTo>
                <a:lnTo>
                  <a:pt x="735235" y="0"/>
                </a:lnTo>
                <a:close/>
                <a:moveTo>
                  <a:pt x="1204532" y="1340549"/>
                </a:moveTo>
                <a:cubicBezTo>
                  <a:pt x="1191673" y="1352550"/>
                  <a:pt x="1173956" y="1352264"/>
                  <a:pt x="1161002" y="1344835"/>
                </a:cubicBezTo>
                <a:cubicBezTo>
                  <a:pt x="1024350" y="1266476"/>
                  <a:pt x="885317" y="1256538"/>
                  <a:pt x="743903" y="1315022"/>
                </a:cubicBezTo>
                <a:cubicBezTo>
                  <a:pt x="719900" y="1324928"/>
                  <a:pt x="698024" y="1337278"/>
                  <a:pt x="678275" y="1352074"/>
                </a:cubicBezTo>
                <a:cubicBezTo>
                  <a:pt x="665448" y="1361789"/>
                  <a:pt x="647129" y="1379188"/>
                  <a:pt x="623316" y="1404271"/>
                </a:cubicBezTo>
                <a:cubicBezTo>
                  <a:pt x="606489" y="1422051"/>
                  <a:pt x="592646" y="1431481"/>
                  <a:pt x="581787" y="1432560"/>
                </a:cubicBezTo>
                <a:cubicBezTo>
                  <a:pt x="554038" y="1435291"/>
                  <a:pt x="534067" y="1427099"/>
                  <a:pt x="521875" y="1407986"/>
                </a:cubicBezTo>
                <a:cubicBezTo>
                  <a:pt x="515461" y="1397889"/>
                  <a:pt x="511302" y="1379315"/>
                  <a:pt x="509397" y="1352264"/>
                </a:cubicBezTo>
                <a:cubicBezTo>
                  <a:pt x="505841" y="1301655"/>
                  <a:pt x="499936" y="1220438"/>
                  <a:pt x="491681" y="1108615"/>
                </a:cubicBezTo>
                <a:cubicBezTo>
                  <a:pt x="490474" y="1092359"/>
                  <a:pt x="489712" y="1074007"/>
                  <a:pt x="489395" y="1053560"/>
                </a:cubicBezTo>
                <a:cubicBezTo>
                  <a:pt x="488537" y="1007174"/>
                  <a:pt x="485204" y="960025"/>
                  <a:pt x="488061" y="916115"/>
                </a:cubicBezTo>
                <a:cubicBezTo>
                  <a:pt x="497205" y="774192"/>
                  <a:pt x="538036" y="643192"/>
                  <a:pt x="610553" y="523113"/>
                </a:cubicBezTo>
                <a:cubicBezTo>
                  <a:pt x="618300" y="510223"/>
                  <a:pt x="629031" y="501237"/>
                  <a:pt x="642747" y="496157"/>
                </a:cubicBezTo>
                <a:cubicBezTo>
                  <a:pt x="651447" y="492855"/>
                  <a:pt x="664559" y="491935"/>
                  <a:pt x="682085" y="493395"/>
                </a:cubicBezTo>
                <a:cubicBezTo>
                  <a:pt x="708184" y="495554"/>
                  <a:pt x="728377" y="496856"/>
                  <a:pt x="742664" y="497300"/>
                </a:cubicBezTo>
                <a:cubicBezTo>
                  <a:pt x="755809" y="497745"/>
                  <a:pt x="771239" y="493903"/>
                  <a:pt x="788956" y="485775"/>
                </a:cubicBezTo>
                <a:cubicBezTo>
                  <a:pt x="806863" y="477584"/>
                  <a:pt x="839978" y="462947"/>
                  <a:pt x="888302" y="441865"/>
                </a:cubicBezTo>
                <a:cubicBezTo>
                  <a:pt x="907828" y="433292"/>
                  <a:pt x="923068" y="435674"/>
                  <a:pt x="943070" y="433864"/>
                </a:cubicBezTo>
                <a:cubicBezTo>
                  <a:pt x="952468" y="432975"/>
                  <a:pt x="959041" y="429292"/>
                  <a:pt x="962787" y="422815"/>
                </a:cubicBezTo>
                <a:cubicBezTo>
                  <a:pt x="968883" y="412401"/>
                  <a:pt x="969899" y="403606"/>
                  <a:pt x="965835" y="396431"/>
                </a:cubicBezTo>
                <a:cubicBezTo>
                  <a:pt x="965264" y="395415"/>
                  <a:pt x="959168" y="390620"/>
                  <a:pt x="947547" y="382048"/>
                </a:cubicBezTo>
                <a:cubicBezTo>
                  <a:pt x="931069" y="369856"/>
                  <a:pt x="934022" y="352616"/>
                  <a:pt x="941546" y="334613"/>
                </a:cubicBezTo>
                <a:cubicBezTo>
                  <a:pt x="954754" y="302990"/>
                  <a:pt x="964660" y="279718"/>
                  <a:pt x="971264" y="264795"/>
                </a:cubicBezTo>
                <a:cubicBezTo>
                  <a:pt x="974468" y="257460"/>
                  <a:pt x="973171" y="248937"/>
                  <a:pt x="967931" y="242888"/>
                </a:cubicBezTo>
                <a:cubicBezTo>
                  <a:pt x="950786" y="223076"/>
                  <a:pt x="930910" y="204470"/>
                  <a:pt x="908304" y="187071"/>
                </a:cubicBezTo>
                <a:cubicBezTo>
                  <a:pt x="868236" y="156210"/>
                  <a:pt x="824611" y="124428"/>
                  <a:pt x="777431" y="91726"/>
                </a:cubicBezTo>
                <a:cubicBezTo>
                  <a:pt x="761492" y="80677"/>
                  <a:pt x="745903" y="72930"/>
                  <a:pt x="730663" y="68485"/>
                </a:cubicBezTo>
                <a:cubicBezTo>
                  <a:pt x="727551" y="67596"/>
                  <a:pt x="724567" y="67945"/>
                  <a:pt x="721709" y="69533"/>
                </a:cubicBezTo>
                <a:cubicBezTo>
                  <a:pt x="709835" y="75883"/>
                  <a:pt x="701453" y="80899"/>
                  <a:pt x="696563" y="84582"/>
                </a:cubicBezTo>
                <a:cubicBezTo>
                  <a:pt x="634968" y="130429"/>
                  <a:pt x="572865" y="183388"/>
                  <a:pt x="510254" y="243459"/>
                </a:cubicBezTo>
                <a:cubicBezTo>
                  <a:pt x="486188" y="266573"/>
                  <a:pt x="469773" y="286957"/>
                  <a:pt x="461010" y="304610"/>
                </a:cubicBezTo>
                <a:cubicBezTo>
                  <a:pt x="447580" y="331756"/>
                  <a:pt x="438626" y="363950"/>
                  <a:pt x="425291" y="392240"/>
                </a:cubicBezTo>
                <a:cubicBezTo>
                  <a:pt x="343821" y="564896"/>
                  <a:pt x="281750" y="697929"/>
                  <a:pt x="239078" y="791337"/>
                </a:cubicBezTo>
                <a:cubicBezTo>
                  <a:pt x="194818" y="888238"/>
                  <a:pt x="153734" y="994124"/>
                  <a:pt x="115824" y="1108996"/>
                </a:cubicBezTo>
                <a:cubicBezTo>
                  <a:pt x="79820" y="1218089"/>
                  <a:pt x="64008" y="1325340"/>
                  <a:pt x="68390" y="1430750"/>
                </a:cubicBezTo>
                <a:cubicBezTo>
                  <a:pt x="69088" y="1448530"/>
                  <a:pt x="71565" y="1472470"/>
                  <a:pt x="75819" y="1502569"/>
                </a:cubicBezTo>
                <a:cubicBezTo>
                  <a:pt x="77661" y="1515777"/>
                  <a:pt x="81090" y="1539589"/>
                  <a:pt x="86106" y="1574006"/>
                </a:cubicBezTo>
                <a:cubicBezTo>
                  <a:pt x="88075" y="1587659"/>
                  <a:pt x="88202" y="1601946"/>
                  <a:pt x="86487" y="1616869"/>
                </a:cubicBezTo>
                <a:cubicBezTo>
                  <a:pt x="82391" y="1652016"/>
                  <a:pt x="74867" y="1677638"/>
                  <a:pt x="94869" y="1698308"/>
                </a:cubicBezTo>
                <a:cubicBezTo>
                  <a:pt x="107760" y="1711643"/>
                  <a:pt x="122396" y="1721803"/>
                  <a:pt x="138779" y="1728788"/>
                </a:cubicBezTo>
                <a:cubicBezTo>
                  <a:pt x="194532" y="1752410"/>
                  <a:pt x="241586" y="1769428"/>
                  <a:pt x="279940" y="1779842"/>
                </a:cubicBezTo>
                <a:cubicBezTo>
                  <a:pt x="361791" y="1802067"/>
                  <a:pt x="442341" y="1818513"/>
                  <a:pt x="521589" y="1829181"/>
                </a:cubicBezTo>
                <a:cubicBezTo>
                  <a:pt x="735140" y="1857756"/>
                  <a:pt x="950024" y="1870424"/>
                  <a:pt x="1164431" y="1865376"/>
                </a:cubicBezTo>
                <a:cubicBezTo>
                  <a:pt x="1231741" y="1863788"/>
                  <a:pt x="1330262" y="1861598"/>
                  <a:pt x="1459992" y="1858804"/>
                </a:cubicBezTo>
                <a:cubicBezTo>
                  <a:pt x="1548384" y="1856962"/>
                  <a:pt x="1621377" y="1825562"/>
                  <a:pt x="1678972" y="1764602"/>
                </a:cubicBezTo>
                <a:cubicBezTo>
                  <a:pt x="1744504" y="1695323"/>
                  <a:pt x="1774984" y="1612519"/>
                  <a:pt x="1770412" y="1516189"/>
                </a:cubicBezTo>
                <a:cubicBezTo>
                  <a:pt x="1765840" y="1421892"/>
                  <a:pt x="1719358" y="1331881"/>
                  <a:pt x="1644777" y="1275207"/>
                </a:cubicBezTo>
                <a:cubicBezTo>
                  <a:pt x="1592009" y="1235139"/>
                  <a:pt x="1533271" y="1213644"/>
                  <a:pt x="1468564" y="1210723"/>
                </a:cubicBezTo>
                <a:cubicBezTo>
                  <a:pt x="1399159" y="1207611"/>
                  <a:pt x="1334008" y="1228249"/>
                  <a:pt x="1273112" y="1272635"/>
                </a:cubicBezTo>
                <a:cubicBezTo>
                  <a:pt x="1248823" y="1290352"/>
                  <a:pt x="1226153" y="1320546"/>
                  <a:pt x="1204532" y="1340549"/>
                </a:cubicBezTo>
                <a:close/>
              </a:path>
            </a:pathLst>
          </a:custGeom>
          <a:solidFill>
            <a:schemeClr val="accent1"/>
          </a:solidFill>
          <a:ln w="9525" cap="flat">
            <a:noFill/>
            <a:prstDash val="solid"/>
            <a:miter/>
          </a:ln>
        </p:spPr>
        <p:txBody>
          <a:bodyPr rtlCol="0" anchor="ctr"/>
          <a:lstStyle/>
          <a:p>
            <a:endParaRPr lang="en-US" dirty="0"/>
          </a:p>
        </p:txBody>
      </p:sp>
      <p:sp>
        <p:nvSpPr>
          <p:cNvPr id="3" name="Help4" descr="{&quot;Key&quot;:&quot;POWER_USER_SHAPE_ICON&quot;,&quot;Value&quot;:&quot;POWER_USER_SHAPE_ICON_STYLE_1&quot;}">
            <a:extLst>
              <a:ext uri="{FF2B5EF4-FFF2-40B4-BE49-F238E27FC236}">
                <a16:creationId xmlns:a16="http://schemas.microsoft.com/office/drawing/2014/main" id="{34683846-C6EE-4640-3865-E4CE351595B7}"/>
              </a:ext>
            </a:extLst>
          </p:cNvPr>
          <p:cNvSpPr>
            <a:spLocks noChangeAspect="1"/>
          </p:cNvSpPr>
          <p:nvPr/>
        </p:nvSpPr>
        <p:spPr>
          <a:xfrm>
            <a:off x="6215659" y="1735853"/>
            <a:ext cx="534319" cy="572502"/>
          </a:xfrm>
          <a:custGeom>
            <a:avLst/>
            <a:gdLst>
              <a:gd name="connsiteX0" fmla="*/ 359761 w 1905650"/>
              <a:gd name="connsiteY0" fmla="*/ 1461563 h 2041826"/>
              <a:gd name="connsiteX1" fmla="*/ 322328 w 1905650"/>
              <a:gd name="connsiteY1" fmla="*/ 1502997 h 2041826"/>
              <a:gd name="connsiteX2" fmla="*/ 297467 w 1905650"/>
              <a:gd name="connsiteY2" fmla="*/ 1533381 h 2041826"/>
              <a:gd name="connsiteX3" fmla="*/ 264797 w 1905650"/>
              <a:gd name="connsiteY3" fmla="*/ 1575101 h 2041826"/>
              <a:gd name="connsiteX4" fmla="*/ 211552 w 1905650"/>
              <a:gd name="connsiteY4" fmla="*/ 1637966 h 2041826"/>
              <a:gd name="connsiteX5" fmla="*/ 179072 w 1905650"/>
              <a:gd name="connsiteY5" fmla="*/ 1679876 h 2041826"/>
              <a:gd name="connsiteX6" fmla="*/ 125065 w 1905650"/>
              <a:gd name="connsiteY6" fmla="*/ 1743693 h 2041826"/>
              <a:gd name="connsiteX7" fmla="*/ 93632 w 1905650"/>
              <a:gd name="connsiteY7" fmla="*/ 1784365 h 2041826"/>
              <a:gd name="connsiteX8" fmla="*/ 54008 w 1905650"/>
              <a:gd name="connsiteY8" fmla="*/ 1833895 h 2041826"/>
              <a:gd name="connsiteX9" fmla="*/ 46072 w 1905650"/>
              <a:gd name="connsiteY9" fmla="*/ 1835786 h 2041826"/>
              <a:gd name="connsiteX10" fmla="*/ 45436 w 1905650"/>
              <a:gd name="connsiteY10" fmla="*/ 1835324 h 2041826"/>
              <a:gd name="connsiteX11" fmla="*/ 3240 w 1905650"/>
              <a:gd name="connsiteY11" fmla="*/ 1800843 h 2041826"/>
              <a:gd name="connsiteX12" fmla="*/ 2192 w 1905650"/>
              <a:gd name="connsiteY12" fmla="*/ 1789985 h 2041826"/>
              <a:gd name="connsiteX13" fmla="*/ 324709 w 1905650"/>
              <a:gd name="connsiteY13" fmla="*/ 1395745 h 2041826"/>
              <a:gd name="connsiteX14" fmla="*/ 325566 w 1905650"/>
              <a:gd name="connsiteY14" fmla="*/ 1386029 h 2041826"/>
              <a:gd name="connsiteX15" fmla="*/ 237746 w 1905650"/>
              <a:gd name="connsiteY15" fmla="*/ 1219533 h 2041826"/>
              <a:gd name="connsiteX16" fmla="*/ 219648 w 1905650"/>
              <a:gd name="connsiteY16" fmla="*/ 1137713 h 2041826"/>
              <a:gd name="connsiteX17" fmla="*/ 236126 w 1905650"/>
              <a:gd name="connsiteY17" fmla="*/ 1057227 h 2041826"/>
              <a:gd name="connsiteX18" fmla="*/ 285371 w 1905650"/>
              <a:gd name="connsiteY18" fmla="*/ 894730 h 2041826"/>
              <a:gd name="connsiteX19" fmla="*/ 336329 w 1905650"/>
              <a:gd name="connsiteY19" fmla="*/ 774144 h 2041826"/>
              <a:gd name="connsiteX20" fmla="*/ 514733 w 1905650"/>
              <a:gd name="connsiteY20" fmla="*/ 639555 h 2041826"/>
              <a:gd name="connsiteX21" fmla="*/ 624080 w 1905650"/>
              <a:gd name="connsiteY21" fmla="*/ 611076 h 2041826"/>
              <a:gd name="connsiteX22" fmla="*/ 634748 w 1905650"/>
              <a:gd name="connsiteY22" fmla="*/ 599931 h 2041826"/>
              <a:gd name="connsiteX23" fmla="*/ 690088 w 1905650"/>
              <a:gd name="connsiteY23" fmla="*/ 436101 h 2041826"/>
              <a:gd name="connsiteX24" fmla="*/ 753334 w 1905650"/>
              <a:gd name="connsiteY24" fmla="*/ 371712 h 2041826"/>
              <a:gd name="connsiteX25" fmla="*/ 865253 w 1905650"/>
              <a:gd name="connsiteY25" fmla="*/ 383333 h 2041826"/>
              <a:gd name="connsiteX26" fmla="*/ 878317 w 1905650"/>
              <a:gd name="connsiteY26" fmla="*/ 383080 h 2041826"/>
              <a:gd name="connsiteX27" fmla="*/ 880588 w 1905650"/>
              <a:gd name="connsiteY27" fmla="*/ 379047 h 2041826"/>
              <a:gd name="connsiteX28" fmla="*/ 891637 w 1905650"/>
              <a:gd name="connsiteY28" fmla="*/ 357901 h 2041826"/>
              <a:gd name="connsiteX29" fmla="*/ 897161 w 1905650"/>
              <a:gd name="connsiteY29" fmla="*/ 350472 h 2041826"/>
              <a:gd name="connsiteX30" fmla="*/ 929261 w 1905650"/>
              <a:gd name="connsiteY30" fmla="*/ 299703 h 2041826"/>
              <a:gd name="connsiteX31" fmla="*/ 933166 w 1905650"/>
              <a:gd name="connsiteY31" fmla="*/ 291417 h 2041826"/>
              <a:gd name="connsiteX32" fmla="*/ 938881 w 1905650"/>
              <a:gd name="connsiteY32" fmla="*/ 281415 h 2041826"/>
              <a:gd name="connsiteX33" fmla="*/ 946501 w 1905650"/>
              <a:gd name="connsiteY33" fmla="*/ 272081 h 2041826"/>
              <a:gd name="connsiteX34" fmla="*/ 1116522 w 1905650"/>
              <a:gd name="connsiteY34" fmla="*/ 2047 h 2041826"/>
              <a:gd name="connsiteX35" fmla="*/ 1121951 w 1905650"/>
              <a:gd name="connsiteY35" fmla="*/ 809 h 2041826"/>
              <a:gd name="connsiteX36" fmla="*/ 1173958 w 1905650"/>
              <a:gd name="connsiteY36" fmla="*/ 33670 h 2041826"/>
              <a:gd name="connsiteX37" fmla="*/ 1174339 w 1905650"/>
              <a:gd name="connsiteY37" fmla="*/ 35194 h 2041826"/>
              <a:gd name="connsiteX38" fmla="*/ 892208 w 1905650"/>
              <a:gd name="connsiteY38" fmla="*/ 481917 h 2041826"/>
              <a:gd name="connsiteX39" fmla="*/ 892018 w 1905650"/>
              <a:gd name="connsiteY39" fmla="*/ 490680 h 2041826"/>
              <a:gd name="connsiteX40" fmla="*/ 979076 w 1905650"/>
              <a:gd name="connsiteY40" fmla="*/ 545925 h 2041826"/>
              <a:gd name="connsiteX41" fmla="*/ 1279876 w 1905650"/>
              <a:gd name="connsiteY41" fmla="*/ 538876 h 2041826"/>
              <a:gd name="connsiteX42" fmla="*/ 1602869 w 1905650"/>
              <a:gd name="connsiteY42" fmla="*/ 410384 h 2041826"/>
              <a:gd name="connsiteX43" fmla="*/ 1656971 w 1905650"/>
              <a:gd name="connsiteY43" fmla="*/ 374379 h 2041826"/>
              <a:gd name="connsiteX44" fmla="*/ 1699262 w 1905650"/>
              <a:gd name="connsiteY44" fmla="*/ 321325 h 2041826"/>
              <a:gd name="connsiteX45" fmla="*/ 1721550 w 1905650"/>
              <a:gd name="connsiteY45" fmla="*/ 292179 h 2041826"/>
              <a:gd name="connsiteX46" fmla="*/ 1754221 w 1905650"/>
              <a:gd name="connsiteY46" fmla="*/ 253888 h 2041826"/>
              <a:gd name="connsiteX47" fmla="*/ 1801465 w 1905650"/>
              <a:gd name="connsiteY47" fmla="*/ 193309 h 2041826"/>
              <a:gd name="connsiteX48" fmla="*/ 1828611 w 1905650"/>
              <a:gd name="connsiteY48" fmla="*/ 162448 h 2041826"/>
              <a:gd name="connsiteX49" fmla="*/ 1853186 w 1905650"/>
              <a:gd name="connsiteY49" fmla="*/ 131301 h 2041826"/>
              <a:gd name="connsiteX50" fmla="*/ 1857186 w 1905650"/>
              <a:gd name="connsiteY50" fmla="*/ 131016 h 2041826"/>
              <a:gd name="connsiteX51" fmla="*/ 1904621 w 1905650"/>
              <a:gd name="connsiteY51" fmla="*/ 169782 h 2041826"/>
              <a:gd name="connsiteX52" fmla="*/ 1904907 w 1905650"/>
              <a:gd name="connsiteY52" fmla="*/ 173402 h 2041826"/>
              <a:gd name="connsiteX53" fmla="*/ 1775938 w 1905650"/>
              <a:gd name="connsiteY53" fmla="*/ 331136 h 2041826"/>
              <a:gd name="connsiteX54" fmla="*/ 1777176 w 1905650"/>
              <a:gd name="connsiteY54" fmla="*/ 335803 h 2041826"/>
              <a:gd name="connsiteX55" fmla="*/ 1838517 w 1905650"/>
              <a:gd name="connsiteY55" fmla="*/ 380571 h 2041826"/>
              <a:gd name="connsiteX56" fmla="*/ 1859568 w 1905650"/>
              <a:gd name="connsiteY56" fmla="*/ 449246 h 2041826"/>
              <a:gd name="connsiteX57" fmla="*/ 1811085 w 1905650"/>
              <a:gd name="connsiteY57" fmla="*/ 591549 h 2041826"/>
              <a:gd name="connsiteX58" fmla="*/ 1808132 w 1905650"/>
              <a:gd name="connsiteY58" fmla="*/ 600693 h 2041826"/>
              <a:gd name="connsiteX59" fmla="*/ 1811371 w 1905650"/>
              <a:gd name="connsiteY59" fmla="*/ 625554 h 2041826"/>
              <a:gd name="connsiteX60" fmla="*/ 1773652 w 1905650"/>
              <a:gd name="connsiteY60" fmla="*/ 752998 h 2041826"/>
              <a:gd name="connsiteX61" fmla="*/ 1750887 w 1905650"/>
              <a:gd name="connsiteY61" fmla="*/ 777573 h 2041826"/>
              <a:gd name="connsiteX62" fmla="*/ 1748030 w 1905650"/>
              <a:gd name="connsiteY62" fmla="*/ 785955 h 2041826"/>
              <a:gd name="connsiteX63" fmla="*/ 1680688 w 1905650"/>
              <a:gd name="connsiteY63" fmla="*/ 928258 h 2041826"/>
              <a:gd name="connsiteX64" fmla="*/ 1678021 w 1905650"/>
              <a:gd name="connsiteY64" fmla="*/ 935688 h 2041826"/>
              <a:gd name="connsiteX65" fmla="*/ 1674782 w 1905650"/>
              <a:gd name="connsiteY65" fmla="*/ 1039796 h 2041826"/>
              <a:gd name="connsiteX66" fmla="*/ 1625729 w 1905650"/>
              <a:gd name="connsiteY66" fmla="*/ 1121425 h 2041826"/>
              <a:gd name="connsiteX67" fmla="*/ 1469900 w 1905650"/>
              <a:gd name="connsiteY67" fmla="*/ 1233820 h 2041826"/>
              <a:gd name="connsiteX68" fmla="*/ 1466185 w 1905650"/>
              <a:gd name="connsiteY68" fmla="*/ 1240488 h 2041826"/>
              <a:gd name="connsiteX69" fmla="*/ 1475805 w 1905650"/>
              <a:gd name="connsiteY69" fmla="*/ 1295066 h 2041826"/>
              <a:gd name="connsiteX70" fmla="*/ 1455803 w 1905650"/>
              <a:gd name="connsiteY70" fmla="*/ 1503568 h 2041826"/>
              <a:gd name="connsiteX71" fmla="*/ 1348932 w 1905650"/>
              <a:gd name="connsiteY71" fmla="*/ 1617297 h 2041826"/>
              <a:gd name="connsiteX72" fmla="*/ 1343027 w 1905650"/>
              <a:gd name="connsiteY72" fmla="*/ 1623964 h 2041826"/>
              <a:gd name="connsiteX73" fmla="*/ 1230156 w 1905650"/>
              <a:gd name="connsiteY73" fmla="*/ 1736264 h 2041826"/>
              <a:gd name="connsiteX74" fmla="*/ 1223488 w 1905650"/>
              <a:gd name="connsiteY74" fmla="*/ 1742265 h 2041826"/>
              <a:gd name="connsiteX75" fmla="*/ 1114332 w 1905650"/>
              <a:gd name="connsiteY75" fmla="*/ 1846278 h 2041826"/>
              <a:gd name="connsiteX76" fmla="*/ 1107092 w 1905650"/>
              <a:gd name="connsiteY76" fmla="*/ 1852088 h 2041826"/>
              <a:gd name="connsiteX77" fmla="*/ 1041941 w 1905650"/>
              <a:gd name="connsiteY77" fmla="*/ 1919906 h 2041826"/>
              <a:gd name="connsiteX78" fmla="*/ 990792 w 1905650"/>
              <a:gd name="connsiteY78" fmla="*/ 1934098 h 2041826"/>
              <a:gd name="connsiteX79" fmla="*/ 846107 w 1905650"/>
              <a:gd name="connsiteY79" fmla="*/ 1898665 h 2041826"/>
              <a:gd name="connsiteX80" fmla="*/ 838392 w 1905650"/>
              <a:gd name="connsiteY80" fmla="*/ 1901046 h 2041826"/>
              <a:gd name="connsiteX81" fmla="*/ 836582 w 1905650"/>
              <a:gd name="connsiteY81" fmla="*/ 1905714 h 2041826"/>
              <a:gd name="connsiteX82" fmla="*/ 832201 w 1905650"/>
              <a:gd name="connsiteY82" fmla="*/ 1912953 h 2041826"/>
              <a:gd name="connsiteX83" fmla="*/ 735903 w 1905650"/>
              <a:gd name="connsiteY83" fmla="*/ 2035444 h 2041826"/>
              <a:gd name="connsiteX84" fmla="*/ 711386 w 1905650"/>
              <a:gd name="connsiteY84" fmla="*/ 2037859 h 2041826"/>
              <a:gd name="connsiteX85" fmla="*/ 709043 w 1905650"/>
              <a:gd name="connsiteY85" fmla="*/ 2035635 h 2041826"/>
              <a:gd name="connsiteX86" fmla="*/ 675419 w 1905650"/>
              <a:gd name="connsiteY86" fmla="*/ 2009631 h 2041826"/>
              <a:gd name="connsiteX87" fmla="*/ 673514 w 1905650"/>
              <a:gd name="connsiteY87" fmla="*/ 2001726 h 2041826"/>
              <a:gd name="connsiteX88" fmla="*/ 783433 w 1905650"/>
              <a:gd name="connsiteY88" fmla="*/ 1867423 h 2041826"/>
              <a:gd name="connsiteX89" fmla="*/ 782957 w 1905650"/>
              <a:gd name="connsiteY89" fmla="*/ 1860279 h 2041826"/>
              <a:gd name="connsiteX90" fmla="*/ 724187 w 1905650"/>
              <a:gd name="connsiteY90" fmla="*/ 1771316 h 2041826"/>
              <a:gd name="connsiteX91" fmla="*/ 753715 w 1905650"/>
              <a:gd name="connsiteY91" fmla="*/ 1626441 h 2041826"/>
              <a:gd name="connsiteX92" fmla="*/ 756382 w 1905650"/>
              <a:gd name="connsiteY92" fmla="*/ 1618154 h 2041826"/>
              <a:gd name="connsiteX93" fmla="*/ 870777 w 1905650"/>
              <a:gd name="connsiteY93" fmla="*/ 1438227 h 2041826"/>
              <a:gd name="connsiteX94" fmla="*/ 876778 w 1905650"/>
              <a:gd name="connsiteY94" fmla="*/ 1432035 h 2041826"/>
              <a:gd name="connsiteX95" fmla="*/ 1001651 w 1905650"/>
              <a:gd name="connsiteY95" fmla="*/ 1322974 h 2041826"/>
              <a:gd name="connsiteX96" fmla="*/ 1008413 w 1905650"/>
              <a:gd name="connsiteY96" fmla="*/ 1317545 h 2041826"/>
              <a:gd name="connsiteX97" fmla="*/ 1061277 w 1905650"/>
              <a:gd name="connsiteY97" fmla="*/ 1247917 h 2041826"/>
              <a:gd name="connsiteX98" fmla="*/ 1251206 w 1905650"/>
              <a:gd name="connsiteY98" fmla="*/ 1249917 h 2041826"/>
              <a:gd name="connsiteX99" fmla="*/ 1257683 w 1905650"/>
              <a:gd name="connsiteY99" fmla="*/ 1246107 h 2041826"/>
              <a:gd name="connsiteX100" fmla="*/ 1305879 w 1905650"/>
              <a:gd name="connsiteY100" fmla="*/ 1203531 h 2041826"/>
              <a:gd name="connsiteX101" fmla="*/ 1374840 w 1905650"/>
              <a:gd name="connsiteY101" fmla="*/ 1196673 h 2041826"/>
              <a:gd name="connsiteX102" fmla="*/ 1563721 w 1905650"/>
              <a:gd name="connsiteY102" fmla="*/ 1090755 h 2041826"/>
              <a:gd name="connsiteX103" fmla="*/ 1613823 w 1905650"/>
              <a:gd name="connsiteY103" fmla="*/ 1010649 h 2041826"/>
              <a:gd name="connsiteX104" fmla="*/ 1615251 w 1905650"/>
              <a:gd name="connsiteY104" fmla="*/ 958452 h 2041826"/>
              <a:gd name="connsiteX105" fmla="*/ 1612013 w 1905650"/>
              <a:gd name="connsiteY105" fmla="*/ 893682 h 2041826"/>
              <a:gd name="connsiteX106" fmla="*/ 1681260 w 1905650"/>
              <a:gd name="connsiteY106" fmla="*/ 815577 h 2041826"/>
              <a:gd name="connsiteX107" fmla="*/ 1678402 w 1905650"/>
              <a:gd name="connsiteY107" fmla="*/ 763952 h 2041826"/>
              <a:gd name="connsiteX108" fmla="*/ 1688594 w 1905650"/>
              <a:gd name="connsiteY108" fmla="*/ 740997 h 2041826"/>
              <a:gd name="connsiteX109" fmla="*/ 1727646 w 1905650"/>
              <a:gd name="connsiteY109" fmla="*/ 704516 h 2041826"/>
              <a:gd name="connsiteX110" fmla="*/ 1741553 w 1905650"/>
              <a:gd name="connsiteY110" fmla="*/ 619077 h 2041826"/>
              <a:gd name="connsiteX111" fmla="*/ 1734219 w 1905650"/>
              <a:gd name="connsiteY111" fmla="*/ 595169 h 2041826"/>
              <a:gd name="connsiteX112" fmla="*/ 1735076 w 1905650"/>
              <a:gd name="connsiteY112" fmla="*/ 587739 h 2041826"/>
              <a:gd name="connsiteX113" fmla="*/ 1756698 w 1905650"/>
              <a:gd name="connsiteY113" fmla="*/ 550878 h 2041826"/>
              <a:gd name="connsiteX114" fmla="*/ 1791464 w 1905650"/>
              <a:gd name="connsiteY114" fmla="*/ 436292 h 2041826"/>
              <a:gd name="connsiteX115" fmla="*/ 1747935 w 1905650"/>
              <a:gd name="connsiteY115" fmla="*/ 398573 h 2041826"/>
              <a:gd name="connsiteX116" fmla="*/ 1739076 w 1905650"/>
              <a:gd name="connsiteY116" fmla="*/ 401049 h 2041826"/>
              <a:gd name="connsiteX117" fmla="*/ 1403701 w 1905650"/>
              <a:gd name="connsiteY117" fmla="*/ 573166 h 2041826"/>
              <a:gd name="connsiteX118" fmla="*/ 1003175 w 1905650"/>
              <a:gd name="connsiteY118" fmla="*/ 617934 h 2041826"/>
              <a:gd name="connsiteX119" fmla="*/ 911258 w 1905650"/>
              <a:gd name="connsiteY119" fmla="*/ 593264 h 2041826"/>
              <a:gd name="connsiteX120" fmla="*/ 824200 w 1905650"/>
              <a:gd name="connsiteY120" fmla="*/ 499728 h 2041826"/>
              <a:gd name="connsiteX121" fmla="*/ 810198 w 1905650"/>
              <a:gd name="connsiteY121" fmla="*/ 434006 h 2041826"/>
              <a:gd name="connsiteX122" fmla="*/ 798197 w 1905650"/>
              <a:gd name="connsiteY122" fmla="*/ 426100 h 2041826"/>
              <a:gd name="connsiteX123" fmla="*/ 754572 w 1905650"/>
              <a:gd name="connsiteY123" fmla="*/ 458199 h 2041826"/>
              <a:gd name="connsiteX124" fmla="*/ 694469 w 1905650"/>
              <a:gd name="connsiteY124" fmla="*/ 759666 h 2041826"/>
              <a:gd name="connsiteX125" fmla="*/ 737713 w 1905650"/>
              <a:gd name="connsiteY125" fmla="*/ 966930 h 2041826"/>
              <a:gd name="connsiteX126" fmla="*/ 731236 w 1905650"/>
              <a:gd name="connsiteY126" fmla="*/ 1003506 h 2041826"/>
              <a:gd name="connsiteX127" fmla="*/ 621794 w 1905650"/>
              <a:gd name="connsiteY127" fmla="*/ 1136379 h 2041826"/>
              <a:gd name="connsiteX128" fmla="*/ 619698 w 1905650"/>
              <a:gd name="connsiteY128" fmla="*/ 1145047 h 2041826"/>
              <a:gd name="connsiteX129" fmla="*/ 640463 w 1905650"/>
              <a:gd name="connsiteY129" fmla="*/ 1227629 h 2041826"/>
              <a:gd name="connsiteX130" fmla="*/ 644939 w 1905650"/>
              <a:gd name="connsiteY130" fmla="*/ 1440608 h 2041826"/>
              <a:gd name="connsiteX131" fmla="*/ 604744 w 1905650"/>
              <a:gd name="connsiteY131" fmla="*/ 1513474 h 2041826"/>
              <a:gd name="connsiteX132" fmla="*/ 534926 w 1905650"/>
              <a:gd name="connsiteY132" fmla="*/ 1550717 h 2041826"/>
              <a:gd name="connsiteX133" fmla="*/ 420435 w 1905650"/>
              <a:gd name="connsiteY133" fmla="*/ 1526714 h 2041826"/>
              <a:gd name="connsiteX134" fmla="*/ 366047 w 1905650"/>
              <a:gd name="connsiteY134" fmla="*/ 1462706 h 2041826"/>
              <a:gd name="connsiteX135" fmla="*/ 359761 w 1905650"/>
              <a:gd name="connsiteY135" fmla="*/ 1461563 h 2041826"/>
              <a:gd name="connsiteX136" fmla="*/ 533497 w 1905650"/>
              <a:gd name="connsiteY136" fmla="*/ 1030938 h 2041826"/>
              <a:gd name="connsiteX137" fmla="*/ 572835 w 1905650"/>
              <a:gd name="connsiteY137" fmla="*/ 1043225 h 2041826"/>
              <a:gd name="connsiteX138" fmla="*/ 586646 w 1905650"/>
              <a:gd name="connsiteY138" fmla="*/ 1067133 h 2041826"/>
              <a:gd name="connsiteX139" fmla="*/ 592742 w 1905650"/>
              <a:gd name="connsiteY139" fmla="*/ 1067704 h 2041826"/>
              <a:gd name="connsiteX140" fmla="*/ 666847 w 1905650"/>
              <a:gd name="connsiteY140" fmla="*/ 977121 h 2041826"/>
              <a:gd name="connsiteX141" fmla="*/ 668561 w 1905650"/>
              <a:gd name="connsiteY141" fmla="*/ 968073 h 2041826"/>
              <a:gd name="connsiteX142" fmla="*/ 625223 w 1905650"/>
              <a:gd name="connsiteY142" fmla="*/ 684990 h 2041826"/>
              <a:gd name="connsiteX143" fmla="*/ 620460 w 1905650"/>
              <a:gd name="connsiteY143" fmla="*/ 680799 h 2041826"/>
              <a:gd name="connsiteX144" fmla="*/ 472632 w 1905650"/>
              <a:gd name="connsiteY144" fmla="*/ 732996 h 2041826"/>
              <a:gd name="connsiteX145" fmla="*/ 408624 w 1905650"/>
              <a:gd name="connsiteY145" fmla="*/ 789003 h 2041826"/>
              <a:gd name="connsiteX146" fmla="*/ 364904 w 1905650"/>
              <a:gd name="connsiteY146" fmla="*/ 863583 h 2041826"/>
              <a:gd name="connsiteX147" fmla="*/ 296801 w 1905650"/>
              <a:gd name="connsiteY147" fmla="*/ 1086373 h 2041826"/>
              <a:gd name="connsiteX148" fmla="*/ 301087 w 1905650"/>
              <a:gd name="connsiteY148" fmla="*/ 1198292 h 2041826"/>
              <a:gd name="connsiteX149" fmla="*/ 417578 w 1905650"/>
              <a:gd name="connsiteY149" fmla="*/ 1416986 h 2041826"/>
              <a:gd name="connsiteX150" fmla="*/ 450915 w 1905650"/>
              <a:gd name="connsiteY150" fmla="*/ 1466706 h 2041826"/>
              <a:gd name="connsiteX151" fmla="*/ 511304 w 1905650"/>
              <a:gd name="connsiteY151" fmla="*/ 1486709 h 2041826"/>
              <a:gd name="connsiteX152" fmla="*/ 581312 w 1905650"/>
              <a:gd name="connsiteY152" fmla="*/ 1419843 h 2041826"/>
              <a:gd name="connsiteX153" fmla="*/ 575407 w 1905650"/>
              <a:gd name="connsiteY153" fmla="*/ 1240392 h 2041826"/>
              <a:gd name="connsiteX154" fmla="*/ 514923 w 1905650"/>
              <a:gd name="connsiteY154" fmla="*/ 1072562 h 2041826"/>
              <a:gd name="connsiteX155" fmla="*/ 526639 w 1905650"/>
              <a:gd name="connsiteY155" fmla="*/ 1034652 h 2041826"/>
              <a:gd name="connsiteX156" fmla="*/ 533497 w 1905650"/>
              <a:gd name="connsiteY156" fmla="*/ 1030938 h 2041826"/>
              <a:gd name="connsiteX157" fmla="*/ 1279304 w 1905650"/>
              <a:gd name="connsiteY157" fmla="*/ 1339357 h 2041826"/>
              <a:gd name="connsiteX158" fmla="*/ 1266922 w 1905650"/>
              <a:gd name="connsiteY158" fmla="*/ 1333356 h 2041826"/>
              <a:gd name="connsiteX159" fmla="*/ 1078041 w 1905650"/>
              <a:gd name="connsiteY159" fmla="*/ 1326689 h 2041826"/>
              <a:gd name="connsiteX160" fmla="*/ 1025463 w 1905650"/>
              <a:gd name="connsiteY160" fmla="*/ 1388982 h 2041826"/>
              <a:gd name="connsiteX161" fmla="*/ 943644 w 1905650"/>
              <a:gd name="connsiteY161" fmla="*/ 1445942 h 2041826"/>
              <a:gd name="connsiteX162" fmla="*/ 931451 w 1905650"/>
              <a:gd name="connsiteY162" fmla="*/ 1480518 h 2041826"/>
              <a:gd name="connsiteX163" fmla="*/ 908401 w 1905650"/>
              <a:gd name="connsiteY163" fmla="*/ 1499377 h 2041826"/>
              <a:gd name="connsiteX164" fmla="*/ 822962 w 1905650"/>
              <a:gd name="connsiteY164" fmla="*/ 1581006 h 2041826"/>
              <a:gd name="connsiteX165" fmla="*/ 812484 w 1905650"/>
              <a:gd name="connsiteY165" fmla="*/ 1662540 h 2041826"/>
              <a:gd name="connsiteX166" fmla="*/ 786671 w 1905650"/>
              <a:gd name="connsiteY166" fmla="*/ 1747884 h 2041826"/>
              <a:gd name="connsiteX167" fmla="*/ 860871 w 1905650"/>
              <a:gd name="connsiteY167" fmla="*/ 1832943 h 2041826"/>
              <a:gd name="connsiteX168" fmla="*/ 938024 w 1905650"/>
              <a:gd name="connsiteY168" fmla="*/ 1863899 h 2041826"/>
              <a:gd name="connsiteX169" fmla="*/ 1052609 w 1905650"/>
              <a:gd name="connsiteY169" fmla="*/ 1808654 h 2041826"/>
              <a:gd name="connsiteX170" fmla="*/ 1112426 w 1905650"/>
              <a:gd name="connsiteY170" fmla="*/ 1775316 h 2041826"/>
              <a:gd name="connsiteX171" fmla="*/ 1155099 w 1905650"/>
              <a:gd name="connsiteY171" fmla="*/ 1730073 h 2041826"/>
              <a:gd name="connsiteX172" fmla="*/ 1172053 w 1905650"/>
              <a:gd name="connsiteY172" fmla="*/ 1689877 h 2041826"/>
              <a:gd name="connsiteX173" fmla="*/ 1178435 w 1905650"/>
              <a:gd name="connsiteY173" fmla="*/ 1683305 h 2041826"/>
              <a:gd name="connsiteX174" fmla="*/ 1237966 w 1905650"/>
              <a:gd name="connsiteY174" fmla="*/ 1660350 h 2041826"/>
              <a:gd name="connsiteX175" fmla="*/ 1290830 w 1905650"/>
              <a:gd name="connsiteY175" fmla="*/ 1571100 h 2041826"/>
              <a:gd name="connsiteX176" fmla="*/ 1297021 w 1905650"/>
              <a:gd name="connsiteY176" fmla="*/ 1564433 h 2041826"/>
              <a:gd name="connsiteX177" fmla="*/ 1347885 w 1905650"/>
              <a:gd name="connsiteY177" fmla="*/ 1540620 h 2041826"/>
              <a:gd name="connsiteX178" fmla="*/ 1401986 w 1905650"/>
              <a:gd name="connsiteY178" fmla="*/ 1264395 h 2041826"/>
              <a:gd name="connsiteX179" fmla="*/ 1397415 w 1905650"/>
              <a:gd name="connsiteY179" fmla="*/ 1261157 h 2041826"/>
              <a:gd name="connsiteX180" fmla="*/ 1331787 w 1905650"/>
              <a:gd name="connsiteY180" fmla="*/ 1269729 h 2041826"/>
              <a:gd name="connsiteX181" fmla="*/ 1319119 w 1905650"/>
              <a:gd name="connsiteY181" fmla="*/ 1285255 h 2041826"/>
              <a:gd name="connsiteX182" fmla="*/ 1289591 w 1905650"/>
              <a:gd name="connsiteY182" fmla="*/ 1338309 h 2041826"/>
              <a:gd name="connsiteX183" fmla="*/ 1279304 w 1905650"/>
              <a:gd name="connsiteY183" fmla="*/ 1339357 h 204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905650" h="2041826">
                <a:moveTo>
                  <a:pt x="359761" y="1461563"/>
                </a:moveTo>
                <a:cubicBezTo>
                  <a:pt x="346997" y="1472040"/>
                  <a:pt x="334520" y="1485852"/>
                  <a:pt x="322328" y="1502997"/>
                </a:cubicBezTo>
                <a:cubicBezTo>
                  <a:pt x="311977" y="1517538"/>
                  <a:pt x="303690" y="1527666"/>
                  <a:pt x="297467" y="1533381"/>
                </a:cubicBezTo>
                <a:cubicBezTo>
                  <a:pt x="281942" y="1547764"/>
                  <a:pt x="278608" y="1562528"/>
                  <a:pt x="264797" y="1575101"/>
                </a:cubicBezTo>
                <a:cubicBezTo>
                  <a:pt x="244889" y="1593008"/>
                  <a:pt x="230602" y="1621392"/>
                  <a:pt x="211552" y="1637966"/>
                </a:cubicBezTo>
                <a:cubicBezTo>
                  <a:pt x="196883" y="1650825"/>
                  <a:pt x="192692" y="1667493"/>
                  <a:pt x="179072" y="1679876"/>
                </a:cubicBezTo>
                <a:cubicBezTo>
                  <a:pt x="159450" y="1697688"/>
                  <a:pt x="144210" y="1727025"/>
                  <a:pt x="125065" y="1743693"/>
                </a:cubicBezTo>
                <a:cubicBezTo>
                  <a:pt x="110301" y="1756647"/>
                  <a:pt x="107539" y="1771221"/>
                  <a:pt x="93632" y="1784365"/>
                </a:cubicBezTo>
                <a:cubicBezTo>
                  <a:pt x="79535" y="1797573"/>
                  <a:pt x="66327" y="1814083"/>
                  <a:pt x="54008" y="1833895"/>
                </a:cubicBezTo>
                <a:cubicBezTo>
                  <a:pt x="52302" y="1836612"/>
                  <a:pt x="48749" y="1837459"/>
                  <a:pt x="46072" y="1835786"/>
                </a:cubicBezTo>
                <a:cubicBezTo>
                  <a:pt x="45849" y="1835647"/>
                  <a:pt x="45637" y="1835492"/>
                  <a:pt x="45436" y="1835324"/>
                </a:cubicBezTo>
                <a:lnTo>
                  <a:pt x="3240" y="1800843"/>
                </a:lnTo>
                <a:cubicBezTo>
                  <a:pt x="-697" y="1797605"/>
                  <a:pt x="-1046" y="1793985"/>
                  <a:pt x="2192" y="1789985"/>
                </a:cubicBezTo>
                <a:lnTo>
                  <a:pt x="324709" y="1395745"/>
                </a:lnTo>
                <a:cubicBezTo>
                  <a:pt x="326962" y="1392990"/>
                  <a:pt x="327302" y="1389137"/>
                  <a:pt x="325566" y="1386029"/>
                </a:cubicBezTo>
                <a:cubicBezTo>
                  <a:pt x="278068" y="1297384"/>
                  <a:pt x="248795" y="1241885"/>
                  <a:pt x="237746" y="1219533"/>
                </a:cubicBezTo>
                <a:cubicBezTo>
                  <a:pt x="225109" y="1193879"/>
                  <a:pt x="219077" y="1166605"/>
                  <a:pt x="219648" y="1137713"/>
                </a:cubicBezTo>
                <a:cubicBezTo>
                  <a:pt x="220029" y="1118980"/>
                  <a:pt x="225522" y="1092152"/>
                  <a:pt x="236126" y="1057227"/>
                </a:cubicBezTo>
                <a:cubicBezTo>
                  <a:pt x="266797" y="956008"/>
                  <a:pt x="283212" y="901842"/>
                  <a:pt x="285371" y="894730"/>
                </a:cubicBezTo>
                <a:cubicBezTo>
                  <a:pt x="302262" y="839231"/>
                  <a:pt x="319248" y="799036"/>
                  <a:pt x="336329" y="774144"/>
                </a:cubicBezTo>
                <a:cubicBezTo>
                  <a:pt x="379954" y="710771"/>
                  <a:pt x="439422" y="665908"/>
                  <a:pt x="514733" y="639555"/>
                </a:cubicBezTo>
                <a:cubicBezTo>
                  <a:pt x="545086" y="628887"/>
                  <a:pt x="581535" y="619394"/>
                  <a:pt x="624080" y="611076"/>
                </a:cubicBezTo>
                <a:cubicBezTo>
                  <a:pt x="629665" y="610000"/>
                  <a:pt x="633949" y="605524"/>
                  <a:pt x="634748" y="599931"/>
                </a:cubicBezTo>
                <a:cubicBezTo>
                  <a:pt x="643638" y="540495"/>
                  <a:pt x="662084" y="485885"/>
                  <a:pt x="690088" y="436101"/>
                </a:cubicBezTo>
                <a:cubicBezTo>
                  <a:pt x="706280" y="407272"/>
                  <a:pt x="727362" y="385809"/>
                  <a:pt x="753334" y="371712"/>
                </a:cubicBezTo>
                <a:cubicBezTo>
                  <a:pt x="795625" y="348725"/>
                  <a:pt x="832931" y="352599"/>
                  <a:pt x="865253" y="383333"/>
                </a:cubicBezTo>
                <a:cubicBezTo>
                  <a:pt x="868930" y="386871"/>
                  <a:pt x="874779" y="386757"/>
                  <a:pt x="878317" y="383080"/>
                </a:cubicBezTo>
                <a:cubicBezTo>
                  <a:pt x="879404" y="381950"/>
                  <a:pt x="880185" y="380562"/>
                  <a:pt x="880588" y="379047"/>
                </a:cubicBezTo>
                <a:cubicBezTo>
                  <a:pt x="882937" y="370601"/>
                  <a:pt x="886620" y="363553"/>
                  <a:pt x="891637" y="357901"/>
                </a:cubicBezTo>
                <a:cubicBezTo>
                  <a:pt x="893669" y="355552"/>
                  <a:pt x="895510" y="353075"/>
                  <a:pt x="897161" y="350472"/>
                </a:cubicBezTo>
                <a:lnTo>
                  <a:pt x="929261" y="299703"/>
                </a:lnTo>
                <a:cubicBezTo>
                  <a:pt x="930912" y="297100"/>
                  <a:pt x="932213" y="294338"/>
                  <a:pt x="933166" y="291417"/>
                </a:cubicBezTo>
                <a:cubicBezTo>
                  <a:pt x="934436" y="287670"/>
                  <a:pt x="936341" y="284336"/>
                  <a:pt x="938881" y="281415"/>
                </a:cubicBezTo>
                <a:cubicBezTo>
                  <a:pt x="943009" y="276653"/>
                  <a:pt x="945548" y="273541"/>
                  <a:pt x="946501" y="272081"/>
                </a:cubicBezTo>
                <a:cubicBezTo>
                  <a:pt x="994189" y="195500"/>
                  <a:pt x="1050863" y="105489"/>
                  <a:pt x="1116522" y="2047"/>
                </a:cubicBezTo>
                <a:cubicBezTo>
                  <a:pt x="1117919" y="-175"/>
                  <a:pt x="1119729" y="-588"/>
                  <a:pt x="1121951" y="809"/>
                </a:cubicBezTo>
                <a:lnTo>
                  <a:pt x="1173958" y="33670"/>
                </a:lnTo>
                <a:cubicBezTo>
                  <a:pt x="1174469" y="33996"/>
                  <a:pt x="1174636" y="34665"/>
                  <a:pt x="1174339" y="35194"/>
                </a:cubicBezTo>
                <a:lnTo>
                  <a:pt x="892208" y="481917"/>
                </a:lnTo>
                <a:cubicBezTo>
                  <a:pt x="890430" y="484838"/>
                  <a:pt x="890367" y="487759"/>
                  <a:pt x="892018" y="490680"/>
                </a:cubicBezTo>
                <a:cubicBezTo>
                  <a:pt x="909258" y="522398"/>
                  <a:pt x="944024" y="539543"/>
                  <a:pt x="979076" y="545925"/>
                </a:cubicBezTo>
                <a:cubicBezTo>
                  <a:pt x="1078200" y="564086"/>
                  <a:pt x="1178466" y="561736"/>
                  <a:pt x="1279876" y="538876"/>
                </a:cubicBezTo>
                <a:cubicBezTo>
                  <a:pt x="1385350" y="515064"/>
                  <a:pt x="1493014" y="472233"/>
                  <a:pt x="1602869" y="410384"/>
                </a:cubicBezTo>
                <a:cubicBezTo>
                  <a:pt x="1626300" y="397176"/>
                  <a:pt x="1644334" y="385174"/>
                  <a:pt x="1656971" y="374379"/>
                </a:cubicBezTo>
                <a:cubicBezTo>
                  <a:pt x="1671925" y="361521"/>
                  <a:pt x="1683736" y="334374"/>
                  <a:pt x="1699262" y="321325"/>
                </a:cubicBezTo>
                <a:cubicBezTo>
                  <a:pt x="1707771" y="314150"/>
                  <a:pt x="1715200" y="304434"/>
                  <a:pt x="1721550" y="292179"/>
                </a:cubicBezTo>
                <a:cubicBezTo>
                  <a:pt x="1728503" y="278653"/>
                  <a:pt x="1746696" y="268557"/>
                  <a:pt x="1754221" y="253888"/>
                </a:cubicBezTo>
                <a:cubicBezTo>
                  <a:pt x="1765461" y="231695"/>
                  <a:pt x="1787178" y="218074"/>
                  <a:pt x="1801465" y="193309"/>
                </a:cubicBezTo>
                <a:cubicBezTo>
                  <a:pt x="1808323" y="181498"/>
                  <a:pt x="1822039" y="172449"/>
                  <a:pt x="1828611" y="162448"/>
                </a:cubicBezTo>
                <a:cubicBezTo>
                  <a:pt x="1835215" y="152479"/>
                  <a:pt x="1843407" y="142096"/>
                  <a:pt x="1853186" y="131301"/>
                </a:cubicBezTo>
                <a:cubicBezTo>
                  <a:pt x="1854217" y="130129"/>
                  <a:pt x="1855999" y="130002"/>
                  <a:pt x="1857186" y="131016"/>
                </a:cubicBezTo>
                <a:lnTo>
                  <a:pt x="1904621" y="169782"/>
                </a:lnTo>
                <a:cubicBezTo>
                  <a:pt x="1905891" y="170862"/>
                  <a:pt x="1905986" y="172068"/>
                  <a:pt x="1904907" y="173402"/>
                </a:cubicBezTo>
                <a:lnTo>
                  <a:pt x="1775938" y="331136"/>
                </a:lnTo>
                <a:cubicBezTo>
                  <a:pt x="1774160" y="333295"/>
                  <a:pt x="1774573" y="334851"/>
                  <a:pt x="1777176" y="335803"/>
                </a:cubicBezTo>
                <a:cubicBezTo>
                  <a:pt x="1804989" y="346408"/>
                  <a:pt x="1825436" y="361330"/>
                  <a:pt x="1838517" y="380571"/>
                </a:cubicBezTo>
                <a:cubicBezTo>
                  <a:pt x="1851662" y="399875"/>
                  <a:pt x="1858679" y="422766"/>
                  <a:pt x="1859568" y="449246"/>
                </a:cubicBezTo>
                <a:cubicBezTo>
                  <a:pt x="1861377" y="504110"/>
                  <a:pt x="1841470" y="547639"/>
                  <a:pt x="1811085" y="591549"/>
                </a:cubicBezTo>
                <a:cubicBezTo>
                  <a:pt x="1809180" y="594343"/>
                  <a:pt x="1808196" y="597391"/>
                  <a:pt x="1808132" y="600693"/>
                </a:cubicBezTo>
                <a:cubicBezTo>
                  <a:pt x="1808005" y="604503"/>
                  <a:pt x="1809085" y="612790"/>
                  <a:pt x="1811371" y="625554"/>
                </a:cubicBezTo>
                <a:cubicBezTo>
                  <a:pt x="1820134" y="674576"/>
                  <a:pt x="1807561" y="717057"/>
                  <a:pt x="1773652" y="752998"/>
                </a:cubicBezTo>
                <a:cubicBezTo>
                  <a:pt x="1763746" y="763539"/>
                  <a:pt x="1756158" y="771731"/>
                  <a:pt x="1750887" y="777573"/>
                </a:cubicBezTo>
                <a:cubicBezTo>
                  <a:pt x="1748728" y="779922"/>
                  <a:pt x="1747776" y="782716"/>
                  <a:pt x="1748030" y="785955"/>
                </a:cubicBezTo>
                <a:cubicBezTo>
                  <a:pt x="1753046" y="846026"/>
                  <a:pt x="1730599" y="893460"/>
                  <a:pt x="1680688" y="928258"/>
                </a:cubicBezTo>
                <a:cubicBezTo>
                  <a:pt x="1678021" y="930100"/>
                  <a:pt x="1677132" y="932576"/>
                  <a:pt x="1678021" y="935688"/>
                </a:cubicBezTo>
                <a:cubicBezTo>
                  <a:pt x="1687927" y="972327"/>
                  <a:pt x="1686847" y="1007030"/>
                  <a:pt x="1674782" y="1039796"/>
                </a:cubicBezTo>
                <a:cubicBezTo>
                  <a:pt x="1663416" y="1070466"/>
                  <a:pt x="1647065" y="1097676"/>
                  <a:pt x="1625729" y="1121425"/>
                </a:cubicBezTo>
                <a:cubicBezTo>
                  <a:pt x="1581215" y="1170955"/>
                  <a:pt x="1529272" y="1208420"/>
                  <a:pt x="1469900" y="1233820"/>
                </a:cubicBezTo>
                <a:cubicBezTo>
                  <a:pt x="1466979" y="1235090"/>
                  <a:pt x="1465740" y="1237313"/>
                  <a:pt x="1466185" y="1240488"/>
                </a:cubicBezTo>
                <a:cubicBezTo>
                  <a:pt x="1467772" y="1250457"/>
                  <a:pt x="1470979" y="1268650"/>
                  <a:pt x="1475805" y="1295066"/>
                </a:cubicBezTo>
                <a:cubicBezTo>
                  <a:pt x="1489585" y="1371456"/>
                  <a:pt x="1482917" y="1440957"/>
                  <a:pt x="1455803" y="1503568"/>
                </a:cubicBezTo>
                <a:cubicBezTo>
                  <a:pt x="1433387" y="1555257"/>
                  <a:pt x="1397764" y="1593167"/>
                  <a:pt x="1348932" y="1617297"/>
                </a:cubicBezTo>
                <a:cubicBezTo>
                  <a:pt x="1346011" y="1618694"/>
                  <a:pt x="1344043" y="1620916"/>
                  <a:pt x="1343027" y="1623964"/>
                </a:cubicBezTo>
                <a:cubicBezTo>
                  <a:pt x="1323405" y="1681368"/>
                  <a:pt x="1285782" y="1718801"/>
                  <a:pt x="1230156" y="1736264"/>
                </a:cubicBezTo>
                <a:cubicBezTo>
                  <a:pt x="1226980" y="1737216"/>
                  <a:pt x="1224758" y="1739217"/>
                  <a:pt x="1223488" y="1742265"/>
                </a:cubicBezTo>
                <a:cubicBezTo>
                  <a:pt x="1202406" y="1793509"/>
                  <a:pt x="1166021" y="1828180"/>
                  <a:pt x="1114332" y="1846278"/>
                </a:cubicBezTo>
                <a:cubicBezTo>
                  <a:pt x="1111284" y="1847357"/>
                  <a:pt x="1108871" y="1849294"/>
                  <a:pt x="1107092" y="1852088"/>
                </a:cubicBezTo>
                <a:cubicBezTo>
                  <a:pt x="1088709" y="1880758"/>
                  <a:pt x="1071659" y="1903332"/>
                  <a:pt x="1041941" y="1919906"/>
                </a:cubicBezTo>
                <a:cubicBezTo>
                  <a:pt x="1027781" y="1927843"/>
                  <a:pt x="1010731" y="1932574"/>
                  <a:pt x="990792" y="1934098"/>
                </a:cubicBezTo>
                <a:cubicBezTo>
                  <a:pt x="942088" y="1937781"/>
                  <a:pt x="893859" y="1925970"/>
                  <a:pt x="846107" y="1898665"/>
                </a:cubicBezTo>
                <a:cubicBezTo>
                  <a:pt x="842424" y="1896570"/>
                  <a:pt x="839853" y="1897363"/>
                  <a:pt x="838392" y="1901046"/>
                </a:cubicBezTo>
                <a:lnTo>
                  <a:pt x="836582" y="1905714"/>
                </a:lnTo>
                <a:cubicBezTo>
                  <a:pt x="835820" y="1907746"/>
                  <a:pt x="834360" y="1910159"/>
                  <a:pt x="832201" y="1912953"/>
                </a:cubicBezTo>
                <a:lnTo>
                  <a:pt x="735903" y="2035444"/>
                </a:lnTo>
                <a:cubicBezTo>
                  <a:pt x="730060" y="2042899"/>
                  <a:pt x="719083" y="2043980"/>
                  <a:pt x="711386" y="2037859"/>
                </a:cubicBezTo>
                <a:cubicBezTo>
                  <a:pt x="710542" y="2037187"/>
                  <a:pt x="709757" y="2036443"/>
                  <a:pt x="709043" y="2035635"/>
                </a:cubicBezTo>
                <a:cubicBezTo>
                  <a:pt x="698629" y="2023887"/>
                  <a:pt x="687421" y="2015219"/>
                  <a:pt x="675419" y="2009631"/>
                </a:cubicBezTo>
                <a:cubicBezTo>
                  <a:pt x="671355" y="2007790"/>
                  <a:pt x="670720" y="2005155"/>
                  <a:pt x="673514" y="2001726"/>
                </a:cubicBezTo>
                <a:lnTo>
                  <a:pt x="783433" y="1867423"/>
                </a:lnTo>
                <a:cubicBezTo>
                  <a:pt x="785465" y="1864883"/>
                  <a:pt x="785306" y="1862502"/>
                  <a:pt x="782957" y="1860279"/>
                </a:cubicBezTo>
                <a:cubicBezTo>
                  <a:pt x="753620" y="1832276"/>
                  <a:pt x="734030" y="1802621"/>
                  <a:pt x="724187" y="1771316"/>
                </a:cubicBezTo>
                <a:cubicBezTo>
                  <a:pt x="707423" y="1717722"/>
                  <a:pt x="717266" y="1669430"/>
                  <a:pt x="753715" y="1626441"/>
                </a:cubicBezTo>
                <a:cubicBezTo>
                  <a:pt x="755683" y="1624091"/>
                  <a:pt x="756572" y="1621329"/>
                  <a:pt x="756382" y="1618154"/>
                </a:cubicBezTo>
                <a:cubicBezTo>
                  <a:pt x="750730" y="1527158"/>
                  <a:pt x="788862" y="1467183"/>
                  <a:pt x="870777" y="1438227"/>
                </a:cubicBezTo>
                <a:cubicBezTo>
                  <a:pt x="873825" y="1437147"/>
                  <a:pt x="875825" y="1435083"/>
                  <a:pt x="876778" y="1432035"/>
                </a:cubicBezTo>
                <a:cubicBezTo>
                  <a:pt x="896018" y="1370631"/>
                  <a:pt x="937643" y="1334277"/>
                  <a:pt x="1001651" y="1322974"/>
                </a:cubicBezTo>
                <a:cubicBezTo>
                  <a:pt x="1004953" y="1322403"/>
                  <a:pt x="1007207" y="1320593"/>
                  <a:pt x="1008413" y="1317545"/>
                </a:cubicBezTo>
                <a:cubicBezTo>
                  <a:pt x="1019716" y="1289097"/>
                  <a:pt x="1037338" y="1265888"/>
                  <a:pt x="1061277" y="1247917"/>
                </a:cubicBezTo>
                <a:cubicBezTo>
                  <a:pt x="1122618" y="1201911"/>
                  <a:pt x="1188150" y="1217342"/>
                  <a:pt x="1251206" y="1249917"/>
                </a:cubicBezTo>
                <a:cubicBezTo>
                  <a:pt x="1255333" y="1252013"/>
                  <a:pt x="1257492" y="1250743"/>
                  <a:pt x="1257683" y="1246107"/>
                </a:cubicBezTo>
                <a:cubicBezTo>
                  <a:pt x="1259111" y="1210008"/>
                  <a:pt x="1271780" y="1203721"/>
                  <a:pt x="1305879" y="1203531"/>
                </a:cubicBezTo>
                <a:cubicBezTo>
                  <a:pt x="1334073" y="1203340"/>
                  <a:pt x="1357060" y="1201054"/>
                  <a:pt x="1374840" y="1196673"/>
                </a:cubicBezTo>
                <a:cubicBezTo>
                  <a:pt x="1447675" y="1178639"/>
                  <a:pt x="1510635" y="1143333"/>
                  <a:pt x="1563721" y="1090755"/>
                </a:cubicBezTo>
                <a:cubicBezTo>
                  <a:pt x="1587280" y="1067387"/>
                  <a:pt x="1603980" y="1040685"/>
                  <a:pt x="1613823" y="1010649"/>
                </a:cubicBezTo>
                <a:cubicBezTo>
                  <a:pt x="1621569" y="986900"/>
                  <a:pt x="1622046" y="969501"/>
                  <a:pt x="1615251" y="958452"/>
                </a:cubicBezTo>
                <a:cubicBezTo>
                  <a:pt x="1601726" y="936640"/>
                  <a:pt x="1587724" y="910351"/>
                  <a:pt x="1612013" y="893682"/>
                </a:cubicBezTo>
                <a:cubicBezTo>
                  <a:pt x="1644493" y="871394"/>
                  <a:pt x="1673544" y="859202"/>
                  <a:pt x="1681260" y="815577"/>
                </a:cubicBezTo>
                <a:cubicBezTo>
                  <a:pt x="1684117" y="799575"/>
                  <a:pt x="1679259" y="780144"/>
                  <a:pt x="1678402" y="763952"/>
                </a:cubicBezTo>
                <a:cubicBezTo>
                  <a:pt x="1677921" y="755095"/>
                  <a:pt x="1681712" y="746554"/>
                  <a:pt x="1688594" y="740997"/>
                </a:cubicBezTo>
                <a:cubicBezTo>
                  <a:pt x="1703643" y="728868"/>
                  <a:pt x="1716661" y="716708"/>
                  <a:pt x="1727646" y="704516"/>
                </a:cubicBezTo>
                <a:cubicBezTo>
                  <a:pt x="1748030" y="681942"/>
                  <a:pt x="1754983" y="647366"/>
                  <a:pt x="1741553" y="619077"/>
                </a:cubicBezTo>
                <a:cubicBezTo>
                  <a:pt x="1737552" y="610631"/>
                  <a:pt x="1735107" y="602662"/>
                  <a:pt x="1734219" y="595169"/>
                </a:cubicBezTo>
                <a:cubicBezTo>
                  <a:pt x="1733905" y="592667"/>
                  <a:pt x="1734199" y="590119"/>
                  <a:pt x="1735076" y="587739"/>
                </a:cubicBezTo>
                <a:cubicBezTo>
                  <a:pt x="1739521" y="575611"/>
                  <a:pt x="1746728" y="563324"/>
                  <a:pt x="1756698" y="550878"/>
                </a:cubicBezTo>
                <a:cubicBezTo>
                  <a:pt x="1786733" y="513222"/>
                  <a:pt x="1798322" y="475027"/>
                  <a:pt x="1791464" y="436292"/>
                </a:cubicBezTo>
                <a:cubicBezTo>
                  <a:pt x="1787400" y="413495"/>
                  <a:pt x="1772890" y="400922"/>
                  <a:pt x="1747935" y="398573"/>
                </a:cubicBezTo>
                <a:cubicBezTo>
                  <a:pt x="1744633" y="398255"/>
                  <a:pt x="1741680" y="399081"/>
                  <a:pt x="1739076" y="401049"/>
                </a:cubicBezTo>
                <a:cubicBezTo>
                  <a:pt x="1645414" y="470328"/>
                  <a:pt x="1533622" y="527700"/>
                  <a:pt x="1403701" y="573166"/>
                </a:cubicBezTo>
                <a:cubicBezTo>
                  <a:pt x="1272764" y="619013"/>
                  <a:pt x="1139255" y="633936"/>
                  <a:pt x="1003175" y="617934"/>
                </a:cubicBezTo>
                <a:cubicBezTo>
                  <a:pt x="970091" y="613997"/>
                  <a:pt x="939452" y="605773"/>
                  <a:pt x="911258" y="593264"/>
                </a:cubicBezTo>
                <a:cubicBezTo>
                  <a:pt x="868713" y="574341"/>
                  <a:pt x="839694" y="543162"/>
                  <a:pt x="824200" y="499728"/>
                </a:cubicBezTo>
                <a:cubicBezTo>
                  <a:pt x="818929" y="484806"/>
                  <a:pt x="814262" y="462898"/>
                  <a:pt x="810198" y="434006"/>
                </a:cubicBezTo>
                <a:cubicBezTo>
                  <a:pt x="809182" y="426894"/>
                  <a:pt x="805182" y="424259"/>
                  <a:pt x="798197" y="426100"/>
                </a:cubicBezTo>
                <a:cubicBezTo>
                  <a:pt x="779845" y="430926"/>
                  <a:pt x="765304" y="441626"/>
                  <a:pt x="754572" y="458199"/>
                </a:cubicBezTo>
                <a:cubicBezTo>
                  <a:pt x="700375" y="542400"/>
                  <a:pt x="685135" y="662987"/>
                  <a:pt x="694469" y="759666"/>
                </a:cubicBezTo>
                <a:cubicBezTo>
                  <a:pt x="701264" y="830405"/>
                  <a:pt x="715678" y="899493"/>
                  <a:pt x="737713" y="966930"/>
                </a:cubicBezTo>
                <a:cubicBezTo>
                  <a:pt x="741618" y="978931"/>
                  <a:pt x="738475" y="994362"/>
                  <a:pt x="731236" y="1003506"/>
                </a:cubicBezTo>
                <a:cubicBezTo>
                  <a:pt x="718790" y="1019444"/>
                  <a:pt x="682309" y="1063735"/>
                  <a:pt x="621794" y="1136379"/>
                </a:cubicBezTo>
                <a:cubicBezTo>
                  <a:pt x="619635" y="1138919"/>
                  <a:pt x="618936" y="1141809"/>
                  <a:pt x="619698" y="1145047"/>
                </a:cubicBezTo>
                <a:cubicBezTo>
                  <a:pt x="621222" y="1151651"/>
                  <a:pt x="628144" y="1179178"/>
                  <a:pt x="640463" y="1227629"/>
                </a:cubicBezTo>
                <a:cubicBezTo>
                  <a:pt x="659068" y="1300781"/>
                  <a:pt x="660560" y="1371774"/>
                  <a:pt x="644939" y="1440608"/>
                </a:cubicBezTo>
                <a:cubicBezTo>
                  <a:pt x="639034" y="1466706"/>
                  <a:pt x="625635" y="1490995"/>
                  <a:pt x="604744" y="1513474"/>
                </a:cubicBezTo>
                <a:cubicBezTo>
                  <a:pt x="586837" y="1532842"/>
                  <a:pt x="563564" y="1545256"/>
                  <a:pt x="534926" y="1550717"/>
                </a:cubicBezTo>
                <a:cubicBezTo>
                  <a:pt x="493778" y="1558527"/>
                  <a:pt x="455614" y="1550526"/>
                  <a:pt x="420435" y="1526714"/>
                </a:cubicBezTo>
                <a:cubicBezTo>
                  <a:pt x="400750" y="1513379"/>
                  <a:pt x="382621" y="1492043"/>
                  <a:pt x="366047" y="1462706"/>
                </a:cubicBezTo>
                <a:cubicBezTo>
                  <a:pt x="364460" y="1459785"/>
                  <a:pt x="362364" y="1459404"/>
                  <a:pt x="359761" y="1461563"/>
                </a:cubicBezTo>
                <a:close/>
                <a:moveTo>
                  <a:pt x="533497" y="1030938"/>
                </a:moveTo>
                <a:cubicBezTo>
                  <a:pt x="550388" y="1022937"/>
                  <a:pt x="563501" y="1027032"/>
                  <a:pt x="572835" y="1043225"/>
                </a:cubicBezTo>
                <a:lnTo>
                  <a:pt x="586646" y="1067133"/>
                </a:lnTo>
                <a:cubicBezTo>
                  <a:pt x="588424" y="1070244"/>
                  <a:pt x="590456" y="1070435"/>
                  <a:pt x="592742" y="1067704"/>
                </a:cubicBezTo>
                <a:lnTo>
                  <a:pt x="666847" y="977121"/>
                </a:lnTo>
                <a:cubicBezTo>
                  <a:pt x="669069" y="974391"/>
                  <a:pt x="669641" y="971375"/>
                  <a:pt x="668561" y="968073"/>
                </a:cubicBezTo>
                <a:cubicBezTo>
                  <a:pt x="638589" y="872442"/>
                  <a:pt x="624143" y="778081"/>
                  <a:pt x="625223" y="684990"/>
                </a:cubicBezTo>
                <a:cubicBezTo>
                  <a:pt x="625286" y="681688"/>
                  <a:pt x="623699" y="680291"/>
                  <a:pt x="620460" y="680799"/>
                </a:cubicBezTo>
                <a:cubicBezTo>
                  <a:pt x="564771" y="689625"/>
                  <a:pt x="515495" y="707024"/>
                  <a:pt x="472632" y="732996"/>
                </a:cubicBezTo>
                <a:cubicBezTo>
                  <a:pt x="447931" y="747918"/>
                  <a:pt x="426595" y="766587"/>
                  <a:pt x="408624" y="789003"/>
                </a:cubicBezTo>
                <a:cubicBezTo>
                  <a:pt x="386145" y="817006"/>
                  <a:pt x="371572" y="841866"/>
                  <a:pt x="364904" y="863583"/>
                </a:cubicBezTo>
                <a:cubicBezTo>
                  <a:pt x="341155" y="941307"/>
                  <a:pt x="318454" y="1015571"/>
                  <a:pt x="296801" y="1086373"/>
                </a:cubicBezTo>
                <a:cubicBezTo>
                  <a:pt x="283466" y="1130283"/>
                  <a:pt x="280703" y="1159811"/>
                  <a:pt x="301087" y="1198292"/>
                </a:cubicBezTo>
                <a:cubicBezTo>
                  <a:pt x="331440" y="1255442"/>
                  <a:pt x="370270" y="1328340"/>
                  <a:pt x="417578" y="1416986"/>
                </a:cubicBezTo>
                <a:cubicBezTo>
                  <a:pt x="430849" y="1441751"/>
                  <a:pt x="441962" y="1458324"/>
                  <a:pt x="450915" y="1466706"/>
                </a:cubicBezTo>
                <a:cubicBezTo>
                  <a:pt x="467489" y="1482200"/>
                  <a:pt x="487618" y="1488868"/>
                  <a:pt x="511304" y="1486709"/>
                </a:cubicBezTo>
                <a:cubicBezTo>
                  <a:pt x="549467" y="1483216"/>
                  <a:pt x="572803" y="1460928"/>
                  <a:pt x="581312" y="1419843"/>
                </a:cubicBezTo>
                <a:cubicBezTo>
                  <a:pt x="592806" y="1364281"/>
                  <a:pt x="590837" y="1304464"/>
                  <a:pt x="575407" y="1240392"/>
                </a:cubicBezTo>
                <a:cubicBezTo>
                  <a:pt x="560167" y="1177337"/>
                  <a:pt x="540006" y="1121393"/>
                  <a:pt x="514923" y="1072562"/>
                </a:cubicBezTo>
                <a:cubicBezTo>
                  <a:pt x="507684" y="1058401"/>
                  <a:pt x="511589" y="1045765"/>
                  <a:pt x="526639" y="1034652"/>
                </a:cubicBezTo>
                <a:cubicBezTo>
                  <a:pt x="527782" y="1033827"/>
                  <a:pt x="530068" y="1032589"/>
                  <a:pt x="533497" y="1030938"/>
                </a:cubicBezTo>
                <a:close/>
                <a:moveTo>
                  <a:pt x="1279304" y="1339357"/>
                </a:moveTo>
                <a:cubicBezTo>
                  <a:pt x="1276574" y="1338341"/>
                  <a:pt x="1272446" y="1336341"/>
                  <a:pt x="1266922" y="1333356"/>
                </a:cubicBezTo>
                <a:cubicBezTo>
                  <a:pt x="1204533" y="1299352"/>
                  <a:pt x="1127762" y="1249632"/>
                  <a:pt x="1078041" y="1326689"/>
                </a:cubicBezTo>
                <a:cubicBezTo>
                  <a:pt x="1062420" y="1350692"/>
                  <a:pt x="1071755" y="1389840"/>
                  <a:pt x="1025463" y="1388982"/>
                </a:cubicBezTo>
                <a:cubicBezTo>
                  <a:pt x="984188" y="1388284"/>
                  <a:pt x="956915" y="1407270"/>
                  <a:pt x="943644" y="1445942"/>
                </a:cubicBezTo>
                <a:cubicBezTo>
                  <a:pt x="942564" y="1449180"/>
                  <a:pt x="938500" y="1460706"/>
                  <a:pt x="931451" y="1480518"/>
                </a:cubicBezTo>
                <a:cubicBezTo>
                  <a:pt x="927387" y="1491884"/>
                  <a:pt x="919704" y="1498171"/>
                  <a:pt x="908401" y="1499377"/>
                </a:cubicBezTo>
                <a:cubicBezTo>
                  <a:pt x="859887" y="1504838"/>
                  <a:pt x="831407" y="1532048"/>
                  <a:pt x="822962" y="1581006"/>
                </a:cubicBezTo>
                <a:cubicBezTo>
                  <a:pt x="818009" y="1609200"/>
                  <a:pt x="840107" y="1638918"/>
                  <a:pt x="812484" y="1662540"/>
                </a:cubicBezTo>
                <a:cubicBezTo>
                  <a:pt x="785878" y="1685273"/>
                  <a:pt x="777273" y="1713721"/>
                  <a:pt x="786671" y="1747884"/>
                </a:cubicBezTo>
                <a:cubicBezTo>
                  <a:pt x="796196" y="1782619"/>
                  <a:pt x="820930" y="1810972"/>
                  <a:pt x="860871" y="1832943"/>
                </a:cubicBezTo>
                <a:cubicBezTo>
                  <a:pt x="885636" y="1846532"/>
                  <a:pt x="911354" y="1856850"/>
                  <a:pt x="938024" y="1863899"/>
                </a:cubicBezTo>
                <a:cubicBezTo>
                  <a:pt x="994602" y="1878821"/>
                  <a:pt x="1032797" y="1860406"/>
                  <a:pt x="1052609" y="1808654"/>
                </a:cubicBezTo>
                <a:cubicBezTo>
                  <a:pt x="1063373" y="1780746"/>
                  <a:pt x="1095091" y="1785508"/>
                  <a:pt x="1112426" y="1775316"/>
                </a:cubicBezTo>
                <a:cubicBezTo>
                  <a:pt x="1133445" y="1762934"/>
                  <a:pt x="1147669" y="1747853"/>
                  <a:pt x="1155099" y="1730073"/>
                </a:cubicBezTo>
                <a:cubicBezTo>
                  <a:pt x="1163925" y="1708800"/>
                  <a:pt x="1169576" y="1695402"/>
                  <a:pt x="1172053" y="1689877"/>
                </a:cubicBezTo>
                <a:cubicBezTo>
                  <a:pt x="1173323" y="1686893"/>
                  <a:pt x="1175450" y="1684702"/>
                  <a:pt x="1178435" y="1683305"/>
                </a:cubicBezTo>
                <a:cubicBezTo>
                  <a:pt x="1196342" y="1675113"/>
                  <a:pt x="1221678" y="1671113"/>
                  <a:pt x="1237966" y="1660350"/>
                </a:cubicBezTo>
                <a:cubicBezTo>
                  <a:pt x="1271875" y="1637680"/>
                  <a:pt x="1277971" y="1603390"/>
                  <a:pt x="1290830" y="1571100"/>
                </a:cubicBezTo>
                <a:cubicBezTo>
                  <a:pt x="1292001" y="1568210"/>
                  <a:pt x="1294203" y="1565839"/>
                  <a:pt x="1297021" y="1564433"/>
                </a:cubicBezTo>
                <a:cubicBezTo>
                  <a:pt x="1313309" y="1556432"/>
                  <a:pt x="1334549" y="1552622"/>
                  <a:pt x="1347885" y="1540620"/>
                </a:cubicBezTo>
                <a:cubicBezTo>
                  <a:pt x="1427037" y="1469278"/>
                  <a:pt x="1424656" y="1361741"/>
                  <a:pt x="1401986" y="1264395"/>
                </a:cubicBezTo>
                <a:cubicBezTo>
                  <a:pt x="1401415" y="1261919"/>
                  <a:pt x="1399891" y="1260839"/>
                  <a:pt x="1397415" y="1261157"/>
                </a:cubicBezTo>
                <a:lnTo>
                  <a:pt x="1331787" y="1269729"/>
                </a:lnTo>
                <a:cubicBezTo>
                  <a:pt x="1324156" y="1270666"/>
                  <a:pt x="1318594" y="1277483"/>
                  <a:pt x="1319119" y="1285255"/>
                </a:cubicBezTo>
                <a:cubicBezTo>
                  <a:pt x="1321151" y="1315164"/>
                  <a:pt x="1311308" y="1332848"/>
                  <a:pt x="1289591" y="1338309"/>
                </a:cubicBezTo>
                <a:cubicBezTo>
                  <a:pt x="1284385" y="1339643"/>
                  <a:pt x="1280956" y="1339992"/>
                  <a:pt x="1279304" y="1339357"/>
                </a:cubicBezTo>
                <a:close/>
              </a:path>
            </a:pathLst>
          </a:custGeom>
          <a:solidFill>
            <a:schemeClr val="accent2"/>
          </a:solidFill>
          <a:ln w="9525" cap="flat">
            <a:noFill/>
            <a:prstDash val="solid"/>
            <a:miter/>
          </a:ln>
        </p:spPr>
        <p:txBody>
          <a:bodyPr rtlCol="0" anchor="ctr"/>
          <a:lstStyle/>
          <a:p>
            <a:endParaRPr lang="en-US" dirty="0"/>
          </a:p>
        </p:txBody>
      </p:sp>
      <p:grpSp>
        <p:nvGrpSpPr>
          <p:cNvPr id="4" name="Fruit_Picking" descr="{&quot;Key&quot;:&quot;POWER_USER_SHAPE_ICON&quot;,&quot;Value&quot;:&quot;POWER_USER_SHAPE_ICON_STYLE_1&quot;}">
            <a:extLst>
              <a:ext uri="{FF2B5EF4-FFF2-40B4-BE49-F238E27FC236}">
                <a16:creationId xmlns:a16="http://schemas.microsoft.com/office/drawing/2014/main" id="{6C400C31-CF79-85BE-3DA6-CE25D42ED6E7}"/>
              </a:ext>
            </a:extLst>
          </p:cNvPr>
          <p:cNvGrpSpPr>
            <a:grpSpLocks noChangeAspect="1"/>
          </p:cNvGrpSpPr>
          <p:nvPr/>
        </p:nvGrpSpPr>
        <p:grpSpPr>
          <a:xfrm>
            <a:off x="5336309" y="5455062"/>
            <a:ext cx="627755" cy="629752"/>
            <a:chOff x="6490425" y="7386167"/>
            <a:chExt cx="987341" cy="990483"/>
          </a:xfrm>
          <a:solidFill>
            <a:schemeClr val="accent4"/>
          </a:solidFill>
        </p:grpSpPr>
        <p:sp>
          <p:nvSpPr>
            <p:cNvPr id="5" name="Forme libre : forme 2303">
              <a:extLst>
                <a:ext uri="{FF2B5EF4-FFF2-40B4-BE49-F238E27FC236}">
                  <a16:creationId xmlns:a16="http://schemas.microsoft.com/office/drawing/2014/main" id="{13ABAFEA-1FE7-A591-3896-D904F8D23186}"/>
                </a:ext>
              </a:extLst>
            </p:cNvPr>
            <p:cNvSpPr/>
            <p:nvPr/>
          </p:nvSpPr>
          <p:spPr>
            <a:xfrm>
              <a:off x="6518878" y="7386167"/>
              <a:ext cx="958888" cy="765117"/>
            </a:xfrm>
            <a:custGeom>
              <a:avLst/>
              <a:gdLst>
                <a:gd name="connsiteX0" fmla="*/ 958888 w 958888"/>
                <a:gd name="connsiteY0" fmla="*/ 289667 h 765117"/>
                <a:gd name="connsiteX1" fmla="*/ 958888 w 958888"/>
                <a:gd name="connsiteY1" fmla="*/ 352133 h 765117"/>
                <a:gd name="connsiteX2" fmla="*/ 936942 w 958888"/>
                <a:gd name="connsiteY2" fmla="*/ 365917 h 765117"/>
                <a:gd name="connsiteX3" fmla="*/ 659997 w 958888"/>
                <a:gd name="connsiteY3" fmla="*/ 305845 h 765117"/>
                <a:gd name="connsiteX4" fmla="*/ 656478 w 958888"/>
                <a:gd name="connsiteY4" fmla="*/ 308485 h 765117"/>
                <a:gd name="connsiteX5" fmla="*/ 652861 w 958888"/>
                <a:gd name="connsiteY5" fmla="*/ 360247 h 765117"/>
                <a:gd name="connsiteX6" fmla="*/ 655305 w 958888"/>
                <a:gd name="connsiteY6" fmla="*/ 364353 h 765117"/>
                <a:gd name="connsiteX7" fmla="*/ 712688 w 958888"/>
                <a:gd name="connsiteY7" fmla="*/ 438697 h 765117"/>
                <a:gd name="connsiteX8" fmla="*/ 750813 w 958888"/>
                <a:gd name="connsiteY8" fmla="*/ 561919 h 765117"/>
                <a:gd name="connsiteX9" fmla="*/ 739669 w 958888"/>
                <a:gd name="connsiteY9" fmla="*/ 707869 h 765117"/>
                <a:gd name="connsiteX10" fmla="*/ 499628 w 958888"/>
                <a:gd name="connsiteY10" fmla="*/ 691690 h 765117"/>
                <a:gd name="connsiteX11" fmla="*/ 495717 w 958888"/>
                <a:gd name="connsiteY11" fmla="*/ 571108 h 765117"/>
                <a:gd name="connsiteX12" fmla="*/ 529004 w 958888"/>
                <a:gd name="connsiteY12" fmla="*/ 483420 h 765117"/>
                <a:gd name="connsiteX13" fmla="*/ 542103 w 958888"/>
                <a:gd name="connsiteY13" fmla="*/ 414551 h 765117"/>
                <a:gd name="connsiteX14" fmla="*/ 561459 w 958888"/>
                <a:gd name="connsiteY14" fmla="*/ 385810 h 765117"/>
                <a:gd name="connsiteX15" fmla="*/ 561559 w 958888"/>
                <a:gd name="connsiteY15" fmla="*/ 384064 h 765117"/>
                <a:gd name="connsiteX16" fmla="*/ 561165 w 958888"/>
                <a:gd name="connsiteY16" fmla="*/ 383757 h 765117"/>
                <a:gd name="connsiteX17" fmla="*/ 543814 w 958888"/>
                <a:gd name="connsiteY17" fmla="*/ 373346 h 765117"/>
                <a:gd name="connsiteX18" fmla="*/ 509452 w 958888"/>
                <a:gd name="connsiteY18" fmla="*/ 296314 h 765117"/>
                <a:gd name="connsiteX19" fmla="*/ 518104 w 958888"/>
                <a:gd name="connsiteY19" fmla="*/ 276421 h 765117"/>
                <a:gd name="connsiteX20" fmla="*/ 517761 w 958888"/>
                <a:gd name="connsiteY20" fmla="*/ 274417 h 765117"/>
                <a:gd name="connsiteX21" fmla="*/ 244874 w 958888"/>
                <a:gd name="connsiteY21" fmla="*/ 215078 h 765117"/>
                <a:gd name="connsiteX22" fmla="*/ 241843 w 958888"/>
                <a:gd name="connsiteY22" fmla="*/ 216985 h 765117"/>
                <a:gd name="connsiteX23" fmla="*/ 235294 w 958888"/>
                <a:gd name="connsiteY23" fmla="*/ 244063 h 765117"/>
                <a:gd name="connsiteX24" fmla="*/ 76732 w 958888"/>
                <a:gd name="connsiteY24" fmla="*/ 351009 h 765117"/>
                <a:gd name="connsiteX25" fmla="*/ 58696 w 958888"/>
                <a:gd name="connsiteY25" fmla="*/ 332337 h 765117"/>
                <a:gd name="connsiteX26" fmla="*/ 121261 w 958888"/>
                <a:gd name="connsiteY26" fmla="*/ 193963 h 765117"/>
                <a:gd name="connsiteX27" fmla="*/ 120821 w 958888"/>
                <a:gd name="connsiteY27" fmla="*/ 191959 h 765117"/>
                <a:gd name="connsiteX28" fmla="*/ 16172 w 958888"/>
                <a:gd name="connsiteY28" fmla="*/ 114047 h 765117"/>
                <a:gd name="connsiteX29" fmla="*/ 482 w 958888"/>
                <a:gd name="connsiteY29" fmla="*/ 26164 h 765117"/>
                <a:gd name="connsiteX30" fmla="*/ 20816 w 958888"/>
                <a:gd name="connsiteY30" fmla="*/ 11989 h 765117"/>
                <a:gd name="connsiteX31" fmla="*/ 172778 w 958888"/>
                <a:gd name="connsiteY31" fmla="*/ 106960 h 765117"/>
                <a:gd name="connsiteX32" fmla="*/ 177031 w 958888"/>
                <a:gd name="connsiteY32" fmla="*/ 110821 h 765117"/>
                <a:gd name="connsiteX33" fmla="*/ 367949 w 958888"/>
                <a:gd name="connsiteY33" fmla="*/ 152661 h 765117"/>
                <a:gd name="connsiteX34" fmla="*/ 368389 w 958888"/>
                <a:gd name="connsiteY34" fmla="*/ 151341 h 765117"/>
                <a:gd name="connsiteX35" fmla="*/ 331095 w 958888"/>
                <a:gd name="connsiteY35" fmla="*/ 128075 h 765117"/>
                <a:gd name="connsiteX36" fmla="*/ 331388 w 958888"/>
                <a:gd name="connsiteY36" fmla="*/ 96744 h 765117"/>
                <a:gd name="connsiteX37" fmla="*/ 381244 w 958888"/>
                <a:gd name="connsiteY37" fmla="*/ 70399 h 765117"/>
                <a:gd name="connsiteX38" fmla="*/ 382222 w 958888"/>
                <a:gd name="connsiteY38" fmla="*/ 67955 h 765117"/>
                <a:gd name="connsiteX39" fmla="*/ 373864 w 958888"/>
                <a:gd name="connsiteY39" fmla="*/ 6222 h 765117"/>
                <a:gd name="connsiteX40" fmla="*/ 420591 w 958888"/>
                <a:gd name="connsiteY40" fmla="*/ 17512 h 765117"/>
                <a:gd name="connsiteX41" fmla="*/ 448745 w 958888"/>
                <a:gd name="connsiteY41" fmla="*/ 57202 h 765117"/>
                <a:gd name="connsiteX42" fmla="*/ 450169 w 958888"/>
                <a:gd name="connsiteY42" fmla="*/ 57484 h 765117"/>
                <a:gd name="connsiteX43" fmla="*/ 450554 w 958888"/>
                <a:gd name="connsiteY43" fmla="*/ 57006 h 765117"/>
                <a:gd name="connsiteX44" fmla="*/ 497379 w 958888"/>
                <a:gd name="connsiteY44" fmla="*/ 24942 h 765117"/>
                <a:gd name="connsiteX45" fmla="*/ 527244 w 958888"/>
                <a:gd name="connsiteY45" fmla="*/ 77779 h 765117"/>
                <a:gd name="connsiteX46" fmla="*/ 510332 w 958888"/>
                <a:gd name="connsiteY46" fmla="*/ 139464 h 765117"/>
                <a:gd name="connsiteX47" fmla="*/ 510332 w 958888"/>
                <a:gd name="connsiteY47" fmla="*/ 144449 h 765117"/>
                <a:gd name="connsiteX48" fmla="*/ 537899 w 958888"/>
                <a:gd name="connsiteY48" fmla="*/ 183454 h 765117"/>
                <a:gd name="connsiteX49" fmla="*/ 551585 w 958888"/>
                <a:gd name="connsiteY49" fmla="*/ 193083 h 765117"/>
                <a:gd name="connsiteX50" fmla="*/ 787716 w 958888"/>
                <a:gd name="connsiteY50" fmla="*/ 244943 h 765117"/>
                <a:gd name="connsiteX51" fmla="*/ 788792 w 958888"/>
                <a:gd name="connsiteY51" fmla="*/ 243281 h 765117"/>
                <a:gd name="connsiteX52" fmla="*/ 754821 w 958888"/>
                <a:gd name="connsiteY52" fmla="*/ 194892 h 765117"/>
                <a:gd name="connsiteX53" fmla="*/ 750227 w 958888"/>
                <a:gd name="connsiteY53" fmla="*/ 193719 h 765117"/>
                <a:gd name="connsiteX54" fmla="*/ 656625 w 958888"/>
                <a:gd name="connsiteY54" fmla="*/ 184236 h 765117"/>
                <a:gd name="connsiteX55" fmla="*/ 644112 w 958888"/>
                <a:gd name="connsiteY55" fmla="*/ 150412 h 765117"/>
                <a:gd name="connsiteX56" fmla="*/ 697780 w 958888"/>
                <a:gd name="connsiteY56" fmla="*/ 119277 h 765117"/>
                <a:gd name="connsiteX57" fmla="*/ 698866 w 958888"/>
                <a:gd name="connsiteY57" fmla="*/ 117350 h 765117"/>
                <a:gd name="connsiteX58" fmla="*/ 698709 w 958888"/>
                <a:gd name="connsiteY58" fmla="*/ 116980 h 765117"/>
                <a:gd name="connsiteX59" fmla="*/ 680868 w 958888"/>
                <a:gd name="connsiteY59" fmla="*/ 71327 h 765117"/>
                <a:gd name="connsiteX60" fmla="*/ 711173 w 958888"/>
                <a:gd name="connsiteY60" fmla="*/ 49234 h 765117"/>
                <a:gd name="connsiteX61" fmla="*/ 740842 w 958888"/>
                <a:gd name="connsiteY61" fmla="*/ 70301 h 765117"/>
                <a:gd name="connsiteX62" fmla="*/ 765330 w 958888"/>
                <a:gd name="connsiteY62" fmla="*/ 104711 h 765117"/>
                <a:gd name="connsiteX63" fmla="*/ 767921 w 958888"/>
                <a:gd name="connsiteY63" fmla="*/ 104467 h 765117"/>
                <a:gd name="connsiteX64" fmla="*/ 786837 w 958888"/>
                <a:gd name="connsiteY64" fmla="*/ 76704 h 765117"/>
                <a:gd name="connsiteX65" fmla="*/ 833467 w 958888"/>
                <a:gd name="connsiteY65" fmla="*/ 98504 h 765117"/>
                <a:gd name="connsiteX66" fmla="*/ 828237 w 958888"/>
                <a:gd name="connsiteY66" fmla="*/ 188049 h 765117"/>
                <a:gd name="connsiteX67" fmla="*/ 828237 w 958888"/>
                <a:gd name="connsiteY67" fmla="*/ 193963 h 765117"/>
                <a:gd name="connsiteX68" fmla="*/ 875991 w 958888"/>
                <a:gd name="connsiteY68" fmla="*/ 262002 h 765117"/>
                <a:gd name="connsiteX69" fmla="*/ 886255 w 958888"/>
                <a:gd name="connsiteY69" fmla="*/ 266010 h 765117"/>
                <a:gd name="connsiteX70" fmla="*/ 958888 w 958888"/>
                <a:gd name="connsiteY70" fmla="*/ 289667 h 765117"/>
                <a:gd name="connsiteX71" fmla="*/ 500214 w 958888"/>
                <a:gd name="connsiteY71" fmla="*/ 214345 h 765117"/>
                <a:gd name="connsiteX72" fmla="*/ 490878 w 958888"/>
                <a:gd name="connsiteY72" fmla="*/ 214590 h 765117"/>
                <a:gd name="connsiteX73" fmla="*/ 156502 w 958888"/>
                <a:gd name="connsiteY73" fmla="*/ 141321 h 765117"/>
                <a:gd name="connsiteX74" fmla="*/ 143011 w 958888"/>
                <a:gd name="connsiteY74" fmla="*/ 126462 h 765117"/>
                <a:gd name="connsiteX75" fmla="*/ 36701 w 958888"/>
                <a:gd name="connsiteY75" fmla="*/ 47035 h 765117"/>
                <a:gd name="connsiteX76" fmla="*/ 34844 w 958888"/>
                <a:gd name="connsiteY76" fmla="*/ 48941 h 765117"/>
                <a:gd name="connsiteX77" fmla="*/ 145113 w 958888"/>
                <a:gd name="connsiteY77" fmla="*/ 160775 h 765117"/>
                <a:gd name="connsiteX78" fmla="*/ 196484 w 958888"/>
                <a:gd name="connsiteY78" fmla="*/ 169475 h 765117"/>
                <a:gd name="connsiteX79" fmla="*/ 209779 w 958888"/>
                <a:gd name="connsiteY79" fmla="*/ 183650 h 765117"/>
                <a:gd name="connsiteX80" fmla="*/ 211832 w 958888"/>
                <a:gd name="connsiteY80" fmla="*/ 184138 h 765117"/>
                <a:gd name="connsiteX81" fmla="*/ 232508 w 958888"/>
                <a:gd name="connsiteY81" fmla="*/ 177247 h 765117"/>
                <a:gd name="connsiteX82" fmla="*/ 621823 w 958888"/>
                <a:gd name="connsiteY82" fmla="*/ 262050 h 765117"/>
                <a:gd name="connsiteX83" fmla="*/ 633603 w 958888"/>
                <a:gd name="connsiteY83" fmla="*/ 269382 h 765117"/>
                <a:gd name="connsiteX84" fmla="*/ 637318 w 958888"/>
                <a:gd name="connsiteY84" fmla="*/ 270213 h 765117"/>
                <a:gd name="connsiteX85" fmla="*/ 654572 w 958888"/>
                <a:gd name="connsiteY85" fmla="*/ 269675 h 765117"/>
                <a:gd name="connsiteX86" fmla="*/ 923109 w 958888"/>
                <a:gd name="connsiteY86" fmla="*/ 327889 h 765117"/>
                <a:gd name="connsiteX87" fmla="*/ 923989 w 958888"/>
                <a:gd name="connsiteY87" fmla="*/ 327254 h 765117"/>
                <a:gd name="connsiteX88" fmla="*/ 925113 w 958888"/>
                <a:gd name="connsiteY88" fmla="*/ 311320 h 765117"/>
                <a:gd name="connsiteX89" fmla="*/ 923598 w 958888"/>
                <a:gd name="connsiteY89" fmla="*/ 309365 h 765117"/>
                <a:gd name="connsiteX90" fmla="*/ 862842 w 958888"/>
                <a:gd name="connsiteY90" fmla="*/ 296070 h 765117"/>
                <a:gd name="connsiteX91" fmla="*/ 846810 w 958888"/>
                <a:gd name="connsiteY91" fmla="*/ 279940 h 765117"/>
                <a:gd name="connsiteX92" fmla="*/ 844122 w 958888"/>
                <a:gd name="connsiteY92" fmla="*/ 279891 h 765117"/>
                <a:gd name="connsiteX93" fmla="*/ 824473 w 958888"/>
                <a:gd name="connsiteY93" fmla="*/ 287858 h 765117"/>
                <a:gd name="connsiteX94" fmla="*/ 530030 w 958888"/>
                <a:gd name="connsiteY94" fmla="*/ 223192 h 765117"/>
                <a:gd name="connsiteX95" fmla="*/ 513362 w 958888"/>
                <a:gd name="connsiteY95" fmla="*/ 206965 h 765117"/>
                <a:gd name="connsiteX96" fmla="*/ 510234 w 958888"/>
                <a:gd name="connsiteY96" fmla="*/ 206329 h 765117"/>
                <a:gd name="connsiteX97" fmla="*/ 504711 w 958888"/>
                <a:gd name="connsiteY97" fmla="*/ 212292 h 765117"/>
                <a:gd name="connsiteX98" fmla="*/ 500214 w 958888"/>
                <a:gd name="connsiteY98" fmla="*/ 214345 h 765117"/>
                <a:gd name="connsiteX99" fmla="*/ 464582 w 958888"/>
                <a:gd name="connsiteY99" fmla="*/ 119521 h 765117"/>
                <a:gd name="connsiteX100" fmla="*/ 463018 w 958888"/>
                <a:gd name="connsiteY100" fmla="*/ 119472 h 765117"/>
                <a:gd name="connsiteX101" fmla="*/ 461660 w 958888"/>
                <a:gd name="connsiteY101" fmla="*/ 120668 h 765117"/>
                <a:gd name="connsiteX102" fmla="*/ 461894 w 958888"/>
                <a:gd name="connsiteY102" fmla="*/ 121525 h 765117"/>
                <a:gd name="connsiteX103" fmla="*/ 470301 w 958888"/>
                <a:gd name="connsiteY103" fmla="*/ 133549 h 765117"/>
                <a:gd name="connsiteX104" fmla="*/ 472402 w 958888"/>
                <a:gd name="connsiteY104" fmla="*/ 133598 h 765117"/>
                <a:gd name="connsiteX105" fmla="*/ 486577 w 958888"/>
                <a:gd name="connsiteY105" fmla="*/ 66488 h 765117"/>
                <a:gd name="connsiteX106" fmla="*/ 483889 w 958888"/>
                <a:gd name="connsiteY106" fmla="*/ 66440 h 765117"/>
                <a:gd name="connsiteX107" fmla="*/ 477290 w 958888"/>
                <a:gd name="connsiteY107" fmla="*/ 102316 h 765117"/>
                <a:gd name="connsiteX108" fmla="*/ 476850 w 958888"/>
                <a:gd name="connsiteY108" fmla="*/ 107057 h 765117"/>
                <a:gd name="connsiteX109" fmla="*/ 467563 w 958888"/>
                <a:gd name="connsiteY109" fmla="*/ 118544 h 765117"/>
                <a:gd name="connsiteX110" fmla="*/ 464582 w 958888"/>
                <a:gd name="connsiteY110" fmla="*/ 119521 h 765117"/>
                <a:gd name="connsiteX111" fmla="*/ 412966 w 958888"/>
                <a:gd name="connsiteY111" fmla="*/ 108964 h 765117"/>
                <a:gd name="connsiteX112" fmla="*/ 369122 w 958888"/>
                <a:gd name="connsiteY112" fmla="*/ 111505 h 765117"/>
                <a:gd name="connsiteX113" fmla="*/ 369171 w 958888"/>
                <a:gd name="connsiteY113" fmla="*/ 114389 h 765117"/>
                <a:gd name="connsiteX114" fmla="*/ 418685 w 958888"/>
                <a:gd name="connsiteY114" fmla="*/ 113069 h 765117"/>
                <a:gd name="connsiteX115" fmla="*/ 418538 w 958888"/>
                <a:gd name="connsiteY115" fmla="*/ 110039 h 765117"/>
                <a:gd name="connsiteX116" fmla="*/ 415948 w 958888"/>
                <a:gd name="connsiteY116" fmla="*/ 109501 h 765117"/>
                <a:gd name="connsiteX117" fmla="*/ 412966 w 958888"/>
                <a:gd name="connsiteY117" fmla="*/ 108964 h 765117"/>
                <a:gd name="connsiteX118" fmla="*/ 781949 w 958888"/>
                <a:gd name="connsiteY118" fmla="*/ 168644 h 765117"/>
                <a:gd name="connsiteX119" fmla="*/ 780385 w 958888"/>
                <a:gd name="connsiteY119" fmla="*/ 168595 h 765117"/>
                <a:gd name="connsiteX120" fmla="*/ 779004 w 958888"/>
                <a:gd name="connsiteY120" fmla="*/ 169851 h 765117"/>
                <a:gd name="connsiteX121" fmla="*/ 779260 w 958888"/>
                <a:gd name="connsiteY121" fmla="*/ 170697 h 765117"/>
                <a:gd name="connsiteX122" fmla="*/ 787863 w 958888"/>
                <a:gd name="connsiteY122" fmla="*/ 182721 h 765117"/>
                <a:gd name="connsiteX123" fmla="*/ 789965 w 958888"/>
                <a:gd name="connsiteY123" fmla="*/ 182721 h 765117"/>
                <a:gd name="connsiteX124" fmla="*/ 803553 w 958888"/>
                <a:gd name="connsiteY124" fmla="*/ 114927 h 765117"/>
                <a:gd name="connsiteX125" fmla="*/ 800816 w 958888"/>
                <a:gd name="connsiteY125" fmla="*/ 114927 h 765117"/>
                <a:gd name="connsiteX126" fmla="*/ 794559 w 958888"/>
                <a:gd name="connsiteY126" fmla="*/ 151146 h 765117"/>
                <a:gd name="connsiteX127" fmla="*/ 794168 w 958888"/>
                <a:gd name="connsiteY127" fmla="*/ 155936 h 765117"/>
                <a:gd name="connsiteX128" fmla="*/ 784930 w 958888"/>
                <a:gd name="connsiteY128" fmla="*/ 167618 h 765117"/>
                <a:gd name="connsiteX129" fmla="*/ 781949 w 958888"/>
                <a:gd name="connsiteY129" fmla="*/ 168644 h 765117"/>
                <a:gd name="connsiteX130" fmla="*/ 454220 w 958888"/>
                <a:gd name="connsiteY130" fmla="*/ 171674 h 765117"/>
                <a:gd name="connsiteX131" fmla="*/ 454904 w 958888"/>
                <a:gd name="connsiteY131" fmla="*/ 170599 h 765117"/>
                <a:gd name="connsiteX132" fmla="*/ 437552 w 958888"/>
                <a:gd name="connsiteY132" fmla="*/ 145916 h 765117"/>
                <a:gd name="connsiteX133" fmla="*/ 432322 w 958888"/>
                <a:gd name="connsiteY133" fmla="*/ 144743 h 765117"/>
                <a:gd name="connsiteX134" fmla="*/ 391411 w 958888"/>
                <a:gd name="connsiteY134" fmla="*/ 155594 h 765117"/>
                <a:gd name="connsiteX135" fmla="*/ 391167 w 958888"/>
                <a:gd name="connsiteY135" fmla="*/ 157695 h 765117"/>
                <a:gd name="connsiteX136" fmla="*/ 454220 w 958888"/>
                <a:gd name="connsiteY136" fmla="*/ 171674 h 765117"/>
                <a:gd name="connsiteX137" fmla="*/ 710342 w 958888"/>
                <a:gd name="connsiteY137" fmla="*/ 170795 h 765117"/>
                <a:gd name="connsiteX138" fmla="*/ 735026 w 958888"/>
                <a:gd name="connsiteY138" fmla="*/ 162241 h 765117"/>
                <a:gd name="connsiteX139" fmla="*/ 734830 w 958888"/>
                <a:gd name="connsiteY139" fmla="*/ 159455 h 765117"/>
                <a:gd name="connsiteX140" fmla="*/ 710195 w 958888"/>
                <a:gd name="connsiteY140" fmla="*/ 152759 h 765117"/>
                <a:gd name="connsiteX141" fmla="*/ 685659 w 958888"/>
                <a:gd name="connsiteY141" fmla="*/ 159944 h 765117"/>
                <a:gd name="connsiteX142" fmla="*/ 685512 w 958888"/>
                <a:gd name="connsiteY142" fmla="*/ 162730 h 765117"/>
                <a:gd name="connsiteX143" fmla="*/ 710342 w 958888"/>
                <a:gd name="connsiteY143" fmla="*/ 170795 h 765117"/>
                <a:gd name="connsiteX144" fmla="*/ 206798 w 958888"/>
                <a:gd name="connsiteY144" fmla="*/ 195429 h 765117"/>
                <a:gd name="connsiteX145" fmla="*/ 196338 w 958888"/>
                <a:gd name="connsiteY145" fmla="*/ 201783 h 765117"/>
                <a:gd name="connsiteX146" fmla="*/ 158457 w 958888"/>
                <a:gd name="connsiteY146" fmla="*/ 213172 h 765117"/>
                <a:gd name="connsiteX147" fmla="*/ 93547 w 958888"/>
                <a:gd name="connsiteY147" fmla="*/ 313959 h 765117"/>
                <a:gd name="connsiteX148" fmla="*/ 95990 w 958888"/>
                <a:gd name="connsiteY148" fmla="*/ 316403 h 765117"/>
                <a:gd name="connsiteX149" fmla="*/ 208362 w 958888"/>
                <a:gd name="connsiteY149" fmla="*/ 195918 h 765117"/>
                <a:gd name="connsiteX150" fmla="*/ 206798 w 958888"/>
                <a:gd name="connsiteY150" fmla="*/ 195429 h 765117"/>
                <a:gd name="connsiteX151" fmla="*/ 592448 w 958888"/>
                <a:gd name="connsiteY151" fmla="*/ 292697 h 765117"/>
                <a:gd name="connsiteX152" fmla="*/ 595918 w 958888"/>
                <a:gd name="connsiteY152" fmla="*/ 295825 h 765117"/>
                <a:gd name="connsiteX153" fmla="*/ 598069 w 958888"/>
                <a:gd name="connsiteY153" fmla="*/ 293528 h 765117"/>
                <a:gd name="connsiteX154" fmla="*/ 593621 w 958888"/>
                <a:gd name="connsiteY154" fmla="*/ 290644 h 765117"/>
                <a:gd name="connsiteX155" fmla="*/ 592448 w 958888"/>
                <a:gd name="connsiteY155" fmla="*/ 292697 h 765117"/>
                <a:gd name="connsiteX156" fmla="*/ 592985 w 958888"/>
                <a:gd name="connsiteY156" fmla="*/ 357363 h 765117"/>
                <a:gd name="connsiteX157" fmla="*/ 593230 w 958888"/>
                <a:gd name="connsiteY157" fmla="*/ 356679 h 765117"/>
                <a:gd name="connsiteX158" fmla="*/ 548604 w 958888"/>
                <a:gd name="connsiteY158" fmla="*/ 310684 h 765117"/>
                <a:gd name="connsiteX159" fmla="*/ 546160 w 958888"/>
                <a:gd name="connsiteY159" fmla="*/ 310391 h 765117"/>
                <a:gd name="connsiteX160" fmla="*/ 546404 w 958888"/>
                <a:gd name="connsiteY160" fmla="*/ 312884 h 765117"/>
                <a:gd name="connsiteX161" fmla="*/ 592252 w 958888"/>
                <a:gd name="connsiteY161" fmla="*/ 357607 h 765117"/>
                <a:gd name="connsiteX162" fmla="*/ 592985 w 958888"/>
                <a:gd name="connsiteY162" fmla="*/ 357363 h 765117"/>
                <a:gd name="connsiteX163" fmla="*/ 624756 w 958888"/>
                <a:gd name="connsiteY163" fmla="*/ 731184 h 765117"/>
                <a:gd name="connsiteX164" fmla="*/ 730822 w 958888"/>
                <a:gd name="connsiteY164" fmla="*/ 620524 h 765117"/>
                <a:gd name="connsiteX165" fmla="*/ 716012 w 958888"/>
                <a:gd name="connsiteY165" fmla="*/ 567246 h 765117"/>
                <a:gd name="connsiteX166" fmla="*/ 695972 w 958888"/>
                <a:gd name="connsiteY166" fmla="*/ 515338 h 765117"/>
                <a:gd name="connsiteX167" fmla="*/ 680477 w 958888"/>
                <a:gd name="connsiteY167" fmla="*/ 462549 h 765117"/>
                <a:gd name="connsiteX168" fmla="*/ 647876 w 958888"/>
                <a:gd name="connsiteY168" fmla="*/ 398616 h 765117"/>
                <a:gd name="connsiteX169" fmla="*/ 625978 w 958888"/>
                <a:gd name="connsiteY169" fmla="*/ 390063 h 765117"/>
                <a:gd name="connsiteX170" fmla="*/ 624658 w 958888"/>
                <a:gd name="connsiteY170" fmla="*/ 389672 h 765117"/>
                <a:gd name="connsiteX171" fmla="*/ 623290 w 958888"/>
                <a:gd name="connsiteY171" fmla="*/ 390063 h 765117"/>
                <a:gd name="connsiteX172" fmla="*/ 601441 w 958888"/>
                <a:gd name="connsiteY172" fmla="*/ 398616 h 765117"/>
                <a:gd name="connsiteX173" fmla="*/ 568888 w 958888"/>
                <a:gd name="connsiteY173" fmla="*/ 462598 h 765117"/>
                <a:gd name="connsiteX174" fmla="*/ 553443 w 958888"/>
                <a:gd name="connsiteY174" fmla="*/ 515387 h 765117"/>
                <a:gd name="connsiteX175" fmla="*/ 533403 w 958888"/>
                <a:gd name="connsiteY175" fmla="*/ 567295 h 765117"/>
                <a:gd name="connsiteX176" fmla="*/ 518690 w 958888"/>
                <a:gd name="connsiteY176" fmla="*/ 620621 h 765117"/>
                <a:gd name="connsiteX177" fmla="*/ 624756 w 958888"/>
                <a:gd name="connsiteY177" fmla="*/ 731184 h 76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958888" h="765117">
                  <a:moveTo>
                    <a:pt x="958888" y="289667"/>
                  </a:moveTo>
                  <a:lnTo>
                    <a:pt x="958888" y="352133"/>
                  </a:lnTo>
                  <a:cubicBezTo>
                    <a:pt x="955271" y="363701"/>
                    <a:pt x="947956" y="368295"/>
                    <a:pt x="936942" y="365917"/>
                  </a:cubicBezTo>
                  <a:cubicBezTo>
                    <a:pt x="847658" y="346528"/>
                    <a:pt x="755343" y="326505"/>
                    <a:pt x="659997" y="305845"/>
                  </a:cubicBezTo>
                  <a:cubicBezTo>
                    <a:pt x="657782" y="305357"/>
                    <a:pt x="656608" y="306236"/>
                    <a:pt x="656478" y="308485"/>
                  </a:cubicBezTo>
                  <a:lnTo>
                    <a:pt x="652861" y="360247"/>
                  </a:lnTo>
                  <a:cubicBezTo>
                    <a:pt x="652744" y="361979"/>
                    <a:pt x="653715" y="363610"/>
                    <a:pt x="655305" y="364353"/>
                  </a:cubicBezTo>
                  <a:cubicBezTo>
                    <a:pt x="687418" y="378870"/>
                    <a:pt x="709511" y="402673"/>
                    <a:pt x="712688" y="438697"/>
                  </a:cubicBezTo>
                  <a:cubicBezTo>
                    <a:pt x="716501" y="482003"/>
                    <a:pt x="733804" y="521545"/>
                    <a:pt x="750813" y="561919"/>
                  </a:cubicBezTo>
                  <a:cubicBezTo>
                    <a:pt x="771293" y="610553"/>
                    <a:pt x="771929" y="662852"/>
                    <a:pt x="739669" y="707869"/>
                  </a:cubicBezTo>
                  <a:cubicBezTo>
                    <a:pt x="680673" y="790278"/>
                    <a:pt x="548701" y="782702"/>
                    <a:pt x="499628" y="691690"/>
                  </a:cubicBezTo>
                  <a:cubicBezTo>
                    <a:pt x="480141" y="655553"/>
                    <a:pt x="478838" y="615359"/>
                    <a:pt x="495717" y="571108"/>
                  </a:cubicBezTo>
                  <a:cubicBezTo>
                    <a:pt x="511130" y="530832"/>
                    <a:pt x="522226" y="501603"/>
                    <a:pt x="529004" y="483420"/>
                  </a:cubicBezTo>
                  <a:cubicBezTo>
                    <a:pt x="536189" y="464211"/>
                    <a:pt x="534624" y="433662"/>
                    <a:pt x="542103" y="414551"/>
                  </a:cubicBezTo>
                  <a:cubicBezTo>
                    <a:pt x="546632" y="402950"/>
                    <a:pt x="553084" y="393370"/>
                    <a:pt x="561459" y="385810"/>
                  </a:cubicBezTo>
                  <a:cubicBezTo>
                    <a:pt x="561975" y="385374"/>
                    <a:pt x="562020" y="384592"/>
                    <a:pt x="561559" y="384064"/>
                  </a:cubicBezTo>
                  <a:cubicBezTo>
                    <a:pt x="561448" y="383938"/>
                    <a:pt x="561315" y="383834"/>
                    <a:pt x="561165" y="383757"/>
                  </a:cubicBezTo>
                  <a:cubicBezTo>
                    <a:pt x="555724" y="381053"/>
                    <a:pt x="549940" y="377582"/>
                    <a:pt x="543814" y="373346"/>
                  </a:cubicBezTo>
                  <a:cubicBezTo>
                    <a:pt x="521672" y="357950"/>
                    <a:pt x="511652" y="324370"/>
                    <a:pt x="509452" y="296314"/>
                  </a:cubicBezTo>
                  <a:cubicBezTo>
                    <a:pt x="508703" y="286897"/>
                    <a:pt x="511586" y="280266"/>
                    <a:pt x="518104" y="276421"/>
                  </a:cubicBezTo>
                  <a:cubicBezTo>
                    <a:pt x="519700" y="275476"/>
                    <a:pt x="519586" y="274808"/>
                    <a:pt x="517761" y="274417"/>
                  </a:cubicBezTo>
                  <a:lnTo>
                    <a:pt x="244874" y="215078"/>
                  </a:lnTo>
                  <a:cubicBezTo>
                    <a:pt x="243245" y="214753"/>
                    <a:pt x="242234" y="215388"/>
                    <a:pt x="241843" y="216985"/>
                  </a:cubicBezTo>
                  <a:cubicBezTo>
                    <a:pt x="240931" y="220602"/>
                    <a:pt x="238748" y="229628"/>
                    <a:pt x="235294" y="244063"/>
                  </a:cubicBezTo>
                  <a:cubicBezTo>
                    <a:pt x="217013" y="319922"/>
                    <a:pt x="149072" y="353648"/>
                    <a:pt x="76732" y="351009"/>
                  </a:cubicBezTo>
                  <a:cubicBezTo>
                    <a:pt x="64904" y="350585"/>
                    <a:pt x="58892" y="344361"/>
                    <a:pt x="58696" y="332337"/>
                  </a:cubicBezTo>
                  <a:cubicBezTo>
                    <a:pt x="57816" y="277447"/>
                    <a:pt x="76439" y="225587"/>
                    <a:pt x="121261" y="193963"/>
                  </a:cubicBezTo>
                  <a:cubicBezTo>
                    <a:pt x="122694" y="192985"/>
                    <a:pt x="122548" y="192317"/>
                    <a:pt x="120821" y="191959"/>
                  </a:cubicBezTo>
                  <a:cubicBezTo>
                    <a:pt x="73946" y="182525"/>
                    <a:pt x="35870" y="159162"/>
                    <a:pt x="16172" y="114047"/>
                  </a:cubicBezTo>
                  <a:cubicBezTo>
                    <a:pt x="3529" y="85144"/>
                    <a:pt x="-1701" y="55849"/>
                    <a:pt x="482" y="26164"/>
                  </a:cubicBezTo>
                  <a:cubicBezTo>
                    <a:pt x="1215" y="15851"/>
                    <a:pt x="11675" y="11940"/>
                    <a:pt x="20816" y="11989"/>
                  </a:cubicBezTo>
                  <a:cubicBezTo>
                    <a:pt x="86997" y="12185"/>
                    <a:pt x="151321" y="39899"/>
                    <a:pt x="172778" y="106960"/>
                  </a:cubicBezTo>
                  <a:cubicBezTo>
                    <a:pt x="173413" y="108929"/>
                    <a:pt x="175036" y="110402"/>
                    <a:pt x="177031" y="110821"/>
                  </a:cubicBezTo>
                  <a:lnTo>
                    <a:pt x="367949" y="152661"/>
                  </a:lnTo>
                  <a:cubicBezTo>
                    <a:pt x="375933" y="154388"/>
                    <a:pt x="376080" y="153948"/>
                    <a:pt x="368389" y="151341"/>
                  </a:cubicBezTo>
                  <a:cubicBezTo>
                    <a:pt x="355583" y="146975"/>
                    <a:pt x="343152" y="139219"/>
                    <a:pt x="331095" y="128075"/>
                  </a:cubicBezTo>
                  <a:cubicBezTo>
                    <a:pt x="319886" y="117745"/>
                    <a:pt x="319984" y="107302"/>
                    <a:pt x="331388" y="96744"/>
                  </a:cubicBezTo>
                  <a:cubicBezTo>
                    <a:pt x="345889" y="83351"/>
                    <a:pt x="362508" y="74570"/>
                    <a:pt x="381244" y="70399"/>
                  </a:cubicBezTo>
                  <a:cubicBezTo>
                    <a:pt x="382776" y="70073"/>
                    <a:pt x="383102" y="69258"/>
                    <a:pt x="382222" y="67955"/>
                  </a:cubicBezTo>
                  <a:cubicBezTo>
                    <a:pt x="372397" y="53585"/>
                    <a:pt x="347714" y="27190"/>
                    <a:pt x="373864" y="6222"/>
                  </a:cubicBezTo>
                  <a:cubicBezTo>
                    <a:pt x="389700" y="-6438"/>
                    <a:pt x="409447" y="1676"/>
                    <a:pt x="420591" y="17512"/>
                  </a:cubicBezTo>
                  <a:cubicBezTo>
                    <a:pt x="427858" y="27777"/>
                    <a:pt x="437243" y="41007"/>
                    <a:pt x="448745" y="57202"/>
                  </a:cubicBezTo>
                  <a:cubicBezTo>
                    <a:pt x="449060" y="57673"/>
                    <a:pt x="449698" y="57799"/>
                    <a:pt x="450169" y="57484"/>
                  </a:cubicBezTo>
                  <a:cubicBezTo>
                    <a:pt x="450343" y="57368"/>
                    <a:pt x="450477" y="57201"/>
                    <a:pt x="450554" y="57006"/>
                  </a:cubicBezTo>
                  <a:cubicBezTo>
                    <a:pt x="457348" y="41707"/>
                    <a:pt x="476704" y="7541"/>
                    <a:pt x="497379" y="24942"/>
                  </a:cubicBezTo>
                  <a:cubicBezTo>
                    <a:pt x="510332" y="35793"/>
                    <a:pt x="525044" y="61698"/>
                    <a:pt x="527244" y="77779"/>
                  </a:cubicBezTo>
                  <a:cubicBezTo>
                    <a:pt x="530209" y="99546"/>
                    <a:pt x="524572" y="120108"/>
                    <a:pt x="510332" y="139464"/>
                  </a:cubicBezTo>
                  <a:cubicBezTo>
                    <a:pt x="509094" y="141126"/>
                    <a:pt x="509094" y="142787"/>
                    <a:pt x="510332" y="144449"/>
                  </a:cubicBezTo>
                  <a:cubicBezTo>
                    <a:pt x="519195" y="156506"/>
                    <a:pt x="528384" y="169508"/>
                    <a:pt x="537899" y="183454"/>
                  </a:cubicBezTo>
                  <a:cubicBezTo>
                    <a:pt x="541484" y="188700"/>
                    <a:pt x="546046" y="191910"/>
                    <a:pt x="551585" y="193083"/>
                  </a:cubicBezTo>
                  <a:cubicBezTo>
                    <a:pt x="652275" y="214915"/>
                    <a:pt x="730985" y="232202"/>
                    <a:pt x="787716" y="244943"/>
                  </a:cubicBezTo>
                  <a:cubicBezTo>
                    <a:pt x="789509" y="245334"/>
                    <a:pt x="789867" y="244780"/>
                    <a:pt x="788792" y="243281"/>
                  </a:cubicBezTo>
                  <a:lnTo>
                    <a:pt x="754821" y="194892"/>
                  </a:lnTo>
                  <a:cubicBezTo>
                    <a:pt x="753616" y="193165"/>
                    <a:pt x="752084" y="192774"/>
                    <a:pt x="750227" y="193719"/>
                  </a:cubicBezTo>
                  <a:cubicBezTo>
                    <a:pt x="715849" y="211119"/>
                    <a:pt x="684648" y="207958"/>
                    <a:pt x="656625" y="184236"/>
                  </a:cubicBezTo>
                  <a:cubicBezTo>
                    <a:pt x="644454" y="173923"/>
                    <a:pt x="632088" y="165565"/>
                    <a:pt x="644112" y="150412"/>
                  </a:cubicBezTo>
                  <a:cubicBezTo>
                    <a:pt x="655224" y="136401"/>
                    <a:pt x="673113" y="126022"/>
                    <a:pt x="697780" y="119277"/>
                  </a:cubicBezTo>
                  <a:cubicBezTo>
                    <a:pt x="698612" y="119045"/>
                    <a:pt x="699098" y="118182"/>
                    <a:pt x="698866" y="117350"/>
                  </a:cubicBezTo>
                  <a:cubicBezTo>
                    <a:pt x="698830" y="117220"/>
                    <a:pt x="698777" y="117096"/>
                    <a:pt x="698709" y="116980"/>
                  </a:cubicBezTo>
                  <a:cubicBezTo>
                    <a:pt x="689227" y="101583"/>
                    <a:pt x="674710" y="91221"/>
                    <a:pt x="680868" y="71327"/>
                  </a:cubicBezTo>
                  <a:cubicBezTo>
                    <a:pt x="685724" y="55719"/>
                    <a:pt x="695825" y="48355"/>
                    <a:pt x="711173" y="49234"/>
                  </a:cubicBezTo>
                  <a:cubicBezTo>
                    <a:pt x="723295" y="49919"/>
                    <a:pt x="733168" y="58912"/>
                    <a:pt x="740842" y="70301"/>
                  </a:cubicBezTo>
                  <a:cubicBezTo>
                    <a:pt x="744850" y="76166"/>
                    <a:pt x="753013" y="87636"/>
                    <a:pt x="765330" y="104711"/>
                  </a:cubicBezTo>
                  <a:cubicBezTo>
                    <a:pt x="766308" y="106080"/>
                    <a:pt x="767171" y="105998"/>
                    <a:pt x="767921" y="104467"/>
                  </a:cubicBezTo>
                  <a:cubicBezTo>
                    <a:pt x="772939" y="93974"/>
                    <a:pt x="779244" y="84720"/>
                    <a:pt x="786837" y="76704"/>
                  </a:cubicBezTo>
                  <a:cubicBezTo>
                    <a:pt x="806926" y="55491"/>
                    <a:pt x="823837" y="81934"/>
                    <a:pt x="833467" y="98504"/>
                  </a:cubicBezTo>
                  <a:cubicBezTo>
                    <a:pt x="851014" y="128857"/>
                    <a:pt x="849059" y="158380"/>
                    <a:pt x="828237" y="188049"/>
                  </a:cubicBezTo>
                  <a:cubicBezTo>
                    <a:pt x="826835" y="190004"/>
                    <a:pt x="826835" y="191975"/>
                    <a:pt x="828237" y="193963"/>
                  </a:cubicBezTo>
                  <a:cubicBezTo>
                    <a:pt x="841597" y="212602"/>
                    <a:pt x="857515" y="235281"/>
                    <a:pt x="875991" y="262002"/>
                  </a:cubicBezTo>
                  <a:cubicBezTo>
                    <a:pt x="877392" y="264022"/>
                    <a:pt x="880813" y="265358"/>
                    <a:pt x="886255" y="266010"/>
                  </a:cubicBezTo>
                  <a:cubicBezTo>
                    <a:pt x="916755" y="269659"/>
                    <a:pt x="940966" y="277545"/>
                    <a:pt x="958888" y="289667"/>
                  </a:cubicBezTo>
                  <a:close/>
                  <a:moveTo>
                    <a:pt x="500214" y="214345"/>
                  </a:moveTo>
                  <a:cubicBezTo>
                    <a:pt x="495391" y="214834"/>
                    <a:pt x="492280" y="214915"/>
                    <a:pt x="490878" y="214590"/>
                  </a:cubicBezTo>
                  <a:cubicBezTo>
                    <a:pt x="379436" y="190216"/>
                    <a:pt x="267977" y="165793"/>
                    <a:pt x="156502" y="141321"/>
                  </a:cubicBezTo>
                  <a:cubicBezTo>
                    <a:pt x="149952" y="139855"/>
                    <a:pt x="144673" y="132767"/>
                    <a:pt x="143011" y="126462"/>
                  </a:cubicBezTo>
                  <a:cubicBezTo>
                    <a:pt x="129570" y="74309"/>
                    <a:pt x="87290" y="50505"/>
                    <a:pt x="36701" y="47035"/>
                  </a:cubicBezTo>
                  <a:cubicBezTo>
                    <a:pt x="35365" y="46937"/>
                    <a:pt x="34746" y="47573"/>
                    <a:pt x="34844" y="48941"/>
                  </a:cubicBezTo>
                  <a:cubicBezTo>
                    <a:pt x="39438" y="114389"/>
                    <a:pt x="77514" y="156962"/>
                    <a:pt x="145113" y="160775"/>
                  </a:cubicBezTo>
                  <a:cubicBezTo>
                    <a:pt x="163296" y="161817"/>
                    <a:pt x="180420" y="164717"/>
                    <a:pt x="196484" y="169475"/>
                  </a:cubicBezTo>
                  <a:cubicBezTo>
                    <a:pt x="204240" y="171756"/>
                    <a:pt x="208671" y="176481"/>
                    <a:pt x="209779" y="183650"/>
                  </a:cubicBezTo>
                  <a:cubicBezTo>
                    <a:pt x="210040" y="185377"/>
                    <a:pt x="210724" y="185540"/>
                    <a:pt x="211832" y="184138"/>
                  </a:cubicBezTo>
                  <a:cubicBezTo>
                    <a:pt x="216883" y="177621"/>
                    <a:pt x="223775" y="175324"/>
                    <a:pt x="232508" y="177247"/>
                  </a:cubicBezTo>
                  <a:cubicBezTo>
                    <a:pt x="316318" y="195657"/>
                    <a:pt x="446090" y="223925"/>
                    <a:pt x="621823" y="262050"/>
                  </a:cubicBezTo>
                  <a:cubicBezTo>
                    <a:pt x="626874" y="263158"/>
                    <a:pt x="630801" y="265602"/>
                    <a:pt x="633603" y="269382"/>
                  </a:cubicBezTo>
                  <a:cubicBezTo>
                    <a:pt x="634613" y="270718"/>
                    <a:pt x="635852" y="270995"/>
                    <a:pt x="637318" y="270213"/>
                  </a:cubicBezTo>
                  <a:cubicBezTo>
                    <a:pt x="641130" y="268193"/>
                    <a:pt x="646882" y="268014"/>
                    <a:pt x="654572" y="269675"/>
                  </a:cubicBezTo>
                  <a:cubicBezTo>
                    <a:pt x="747995" y="289911"/>
                    <a:pt x="837507" y="309316"/>
                    <a:pt x="923109" y="327889"/>
                  </a:cubicBezTo>
                  <a:cubicBezTo>
                    <a:pt x="923663" y="328020"/>
                    <a:pt x="923957" y="327808"/>
                    <a:pt x="923989" y="327254"/>
                  </a:cubicBezTo>
                  <a:lnTo>
                    <a:pt x="925113" y="311320"/>
                  </a:lnTo>
                  <a:cubicBezTo>
                    <a:pt x="925177" y="310394"/>
                    <a:pt x="924531" y="309559"/>
                    <a:pt x="923598" y="309365"/>
                  </a:cubicBezTo>
                  <a:cubicBezTo>
                    <a:pt x="903525" y="305259"/>
                    <a:pt x="883274" y="300827"/>
                    <a:pt x="862842" y="296070"/>
                  </a:cubicBezTo>
                  <a:cubicBezTo>
                    <a:pt x="858802" y="295125"/>
                    <a:pt x="853458" y="289748"/>
                    <a:pt x="846810" y="279940"/>
                  </a:cubicBezTo>
                  <a:cubicBezTo>
                    <a:pt x="845963" y="278669"/>
                    <a:pt x="845067" y="278653"/>
                    <a:pt x="844122" y="279891"/>
                  </a:cubicBezTo>
                  <a:cubicBezTo>
                    <a:pt x="838778" y="286897"/>
                    <a:pt x="832228" y="289553"/>
                    <a:pt x="824473" y="287858"/>
                  </a:cubicBezTo>
                  <a:cubicBezTo>
                    <a:pt x="707165" y="262116"/>
                    <a:pt x="609017" y="240560"/>
                    <a:pt x="530030" y="223192"/>
                  </a:cubicBezTo>
                  <a:cubicBezTo>
                    <a:pt x="525175" y="222149"/>
                    <a:pt x="519619" y="216740"/>
                    <a:pt x="513362" y="206965"/>
                  </a:cubicBezTo>
                  <a:cubicBezTo>
                    <a:pt x="512320" y="205400"/>
                    <a:pt x="511277" y="205189"/>
                    <a:pt x="510234" y="206329"/>
                  </a:cubicBezTo>
                  <a:lnTo>
                    <a:pt x="504711" y="212292"/>
                  </a:lnTo>
                  <a:cubicBezTo>
                    <a:pt x="503636" y="213465"/>
                    <a:pt x="502137" y="214150"/>
                    <a:pt x="500214" y="214345"/>
                  </a:cubicBezTo>
                  <a:close/>
                  <a:moveTo>
                    <a:pt x="464582" y="119521"/>
                  </a:moveTo>
                  <a:cubicBezTo>
                    <a:pt x="463995" y="119521"/>
                    <a:pt x="463474" y="119505"/>
                    <a:pt x="463018" y="119472"/>
                  </a:cubicBezTo>
                  <a:cubicBezTo>
                    <a:pt x="462315" y="119409"/>
                    <a:pt x="461708" y="119944"/>
                    <a:pt x="461660" y="120668"/>
                  </a:cubicBezTo>
                  <a:cubicBezTo>
                    <a:pt x="461640" y="120971"/>
                    <a:pt x="461723" y="121274"/>
                    <a:pt x="461894" y="121525"/>
                  </a:cubicBezTo>
                  <a:lnTo>
                    <a:pt x="470301" y="133549"/>
                  </a:lnTo>
                  <a:cubicBezTo>
                    <a:pt x="470985" y="134527"/>
                    <a:pt x="471686" y="134543"/>
                    <a:pt x="472402" y="133598"/>
                  </a:cubicBezTo>
                  <a:cubicBezTo>
                    <a:pt x="488141" y="112336"/>
                    <a:pt x="503685" y="93029"/>
                    <a:pt x="486577" y="66488"/>
                  </a:cubicBezTo>
                  <a:cubicBezTo>
                    <a:pt x="485697" y="65120"/>
                    <a:pt x="484801" y="65104"/>
                    <a:pt x="483889" y="66440"/>
                  </a:cubicBezTo>
                  <a:cubicBezTo>
                    <a:pt x="476492" y="77160"/>
                    <a:pt x="474292" y="89119"/>
                    <a:pt x="477290" y="102316"/>
                  </a:cubicBezTo>
                  <a:cubicBezTo>
                    <a:pt x="477681" y="103945"/>
                    <a:pt x="477535" y="105526"/>
                    <a:pt x="476850" y="107057"/>
                  </a:cubicBezTo>
                  <a:cubicBezTo>
                    <a:pt x="474928" y="111619"/>
                    <a:pt x="471832" y="115448"/>
                    <a:pt x="467563" y="118544"/>
                  </a:cubicBezTo>
                  <a:cubicBezTo>
                    <a:pt x="466684" y="119196"/>
                    <a:pt x="465690" y="119521"/>
                    <a:pt x="464582" y="119521"/>
                  </a:cubicBezTo>
                  <a:close/>
                  <a:moveTo>
                    <a:pt x="412966" y="108964"/>
                  </a:moveTo>
                  <a:cubicBezTo>
                    <a:pt x="397260" y="101404"/>
                    <a:pt x="382646" y="102251"/>
                    <a:pt x="369122" y="111505"/>
                  </a:cubicBezTo>
                  <a:cubicBezTo>
                    <a:pt x="367656" y="112483"/>
                    <a:pt x="367672" y="113444"/>
                    <a:pt x="369171" y="114389"/>
                  </a:cubicBezTo>
                  <a:cubicBezTo>
                    <a:pt x="385334" y="124621"/>
                    <a:pt x="401838" y="124181"/>
                    <a:pt x="418685" y="113069"/>
                  </a:cubicBezTo>
                  <a:cubicBezTo>
                    <a:pt x="420510" y="111896"/>
                    <a:pt x="420461" y="110886"/>
                    <a:pt x="418538" y="110039"/>
                  </a:cubicBezTo>
                  <a:cubicBezTo>
                    <a:pt x="418017" y="109778"/>
                    <a:pt x="417154" y="109599"/>
                    <a:pt x="415948" y="109501"/>
                  </a:cubicBezTo>
                  <a:cubicBezTo>
                    <a:pt x="414449" y="109404"/>
                    <a:pt x="413455" y="109224"/>
                    <a:pt x="412966" y="108964"/>
                  </a:cubicBezTo>
                  <a:close/>
                  <a:moveTo>
                    <a:pt x="781949" y="168644"/>
                  </a:moveTo>
                  <a:cubicBezTo>
                    <a:pt x="781362" y="168644"/>
                    <a:pt x="780841" y="168628"/>
                    <a:pt x="780385" y="168595"/>
                  </a:cubicBezTo>
                  <a:cubicBezTo>
                    <a:pt x="779657" y="168561"/>
                    <a:pt x="779039" y="169123"/>
                    <a:pt x="779004" y="169851"/>
                  </a:cubicBezTo>
                  <a:cubicBezTo>
                    <a:pt x="778990" y="170154"/>
                    <a:pt x="779080" y="170453"/>
                    <a:pt x="779260" y="170697"/>
                  </a:cubicBezTo>
                  <a:lnTo>
                    <a:pt x="787863" y="182721"/>
                  </a:lnTo>
                  <a:cubicBezTo>
                    <a:pt x="788547" y="183699"/>
                    <a:pt x="789248" y="183699"/>
                    <a:pt x="789965" y="182721"/>
                  </a:cubicBezTo>
                  <a:cubicBezTo>
                    <a:pt x="805606" y="161117"/>
                    <a:pt x="821100" y="141517"/>
                    <a:pt x="803553" y="114927"/>
                  </a:cubicBezTo>
                  <a:cubicBezTo>
                    <a:pt x="802641" y="113558"/>
                    <a:pt x="801728" y="113558"/>
                    <a:pt x="800816" y="114927"/>
                  </a:cubicBezTo>
                  <a:cubicBezTo>
                    <a:pt x="793484" y="125810"/>
                    <a:pt x="791399" y="137883"/>
                    <a:pt x="794559" y="151146"/>
                  </a:cubicBezTo>
                  <a:cubicBezTo>
                    <a:pt x="794983" y="152775"/>
                    <a:pt x="794853" y="154372"/>
                    <a:pt x="794168" y="155936"/>
                  </a:cubicBezTo>
                  <a:cubicBezTo>
                    <a:pt x="792278" y="160563"/>
                    <a:pt x="789199" y="164457"/>
                    <a:pt x="784930" y="167618"/>
                  </a:cubicBezTo>
                  <a:cubicBezTo>
                    <a:pt x="784051" y="168269"/>
                    <a:pt x="783057" y="168611"/>
                    <a:pt x="781949" y="168644"/>
                  </a:cubicBezTo>
                  <a:close/>
                  <a:moveTo>
                    <a:pt x="454220" y="171674"/>
                  </a:moveTo>
                  <a:cubicBezTo>
                    <a:pt x="455328" y="171903"/>
                    <a:pt x="455556" y="171544"/>
                    <a:pt x="454904" y="170599"/>
                  </a:cubicBezTo>
                  <a:lnTo>
                    <a:pt x="437552" y="145916"/>
                  </a:lnTo>
                  <a:cubicBezTo>
                    <a:pt x="436184" y="143960"/>
                    <a:pt x="434440" y="143569"/>
                    <a:pt x="432322" y="144743"/>
                  </a:cubicBezTo>
                  <a:cubicBezTo>
                    <a:pt x="418734" y="152302"/>
                    <a:pt x="405097" y="155919"/>
                    <a:pt x="391411" y="155594"/>
                  </a:cubicBezTo>
                  <a:cubicBezTo>
                    <a:pt x="384242" y="155431"/>
                    <a:pt x="384161" y="156131"/>
                    <a:pt x="391167" y="157695"/>
                  </a:cubicBezTo>
                  <a:lnTo>
                    <a:pt x="454220" y="171674"/>
                  </a:lnTo>
                  <a:close/>
                  <a:moveTo>
                    <a:pt x="710342" y="170795"/>
                  </a:moveTo>
                  <a:cubicBezTo>
                    <a:pt x="719271" y="170730"/>
                    <a:pt x="727498" y="167878"/>
                    <a:pt x="735026" y="162241"/>
                  </a:cubicBezTo>
                  <a:cubicBezTo>
                    <a:pt x="736394" y="161198"/>
                    <a:pt x="736329" y="160270"/>
                    <a:pt x="734830" y="159455"/>
                  </a:cubicBezTo>
                  <a:cubicBezTo>
                    <a:pt x="726586" y="154926"/>
                    <a:pt x="718374" y="152693"/>
                    <a:pt x="710195" y="152759"/>
                  </a:cubicBezTo>
                  <a:cubicBezTo>
                    <a:pt x="701984" y="152856"/>
                    <a:pt x="693805" y="155251"/>
                    <a:pt x="685659" y="159944"/>
                  </a:cubicBezTo>
                  <a:cubicBezTo>
                    <a:pt x="684192" y="160791"/>
                    <a:pt x="684143" y="161720"/>
                    <a:pt x="685512" y="162730"/>
                  </a:cubicBezTo>
                  <a:cubicBezTo>
                    <a:pt x="693170" y="168204"/>
                    <a:pt x="701446" y="170892"/>
                    <a:pt x="710342" y="170795"/>
                  </a:cubicBezTo>
                  <a:close/>
                  <a:moveTo>
                    <a:pt x="206798" y="195429"/>
                  </a:moveTo>
                  <a:cubicBezTo>
                    <a:pt x="204940" y="198509"/>
                    <a:pt x="201177" y="200610"/>
                    <a:pt x="196338" y="201783"/>
                  </a:cubicBezTo>
                  <a:cubicBezTo>
                    <a:pt x="179263" y="206085"/>
                    <a:pt x="166636" y="209881"/>
                    <a:pt x="158457" y="213172"/>
                  </a:cubicBezTo>
                  <a:cubicBezTo>
                    <a:pt x="115493" y="230524"/>
                    <a:pt x="97261" y="270115"/>
                    <a:pt x="93547" y="313959"/>
                  </a:cubicBezTo>
                  <a:cubicBezTo>
                    <a:pt x="93384" y="315751"/>
                    <a:pt x="94198" y="316566"/>
                    <a:pt x="95990" y="316403"/>
                  </a:cubicBezTo>
                  <a:cubicBezTo>
                    <a:pt x="170677" y="309511"/>
                    <a:pt x="204403" y="269284"/>
                    <a:pt x="208362" y="195918"/>
                  </a:cubicBezTo>
                  <a:cubicBezTo>
                    <a:pt x="208492" y="193637"/>
                    <a:pt x="207971" y="193474"/>
                    <a:pt x="206798" y="195429"/>
                  </a:cubicBezTo>
                  <a:close/>
                  <a:moveTo>
                    <a:pt x="592448" y="292697"/>
                  </a:moveTo>
                  <a:cubicBezTo>
                    <a:pt x="594012" y="294359"/>
                    <a:pt x="595168" y="295402"/>
                    <a:pt x="595918" y="295825"/>
                  </a:cubicBezTo>
                  <a:cubicBezTo>
                    <a:pt x="599828" y="297911"/>
                    <a:pt x="600545" y="297145"/>
                    <a:pt x="598069" y="293528"/>
                  </a:cubicBezTo>
                  <a:cubicBezTo>
                    <a:pt x="597091" y="292127"/>
                    <a:pt x="595608" y="291166"/>
                    <a:pt x="593621" y="290644"/>
                  </a:cubicBezTo>
                  <a:cubicBezTo>
                    <a:pt x="590818" y="289927"/>
                    <a:pt x="590427" y="290612"/>
                    <a:pt x="592448" y="292697"/>
                  </a:cubicBezTo>
                  <a:close/>
                  <a:moveTo>
                    <a:pt x="592985" y="357363"/>
                  </a:moveTo>
                  <a:cubicBezTo>
                    <a:pt x="593181" y="357168"/>
                    <a:pt x="593262" y="356939"/>
                    <a:pt x="593230" y="356679"/>
                  </a:cubicBezTo>
                  <a:cubicBezTo>
                    <a:pt x="588863" y="331001"/>
                    <a:pt x="573988" y="315670"/>
                    <a:pt x="548604" y="310684"/>
                  </a:cubicBezTo>
                  <a:cubicBezTo>
                    <a:pt x="547072" y="310391"/>
                    <a:pt x="546258" y="310293"/>
                    <a:pt x="546160" y="310391"/>
                  </a:cubicBezTo>
                  <a:cubicBezTo>
                    <a:pt x="546029" y="310521"/>
                    <a:pt x="546111" y="311352"/>
                    <a:pt x="546404" y="312884"/>
                  </a:cubicBezTo>
                  <a:cubicBezTo>
                    <a:pt x="551325" y="338268"/>
                    <a:pt x="566607" y="353176"/>
                    <a:pt x="592252" y="357607"/>
                  </a:cubicBezTo>
                  <a:cubicBezTo>
                    <a:pt x="592513" y="357673"/>
                    <a:pt x="592757" y="357591"/>
                    <a:pt x="592985" y="357363"/>
                  </a:cubicBezTo>
                  <a:close/>
                  <a:moveTo>
                    <a:pt x="624756" y="731184"/>
                  </a:moveTo>
                  <a:cubicBezTo>
                    <a:pt x="688151" y="731184"/>
                    <a:pt x="735026" y="681182"/>
                    <a:pt x="730822" y="620524"/>
                  </a:cubicBezTo>
                  <a:cubicBezTo>
                    <a:pt x="729975" y="608500"/>
                    <a:pt x="725038" y="590741"/>
                    <a:pt x="716012" y="567246"/>
                  </a:cubicBezTo>
                  <a:cubicBezTo>
                    <a:pt x="704998" y="538669"/>
                    <a:pt x="698318" y="521366"/>
                    <a:pt x="695972" y="515338"/>
                  </a:cubicBezTo>
                  <a:cubicBezTo>
                    <a:pt x="686229" y="490377"/>
                    <a:pt x="681064" y="472781"/>
                    <a:pt x="680477" y="462549"/>
                  </a:cubicBezTo>
                  <a:cubicBezTo>
                    <a:pt x="678718" y="430729"/>
                    <a:pt x="676323" y="414697"/>
                    <a:pt x="647876" y="398616"/>
                  </a:cubicBezTo>
                  <a:cubicBezTo>
                    <a:pt x="642010" y="395341"/>
                    <a:pt x="633212" y="394853"/>
                    <a:pt x="625978" y="390063"/>
                  </a:cubicBezTo>
                  <a:cubicBezTo>
                    <a:pt x="625587" y="389802"/>
                    <a:pt x="625147" y="389672"/>
                    <a:pt x="624658" y="389672"/>
                  </a:cubicBezTo>
                  <a:cubicBezTo>
                    <a:pt x="624170" y="389672"/>
                    <a:pt x="623713" y="389802"/>
                    <a:pt x="623290" y="390063"/>
                  </a:cubicBezTo>
                  <a:cubicBezTo>
                    <a:pt x="616105" y="394853"/>
                    <a:pt x="607307" y="395341"/>
                    <a:pt x="601441" y="398616"/>
                  </a:cubicBezTo>
                  <a:cubicBezTo>
                    <a:pt x="572994" y="414746"/>
                    <a:pt x="570599" y="430778"/>
                    <a:pt x="568888" y="462598"/>
                  </a:cubicBezTo>
                  <a:cubicBezTo>
                    <a:pt x="568302" y="472830"/>
                    <a:pt x="563153" y="490426"/>
                    <a:pt x="553443" y="515387"/>
                  </a:cubicBezTo>
                  <a:cubicBezTo>
                    <a:pt x="551096" y="521415"/>
                    <a:pt x="544416" y="538718"/>
                    <a:pt x="533403" y="567295"/>
                  </a:cubicBezTo>
                  <a:cubicBezTo>
                    <a:pt x="524409" y="590822"/>
                    <a:pt x="519505" y="608597"/>
                    <a:pt x="518690" y="620621"/>
                  </a:cubicBezTo>
                  <a:cubicBezTo>
                    <a:pt x="514487" y="681279"/>
                    <a:pt x="561410" y="731233"/>
                    <a:pt x="624756" y="731184"/>
                  </a:cubicBezTo>
                  <a:close/>
                </a:path>
              </a:pathLst>
            </a:custGeom>
            <a:grpFill/>
            <a:ln w="4857" cap="flat">
              <a:noFill/>
              <a:prstDash val="solid"/>
              <a:miter/>
            </a:ln>
          </p:spPr>
          <p:txBody>
            <a:bodyPr rtlCol="0" anchor="ctr"/>
            <a:lstStyle/>
            <a:p>
              <a:endParaRPr lang="en-US" dirty="0"/>
            </a:p>
          </p:txBody>
        </p:sp>
        <p:sp>
          <p:nvSpPr>
            <p:cNvPr id="6" name="Forme libre : forme 2304">
              <a:extLst>
                <a:ext uri="{FF2B5EF4-FFF2-40B4-BE49-F238E27FC236}">
                  <a16:creationId xmlns:a16="http://schemas.microsoft.com/office/drawing/2014/main" id="{02DA0CF3-FCE7-B83F-F685-6F6E08BBAE3B}"/>
                </a:ext>
              </a:extLst>
            </p:cNvPr>
            <p:cNvSpPr/>
            <p:nvPr/>
          </p:nvSpPr>
          <p:spPr>
            <a:xfrm>
              <a:off x="6490425" y="7876907"/>
              <a:ext cx="474090" cy="499743"/>
            </a:xfrm>
            <a:custGeom>
              <a:avLst/>
              <a:gdLst>
                <a:gd name="connsiteX0" fmla="*/ 102596 w 474090"/>
                <a:gd name="connsiteY0" fmla="*/ 499743 h 499743"/>
                <a:gd name="connsiteX1" fmla="*/ 85293 w 474090"/>
                <a:gd name="connsiteY1" fmla="*/ 499743 h 499743"/>
                <a:gd name="connsiteX2" fmla="*/ 0 w 474090"/>
                <a:gd name="connsiteY2" fmla="*/ 365279 h 499743"/>
                <a:gd name="connsiteX3" fmla="*/ 0 w 474090"/>
                <a:gd name="connsiteY3" fmla="*/ 355406 h 499743"/>
                <a:gd name="connsiteX4" fmla="*/ 97414 w 474090"/>
                <a:gd name="connsiteY4" fmla="*/ 255010 h 499743"/>
                <a:gd name="connsiteX5" fmla="*/ 154211 w 474090"/>
                <a:gd name="connsiteY5" fmla="*/ 150557 h 499743"/>
                <a:gd name="connsiteX6" fmla="*/ 180312 w 474090"/>
                <a:gd name="connsiteY6" fmla="*/ 111063 h 499743"/>
                <a:gd name="connsiteX7" fmla="*/ 202503 w 474090"/>
                <a:gd name="connsiteY7" fmla="*/ 91170 h 499743"/>
                <a:gd name="connsiteX8" fmla="*/ 358718 w 474090"/>
                <a:gd name="connsiteY8" fmla="*/ 5584 h 499743"/>
                <a:gd name="connsiteX9" fmla="*/ 384721 w 474090"/>
                <a:gd name="connsiteY9" fmla="*/ 354 h 499743"/>
                <a:gd name="connsiteX10" fmla="*/ 425632 w 474090"/>
                <a:gd name="connsiteY10" fmla="*/ 42438 h 499743"/>
                <a:gd name="connsiteX11" fmla="*/ 428418 w 474090"/>
                <a:gd name="connsiteY11" fmla="*/ 45713 h 499743"/>
                <a:gd name="connsiteX12" fmla="*/ 450902 w 474090"/>
                <a:gd name="connsiteY12" fmla="*/ 65997 h 499743"/>
                <a:gd name="connsiteX13" fmla="*/ 454715 w 474090"/>
                <a:gd name="connsiteY13" fmla="*/ 76653 h 499743"/>
                <a:gd name="connsiteX14" fmla="*/ 421331 w 474090"/>
                <a:gd name="connsiteY14" fmla="*/ 129588 h 499743"/>
                <a:gd name="connsiteX15" fmla="*/ 419718 w 474090"/>
                <a:gd name="connsiteY15" fmla="*/ 132814 h 499743"/>
                <a:gd name="connsiteX16" fmla="*/ 412777 w 474090"/>
                <a:gd name="connsiteY16" fmla="*/ 175534 h 499743"/>
                <a:gd name="connsiteX17" fmla="*/ 393128 w 474090"/>
                <a:gd name="connsiteY17" fmla="*/ 191761 h 499743"/>
                <a:gd name="connsiteX18" fmla="*/ 391564 w 474090"/>
                <a:gd name="connsiteY18" fmla="*/ 195574 h 499743"/>
                <a:gd name="connsiteX19" fmla="*/ 366636 w 474090"/>
                <a:gd name="connsiteY19" fmla="*/ 246847 h 499743"/>
                <a:gd name="connsiteX20" fmla="*/ 294883 w 474090"/>
                <a:gd name="connsiteY20" fmla="*/ 279498 h 499743"/>
                <a:gd name="connsiteX21" fmla="*/ 294345 w 474090"/>
                <a:gd name="connsiteY21" fmla="*/ 280817 h 499743"/>
                <a:gd name="connsiteX22" fmla="*/ 294883 w 474090"/>
                <a:gd name="connsiteY22" fmla="*/ 282186 h 499743"/>
                <a:gd name="connsiteX23" fmla="*/ 295030 w 474090"/>
                <a:gd name="connsiteY23" fmla="*/ 282284 h 499743"/>
                <a:gd name="connsiteX24" fmla="*/ 332715 w 474090"/>
                <a:gd name="connsiteY24" fmla="*/ 268011 h 499743"/>
                <a:gd name="connsiteX25" fmla="*/ 390684 w 474090"/>
                <a:gd name="connsiteY25" fmla="*/ 240151 h 499743"/>
                <a:gd name="connsiteX26" fmla="*/ 472360 w 474090"/>
                <a:gd name="connsiteY26" fmla="*/ 280378 h 499743"/>
                <a:gd name="connsiteX27" fmla="*/ 462927 w 474090"/>
                <a:gd name="connsiteY27" fmla="*/ 303546 h 499743"/>
                <a:gd name="connsiteX28" fmla="*/ 333790 w 474090"/>
                <a:gd name="connsiteY28" fmla="*/ 386297 h 499743"/>
                <a:gd name="connsiteX29" fmla="*/ 260082 w 474090"/>
                <a:gd name="connsiteY29" fmla="*/ 444511 h 499743"/>
                <a:gd name="connsiteX30" fmla="*/ 102596 w 474090"/>
                <a:gd name="connsiteY30" fmla="*/ 499743 h 499743"/>
                <a:gd name="connsiteX31" fmla="*/ 292146 w 474090"/>
                <a:gd name="connsiteY31" fmla="*/ 314983 h 499743"/>
                <a:gd name="connsiteX32" fmla="*/ 236131 w 474090"/>
                <a:gd name="connsiteY32" fmla="*/ 280475 h 499743"/>
                <a:gd name="connsiteX33" fmla="*/ 239944 w 474090"/>
                <a:gd name="connsiteY33" fmla="*/ 151974 h 499743"/>
                <a:gd name="connsiteX34" fmla="*/ 284863 w 474090"/>
                <a:gd name="connsiteY34" fmla="*/ 113849 h 499743"/>
                <a:gd name="connsiteX35" fmla="*/ 385063 w 474090"/>
                <a:gd name="connsiteY35" fmla="*/ 54853 h 499743"/>
                <a:gd name="connsiteX36" fmla="*/ 391222 w 474090"/>
                <a:gd name="connsiteY36" fmla="*/ 42145 h 499743"/>
                <a:gd name="connsiteX37" fmla="*/ 391075 w 474090"/>
                <a:gd name="connsiteY37" fmla="*/ 41705 h 499743"/>
                <a:gd name="connsiteX38" fmla="*/ 376021 w 474090"/>
                <a:gd name="connsiteY38" fmla="*/ 35546 h 499743"/>
                <a:gd name="connsiteX39" fmla="*/ 228995 w 474090"/>
                <a:gd name="connsiteY39" fmla="*/ 114973 h 499743"/>
                <a:gd name="connsiteX40" fmla="*/ 186178 w 474090"/>
                <a:gd name="connsiteY40" fmla="*/ 164047 h 499743"/>
                <a:gd name="connsiteX41" fmla="*/ 131776 w 474090"/>
                <a:gd name="connsiteY41" fmla="*/ 263710 h 499743"/>
                <a:gd name="connsiteX42" fmla="*/ 42769 w 474090"/>
                <a:gd name="connsiteY42" fmla="*/ 365523 h 499743"/>
                <a:gd name="connsiteX43" fmla="*/ 42035 w 474090"/>
                <a:gd name="connsiteY43" fmla="*/ 369629 h 499743"/>
                <a:gd name="connsiteX44" fmla="*/ 97806 w 474090"/>
                <a:gd name="connsiteY44" fmla="*/ 459761 h 499743"/>
                <a:gd name="connsiteX45" fmla="*/ 107288 w 474090"/>
                <a:gd name="connsiteY45" fmla="*/ 464453 h 499743"/>
                <a:gd name="connsiteX46" fmla="*/ 232319 w 474090"/>
                <a:gd name="connsiteY46" fmla="*/ 422809 h 499743"/>
                <a:gd name="connsiteX47" fmla="*/ 426414 w 474090"/>
                <a:gd name="connsiteY47" fmla="*/ 286683 h 499743"/>
                <a:gd name="connsiteX48" fmla="*/ 428516 w 474090"/>
                <a:gd name="connsiteY48" fmla="*/ 276614 h 499743"/>
                <a:gd name="connsiteX49" fmla="*/ 425779 w 474090"/>
                <a:gd name="connsiteY49" fmla="*/ 274121 h 499743"/>
                <a:gd name="connsiteX50" fmla="*/ 405690 w 474090"/>
                <a:gd name="connsiteY50" fmla="*/ 270553 h 499743"/>
                <a:gd name="connsiteX51" fmla="*/ 334181 w 474090"/>
                <a:gd name="connsiteY51" fmla="*/ 304670 h 499743"/>
                <a:gd name="connsiteX52" fmla="*/ 292146 w 474090"/>
                <a:gd name="connsiteY52" fmla="*/ 314983 h 49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74090" h="499743">
                  <a:moveTo>
                    <a:pt x="102596" y="499743"/>
                  </a:moveTo>
                  <a:lnTo>
                    <a:pt x="85293" y="499743"/>
                  </a:lnTo>
                  <a:cubicBezTo>
                    <a:pt x="55379" y="457252"/>
                    <a:pt x="26948" y="412430"/>
                    <a:pt x="0" y="365279"/>
                  </a:cubicBezTo>
                  <a:lnTo>
                    <a:pt x="0" y="355406"/>
                  </a:lnTo>
                  <a:cubicBezTo>
                    <a:pt x="42003" y="326600"/>
                    <a:pt x="74474" y="293135"/>
                    <a:pt x="97414" y="255010"/>
                  </a:cubicBezTo>
                  <a:cubicBezTo>
                    <a:pt x="102530" y="246570"/>
                    <a:pt x="121463" y="211752"/>
                    <a:pt x="154211" y="150557"/>
                  </a:cubicBezTo>
                  <a:cubicBezTo>
                    <a:pt x="159132" y="141400"/>
                    <a:pt x="167832" y="128236"/>
                    <a:pt x="180312" y="111063"/>
                  </a:cubicBezTo>
                  <a:cubicBezTo>
                    <a:pt x="186112" y="103080"/>
                    <a:pt x="193509" y="96449"/>
                    <a:pt x="202503" y="91170"/>
                  </a:cubicBezTo>
                  <a:cubicBezTo>
                    <a:pt x="263112" y="55537"/>
                    <a:pt x="321522" y="24793"/>
                    <a:pt x="358718" y="5584"/>
                  </a:cubicBezTo>
                  <a:cubicBezTo>
                    <a:pt x="367744" y="924"/>
                    <a:pt x="376412" y="-819"/>
                    <a:pt x="384721" y="354"/>
                  </a:cubicBezTo>
                  <a:cubicBezTo>
                    <a:pt x="409258" y="3873"/>
                    <a:pt x="422895" y="17901"/>
                    <a:pt x="425632" y="42438"/>
                  </a:cubicBezTo>
                  <a:cubicBezTo>
                    <a:pt x="425795" y="44165"/>
                    <a:pt x="426724" y="45257"/>
                    <a:pt x="428418" y="45713"/>
                  </a:cubicBezTo>
                  <a:cubicBezTo>
                    <a:pt x="442056" y="49525"/>
                    <a:pt x="444499" y="55440"/>
                    <a:pt x="450902" y="65997"/>
                  </a:cubicBezTo>
                  <a:cubicBezTo>
                    <a:pt x="453053" y="69582"/>
                    <a:pt x="454324" y="73134"/>
                    <a:pt x="454715" y="76653"/>
                  </a:cubicBezTo>
                  <a:cubicBezTo>
                    <a:pt x="457680" y="102493"/>
                    <a:pt x="446552" y="120138"/>
                    <a:pt x="421331" y="129588"/>
                  </a:cubicBezTo>
                  <a:cubicBezTo>
                    <a:pt x="419800" y="130175"/>
                    <a:pt x="419262" y="131250"/>
                    <a:pt x="419718" y="132814"/>
                  </a:cubicBezTo>
                  <a:cubicBezTo>
                    <a:pt x="424280" y="149009"/>
                    <a:pt x="421967" y="163249"/>
                    <a:pt x="412777" y="175534"/>
                  </a:cubicBezTo>
                  <a:cubicBezTo>
                    <a:pt x="407890" y="182034"/>
                    <a:pt x="399189" y="187167"/>
                    <a:pt x="393128" y="191761"/>
                  </a:cubicBezTo>
                  <a:cubicBezTo>
                    <a:pt x="391857" y="192739"/>
                    <a:pt x="391336" y="194010"/>
                    <a:pt x="391564" y="195574"/>
                  </a:cubicBezTo>
                  <a:cubicBezTo>
                    <a:pt x="394758" y="220697"/>
                    <a:pt x="386448" y="237788"/>
                    <a:pt x="366636" y="246847"/>
                  </a:cubicBezTo>
                  <a:cubicBezTo>
                    <a:pt x="331476" y="262912"/>
                    <a:pt x="307559" y="273795"/>
                    <a:pt x="294883" y="279498"/>
                  </a:cubicBezTo>
                  <a:cubicBezTo>
                    <a:pt x="294296" y="279758"/>
                    <a:pt x="294117" y="280198"/>
                    <a:pt x="294345" y="280817"/>
                  </a:cubicBezTo>
                  <a:lnTo>
                    <a:pt x="294883" y="282186"/>
                  </a:lnTo>
                  <a:cubicBezTo>
                    <a:pt x="294915" y="282251"/>
                    <a:pt x="294964" y="282284"/>
                    <a:pt x="295030" y="282284"/>
                  </a:cubicBezTo>
                  <a:cubicBezTo>
                    <a:pt x="310931" y="277494"/>
                    <a:pt x="323493" y="272736"/>
                    <a:pt x="332715" y="268011"/>
                  </a:cubicBezTo>
                  <a:cubicBezTo>
                    <a:pt x="352657" y="257779"/>
                    <a:pt x="371980" y="248493"/>
                    <a:pt x="390684" y="240151"/>
                  </a:cubicBezTo>
                  <a:cubicBezTo>
                    <a:pt x="427294" y="223776"/>
                    <a:pt x="457794" y="248656"/>
                    <a:pt x="472360" y="280378"/>
                  </a:cubicBezTo>
                  <a:cubicBezTo>
                    <a:pt x="476955" y="290446"/>
                    <a:pt x="471920" y="297925"/>
                    <a:pt x="462927" y="303546"/>
                  </a:cubicBezTo>
                  <a:cubicBezTo>
                    <a:pt x="389576" y="349198"/>
                    <a:pt x="346531" y="376782"/>
                    <a:pt x="333790" y="386297"/>
                  </a:cubicBezTo>
                  <a:cubicBezTo>
                    <a:pt x="310361" y="403828"/>
                    <a:pt x="285792" y="423232"/>
                    <a:pt x="260082" y="444511"/>
                  </a:cubicBezTo>
                  <a:cubicBezTo>
                    <a:pt x="214771" y="482000"/>
                    <a:pt x="161054" y="494073"/>
                    <a:pt x="102596" y="499743"/>
                  </a:cubicBezTo>
                  <a:close/>
                  <a:moveTo>
                    <a:pt x="292146" y="314983"/>
                  </a:moveTo>
                  <a:cubicBezTo>
                    <a:pt x="268586" y="313322"/>
                    <a:pt x="249915" y="301819"/>
                    <a:pt x="236131" y="280475"/>
                  </a:cubicBezTo>
                  <a:cubicBezTo>
                    <a:pt x="212230" y="243426"/>
                    <a:pt x="209395" y="187851"/>
                    <a:pt x="239944" y="151974"/>
                  </a:cubicBezTo>
                  <a:cubicBezTo>
                    <a:pt x="253271" y="136333"/>
                    <a:pt x="268244" y="123625"/>
                    <a:pt x="284863" y="113849"/>
                  </a:cubicBezTo>
                  <a:cubicBezTo>
                    <a:pt x="343452" y="79439"/>
                    <a:pt x="376852" y="59774"/>
                    <a:pt x="385063" y="54853"/>
                  </a:cubicBezTo>
                  <a:cubicBezTo>
                    <a:pt x="389148" y="52395"/>
                    <a:pt x="391521" y="47500"/>
                    <a:pt x="391222" y="42145"/>
                  </a:cubicBezTo>
                  <a:cubicBezTo>
                    <a:pt x="391189" y="41949"/>
                    <a:pt x="391141" y="41803"/>
                    <a:pt x="391075" y="41705"/>
                  </a:cubicBezTo>
                  <a:cubicBezTo>
                    <a:pt x="386742" y="34764"/>
                    <a:pt x="381723" y="32711"/>
                    <a:pt x="376021" y="35546"/>
                  </a:cubicBezTo>
                  <a:cubicBezTo>
                    <a:pt x="356176" y="45452"/>
                    <a:pt x="307168" y="71928"/>
                    <a:pt x="228995" y="114973"/>
                  </a:cubicBezTo>
                  <a:cubicBezTo>
                    <a:pt x="207195" y="126949"/>
                    <a:pt x="194536" y="148504"/>
                    <a:pt x="186178" y="164047"/>
                  </a:cubicBezTo>
                  <a:cubicBezTo>
                    <a:pt x="159914" y="212730"/>
                    <a:pt x="141780" y="245951"/>
                    <a:pt x="131776" y="263710"/>
                  </a:cubicBezTo>
                  <a:cubicBezTo>
                    <a:pt x="109781" y="302845"/>
                    <a:pt x="80112" y="336783"/>
                    <a:pt x="42769" y="365523"/>
                  </a:cubicBezTo>
                  <a:cubicBezTo>
                    <a:pt x="41270" y="366664"/>
                    <a:pt x="41025" y="368033"/>
                    <a:pt x="42035" y="369629"/>
                  </a:cubicBezTo>
                  <a:lnTo>
                    <a:pt x="97806" y="459761"/>
                  </a:lnTo>
                  <a:cubicBezTo>
                    <a:pt x="99989" y="463280"/>
                    <a:pt x="103150" y="464844"/>
                    <a:pt x="107288" y="464453"/>
                  </a:cubicBezTo>
                  <a:cubicBezTo>
                    <a:pt x="149617" y="460445"/>
                    <a:pt x="198837" y="450914"/>
                    <a:pt x="232319" y="422809"/>
                  </a:cubicBezTo>
                  <a:cubicBezTo>
                    <a:pt x="294394" y="370574"/>
                    <a:pt x="359093" y="325199"/>
                    <a:pt x="426414" y="286683"/>
                  </a:cubicBezTo>
                  <a:cubicBezTo>
                    <a:pt x="431824" y="283620"/>
                    <a:pt x="432524" y="280263"/>
                    <a:pt x="428516" y="276614"/>
                  </a:cubicBezTo>
                  <a:lnTo>
                    <a:pt x="425779" y="274121"/>
                  </a:lnTo>
                  <a:cubicBezTo>
                    <a:pt x="419425" y="268321"/>
                    <a:pt x="412729" y="267132"/>
                    <a:pt x="405690" y="270553"/>
                  </a:cubicBezTo>
                  <a:cubicBezTo>
                    <a:pt x="372192" y="286911"/>
                    <a:pt x="348356" y="298283"/>
                    <a:pt x="334181" y="304670"/>
                  </a:cubicBezTo>
                  <a:cubicBezTo>
                    <a:pt x="317237" y="312328"/>
                    <a:pt x="303225" y="315765"/>
                    <a:pt x="292146" y="314983"/>
                  </a:cubicBezTo>
                  <a:close/>
                </a:path>
              </a:pathLst>
            </a:custGeom>
            <a:grpFill/>
            <a:ln w="4857" cap="flat">
              <a:noFill/>
              <a:prstDash val="solid"/>
              <a:miter/>
            </a:ln>
          </p:spPr>
          <p:txBody>
            <a:bodyPr rtlCol="0" anchor="ctr"/>
            <a:lstStyle/>
            <a:p>
              <a:endParaRPr lang="en-US" dirty="0"/>
            </a:p>
          </p:txBody>
        </p:sp>
      </p:grpSp>
      <p:grpSp>
        <p:nvGrpSpPr>
          <p:cNvPr id="7" name="Optimization4" descr="{&quot;Key&quot;:&quot;POWER_USER_SHAPE_ICON&quot;,&quot;Value&quot;:&quot;POWER_USER_SHAPE_ICON_STYLE_1&quot;}">
            <a:extLst>
              <a:ext uri="{FF2B5EF4-FFF2-40B4-BE49-F238E27FC236}">
                <a16:creationId xmlns:a16="http://schemas.microsoft.com/office/drawing/2014/main" id="{D3D9A74D-7230-6468-C36D-03C13CE10E3B}"/>
              </a:ext>
            </a:extLst>
          </p:cNvPr>
          <p:cNvGrpSpPr>
            <a:grpSpLocks noChangeAspect="1"/>
          </p:cNvGrpSpPr>
          <p:nvPr/>
        </p:nvGrpSpPr>
        <p:grpSpPr>
          <a:xfrm>
            <a:off x="6320822" y="5548167"/>
            <a:ext cx="466881" cy="572502"/>
            <a:chOff x="5502366" y="4644501"/>
            <a:chExt cx="874975" cy="1072916"/>
          </a:xfrm>
          <a:solidFill>
            <a:schemeClr val="accent3"/>
          </a:solidFill>
        </p:grpSpPr>
        <p:sp>
          <p:nvSpPr>
            <p:cNvPr id="8" name="Forme libre : forme 1564">
              <a:extLst>
                <a:ext uri="{FF2B5EF4-FFF2-40B4-BE49-F238E27FC236}">
                  <a16:creationId xmlns:a16="http://schemas.microsoft.com/office/drawing/2014/main" id="{521E85FF-43D7-2399-BA79-5A18D2D81E77}"/>
                </a:ext>
              </a:extLst>
            </p:cNvPr>
            <p:cNvSpPr/>
            <p:nvPr/>
          </p:nvSpPr>
          <p:spPr>
            <a:xfrm>
              <a:off x="5502366" y="4644501"/>
              <a:ext cx="874975" cy="1072916"/>
            </a:xfrm>
            <a:custGeom>
              <a:avLst/>
              <a:gdLst>
                <a:gd name="connsiteX0" fmla="*/ 646501 w 874975"/>
                <a:gd name="connsiteY0" fmla="*/ 631780 h 1072916"/>
                <a:gd name="connsiteX1" fmla="*/ 652147 w 874975"/>
                <a:gd name="connsiteY1" fmla="*/ 624844 h 1072916"/>
                <a:gd name="connsiteX2" fmla="*/ 656770 w 874975"/>
                <a:gd name="connsiteY2" fmla="*/ 624253 h 1072916"/>
                <a:gd name="connsiteX3" fmla="*/ 671825 w 874975"/>
                <a:gd name="connsiteY3" fmla="*/ 629092 h 1072916"/>
                <a:gd name="connsiteX4" fmla="*/ 676610 w 874975"/>
                <a:gd name="connsiteY4" fmla="*/ 628393 h 1072916"/>
                <a:gd name="connsiteX5" fmla="*/ 741237 w 874975"/>
                <a:gd name="connsiteY5" fmla="*/ 583337 h 1072916"/>
                <a:gd name="connsiteX6" fmla="*/ 744915 w 874975"/>
                <a:gd name="connsiteY6" fmla="*/ 562830 h 1072916"/>
                <a:gd name="connsiteX7" fmla="*/ 744893 w 874975"/>
                <a:gd name="connsiteY7" fmla="*/ 562798 h 1072916"/>
                <a:gd name="connsiteX8" fmla="*/ 725161 w 874975"/>
                <a:gd name="connsiteY8" fmla="*/ 514677 h 1072916"/>
                <a:gd name="connsiteX9" fmla="*/ 748979 w 874975"/>
                <a:gd name="connsiteY9" fmla="*/ 466879 h 1072916"/>
                <a:gd name="connsiteX10" fmla="*/ 818123 w 874975"/>
                <a:gd name="connsiteY10" fmla="*/ 449835 h 1072916"/>
                <a:gd name="connsiteX11" fmla="*/ 834037 w 874975"/>
                <a:gd name="connsiteY11" fmla="*/ 438276 h 1072916"/>
                <a:gd name="connsiteX12" fmla="*/ 847748 w 874975"/>
                <a:gd name="connsiteY12" fmla="*/ 365046 h 1072916"/>
                <a:gd name="connsiteX13" fmla="*/ 814735 w 874975"/>
                <a:gd name="connsiteY13" fmla="*/ 342626 h 1072916"/>
                <a:gd name="connsiteX14" fmla="*/ 778389 w 874975"/>
                <a:gd name="connsiteY14" fmla="*/ 308108 h 1072916"/>
                <a:gd name="connsiteX15" fmla="*/ 770271 w 874975"/>
                <a:gd name="connsiteY15" fmla="*/ 262299 h 1072916"/>
                <a:gd name="connsiteX16" fmla="*/ 807208 w 874975"/>
                <a:gd name="connsiteY16" fmla="*/ 215523 h 1072916"/>
                <a:gd name="connsiteX17" fmla="*/ 810380 w 874975"/>
                <a:gd name="connsiteY17" fmla="*/ 194984 h 1072916"/>
                <a:gd name="connsiteX18" fmla="*/ 767421 w 874975"/>
                <a:gd name="connsiteY18" fmla="*/ 133207 h 1072916"/>
                <a:gd name="connsiteX19" fmla="*/ 742312 w 874975"/>
                <a:gd name="connsiteY19" fmla="*/ 133529 h 1072916"/>
                <a:gd name="connsiteX20" fmla="*/ 677954 w 874975"/>
                <a:gd name="connsiteY20" fmla="*/ 142885 h 1072916"/>
                <a:gd name="connsiteX21" fmla="*/ 646394 w 874975"/>
                <a:gd name="connsiteY21" fmla="*/ 121432 h 1072916"/>
                <a:gd name="connsiteX22" fmla="*/ 633866 w 874975"/>
                <a:gd name="connsiteY22" fmla="*/ 57128 h 1072916"/>
                <a:gd name="connsiteX23" fmla="*/ 623059 w 874975"/>
                <a:gd name="connsiteY23" fmla="*/ 41643 h 1072916"/>
                <a:gd name="connsiteX24" fmla="*/ 554077 w 874975"/>
                <a:gd name="connsiteY24" fmla="*/ 28416 h 1072916"/>
                <a:gd name="connsiteX25" fmla="*/ 530474 w 874975"/>
                <a:gd name="connsiteY25" fmla="*/ 45192 h 1072916"/>
                <a:gd name="connsiteX26" fmla="*/ 463535 w 874975"/>
                <a:gd name="connsiteY26" fmla="*/ 103797 h 1072916"/>
                <a:gd name="connsiteX27" fmla="*/ 403962 w 874975"/>
                <a:gd name="connsiteY27" fmla="*/ 72021 h 1072916"/>
                <a:gd name="connsiteX28" fmla="*/ 375143 w 874975"/>
                <a:gd name="connsiteY28" fmla="*/ 67827 h 1072916"/>
                <a:gd name="connsiteX29" fmla="*/ 319872 w 874975"/>
                <a:gd name="connsiteY29" fmla="*/ 106431 h 1072916"/>
                <a:gd name="connsiteX30" fmla="*/ 316216 w 874975"/>
                <a:gd name="connsiteY30" fmla="*/ 130303 h 1072916"/>
                <a:gd name="connsiteX31" fmla="*/ 326861 w 874975"/>
                <a:gd name="connsiteY31" fmla="*/ 196866 h 1072916"/>
                <a:gd name="connsiteX32" fmla="*/ 266966 w 874975"/>
                <a:gd name="connsiteY32" fmla="*/ 244287 h 1072916"/>
                <a:gd name="connsiteX33" fmla="*/ 224706 w 874975"/>
                <a:gd name="connsiteY33" fmla="*/ 254503 h 1072916"/>
                <a:gd name="connsiteX34" fmla="*/ 212286 w 874975"/>
                <a:gd name="connsiteY34" fmla="*/ 322141 h 1072916"/>
                <a:gd name="connsiteX35" fmla="*/ 223630 w 874975"/>
                <a:gd name="connsiteY35" fmla="*/ 344185 h 1072916"/>
                <a:gd name="connsiteX36" fmla="*/ 282182 w 874975"/>
                <a:gd name="connsiteY36" fmla="*/ 385800 h 1072916"/>
                <a:gd name="connsiteX37" fmla="*/ 289440 w 874975"/>
                <a:gd name="connsiteY37" fmla="*/ 426931 h 1072916"/>
                <a:gd name="connsiteX38" fmla="*/ 253578 w 874975"/>
                <a:gd name="connsiteY38" fmla="*/ 474138 h 1072916"/>
                <a:gd name="connsiteX39" fmla="*/ 251051 w 874975"/>
                <a:gd name="connsiteY39" fmla="*/ 499246 h 1072916"/>
                <a:gd name="connsiteX40" fmla="*/ 288902 w 874975"/>
                <a:gd name="connsiteY40" fmla="*/ 553819 h 1072916"/>
                <a:gd name="connsiteX41" fmla="*/ 308957 w 874975"/>
                <a:gd name="connsiteY41" fmla="*/ 562314 h 1072916"/>
                <a:gd name="connsiteX42" fmla="*/ 325195 w 874975"/>
                <a:gd name="connsiteY42" fmla="*/ 577261 h 1072916"/>
                <a:gd name="connsiteX43" fmla="*/ 318581 w 874975"/>
                <a:gd name="connsiteY43" fmla="*/ 588122 h 1072916"/>
                <a:gd name="connsiteX44" fmla="*/ 267718 w 874975"/>
                <a:gd name="connsiteY44" fmla="*/ 571024 h 1072916"/>
                <a:gd name="connsiteX45" fmla="*/ 226103 w 874975"/>
                <a:gd name="connsiteY45" fmla="*/ 511666 h 1072916"/>
                <a:gd name="connsiteX46" fmla="*/ 231319 w 874975"/>
                <a:gd name="connsiteY46" fmla="*/ 456502 h 1072916"/>
                <a:gd name="connsiteX47" fmla="*/ 261267 w 874975"/>
                <a:gd name="connsiteY47" fmla="*/ 421501 h 1072916"/>
                <a:gd name="connsiteX48" fmla="*/ 254277 w 874975"/>
                <a:gd name="connsiteY48" fmla="*/ 389671 h 1072916"/>
                <a:gd name="connsiteX49" fmla="*/ 210888 w 874975"/>
                <a:gd name="connsiteY49" fmla="*/ 368756 h 1072916"/>
                <a:gd name="connsiteX50" fmla="*/ 185510 w 874975"/>
                <a:gd name="connsiteY50" fmla="*/ 340099 h 1072916"/>
                <a:gd name="connsiteX51" fmla="*/ 194543 w 874975"/>
                <a:gd name="connsiteY51" fmla="*/ 264073 h 1072916"/>
                <a:gd name="connsiteX52" fmla="*/ 206318 w 874975"/>
                <a:gd name="connsiteY52" fmla="*/ 228695 h 1072916"/>
                <a:gd name="connsiteX53" fmla="*/ 269762 w 874975"/>
                <a:gd name="connsiteY53" fmla="*/ 216867 h 1072916"/>
                <a:gd name="connsiteX54" fmla="*/ 287289 w 874975"/>
                <a:gd name="connsiteY54" fmla="*/ 208856 h 1072916"/>
                <a:gd name="connsiteX55" fmla="*/ 305086 w 874975"/>
                <a:gd name="connsiteY55" fmla="*/ 178048 h 1072916"/>
                <a:gd name="connsiteX56" fmla="*/ 305892 w 874975"/>
                <a:gd name="connsiteY56" fmla="*/ 172940 h 1072916"/>
                <a:gd name="connsiteX57" fmla="*/ 300785 w 874975"/>
                <a:gd name="connsiteY57" fmla="*/ 156756 h 1072916"/>
                <a:gd name="connsiteX58" fmla="*/ 285300 w 874975"/>
                <a:gd name="connsiteY58" fmla="*/ 129819 h 1072916"/>
                <a:gd name="connsiteX59" fmla="*/ 307559 w 874975"/>
                <a:gd name="connsiteY59" fmla="*/ 80623 h 1072916"/>
                <a:gd name="connsiteX60" fmla="*/ 346486 w 874975"/>
                <a:gd name="connsiteY60" fmla="*/ 53418 h 1072916"/>
                <a:gd name="connsiteX61" fmla="*/ 381595 w 874975"/>
                <a:gd name="connsiteY61" fmla="*/ 34546 h 1072916"/>
                <a:gd name="connsiteX62" fmla="*/ 438211 w 874975"/>
                <a:gd name="connsiteY62" fmla="*/ 71591 h 1072916"/>
                <a:gd name="connsiteX63" fmla="*/ 454771 w 874975"/>
                <a:gd name="connsiteY63" fmla="*/ 77290 h 1072916"/>
                <a:gd name="connsiteX64" fmla="*/ 484880 w 874975"/>
                <a:gd name="connsiteY64" fmla="*/ 69709 h 1072916"/>
                <a:gd name="connsiteX65" fmla="*/ 500042 w 874975"/>
                <a:gd name="connsiteY65" fmla="*/ 53633 h 1072916"/>
                <a:gd name="connsiteX66" fmla="*/ 560690 w 874975"/>
                <a:gd name="connsiteY66" fmla="*/ 1211 h 1072916"/>
                <a:gd name="connsiteX67" fmla="*/ 609886 w 874975"/>
                <a:gd name="connsiteY67" fmla="*/ 9706 h 1072916"/>
                <a:gd name="connsiteX68" fmla="*/ 646501 w 874975"/>
                <a:gd name="connsiteY68" fmla="*/ 22072 h 1072916"/>
                <a:gd name="connsiteX69" fmla="*/ 661287 w 874975"/>
                <a:gd name="connsiteY69" fmla="*/ 62827 h 1072916"/>
                <a:gd name="connsiteX70" fmla="*/ 668922 w 874975"/>
                <a:gd name="connsiteY70" fmla="*/ 103958 h 1072916"/>
                <a:gd name="connsiteX71" fmla="*/ 697364 w 874975"/>
                <a:gd name="connsiteY71" fmla="*/ 121002 h 1072916"/>
                <a:gd name="connsiteX72" fmla="*/ 710322 w 874975"/>
                <a:gd name="connsiteY72" fmla="*/ 120948 h 1072916"/>
                <a:gd name="connsiteX73" fmla="*/ 738172 w 874975"/>
                <a:gd name="connsiteY73" fmla="*/ 103850 h 1072916"/>
                <a:gd name="connsiteX74" fmla="*/ 801025 w 874975"/>
                <a:gd name="connsiteY74" fmla="*/ 132346 h 1072916"/>
                <a:gd name="connsiteX75" fmla="*/ 823929 w 874975"/>
                <a:gd name="connsiteY75" fmla="*/ 165144 h 1072916"/>
                <a:gd name="connsiteX76" fmla="*/ 839575 w 874975"/>
                <a:gd name="connsiteY76" fmla="*/ 195145 h 1072916"/>
                <a:gd name="connsiteX77" fmla="*/ 816133 w 874975"/>
                <a:gd name="connsiteY77" fmla="*/ 244234 h 1072916"/>
                <a:gd name="connsiteX78" fmla="*/ 798552 w 874975"/>
                <a:gd name="connsiteY78" fmla="*/ 270472 h 1072916"/>
                <a:gd name="connsiteX79" fmla="*/ 805165 w 874975"/>
                <a:gd name="connsiteY79" fmla="*/ 300150 h 1072916"/>
                <a:gd name="connsiteX80" fmla="*/ 820703 w 874975"/>
                <a:gd name="connsiteY80" fmla="*/ 315420 h 1072916"/>
                <a:gd name="connsiteX81" fmla="*/ 873448 w 874975"/>
                <a:gd name="connsiteY81" fmla="*/ 348701 h 1072916"/>
                <a:gd name="connsiteX82" fmla="*/ 872158 w 874975"/>
                <a:gd name="connsiteY82" fmla="*/ 389187 h 1072916"/>
                <a:gd name="connsiteX83" fmla="*/ 861243 w 874975"/>
                <a:gd name="connsiteY83" fmla="*/ 441717 h 1072916"/>
                <a:gd name="connsiteX84" fmla="*/ 813176 w 874975"/>
                <a:gd name="connsiteY84" fmla="*/ 476987 h 1072916"/>
                <a:gd name="connsiteX85" fmla="*/ 788014 w 874975"/>
                <a:gd name="connsiteY85" fmla="*/ 474890 h 1072916"/>
                <a:gd name="connsiteX86" fmla="*/ 774841 w 874975"/>
                <a:gd name="connsiteY86" fmla="*/ 479568 h 1072916"/>
                <a:gd name="connsiteX87" fmla="*/ 753119 w 874975"/>
                <a:gd name="connsiteY87" fmla="*/ 514247 h 1072916"/>
                <a:gd name="connsiteX88" fmla="*/ 756560 w 874975"/>
                <a:gd name="connsiteY88" fmla="*/ 530270 h 1072916"/>
                <a:gd name="connsiteX89" fmla="*/ 770970 w 874975"/>
                <a:gd name="connsiteY89" fmla="*/ 590004 h 1072916"/>
                <a:gd name="connsiteX90" fmla="*/ 743764 w 874975"/>
                <a:gd name="connsiteY90" fmla="*/ 616134 h 1072916"/>
                <a:gd name="connsiteX91" fmla="*/ 709192 w 874975"/>
                <a:gd name="connsiteY91" fmla="*/ 640167 h 1072916"/>
                <a:gd name="connsiteX92" fmla="*/ 643114 w 874975"/>
                <a:gd name="connsiteY92" fmla="*/ 645759 h 1072916"/>
                <a:gd name="connsiteX93" fmla="*/ 639834 w 874975"/>
                <a:gd name="connsiteY93" fmla="*/ 646512 h 1072916"/>
                <a:gd name="connsiteX94" fmla="*/ 564185 w 874975"/>
                <a:gd name="connsiteY94" fmla="*/ 732161 h 1072916"/>
                <a:gd name="connsiteX95" fmla="*/ 560314 w 874975"/>
                <a:gd name="connsiteY95" fmla="*/ 735817 h 1072916"/>
                <a:gd name="connsiteX96" fmla="*/ 546819 w 874975"/>
                <a:gd name="connsiteY96" fmla="*/ 744635 h 1072916"/>
                <a:gd name="connsiteX97" fmla="*/ 425415 w 874975"/>
                <a:gd name="connsiteY97" fmla="*/ 766249 h 1072916"/>
                <a:gd name="connsiteX98" fmla="*/ 413479 w 874975"/>
                <a:gd name="connsiteY98" fmla="*/ 773400 h 1072916"/>
                <a:gd name="connsiteX99" fmla="*/ 376756 w 874975"/>
                <a:gd name="connsiteY99" fmla="*/ 815176 h 1072916"/>
                <a:gd name="connsiteX100" fmla="*/ 312882 w 874975"/>
                <a:gd name="connsiteY100" fmla="*/ 885717 h 1072916"/>
                <a:gd name="connsiteX101" fmla="*/ 305140 w 874975"/>
                <a:gd name="connsiteY101" fmla="*/ 895933 h 1072916"/>
                <a:gd name="connsiteX102" fmla="*/ 220619 w 874975"/>
                <a:gd name="connsiteY102" fmla="*/ 982443 h 1072916"/>
                <a:gd name="connsiteX103" fmla="*/ 182230 w 874975"/>
                <a:gd name="connsiteY103" fmla="*/ 1022875 h 1072916"/>
                <a:gd name="connsiteX104" fmla="*/ 124270 w 874975"/>
                <a:gd name="connsiteY104" fmla="*/ 1068092 h 1072916"/>
                <a:gd name="connsiteX105" fmla="*/ 33782 w 874975"/>
                <a:gd name="connsiteY105" fmla="*/ 1050994 h 1072916"/>
                <a:gd name="connsiteX106" fmla="*/ 17598 w 874975"/>
                <a:gd name="connsiteY106" fmla="*/ 1032929 h 1072916"/>
                <a:gd name="connsiteX107" fmla="*/ 7006 w 874975"/>
                <a:gd name="connsiteY107" fmla="*/ 948624 h 1072916"/>
                <a:gd name="connsiteX108" fmla="*/ 43191 w 874975"/>
                <a:gd name="connsiteY108" fmla="*/ 907654 h 1072916"/>
                <a:gd name="connsiteX109" fmla="*/ 86688 w 874975"/>
                <a:gd name="connsiteY109" fmla="*/ 871308 h 1072916"/>
                <a:gd name="connsiteX110" fmla="*/ 96635 w 874975"/>
                <a:gd name="connsiteY110" fmla="*/ 860824 h 1072916"/>
                <a:gd name="connsiteX111" fmla="*/ 111797 w 874975"/>
                <a:gd name="connsiteY111" fmla="*/ 848457 h 1072916"/>
                <a:gd name="connsiteX112" fmla="*/ 134378 w 874975"/>
                <a:gd name="connsiteY112" fmla="*/ 828188 h 1072916"/>
                <a:gd name="connsiteX113" fmla="*/ 314388 w 874975"/>
                <a:gd name="connsiteY113" fmla="*/ 668072 h 1072916"/>
                <a:gd name="connsiteX114" fmla="*/ 324764 w 874975"/>
                <a:gd name="connsiteY114" fmla="*/ 643340 h 1072916"/>
                <a:gd name="connsiteX115" fmla="*/ 330894 w 874975"/>
                <a:gd name="connsiteY115" fmla="*/ 557475 h 1072916"/>
                <a:gd name="connsiteX116" fmla="*/ 340733 w 874975"/>
                <a:gd name="connsiteY116" fmla="*/ 514193 h 1072916"/>
                <a:gd name="connsiteX117" fmla="*/ 485364 w 874975"/>
                <a:gd name="connsiteY117" fmla="*/ 424942 h 1072916"/>
                <a:gd name="connsiteX118" fmla="*/ 622091 w 874975"/>
                <a:gd name="connsiteY118" fmla="*/ 500591 h 1072916"/>
                <a:gd name="connsiteX119" fmla="*/ 607090 w 874975"/>
                <a:gd name="connsiteY119" fmla="*/ 525861 h 1072916"/>
                <a:gd name="connsiteX120" fmla="*/ 521118 w 874975"/>
                <a:gd name="connsiteY120" fmla="*/ 545969 h 1072916"/>
                <a:gd name="connsiteX121" fmla="*/ 518802 w 874975"/>
                <a:gd name="connsiteY121" fmla="*/ 549766 h 1072916"/>
                <a:gd name="connsiteX122" fmla="*/ 518806 w 874975"/>
                <a:gd name="connsiteY122" fmla="*/ 549787 h 1072916"/>
                <a:gd name="connsiteX123" fmla="*/ 535904 w 874975"/>
                <a:gd name="connsiteY123" fmla="*/ 617801 h 1072916"/>
                <a:gd name="connsiteX124" fmla="*/ 537449 w 874975"/>
                <a:gd name="connsiteY124" fmla="*/ 618772 h 1072916"/>
                <a:gd name="connsiteX125" fmla="*/ 537463 w 874975"/>
                <a:gd name="connsiteY125" fmla="*/ 618769 h 1072916"/>
                <a:gd name="connsiteX126" fmla="*/ 632307 w 874975"/>
                <a:gd name="connsiteY126" fmla="*/ 594789 h 1072916"/>
                <a:gd name="connsiteX127" fmla="*/ 651824 w 874975"/>
                <a:gd name="connsiteY127" fmla="*/ 603929 h 1072916"/>
                <a:gd name="connsiteX128" fmla="*/ 651824 w 874975"/>
                <a:gd name="connsiteY128" fmla="*/ 610166 h 1072916"/>
                <a:gd name="connsiteX129" fmla="*/ 645211 w 874975"/>
                <a:gd name="connsiteY129" fmla="*/ 631242 h 1072916"/>
                <a:gd name="connsiteX130" fmla="*/ 646501 w 874975"/>
                <a:gd name="connsiteY130" fmla="*/ 631780 h 1072916"/>
                <a:gd name="connsiteX131" fmla="*/ 490418 w 874975"/>
                <a:gd name="connsiteY131" fmla="*/ 545216 h 1072916"/>
                <a:gd name="connsiteX132" fmla="*/ 503591 w 874975"/>
                <a:gd name="connsiteY132" fmla="*/ 522688 h 1072916"/>
                <a:gd name="connsiteX133" fmla="*/ 587520 w 874975"/>
                <a:gd name="connsiteY133" fmla="*/ 503118 h 1072916"/>
                <a:gd name="connsiteX134" fmla="*/ 589174 w 874975"/>
                <a:gd name="connsiteY134" fmla="*/ 500542 h 1072916"/>
                <a:gd name="connsiteX135" fmla="*/ 588702 w 874975"/>
                <a:gd name="connsiteY135" fmla="*/ 499569 h 1072916"/>
                <a:gd name="connsiteX136" fmla="*/ 437136 w 874975"/>
                <a:gd name="connsiteY136" fmla="*/ 457847 h 1072916"/>
                <a:gd name="connsiteX137" fmla="*/ 351863 w 874975"/>
                <a:gd name="connsiteY137" fmla="*/ 643340 h 1072916"/>
                <a:gd name="connsiteX138" fmla="*/ 347991 w 874975"/>
                <a:gd name="connsiteY138" fmla="*/ 665814 h 1072916"/>
                <a:gd name="connsiteX139" fmla="*/ 336217 w 874975"/>
                <a:gd name="connsiteY139" fmla="*/ 684256 h 1072916"/>
                <a:gd name="connsiteX140" fmla="*/ 219759 w 874975"/>
                <a:gd name="connsiteY140" fmla="*/ 791250 h 1072916"/>
                <a:gd name="connsiteX141" fmla="*/ 122604 w 874975"/>
                <a:gd name="connsiteY141" fmla="*/ 874158 h 1072916"/>
                <a:gd name="connsiteX142" fmla="*/ 115130 w 874975"/>
                <a:gd name="connsiteY142" fmla="*/ 881201 h 1072916"/>
                <a:gd name="connsiteX143" fmla="*/ 108194 w 874975"/>
                <a:gd name="connsiteY143" fmla="*/ 888406 h 1072916"/>
                <a:gd name="connsiteX144" fmla="*/ 47116 w 874975"/>
                <a:gd name="connsiteY144" fmla="*/ 939914 h 1072916"/>
                <a:gd name="connsiteX145" fmla="*/ 118786 w 874975"/>
                <a:gd name="connsiteY145" fmla="*/ 1041693 h 1072916"/>
                <a:gd name="connsiteX146" fmla="*/ 149756 w 874975"/>
                <a:gd name="connsiteY146" fmla="*/ 1016960 h 1072916"/>
                <a:gd name="connsiteX147" fmla="*/ 275461 w 874975"/>
                <a:gd name="connsiteY147" fmla="*/ 888621 h 1072916"/>
                <a:gd name="connsiteX148" fmla="*/ 284762 w 874975"/>
                <a:gd name="connsiteY148" fmla="*/ 876308 h 1072916"/>
                <a:gd name="connsiteX149" fmla="*/ 323151 w 874975"/>
                <a:gd name="connsiteY149" fmla="*/ 836414 h 1072916"/>
                <a:gd name="connsiteX150" fmla="*/ 348690 w 874975"/>
                <a:gd name="connsiteY150" fmla="*/ 806251 h 1072916"/>
                <a:gd name="connsiteX151" fmla="*/ 401650 w 874975"/>
                <a:gd name="connsiteY151" fmla="*/ 746624 h 1072916"/>
                <a:gd name="connsiteX152" fmla="*/ 408962 w 874975"/>
                <a:gd name="connsiteY152" fmla="*/ 741624 h 1072916"/>
                <a:gd name="connsiteX153" fmla="*/ 528968 w 874975"/>
                <a:gd name="connsiteY153" fmla="*/ 719257 h 1072916"/>
                <a:gd name="connsiteX154" fmla="*/ 530635 w 874975"/>
                <a:gd name="connsiteY154" fmla="*/ 716730 h 1072916"/>
                <a:gd name="connsiteX155" fmla="*/ 490418 w 874975"/>
                <a:gd name="connsiteY155" fmla="*/ 545216 h 1072916"/>
                <a:gd name="connsiteX156" fmla="*/ 558217 w 874975"/>
                <a:gd name="connsiteY156" fmla="*/ 704472 h 1072916"/>
                <a:gd name="connsiteX157" fmla="*/ 618166 w 874975"/>
                <a:gd name="connsiteY157" fmla="*/ 629629 h 1072916"/>
                <a:gd name="connsiteX158" fmla="*/ 615693 w 874975"/>
                <a:gd name="connsiteY158" fmla="*/ 626887 h 1072916"/>
                <a:gd name="connsiteX159" fmla="*/ 544668 w 874975"/>
                <a:gd name="connsiteY159" fmla="*/ 644738 h 1072916"/>
                <a:gd name="connsiteX160" fmla="*/ 541980 w 874975"/>
                <a:gd name="connsiteY160" fmla="*/ 649200 h 1072916"/>
                <a:gd name="connsiteX161" fmla="*/ 555636 w 874975"/>
                <a:gd name="connsiteY161" fmla="*/ 703450 h 1072916"/>
                <a:gd name="connsiteX162" fmla="*/ 557736 w 874975"/>
                <a:gd name="connsiteY162" fmla="*/ 704680 h 1072916"/>
                <a:gd name="connsiteX163" fmla="*/ 558217 w 874975"/>
                <a:gd name="connsiteY163" fmla="*/ 704472 h 1072916"/>
                <a:gd name="connsiteX164" fmla="*/ 262234 w 874975"/>
                <a:gd name="connsiteY164" fmla="*/ 745065 h 1072916"/>
                <a:gd name="connsiteX165" fmla="*/ 253309 w 874975"/>
                <a:gd name="connsiteY165" fmla="*/ 736086 h 1072916"/>
                <a:gd name="connsiteX166" fmla="*/ 252019 w 874975"/>
                <a:gd name="connsiteY166" fmla="*/ 735710 h 1072916"/>
                <a:gd name="connsiteX167" fmla="*/ 252288 w 874975"/>
                <a:gd name="connsiteY167" fmla="*/ 736893 h 1072916"/>
                <a:gd name="connsiteX168" fmla="*/ 261965 w 874975"/>
                <a:gd name="connsiteY168" fmla="*/ 746302 h 1072916"/>
                <a:gd name="connsiteX169" fmla="*/ 262288 w 874975"/>
                <a:gd name="connsiteY169" fmla="*/ 746356 h 1072916"/>
                <a:gd name="connsiteX170" fmla="*/ 262557 w 874975"/>
                <a:gd name="connsiteY170" fmla="*/ 746087 h 1072916"/>
                <a:gd name="connsiteX171" fmla="*/ 262234 w 874975"/>
                <a:gd name="connsiteY171" fmla="*/ 745065 h 1072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874975" h="1072916">
                  <a:moveTo>
                    <a:pt x="646501" y="631780"/>
                  </a:moveTo>
                  <a:cubicBezTo>
                    <a:pt x="648042" y="628554"/>
                    <a:pt x="649924" y="626242"/>
                    <a:pt x="652147" y="624844"/>
                  </a:cubicBezTo>
                  <a:cubicBezTo>
                    <a:pt x="653616" y="623948"/>
                    <a:pt x="655157" y="623751"/>
                    <a:pt x="656770" y="624253"/>
                  </a:cubicBezTo>
                  <a:lnTo>
                    <a:pt x="671825" y="629092"/>
                  </a:lnTo>
                  <a:cubicBezTo>
                    <a:pt x="673545" y="629665"/>
                    <a:pt x="675141" y="629432"/>
                    <a:pt x="676610" y="628393"/>
                  </a:cubicBezTo>
                  <a:lnTo>
                    <a:pt x="741237" y="583337"/>
                  </a:lnTo>
                  <a:cubicBezTo>
                    <a:pt x="747923" y="578648"/>
                    <a:pt x="749570" y="569467"/>
                    <a:pt x="744915" y="562830"/>
                  </a:cubicBezTo>
                  <a:cubicBezTo>
                    <a:pt x="744908" y="562819"/>
                    <a:pt x="744901" y="562808"/>
                    <a:pt x="744893" y="562798"/>
                  </a:cubicBezTo>
                  <a:cubicBezTo>
                    <a:pt x="733817" y="547045"/>
                    <a:pt x="724892" y="535539"/>
                    <a:pt x="725161" y="514677"/>
                  </a:cubicBezTo>
                  <a:cubicBezTo>
                    <a:pt x="725376" y="499677"/>
                    <a:pt x="740699" y="478923"/>
                    <a:pt x="748979" y="466879"/>
                  </a:cubicBezTo>
                  <a:cubicBezTo>
                    <a:pt x="767421" y="440050"/>
                    <a:pt x="791025" y="446287"/>
                    <a:pt x="818123" y="449835"/>
                  </a:cubicBezTo>
                  <a:cubicBezTo>
                    <a:pt x="825649" y="450793"/>
                    <a:pt x="832621" y="445729"/>
                    <a:pt x="834037" y="438276"/>
                  </a:cubicBezTo>
                  <a:cubicBezTo>
                    <a:pt x="836869" y="423472"/>
                    <a:pt x="841439" y="399062"/>
                    <a:pt x="847748" y="365046"/>
                  </a:cubicBezTo>
                  <a:cubicBezTo>
                    <a:pt x="851243" y="346121"/>
                    <a:pt x="828338" y="345475"/>
                    <a:pt x="814735" y="342626"/>
                  </a:cubicBezTo>
                  <a:cubicBezTo>
                    <a:pt x="796204" y="338790"/>
                    <a:pt x="784089" y="327284"/>
                    <a:pt x="778389" y="308108"/>
                  </a:cubicBezTo>
                  <a:cubicBezTo>
                    <a:pt x="773228" y="290723"/>
                    <a:pt x="770522" y="275454"/>
                    <a:pt x="770271" y="262299"/>
                  </a:cubicBezTo>
                  <a:cubicBezTo>
                    <a:pt x="769841" y="240416"/>
                    <a:pt x="792422" y="226813"/>
                    <a:pt x="807208" y="215523"/>
                  </a:cubicBezTo>
                  <a:cubicBezTo>
                    <a:pt x="813621" y="210624"/>
                    <a:pt x="815022" y="201549"/>
                    <a:pt x="810380" y="194984"/>
                  </a:cubicBezTo>
                  <a:cubicBezTo>
                    <a:pt x="795720" y="174230"/>
                    <a:pt x="781400" y="153638"/>
                    <a:pt x="767421" y="133207"/>
                  </a:cubicBezTo>
                  <a:cubicBezTo>
                    <a:pt x="761614" y="124712"/>
                    <a:pt x="750485" y="127454"/>
                    <a:pt x="742312" y="133529"/>
                  </a:cubicBezTo>
                  <a:cubicBezTo>
                    <a:pt x="721505" y="148960"/>
                    <a:pt x="702848" y="156864"/>
                    <a:pt x="677954" y="142885"/>
                  </a:cubicBezTo>
                  <a:cubicBezTo>
                    <a:pt x="666377" y="136397"/>
                    <a:pt x="655856" y="129246"/>
                    <a:pt x="646394" y="121432"/>
                  </a:cubicBezTo>
                  <a:cubicBezTo>
                    <a:pt x="624081" y="103044"/>
                    <a:pt x="631984" y="79172"/>
                    <a:pt x="633866" y="57128"/>
                  </a:cubicBezTo>
                  <a:cubicBezTo>
                    <a:pt x="634547" y="49242"/>
                    <a:pt x="630945" y="44080"/>
                    <a:pt x="623059" y="41643"/>
                  </a:cubicBezTo>
                  <a:cubicBezTo>
                    <a:pt x="612521" y="38345"/>
                    <a:pt x="589527" y="33936"/>
                    <a:pt x="554077" y="28416"/>
                  </a:cubicBezTo>
                  <a:cubicBezTo>
                    <a:pt x="537893" y="25943"/>
                    <a:pt x="533270" y="30029"/>
                    <a:pt x="530474" y="45192"/>
                  </a:cubicBezTo>
                  <a:cubicBezTo>
                    <a:pt x="522355" y="89549"/>
                    <a:pt x="506709" y="96108"/>
                    <a:pt x="463535" y="103797"/>
                  </a:cubicBezTo>
                  <a:cubicBezTo>
                    <a:pt x="432028" y="109442"/>
                    <a:pt x="419554" y="94495"/>
                    <a:pt x="403962" y="72021"/>
                  </a:cubicBezTo>
                  <a:cubicBezTo>
                    <a:pt x="395951" y="60515"/>
                    <a:pt x="386488" y="60085"/>
                    <a:pt x="375143" y="67827"/>
                  </a:cubicBezTo>
                  <a:cubicBezTo>
                    <a:pt x="348153" y="86287"/>
                    <a:pt x="329729" y="99155"/>
                    <a:pt x="319872" y="106431"/>
                  </a:cubicBezTo>
                  <a:cubicBezTo>
                    <a:pt x="311018" y="112955"/>
                    <a:pt x="309799" y="120912"/>
                    <a:pt x="316216" y="130303"/>
                  </a:cubicBezTo>
                  <a:cubicBezTo>
                    <a:pt x="331646" y="152831"/>
                    <a:pt x="342453" y="170036"/>
                    <a:pt x="326861" y="196866"/>
                  </a:cubicBezTo>
                  <a:cubicBezTo>
                    <a:pt x="310624" y="224770"/>
                    <a:pt x="297612" y="248374"/>
                    <a:pt x="266966" y="244287"/>
                  </a:cubicBezTo>
                  <a:cubicBezTo>
                    <a:pt x="253040" y="242459"/>
                    <a:pt x="228630" y="233642"/>
                    <a:pt x="224706" y="254503"/>
                  </a:cubicBezTo>
                  <a:cubicBezTo>
                    <a:pt x="217931" y="290526"/>
                    <a:pt x="213791" y="313072"/>
                    <a:pt x="212286" y="322141"/>
                  </a:cubicBezTo>
                  <a:cubicBezTo>
                    <a:pt x="210780" y="331335"/>
                    <a:pt x="214490" y="343002"/>
                    <a:pt x="223630" y="344185"/>
                  </a:cubicBezTo>
                  <a:cubicBezTo>
                    <a:pt x="252073" y="347895"/>
                    <a:pt x="274009" y="353863"/>
                    <a:pt x="282182" y="385800"/>
                  </a:cubicBezTo>
                  <a:cubicBezTo>
                    <a:pt x="286841" y="404116"/>
                    <a:pt x="289261" y="417827"/>
                    <a:pt x="289440" y="426931"/>
                  </a:cubicBezTo>
                  <a:cubicBezTo>
                    <a:pt x="289870" y="449351"/>
                    <a:pt x="269547" y="462685"/>
                    <a:pt x="253578" y="474138"/>
                  </a:cubicBezTo>
                  <a:cubicBezTo>
                    <a:pt x="243793" y="481181"/>
                    <a:pt x="244491" y="489676"/>
                    <a:pt x="251051" y="499246"/>
                  </a:cubicBezTo>
                  <a:cubicBezTo>
                    <a:pt x="263561" y="517563"/>
                    <a:pt x="276178" y="535754"/>
                    <a:pt x="288902" y="553819"/>
                  </a:cubicBezTo>
                  <a:cubicBezTo>
                    <a:pt x="294602" y="561938"/>
                    <a:pt x="298204" y="563658"/>
                    <a:pt x="308957" y="562314"/>
                  </a:cubicBezTo>
                  <a:cubicBezTo>
                    <a:pt x="317739" y="561203"/>
                    <a:pt x="323151" y="566185"/>
                    <a:pt x="325195" y="577261"/>
                  </a:cubicBezTo>
                  <a:cubicBezTo>
                    <a:pt x="326061" y="582034"/>
                    <a:pt x="323220" y="586701"/>
                    <a:pt x="318581" y="588122"/>
                  </a:cubicBezTo>
                  <a:cubicBezTo>
                    <a:pt x="297326" y="594645"/>
                    <a:pt x="280371" y="588946"/>
                    <a:pt x="267718" y="571024"/>
                  </a:cubicBezTo>
                  <a:cubicBezTo>
                    <a:pt x="241337" y="533675"/>
                    <a:pt x="227466" y="513889"/>
                    <a:pt x="226103" y="511666"/>
                  </a:cubicBezTo>
                  <a:cubicBezTo>
                    <a:pt x="214382" y="492311"/>
                    <a:pt x="216121" y="473923"/>
                    <a:pt x="231319" y="456502"/>
                  </a:cubicBezTo>
                  <a:cubicBezTo>
                    <a:pt x="240083" y="446448"/>
                    <a:pt x="264493" y="437577"/>
                    <a:pt x="261267" y="421501"/>
                  </a:cubicBezTo>
                  <a:cubicBezTo>
                    <a:pt x="258829" y="409493"/>
                    <a:pt x="256499" y="398883"/>
                    <a:pt x="254277" y="389671"/>
                  </a:cubicBezTo>
                  <a:cubicBezTo>
                    <a:pt x="249546" y="370154"/>
                    <a:pt x="226802" y="375746"/>
                    <a:pt x="210888" y="368756"/>
                  </a:cubicBezTo>
                  <a:cubicBezTo>
                    <a:pt x="197339" y="362842"/>
                    <a:pt x="188879" y="353289"/>
                    <a:pt x="185510" y="340099"/>
                  </a:cubicBezTo>
                  <a:cubicBezTo>
                    <a:pt x="180510" y="320635"/>
                    <a:pt x="191962" y="278053"/>
                    <a:pt x="194543" y="264073"/>
                  </a:cubicBezTo>
                  <a:cubicBezTo>
                    <a:pt x="197876" y="245865"/>
                    <a:pt x="201801" y="234072"/>
                    <a:pt x="206318" y="228695"/>
                  </a:cubicBezTo>
                  <a:cubicBezTo>
                    <a:pt x="222877" y="209017"/>
                    <a:pt x="246696" y="212404"/>
                    <a:pt x="269762" y="216867"/>
                  </a:cubicBezTo>
                  <a:cubicBezTo>
                    <a:pt x="276703" y="218218"/>
                    <a:pt x="283744" y="215000"/>
                    <a:pt x="287289" y="208856"/>
                  </a:cubicBezTo>
                  <a:lnTo>
                    <a:pt x="305086" y="178048"/>
                  </a:lnTo>
                  <a:cubicBezTo>
                    <a:pt x="306018" y="176470"/>
                    <a:pt x="306287" y="174768"/>
                    <a:pt x="305892" y="172940"/>
                  </a:cubicBezTo>
                  <a:cubicBezTo>
                    <a:pt x="304602" y="166380"/>
                    <a:pt x="305086" y="162778"/>
                    <a:pt x="300785" y="156756"/>
                  </a:cubicBezTo>
                  <a:cubicBezTo>
                    <a:pt x="291429" y="143494"/>
                    <a:pt x="286268" y="134515"/>
                    <a:pt x="285300" y="129819"/>
                  </a:cubicBezTo>
                  <a:cubicBezTo>
                    <a:pt x="281321" y="110177"/>
                    <a:pt x="288741" y="93778"/>
                    <a:pt x="307559" y="80623"/>
                  </a:cubicBezTo>
                  <a:cubicBezTo>
                    <a:pt x="320535" y="71555"/>
                    <a:pt x="333510" y="62486"/>
                    <a:pt x="346486" y="53418"/>
                  </a:cubicBezTo>
                  <a:cubicBezTo>
                    <a:pt x="362831" y="42019"/>
                    <a:pt x="374534" y="35729"/>
                    <a:pt x="381595" y="34546"/>
                  </a:cubicBezTo>
                  <a:cubicBezTo>
                    <a:pt x="409500" y="29922"/>
                    <a:pt x="422834" y="51751"/>
                    <a:pt x="438211" y="71591"/>
                  </a:cubicBezTo>
                  <a:cubicBezTo>
                    <a:pt x="442104" y="76618"/>
                    <a:pt x="448609" y="78857"/>
                    <a:pt x="454771" y="77290"/>
                  </a:cubicBezTo>
                  <a:lnTo>
                    <a:pt x="484880" y="69709"/>
                  </a:lnTo>
                  <a:cubicBezTo>
                    <a:pt x="492646" y="67782"/>
                    <a:pt x="498572" y="61498"/>
                    <a:pt x="500042" y="53633"/>
                  </a:cubicBezTo>
                  <a:cubicBezTo>
                    <a:pt x="506709" y="18255"/>
                    <a:pt x="517677" y="-5779"/>
                    <a:pt x="560690" y="1211"/>
                  </a:cubicBezTo>
                  <a:cubicBezTo>
                    <a:pt x="574669" y="3505"/>
                    <a:pt x="591068" y="6337"/>
                    <a:pt x="609886" y="9706"/>
                  </a:cubicBezTo>
                  <a:cubicBezTo>
                    <a:pt x="627880" y="12968"/>
                    <a:pt x="640085" y="17090"/>
                    <a:pt x="646501" y="22072"/>
                  </a:cubicBezTo>
                  <a:cubicBezTo>
                    <a:pt x="657900" y="30926"/>
                    <a:pt x="662828" y="44510"/>
                    <a:pt x="661287" y="62827"/>
                  </a:cubicBezTo>
                  <a:cubicBezTo>
                    <a:pt x="659728" y="81269"/>
                    <a:pt x="652147" y="92613"/>
                    <a:pt x="668922" y="103958"/>
                  </a:cubicBezTo>
                  <a:cubicBezTo>
                    <a:pt x="678850" y="110697"/>
                    <a:pt x="688331" y="116378"/>
                    <a:pt x="697364" y="121002"/>
                  </a:cubicBezTo>
                  <a:cubicBezTo>
                    <a:pt x="701411" y="123063"/>
                    <a:pt x="706229" y="123043"/>
                    <a:pt x="710322" y="120948"/>
                  </a:cubicBezTo>
                  <a:cubicBezTo>
                    <a:pt x="719677" y="116109"/>
                    <a:pt x="728387" y="107829"/>
                    <a:pt x="738172" y="103850"/>
                  </a:cubicBezTo>
                  <a:cubicBezTo>
                    <a:pt x="767905" y="91861"/>
                    <a:pt x="783927" y="108152"/>
                    <a:pt x="801025" y="132346"/>
                  </a:cubicBezTo>
                  <a:cubicBezTo>
                    <a:pt x="808624" y="143064"/>
                    <a:pt x="816259" y="153996"/>
                    <a:pt x="823929" y="165144"/>
                  </a:cubicBezTo>
                  <a:cubicBezTo>
                    <a:pt x="832747" y="177904"/>
                    <a:pt x="837962" y="187905"/>
                    <a:pt x="839575" y="195145"/>
                  </a:cubicBezTo>
                  <a:cubicBezTo>
                    <a:pt x="844522" y="217136"/>
                    <a:pt x="832801" y="231760"/>
                    <a:pt x="816133" y="244234"/>
                  </a:cubicBezTo>
                  <a:cubicBezTo>
                    <a:pt x="805326" y="252245"/>
                    <a:pt x="796025" y="256869"/>
                    <a:pt x="798552" y="270472"/>
                  </a:cubicBezTo>
                  <a:cubicBezTo>
                    <a:pt x="800452" y="280723"/>
                    <a:pt x="802656" y="290616"/>
                    <a:pt x="805165" y="300150"/>
                  </a:cubicBezTo>
                  <a:cubicBezTo>
                    <a:pt x="807262" y="308269"/>
                    <a:pt x="811348" y="313538"/>
                    <a:pt x="820703" y="315420"/>
                  </a:cubicBezTo>
                  <a:cubicBezTo>
                    <a:pt x="843769" y="319990"/>
                    <a:pt x="866458" y="323431"/>
                    <a:pt x="873448" y="348701"/>
                  </a:cubicBezTo>
                  <a:cubicBezTo>
                    <a:pt x="875850" y="357483"/>
                    <a:pt x="875419" y="370978"/>
                    <a:pt x="872158" y="389187"/>
                  </a:cubicBezTo>
                  <a:cubicBezTo>
                    <a:pt x="870222" y="399869"/>
                    <a:pt x="866584" y="417379"/>
                    <a:pt x="861243" y="441717"/>
                  </a:cubicBezTo>
                  <a:cubicBezTo>
                    <a:pt x="855580" y="467309"/>
                    <a:pt x="839557" y="479066"/>
                    <a:pt x="813176" y="476987"/>
                  </a:cubicBezTo>
                  <a:cubicBezTo>
                    <a:pt x="798659" y="475804"/>
                    <a:pt x="790272" y="475105"/>
                    <a:pt x="788014" y="474890"/>
                  </a:cubicBezTo>
                  <a:cubicBezTo>
                    <a:pt x="782516" y="474293"/>
                    <a:pt x="777499" y="476074"/>
                    <a:pt x="774841" y="479568"/>
                  </a:cubicBezTo>
                  <a:cubicBezTo>
                    <a:pt x="766382" y="490536"/>
                    <a:pt x="759141" y="502096"/>
                    <a:pt x="753119" y="514247"/>
                  </a:cubicBezTo>
                  <a:cubicBezTo>
                    <a:pt x="751148" y="518262"/>
                    <a:pt x="752295" y="523602"/>
                    <a:pt x="756560" y="530270"/>
                  </a:cubicBezTo>
                  <a:cubicBezTo>
                    <a:pt x="768927" y="549625"/>
                    <a:pt x="782261" y="566830"/>
                    <a:pt x="770970" y="590004"/>
                  </a:cubicBezTo>
                  <a:cubicBezTo>
                    <a:pt x="767421" y="597280"/>
                    <a:pt x="758353" y="605990"/>
                    <a:pt x="743764" y="616134"/>
                  </a:cubicBezTo>
                  <a:cubicBezTo>
                    <a:pt x="734015" y="622944"/>
                    <a:pt x="722491" y="630955"/>
                    <a:pt x="709192" y="640167"/>
                  </a:cubicBezTo>
                  <a:cubicBezTo>
                    <a:pt x="685858" y="656405"/>
                    <a:pt x="665696" y="665760"/>
                    <a:pt x="643114" y="645759"/>
                  </a:cubicBezTo>
                  <a:cubicBezTo>
                    <a:pt x="641680" y="644469"/>
                    <a:pt x="640587" y="644720"/>
                    <a:pt x="639834" y="646512"/>
                  </a:cubicBezTo>
                  <a:cubicBezTo>
                    <a:pt x="623919" y="684184"/>
                    <a:pt x="598703" y="712734"/>
                    <a:pt x="564185" y="732161"/>
                  </a:cubicBezTo>
                  <a:cubicBezTo>
                    <a:pt x="562608" y="733057"/>
                    <a:pt x="561318" y="734276"/>
                    <a:pt x="560314" y="735817"/>
                  </a:cubicBezTo>
                  <a:cubicBezTo>
                    <a:pt x="557016" y="740907"/>
                    <a:pt x="552518" y="743846"/>
                    <a:pt x="546819" y="744635"/>
                  </a:cubicBezTo>
                  <a:cubicBezTo>
                    <a:pt x="504630" y="750442"/>
                    <a:pt x="464162" y="757646"/>
                    <a:pt x="425415" y="766249"/>
                  </a:cubicBezTo>
                  <a:cubicBezTo>
                    <a:pt x="420647" y="767324"/>
                    <a:pt x="416669" y="769708"/>
                    <a:pt x="413479" y="773400"/>
                  </a:cubicBezTo>
                  <a:cubicBezTo>
                    <a:pt x="396847" y="792576"/>
                    <a:pt x="384606" y="806502"/>
                    <a:pt x="376756" y="815176"/>
                  </a:cubicBezTo>
                  <a:cubicBezTo>
                    <a:pt x="360519" y="833080"/>
                    <a:pt x="336700" y="864103"/>
                    <a:pt x="312882" y="885717"/>
                  </a:cubicBezTo>
                  <a:cubicBezTo>
                    <a:pt x="310086" y="888298"/>
                    <a:pt x="307989" y="892922"/>
                    <a:pt x="305140" y="895933"/>
                  </a:cubicBezTo>
                  <a:cubicBezTo>
                    <a:pt x="277432" y="925218"/>
                    <a:pt x="249259" y="954054"/>
                    <a:pt x="220619" y="982443"/>
                  </a:cubicBezTo>
                  <a:cubicBezTo>
                    <a:pt x="218397" y="984629"/>
                    <a:pt x="205601" y="998106"/>
                    <a:pt x="182230" y="1022875"/>
                  </a:cubicBezTo>
                  <a:cubicBezTo>
                    <a:pt x="164434" y="1041800"/>
                    <a:pt x="146852" y="1060995"/>
                    <a:pt x="124270" y="1068092"/>
                  </a:cubicBezTo>
                  <a:cubicBezTo>
                    <a:pt x="92154" y="1078164"/>
                    <a:pt x="61991" y="1072465"/>
                    <a:pt x="33782" y="1050994"/>
                  </a:cubicBezTo>
                  <a:cubicBezTo>
                    <a:pt x="30090" y="1048163"/>
                    <a:pt x="24695" y="1042141"/>
                    <a:pt x="17598" y="1032929"/>
                  </a:cubicBezTo>
                  <a:cubicBezTo>
                    <a:pt x="-1327" y="1008412"/>
                    <a:pt x="-5199" y="976313"/>
                    <a:pt x="7006" y="948624"/>
                  </a:cubicBezTo>
                  <a:cubicBezTo>
                    <a:pt x="12383" y="936365"/>
                    <a:pt x="24445" y="922708"/>
                    <a:pt x="43191" y="907654"/>
                  </a:cubicBezTo>
                  <a:cubicBezTo>
                    <a:pt x="51328" y="901094"/>
                    <a:pt x="65827" y="888979"/>
                    <a:pt x="86688" y="871308"/>
                  </a:cubicBezTo>
                  <a:cubicBezTo>
                    <a:pt x="91670" y="867078"/>
                    <a:pt x="94986" y="863584"/>
                    <a:pt x="96635" y="860824"/>
                  </a:cubicBezTo>
                  <a:cubicBezTo>
                    <a:pt x="99968" y="855178"/>
                    <a:pt x="106366" y="853565"/>
                    <a:pt x="111797" y="848457"/>
                  </a:cubicBezTo>
                  <a:cubicBezTo>
                    <a:pt x="120758" y="839962"/>
                    <a:pt x="128285" y="833206"/>
                    <a:pt x="134378" y="828188"/>
                  </a:cubicBezTo>
                  <a:cubicBezTo>
                    <a:pt x="200511" y="774171"/>
                    <a:pt x="260514" y="720799"/>
                    <a:pt x="314388" y="668072"/>
                  </a:cubicBezTo>
                  <a:cubicBezTo>
                    <a:pt x="320768" y="661871"/>
                    <a:pt x="324227" y="653627"/>
                    <a:pt x="324764" y="643340"/>
                  </a:cubicBezTo>
                  <a:cubicBezTo>
                    <a:pt x="326485" y="610005"/>
                    <a:pt x="328528" y="581383"/>
                    <a:pt x="330894" y="557475"/>
                  </a:cubicBezTo>
                  <a:cubicBezTo>
                    <a:pt x="332453" y="541668"/>
                    <a:pt x="336002" y="531506"/>
                    <a:pt x="340733" y="514193"/>
                  </a:cubicBezTo>
                  <a:cubicBezTo>
                    <a:pt x="358422" y="449782"/>
                    <a:pt x="424985" y="423651"/>
                    <a:pt x="485364" y="424942"/>
                  </a:cubicBezTo>
                  <a:cubicBezTo>
                    <a:pt x="544901" y="426232"/>
                    <a:pt x="590477" y="451448"/>
                    <a:pt x="622091" y="500591"/>
                  </a:cubicBezTo>
                  <a:cubicBezTo>
                    <a:pt x="632146" y="516183"/>
                    <a:pt x="620801" y="522581"/>
                    <a:pt x="607090" y="525861"/>
                  </a:cubicBezTo>
                  <a:cubicBezTo>
                    <a:pt x="578236" y="532779"/>
                    <a:pt x="549579" y="539481"/>
                    <a:pt x="521118" y="545969"/>
                  </a:cubicBezTo>
                  <a:cubicBezTo>
                    <a:pt x="519441" y="546360"/>
                    <a:pt x="518404" y="548060"/>
                    <a:pt x="518802" y="549766"/>
                  </a:cubicBezTo>
                  <a:cubicBezTo>
                    <a:pt x="518803" y="549773"/>
                    <a:pt x="518805" y="549780"/>
                    <a:pt x="518806" y="549787"/>
                  </a:cubicBezTo>
                  <a:lnTo>
                    <a:pt x="535904" y="617801"/>
                  </a:lnTo>
                  <a:cubicBezTo>
                    <a:pt x="536063" y="618496"/>
                    <a:pt x="536754" y="618930"/>
                    <a:pt x="537449" y="618772"/>
                  </a:cubicBezTo>
                  <a:cubicBezTo>
                    <a:pt x="537454" y="618771"/>
                    <a:pt x="537459" y="618770"/>
                    <a:pt x="537463" y="618769"/>
                  </a:cubicBezTo>
                  <a:cubicBezTo>
                    <a:pt x="560654" y="613069"/>
                    <a:pt x="592269" y="605076"/>
                    <a:pt x="632307" y="594789"/>
                  </a:cubicBezTo>
                  <a:cubicBezTo>
                    <a:pt x="642594" y="592172"/>
                    <a:pt x="649100" y="595219"/>
                    <a:pt x="651824" y="603929"/>
                  </a:cubicBezTo>
                  <a:cubicBezTo>
                    <a:pt x="652453" y="605960"/>
                    <a:pt x="652453" y="608135"/>
                    <a:pt x="651824" y="610166"/>
                  </a:cubicBezTo>
                  <a:cubicBezTo>
                    <a:pt x="647415" y="624145"/>
                    <a:pt x="645211" y="631171"/>
                    <a:pt x="645211" y="631242"/>
                  </a:cubicBezTo>
                  <a:cubicBezTo>
                    <a:pt x="644960" y="633823"/>
                    <a:pt x="645390" y="634002"/>
                    <a:pt x="646501" y="631780"/>
                  </a:cubicBezTo>
                  <a:close/>
                  <a:moveTo>
                    <a:pt x="490418" y="545216"/>
                  </a:moveTo>
                  <a:cubicBezTo>
                    <a:pt x="487246" y="531990"/>
                    <a:pt x="492407" y="525377"/>
                    <a:pt x="503591" y="522688"/>
                  </a:cubicBezTo>
                  <a:cubicBezTo>
                    <a:pt x="549686" y="511756"/>
                    <a:pt x="577663" y="505232"/>
                    <a:pt x="587520" y="503118"/>
                  </a:cubicBezTo>
                  <a:cubicBezTo>
                    <a:pt x="588686" y="502884"/>
                    <a:pt x="589427" y="501731"/>
                    <a:pt x="589174" y="500542"/>
                  </a:cubicBezTo>
                  <a:cubicBezTo>
                    <a:pt x="589098" y="500184"/>
                    <a:pt x="588936" y="499850"/>
                    <a:pt x="588702" y="499569"/>
                  </a:cubicBezTo>
                  <a:cubicBezTo>
                    <a:pt x="550744" y="454459"/>
                    <a:pt x="493698" y="443222"/>
                    <a:pt x="437136" y="457847"/>
                  </a:cubicBezTo>
                  <a:cubicBezTo>
                    <a:pt x="350572" y="480213"/>
                    <a:pt x="355250" y="568228"/>
                    <a:pt x="351863" y="643340"/>
                  </a:cubicBezTo>
                  <a:cubicBezTo>
                    <a:pt x="351576" y="650293"/>
                    <a:pt x="350285" y="657785"/>
                    <a:pt x="347991" y="665814"/>
                  </a:cubicBezTo>
                  <a:cubicBezTo>
                    <a:pt x="346163" y="672230"/>
                    <a:pt x="342238" y="678377"/>
                    <a:pt x="336217" y="684256"/>
                  </a:cubicBezTo>
                  <a:cubicBezTo>
                    <a:pt x="293956" y="725548"/>
                    <a:pt x="255137" y="761213"/>
                    <a:pt x="219759" y="791250"/>
                  </a:cubicBezTo>
                  <a:cubicBezTo>
                    <a:pt x="175026" y="829281"/>
                    <a:pt x="142640" y="856917"/>
                    <a:pt x="122604" y="874158"/>
                  </a:cubicBezTo>
                  <a:cubicBezTo>
                    <a:pt x="119485" y="876882"/>
                    <a:pt x="116994" y="879230"/>
                    <a:pt x="115130" y="881201"/>
                  </a:cubicBezTo>
                  <a:cubicBezTo>
                    <a:pt x="110793" y="885753"/>
                    <a:pt x="108481" y="888155"/>
                    <a:pt x="108194" y="888406"/>
                  </a:cubicBezTo>
                  <a:cubicBezTo>
                    <a:pt x="75648" y="915611"/>
                    <a:pt x="55288" y="932781"/>
                    <a:pt x="47116" y="939914"/>
                  </a:cubicBezTo>
                  <a:cubicBezTo>
                    <a:pt x="-8532" y="988787"/>
                    <a:pt x="60020" y="1066640"/>
                    <a:pt x="118786" y="1041693"/>
                  </a:cubicBezTo>
                  <a:cubicBezTo>
                    <a:pt x="126672" y="1038324"/>
                    <a:pt x="136995" y="1030079"/>
                    <a:pt x="149756" y="1016960"/>
                  </a:cubicBezTo>
                  <a:cubicBezTo>
                    <a:pt x="182194" y="983661"/>
                    <a:pt x="224096" y="940881"/>
                    <a:pt x="275461" y="888621"/>
                  </a:cubicBezTo>
                  <a:cubicBezTo>
                    <a:pt x="278579" y="885448"/>
                    <a:pt x="280676" y="880126"/>
                    <a:pt x="284762" y="876308"/>
                  </a:cubicBezTo>
                  <a:cubicBezTo>
                    <a:pt x="299996" y="861935"/>
                    <a:pt x="312792" y="848637"/>
                    <a:pt x="323151" y="836414"/>
                  </a:cubicBezTo>
                  <a:cubicBezTo>
                    <a:pt x="340034" y="816484"/>
                    <a:pt x="348547" y="806430"/>
                    <a:pt x="348690" y="806251"/>
                  </a:cubicBezTo>
                  <a:cubicBezTo>
                    <a:pt x="379875" y="771124"/>
                    <a:pt x="397528" y="751248"/>
                    <a:pt x="401650" y="746624"/>
                  </a:cubicBezTo>
                  <a:cubicBezTo>
                    <a:pt x="404161" y="743837"/>
                    <a:pt x="406799" y="742033"/>
                    <a:pt x="408962" y="741624"/>
                  </a:cubicBezTo>
                  <a:lnTo>
                    <a:pt x="528968" y="719257"/>
                  </a:lnTo>
                  <a:cubicBezTo>
                    <a:pt x="530402" y="719006"/>
                    <a:pt x="530958" y="718164"/>
                    <a:pt x="530635" y="716730"/>
                  </a:cubicBezTo>
                  <a:cubicBezTo>
                    <a:pt x="522427" y="680026"/>
                    <a:pt x="509021" y="622855"/>
                    <a:pt x="490418" y="545216"/>
                  </a:cubicBezTo>
                  <a:close/>
                  <a:moveTo>
                    <a:pt x="558217" y="704472"/>
                  </a:moveTo>
                  <a:cubicBezTo>
                    <a:pt x="585799" y="687213"/>
                    <a:pt x="607682" y="658609"/>
                    <a:pt x="618166" y="629629"/>
                  </a:cubicBezTo>
                  <a:cubicBezTo>
                    <a:pt x="619062" y="627156"/>
                    <a:pt x="618238" y="626242"/>
                    <a:pt x="615693" y="626887"/>
                  </a:cubicBezTo>
                  <a:lnTo>
                    <a:pt x="544668" y="644738"/>
                  </a:lnTo>
                  <a:cubicBezTo>
                    <a:pt x="542266" y="645347"/>
                    <a:pt x="541370" y="646834"/>
                    <a:pt x="541980" y="649200"/>
                  </a:cubicBezTo>
                  <a:lnTo>
                    <a:pt x="555636" y="703450"/>
                  </a:lnTo>
                  <a:cubicBezTo>
                    <a:pt x="555876" y="704370"/>
                    <a:pt x="556816" y="704920"/>
                    <a:pt x="557736" y="704680"/>
                  </a:cubicBezTo>
                  <a:cubicBezTo>
                    <a:pt x="557906" y="704636"/>
                    <a:pt x="558068" y="704565"/>
                    <a:pt x="558217" y="704472"/>
                  </a:cubicBezTo>
                  <a:close/>
                  <a:moveTo>
                    <a:pt x="262234" y="745065"/>
                  </a:moveTo>
                  <a:cubicBezTo>
                    <a:pt x="259223" y="742054"/>
                    <a:pt x="256320" y="740226"/>
                    <a:pt x="253309" y="736086"/>
                  </a:cubicBezTo>
                  <a:cubicBezTo>
                    <a:pt x="252843" y="735441"/>
                    <a:pt x="252413" y="735316"/>
                    <a:pt x="252019" y="735710"/>
                  </a:cubicBezTo>
                  <a:cubicBezTo>
                    <a:pt x="251696" y="735997"/>
                    <a:pt x="251786" y="736391"/>
                    <a:pt x="252288" y="736893"/>
                  </a:cubicBezTo>
                  <a:lnTo>
                    <a:pt x="261965" y="746302"/>
                  </a:lnTo>
                  <a:cubicBezTo>
                    <a:pt x="262037" y="746409"/>
                    <a:pt x="262145" y="746427"/>
                    <a:pt x="262288" y="746356"/>
                  </a:cubicBezTo>
                  <a:cubicBezTo>
                    <a:pt x="262396" y="746284"/>
                    <a:pt x="262485" y="746194"/>
                    <a:pt x="262557" y="746087"/>
                  </a:cubicBezTo>
                  <a:cubicBezTo>
                    <a:pt x="262736" y="745764"/>
                    <a:pt x="262629" y="745424"/>
                    <a:pt x="262234" y="745065"/>
                  </a:cubicBezTo>
                  <a:close/>
                </a:path>
              </a:pathLst>
            </a:custGeom>
            <a:grpFill/>
            <a:ln w="5343" cap="flat">
              <a:noFill/>
              <a:prstDash val="solid"/>
              <a:miter/>
            </a:ln>
          </p:spPr>
          <p:txBody>
            <a:bodyPr rtlCol="0" anchor="ctr"/>
            <a:lstStyle/>
            <a:p>
              <a:endParaRPr lang="en-US" dirty="0"/>
            </a:p>
          </p:txBody>
        </p:sp>
        <p:sp>
          <p:nvSpPr>
            <p:cNvPr id="9" name="Forme libre : forme 1565">
              <a:extLst>
                <a:ext uri="{FF2B5EF4-FFF2-40B4-BE49-F238E27FC236}">
                  <a16:creationId xmlns:a16="http://schemas.microsoft.com/office/drawing/2014/main" id="{86FA36D7-6512-F466-3F0A-0D366FC04835}"/>
                </a:ext>
              </a:extLst>
            </p:cNvPr>
            <p:cNvSpPr/>
            <p:nvPr/>
          </p:nvSpPr>
          <p:spPr>
            <a:xfrm>
              <a:off x="5869454" y="4826792"/>
              <a:ext cx="325572" cy="286068"/>
            </a:xfrm>
            <a:custGeom>
              <a:avLst/>
              <a:gdLst>
                <a:gd name="connsiteX0" fmla="*/ 297586 w 325572"/>
                <a:gd name="connsiteY0" fmla="*/ 171733 h 286068"/>
                <a:gd name="connsiteX1" fmla="*/ 260595 w 325572"/>
                <a:gd name="connsiteY1" fmla="*/ 69309 h 286068"/>
                <a:gd name="connsiteX2" fmla="*/ 107092 w 325572"/>
                <a:gd name="connsiteY2" fmla="*/ 39522 h 286068"/>
                <a:gd name="connsiteX3" fmla="*/ 37304 w 325572"/>
                <a:gd name="connsiteY3" fmla="*/ 113719 h 286068"/>
                <a:gd name="connsiteX4" fmla="*/ 42734 w 325572"/>
                <a:gd name="connsiteY4" fmla="*/ 224585 h 286068"/>
                <a:gd name="connsiteX5" fmla="*/ 35583 w 325572"/>
                <a:gd name="connsiteY5" fmla="*/ 240876 h 286068"/>
                <a:gd name="connsiteX6" fmla="*/ 33702 w 325572"/>
                <a:gd name="connsiteY6" fmla="*/ 241360 h 286068"/>
                <a:gd name="connsiteX7" fmla="*/ 14776 w 325572"/>
                <a:gd name="connsiteY7" fmla="*/ 231198 h 286068"/>
                <a:gd name="connsiteX8" fmla="*/ 13862 w 325572"/>
                <a:gd name="connsiteY8" fmla="*/ 96837 h 286068"/>
                <a:gd name="connsiteX9" fmla="*/ 188871 w 325572"/>
                <a:gd name="connsiteY9" fmla="*/ 1940 h 286068"/>
                <a:gd name="connsiteX10" fmla="*/ 325491 w 325572"/>
                <a:gd name="connsiteY10" fmla="*/ 167862 h 286068"/>
                <a:gd name="connsiteX11" fmla="*/ 273660 w 325572"/>
                <a:gd name="connsiteY11" fmla="*/ 282491 h 286068"/>
                <a:gd name="connsiteX12" fmla="*/ 258659 w 325572"/>
                <a:gd name="connsiteY12" fmla="*/ 282169 h 286068"/>
                <a:gd name="connsiteX13" fmla="*/ 254949 w 325572"/>
                <a:gd name="connsiteY13" fmla="*/ 278405 h 286068"/>
                <a:gd name="connsiteX14" fmla="*/ 254896 w 325572"/>
                <a:gd name="connsiteY14" fmla="*/ 262544 h 286068"/>
                <a:gd name="connsiteX15" fmla="*/ 297586 w 325572"/>
                <a:gd name="connsiteY15" fmla="*/ 171733 h 28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572" h="286068">
                  <a:moveTo>
                    <a:pt x="297586" y="171733"/>
                  </a:moveTo>
                  <a:cubicBezTo>
                    <a:pt x="299163" y="131301"/>
                    <a:pt x="286833" y="97159"/>
                    <a:pt x="260595" y="69309"/>
                  </a:cubicBezTo>
                  <a:cubicBezTo>
                    <a:pt x="221668" y="28016"/>
                    <a:pt x="157901" y="15274"/>
                    <a:pt x="107092" y="39522"/>
                  </a:cubicBezTo>
                  <a:cubicBezTo>
                    <a:pt x="74295" y="55186"/>
                    <a:pt x="51032" y="79918"/>
                    <a:pt x="37304" y="113719"/>
                  </a:cubicBezTo>
                  <a:cubicBezTo>
                    <a:pt x="23038" y="148703"/>
                    <a:pt x="24848" y="185658"/>
                    <a:pt x="42734" y="224585"/>
                  </a:cubicBezTo>
                  <a:cubicBezTo>
                    <a:pt x="46355" y="232435"/>
                    <a:pt x="43971" y="237865"/>
                    <a:pt x="35583" y="240876"/>
                  </a:cubicBezTo>
                  <a:cubicBezTo>
                    <a:pt x="35261" y="240984"/>
                    <a:pt x="34634" y="241145"/>
                    <a:pt x="33702" y="241360"/>
                  </a:cubicBezTo>
                  <a:cubicBezTo>
                    <a:pt x="25793" y="242915"/>
                    <a:pt x="17877" y="238665"/>
                    <a:pt x="14776" y="231198"/>
                  </a:cubicBezTo>
                  <a:cubicBezTo>
                    <a:pt x="-4616" y="184243"/>
                    <a:pt x="-4920" y="139455"/>
                    <a:pt x="13862" y="96837"/>
                  </a:cubicBezTo>
                  <a:cubicBezTo>
                    <a:pt x="43863" y="28661"/>
                    <a:pt x="114620" y="-9244"/>
                    <a:pt x="188871" y="1940"/>
                  </a:cubicBezTo>
                  <a:cubicBezTo>
                    <a:pt x="269305" y="14037"/>
                    <a:pt x="328071" y="86621"/>
                    <a:pt x="325491" y="167862"/>
                  </a:cubicBezTo>
                  <a:cubicBezTo>
                    <a:pt x="324128" y="211412"/>
                    <a:pt x="306852" y="249622"/>
                    <a:pt x="273660" y="282491"/>
                  </a:cubicBezTo>
                  <a:cubicBezTo>
                    <a:pt x="268678" y="287366"/>
                    <a:pt x="263677" y="287259"/>
                    <a:pt x="258659" y="282169"/>
                  </a:cubicBezTo>
                  <a:lnTo>
                    <a:pt x="254949" y="278405"/>
                  </a:lnTo>
                  <a:cubicBezTo>
                    <a:pt x="249859" y="273279"/>
                    <a:pt x="249842" y="267992"/>
                    <a:pt x="254896" y="262544"/>
                  </a:cubicBezTo>
                  <a:cubicBezTo>
                    <a:pt x="282173" y="233116"/>
                    <a:pt x="296403" y="202846"/>
                    <a:pt x="297586" y="171733"/>
                  </a:cubicBezTo>
                  <a:close/>
                </a:path>
              </a:pathLst>
            </a:custGeom>
            <a:grpFill/>
            <a:ln w="5343" cap="flat">
              <a:noFill/>
              <a:prstDash val="solid"/>
              <a:miter/>
            </a:ln>
          </p:spPr>
          <p:txBody>
            <a:bodyPr rtlCol="0" anchor="ctr"/>
            <a:lstStyle/>
            <a:p>
              <a:endParaRPr lang="en-US" dirty="0"/>
            </a:p>
          </p:txBody>
        </p:sp>
        <p:sp>
          <p:nvSpPr>
            <p:cNvPr id="10" name="Forme libre : forme 1566">
              <a:extLst>
                <a:ext uri="{FF2B5EF4-FFF2-40B4-BE49-F238E27FC236}">
                  <a16:creationId xmlns:a16="http://schemas.microsoft.com/office/drawing/2014/main" id="{67A50694-33E6-6647-787B-967FCDD108B0}"/>
                </a:ext>
              </a:extLst>
            </p:cNvPr>
            <p:cNvSpPr/>
            <p:nvPr/>
          </p:nvSpPr>
          <p:spPr>
            <a:xfrm>
              <a:off x="5908158" y="5217288"/>
              <a:ext cx="73847" cy="117199"/>
            </a:xfrm>
            <a:custGeom>
              <a:avLst/>
              <a:gdLst>
                <a:gd name="connsiteX0" fmla="*/ 65001 w 73847"/>
                <a:gd name="connsiteY0" fmla="*/ 52004 h 117199"/>
                <a:gd name="connsiteX1" fmla="*/ 73765 w 73847"/>
                <a:gd name="connsiteY1" fmla="*/ 93726 h 117199"/>
                <a:gd name="connsiteX2" fmla="*/ 54946 w 73847"/>
                <a:gd name="connsiteY2" fmla="*/ 113189 h 117199"/>
                <a:gd name="connsiteX3" fmla="*/ 19192 w 73847"/>
                <a:gd name="connsiteY3" fmla="*/ 105071 h 117199"/>
                <a:gd name="connsiteX4" fmla="*/ 24407 w 73847"/>
                <a:gd name="connsiteY4" fmla="*/ 94210 h 117199"/>
                <a:gd name="connsiteX5" fmla="*/ 42096 w 73847"/>
                <a:gd name="connsiteY5" fmla="*/ 88457 h 117199"/>
                <a:gd name="connsiteX6" fmla="*/ 44677 w 73847"/>
                <a:gd name="connsiteY6" fmla="*/ 84908 h 117199"/>
                <a:gd name="connsiteX7" fmla="*/ 38763 w 73847"/>
                <a:gd name="connsiteY7" fmla="*/ 57864 h 117199"/>
                <a:gd name="connsiteX8" fmla="*/ 32687 w 73847"/>
                <a:gd name="connsiteY8" fmla="*/ 30820 h 117199"/>
                <a:gd name="connsiteX9" fmla="*/ 28816 w 73847"/>
                <a:gd name="connsiteY9" fmla="*/ 28723 h 117199"/>
                <a:gd name="connsiteX10" fmla="*/ 10321 w 73847"/>
                <a:gd name="connsiteY10" fmla="*/ 31035 h 117199"/>
                <a:gd name="connsiteX11" fmla="*/ 1019 w 73847"/>
                <a:gd name="connsiteY11" fmla="*/ 23400 h 117199"/>
                <a:gd name="connsiteX12" fmla="*/ 29945 w 73847"/>
                <a:gd name="connsiteY12" fmla="*/ 872 h 117199"/>
                <a:gd name="connsiteX13" fmla="*/ 55215 w 73847"/>
                <a:gd name="connsiteY13" fmla="*/ 10496 h 117199"/>
                <a:gd name="connsiteX14" fmla="*/ 65001 w 73847"/>
                <a:gd name="connsiteY14" fmla="*/ 52004 h 117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47" h="117199">
                  <a:moveTo>
                    <a:pt x="65001" y="52004"/>
                  </a:moveTo>
                  <a:cubicBezTo>
                    <a:pt x="70485" y="76593"/>
                    <a:pt x="73406" y="90500"/>
                    <a:pt x="73765" y="93726"/>
                  </a:cubicBezTo>
                  <a:cubicBezTo>
                    <a:pt x="74840" y="104049"/>
                    <a:pt x="65323" y="110931"/>
                    <a:pt x="54946" y="113189"/>
                  </a:cubicBezTo>
                  <a:cubicBezTo>
                    <a:pt x="40430" y="116308"/>
                    <a:pt x="21396" y="123459"/>
                    <a:pt x="19192" y="105071"/>
                  </a:cubicBezTo>
                  <a:cubicBezTo>
                    <a:pt x="18696" y="100770"/>
                    <a:pt x="20722" y="96551"/>
                    <a:pt x="24407" y="94210"/>
                  </a:cubicBezTo>
                  <a:cubicBezTo>
                    <a:pt x="29569" y="90984"/>
                    <a:pt x="35465" y="89066"/>
                    <a:pt x="42096" y="88457"/>
                  </a:cubicBezTo>
                  <a:cubicBezTo>
                    <a:pt x="44283" y="88242"/>
                    <a:pt x="45143" y="87059"/>
                    <a:pt x="44677" y="84908"/>
                  </a:cubicBezTo>
                  <a:cubicBezTo>
                    <a:pt x="42813" y="76091"/>
                    <a:pt x="40842" y="67076"/>
                    <a:pt x="38763" y="57864"/>
                  </a:cubicBezTo>
                  <a:cubicBezTo>
                    <a:pt x="36720" y="48616"/>
                    <a:pt x="34695" y="39601"/>
                    <a:pt x="32687" y="30820"/>
                  </a:cubicBezTo>
                  <a:cubicBezTo>
                    <a:pt x="32150" y="28705"/>
                    <a:pt x="30859" y="28006"/>
                    <a:pt x="28816" y="28723"/>
                  </a:cubicBezTo>
                  <a:cubicBezTo>
                    <a:pt x="22543" y="30981"/>
                    <a:pt x="16378" y="31752"/>
                    <a:pt x="10321" y="31035"/>
                  </a:cubicBezTo>
                  <a:cubicBezTo>
                    <a:pt x="5998" y="30466"/>
                    <a:pt x="2386" y="27501"/>
                    <a:pt x="1019" y="23400"/>
                  </a:cubicBezTo>
                  <a:cubicBezTo>
                    <a:pt x="-4788" y="5818"/>
                    <a:pt x="15482" y="4205"/>
                    <a:pt x="29945" y="872"/>
                  </a:cubicBezTo>
                  <a:cubicBezTo>
                    <a:pt x="40322" y="-1494"/>
                    <a:pt x="51828" y="711"/>
                    <a:pt x="55215" y="10496"/>
                  </a:cubicBezTo>
                  <a:cubicBezTo>
                    <a:pt x="56291" y="13615"/>
                    <a:pt x="59552" y="27450"/>
                    <a:pt x="65001" y="52004"/>
                  </a:cubicBezTo>
                  <a:close/>
                </a:path>
              </a:pathLst>
            </a:custGeom>
            <a:grpFill/>
            <a:ln w="534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80528694"/>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Non-stop customer experience (Accenture)</a:t>
            </a:r>
          </a:p>
        </p:txBody>
      </p:sp>
      <p:grpSp>
        <p:nvGrpSpPr>
          <p:cNvPr id="4" name="Group 3"/>
          <p:cNvGrpSpPr/>
          <p:nvPr/>
        </p:nvGrpSpPr>
        <p:grpSpPr>
          <a:xfrm>
            <a:off x="3105946" y="2143055"/>
            <a:ext cx="5980107" cy="3472434"/>
            <a:chOff x="1145528" y="2143055"/>
            <a:chExt cx="5980107" cy="3472434"/>
          </a:xfrm>
        </p:grpSpPr>
        <p:sp>
          <p:nvSpPr>
            <p:cNvPr id="5" name="Circle: Hollow 4"/>
            <p:cNvSpPr>
              <a:spLocks noChangeAspect="1"/>
            </p:cNvSpPr>
            <p:nvPr/>
          </p:nvSpPr>
          <p:spPr>
            <a:xfrm>
              <a:off x="1145528"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 name="Circle: Hollow 5"/>
            <p:cNvSpPr>
              <a:spLocks noChangeAspect="1"/>
            </p:cNvSpPr>
            <p:nvPr/>
          </p:nvSpPr>
          <p:spPr>
            <a:xfrm>
              <a:off x="3653201"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Circle: Hollow 6"/>
            <p:cNvSpPr>
              <a:spLocks noChangeAspect="1"/>
            </p:cNvSpPr>
            <p:nvPr/>
          </p:nvSpPr>
          <p:spPr>
            <a:xfrm>
              <a:off x="4084973"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Reality</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Delivery</a:t>
              </a:r>
            </a:p>
          </p:txBody>
        </p:sp>
        <p:sp>
          <p:nvSpPr>
            <p:cNvPr id="8" name="Circle: Hollow 7"/>
            <p:cNvSpPr>
              <a:spLocks noChangeAspect="1"/>
            </p:cNvSpPr>
            <p:nvPr/>
          </p:nvSpPr>
          <p:spPr>
            <a:xfrm>
              <a:off x="1577300"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Expectations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Promise</a:t>
              </a:r>
            </a:p>
          </p:txBody>
        </p:sp>
        <p:sp>
          <p:nvSpPr>
            <p:cNvPr id="9" name="Arc 8"/>
            <p:cNvSpPr>
              <a:spLocks noChangeAspect="1"/>
            </p:cNvSpPr>
            <p:nvPr/>
          </p:nvSpPr>
          <p:spPr>
            <a:xfrm>
              <a:off x="1577300" y="2574827"/>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Arc 9"/>
            <p:cNvSpPr>
              <a:spLocks noChangeAspect="1"/>
            </p:cNvSpPr>
            <p:nvPr/>
          </p:nvSpPr>
          <p:spPr>
            <a:xfrm rot="7200000">
              <a:off x="1577300" y="2573718"/>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Arc 10"/>
            <p:cNvSpPr>
              <a:spLocks noChangeAspect="1"/>
            </p:cNvSpPr>
            <p:nvPr/>
          </p:nvSpPr>
          <p:spPr>
            <a:xfrm rot="14400000">
              <a:off x="1577300" y="257260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2" name="Group 11"/>
            <p:cNvGrpSpPr/>
            <p:nvPr/>
          </p:nvGrpSpPr>
          <p:grpSpPr>
            <a:xfrm rot="3600000" flipV="1">
              <a:off x="4083863" y="2574827"/>
              <a:ext cx="2610000" cy="2612218"/>
              <a:chOff x="7171527" y="3051381"/>
              <a:chExt cx="2610000" cy="2612218"/>
            </a:xfrm>
          </p:grpSpPr>
          <p:sp>
            <p:nvSpPr>
              <p:cNvPr id="20" name="Arc 19"/>
              <p:cNvSpPr>
                <a:spLocks noChangeAspect="1"/>
              </p:cNvSpPr>
              <p:nvPr/>
            </p:nvSpPr>
            <p:spPr>
              <a:xfrm>
                <a:off x="7171527" y="305359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Arc 20"/>
              <p:cNvSpPr>
                <a:spLocks noChangeAspect="1"/>
              </p:cNvSpPr>
              <p:nvPr/>
            </p:nvSpPr>
            <p:spPr>
              <a:xfrm rot="7200000">
                <a:off x="7171527" y="3052490"/>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Arc 21"/>
              <p:cNvSpPr>
                <a:spLocks noChangeAspect="1"/>
              </p:cNvSpPr>
              <p:nvPr/>
            </p:nvSpPr>
            <p:spPr>
              <a:xfrm rot="14400000">
                <a:off x="7171527" y="3051381"/>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3" name="Straight Connector 12"/>
            <p:cNvCxnSpPr/>
            <p:nvPr/>
          </p:nvCxnSpPr>
          <p:spPr>
            <a:xfrm>
              <a:off x="2256688"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764361"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1758248" y="2582889"/>
              <a:ext cx="115929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Discover</a:t>
              </a:r>
            </a:p>
          </p:txBody>
        </p:sp>
        <p:sp>
          <p:nvSpPr>
            <p:cNvPr id="16" name="TextBox 15"/>
            <p:cNvSpPr txBox="1"/>
            <p:nvPr/>
          </p:nvSpPr>
          <p:spPr>
            <a:xfrm>
              <a:off x="1574787" y="4774436"/>
              <a:ext cx="118494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Consider</a:t>
              </a:r>
            </a:p>
          </p:txBody>
        </p:sp>
        <p:sp>
          <p:nvSpPr>
            <p:cNvPr id="17" name="TextBox 16"/>
            <p:cNvSpPr txBox="1"/>
            <p:nvPr/>
          </p:nvSpPr>
          <p:spPr>
            <a:xfrm>
              <a:off x="3580504" y="3692943"/>
              <a:ext cx="113364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Evaluate</a:t>
              </a:r>
            </a:p>
          </p:txBody>
        </p:sp>
        <p:sp>
          <p:nvSpPr>
            <p:cNvPr id="18" name="TextBox 17"/>
            <p:cNvSpPr txBox="1"/>
            <p:nvPr/>
          </p:nvSpPr>
          <p:spPr>
            <a:xfrm>
              <a:off x="5763001" y="4774436"/>
              <a:ext cx="60786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Use</a:t>
              </a:r>
            </a:p>
          </p:txBody>
        </p:sp>
        <p:sp>
          <p:nvSpPr>
            <p:cNvPr id="19" name="TextBox 18"/>
            <p:cNvSpPr txBox="1"/>
            <p:nvPr/>
          </p:nvSpPr>
          <p:spPr>
            <a:xfrm>
              <a:off x="5454265" y="2582889"/>
              <a:ext cx="122341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Purchase</a:t>
              </a:r>
            </a:p>
          </p:txBody>
        </p:sp>
      </p:grpSp>
      <p:sp>
        <p:nvSpPr>
          <p:cNvPr id="23" name="Rectangle 4"/>
          <p:cNvSpPr>
            <a:spLocks noChangeArrowheads="1"/>
          </p:cNvSpPr>
          <p:nvPr>
            <p:custDataLst>
              <p:tags r:id="rId2"/>
            </p:custDataLst>
          </p:nvPr>
        </p:nvSpPr>
        <p:spPr bwMode="auto">
          <a:xfrm>
            <a:off x="609600" y="5907523"/>
            <a:ext cx="4511675" cy="215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38100" rIns="0" bIns="38100" anchor="b">
            <a:spAutoFit/>
          </a:bodyPr>
          <a:lstStyle>
            <a:lvl1pPr marL="433388" indent="-433388"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1pPr>
            <a:lvl2pPr marL="952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2pPr>
            <a:lvl3pPr marL="1143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3pPr>
            <a:lvl4pPr marL="1714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4pPr>
            <a:lvl5pPr marL="2286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5pPr>
            <a:lvl6pPr marL="27432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6pPr>
            <a:lvl7pPr marL="32004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7pPr>
            <a:lvl8pPr marL="36576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8pPr>
            <a:lvl9pPr marL="41148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9pPr>
          </a:lstStyle>
          <a:p>
            <a:pPr marL="433388" marR="0" lvl="0" indent="-433388" defTabSz="914400" eaLnBrk="0" fontAlgn="auto" latinLnBrk="0" hangingPunct="0">
              <a:lnSpc>
                <a:spcPct val="90000"/>
              </a:lnSpc>
              <a:spcBef>
                <a:spcPct val="15000"/>
              </a:spcBef>
              <a:spcAft>
                <a:spcPts val="0"/>
              </a:spcAft>
              <a:buClrTx/>
              <a:buSzTx/>
              <a:buFontTx/>
              <a:buNone/>
              <a:tabLst>
                <a:tab pos="347663" algn="r"/>
                <a:tab pos="6464300" algn="r"/>
              </a:tabLst>
              <a:defRPr/>
            </a:pPr>
            <a:r>
              <a:rPr kumimoji="0" lang="en-US" altLang="fr-FR" sz="1000" b="0" i="0" u="none" strike="noStrike" kern="0" cap="none" spc="0" normalizeH="0" baseline="0" noProof="0" dirty="0">
                <a:ln>
                  <a:noFill/>
                </a:ln>
                <a:solidFill>
                  <a:schemeClr val="tx1"/>
                </a:solidFill>
                <a:effectLst/>
                <a:uLnTx/>
                <a:uFillTx/>
                <a:latin typeface="+mn-lt"/>
                <a:cs typeface="Arial" panose="020B0604020202020204" pitchFamily="34" charset="0"/>
              </a:rPr>
              <a:t>Source: 2015 Global Consumer Pulse Research, Accenture</a:t>
            </a:r>
          </a:p>
        </p:txBody>
      </p:sp>
    </p:spTree>
    <p:custDataLst>
      <p:tags r:id="rId1"/>
    </p:custDataLst>
    <p:extLst>
      <p:ext uri="{BB962C8B-B14F-4D97-AF65-F5344CB8AC3E}">
        <p14:creationId xmlns:p14="http://schemas.microsoft.com/office/powerpoint/2010/main" val="1541133146"/>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PESTEL Analysis</a:t>
            </a:r>
          </a:p>
        </p:txBody>
      </p:sp>
      <p:sp>
        <p:nvSpPr>
          <p:cNvPr id="4" name="Freeform 3"/>
          <p:cNvSpPr>
            <a:spLocks noChangeAspect="1"/>
          </p:cNvSpPr>
          <p:nvPr/>
        </p:nvSpPr>
        <p:spPr>
          <a:xfrm>
            <a:off x="1278517" y="2593547"/>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P</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Politics</a:t>
            </a:r>
          </a:p>
        </p:txBody>
      </p:sp>
      <p:sp>
        <p:nvSpPr>
          <p:cNvPr id="5" name="Freeform 4"/>
          <p:cNvSpPr>
            <a:spLocks noChangeAspect="1"/>
          </p:cNvSpPr>
          <p:nvPr/>
        </p:nvSpPr>
        <p:spPr>
          <a:xfrm>
            <a:off x="2815964"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Economy</a:t>
            </a:r>
          </a:p>
        </p:txBody>
      </p:sp>
      <p:sp>
        <p:nvSpPr>
          <p:cNvPr id="6" name="Freeform 5"/>
          <p:cNvSpPr>
            <a:spLocks noChangeAspect="1"/>
          </p:cNvSpPr>
          <p:nvPr/>
        </p:nvSpPr>
        <p:spPr>
          <a:xfrm>
            <a:off x="4353411" y="2593546"/>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Social</a:t>
            </a:r>
          </a:p>
        </p:txBody>
      </p:sp>
      <p:sp>
        <p:nvSpPr>
          <p:cNvPr id="7" name="Freeform 6"/>
          <p:cNvSpPr>
            <a:spLocks noChangeAspect="1"/>
          </p:cNvSpPr>
          <p:nvPr/>
        </p:nvSpPr>
        <p:spPr>
          <a:xfrm>
            <a:off x="5890858"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Technology</a:t>
            </a:r>
          </a:p>
        </p:txBody>
      </p:sp>
      <p:sp>
        <p:nvSpPr>
          <p:cNvPr id="8" name="Freeform 7"/>
          <p:cNvSpPr>
            <a:spLocks noChangeAspect="1"/>
          </p:cNvSpPr>
          <p:nvPr/>
        </p:nvSpPr>
        <p:spPr>
          <a:xfrm>
            <a:off x="7428305" y="2593545"/>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Environment</a:t>
            </a:r>
          </a:p>
        </p:txBody>
      </p:sp>
      <p:sp>
        <p:nvSpPr>
          <p:cNvPr id="9" name="Freeform 8"/>
          <p:cNvSpPr>
            <a:spLocks noChangeAspect="1"/>
          </p:cNvSpPr>
          <p:nvPr/>
        </p:nvSpPr>
        <p:spPr>
          <a:xfrm>
            <a:off x="8965752"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Legal</a:t>
            </a:r>
          </a:p>
        </p:txBody>
      </p:sp>
      <p:cxnSp>
        <p:nvCxnSpPr>
          <p:cNvPr id="11" name="Straight Connector 10"/>
          <p:cNvCxnSpPr/>
          <p:nvPr/>
        </p:nvCxnSpPr>
        <p:spPr>
          <a:xfrm flipV="1">
            <a:off x="219187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74176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4" name="Straight Connector 13"/>
          <p:cNvCxnSpPr/>
          <p:nvPr/>
        </p:nvCxnSpPr>
        <p:spPr>
          <a:xfrm flipV="1">
            <a:off x="524764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379753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6" name="Straight Connector 15"/>
          <p:cNvCxnSpPr/>
          <p:nvPr/>
        </p:nvCxnSpPr>
        <p:spPr>
          <a:xfrm flipV="1">
            <a:off x="830341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330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8" name="Straight Connector 17"/>
          <p:cNvCxnSpPr/>
          <p:nvPr/>
        </p:nvCxnSpPr>
        <p:spPr>
          <a:xfrm flipV="1">
            <a:off x="3688977" y="5018008"/>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2208395" y="5456524"/>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20" name="Straight Connector 19"/>
          <p:cNvCxnSpPr/>
          <p:nvPr/>
        </p:nvCxnSpPr>
        <p:spPr>
          <a:xfrm flipV="1">
            <a:off x="6901580" y="5018007"/>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5420998" y="545652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22" name="Straight Connector 21"/>
          <p:cNvCxnSpPr/>
          <p:nvPr/>
        </p:nvCxnSpPr>
        <p:spPr>
          <a:xfrm flipV="1">
            <a:off x="10114183" y="5018006"/>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8633601" y="5456522"/>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589507063"/>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51549BC-8C4F-0462-7708-BCAA175F37D2}"/>
              </a:ext>
            </a:extLst>
          </p:cNvPr>
          <p:cNvSpPr>
            <a:spLocks noGrp="1"/>
          </p:cNvSpPr>
          <p:nvPr>
            <p:ph type="title"/>
          </p:nvPr>
        </p:nvSpPr>
        <p:spPr>
          <a:xfrm>
            <a:off x="214184" y="13663"/>
            <a:ext cx="9728886" cy="678316"/>
          </a:xfrm>
        </p:spPr>
        <p:txBody>
          <a:bodyPr>
            <a:normAutofit/>
          </a:bodyPr>
          <a:lstStyle/>
          <a:p>
            <a:r>
              <a:rPr lang="en-US" dirty="0"/>
              <a:t>PESTEL Analysis 2</a:t>
            </a:r>
          </a:p>
        </p:txBody>
      </p:sp>
      <p:sp>
        <p:nvSpPr>
          <p:cNvPr id="3" name="Oval 20">
            <a:extLst>
              <a:ext uri="{FF2B5EF4-FFF2-40B4-BE49-F238E27FC236}">
                <a16:creationId xmlns:a16="http://schemas.microsoft.com/office/drawing/2014/main" id="{B942E63C-0E70-A17F-3FFE-CC674325DD92}"/>
              </a:ext>
            </a:extLst>
          </p:cNvPr>
          <p:cNvSpPr/>
          <p:nvPr/>
        </p:nvSpPr>
        <p:spPr>
          <a:xfrm>
            <a:off x="10184289"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 name="Oval 13">
            <a:extLst>
              <a:ext uri="{FF2B5EF4-FFF2-40B4-BE49-F238E27FC236}">
                <a16:creationId xmlns:a16="http://schemas.microsoft.com/office/drawing/2014/main" id="{1E184AE2-2417-1348-3812-604C495BF21F}"/>
              </a:ext>
            </a:extLst>
          </p:cNvPr>
          <p:cNvSpPr/>
          <p:nvPr/>
        </p:nvSpPr>
        <p:spPr>
          <a:xfrm>
            <a:off x="10184423" y="5060833"/>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5" name="TextBox 82">
            <a:extLst>
              <a:ext uri="{FF2B5EF4-FFF2-40B4-BE49-F238E27FC236}">
                <a16:creationId xmlns:a16="http://schemas.microsoft.com/office/drawing/2014/main" id="{064488CF-9997-5642-EF6B-3326C7CFFEE3}"/>
              </a:ext>
            </a:extLst>
          </p:cNvPr>
          <p:cNvSpPr txBox="1"/>
          <p:nvPr/>
        </p:nvSpPr>
        <p:spPr>
          <a:xfrm>
            <a:off x="1074909" y="1211458"/>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POLITICAL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 name="TextBox 82 - 1">
            <a:extLst>
              <a:ext uri="{FF2B5EF4-FFF2-40B4-BE49-F238E27FC236}">
                <a16:creationId xmlns:a16="http://schemas.microsoft.com/office/drawing/2014/main" id="{972B5037-56E0-D957-0B4F-DE113F2A2081}"/>
              </a:ext>
            </a:extLst>
          </p:cNvPr>
          <p:cNvSpPr txBox="1"/>
          <p:nvPr/>
        </p:nvSpPr>
        <p:spPr>
          <a:xfrm>
            <a:off x="1074909" y="2033085"/>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ECONOMICAL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 name="TextBox 82 - 2">
            <a:extLst>
              <a:ext uri="{FF2B5EF4-FFF2-40B4-BE49-F238E27FC236}">
                <a16:creationId xmlns:a16="http://schemas.microsoft.com/office/drawing/2014/main" id="{4DE3761F-14F7-EFEB-D0A2-A9EBF5D69050}"/>
              </a:ext>
            </a:extLst>
          </p:cNvPr>
          <p:cNvSpPr txBox="1"/>
          <p:nvPr/>
        </p:nvSpPr>
        <p:spPr>
          <a:xfrm>
            <a:off x="1074909" y="2854712"/>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SOCIAL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TextBox 82 - 3">
            <a:extLst>
              <a:ext uri="{FF2B5EF4-FFF2-40B4-BE49-F238E27FC236}">
                <a16:creationId xmlns:a16="http://schemas.microsoft.com/office/drawing/2014/main" id="{DC568023-BA1D-887C-E354-BE93EF746516}"/>
              </a:ext>
            </a:extLst>
          </p:cNvPr>
          <p:cNvSpPr txBox="1"/>
          <p:nvPr/>
        </p:nvSpPr>
        <p:spPr>
          <a:xfrm>
            <a:off x="1074909" y="3676339"/>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TECHNOLOGICAL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9" name="TextBox 82 - 2 - 1">
            <a:extLst>
              <a:ext uri="{FF2B5EF4-FFF2-40B4-BE49-F238E27FC236}">
                <a16:creationId xmlns:a16="http://schemas.microsoft.com/office/drawing/2014/main" id="{151515FB-E1BE-C4A4-720E-F8B6F3E9C299}"/>
              </a:ext>
            </a:extLst>
          </p:cNvPr>
          <p:cNvSpPr txBox="1"/>
          <p:nvPr/>
        </p:nvSpPr>
        <p:spPr>
          <a:xfrm>
            <a:off x="1074909" y="4497966"/>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ENVIRONMENTAL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0" name="TextBox 82 - 3 - 1">
            <a:extLst>
              <a:ext uri="{FF2B5EF4-FFF2-40B4-BE49-F238E27FC236}">
                <a16:creationId xmlns:a16="http://schemas.microsoft.com/office/drawing/2014/main" id="{4D7EBF39-8183-C340-CF5C-09C4D23FDE1A}"/>
              </a:ext>
            </a:extLst>
          </p:cNvPr>
          <p:cNvSpPr txBox="1"/>
          <p:nvPr/>
        </p:nvSpPr>
        <p:spPr>
          <a:xfrm>
            <a:off x="1074909" y="5319593"/>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LEGAL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Oval 79">
            <a:extLst>
              <a:ext uri="{FF2B5EF4-FFF2-40B4-BE49-F238E27FC236}">
                <a16:creationId xmlns:a16="http://schemas.microsoft.com/office/drawing/2014/main" id="{EBC3C441-427A-FD05-A32E-E70A2BB3A371}"/>
              </a:ext>
            </a:extLst>
          </p:cNvPr>
          <p:cNvSpPr/>
          <p:nvPr/>
        </p:nvSpPr>
        <p:spPr>
          <a:xfrm>
            <a:off x="496704" y="1307916"/>
            <a:ext cx="302839" cy="30283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1</a:t>
            </a:r>
          </a:p>
        </p:txBody>
      </p:sp>
      <p:sp>
        <p:nvSpPr>
          <p:cNvPr id="12" name="Oval 80">
            <a:extLst>
              <a:ext uri="{FF2B5EF4-FFF2-40B4-BE49-F238E27FC236}">
                <a16:creationId xmlns:a16="http://schemas.microsoft.com/office/drawing/2014/main" id="{5F1CB398-F57F-8A05-64A3-2F7D653BD3B4}"/>
              </a:ext>
            </a:extLst>
          </p:cNvPr>
          <p:cNvSpPr/>
          <p:nvPr/>
        </p:nvSpPr>
        <p:spPr>
          <a:xfrm>
            <a:off x="496704" y="2114433"/>
            <a:ext cx="302839" cy="30283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2</a:t>
            </a:r>
          </a:p>
        </p:txBody>
      </p:sp>
      <p:sp>
        <p:nvSpPr>
          <p:cNvPr id="13" name="Oval 81">
            <a:extLst>
              <a:ext uri="{FF2B5EF4-FFF2-40B4-BE49-F238E27FC236}">
                <a16:creationId xmlns:a16="http://schemas.microsoft.com/office/drawing/2014/main" id="{1C41C972-73D1-598E-BE0A-C27AE9E0A4AE}"/>
              </a:ext>
            </a:extLst>
          </p:cNvPr>
          <p:cNvSpPr/>
          <p:nvPr/>
        </p:nvSpPr>
        <p:spPr>
          <a:xfrm>
            <a:off x="496704" y="2921217"/>
            <a:ext cx="302839" cy="30283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3</a:t>
            </a:r>
          </a:p>
        </p:txBody>
      </p:sp>
      <p:sp>
        <p:nvSpPr>
          <p:cNvPr id="14" name="Oval 82">
            <a:extLst>
              <a:ext uri="{FF2B5EF4-FFF2-40B4-BE49-F238E27FC236}">
                <a16:creationId xmlns:a16="http://schemas.microsoft.com/office/drawing/2014/main" id="{D9FFD473-79E4-FDD9-C6AA-8D700C4E5641}"/>
              </a:ext>
            </a:extLst>
          </p:cNvPr>
          <p:cNvSpPr/>
          <p:nvPr/>
        </p:nvSpPr>
        <p:spPr>
          <a:xfrm>
            <a:off x="496704" y="3726427"/>
            <a:ext cx="302839" cy="30283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sp>
        <p:nvSpPr>
          <p:cNvPr id="15" name="Oval 83">
            <a:extLst>
              <a:ext uri="{FF2B5EF4-FFF2-40B4-BE49-F238E27FC236}">
                <a16:creationId xmlns:a16="http://schemas.microsoft.com/office/drawing/2014/main" id="{E1D4AD16-0335-E51B-4E15-74A955992A98}"/>
              </a:ext>
            </a:extLst>
          </p:cNvPr>
          <p:cNvSpPr/>
          <p:nvPr/>
        </p:nvSpPr>
        <p:spPr>
          <a:xfrm>
            <a:off x="496704" y="4545677"/>
            <a:ext cx="302839" cy="30283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5</a:t>
            </a:r>
          </a:p>
        </p:txBody>
      </p:sp>
      <p:sp>
        <p:nvSpPr>
          <p:cNvPr id="16" name="Oval 84">
            <a:extLst>
              <a:ext uri="{FF2B5EF4-FFF2-40B4-BE49-F238E27FC236}">
                <a16:creationId xmlns:a16="http://schemas.microsoft.com/office/drawing/2014/main" id="{F979CDC4-E582-BBC9-FCF8-64160420BD63}"/>
              </a:ext>
            </a:extLst>
          </p:cNvPr>
          <p:cNvSpPr/>
          <p:nvPr/>
        </p:nvSpPr>
        <p:spPr>
          <a:xfrm>
            <a:off x="496704" y="5345023"/>
            <a:ext cx="302839" cy="30283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6</a:t>
            </a:r>
          </a:p>
        </p:txBody>
      </p:sp>
      <p:sp>
        <p:nvSpPr>
          <p:cNvPr id="17" name="Freeform: Shape 1">
            <a:extLst>
              <a:ext uri="{FF2B5EF4-FFF2-40B4-BE49-F238E27FC236}">
                <a16:creationId xmlns:a16="http://schemas.microsoft.com/office/drawing/2014/main" id="{59A28166-0428-819F-D9EE-0563AFC84D8B}"/>
              </a:ext>
            </a:extLst>
          </p:cNvPr>
          <p:cNvSpPr/>
          <p:nvPr/>
        </p:nvSpPr>
        <p:spPr>
          <a:xfrm flipH="1">
            <a:off x="9342333" y="4103710"/>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96000" tIns="0" rIns="0" bIns="612000" rtlCol="0" anchor="ctr">
            <a:noAutofit/>
          </a:bodyPr>
          <a:lstStyle/>
          <a:p>
            <a:r>
              <a:rPr lang="en-US" sz="8000" b="1" dirty="0">
                <a:solidFill>
                  <a:srgbClr val="FFFFFF"/>
                </a:solidFill>
              </a:rPr>
              <a:t>L</a:t>
            </a:r>
          </a:p>
        </p:txBody>
      </p:sp>
      <p:sp>
        <p:nvSpPr>
          <p:cNvPr id="19" name="Freeform: Shape 18">
            <a:extLst>
              <a:ext uri="{FF2B5EF4-FFF2-40B4-BE49-F238E27FC236}">
                <a16:creationId xmlns:a16="http://schemas.microsoft.com/office/drawing/2014/main" id="{6C95924E-D145-CD08-94A1-6F61A749CCE5}"/>
              </a:ext>
            </a:extLst>
          </p:cNvPr>
          <p:cNvSpPr/>
          <p:nvPr/>
        </p:nvSpPr>
        <p:spPr>
          <a:xfrm>
            <a:off x="7104812" y="4111537"/>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lIns="576000" tIns="0" rIns="0" bIns="576000" rtlCol="0" anchor="ctr">
            <a:noAutofit/>
          </a:bodyPr>
          <a:lstStyle/>
          <a:p>
            <a:pPr algn="ctr"/>
            <a:r>
              <a:rPr lang="en-US" sz="8000" b="1" dirty="0">
                <a:solidFill>
                  <a:srgbClr val="FFFFFF"/>
                </a:solidFill>
              </a:rPr>
              <a:t>P</a:t>
            </a:r>
          </a:p>
        </p:txBody>
      </p:sp>
      <p:sp>
        <p:nvSpPr>
          <p:cNvPr id="20" name="Oval 19">
            <a:extLst>
              <a:ext uri="{FF2B5EF4-FFF2-40B4-BE49-F238E27FC236}">
                <a16:creationId xmlns:a16="http://schemas.microsoft.com/office/drawing/2014/main" id="{9498C8E8-F3C8-F9DB-2437-50A7EF97DEF5}"/>
              </a:ext>
            </a:extLst>
          </p:cNvPr>
          <p:cNvSpPr/>
          <p:nvPr/>
        </p:nvSpPr>
        <p:spPr>
          <a:xfrm>
            <a:off x="7252248"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21" name="Group 3">
            <a:extLst>
              <a:ext uri="{FF2B5EF4-FFF2-40B4-BE49-F238E27FC236}">
                <a16:creationId xmlns:a16="http://schemas.microsoft.com/office/drawing/2014/main" id="{43FE705F-3CAE-E862-5CC4-18003E86765C}"/>
              </a:ext>
            </a:extLst>
          </p:cNvPr>
          <p:cNvGrpSpPr/>
          <p:nvPr/>
        </p:nvGrpSpPr>
        <p:grpSpPr>
          <a:xfrm>
            <a:off x="6423732" y="2653940"/>
            <a:ext cx="2045649" cy="1889664"/>
            <a:chOff x="3011965" y="1617752"/>
            <a:chExt cx="2045649" cy="1889664"/>
          </a:xfrm>
        </p:grpSpPr>
        <p:sp>
          <p:nvSpPr>
            <p:cNvPr id="22" name="Freeform: Shape 16">
              <a:extLst>
                <a:ext uri="{FF2B5EF4-FFF2-40B4-BE49-F238E27FC236}">
                  <a16:creationId xmlns:a16="http://schemas.microsoft.com/office/drawing/2014/main" id="{24780BDB-4AC7-2B32-18D1-93897F47702C}"/>
                </a:ext>
              </a:extLst>
            </p:cNvPr>
            <p:cNvSpPr/>
            <p:nvPr/>
          </p:nvSpPr>
          <p:spPr>
            <a:xfrm>
              <a:off x="3011965" y="1617752"/>
              <a:ext cx="2045649" cy="1889664"/>
            </a:xfrm>
            <a:custGeom>
              <a:avLst/>
              <a:gdLst>
                <a:gd name="connsiteX0" fmla="*/ 905129 w 2045649"/>
                <a:gd name="connsiteY0" fmla="*/ 0 h 1889664"/>
                <a:gd name="connsiteX1" fmla="*/ 2045649 w 2045649"/>
                <a:gd name="connsiteY1" fmla="*/ 757713 h 1889664"/>
                <a:gd name="connsiteX2" fmla="*/ 2004725 w 2045649"/>
                <a:gd name="connsiteY2" fmla="*/ 834349 h 1889664"/>
                <a:gd name="connsiteX3" fmla="*/ 1957902 w 2045649"/>
                <a:gd name="connsiteY3" fmla="*/ 1361702 h 1889664"/>
                <a:gd name="connsiteX4" fmla="*/ 1961826 w 2045649"/>
                <a:gd name="connsiteY4" fmla="*/ 1373478 h 1889664"/>
                <a:gd name="connsiteX5" fmla="*/ 647436 w 2045649"/>
                <a:gd name="connsiteY5" fmla="*/ 1889664 h 1889664"/>
                <a:gd name="connsiteX6" fmla="*/ 591336 w 2045649"/>
                <a:gd name="connsiteY6" fmla="*/ 1688125 h 1889664"/>
                <a:gd name="connsiteX7" fmla="*/ 561795 w 2045649"/>
                <a:gd name="connsiteY7" fmla="*/ 1528849 h 1889664"/>
                <a:gd name="connsiteX8" fmla="*/ 559065 w 2045649"/>
                <a:gd name="connsiteY8" fmla="*/ 1503563 h 1889664"/>
                <a:gd name="connsiteX9" fmla="*/ 553355 w 2045649"/>
                <a:gd name="connsiteY9" fmla="*/ 1504138 h 1889664"/>
                <a:gd name="connsiteX10" fmla="*/ 0 w 2045649"/>
                <a:gd name="connsiteY10" fmla="*/ 950783 h 1889664"/>
                <a:gd name="connsiteX11" fmla="*/ 553355 w 2045649"/>
                <a:gd name="connsiteY11" fmla="*/ 397428 h 1889664"/>
                <a:gd name="connsiteX12" fmla="*/ 664876 w 2045649"/>
                <a:gd name="connsiteY12" fmla="*/ 408670 h 1889664"/>
                <a:gd name="connsiteX13" fmla="*/ 692092 w 2045649"/>
                <a:gd name="connsiteY13" fmla="*/ 417119 h 1889664"/>
                <a:gd name="connsiteX14" fmla="*/ 708039 w 2045649"/>
                <a:gd name="connsiteY14" fmla="*/ 373717 h 1889664"/>
                <a:gd name="connsiteX15" fmla="*/ 808191 w 2045649"/>
                <a:gd name="connsiteY15" fmla="*/ 161349 h 188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45649" h="1889664">
                  <a:moveTo>
                    <a:pt x="905129" y="0"/>
                  </a:moveTo>
                  <a:lnTo>
                    <a:pt x="2045649" y="757713"/>
                  </a:lnTo>
                  <a:lnTo>
                    <a:pt x="2004725" y="834349"/>
                  </a:lnTo>
                  <a:cubicBezTo>
                    <a:pt x="1932417" y="1010166"/>
                    <a:pt x="1919943" y="1192933"/>
                    <a:pt x="1957902" y="1361702"/>
                  </a:cubicBezTo>
                  <a:lnTo>
                    <a:pt x="1961826" y="1373478"/>
                  </a:lnTo>
                  <a:lnTo>
                    <a:pt x="647436" y="1889664"/>
                  </a:lnTo>
                  <a:lnTo>
                    <a:pt x="591336" y="1688125"/>
                  </a:lnTo>
                  <a:cubicBezTo>
                    <a:pt x="579509" y="1635544"/>
                    <a:pt x="569647" y="1582418"/>
                    <a:pt x="561795" y="1528849"/>
                  </a:cubicBezTo>
                  <a:lnTo>
                    <a:pt x="559065" y="1503563"/>
                  </a:lnTo>
                  <a:lnTo>
                    <a:pt x="553355" y="1504138"/>
                  </a:lnTo>
                  <a:cubicBezTo>
                    <a:pt x="247745" y="1504138"/>
                    <a:pt x="0" y="1256393"/>
                    <a:pt x="0" y="950783"/>
                  </a:cubicBezTo>
                  <a:cubicBezTo>
                    <a:pt x="0" y="645173"/>
                    <a:pt x="247745" y="397428"/>
                    <a:pt x="553355" y="397428"/>
                  </a:cubicBezTo>
                  <a:cubicBezTo>
                    <a:pt x="591556" y="397428"/>
                    <a:pt x="628854" y="401299"/>
                    <a:pt x="664876" y="408670"/>
                  </a:cubicBezTo>
                  <a:lnTo>
                    <a:pt x="692092" y="417119"/>
                  </a:lnTo>
                  <a:lnTo>
                    <a:pt x="708039" y="373717"/>
                  </a:lnTo>
                  <a:cubicBezTo>
                    <a:pt x="738075" y="300680"/>
                    <a:pt x="771545" y="229853"/>
                    <a:pt x="808191" y="16134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828000" tIns="180000" rtlCol="0" anchor="ctr">
              <a:noAutofit/>
            </a:bodyPr>
            <a:lstStyle/>
            <a:p>
              <a:pPr algn="ctr"/>
              <a:r>
                <a:rPr lang="en-US" sz="8000" b="1" dirty="0">
                  <a:solidFill>
                    <a:srgbClr val="FFFFFF"/>
                  </a:solidFill>
                </a:rPr>
                <a:t>E</a:t>
              </a:r>
            </a:p>
          </p:txBody>
        </p:sp>
        <p:sp>
          <p:nvSpPr>
            <p:cNvPr id="23" name="Oval 17">
              <a:extLst>
                <a:ext uri="{FF2B5EF4-FFF2-40B4-BE49-F238E27FC236}">
                  <a16:creationId xmlns:a16="http://schemas.microsoft.com/office/drawing/2014/main" id="{358D4587-FB1A-D4B1-70BE-ECDBA841E2DB}"/>
                </a:ext>
              </a:extLst>
            </p:cNvPr>
            <p:cNvSpPr/>
            <p:nvPr/>
          </p:nvSpPr>
          <p:spPr>
            <a:xfrm>
              <a:off x="3154479" y="2152707"/>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4" name="Group 4">
            <a:extLst>
              <a:ext uri="{FF2B5EF4-FFF2-40B4-BE49-F238E27FC236}">
                <a16:creationId xmlns:a16="http://schemas.microsoft.com/office/drawing/2014/main" id="{2E819B04-B3CB-5628-EB2C-DDF184D75460}"/>
              </a:ext>
            </a:extLst>
          </p:cNvPr>
          <p:cNvGrpSpPr/>
          <p:nvPr/>
        </p:nvGrpSpPr>
        <p:grpSpPr>
          <a:xfrm>
            <a:off x="7369013" y="1318167"/>
            <a:ext cx="1705909" cy="2006771"/>
            <a:chOff x="3957246" y="281979"/>
            <a:chExt cx="1705909" cy="2006771"/>
          </a:xfrm>
        </p:grpSpPr>
        <p:sp>
          <p:nvSpPr>
            <p:cNvPr id="25" name="Freeform: Shape 14">
              <a:extLst>
                <a:ext uri="{FF2B5EF4-FFF2-40B4-BE49-F238E27FC236}">
                  <a16:creationId xmlns:a16="http://schemas.microsoft.com/office/drawing/2014/main" id="{93676450-7DA1-CE09-A593-519500DCF910}"/>
                </a:ext>
              </a:extLst>
            </p:cNvPr>
            <p:cNvSpPr/>
            <p:nvPr/>
          </p:nvSpPr>
          <p:spPr>
            <a:xfrm>
              <a:off x="3957246" y="281979"/>
              <a:ext cx="1705909" cy="2006771"/>
            </a:xfrm>
            <a:custGeom>
              <a:avLst/>
              <a:gdLst>
                <a:gd name="connsiteX0" fmla="*/ 714783 w 1705909"/>
                <a:gd name="connsiteY0" fmla="*/ 0 h 2006771"/>
                <a:gd name="connsiteX1" fmla="*/ 1224653 w 1705909"/>
                <a:gd name="connsiteY1" fmla="*/ 337964 h 2006771"/>
                <a:gd name="connsiteX2" fmla="*/ 1240783 w 1705909"/>
                <a:gd name="connsiteY2" fmla="*/ 389926 h 2006771"/>
                <a:gd name="connsiteX3" fmla="*/ 1288251 w 1705909"/>
                <a:gd name="connsiteY3" fmla="*/ 375652 h 2006771"/>
                <a:gd name="connsiteX4" fmla="*/ 1519081 w 1705909"/>
                <a:gd name="connsiteY4" fmla="*/ 327931 h 2006771"/>
                <a:gd name="connsiteX5" fmla="*/ 1705909 w 1705909"/>
                <a:gd name="connsiteY5" fmla="*/ 308668 h 2006771"/>
                <a:gd name="connsiteX6" fmla="*/ 1705254 w 1705909"/>
                <a:gd name="connsiteY6" fmla="*/ 1700003 h 2006771"/>
                <a:gd name="connsiteX7" fmla="*/ 1619328 w 1705909"/>
                <a:gd name="connsiteY7" fmla="*/ 1713324 h 2006771"/>
                <a:gd name="connsiteX8" fmla="*/ 1157042 w 1705909"/>
                <a:gd name="connsiteY8" fmla="*/ 1996398 h 2006771"/>
                <a:gd name="connsiteX9" fmla="*/ 1149449 w 1705909"/>
                <a:gd name="connsiteY9" fmla="*/ 2006771 h 2006771"/>
                <a:gd name="connsiteX10" fmla="*/ 0 w 1705909"/>
                <a:gd name="connsiteY10" fmla="*/ 1249707 h 2006771"/>
                <a:gd name="connsiteX11" fmla="*/ 136020 w 1705909"/>
                <a:gd name="connsiteY11" fmla="*/ 1081203 h 2006771"/>
                <a:gd name="connsiteX12" fmla="*/ 251645 w 1705909"/>
                <a:gd name="connsiteY12" fmla="*/ 960096 h 2006771"/>
                <a:gd name="connsiteX13" fmla="*/ 300037 w 1705909"/>
                <a:gd name="connsiteY13" fmla="*/ 916197 h 2006771"/>
                <a:gd name="connsiteX14" fmla="*/ 255932 w 1705909"/>
                <a:gd name="connsiteY14" fmla="*/ 862741 h 2006771"/>
                <a:gd name="connsiteX15" fmla="*/ 161428 w 1705909"/>
                <a:gd name="connsiteY15" fmla="*/ 553355 h 2006771"/>
                <a:gd name="connsiteX16" fmla="*/ 714783 w 1705909"/>
                <a:gd name="connsiteY16" fmla="*/ 0 h 20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5909" h="2006771">
                  <a:moveTo>
                    <a:pt x="714783" y="0"/>
                  </a:moveTo>
                  <a:cubicBezTo>
                    <a:pt x="943991" y="0"/>
                    <a:pt x="1140649" y="139357"/>
                    <a:pt x="1224653" y="337964"/>
                  </a:cubicBezTo>
                  <a:lnTo>
                    <a:pt x="1240783" y="389926"/>
                  </a:lnTo>
                  <a:lnTo>
                    <a:pt x="1288251" y="375652"/>
                  </a:lnTo>
                  <a:cubicBezTo>
                    <a:pt x="1365216" y="355646"/>
                    <a:pt x="1442238" y="339787"/>
                    <a:pt x="1519081" y="327931"/>
                  </a:cubicBezTo>
                  <a:lnTo>
                    <a:pt x="1705909" y="308668"/>
                  </a:lnTo>
                  <a:lnTo>
                    <a:pt x="1705254" y="1700003"/>
                  </a:lnTo>
                  <a:lnTo>
                    <a:pt x="1619328" y="1713324"/>
                  </a:lnTo>
                  <a:cubicBezTo>
                    <a:pt x="1434054" y="1761479"/>
                    <a:pt x="1275900" y="1862646"/>
                    <a:pt x="1157042" y="1996398"/>
                  </a:cubicBezTo>
                  <a:lnTo>
                    <a:pt x="1149449" y="2006771"/>
                  </a:lnTo>
                  <a:lnTo>
                    <a:pt x="0" y="1249707"/>
                  </a:lnTo>
                  <a:lnTo>
                    <a:pt x="136020" y="1081203"/>
                  </a:lnTo>
                  <a:cubicBezTo>
                    <a:pt x="173051" y="1039532"/>
                    <a:pt x="211612" y="999130"/>
                    <a:pt x="251645" y="960096"/>
                  </a:cubicBezTo>
                  <a:lnTo>
                    <a:pt x="300037" y="916197"/>
                  </a:lnTo>
                  <a:lnTo>
                    <a:pt x="255932" y="862741"/>
                  </a:lnTo>
                  <a:cubicBezTo>
                    <a:pt x="196267" y="774425"/>
                    <a:pt x="161428" y="667959"/>
                    <a:pt x="161428" y="553355"/>
                  </a:cubicBezTo>
                  <a:cubicBezTo>
                    <a:pt x="161428" y="247745"/>
                    <a:pt x="409173" y="0"/>
                    <a:pt x="71478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216000" rtlCol="0" anchor="ctr">
              <a:noAutofit/>
            </a:bodyPr>
            <a:lstStyle/>
            <a:p>
              <a:pPr marL="893763" algn="ctr" defTabSz="987425"/>
              <a:r>
                <a:rPr lang="en-US" sz="8000" b="1" dirty="0">
                  <a:solidFill>
                    <a:srgbClr val="FFFFFF"/>
                  </a:solidFill>
                </a:rPr>
                <a:t>S</a:t>
              </a:r>
            </a:p>
          </p:txBody>
        </p:sp>
        <p:sp>
          <p:nvSpPr>
            <p:cNvPr id="26" name="Oval 15">
              <a:extLst>
                <a:ext uri="{FF2B5EF4-FFF2-40B4-BE49-F238E27FC236}">
                  <a16:creationId xmlns:a16="http://schemas.microsoft.com/office/drawing/2014/main" id="{93BACA57-CB3B-304F-08F8-9FBBB22CEC3C}"/>
                </a:ext>
              </a:extLst>
            </p:cNvPr>
            <p:cNvSpPr/>
            <p:nvPr/>
          </p:nvSpPr>
          <p:spPr>
            <a:xfrm>
              <a:off x="4252203" y="41943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7" name="Group 6">
            <a:extLst>
              <a:ext uri="{FF2B5EF4-FFF2-40B4-BE49-F238E27FC236}">
                <a16:creationId xmlns:a16="http://schemas.microsoft.com/office/drawing/2014/main" id="{3D9E75E0-3CF7-17BE-7CF7-DC5FD2F7AF5F}"/>
              </a:ext>
            </a:extLst>
          </p:cNvPr>
          <p:cNvGrpSpPr/>
          <p:nvPr/>
        </p:nvGrpSpPr>
        <p:grpSpPr>
          <a:xfrm>
            <a:off x="9770256" y="2638949"/>
            <a:ext cx="2010778" cy="1890459"/>
            <a:chOff x="6358489" y="1602761"/>
            <a:chExt cx="2010778" cy="1890459"/>
          </a:xfrm>
        </p:grpSpPr>
        <p:sp>
          <p:nvSpPr>
            <p:cNvPr id="28" name="Freeform: Shape 10">
              <a:extLst>
                <a:ext uri="{FF2B5EF4-FFF2-40B4-BE49-F238E27FC236}">
                  <a16:creationId xmlns:a16="http://schemas.microsoft.com/office/drawing/2014/main" id="{7A0C017C-47EE-F2AB-7A32-71E903AB9B9C}"/>
                </a:ext>
              </a:extLst>
            </p:cNvPr>
            <p:cNvSpPr/>
            <p:nvPr/>
          </p:nvSpPr>
          <p:spPr>
            <a:xfrm>
              <a:off x="6358489" y="1602761"/>
              <a:ext cx="2010778" cy="1890459"/>
            </a:xfrm>
            <a:custGeom>
              <a:avLst/>
              <a:gdLst>
                <a:gd name="connsiteX0" fmla="*/ 1142879 w 2010778"/>
                <a:gd name="connsiteY0" fmla="*/ 0 h 1890459"/>
                <a:gd name="connsiteX1" fmla="*/ 1239313 w 2010778"/>
                <a:gd name="connsiteY1" fmla="*/ 161651 h 1890459"/>
                <a:gd name="connsiteX2" fmla="*/ 1338802 w 2010778"/>
                <a:gd name="connsiteY2" fmla="*/ 374329 h 1890459"/>
                <a:gd name="connsiteX3" fmla="*/ 1356369 w 2010778"/>
                <a:gd name="connsiteY3" fmla="*/ 422606 h 1890459"/>
                <a:gd name="connsiteX4" fmla="*/ 1457423 w 2010778"/>
                <a:gd name="connsiteY4" fmla="*/ 412419 h 1890459"/>
                <a:gd name="connsiteX5" fmla="*/ 2010778 w 2010778"/>
                <a:gd name="connsiteY5" fmla="*/ 965774 h 1890459"/>
                <a:gd name="connsiteX6" fmla="*/ 1568944 w 2010778"/>
                <a:gd name="connsiteY6" fmla="*/ 1507887 h 1890459"/>
                <a:gd name="connsiteX7" fmla="*/ 1482927 w 2010778"/>
                <a:gd name="connsiteY7" fmla="*/ 1516558 h 1890459"/>
                <a:gd name="connsiteX8" fmla="*/ 1481444 w 2010778"/>
                <a:gd name="connsiteY8" fmla="*/ 1529912 h 1890459"/>
                <a:gd name="connsiteX9" fmla="*/ 1451406 w 2010778"/>
                <a:gd name="connsiteY9" fmla="*/ 1689095 h 1890459"/>
                <a:gd name="connsiteX10" fmla="*/ 1394677 w 2010778"/>
                <a:gd name="connsiteY10" fmla="*/ 1890459 h 1890459"/>
                <a:gd name="connsiteX11" fmla="*/ 81903 w 2010778"/>
                <a:gd name="connsiteY11" fmla="*/ 1370176 h 1890459"/>
                <a:gd name="connsiteX12" fmla="*/ 85864 w 2010778"/>
                <a:gd name="connsiteY12" fmla="*/ 1358412 h 1890459"/>
                <a:gd name="connsiteX13" fmla="*/ 40686 w 2010778"/>
                <a:gd name="connsiteY13" fmla="*/ 830915 h 1890459"/>
                <a:gd name="connsiteX14" fmla="*/ 0 w 2010778"/>
                <a:gd name="connsiteY14" fmla="*/ 754152 h 189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10778" h="1890459">
                  <a:moveTo>
                    <a:pt x="1142879" y="0"/>
                  </a:moveTo>
                  <a:lnTo>
                    <a:pt x="1239313" y="161651"/>
                  </a:lnTo>
                  <a:cubicBezTo>
                    <a:pt x="1275744" y="230268"/>
                    <a:pt x="1308994" y="301199"/>
                    <a:pt x="1338802" y="374329"/>
                  </a:cubicBezTo>
                  <a:lnTo>
                    <a:pt x="1356369" y="422606"/>
                  </a:lnTo>
                  <a:lnTo>
                    <a:pt x="1457423" y="412419"/>
                  </a:lnTo>
                  <a:cubicBezTo>
                    <a:pt x="1763033" y="412419"/>
                    <a:pt x="2010778" y="660164"/>
                    <a:pt x="2010778" y="965774"/>
                  </a:cubicBezTo>
                  <a:cubicBezTo>
                    <a:pt x="2010778" y="1233183"/>
                    <a:pt x="1821098" y="1456289"/>
                    <a:pt x="1568944" y="1507887"/>
                  </a:cubicBezTo>
                  <a:lnTo>
                    <a:pt x="1482927" y="1516558"/>
                  </a:lnTo>
                  <a:lnTo>
                    <a:pt x="1481444" y="1529912"/>
                  </a:lnTo>
                  <a:cubicBezTo>
                    <a:pt x="1473424" y="1583456"/>
                    <a:pt x="1463396" y="1636551"/>
                    <a:pt x="1451406" y="1689095"/>
                  </a:cubicBezTo>
                  <a:lnTo>
                    <a:pt x="1394677" y="1890459"/>
                  </a:lnTo>
                  <a:lnTo>
                    <a:pt x="81903" y="1370176"/>
                  </a:lnTo>
                  <a:lnTo>
                    <a:pt x="85864" y="1358412"/>
                  </a:lnTo>
                  <a:cubicBezTo>
                    <a:pt x="124349" y="1189762"/>
                    <a:pt x="112445" y="1006957"/>
                    <a:pt x="40686" y="830915"/>
                  </a:cubicBezTo>
                  <a:lnTo>
                    <a:pt x="0" y="75415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216000" rIns="720000" rtlCol="0" anchor="ctr">
              <a:noAutofit/>
            </a:bodyPr>
            <a:lstStyle/>
            <a:p>
              <a:pPr algn="ctr"/>
              <a:r>
                <a:rPr lang="en-US" sz="8000" b="1" dirty="0">
                  <a:solidFill>
                    <a:srgbClr val="FFFFFF"/>
                  </a:solidFill>
                </a:rPr>
                <a:t>E</a:t>
              </a:r>
            </a:p>
          </p:txBody>
        </p:sp>
        <p:sp>
          <p:nvSpPr>
            <p:cNvPr id="29" name="Oval 11">
              <a:extLst>
                <a:ext uri="{FF2B5EF4-FFF2-40B4-BE49-F238E27FC236}">
                  <a16:creationId xmlns:a16="http://schemas.microsoft.com/office/drawing/2014/main" id="{D73EBC78-340D-3D7B-15C9-5DD8EA8A5B78}"/>
                </a:ext>
              </a:extLst>
            </p:cNvPr>
            <p:cNvSpPr/>
            <p:nvPr/>
          </p:nvSpPr>
          <p:spPr>
            <a:xfrm>
              <a:off x="7414393" y="2150862"/>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30" name="Politics" descr="{&quot;Key&quot;:&quot;POWER_USER_SHAPE_ICON&quot;,&quot;Value&quot;:&quot;POWER_USER_SHAPE_ICON_STYLE_1&quot;}">
            <a:extLst>
              <a:ext uri="{FF2B5EF4-FFF2-40B4-BE49-F238E27FC236}">
                <a16:creationId xmlns:a16="http://schemas.microsoft.com/office/drawing/2014/main" id="{658BC6DA-4CFC-5C9F-5F36-72C5B7F11FCF}"/>
              </a:ext>
            </a:extLst>
          </p:cNvPr>
          <p:cNvGrpSpPr>
            <a:grpSpLocks noChangeAspect="1"/>
          </p:cNvGrpSpPr>
          <p:nvPr>
            <p:custDataLst>
              <p:tags r:id="rId1"/>
            </p:custDataLst>
          </p:nvPr>
        </p:nvGrpSpPr>
        <p:grpSpPr>
          <a:xfrm>
            <a:off x="7456953" y="5290683"/>
            <a:ext cx="423825" cy="431998"/>
            <a:chOff x="8221673" y="4689480"/>
            <a:chExt cx="576259" cy="587373"/>
          </a:xfrm>
          <a:solidFill>
            <a:schemeClr val="accent1">
              <a:lumMod val="50000"/>
            </a:schemeClr>
          </a:solidFill>
        </p:grpSpPr>
        <p:sp>
          <p:nvSpPr>
            <p:cNvPr id="31" name="Freeform 33">
              <a:extLst>
                <a:ext uri="{FF2B5EF4-FFF2-40B4-BE49-F238E27FC236}">
                  <a16:creationId xmlns:a16="http://schemas.microsoft.com/office/drawing/2014/main" id="{CAEA1E95-C5EF-1A69-2E9F-A69EDA2EBA58}"/>
                </a:ext>
              </a:extLst>
            </p:cNvPr>
            <p:cNvSpPr>
              <a:spLocks noEditPoints="1"/>
            </p:cNvSpPr>
            <p:nvPr/>
          </p:nvSpPr>
          <p:spPr bwMode="auto">
            <a:xfrm>
              <a:off x="8266130" y="4689480"/>
              <a:ext cx="147638" cy="149225"/>
            </a:xfrm>
            <a:custGeom>
              <a:avLst/>
              <a:gdLst>
                <a:gd name="T0" fmla="*/ 109 w 217"/>
                <a:gd name="T1" fmla="*/ 35 h 217"/>
                <a:gd name="T2" fmla="*/ 182 w 217"/>
                <a:gd name="T3" fmla="*/ 109 h 217"/>
                <a:gd name="T4" fmla="*/ 109 w 217"/>
                <a:gd name="T5" fmla="*/ 182 h 217"/>
                <a:gd name="T6" fmla="*/ 35 w 217"/>
                <a:gd name="T7" fmla="*/ 109 h 217"/>
                <a:gd name="T8" fmla="*/ 109 w 217"/>
                <a:gd name="T9" fmla="*/ 35 h 217"/>
                <a:gd name="T10" fmla="*/ 109 w 217"/>
                <a:gd name="T11" fmla="*/ 217 h 217"/>
                <a:gd name="T12" fmla="*/ 217 w 217"/>
                <a:gd name="T13" fmla="*/ 109 h 217"/>
                <a:gd name="T14" fmla="*/ 109 w 217"/>
                <a:gd name="T15" fmla="*/ 0 h 217"/>
                <a:gd name="T16" fmla="*/ 0 w 217"/>
                <a:gd name="T17" fmla="*/ 109 h 217"/>
                <a:gd name="T18" fmla="*/ 109 w 217"/>
                <a:gd name="T19"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7" h="217">
                  <a:moveTo>
                    <a:pt x="109" y="35"/>
                  </a:moveTo>
                  <a:cubicBezTo>
                    <a:pt x="149" y="35"/>
                    <a:pt x="182" y="68"/>
                    <a:pt x="182" y="109"/>
                  </a:cubicBezTo>
                  <a:cubicBezTo>
                    <a:pt x="182" y="149"/>
                    <a:pt x="149" y="182"/>
                    <a:pt x="109" y="182"/>
                  </a:cubicBezTo>
                  <a:cubicBezTo>
                    <a:pt x="68" y="182"/>
                    <a:pt x="35" y="149"/>
                    <a:pt x="35" y="109"/>
                  </a:cubicBezTo>
                  <a:cubicBezTo>
                    <a:pt x="35" y="68"/>
                    <a:pt x="68" y="35"/>
                    <a:pt x="109" y="35"/>
                  </a:cubicBezTo>
                  <a:close/>
                  <a:moveTo>
                    <a:pt x="109" y="217"/>
                  </a:moveTo>
                  <a:cubicBezTo>
                    <a:pt x="168" y="217"/>
                    <a:pt x="217" y="169"/>
                    <a:pt x="217" y="109"/>
                  </a:cubicBezTo>
                  <a:cubicBezTo>
                    <a:pt x="217" y="49"/>
                    <a:pt x="168" y="0"/>
                    <a:pt x="109" y="0"/>
                  </a:cubicBezTo>
                  <a:cubicBezTo>
                    <a:pt x="49" y="0"/>
                    <a:pt x="0" y="49"/>
                    <a:pt x="0" y="109"/>
                  </a:cubicBezTo>
                  <a:cubicBezTo>
                    <a:pt x="0" y="169"/>
                    <a:pt x="49" y="217"/>
                    <a:pt x="109" y="2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2" name="Freeform 34">
              <a:extLst>
                <a:ext uri="{FF2B5EF4-FFF2-40B4-BE49-F238E27FC236}">
                  <a16:creationId xmlns:a16="http://schemas.microsoft.com/office/drawing/2014/main" id="{0DC13ED3-8329-9DC9-7104-67DDF9858C50}"/>
                </a:ext>
              </a:extLst>
            </p:cNvPr>
            <p:cNvSpPr>
              <a:spLocks noEditPoints="1"/>
            </p:cNvSpPr>
            <p:nvPr/>
          </p:nvSpPr>
          <p:spPr bwMode="auto">
            <a:xfrm>
              <a:off x="8221673" y="4848228"/>
              <a:ext cx="238126" cy="428625"/>
            </a:xfrm>
            <a:custGeom>
              <a:avLst/>
              <a:gdLst>
                <a:gd name="T0" fmla="*/ 313 w 348"/>
                <a:gd name="T1" fmla="*/ 295 h 625"/>
                <a:gd name="T2" fmla="*/ 284 w 348"/>
                <a:gd name="T3" fmla="*/ 325 h 625"/>
                <a:gd name="T4" fmla="*/ 257 w 348"/>
                <a:gd name="T5" fmla="*/ 304 h 625"/>
                <a:gd name="T6" fmla="*/ 256 w 348"/>
                <a:gd name="T7" fmla="*/ 558 h 625"/>
                <a:gd name="T8" fmla="*/ 223 w 348"/>
                <a:gd name="T9" fmla="*/ 590 h 625"/>
                <a:gd name="T10" fmla="*/ 191 w 348"/>
                <a:gd name="T11" fmla="*/ 559 h 625"/>
                <a:gd name="T12" fmla="*/ 191 w 348"/>
                <a:gd name="T13" fmla="*/ 339 h 625"/>
                <a:gd name="T14" fmla="*/ 174 w 348"/>
                <a:gd name="T15" fmla="*/ 322 h 625"/>
                <a:gd name="T16" fmla="*/ 156 w 348"/>
                <a:gd name="T17" fmla="*/ 339 h 625"/>
                <a:gd name="T18" fmla="*/ 156 w 348"/>
                <a:gd name="T19" fmla="*/ 356 h 625"/>
                <a:gd name="T20" fmla="*/ 156 w 348"/>
                <a:gd name="T21" fmla="*/ 358 h 625"/>
                <a:gd name="T22" fmla="*/ 156 w 348"/>
                <a:gd name="T23" fmla="*/ 364 h 625"/>
                <a:gd name="T24" fmla="*/ 156 w 348"/>
                <a:gd name="T25" fmla="*/ 435 h 625"/>
                <a:gd name="T26" fmla="*/ 156 w 348"/>
                <a:gd name="T27" fmla="*/ 558 h 625"/>
                <a:gd name="T28" fmla="*/ 124 w 348"/>
                <a:gd name="T29" fmla="*/ 590 h 625"/>
                <a:gd name="T30" fmla="*/ 91 w 348"/>
                <a:gd name="T31" fmla="*/ 558 h 625"/>
                <a:gd name="T32" fmla="*/ 91 w 348"/>
                <a:gd name="T33" fmla="*/ 304 h 625"/>
                <a:gd name="T34" fmla="*/ 64 w 348"/>
                <a:gd name="T35" fmla="*/ 325 h 625"/>
                <a:gd name="T36" fmla="*/ 35 w 348"/>
                <a:gd name="T37" fmla="*/ 295 h 625"/>
                <a:gd name="T38" fmla="*/ 35 w 348"/>
                <a:gd name="T39" fmla="*/ 64 h 625"/>
                <a:gd name="T40" fmla="*/ 64 w 348"/>
                <a:gd name="T41" fmla="*/ 35 h 625"/>
                <a:gd name="T42" fmla="*/ 112 w 348"/>
                <a:gd name="T43" fmla="*/ 35 h 625"/>
                <a:gd name="T44" fmla="*/ 138 w 348"/>
                <a:gd name="T45" fmla="*/ 35 h 625"/>
                <a:gd name="T46" fmla="*/ 174 w 348"/>
                <a:gd name="T47" fmla="*/ 112 h 625"/>
                <a:gd name="T48" fmla="*/ 210 w 348"/>
                <a:gd name="T49" fmla="*/ 35 h 625"/>
                <a:gd name="T50" fmla="*/ 236 w 348"/>
                <a:gd name="T51" fmla="*/ 35 h 625"/>
                <a:gd name="T52" fmla="*/ 284 w 348"/>
                <a:gd name="T53" fmla="*/ 35 h 625"/>
                <a:gd name="T54" fmla="*/ 313 w 348"/>
                <a:gd name="T55" fmla="*/ 64 h 625"/>
                <a:gd name="T56" fmla="*/ 313 w 348"/>
                <a:gd name="T57" fmla="*/ 295 h 625"/>
                <a:gd name="T58" fmla="*/ 284 w 348"/>
                <a:gd name="T59" fmla="*/ 0 h 625"/>
                <a:gd name="T60" fmla="*/ 210 w 348"/>
                <a:gd name="T61" fmla="*/ 0 h 625"/>
                <a:gd name="T62" fmla="*/ 178 w 348"/>
                <a:gd name="T63" fmla="*/ 20 h 625"/>
                <a:gd name="T64" fmla="*/ 174 w 348"/>
                <a:gd name="T65" fmla="*/ 29 h 625"/>
                <a:gd name="T66" fmla="*/ 170 w 348"/>
                <a:gd name="T67" fmla="*/ 20 h 625"/>
                <a:gd name="T68" fmla="*/ 138 w 348"/>
                <a:gd name="T69" fmla="*/ 0 h 625"/>
                <a:gd name="T70" fmla="*/ 112 w 348"/>
                <a:gd name="T71" fmla="*/ 0 h 625"/>
                <a:gd name="T72" fmla="*/ 64 w 348"/>
                <a:gd name="T73" fmla="*/ 0 h 625"/>
                <a:gd name="T74" fmla="*/ 0 w 348"/>
                <a:gd name="T75" fmla="*/ 64 h 625"/>
                <a:gd name="T76" fmla="*/ 0 w 348"/>
                <a:gd name="T77" fmla="*/ 295 h 625"/>
                <a:gd name="T78" fmla="*/ 56 w 348"/>
                <a:gd name="T79" fmla="*/ 359 h 625"/>
                <a:gd name="T80" fmla="*/ 56 w 348"/>
                <a:gd name="T81" fmla="*/ 558 h 625"/>
                <a:gd name="T82" fmla="*/ 124 w 348"/>
                <a:gd name="T83" fmla="*/ 625 h 625"/>
                <a:gd name="T84" fmla="*/ 174 w 348"/>
                <a:gd name="T85" fmla="*/ 603 h 625"/>
                <a:gd name="T86" fmla="*/ 223 w 348"/>
                <a:gd name="T87" fmla="*/ 625 h 625"/>
                <a:gd name="T88" fmla="*/ 291 w 348"/>
                <a:gd name="T89" fmla="*/ 558 h 625"/>
                <a:gd name="T90" fmla="*/ 292 w 348"/>
                <a:gd name="T91" fmla="*/ 359 h 625"/>
                <a:gd name="T92" fmla="*/ 348 w 348"/>
                <a:gd name="T93" fmla="*/ 295 h 625"/>
                <a:gd name="T94" fmla="*/ 348 w 348"/>
                <a:gd name="T95" fmla="*/ 64 h 625"/>
                <a:gd name="T96" fmla="*/ 284 w 348"/>
                <a:gd name="T97"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8" h="625">
                  <a:moveTo>
                    <a:pt x="313" y="295"/>
                  </a:moveTo>
                  <a:cubicBezTo>
                    <a:pt x="313" y="311"/>
                    <a:pt x="300" y="325"/>
                    <a:pt x="284" y="325"/>
                  </a:cubicBezTo>
                  <a:cubicBezTo>
                    <a:pt x="271" y="325"/>
                    <a:pt x="260" y="316"/>
                    <a:pt x="257" y="304"/>
                  </a:cubicBezTo>
                  <a:lnTo>
                    <a:pt x="256" y="558"/>
                  </a:lnTo>
                  <a:cubicBezTo>
                    <a:pt x="256" y="576"/>
                    <a:pt x="241" y="590"/>
                    <a:pt x="223" y="590"/>
                  </a:cubicBezTo>
                  <a:cubicBezTo>
                    <a:pt x="206" y="590"/>
                    <a:pt x="192" y="576"/>
                    <a:pt x="191" y="559"/>
                  </a:cubicBezTo>
                  <a:lnTo>
                    <a:pt x="191" y="339"/>
                  </a:lnTo>
                  <a:cubicBezTo>
                    <a:pt x="191" y="330"/>
                    <a:pt x="183" y="322"/>
                    <a:pt x="174" y="322"/>
                  </a:cubicBezTo>
                  <a:cubicBezTo>
                    <a:pt x="164" y="322"/>
                    <a:pt x="156" y="330"/>
                    <a:pt x="156" y="339"/>
                  </a:cubicBezTo>
                  <a:lnTo>
                    <a:pt x="156" y="356"/>
                  </a:lnTo>
                  <a:cubicBezTo>
                    <a:pt x="156" y="357"/>
                    <a:pt x="156" y="357"/>
                    <a:pt x="156" y="358"/>
                  </a:cubicBezTo>
                  <a:lnTo>
                    <a:pt x="156" y="364"/>
                  </a:lnTo>
                  <a:lnTo>
                    <a:pt x="156" y="435"/>
                  </a:lnTo>
                  <a:lnTo>
                    <a:pt x="156" y="558"/>
                  </a:lnTo>
                  <a:cubicBezTo>
                    <a:pt x="156" y="576"/>
                    <a:pt x="141" y="590"/>
                    <a:pt x="124" y="590"/>
                  </a:cubicBezTo>
                  <a:cubicBezTo>
                    <a:pt x="106" y="590"/>
                    <a:pt x="91" y="576"/>
                    <a:pt x="91" y="558"/>
                  </a:cubicBezTo>
                  <a:lnTo>
                    <a:pt x="91" y="304"/>
                  </a:lnTo>
                  <a:cubicBezTo>
                    <a:pt x="88" y="316"/>
                    <a:pt x="77" y="325"/>
                    <a:pt x="64" y="325"/>
                  </a:cubicBezTo>
                  <a:cubicBezTo>
                    <a:pt x="48" y="325"/>
                    <a:pt x="35" y="311"/>
                    <a:pt x="35" y="295"/>
                  </a:cubicBezTo>
                  <a:lnTo>
                    <a:pt x="35" y="64"/>
                  </a:lnTo>
                  <a:cubicBezTo>
                    <a:pt x="35" y="48"/>
                    <a:pt x="48" y="35"/>
                    <a:pt x="64" y="35"/>
                  </a:cubicBezTo>
                  <a:lnTo>
                    <a:pt x="112" y="35"/>
                  </a:lnTo>
                  <a:lnTo>
                    <a:pt x="138" y="35"/>
                  </a:lnTo>
                  <a:lnTo>
                    <a:pt x="174" y="112"/>
                  </a:lnTo>
                  <a:lnTo>
                    <a:pt x="210" y="35"/>
                  </a:lnTo>
                  <a:lnTo>
                    <a:pt x="236" y="35"/>
                  </a:lnTo>
                  <a:lnTo>
                    <a:pt x="284" y="35"/>
                  </a:lnTo>
                  <a:cubicBezTo>
                    <a:pt x="300" y="35"/>
                    <a:pt x="313" y="48"/>
                    <a:pt x="313" y="64"/>
                  </a:cubicBezTo>
                  <a:lnTo>
                    <a:pt x="313" y="295"/>
                  </a:lnTo>
                  <a:close/>
                  <a:moveTo>
                    <a:pt x="284" y="0"/>
                  </a:moveTo>
                  <a:lnTo>
                    <a:pt x="210" y="0"/>
                  </a:lnTo>
                  <a:cubicBezTo>
                    <a:pt x="196" y="0"/>
                    <a:pt x="184" y="8"/>
                    <a:pt x="178" y="20"/>
                  </a:cubicBezTo>
                  <a:lnTo>
                    <a:pt x="174" y="29"/>
                  </a:lnTo>
                  <a:lnTo>
                    <a:pt x="170" y="20"/>
                  </a:lnTo>
                  <a:cubicBezTo>
                    <a:pt x="164" y="8"/>
                    <a:pt x="152" y="0"/>
                    <a:pt x="138" y="0"/>
                  </a:cubicBezTo>
                  <a:lnTo>
                    <a:pt x="112" y="0"/>
                  </a:lnTo>
                  <a:lnTo>
                    <a:pt x="64" y="0"/>
                  </a:lnTo>
                  <a:cubicBezTo>
                    <a:pt x="28" y="0"/>
                    <a:pt x="0" y="29"/>
                    <a:pt x="0" y="64"/>
                  </a:cubicBezTo>
                  <a:lnTo>
                    <a:pt x="0" y="295"/>
                  </a:lnTo>
                  <a:cubicBezTo>
                    <a:pt x="0" y="328"/>
                    <a:pt x="24" y="355"/>
                    <a:pt x="56" y="359"/>
                  </a:cubicBezTo>
                  <a:lnTo>
                    <a:pt x="56" y="558"/>
                  </a:lnTo>
                  <a:cubicBezTo>
                    <a:pt x="56" y="595"/>
                    <a:pt x="86" y="625"/>
                    <a:pt x="124" y="625"/>
                  </a:cubicBezTo>
                  <a:cubicBezTo>
                    <a:pt x="143" y="625"/>
                    <a:pt x="161" y="616"/>
                    <a:pt x="174" y="603"/>
                  </a:cubicBezTo>
                  <a:cubicBezTo>
                    <a:pt x="186" y="616"/>
                    <a:pt x="204" y="625"/>
                    <a:pt x="223" y="625"/>
                  </a:cubicBezTo>
                  <a:cubicBezTo>
                    <a:pt x="261" y="625"/>
                    <a:pt x="291" y="595"/>
                    <a:pt x="291" y="558"/>
                  </a:cubicBezTo>
                  <a:lnTo>
                    <a:pt x="292" y="359"/>
                  </a:lnTo>
                  <a:cubicBezTo>
                    <a:pt x="323" y="356"/>
                    <a:pt x="348" y="328"/>
                    <a:pt x="348" y="295"/>
                  </a:cubicBezTo>
                  <a:lnTo>
                    <a:pt x="348" y="64"/>
                  </a:lnTo>
                  <a:cubicBezTo>
                    <a:pt x="348" y="29"/>
                    <a:pt x="320" y="0"/>
                    <a:pt x="28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3" name="Freeform 35">
              <a:extLst>
                <a:ext uri="{FF2B5EF4-FFF2-40B4-BE49-F238E27FC236}">
                  <a16:creationId xmlns:a16="http://schemas.microsoft.com/office/drawing/2014/main" id="{FD4C4778-284C-097B-6D9F-F55B21000EB4}"/>
                </a:ext>
              </a:extLst>
            </p:cNvPr>
            <p:cNvSpPr>
              <a:spLocks/>
            </p:cNvSpPr>
            <p:nvPr/>
          </p:nvSpPr>
          <p:spPr bwMode="auto">
            <a:xfrm>
              <a:off x="8696331" y="4905377"/>
              <a:ext cx="101601" cy="187325"/>
            </a:xfrm>
            <a:custGeom>
              <a:avLst/>
              <a:gdLst>
                <a:gd name="T0" fmla="*/ 133 w 150"/>
                <a:gd name="T1" fmla="*/ 0 h 273"/>
                <a:gd name="T2" fmla="*/ 18 w 150"/>
                <a:gd name="T3" fmla="*/ 0 h 273"/>
                <a:gd name="T4" fmla="*/ 0 w 150"/>
                <a:gd name="T5" fmla="*/ 17 h 273"/>
                <a:gd name="T6" fmla="*/ 0 w 150"/>
                <a:gd name="T7" fmla="*/ 87 h 273"/>
                <a:gd name="T8" fmla="*/ 18 w 150"/>
                <a:gd name="T9" fmla="*/ 105 h 273"/>
                <a:gd name="T10" fmla="*/ 35 w 150"/>
                <a:gd name="T11" fmla="*/ 87 h 273"/>
                <a:gd name="T12" fmla="*/ 35 w 150"/>
                <a:gd name="T13" fmla="*/ 35 h 273"/>
                <a:gd name="T14" fmla="*/ 115 w 150"/>
                <a:gd name="T15" fmla="*/ 35 h 273"/>
                <a:gd name="T16" fmla="*/ 115 w 150"/>
                <a:gd name="T17" fmla="*/ 238 h 273"/>
                <a:gd name="T18" fmla="*/ 101 w 150"/>
                <a:gd name="T19" fmla="*/ 255 h 273"/>
                <a:gd name="T20" fmla="*/ 119 w 150"/>
                <a:gd name="T21" fmla="*/ 273 h 273"/>
                <a:gd name="T22" fmla="*/ 133 w 150"/>
                <a:gd name="T23" fmla="*/ 273 h 273"/>
                <a:gd name="T24" fmla="*/ 150 w 150"/>
                <a:gd name="T25" fmla="*/ 255 h 273"/>
                <a:gd name="T26" fmla="*/ 150 w 150"/>
                <a:gd name="T27" fmla="*/ 17 h 273"/>
                <a:gd name="T28" fmla="*/ 133 w 150"/>
                <a:gd name="T29"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273">
                  <a:moveTo>
                    <a:pt x="133" y="0"/>
                  </a:moveTo>
                  <a:lnTo>
                    <a:pt x="18" y="0"/>
                  </a:lnTo>
                  <a:cubicBezTo>
                    <a:pt x="8" y="0"/>
                    <a:pt x="0" y="8"/>
                    <a:pt x="0" y="17"/>
                  </a:cubicBezTo>
                  <a:lnTo>
                    <a:pt x="0" y="87"/>
                  </a:lnTo>
                  <a:cubicBezTo>
                    <a:pt x="0" y="97"/>
                    <a:pt x="8" y="105"/>
                    <a:pt x="18" y="105"/>
                  </a:cubicBezTo>
                  <a:cubicBezTo>
                    <a:pt x="28" y="105"/>
                    <a:pt x="35" y="97"/>
                    <a:pt x="35" y="87"/>
                  </a:cubicBezTo>
                  <a:lnTo>
                    <a:pt x="35" y="35"/>
                  </a:lnTo>
                  <a:lnTo>
                    <a:pt x="115" y="35"/>
                  </a:lnTo>
                  <a:lnTo>
                    <a:pt x="115" y="238"/>
                  </a:lnTo>
                  <a:cubicBezTo>
                    <a:pt x="107" y="240"/>
                    <a:pt x="101" y="247"/>
                    <a:pt x="101" y="255"/>
                  </a:cubicBezTo>
                  <a:cubicBezTo>
                    <a:pt x="101" y="265"/>
                    <a:pt x="109" y="273"/>
                    <a:pt x="119" y="273"/>
                  </a:cubicBezTo>
                  <a:lnTo>
                    <a:pt x="133" y="273"/>
                  </a:lnTo>
                  <a:cubicBezTo>
                    <a:pt x="142" y="273"/>
                    <a:pt x="150" y="265"/>
                    <a:pt x="150" y="255"/>
                  </a:cubicBezTo>
                  <a:lnTo>
                    <a:pt x="150" y="17"/>
                  </a:lnTo>
                  <a:cubicBezTo>
                    <a:pt x="150" y="8"/>
                    <a:pt x="142" y="0"/>
                    <a:pt x="13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4" name="Freeform 36">
              <a:extLst>
                <a:ext uri="{FF2B5EF4-FFF2-40B4-BE49-F238E27FC236}">
                  <a16:creationId xmlns:a16="http://schemas.microsoft.com/office/drawing/2014/main" id="{E70EEE2D-0B1A-B21A-39C9-9EA915955F91}"/>
                </a:ext>
              </a:extLst>
            </p:cNvPr>
            <p:cNvSpPr>
              <a:spLocks/>
            </p:cNvSpPr>
            <p:nvPr/>
          </p:nvSpPr>
          <p:spPr bwMode="auto">
            <a:xfrm>
              <a:off x="8474081" y="4854577"/>
              <a:ext cx="103187" cy="238125"/>
            </a:xfrm>
            <a:custGeom>
              <a:avLst/>
              <a:gdLst>
                <a:gd name="T0" fmla="*/ 35 w 150"/>
                <a:gd name="T1" fmla="*/ 311 h 346"/>
                <a:gd name="T2" fmla="*/ 35 w 150"/>
                <a:gd name="T3" fmla="*/ 35 h 346"/>
                <a:gd name="T4" fmla="*/ 115 w 150"/>
                <a:gd name="T5" fmla="*/ 35 h 346"/>
                <a:gd name="T6" fmla="*/ 115 w 150"/>
                <a:gd name="T7" fmla="*/ 213 h 346"/>
                <a:gd name="T8" fmla="*/ 132 w 150"/>
                <a:gd name="T9" fmla="*/ 231 h 346"/>
                <a:gd name="T10" fmla="*/ 150 w 150"/>
                <a:gd name="T11" fmla="*/ 213 h 346"/>
                <a:gd name="T12" fmla="*/ 150 w 150"/>
                <a:gd name="T13" fmla="*/ 18 h 346"/>
                <a:gd name="T14" fmla="*/ 132 w 150"/>
                <a:gd name="T15" fmla="*/ 0 h 346"/>
                <a:gd name="T16" fmla="*/ 17 w 150"/>
                <a:gd name="T17" fmla="*/ 0 h 346"/>
                <a:gd name="T18" fmla="*/ 0 w 150"/>
                <a:gd name="T19" fmla="*/ 18 h 346"/>
                <a:gd name="T20" fmla="*/ 0 w 150"/>
                <a:gd name="T21" fmla="*/ 328 h 346"/>
                <a:gd name="T22" fmla="*/ 17 w 150"/>
                <a:gd name="T23" fmla="*/ 346 h 346"/>
                <a:gd name="T24" fmla="*/ 30 w 150"/>
                <a:gd name="T25" fmla="*/ 346 h 346"/>
                <a:gd name="T26" fmla="*/ 48 w 150"/>
                <a:gd name="T27" fmla="*/ 328 h 346"/>
                <a:gd name="T28" fmla="*/ 35 w 150"/>
                <a:gd name="T29" fmla="*/ 31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346">
                  <a:moveTo>
                    <a:pt x="35" y="311"/>
                  </a:moveTo>
                  <a:lnTo>
                    <a:pt x="35" y="35"/>
                  </a:lnTo>
                  <a:lnTo>
                    <a:pt x="115" y="35"/>
                  </a:lnTo>
                  <a:lnTo>
                    <a:pt x="115" y="213"/>
                  </a:lnTo>
                  <a:cubicBezTo>
                    <a:pt x="115" y="223"/>
                    <a:pt x="122" y="231"/>
                    <a:pt x="132" y="231"/>
                  </a:cubicBezTo>
                  <a:cubicBezTo>
                    <a:pt x="142" y="231"/>
                    <a:pt x="150" y="223"/>
                    <a:pt x="150" y="213"/>
                  </a:cubicBezTo>
                  <a:lnTo>
                    <a:pt x="150" y="18"/>
                  </a:lnTo>
                  <a:cubicBezTo>
                    <a:pt x="150" y="8"/>
                    <a:pt x="142" y="0"/>
                    <a:pt x="132" y="0"/>
                  </a:cubicBezTo>
                  <a:lnTo>
                    <a:pt x="17" y="0"/>
                  </a:lnTo>
                  <a:cubicBezTo>
                    <a:pt x="8" y="0"/>
                    <a:pt x="0" y="8"/>
                    <a:pt x="0" y="18"/>
                  </a:cubicBezTo>
                  <a:lnTo>
                    <a:pt x="0" y="328"/>
                  </a:lnTo>
                  <a:cubicBezTo>
                    <a:pt x="0" y="338"/>
                    <a:pt x="8" y="346"/>
                    <a:pt x="17" y="346"/>
                  </a:cubicBezTo>
                  <a:lnTo>
                    <a:pt x="30" y="346"/>
                  </a:lnTo>
                  <a:cubicBezTo>
                    <a:pt x="40" y="346"/>
                    <a:pt x="48" y="338"/>
                    <a:pt x="48" y="328"/>
                  </a:cubicBezTo>
                  <a:cubicBezTo>
                    <a:pt x="48" y="320"/>
                    <a:pt x="42" y="313"/>
                    <a:pt x="35" y="3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5" name="Freeform 37">
              <a:extLst>
                <a:ext uri="{FF2B5EF4-FFF2-40B4-BE49-F238E27FC236}">
                  <a16:creationId xmlns:a16="http://schemas.microsoft.com/office/drawing/2014/main" id="{B2041F54-ACD0-01E7-CC16-56B58762562C}"/>
                </a:ext>
              </a:extLst>
            </p:cNvPr>
            <p:cNvSpPr>
              <a:spLocks/>
            </p:cNvSpPr>
            <p:nvPr/>
          </p:nvSpPr>
          <p:spPr bwMode="auto">
            <a:xfrm>
              <a:off x="8545520" y="4689480"/>
              <a:ext cx="182563" cy="323851"/>
            </a:xfrm>
            <a:custGeom>
              <a:avLst/>
              <a:gdLst>
                <a:gd name="T0" fmla="*/ 19 w 266"/>
                <a:gd name="T1" fmla="*/ 161 h 472"/>
                <a:gd name="T2" fmla="*/ 58 w 266"/>
                <a:gd name="T3" fmla="*/ 161 h 472"/>
                <a:gd name="T4" fmla="*/ 58 w 266"/>
                <a:gd name="T5" fmla="*/ 454 h 472"/>
                <a:gd name="T6" fmla="*/ 76 w 266"/>
                <a:gd name="T7" fmla="*/ 472 h 472"/>
                <a:gd name="T8" fmla="*/ 93 w 266"/>
                <a:gd name="T9" fmla="*/ 454 h 472"/>
                <a:gd name="T10" fmla="*/ 93 w 266"/>
                <a:gd name="T11" fmla="*/ 143 h 472"/>
                <a:gd name="T12" fmla="*/ 76 w 266"/>
                <a:gd name="T13" fmla="*/ 126 h 472"/>
                <a:gd name="T14" fmla="*/ 58 w 266"/>
                <a:gd name="T15" fmla="*/ 126 h 472"/>
                <a:gd name="T16" fmla="*/ 133 w 266"/>
                <a:gd name="T17" fmla="*/ 44 h 472"/>
                <a:gd name="T18" fmla="*/ 207 w 266"/>
                <a:gd name="T19" fmla="*/ 126 h 472"/>
                <a:gd name="T20" fmla="*/ 190 w 266"/>
                <a:gd name="T21" fmla="*/ 126 h 472"/>
                <a:gd name="T22" fmla="*/ 173 w 266"/>
                <a:gd name="T23" fmla="*/ 143 h 472"/>
                <a:gd name="T24" fmla="*/ 173 w 266"/>
                <a:gd name="T25" fmla="*/ 454 h 472"/>
                <a:gd name="T26" fmla="*/ 190 w 266"/>
                <a:gd name="T27" fmla="*/ 472 h 472"/>
                <a:gd name="T28" fmla="*/ 208 w 266"/>
                <a:gd name="T29" fmla="*/ 454 h 472"/>
                <a:gd name="T30" fmla="*/ 208 w 266"/>
                <a:gd name="T31" fmla="*/ 161 h 472"/>
                <a:gd name="T32" fmla="*/ 247 w 266"/>
                <a:gd name="T33" fmla="*/ 161 h 472"/>
                <a:gd name="T34" fmla="*/ 263 w 266"/>
                <a:gd name="T35" fmla="*/ 150 h 472"/>
                <a:gd name="T36" fmla="*/ 260 w 266"/>
                <a:gd name="T37" fmla="*/ 131 h 472"/>
                <a:gd name="T38" fmla="*/ 146 w 266"/>
                <a:gd name="T39" fmla="*/ 6 h 472"/>
                <a:gd name="T40" fmla="*/ 133 w 266"/>
                <a:gd name="T41" fmla="*/ 0 h 472"/>
                <a:gd name="T42" fmla="*/ 120 w 266"/>
                <a:gd name="T43" fmla="*/ 6 h 472"/>
                <a:gd name="T44" fmla="*/ 6 w 266"/>
                <a:gd name="T45" fmla="*/ 131 h 472"/>
                <a:gd name="T46" fmla="*/ 3 w 266"/>
                <a:gd name="T47" fmla="*/ 150 h 472"/>
                <a:gd name="T48" fmla="*/ 19 w 266"/>
                <a:gd name="T49" fmla="*/ 161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6" h="472">
                  <a:moveTo>
                    <a:pt x="19" y="161"/>
                  </a:moveTo>
                  <a:lnTo>
                    <a:pt x="58" y="161"/>
                  </a:lnTo>
                  <a:lnTo>
                    <a:pt x="58" y="454"/>
                  </a:lnTo>
                  <a:cubicBezTo>
                    <a:pt x="58" y="464"/>
                    <a:pt x="66" y="472"/>
                    <a:pt x="76" y="472"/>
                  </a:cubicBezTo>
                  <a:cubicBezTo>
                    <a:pt x="85" y="472"/>
                    <a:pt x="93" y="464"/>
                    <a:pt x="93" y="454"/>
                  </a:cubicBezTo>
                  <a:lnTo>
                    <a:pt x="93" y="143"/>
                  </a:lnTo>
                  <a:cubicBezTo>
                    <a:pt x="93" y="133"/>
                    <a:pt x="85" y="126"/>
                    <a:pt x="76" y="126"/>
                  </a:cubicBezTo>
                  <a:lnTo>
                    <a:pt x="58" y="126"/>
                  </a:lnTo>
                  <a:lnTo>
                    <a:pt x="133" y="44"/>
                  </a:lnTo>
                  <a:lnTo>
                    <a:pt x="207" y="126"/>
                  </a:lnTo>
                  <a:lnTo>
                    <a:pt x="190" y="126"/>
                  </a:lnTo>
                  <a:cubicBezTo>
                    <a:pt x="181" y="126"/>
                    <a:pt x="173" y="133"/>
                    <a:pt x="173" y="143"/>
                  </a:cubicBezTo>
                  <a:lnTo>
                    <a:pt x="173" y="454"/>
                  </a:lnTo>
                  <a:cubicBezTo>
                    <a:pt x="173" y="464"/>
                    <a:pt x="181" y="472"/>
                    <a:pt x="190" y="472"/>
                  </a:cubicBezTo>
                  <a:cubicBezTo>
                    <a:pt x="200" y="472"/>
                    <a:pt x="208" y="464"/>
                    <a:pt x="208" y="454"/>
                  </a:cubicBezTo>
                  <a:lnTo>
                    <a:pt x="208" y="161"/>
                  </a:lnTo>
                  <a:lnTo>
                    <a:pt x="247" y="161"/>
                  </a:lnTo>
                  <a:cubicBezTo>
                    <a:pt x="254" y="161"/>
                    <a:pt x="260" y="157"/>
                    <a:pt x="263" y="150"/>
                  </a:cubicBezTo>
                  <a:cubicBezTo>
                    <a:pt x="266" y="144"/>
                    <a:pt x="265" y="136"/>
                    <a:pt x="260" y="131"/>
                  </a:cubicBezTo>
                  <a:lnTo>
                    <a:pt x="146" y="6"/>
                  </a:lnTo>
                  <a:cubicBezTo>
                    <a:pt x="143" y="2"/>
                    <a:pt x="138" y="0"/>
                    <a:pt x="133" y="0"/>
                  </a:cubicBezTo>
                  <a:cubicBezTo>
                    <a:pt x="128" y="0"/>
                    <a:pt x="123" y="2"/>
                    <a:pt x="120" y="6"/>
                  </a:cubicBezTo>
                  <a:lnTo>
                    <a:pt x="6" y="131"/>
                  </a:lnTo>
                  <a:cubicBezTo>
                    <a:pt x="1" y="136"/>
                    <a:pt x="0" y="144"/>
                    <a:pt x="3" y="150"/>
                  </a:cubicBezTo>
                  <a:cubicBezTo>
                    <a:pt x="6" y="157"/>
                    <a:pt x="12" y="161"/>
                    <a:pt x="19" y="1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6" name="Freeform 38">
              <a:extLst>
                <a:ext uri="{FF2B5EF4-FFF2-40B4-BE49-F238E27FC236}">
                  <a16:creationId xmlns:a16="http://schemas.microsoft.com/office/drawing/2014/main" id="{E50FD4BF-4212-9AAB-410B-626598106CF4}"/>
                </a:ext>
              </a:extLst>
            </p:cNvPr>
            <p:cNvSpPr>
              <a:spLocks noEditPoints="1"/>
            </p:cNvSpPr>
            <p:nvPr/>
          </p:nvSpPr>
          <p:spPr bwMode="auto">
            <a:xfrm>
              <a:off x="8512176" y="4967288"/>
              <a:ext cx="247650" cy="296864"/>
            </a:xfrm>
            <a:custGeom>
              <a:avLst/>
              <a:gdLst>
                <a:gd name="T0" fmla="*/ 327 w 362"/>
                <a:gd name="T1" fmla="*/ 397 h 433"/>
                <a:gd name="T2" fmla="*/ 35 w 362"/>
                <a:gd name="T3" fmla="*/ 397 h 433"/>
                <a:gd name="T4" fmla="*/ 35 w 362"/>
                <a:gd name="T5" fmla="*/ 113 h 433"/>
                <a:gd name="T6" fmla="*/ 251 w 362"/>
                <a:gd name="T7" fmla="*/ 113 h 433"/>
                <a:gd name="T8" fmla="*/ 180 w 362"/>
                <a:gd name="T9" fmla="*/ 281 h 433"/>
                <a:gd name="T10" fmla="*/ 98 w 362"/>
                <a:gd name="T11" fmla="*/ 177 h 433"/>
                <a:gd name="T12" fmla="*/ 73 w 362"/>
                <a:gd name="T13" fmla="*/ 179 h 433"/>
                <a:gd name="T14" fmla="*/ 75 w 362"/>
                <a:gd name="T15" fmla="*/ 204 h 433"/>
                <a:gd name="T16" fmla="*/ 164 w 362"/>
                <a:gd name="T17" fmla="*/ 336 h 433"/>
                <a:gd name="T18" fmla="*/ 180 w 362"/>
                <a:gd name="T19" fmla="*/ 350 h 433"/>
                <a:gd name="T20" fmla="*/ 181 w 362"/>
                <a:gd name="T21" fmla="*/ 350 h 433"/>
                <a:gd name="T22" fmla="*/ 198 w 362"/>
                <a:gd name="T23" fmla="*/ 338 h 433"/>
                <a:gd name="T24" fmla="*/ 290 w 362"/>
                <a:gd name="T25" fmla="*/ 113 h 433"/>
                <a:gd name="T26" fmla="*/ 327 w 362"/>
                <a:gd name="T27" fmla="*/ 113 h 433"/>
                <a:gd name="T28" fmla="*/ 327 w 362"/>
                <a:gd name="T29" fmla="*/ 397 h 433"/>
                <a:gd name="T30" fmla="*/ 344 w 362"/>
                <a:gd name="T31" fmla="*/ 78 h 433"/>
                <a:gd name="T32" fmla="*/ 310 w 362"/>
                <a:gd name="T33" fmla="*/ 78 h 433"/>
                <a:gd name="T34" fmla="*/ 344 w 362"/>
                <a:gd name="T35" fmla="*/ 32 h 433"/>
                <a:gd name="T36" fmla="*/ 345 w 362"/>
                <a:gd name="T37" fmla="*/ 7 h 433"/>
                <a:gd name="T38" fmla="*/ 320 w 362"/>
                <a:gd name="T39" fmla="*/ 6 h 433"/>
                <a:gd name="T40" fmla="*/ 269 w 362"/>
                <a:gd name="T41" fmla="*/ 78 h 433"/>
                <a:gd name="T42" fmla="*/ 18 w 362"/>
                <a:gd name="T43" fmla="*/ 78 h 433"/>
                <a:gd name="T44" fmla="*/ 0 w 362"/>
                <a:gd name="T45" fmla="*/ 95 h 433"/>
                <a:gd name="T46" fmla="*/ 0 w 362"/>
                <a:gd name="T47" fmla="*/ 415 h 433"/>
                <a:gd name="T48" fmla="*/ 18 w 362"/>
                <a:gd name="T49" fmla="*/ 433 h 433"/>
                <a:gd name="T50" fmla="*/ 344 w 362"/>
                <a:gd name="T51" fmla="*/ 433 h 433"/>
                <a:gd name="T52" fmla="*/ 362 w 362"/>
                <a:gd name="T53" fmla="*/ 415 h 433"/>
                <a:gd name="T54" fmla="*/ 362 w 362"/>
                <a:gd name="T55" fmla="*/ 95 h 433"/>
                <a:gd name="T56" fmla="*/ 344 w 362"/>
                <a:gd name="T57" fmla="*/ 7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62" h="433">
                  <a:moveTo>
                    <a:pt x="327" y="397"/>
                  </a:moveTo>
                  <a:lnTo>
                    <a:pt x="35" y="397"/>
                  </a:lnTo>
                  <a:lnTo>
                    <a:pt x="35" y="113"/>
                  </a:lnTo>
                  <a:lnTo>
                    <a:pt x="251" y="113"/>
                  </a:lnTo>
                  <a:cubicBezTo>
                    <a:pt x="223" y="168"/>
                    <a:pt x="197" y="232"/>
                    <a:pt x="180" y="281"/>
                  </a:cubicBezTo>
                  <a:cubicBezTo>
                    <a:pt x="151" y="224"/>
                    <a:pt x="101" y="180"/>
                    <a:pt x="98" y="177"/>
                  </a:cubicBezTo>
                  <a:cubicBezTo>
                    <a:pt x="91" y="171"/>
                    <a:pt x="80" y="172"/>
                    <a:pt x="73" y="179"/>
                  </a:cubicBezTo>
                  <a:cubicBezTo>
                    <a:pt x="67" y="186"/>
                    <a:pt x="67" y="197"/>
                    <a:pt x="75" y="204"/>
                  </a:cubicBezTo>
                  <a:cubicBezTo>
                    <a:pt x="75" y="204"/>
                    <a:pt x="149" y="270"/>
                    <a:pt x="164" y="336"/>
                  </a:cubicBezTo>
                  <a:cubicBezTo>
                    <a:pt x="166" y="344"/>
                    <a:pt x="172" y="350"/>
                    <a:pt x="180" y="350"/>
                  </a:cubicBezTo>
                  <a:cubicBezTo>
                    <a:pt x="180" y="350"/>
                    <a:pt x="181" y="350"/>
                    <a:pt x="181" y="350"/>
                  </a:cubicBezTo>
                  <a:cubicBezTo>
                    <a:pt x="189" y="350"/>
                    <a:pt x="195" y="345"/>
                    <a:pt x="198" y="338"/>
                  </a:cubicBezTo>
                  <a:cubicBezTo>
                    <a:pt x="214" y="283"/>
                    <a:pt x="252" y="185"/>
                    <a:pt x="290" y="113"/>
                  </a:cubicBezTo>
                  <a:lnTo>
                    <a:pt x="327" y="113"/>
                  </a:lnTo>
                  <a:lnTo>
                    <a:pt x="327" y="397"/>
                  </a:lnTo>
                  <a:close/>
                  <a:moveTo>
                    <a:pt x="344" y="78"/>
                  </a:moveTo>
                  <a:lnTo>
                    <a:pt x="310" y="78"/>
                  </a:lnTo>
                  <a:cubicBezTo>
                    <a:pt x="322" y="58"/>
                    <a:pt x="334" y="42"/>
                    <a:pt x="344" y="32"/>
                  </a:cubicBezTo>
                  <a:cubicBezTo>
                    <a:pt x="351" y="25"/>
                    <a:pt x="352" y="14"/>
                    <a:pt x="345" y="7"/>
                  </a:cubicBezTo>
                  <a:cubicBezTo>
                    <a:pt x="338" y="0"/>
                    <a:pt x="327" y="0"/>
                    <a:pt x="320" y="6"/>
                  </a:cubicBezTo>
                  <a:cubicBezTo>
                    <a:pt x="304" y="21"/>
                    <a:pt x="287" y="47"/>
                    <a:pt x="269" y="78"/>
                  </a:cubicBezTo>
                  <a:lnTo>
                    <a:pt x="18" y="78"/>
                  </a:lnTo>
                  <a:cubicBezTo>
                    <a:pt x="8" y="78"/>
                    <a:pt x="0" y="86"/>
                    <a:pt x="0" y="95"/>
                  </a:cubicBezTo>
                  <a:lnTo>
                    <a:pt x="0" y="415"/>
                  </a:lnTo>
                  <a:cubicBezTo>
                    <a:pt x="0" y="425"/>
                    <a:pt x="8" y="433"/>
                    <a:pt x="18" y="433"/>
                  </a:cubicBezTo>
                  <a:lnTo>
                    <a:pt x="344" y="433"/>
                  </a:lnTo>
                  <a:cubicBezTo>
                    <a:pt x="354" y="433"/>
                    <a:pt x="362" y="425"/>
                    <a:pt x="362" y="415"/>
                  </a:cubicBezTo>
                  <a:lnTo>
                    <a:pt x="362" y="95"/>
                  </a:lnTo>
                  <a:cubicBezTo>
                    <a:pt x="362" y="86"/>
                    <a:pt x="354" y="78"/>
                    <a:pt x="344"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57" name="Freeform: Shape 8">
            <a:extLst>
              <a:ext uri="{FF2B5EF4-FFF2-40B4-BE49-F238E27FC236}">
                <a16:creationId xmlns:a16="http://schemas.microsoft.com/office/drawing/2014/main" id="{8AAB0EAF-9D0E-7A26-DE52-FD9D1D942A03}"/>
              </a:ext>
            </a:extLst>
          </p:cNvPr>
          <p:cNvSpPr/>
          <p:nvPr/>
        </p:nvSpPr>
        <p:spPr>
          <a:xfrm>
            <a:off x="9164018" y="1318167"/>
            <a:ext cx="1706650" cy="2002299"/>
          </a:xfrm>
          <a:custGeom>
            <a:avLst/>
            <a:gdLst>
              <a:gd name="connsiteX0" fmla="*/ 963388 w 1706650"/>
              <a:gd name="connsiteY0" fmla="*/ 0 h 2002299"/>
              <a:gd name="connsiteX1" fmla="*/ 1516743 w 1706650"/>
              <a:gd name="connsiteY1" fmla="*/ 553355 h 2002299"/>
              <a:gd name="connsiteX2" fmla="*/ 1422239 w 1706650"/>
              <a:gd name="connsiteY2" fmla="*/ 862741 h 2002299"/>
              <a:gd name="connsiteX3" fmla="*/ 1391672 w 1706650"/>
              <a:gd name="connsiteY3" fmla="*/ 899789 h 2002299"/>
              <a:gd name="connsiteX4" fmla="*/ 1455910 w 1706650"/>
              <a:gd name="connsiteY4" fmla="*/ 958429 h 2002299"/>
              <a:gd name="connsiteX5" fmla="*/ 1571156 w 1706650"/>
              <a:gd name="connsiteY5" fmla="*/ 1079896 h 2002299"/>
              <a:gd name="connsiteX6" fmla="*/ 1706650 w 1706650"/>
              <a:gd name="connsiteY6" fmla="*/ 1248824 h 2002299"/>
              <a:gd name="connsiteX7" fmla="*/ 554846 w 1706650"/>
              <a:gd name="connsiteY7" fmla="*/ 2002299 h 2002299"/>
              <a:gd name="connsiteX8" fmla="*/ 547286 w 1706650"/>
              <a:gd name="connsiteY8" fmla="*/ 1991903 h 2002299"/>
              <a:gd name="connsiteX9" fmla="*/ 85884 w 1706650"/>
              <a:gd name="connsiteY9" fmla="*/ 1707389 h 2002299"/>
              <a:gd name="connsiteX10" fmla="*/ 0 w 1706650"/>
              <a:gd name="connsiteY10" fmla="*/ 1693799 h 2002299"/>
              <a:gd name="connsiteX11" fmla="*/ 3683 w 1706650"/>
              <a:gd name="connsiteY11" fmla="*/ 302469 h 2002299"/>
              <a:gd name="connsiteX12" fmla="*/ 190451 w 1706650"/>
              <a:gd name="connsiteY12" fmla="*/ 322315 h 2002299"/>
              <a:gd name="connsiteX13" fmla="*/ 421131 w 1706650"/>
              <a:gd name="connsiteY13" fmla="*/ 370755 h 2002299"/>
              <a:gd name="connsiteX14" fmla="*/ 441424 w 1706650"/>
              <a:gd name="connsiteY14" fmla="*/ 376927 h 2002299"/>
              <a:gd name="connsiteX15" fmla="*/ 453519 w 1706650"/>
              <a:gd name="connsiteY15" fmla="*/ 337964 h 2002299"/>
              <a:gd name="connsiteX16" fmla="*/ 963388 w 1706650"/>
              <a:gd name="connsiteY16" fmla="*/ 0 h 200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6650" h="2002299">
                <a:moveTo>
                  <a:pt x="963388" y="0"/>
                </a:moveTo>
                <a:cubicBezTo>
                  <a:pt x="1268998" y="0"/>
                  <a:pt x="1516743" y="247745"/>
                  <a:pt x="1516743" y="553355"/>
                </a:cubicBezTo>
                <a:cubicBezTo>
                  <a:pt x="1516743" y="667959"/>
                  <a:pt x="1481904" y="774425"/>
                  <a:pt x="1422239" y="862741"/>
                </a:cubicBezTo>
                <a:lnTo>
                  <a:pt x="1391672" y="899789"/>
                </a:lnTo>
                <a:lnTo>
                  <a:pt x="1455910" y="958429"/>
                </a:lnTo>
                <a:cubicBezTo>
                  <a:pt x="1495820" y="997588"/>
                  <a:pt x="1534255" y="1038110"/>
                  <a:pt x="1571156" y="1079896"/>
                </a:cubicBezTo>
                <a:lnTo>
                  <a:pt x="1706650" y="1248824"/>
                </a:lnTo>
                <a:lnTo>
                  <a:pt x="554846" y="2002299"/>
                </a:lnTo>
                <a:lnTo>
                  <a:pt x="547286" y="1991903"/>
                </a:lnTo>
                <a:cubicBezTo>
                  <a:pt x="428845" y="1857780"/>
                  <a:pt x="271007" y="1756121"/>
                  <a:pt x="85884" y="1707389"/>
                </a:cubicBezTo>
                <a:lnTo>
                  <a:pt x="0" y="1693799"/>
                </a:lnTo>
                <a:lnTo>
                  <a:pt x="3683" y="302469"/>
                </a:lnTo>
                <a:lnTo>
                  <a:pt x="190451" y="322315"/>
                </a:lnTo>
                <a:cubicBezTo>
                  <a:pt x="267257" y="334410"/>
                  <a:pt x="344228" y="350510"/>
                  <a:pt x="421131" y="370755"/>
                </a:cubicBezTo>
                <a:lnTo>
                  <a:pt x="441424" y="376927"/>
                </a:lnTo>
                <a:lnTo>
                  <a:pt x="453519" y="337964"/>
                </a:lnTo>
                <a:cubicBezTo>
                  <a:pt x="537522" y="139357"/>
                  <a:pt x="734181" y="0"/>
                  <a:pt x="963388"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648000" rtlCol="0" anchor="ctr">
            <a:noAutofit/>
          </a:bodyPr>
          <a:lstStyle/>
          <a:p>
            <a:pPr algn="ctr"/>
            <a:r>
              <a:rPr lang="en-US" sz="8000" b="1" dirty="0">
                <a:solidFill>
                  <a:srgbClr val="FFFFFF"/>
                </a:solidFill>
              </a:rPr>
              <a:t>T</a:t>
            </a:r>
          </a:p>
        </p:txBody>
      </p:sp>
      <p:sp>
        <p:nvSpPr>
          <p:cNvPr id="58" name="Oval 9">
            <a:extLst>
              <a:ext uri="{FF2B5EF4-FFF2-40B4-BE49-F238E27FC236}">
                <a16:creationId xmlns:a16="http://schemas.microsoft.com/office/drawing/2014/main" id="{CB65DC54-5853-A628-92D4-83C161006997}"/>
              </a:ext>
            </a:extLst>
          </p:cNvPr>
          <p:cNvSpPr/>
          <p:nvPr/>
        </p:nvSpPr>
        <p:spPr>
          <a:xfrm>
            <a:off x="9718600" y="1439749"/>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75" name="Trees" descr="{&quot;Key&quot;:&quot;POWER_USER_SHAPE_ICON&quot;,&quot;Value&quot;:&quot;POWER_USER_SHAPE_ICON_STYLE_1&quot;}">
            <a:extLst>
              <a:ext uri="{FF2B5EF4-FFF2-40B4-BE49-F238E27FC236}">
                <a16:creationId xmlns:a16="http://schemas.microsoft.com/office/drawing/2014/main" id="{14286FB3-3230-B219-3ACD-98301870026E}"/>
              </a:ext>
            </a:extLst>
          </p:cNvPr>
          <p:cNvGrpSpPr>
            <a:grpSpLocks noChangeAspect="1"/>
          </p:cNvGrpSpPr>
          <p:nvPr>
            <p:custDataLst>
              <p:tags r:id="rId2"/>
            </p:custDataLst>
          </p:nvPr>
        </p:nvGrpSpPr>
        <p:grpSpPr>
          <a:xfrm>
            <a:off x="11017485" y="3372432"/>
            <a:ext cx="463593" cy="432001"/>
            <a:chOff x="6948453" y="3168656"/>
            <a:chExt cx="558779" cy="520702"/>
          </a:xfrm>
          <a:solidFill>
            <a:schemeClr val="accent5">
              <a:lumMod val="50000"/>
            </a:schemeClr>
          </a:solidFill>
        </p:grpSpPr>
        <p:sp>
          <p:nvSpPr>
            <p:cNvPr id="76" name="Freeform 261">
              <a:extLst>
                <a:ext uri="{FF2B5EF4-FFF2-40B4-BE49-F238E27FC236}">
                  <a16:creationId xmlns:a16="http://schemas.microsoft.com/office/drawing/2014/main" id="{DCDE0616-FF02-BE84-3719-38ED5F78FCCE}"/>
                </a:ext>
              </a:extLst>
            </p:cNvPr>
            <p:cNvSpPr>
              <a:spLocks/>
            </p:cNvSpPr>
            <p:nvPr/>
          </p:nvSpPr>
          <p:spPr bwMode="auto">
            <a:xfrm>
              <a:off x="6948453" y="3168656"/>
              <a:ext cx="331787" cy="395289"/>
            </a:xfrm>
            <a:custGeom>
              <a:avLst/>
              <a:gdLst>
                <a:gd name="T0" fmla="*/ 2382 w 4691"/>
                <a:gd name="T1" fmla="*/ 5582 h 5582"/>
                <a:gd name="T2" fmla="*/ 2359 w 4691"/>
                <a:gd name="T3" fmla="*/ 5580 h 5582"/>
                <a:gd name="T4" fmla="*/ 678 w 4691"/>
                <a:gd name="T5" fmla="*/ 4637 h 5582"/>
                <a:gd name="T6" fmla="*/ 0 w 4691"/>
                <a:gd name="T7" fmla="*/ 2808 h 5582"/>
                <a:gd name="T8" fmla="*/ 2808 w 4691"/>
                <a:gd name="T9" fmla="*/ 0 h 5582"/>
                <a:gd name="T10" fmla="*/ 4624 w 4691"/>
                <a:gd name="T11" fmla="*/ 666 h 5582"/>
                <a:gd name="T12" fmla="*/ 4640 w 4691"/>
                <a:gd name="T13" fmla="*/ 866 h 5582"/>
                <a:gd name="T14" fmla="*/ 4441 w 4691"/>
                <a:gd name="T15" fmla="*/ 882 h 5582"/>
                <a:gd name="T16" fmla="*/ 2808 w 4691"/>
                <a:gd name="T17" fmla="*/ 283 h 5582"/>
                <a:gd name="T18" fmla="*/ 283 w 4691"/>
                <a:gd name="T19" fmla="*/ 2808 h 5582"/>
                <a:gd name="T20" fmla="*/ 2404 w 4691"/>
                <a:gd name="T21" fmla="*/ 5300 h 5582"/>
                <a:gd name="T22" fmla="*/ 2521 w 4691"/>
                <a:gd name="T23" fmla="*/ 5463 h 5582"/>
                <a:gd name="T24" fmla="*/ 2382 w 4691"/>
                <a:gd name="T25" fmla="*/ 5582 h 5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91" h="5582">
                  <a:moveTo>
                    <a:pt x="2382" y="5582"/>
                  </a:moveTo>
                  <a:cubicBezTo>
                    <a:pt x="2374" y="5582"/>
                    <a:pt x="2367" y="5581"/>
                    <a:pt x="2359" y="5580"/>
                  </a:cubicBezTo>
                  <a:cubicBezTo>
                    <a:pt x="1708" y="5475"/>
                    <a:pt x="1110" y="5140"/>
                    <a:pt x="678" y="4637"/>
                  </a:cubicBezTo>
                  <a:cubicBezTo>
                    <a:pt x="240" y="4129"/>
                    <a:pt x="0" y="3479"/>
                    <a:pt x="0" y="2808"/>
                  </a:cubicBezTo>
                  <a:cubicBezTo>
                    <a:pt x="0" y="1259"/>
                    <a:pt x="1259" y="0"/>
                    <a:pt x="2808" y="0"/>
                  </a:cubicBezTo>
                  <a:cubicBezTo>
                    <a:pt x="3473" y="0"/>
                    <a:pt x="4118" y="236"/>
                    <a:pt x="4624" y="666"/>
                  </a:cubicBezTo>
                  <a:cubicBezTo>
                    <a:pt x="4684" y="716"/>
                    <a:pt x="4691" y="806"/>
                    <a:pt x="4640" y="866"/>
                  </a:cubicBezTo>
                  <a:cubicBezTo>
                    <a:pt x="4590" y="925"/>
                    <a:pt x="4500" y="932"/>
                    <a:pt x="4441" y="882"/>
                  </a:cubicBezTo>
                  <a:cubicBezTo>
                    <a:pt x="3986" y="496"/>
                    <a:pt x="3406" y="283"/>
                    <a:pt x="2808" y="283"/>
                  </a:cubicBezTo>
                  <a:cubicBezTo>
                    <a:pt x="1416" y="283"/>
                    <a:pt x="283" y="1416"/>
                    <a:pt x="283" y="2808"/>
                  </a:cubicBezTo>
                  <a:cubicBezTo>
                    <a:pt x="283" y="4054"/>
                    <a:pt x="1175" y="5102"/>
                    <a:pt x="2404" y="5300"/>
                  </a:cubicBezTo>
                  <a:cubicBezTo>
                    <a:pt x="2481" y="5312"/>
                    <a:pt x="2534" y="5385"/>
                    <a:pt x="2521" y="5463"/>
                  </a:cubicBezTo>
                  <a:cubicBezTo>
                    <a:pt x="2510" y="5532"/>
                    <a:pt x="2450" y="5582"/>
                    <a:pt x="2382" y="55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7" name="Freeform 262">
              <a:extLst>
                <a:ext uri="{FF2B5EF4-FFF2-40B4-BE49-F238E27FC236}">
                  <a16:creationId xmlns:a16="http://schemas.microsoft.com/office/drawing/2014/main" id="{66723B9F-1F29-F459-9C20-410FDAA81A33}"/>
                </a:ext>
              </a:extLst>
            </p:cNvPr>
            <p:cNvSpPr>
              <a:spLocks/>
            </p:cNvSpPr>
            <p:nvPr/>
          </p:nvSpPr>
          <p:spPr bwMode="auto">
            <a:xfrm>
              <a:off x="7161177" y="3271844"/>
              <a:ext cx="184149" cy="293689"/>
            </a:xfrm>
            <a:custGeom>
              <a:avLst/>
              <a:gdLst>
                <a:gd name="T0" fmla="*/ 150 w 2610"/>
                <a:gd name="T1" fmla="*/ 4151 h 4151"/>
                <a:gd name="T2" fmla="*/ 10 w 2610"/>
                <a:gd name="T3" fmla="*/ 4027 h 4151"/>
                <a:gd name="T4" fmla="*/ 132 w 2610"/>
                <a:gd name="T5" fmla="*/ 3869 h 4151"/>
                <a:gd name="T6" fmla="*/ 2326 w 2610"/>
                <a:gd name="T7" fmla="*/ 1365 h 4151"/>
                <a:gd name="T8" fmla="*/ 2055 w 2610"/>
                <a:gd name="T9" fmla="*/ 226 h 4151"/>
                <a:gd name="T10" fmla="*/ 2118 w 2610"/>
                <a:gd name="T11" fmla="*/ 36 h 4151"/>
                <a:gd name="T12" fmla="*/ 2308 w 2610"/>
                <a:gd name="T13" fmla="*/ 98 h 4151"/>
                <a:gd name="T14" fmla="*/ 2610 w 2610"/>
                <a:gd name="T15" fmla="*/ 1365 h 4151"/>
                <a:gd name="T16" fmla="*/ 1906 w 2610"/>
                <a:gd name="T17" fmla="*/ 3225 h 4151"/>
                <a:gd name="T18" fmla="*/ 169 w 2610"/>
                <a:gd name="T19" fmla="*/ 4150 h 4151"/>
                <a:gd name="T20" fmla="*/ 150 w 2610"/>
                <a:gd name="T21" fmla="*/ 4151 h 4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0" h="4151">
                  <a:moveTo>
                    <a:pt x="150" y="4151"/>
                  </a:moveTo>
                  <a:cubicBezTo>
                    <a:pt x="80" y="4151"/>
                    <a:pt x="19" y="4099"/>
                    <a:pt x="10" y="4027"/>
                  </a:cubicBezTo>
                  <a:cubicBezTo>
                    <a:pt x="0" y="3950"/>
                    <a:pt x="54" y="3879"/>
                    <a:pt x="132" y="3869"/>
                  </a:cubicBezTo>
                  <a:cubicBezTo>
                    <a:pt x="1383" y="3705"/>
                    <a:pt x="2326" y="2629"/>
                    <a:pt x="2326" y="1365"/>
                  </a:cubicBezTo>
                  <a:cubicBezTo>
                    <a:pt x="2326" y="965"/>
                    <a:pt x="2235" y="581"/>
                    <a:pt x="2055" y="226"/>
                  </a:cubicBezTo>
                  <a:cubicBezTo>
                    <a:pt x="2020" y="156"/>
                    <a:pt x="2048" y="71"/>
                    <a:pt x="2118" y="36"/>
                  </a:cubicBezTo>
                  <a:cubicBezTo>
                    <a:pt x="2187" y="0"/>
                    <a:pt x="2272" y="28"/>
                    <a:pt x="2308" y="98"/>
                  </a:cubicBezTo>
                  <a:cubicBezTo>
                    <a:pt x="2508" y="493"/>
                    <a:pt x="2610" y="919"/>
                    <a:pt x="2610" y="1365"/>
                  </a:cubicBezTo>
                  <a:cubicBezTo>
                    <a:pt x="2610" y="2051"/>
                    <a:pt x="2360" y="2711"/>
                    <a:pt x="1906" y="3225"/>
                  </a:cubicBezTo>
                  <a:cubicBezTo>
                    <a:pt x="1456" y="3733"/>
                    <a:pt x="839" y="4062"/>
                    <a:pt x="169" y="4150"/>
                  </a:cubicBezTo>
                  <a:cubicBezTo>
                    <a:pt x="163" y="4151"/>
                    <a:pt x="156" y="4151"/>
                    <a:pt x="150" y="4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8" name="Freeform 263">
              <a:extLst>
                <a:ext uri="{FF2B5EF4-FFF2-40B4-BE49-F238E27FC236}">
                  <a16:creationId xmlns:a16="http://schemas.microsoft.com/office/drawing/2014/main" id="{95A9E251-91BE-A1E7-B5C1-DC29E3F8C4D9}"/>
                </a:ext>
              </a:extLst>
            </p:cNvPr>
            <p:cNvSpPr>
              <a:spLocks noEditPoints="1"/>
            </p:cNvSpPr>
            <p:nvPr/>
          </p:nvSpPr>
          <p:spPr bwMode="auto">
            <a:xfrm>
              <a:off x="7283413" y="3238507"/>
              <a:ext cx="22225" cy="22225"/>
            </a:xfrm>
            <a:custGeom>
              <a:avLst/>
              <a:gdLst>
                <a:gd name="T0" fmla="*/ 264 w 311"/>
                <a:gd name="T1" fmla="*/ 78 h 313"/>
                <a:gd name="T2" fmla="*/ 152 w 311"/>
                <a:gd name="T3" fmla="*/ 165 h 313"/>
                <a:gd name="T4" fmla="*/ 264 w 311"/>
                <a:gd name="T5" fmla="*/ 78 h 313"/>
                <a:gd name="T6" fmla="*/ 157 w 311"/>
                <a:gd name="T7" fmla="*/ 313 h 313"/>
                <a:gd name="T8" fmla="*/ 41 w 311"/>
                <a:gd name="T9" fmla="*/ 253 h 313"/>
                <a:gd name="T10" fmla="*/ 11 w 311"/>
                <a:gd name="T11" fmla="*/ 178 h 313"/>
                <a:gd name="T12" fmla="*/ 76 w 311"/>
                <a:gd name="T13" fmla="*/ 34 h 313"/>
                <a:gd name="T14" fmla="*/ 270 w 311"/>
                <a:gd name="T15" fmla="*/ 76 h 313"/>
                <a:gd name="T16" fmla="*/ 297 w 311"/>
                <a:gd name="T17" fmla="*/ 144 h 313"/>
                <a:gd name="T18" fmla="*/ 234 w 311"/>
                <a:gd name="T19" fmla="*/ 291 h 313"/>
                <a:gd name="T20" fmla="*/ 157 w 311"/>
                <a:gd name="T21" fmla="*/ 3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1" h="313">
                  <a:moveTo>
                    <a:pt x="264" y="78"/>
                  </a:moveTo>
                  <a:lnTo>
                    <a:pt x="152" y="165"/>
                  </a:lnTo>
                  <a:lnTo>
                    <a:pt x="264" y="78"/>
                  </a:lnTo>
                  <a:close/>
                  <a:moveTo>
                    <a:pt x="157" y="313"/>
                  </a:moveTo>
                  <a:cubicBezTo>
                    <a:pt x="117" y="313"/>
                    <a:pt x="75" y="296"/>
                    <a:pt x="41" y="253"/>
                  </a:cubicBezTo>
                  <a:cubicBezTo>
                    <a:pt x="24" y="230"/>
                    <a:pt x="14" y="204"/>
                    <a:pt x="11" y="178"/>
                  </a:cubicBezTo>
                  <a:cubicBezTo>
                    <a:pt x="0" y="114"/>
                    <a:pt x="33" y="61"/>
                    <a:pt x="76" y="34"/>
                  </a:cubicBezTo>
                  <a:cubicBezTo>
                    <a:pt x="130" y="1"/>
                    <a:pt x="213" y="0"/>
                    <a:pt x="270" y="76"/>
                  </a:cubicBezTo>
                  <a:cubicBezTo>
                    <a:pt x="285" y="97"/>
                    <a:pt x="294" y="120"/>
                    <a:pt x="297" y="144"/>
                  </a:cubicBezTo>
                  <a:cubicBezTo>
                    <a:pt x="311" y="218"/>
                    <a:pt x="265" y="271"/>
                    <a:pt x="234" y="291"/>
                  </a:cubicBezTo>
                  <a:cubicBezTo>
                    <a:pt x="212" y="304"/>
                    <a:pt x="185" y="313"/>
                    <a:pt x="157" y="3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9" name="Freeform 264">
              <a:extLst>
                <a:ext uri="{FF2B5EF4-FFF2-40B4-BE49-F238E27FC236}">
                  <a16:creationId xmlns:a16="http://schemas.microsoft.com/office/drawing/2014/main" id="{6E15284F-BAE5-CE58-1C77-2C0B2D16DA11}"/>
                </a:ext>
              </a:extLst>
            </p:cNvPr>
            <p:cNvSpPr>
              <a:spLocks/>
            </p:cNvSpPr>
            <p:nvPr/>
          </p:nvSpPr>
          <p:spPr bwMode="auto">
            <a:xfrm>
              <a:off x="7137364" y="3254382"/>
              <a:ext cx="19050" cy="141288"/>
            </a:xfrm>
            <a:custGeom>
              <a:avLst/>
              <a:gdLst>
                <a:gd name="T0" fmla="*/ 142 w 283"/>
                <a:gd name="T1" fmla="*/ 1988 h 1988"/>
                <a:gd name="T2" fmla="*/ 0 w 283"/>
                <a:gd name="T3" fmla="*/ 1847 h 1988"/>
                <a:gd name="T4" fmla="*/ 0 w 283"/>
                <a:gd name="T5" fmla="*/ 142 h 1988"/>
                <a:gd name="T6" fmla="*/ 142 w 283"/>
                <a:gd name="T7" fmla="*/ 0 h 1988"/>
                <a:gd name="T8" fmla="*/ 283 w 283"/>
                <a:gd name="T9" fmla="*/ 142 h 1988"/>
                <a:gd name="T10" fmla="*/ 283 w 283"/>
                <a:gd name="T11" fmla="*/ 1847 h 1988"/>
                <a:gd name="T12" fmla="*/ 142 w 283"/>
                <a:gd name="T13" fmla="*/ 1988 h 1988"/>
              </a:gdLst>
              <a:ahLst/>
              <a:cxnLst>
                <a:cxn ang="0">
                  <a:pos x="T0" y="T1"/>
                </a:cxn>
                <a:cxn ang="0">
                  <a:pos x="T2" y="T3"/>
                </a:cxn>
                <a:cxn ang="0">
                  <a:pos x="T4" y="T5"/>
                </a:cxn>
                <a:cxn ang="0">
                  <a:pos x="T6" y="T7"/>
                </a:cxn>
                <a:cxn ang="0">
                  <a:pos x="T8" y="T9"/>
                </a:cxn>
                <a:cxn ang="0">
                  <a:pos x="T10" y="T11"/>
                </a:cxn>
                <a:cxn ang="0">
                  <a:pos x="T12" y="T13"/>
                </a:cxn>
              </a:cxnLst>
              <a:rect l="0" t="0" r="r" b="b"/>
              <a:pathLst>
                <a:path w="283" h="1988">
                  <a:moveTo>
                    <a:pt x="142" y="1988"/>
                  </a:moveTo>
                  <a:cubicBezTo>
                    <a:pt x="63" y="1988"/>
                    <a:pt x="0" y="1925"/>
                    <a:pt x="0" y="1847"/>
                  </a:cubicBezTo>
                  <a:lnTo>
                    <a:pt x="0" y="142"/>
                  </a:lnTo>
                  <a:cubicBezTo>
                    <a:pt x="0" y="64"/>
                    <a:pt x="63" y="0"/>
                    <a:pt x="142" y="0"/>
                  </a:cubicBezTo>
                  <a:cubicBezTo>
                    <a:pt x="220" y="0"/>
                    <a:pt x="283" y="64"/>
                    <a:pt x="283" y="142"/>
                  </a:cubicBezTo>
                  <a:lnTo>
                    <a:pt x="283" y="1847"/>
                  </a:lnTo>
                  <a:cubicBezTo>
                    <a:pt x="283" y="1925"/>
                    <a:pt x="220" y="1988"/>
                    <a:pt x="142" y="19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0" name="Freeform 265">
              <a:extLst>
                <a:ext uri="{FF2B5EF4-FFF2-40B4-BE49-F238E27FC236}">
                  <a16:creationId xmlns:a16="http://schemas.microsoft.com/office/drawing/2014/main" id="{86482108-C103-11E4-A7F7-DB59FDE21008}"/>
                </a:ext>
              </a:extLst>
            </p:cNvPr>
            <p:cNvSpPr>
              <a:spLocks/>
            </p:cNvSpPr>
            <p:nvPr/>
          </p:nvSpPr>
          <p:spPr bwMode="auto">
            <a:xfrm>
              <a:off x="7137364" y="3405195"/>
              <a:ext cx="19050" cy="20638"/>
            </a:xfrm>
            <a:custGeom>
              <a:avLst/>
              <a:gdLst>
                <a:gd name="T0" fmla="*/ 142 w 283"/>
                <a:gd name="T1" fmla="*/ 302 h 302"/>
                <a:gd name="T2" fmla="*/ 0 w 283"/>
                <a:gd name="T3" fmla="*/ 160 h 302"/>
                <a:gd name="T4" fmla="*/ 0 w 283"/>
                <a:gd name="T5" fmla="*/ 142 h 302"/>
                <a:gd name="T6" fmla="*/ 142 w 283"/>
                <a:gd name="T7" fmla="*/ 0 h 302"/>
                <a:gd name="T8" fmla="*/ 283 w 283"/>
                <a:gd name="T9" fmla="*/ 142 h 302"/>
                <a:gd name="T10" fmla="*/ 283 w 283"/>
                <a:gd name="T11" fmla="*/ 160 h 302"/>
                <a:gd name="T12" fmla="*/ 142 w 283"/>
                <a:gd name="T13" fmla="*/ 302 h 302"/>
              </a:gdLst>
              <a:ahLst/>
              <a:cxnLst>
                <a:cxn ang="0">
                  <a:pos x="T0" y="T1"/>
                </a:cxn>
                <a:cxn ang="0">
                  <a:pos x="T2" y="T3"/>
                </a:cxn>
                <a:cxn ang="0">
                  <a:pos x="T4" y="T5"/>
                </a:cxn>
                <a:cxn ang="0">
                  <a:pos x="T6" y="T7"/>
                </a:cxn>
                <a:cxn ang="0">
                  <a:pos x="T8" y="T9"/>
                </a:cxn>
                <a:cxn ang="0">
                  <a:pos x="T10" y="T11"/>
                </a:cxn>
                <a:cxn ang="0">
                  <a:pos x="T12" y="T13"/>
                </a:cxn>
              </a:cxnLst>
              <a:rect l="0" t="0" r="r" b="b"/>
              <a:pathLst>
                <a:path w="283" h="302">
                  <a:moveTo>
                    <a:pt x="142" y="302"/>
                  </a:moveTo>
                  <a:cubicBezTo>
                    <a:pt x="63" y="302"/>
                    <a:pt x="0" y="238"/>
                    <a:pt x="0" y="160"/>
                  </a:cubicBezTo>
                  <a:lnTo>
                    <a:pt x="0" y="142"/>
                  </a:lnTo>
                  <a:cubicBezTo>
                    <a:pt x="0" y="63"/>
                    <a:pt x="63" y="0"/>
                    <a:pt x="142" y="0"/>
                  </a:cubicBezTo>
                  <a:cubicBezTo>
                    <a:pt x="220" y="0"/>
                    <a:pt x="283" y="63"/>
                    <a:pt x="283" y="142"/>
                  </a:cubicBezTo>
                  <a:lnTo>
                    <a:pt x="283" y="160"/>
                  </a:lnTo>
                  <a:cubicBezTo>
                    <a:pt x="283" y="238"/>
                    <a:pt x="220" y="302"/>
                    <a:pt x="142"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1" name="Freeform 266">
              <a:extLst>
                <a:ext uri="{FF2B5EF4-FFF2-40B4-BE49-F238E27FC236}">
                  <a16:creationId xmlns:a16="http://schemas.microsoft.com/office/drawing/2014/main" id="{1B12C4F9-349C-03B1-789E-396DB79FC4B6}"/>
                </a:ext>
              </a:extLst>
            </p:cNvPr>
            <p:cNvSpPr>
              <a:spLocks/>
            </p:cNvSpPr>
            <p:nvPr/>
          </p:nvSpPr>
          <p:spPr bwMode="auto">
            <a:xfrm>
              <a:off x="7137364" y="3435357"/>
              <a:ext cx="19050" cy="254001"/>
            </a:xfrm>
            <a:custGeom>
              <a:avLst/>
              <a:gdLst>
                <a:gd name="T0" fmla="*/ 142 w 283"/>
                <a:gd name="T1" fmla="*/ 3598 h 3598"/>
                <a:gd name="T2" fmla="*/ 0 w 283"/>
                <a:gd name="T3" fmla="*/ 3456 h 3598"/>
                <a:gd name="T4" fmla="*/ 0 w 283"/>
                <a:gd name="T5" fmla="*/ 142 h 3598"/>
                <a:gd name="T6" fmla="*/ 142 w 283"/>
                <a:gd name="T7" fmla="*/ 0 h 3598"/>
                <a:gd name="T8" fmla="*/ 283 w 283"/>
                <a:gd name="T9" fmla="*/ 142 h 3598"/>
                <a:gd name="T10" fmla="*/ 283 w 283"/>
                <a:gd name="T11" fmla="*/ 3456 h 3598"/>
                <a:gd name="T12" fmla="*/ 142 w 283"/>
                <a:gd name="T13" fmla="*/ 3598 h 3598"/>
              </a:gdLst>
              <a:ahLst/>
              <a:cxnLst>
                <a:cxn ang="0">
                  <a:pos x="T0" y="T1"/>
                </a:cxn>
                <a:cxn ang="0">
                  <a:pos x="T2" y="T3"/>
                </a:cxn>
                <a:cxn ang="0">
                  <a:pos x="T4" y="T5"/>
                </a:cxn>
                <a:cxn ang="0">
                  <a:pos x="T6" y="T7"/>
                </a:cxn>
                <a:cxn ang="0">
                  <a:pos x="T8" y="T9"/>
                </a:cxn>
                <a:cxn ang="0">
                  <a:pos x="T10" y="T11"/>
                </a:cxn>
                <a:cxn ang="0">
                  <a:pos x="T12" y="T13"/>
                </a:cxn>
              </a:cxnLst>
              <a:rect l="0" t="0" r="r" b="b"/>
              <a:pathLst>
                <a:path w="283" h="3598">
                  <a:moveTo>
                    <a:pt x="142" y="3598"/>
                  </a:moveTo>
                  <a:cubicBezTo>
                    <a:pt x="63" y="3598"/>
                    <a:pt x="0" y="3534"/>
                    <a:pt x="0" y="3456"/>
                  </a:cubicBezTo>
                  <a:lnTo>
                    <a:pt x="0" y="142"/>
                  </a:lnTo>
                  <a:cubicBezTo>
                    <a:pt x="0" y="64"/>
                    <a:pt x="63" y="0"/>
                    <a:pt x="142" y="0"/>
                  </a:cubicBezTo>
                  <a:cubicBezTo>
                    <a:pt x="220" y="0"/>
                    <a:pt x="283" y="64"/>
                    <a:pt x="283" y="142"/>
                  </a:cubicBezTo>
                  <a:lnTo>
                    <a:pt x="283" y="3456"/>
                  </a:lnTo>
                  <a:cubicBezTo>
                    <a:pt x="283" y="3534"/>
                    <a:pt x="220" y="3598"/>
                    <a:pt x="142" y="35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2" name="Freeform 267">
              <a:extLst>
                <a:ext uri="{FF2B5EF4-FFF2-40B4-BE49-F238E27FC236}">
                  <a16:creationId xmlns:a16="http://schemas.microsoft.com/office/drawing/2014/main" id="{90F3F2A3-F5D3-F645-D706-32D29C87ECFB}"/>
                </a:ext>
              </a:extLst>
            </p:cNvPr>
            <p:cNvSpPr>
              <a:spLocks/>
            </p:cNvSpPr>
            <p:nvPr/>
          </p:nvSpPr>
          <p:spPr bwMode="auto">
            <a:xfrm>
              <a:off x="7067515" y="3295657"/>
              <a:ext cx="84138" cy="68264"/>
            </a:xfrm>
            <a:custGeom>
              <a:avLst/>
              <a:gdLst>
                <a:gd name="T0" fmla="*/ 1025 w 1185"/>
                <a:gd name="T1" fmla="*/ 974 h 974"/>
                <a:gd name="T2" fmla="*/ 938 w 1185"/>
                <a:gd name="T3" fmla="*/ 944 h 974"/>
                <a:gd name="T4" fmla="*/ 73 w 1185"/>
                <a:gd name="T5" fmla="*/ 271 h 974"/>
                <a:gd name="T6" fmla="*/ 49 w 1185"/>
                <a:gd name="T7" fmla="*/ 72 h 974"/>
                <a:gd name="T8" fmla="*/ 247 w 1185"/>
                <a:gd name="T9" fmla="*/ 48 h 974"/>
                <a:gd name="T10" fmla="*/ 1112 w 1185"/>
                <a:gd name="T11" fmla="*/ 720 h 974"/>
                <a:gd name="T12" fmla="*/ 1137 w 1185"/>
                <a:gd name="T13" fmla="*/ 919 h 974"/>
                <a:gd name="T14" fmla="*/ 1025 w 1185"/>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5" h="974">
                  <a:moveTo>
                    <a:pt x="1025" y="974"/>
                  </a:moveTo>
                  <a:cubicBezTo>
                    <a:pt x="995" y="974"/>
                    <a:pt x="964" y="964"/>
                    <a:pt x="938" y="944"/>
                  </a:cubicBezTo>
                  <a:lnTo>
                    <a:pt x="73" y="271"/>
                  </a:lnTo>
                  <a:cubicBezTo>
                    <a:pt x="12" y="223"/>
                    <a:pt x="0" y="135"/>
                    <a:pt x="49" y="72"/>
                  </a:cubicBezTo>
                  <a:cubicBezTo>
                    <a:pt x="96" y="11"/>
                    <a:pt x="186" y="0"/>
                    <a:pt x="247" y="48"/>
                  </a:cubicBezTo>
                  <a:lnTo>
                    <a:pt x="1112" y="720"/>
                  </a:lnTo>
                  <a:cubicBezTo>
                    <a:pt x="1174" y="769"/>
                    <a:pt x="1185" y="857"/>
                    <a:pt x="1137" y="919"/>
                  </a:cubicBezTo>
                  <a:cubicBezTo>
                    <a:pt x="1109" y="955"/>
                    <a:pt x="1067" y="974"/>
                    <a:pt x="1025" y="9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3" name="Freeform 268">
              <a:extLst>
                <a:ext uri="{FF2B5EF4-FFF2-40B4-BE49-F238E27FC236}">
                  <a16:creationId xmlns:a16="http://schemas.microsoft.com/office/drawing/2014/main" id="{2201CAF4-C0D6-4B8D-F789-8F2C72C51A3A}"/>
                </a:ext>
              </a:extLst>
            </p:cNvPr>
            <p:cNvSpPr>
              <a:spLocks/>
            </p:cNvSpPr>
            <p:nvPr/>
          </p:nvSpPr>
          <p:spPr bwMode="auto">
            <a:xfrm>
              <a:off x="7140539" y="3295657"/>
              <a:ext cx="84138" cy="68264"/>
            </a:xfrm>
            <a:custGeom>
              <a:avLst/>
              <a:gdLst>
                <a:gd name="T0" fmla="*/ 159 w 1184"/>
                <a:gd name="T1" fmla="*/ 974 h 974"/>
                <a:gd name="T2" fmla="*/ 48 w 1184"/>
                <a:gd name="T3" fmla="*/ 919 h 974"/>
                <a:gd name="T4" fmla="*/ 72 w 1184"/>
                <a:gd name="T5" fmla="*/ 720 h 974"/>
                <a:gd name="T6" fmla="*/ 937 w 1184"/>
                <a:gd name="T7" fmla="*/ 48 h 974"/>
                <a:gd name="T8" fmla="*/ 1136 w 1184"/>
                <a:gd name="T9" fmla="*/ 73 h 974"/>
                <a:gd name="T10" fmla="*/ 1111 w 1184"/>
                <a:gd name="T11" fmla="*/ 271 h 974"/>
                <a:gd name="T12" fmla="*/ 246 w 1184"/>
                <a:gd name="T13" fmla="*/ 944 h 974"/>
                <a:gd name="T14" fmla="*/ 159 w 1184"/>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4" h="974">
                  <a:moveTo>
                    <a:pt x="159" y="974"/>
                  </a:moveTo>
                  <a:cubicBezTo>
                    <a:pt x="117" y="974"/>
                    <a:pt x="76" y="955"/>
                    <a:pt x="48" y="919"/>
                  </a:cubicBezTo>
                  <a:cubicBezTo>
                    <a:pt x="0" y="857"/>
                    <a:pt x="11" y="768"/>
                    <a:pt x="72" y="720"/>
                  </a:cubicBezTo>
                  <a:lnTo>
                    <a:pt x="937" y="48"/>
                  </a:lnTo>
                  <a:cubicBezTo>
                    <a:pt x="999" y="0"/>
                    <a:pt x="1088" y="11"/>
                    <a:pt x="1136" y="73"/>
                  </a:cubicBezTo>
                  <a:cubicBezTo>
                    <a:pt x="1184" y="134"/>
                    <a:pt x="1173" y="223"/>
                    <a:pt x="1111" y="271"/>
                  </a:cubicBezTo>
                  <a:lnTo>
                    <a:pt x="246" y="944"/>
                  </a:lnTo>
                  <a:cubicBezTo>
                    <a:pt x="221" y="964"/>
                    <a:pt x="190" y="974"/>
                    <a:pt x="159" y="97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4" name="Freeform 269">
              <a:extLst>
                <a:ext uri="{FF2B5EF4-FFF2-40B4-BE49-F238E27FC236}">
                  <a16:creationId xmlns:a16="http://schemas.microsoft.com/office/drawing/2014/main" id="{F441F936-F337-1567-A2F9-65A0E0D70E9E}"/>
                </a:ext>
              </a:extLst>
            </p:cNvPr>
            <p:cNvSpPr>
              <a:spLocks/>
            </p:cNvSpPr>
            <p:nvPr/>
          </p:nvSpPr>
          <p:spPr bwMode="auto">
            <a:xfrm>
              <a:off x="6994495" y="3375033"/>
              <a:ext cx="155575" cy="128588"/>
            </a:xfrm>
            <a:custGeom>
              <a:avLst/>
              <a:gdLst>
                <a:gd name="T0" fmla="*/ 2049 w 2209"/>
                <a:gd name="T1" fmla="*/ 1807 h 1807"/>
                <a:gd name="T2" fmla="*/ 1961 w 2209"/>
                <a:gd name="T3" fmla="*/ 1776 h 1807"/>
                <a:gd name="T4" fmla="*/ 71 w 2209"/>
                <a:gd name="T5" fmla="*/ 270 h 1807"/>
                <a:gd name="T6" fmla="*/ 49 w 2209"/>
                <a:gd name="T7" fmla="*/ 72 h 1807"/>
                <a:gd name="T8" fmla="*/ 247 w 2209"/>
                <a:gd name="T9" fmla="*/ 49 h 1807"/>
                <a:gd name="T10" fmla="*/ 2137 w 2209"/>
                <a:gd name="T11" fmla="*/ 1554 h 1807"/>
                <a:gd name="T12" fmla="*/ 2160 w 2209"/>
                <a:gd name="T13" fmla="*/ 1753 h 1807"/>
                <a:gd name="T14" fmla="*/ 2049 w 2209"/>
                <a:gd name="T15" fmla="*/ 1807 h 18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9" h="1807">
                  <a:moveTo>
                    <a:pt x="2049" y="1807"/>
                  </a:moveTo>
                  <a:cubicBezTo>
                    <a:pt x="2018" y="1807"/>
                    <a:pt x="1987" y="1797"/>
                    <a:pt x="1961" y="1776"/>
                  </a:cubicBezTo>
                  <a:lnTo>
                    <a:pt x="71" y="270"/>
                  </a:lnTo>
                  <a:cubicBezTo>
                    <a:pt x="10" y="222"/>
                    <a:pt x="0" y="133"/>
                    <a:pt x="49" y="72"/>
                  </a:cubicBezTo>
                  <a:cubicBezTo>
                    <a:pt x="97" y="10"/>
                    <a:pt x="186" y="0"/>
                    <a:pt x="247" y="49"/>
                  </a:cubicBezTo>
                  <a:lnTo>
                    <a:pt x="2137" y="1554"/>
                  </a:lnTo>
                  <a:cubicBezTo>
                    <a:pt x="2198" y="1603"/>
                    <a:pt x="2209" y="1692"/>
                    <a:pt x="2160" y="1753"/>
                  </a:cubicBezTo>
                  <a:cubicBezTo>
                    <a:pt x="2132" y="1789"/>
                    <a:pt x="2091" y="1807"/>
                    <a:pt x="2049" y="18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5" name="Freeform 270">
              <a:extLst>
                <a:ext uri="{FF2B5EF4-FFF2-40B4-BE49-F238E27FC236}">
                  <a16:creationId xmlns:a16="http://schemas.microsoft.com/office/drawing/2014/main" id="{739CF763-3A9E-640D-1DC9-2C28D43FEAE9}"/>
                </a:ext>
              </a:extLst>
            </p:cNvPr>
            <p:cNvSpPr>
              <a:spLocks/>
            </p:cNvSpPr>
            <p:nvPr/>
          </p:nvSpPr>
          <p:spPr bwMode="auto">
            <a:xfrm>
              <a:off x="7048469" y="3373446"/>
              <a:ext cx="19050" cy="53975"/>
            </a:xfrm>
            <a:custGeom>
              <a:avLst/>
              <a:gdLst>
                <a:gd name="T0" fmla="*/ 142 w 284"/>
                <a:gd name="T1" fmla="*/ 764 h 764"/>
                <a:gd name="T2" fmla="*/ 0 w 284"/>
                <a:gd name="T3" fmla="*/ 622 h 764"/>
                <a:gd name="T4" fmla="*/ 0 w 284"/>
                <a:gd name="T5" fmla="*/ 142 h 764"/>
                <a:gd name="T6" fmla="*/ 142 w 284"/>
                <a:gd name="T7" fmla="*/ 0 h 764"/>
                <a:gd name="T8" fmla="*/ 284 w 284"/>
                <a:gd name="T9" fmla="*/ 142 h 764"/>
                <a:gd name="T10" fmla="*/ 284 w 284"/>
                <a:gd name="T11" fmla="*/ 622 h 764"/>
                <a:gd name="T12" fmla="*/ 142 w 284"/>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4" h="764">
                  <a:moveTo>
                    <a:pt x="142" y="764"/>
                  </a:moveTo>
                  <a:cubicBezTo>
                    <a:pt x="63" y="764"/>
                    <a:pt x="0" y="700"/>
                    <a:pt x="0" y="622"/>
                  </a:cubicBezTo>
                  <a:lnTo>
                    <a:pt x="0" y="142"/>
                  </a:lnTo>
                  <a:cubicBezTo>
                    <a:pt x="0" y="63"/>
                    <a:pt x="63" y="0"/>
                    <a:pt x="142" y="0"/>
                  </a:cubicBezTo>
                  <a:cubicBezTo>
                    <a:pt x="220" y="0"/>
                    <a:pt x="284" y="63"/>
                    <a:pt x="284" y="142"/>
                  </a:cubicBezTo>
                  <a:lnTo>
                    <a:pt x="284" y="622"/>
                  </a:lnTo>
                  <a:cubicBezTo>
                    <a:pt x="284"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6" name="Freeform 271">
              <a:extLst>
                <a:ext uri="{FF2B5EF4-FFF2-40B4-BE49-F238E27FC236}">
                  <a16:creationId xmlns:a16="http://schemas.microsoft.com/office/drawing/2014/main" id="{66A0736B-7F25-38E4-78AC-88325BE5D373}"/>
                </a:ext>
              </a:extLst>
            </p:cNvPr>
            <p:cNvSpPr>
              <a:spLocks/>
            </p:cNvSpPr>
            <p:nvPr/>
          </p:nvSpPr>
          <p:spPr bwMode="auto">
            <a:xfrm>
              <a:off x="7007200" y="3417896"/>
              <a:ext cx="52388" cy="26988"/>
            </a:xfrm>
            <a:custGeom>
              <a:avLst/>
              <a:gdLst>
                <a:gd name="T0" fmla="*/ 154 w 757"/>
                <a:gd name="T1" fmla="*/ 380 h 380"/>
                <a:gd name="T2" fmla="*/ 15 w 757"/>
                <a:gd name="T3" fmla="*/ 265 h 380"/>
                <a:gd name="T4" fmla="*/ 128 w 757"/>
                <a:gd name="T5" fmla="*/ 100 h 380"/>
                <a:gd name="T6" fmla="*/ 577 w 757"/>
                <a:gd name="T7" fmla="*/ 14 h 380"/>
                <a:gd name="T8" fmla="*/ 742 w 757"/>
                <a:gd name="T9" fmla="*/ 127 h 380"/>
                <a:gd name="T10" fmla="*/ 630 w 757"/>
                <a:gd name="T11" fmla="*/ 292 h 380"/>
                <a:gd name="T12" fmla="*/ 181 w 757"/>
                <a:gd name="T13" fmla="*/ 378 h 380"/>
                <a:gd name="T14" fmla="*/ 154 w 757"/>
                <a:gd name="T15" fmla="*/ 380 h 3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7" h="380">
                  <a:moveTo>
                    <a:pt x="154" y="380"/>
                  </a:moveTo>
                  <a:cubicBezTo>
                    <a:pt x="87" y="380"/>
                    <a:pt x="28" y="333"/>
                    <a:pt x="15" y="265"/>
                  </a:cubicBezTo>
                  <a:cubicBezTo>
                    <a:pt x="0" y="188"/>
                    <a:pt x="51" y="114"/>
                    <a:pt x="128" y="100"/>
                  </a:cubicBezTo>
                  <a:lnTo>
                    <a:pt x="577" y="14"/>
                  </a:lnTo>
                  <a:cubicBezTo>
                    <a:pt x="653" y="0"/>
                    <a:pt x="728" y="50"/>
                    <a:pt x="742" y="127"/>
                  </a:cubicBezTo>
                  <a:cubicBezTo>
                    <a:pt x="757" y="204"/>
                    <a:pt x="707" y="278"/>
                    <a:pt x="630" y="292"/>
                  </a:cubicBezTo>
                  <a:lnTo>
                    <a:pt x="181" y="378"/>
                  </a:lnTo>
                  <a:cubicBezTo>
                    <a:pt x="172" y="379"/>
                    <a:pt x="163" y="380"/>
                    <a:pt x="154" y="3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7" name="Freeform 272">
              <a:extLst>
                <a:ext uri="{FF2B5EF4-FFF2-40B4-BE49-F238E27FC236}">
                  <a16:creationId xmlns:a16="http://schemas.microsoft.com/office/drawing/2014/main" id="{498B1BE9-6BD5-17BF-A386-E541A8EDBD56}"/>
                </a:ext>
              </a:extLst>
            </p:cNvPr>
            <p:cNvSpPr>
              <a:spLocks/>
            </p:cNvSpPr>
            <p:nvPr/>
          </p:nvSpPr>
          <p:spPr bwMode="auto">
            <a:xfrm>
              <a:off x="7137371" y="3375033"/>
              <a:ext cx="152400" cy="130175"/>
            </a:xfrm>
            <a:custGeom>
              <a:avLst/>
              <a:gdLst>
                <a:gd name="T0" fmla="*/ 159 w 2160"/>
                <a:gd name="T1" fmla="*/ 1831 h 1831"/>
                <a:gd name="T2" fmla="*/ 50 w 2160"/>
                <a:gd name="T3" fmla="*/ 1779 h 1831"/>
                <a:gd name="T4" fmla="*/ 69 w 2160"/>
                <a:gd name="T5" fmla="*/ 1580 h 1831"/>
                <a:gd name="T6" fmla="*/ 1911 w 2160"/>
                <a:gd name="T7" fmla="*/ 51 h 1831"/>
                <a:gd name="T8" fmla="*/ 2110 w 2160"/>
                <a:gd name="T9" fmla="*/ 69 h 1831"/>
                <a:gd name="T10" fmla="*/ 2092 w 2160"/>
                <a:gd name="T11" fmla="*/ 268 h 1831"/>
                <a:gd name="T12" fmla="*/ 250 w 2160"/>
                <a:gd name="T13" fmla="*/ 1798 h 1831"/>
                <a:gd name="T14" fmla="*/ 159 w 2160"/>
                <a:gd name="T15" fmla="*/ 1831 h 18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 h="1831">
                  <a:moveTo>
                    <a:pt x="159" y="1831"/>
                  </a:moveTo>
                  <a:cubicBezTo>
                    <a:pt x="119" y="1831"/>
                    <a:pt x="78" y="1813"/>
                    <a:pt x="50" y="1779"/>
                  </a:cubicBezTo>
                  <a:cubicBezTo>
                    <a:pt x="0" y="1719"/>
                    <a:pt x="9" y="1630"/>
                    <a:pt x="69" y="1580"/>
                  </a:cubicBezTo>
                  <a:lnTo>
                    <a:pt x="1911" y="51"/>
                  </a:lnTo>
                  <a:cubicBezTo>
                    <a:pt x="1971" y="0"/>
                    <a:pt x="2060" y="9"/>
                    <a:pt x="2110" y="69"/>
                  </a:cubicBezTo>
                  <a:cubicBezTo>
                    <a:pt x="2160" y="129"/>
                    <a:pt x="2152" y="219"/>
                    <a:pt x="2092" y="268"/>
                  </a:cubicBezTo>
                  <a:lnTo>
                    <a:pt x="250" y="1798"/>
                  </a:lnTo>
                  <a:cubicBezTo>
                    <a:pt x="223" y="1820"/>
                    <a:pt x="191" y="1831"/>
                    <a:pt x="159" y="18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8" name="Freeform 273">
              <a:extLst>
                <a:ext uri="{FF2B5EF4-FFF2-40B4-BE49-F238E27FC236}">
                  <a16:creationId xmlns:a16="http://schemas.microsoft.com/office/drawing/2014/main" id="{34D94479-E981-F6BE-591D-99EB1B09DAFC}"/>
                </a:ext>
              </a:extLst>
            </p:cNvPr>
            <p:cNvSpPr>
              <a:spLocks/>
            </p:cNvSpPr>
            <p:nvPr/>
          </p:nvSpPr>
          <p:spPr bwMode="auto">
            <a:xfrm>
              <a:off x="7218340" y="3376620"/>
              <a:ext cx="20638" cy="53975"/>
            </a:xfrm>
            <a:custGeom>
              <a:avLst/>
              <a:gdLst>
                <a:gd name="T0" fmla="*/ 142 w 283"/>
                <a:gd name="T1" fmla="*/ 764 h 764"/>
                <a:gd name="T2" fmla="*/ 0 w 283"/>
                <a:gd name="T3" fmla="*/ 622 h 764"/>
                <a:gd name="T4" fmla="*/ 0 w 283"/>
                <a:gd name="T5" fmla="*/ 141 h 764"/>
                <a:gd name="T6" fmla="*/ 142 w 283"/>
                <a:gd name="T7" fmla="*/ 0 h 764"/>
                <a:gd name="T8" fmla="*/ 283 w 283"/>
                <a:gd name="T9" fmla="*/ 141 h 764"/>
                <a:gd name="T10" fmla="*/ 283 w 283"/>
                <a:gd name="T11" fmla="*/ 622 h 764"/>
                <a:gd name="T12" fmla="*/ 142 w 283"/>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3" h="764">
                  <a:moveTo>
                    <a:pt x="142" y="764"/>
                  </a:moveTo>
                  <a:cubicBezTo>
                    <a:pt x="63" y="764"/>
                    <a:pt x="0" y="700"/>
                    <a:pt x="0" y="622"/>
                  </a:cubicBezTo>
                  <a:lnTo>
                    <a:pt x="0" y="141"/>
                  </a:lnTo>
                  <a:cubicBezTo>
                    <a:pt x="0" y="63"/>
                    <a:pt x="63" y="0"/>
                    <a:pt x="142" y="0"/>
                  </a:cubicBezTo>
                  <a:cubicBezTo>
                    <a:pt x="220" y="0"/>
                    <a:pt x="283" y="63"/>
                    <a:pt x="283" y="141"/>
                  </a:cubicBezTo>
                  <a:lnTo>
                    <a:pt x="283" y="622"/>
                  </a:lnTo>
                  <a:cubicBezTo>
                    <a:pt x="283"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9" name="Freeform 274">
              <a:extLst>
                <a:ext uri="{FF2B5EF4-FFF2-40B4-BE49-F238E27FC236}">
                  <a16:creationId xmlns:a16="http://schemas.microsoft.com/office/drawing/2014/main" id="{8F940841-2841-8262-BE94-7BFC13ED3077}"/>
                </a:ext>
              </a:extLst>
            </p:cNvPr>
            <p:cNvSpPr>
              <a:spLocks/>
            </p:cNvSpPr>
            <p:nvPr/>
          </p:nvSpPr>
          <p:spPr bwMode="auto">
            <a:xfrm>
              <a:off x="7224681" y="3417896"/>
              <a:ext cx="55563" cy="26988"/>
            </a:xfrm>
            <a:custGeom>
              <a:avLst/>
              <a:gdLst>
                <a:gd name="T0" fmla="*/ 627 w 780"/>
                <a:gd name="T1" fmla="*/ 381 h 381"/>
                <a:gd name="T2" fmla="*/ 601 w 780"/>
                <a:gd name="T3" fmla="*/ 378 h 381"/>
                <a:gd name="T4" fmla="*/ 128 w 780"/>
                <a:gd name="T5" fmla="*/ 293 h 381"/>
                <a:gd name="T6" fmla="*/ 14 w 780"/>
                <a:gd name="T7" fmla="*/ 128 h 381"/>
                <a:gd name="T8" fmla="*/ 179 w 780"/>
                <a:gd name="T9" fmla="*/ 14 h 381"/>
                <a:gd name="T10" fmla="*/ 652 w 780"/>
                <a:gd name="T11" fmla="*/ 99 h 381"/>
                <a:gd name="T12" fmla="*/ 766 w 780"/>
                <a:gd name="T13" fmla="*/ 264 h 381"/>
                <a:gd name="T14" fmla="*/ 627 w 780"/>
                <a:gd name="T15" fmla="*/ 381 h 3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0" h="381">
                  <a:moveTo>
                    <a:pt x="627" y="381"/>
                  </a:moveTo>
                  <a:cubicBezTo>
                    <a:pt x="618" y="381"/>
                    <a:pt x="610" y="380"/>
                    <a:pt x="601" y="378"/>
                  </a:cubicBezTo>
                  <a:lnTo>
                    <a:pt x="128" y="293"/>
                  </a:lnTo>
                  <a:cubicBezTo>
                    <a:pt x="51" y="279"/>
                    <a:pt x="0" y="205"/>
                    <a:pt x="14" y="128"/>
                  </a:cubicBezTo>
                  <a:cubicBezTo>
                    <a:pt x="28" y="51"/>
                    <a:pt x="102" y="0"/>
                    <a:pt x="179" y="14"/>
                  </a:cubicBezTo>
                  <a:lnTo>
                    <a:pt x="652" y="99"/>
                  </a:lnTo>
                  <a:cubicBezTo>
                    <a:pt x="728" y="113"/>
                    <a:pt x="780" y="187"/>
                    <a:pt x="766" y="264"/>
                  </a:cubicBezTo>
                  <a:cubicBezTo>
                    <a:pt x="753" y="332"/>
                    <a:pt x="694" y="381"/>
                    <a:pt x="627" y="3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0" name="Freeform 275">
              <a:extLst>
                <a:ext uri="{FF2B5EF4-FFF2-40B4-BE49-F238E27FC236}">
                  <a16:creationId xmlns:a16="http://schemas.microsoft.com/office/drawing/2014/main" id="{C90FCCDB-F1C3-4343-BE40-FCD4147CBD4C}"/>
                </a:ext>
              </a:extLst>
            </p:cNvPr>
            <p:cNvSpPr>
              <a:spLocks/>
            </p:cNvSpPr>
            <p:nvPr/>
          </p:nvSpPr>
          <p:spPr bwMode="auto">
            <a:xfrm>
              <a:off x="7324693" y="3251205"/>
              <a:ext cx="126999" cy="58738"/>
            </a:xfrm>
            <a:custGeom>
              <a:avLst/>
              <a:gdLst>
                <a:gd name="T0" fmla="*/ 1632 w 1791"/>
                <a:gd name="T1" fmla="*/ 830 h 830"/>
                <a:gd name="T2" fmla="*/ 1540 w 1791"/>
                <a:gd name="T3" fmla="*/ 796 h 830"/>
                <a:gd name="T4" fmla="*/ 141 w 1791"/>
                <a:gd name="T5" fmla="*/ 283 h 830"/>
                <a:gd name="T6" fmla="*/ 0 w 1791"/>
                <a:gd name="T7" fmla="*/ 141 h 830"/>
                <a:gd name="T8" fmla="*/ 141 w 1791"/>
                <a:gd name="T9" fmla="*/ 0 h 830"/>
                <a:gd name="T10" fmla="*/ 141 w 1791"/>
                <a:gd name="T11" fmla="*/ 0 h 830"/>
                <a:gd name="T12" fmla="*/ 1724 w 1791"/>
                <a:gd name="T13" fmla="*/ 580 h 830"/>
                <a:gd name="T14" fmla="*/ 1740 w 1791"/>
                <a:gd name="T15" fmla="*/ 780 h 830"/>
                <a:gd name="T16" fmla="*/ 1632 w 1791"/>
                <a:gd name="T17" fmla="*/ 83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1" h="830">
                  <a:moveTo>
                    <a:pt x="1632" y="830"/>
                  </a:moveTo>
                  <a:cubicBezTo>
                    <a:pt x="1600" y="830"/>
                    <a:pt x="1567" y="819"/>
                    <a:pt x="1540" y="796"/>
                  </a:cubicBezTo>
                  <a:cubicBezTo>
                    <a:pt x="1150" y="466"/>
                    <a:pt x="654" y="283"/>
                    <a:pt x="141" y="283"/>
                  </a:cubicBezTo>
                  <a:cubicBezTo>
                    <a:pt x="63" y="283"/>
                    <a:pt x="0" y="219"/>
                    <a:pt x="0" y="141"/>
                  </a:cubicBezTo>
                  <a:cubicBezTo>
                    <a:pt x="0" y="63"/>
                    <a:pt x="63" y="0"/>
                    <a:pt x="141" y="0"/>
                  </a:cubicBezTo>
                  <a:lnTo>
                    <a:pt x="141" y="0"/>
                  </a:lnTo>
                  <a:cubicBezTo>
                    <a:pt x="721" y="0"/>
                    <a:pt x="1283" y="206"/>
                    <a:pt x="1724" y="580"/>
                  </a:cubicBezTo>
                  <a:cubicBezTo>
                    <a:pt x="1783" y="631"/>
                    <a:pt x="1791" y="720"/>
                    <a:pt x="1740" y="780"/>
                  </a:cubicBezTo>
                  <a:cubicBezTo>
                    <a:pt x="1712" y="813"/>
                    <a:pt x="1672" y="830"/>
                    <a:pt x="1632" y="8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1" name="Freeform 276">
              <a:extLst>
                <a:ext uri="{FF2B5EF4-FFF2-40B4-BE49-F238E27FC236}">
                  <a16:creationId xmlns:a16="http://schemas.microsoft.com/office/drawing/2014/main" id="{5229A4B5-5FD7-F94D-6DAF-129506ED18D3}"/>
                </a:ext>
              </a:extLst>
            </p:cNvPr>
            <p:cNvSpPr>
              <a:spLocks/>
            </p:cNvSpPr>
            <p:nvPr/>
          </p:nvSpPr>
          <p:spPr bwMode="auto">
            <a:xfrm>
              <a:off x="7242138" y="3552831"/>
              <a:ext cx="76199" cy="41275"/>
            </a:xfrm>
            <a:custGeom>
              <a:avLst/>
              <a:gdLst>
                <a:gd name="T0" fmla="*/ 939 w 1091"/>
                <a:gd name="T1" fmla="*/ 578 h 578"/>
                <a:gd name="T2" fmla="*/ 916 w 1091"/>
                <a:gd name="T3" fmla="*/ 576 h 578"/>
                <a:gd name="T4" fmla="*/ 91 w 1091"/>
                <a:gd name="T5" fmla="*/ 284 h 578"/>
                <a:gd name="T6" fmla="*/ 39 w 1091"/>
                <a:gd name="T7" fmla="*/ 91 h 578"/>
                <a:gd name="T8" fmla="*/ 232 w 1091"/>
                <a:gd name="T9" fmla="*/ 38 h 578"/>
                <a:gd name="T10" fmla="*/ 961 w 1091"/>
                <a:gd name="T11" fmla="*/ 296 h 578"/>
                <a:gd name="T12" fmla="*/ 1079 w 1091"/>
                <a:gd name="T13" fmla="*/ 459 h 578"/>
                <a:gd name="T14" fmla="*/ 939 w 1091"/>
                <a:gd name="T15" fmla="*/ 578 h 5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78">
                  <a:moveTo>
                    <a:pt x="939" y="578"/>
                  </a:moveTo>
                  <a:cubicBezTo>
                    <a:pt x="931" y="578"/>
                    <a:pt x="924" y="577"/>
                    <a:pt x="916" y="576"/>
                  </a:cubicBezTo>
                  <a:cubicBezTo>
                    <a:pt x="625" y="530"/>
                    <a:pt x="347" y="431"/>
                    <a:pt x="91" y="284"/>
                  </a:cubicBezTo>
                  <a:cubicBezTo>
                    <a:pt x="23" y="245"/>
                    <a:pt x="0" y="159"/>
                    <a:pt x="39" y="91"/>
                  </a:cubicBezTo>
                  <a:cubicBezTo>
                    <a:pt x="78" y="23"/>
                    <a:pt x="164" y="0"/>
                    <a:pt x="232" y="38"/>
                  </a:cubicBezTo>
                  <a:cubicBezTo>
                    <a:pt x="458" y="168"/>
                    <a:pt x="704" y="255"/>
                    <a:pt x="961" y="296"/>
                  </a:cubicBezTo>
                  <a:cubicBezTo>
                    <a:pt x="1039" y="309"/>
                    <a:pt x="1091" y="381"/>
                    <a:pt x="1079" y="459"/>
                  </a:cubicBezTo>
                  <a:cubicBezTo>
                    <a:pt x="1068" y="529"/>
                    <a:pt x="1007" y="578"/>
                    <a:pt x="939" y="5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2" name="Freeform 277">
              <a:extLst>
                <a:ext uri="{FF2B5EF4-FFF2-40B4-BE49-F238E27FC236}">
                  <a16:creationId xmlns:a16="http://schemas.microsoft.com/office/drawing/2014/main" id="{7DD8A353-9734-7DCA-5116-B222170E240A}"/>
                </a:ext>
              </a:extLst>
            </p:cNvPr>
            <p:cNvSpPr>
              <a:spLocks/>
            </p:cNvSpPr>
            <p:nvPr/>
          </p:nvSpPr>
          <p:spPr bwMode="auto">
            <a:xfrm>
              <a:off x="7351658" y="3338518"/>
              <a:ext cx="155574" cy="255588"/>
            </a:xfrm>
            <a:custGeom>
              <a:avLst/>
              <a:gdLst>
                <a:gd name="T0" fmla="*/ 150 w 2212"/>
                <a:gd name="T1" fmla="*/ 3604 h 3604"/>
                <a:gd name="T2" fmla="*/ 10 w 2212"/>
                <a:gd name="T3" fmla="*/ 3481 h 3604"/>
                <a:gd name="T4" fmla="*/ 132 w 2212"/>
                <a:gd name="T5" fmla="*/ 3321 h 3604"/>
                <a:gd name="T6" fmla="*/ 1929 w 2212"/>
                <a:gd name="T7" fmla="*/ 1203 h 3604"/>
                <a:gd name="T8" fmla="*/ 1696 w 2212"/>
                <a:gd name="T9" fmla="*/ 226 h 3604"/>
                <a:gd name="T10" fmla="*/ 1758 w 2212"/>
                <a:gd name="T11" fmla="*/ 35 h 3604"/>
                <a:gd name="T12" fmla="*/ 1948 w 2212"/>
                <a:gd name="T13" fmla="*/ 98 h 3604"/>
                <a:gd name="T14" fmla="*/ 2212 w 2212"/>
                <a:gd name="T15" fmla="*/ 1203 h 3604"/>
                <a:gd name="T16" fmla="*/ 1643 w 2212"/>
                <a:gd name="T17" fmla="*/ 2808 h 3604"/>
                <a:gd name="T18" fmla="*/ 169 w 2212"/>
                <a:gd name="T19" fmla="*/ 3603 h 3604"/>
                <a:gd name="T20" fmla="*/ 150 w 2212"/>
                <a:gd name="T21" fmla="*/ 3604 h 3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12" h="3604">
                  <a:moveTo>
                    <a:pt x="150" y="3604"/>
                  </a:moveTo>
                  <a:cubicBezTo>
                    <a:pt x="80" y="3604"/>
                    <a:pt x="19" y="3552"/>
                    <a:pt x="10" y="3481"/>
                  </a:cubicBezTo>
                  <a:cubicBezTo>
                    <a:pt x="0" y="3403"/>
                    <a:pt x="54" y="3332"/>
                    <a:pt x="132" y="3321"/>
                  </a:cubicBezTo>
                  <a:cubicBezTo>
                    <a:pt x="1190" y="3183"/>
                    <a:pt x="1929" y="2313"/>
                    <a:pt x="1929" y="1203"/>
                  </a:cubicBezTo>
                  <a:cubicBezTo>
                    <a:pt x="1929" y="859"/>
                    <a:pt x="1850" y="531"/>
                    <a:pt x="1696" y="226"/>
                  </a:cubicBezTo>
                  <a:cubicBezTo>
                    <a:pt x="1661" y="156"/>
                    <a:pt x="1688" y="71"/>
                    <a:pt x="1758" y="35"/>
                  </a:cubicBezTo>
                  <a:cubicBezTo>
                    <a:pt x="1828" y="0"/>
                    <a:pt x="1913" y="28"/>
                    <a:pt x="1948" y="98"/>
                  </a:cubicBezTo>
                  <a:cubicBezTo>
                    <a:pt x="2123" y="442"/>
                    <a:pt x="2212" y="814"/>
                    <a:pt x="2212" y="1203"/>
                  </a:cubicBezTo>
                  <a:cubicBezTo>
                    <a:pt x="2212" y="1805"/>
                    <a:pt x="2010" y="2375"/>
                    <a:pt x="1643" y="2808"/>
                  </a:cubicBezTo>
                  <a:cubicBezTo>
                    <a:pt x="1273" y="3245"/>
                    <a:pt x="750" y="3527"/>
                    <a:pt x="169" y="3603"/>
                  </a:cubicBezTo>
                  <a:cubicBezTo>
                    <a:pt x="162" y="3603"/>
                    <a:pt x="156" y="3604"/>
                    <a:pt x="150" y="36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3" name="Freeform 278">
              <a:extLst>
                <a:ext uri="{FF2B5EF4-FFF2-40B4-BE49-F238E27FC236}">
                  <a16:creationId xmlns:a16="http://schemas.microsoft.com/office/drawing/2014/main" id="{0BA34EB2-065D-5750-D484-FFDCE893838F}"/>
                </a:ext>
              </a:extLst>
            </p:cNvPr>
            <p:cNvSpPr>
              <a:spLocks noEditPoints="1"/>
            </p:cNvSpPr>
            <p:nvPr/>
          </p:nvSpPr>
          <p:spPr bwMode="auto">
            <a:xfrm>
              <a:off x="7451683" y="3311527"/>
              <a:ext cx="22225" cy="22225"/>
            </a:xfrm>
            <a:custGeom>
              <a:avLst/>
              <a:gdLst>
                <a:gd name="T0" fmla="*/ 261 w 304"/>
                <a:gd name="T1" fmla="*/ 76 h 310"/>
                <a:gd name="T2" fmla="*/ 149 w 304"/>
                <a:gd name="T3" fmla="*/ 164 h 310"/>
                <a:gd name="T4" fmla="*/ 261 w 304"/>
                <a:gd name="T5" fmla="*/ 76 h 310"/>
                <a:gd name="T6" fmla="*/ 155 w 304"/>
                <a:gd name="T7" fmla="*/ 310 h 310"/>
                <a:gd name="T8" fmla="*/ 38 w 304"/>
                <a:gd name="T9" fmla="*/ 252 h 310"/>
                <a:gd name="T10" fmla="*/ 8 w 304"/>
                <a:gd name="T11" fmla="*/ 174 h 310"/>
                <a:gd name="T12" fmla="*/ 74 w 304"/>
                <a:gd name="T13" fmla="*/ 34 h 310"/>
                <a:gd name="T14" fmla="*/ 267 w 304"/>
                <a:gd name="T15" fmla="*/ 76 h 310"/>
                <a:gd name="T16" fmla="*/ 294 w 304"/>
                <a:gd name="T17" fmla="*/ 147 h 310"/>
                <a:gd name="T18" fmla="*/ 230 w 304"/>
                <a:gd name="T19" fmla="*/ 288 h 310"/>
                <a:gd name="T20" fmla="*/ 155 w 304"/>
                <a:gd name="T21"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4" h="310">
                  <a:moveTo>
                    <a:pt x="261" y="76"/>
                  </a:moveTo>
                  <a:lnTo>
                    <a:pt x="149" y="164"/>
                  </a:lnTo>
                  <a:lnTo>
                    <a:pt x="261" y="76"/>
                  </a:lnTo>
                  <a:close/>
                  <a:moveTo>
                    <a:pt x="155" y="310"/>
                  </a:moveTo>
                  <a:cubicBezTo>
                    <a:pt x="114" y="310"/>
                    <a:pt x="71" y="293"/>
                    <a:pt x="38" y="252"/>
                  </a:cubicBezTo>
                  <a:cubicBezTo>
                    <a:pt x="20" y="229"/>
                    <a:pt x="10" y="201"/>
                    <a:pt x="8" y="174"/>
                  </a:cubicBezTo>
                  <a:cubicBezTo>
                    <a:pt x="0" y="113"/>
                    <a:pt x="31" y="61"/>
                    <a:pt x="74" y="34"/>
                  </a:cubicBezTo>
                  <a:cubicBezTo>
                    <a:pt x="129" y="0"/>
                    <a:pt x="213" y="3"/>
                    <a:pt x="267" y="76"/>
                  </a:cubicBezTo>
                  <a:cubicBezTo>
                    <a:pt x="282" y="97"/>
                    <a:pt x="291" y="122"/>
                    <a:pt x="294" y="147"/>
                  </a:cubicBezTo>
                  <a:cubicBezTo>
                    <a:pt x="304" y="210"/>
                    <a:pt x="272" y="262"/>
                    <a:pt x="230" y="288"/>
                  </a:cubicBezTo>
                  <a:cubicBezTo>
                    <a:pt x="209" y="302"/>
                    <a:pt x="182" y="310"/>
                    <a:pt x="155" y="3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4" name="Freeform 279">
              <a:extLst>
                <a:ext uri="{FF2B5EF4-FFF2-40B4-BE49-F238E27FC236}">
                  <a16:creationId xmlns:a16="http://schemas.microsoft.com/office/drawing/2014/main" id="{79C03B29-7810-AB5B-4EF7-D92A21CEFE9D}"/>
                </a:ext>
              </a:extLst>
            </p:cNvPr>
            <p:cNvSpPr>
              <a:spLocks/>
            </p:cNvSpPr>
            <p:nvPr/>
          </p:nvSpPr>
          <p:spPr bwMode="auto">
            <a:xfrm>
              <a:off x="7324685" y="3451227"/>
              <a:ext cx="19050" cy="22225"/>
            </a:xfrm>
            <a:custGeom>
              <a:avLst/>
              <a:gdLst>
                <a:gd name="T0" fmla="*/ 142 w 283"/>
                <a:gd name="T1" fmla="*/ 299 h 299"/>
                <a:gd name="T2" fmla="*/ 0 w 283"/>
                <a:gd name="T3" fmla="*/ 157 h 299"/>
                <a:gd name="T4" fmla="*/ 0 w 283"/>
                <a:gd name="T5" fmla="*/ 142 h 299"/>
                <a:gd name="T6" fmla="*/ 142 w 283"/>
                <a:gd name="T7" fmla="*/ 0 h 299"/>
                <a:gd name="T8" fmla="*/ 283 w 283"/>
                <a:gd name="T9" fmla="*/ 142 h 299"/>
                <a:gd name="T10" fmla="*/ 283 w 283"/>
                <a:gd name="T11" fmla="*/ 157 h 299"/>
                <a:gd name="T12" fmla="*/ 142 w 283"/>
                <a:gd name="T13" fmla="*/ 299 h 299"/>
              </a:gdLst>
              <a:ahLst/>
              <a:cxnLst>
                <a:cxn ang="0">
                  <a:pos x="T0" y="T1"/>
                </a:cxn>
                <a:cxn ang="0">
                  <a:pos x="T2" y="T3"/>
                </a:cxn>
                <a:cxn ang="0">
                  <a:pos x="T4" y="T5"/>
                </a:cxn>
                <a:cxn ang="0">
                  <a:pos x="T6" y="T7"/>
                </a:cxn>
                <a:cxn ang="0">
                  <a:pos x="T8" y="T9"/>
                </a:cxn>
                <a:cxn ang="0">
                  <a:pos x="T10" y="T11"/>
                </a:cxn>
                <a:cxn ang="0">
                  <a:pos x="T12" y="T13"/>
                </a:cxn>
              </a:cxnLst>
              <a:rect l="0" t="0" r="r" b="b"/>
              <a:pathLst>
                <a:path w="283" h="299">
                  <a:moveTo>
                    <a:pt x="142" y="299"/>
                  </a:moveTo>
                  <a:cubicBezTo>
                    <a:pt x="64" y="299"/>
                    <a:pt x="0" y="236"/>
                    <a:pt x="0" y="157"/>
                  </a:cubicBezTo>
                  <a:lnTo>
                    <a:pt x="0" y="142"/>
                  </a:lnTo>
                  <a:cubicBezTo>
                    <a:pt x="0" y="64"/>
                    <a:pt x="64" y="0"/>
                    <a:pt x="142" y="0"/>
                  </a:cubicBezTo>
                  <a:cubicBezTo>
                    <a:pt x="220" y="0"/>
                    <a:pt x="283" y="64"/>
                    <a:pt x="283" y="142"/>
                  </a:cubicBezTo>
                  <a:lnTo>
                    <a:pt x="283" y="157"/>
                  </a:lnTo>
                  <a:cubicBezTo>
                    <a:pt x="283" y="236"/>
                    <a:pt x="220" y="299"/>
                    <a:pt x="142" y="2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5" name="Freeform 280">
              <a:extLst>
                <a:ext uri="{FF2B5EF4-FFF2-40B4-BE49-F238E27FC236}">
                  <a16:creationId xmlns:a16="http://schemas.microsoft.com/office/drawing/2014/main" id="{DEF0EB6E-AF31-CB7A-5F53-69485923BF9A}"/>
                </a:ext>
              </a:extLst>
            </p:cNvPr>
            <p:cNvSpPr>
              <a:spLocks/>
            </p:cNvSpPr>
            <p:nvPr/>
          </p:nvSpPr>
          <p:spPr bwMode="auto">
            <a:xfrm>
              <a:off x="7324685" y="3478222"/>
              <a:ext cx="19050" cy="209551"/>
            </a:xfrm>
            <a:custGeom>
              <a:avLst/>
              <a:gdLst>
                <a:gd name="T0" fmla="*/ 142 w 283"/>
                <a:gd name="T1" fmla="*/ 2971 h 2971"/>
                <a:gd name="T2" fmla="*/ 0 w 283"/>
                <a:gd name="T3" fmla="*/ 2830 h 2971"/>
                <a:gd name="T4" fmla="*/ 0 w 283"/>
                <a:gd name="T5" fmla="*/ 141 h 2971"/>
                <a:gd name="T6" fmla="*/ 142 w 283"/>
                <a:gd name="T7" fmla="*/ 0 h 2971"/>
                <a:gd name="T8" fmla="*/ 283 w 283"/>
                <a:gd name="T9" fmla="*/ 141 h 2971"/>
                <a:gd name="T10" fmla="*/ 283 w 283"/>
                <a:gd name="T11" fmla="*/ 2830 h 2971"/>
                <a:gd name="T12" fmla="*/ 142 w 283"/>
                <a:gd name="T13" fmla="*/ 2971 h 2971"/>
              </a:gdLst>
              <a:ahLst/>
              <a:cxnLst>
                <a:cxn ang="0">
                  <a:pos x="T0" y="T1"/>
                </a:cxn>
                <a:cxn ang="0">
                  <a:pos x="T2" y="T3"/>
                </a:cxn>
                <a:cxn ang="0">
                  <a:pos x="T4" y="T5"/>
                </a:cxn>
                <a:cxn ang="0">
                  <a:pos x="T6" y="T7"/>
                </a:cxn>
                <a:cxn ang="0">
                  <a:pos x="T8" y="T9"/>
                </a:cxn>
                <a:cxn ang="0">
                  <a:pos x="T10" y="T11"/>
                </a:cxn>
                <a:cxn ang="0">
                  <a:pos x="T12" y="T13"/>
                </a:cxn>
              </a:cxnLst>
              <a:rect l="0" t="0" r="r" b="b"/>
              <a:pathLst>
                <a:path w="283" h="2971">
                  <a:moveTo>
                    <a:pt x="142" y="2971"/>
                  </a:moveTo>
                  <a:cubicBezTo>
                    <a:pt x="64" y="2971"/>
                    <a:pt x="0" y="2908"/>
                    <a:pt x="0" y="2830"/>
                  </a:cubicBezTo>
                  <a:lnTo>
                    <a:pt x="0" y="141"/>
                  </a:lnTo>
                  <a:cubicBezTo>
                    <a:pt x="0" y="63"/>
                    <a:pt x="64" y="0"/>
                    <a:pt x="142" y="0"/>
                  </a:cubicBezTo>
                  <a:cubicBezTo>
                    <a:pt x="220" y="0"/>
                    <a:pt x="283" y="63"/>
                    <a:pt x="283" y="141"/>
                  </a:cubicBezTo>
                  <a:lnTo>
                    <a:pt x="283" y="2830"/>
                  </a:lnTo>
                  <a:cubicBezTo>
                    <a:pt x="283" y="2908"/>
                    <a:pt x="220" y="2971"/>
                    <a:pt x="142" y="2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6" name="Freeform 281">
              <a:extLst>
                <a:ext uri="{FF2B5EF4-FFF2-40B4-BE49-F238E27FC236}">
                  <a16:creationId xmlns:a16="http://schemas.microsoft.com/office/drawing/2014/main" id="{28519B7A-EF1D-B18F-14FE-D89E577B8D3A}"/>
                </a:ext>
              </a:extLst>
            </p:cNvPr>
            <p:cNvSpPr>
              <a:spLocks/>
            </p:cNvSpPr>
            <p:nvPr/>
          </p:nvSpPr>
          <p:spPr bwMode="auto">
            <a:xfrm>
              <a:off x="7327860" y="3360748"/>
              <a:ext cx="74613" cy="61913"/>
            </a:xfrm>
            <a:custGeom>
              <a:avLst/>
              <a:gdLst>
                <a:gd name="T0" fmla="*/ 160 w 1068"/>
                <a:gd name="T1" fmla="*/ 884 h 884"/>
                <a:gd name="T2" fmla="*/ 48 w 1068"/>
                <a:gd name="T3" fmla="*/ 829 h 884"/>
                <a:gd name="T4" fmla="*/ 73 w 1068"/>
                <a:gd name="T5" fmla="*/ 630 h 884"/>
                <a:gd name="T6" fmla="*/ 821 w 1068"/>
                <a:gd name="T7" fmla="*/ 48 h 884"/>
                <a:gd name="T8" fmla="*/ 1020 w 1068"/>
                <a:gd name="T9" fmla="*/ 73 h 884"/>
                <a:gd name="T10" fmla="*/ 995 w 1068"/>
                <a:gd name="T11" fmla="*/ 272 h 884"/>
                <a:gd name="T12" fmla="*/ 247 w 1068"/>
                <a:gd name="T13" fmla="*/ 854 h 884"/>
                <a:gd name="T14" fmla="*/ 160 w 1068"/>
                <a:gd name="T15" fmla="*/ 884 h 8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 h="884">
                  <a:moveTo>
                    <a:pt x="160" y="884"/>
                  </a:moveTo>
                  <a:cubicBezTo>
                    <a:pt x="118" y="884"/>
                    <a:pt x="76" y="865"/>
                    <a:pt x="48" y="829"/>
                  </a:cubicBezTo>
                  <a:cubicBezTo>
                    <a:pt x="0" y="767"/>
                    <a:pt x="11" y="678"/>
                    <a:pt x="73" y="630"/>
                  </a:cubicBezTo>
                  <a:lnTo>
                    <a:pt x="821" y="48"/>
                  </a:lnTo>
                  <a:cubicBezTo>
                    <a:pt x="883" y="0"/>
                    <a:pt x="972" y="11"/>
                    <a:pt x="1020" y="73"/>
                  </a:cubicBezTo>
                  <a:cubicBezTo>
                    <a:pt x="1068" y="135"/>
                    <a:pt x="1057" y="224"/>
                    <a:pt x="995" y="272"/>
                  </a:cubicBezTo>
                  <a:lnTo>
                    <a:pt x="247" y="854"/>
                  </a:lnTo>
                  <a:cubicBezTo>
                    <a:pt x="221" y="874"/>
                    <a:pt x="190" y="884"/>
                    <a:pt x="160" y="8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7" name="Freeform 282">
              <a:extLst>
                <a:ext uri="{FF2B5EF4-FFF2-40B4-BE49-F238E27FC236}">
                  <a16:creationId xmlns:a16="http://schemas.microsoft.com/office/drawing/2014/main" id="{DE81BA3E-417A-9723-0C75-DE8FD749DFB4}"/>
                </a:ext>
              </a:extLst>
            </p:cNvPr>
            <p:cNvSpPr>
              <a:spLocks/>
            </p:cNvSpPr>
            <p:nvPr/>
          </p:nvSpPr>
          <p:spPr bwMode="auto">
            <a:xfrm>
              <a:off x="7277060" y="3489336"/>
              <a:ext cx="61913" cy="53975"/>
            </a:xfrm>
            <a:custGeom>
              <a:avLst/>
              <a:gdLst>
                <a:gd name="T0" fmla="*/ 725 w 885"/>
                <a:gd name="T1" fmla="*/ 751 h 751"/>
                <a:gd name="T2" fmla="*/ 637 w 885"/>
                <a:gd name="T3" fmla="*/ 720 h 751"/>
                <a:gd name="T4" fmla="*/ 72 w 885"/>
                <a:gd name="T5" fmla="*/ 270 h 751"/>
                <a:gd name="T6" fmla="*/ 49 w 885"/>
                <a:gd name="T7" fmla="*/ 71 h 751"/>
                <a:gd name="T8" fmla="*/ 248 w 885"/>
                <a:gd name="T9" fmla="*/ 49 h 751"/>
                <a:gd name="T10" fmla="*/ 814 w 885"/>
                <a:gd name="T11" fmla="*/ 499 h 751"/>
                <a:gd name="T12" fmla="*/ 836 w 885"/>
                <a:gd name="T13" fmla="*/ 698 h 751"/>
                <a:gd name="T14" fmla="*/ 725 w 885"/>
                <a:gd name="T15" fmla="*/ 751 h 7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5" h="751">
                  <a:moveTo>
                    <a:pt x="725" y="751"/>
                  </a:moveTo>
                  <a:cubicBezTo>
                    <a:pt x="694" y="751"/>
                    <a:pt x="663" y="742"/>
                    <a:pt x="637" y="720"/>
                  </a:cubicBezTo>
                  <a:lnTo>
                    <a:pt x="72" y="270"/>
                  </a:lnTo>
                  <a:cubicBezTo>
                    <a:pt x="11" y="222"/>
                    <a:pt x="0" y="133"/>
                    <a:pt x="49" y="71"/>
                  </a:cubicBezTo>
                  <a:cubicBezTo>
                    <a:pt x="98" y="10"/>
                    <a:pt x="187" y="0"/>
                    <a:pt x="248" y="49"/>
                  </a:cubicBezTo>
                  <a:lnTo>
                    <a:pt x="814" y="499"/>
                  </a:lnTo>
                  <a:cubicBezTo>
                    <a:pt x="875" y="548"/>
                    <a:pt x="885" y="637"/>
                    <a:pt x="836" y="698"/>
                  </a:cubicBezTo>
                  <a:cubicBezTo>
                    <a:pt x="808" y="733"/>
                    <a:pt x="767" y="751"/>
                    <a:pt x="725" y="7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8" name="Freeform 283">
              <a:extLst>
                <a:ext uri="{FF2B5EF4-FFF2-40B4-BE49-F238E27FC236}">
                  <a16:creationId xmlns:a16="http://schemas.microsoft.com/office/drawing/2014/main" id="{46160575-44C4-ABFF-711C-88BDD95AD10B}"/>
                </a:ext>
              </a:extLst>
            </p:cNvPr>
            <p:cNvSpPr>
              <a:spLocks/>
            </p:cNvSpPr>
            <p:nvPr/>
          </p:nvSpPr>
          <p:spPr bwMode="auto">
            <a:xfrm>
              <a:off x="7324710" y="3429014"/>
              <a:ext cx="134937" cy="114300"/>
            </a:xfrm>
            <a:custGeom>
              <a:avLst/>
              <a:gdLst>
                <a:gd name="T0" fmla="*/ 159 w 1912"/>
                <a:gd name="T1" fmla="*/ 1624 h 1624"/>
                <a:gd name="T2" fmla="*/ 50 w 1912"/>
                <a:gd name="T3" fmla="*/ 1573 h 1624"/>
                <a:gd name="T4" fmla="*/ 69 w 1912"/>
                <a:gd name="T5" fmla="*/ 1373 h 1624"/>
                <a:gd name="T6" fmla="*/ 1663 w 1912"/>
                <a:gd name="T7" fmla="*/ 50 h 1624"/>
                <a:gd name="T8" fmla="*/ 1862 w 1912"/>
                <a:gd name="T9" fmla="*/ 69 h 1624"/>
                <a:gd name="T10" fmla="*/ 1844 w 1912"/>
                <a:gd name="T11" fmla="*/ 268 h 1624"/>
                <a:gd name="T12" fmla="*/ 250 w 1912"/>
                <a:gd name="T13" fmla="*/ 1591 h 1624"/>
                <a:gd name="T14" fmla="*/ 159 w 1912"/>
                <a:gd name="T15" fmla="*/ 1624 h 16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2" h="1624">
                  <a:moveTo>
                    <a:pt x="159" y="1624"/>
                  </a:moveTo>
                  <a:cubicBezTo>
                    <a:pt x="118" y="1624"/>
                    <a:pt x="78" y="1607"/>
                    <a:pt x="50" y="1573"/>
                  </a:cubicBezTo>
                  <a:cubicBezTo>
                    <a:pt x="0" y="1513"/>
                    <a:pt x="8" y="1424"/>
                    <a:pt x="69" y="1373"/>
                  </a:cubicBezTo>
                  <a:lnTo>
                    <a:pt x="1663" y="50"/>
                  </a:lnTo>
                  <a:cubicBezTo>
                    <a:pt x="1723" y="0"/>
                    <a:pt x="1812" y="9"/>
                    <a:pt x="1862" y="69"/>
                  </a:cubicBezTo>
                  <a:cubicBezTo>
                    <a:pt x="1912" y="129"/>
                    <a:pt x="1904" y="218"/>
                    <a:pt x="1844" y="268"/>
                  </a:cubicBezTo>
                  <a:lnTo>
                    <a:pt x="250" y="1591"/>
                  </a:lnTo>
                  <a:cubicBezTo>
                    <a:pt x="223" y="1614"/>
                    <a:pt x="191" y="1624"/>
                    <a:pt x="159" y="16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9" name="Freeform 284">
              <a:extLst>
                <a:ext uri="{FF2B5EF4-FFF2-40B4-BE49-F238E27FC236}">
                  <a16:creationId xmlns:a16="http://schemas.microsoft.com/office/drawing/2014/main" id="{BBD4B647-85C8-ECE9-1F8C-8414A6F37114}"/>
                </a:ext>
              </a:extLst>
            </p:cNvPr>
            <p:cNvSpPr>
              <a:spLocks/>
            </p:cNvSpPr>
            <p:nvPr/>
          </p:nvSpPr>
          <p:spPr bwMode="auto">
            <a:xfrm>
              <a:off x="7394607" y="3430616"/>
              <a:ext cx="20638" cy="49214"/>
            </a:xfrm>
            <a:custGeom>
              <a:avLst/>
              <a:gdLst>
                <a:gd name="T0" fmla="*/ 142 w 283"/>
                <a:gd name="T1" fmla="*/ 699 h 699"/>
                <a:gd name="T2" fmla="*/ 0 w 283"/>
                <a:gd name="T3" fmla="*/ 558 h 699"/>
                <a:gd name="T4" fmla="*/ 0 w 283"/>
                <a:gd name="T5" fmla="*/ 142 h 699"/>
                <a:gd name="T6" fmla="*/ 142 w 283"/>
                <a:gd name="T7" fmla="*/ 0 h 699"/>
                <a:gd name="T8" fmla="*/ 283 w 283"/>
                <a:gd name="T9" fmla="*/ 142 h 699"/>
                <a:gd name="T10" fmla="*/ 283 w 283"/>
                <a:gd name="T11" fmla="*/ 558 h 699"/>
                <a:gd name="T12" fmla="*/ 142 w 283"/>
                <a:gd name="T13" fmla="*/ 699 h 699"/>
              </a:gdLst>
              <a:ahLst/>
              <a:cxnLst>
                <a:cxn ang="0">
                  <a:pos x="T0" y="T1"/>
                </a:cxn>
                <a:cxn ang="0">
                  <a:pos x="T2" y="T3"/>
                </a:cxn>
                <a:cxn ang="0">
                  <a:pos x="T4" y="T5"/>
                </a:cxn>
                <a:cxn ang="0">
                  <a:pos x="T6" y="T7"/>
                </a:cxn>
                <a:cxn ang="0">
                  <a:pos x="T8" y="T9"/>
                </a:cxn>
                <a:cxn ang="0">
                  <a:pos x="T10" y="T11"/>
                </a:cxn>
                <a:cxn ang="0">
                  <a:pos x="T12" y="T13"/>
                </a:cxn>
              </a:cxnLst>
              <a:rect l="0" t="0" r="r" b="b"/>
              <a:pathLst>
                <a:path w="283" h="699">
                  <a:moveTo>
                    <a:pt x="142" y="699"/>
                  </a:moveTo>
                  <a:cubicBezTo>
                    <a:pt x="63" y="699"/>
                    <a:pt x="0" y="636"/>
                    <a:pt x="0" y="558"/>
                  </a:cubicBezTo>
                  <a:lnTo>
                    <a:pt x="0" y="142"/>
                  </a:lnTo>
                  <a:cubicBezTo>
                    <a:pt x="0" y="64"/>
                    <a:pt x="63" y="0"/>
                    <a:pt x="142" y="0"/>
                  </a:cubicBezTo>
                  <a:cubicBezTo>
                    <a:pt x="220" y="0"/>
                    <a:pt x="283" y="64"/>
                    <a:pt x="283" y="142"/>
                  </a:cubicBezTo>
                  <a:lnTo>
                    <a:pt x="283" y="558"/>
                  </a:lnTo>
                  <a:cubicBezTo>
                    <a:pt x="283" y="636"/>
                    <a:pt x="220" y="699"/>
                    <a:pt x="142"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0" name="Freeform 285">
              <a:extLst>
                <a:ext uri="{FF2B5EF4-FFF2-40B4-BE49-F238E27FC236}">
                  <a16:creationId xmlns:a16="http://schemas.microsoft.com/office/drawing/2014/main" id="{3405C3CA-2044-62D3-D696-AB2AD9ECD8E9}"/>
                </a:ext>
              </a:extLst>
            </p:cNvPr>
            <p:cNvSpPr>
              <a:spLocks/>
            </p:cNvSpPr>
            <p:nvPr/>
          </p:nvSpPr>
          <p:spPr bwMode="auto">
            <a:xfrm>
              <a:off x="7400925" y="3467100"/>
              <a:ext cx="50800" cy="25400"/>
            </a:xfrm>
            <a:custGeom>
              <a:avLst/>
              <a:gdLst>
                <a:gd name="T0" fmla="*/ 562 w 715"/>
                <a:gd name="T1" fmla="*/ 369 h 369"/>
                <a:gd name="T2" fmla="*/ 537 w 715"/>
                <a:gd name="T3" fmla="*/ 367 h 369"/>
                <a:gd name="T4" fmla="*/ 128 w 715"/>
                <a:gd name="T5" fmla="*/ 293 h 369"/>
                <a:gd name="T6" fmla="*/ 14 w 715"/>
                <a:gd name="T7" fmla="*/ 128 h 369"/>
                <a:gd name="T8" fmla="*/ 178 w 715"/>
                <a:gd name="T9" fmla="*/ 14 h 369"/>
                <a:gd name="T10" fmla="*/ 587 w 715"/>
                <a:gd name="T11" fmla="*/ 88 h 369"/>
                <a:gd name="T12" fmla="*/ 701 w 715"/>
                <a:gd name="T13" fmla="*/ 252 h 369"/>
                <a:gd name="T14" fmla="*/ 562 w 715"/>
                <a:gd name="T15" fmla="*/ 369 h 3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369">
                  <a:moveTo>
                    <a:pt x="562" y="369"/>
                  </a:moveTo>
                  <a:cubicBezTo>
                    <a:pt x="554" y="369"/>
                    <a:pt x="545" y="368"/>
                    <a:pt x="537" y="367"/>
                  </a:cubicBezTo>
                  <a:lnTo>
                    <a:pt x="128" y="293"/>
                  </a:lnTo>
                  <a:cubicBezTo>
                    <a:pt x="50" y="279"/>
                    <a:pt x="0" y="205"/>
                    <a:pt x="14" y="128"/>
                  </a:cubicBezTo>
                  <a:cubicBezTo>
                    <a:pt x="27" y="51"/>
                    <a:pt x="101" y="0"/>
                    <a:pt x="178" y="14"/>
                  </a:cubicBezTo>
                  <a:lnTo>
                    <a:pt x="587" y="88"/>
                  </a:lnTo>
                  <a:cubicBezTo>
                    <a:pt x="664" y="102"/>
                    <a:pt x="715" y="176"/>
                    <a:pt x="701" y="252"/>
                  </a:cubicBezTo>
                  <a:cubicBezTo>
                    <a:pt x="689" y="321"/>
                    <a:pt x="630" y="369"/>
                    <a:pt x="562" y="3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101" name="Oval 5">
            <a:extLst>
              <a:ext uri="{FF2B5EF4-FFF2-40B4-BE49-F238E27FC236}">
                <a16:creationId xmlns:a16="http://schemas.microsoft.com/office/drawing/2014/main" id="{D2643512-A556-792E-822A-2C7ED324228E}"/>
              </a:ext>
            </a:extLst>
          </p:cNvPr>
          <p:cNvSpPr/>
          <p:nvPr/>
        </p:nvSpPr>
        <p:spPr>
          <a:xfrm>
            <a:off x="10170713" y="5090000"/>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102" name="Gavel3" descr="{&quot;Key&quot;:&quot;POWER_USER_SHAPE_ICON&quot;,&quot;Value&quot;:&quot;POWER_USER_SHAPE_ICON_STYLE_1&quot;}">
            <a:extLst>
              <a:ext uri="{FF2B5EF4-FFF2-40B4-BE49-F238E27FC236}">
                <a16:creationId xmlns:a16="http://schemas.microsoft.com/office/drawing/2014/main" id="{8EF6C8D4-9FE1-07DA-F6F4-BFB19F5C4E27}"/>
              </a:ext>
            </a:extLst>
          </p:cNvPr>
          <p:cNvGrpSpPr>
            <a:grpSpLocks noChangeAspect="1"/>
          </p:cNvGrpSpPr>
          <p:nvPr/>
        </p:nvGrpSpPr>
        <p:grpSpPr>
          <a:xfrm>
            <a:off x="10312014" y="5249142"/>
            <a:ext cx="551048" cy="432005"/>
            <a:chOff x="2932125" y="5260986"/>
            <a:chExt cx="514348" cy="403230"/>
          </a:xfrm>
          <a:solidFill>
            <a:schemeClr val="accent6">
              <a:lumMod val="50000"/>
            </a:schemeClr>
          </a:solidFill>
        </p:grpSpPr>
        <p:sp>
          <p:nvSpPr>
            <p:cNvPr id="103" name="Freeform 855">
              <a:extLst>
                <a:ext uri="{FF2B5EF4-FFF2-40B4-BE49-F238E27FC236}">
                  <a16:creationId xmlns:a16="http://schemas.microsoft.com/office/drawing/2014/main" id="{ADF97095-0A90-A20C-3F53-7C925D8367D9}"/>
                </a:ext>
              </a:extLst>
            </p:cNvPr>
            <p:cNvSpPr>
              <a:spLocks noEditPoints="1"/>
            </p:cNvSpPr>
            <p:nvPr/>
          </p:nvSpPr>
          <p:spPr bwMode="auto">
            <a:xfrm>
              <a:off x="3059122" y="5387981"/>
              <a:ext cx="144463" cy="144463"/>
            </a:xfrm>
            <a:custGeom>
              <a:avLst/>
              <a:gdLst>
                <a:gd name="T0" fmla="*/ 175 w 1121"/>
                <a:gd name="T1" fmla="*/ 299 h 1129"/>
                <a:gd name="T2" fmla="*/ 820 w 1121"/>
                <a:gd name="T3" fmla="*/ 954 h 1129"/>
                <a:gd name="T4" fmla="*/ 939 w 1121"/>
                <a:gd name="T5" fmla="*/ 837 h 1129"/>
                <a:gd name="T6" fmla="*/ 293 w 1121"/>
                <a:gd name="T7" fmla="*/ 182 h 1129"/>
                <a:gd name="T8" fmla="*/ 175 w 1121"/>
                <a:gd name="T9" fmla="*/ 299 h 1129"/>
                <a:gd name="T10" fmla="*/ 819 w 1121"/>
                <a:gd name="T11" fmla="*/ 1129 h 1129"/>
                <a:gd name="T12" fmla="*/ 819 w 1121"/>
                <a:gd name="T13" fmla="*/ 1129 h 1129"/>
                <a:gd name="T14" fmla="*/ 768 w 1121"/>
                <a:gd name="T15" fmla="*/ 1107 h 1129"/>
                <a:gd name="T16" fmla="*/ 21 w 1121"/>
                <a:gd name="T17" fmla="*/ 349 h 1129"/>
                <a:gd name="T18" fmla="*/ 0 w 1121"/>
                <a:gd name="T19" fmla="*/ 298 h 1129"/>
                <a:gd name="T20" fmla="*/ 21 w 1121"/>
                <a:gd name="T21" fmla="*/ 247 h 1129"/>
                <a:gd name="T22" fmla="*/ 243 w 1121"/>
                <a:gd name="T23" fmla="*/ 28 h 1129"/>
                <a:gd name="T24" fmla="*/ 346 w 1121"/>
                <a:gd name="T25" fmla="*/ 29 h 1129"/>
                <a:gd name="T26" fmla="*/ 1093 w 1121"/>
                <a:gd name="T27" fmla="*/ 787 h 1129"/>
                <a:gd name="T28" fmla="*/ 1092 w 1121"/>
                <a:gd name="T29" fmla="*/ 889 h 1129"/>
                <a:gd name="T30" fmla="*/ 870 w 1121"/>
                <a:gd name="T31" fmla="*/ 1108 h 1129"/>
                <a:gd name="T32" fmla="*/ 819 w 1121"/>
                <a:gd name="T33" fmla="*/ 1129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1" h="1129">
                  <a:moveTo>
                    <a:pt x="175" y="299"/>
                  </a:moveTo>
                  <a:lnTo>
                    <a:pt x="820" y="954"/>
                  </a:lnTo>
                  <a:lnTo>
                    <a:pt x="939" y="837"/>
                  </a:lnTo>
                  <a:lnTo>
                    <a:pt x="293" y="182"/>
                  </a:lnTo>
                  <a:lnTo>
                    <a:pt x="175" y="299"/>
                  </a:lnTo>
                  <a:close/>
                  <a:moveTo>
                    <a:pt x="819" y="1129"/>
                  </a:moveTo>
                  <a:lnTo>
                    <a:pt x="819" y="1129"/>
                  </a:lnTo>
                  <a:cubicBezTo>
                    <a:pt x="800" y="1129"/>
                    <a:pt x="781" y="1121"/>
                    <a:pt x="768" y="1107"/>
                  </a:cubicBezTo>
                  <a:lnTo>
                    <a:pt x="21" y="349"/>
                  </a:lnTo>
                  <a:cubicBezTo>
                    <a:pt x="7" y="335"/>
                    <a:pt x="0" y="317"/>
                    <a:pt x="0" y="298"/>
                  </a:cubicBezTo>
                  <a:cubicBezTo>
                    <a:pt x="0" y="278"/>
                    <a:pt x="8" y="260"/>
                    <a:pt x="21" y="247"/>
                  </a:cubicBezTo>
                  <a:lnTo>
                    <a:pt x="243" y="28"/>
                  </a:lnTo>
                  <a:cubicBezTo>
                    <a:pt x="272" y="0"/>
                    <a:pt x="318" y="0"/>
                    <a:pt x="346" y="29"/>
                  </a:cubicBezTo>
                  <a:lnTo>
                    <a:pt x="1093" y="787"/>
                  </a:lnTo>
                  <a:cubicBezTo>
                    <a:pt x="1121" y="815"/>
                    <a:pt x="1121" y="861"/>
                    <a:pt x="1092" y="889"/>
                  </a:cubicBezTo>
                  <a:lnTo>
                    <a:pt x="870" y="1108"/>
                  </a:lnTo>
                  <a:cubicBezTo>
                    <a:pt x="857" y="1121"/>
                    <a:pt x="838" y="1129"/>
                    <a:pt x="819" y="11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4" name="Freeform 856">
              <a:extLst>
                <a:ext uri="{FF2B5EF4-FFF2-40B4-BE49-F238E27FC236}">
                  <a16:creationId xmlns:a16="http://schemas.microsoft.com/office/drawing/2014/main" id="{D9CE6472-9996-6C70-1A56-B5BE7F30F789}"/>
                </a:ext>
              </a:extLst>
            </p:cNvPr>
            <p:cNvSpPr>
              <a:spLocks noEditPoints="1"/>
            </p:cNvSpPr>
            <p:nvPr/>
          </p:nvSpPr>
          <p:spPr bwMode="auto">
            <a:xfrm>
              <a:off x="3184536" y="5260986"/>
              <a:ext cx="144463" cy="144463"/>
            </a:xfrm>
            <a:custGeom>
              <a:avLst/>
              <a:gdLst>
                <a:gd name="T0" fmla="*/ 182 w 1128"/>
                <a:gd name="T1" fmla="*/ 292 h 1122"/>
                <a:gd name="T2" fmla="*/ 827 w 1128"/>
                <a:gd name="T3" fmla="*/ 947 h 1122"/>
                <a:gd name="T4" fmla="*/ 946 w 1128"/>
                <a:gd name="T5" fmla="*/ 830 h 1122"/>
                <a:gd name="T6" fmla="*/ 300 w 1128"/>
                <a:gd name="T7" fmla="*/ 175 h 1122"/>
                <a:gd name="T8" fmla="*/ 182 w 1128"/>
                <a:gd name="T9" fmla="*/ 292 h 1122"/>
                <a:gd name="T10" fmla="*/ 826 w 1128"/>
                <a:gd name="T11" fmla="*/ 1122 h 1122"/>
                <a:gd name="T12" fmla="*/ 826 w 1128"/>
                <a:gd name="T13" fmla="*/ 1122 h 1122"/>
                <a:gd name="T14" fmla="*/ 775 w 1128"/>
                <a:gd name="T15" fmla="*/ 1100 h 1122"/>
                <a:gd name="T16" fmla="*/ 28 w 1128"/>
                <a:gd name="T17" fmla="*/ 342 h 1122"/>
                <a:gd name="T18" fmla="*/ 28 w 1128"/>
                <a:gd name="T19" fmla="*/ 239 h 1122"/>
                <a:gd name="T20" fmla="*/ 250 w 1128"/>
                <a:gd name="T21" fmla="*/ 20 h 1122"/>
                <a:gd name="T22" fmla="*/ 301 w 1128"/>
                <a:gd name="T23" fmla="*/ 0 h 1122"/>
                <a:gd name="T24" fmla="*/ 302 w 1128"/>
                <a:gd name="T25" fmla="*/ 0 h 1122"/>
                <a:gd name="T26" fmla="*/ 353 w 1128"/>
                <a:gd name="T27" fmla="*/ 21 h 1122"/>
                <a:gd name="T28" fmla="*/ 1100 w 1128"/>
                <a:gd name="T29" fmla="*/ 780 h 1122"/>
                <a:gd name="T30" fmla="*/ 1099 w 1128"/>
                <a:gd name="T31" fmla="*/ 882 h 1122"/>
                <a:gd name="T32" fmla="*/ 877 w 1128"/>
                <a:gd name="T33" fmla="*/ 1101 h 1122"/>
                <a:gd name="T34" fmla="*/ 826 w 1128"/>
                <a:gd name="T35" fmla="*/ 1122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8" h="1122">
                  <a:moveTo>
                    <a:pt x="182" y="292"/>
                  </a:moveTo>
                  <a:lnTo>
                    <a:pt x="827" y="947"/>
                  </a:lnTo>
                  <a:lnTo>
                    <a:pt x="946" y="830"/>
                  </a:lnTo>
                  <a:lnTo>
                    <a:pt x="300" y="175"/>
                  </a:lnTo>
                  <a:lnTo>
                    <a:pt x="182" y="292"/>
                  </a:lnTo>
                  <a:close/>
                  <a:moveTo>
                    <a:pt x="826" y="1122"/>
                  </a:moveTo>
                  <a:lnTo>
                    <a:pt x="826" y="1122"/>
                  </a:lnTo>
                  <a:cubicBezTo>
                    <a:pt x="807" y="1121"/>
                    <a:pt x="788" y="1114"/>
                    <a:pt x="775" y="1100"/>
                  </a:cubicBezTo>
                  <a:lnTo>
                    <a:pt x="28" y="342"/>
                  </a:lnTo>
                  <a:cubicBezTo>
                    <a:pt x="0" y="313"/>
                    <a:pt x="0" y="267"/>
                    <a:pt x="28" y="239"/>
                  </a:cubicBezTo>
                  <a:lnTo>
                    <a:pt x="250" y="20"/>
                  </a:lnTo>
                  <a:cubicBezTo>
                    <a:pt x="264" y="7"/>
                    <a:pt x="282" y="0"/>
                    <a:pt x="301" y="0"/>
                  </a:cubicBezTo>
                  <a:lnTo>
                    <a:pt x="302" y="0"/>
                  </a:lnTo>
                  <a:cubicBezTo>
                    <a:pt x="321" y="0"/>
                    <a:pt x="339" y="8"/>
                    <a:pt x="353" y="21"/>
                  </a:cubicBezTo>
                  <a:lnTo>
                    <a:pt x="1100" y="780"/>
                  </a:lnTo>
                  <a:cubicBezTo>
                    <a:pt x="1128" y="808"/>
                    <a:pt x="1128" y="854"/>
                    <a:pt x="1099" y="882"/>
                  </a:cubicBezTo>
                  <a:lnTo>
                    <a:pt x="877" y="1101"/>
                  </a:lnTo>
                  <a:cubicBezTo>
                    <a:pt x="864" y="1114"/>
                    <a:pt x="845" y="1122"/>
                    <a:pt x="826" y="11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5" name="Freeform 857">
              <a:extLst>
                <a:ext uri="{FF2B5EF4-FFF2-40B4-BE49-F238E27FC236}">
                  <a16:creationId xmlns:a16="http://schemas.microsoft.com/office/drawing/2014/main" id="{E8E0A607-16AB-4C28-DEDE-E27CFCB2744D}"/>
                </a:ext>
              </a:extLst>
            </p:cNvPr>
            <p:cNvSpPr>
              <a:spLocks/>
            </p:cNvSpPr>
            <p:nvPr/>
          </p:nvSpPr>
          <p:spPr bwMode="auto">
            <a:xfrm>
              <a:off x="3105160" y="5308612"/>
              <a:ext cx="112714" cy="106363"/>
            </a:xfrm>
            <a:custGeom>
              <a:avLst/>
              <a:gdLst>
                <a:gd name="T0" fmla="*/ 80 w 886"/>
                <a:gd name="T1" fmla="*/ 842 h 842"/>
                <a:gd name="T2" fmla="*/ 28 w 886"/>
                <a:gd name="T3" fmla="*/ 820 h 842"/>
                <a:gd name="T4" fmla="*/ 30 w 886"/>
                <a:gd name="T5" fmla="*/ 717 h 842"/>
                <a:gd name="T6" fmla="*/ 757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7" y="28"/>
                  </a:lnTo>
                  <a:cubicBezTo>
                    <a:pt x="786" y="0"/>
                    <a:pt x="831" y="1"/>
                    <a:pt x="859" y="30"/>
                  </a:cubicBezTo>
                  <a:cubicBezTo>
                    <a:pt x="886" y="59"/>
                    <a:pt x="885" y="105"/>
                    <a:pt x="856" y="133"/>
                  </a:cubicBezTo>
                  <a:lnTo>
                    <a:pt x="130" y="822"/>
                  </a:lnTo>
                  <a:cubicBezTo>
                    <a:pt x="116" y="835"/>
                    <a:pt x="98" y="842"/>
                    <a:pt x="80" y="8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6" name="Freeform 858">
              <a:extLst>
                <a:ext uri="{FF2B5EF4-FFF2-40B4-BE49-F238E27FC236}">
                  <a16:creationId xmlns:a16="http://schemas.microsoft.com/office/drawing/2014/main" id="{9B363BB2-E4A9-35B4-E77B-A73D460444F3}"/>
                </a:ext>
              </a:extLst>
            </p:cNvPr>
            <p:cNvSpPr>
              <a:spLocks/>
            </p:cNvSpPr>
            <p:nvPr/>
          </p:nvSpPr>
          <p:spPr bwMode="auto">
            <a:xfrm>
              <a:off x="3170248" y="5378468"/>
              <a:ext cx="112714" cy="107951"/>
            </a:xfrm>
            <a:custGeom>
              <a:avLst/>
              <a:gdLst>
                <a:gd name="T0" fmla="*/ 80 w 886"/>
                <a:gd name="T1" fmla="*/ 842 h 842"/>
                <a:gd name="T2" fmla="*/ 28 w 886"/>
                <a:gd name="T3" fmla="*/ 820 h 842"/>
                <a:gd name="T4" fmla="*/ 30 w 886"/>
                <a:gd name="T5" fmla="*/ 717 h 842"/>
                <a:gd name="T6" fmla="*/ 756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6" y="28"/>
                  </a:lnTo>
                  <a:cubicBezTo>
                    <a:pt x="785" y="0"/>
                    <a:pt x="831" y="1"/>
                    <a:pt x="859" y="30"/>
                  </a:cubicBezTo>
                  <a:cubicBezTo>
                    <a:pt x="886" y="59"/>
                    <a:pt x="885" y="105"/>
                    <a:pt x="856" y="133"/>
                  </a:cubicBezTo>
                  <a:lnTo>
                    <a:pt x="130" y="822"/>
                  </a:lnTo>
                  <a:cubicBezTo>
                    <a:pt x="116" y="836"/>
                    <a:pt x="98" y="842"/>
                    <a:pt x="80" y="8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7" name="Freeform 859">
              <a:extLst>
                <a:ext uri="{FF2B5EF4-FFF2-40B4-BE49-F238E27FC236}">
                  <a16:creationId xmlns:a16="http://schemas.microsoft.com/office/drawing/2014/main" id="{2EAA657C-F3F0-B219-591C-47C66D94B867}"/>
                </a:ext>
              </a:extLst>
            </p:cNvPr>
            <p:cNvSpPr>
              <a:spLocks/>
            </p:cNvSpPr>
            <p:nvPr/>
          </p:nvSpPr>
          <p:spPr bwMode="auto">
            <a:xfrm>
              <a:off x="3035310" y="5607069"/>
              <a:ext cx="180976" cy="19050"/>
            </a:xfrm>
            <a:custGeom>
              <a:avLst/>
              <a:gdLst>
                <a:gd name="T0" fmla="*/ 1350 w 1422"/>
                <a:gd name="T1" fmla="*/ 145 h 145"/>
                <a:gd name="T2" fmla="*/ 73 w 1422"/>
                <a:gd name="T3" fmla="*/ 145 h 145"/>
                <a:gd name="T4" fmla="*/ 0 w 1422"/>
                <a:gd name="T5" fmla="*/ 72 h 145"/>
                <a:gd name="T6" fmla="*/ 73 w 1422"/>
                <a:gd name="T7" fmla="*/ 0 h 145"/>
                <a:gd name="T8" fmla="*/ 1350 w 1422"/>
                <a:gd name="T9" fmla="*/ 0 h 145"/>
                <a:gd name="T10" fmla="*/ 1422 w 1422"/>
                <a:gd name="T11" fmla="*/ 72 h 145"/>
                <a:gd name="T12" fmla="*/ 1350 w 1422"/>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422" h="145">
                  <a:moveTo>
                    <a:pt x="1350" y="145"/>
                  </a:moveTo>
                  <a:lnTo>
                    <a:pt x="73" y="145"/>
                  </a:lnTo>
                  <a:cubicBezTo>
                    <a:pt x="33" y="145"/>
                    <a:pt x="0" y="112"/>
                    <a:pt x="0" y="72"/>
                  </a:cubicBezTo>
                  <a:cubicBezTo>
                    <a:pt x="0" y="32"/>
                    <a:pt x="33" y="0"/>
                    <a:pt x="73" y="0"/>
                  </a:cubicBezTo>
                  <a:lnTo>
                    <a:pt x="1350" y="0"/>
                  </a:lnTo>
                  <a:cubicBezTo>
                    <a:pt x="1390" y="0"/>
                    <a:pt x="1422" y="32"/>
                    <a:pt x="1422" y="72"/>
                  </a:cubicBezTo>
                  <a:cubicBezTo>
                    <a:pt x="1422" y="112"/>
                    <a:pt x="1390" y="145"/>
                    <a:pt x="1350"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8" name="Freeform 860">
              <a:extLst>
                <a:ext uri="{FF2B5EF4-FFF2-40B4-BE49-F238E27FC236}">
                  <a16:creationId xmlns:a16="http://schemas.microsoft.com/office/drawing/2014/main" id="{7FE87FE3-A304-442F-0DE8-75C0A60641C5}"/>
                </a:ext>
              </a:extLst>
            </p:cNvPr>
            <p:cNvSpPr>
              <a:spLocks/>
            </p:cNvSpPr>
            <p:nvPr/>
          </p:nvSpPr>
          <p:spPr bwMode="auto">
            <a:xfrm>
              <a:off x="3001972" y="5645166"/>
              <a:ext cx="247651" cy="19050"/>
            </a:xfrm>
            <a:custGeom>
              <a:avLst/>
              <a:gdLst>
                <a:gd name="T0" fmla="*/ 1870 w 1943"/>
                <a:gd name="T1" fmla="*/ 145 h 145"/>
                <a:gd name="T2" fmla="*/ 72 w 1943"/>
                <a:gd name="T3" fmla="*/ 145 h 145"/>
                <a:gd name="T4" fmla="*/ 0 w 1943"/>
                <a:gd name="T5" fmla="*/ 73 h 145"/>
                <a:gd name="T6" fmla="*/ 72 w 1943"/>
                <a:gd name="T7" fmla="*/ 0 h 145"/>
                <a:gd name="T8" fmla="*/ 1870 w 1943"/>
                <a:gd name="T9" fmla="*/ 0 h 145"/>
                <a:gd name="T10" fmla="*/ 1943 w 1943"/>
                <a:gd name="T11" fmla="*/ 73 h 145"/>
                <a:gd name="T12" fmla="*/ 1870 w 1943"/>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943" h="145">
                  <a:moveTo>
                    <a:pt x="1870" y="145"/>
                  </a:moveTo>
                  <a:lnTo>
                    <a:pt x="72" y="145"/>
                  </a:lnTo>
                  <a:cubicBezTo>
                    <a:pt x="32" y="145"/>
                    <a:pt x="0" y="113"/>
                    <a:pt x="0" y="73"/>
                  </a:cubicBezTo>
                  <a:cubicBezTo>
                    <a:pt x="0" y="33"/>
                    <a:pt x="32" y="0"/>
                    <a:pt x="72" y="0"/>
                  </a:cubicBezTo>
                  <a:lnTo>
                    <a:pt x="1870" y="0"/>
                  </a:lnTo>
                  <a:cubicBezTo>
                    <a:pt x="1910" y="0"/>
                    <a:pt x="1943" y="33"/>
                    <a:pt x="1943" y="73"/>
                  </a:cubicBezTo>
                  <a:cubicBezTo>
                    <a:pt x="1943" y="113"/>
                    <a:pt x="1910" y="145"/>
                    <a:pt x="1870" y="1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9" name="Freeform 861">
              <a:extLst>
                <a:ext uri="{FF2B5EF4-FFF2-40B4-BE49-F238E27FC236}">
                  <a16:creationId xmlns:a16="http://schemas.microsoft.com/office/drawing/2014/main" id="{A6F4EA12-DDCA-FD0F-2CC4-FCA0D58A402A}"/>
                </a:ext>
              </a:extLst>
            </p:cNvPr>
            <p:cNvSpPr>
              <a:spLocks/>
            </p:cNvSpPr>
            <p:nvPr/>
          </p:nvSpPr>
          <p:spPr bwMode="auto">
            <a:xfrm>
              <a:off x="3224223" y="5424512"/>
              <a:ext cx="66676" cy="84138"/>
            </a:xfrm>
            <a:custGeom>
              <a:avLst/>
              <a:gdLst>
                <a:gd name="T0" fmla="*/ 379 w 521"/>
                <a:gd name="T1" fmla="*/ 660 h 660"/>
                <a:gd name="T2" fmla="*/ 370 w 521"/>
                <a:gd name="T3" fmla="*/ 659 h 660"/>
                <a:gd name="T4" fmla="*/ 307 w 521"/>
                <a:gd name="T5" fmla="*/ 578 h 660"/>
                <a:gd name="T6" fmla="*/ 348 w 521"/>
                <a:gd name="T7" fmla="*/ 261 h 660"/>
                <a:gd name="T8" fmla="*/ 129 w 521"/>
                <a:gd name="T9" fmla="*/ 456 h 660"/>
                <a:gd name="T10" fmla="*/ 27 w 521"/>
                <a:gd name="T11" fmla="*/ 450 h 660"/>
                <a:gd name="T12" fmla="*/ 33 w 521"/>
                <a:gd name="T13" fmla="*/ 348 h 660"/>
                <a:gd name="T14" fmla="*/ 397 w 521"/>
                <a:gd name="T15" fmla="*/ 24 h 660"/>
                <a:gd name="T16" fmla="*/ 479 w 521"/>
                <a:gd name="T17" fmla="*/ 14 h 660"/>
                <a:gd name="T18" fmla="*/ 517 w 521"/>
                <a:gd name="T19" fmla="*/ 88 h 660"/>
                <a:gd name="T20" fmla="*/ 451 w 521"/>
                <a:gd name="T21" fmla="*/ 597 h 660"/>
                <a:gd name="T22" fmla="*/ 379 w 521"/>
                <a:gd name="T23" fmla="*/ 66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1" h="660">
                  <a:moveTo>
                    <a:pt x="379" y="660"/>
                  </a:moveTo>
                  <a:cubicBezTo>
                    <a:pt x="376" y="660"/>
                    <a:pt x="373" y="659"/>
                    <a:pt x="370" y="659"/>
                  </a:cubicBezTo>
                  <a:cubicBezTo>
                    <a:pt x="330" y="654"/>
                    <a:pt x="302" y="618"/>
                    <a:pt x="307" y="578"/>
                  </a:cubicBezTo>
                  <a:lnTo>
                    <a:pt x="348" y="261"/>
                  </a:lnTo>
                  <a:lnTo>
                    <a:pt x="129" y="456"/>
                  </a:lnTo>
                  <a:cubicBezTo>
                    <a:pt x="99" y="483"/>
                    <a:pt x="54" y="480"/>
                    <a:pt x="27" y="450"/>
                  </a:cubicBezTo>
                  <a:cubicBezTo>
                    <a:pt x="0" y="420"/>
                    <a:pt x="3" y="374"/>
                    <a:pt x="33" y="348"/>
                  </a:cubicBezTo>
                  <a:lnTo>
                    <a:pt x="397" y="24"/>
                  </a:lnTo>
                  <a:cubicBezTo>
                    <a:pt x="420" y="4"/>
                    <a:pt x="452" y="0"/>
                    <a:pt x="479" y="14"/>
                  </a:cubicBezTo>
                  <a:cubicBezTo>
                    <a:pt x="506" y="29"/>
                    <a:pt x="521" y="58"/>
                    <a:pt x="517" y="88"/>
                  </a:cubicBezTo>
                  <a:lnTo>
                    <a:pt x="451" y="597"/>
                  </a:lnTo>
                  <a:cubicBezTo>
                    <a:pt x="446" y="633"/>
                    <a:pt x="415" y="660"/>
                    <a:pt x="379" y="6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0" name="Freeform 862">
              <a:extLst>
                <a:ext uri="{FF2B5EF4-FFF2-40B4-BE49-F238E27FC236}">
                  <a16:creationId xmlns:a16="http://schemas.microsoft.com/office/drawing/2014/main" id="{A25BA312-48DF-CB30-4300-E627F5C0E175}"/>
                </a:ext>
              </a:extLst>
            </p:cNvPr>
            <p:cNvSpPr>
              <a:spLocks/>
            </p:cNvSpPr>
            <p:nvPr/>
          </p:nvSpPr>
          <p:spPr bwMode="auto">
            <a:xfrm>
              <a:off x="3276611" y="5449911"/>
              <a:ext cx="136526" cy="142876"/>
            </a:xfrm>
            <a:custGeom>
              <a:avLst/>
              <a:gdLst>
                <a:gd name="T0" fmla="*/ 988 w 1069"/>
                <a:gd name="T1" fmla="*/ 1113 h 1113"/>
                <a:gd name="T2" fmla="*/ 918 w 1069"/>
                <a:gd name="T3" fmla="*/ 1062 h 1113"/>
                <a:gd name="T4" fmla="*/ 52 w 1069"/>
                <a:gd name="T5" fmla="*/ 148 h 1113"/>
                <a:gd name="T6" fmla="*/ 17 w 1069"/>
                <a:gd name="T7" fmla="*/ 52 h 1113"/>
                <a:gd name="T8" fmla="*/ 114 w 1069"/>
                <a:gd name="T9" fmla="*/ 17 h 1113"/>
                <a:gd name="T10" fmla="*/ 1057 w 1069"/>
                <a:gd name="T11" fmla="*/ 1020 h 1113"/>
                <a:gd name="T12" fmla="*/ 1009 w 1069"/>
                <a:gd name="T13" fmla="*/ 1110 h 1113"/>
                <a:gd name="T14" fmla="*/ 988 w 1069"/>
                <a:gd name="T15" fmla="*/ 1113 h 1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1113">
                  <a:moveTo>
                    <a:pt x="988" y="1113"/>
                  </a:moveTo>
                  <a:cubicBezTo>
                    <a:pt x="957" y="1113"/>
                    <a:pt x="928" y="1093"/>
                    <a:pt x="918" y="1062"/>
                  </a:cubicBezTo>
                  <a:cubicBezTo>
                    <a:pt x="917" y="1056"/>
                    <a:pt x="729" y="469"/>
                    <a:pt x="52" y="148"/>
                  </a:cubicBezTo>
                  <a:cubicBezTo>
                    <a:pt x="16" y="131"/>
                    <a:pt x="0" y="88"/>
                    <a:pt x="17" y="52"/>
                  </a:cubicBezTo>
                  <a:cubicBezTo>
                    <a:pt x="34" y="16"/>
                    <a:pt x="78" y="0"/>
                    <a:pt x="114" y="17"/>
                  </a:cubicBezTo>
                  <a:cubicBezTo>
                    <a:pt x="852" y="367"/>
                    <a:pt x="1049" y="993"/>
                    <a:pt x="1057" y="1020"/>
                  </a:cubicBezTo>
                  <a:cubicBezTo>
                    <a:pt x="1069" y="1058"/>
                    <a:pt x="1047" y="1099"/>
                    <a:pt x="1009" y="1110"/>
                  </a:cubicBezTo>
                  <a:cubicBezTo>
                    <a:pt x="1002" y="1112"/>
                    <a:pt x="995" y="1113"/>
                    <a:pt x="988" y="1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1" name="Freeform 863">
              <a:extLst>
                <a:ext uri="{FF2B5EF4-FFF2-40B4-BE49-F238E27FC236}">
                  <a16:creationId xmlns:a16="http://schemas.microsoft.com/office/drawing/2014/main" id="{BB05747E-A4AC-108C-03BE-D8523933F861}"/>
                </a:ext>
              </a:extLst>
            </p:cNvPr>
            <p:cNvSpPr>
              <a:spLocks/>
            </p:cNvSpPr>
            <p:nvPr/>
          </p:nvSpPr>
          <p:spPr bwMode="auto">
            <a:xfrm>
              <a:off x="3251211" y="5475312"/>
              <a:ext cx="141289" cy="139700"/>
            </a:xfrm>
            <a:custGeom>
              <a:avLst/>
              <a:gdLst>
                <a:gd name="T0" fmla="*/ 1021 w 1104"/>
                <a:gd name="T1" fmla="*/ 1089 h 1089"/>
                <a:gd name="T2" fmla="*/ 989 w 1104"/>
                <a:gd name="T3" fmla="*/ 1082 h 1089"/>
                <a:gd name="T4" fmla="*/ 18 w 1104"/>
                <a:gd name="T5" fmla="*/ 116 h 1089"/>
                <a:gd name="T6" fmla="*/ 49 w 1104"/>
                <a:gd name="T7" fmla="*/ 18 h 1089"/>
                <a:gd name="T8" fmla="*/ 147 w 1104"/>
                <a:gd name="T9" fmla="*/ 49 h 1089"/>
                <a:gd name="T10" fmla="*/ 1053 w 1104"/>
                <a:gd name="T11" fmla="*/ 952 h 1089"/>
                <a:gd name="T12" fmla="*/ 1086 w 1104"/>
                <a:gd name="T13" fmla="*/ 1049 h 1089"/>
                <a:gd name="T14" fmla="*/ 1021 w 1104"/>
                <a:gd name="T15" fmla="*/ 1089 h 10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4" h="1089">
                  <a:moveTo>
                    <a:pt x="1021" y="1089"/>
                  </a:moveTo>
                  <a:cubicBezTo>
                    <a:pt x="1010" y="1089"/>
                    <a:pt x="999" y="1087"/>
                    <a:pt x="989" y="1082"/>
                  </a:cubicBezTo>
                  <a:cubicBezTo>
                    <a:pt x="362" y="773"/>
                    <a:pt x="32" y="142"/>
                    <a:pt x="18" y="116"/>
                  </a:cubicBezTo>
                  <a:cubicBezTo>
                    <a:pt x="0" y="80"/>
                    <a:pt x="14" y="36"/>
                    <a:pt x="49" y="18"/>
                  </a:cubicBezTo>
                  <a:cubicBezTo>
                    <a:pt x="85" y="0"/>
                    <a:pt x="128" y="14"/>
                    <a:pt x="147" y="49"/>
                  </a:cubicBezTo>
                  <a:cubicBezTo>
                    <a:pt x="151" y="57"/>
                    <a:pt x="470" y="665"/>
                    <a:pt x="1053" y="952"/>
                  </a:cubicBezTo>
                  <a:cubicBezTo>
                    <a:pt x="1089" y="970"/>
                    <a:pt x="1104" y="1013"/>
                    <a:pt x="1086" y="1049"/>
                  </a:cubicBezTo>
                  <a:cubicBezTo>
                    <a:pt x="1073" y="1075"/>
                    <a:pt x="1048" y="1089"/>
                    <a:pt x="1021" y="10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2" name="Freeform 864">
              <a:extLst>
                <a:ext uri="{FF2B5EF4-FFF2-40B4-BE49-F238E27FC236}">
                  <a16:creationId xmlns:a16="http://schemas.microsoft.com/office/drawing/2014/main" id="{E84679D0-D0A8-A91C-387C-3919E4BA3531}"/>
                </a:ext>
              </a:extLst>
            </p:cNvPr>
            <p:cNvSpPr>
              <a:spLocks/>
            </p:cNvSpPr>
            <p:nvPr/>
          </p:nvSpPr>
          <p:spPr bwMode="auto">
            <a:xfrm>
              <a:off x="3379797" y="5580086"/>
              <a:ext cx="66676" cy="63500"/>
            </a:xfrm>
            <a:custGeom>
              <a:avLst/>
              <a:gdLst>
                <a:gd name="T0" fmla="*/ 80 w 530"/>
                <a:gd name="T1" fmla="*/ 494 h 494"/>
                <a:gd name="T2" fmla="*/ 27 w 530"/>
                <a:gd name="T3" fmla="*/ 470 h 494"/>
                <a:gd name="T4" fmla="*/ 31 w 530"/>
                <a:gd name="T5" fmla="*/ 368 h 494"/>
                <a:gd name="T6" fmla="*/ 401 w 530"/>
                <a:gd name="T7" fmla="*/ 27 h 494"/>
                <a:gd name="T8" fmla="*/ 503 w 530"/>
                <a:gd name="T9" fmla="*/ 31 h 494"/>
                <a:gd name="T10" fmla="*/ 499 w 530"/>
                <a:gd name="T11" fmla="*/ 133 h 494"/>
                <a:gd name="T12" fmla="*/ 130 w 530"/>
                <a:gd name="T13" fmla="*/ 474 h 494"/>
                <a:gd name="T14" fmla="*/ 80 w 530"/>
                <a:gd name="T15" fmla="*/ 494 h 4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0" h="494">
                  <a:moveTo>
                    <a:pt x="80" y="494"/>
                  </a:moveTo>
                  <a:cubicBezTo>
                    <a:pt x="61" y="494"/>
                    <a:pt x="42" y="486"/>
                    <a:pt x="27" y="470"/>
                  </a:cubicBezTo>
                  <a:cubicBezTo>
                    <a:pt x="0" y="441"/>
                    <a:pt x="2" y="395"/>
                    <a:pt x="31" y="368"/>
                  </a:cubicBezTo>
                  <a:lnTo>
                    <a:pt x="401" y="27"/>
                  </a:lnTo>
                  <a:cubicBezTo>
                    <a:pt x="430" y="0"/>
                    <a:pt x="476" y="2"/>
                    <a:pt x="503" y="31"/>
                  </a:cubicBezTo>
                  <a:cubicBezTo>
                    <a:pt x="530" y="60"/>
                    <a:pt x="528" y="106"/>
                    <a:pt x="499" y="133"/>
                  </a:cubicBezTo>
                  <a:lnTo>
                    <a:pt x="130" y="474"/>
                  </a:lnTo>
                  <a:cubicBezTo>
                    <a:pt x="116" y="487"/>
                    <a:pt x="98" y="494"/>
                    <a:pt x="80" y="4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3" name="Freeform 865">
              <a:extLst>
                <a:ext uri="{FF2B5EF4-FFF2-40B4-BE49-F238E27FC236}">
                  <a16:creationId xmlns:a16="http://schemas.microsoft.com/office/drawing/2014/main" id="{4A71EF10-2F95-57CC-35C1-521113455A48}"/>
                </a:ext>
              </a:extLst>
            </p:cNvPr>
            <p:cNvSpPr>
              <a:spLocks/>
            </p:cNvSpPr>
            <p:nvPr/>
          </p:nvSpPr>
          <p:spPr bwMode="auto">
            <a:xfrm>
              <a:off x="2951171" y="5473724"/>
              <a:ext cx="58738" cy="46038"/>
            </a:xfrm>
            <a:custGeom>
              <a:avLst/>
              <a:gdLst>
                <a:gd name="T0" fmla="*/ 378 w 461"/>
                <a:gd name="T1" fmla="*/ 358 h 358"/>
                <a:gd name="T2" fmla="*/ 338 w 461"/>
                <a:gd name="T3" fmla="*/ 345 h 358"/>
                <a:gd name="T4" fmla="*/ 42 w 461"/>
                <a:gd name="T5" fmla="*/ 143 h 358"/>
                <a:gd name="T6" fmla="*/ 23 w 461"/>
                <a:gd name="T7" fmla="*/ 42 h 358"/>
                <a:gd name="T8" fmla="*/ 124 w 461"/>
                <a:gd name="T9" fmla="*/ 23 h 358"/>
                <a:gd name="T10" fmla="*/ 419 w 461"/>
                <a:gd name="T11" fmla="*/ 226 h 358"/>
                <a:gd name="T12" fmla="*/ 438 w 461"/>
                <a:gd name="T13" fmla="*/ 327 h 358"/>
                <a:gd name="T14" fmla="*/ 378 w 461"/>
                <a:gd name="T15" fmla="*/ 358 h 3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1" h="358">
                  <a:moveTo>
                    <a:pt x="378" y="358"/>
                  </a:moveTo>
                  <a:cubicBezTo>
                    <a:pt x="364" y="358"/>
                    <a:pt x="350" y="354"/>
                    <a:pt x="338" y="345"/>
                  </a:cubicBezTo>
                  <a:lnTo>
                    <a:pt x="42" y="143"/>
                  </a:lnTo>
                  <a:cubicBezTo>
                    <a:pt x="9" y="120"/>
                    <a:pt x="0" y="75"/>
                    <a:pt x="23" y="42"/>
                  </a:cubicBezTo>
                  <a:cubicBezTo>
                    <a:pt x="45" y="9"/>
                    <a:pt x="91" y="0"/>
                    <a:pt x="124" y="23"/>
                  </a:cubicBezTo>
                  <a:lnTo>
                    <a:pt x="419" y="226"/>
                  </a:lnTo>
                  <a:cubicBezTo>
                    <a:pt x="452" y="248"/>
                    <a:pt x="461" y="294"/>
                    <a:pt x="438" y="327"/>
                  </a:cubicBezTo>
                  <a:cubicBezTo>
                    <a:pt x="424" y="347"/>
                    <a:pt x="402" y="358"/>
                    <a:pt x="378" y="3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4" name="Freeform 866">
              <a:extLst>
                <a:ext uri="{FF2B5EF4-FFF2-40B4-BE49-F238E27FC236}">
                  <a16:creationId xmlns:a16="http://schemas.microsoft.com/office/drawing/2014/main" id="{203C8AD8-12B1-E8CB-6E33-CE9E61DE8294}"/>
                </a:ext>
              </a:extLst>
            </p:cNvPr>
            <p:cNvSpPr>
              <a:spLocks/>
            </p:cNvSpPr>
            <p:nvPr/>
          </p:nvSpPr>
          <p:spPr bwMode="auto">
            <a:xfrm>
              <a:off x="2932125" y="5545160"/>
              <a:ext cx="66676" cy="19050"/>
            </a:xfrm>
            <a:custGeom>
              <a:avLst/>
              <a:gdLst>
                <a:gd name="T0" fmla="*/ 457 w 529"/>
                <a:gd name="T1" fmla="*/ 145 h 145"/>
                <a:gd name="T2" fmla="*/ 72 w 529"/>
                <a:gd name="T3" fmla="*/ 145 h 145"/>
                <a:gd name="T4" fmla="*/ 0 w 529"/>
                <a:gd name="T5" fmla="*/ 73 h 145"/>
                <a:gd name="T6" fmla="*/ 72 w 529"/>
                <a:gd name="T7" fmla="*/ 0 h 145"/>
                <a:gd name="T8" fmla="*/ 457 w 529"/>
                <a:gd name="T9" fmla="*/ 0 h 145"/>
                <a:gd name="T10" fmla="*/ 529 w 529"/>
                <a:gd name="T11" fmla="*/ 73 h 145"/>
                <a:gd name="T12" fmla="*/ 457 w 52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29" h="145">
                  <a:moveTo>
                    <a:pt x="457" y="145"/>
                  </a:moveTo>
                  <a:lnTo>
                    <a:pt x="72" y="145"/>
                  </a:lnTo>
                  <a:cubicBezTo>
                    <a:pt x="32" y="145"/>
                    <a:pt x="0" y="113"/>
                    <a:pt x="0" y="73"/>
                  </a:cubicBezTo>
                  <a:cubicBezTo>
                    <a:pt x="0" y="33"/>
                    <a:pt x="32" y="0"/>
                    <a:pt x="72" y="0"/>
                  </a:cubicBezTo>
                  <a:lnTo>
                    <a:pt x="457" y="0"/>
                  </a:lnTo>
                  <a:cubicBezTo>
                    <a:pt x="497" y="0"/>
                    <a:pt x="529" y="33"/>
                    <a:pt x="529" y="73"/>
                  </a:cubicBezTo>
                  <a:cubicBezTo>
                    <a:pt x="529" y="113"/>
                    <a:pt x="497" y="145"/>
                    <a:pt x="457"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5" name="Freeform 867">
              <a:extLst>
                <a:ext uri="{FF2B5EF4-FFF2-40B4-BE49-F238E27FC236}">
                  <a16:creationId xmlns:a16="http://schemas.microsoft.com/office/drawing/2014/main" id="{11DB7313-A5E5-B9AD-E03E-EA3CD158E8A6}"/>
                </a:ext>
              </a:extLst>
            </p:cNvPr>
            <p:cNvSpPr>
              <a:spLocks/>
            </p:cNvSpPr>
            <p:nvPr/>
          </p:nvSpPr>
          <p:spPr bwMode="auto">
            <a:xfrm>
              <a:off x="2959116" y="5588032"/>
              <a:ext cx="53975" cy="46038"/>
            </a:xfrm>
            <a:custGeom>
              <a:avLst/>
              <a:gdLst>
                <a:gd name="T0" fmla="*/ 82 w 422"/>
                <a:gd name="T1" fmla="*/ 365 h 365"/>
                <a:gd name="T2" fmla="*/ 26 w 422"/>
                <a:gd name="T3" fmla="*/ 338 h 365"/>
                <a:gd name="T4" fmla="*/ 36 w 422"/>
                <a:gd name="T5" fmla="*/ 236 h 365"/>
                <a:gd name="T6" fmla="*/ 295 w 422"/>
                <a:gd name="T7" fmla="*/ 25 h 365"/>
                <a:gd name="T8" fmla="*/ 397 w 422"/>
                <a:gd name="T9" fmla="*/ 36 h 365"/>
                <a:gd name="T10" fmla="*/ 386 w 422"/>
                <a:gd name="T11" fmla="*/ 137 h 365"/>
                <a:gd name="T12" fmla="*/ 128 w 422"/>
                <a:gd name="T13" fmla="*/ 348 h 365"/>
                <a:gd name="T14" fmla="*/ 82 w 422"/>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2" h="365">
                  <a:moveTo>
                    <a:pt x="82" y="365"/>
                  </a:moveTo>
                  <a:cubicBezTo>
                    <a:pt x="61" y="365"/>
                    <a:pt x="40" y="355"/>
                    <a:pt x="26" y="338"/>
                  </a:cubicBezTo>
                  <a:cubicBezTo>
                    <a:pt x="0" y="307"/>
                    <a:pt x="5" y="261"/>
                    <a:pt x="36" y="236"/>
                  </a:cubicBezTo>
                  <a:lnTo>
                    <a:pt x="295" y="25"/>
                  </a:lnTo>
                  <a:cubicBezTo>
                    <a:pt x="326" y="0"/>
                    <a:pt x="372" y="5"/>
                    <a:pt x="397" y="36"/>
                  </a:cubicBezTo>
                  <a:cubicBezTo>
                    <a:pt x="422" y="67"/>
                    <a:pt x="418" y="112"/>
                    <a:pt x="386" y="137"/>
                  </a:cubicBezTo>
                  <a:lnTo>
                    <a:pt x="128" y="348"/>
                  </a:lnTo>
                  <a:cubicBezTo>
                    <a:pt x="114" y="359"/>
                    <a:pt x="98" y="365"/>
                    <a:pt x="82"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6" name="Freeform 868">
              <a:extLst>
                <a:ext uri="{FF2B5EF4-FFF2-40B4-BE49-F238E27FC236}">
                  <a16:creationId xmlns:a16="http://schemas.microsoft.com/office/drawing/2014/main" id="{EADFBAC5-1218-62EF-1573-2D79D2DA6654}"/>
                </a:ext>
              </a:extLst>
            </p:cNvPr>
            <p:cNvSpPr>
              <a:spLocks/>
            </p:cNvSpPr>
            <p:nvPr/>
          </p:nvSpPr>
          <p:spPr bwMode="auto">
            <a:xfrm>
              <a:off x="3000376" y="5426076"/>
              <a:ext cx="41275" cy="57150"/>
            </a:xfrm>
            <a:custGeom>
              <a:avLst/>
              <a:gdLst>
                <a:gd name="T0" fmla="*/ 233 w 315"/>
                <a:gd name="T1" fmla="*/ 456 h 456"/>
                <a:gd name="T2" fmla="*/ 168 w 315"/>
                <a:gd name="T3" fmla="*/ 416 h 456"/>
                <a:gd name="T4" fmla="*/ 18 w 315"/>
                <a:gd name="T5" fmla="*/ 115 h 456"/>
                <a:gd name="T6" fmla="*/ 50 w 315"/>
                <a:gd name="T7" fmla="*/ 17 h 456"/>
                <a:gd name="T8" fmla="*/ 147 w 315"/>
                <a:gd name="T9" fmla="*/ 50 h 456"/>
                <a:gd name="T10" fmla="*/ 298 w 315"/>
                <a:gd name="T11" fmla="*/ 351 h 456"/>
                <a:gd name="T12" fmla="*/ 265 w 315"/>
                <a:gd name="T13" fmla="*/ 449 h 456"/>
                <a:gd name="T14" fmla="*/ 233 w 315"/>
                <a:gd name="T15" fmla="*/ 456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5" h="456">
                  <a:moveTo>
                    <a:pt x="233" y="456"/>
                  </a:moveTo>
                  <a:cubicBezTo>
                    <a:pt x="206" y="456"/>
                    <a:pt x="180" y="442"/>
                    <a:pt x="168" y="416"/>
                  </a:cubicBezTo>
                  <a:lnTo>
                    <a:pt x="18" y="115"/>
                  </a:lnTo>
                  <a:cubicBezTo>
                    <a:pt x="0" y="79"/>
                    <a:pt x="14" y="35"/>
                    <a:pt x="50" y="17"/>
                  </a:cubicBezTo>
                  <a:cubicBezTo>
                    <a:pt x="86" y="0"/>
                    <a:pt x="130" y="14"/>
                    <a:pt x="147" y="50"/>
                  </a:cubicBezTo>
                  <a:lnTo>
                    <a:pt x="298" y="351"/>
                  </a:lnTo>
                  <a:cubicBezTo>
                    <a:pt x="315" y="387"/>
                    <a:pt x="301" y="431"/>
                    <a:pt x="265" y="449"/>
                  </a:cubicBezTo>
                  <a:cubicBezTo>
                    <a:pt x="255" y="454"/>
                    <a:pt x="244" y="456"/>
                    <a:pt x="233" y="4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grpSp>
        <p:nvGrpSpPr>
          <p:cNvPr id="117" name="Capital2" descr="{&quot;Key&quot;:&quot;POWER_USER_SHAPE_ICON&quot;,&quot;Value&quot;:&quot;POWER_USER_SHAPE_ICON_STYLE_1&quot;}">
            <a:extLst>
              <a:ext uri="{FF2B5EF4-FFF2-40B4-BE49-F238E27FC236}">
                <a16:creationId xmlns:a16="http://schemas.microsoft.com/office/drawing/2014/main" id="{BF52E648-FDC5-E8FE-BBE8-D6D2A46DFCE7}"/>
              </a:ext>
            </a:extLst>
          </p:cNvPr>
          <p:cNvGrpSpPr>
            <a:grpSpLocks noChangeAspect="1"/>
          </p:cNvGrpSpPr>
          <p:nvPr/>
        </p:nvGrpSpPr>
        <p:grpSpPr>
          <a:xfrm>
            <a:off x="6785045" y="3327768"/>
            <a:ext cx="380967" cy="572502"/>
            <a:chOff x="5561013" y="1997076"/>
            <a:chExt cx="287338" cy="431800"/>
          </a:xfrm>
          <a:solidFill>
            <a:schemeClr val="accent2">
              <a:lumMod val="50000"/>
            </a:schemeClr>
          </a:solidFill>
        </p:grpSpPr>
        <p:sp>
          <p:nvSpPr>
            <p:cNvPr id="118" name="Freeform 535">
              <a:extLst>
                <a:ext uri="{FF2B5EF4-FFF2-40B4-BE49-F238E27FC236}">
                  <a16:creationId xmlns:a16="http://schemas.microsoft.com/office/drawing/2014/main" id="{19642ABB-CED6-C269-B1B6-1193FEBD4EEB}"/>
                </a:ext>
              </a:extLst>
            </p:cNvPr>
            <p:cNvSpPr>
              <a:spLocks noEditPoints="1"/>
            </p:cNvSpPr>
            <p:nvPr/>
          </p:nvSpPr>
          <p:spPr bwMode="auto">
            <a:xfrm>
              <a:off x="5616576" y="2200276"/>
              <a:ext cx="231775" cy="228600"/>
            </a:xfrm>
            <a:custGeom>
              <a:avLst/>
              <a:gdLst>
                <a:gd name="T0" fmla="*/ 75 w 305"/>
                <a:gd name="T1" fmla="*/ 17 h 301"/>
                <a:gd name="T2" fmla="*/ 16 w 305"/>
                <a:gd name="T3" fmla="*/ 148 h 301"/>
                <a:gd name="T4" fmla="*/ 152 w 305"/>
                <a:gd name="T5" fmla="*/ 284 h 301"/>
                <a:gd name="T6" fmla="*/ 289 w 305"/>
                <a:gd name="T7" fmla="*/ 148 h 301"/>
                <a:gd name="T8" fmla="*/ 230 w 305"/>
                <a:gd name="T9" fmla="*/ 17 h 301"/>
                <a:gd name="T10" fmla="*/ 75 w 305"/>
                <a:gd name="T11" fmla="*/ 17 h 301"/>
                <a:gd name="T12" fmla="*/ 152 w 305"/>
                <a:gd name="T13" fmla="*/ 301 h 301"/>
                <a:gd name="T14" fmla="*/ 0 w 305"/>
                <a:gd name="T15" fmla="*/ 148 h 301"/>
                <a:gd name="T16" fmla="*/ 66 w 305"/>
                <a:gd name="T17" fmla="*/ 2 h 301"/>
                <a:gd name="T18" fmla="*/ 68 w 305"/>
                <a:gd name="T19" fmla="*/ 0 h 301"/>
                <a:gd name="T20" fmla="*/ 236 w 305"/>
                <a:gd name="T21" fmla="*/ 0 h 301"/>
                <a:gd name="T22" fmla="*/ 239 w 305"/>
                <a:gd name="T23" fmla="*/ 2 h 301"/>
                <a:gd name="T24" fmla="*/ 305 w 305"/>
                <a:gd name="T25" fmla="*/ 148 h 301"/>
                <a:gd name="T26" fmla="*/ 152 w 305"/>
                <a:gd name="T27"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1">
                  <a:moveTo>
                    <a:pt x="75" y="17"/>
                  </a:moveTo>
                  <a:cubicBezTo>
                    <a:pt x="39" y="50"/>
                    <a:pt x="16" y="101"/>
                    <a:pt x="16" y="148"/>
                  </a:cubicBezTo>
                  <a:cubicBezTo>
                    <a:pt x="16" y="223"/>
                    <a:pt x="77" y="284"/>
                    <a:pt x="152" y="284"/>
                  </a:cubicBezTo>
                  <a:cubicBezTo>
                    <a:pt x="227" y="284"/>
                    <a:pt x="289" y="223"/>
                    <a:pt x="289" y="148"/>
                  </a:cubicBezTo>
                  <a:cubicBezTo>
                    <a:pt x="289" y="101"/>
                    <a:pt x="266" y="50"/>
                    <a:pt x="230" y="17"/>
                  </a:cubicBezTo>
                  <a:lnTo>
                    <a:pt x="75" y="17"/>
                  </a:lnTo>
                  <a:close/>
                  <a:moveTo>
                    <a:pt x="152" y="301"/>
                  </a:moveTo>
                  <a:cubicBezTo>
                    <a:pt x="68" y="301"/>
                    <a:pt x="0" y="232"/>
                    <a:pt x="0" y="148"/>
                  </a:cubicBezTo>
                  <a:cubicBezTo>
                    <a:pt x="0" y="95"/>
                    <a:pt x="26" y="38"/>
                    <a:pt x="66" y="2"/>
                  </a:cubicBezTo>
                  <a:lnTo>
                    <a:pt x="68" y="0"/>
                  </a:lnTo>
                  <a:lnTo>
                    <a:pt x="236" y="0"/>
                  </a:lnTo>
                  <a:lnTo>
                    <a:pt x="239" y="2"/>
                  </a:lnTo>
                  <a:cubicBezTo>
                    <a:pt x="279" y="38"/>
                    <a:pt x="305" y="95"/>
                    <a:pt x="305" y="148"/>
                  </a:cubicBezTo>
                  <a:cubicBezTo>
                    <a:pt x="305" y="232"/>
                    <a:pt x="237" y="301"/>
                    <a:pt x="152" y="3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19" name="Freeform 536">
              <a:extLst>
                <a:ext uri="{FF2B5EF4-FFF2-40B4-BE49-F238E27FC236}">
                  <a16:creationId xmlns:a16="http://schemas.microsoft.com/office/drawing/2014/main" id="{EE7018F8-77EE-E8CE-43F1-4C73E952B54D}"/>
                </a:ext>
              </a:extLst>
            </p:cNvPr>
            <p:cNvSpPr>
              <a:spLocks noEditPoints="1"/>
            </p:cNvSpPr>
            <p:nvPr/>
          </p:nvSpPr>
          <p:spPr bwMode="auto">
            <a:xfrm>
              <a:off x="5672138" y="1997076"/>
              <a:ext cx="120650" cy="73025"/>
            </a:xfrm>
            <a:custGeom>
              <a:avLst/>
              <a:gdLst>
                <a:gd name="T0" fmla="*/ 47 w 157"/>
                <a:gd name="T1" fmla="*/ 79 h 96"/>
                <a:gd name="T2" fmla="*/ 110 w 157"/>
                <a:gd name="T3" fmla="*/ 79 h 96"/>
                <a:gd name="T4" fmla="*/ 133 w 157"/>
                <a:gd name="T5" fmla="*/ 17 h 96"/>
                <a:gd name="T6" fmla="*/ 24 w 157"/>
                <a:gd name="T7" fmla="*/ 17 h 96"/>
                <a:gd name="T8" fmla="*/ 47 w 157"/>
                <a:gd name="T9" fmla="*/ 79 h 96"/>
                <a:gd name="T10" fmla="*/ 122 w 157"/>
                <a:gd name="T11" fmla="*/ 96 h 96"/>
                <a:gd name="T12" fmla="*/ 35 w 157"/>
                <a:gd name="T13" fmla="*/ 96 h 96"/>
                <a:gd name="T14" fmla="*/ 0 w 157"/>
                <a:gd name="T15" fmla="*/ 0 h 96"/>
                <a:gd name="T16" fmla="*/ 157 w 157"/>
                <a:gd name="T17" fmla="*/ 0 h 96"/>
                <a:gd name="T18" fmla="*/ 122 w 157"/>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 h="96">
                  <a:moveTo>
                    <a:pt x="47" y="79"/>
                  </a:moveTo>
                  <a:lnTo>
                    <a:pt x="110" y="79"/>
                  </a:lnTo>
                  <a:lnTo>
                    <a:pt x="133" y="17"/>
                  </a:lnTo>
                  <a:lnTo>
                    <a:pt x="24" y="17"/>
                  </a:lnTo>
                  <a:lnTo>
                    <a:pt x="47" y="79"/>
                  </a:lnTo>
                  <a:close/>
                  <a:moveTo>
                    <a:pt x="122" y="96"/>
                  </a:moveTo>
                  <a:lnTo>
                    <a:pt x="35" y="96"/>
                  </a:lnTo>
                  <a:lnTo>
                    <a:pt x="0" y="0"/>
                  </a:lnTo>
                  <a:lnTo>
                    <a:pt x="157" y="0"/>
                  </a:lnTo>
                  <a:lnTo>
                    <a:pt x="122" y="9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0" name="Freeform 537">
              <a:extLst>
                <a:ext uri="{FF2B5EF4-FFF2-40B4-BE49-F238E27FC236}">
                  <a16:creationId xmlns:a16="http://schemas.microsoft.com/office/drawing/2014/main" id="{A23221A8-4C46-CAA4-A149-9A1759C9FFB0}"/>
                </a:ext>
              </a:extLst>
            </p:cNvPr>
            <p:cNvSpPr>
              <a:spLocks/>
            </p:cNvSpPr>
            <p:nvPr/>
          </p:nvSpPr>
          <p:spPr bwMode="auto">
            <a:xfrm>
              <a:off x="5605463" y="2020889"/>
              <a:ext cx="82550" cy="42863"/>
            </a:xfrm>
            <a:custGeom>
              <a:avLst/>
              <a:gdLst>
                <a:gd name="T0" fmla="*/ 36 w 107"/>
                <a:gd name="T1" fmla="*/ 55 h 55"/>
                <a:gd name="T2" fmla="*/ 0 w 107"/>
                <a:gd name="T3" fmla="*/ 55 h 55"/>
                <a:gd name="T4" fmla="*/ 0 w 107"/>
                <a:gd name="T5" fmla="*/ 38 h 55"/>
                <a:gd name="T6" fmla="*/ 36 w 107"/>
                <a:gd name="T7" fmla="*/ 38 h 55"/>
                <a:gd name="T8" fmla="*/ 45 w 107"/>
                <a:gd name="T9" fmla="*/ 34 h 55"/>
                <a:gd name="T10" fmla="*/ 52 w 107"/>
                <a:gd name="T11" fmla="*/ 26 h 55"/>
                <a:gd name="T12" fmla="*/ 107 w 107"/>
                <a:gd name="T13" fmla="*/ 0 h 55"/>
                <a:gd name="T14" fmla="*/ 107 w 107"/>
                <a:gd name="T15" fmla="*/ 17 h 55"/>
                <a:gd name="T16" fmla="*/ 65 w 107"/>
                <a:gd name="T17" fmla="*/ 36 h 55"/>
                <a:gd name="T18" fmla="*/ 57 w 107"/>
                <a:gd name="T19" fmla="*/ 45 h 55"/>
                <a:gd name="T20" fmla="*/ 36 w 107"/>
                <a:gd name="T2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55">
                  <a:moveTo>
                    <a:pt x="36" y="55"/>
                  </a:moveTo>
                  <a:lnTo>
                    <a:pt x="0" y="55"/>
                  </a:lnTo>
                  <a:lnTo>
                    <a:pt x="0" y="38"/>
                  </a:lnTo>
                  <a:lnTo>
                    <a:pt x="36" y="38"/>
                  </a:lnTo>
                  <a:cubicBezTo>
                    <a:pt x="39" y="38"/>
                    <a:pt x="43" y="37"/>
                    <a:pt x="45" y="34"/>
                  </a:cubicBezTo>
                  <a:lnTo>
                    <a:pt x="52" y="26"/>
                  </a:lnTo>
                  <a:cubicBezTo>
                    <a:pt x="68" y="4"/>
                    <a:pt x="90" y="0"/>
                    <a:pt x="107" y="0"/>
                  </a:cubicBezTo>
                  <a:lnTo>
                    <a:pt x="107" y="17"/>
                  </a:lnTo>
                  <a:cubicBezTo>
                    <a:pt x="93" y="17"/>
                    <a:pt x="77" y="20"/>
                    <a:pt x="65" y="36"/>
                  </a:cubicBezTo>
                  <a:lnTo>
                    <a:pt x="57" y="45"/>
                  </a:lnTo>
                  <a:cubicBezTo>
                    <a:pt x="52" y="51"/>
                    <a:pt x="44" y="55"/>
                    <a:pt x="36"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1" name="Freeform 538">
              <a:extLst>
                <a:ext uri="{FF2B5EF4-FFF2-40B4-BE49-F238E27FC236}">
                  <a16:creationId xmlns:a16="http://schemas.microsoft.com/office/drawing/2014/main" id="{695254AA-EE4E-8428-2990-49EFD2C200F2}"/>
                </a:ext>
              </a:extLst>
            </p:cNvPr>
            <p:cNvSpPr>
              <a:spLocks/>
            </p:cNvSpPr>
            <p:nvPr/>
          </p:nvSpPr>
          <p:spPr bwMode="auto">
            <a:xfrm>
              <a:off x="5605463" y="2174876"/>
              <a:ext cx="111125" cy="36513"/>
            </a:xfrm>
            <a:custGeom>
              <a:avLst/>
              <a:gdLst>
                <a:gd name="T0" fmla="*/ 145 w 146"/>
                <a:gd name="T1" fmla="*/ 49 h 49"/>
                <a:gd name="T2" fmla="*/ 86 w 146"/>
                <a:gd name="T3" fmla="*/ 48 h 49"/>
                <a:gd name="T4" fmla="*/ 63 w 146"/>
                <a:gd name="T5" fmla="*/ 40 h 49"/>
                <a:gd name="T6" fmla="*/ 35 w 146"/>
                <a:gd name="T7" fmla="*/ 19 h 49"/>
                <a:gd name="T8" fmla="*/ 26 w 146"/>
                <a:gd name="T9" fmla="*/ 16 h 49"/>
                <a:gd name="T10" fmla="*/ 0 w 146"/>
                <a:gd name="T11" fmla="*/ 16 h 49"/>
                <a:gd name="T12" fmla="*/ 0 w 146"/>
                <a:gd name="T13" fmla="*/ 0 h 49"/>
                <a:gd name="T14" fmla="*/ 26 w 146"/>
                <a:gd name="T15" fmla="*/ 0 h 49"/>
                <a:gd name="T16" fmla="*/ 45 w 146"/>
                <a:gd name="T17" fmla="*/ 6 h 49"/>
                <a:gd name="T18" fmla="*/ 73 w 146"/>
                <a:gd name="T19" fmla="*/ 27 h 49"/>
                <a:gd name="T20" fmla="*/ 86 w 146"/>
                <a:gd name="T21" fmla="*/ 31 h 49"/>
                <a:gd name="T22" fmla="*/ 146 w 146"/>
                <a:gd name="T23" fmla="*/ 32 h 49"/>
                <a:gd name="T24" fmla="*/ 145 w 14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6" h="49">
                  <a:moveTo>
                    <a:pt x="145" y="49"/>
                  </a:moveTo>
                  <a:lnTo>
                    <a:pt x="86" y="48"/>
                  </a:lnTo>
                  <a:cubicBezTo>
                    <a:pt x="77" y="48"/>
                    <a:pt x="69" y="45"/>
                    <a:pt x="63" y="40"/>
                  </a:cubicBezTo>
                  <a:lnTo>
                    <a:pt x="35" y="19"/>
                  </a:lnTo>
                  <a:cubicBezTo>
                    <a:pt x="32" y="17"/>
                    <a:pt x="29" y="16"/>
                    <a:pt x="26" y="16"/>
                  </a:cubicBezTo>
                  <a:lnTo>
                    <a:pt x="0" y="16"/>
                  </a:lnTo>
                  <a:lnTo>
                    <a:pt x="0" y="0"/>
                  </a:lnTo>
                  <a:lnTo>
                    <a:pt x="26" y="0"/>
                  </a:lnTo>
                  <a:cubicBezTo>
                    <a:pt x="33" y="0"/>
                    <a:pt x="39" y="2"/>
                    <a:pt x="45" y="6"/>
                  </a:cubicBezTo>
                  <a:lnTo>
                    <a:pt x="73" y="27"/>
                  </a:lnTo>
                  <a:cubicBezTo>
                    <a:pt x="77" y="30"/>
                    <a:pt x="81" y="31"/>
                    <a:pt x="86" y="31"/>
                  </a:cubicBezTo>
                  <a:lnTo>
                    <a:pt x="146" y="32"/>
                  </a:lnTo>
                  <a:lnTo>
                    <a:pt x="145"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2" name="Freeform 539">
              <a:extLst>
                <a:ext uri="{FF2B5EF4-FFF2-40B4-BE49-F238E27FC236}">
                  <a16:creationId xmlns:a16="http://schemas.microsoft.com/office/drawing/2014/main" id="{75739C54-28F7-5303-6A58-6404BB882475}"/>
                </a:ext>
              </a:extLst>
            </p:cNvPr>
            <p:cNvSpPr>
              <a:spLocks/>
            </p:cNvSpPr>
            <p:nvPr/>
          </p:nvSpPr>
          <p:spPr bwMode="auto">
            <a:xfrm>
              <a:off x="5561013" y="2041526"/>
              <a:ext cx="50800" cy="160338"/>
            </a:xfrm>
            <a:custGeom>
              <a:avLst/>
              <a:gdLst>
                <a:gd name="T0" fmla="*/ 32 w 32"/>
                <a:gd name="T1" fmla="*/ 101 h 101"/>
                <a:gd name="T2" fmla="*/ 0 w 32"/>
                <a:gd name="T3" fmla="*/ 101 h 101"/>
                <a:gd name="T4" fmla="*/ 0 w 32"/>
                <a:gd name="T5" fmla="*/ 93 h 101"/>
                <a:gd name="T6" fmla="*/ 24 w 32"/>
                <a:gd name="T7" fmla="*/ 93 h 101"/>
                <a:gd name="T8" fmla="*/ 24 w 32"/>
                <a:gd name="T9" fmla="*/ 8 h 101"/>
                <a:gd name="T10" fmla="*/ 0 w 32"/>
                <a:gd name="T11" fmla="*/ 8 h 101"/>
                <a:gd name="T12" fmla="*/ 0 w 32"/>
                <a:gd name="T13" fmla="*/ 0 h 101"/>
                <a:gd name="T14" fmla="*/ 32 w 32"/>
                <a:gd name="T15" fmla="*/ 0 h 101"/>
                <a:gd name="T16" fmla="*/ 32 w 32"/>
                <a:gd name="T1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01">
                  <a:moveTo>
                    <a:pt x="32" y="101"/>
                  </a:moveTo>
                  <a:lnTo>
                    <a:pt x="0" y="101"/>
                  </a:lnTo>
                  <a:lnTo>
                    <a:pt x="0" y="93"/>
                  </a:lnTo>
                  <a:lnTo>
                    <a:pt x="24" y="93"/>
                  </a:lnTo>
                  <a:lnTo>
                    <a:pt x="24" y="8"/>
                  </a:lnTo>
                  <a:lnTo>
                    <a:pt x="0" y="8"/>
                  </a:lnTo>
                  <a:lnTo>
                    <a:pt x="0" y="0"/>
                  </a:lnTo>
                  <a:lnTo>
                    <a:pt x="32" y="0"/>
                  </a:lnTo>
                  <a:lnTo>
                    <a:pt x="32"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3" name="Freeform 540">
              <a:extLst>
                <a:ext uri="{FF2B5EF4-FFF2-40B4-BE49-F238E27FC236}">
                  <a16:creationId xmlns:a16="http://schemas.microsoft.com/office/drawing/2014/main" id="{31573BFB-4ACC-A316-570F-79695D9BB54B}"/>
                </a:ext>
              </a:extLst>
            </p:cNvPr>
            <p:cNvSpPr>
              <a:spLocks/>
            </p:cNvSpPr>
            <p:nvPr/>
          </p:nvSpPr>
          <p:spPr bwMode="auto">
            <a:xfrm>
              <a:off x="5692776" y="2057401"/>
              <a:ext cx="139700" cy="153988"/>
            </a:xfrm>
            <a:custGeom>
              <a:avLst/>
              <a:gdLst>
                <a:gd name="T0" fmla="*/ 135 w 184"/>
                <a:gd name="T1" fmla="*/ 202 h 202"/>
                <a:gd name="T2" fmla="*/ 32 w 184"/>
                <a:gd name="T3" fmla="*/ 202 h 202"/>
                <a:gd name="T4" fmla="*/ 32 w 184"/>
                <a:gd name="T5" fmla="*/ 185 h 202"/>
                <a:gd name="T6" fmla="*/ 135 w 184"/>
                <a:gd name="T7" fmla="*/ 185 h 202"/>
                <a:gd name="T8" fmla="*/ 149 w 184"/>
                <a:gd name="T9" fmla="*/ 171 h 202"/>
                <a:gd name="T10" fmla="*/ 135 w 184"/>
                <a:gd name="T11" fmla="*/ 156 h 202"/>
                <a:gd name="T12" fmla="*/ 125 w 184"/>
                <a:gd name="T13" fmla="*/ 156 h 202"/>
                <a:gd name="T14" fmla="*/ 117 w 184"/>
                <a:gd name="T15" fmla="*/ 147 h 202"/>
                <a:gd name="T16" fmla="*/ 125 w 184"/>
                <a:gd name="T17" fmla="*/ 139 h 202"/>
                <a:gd name="T18" fmla="*/ 145 w 184"/>
                <a:gd name="T19" fmla="*/ 139 h 202"/>
                <a:gd name="T20" fmla="*/ 159 w 184"/>
                <a:gd name="T21" fmla="*/ 124 h 202"/>
                <a:gd name="T22" fmla="*/ 145 w 184"/>
                <a:gd name="T23" fmla="*/ 109 h 202"/>
                <a:gd name="T24" fmla="*/ 135 w 184"/>
                <a:gd name="T25" fmla="*/ 109 h 202"/>
                <a:gd name="T26" fmla="*/ 126 w 184"/>
                <a:gd name="T27" fmla="*/ 101 h 202"/>
                <a:gd name="T28" fmla="*/ 135 w 184"/>
                <a:gd name="T29" fmla="*/ 93 h 202"/>
                <a:gd name="T30" fmla="*/ 152 w 184"/>
                <a:gd name="T31" fmla="*/ 93 h 202"/>
                <a:gd name="T32" fmla="*/ 167 w 184"/>
                <a:gd name="T33" fmla="*/ 78 h 202"/>
                <a:gd name="T34" fmla="*/ 152 w 184"/>
                <a:gd name="T35" fmla="*/ 63 h 202"/>
                <a:gd name="T36" fmla="*/ 142 w 184"/>
                <a:gd name="T37" fmla="*/ 63 h 202"/>
                <a:gd name="T38" fmla="*/ 134 w 184"/>
                <a:gd name="T39" fmla="*/ 55 h 202"/>
                <a:gd name="T40" fmla="*/ 142 w 184"/>
                <a:gd name="T41" fmla="*/ 46 h 202"/>
                <a:gd name="T42" fmla="*/ 147 w 184"/>
                <a:gd name="T43" fmla="*/ 46 h 202"/>
                <a:gd name="T44" fmla="*/ 161 w 184"/>
                <a:gd name="T45" fmla="*/ 32 h 202"/>
                <a:gd name="T46" fmla="*/ 147 w 184"/>
                <a:gd name="T47" fmla="*/ 17 h 202"/>
                <a:gd name="T48" fmla="*/ 0 w 184"/>
                <a:gd name="T49" fmla="*/ 17 h 202"/>
                <a:gd name="T50" fmla="*/ 0 w 184"/>
                <a:gd name="T51" fmla="*/ 0 h 202"/>
                <a:gd name="T52" fmla="*/ 147 w 184"/>
                <a:gd name="T53" fmla="*/ 0 h 202"/>
                <a:gd name="T54" fmla="*/ 178 w 184"/>
                <a:gd name="T55" fmla="*/ 31 h 202"/>
                <a:gd name="T56" fmla="*/ 170 w 184"/>
                <a:gd name="T57" fmla="*/ 52 h 202"/>
                <a:gd name="T58" fmla="*/ 184 w 184"/>
                <a:gd name="T59" fmla="*/ 77 h 202"/>
                <a:gd name="T60" fmla="*/ 169 w 184"/>
                <a:gd name="T61" fmla="*/ 104 h 202"/>
                <a:gd name="T62" fmla="*/ 176 w 184"/>
                <a:gd name="T63" fmla="*/ 124 h 202"/>
                <a:gd name="T64" fmla="*/ 160 w 184"/>
                <a:gd name="T65" fmla="*/ 152 h 202"/>
                <a:gd name="T66" fmla="*/ 166 w 184"/>
                <a:gd name="T67" fmla="*/ 170 h 202"/>
                <a:gd name="T68" fmla="*/ 135 w 184"/>
                <a:gd name="T69"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 h="202">
                  <a:moveTo>
                    <a:pt x="135" y="202"/>
                  </a:moveTo>
                  <a:lnTo>
                    <a:pt x="32" y="202"/>
                  </a:lnTo>
                  <a:lnTo>
                    <a:pt x="32" y="185"/>
                  </a:lnTo>
                  <a:lnTo>
                    <a:pt x="135" y="185"/>
                  </a:lnTo>
                  <a:cubicBezTo>
                    <a:pt x="143" y="185"/>
                    <a:pt x="149" y="179"/>
                    <a:pt x="149" y="171"/>
                  </a:cubicBezTo>
                  <a:cubicBezTo>
                    <a:pt x="149" y="162"/>
                    <a:pt x="143" y="156"/>
                    <a:pt x="135" y="156"/>
                  </a:cubicBezTo>
                  <a:lnTo>
                    <a:pt x="125" y="156"/>
                  </a:lnTo>
                  <a:cubicBezTo>
                    <a:pt x="120" y="156"/>
                    <a:pt x="117" y="152"/>
                    <a:pt x="117" y="147"/>
                  </a:cubicBezTo>
                  <a:cubicBezTo>
                    <a:pt x="117" y="143"/>
                    <a:pt x="120" y="139"/>
                    <a:pt x="125" y="139"/>
                  </a:cubicBezTo>
                  <a:lnTo>
                    <a:pt x="145" y="139"/>
                  </a:lnTo>
                  <a:cubicBezTo>
                    <a:pt x="153" y="139"/>
                    <a:pt x="159" y="132"/>
                    <a:pt x="159" y="124"/>
                  </a:cubicBezTo>
                  <a:cubicBezTo>
                    <a:pt x="159" y="116"/>
                    <a:pt x="153" y="109"/>
                    <a:pt x="145" y="109"/>
                  </a:cubicBezTo>
                  <a:lnTo>
                    <a:pt x="135" y="109"/>
                  </a:lnTo>
                  <a:cubicBezTo>
                    <a:pt x="130" y="109"/>
                    <a:pt x="126" y="106"/>
                    <a:pt x="126" y="101"/>
                  </a:cubicBezTo>
                  <a:cubicBezTo>
                    <a:pt x="126" y="96"/>
                    <a:pt x="130" y="93"/>
                    <a:pt x="135" y="93"/>
                  </a:cubicBezTo>
                  <a:lnTo>
                    <a:pt x="152" y="93"/>
                  </a:lnTo>
                  <a:cubicBezTo>
                    <a:pt x="160" y="93"/>
                    <a:pt x="167" y="86"/>
                    <a:pt x="167" y="78"/>
                  </a:cubicBezTo>
                  <a:cubicBezTo>
                    <a:pt x="167" y="69"/>
                    <a:pt x="160" y="63"/>
                    <a:pt x="152" y="63"/>
                  </a:cubicBezTo>
                  <a:lnTo>
                    <a:pt x="142" y="63"/>
                  </a:lnTo>
                  <a:cubicBezTo>
                    <a:pt x="138" y="63"/>
                    <a:pt x="134" y="59"/>
                    <a:pt x="134" y="55"/>
                  </a:cubicBezTo>
                  <a:cubicBezTo>
                    <a:pt x="134" y="50"/>
                    <a:pt x="138" y="46"/>
                    <a:pt x="142" y="46"/>
                  </a:cubicBezTo>
                  <a:lnTo>
                    <a:pt x="147" y="46"/>
                  </a:lnTo>
                  <a:cubicBezTo>
                    <a:pt x="155" y="46"/>
                    <a:pt x="161" y="40"/>
                    <a:pt x="161" y="32"/>
                  </a:cubicBezTo>
                  <a:cubicBezTo>
                    <a:pt x="161" y="23"/>
                    <a:pt x="155" y="17"/>
                    <a:pt x="147" y="17"/>
                  </a:cubicBezTo>
                  <a:lnTo>
                    <a:pt x="0" y="17"/>
                  </a:lnTo>
                  <a:lnTo>
                    <a:pt x="0" y="0"/>
                  </a:lnTo>
                  <a:lnTo>
                    <a:pt x="147" y="0"/>
                  </a:lnTo>
                  <a:cubicBezTo>
                    <a:pt x="164" y="0"/>
                    <a:pt x="178" y="14"/>
                    <a:pt x="178" y="31"/>
                  </a:cubicBezTo>
                  <a:cubicBezTo>
                    <a:pt x="178" y="39"/>
                    <a:pt x="175" y="46"/>
                    <a:pt x="170" y="52"/>
                  </a:cubicBezTo>
                  <a:cubicBezTo>
                    <a:pt x="178" y="58"/>
                    <a:pt x="184" y="67"/>
                    <a:pt x="184" y="77"/>
                  </a:cubicBezTo>
                  <a:cubicBezTo>
                    <a:pt x="184" y="89"/>
                    <a:pt x="178" y="99"/>
                    <a:pt x="169" y="104"/>
                  </a:cubicBezTo>
                  <a:cubicBezTo>
                    <a:pt x="173" y="110"/>
                    <a:pt x="176" y="116"/>
                    <a:pt x="176" y="124"/>
                  </a:cubicBezTo>
                  <a:cubicBezTo>
                    <a:pt x="176" y="136"/>
                    <a:pt x="170" y="146"/>
                    <a:pt x="160" y="152"/>
                  </a:cubicBezTo>
                  <a:cubicBezTo>
                    <a:pt x="164" y="157"/>
                    <a:pt x="166" y="163"/>
                    <a:pt x="166" y="170"/>
                  </a:cubicBezTo>
                  <a:cubicBezTo>
                    <a:pt x="166" y="188"/>
                    <a:pt x="152" y="202"/>
                    <a:pt x="135" y="2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4" name="Rectangle 541">
              <a:extLst>
                <a:ext uri="{FF2B5EF4-FFF2-40B4-BE49-F238E27FC236}">
                  <a16:creationId xmlns:a16="http://schemas.microsoft.com/office/drawing/2014/main" id="{30795583-9556-7553-7C95-FA8CE7050993}"/>
                </a:ext>
              </a:extLst>
            </p:cNvPr>
            <p:cNvSpPr>
              <a:spLocks noChangeArrowheads="1"/>
            </p:cNvSpPr>
            <p:nvPr/>
          </p:nvSpPr>
          <p:spPr bwMode="auto">
            <a:xfrm>
              <a:off x="5561013" y="2152651"/>
              <a:ext cx="17463"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5" name="Freeform 542">
              <a:extLst>
                <a:ext uri="{FF2B5EF4-FFF2-40B4-BE49-F238E27FC236}">
                  <a16:creationId xmlns:a16="http://schemas.microsoft.com/office/drawing/2014/main" id="{962DFBEA-9C89-FBE3-57D8-CB8F4E701C7C}"/>
                </a:ext>
              </a:extLst>
            </p:cNvPr>
            <p:cNvSpPr>
              <a:spLocks/>
            </p:cNvSpPr>
            <p:nvPr/>
          </p:nvSpPr>
          <p:spPr bwMode="auto">
            <a:xfrm>
              <a:off x="5699126" y="2259014"/>
              <a:ext cx="65088" cy="100013"/>
            </a:xfrm>
            <a:custGeom>
              <a:avLst/>
              <a:gdLst>
                <a:gd name="T0" fmla="*/ 42 w 85"/>
                <a:gd name="T1" fmla="*/ 131 h 131"/>
                <a:gd name="T2" fmla="*/ 0 w 85"/>
                <a:gd name="T3" fmla="*/ 94 h 131"/>
                <a:gd name="T4" fmla="*/ 17 w 85"/>
                <a:gd name="T5" fmla="*/ 94 h 131"/>
                <a:gd name="T6" fmla="*/ 42 w 85"/>
                <a:gd name="T7" fmla="*/ 114 h 131"/>
                <a:gd name="T8" fmla="*/ 68 w 85"/>
                <a:gd name="T9" fmla="*/ 94 h 131"/>
                <a:gd name="T10" fmla="*/ 42 w 85"/>
                <a:gd name="T11" fmla="*/ 74 h 131"/>
                <a:gd name="T12" fmla="*/ 0 w 85"/>
                <a:gd name="T13" fmla="*/ 37 h 131"/>
                <a:gd name="T14" fmla="*/ 42 w 85"/>
                <a:gd name="T15" fmla="*/ 0 h 131"/>
                <a:gd name="T16" fmla="*/ 85 w 85"/>
                <a:gd name="T17" fmla="*/ 37 h 131"/>
                <a:gd name="T18" fmla="*/ 68 w 85"/>
                <a:gd name="T19" fmla="*/ 37 h 131"/>
                <a:gd name="T20" fmla="*/ 42 w 85"/>
                <a:gd name="T21" fmla="*/ 17 h 131"/>
                <a:gd name="T22" fmla="*/ 17 w 85"/>
                <a:gd name="T23" fmla="*/ 37 h 131"/>
                <a:gd name="T24" fmla="*/ 42 w 85"/>
                <a:gd name="T25" fmla="*/ 57 h 131"/>
                <a:gd name="T26" fmla="*/ 85 w 85"/>
                <a:gd name="T27" fmla="*/ 94 h 131"/>
                <a:gd name="T28" fmla="*/ 42 w 85"/>
                <a:gd name="T29"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 h="131">
                  <a:moveTo>
                    <a:pt x="42" y="131"/>
                  </a:moveTo>
                  <a:cubicBezTo>
                    <a:pt x="19" y="131"/>
                    <a:pt x="0" y="114"/>
                    <a:pt x="0" y="94"/>
                  </a:cubicBezTo>
                  <a:lnTo>
                    <a:pt x="17" y="94"/>
                  </a:lnTo>
                  <a:cubicBezTo>
                    <a:pt x="17" y="105"/>
                    <a:pt x="28" y="114"/>
                    <a:pt x="42" y="114"/>
                  </a:cubicBezTo>
                  <a:cubicBezTo>
                    <a:pt x="57" y="114"/>
                    <a:pt x="68" y="105"/>
                    <a:pt x="68" y="94"/>
                  </a:cubicBezTo>
                  <a:cubicBezTo>
                    <a:pt x="68" y="82"/>
                    <a:pt x="58" y="74"/>
                    <a:pt x="42" y="74"/>
                  </a:cubicBezTo>
                  <a:cubicBezTo>
                    <a:pt x="13" y="74"/>
                    <a:pt x="0" y="55"/>
                    <a:pt x="0" y="37"/>
                  </a:cubicBezTo>
                  <a:cubicBezTo>
                    <a:pt x="0" y="17"/>
                    <a:pt x="19" y="0"/>
                    <a:pt x="42" y="0"/>
                  </a:cubicBezTo>
                  <a:cubicBezTo>
                    <a:pt x="66" y="0"/>
                    <a:pt x="85" y="17"/>
                    <a:pt x="85" y="37"/>
                  </a:cubicBezTo>
                  <a:lnTo>
                    <a:pt x="68" y="37"/>
                  </a:lnTo>
                  <a:cubicBezTo>
                    <a:pt x="68" y="26"/>
                    <a:pt x="57" y="17"/>
                    <a:pt x="42" y="17"/>
                  </a:cubicBezTo>
                  <a:cubicBezTo>
                    <a:pt x="28" y="17"/>
                    <a:pt x="17" y="26"/>
                    <a:pt x="17" y="37"/>
                  </a:cubicBezTo>
                  <a:cubicBezTo>
                    <a:pt x="17" y="50"/>
                    <a:pt x="26" y="57"/>
                    <a:pt x="42" y="57"/>
                  </a:cubicBezTo>
                  <a:cubicBezTo>
                    <a:pt x="67" y="57"/>
                    <a:pt x="85" y="72"/>
                    <a:pt x="85" y="94"/>
                  </a:cubicBezTo>
                  <a:cubicBezTo>
                    <a:pt x="85" y="114"/>
                    <a:pt x="66" y="131"/>
                    <a:pt x="42"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6" name="Rectangle 543">
              <a:extLst>
                <a:ext uri="{FF2B5EF4-FFF2-40B4-BE49-F238E27FC236}">
                  <a16:creationId xmlns:a16="http://schemas.microsoft.com/office/drawing/2014/main" id="{577E015E-614F-A95D-FBDA-2C50CEEA9C36}"/>
                </a:ext>
              </a:extLst>
            </p:cNvPr>
            <p:cNvSpPr>
              <a:spLocks noChangeArrowheads="1"/>
            </p:cNvSpPr>
            <p:nvPr/>
          </p:nvSpPr>
          <p:spPr bwMode="auto">
            <a:xfrm>
              <a:off x="5726113" y="2246314"/>
              <a:ext cx="12700"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7" name="Rectangle 544">
              <a:extLst>
                <a:ext uri="{FF2B5EF4-FFF2-40B4-BE49-F238E27FC236}">
                  <a16:creationId xmlns:a16="http://schemas.microsoft.com/office/drawing/2014/main" id="{6D865D87-63D8-BF11-2E7B-445817663AE5}"/>
                </a:ext>
              </a:extLst>
            </p:cNvPr>
            <p:cNvSpPr>
              <a:spLocks noChangeArrowheads="1"/>
            </p:cNvSpPr>
            <p:nvPr/>
          </p:nvSpPr>
          <p:spPr bwMode="auto">
            <a:xfrm>
              <a:off x="5726113" y="2355851"/>
              <a:ext cx="1270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28" name="Family_home" descr="{&quot;Key&quot;:&quot;POWER_USER_SHAPE_ICON&quot;,&quot;Value&quot;:&quot;POWER_USER_SHAPE_ICON_STYLE_1&quot;}">
            <a:extLst>
              <a:ext uri="{FF2B5EF4-FFF2-40B4-BE49-F238E27FC236}">
                <a16:creationId xmlns:a16="http://schemas.microsoft.com/office/drawing/2014/main" id="{26B9D4C6-90F2-4B95-B410-16DDDD52D8F2}"/>
              </a:ext>
            </a:extLst>
          </p:cNvPr>
          <p:cNvGrpSpPr>
            <a:grpSpLocks noChangeAspect="1"/>
          </p:cNvGrpSpPr>
          <p:nvPr/>
        </p:nvGrpSpPr>
        <p:grpSpPr>
          <a:xfrm>
            <a:off x="7784211" y="1547232"/>
            <a:ext cx="563911" cy="534335"/>
            <a:chOff x="4591051" y="4419601"/>
            <a:chExt cx="454025" cy="430213"/>
          </a:xfrm>
          <a:solidFill>
            <a:schemeClr val="accent3">
              <a:lumMod val="50000"/>
            </a:schemeClr>
          </a:solidFill>
        </p:grpSpPr>
        <p:sp>
          <p:nvSpPr>
            <p:cNvPr id="129" name="Freeform 235">
              <a:extLst>
                <a:ext uri="{FF2B5EF4-FFF2-40B4-BE49-F238E27FC236}">
                  <a16:creationId xmlns:a16="http://schemas.microsoft.com/office/drawing/2014/main" id="{499E5C3C-C153-884F-8783-CE374C18147F}"/>
                </a:ext>
              </a:extLst>
            </p:cNvPr>
            <p:cNvSpPr>
              <a:spLocks/>
            </p:cNvSpPr>
            <p:nvPr/>
          </p:nvSpPr>
          <p:spPr bwMode="auto">
            <a:xfrm>
              <a:off x="4591051" y="4419601"/>
              <a:ext cx="454025" cy="203200"/>
            </a:xfrm>
            <a:custGeom>
              <a:avLst/>
              <a:gdLst>
                <a:gd name="T0" fmla="*/ 3461 w 3558"/>
                <a:gd name="T1" fmla="*/ 1596 h 1596"/>
                <a:gd name="T2" fmla="*/ 1872 w 3558"/>
                <a:gd name="T3" fmla="*/ 173 h 1596"/>
                <a:gd name="T4" fmla="*/ 88 w 3558"/>
                <a:gd name="T5" fmla="*/ 1559 h 1596"/>
                <a:gd name="T6" fmla="*/ 0 w 3558"/>
                <a:gd name="T7" fmla="*/ 1445 h 1596"/>
                <a:gd name="T8" fmla="*/ 1831 w 3558"/>
                <a:gd name="T9" fmla="*/ 22 h 1596"/>
                <a:gd name="T10" fmla="*/ 1924 w 3558"/>
                <a:gd name="T11" fmla="*/ 25 h 1596"/>
                <a:gd name="T12" fmla="*/ 3558 w 3558"/>
                <a:gd name="T13" fmla="*/ 1488 h 1596"/>
                <a:gd name="T14" fmla="*/ 3461 w 3558"/>
                <a:gd name="T15" fmla="*/ 1596 h 15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58" h="1596">
                  <a:moveTo>
                    <a:pt x="3461" y="1596"/>
                  </a:moveTo>
                  <a:lnTo>
                    <a:pt x="1872" y="173"/>
                  </a:lnTo>
                  <a:lnTo>
                    <a:pt x="88" y="1559"/>
                  </a:lnTo>
                  <a:lnTo>
                    <a:pt x="0" y="1445"/>
                  </a:lnTo>
                  <a:lnTo>
                    <a:pt x="1831" y="22"/>
                  </a:lnTo>
                  <a:cubicBezTo>
                    <a:pt x="1859" y="0"/>
                    <a:pt x="1898" y="2"/>
                    <a:pt x="1924" y="25"/>
                  </a:cubicBezTo>
                  <a:lnTo>
                    <a:pt x="3558" y="1488"/>
                  </a:lnTo>
                  <a:lnTo>
                    <a:pt x="3461" y="15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0" name="Freeform 236">
              <a:extLst>
                <a:ext uri="{FF2B5EF4-FFF2-40B4-BE49-F238E27FC236}">
                  <a16:creationId xmlns:a16="http://schemas.microsoft.com/office/drawing/2014/main" id="{F7F2317D-E519-2DB8-3249-0F15D40C91F1}"/>
                </a:ext>
              </a:extLst>
            </p:cNvPr>
            <p:cNvSpPr>
              <a:spLocks/>
            </p:cNvSpPr>
            <p:nvPr/>
          </p:nvSpPr>
          <p:spPr bwMode="auto">
            <a:xfrm>
              <a:off x="4943476" y="4456113"/>
              <a:ext cx="71438" cy="134938"/>
            </a:xfrm>
            <a:custGeom>
              <a:avLst/>
              <a:gdLst>
                <a:gd name="T0" fmla="*/ 567 w 567"/>
                <a:gd name="T1" fmla="*/ 1062 h 1062"/>
                <a:gd name="T2" fmla="*/ 422 w 567"/>
                <a:gd name="T3" fmla="*/ 1062 h 1062"/>
                <a:gd name="T4" fmla="*/ 422 w 567"/>
                <a:gd name="T5" fmla="*/ 144 h 1062"/>
                <a:gd name="T6" fmla="*/ 145 w 567"/>
                <a:gd name="T7" fmla="*/ 144 h 1062"/>
                <a:gd name="T8" fmla="*/ 145 w 567"/>
                <a:gd name="T9" fmla="*/ 688 h 1062"/>
                <a:gd name="T10" fmla="*/ 0 w 567"/>
                <a:gd name="T11" fmla="*/ 688 h 1062"/>
                <a:gd name="T12" fmla="*/ 0 w 567"/>
                <a:gd name="T13" fmla="*/ 72 h 1062"/>
                <a:gd name="T14" fmla="*/ 72 w 567"/>
                <a:gd name="T15" fmla="*/ 0 h 1062"/>
                <a:gd name="T16" fmla="*/ 495 w 567"/>
                <a:gd name="T17" fmla="*/ 0 h 1062"/>
                <a:gd name="T18" fmla="*/ 567 w 567"/>
                <a:gd name="T19" fmla="*/ 72 h 1062"/>
                <a:gd name="T20" fmla="*/ 567 w 567"/>
                <a:gd name="T21" fmla="*/ 1062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7" h="1062">
                  <a:moveTo>
                    <a:pt x="567" y="1062"/>
                  </a:moveTo>
                  <a:lnTo>
                    <a:pt x="422" y="1062"/>
                  </a:lnTo>
                  <a:lnTo>
                    <a:pt x="422" y="144"/>
                  </a:lnTo>
                  <a:lnTo>
                    <a:pt x="145" y="144"/>
                  </a:lnTo>
                  <a:lnTo>
                    <a:pt x="145" y="688"/>
                  </a:lnTo>
                  <a:lnTo>
                    <a:pt x="0" y="688"/>
                  </a:lnTo>
                  <a:lnTo>
                    <a:pt x="0" y="72"/>
                  </a:lnTo>
                  <a:cubicBezTo>
                    <a:pt x="0" y="32"/>
                    <a:pt x="32" y="0"/>
                    <a:pt x="72" y="0"/>
                  </a:cubicBezTo>
                  <a:lnTo>
                    <a:pt x="495" y="0"/>
                  </a:lnTo>
                  <a:cubicBezTo>
                    <a:pt x="535" y="0"/>
                    <a:pt x="567" y="32"/>
                    <a:pt x="567" y="72"/>
                  </a:cubicBezTo>
                  <a:lnTo>
                    <a:pt x="567" y="10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1" name="Freeform 237">
              <a:extLst>
                <a:ext uri="{FF2B5EF4-FFF2-40B4-BE49-F238E27FC236}">
                  <a16:creationId xmlns:a16="http://schemas.microsoft.com/office/drawing/2014/main" id="{EFAEF365-8EA4-0A14-FE11-92AB9C5F0ACE}"/>
                </a:ext>
              </a:extLst>
            </p:cNvPr>
            <p:cNvSpPr>
              <a:spLocks noEditPoints="1"/>
            </p:cNvSpPr>
            <p:nvPr/>
          </p:nvSpPr>
          <p:spPr bwMode="auto">
            <a:xfrm>
              <a:off x="4913313" y="4595813"/>
              <a:ext cx="65088" cy="63500"/>
            </a:xfrm>
            <a:custGeom>
              <a:avLst/>
              <a:gdLst>
                <a:gd name="T0" fmla="*/ 249 w 498"/>
                <a:gd name="T1" fmla="*/ 145 h 497"/>
                <a:gd name="T2" fmla="*/ 145 w 498"/>
                <a:gd name="T3" fmla="*/ 248 h 497"/>
                <a:gd name="T4" fmla="*/ 249 w 498"/>
                <a:gd name="T5" fmla="*/ 352 h 497"/>
                <a:gd name="T6" fmla="*/ 353 w 498"/>
                <a:gd name="T7" fmla="*/ 248 h 497"/>
                <a:gd name="T8" fmla="*/ 249 w 498"/>
                <a:gd name="T9" fmla="*/ 145 h 497"/>
                <a:gd name="T10" fmla="*/ 249 w 498"/>
                <a:gd name="T11" fmla="*/ 497 h 497"/>
                <a:gd name="T12" fmla="*/ 0 w 498"/>
                <a:gd name="T13" fmla="*/ 248 h 497"/>
                <a:gd name="T14" fmla="*/ 249 w 498"/>
                <a:gd name="T15" fmla="*/ 0 h 497"/>
                <a:gd name="T16" fmla="*/ 498 w 498"/>
                <a:gd name="T17" fmla="*/ 248 h 497"/>
                <a:gd name="T18" fmla="*/ 249 w 498"/>
                <a:gd name="T19" fmla="*/ 49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8" h="497">
                  <a:moveTo>
                    <a:pt x="249" y="145"/>
                  </a:moveTo>
                  <a:cubicBezTo>
                    <a:pt x="192" y="145"/>
                    <a:pt x="145" y="191"/>
                    <a:pt x="145" y="248"/>
                  </a:cubicBezTo>
                  <a:cubicBezTo>
                    <a:pt x="145" y="305"/>
                    <a:pt x="192" y="352"/>
                    <a:pt x="249" y="352"/>
                  </a:cubicBezTo>
                  <a:cubicBezTo>
                    <a:pt x="306" y="352"/>
                    <a:pt x="353" y="305"/>
                    <a:pt x="353" y="248"/>
                  </a:cubicBezTo>
                  <a:cubicBezTo>
                    <a:pt x="353" y="191"/>
                    <a:pt x="306" y="145"/>
                    <a:pt x="249" y="145"/>
                  </a:cubicBezTo>
                  <a:close/>
                  <a:moveTo>
                    <a:pt x="249" y="497"/>
                  </a:moveTo>
                  <a:cubicBezTo>
                    <a:pt x="112" y="497"/>
                    <a:pt x="0" y="385"/>
                    <a:pt x="0" y="248"/>
                  </a:cubicBezTo>
                  <a:cubicBezTo>
                    <a:pt x="0" y="111"/>
                    <a:pt x="112" y="0"/>
                    <a:pt x="249" y="0"/>
                  </a:cubicBezTo>
                  <a:cubicBezTo>
                    <a:pt x="386" y="0"/>
                    <a:pt x="498" y="111"/>
                    <a:pt x="498" y="248"/>
                  </a:cubicBezTo>
                  <a:cubicBezTo>
                    <a:pt x="498" y="385"/>
                    <a:pt x="386" y="497"/>
                    <a:pt x="249" y="4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2" name="Freeform 238">
              <a:extLst>
                <a:ext uri="{FF2B5EF4-FFF2-40B4-BE49-F238E27FC236}">
                  <a16:creationId xmlns:a16="http://schemas.microsoft.com/office/drawing/2014/main" id="{6A5FA627-A702-00D0-9217-A15B859E09A8}"/>
                </a:ext>
              </a:extLst>
            </p:cNvPr>
            <p:cNvSpPr>
              <a:spLocks/>
            </p:cNvSpPr>
            <p:nvPr/>
          </p:nvSpPr>
          <p:spPr bwMode="auto">
            <a:xfrm>
              <a:off x="4891088" y="4692651"/>
              <a:ext cx="111125" cy="84138"/>
            </a:xfrm>
            <a:custGeom>
              <a:avLst/>
              <a:gdLst>
                <a:gd name="T0" fmla="*/ 789 w 865"/>
                <a:gd name="T1" fmla="*/ 663 h 663"/>
                <a:gd name="T2" fmla="*/ 788 w 865"/>
                <a:gd name="T3" fmla="*/ 663 h 663"/>
                <a:gd name="T4" fmla="*/ 76 w 865"/>
                <a:gd name="T5" fmla="*/ 657 h 663"/>
                <a:gd name="T6" fmla="*/ 17 w 865"/>
                <a:gd name="T7" fmla="*/ 626 h 663"/>
                <a:gd name="T8" fmla="*/ 8 w 865"/>
                <a:gd name="T9" fmla="*/ 560 h 663"/>
                <a:gd name="T10" fmla="*/ 208 w 865"/>
                <a:gd name="T11" fmla="*/ 2 h 663"/>
                <a:gd name="T12" fmla="*/ 344 w 865"/>
                <a:gd name="T13" fmla="*/ 50 h 663"/>
                <a:gd name="T14" fmla="*/ 179 w 865"/>
                <a:gd name="T15" fmla="*/ 513 h 663"/>
                <a:gd name="T16" fmla="*/ 684 w 865"/>
                <a:gd name="T17" fmla="*/ 517 h 663"/>
                <a:gd name="T18" fmla="*/ 506 w 865"/>
                <a:gd name="T19" fmla="*/ 52 h 663"/>
                <a:gd name="T20" fmla="*/ 642 w 865"/>
                <a:gd name="T21" fmla="*/ 0 h 663"/>
                <a:gd name="T22" fmla="*/ 857 w 865"/>
                <a:gd name="T23" fmla="*/ 564 h 663"/>
                <a:gd name="T24" fmla="*/ 848 w 865"/>
                <a:gd name="T25" fmla="*/ 631 h 663"/>
                <a:gd name="T26" fmla="*/ 789 w 865"/>
                <a:gd name="T27" fmla="*/ 663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5" h="663">
                  <a:moveTo>
                    <a:pt x="789" y="663"/>
                  </a:moveTo>
                  <a:lnTo>
                    <a:pt x="788" y="663"/>
                  </a:lnTo>
                  <a:lnTo>
                    <a:pt x="76" y="657"/>
                  </a:lnTo>
                  <a:cubicBezTo>
                    <a:pt x="52" y="657"/>
                    <a:pt x="30" y="645"/>
                    <a:pt x="17" y="626"/>
                  </a:cubicBezTo>
                  <a:cubicBezTo>
                    <a:pt x="3" y="607"/>
                    <a:pt x="0" y="582"/>
                    <a:pt x="8" y="560"/>
                  </a:cubicBezTo>
                  <a:lnTo>
                    <a:pt x="208" y="2"/>
                  </a:lnTo>
                  <a:lnTo>
                    <a:pt x="344" y="50"/>
                  </a:lnTo>
                  <a:lnTo>
                    <a:pt x="179" y="513"/>
                  </a:lnTo>
                  <a:lnTo>
                    <a:pt x="684" y="517"/>
                  </a:lnTo>
                  <a:lnTo>
                    <a:pt x="506" y="52"/>
                  </a:lnTo>
                  <a:lnTo>
                    <a:pt x="642" y="0"/>
                  </a:lnTo>
                  <a:lnTo>
                    <a:pt x="857" y="564"/>
                  </a:lnTo>
                  <a:cubicBezTo>
                    <a:pt x="865" y="587"/>
                    <a:pt x="862" y="612"/>
                    <a:pt x="848" y="631"/>
                  </a:cubicBezTo>
                  <a:cubicBezTo>
                    <a:pt x="835" y="651"/>
                    <a:pt x="813" y="663"/>
                    <a:pt x="789" y="6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3" name="Freeform 239">
              <a:extLst>
                <a:ext uri="{FF2B5EF4-FFF2-40B4-BE49-F238E27FC236}">
                  <a16:creationId xmlns:a16="http://schemas.microsoft.com/office/drawing/2014/main" id="{1A26E59F-7B04-D61D-A342-6ADC6BE83AFB}"/>
                </a:ext>
              </a:extLst>
            </p:cNvPr>
            <p:cNvSpPr>
              <a:spLocks/>
            </p:cNvSpPr>
            <p:nvPr/>
          </p:nvSpPr>
          <p:spPr bwMode="auto">
            <a:xfrm>
              <a:off x="4878388" y="4654551"/>
              <a:ext cx="139700" cy="82550"/>
            </a:xfrm>
            <a:custGeom>
              <a:avLst/>
              <a:gdLst>
                <a:gd name="T0" fmla="*/ 134 w 1093"/>
                <a:gd name="T1" fmla="*/ 646 h 646"/>
                <a:gd name="T2" fmla="*/ 0 w 1093"/>
                <a:gd name="T3" fmla="*/ 592 h 646"/>
                <a:gd name="T4" fmla="*/ 149 w 1093"/>
                <a:gd name="T5" fmla="*/ 218 h 646"/>
                <a:gd name="T6" fmla="*/ 423 w 1093"/>
                <a:gd name="T7" fmla="*/ 0 h 646"/>
                <a:gd name="T8" fmla="*/ 651 w 1093"/>
                <a:gd name="T9" fmla="*/ 0 h 646"/>
                <a:gd name="T10" fmla="*/ 922 w 1093"/>
                <a:gd name="T11" fmla="*/ 190 h 646"/>
                <a:gd name="T12" fmla="*/ 1093 w 1093"/>
                <a:gd name="T13" fmla="*/ 565 h 646"/>
                <a:gd name="T14" fmla="*/ 961 w 1093"/>
                <a:gd name="T15" fmla="*/ 625 h 646"/>
                <a:gd name="T16" fmla="*/ 790 w 1093"/>
                <a:gd name="T17" fmla="*/ 249 h 646"/>
                <a:gd name="T18" fmla="*/ 651 w 1093"/>
                <a:gd name="T19" fmla="*/ 145 h 646"/>
                <a:gd name="T20" fmla="*/ 423 w 1093"/>
                <a:gd name="T21" fmla="*/ 145 h 646"/>
                <a:gd name="T22" fmla="*/ 286 w 1093"/>
                <a:gd name="T23" fmla="*/ 264 h 646"/>
                <a:gd name="T24" fmla="*/ 285 w 1093"/>
                <a:gd name="T25" fmla="*/ 269 h 646"/>
                <a:gd name="T26" fmla="*/ 134 w 1093"/>
                <a:gd name="T27"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3" h="646">
                  <a:moveTo>
                    <a:pt x="134" y="646"/>
                  </a:moveTo>
                  <a:lnTo>
                    <a:pt x="0" y="592"/>
                  </a:lnTo>
                  <a:lnTo>
                    <a:pt x="149" y="218"/>
                  </a:lnTo>
                  <a:cubicBezTo>
                    <a:pt x="194" y="80"/>
                    <a:pt x="294" y="0"/>
                    <a:pt x="423" y="0"/>
                  </a:cubicBezTo>
                  <a:lnTo>
                    <a:pt x="651" y="0"/>
                  </a:lnTo>
                  <a:cubicBezTo>
                    <a:pt x="766" y="0"/>
                    <a:pt x="870" y="73"/>
                    <a:pt x="922" y="190"/>
                  </a:cubicBezTo>
                  <a:lnTo>
                    <a:pt x="1093" y="565"/>
                  </a:lnTo>
                  <a:lnTo>
                    <a:pt x="961" y="625"/>
                  </a:lnTo>
                  <a:lnTo>
                    <a:pt x="790" y="249"/>
                  </a:lnTo>
                  <a:cubicBezTo>
                    <a:pt x="767" y="199"/>
                    <a:pt x="719" y="145"/>
                    <a:pt x="651" y="145"/>
                  </a:cubicBezTo>
                  <a:lnTo>
                    <a:pt x="423" y="145"/>
                  </a:lnTo>
                  <a:cubicBezTo>
                    <a:pt x="358" y="145"/>
                    <a:pt x="312" y="185"/>
                    <a:pt x="286" y="264"/>
                  </a:cubicBezTo>
                  <a:cubicBezTo>
                    <a:pt x="286" y="266"/>
                    <a:pt x="285" y="268"/>
                    <a:pt x="285" y="269"/>
                  </a:cubicBezTo>
                  <a:lnTo>
                    <a:pt x="134" y="6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4" name="Freeform 240">
              <a:extLst>
                <a:ext uri="{FF2B5EF4-FFF2-40B4-BE49-F238E27FC236}">
                  <a16:creationId xmlns:a16="http://schemas.microsoft.com/office/drawing/2014/main" id="{6C82805F-7710-B5BC-243A-BEBD6B327A28}"/>
                </a:ext>
              </a:extLst>
            </p:cNvPr>
            <p:cNvSpPr>
              <a:spLocks/>
            </p:cNvSpPr>
            <p:nvPr/>
          </p:nvSpPr>
          <p:spPr bwMode="auto">
            <a:xfrm>
              <a:off x="4981576" y="4735513"/>
              <a:ext cx="42863" cy="30163"/>
            </a:xfrm>
            <a:custGeom>
              <a:avLst/>
              <a:gdLst>
                <a:gd name="T0" fmla="*/ 136 w 333"/>
                <a:gd name="T1" fmla="*/ 234 h 234"/>
                <a:gd name="T2" fmla="*/ 0 w 333"/>
                <a:gd name="T3" fmla="*/ 183 h 234"/>
                <a:gd name="T4" fmla="*/ 96 w 333"/>
                <a:gd name="T5" fmla="*/ 74 h 234"/>
                <a:gd name="T6" fmla="*/ 161 w 333"/>
                <a:gd name="T7" fmla="*/ 83 h 234"/>
                <a:gd name="T8" fmla="*/ 169 w 333"/>
                <a:gd name="T9" fmla="*/ 40 h 234"/>
                <a:gd name="T10" fmla="*/ 309 w 333"/>
                <a:gd name="T11" fmla="*/ 0 h 234"/>
                <a:gd name="T12" fmla="*/ 238 w 333"/>
                <a:gd name="T13" fmla="*/ 205 h 234"/>
                <a:gd name="T14" fmla="*/ 136 w 333"/>
                <a:gd name="T15" fmla="*/ 234 h 2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234">
                  <a:moveTo>
                    <a:pt x="136" y="234"/>
                  </a:moveTo>
                  <a:cubicBezTo>
                    <a:pt x="88" y="234"/>
                    <a:pt x="38" y="216"/>
                    <a:pt x="0" y="183"/>
                  </a:cubicBezTo>
                  <a:lnTo>
                    <a:pt x="96" y="74"/>
                  </a:lnTo>
                  <a:cubicBezTo>
                    <a:pt x="117" y="92"/>
                    <a:pt x="145" y="93"/>
                    <a:pt x="161" y="83"/>
                  </a:cubicBezTo>
                  <a:cubicBezTo>
                    <a:pt x="166" y="80"/>
                    <a:pt x="178" y="72"/>
                    <a:pt x="169" y="40"/>
                  </a:cubicBezTo>
                  <a:lnTo>
                    <a:pt x="309" y="0"/>
                  </a:lnTo>
                  <a:cubicBezTo>
                    <a:pt x="333" y="84"/>
                    <a:pt x="306" y="163"/>
                    <a:pt x="238" y="205"/>
                  </a:cubicBezTo>
                  <a:cubicBezTo>
                    <a:pt x="208" y="224"/>
                    <a:pt x="172" y="234"/>
                    <a:pt x="136" y="2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5" name="Freeform 241">
              <a:extLst>
                <a:ext uri="{FF2B5EF4-FFF2-40B4-BE49-F238E27FC236}">
                  <a16:creationId xmlns:a16="http://schemas.microsoft.com/office/drawing/2014/main" id="{B12946FE-E107-1ADD-3AEC-B1B906BEA460}"/>
                </a:ext>
              </a:extLst>
            </p:cNvPr>
            <p:cNvSpPr>
              <a:spLocks/>
            </p:cNvSpPr>
            <p:nvPr/>
          </p:nvSpPr>
          <p:spPr bwMode="auto">
            <a:xfrm>
              <a:off x="4870451" y="4737101"/>
              <a:ext cx="44450" cy="28575"/>
            </a:xfrm>
            <a:custGeom>
              <a:avLst/>
              <a:gdLst>
                <a:gd name="T0" fmla="*/ 191 w 352"/>
                <a:gd name="T1" fmla="*/ 224 h 224"/>
                <a:gd name="T2" fmla="*/ 109 w 352"/>
                <a:gd name="T3" fmla="*/ 204 h 224"/>
                <a:gd name="T4" fmla="*/ 24 w 352"/>
                <a:gd name="T5" fmla="*/ 0 h 224"/>
                <a:gd name="T6" fmla="*/ 164 w 352"/>
                <a:gd name="T7" fmla="*/ 39 h 224"/>
                <a:gd name="T8" fmla="*/ 175 w 352"/>
                <a:gd name="T9" fmla="*/ 75 h 224"/>
                <a:gd name="T10" fmla="*/ 238 w 352"/>
                <a:gd name="T11" fmla="*/ 50 h 224"/>
                <a:gd name="T12" fmla="*/ 352 w 352"/>
                <a:gd name="T13" fmla="*/ 140 h 224"/>
                <a:gd name="T14" fmla="*/ 191 w 352"/>
                <a:gd name="T15" fmla="*/ 224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 h="224">
                  <a:moveTo>
                    <a:pt x="191" y="224"/>
                  </a:moveTo>
                  <a:cubicBezTo>
                    <a:pt x="161" y="224"/>
                    <a:pt x="133" y="217"/>
                    <a:pt x="109" y="204"/>
                  </a:cubicBezTo>
                  <a:cubicBezTo>
                    <a:pt x="34" y="166"/>
                    <a:pt x="0" y="84"/>
                    <a:pt x="24" y="0"/>
                  </a:cubicBezTo>
                  <a:lnTo>
                    <a:pt x="164" y="39"/>
                  </a:lnTo>
                  <a:cubicBezTo>
                    <a:pt x="159" y="57"/>
                    <a:pt x="162" y="69"/>
                    <a:pt x="175" y="75"/>
                  </a:cubicBezTo>
                  <a:cubicBezTo>
                    <a:pt x="189" y="83"/>
                    <a:pt x="214" y="81"/>
                    <a:pt x="238" y="50"/>
                  </a:cubicBezTo>
                  <a:lnTo>
                    <a:pt x="352" y="140"/>
                  </a:lnTo>
                  <a:cubicBezTo>
                    <a:pt x="305" y="200"/>
                    <a:pt x="245" y="224"/>
                    <a:pt x="191" y="2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6" name="Freeform 242">
              <a:extLst>
                <a:ext uri="{FF2B5EF4-FFF2-40B4-BE49-F238E27FC236}">
                  <a16:creationId xmlns:a16="http://schemas.microsoft.com/office/drawing/2014/main" id="{C2A1B7BF-4C6E-E613-D1FB-548444A6A22F}"/>
                </a:ext>
              </a:extLst>
            </p:cNvPr>
            <p:cNvSpPr>
              <a:spLocks/>
            </p:cNvSpPr>
            <p:nvPr/>
          </p:nvSpPr>
          <p:spPr bwMode="auto">
            <a:xfrm>
              <a:off x="4911726" y="4762501"/>
              <a:ext cx="44450" cy="87313"/>
            </a:xfrm>
            <a:custGeom>
              <a:avLst/>
              <a:gdLst>
                <a:gd name="T0" fmla="*/ 176 w 350"/>
                <a:gd name="T1" fmla="*/ 676 h 676"/>
                <a:gd name="T2" fmla="*/ 174 w 350"/>
                <a:gd name="T3" fmla="*/ 676 h 676"/>
                <a:gd name="T4" fmla="*/ 0 w 350"/>
                <a:gd name="T5" fmla="*/ 535 h 676"/>
                <a:gd name="T6" fmla="*/ 0 w 350"/>
                <a:gd name="T7" fmla="*/ 12 h 676"/>
                <a:gd name="T8" fmla="*/ 145 w 350"/>
                <a:gd name="T9" fmla="*/ 12 h 676"/>
                <a:gd name="T10" fmla="*/ 145 w 350"/>
                <a:gd name="T11" fmla="*/ 524 h 676"/>
                <a:gd name="T12" fmla="*/ 174 w 350"/>
                <a:gd name="T13" fmla="*/ 531 h 676"/>
                <a:gd name="T14" fmla="*/ 176 w 350"/>
                <a:gd name="T15" fmla="*/ 531 h 676"/>
                <a:gd name="T16" fmla="*/ 206 w 350"/>
                <a:gd name="T17" fmla="*/ 524 h 676"/>
                <a:gd name="T18" fmla="*/ 206 w 350"/>
                <a:gd name="T19" fmla="*/ 0 h 676"/>
                <a:gd name="T20" fmla="*/ 350 w 350"/>
                <a:gd name="T21" fmla="*/ 0 h 676"/>
                <a:gd name="T22" fmla="*/ 350 w 350"/>
                <a:gd name="T23" fmla="*/ 535 h 676"/>
                <a:gd name="T24" fmla="*/ 176 w 350"/>
                <a:gd name="T25" fmla="*/ 676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76">
                  <a:moveTo>
                    <a:pt x="176" y="676"/>
                  </a:moveTo>
                  <a:lnTo>
                    <a:pt x="174" y="676"/>
                  </a:lnTo>
                  <a:cubicBezTo>
                    <a:pt x="78" y="676"/>
                    <a:pt x="0" y="613"/>
                    <a:pt x="0" y="535"/>
                  </a:cubicBezTo>
                  <a:lnTo>
                    <a:pt x="0" y="12"/>
                  </a:lnTo>
                  <a:lnTo>
                    <a:pt x="145" y="12"/>
                  </a:lnTo>
                  <a:lnTo>
                    <a:pt x="145" y="524"/>
                  </a:lnTo>
                  <a:cubicBezTo>
                    <a:pt x="151" y="527"/>
                    <a:pt x="161" y="531"/>
                    <a:pt x="174" y="531"/>
                  </a:cubicBezTo>
                  <a:lnTo>
                    <a:pt x="176" y="531"/>
                  </a:lnTo>
                  <a:cubicBezTo>
                    <a:pt x="190" y="531"/>
                    <a:pt x="200" y="527"/>
                    <a:pt x="206" y="524"/>
                  </a:cubicBezTo>
                  <a:lnTo>
                    <a:pt x="206" y="0"/>
                  </a:lnTo>
                  <a:lnTo>
                    <a:pt x="350" y="0"/>
                  </a:lnTo>
                  <a:lnTo>
                    <a:pt x="350" y="535"/>
                  </a:lnTo>
                  <a:cubicBezTo>
                    <a:pt x="350" y="613"/>
                    <a:pt x="272" y="676"/>
                    <a:pt x="176" y="6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7" name="Rectangle 243">
              <a:extLst>
                <a:ext uri="{FF2B5EF4-FFF2-40B4-BE49-F238E27FC236}">
                  <a16:creationId xmlns:a16="http://schemas.microsoft.com/office/drawing/2014/main" id="{7FE3EE71-E3A3-37F2-235D-712AA3F8AC31}"/>
                </a:ext>
              </a:extLst>
            </p:cNvPr>
            <p:cNvSpPr>
              <a:spLocks noChangeArrowheads="1"/>
            </p:cNvSpPr>
            <p:nvPr/>
          </p:nvSpPr>
          <p:spPr bwMode="auto">
            <a:xfrm>
              <a:off x="4938713" y="4760913"/>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8" name="Freeform 244">
              <a:extLst>
                <a:ext uri="{FF2B5EF4-FFF2-40B4-BE49-F238E27FC236}">
                  <a16:creationId xmlns:a16="http://schemas.microsoft.com/office/drawing/2014/main" id="{7D5AEF18-B50A-9576-1A14-7F51E80EC108}"/>
                </a:ext>
              </a:extLst>
            </p:cNvPr>
            <p:cNvSpPr>
              <a:spLocks/>
            </p:cNvSpPr>
            <p:nvPr/>
          </p:nvSpPr>
          <p:spPr bwMode="auto">
            <a:xfrm>
              <a:off x="4938713" y="4764088"/>
              <a:ext cx="44450" cy="85725"/>
            </a:xfrm>
            <a:custGeom>
              <a:avLst/>
              <a:gdLst>
                <a:gd name="T0" fmla="*/ 175 w 350"/>
                <a:gd name="T1" fmla="*/ 664 h 664"/>
                <a:gd name="T2" fmla="*/ 174 w 350"/>
                <a:gd name="T3" fmla="*/ 664 h 664"/>
                <a:gd name="T4" fmla="*/ 0 w 350"/>
                <a:gd name="T5" fmla="*/ 523 h 664"/>
                <a:gd name="T6" fmla="*/ 0 w 350"/>
                <a:gd name="T7" fmla="*/ 0 h 664"/>
                <a:gd name="T8" fmla="*/ 144 w 350"/>
                <a:gd name="T9" fmla="*/ 0 h 664"/>
                <a:gd name="T10" fmla="*/ 144 w 350"/>
                <a:gd name="T11" fmla="*/ 512 h 664"/>
                <a:gd name="T12" fmla="*/ 174 w 350"/>
                <a:gd name="T13" fmla="*/ 519 h 664"/>
                <a:gd name="T14" fmla="*/ 175 w 350"/>
                <a:gd name="T15" fmla="*/ 519 h 664"/>
                <a:gd name="T16" fmla="*/ 205 w 350"/>
                <a:gd name="T17" fmla="*/ 512 h 664"/>
                <a:gd name="T18" fmla="*/ 205 w 350"/>
                <a:gd name="T19" fmla="*/ 12 h 664"/>
                <a:gd name="T20" fmla="*/ 350 w 350"/>
                <a:gd name="T21" fmla="*/ 12 h 664"/>
                <a:gd name="T22" fmla="*/ 350 w 350"/>
                <a:gd name="T23" fmla="*/ 523 h 664"/>
                <a:gd name="T24" fmla="*/ 175 w 350"/>
                <a:gd name="T25" fmla="*/ 66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64">
                  <a:moveTo>
                    <a:pt x="175" y="664"/>
                  </a:moveTo>
                  <a:lnTo>
                    <a:pt x="174" y="664"/>
                  </a:lnTo>
                  <a:cubicBezTo>
                    <a:pt x="78" y="664"/>
                    <a:pt x="0" y="601"/>
                    <a:pt x="0" y="523"/>
                  </a:cubicBezTo>
                  <a:lnTo>
                    <a:pt x="0" y="0"/>
                  </a:lnTo>
                  <a:lnTo>
                    <a:pt x="144" y="0"/>
                  </a:lnTo>
                  <a:lnTo>
                    <a:pt x="144" y="512"/>
                  </a:lnTo>
                  <a:cubicBezTo>
                    <a:pt x="150" y="515"/>
                    <a:pt x="160" y="519"/>
                    <a:pt x="174" y="519"/>
                  </a:cubicBezTo>
                  <a:lnTo>
                    <a:pt x="175" y="519"/>
                  </a:lnTo>
                  <a:cubicBezTo>
                    <a:pt x="189" y="519"/>
                    <a:pt x="199" y="515"/>
                    <a:pt x="205" y="512"/>
                  </a:cubicBezTo>
                  <a:lnTo>
                    <a:pt x="205" y="12"/>
                  </a:lnTo>
                  <a:lnTo>
                    <a:pt x="350" y="12"/>
                  </a:lnTo>
                  <a:lnTo>
                    <a:pt x="350" y="523"/>
                  </a:lnTo>
                  <a:cubicBezTo>
                    <a:pt x="350" y="601"/>
                    <a:pt x="272" y="664"/>
                    <a:pt x="175"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9" name="Freeform 245">
              <a:extLst>
                <a:ext uri="{FF2B5EF4-FFF2-40B4-BE49-F238E27FC236}">
                  <a16:creationId xmlns:a16="http://schemas.microsoft.com/office/drawing/2014/main" id="{452E0F25-8FBA-7E68-A19A-986EFD366DD7}"/>
                </a:ext>
              </a:extLst>
            </p:cNvPr>
            <p:cNvSpPr>
              <a:spLocks noEditPoints="1"/>
            </p:cNvSpPr>
            <p:nvPr/>
          </p:nvSpPr>
          <p:spPr bwMode="auto">
            <a:xfrm>
              <a:off x="4802188" y="4683126"/>
              <a:ext cx="50800" cy="49213"/>
            </a:xfrm>
            <a:custGeom>
              <a:avLst/>
              <a:gdLst>
                <a:gd name="T0" fmla="*/ 196 w 392"/>
                <a:gd name="T1" fmla="*/ 145 h 391"/>
                <a:gd name="T2" fmla="*/ 145 w 392"/>
                <a:gd name="T3" fmla="*/ 196 h 391"/>
                <a:gd name="T4" fmla="*/ 196 w 392"/>
                <a:gd name="T5" fmla="*/ 247 h 391"/>
                <a:gd name="T6" fmla="*/ 247 w 392"/>
                <a:gd name="T7" fmla="*/ 196 h 391"/>
                <a:gd name="T8" fmla="*/ 196 w 392"/>
                <a:gd name="T9" fmla="*/ 145 h 391"/>
                <a:gd name="T10" fmla="*/ 196 w 392"/>
                <a:gd name="T11" fmla="*/ 391 h 391"/>
                <a:gd name="T12" fmla="*/ 0 w 392"/>
                <a:gd name="T13" fmla="*/ 196 h 391"/>
                <a:gd name="T14" fmla="*/ 196 w 392"/>
                <a:gd name="T15" fmla="*/ 0 h 391"/>
                <a:gd name="T16" fmla="*/ 392 w 392"/>
                <a:gd name="T17" fmla="*/ 196 h 391"/>
                <a:gd name="T18" fmla="*/ 196 w 392"/>
                <a:gd name="T19" fmla="*/ 39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2" h="391">
                  <a:moveTo>
                    <a:pt x="196" y="145"/>
                  </a:moveTo>
                  <a:cubicBezTo>
                    <a:pt x="168" y="145"/>
                    <a:pt x="145" y="168"/>
                    <a:pt x="145" y="196"/>
                  </a:cubicBezTo>
                  <a:cubicBezTo>
                    <a:pt x="145" y="224"/>
                    <a:pt x="168" y="247"/>
                    <a:pt x="196" y="247"/>
                  </a:cubicBezTo>
                  <a:cubicBezTo>
                    <a:pt x="224" y="247"/>
                    <a:pt x="247" y="224"/>
                    <a:pt x="247" y="196"/>
                  </a:cubicBezTo>
                  <a:cubicBezTo>
                    <a:pt x="247" y="168"/>
                    <a:pt x="224" y="145"/>
                    <a:pt x="196" y="145"/>
                  </a:cubicBezTo>
                  <a:close/>
                  <a:moveTo>
                    <a:pt x="196" y="391"/>
                  </a:moveTo>
                  <a:cubicBezTo>
                    <a:pt x="88" y="391"/>
                    <a:pt x="0" y="304"/>
                    <a:pt x="0" y="196"/>
                  </a:cubicBezTo>
                  <a:cubicBezTo>
                    <a:pt x="0" y="88"/>
                    <a:pt x="88" y="0"/>
                    <a:pt x="196" y="0"/>
                  </a:cubicBezTo>
                  <a:cubicBezTo>
                    <a:pt x="304" y="0"/>
                    <a:pt x="392" y="88"/>
                    <a:pt x="392" y="196"/>
                  </a:cubicBezTo>
                  <a:cubicBezTo>
                    <a:pt x="392" y="304"/>
                    <a:pt x="304" y="391"/>
                    <a:pt x="196" y="3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0" name="Freeform 246">
              <a:extLst>
                <a:ext uri="{FF2B5EF4-FFF2-40B4-BE49-F238E27FC236}">
                  <a16:creationId xmlns:a16="http://schemas.microsoft.com/office/drawing/2014/main" id="{A7A4ED9D-7259-802C-B456-9AAB2D865390}"/>
                </a:ext>
              </a:extLst>
            </p:cNvPr>
            <p:cNvSpPr>
              <a:spLocks/>
            </p:cNvSpPr>
            <p:nvPr/>
          </p:nvSpPr>
          <p:spPr bwMode="auto">
            <a:xfrm>
              <a:off x="4792663" y="4754563"/>
              <a:ext cx="74613" cy="53975"/>
            </a:xfrm>
            <a:custGeom>
              <a:avLst/>
              <a:gdLst>
                <a:gd name="T0" fmla="*/ 512 w 587"/>
                <a:gd name="T1" fmla="*/ 428 h 428"/>
                <a:gd name="T2" fmla="*/ 511 w 587"/>
                <a:gd name="T3" fmla="*/ 428 h 428"/>
                <a:gd name="T4" fmla="*/ 74 w 587"/>
                <a:gd name="T5" fmla="*/ 425 h 428"/>
                <a:gd name="T6" fmla="*/ 20 w 587"/>
                <a:gd name="T7" fmla="*/ 400 h 428"/>
                <a:gd name="T8" fmla="*/ 2 w 587"/>
                <a:gd name="T9" fmla="*/ 343 h 428"/>
                <a:gd name="T10" fmla="*/ 45 w 587"/>
                <a:gd name="T11" fmla="*/ 8 h 428"/>
                <a:gd name="T12" fmla="*/ 189 w 587"/>
                <a:gd name="T13" fmla="*/ 27 h 428"/>
                <a:gd name="T14" fmla="*/ 157 w 587"/>
                <a:gd name="T15" fmla="*/ 281 h 428"/>
                <a:gd name="T16" fmla="*/ 423 w 587"/>
                <a:gd name="T17" fmla="*/ 283 h 428"/>
                <a:gd name="T18" fmla="*/ 370 w 587"/>
                <a:gd name="T19" fmla="*/ 29 h 428"/>
                <a:gd name="T20" fmla="*/ 512 w 587"/>
                <a:gd name="T21" fmla="*/ 0 h 428"/>
                <a:gd name="T22" fmla="*/ 583 w 587"/>
                <a:gd name="T23" fmla="*/ 341 h 428"/>
                <a:gd name="T24" fmla="*/ 568 w 587"/>
                <a:gd name="T25" fmla="*/ 402 h 428"/>
                <a:gd name="T26" fmla="*/ 512 w 587"/>
                <a:gd name="T27" fmla="*/ 42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7" h="428">
                  <a:moveTo>
                    <a:pt x="512" y="428"/>
                  </a:moveTo>
                  <a:lnTo>
                    <a:pt x="511" y="428"/>
                  </a:lnTo>
                  <a:lnTo>
                    <a:pt x="74" y="425"/>
                  </a:lnTo>
                  <a:cubicBezTo>
                    <a:pt x="53" y="425"/>
                    <a:pt x="33" y="416"/>
                    <a:pt x="20" y="400"/>
                  </a:cubicBezTo>
                  <a:cubicBezTo>
                    <a:pt x="6" y="385"/>
                    <a:pt x="0" y="364"/>
                    <a:pt x="2" y="343"/>
                  </a:cubicBezTo>
                  <a:lnTo>
                    <a:pt x="45" y="8"/>
                  </a:lnTo>
                  <a:lnTo>
                    <a:pt x="189" y="27"/>
                  </a:lnTo>
                  <a:lnTo>
                    <a:pt x="157" y="281"/>
                  </a:lnTo>
                  <a:lnTo>
                    <a:pt x="423" y="283"/>
                  </a:lnTo>
                  <a:lnTo>
                    <a:pt x="370" y="29"/>
                  </a:lnTo>
                  <a:lnTo>
                    <a:pt x="512" y="0"/>
                  </a:lnTo>
                  <a:lnTo>
                    <a:pt x="583" y="341"/>
                  </a:lnTo>
                  <a:cubicBezTo>
                    <a:pt x="587" y="363"/>
                    <a:pt x="582" y="385"/>
                    <a:pt x="568" y="402"/>
                  </a:cubicBezTo>
                  <a:cubicBezTo>
                    <a:pt x="554" y="419"/>
                    <a:pt x="533" y="428"/>
                    <a:pt x="512" y="4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1" name="Freeform 247">
              <a:extLst>
                <a:ext uri="{FF2B5EF4-FFF2-40B4-BE49-F238E27FC236}">
                  <a16:creationId xmlns:a16="http://schemas.microsoft.com/office/drawing/2014/main" id="{63647220-2FC1-EC65-8E1B-6B24A6B0D20A}"/>
                </a:ext>
              </a:extLst>
            </p:cNvPr>
            <p:cNvSpPr>
              <a:spLocks/>
            </p:cNvSpPr>
            <p:nvPr/>
          </p:nvSpPr>
          <p:spPr bwMode="auto">
            <a:xfrm>
              <a:off x="4770438" y="4725988"/>
              <a:ext cx="114300" cy="39688"/>
            </a:xfrm>
            <a:custGeom>
              <a:avLst/>
              <a:gdLst>
                <a:gd name="T0" fmla="*/ 613 w 904"/>
                <a:gd name="T1" fmla="*/ 309 h 309"/>
                <a:gd name="T2" fmla="*/ 586 w 904"/>
                <a:gd name="T3" fmla="*/ 303 h 309"/>
                <a:gd name="T4" fmla="*/ 546 w 904"/>
                <a:gd name="T5" fmla="*/ 262 h 309"/>
                <a:gd name="T6" fmla="*/ 455 w 904"/>
                <a:gd name="T7" fmla="*/ 182 h 309"/>
                <a:gd name="T8" fmla="*/ 454 w 904"/>
                <a:gd name="T9" fmla="*/ 182 h 309"/>
                <a:gd name="T10" fmla="*/ 364 w 904"/>
                <a:gd name="T11" fmla="*/ 247 h 309"/>
                <a:gd name="T12" fmla="*/ 363 w 904"/>
                <a:gd name="T13" fmla="*/ 252 h 309"/>
                <a:gd name="T14" fmla="*/ 318 w 904"/>
                <a:gd name="T15" fmla="*/ 299 h 309"/>
                <a:gd name="T16" fmla="*/ 253 w 904"/>
                <a:gd name="T17" fmla="*/ 290 h 309"/>
                <a:gd name="T18" fmla="*/ 0 w 904"/>
                <a:gd name="T19" fmla="*/ 121 h 309"/>
                <a:gd name="T20" fmla="*/ 81 w 904"/>
                <a:gd name="T21" fmla="*/ 0 h 309"/>
                <a:gd name="T22" fmla="*/ 264 w 904"/>
                <a:gd name="T23" fmla="*/ 123 h 309"/>
                <a:gd name="T24" fmla="*/ 454 w 904"/>
                <a:gd name="T25" fmla="*/ 37 h 309"/>
                <a:gd name="T26" fmla="*/ 455 w 904"/>
                <a:gd name="T27" fmla="*/ 37 h 309"/>
                <a:gd name="T28" fmla="*/ 649 w 904"/>
                <a:gd name="T29" fmla="*/ 141 h 309"/>
                <a:gd name="T30" fmla="*/ 846 w 904"/>
                <a:gd name="T31" fmla="*/ 55 h 309"/>
                <a:gd name="T32" fmla="*/ 904 w 904"/>
                <a:gd name="T33" fmla="*/ 187 h 309"/>
                <a:gd name="T34" fmla="*/ 642 w 904"/>
                <a:gd name="T35" fmla="*/ 302 h 309"/>
                <a:gd name="T36" fmla="*/ 613 w 904"/>
                <a:gd name="T37"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04" h="309">
                  <a:moveTo>
                    <a:pt x="613" y="309"/>
                  </a:moveTo>
                  <a:cubicBezTo>
                    <a:pt x="604" y="309"/>
                    <a:pt x="594" y="307"/>
                    <a:pt x="586" y="303"/>
                  </a:cubicBezTo>
                  <a:cubicBezTo>
                    <a:pt x="567" y="296"/>
                    <a:pt x="553" y="281"/>
                    <a:pt x="546" y="262"/>
                  </a:cubicBezTo>
                  <a:cubicBezTo>
                    <a:pt x="521" y="198"/>
                    <a:pt x="507" y="182"/>
                    <a:pt x="455" y="182"/>
                  </a:cubicBezTo>
                  <a:lnTo>
                    <a:pt x="454" y="182"/>
                  </a:lnTo>
                  <a:cubicBezTo>
                    <a:pt x="385" y="182"/>
                    <a:pt x="376" y="209"/>
                    <a:pt x="364" y="247"/>
                  </a:cubicBezTo>
                  <a:lnTo>
                    <a:pt x="363" y="252"/>
                  </a:lnTo>
                  <a:cubicBezTo>
                    <a:pt x="356" y="274"/>
                    <a:pt x="339" y="291"/>
                    <a:pt x="318" y="299"/>
                  </a:cubicBezTo>
                  <a:cubicBezTo>
                    <a:pt x="296" y="306"/>
                    <a:pt x="272" y="303"/>
                    <a:pt x="253" y="290"/>
                  </a:cubicBezTo>
                  <a:lnTo>
                    <a:pt x="0" y="121"/>
                  </a:lnTo>
                  <a:lnTo>
                    <a:pt x="81" y="0"/>
                  </a:lnTo>
                  <a:lnTo>
                    <a:pt x="264" y="123"/>
                  </a:lnTo>
                  <a:cubicBezTo>
                    <a:pt x="296" y="79"/>
                    <a:pt x="352" y="37"/>
                    <a:pt x="454" y="37"/>
                  </a:cubicBezTo>
                  <a:lnTo>
                    <a:pt x="455" y="37"/>
                  </a:lnTo>
                  <a:cubicBezTo>
                    <a:pt x="563" y="37"/>
                    <a:pt x="618" y="89"/>
                    <a:pt x="649" y="141"/>
                  </a:cubicBezTo>
                  <a:lnTo>
                    <a:pt x="846" y="55"/>
                  </a:lnTo>
                  <a:lnTo>
                    <a:pt x="904" y="187"/>
                  </a:lnTo>
                  <a:lnTo>
                    <a:pt x="642" y="302"/>
                  </a:lnTo>
                  <a:cubicBezTo>
                    <a:pt x="633" y="307"/>
                    <a:pt x="623" y="309"/>
                    <a:pt x="613" y="3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2" name="Rectangle 248">
              <a:extLst>
                <a:ext uri="{FF2B5EF4-FFF2-40B4-BE49-F238E27FC236}">
                  <a16:creationId xmlns:a16="http://schemas.microsoft.com/office/drawing/2014/main" id="{1159CD51-E627-2682-278B-BB35B3E66A0A}"/>
                </a:ext>
              </a:extLst>
            </p:cNvPr>
            <p:cNvSpPr>
              <a:spLocks noChangeArrowheads="1"/>
            </p:cNvSpPr>
            <p:nvPr/>
          </p:nvSpPr>
          <p:spPr bwMode="auto">
            <a:xfrm>
              <a:off x="4819651" y="4795838"/>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3" name="Freeform 249">
              <a:extLst>
                <a:ext uri="{FF2B5EF4-FFF2-40B4-BE49-F238E27FC236}">
                  <a16:creationId xmlns:a16="http://schemas.microsoft.com/office/drawing/2014/main" id="{FE2E0B01-23F2-D98B-0225-96B4093DCCF8}"/>
                </a:ext>
              </a:extLst>
            </p:cNvPr>
            <p:cNvSpPr>
              <a:spLocks noEditPoints="1"/>
            </p:cNvSpPr>
            <p:nvPr/>
          </p:nvSpPr>
          <p:spPr bwMode="auto">
            <a:xfrm>
              <a:off x="4676776" y="4579938"/>
              <a:ext cx="65088" cy="66675"/>
            </a:xfrm>
            <a:custGeom>
              <a:avLst/>
              <a:gdLst>
                <a:gd name="T0" fmla="*/ 259 w 518"/>
                <a:gd name="T1" fmla="*/ 145 h 518"/>
                <a:gd name="T2" fmla="*/ 145 w 518"/>
                <a:gd name="T3" fmla="*/ 259 h 518"/>
                <a:gd name="T4" fmla="*/ 259 w 518"/>
                <a:gd name="T5" fmla="*/ 373 h 518"/>
                <a:gd name="T6" fmla="*/ 373 w 518"/>
                <a:gd name="T7" fmla="*/ 259 h 518"/>
                <a:gd name="T8" fmla="*/ 259 w 518"/>
                <a:gd name="T9" fmla="*/ 145 h 518"/>
                <a:gd name="T10" fmla="*/ 259 w 518"/>
                <a:gd name="T11" fmla="*/ 518 h 518"/>
                <a:gd name="T12" fmla="*/ 0 w 518"/>
                <a:gd name="T13" fmla="*/ 259 h 518"/>
                <a:gd name="T14" fmla="*/ 259 w 518"/>
                <a:gd name="T15" fmla="*/ 0 h 518"/>
                <a:gd name="T16" fmla="*/ 518 w 518"/>
                <a:gd name="T17" fmla="*/ 259 h 518"/>
                <a:gd name="T18" fmla="*/ 259 w 518"/>
                <a:gd name="T19" fmla="*/ 518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8" h="518">
                  <a:moveTo>
                    <a:pt x="259" y="145"/>
                  </a:moveTo>
                  <a:cubicBezTo>
                    <a:pt x="196" y="145"/>
                    <a:pt x="145" y="196"/>
                    <a:pt x="145" y="259"/>
                  </a:cubicBezTo>
                  <a:cubicBezTo>
                    <a:pt x="145" y="322"/>
                    <a:pt x="196" y="373"/>
                    <a:pt x="259" y="373"/>
                  </a:cubicBezTo>
                  <a:cubicBezTo>
                    <a:pt x="322" y="373"/>
                    <a:pt x="373" y="322"/>
                    <a:pt x="373" y="259"/>
                  </a:cubicBezTo>
                  <a:cubicBezTo>
                    <a:pt x="373" y="196"/>
                    <a:pt x="322" y="145"/>
                    <a:pt x="259" y="145"/>
                  </a:cubicBezTo>
                  <a:close/>
                  <a:moveTo>
                    <a:pt x="259" y="518"/>
                  </a:moveTo>
                  <a:cubicBezTo>
                    <a:pt x="116" y="518"/>
                    <a:pt x="0" y="402"/>
                    <a:pt x="0" y="259"/>
                  </a:cubicBezTo>
                  <a:cubicBezTo>
                    <a:pt x="0" y="116"/>
                    <a:pt x="116" y="0"/>
                    <a:pt x="259" y="0"/>
                  </a:cubicBezTo>
                  <a:cubicBezTo>
                    <a:pt x="402" y="0"/>
                    <a:pt x="518" y="116"/>
                    <a:pt x="518" y="259"/>
                  </a:cubicBezTo>
                  <a:cubicBezTo>
                    <a:pt x="518" y="402"/>
                    <a:pt x="402" y="518"/>
                    <a:pt x="259" y="5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4" name="Freeform 250">
              <a:extLst>
                <a:ext uri="{FF2B5EF4-FFF2-40B4-BE49-F238E27FC236}">
                  <a16:creationId xmlns:a16="http://schemas.microsoft.com/office/drawing/2014/main" id="{C8A503E6-E127-4C29-E37F-44B3652BBC9D}"/>
                </a:ext>
              </a:extLst>
            </p:cNvPr>
            <p:cNvSpPr>
              <a:spLocks/>
            </p:cNvSpPr>
            <p:nvPr/>
          </p:nvSpPr>
          <p:spPr bwMode="auto">
            <a:xfrm>
              <a:off x="4675188" y="4683126"/>
              <a:ext cx="22225" cy="82550"/>
            </a:xfrm>
            <a:custGeom>
              <a:avLst/>
              <a:gdLst>
                <a:gd name="T0" fmla="*/ 144 w 181"/>
                <a:gd name="T1" fmla="*/ 638 h 638"/>
                <a:gd name="T2" fmla="*/ 0 w 181"/>
                <a:gd name="T3" fmla="*/ 638 h 638"/>
                <a:gd name="T4" fmla="*/ 43 w 181"/>
                <a:gd name="T5" fmla="*/ 0 h 638"/>
                <a:gd name="T6" fmla="*/ 181 w 181"/>
                <a:gd name="T7" fmla="*/ 44 h 638"/>
                <a:gd name="T8" fmla="*/ 144 w 181"/>
                <a:gd name="T9" fmla="*/ 638 h 638"/>
              </a:gdLst>
              <a:ahLst/>
              <a:cxnLst>
                <a:cxn ang="0">
                  <a:pos x="T0" y="T1"/>
                </a:cxn>
                <a:cxn ang="0">
                  <a:pos x="T2" y="T3"/>
                </a:cxn>
                <a:cxn ang="0">
                  <a:pos x="T4" y="T5"/>
                </a:cxn>
                <a:cxn ang="0">
                  <a:pos x="T6" y="T7"/>
                </a:cxn>
                <a:cxn ang="0">
                  <a:pos x="T8" y="T9"/>
                </a:cxn>
              </a:cxnLst>
              <a:rect l="0" t="0" r="r" b="b"/>
              <a:pathLst>
                <a:path w="181" h="638">
                  <a:moveTo>
                    <a:pt x="144" y="638"/>
                  </a:moveTo>
                  <a:lnTo>
                    <a:pt x="0" y="638"/>
                  </a:lnTo>
                  <a:cubicBezTo>
                    <a:pt x="0" y="586"/>
                    <a:pt x="1" y="130"/>
                    <a:pt x="43" y="0"/>
                  </a:cubicBezTo>
                  <a:lnTo>
                    <a:pt x="181" y="44"/>
                  </a:lnTo>
                  <a:cubicBezTo>
                    <a:pt x="155" y="126"/>
                    <a:pt x="145" y="452"/>
                    <a:pt x="144" y="6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5" name="Freeform 251">
              <a:extLst>
                <a:ext uri="{FF2B5EF4-FFF2-40B4-BE49-F238E27FC236}">
                  <a16:creationId xmlns:a16="http://schemas.microsoft.com/office/drawing/2014/main" id="{8E042431-C848-1C3B-F111-560CF1523A29}"/>
                </a:ext>
              </a:extLst>
            </p:cNvPr>
            <p:cNvSpPr>
              <a:spLocks/>
            </p:cNvSpPr>
            <p:nvPr/>
          </p:nvSpPr>
          <p:spPr bwMode="auto">
            <a:xfrm>
              <a:off x="4724401" y="4683126"/>
              <a:ext cx="22225" cy="82550"/>
            </a:xfrm>
            <a:custGeom>
              <a:avLst/>
              <a:gdLst>
                <a:gd name="T0" fmla="*/ 37 w 181"/>
                <a:gd name="T1" fmla="*/ 638 h 638"/>
                <a:gd name="T2" fmla="*/ 0 w 181"/>
                <a:gd name="T3" fmla="*/ 44 h 638"/>
                <a:gd name="T4" fmla="*/ 138 w 181"/>
                <a:gd name="T5" fmla="*/ 0 h 638"/>
                <a:gd name="T6" fmla="*/ 181 w 181"/>
                <a:gd name="T7" fmla="*/ 638 h 638"/>
                <a:gd name="T8" fmla="*/ 37 w 181"/>
                <a:gd name="T9" fmla="*/ 638 h 638"/>
              </a:gdLst>
              <a:ahLst/>
              <a:cxnLst>
                <a:cxn ang="0">
                  <a:pos x="T0" y="T1"/>
                </a:cxn>
                <a:cxn ang="0">
                  <a:pos x="T2" y="T3"/>
                </a:cxn>
                <a:cxn ang="0">
                  <a:pos x="T4" y="T5"/>
                </a:cxn>
                <a:cxn ang="0">
                  <a:pos x="T6" y="T7"/>
                </a:cxn>
                <a:cxn ang="0">
                  <a:pos x="T8" y="T9"/>
                </a:cxn>
              </a:cxnLst>
              <a:rect l="0" t="0" r="r" b="b"/>
              <a:pathLst>
                <a:path w="181" h="638">
                  <a:moveTo>
                    <a:pt x="37" y="638"/>
                  </a:moveTo>
                  <a:cubicBezTo>
                    <a:pt x="36" y="452"/>
                    <a:pt x="26" y="126"/>
                    <a:pt x="0" y="44"/>
                  </a:cubicBezTo>
                  <a:lnTo>
                    <a:pt x="138" y="0"/>
                  </a:lnTo>
                  <a:cubicBezTo>
                    <a:pt x="180" y="130"/>
                    <a:pt x="181" y="586"/>
                    <a:pt x="181" y="638"/>
                  </a:cubicBezTo>
                  <a:lnTo>
                    <a:pt x="37" y="6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6" name="Freeform 252">
              <a:extLst>
                <a:ext uri="{FF2B5EF4-FFF2-40B4-BE49-F238E27FC236}">
                  <a16:creationId xmlns:a16="http://schemas.microsoft.com/office/drawing/2014/main" id="{950C41D7-2E37-A3A8-001F-E13E1471B518}"/>
                </a:ext>
              </a:extLst>
            </p:cNvPr>
            <p:cNvSpPr>
              <a:spLocks/>
            </p:cNvSpPr>
            <p:nvPr/>
          </p:nvSpPr>
          <p:spPr bwMode="auto">
            <a:xfrm>
              <a:off x="4637088" y="4643438"/>
              <a:ext cx="147638" cy="85725"/>
            </a:xfrm>
            <a:custGeom>
              <a:avLst/>
              <a:gdLst>
                <a:gd name="T0" fmla="*/ 135 w 1150"/>
                <a:gd name="T1" fmla="*/ 681 h 681"/>
                <a:gd name="T2" fmla="*/ 0 w 1150"/>
                <a:gd name="T3" fmla="*/ 627 h 681"/>
                <a:gd name="T4" fmla="*/ 159 w 1150"/>
                <a:gd name="T5" fmla="*/ 229 h 681"/>
                <a:gd name="T6" fmla="*/ 444 w 1150"/>
                <a:gd name="T7" fmla="*/ 0 h 681"/>
                <a:gd name="T8" fmla="*/ 686 w 1150"/>
                <a:gd name="T9" fmla="*/ 0 h 681"/>
                <a:gd name="T10" fmla="*/ 969 w 1150"/>
                <a:gd name="T11" fmla="*/ 199 h 681"/>
                <a:gd name="T12" fmla="*/ 1150 w 1150"/>
                <a:gd name="T13" fmla="*/ 598 h 681"/>
                <a:gd name="T14" fmla="*/ 1018 w 1150"/>
                <a:gd name="T15" fmla="*/ 657 h 681"/>
                <a:gd name="T16" fmla="*/ 837 w 1150"/>
                <a:gd name="T17" fmla="*/ 259 h 681"/>
                <a:gd name="T18" fmla="*/ 686 w 1150"/>
                <a:gd name="T19" fmla="*/ 145 h 681"/>
                <a:gd name="T20" fmla="*/ 444 w 1150"/>
                <a:gd name="T21" fmla="*/ 145 h 681"/>
                <a:gd name="T22" fmla="*/ 296 w 1150"/>
                <a:gd name="T23" fmla="*/ 275 h 681"/>
                <a:gd name="T24" fmla="*/ 294 w 1150"/>
                <a:gd name="T25" fmla="*/ 280 h 681"/>
                <a:gd name="T26" fmla="*/ 135 w 1150"/>
                <a:gd name="T2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0" h="681">
                  <a:moveTo>
                    <a:pt x="135" y="681"/>
                  </a:moveTo>
                  <a:lnTo>
                    <a:pt x="0" y="627"/>
                  </a:lnTo>
                  <a:lnTo>
                    <a:pt x="159" y="229"/>
                  </a:lnTo>
                  <a:cubicBezTo>
                    <a:pt x="206" y="83"/>
                    <a:pt x="310" y="0"/>
                    <a:pt x="444" y="0"/>
                  </a:cubicBezTo>
                  <a:lnTo>
                    <a:pt x="686" y="0"/>
                  </a:lnTo>
                  <a:cubicBezTo>
                    <a:pt x="805" y="0"/>
                    <a:pt x="914" y="76"/>
                    <a:pt x="969" y="199"/>
                  </a:cubicBezTo>
                  <a:lnTo>
                    <a:pt x="1150" y="598"/>
                  </a:lnTo>
                  <a:lnTo>
                    <a:pt x="1018" y="657"/>
                  </a:lnTo>
                  <a:lnTo>
                    <a:pt x="837" y="259"/>
                  </a:lnTo>
                  <a:cubicBezTo>
                    <a:pt x="813" y="206"/>
                    <a:pt x="759" y="145"/>
                    <a:pt x="686" y="145"/>
                  </a:cubicBezTo>
                  <a:lnTo>
                    <a:pt x="444" y="145"/>
                  </a:lnTo>
                  <a:cubicBezTo>
                    <a:pt x="373" y="145"/>
                    <a:pt x="323" y="189"/>
                    <a:pt x="296" y="275"/>
                  </a:cubicBezTo>
                  <a:cubicBezTo>
                    <a:pt x="295" y="277"/>
                    <a:pt x="295" y="279"/>
                    <a:pt x="294" y="280"/>
                  </a:cubicBezTo>
                  <a:lnTo>
                    <a:pt x="135" y="6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7" name="Freeform 253">
              <a:extLst>
                <a:ext uri="{FF2B5EF4-FFF2-40B4-BE49-F238E27FC236}">
                  <a16:creationId xmlns:a16="http://schemas.microsoft.com/office/drawing/2014/main" id="{B85AF6AD-B42E-DF57-FF6A-570F56632A4E}"/>
                </a:ext>
              </a:extLst>
            </p:cNvPr>
            <p:cNvSpPr>
              <a:spLocks/>
            </p:cNvSpPr>
            <p:nvPr/>
          </p:nvSpPr>
          <p:spPr bwMode="auto">
            <a:xfrm>
              <a:off x="4743451" y="4719638"/>
              <a:ext cx="44450" cy="30163"/>
            </a:xfrm>
            <a:custGeom>
              <a:avLst/>
              <a:gdLst>
                <a:gd name="T0" fmla="*/ 141 w 344"/>
                <a:gd name="T1" fmla="*/ 242 h 242"/>
                <a:gd name="T2" fmla="*/ 0 w 344"/>
                <a:gd name="T3" fmla="*/ 189 h 242"/>
                <a:gd name="T4" fmla="*/ 96 w 344"/>
                <a:gd name="T5" fmla="*/ 80 h 242"/>
                <a:gd name="T6" fmla="*/ 170 w 344"/>
                <a:gd name="T7" fmla="*/ 89 h 242"/>
                <a:gd name="T8" fmla="*/ 180 w 344"/>
                <a:gd name="T9" fmla="*/ 40 h 242"/>
                <a:gd name="T10" fmla="*/ 320 w 344"/>
                <a:gd name="T11" fmla="*/ 0 h 242"/>
                <a:gd name="T12" fmla="*/ 247 w 344"/>
                <a:gd name="T13" fmla="*/ 212 h 242"/>
                <a:gd name="T14" fmla="*/ 141 w 344"/>
                <a:gd name="T15" fmla="*/ 242 h 2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4" h="242">
                  <a:moveTo>
                    <a:pt x="141" y="242"/>
                  </a:moveTo>
                  <a:cubicBezTo>
                    <a:pt x="91" y="242"/>
                    <a:pt x="40" y="224"/>
                    <a:pt x="0" y="189"/>
                  </a:cubicBezTo>
                  <a:lnTo>
                    <a:pt x="96" y="80"/>
                  </a:lnTo>
                  <a:cubicBezTo>
                    <a:pt x="119" y="101"/>
                    <a:pt x="152" y="101"/>
                    <a:pt x="170" y="89"/>
                  </a:cubicBezTo>
                  <a:cubicBezTo>
                    <a:pt x="176" y="86"/>
                    <a:pt x="191" y="76"/>
                    <a:pt x="180" y="40"/>
                  </a:cubicBezTo>
                  <a:lnTo>
                    <a:pt x="320" y="0"/>
                  </a:lnTo>
                  <a:cubicBezTo>
                    <a:pt x="344" y="87"/>
                    <a:pt x="317" y="168"/>
                    <a:pt x="247" y="212"/>
                  </a:cubicBezTo>
                  <a:cubicBezTo>
                    <a:pt x="215" y="232"/>
                    <a:pt x="179" y="242"/>
                    <a:pt x="141" y="2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8" name="Freeform 254">
              <a:extLst>
                <a:ext uri="{FF2B5EF4-FFF2-40B4-BE49-F238E27FC236}">
                  <a16:creationId xmlns:a16="http://schemas.microsoft.com/office/drawing/2014/main" id="{1FFBA863-9F6B-F306-2901-86F0738FFB8A}"/>
                </a:ext>
              </a:extLst>
            </p:cNvPr>
            <p:cNvSpPr>
              <a:spLocks/>
            </p:cNvSpPr>
            <p:nvPr/>
          </p:nvSpPr>
          <p:spPr bwMode="auto">
            <a:xfrm>
              <a:off x="4633913" y="4722813"/>
              <a:ext cx="47625" cy="28575"/>
            </a:xfrm>
            <a:custGeom>
              <a:avLst/>
              <a:gdLst>
                <a:gd name="T0" fmla="*/ 197 w 364"/>
                <a:gd name="T1" fmla="*/ 232 h 232"/>
                <a:gd name="T2" fmla="*/ 112 w 364"/>
                <a:gd name="T3" fmla="*/ 212 h 232"/>
                <a:gd name="T4" fmla="*/ 25 w 364"/>
                <a:gd name="T5" fmla="*/ 0 h 232"/>
                <a:gd name="T6" fmla="*/ 164 w 364"/>
                <a:gd name="T7" fmla="*/ 40 h 232"/>
                <a:gd name="T8" fmla="*/ 178 w 364"/>
                <a:gd name="T9" fmla="*/ 83 h 232"/>
                <a:gd name="T10" fmla="*/ 251 w 364"/>
                <a:gd name="T11" fmla="*/ 55 h 232"/>
                <a:gd name="T12" fmla="*/ 364 w 364"/>
                <a:gd name="T13" fmla="*/ 145 h 232"/>
                <a:gd name="T14" fmla="*/ 197 w 364"/>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32">
                  <a:moveTo>
                    <a:pt x="197" y="232"/>
                  </a:moveTo>
                  <a:cubicBezTo>
                    <a:pt x="167" y="232"/>
                    <a:pt x="137" y="225"/>
                    <a:pt x="112" y="212"/>
                  </a:cubicBezTo>
                  <a:cubicBezTo>
                    <a:pt x="35" y="173"/>
                    <a:pt x="0" y="87"/>
                    <a:pt x="25" y="0"/>
                  </a:cubicBezTo>
                  <a:lnTo>
                    <a:pt x="164" y="40"/>
                  </a:lnTo>
                  <a:cubicBezTo>
                    <a:pt x="159" y="60"/>
                    <a:pt x="163" y="75"/>
                    <a:pt x="178" y="83"/>
                  </a:cubicBezTo>
                  <a:cubicBezTo>
                    <a:pt x="195" y="91"/>
                    <a:pt x="224" y="89"/>
                    <a:pt x="251" y="55"/>
                  </a:cubicBezTo>
                  <a:lnTo>
                    <a:pt x="364" y="145"/>
                  </a:lnTo>
                  <a:cubicBezTo>
                    <a:pt x="315" y="207"/>
                    <a:pt x="254" y="232"/>
                    <a:pt x="197" y="2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9" name="Freeform 255">
              <a:extLst>
                <a:ext uri="{FF2B5EF4-FFF2-40B4-BE49-F238E27FC236}">
                  <a16:creationId xmlns:a16="http://schemas.microsoft.com/office/drawing/2014/main" id="{F3CF4EC7-27AC-249D-B046-305F8E95C6FB}"/>
                </a:ext>
              </a:extLst>
            </p:cNvPr>
            <p:cNvSpPr>
              <a:spLocks/>
            </p:cNvSpPr>
            <p:nvPr/>
          </p:nvSpPr>
          <p:spPr bwMode="auto">
            <a:xfrm>
              <a:off x="4675188" y="4756151"/>
              <a:ext cx="46038" cy="92075"/>
            </a:xfrm>
            <a:custGeom>
              <a:avLst/>
              <a:gdLst>
                <a:gd name="T0" fmla="*/ 176 w 362"/>
                <a:gd name="T1" fmla="*/ 713 h 713"/>
                <a:gd name="T2" fmla="*/ 174 w 362"/>
                <a:gd name="T3" fmla="*/ 713 h 713"/>
                <a:gd name="T4" fmla="*/ 0 w 362"/>
                <a:gd name="T5" fmla="*/ 568 h 713"/>
                <a:gd name="T6" fmla="*/ 0 w 362"/>
                <a:gd name="T7" fmla="*/ 12 h 713"/>
                <a:gd name="T8" fmla="*/ 144 w 362"/>
                <a:gd name="T9" fmla="*/ 12 h 713"/>
                <a:gd name="T10" fmla="*/ 144 w 362"/>
                <a:gd name="T11" fmla="*/ 560 h 713"/>
                <a:gd name="T12" fmla="*/ 174 w 362"/>
                <a:gd name="T13" fmla="*/ 568 h 713"/>
                <a:gd name="T14" fmla="*/ 176 w 362"/>
                <a:gd name="T15" fmla="*/ 568 h 713"/>
                <a:gd name="T16" fmla="*/ 217 w 362"/>
                <a:gd name="T17" fmla="*/ 556 h 713"/>
                <a:gd name="T18" fmla="*/ 217 w 362"/>
                <a:gd name="T19" fmla="*/ 0 h 713"/>
                <a:gd name="T20" fmla="*/ 362 w 362"/>
                <a:gd name="T21" fmla="*/ 0 h 713"/>
                <a:gd name="T22" fmla="*/ 362 w 362"/>
                <a:gd name="T23" fmla="*/ 568 h 713"/>
                <a:gd name="T24" fmla="*/ 176 w 362"/>
                <a:gd name="T25" fmla="*/ 713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2" h="713">
                  <a:moveTo>
                    <a:pt x="176" y="713"/>
                  </a:moveTo>
                  <a:lnTo>
                    <a:pt x="174" y="713"/>
                  </a:lnTo>
                  <a:cubicBezTo>
                    <a:pt x="76" y="713"/>
                    <a:pt x="0" y="649"/>
                    <a:pt x="0" y="568"/>
                  </a:cubicBezTo>
                  <a:lnTo>
                    <a:pt x="0" y="12"/>
                  </a:lnTo>
                  <a:lnTo>
                    <a:pt x="144" y="12"/>
                  </a:lnTo>
                  <a:lnTo>
                    <a:pt x="144" y="560"/>
                  </a:lnTo>
                  <a:cubicBezTo>
                    <a:pt x="149" y="564"/>
                    <a:pt x="159" y="568"/>
                    <a:pt x="174" y="568"/>
                  </a:cubicBezTo>
                  <a:lnTo>
                    <a:pt x="176" y="568"/>
                  </a:lnTo>
                  <a:cubicBezTo>
                    <a:pt x="194" y="568"/>
                    <a:pt x="210" y="561"/>
                    <a:pt x="217" y="556"/>
                  </a:cubicBezTo>
                  <a:lnTo>
                    <a:pt x="217" y="0"/>
                  </a:lnTo>
                  <a:lnTo>
                    <a:pt x="362" y="0"/>
                  </a:lnTo>
                  <a:lnTo>
                    <a:pt x="362" y="568"/>
                  </a:lnTo>
                  <a:cubicBezTo>
                    <a:pt x="362" y="657"/>
                    <a:pt x="265" y="713"/>
                    <a:pt x="176" y="7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0" name="Rectangle 256">
              <a:extLst>
                <a:ext uri="{FF2B5EF4-FFF2-40B4-BE49-F238E27FC236}">
                  <a16:creationId xmlns:a16="http://schemas.microsoft.com/office/drawing/2014/main" id="{06FB7E57-5AF2-3857-B51B-85EE3A5E2CF7}"/>
                </a:ext>
              </a:extLst>
            </p:cNvPr>
            <p:cNvSpPr>
              <a:spLocks noChangeArrowheads="1"/>
            </p:cNvSpPr>
            <p:nvPr/>
          </p:nvSpPr>
          <p:spPr bwMode="auto">
            <a:xfrm>
              <a:off x="4702176" y="4756151"/>
              <a:ext cx="19050"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1" name="Freeform 257">
              <a:extLst>
                <a:ext uri="{FF2B5EF4-FFF2-40B4-BE49-F238E27FC236}">
                  <a16:creationId xmlns:a16="http://schemas.microsoft.com/office/drawing/2014/main" id="{C5089B8D-A40F-F363-867E-814B07D73723}"/>
                </a:ext>
              </a:extLst>
            </p:cNvPr>
            <p:cNvSpPr>
              <a:spLocks/>
            </p:cNvSpPr>
            <p:nvPr/>
          </p:nvSpPr>
          <p:spPr bwMode="auto">
            <a:xfrm>
              <a:off x="4702176" y="4757738"/>
              <a:ext cx="44450" cy="90488"/>
            </a:xfrm>
            <a:custGeom>
              <a:avLst/>
              <a:gdLst>
                <a:gd name="T0" fmla="*/ 176 w 350"/>
                <a:gd name="T1" fmla="*/ 701 h 701"/>
                <a:gd name="T2" fmla="*/ 174 w 350"/>
                <a:gd name="T3" fmla="*/ 701 h 701"/>
                <a:gd name="T4" fmla="*/ 0 w 350"/>
                <a:gd name="T5" fmla="*/ 556 h 701"/>
                <a:gd name="T6" fmla="*/ 0 w 350"/>
                <a:gd name="T7" fmla="*/ 0 h 701"/>
                <a:gd name="T8" fmla="*/ 145 w 350"/>
                <a:gd name="T9" fmla="*/ 0 h 701"/>
                <a:gd name="T10" fmla="*/ 145 w 350"/>
                <a:gd name="T11" fmla="*/ 548 h 701"/>
                <a:gd name="T12" fmla="*/ 174 w 350"/>
                <a:gd name="T13" fmla="*/ 556 h 701"/>
                <a:gd name="T14" fmla="*/ 176 w 350"/>
                <a:gd name="T15" fmla="*/ 556 h 701"/>
                <a:gd name="T16" fmla="*/ 205 w 350"/>
                <a:gd name="T17" fmla="*/ 548 h 701"/>
                <a:gd name="T18" fmla="*/ 205 w 350"/>
                <a:gd name="T19" fmla="*/ 12 h 701"/>
                <a:gd name="T20" fmla="*/ 350 w 350"/>
                <a:gd name="T21" fmla="*/ 12 h 701"/>
                <a:gd name="T22" fmla="*/ 350 w 350"/>
                <a:gd name="T23" fmla="*/ 556 h 701"/>
                <a:gd name="T24" fmla="*/ 176 w 350"/>
                <a:gd name="T25" fmla="*/ 701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701">
                  <a:moveTo>
                    <a:pt x="176" y="701"/>
                  </a:moveTo>
                  <a:lnTo>
                    <a:pt x="174" y="701"/>
                  </a:lnTo>
                  <a:cubicBezTo>
                    <a:pt x="76" y="701"/>
                    <a:pt x="0" y="637"/>
                    <a:pt x="0" y="556"/>
                  </a:cubicBezTo>
                  <a:lnTo>
                    <a:pt x="0" y="0"/>
                  </a:lnTo>
                  <a:lnTo>
                    <a:pt x="145" y="0"/>
                  </a:lnTo>
                  <a:lnTo>
                    <a:pt x="145" y="548"/>
                  </a:lnTo>
                  <a:cubicBezTo>
                    <a:pt x="150" y="552"/>
                    <a:pt x="160" y="556"/>
                    <a:pt x="174" y="556"/>
                  </a:cubicBezTo>
                  <a:lnTo>
                    <a:pt x="176" y="556"/>
                  </a:lnTo>
                  <a:cubicBezTo>
                    <a:pt x="190" y="556"/>
                    <a:pt x="200" y="552"/>
                    <a:pt x="205" y="548"/>
                  </a:cubicBezTo>
                  <a:lnTo>
                    <a:pt x="205" y="12"/>
                  </a:lnTo>
                  <a:lnTo>
                    <a:pt x="350" y="12"/>
                  </a:lnTo>
                  <a:lnTo>
                    <a:pt x="350" y="556"/>
                  </a:lnTo>
                  <a:cubicBezTo>
                    <a:pt x="350" y="637"/>
                    <a:pt x="274" y="701"/>
                    <a:pt x="176" y="7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2" name="Rectangle 258">
              <a:extLst>
                <a:ext uri="{FF2B5EF4-FFF2-40B4-BE49-F238E27FC236}">
                  <a16:creationId xmlns:a16="http://schemas.microsoft.com/office/drawing/2014/main" id="{E9FF1E05-DE36-89B4-EECE-96EF077A21AE}"/>
                </a:ext>
              </a:extLst>
            </p:cNvPr>
            <p:cNvSpPr>
              <a:spLocks noChangeArrowheads="1"/>
            </p:cNvSpPr>
            <p:nvPr/>
          </p:nvSpPr>
          <p:spPr bwMode="auto">
            <a:xfrm>
              <a:off x="4806951" y="4808538"/>
              <a:ext cx="190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3" name="Freeform 259">
              <a:extLst>
                <a:ext uri="{FF2B5EF4-FFF2-40B4-BE49-F238E27FC236}">
                  <a16:creationId xmlns:a16="http://schemas.microsoft.com/office/drawing/2014/main" id="{DD6D9FF6-2705-960B-7D1C-4C4A551672BE}"/>
                </a:ext>
              </a:extLst>
            </p:cNvPr>
            <p:cNvSpPr>
              <a:spLocks/>
            </p:cNvSpPr>
            <p:nvPr/>
          </p:nvSpPr>
          <p:spPr bwMode="auto">
            <a:xfrm>
              <a:off x="4832351" y="4806951"/>
              <a:ext cx="19050" cy="33338"/>
            </a:xfrm>
            <a:custGeom>
              <a:avLst/>
              <a:gdLst>
                <a:gd name="T0" fmla="*/ 11 w 12"/>
                <a:gd name="T1" fmla="*/ 21 h 21"/>
                <a:gd name="T2" fmla="*/ 0 w 12"/>
                <a:gd name="T3" fmla="*/ 21 h 21"/>
                <a:gd name="T4" fmla="*/ 0 w 12"/>
                <a:gd name="T5" fmla="*/ 0 h 21"/>
                <a:gd name="T6" fmla="*/ 12 w 12"/>
                <a:gd name="T7" fmla="*/ 0 h 21"/>
                <a:gd name="T8" fmla="*/ 11 w 12"/>
                <a:gd name="T9" fmla="*/ 21 h 21"/>
              </a:gdLst>
              <a:ahLst/>
              <a:cxnLst>
                <a:cxn ang="0">
                  <a:pos x="T0" y="T1"/>
                </a:cxn>
                <a:cxn ang="0">
                  <a:pos x="T2" y="T3"/>
                </a:cxn>
                <a:cxn ang="0">
                  <a:pos x="T4" y="T5"/>
                </a:cxn>
                <a:cxn ang="0">
                  <a:pos x="T6" y="T7"/>
                </a:cxn>
                <a:cxn ang="0">
                  <a:pos x="T8" y="T9"/>
                </a:cxn>
              </a:cxnLst>
              <a:rect l="0" t="0" r="r" b="b"/>
              <a:pathLst>
                <a:path w="12" h="21">
                  <a:moveTo>
                    <a:pt x="11" y="21"/>
                  </a:moveTo>
                  <a:lnTo>
                    <a:pt x="0" y="21"/>
                  </a:lnTo>
                  <a:lnTo>
                    <a:pt x="0" y="0"/>
                  </a:lnTo>
                  <a:lnTo>
                    <a:pt x="12" y="0"/>
                  </a:lnTo>
                  <a:lnTo>
                    <a:pt x="11" y="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54" name="AI10" descr="{&quot;Key&quot;:&quot;POWER_USER_SHAPE_ICON&quot;,&quot;Value&quot;:&quot;POWER_USER_SHAPE_ICON_STYLE_1&quot;}">
            <a:extLst>
              <a:ext uri="{FF2B5EF4-FFF2-40B4-BE49-F238E27FC236}">
                <a16:creationId xmlns:a16="http://schemas.microsoft.com/office/drawing/2014/main" id="{03F598FE-B9D6-37F1-0F16-6E42DAA4865D}"/>
              </a:ext>
            </a:extLst>
          </p:cNvPr>
          <p:cNvGrpSpPr>
            <a:grpSpLocks noChangeAspect="1"/>
          </p:cNvGrpSpPr>
          <p:nvPr/>
        </p:nvGrpSpPr>
        <p:grpSpPr>
          <a:xfrm>
            <a:off x="9891609" y="1590393"/>
            <a:ext cx="512467" cy="503107"/>
            <a:chOff x="8610714" y="2720307"/>
            <a:chExt cx="553025" cy="542925"/>
          </a:xfrm>
          <a:solidFill>
            <a:schemeClr val="accent4">
              <a:lumMod val="50000"/>
            </a:schemeClr>
          </a:solidFill>
        </p:grpSpPr>
        <p:sp>
          <p:nvSpPr>
            <p:cNvPr id="155" name="Free-form: Shape 154">
              <a:extLst>
                <a:ext uri="{FF2B5EF4-FFF2-40B4-BE49-F238E27FC236}">
                  <a16:creationId xmlns:a16="http://schemas.microsoft.com/office/drawing/2014/main" id="{26D5B9BB-400B-D2FF-82F0-C6A5314A587F}"/>
                </a:ext>
              </a:extLst>
            </p:cNvPr>
            <p:cNvSpPr/>
            <p:nvPr/>
          </p:nvSpPr>
          <p:spPr>
            <a:xfrm>
              <a:off x="8611040" y="2720307"/>
              <a:ext cx="552699" cy="542925"/>
            </a:xfrm>
            <a:custGeom>
              <a:avLst/>
              <a:gdLst>
                <a:gd name="connsiteX0" fmla="*/ 1374949 w 2047916"/>
                <a:gd name="connsiteY0" fmla="*/ 1281725 h 2011700"/>
                <a:gd name="connsiteX1" fmla="*/ 1374011 w 2047916"/>
                <a:gd name="connsiteY1" fmla="*/ 1286949 h 2011700"/>
                <a:gd name="connsiteX2" fmla="*/ 1392161 w 2047916"/>
                <a:gd name="connsiteY2" fmla="*/ 1299875 h 2011700"/>
                <a:gd name="connsiteX3" fmla="*/ 1522088 w 2047916"/>
                <a:gd name="connsiteY3" fmla="*/ 1435763 h 2011700"/>
                <a:gd name="connsiteX4" fmla="*/ 1529187 w 2047916"/>
                <a:gd name="connsiteY4" fmla="*/ 1434825 h 2011700"/>
                <a:gd name="connsiteX5" fmla="*/ 1534545 w 2047916"/>
                <a:gd name="connsiteY5" fmla="*/ 1431677 h 2011700"/>
                <a:gd name="connsiteX6" fmla="*/ 1553699 w 2047916"/>
                <a:gd name="connsiteY6" fmla="*/ 1429467 h 2011700"/>
                <a:gd name="connsiteX7" fmla="*/ 1748455 w 2047916"/>
                <a:gd name="connsiteY7" fmla="*/ 1427324 h 2011700"/>
                <a:gd name="connsiteX8" fmla="*/ 1811008 w 2047916"/>
                <a:gd name="connsiteY8" fmla="*/ 1429132 h 2011700"/>
                <a:gd name="connsiteX9" fmla="*/ 1849651 w 2047916"/>
                <a:gd name="connsiteY9" fmla="*/ 1515326 h 2011700"/>
                <a:gd name="connsiteX10" fmla="*/ 1844963 w 2047916"/>
                <a:gd name="connsiteY10" fmla="*/ 1720463 h 2011700"/>
                <a:gd name="connsiteX11" fmla="*/ 1829090 w 2047916"/>
                <a:gd name="connsiteY11" fmla="*/ 1749797 h 2011700"/>
                <a:gd name="connsiteX12" fmla="*/ 1784821 w 2047916"/>
                <a:gd name="connsiteY12" fmla="*/ 1794937 h 2011700"/>
                <a:gd name="connsiteX13" fmla="*/ 1771695 w 2047916"/>
                <a:gd name="connsiteY13" fmla="*/ 1800696 h 2011700"/>
                <a:gd name="connsiteX14" fmla="*/ 1533607 w 2047916"/>
                <a:gd name="connsiteY14" fmla="*/ 1804849 h 2011700"/>
                <a:gd name="connsiteX15" fmla="*/ 1503737 w 2047916"/>
                <a:gd name="connsiteY15" fmla="*/ 1799558 h 2011700"/>
                <a:gd name="connsiteX16" fmla="*/ 1483579 w 2047916"/>
                <a:gd name="connsiteY16" fmla="*/ 1762589 h 2011700"/>
                <a:gd name="connsiteX17" fmla="*/ 1481770 w 2047916"/>
                <a:gd name="connsiteY17" fmla="*/ 1502133 h 2011700"/>
                <a:gd name="connsiteX18" fmla="*/ 1477819 w 2047916"/>
                <a:gd name="connsiteY18" fmla="*/ 1493627 h 2011700"/>
                <a:gd name="connsiteX19" fmla="*/ 1407297 w 2047916"/>
                <a:gd name="connsiteY19" fmla="*/ 1430673 h 2011700"/>
                <a:gd name="connsiteX20" fmla="*/ 1366376 w 2047916"/>
                <a:gd name="connsiteY20" fmla="*/ 1387274 h 2011700"/>
                <a:gd name="connsiteX21" fmla="*/ 1353913 w 2047916"/>
                <a:gd name="connsiteY21" fmla="*/ 1387381 h 2011700"/>
                <a:gd name="connsiteX22" fmla="*/ 1352781 w 2047916"/>
                <a:gd name="connsiteY22" fmla="*/ 1388815 h 2011700"/>
                <a:gd name="connsiteX23" fmla="*/ 1264243 w 2047916"/>
                <a:gd name="connsiteY23" fmla="*/ 1447550 h 2011700"/>
                <a:gd name="connsiteX24" fmla="*/ 1227810 w 2047916"/>
                <a:gd name="connsiteY24" fmla="*/ 1412590 h 2011700"/>
                <a:gd name="connsiteX25" fmla="*/ 1221113 w 2047916"/>
                <a:gd name="connsiteY25" fmla="*/ 1409710 h 2011700"/>
                <a:gd name="connsiteX26" fmla="*/ 1180125 w 2047916"/>
                <a:gd name="connsiteY26" fmla="*/ 1411653 h 2011700"/>
                <a:gd name="connsiteX27" fmla="*/ 1173763 w 2047916"/>
                <a:gd name="connsiteY27" fmla="*/ 1418283 h 2011700"/>
                <a:gd name="connsiteX28" fmla="*/ 1178183 w 2047916"/>
                <a:gd name="connsiteY28" fmla="*/ 1489475 h 2011700"/>
                <a:gd name="connsiteX29" fmla="*/ 1165592 w 2047916"/>
                <a:gd name="connsiteY29" fmla="*/ 1536490 h 2011700"/>
                <a:gd name="connsiteX30" fmla="*/ 1161909 w 2047916"/>
                <a:gd name="connsiteY30" fmla="*/ 1538968 h 2011700"/>
                <a:gd name="connsiteX31" fmla="*/ 1072969 w 2047916"/>
                <a:gd name="connsiteY31" fmla="*/ 1543187 h 2011700"/>
                <a:gd name="connsiteX32" fmla="*/ 1065937 w 2047916"/>
                <a:gd name="connsiteY32" fmla="*/ 1550554 h 2011700"/>
                <a:gd name="connsiteX33" fmla="*/ 1065937 w 2047916"/>
                <a:gd name="connsiteY33" fmla="*/ 1755222 h 2011700"/>
                <a:gd name="connsiteX34" fmla="*/ 1072701 w 2047916"/>
                <a:gd name="connsiteY34" fmla="*/ 1763460 h 2011700"/>
                <a:gd name="connsiteX35" fmla="*/ 1096007 w 2047916"/>
                <a:gd name="connsiteY35" fmla="*/ 1773506 h 2011700"/>
                <a:gd name="connsiteX36" fmla="*/ 1074108 w 2047916"/>
                <a:gd name="connsiteY36" fmla="*/ 2000811 h 2011700"/>
                <a:gd name="connsiteX37" fmla="*/ 970099 w 2047916"/>
                <a:gd name="connsiteY37" fmla="*/ 1997328 h 2011700"/>
                <a:gd name="connsiteX38" fmla="*/ 987378 w 2047916"/>
                <a:gd name="connsiteY38" fmla="*/ 1760111 h 2011700"/>
                <a:gd name="connsiteX39" fmla="*/ 989320 w 2047916"/>
                <a:gd name="connsiteY39" fmla="*/ 1757432 h 2011700"/>
                <a:gd name="connsiteX40" fmla="*/ 989320 w 2047916"/>
                <a:gd name="connsiteY40" fmla="*/ 1546000 h 2011700"/>
                <a:gd name="connsiteX41" fmla="*/ 986240 w 2047916"/>
                <a:gd name="connsiteY41" fmla="*/ 1542919 h 2011700"/>
                <a:gd name="connsiteX42" fmla="*/ 904868 w 2047916"/>
                <a:gd name="connsiteY42" fmla="*/ 1542919 h 2011700"/>
                <a:gd name="connsiteX43" fmla="*/ 883637 w 2047916"/>
                <a:gd name="connsiteY43" fmla="*/ 1521689 h 2011700"/>
                <a:gd name="connsiteX44" fmla="*/ 883637 w 2047916"/>
                <a:gd name="connsiteY44" fmla="*/ 1429132 h 2011700"/>
                <a:gd name="connsiteX45" fmla="*/ 878346 w 2047916"/>
                <a:gd name="connsiteY45" fmla="*/ 1420560 h 2011700"/>
                <a:gd name="connsiteX46" fmla="*/ 838632 w 2047916"/>
                <a:gd name="connsiteY46" fmla="*/ 1400602 h 2011700"/>
                <a:gd name="connsiteX47" fmla="*/ 829256 w 2047916"/>
                <a:gd name="connsiteY47" fmla="*/ 1403549 h 2011700"/>
                <a:gd name="connsiteX48" fmla="*/ 786728 w 2047916"/>
                <a:gd name="connsiteY48" fmla="*/ 1450764 h 2011700"/>
                <a:gd name="connsiteX49" fmla="*/ 684527 w 2047916"/>
                <a:gd name="connsiteY49" fmla="*/ 1390757 h 2011700"/>
                <a:gd name="connsiteX50" fmla="*/ 676665 w 2047916"/>
                <a:gd name="connsiteY50" fmla="*/ 1390831 h 2011700"/>
                <a:gd name="connsiteX51" fmla="*/ 676156 w 2047916"/>
                <a:gd name="connsiteY51" fmla="*/ 1391427 h 2011700"/>
                <a:gd name="connsiteX52" fmla="*/ 639924 w 2047916"/>
                <a:gd name="connsiteY52" fmla="*/ 1431141 h 2011700"/>
                <a:gd name="connsiteX53" fmla="*/ 570406 w 2047916"/>
                <a:gd name="connsiteY53" fmla="*/ 1497444 h 2011700"/>
                <a:gd name="connsiteX54" fmla="*/ 567928 w 2047916"/>
                <a:gd name="connsiteY54" fmla="*/ 1503539 h 2011700"/>
                <a:gd name="connsiteX55" fmla="*/ 567794 w 2047916"/>
                <a:gd name="connsiteY55" fmla="*/ 1748994 h 2011700"/>
                <a:gd name="connsiteX56" fmla="*/ 555003 w 2047916"/>
                <a:gd name="connsiteY56" fmla="*/ 1790115 h 2011700"/>
                <a:gd name="connsiteX57" fmla="*/ 530022 w 2047916"/>
                <a:gd name="connsiteY57" fmla="*/ 1804246 h 2011700"/>
                <a:gd name="connsiteX58" fmla="*/ 274186 w 2047916"/>
                <a:gd name="connsiteY58" fmla="*/ 1805385 h 2011700"/>
                <a:gd name="connsiteX59" fmla="*/ 263604 w 2047916"/>
                <a:gd name="connsiteY59" fmla="*/ 1800831 h 2011700"/>
                <a:gd name="connsiteX60" fmla="*/ 206276 w 2047916"/>
                <a:gd name="connsiteY60" fmla="*/ 1737943 h 2011700"/>
                <a:gd name="connsiteX61" fmla="*/ 199177 w 2047916"/>
                <a:gd name="connsiteY61" fmla="*/ 1720932 h 2011700"/>
                <a:gd name="connsiteX62" fmla="*/ 192614 w 2047916"/>
                <a:gd name="connsiteY62" fmla="*/ 1482844 h 2011700"/>
                <a:gd name="connsiteX63" fmla="*/ 199980 w 2047916"/>
                <a:gd name="connsiteY63" fmla="*/ 1446813 h 2011700"/>
                <a:gd name="connsiteX64" fmla="*/ 236548 w 2047916"/>
                <a:gd name="connsiteY64" fmla="*/ 1427525 h 2011700"/>
                <a:gd name="connsiteX65" fmla="*/ 487226 w 2047916"/>
                <a:gd name="connsiteY65" fmla="*/ 1425181 h 2011700"/>
                <a:gd name="connsiteX66" fmla="*/ 517565 w 2047916"/>
                <a:gd name="connsiteY66" fmla="*/ 1433686 h 2011700"/>
                <a:gd name="connsiteX67" fmla="*/ 527102 w 2047916"/>
                <a:gd name="connsiteY67" fmla="*/ 1438120 h 2011700"/>
                <a:gd name="connsiteX68" fmla="*/ 530022 w 2047916"/>
                <a:gd name="connsiteY68" fmla="*/ 1436164 h 2011700"/>
                <a:gd name="connsiteX69" fmla="*/ 649300 w 2047916"/>
                <a:gd name="connsiteY69" fmla="*/ 1306171 h 2011700"/>
                <a:gd name="connsiteX70" fmla="*/ 648376 w 2047916"/>
                <a:gd name="connsiteY70" fmla="*/ 1285784 h 2011700"/>
                <a:gd name="connsiteX71" fmla="*/ 647626 w 2047916"/>
                <a:gd name="connsiteY71" fmla="*/ 1285141 h 2011700"/>
                <a:gd name="connsiteX72" fmla="*/ 610925 w 2047916"/>
                <a:gd name="connsiteY72" fmla="*/ 1231697 h 2011700"/>
                <a:gd name="connsiteX73" fmla="*/ 588623 w 2047916"/>
                <a:gd name="connsiteY73" fmla="*/ 1167068 h 2011700"/>
                <a:gd name="connsiteX74" fmla="*/ 582930 w 2047916"/>
                <a:gd name="connsiteY74" fmla="*/ 1163117 h 2011700"/>
                <a:gd name="connsiteX75" fmla="*/ 573554 w 2047916"/>
                <a:gd name="connsiteY75" fmla="*/ 1169077 h 2011700"/>
                <a:gd name="connsiteX76" fmla="*/ 563575 w 2047916"/>
                <a:gd name="connsiteY76" fmla="*/ 1170484 h 2011700"/>
                <a:gd name="connsiteX77" fmla="*/ 517833 w 2047916"/>
                <a:gd name="connsiteY77" fmla="*/ 1151799 h 2011700"/>
                <a:gd name="connsiteX78" fmla="*/ 489905 w 2047916"/>
                <a:gd name="connsiteY78" fmla="*/ 1118044 h 2011700"/>
                <a:gd name="connsiteX79" fmla="*/ 489905 w 2047916"/>
                <a:gd name="connsiteY79" fmla="*/ 1050402 h 2011700"/>
                <a:gd name="connsiteX80" fmla="*/ 483141 w 2047916"/>
                <a:gd name="connsiteY80" fmla="*/ 1043638 h 2011700"/>
                <a:gd name="connsiteX81" fmla="*/ 254362 w 2047916"/>
                <a:gd name="connsiteY81" fmla="*/ 1043638 h 2011700"/>
                <a:gd name="connsiteX82" fmla="*/ 245856 w 2047916"/>
                <a:gd name="connsiteY82" fmla="*/ 1049531 h 2011700"/>
                <a:gd name="connsiteX83" fmla="*/ 138634 w 2047916"/>
                <a:gd name="connsiteY83" fmla="*/ 1134721 h 2011700"/>
                <a:gd name="connsiteX84" fmla="*/ 49158 w 2047916"/>
                <a:gd name="connsiteY84" fmla="*/ 1108400 h 2011700"/>
                <a:gd name="connsiteX85" fmla="*/ 82309 w 2047916"/>
                <a:gd name="connsiteY85" fmla="*/ 886989 h 2011700"/>
                <a:gd name="connsiteX86" fmla="*/ 186653 w 2047916"/>
                <a:gd name="connsiteY86" fmla="*/ 898106 h 2011700"/>
                <a:gd name="connsiteX87" fmla="*/ 239561 w 2047916"/>
                <a:gd name="connsiteY87" fmla="*/ 964141 h 2011700"/>
                <a:gd name="connsiteX88" fmla="*/ 247196 w 2047916"/>
                <a:gd name="connsiteY88" fmla="*/ 969834 h 2011700"/>
                <a:gd name="connsiteX89" fmla="*/ 492115 w 2047916"/>
                <a:gd name="connsiteY89" fmla="*/ 969834 h 2011700"/>
                <a:gd name="connsiteX90" fmla="*/ 494191 w 2047916"/>
                <a:gd name="connsiteY90" fmla="*/ 967691 h 2011700"/>
                <a:gd name="connsiteX91" fmla="*/ 490173 w 2047916"/>
                <a:gd name="connsiteY91" fmla="*/ 908487 h 2011700"/>
                <a:gd name="connsiteX92" fmla="*/ 500621 w 2047916"/>
                <a:gd name="connsiteY92" fmla="*/ 887993 h 2011700"/>
                <a:gd name="connsiteX93" fmla="*/ 573688 w 2047916"/>
                <a:gd name="connsiteY93" fmla="*/ 894088 h 2011700"/>
                <a:gd name="connsiteX94" fmla="*/ 580311 w 2047916"/>
                <a:gd name="connsiteY94" fmla="*/ 891268 h 2011700"/>
                <a:gd name="connsiteX95" fmla="*/ 580452 w 2047916"/>
                <a:gd name="connsiteY95" fmla="*/ 887859 h 2011700"/>
                <a:gd name="connsiteX96" fmla="*/ 536853 w 2047916"/>
                <a:gd name="connsiteY96" fmla="*/ 851694 h 2011700"/>
                <a:gd name="connsiteX97" fmla="*/ 530758 w 2047916"/>
                <a:gd name="connsiteY97" fmla="*/ 843322 h 2011700"/>
                <a:gd name="connsiteX98" fmla="*/ 534710 w 2047916"/>
                <a:gd name="connsiteY98" fmla="*/ 778627 h 2011700"/>
                <a:gd name="connsiteX99" fmla="*/ 552056 w 2047916"/>
                <a:gd name="connsiteY99" fmla="*/ 768179 h 2011700"/>
                <a:gd name="connsiteX100" fmla="*/ 611662 w 2047916"/>
                <a:gd name="connsiteY100" fmla="*/ 781975 h 2011700"/>
                <a:gd name="connsiteX101" fmla="*/ 615077 w 2047916"/>
                <a:gd name="connsiteY101" fmla="*/ 780368 h 2011700"/>
                <a:gd name="connsiteX102" fmla="*/ 648362 w 2047916"/>
                <a:gd name="connsiteY102" fmla="*/ 714132 h 2011700"/>
                <a:gd name="connsiteX103" fmla="*/ 645282 w 2047916"/>
                <a:gd name="connsiteY103" fmla="*/ 701006 h 2011700"/>
                <a:gd name="connsiteX104" fmla="*/ 534710 w 2047916"/>
                <a:gd name="connsiteY104" fmla="*/ 591773 h 2011700"/>
                <a:gd name="connsiteX105" fmla="*/ 526807 w 2047916"/>
                <a:gd name="connsiteY105" fmla="*/ 589161 h 2011700"/>
                <a:gd name="connsiteX106" fmla="*/ 486288 w 2047916"/>
                <a:gd name="connsiteY106" fmla="*/ 596930 h 2011700"/>
                <a:gd name="connsiteX107" fmla="*/ 274521 w 2047916"/>
                <a:gd name="connsiteY107" fmla="*/ 597265 h 2011700"/>
                <a:gd name="connsiteX108" fmla="*/ 199980 w 2047916"/>
                <a:gd name="connsiteY108" fmla="*/ 571615 h 2011700"/>
                <a:gd name="connsiteX109" fmla="*/ 191944 w 2047916"/>
                <a:gd name="connsiteY109" fmla="*/ 542280 h 2011700"/>
                <a:gd name="connsiteX110" fmla="*/ 194489 w 2047916"/>
                <a:gd name="connsiteY110" fmla="*/ 478188 h 2011700"/>
                <a:gd name="connsiteX111" fmla="*/ 193082 w 2047916"/>
                <a:gd name="connsiteY111" fmla="*/ 314105 h 2011700"/>
                <a:gd name="connsiteX112" fmla="*/ 207615 w 2047916"/>
                <a:gd name="connsiteY112" fmla="*/ 270840 h 2011700"/>
                <a:gd name="connsiteX113" fmla="*/ 251081 w 2047916"/>
                <a:gd name="connsiteY113" fmla="*/ 229987 h 2011700"/>
                <a:gd name="connsiteX114" fmla="*/ 260323 w 2047916"/>
                <a:gd name="connsiteY114" fmla="*/ 224160 h 2011700"/>
                <a:gd name="connsiteX115" fmla="*/ 271038 w 2047916"/>
                <a:gd name="connsiteY115" fmla="*/ 220946 h 2011700"/>
                <a:gd name="connsiteX116" fmla="*/ 532902 w 2047916"/>
                <a:gd name="connsiteY116" fmla="*/ 217999 h 2011700"/>
                <a:gd name="connsiteX117" fmla="*/ 564914 w 2047916"/>
                <a:gd name="connsiteY117" fmla="*/ 288320 h 2011700"/>
                <a:gd name="connsiteX118" fmla="*/ 568665 w 2047916"/>
                <a:gd name="connsiteY118" fmla="*/ 517835 h 2011700"/>
                <a:gd name="connsiteX119" fmla="*/ 571545 w 2047916"/>
                <a:gd name="connsiteY119" fmla="*/ 524131 h 2011700"/>
                <a:gd name="connsiteX120" fmla="*/ 605366 w 2047916"/>
                <a:gd name="connsiteY120" fmla="*/ 553264 h 2011700"/>
                <a:gd name="connsiteX121" fmla="*/ 674616 w 2047916"/>
                <a:gd name="connsiteY121" fmla="*/ 632426 h 2011700"/>
                <a:gd name="connsiteX122" fmla="*/ 679893 w 2047916"/>
                <a:gd name="connsiteY122" fmla="*/ 632982 h 2011700"/>
                <a:gd name="connsiteX123" fmla="*/ 680643 w 2047916"/>
                <a:gd name="connsiteY123" fmla="*/ 632158 h 2011700"/>
                <a:gd name="connsiteX124" fmla="*/ 708839 w 2047916"/>
                <a:gd name="connsiteY124" fmla="*/ 594586 h 2011700"/>
                <a:gd name="connsiteX125" fmla="*/ 799118 w 2047916"/>
                <a:gd name="connsiteY125" fmla="*/ 576838 h 2011700"/>
                <a:gd name="connsiteX126" fmla="*/ 872989 w 2047916"/>
                <a:gd name="connsiteY126" fmla="*/ 608048 h 2011700"/>
                <a:gd name="connsiteX127" fmla="*/ 877543 w 2047916"/>
                <a:gd name="connsiteY127" fmla="*/ 603895 h 2011700"/>
                <a:gd name="connsiteX128" fmla="*/ 882432 w 2047916"/>
                <a:gd name="connsiteY128" fmla="*/ 575365 h 2011700"/>
                <a:gd name="connsiteX129" fmla="*/ 883236 w 2047916"/>
                <a:gd name="connsiteY129" fmla="*/ 480532 h 2011700"/>
                <a:gd name="connsiteX130" fmla="*/ 894353 w 2047916"/>
                <a:gd name="connsiteY130" fmla="*/ 470955 h 2011700"/>
                <a:gd name="connsiteX131" fmla="*/ 985704 w 2047916"/>
                <a:gd name="connsiteY131" fmla="*/ 470955 h 2011700"/>
                <a:gd name="connsiteX132" fmla="*/ 987780 w 2047916"/>
                <a:gd name="connsiteY132" fmla="*/ 468811 h 2011700"/>
                <a:gd name="connsiteX133" fmla="*/ 987780 w 2047916"/>
                <a:gd name="connsiteY133" fmla="*/ 263942 h 2011700"/>
                <a:gd name="connsiteX134" fmla="*/ 980480 w 2047916"/>
                <a:gd name="connsiteY134" fmla="*/ 253494 h 2011700"/>
                <a:gd name="connsiteX135" fmla="*/ 906207 w 2047916"/>
                <a:gd name="connsiteY135" fmla="*/ 78495 h 2011700"/>
                <a:gd name="connsiteX136" fmla="*/ 1031915 w 2047916"/>
                <a:gd name="connsiteY136" fmla="*/ 3 h 2011700"/>
                <a:gd name="connsiteX137" fmla="*/ 1154676 w 2047916"/>
                <a:gd name="connsiteY137" fmla="*/ 146405 h 2011700"/>
                <a:gd name="connsiteX138" fmla="*/ 1066674 w 2047916"/>
                <a:gd name="connsiteY138" fmla="*/ 255303 h 2011700"/>
                <a:gd name="connsiteX139" fmla="*/ 1061249 w 2047916"/>
                <a:gd name="connsiteY139" fmla="*/ 263875 h 2011700"/>
                <a:gd name="connsiteX140" fmla="*/ 1065803 w 2047916"/>
                <a:gd name="connsiteY140" fmla="*/ 467003 h 2011700"/>
                <a:gd name="connsiteX141" fmla="*/ 1069620 w 2047916"/>
                <a:gd name="connsiteY141" fmla="*/ 471021 h 2011700"/>
                <a:gd name="connsiteX142" fmla="*/ 1162645 w 2047916"/>
                <a:gd name="connsiteY142" fmla="*/ 471021 h 2011700"/>
                <a:gd name="connsiteX143" fmla="*/ 1174767 w 2047916"/>
                <a:gd name="connsiteY143" fmla="*/ 482474 h 2011700"/>
                <a:gd name="connsiteX144" fmla="*/ 1180058 w 2047916"/>
                <a:gd name="connsiteY144" fmla="*/ 594653 h 2011700"/>
                <a:gd name="connsiteX145" fmla="*/ 1184211 w 2047916"/>
                <a:gd name="connsiteY145" fmla="*/ 601886 h 2011700"/>
                <a:gd name="connsiteX146" fmla="*/ 1209459 w 2047916"/>
                <a:gd name="connsiteY146" fmla="*/ 618495 h 2011700"/>
                <a:gd name="connsiteX147" fmla="*/ 1215353 w 2047916"/>
                <a:gd name="connsiteY147" fmla="*/ 617959 h 2011700"/>
                <a:gd name="connsiteX148" fmla="*/ 1259823 w 2047916"/>
                <a:gd name="connsiteY148" fmla="*/ 575968 h 2011700"/>
                <a:gd name="connsiteX149" fmla="*/ 1315276 w 2047916"/>
                <a:gd name="connsiteY149" fmla="*/ 573155 h 2011700"/>
                <a:gd name="connsiteX150" fmla="*/ 1372270 w 2047916"/>
                <a:gd name="connsiteY150" fmla="*/ 632827 h 2011700"/>
                <a:gd name="connsiteX151" fmla="*/ 1375819 w 2047916"/>
                <a:gd name="connsiteY151" fmla="*/ 632694 h 2011700"/>
                <a:gd name="connsiteX152" fmla="*/ 1476412 w 2047916"/>
                <a:gd name="connsiteY152" fmla="*/ 528551 h 2011700"/>
                <a:gd name="connsiteX153" fmla="*/ 1479426 w 2047916"/>
                <a:gd name="connsiteY153" fmla="*/ 523595 h 2011700"/>
                <a:gd name="connsiteX154" fmla="*/ 1477216 w 2047916"/>
                <a:gd name="connsiteY154" fmla="*/ 287449 h 2011700"/>
                <a:gd name="connsiteX155" fmla="*/ 1478422 w 2047916"/>
                <a:gd name="connsiteY155" fmla="*/ 243582 h 2011700"/>
                <a:gd name="connsiteX156" fmla="*/ 1540706 w 2047916"/>
                <a:gd name="connsiteY156" fmla="*/ 218601 h 2011700"/>
                <a:gd name="connsiteX157" fmla="*/ 1759640 w 2047916"/>
                <a:gd name="connsiteY157" fmla="*/ 222285 h 2011700"/>
                <a:gd name="connsiteX158" fmla="*/ 1792858 w 2047916"/>
                <a:gd name="connsiteY158" fmla="*/ 230456 h 2011700"/>
                <a:gd name="connsiteX159" fmla="*/ 1834046 w 2047916"/>
                <a:gd name="connsiteY159" fmla="*/ 267558 h 2011700"/>
                <a:gd name="connsiteX160" fmla="*/ 1846101 w 2047916"/>
                <a:gd name="connsiteY160" fmla="*/ 301514 h 2011700"/>
                <a:gd name="connsiteX161" fmla="*/ 1852062 w 2047916"/>
                <a:gd name="connsiteY161" fmla="*/ 531833 h 2011700"/>
                <a:gd name="connsiteX162" fmla="*/ 1826411 w 2047916"/>
                <a:gd name="connsiteY162" fmla="*/ 584808 h 2011700"/>
                <a:gd name="connsiteX163" fmla="*/ 1781473 w 2047916"/>
                <a:gd name="connsiteY163" fmla="*/ 594519 h 2011700"/>
                <a:gd name="connsiteX164" fmla="*/ 1544456 w 2047916"/>
                <a:gd name="connsiteY164" fmla="*/ 598203 h 2011700"/>
                <a:gd name="connsiteX165" fmla="*/ 1505880 w 2047916"/>
                <a:gd name="connsiteY165" fmla="*/ 606105 h 2011700"/>
                <a:gd name="connsiteX166" fmla="*/ 1428527 w 2047916"/>
                <a:gd name="connsiteY166" fmla="*/ 691161 h 2011700"/>
                <a:gd name="connsiteX167" fmla="*/ 1400867 w 2047916"/>
                <a:gd name="connsiteY167" fmla="*/ 706765 h 2011700"/>
                <a:gd name="connsiteX168" fmla="*/ 1398583 w 2047916"/>
                <a:gd name="connsiteY168" fmla="*/ 710134 h 2011700"/>
                <a:gd name="connsiteX169" fmla="*/ 1398925 w 2047916"/>
                <a:gd name="connsiteY169" fmla="*/ 711051 h 2011700"/>
                <a:gd name="connsiteX170" fmla="*/ 1438908 w 2047916"/>
                <a:gd name="connsiteY170" fmla="*/ 780234 h 2011700"/>
                <a:gd name="connsiteX171" fmla="*/ 1448686 w 2047916"/>
                <a:gd name="connsiteY171" fmla="*/ 783985 h 2011700"/>
                <a:gd name="connsiteX172" fmla="*/ 1516529 w 2047916"/>
                <a:gd name="connsiteY172" fmla="*/ 809434 h 2011700"/>
                <a:gd name="connsiteX173" fmla="*/ 1495432 w 2047916"/>
                <a:gd name="connsiteY173" fmla="*/ 862075 h 2011700"/>
                <a:gd name="connsiteX174" fmla="*/ 1474470 w 2047916"/>
                <a:gd name="connsiteY174" fmla="*/ 873862 h 2011700"/>
                <a:gd name="connsiteX175" fmla="*/ 1477752 w 2047916"/>
                <a:gd name="connsiteY175" fmla="*/ 884578 h 2011700"/>
                <a:gd name="connsiteX176" fmla="*/ 1524365 w 2047916"/>
                <a:gd name="connsiteY176" fmla="*/ 895159 h 2011700"/>
                <a:gd name="connsiteX177" fmla="*/ 1547805 w 2047916"/>
                <a:gd name="connsiteY177" fmla="*/ 963405 h 2011700"/>
                <a:gd name="connsiteX178" fmla="*/ 1554971 w 2047916"/>
                <a:gd name="connsiteY178" fmla="*/ 969968 h 2011700"/>
                <a:gd name="connsiteX179" fmla="*/ 1797479 w 2047916"/>
                <a:gd name="connsiteY179" fmla="*/ 969968 h 2011700"/>
                <a:gd name="connsiteX180" fmla="*/ 1803373 w 2047916"/>
                <a:gd name="connsiteY180" fmla="*/ 966150 h 2011700"/>
                <a:gd name="connsiteX181" fmla="*/ 1843757 w 2047916"/>
                <a:gd name="connsiteY181" fmla="*/ 907147 h 2011700"/>
                <a:gd name="connsiteX182" fmla="*/ 1982391 w 2047916"/>
                <a:gd name="connsiteY182" fmla="*/ 896633 h 2011700"/>
                <a:gd name="connsiteX183" fmla="*/ 2041594 w 2047916"/>
                <a:gd name="connsiteY183" fmla="*/ 1041829 h 2011700"/>
                <a:gd name="connsiteX184" fmla="*/ 1888428 w 2047916"/>
                <a:gd name="connsiteY184" fmla="*/ 1127755 h 2011700"/>
                <a:gd name="connsiteX185" fmla="*/ 1806989 w 2047916"/>
                <a:gd name="connsiteY185" fmla="*/ 1046049 h 2011700"/>
                <a:gd name="connsiteX186" fmla="*/ 1800895 w 2047916"/>
                <a:gd name="connsiteY186" fmla="*/ 1041160 h 2011700"/>
                <a:gd name="connsiteX187" fmla="*/ 1558387 w 2047916"/>
                <a:gd name="connsiteY187" fmla="*/ 1036940 h 2011700"/>
                <a:gd name="connsiteX188" fmla="*/ 1551844 w 2047916"/>
                <a:gd name="connsiteY188" fmla="*/ 1042546 h 2011700"/>
                <a:gd name="connsiteX189" fmla="*/ 1551823 w 2047916"/>
                <a:gd name="connsiteY189" fmla="*/ 1043102 h 2011700"/>
                <a:gd name="connsiteX190" fmla="*/ 1552226 w 2047916"/>
                <a:gd name="connsiteY190" fmla="*/ 1110476 h 2011700"/>
                <a:gd name="connsiteX191" fmla="*/ 1510434 w 2047916"/>
                <a:gd name="connsiteY191" fmla="*/ 1156822 h 2011700"/>
                <a:gd name="connsiteX192" fmla="*/ 1503938 w 2047916"/>
                <a:gd name="connsiteY192" fmla="*/ 1167001 h 2011700"/>
                <a:gd name="connsiteX193" fmla="*/ 1474001 w 2047916"/>
                <a:gd name="connsiteY193" fmla="*/ 1219642 h 2011700"/>
                <a:gd name="connsiteX194" fmla="*/ 1467974 w 2047916"/>
                <a:gd name="connsiteY194" fmla="*/ 1220915 h 2011700"/>
                <a:gd name="connsiteX195" fmla="*/ 1434488 w 2047916"/>
                <a:gd name="connsiteY195" fmla="*/ 1230893 h 2011700"/>
                <a:gd name="connsiteX196" fmla="*/ 1374949 w 2047916"/>
                <a:gd name="connsiteY196" fmla="*/ 1281725 h 2011700"/>
                <a:gd name="connsiteX197" fmla="*/ 1079057 w 2047916"/>
                <a:gd name="connsiteY197" fmla="*/ 129220 h 2011700"/>
                <a:gd name="connsiteX198" fmla="*/ 1024702 w 2047916"/>
                <a:gd name="connsiteY198" fmla="*/ 80176 h 2011700"/>
                <a:gd name="connsiteX199" fmla="*/ 971914 w 2047916"/>
                <a:gd name="connsiteY199" fmla="*/ 130908 h 2011700"/>
                <a:gd name="connsiteX200" fmla="*/ 1026269 w 2047916"/>
                <a:gd name="connsiteY200" fmla="*/ 179952 h 2011700"/>
                <a:gd name="connsiteX201" fmla="*/ 1079057 w 2047916"/>
                <a:gd name="connsiteY201" fmla="*/ 129220 h 2011700"/>
                <a:gd name="connsiteX202" fmla="*/ 486268 w 2047916"/>
                <a:gd name="connsiteY202" fmla="*/ 299906 h 2011700"/>
                <a:gd name="connsiteX203" fmla="*/ 484514 w 2047916"/>
                <a:gd name="connsiteY203" fmla="*/ 298179 h 2011700"/>
                <a:gd name="connsiteX204" fmla="*/ 276637 w 2047916"/>
                <a:gd name="connsiteY204" fmla="*/ 299632 h 2011700"/>
                <a:gd name="connsiteX205" fmla="*/ 274909 w 2047916"/>
                <a:gd name="connsiteY205" fmla="*/ 301380 h 2011700"/>
                <a:gd name="connsiteX206" fmla="*/ 274909 w 2047916"/>
                <a:gd name="connsiteY206" fmla="*/ 301387 h 2011700"/>
                <a:gd name="connsiteX207" fmla="*/ 276416 w 2047916"/>
                <a:gd name="connsiteY207" fmla="*/ 517433 h 2011700"/>
                <a:gd name="connsiteX208" fmla="*/ 278171 w 2047916"/>
                <a:gd name="connsiteY208" fmla="*/ 519162 h 2011700"/>
                <a:gd name="connsiteX209" fmla="*/ 486047 w 2047916"/>
                <a:gd name="connsiteY209" fmla="*/ 517708 h 2011700"/>
                <a:gd name="connsiteX210" fmla="*/ 487775 w 2047916"/>
                <a:gd name="connsiteY210" fmla="*/ 515960 h 2011700"/>
                <a:gd name="connsiteX211" fmla="*/ 487775 w 2047916"/>
                <a:gd name="connsiteY211" fmla="*/ 515953 h 2011700"/>
                <a:gd name="connsiteX212" fmla="*/ 486268 w 2047916"/>
                <a:gd name="connsiteY212" fmla="*/ 299906 h 2011700"/>
                <a:gd name="connsiteX213" fmla="*/ 1766638 w 2047916"/>
                <a:gd name="connsiteY213" fmla="*/ 298969 h 2011700"/>
                <a:gd name="connsiteX214" fmla="*/ 1764823 w 2047916"/>
                <a:gd name="connsiteY214" fmla="*/ 297167 h 2011700"/>
                <a:gd name="connsiteX215" fmla="*/ 1764823 w 2047916"/>
                <a:gd name="connsiteY215" fmla="*/ 297167 h 2011700"/>
                <a:gd name="connsiteX216" fmla="*/ 1562171 w 2047916"/>
                <a:gd name="connsiteY216" fmla="*/ 298225 h 2011700"/>
                <a:gd name="connsiteX217" fmla="*/ 1560369 w 2047916"/>
                <a:gd name="connsiteY217" fmla="*/ 300047 h 2011700"/>
                <a:gd name="connsiteX218" fmla="*/ 1560369 w 2047916"/>
                <a:gd name="connsiteY218" fmla="*/ 300047 h 2011700"/>
                <a:gd name="connsiteX219" fmla="*/ 1561494 w 2047916"/>
                <a:gd name="connsiteY219" fmla="*/ 515692 h 2011700"/>
                <a:gd name="connsiteX220" fmla="*/ 1563316 w 2047916"/>
                <a:gd name="connsiteY220" fmla="*/ 517494 h 2011700"/>
                <a:gd name="connsiteX221" fmla="*/ 1563316 w 2047916"/>
                <a:gd name="connsiteY221" fmla="*/ 517494 h 2011700"/>
                <a:gd name="connsiteX222" fmla="*/ 1765969 w 2047916"/>
                <a:gd name="connsiteY222" fmla="*/ 516436 h 2011700"/>
                <a:gd name="connsiteX223" fmla="*/ 1767770 w 2047916"/>
                <a:gd name="connsiteY223" fmla="*/ 514614 h 2011700"/>
                <a:gd name="connsiteX224" fmla="*/ 1767770 w 2047916"/>
                <a:gd name="connsiteY224" fmla="*/ 514614 h 2011700"/>
                <a:gd name="connsiteX225" fmla="*/ 1766638 w 2047916"/>
                <a:gd name="connsiteY225" fmla="*/ 298969 h 2011700"/>
                <a:gd name="connsiteX226" fmla="*/ 1383789 w 2047916"/>
                <a:gd name="connsiteY226" fmla="*/ 945590 h 2011700"/>
                <a:gd name="connsiteX227" fmla="*/ 1361353 w 2047916"/>
                <a:gd name="connsiteY227" fmla="*/ 836290 h 2011700"/>
                <a:gd name="connsiteX228" fmla="*/ 1358473 w 2047916"/>
                <a:gd name="connsiteY228" fmla="*/ 799455 h 2011700"/>
                <a:gd name="connsiteX229" fmla="*/ 1356665 w 2047916"/>
                <a:gd name="connsiteY229" fmla="*/ 793495 h 2011700"/>
                <a:gd name="connsiteX230" fmla="*/ 1326259 w 2047916"/>
                <a:gd name="connsiteY230" fmla="*/ 727192 h 2011700"/>
                <a:gd name="connsiteX231" fmla="*/ 1277437 w 2047916"/>
                <a:gd name="connsiteY231" fmla="*/ 670868 h 2011700"/>
                <a:gd name="connsiteX232" fmla="*/ 1239262 w 2047916"/>
                <a:gd name="connsiteY232" fmla="*/ 706028 h 2011700"/>
                <a:gd name="connsiteX233" fmla="*/ 1217630 w 2047916"/>
                <a:gd name="connsiteY233" fmla="*/ 708774 h 2011700"/>
                <a:gd name="connsiteX234" fmla="*/ 1100964 w 2047916"/>
                <a:gd name="connsiteY234" fmla="*/ 659884 h 2011700"/>
                <a:gd name="connsiteX235" fmla="*/ 1095338 w 2047916"/>
                <a:gd name="connsiteY235" fmla="*/ 653321 h 2011700"/>
                <a:gd name="connsiteX236" fmla="*/ 1093597 w 2047916"/>
                <a:gd name="connsiteY236" fmla="*/ 553867 h 2011700"/>
                <a:gd name="connsiteX237" fmla="*/ 1089913 w 2047916"/>
                <a:gd name="connsiteY237" fmla="*/ 550317 h 2011700"/>
                <a:gd name="connsiteX238" fmla="*/ 963670 w 2047916"/>
                <a:gd name="connsiteY238" fmla="*/ 552527 h 2011700"/>
                <a:gd name="connsiteX239" fmla="*/ 956771 w 2047916"/>
                <a:gd name="connsiteY239" fmla="*/ 559559 h 2011700"/>
                <a:gd name="connsiteX240" fmla="*/ 956771 w 2047916"/>
                <a:gd name="connsiteY240" fmla="*/ 639257 h 2011700"/>
                <a:gd name="connsiteX241" fmla="*/ 949338 w 2047916"/>
                <a:gd name="connsiteY241" fmla="*/ 650307 h 2011700"/>
                <a:gd name="connsiteX242" fmla="*/ 840373 w 2047916"/>
                <a:gd name="connsiteY242" fmla="*/ 696920 h 2011700"/>
                <a:gd name="connsiteX243" fmla="*/ 816732 w 2047916"/>
                <a:gd name="connsiteY243" fmla="*/ 695045 h 2011700"/>
                <a:gd name="connsiteX244" fmla="*/ 777285 w 2047916"/>
                <a:gd name="connsiteY244" fmla="*/ 652584 h 2011700"/>
                <a:gd name="connsiteX245" fmla="*/ 771793 w 2047916"/>
                <a:gd name="connsiteY245" fmla="*/ 651513 h 2011700"/>
                <a:gd name="connsiteX246" fmla="*/ 737972 w 2047916"/>
                <a:gd name="connsiteY246" fmla="*/ 723642 h 2011700"/>
                <a:gd name="connsiteX247" fmla="*/ 712991 w 2047916"/>
                <a:gd name="connsiteY247" fmla="*/ 770322 h 2011700"/>
                <a:gd name="connsiteX248" fmla="*/ 690220 w 2047916"/>
                <a:gd name="connsiteY248" fmla="*/ 814993 h 2011700"/>
                <a:gd name="connsiteX249" fmla="*/ 654256 w 2047916"/>
                <a:gd name="connsiteY249" fmla="*/ 949675 h 2011700"/>
                <a:gd name="connsiteX250" fmla="*/ 646889 w 2047916"/>
                <a:gd name="connsiteY250" fmla="*/ 955234 h 2011700"/>
                <a:gd name="connsiteX251" fmla="*/ 580318 w 2047916"/>
                <a:gd name="connsiteY251" fmla="*/ 951885 h 2011700"/>
                <a:gd name="connsiteX252" fmla="*/ 575771 w 2047916"/>
                <a:gd name="connsiteY252" fmla="*/ 955897 h 2011700"/>
                <a:gd name="connsiteX253" fmla="*/ 575764 w 2047916"/>
                <a:gd name="connsiteY253" fmla="*/ 956238 h 2011700"/>
                <a:gd name="connsiteX254" fmla="*/ 577773 w 2047916"/>
                <a:gd name="connsiteY254" fmla="*/ 1070896 h 2011700"/>
                <a:gd name="connsiteX255" fmla="*/ 584109 w 2047916"/>
                <a:gd name="connsiteY255" fmla="*/ 1077010 h 2011700"/>
                <a:gd name="connsiteX256" fmla="*/ 584537 w 2047916"/>
                <a:gd name="connsiteY256" fmla="*/ 1076990 h 2011700"/>
                <a:gd name="connsiteX257" fmla="*/ 650974 w 2047916"/>
                <a:gd name="connsiteY257" fmla="*/ 1070762 h 2011700"/>
                <a:gd name="connsiteX258" fmla="*/ 661891 w 2047916"/>
                <a:gd name="connsiteY258" fmla="*/ 1078597 h 2011700"/>
                <a:gd name="connsiteX259" fmla="*/ 710781 w 2047916"/>
                <a:gd name="connsiteY259" fmla="*/ 1215958 h 2011700"/>
                <a:gd name="connsiteX260" fmla="*/ 711183 w 2047916"/>
                <a:gd name="connsiteY260" fmla="*/ 1259892 h 2011700"/>
                <a:gd name="connsiteX261" fmla="*/ 708906 w 2047916"/>
                <a:gd name="connsiteY261" fmla="*/ 1265786 h 2011700"/>
                <a:gd name="connsiteX262" fmla="*/ 715469 w 2047916"/>
                <a:gd name="connsiteY262" fmla="*/ 1283065 h 2011700"/>
                <a:gd name="connsiteX263" fmla="*/ 772195 w 2047916"/>
                <a:gd name="connsiteY263" fmla="*/ 1353118 h 2011700"/>
                <a:gd name="connsiteX264" fmla="*/ 779696 w 2047916"/>
                <a:gd name="connsiteY264" fmla="*/ 1351511 h 2011700"/>
                <a:gd name="connsiteX265" fmla="*/ 813316 w 2047916"/>
                <a:gd name="connsiteY265" fmla="*/ 1300411 h 2011700"/>
                <a:gd name="connsiteX266" fmla="*/ 834111 w 2047916"/>
                <a:gd name="connsiteY266" fmla="*/ 1296205 h 2011700"/>
                <a:gd name="connsiteX267" fmla="*/ 835752 w 2047916"/>
                <a:gd name="connsiteY267" fmla="*/ 1297464 h 2011700"/>
                <a:gd name="connsiteX268" fmla="*/ 862809 w 2047916"/>
                <a:gd name="connsiteY268" fmla="*/ 1321440 h 2011700"/>
                <a:gd name="connsiteX269" fmla="*/ 959049 w 2047916"/>
                <a:gd name="connsiteY269" fmla="*/ 1363901 h 2011700"/>
                <a:gd name="connsiteX270" fmla="*/ 964406 w 2047916"/>
                <a:gd name="connsiteY270" fmla="*/ 1371536 h 2011700"/>
                <a:gd name="connsiteX271" fmla="*/ 964406 w 2047916"/>
                <a:gd name="connsiteY271" fmla="*/ 1442393 h 2011700"/>
                <a:gd name="connsiteX272" fmla="*/ 970970 w 2047916"/>
                <a:gd name="connsiteY272" fmla="*/ 1448956 h 2011700"/>
                <a:gd name="connsiteX273" fmla="*/ 1086029 w 2047916"/>
                <a:gd name="connsiteY273" fmla="*/ 1448956 h 2011700"/>
                <a:gd name="connsiteX274" fmla="*/ 1086899 w 2047916"/>
                <a:gd name="connsiteY274" fmla="*/ 1448086 h 2011700"/>
                <a:gd name="connsiteX275" fmla="*/ 1086899 w 2047916"/>
                <a:gd name="connsiteY275" fmla="*/ 1448019 h 2011700"/>
                <a:gd name="connsiteX276" fmla="*/ 1085560 w 2047916"/>
                <a:gd name="connsiteY276" fmla="*/ 1370397 h 2011700"/>
                <a:gd name="connsiteX277" fmla="*/ 1092793 w 2047916"/>
                <a:gd name="connsiteY277" fmla="*/ 1361222 h 2011700"/>
                <a:gd name="connsiteX278" fmla="*/ 1228680 w 2047916"/>
                <a:gd name="connsiteY278" fmla="*/ 1298469 h 2011700"/>
                <a:gd name="connsiteX279" fmla="*/ 1246395 w 2047916"/>
                <a:gd name="connsiteY279" fmla="*/ 1300732 h 2011700"/>
                <a:gd name="connsiteX280" fmla="*/ 1247098 w 2047916"/>
                <a:gd name="connsiteY280" fmla="*/ 1301750 h 2011700"/>
                <a:gd name="connsiteX281" fmla="*/ 1307976 w 2047916"/>
                <a:gd name="connsiteY281" fmla="*/ 1328137 h 2011700"/>
                <a:gd name="connsiteX282" fmla="*/ 1329742 w 2047916"/>
                <a:gd name="connsiteY282" fmla="*/ 1292307 h 2011700"/>
                <a:gd name="connsiteX283" fmla="*/ 1350571 w 2047916"/>
                <a:gd name="connsiteY283" fmla="*/ 1281257 h 2011700"/>
                <a:gd name="connsiteX284" fmla="*/ 1352044 w 2047916"/>
                <a:gd name="connsiteY284" fmla="*/ 1278042 h 2011700"/>
                <a:gd name="connsiteX285" fmla="*/ 1326795 w 2047916"/>
                <a:gd name="connsiteY285" fmla="*/ 1228616 h 2011700"/>
                <a:gd name="connsiteX286" fmla="*/ 1346016 w 2047916"/>
                <a:gd name="connsiteY286" fmla="*/ 1189236 h 2011700"/>
                <a:gd name="connsiteX287" fmla="*/ 1380441 w 2047916"/>
                <a:gd name="connsiteY287" fmla="*/ 1077861 h 2011700"/>
                <a:gd name="connsiteX288" fmla="*/ 1388076 w 2047916"/>
                <a:gd name="connsiteY288" fmla="*/ 1071565 h 2011700"/>
                <a:gd name="connsiteX289" fmla="*/ 1463487 w 2047916"/>
                <a:gd name="connsiteY289" fmla="*/ 1075383 h 2011700"/>
                <a:gd name="connsiteX290" fmla="*/ 1470043 w 2047916"/>
                <a:gd name="connsiteY290" fmla="*/ 1069436 h 2011700"/>
                <a:gd name="connsiteX291" fmla="*/ 1470050 w 2047916"/>
                <a:gd name="connsiteY291" fmla="*/ 1069020 h 2011700"/>
                <a:gd name="connsiteX292" fmla="*/ 1468108 w 2047916"/>
                <a:gd name="connsiteY292" fmla="*/ 959118 h 2011700"/>
                <a:gd name="connsiteX293" fmla="*/ 1459803 w 2047916"/>
                <a:gd name="connsiteY293" fmla="*/ 951015 h 2011700"/>
                <a:gd name="connsiteX294" fmla="*/ 1389549 w 2047916"/>
                <a:gd name="connsiteY294" fmla="*/ 951015 h 2011700"/>
                <a:gd name="connsiteX295" fmla="*/ 1383789 w 2047916"/>
                <a:gd name="connsiteY295" fmla="*/ 945590 h 2011700"/>
                <a:gd name="connsiteX296" fmla="*/ 1960424 w 2047916"/>
                <a:gd name="connsiteY296" fmla="*/ 1033277 h 2011700"/>
                <a:gd name="connsiteX297" fmla="*/ 1959057 w 2047916"/>
                <a:gd name="connsiteY297" fmla="*/ 973149 h 2011700"/>
                <a:gd name="connsiteX298" fmla="*/ 1950632 w 2047916"/>
                <a:gd name="connsiteY298" fmla="*/ 965099 h 2011700"/>
                <a:gd name="connsiteX299" fmla="*/ 1890504 w 2047916"/>
                <a:gd name="connsiteY299" fmla="*/ 966465 h 2011700"/>
                <a:gd name="connsiteX300" fmla="*/ 1890504 w 2047916"/>
                <a:gd name="connsiteY300" fmla="*/ 966465 h 2011700"/>
                <a:gd name="connsiteX301" fmla="*/ 1880325 w 2047916"/>
                <a:gd name="connsiteY301" fmla="*/ 977114 h 2011700"/>
                <a:gd name="connsiteX302" fmla="*/ 1881691 w 2047916"/>
                <a:gd name="connsiteY302" fmla="*/ 1037242 h 2011700"/>
                <a:gd name="connsiteX303" fmla="*/ 1890116 w 2047916"/>
                <a:gd name="connsiteY303" fmla="*/ 1045292 h 2011700"/>
                <a:gd name="connsiteX304" fmla="*/ 1950244 w 2047916"/>
                <a:gd name="connsiteY304" fmla="*/ 1043926 h 2011700"/>
                <a:gd name="connsiteX305" fmla="*/ 1950244 w 2047916"/>
                <a:gd name="connsiteY305" fmla="*/ 1043926 h 2011700"/>
                <a:gd name="connsiteX306" fmla="*/ 1960424 w 2047916"/>
                <a:gd name="connsiteY306" fmla="*/ 1033277 h 2011700"/>
                <a:gd name="connsiteX307" fmla="*/ 149751 w 2047916"/>
                <a:gd name="connsiteY307" fmla="*/ 1046209 h 2011700"/>
                <a:gd name="connsiteX308" fmla="*/ 163125 w 2047916"/>
                <a:gd name="connsiteY308" fmla="*/ 978313 h 2011700"/>
                <a:gd name="connsiteX309" fmla="*/ 95771 w 2047916"/>
                <a:gd name="connsiteY309" fmla="*/ 962440 h 2011700"/>
                <a:gd name="connsiteX310" fmla="*/ 82396 w 2047916"/>
                <a:gd name="connsiteY310" fmla="*/ 1030337 h 2011700"/>
                <a:gd name="connsiteX311" fmla="*/ 149751 w 2047916"/>
                <a:gd name="connsiteY311" fmla="*/ 1046209 h 2011700"/>
                <a:gd name="connsiteX312" fmla="*/ 273717 w 2047916"/>
                <a:gd name="connsiteY312" fmla="*/ 1505280 h 2011700"/>
                <a:gd name="connsiteX313" fmla="*/ 274789 w 2047916"/>
                <a:gd name="connsiteY313" fmla="*/ 1721602 h 2011700"/>
                <a:gd name="connsiteX314" fmla="*/ 276597 w 2047916"/>
                <a:gd name="connsiteY314" fmla="*/ 1723410 h 2011700"/>
                <a:gd name="connsiteX315" fmla="*/ 276664 w 2047916"/>
                <a:gd name="connsiteY315" fmla="*/ 1723410 h 2011700"/>
                <a:gd name="connsiteX316" fmla="*/ 484480 w 2047916"/>
                <a:gd name="connsiteY316" fmla="*/ 1722339 h 2011700"/>
                <a:gd name="connsiteX317" fmla="*/ 486423 w 2047916"/>
                <a:gd name="connsiteY317" fmla="*/ 1720329 h 2011700"/>
                <a:gd name="connsiteX318" fmla="*/ 485351 w 2047916"/>
                <a:gd name="connsiteY318" fmla="*/ 1504409 h 2011700"/>
                <a:gd name="connsiteX319" fmla="*/ 483342 w 2047916"/>
                <a:gd name="connsiteY319" fmla="*/ 1502400 h 2011700"/>
                <a:gd name="connsiteX320" fmla="*/ 483275 w 2047916"/>
                <a:gd name="connsiteY320" fmla="*/ 1502400 h 2011700"/>
                <a:gd name="connsiteX321" fmla="*/ 275459 w 2047916"/>
                <a:gd name="connsiteY321" fmla="*/ 1503472 h 2011700"/>
                <a:gd name="connsiteX322" fmla="*/ 273717 w 2047916"/>
                <a:gd name="connsiteY322" fmla="*/ 1505280 h 2011700"/>
                <a:gd name="connsiteX323" fmla="*/ 1768373 w 2047916"/>
                <a:gd name="connsiteY323" fmla="*/ 1505347 h 2011700"/>
                <a:gd name="connsiteX324" fmla="*/ 1766571 w 2047916"/>
                <a:gd name="connsiteY324" fmla="*/ 1503532 h 2011700"/>
                <a:gd name="connsiteX325" fmla="*/ 1766571 w 2047916"/>
                <a:gd name="connsiteY325" fmla="*/ 1503532 h 2011700"/>
                <a:gd name="connsiteX326" fmla="*/ 1565787 w 2047916"/>
                <a:gd name="connsiteY326" fmla="*/ 1502481 h 2011700"/>
                <a:gd name="connsiteX327" fmla="*/ 1563972 w 2047916"/>
                <a:gd name="connsiteY327" fmla="*/ 1504276 h 2011700"/>
                <a:gd name="connsiteX328" fmla="*/ 1563972 w 2047916"/>
                <a:gd name="connsiteY328" fmla="*/ 1504276 h 2011700"/>
                <a:gd name="connsiteX329" fmla="*/ 1562854 w 2047916"/>
                <a:gd name="connsiteY329" fmla="*/ 1718320 h 2011700"/>
                <a:gd name="connsiteX330" fmla="*/ 1564649 w 2047916"/>
                <a:gd name="connsiteY330" fmla="*/ 1720135 h 2011700"/>
                <a:gd name="connsiteX331" fmla="*/ 1564649 w 2047916"/>
                <a:gd name="connsiteY331" fmla="*/ 1720135 h 2011700"/>
                <a:gd name="connsiteX332" fmla="*/ 1765433 w 2047916"/>
                <a:gd name="connsiteY332" fmla="*/ 1721187 h 2011700"/>
                <a:gd name="connsiteX333" fmla="*/ 1767248 w 2047916"/>
                <a:gd name="connsiteY333" fmla="*/ 1719392 h 2011700"/>
                <a:gd name="connsiteX334" fmla="*/ 1767248 w 2047916"/>
                <a:gd name="connsiteY334" fmla="*/ 1719392 h 2011700"/>
                <a:gd name="connsiteX335" fmla="*/ 1768373 w 2047916"/>
                <a:gd name="connsiteY335" fmla="*/ 1505347 h 2011700"/>
                <a:gd name="connsiteX336" fmla="*/ 1079171 w 2047916"/>
                <a:gd name="connsiteY336" fmla="*/ 1874956 h 2011700"/>
                <a:gd name="connsiteX337" fmla="*/ 1022673 w 2047916"/>
                <a:gd name="connsiteY337" fmla="*/ 1832120 h 2011700"/>
                <a:gd name="connsiteX338" fmla="*/ 977827 w 2047916"/>
                <a:gd name="connsiteY338" fmla="*/ 1887038 h 2011700"/>
                <a:gd name="connsiteX339" fmla="*/ 1034326 w 2047916"/>
                <a:gd name="connsiteY339" fmla="*/ 1929873 h 2011700"/>
                <a:gd name="connsiteX340" fmla="*/ 1079171 w 2047916"/>
                <a:gd name="connsiteY340" fmla="*/ 1874956 h 201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2047916" h="2011700">
                  <a:moveTo>
                    <a:pt x="1374949" y="1281725"/>
                  </a:moveTo>
                  <a:cubicBezTo>
                    <a:pt x="1368164" y="1282308"/>
                    <a:pt x="1367850" y="1284050"/>
                    <a:pt x="1374011" y="1286949"/>
                  </a:cubicBezTo>
                  <a:cubicBezTo>
                    <a:pt x="1380755" y="1290117"/>
                    <a:pt x="1386803" y="1294430"/>
                    <a:pt x="1392161" y="1299875"/>
                  </a:cubicBezTo>
                  <a:cubicBezTo>
                    <a:pt x="1436718" y="1344834"/>
                    <a:pt x="1480029" y="1390134"/>
                    <a:pt x="1522088" y="1435763"/>
                  </a:cubicBezTo>
                  <a:cubicBezTo>
                    <a:pt x="1524184" y="1438040"/>
                    <a:pt x="1526555" y="1437725"/>
                    <a:pt x="1529187" y="1434825"/>
                  </a:cubicBezTo>
                  <a:cubicBezTo>
                    <a:pt x="1530627" y="1433298"/>
                    <a:pt x="1532489" y="1432206"/>
                    <a:pt x="1534545" y="1431677"/>
                  </a:cubicBezTo>
                  <a:cubicBezTo>
                    <a:pt x="1540257" y="1430291"/>
                    <a:pt x="1546647" y="1429554"/>
                    <a:pt x="1553699" y="1429467"/>
                  </a:cubicBezTo>
                  <a:cubicBezTo>
                    <a:pt x="1606252" y="1428617"/>
                    <a:pt x="1671169" y="1427907"/>
                    <a:pt x="1748455" y="1427324"/>
                  </a:cubicBezTo>
                  <a:cubicBezTo>
                    <a:pt x="1784620" y="1427056"/>
                    <a:pt x="1805469" y="1427659"/>
                    <a:pt x="1811008" y="1429132"/>
                  </a:cubicBezTo>
                  <a:cubicBezTo>
                    <a:pt x="1850053" y="1439513"/>
                    <a:pt x="1848378" y="1476549"/>
                    <a:pt x="1849651" y="1515326"/>
                  </a:cubicBezTo>
                  <a:cubicBezTo>
                    <a:pt x="1851928" y="1581810"/>
                    <a:pt x="1850368" y="1650189"/>
                    <a:pt x="1844963" y="1720463"/>
                  </a:cubicBezTo>
                  <a:cubicBezTo>
                    <a:pt x="1844206" y="1730288"/>
                    <a:pt x="1838915" y="1740066"/>
                    <a:pt x="1829090" y="1749797"/>
                  </a:cubicBezTo>
                  <a:cubicBezTo>
                    <a:pt x="1811322" y="1767391"/>
                    <a:pt x="1796562" y="1782433"/>
                    <a:pt x="1784821" y="1794937"/>
                  </a:cubicBezTo>
                  <a:cubicBezTo>
                    <a:pt x="1781446" y="1798574"/>
                    <a:pt x="1776698" y="1800656"/>
                    <a:pt x="1771695" y="1800696"/>
                  </a:cubicBezTo>
                  <a:cubicBezTo>
                    <a:pt x="1695031" y="1801634"/>
                    <a:pt x="1615668" y="1803021"/>
                    <a:pt x="1533607" y="1804849"/>
                  </a:cubicBezTo>
                  <a:cubicBezTo>
                    <a:pt x="1521686" y="1805117"/>
                    <a:pt x="1510970" y="1806322"/>
                    <a:pt x="1503737" y="1799558"/>
                  </a:cubicBezTo>
                  <a:cubicBezTo>
                    <a:pt x="1490657" y="1787369"/>
                    <a:pt x="1483933" y="1775046"/>
                    <a:pt x="1483579" y="1762589"/>
                  </a:cubicBezTo>
                  <a:cubicBezTo>
                    <a:pt x="1480719" y="1653960"/>
                    <a:pt x="1480116" y="1567143"/>
                    <a:pt x="1481770" y="1502133"/>
                  </a:cubicBezTo>
                  <a:cubicBezTo>
                    <a:pt x="1481857" y="1498650"/>
                    <a:pt x="1480545" y="1495817"/>
                    <a:pt x="1477819" y="1493627"/>
                  </a:cubicBezTo>
                  <a:cubicBezTo>
                    <a:pt x="1459937" y="1479362"/>
                    <a:pt x="1429330" y="1455252"/>
                    <a:pt x="1407297" y="1430673"/>
                  </a:cubicBezTo>
                  <a:cubicBezTo>
                    <a:pt x="1391578" y="1413173"/>
                    <a:pt x="1377943" y="1398707"/>
                    <a:pt x="1366376" y="1387274"/>
                  </a:cubicBezTo>
                  <a:cubicBezTo>
                    <a:pt x="1362880" y="1383866"/>
                    <a:pt x="1357301" y="1383919"/>
                    <a:pt x="1353913" y="1387381"/>
                  </a:cubicBezTo>
                  <a:cubicBezTo>
                    <a:pt x="1353484" y="1387817"/>
                    <a:pt x="1353109" y="1388299"/>
                    <a:pt x="1352781" y="1388815"/>
                  </a:cubicBezTo>
                  <a:cubicBezTo>
                    <a:pt x="1336574" y="1414130"/>
                    <a:pt x="1303020" y="1478357"/>
                    <a:pt x="1264243" y="1447550"/>
                  </a:cubicBezTo>
                  <a:cubicBezTo>
                    <a:pt x="1250895" y="1436968"/>
                    <a:pt x="1238747" y="1425315"/>
                    <a:pt x="1227810" y="1412590"/>
                  </a:cubicBezTo>
                  <a:cubicBezTo>
                    <a:pt x="1226069" y="1410534"/>
                    <a:pt x="1223838" y="1409576"/>
                    <a:pt x="1221113" y="1409710"/>
                  </a:cubicBezTo>
                  <a:lnTo>
                    <a:pt x="1180125" y="1411653"/>
                  </a:lnTo>
                  <a:cubicBezTo>
                    <a:pt x="1175926" y="1411874"/>
                    <a:pt x="1173810" y="1414083"/>
                    <a:pt x="1173763" y="1418283"/>
                  </a:cubicBezTo>
                  <a:cubicBezTo>
                    <a:pt x="1173582" y="1441636"/>
                    <a:pt x="1175056" y="1465365"/>
                    <a:pt x="1178183" y="1489475"/>
                  </a:cubicBezTo>
                  <a:cubicBezTo>
                    <a:pt x="1179523" y="1499742"/>
                    <a:pt x="1175323" y="1515413"/>
                    <a:pt x="1165592" y="1536490"/>
                  </a:cubicBezTo>
                  <a:cubicBezTo>
                    <a:pt x="1164889" y="1537943"/>
                    <a:pt x="1163476" y="1538887"/>
                    <a:pt x="1161909" y="1538968"/>
                  </a:cubicBezTo>
                  <a:lnTo>
                    <a:pt x="1072969" y="1543187"/>
                  </a:lnTo>
                  <a:cubicBezTo>
                    <a:pt x="1069031" y="1543368"/>
                    <a:pt x="1065930" y="1546609"/>
                    <a:pt x="1065937" y="1550554"/>
                  </a:cubicBezTo>
                  <a:lnTo>
                    <a:pt x="1065937" y="1755222"/>
                  </a:lnTo>
                  <a:cubicBezTo>
                    <a:pt x="1065924" y="1759234"/>
                    <a:pt x="1068763" y="1762690"/>
                    <a:pt x="1072701" y="1763460"/>
                  </a:cubicBezTo>
                  <a:cubicBezTo>
                    <a:pt x="1081053" y="1765114"/>
                    <a:pt x="1088821" y="1768463"/>
                    <a:pt x="1096007" y="1773506"/>
                  </a:cubicBezTo>
                  <a:cubicBezTo>
                    <a:pt x="1187225" y="1837264"/>
                    <a:pt x="1170816" y="1954801"/>
                    <a:pt x="1074108" y="2000811"/>
                  </a:cubicBezTo>
                  <a:cubicBezTo>
                    <a:pt x="1038076" y="2017889"/>
                    <a:pt x="1004523" y="2013469"/>
                    <a:pt x="970099" y="1997328"/>
                  </a:cubicBezTo>
                  <a:cubicBezTo>
                    <a:pt x="866492" y="1948706"/>
                    <a:pt x="880289" y="1792325"/>
                    <a:pt x="987378" y="1760111"/>
                  </a:cubicBezTo>
                  <a:cubicBezTo>
                    <a:pt x="988536" y="1759756"/>
                    <a:pt x="989320" y="1758671"/>
                    <a:pt x="989320" y="1757432"/>
                  </a:cubicBezTo>
                  <a:lnTo>
                    <a:pt x="989320" y="1546000"/>
                  </a:lnTo>
                  <a:cubicBezTo>
                    <a:pt x="989320" y="1543944"/>
                    <a:pt x="988296" y="1542919"/>
                    <a:pt x="986240" y="1542919"/>
                  </a:cubicBezTo>
                  <a:lnTo>
                    <a:pt x="904868" y="1542919"/>
                  </a:lnTo>
                  <a:cubicBezTo>
                    <a:pt x="890716" y="1542919"/>
                    <a:pt x="883637" y="1535840"/>
                    <a:pt x="883637" y="1521689"/>
                  </a:cubicBezTo>
                  <a:lnTo>
                    <a:pt x="883637" y="1429132"/>
                  </a:lnTo>
                  <a:cubicBezTo>
                    <a:pt x="883637" y="1425516"/>
                    <a:pt x="881595" y="1422201"/>
                    <a:pt x="878346" y="1420560"/>
                  </a:cubicBezTo>
                  <a:lnTo>
                    <a:pt x="838632" y="1400602"/>
                  </a:lnTo>
                  <a:cubicBezTo>
                    <a:pt x="835223" y="1398914"/>
                    <a:pt x="831084" y="1400214"/>
                    <a:pt x="829256" y="1403549"/>
                  </a:cubicBezTo>
                  <a:cubicBezTo>
                    <a:pt x="818406" y="1423286"/>
                    <a:pt x="804228" y="1439024"/>
                    <a:pt x="786728" y="1450764"/>
                  </a:cubicBezTo>
                  <a:cubicBezTo>
                    <a:pt x="760207" y="1468512"/>
                    <a:pt x="704418" y="1410514"/>
                    <a:pt x="684527" y="1390757"/>
                  </a:cubicBezTo>
                  <a:cubicBezTo>
                    <a:pt x="682338" y="1388607"/>
                    <a:pt x="678815" y="1388634"/>
                    <a:pt x="676665" y="1390831"/>
                  </a:cubicBezTo>
                  <a:cubicBezTo>
                    <a:pt x="676484" y="1391018"/>
                    <a:pt x="676310" y="1391212"/>
                    <a:pt x="676156" y="1391427"/>
                  </a:cubicBezTo>
                  <a:cubicBezTo>
                    <a:pt x="664817" y="1406917"/>
                    <a:pt x="652736" y="1420158"/>
                    <a:pt x="639924" y="1431141"/>
                  </a:cubicBezTo>
                  <a:cubicBezTo>
                    <a:pt x="613985" y="1453423"/>
                    <a:pt x="590813" y="1475524"/>
                    <a:pt x="570406" y="1497444"/>
                  </a:cubicBezTo>
                  <a:cubicBezTo>
                    <a:pt x="568846" y="1499186"/>
                    <a:pt x="568015" y="1501215"/>
                    <a:pt x="567928" y="1503539"/>
                  </a:cubicBezTo>
                  <a:cubicBezTo>
                    <a:pt x="565203" y="1597569"/>
                    <a:pt x="565162" y="1679389"/>
                    <a:pt x="567794" y="1748994"/>
                  </a:cubicBezTo>
                  <a:cubicBezTo>
                    <a:pt x="568283" y="1762301"/>
                    <a:pt x="564024" y="1776004"/>
                    <a:pt x="555003" y="1790115"/>
                  </a:cubicBezTo>
                  <a:cubicBezTo>
                    <a:pt x="547903" y="1801299"/>
                    <a:pt x="544220" y="1804380"/>
                    <a:pt x="530022" y="1804246"/>
                  </a:cubicBezTo>
                  <a:cubicBezTo>
                    <a:pt x="460993" y="1803443"/>
                    <a:pt x="375717" y="1803824"/>
                    <a:pt x="274186" y="1805385"/>
                  </a:cubicBezTo>
                  <a:cubicBezTo>
                    <a:pt x="270181" y="1805432"/>
                    <a:pt x="266337" y="1803777"/>
                    <a:pt x="263604" y="1800831"/>
                  </a:cubicBezTo>
                  <a:lnTo>
                    <a:pt x="206276" y="1737943"/>
                  </a:lnTo>
                  <a:cubicBezTo>
                    <a:pt x="201989" y="1733275"/>
                    <a:pt x="199478" y="1727255"/>
                    <a:pt x="199177" y="1720932"/>
                  </a:cubicBezTo>
                  <a:cubicBezTo>
                    <a:pt x="196317" y="1657931"/>
                    <a:pt x="194134" y="1578568"/>
                    <a:pt x="192614" y="1482844"/>
                  </a:cubicBezTo>
                  <a:cubicBezTo>
                    <a:pt x="192345" y="1466637"/>
                    <a:pt x="194803" y="1454629"/>
                    <a:pt x="199980" y="1446813"/>
                  </a:cubicBezTo>
                  <a:cubicBezTo>
                    <a:pt x="208774" y="1433640"/>
                    <a:pt x="220963" y="1427210"/>
                    <a:pt x="236548" y="1427525"/>
                  </a:cubicBezTo>
                  <a:cubicBezTo>
                    <a:pt x="314685" y="1429085"/>
                    <a:pt x="398240" y="1428309"/>
                    <a:pt x="487226" y="1425181"/>
                  </a:cubicBezTo>
                  <a:cubicBezTo>
                    <a:pt x="494995" y="1424913"/>
                    <a:pt x="514149" y="1424444"/>
                    <a:pt x="517565" y="1433686"/>
                  </a:cubicBezTo>
                  <a:cubicBezTo>
                    <a:pt x="518971" y="1437544"/>
                    <a:pt x="523244" y="1439526"/>
                    <a:pt x="527102" y="1438120"/>
                  </a:cubicBezTo>
                  <a:cubicBezTo>
                    <a:pt x="528213" y="1437712"/>
                    <a:pt x="529218" y="1437042"/>
                    <a:pt x="530022" y="1436164"/>
                  </a:cubicBezTo>
                  <a:lnTo>
                    <a:pt x="649300" y="1306171"/>
                  </a:lnTo>
                  <a:cubicBezTo>
                    <a:pt x="654678" y="1300310"/>
                    <a:pt x="654263" y="1291182"/>
                    <a:pt x="648376" y="1285784"/>
                  </a:cubicBezTo>
                  <a:cubicBezTo>
                    <a:pt x="648135" y="1285563"/>
                    <a:pt x="647880" y="1285349"/>
                    <a:pt x="647626" y="1285141"/>
                  </a:cubicBezTo>
                  <a:cubicBezTo>
                    <a:pt x="631418" y="1272282"/>
                    <a:pt x="619182" y="1254467"/>
                    <a:pt x="610925" y="1231697"/>
                  </a:cubicBezTo>
                  <a:cubicBezTo>
                    <a:pt x="599091" y="1198967"/>
                    <a:pt x="591657" y="1177429"/>
                    <a:pt x="588623" y="1167068"/>
                  </a:cubicBezTo>
                  <a:cubicBezTo>
                    <a:pt x="587886" y="1164604"/>
                    <a:pt x="585529" y="1162970"/>
                    <a:pt x="582930" y="1163117"/>
                  </a:cubicBezTo>
                  <a:cubicBezTo>
                    <a:pt x="579715" y="1163338"/>
                    <a:pt x="576588" y="1165327"/>
                    <a:pt x="573554" y="1169077"/>
                  </a:cubicBezTo>
                  <a:cubicBezTo>
                    <a:pt x="571103" y="1172071"/>
                    <a:pt x="566763" y="1172687"/>
                    <a:pt x="563575" y="1170484"/>
                  </a:cubicBezTo>
                  <a:cubicBezTo>
                    <a:pt x="550803" y="1161556"/>
                    <a:pt x="535560" y="1155328"/>
                    <a:pt x="517833" y="1151799"/>
                  </a:cubicBezTo>
                  <a:cubicBezTo>
                    <a:pt x="499301" y="1148095"/>
                    <a:pt x="489992" y="1136843"/>
                    <a:pt x="489905" y="1118044"/>
                  </a:cubicBezTo>
                  <a:cubicBezTo>
                    <a:pt x="489858" y="1108581"/>
                    <a:pt x="489858" y="1086031"/>
                    <a:pt x="489905" y="1050402"/>
                  </a:cubicBezTo>
                  <a:cubicBezTo>
                    <a:pt x="489952" y="1045895"/>
                    <a:pt x="487695" y="1043638"/>
                    <a:pt x="483141" y="1043638"/>
                  </a:cubicBezTo>
                  <a:lnTo>
                    <a:pt x="254362" y="1043638"/>
                  </a:lnTo>
                  <a:cubicBezTo>
                    <a:pt x="250163" y="1043638"/>
                    <a:pt x="247330" y="1045600"/>
                    <a:pt x="245856" y="1049531"/>
                  </a:cubicBezTo>
                  <a:cubicBezTo>
                    <a:pt x="226388" y="1101187"/>
                    <a:pt x="190651" y="1129584"/>
                    <a:pt x="138634" y="1134721"/>
                  </a:cubicBezTo>
                  <a:cubicBezTo>
                    <a:pt x="105549" y="1137982"/>
                    <a:pt x="75726" y="1129209"/>
                    <a:pt x="49158" y="1108400"/>
                  </a:cubicBezTo>
                  <a:cubicBezTo>
                    <a:pt x="-30272" y="1046049"/>
                    <a:pt x="-9309" y="924694"/>
                    <a:pt x="82309" y="886989"/>
                  </a:cubicBezTo>
                  <a:cubicBezTo>
                    <a:pt x="117604" y="872456"/>
                    <a:pt x="153702" y="880157"/>
                    <a:pt x="186653" y="898106"/>
                  </a:cubicBezTo>
                  <a:cubicBezTo>
                    <a:pt x="213087" y="912525"/>
                    <a:pt x="230721" y="934539"/>
                    <a:pt x="239561" y="964141"/>
                  </a:cubicBezTo>
                  <a:cubicBezTo>
                    <a:pt x="240546" y="967517"/>
                    <a:pt x="243653" y="969834"/>
                    <a:pt x="247196" y="969834"/>
                  </a:cubicBezTo>
                  <a:lnTo>
                    <a:pt x="492115" y="969834"/>
                  </a:lnTo>
                  <a:cubicBezTo>
                    <a:pt x="493542" y="969834"/>
                    <a:pt x="494238" y="969117"/>
                    <a:pt x="494191" y="967691"/>
                  </a:cubicBezTo>
                  <a:cubicBezTo>
                    <a:pt x="493742" y="958495"/>
                    <a:pt x="492403" y="938758"/>
                    <a:pt x="490173" y="908487"/>
                  </a:cubicBezTo>
                  <a:cubicBezTo>
                    <a:pt x="489416" y="897637"/>
                    <a:pt x="492899" y="890806"/>
                    <a:pt x="500621" y="887993"/>
                  </a:cubicBezTo>
                  <a:cubicBezTo>
                    <a:pt x="520244" y="880894"/>
                    <a:pt x="554400" y="886587"/>
                    <a:pt x="573688" y="894088"/>
                  </a:cubicBezTo>
                  <a:cubicBezTo>
                    <a:pt x="576293" y="895139"/>
                    <a:pt x="579260" y="893880"/>
                    <a:pt x="580311" y="891268"/>
                  </a:cubicBezTo>
                  <a:cubicBezTo>
                    <a:pt x="580747" y="890183"/>
                    <a:pt x="580800" y="888978"/>
                    <a:pt x="580452" y="887859"/>
                  </a:cubicBezTo>
                  <a:cubicBezTo>
                    <a:pt x="574425" y="867701"/>
                    <a:pt x="555538" y="860133"/>
                    <a:pt x="536853" y="851694"/>
                  </a:cubicBezTo>
                  <a:cubicBezTo>
                    <a:pt x="533491" y="850154"/>
                    <a:pt x="531180" y="846979"/>
                    <a:pt x="530758" y="843322"/>
                  </a:cubicBezTo>
                  <a:cubicBezTo>
                    <a:pt x="528213" y="819969"/>
                    <a:pt x="529533" y="798404"/>
                    <a:pt x="534710" y="778627"/>
                  </a:cubicBezTo>
                  <a:cubicBezTo>
                    <a:pt x="536712" y="771026"/>
                    <a:pt x="544401" y="766398"/>
                    <a:pt x="552056" y="768179"/>
                  </a:cubicBezTo>
                  <a:lnTo>
                    <a:pt x="611662" y="781975"/>
                  </a:lnTo>
                  <a:cubicBezTo>
                    <a:pt x="613222" y="782330"/>
                    <a:pt x="614360" y="781795"/>
                    <a:pt x="615077" y="780368"/>
                  </a:cubicBezTo>
                  <a:lnTo>
                    <a:pt x="648362" y="714132"/>
                  </a:lnTo>
                  <a:cubicBezTo>
                    <a:pt x="650646" y="709585"/>
                    <a:pt x="649347" y="704060"/>
                    <a:pt x="645282" y="701006"/>
                  </a:cubicBezTo>
                  <a:cubicBezTo>
                    <a:pt x="603136" y="669080"/>
                    <a:pt x="566274" y="632673"/>
                    <a:pt x="534710" y="591773"/>
                  </a:cubicBezTo>
                  <a:cubicBezTo>
                    <a:pt x="532841" y="589389"/>
                    <a:pt x="529727" y="588358"/>
                    <a:pt x="526807" y="589161"/>
                  </a:cubicBezTo>
                  <a:cubicBezTo>
                    <a:pt x="511203" y="593447"/>
                    <a:pt x="500956" y="596997"/>
                    <a:pt x="486288" y="596930"/>
                  </a:cubicBezTo>
                  <a:cubicBezTo>
                    <a:pt x="382166" y="596481"/>
                    <a:pt x="311577" y="596595"/>
                    <a:pt x="274521" y="597265"/>
                  </a:cubicBezTo>
                  <a:cubicBezTo>
                    <a:pt x="242776" y="597801"/>
                    <a:pt x="218532" y="598337"/>
                    <a:pt x="199980" y="571615"/>
                  </a:cubicBezTo>
                  <a:cubicBezTo>
                    <a:pt x="193464" y="562151"/>
                    <a:pt x="190785" y="552373"/>
                    <a:pt x="191944" y="542280"/>
                  </a:cubicBezTo>
                  <a:cubicBezTo>
                    <a:pt x="193196" y="531250"/>
                    <a:pt x="194040" y="509886"/>
                    <a:pt x="194489" y="478188"/>
                  </a:cubicBezTo>
                  <a:cubicBezTo>
                    <a:pt x="194536" y="475957"/>
                    <a:pt x="194067" y="421261"/>
                    <a:pt x="193082" y="314105"/>
                  </a:cubicBezTo>
                  <a:cubicBezTo>
                    <a:pt x="192901" y="294281"/>
                    <a:pt x="197750" y="279861"/>
                    <a:pt x="207615" y="270840"/>
                  </a:cubicBezTo>
                  <a:cubicBezTo>
                    <a:pt x="222396" y="257399"/>
                    <a:pt x="236882" y="243783"/>
                    <a:pt x="251081" y="229987"/>
                  </a:cubicBezTo>
                  <a:cubicBezTo>
                    <a:pt x="253579" y="227529"/>
                    <a:pt x="256659" y="225587"/>
                    <a:pt x="260323" y="224160"/>
                  </a:cubicBezTo>
                  <a:cubicBezTo>
                    <a:pt x="265634" y="222104"/>
                    <a:pt x="269210" y="221033"/>
                    <a:pt x="271038" y="220946"/>
                  </a:cubicBezTo>
                  <a:cubicBezTo>
                    <a:pt x="363327" y="217061"/>
                    <a:pt x="450612" y="216077"/>
                    <a:pt x="532902" y="217999"/>
                  </a:cubicBezTo>
                  <a:cubicBezTo>
                    <a:pt x="566321" y="218802"/>
                    <a:pt x="564178" y="261464"/>
                    <a:pt x="564914" y="288320"/>
                  </a:cubicBezTo>
                  <a:cubicBezTo>
                    <a:pt x="567058" y="363818"/>
                    <a:pt x="568310" y="440328"/>
                    <a:pt x="568665" y="517835"/>
                  </a:cubicBezTo>
                  <a:cubicBezTo>
                    <a:pt x="568712" y="520333"/>
                    <a:pt x="569670" y="522436"/>
                    <a:pt x="571545" y="524131"/>
                  </a:cubicBezTo>
                  <a:cubicBezTo>
                    <a:pt x="582394" y="533775"/>
                    <a:pt x="595588" y="542749"/>
                    <a:pt x="605366" y="553264"/>
                  </a:cubicBezTo>
                  <a:cubicBezTo>
                    <a:pt x="628003" y="577555"/>
                    <a:pt x="651088" y="603942"/>
                    <a:pt x="674616" y="632426"/>
                  </a:cubicBezTo>
                  <a:cubicBezTo>
                    <a:pt x="675922" y="634033"/>
                    <a:pt x="678279" y="634281"/>
                    <a:pt x="679893" y="632982"/>
                  </a:cubicBezTo>
                  <a:cubicBezTo>
                    <a:pt x="680181" y="632747"/>
                    <a:pt x="680436" y="632466"/>
                    <a:pt x="680643" y="632158"/>
                  </a:cubicBezTo>
                  <a:cubicBezTo>
                    <a:pt x="689973" y="618448"/>
                    <a:pt x="699376" y="605925"/>
                    <a:pt x="708839" y="594586"/>
                  </a:cubicBezTo>
                  <a:cubicBezTo>
                    <a:pt x="731810" y="567127"/>
                    <a:pt x="769047" y="551255"/>
                    <a:pt x="799118" y="576838"/>
                  </a:cubicBezTo>
                  <a:cubicBezTo>
                    <a:pt x="825304" y="599006"/>
                    <a:pt x="838766" y="618361"/>
                    <a:pt x="872989" y="608048"/>
                  </a:cubicBezTo>
                  <a:cubicBezTo>
                    <a:pt x="875031" y="607405"/>
                    <a:pt x="876692" y="605891"/>
                    <a:pt x="877543" y="603895"/>
                  </a:cubicBezTo>
                  <a:cubicBezTo>
                    <a:pt x="881695" y="594251"/>
                    <a:pt x="883323" y="584741"/>
                    <a:pt x="882432" y="575365"/>
                  </a:cubicBezTo>
                  <a:cubicBezTo>
                    <a:pt x="879036" y="538175"/>
                    <a:pt x="879304" y="506564"/>
                    <a:pt x="883236" y="480532"/>
                  </a:cubicBezTo>
                  <a:cubicBezTo>
                    <a:pt x="884032" y="475033"/>
                    <a:pt x="888767" y="470961"/>
                    <a:pt x="894353" y="470955"/>
                  </a:cubicBezTo>
                  <a:lnTo>
                    <a:pt x="985704" y="470955"/>
                  </a:lnTo>
                  <a:cubicBezTo>
                    <a:pt x="987090" y="470955"/>
                    <a:pt x="987780" y="470238"/>
                    <a:pt x="987780" y="468811"/>
                  </a:cubicBezTo>
                  <a:lnTo>
                    <a:pt x="987780" y="263942"/>
                  </a:lnTo>
                  <a:cubicBezTo>
                    <a:pt x="987780" y="259274"/>
                    <a:pt x="984866" y="255095"/>
                    <a:pt x="980480" y="253494"/>
                  </a:cubicBezTo>
                  <a:cubicBezTo>
                    <a:pt x="912101" y="228647"/>
                    <a:pt x="876538" y="145869"/>
                    <a:pt x="906207" y="78495"/>
                  </a:cubicBezTo>
                  <a:cubicBezTo>
                    <a:pt x="929025" y="26611"/>
                    <a:pt x="970923" y="451"/>
                    <a:pt x="1031915" y="3"/>
                  </a:cubicBezTo>
                  <a:cubicBezTo>
                    <a:pt x="1102571" y="-533"/>
                    <a:pt x="1166195" y="75481"/>
                    <a:pt x="1154676" y="146405"/>
                  </a:cubicBezTo>
                  <a:cubicBezTo>
                    <a:pt x="1146324" y="197974"/>
                    <a:pt x="1116990" y="234273"/>
                    <a:pt x="1066674" y="255303"/>
                  </a:cubicBezTo>
                  <a:cubicBezTo>
                    <a:pt x="1062836" y="256910"/>
                    <a:pt x="1061028" y="259770"/>
                    <a:pt x="1061249" y="263875"/>
                  </a:cubicBezTo>
                  <a:cubicBezTo>
                    <a:pt x="1064664" y="334397"/>
                    <a:pt x="1069285" y="401102"/>
                    <a:pt x="1065803" y="467003"/>
                  </a:cubicBezTo>
                  <a:cubicBezTo>
                    <a:pt x="1065669" y="469682"/>
                    <a:pt x="1066942" y="471021"/>
                    <a:pt x="1069620" y="471021"/>
                  </a:cubicBezTo>
                  <a:lnTo>
                    <a:pt x="1162645" y="471021"/>
                  </a:lnTo>
                  <a:cubicBezTo>
                    <a:pt x="1169115" y="471015"/>
                    <a:pt x="1174446" y="476051"/>
                    <a:pt x="1174767" y="482474"/>
                  </a:cubicBezTo>
                  <a:lnTo>
                    <a:pt x="1180058" y="594653"/>
                  </a:lnTo>
                  <a:cubicBezTo>
                    <a:pt x="1180226" y="597606"/>
                    <a:pt x="1181766" y="600292"/>
                    <a:pt x="1184211" y="601886"/>
                  </a:cubicBezTo>
                  <a:lnTo>
                    <a:pt x="1209459" y="618495"/>
                  </a:lnTo>
                  <a:cubicBezTo>
                    <a:pt x="1211556" y="619882"/>
                    <a:pt x="1213524" y="619701"/>
                    <a:pt x="1215353" y="617959"/>
                  </a:cubicBezTo>
                  <a:cubicBezTo>
                    <a:pt x="1236202" y="598357"/>
                    <a:pt x="1251029" y="584359"/>
                    <a:pt x="1259823" y="575968"/>
                  </a:cubicBezTo>
                  <a:cubicBezTo>
                    <a:pt x="1276968" y="559492"/>
                    <a:pt x="1295452" y="558555"/>
                    <a:pt x="1315276" y="573155"/>
                  </a:cubicBezTo>
                  <a:cubicBezTo>
                    <a:pt x="1337913" y="589811"/>
                    <a:pt x="1356913" y="609702"/>
                    <a:pt x="1372270" y="632827"/>
                  </a:cubicBezTo>
                  <a:cubicBezTo>
                    <a:pt x="1373207" y="634254"/>
                    <a:pt x="1374393" y="634214"/>
                    <a:pt x="1375819" y="632694"/>
                  </a:cubicBezTo>
                  <a:lnTo>
                    <a:pt x="1476412" y="528551"/>
                  </a:lnTo>
                  <a:cubicBezTo>
                    <a:pt x="1478469" y="526408"/>
                    <a:pt x="1479473" y="524754"/>
                    <a:pt x="1479426" y="523595"/>
                  </a:cubicBezTo>
                  <a:cubicBezTo>
                    <a:pt x="1477819" y="456622"/>
                    <a:pt x="1477082" y="377909"/>
                    <a:pt x="1477216" y="287449"/>
                  </a:cubicBezTo>
                  <a:cubicBezTo>
                    <a:pt x="1477263" y="261330"/>
                    <a:pt x="1477665" y="246710"/>
                    <a:pt x="1478422" y="243582"/>
                  </a:cubicBezTo>
                  <a:cubicBezTo>
                    <a:pt x="1485655" y="214851"/>
                    <a:pt x="1512577" y="218334"/>
                    <a:pt x="1540706" y="218601"/>
                  </a:cubicBezTo>
                  <a:cubicBezTo>
                    <a:pt x="1608034" y="219224"/>
                    <a:pt x="1681014" y="220457"/>
                    <a:pt x="1759640" y="222285"/>
                  </a:cubicBezTo>
                  <a:cubicBezTo>
                    <a:pt x="1775847" y="222687"/>
                    <a:pt x="1786918" y="225413"/>
                    <a:pt x="1792858" y="230456"/>
                  </a:cubicBezTo>
                  <a:cubicBezTo>
                    <a:pt x="1806299" y="241888"/>
                    <a:pt x="1820029" y="254251"/>
                    <a:pt x="1834046" y="267558"/>
                  </a:cubicBezTo>
                  <a:cubicBezTo>
                    <a:pt x="1844561" y="277470"/>
                    <a:pt x="1845766" y="290731"/>
                    <a:pt x="1846101" y="301514"/>
                  </a:cubicBezTo>
                  <a:cubicBezTo>
                    <a:pt x="1849631" y="411838"/>
                    <a:pt x="1851613" y="488615"/>
                    <a:pt x="1852062" y="531833"/>
                  </a:cubicBezTo>
                  <a:cubicBezTo>
                    <a:pt x="1852330" y="555454"/>
                    <a:pt x="1843777" y="573108"/>
                    <a:pt x="1826411" y="584808"/>
                  </a:cubicBezTo>
                  <a:cubicBezTo>
                    <a:pt x="1816948" y="591190"/>
                    <a:pt x="1801966" y="594432"/>
                    <a:pt x="1781473" y="594519"/>
                  </a:cubicBezTo>
                  <a:cubicBezTo>
                    <a:pt x="1698474" y="594921"/>
                    <a:pt x="1619466" y="596147"/>
                    <a:pt x="1544456" y="598203"/>
                  </a:cubicBezTo>
                  <a:cubicBezTo>
                    <a:pt x="1526173" y="598671"/>
                    <a:pt x="1522958" y="587286"/>
                    <a:pt x="1505880" y="606105"/>
                  </a:cubicBezTo>
                  <a:cubicBezTo>
                    <a:pt x="1459180" y="657319"/>
                    <a:pt x="1433396" y="685669"/>
                    <a:pt x="1428527" y="691161"/>
                  </a:cubicBezTo>
                  <a:cubicBezTo>
                    <a:pt x="1421247" y="699378"/>
                    <a:pt x="1412031" y="704575"/>
                    <a:pt x="1400867" y="706765"/>
                  </a:cubicBezTo>
                  <a:cubicBezTo>
                    <a:pt x="1399307" y="707067"/>
                    <a:pt x="1398282" y="708573"/>
                    <a:pt x="1398583" y="710134"/>
                  </a:cubicBezTo>
                  <a:cubicBezTo>
                    <a:pt x="1398644" y="710455"/>
                    <a:pt x="1398757" y="710770"/>
                    <a:pt x="1398925" y="711051"/>
                  </a:cubicBezTo>
                  <a:lnTo>
                    <a:pt x="1438908" y="780234"/>
                  </a:lnTo>
                  <a:cubicBezTo>
                    <a:pt x="1440857" y="783623"/>
                    <a:pt x="1444928" y="785183"/>
                    <a:pt x="1448686" y="783985"/>
                  </a:cubicBezTo>
                  <a:cubicBezTo>
                    <a:pt x="1475944" y="775211"/>
                    <a:pt x="1516529" y="763826"/>
                    <a:pt x="1516529" y="809434"/>
                  </a:cubicBezTo>
                  <a:cubicBezTo>
                    <a:pt x="1516596" y="836893"/>
                    <a:pt x="1520748" y="851426"/>
                    <a:pt x="1495432" y="862075"/>
                  </a:cubicBezTo>
                  <a:cubicBezTo>
                    <a:pt x="1486592" y="865825"/>
                    <a:pt x="1479607" y="869757"/>
                    <a:pt x="1474470" y="873862"/>
                  </a:cubicBezTo>
                  <a:cubicBezTo>
                    <a:pt x="1466614" y="880204"/>
                    <a:pt x="1467706" y="883774"/>
                    <a:pt x="1477752" y="884578"/>
                  </a:cubicBezTo>
                  <a:cubicBezTo>
                    <a:pt x="1489318" y="885562"/>
                    <a:pt x="1504855" y="889085"/>
                    <a:pt x="1524365" y="895159"/>
                  </a:cubicBezTo>
                  <a:cubicBezTo>
                    <a:pt x="1548408" y="902593"/>
                    <a:pt x="1546265" y="944719"/>
                    <a:pt x="1547805" y="963405"/>
                  </a:cubicBezTo>
                  <a:cubicBezTo>
                    <a:pt x="1548153" y="967135"/>
                    <a:pt x="1551261" y="969981"/>
                    <a:pt x="1554971" y="969968"/>
                  </a:cubicBezTo>
                  <a:lnTo>
                    <a:pt x="1797479" y="969968"/>
                  </a:lnTo>
                  <a:cubicBezTo>
                    <a:pt x="1800044" y="969974"/>
                    <a:pt x="1802355" y="968474"/>
                    <a:pt x="1803373" y="966150"/>
                  </a:cubicBezTo>
                  <a:cubicBezTo>
                    <a:pt x="1813218" y="944384"/>
                    <a:pt x="1825340" y="921413"/>
                    <a:pt x="1843757" y="907147"/>
                  </a:cubicBezTo>
                  <a:cubicBezTo>
                    <a:pt x="1886037" y="874512"/>
                    <a:pt x="1932248" y="871002"/>
                    <a:pt x="1982391" y="896633"/>
                  </a:cubicBezTo>
                  <a:cubicBezTo>
                    <a:pt x="2032687" y="922350"/>
                    <a:pt x="2061418" y="987916"/>
                    <a:pt x="2041594" y="1041829"/>
                  </a:cubicBezTo>
                  <a:cubicBezTo>
                    <a:pt x="2018288" y="1105253"/>
                    <a:pt x="1957008" y="1142824"/>
                    <a:pt x="1888428" y="1127755"/>
                  </a:cubicBezTo>
                  <a:cubicBezTo>
                    <a:pt x="1842840" y="1117756"/>
                    <a:pt x="1815696" y="1090519"/>
                    <a:pt x="1806989" y="1046049"/>
                  </a:cubicBezTo>
                  <a:cubicBezTo>
                    <a:pt x="1806400" y="1043142"/>
                    <a:pt x="1803828" y="1041073"/>
                    <a:pt x="1800895" y="1041160"/>
                  </a:cubicBezTo>
                  <a:cubicBezTo>
                    <a:pt x="1712939" y="1044194"/>
                    <a:pt x="1632103" y="1042787"/>
                    <a:pt x="1558387" y="1036940"/>
                  </a:cubicBezTo>
                  <a:cubicBezTo>
                    <a:pt x="1555031" y="1036679"/>
                    <a:pt x="1552098" y="1039191"/>
                    <a:pt x="1551844" y="1042546"/>
                  </a:cubicBezTo>
                  <a:cubicBezTo>
                    <a:pt x="1551830" y="1042734"/>
                    <a:pt x="1551823" y="1042914"/>
                    <a:pt x="1551823" y="1043102"/>
                  </a:cubicBezTo>
                  <a:cubicBezTo>
                    <a:pt x="1552226" y="1072657"/>
                    <a:pt x="1552359" y="1095120"/>
                    <a:pt x="1552226" y="1110476"/>
                  </a:cubicBezTo>
                  <a:cubicBezTo>
                    <a:pt x="1551957" y="1137667"/>
                    <a:pt x="1529655" y="1146039"/>
                    <a:pt x="1510434" y="1156822"/>
                  </a:cubicBezTo>
                  <a:cubicBezTo>
                    <a:pt x="1506416" y="1159052"/>
                    <a:pt x="1504253" y="1162447"/>
                    <a:pt x="1503938" y="1167001"/>
                  </a:cubicBezTo>
                  <a:cubicBezTo>
                    <a:pt x="1502110" y="1192538"/>
                    <a:pt x="1492131" y="1210085"/>
                    <a:pt x="1474001" y="1219642"/>
                  </a:cubicBezTo>
                  <a:cubicBezTo>
                    <a:pt x="1472126" y="1220666"/>
                    <a:pt x="1470117" y="1221095"/>
                    <a:pt x="1467974" y="1220915"/>
                  </a:cubicBezTo>
                  <a:cubicBezTo>
                    <a:pt x="1451498" y="1219575"/>
                    <a:pt x="1445203" y="1219173"/>
                    <a:pt x="1434488" y="1230893"/>
                  </a:cubicBezTo>
                  <a:cubicBezTo>
                    <a:pt x="1413860" y="1253262"/>
                    <a:pt x="1410846" y="1278846"/>
                    <a:pt x="1374949" y="1281725"/>
                  </a:cubicBezTo>
                  <a:close/>
                  <a:moveTo>
                    <a:pt x="1079057" y="129220"/>
                  </a:moveTo>
                  <a:cubicBezTo>
                    <a:pt x="1078622" y="101667"/>
                    <a:pt x="1054291" y="79707"/>
                    <a:pt x="1024702" y="80176"/>
                  </a:cubicBezTo>
                  <a:cubicBezTo>
                    <a:pt x="995113" y="80638"/>
                    <a:pt x="971478" y="103355"/>
                    <a:pt x="971914" y="130908"/>
                  </a:cubicBezTo>
                  <a:cubicBezTo>
                    <a:pt x="972349" y="158460"/>
                    <a:pt x="996680" y="180414"/>
                    <a:pt x="1026269" y="179952"/>
                  </a:cubicBezTo>
                  <a:cubicBezTo>
                    <a:pt x="1055857" y="179489"/>
                    <a:pt x="1079492" y="156772"/>
                    <a:pt x="1079057" y="129220"/>
                  </a:cubicBezTo>
                  <a:close/>
                  <a:moveTo>
                    <a:pt x="486268" y="299906"/>
                  </a:moveTo>
                  <a:cubicBezTo>
                    <a:pt x="486262" y="298949"/>
                    <a:pt x="485478" y="298172"/>
                    <a:pt x="484514" y="298179"/>
                  </a:cubicBezTo>
                  <a:lnTo>
                    <a:pt x="276637" y="299632"/>
                  </a:lnTo>
                  <a:cubicBezTo>
                    <a:pt x="275673" y="299638"/>
                    <a:pt x="274903" y="300422"/>
                    <a:pt x="274909" y="301380"/>
                  </a:cubicBezTo>
                  <a:cubicBezTo>
                    <a:pt x="274909" y="301387"/>
                    <a:pt x="274909" y="301387"/>
                    <a:pt x="274909" y="301387"/>
                  </a:cubicBezTo>
                  <a:lnTo>
                    <a:pt x="276416" y="517433"/>
                  </a:lnTo>
                  <a:cubicBezTo>
                    <a:pt x="276423" y="518391"/>
                    <a:pt x="277207" y="519168"/>
                    <a:pt x="278171" y="519162"/>
                  </a:cubicBezTo>
                  <a:lnTo>
                    <a:pt x="486047" y="517708"/>
                  </a:lnTo>
                  <a:cubicBezTo>
                    <a:pt x="487012" y="517701"/>
                    <a:pt x="487782" y="516918"/>
                    <a:pt x="487775" y="515960"/>
                  </a:cubicBezTo>
                  <a:cubicBezTo>
                    <a:pt x="487775" y="515953"/>
                    <a:pt x="487775" y="515953"/>
                    <a:pt x="487775" y="515953"/>
                  </a:cubicBezTo>
                  <a:lnTo>
                    <a:pt x="486268" y="299906"/>
                  </a:lnTo>
                  <a:close/>
                  <a:moveTo>
                    <a:pt x="1766638" y="298969"/>
                  </a:moveTo>
                  <a:cubicBezTo>
                    <a:pt x="1766638" y="297964"/>
                    <a:pt x="1765821" y="297160"/>
                    <a:pt x="1764823" y="297167"/>
                  </a:cubicBezTo>
                  <a:cubicBezTo>
                    <a:pt x="1764823" y="297167"/>
                    <a:pt x="1764823" y="297167"/>
                    <a:pt x="1764823" y="297167"/>
                  </a:cubicBezTo>
                  <a:lnTo>
                    <a:pt x="1562171" y="298225"/>
                  </a:lnTo>
                  <a:cubicBezTo>
                    <a:pt x="1561166" y="298232"/>
                    <a:pt x="1560363" y="299049"/>
                    <a:pt x="1560369" y="300047"/>
                  </a:cubicBezTo>
                  <a:cubicBezTo>
                    <a:pt x="1560369" y="300047"/>
                    <a:pt x="1560369" y="300047"/>
                    <a:pt x="1560369" y="300047"/>
                  </a:cubicBezTo>
                  <a:lnTo>
                    <a:pt x="1561494" y="515692"/>
                  </a:lnTo>
                  <a:cubicBezTo>
                    <a:pt x="1561501" y="516697"/>
                    <a:pt x="1562318" y="517500"/>
                    <a:pt x="1563316" y="517494"/>
                  </a:cubicBezTo>
                  <a:cubicBezTo>
                    <a:pt x="1563316" y="517494"/>
                    <a:pt x="1563316" y="517494"/>
                    <a:pt x="1563316" y="517494"/>
                  </a:cubicBezTo>
                  <a:lnTo>
                    <a:pt x="1765969" y="516436"/>
                  </a:lnTo>
                  <a:cubicBezTo>
                    <a:pt x="1766973" y="516429"/>
                    <a:pt x="1767777" y="515612"/>
                    <a:pt x="1767770" y="514614"/>
                  </a:cubicBezTo>
                  <a:cubicBezTo>
                    <a:pt x="1767770" y="514614"/>
                    <a:pt x="1767770" y="514614"/>
                    <a:pt x="1767770" y="514614"/>
                  </a:cubicBezTo>
                  <a:lnTo>
                    <a:pt x="1766638" y="298969"/>
                  </a:lnTo>
                  <a:close/>
                  <a:moveTo>
                    <a:pt x="1383789" y="945590"/>
                  </a:moveTo>
                  <a:cubicBezTo>
                    <a:pt x="1381465" y="908038"/>
                    <a:pt x="1373991" y="871605"/>
                    <a:pt x="1361353" y="836290"/>
                  </a:cubicBezTo>
                  <a:cubicBezTo>
                    <a:pt x="1356531" y="822762"/>
                    <a:pt x="1357603" y="814725"/>
                    <a:pt x="1358473" y="799455"/>
                  </a:cubicBezTo>
                  <a:cubicBezTo>
                    <a:pt x="1358560" y="797265"/>
                    <a:pt x="1357958" y="795283"/>
                    <a:pt x="1356665" y="793495"/>
                  </a:cubicBezTo>
                  <a:cubicBezTo>
                    <a:pt x="1341529" y="772646"/>
                    <a:pt x="1331396" y="750545"/>
                    <a:pt x="1326259" y="727192"/>
                  </a:cubicBezTo>
                  <a:cubicBezTo>
                    <a:pt x="1322040" y="708306"/>
                    <a:pt x="1304159" y="647561"/>
                    <a:pt x="1277437" y="670868"/>
                  </a:cubicBezTo>
                  <a:cubicBezTo>
                    <a:pt x="1268375" y="678818"/>
                    <a:pt x="1255650" y="690538"/>
                    <a:pt x="1239262" y="706028"/>
                  </a:cubicBezTo>
                  <a:cubicBezTo>
                    <a:pt x="1233435" y="711561"/>
                    <a:pt x="1224682" y="712672"/>
                    <a:pt x="1217630" y="708774"/>
                  </a:cubicBezTo>
                  <a:cubicBezTo>
                    <a:pt x="1173428" y="684396"/>
                    <a:pt x="1141348" y="667117"/>
                    <a:pt x="1100964" y="659884"/>
                  </a:cubicBezTo>
                  <a:cubicBezTo>
                    <a:pt x="1097769" y="659315"/>
                    <a:pt x="1095411" y="656569"/>
                    <a:pt x="1095338" y="653321"/>
                  </a:cubicBezTo>
                  <a:lnTo>
                    <a:pt x="1093597" y="553867"/>
                  </a:lnTo>
                  <a:cubicBezTo>
                    <a:pt x="1093550" y="551456"/>
                    <a:pt x="1092324" y="550270"/>
                    <a:pt x="1089913" y="550317"/>
                  </a:cubicBezTo>
                  <a:lnTo>
                    <a:pt x="963670" y="552527"/>
                  </a:lnTo>
                  <a:cubicBezTo>
                    <a:pt x="959852" y="552561"/>
                    <a:pt x="956771" y="555702"/>
                    <a:pt x="956771" y="559559"/>
                  </a:cubicBezTo>
                  <a:lnTo>
                    <a:pt x="956771" y="639257"/>
                  </a:lnTo>
                  <a:cubicBezTo>
                    <a:pt x="956771" y="644112"/>
                    <a:pt x="953832" y="648479"/>
                    <a:pt x="949338" y="650307"/>
                  </a:cubicBezTo>
                  <a:cubicBezTo>
                    <a:pt x="911297" y="665758"/>
                    <a:pt x="874978" y="681296"/>
                    <a:pt x="840373" y="696920"/>
                  </a:cubicBezTo>
                  <a:cubicBezTo>
                    <a:pt x="831218" y="701073"/>
                    <a:pt x="823342" y="700450"/>
                    <a:pt x="816732" y="695045"/>
                  </a:cubicBezTo>
                  <a:cubicBezTo>
                    <a:pt x="803337" y="684108"/>
                    <a:pt x="790190" y="669950"/>
                    <a:pt x="777285" y="652584"/>
                  </a:cubicBezTo>
                  <a:cubicBezTo>
                    <a:pt x="775765" y="650575"/>
                    <a:pt x="773936" y="650220"/>
                    <a:pt x="771793" y="651513"/>
                  </a:cubicBezTo>
                  <a:cubicBezTo>
                    <a:pt x="743664" y="668323"/>
                    <a:pt x="745205" y="689553"/>
                    <a:pt x="737972" y="723642"/>
                  </a:cubicBezTo>
                  <a:cubicBezTo>
                    <a:pt x="737034" y="728016"/>
                    <a:pt x="728710" y="743580"/>
                    <a:pt x="712991" y="770322"/>
                  </a:cubicBezTo>
                  <a:cubicBezTo>
                    <a:pt x="702898" y="787554"/>
                    <a:pt x="695310" y="802449"/>
                    <a:pt x="690220" y="814993"/>
                  </a:cubicBezTo>
                  <a:cubicBezTo>
                    <a:pt x="671937" y="860467"/>
                    <a:pt x="662494" y="913979"/>
                    <a:pt x="654256" y="949675"/>
                  </a:cubicBezTo>
                  <a:cubicBezTo>
                    <a:pt x="653425" y="953064"/>
                    <a:pt x="650338" y="955388"/>
                    <a:pt x="646889" y="955234"/>
                  </a:cubicBezTo>
                  <a:lnTo>
                    <a:pt x="580318" y="951885"/>
                  </a:lnTo>
                  <a:cubicBezTo>
                    <a:pt x="577954" y="951738"/>
                    <a:pt x="575918" y="953533"/>
                    <a:pt x="575771" y="955897"/>
                  </a:cubicBezTo>
                  <a:cubicBezTo>
                    <a:pt x="575764" y="956011"/>
                    <a:pt x="575764" y="956125"/>
                    <a:pt x="575764" y="956238"/>
                  </a:cubicBezTo>
                  <a:lnTo>
                    <a:pt x="577773" y="1070896"/>
                  </a:lnTo>
                  <a:cubicBezTo>
                    <a:pt x="577833" y="1074338"/>
                    <a:pt x="580673" y="1077070"/>
                    <a:pt x="584109" y="1077010"/>
                  </a:cubicBezTo>
                  <a:cubicBezTo>
                    <a:pt x="584256" y="1077010"/>
                    <a:pt x="584397" y="1077003"/>
                    <a:pt x="584537" y="1076990"/>
                  </a:cubicBezTo>
                  <a:lnTo>
                    <a:pt x="650974" y="1070762"/>
                  </a:lnTo>
                  <a:cubicBezTo>
                    <a:pt x="656078" y="1070286"/>
                    <a:pt x="660746" y="1073635"/>
                    <a:pt x="661891" y="1078597"/>
                  </a:cubicBezTo>
                  <a:cubicBezTo>
                    <a:pt x="672339" y="1123201"/>
                    <a:pt x="681648" y="1179458"/>
                    <a:pt x="710781" y="1215958"/>
                  </a:cubicBezTo>
                  <a:cubicBezTo>
                    <a:pt x="723506" y="1231898"/>
                    <a:pt x="724577" y="1244020"/>
                    <a:pt x="711183" y="1259892"/>
                  </a:cubicBezTo>
                  <a:cubicBezTo>
                    <a:pt x="709756" y="1261587"/>
                    <a:pt x="708993" y="1263556"/>
                    <a:pt x="708906" y="1265786"/>
                  </a:cubicBezTo>
                  <a:cubicBezTo>
                    <a:pt x="708859" y="1269403"/>
                    <a:pt x="711049" y="1275162"/>
                    <a:pt x="715469" y="1283065"/>
                  </a:cubicBezTo>
                  <a:cubicBezTo>
                    <a:pt x="732480" y="1313203"/>
                    <a:pt x="746678" y="1337112"/>
                    <a:pt x="772195" y="1353118"/>
                  </a:cubicBezTo>
                  <a:cubicBezTo>
                    <a:pt x="774720" y="1354706"/>
                    <a:pt x="778048" y="1353996"/>
                    <a:pt x="779696" y="1351511"/>
                  </a:cubicBezTo>
                  <a:lnTo>
                    <a:pt x="813316" y="1300411"/>
                  </a:lnTo>
                  <a:cubicBezTo>
                    <a:pt x="817897" y="1293506"/>
                    <a:pt x="827206" y="1291624"/>
                    <a:pt x="834111" y="1296205"/>
                  </a:cubicBezTo>
                  <a:cubicBezTo>
                    <a:pt x="834687" y="1296587"/>
                    <a:pt x="835236" y="1297009"/>
                    <a:pt x="835752" y="1297464"/>
                  </a:cubicBezTo>
                  <a:cubicBezTo>
                    <a:pt x="849367" y="1309566"/>
                    <a:pt x="858389" y="1317556"/>
                    <a:pt x="862809" y="1321440"/>
                  </a:cubicBezTo>
                  <a:cubicBezTo>
                    <a:pt x="887187" y="1342871"/>
                    <a:pt x="916521" y="1348966"/>
                    <a:pt x="959049" y="1363901"/>
                  </a:cubicBezTo>
                  <a:cubicBezTo>
                    <a:pt x="962270" y="1365059"/>
                    <a:pt x="964413" y="1368114"/>
                    <a:pt x="964406" y="1371536"/>
                  </a:cubicBezTo>
                  <a:lnTo>
                    <a:pt x="964406" y="1442393"/>
                  </a:lnTo>
                  <a:cubicBezTo>
                    <a:pt x="964406" y="1446016"/>
                    <a:pt x="967346" y="1448956"/>
                    <a:pt x="970970" y="1448956"/>
                  </a:cubicBezTo>
                  <a:lnTo>
                    <a:pt x="1086029" y="1448956"/>
                  </a:lnTo>
                  <a:cubicBezTo>
                    <a:pt x="1086511" y="1448956"/>
                    <a:pt x="1086899" y="1448568"/>
                    <a:pt x="1086899" y="1448086"/>
                  </a:cubicBezTo>
                  <a:cubicBezTo>
                    <a:pt x="1086899" y="1448066"/>
                    <a:pt x="1086899" y="1448039"/>
                    <a:pt x="1086899" y="1448019"/>
                  </a:cubicBezTo>
                  <a:lnTo>
                    <a:pt x="1085560" y="1370397"/>
                  </a:lnTo>
                  <a:cubicBezTo>
                    <a:pt x="1085486" y="1365991"/>
                    <a:pt x="1088513" y="1362146"/>
                    <a:pt x="1092793" y="1361222"/>
                  </a:cubicBezTo>
                  <a:cubicBezTo>
                    <a:pt x="1143645" y="1350018"/>
                    <a:pt x="1188945" y="1329095"/>
                    <a:pt x="1228680" y="1298469"/>
                  </a:cubicBezTo>
                  <a:cubicBezTo>
                    <a:pt x="1234226" y="1294209"/>
                    <a:pt x="1242155" y="1295220"/>
                    <a:pt x="1246395" y="1300732"/>
                  </a:cubicBezTo>
                  <a:cubicBezTo>
                    <a:pt x="1246642" y="1301061"/>
                    <a:pt x="1246877" y="1301402"/>
                    <a:pt x="1247098" y="1301750"/>
                  </a:cubicBezTo>
                  <a:cubicBezTo>
                    <a:pt x="1262033" y="1325726"/>
                    <a:pt x="1283665" y="1371000"/>
                    <a:pt x="1307976" y="1328137"/>
                  </a:cubicBezTo>
                  <a:cubicBezTo>
                    <a:pt x="1316147" y="1313759"/>
                    <a:pt x="1323400" y="1301817"/>
                    <a:pt x="1329742" y="1292307"/>
                  </a:cubicBezTo>
                  <a:cubicBezTo>
                    <a:pt x="1335301" y="1284003"/>
                    <a:pt x="1339922" y="1282529"/>
                    <a:pt x="1350571" y="1281257"/>
                  </a:cubicBezTo>
                  <a:cubicBezTo>
                    <a:pt x="1352801" y="1280942"/>
                    <a:pt x="1353297" y="1279870"/>
                    <a:pt x="1352044" y="1278042"/>
                  </a:cubicBezTo>
                  <a:cubicBezTo>
                    <a:pt x="1343740" y="1265719"/>
                    <a:pt x="1317017" y="1251186"/>
                    <a:pt x="1326795" y="1228616"/>
                  </a:cubicBezTo>
                  <a:cubicBezTo>
                    <a:pt x="1333178" y="1213795"/>
                    <a:pt x="1339587" y="1200669"/>
                    <a:pt x="1346016" y="1189236"/>
                  </a:cubicBezTo>
                  <a:cubicBezTo>
                    <a:pt x="1365372" y="1155013"/>
                    <a:pt x="1375083" y="1114696"/>
                    <a:pt x="1380441" y="1077861"/>
                  </a:cubicBezTo>
                  <a:cubicBezTo>
                    <a:pt x="1380956" y="1074117"/>
                    <a:pt x="1384265" y="1071384"/>
                    <a:pt x="1388076" y="1071565"/>
                  </a:cubicBezTo>
                  <a:lnTo>
                    <a:pt x="1463487" y="1075383"/>
                  </a:lnTo>
                  <a:cubicBezTo>
                    <a:pt x="1466922" y="1075570"/>
                    <a:pt x="1469856" y="1072905"/>
                    <a:pt x="1470043" y="1069436"/>
                  </a:cubicBezTo>
                  <a:cubicBezTo>
                    <a:pt x="1470050" y="1069295"/>
                    <a:pt x="1470050" y="1069161"/>
                    <a:pt x="1470050" y="1069020"/>
                  </a:cubicBezTo>
                  <a:lnTo>
                    <a:pt x="1468108" y="959118"/>
                  </a:lnTo>
                  <a:cubicBezTo>
                    <a:pt x="1468034" y="954618"/>
                    <a:pt x="1464337" y="951015"/>
                    <a:pt x="1459803" y="951015"/>
                  </a:cubicBezTo>
                  <a:lnTo>
                    <a:pt x="1389549" y="951015"/>
                  </a:lnTo>
                  <a:cubicBezTo>
                    <a:pt x="1386495" y="951021"/>
                    <a:pt x="1383963" y="948637"/>
                    <a:pt x="1383789" y="945590"/>
                  </a:cubicBezTo>
                  <a:close/>
                  <a:moveTo>
                    <a:pt x="1960424" y="1033277"/>
                  </a:moveTo>
                  <a:cubicBezTo>
                    <a:pt x="1976651" y="1016293"/>
                    <a:pt x="1976042" y="989376"/>
                    <a:pt x="1959057" y="973149"/>
                  </a:cubicBezTo>
                  <a:lnTo>
                    <a:pt x="1950632" y="965099"/>
                  </a:lnTo>
                  <a:cubicBezTo>
                    <a:pt x="1933655" y="948871"/>
                    <a:pt x="1906732" y="949481"/>
                    <a:pt x="1890504" y="966465"/>
                  </a:cubicBezTo>
                  <a:cubicBezTo>
                    <a:pt x="1890504" y="966465"/>
                    <a:pt x="1890504" y="966465"/>
                    <a:pt x="1890504" y="966465"/>
                  </a:cubicBezTo>
                  <a:lnTo>
                    <a:pt x="1880325" y="977114"/>
                  </a:lnTo>
                  <a:cubicBezTo>
                    <a:pt x="1864097" y="994098"/>
                    <a:pt x="1864706" y="1021014"/>
                    <a:pt x="1881691" y="1037242"/>
                  </a:cubicBezTo>
                  <a:lnTo>
                    <a:pt x="1890116" y="1045292"/>
                  </a:lnTo>
                  <a:cubicBezTo>
                    <a:pt x="1907094" y="1061519"/>
                    <a:pt x="1934016" y="1060910"/>
                    <a:pt x="1950244" y="1043926"/>
                  </a:cubicBezTo>
                  <a:cubicBezTo>
                    <a:pt x="1950244" y="1043926"/>
                    <a:pt x="1950244" y="1043926"/>
                    <a:pt x="1950244" y="1043926"/>
                  </a:cubicBezTo>
                  <a:lnTo>
                    <a:pt x="1960424" y="1033277"/>
                  </a:lnTo>
                  <a:close/>
                  <a:moveTo>
                    <a:pt x="149751" y="1046209"/>
                  </a:moveTo>
                  <a:cubicBezTo>
                    <a:pt x="172046" y="1031844"/>
                    <a:pt x="178034" y="1001445"/>
                    <a:pt x="163125" y="978313"/>
                  </a:cubicBezTo>
                  <a:cubicBezTo>
                    <a:pt x="148217" y="955180"/>
                    <a:pt x="118059" y="948074"/>
                    <a:pt x="95771" y="962440"/>
                  </a:cubicBezTo>
                  <a:cubicBezTo>
                    <a:pt x="73476" y="976806"/>
                    <a:pt x="67488" y="1007205"/>
                    <a:pt x="82396" y="1030337"/>
                  </a:cubicBezTo>
                  <a:cubicBezTo>
                    <a:pt x="97305" y="1053469"/>
                    <a:pt x="127462" y="1060575"/>
                    <a:pt x="149751" y="1046209"/>
                  </a:cubicBezTo>
                  <a:close/>
                  <a:moveTo>
                    <a:pt x="273717" y="1505280"/>
                  </a:moveTo>
                  <a:lnTo>
                    <a:pt x="274789" y="1721602"/>
                  </a:lnTo>
                  <a:cubicBezTo>
                    <a:pt x="274789" y="1722600"/>
                    <a:pt x="275599" y="1723410"/>
                    <a:pt x="276597" y="1723410"/>
                  </a:cubicBezTo>
                  <a:cubicBezTo>
                    <a:pt x="276617" y="1723410"/>
                    <a:pt x="276644" y="1723410"/>
                    <a:pt x="276664" y="1723410"/>
                  </a:cubicBezTo>
                  <a:lnTo>
                    <a:pt x="484480" y="1722339"/>
                  </a:lnTo>
                  <a:cubicBezTo>
                    <a:pt x="485565" y="1722305"/>
                    <a:pt x="486423" y="1721415"/>
                    <a:pt x="486423" y="1720329"/>
                  </a:cubicBezTo>
                  <a:lnTo>
                    <a:pt x="485351" y="1504409"/>
                  </a:lnTo>
                  <a:cubicBezTo>
                    <a:pt x="485351" y="1503298"/>
                    <a:pt x="484454" y="1502400"/>
                    <a:pt x="483342" y="1502400"/>
                  </a:cubicBezTo>
                  <a:cubicBezTo>
                    <a:pt x="483322" y="1502400"/>
                    <a:pt x="483295" y="1502400"/>
                    <a:pt x="483275" y="1502400"/>
                  </a:cubicBezTo>
                  <a:lnTo>
                    <a:pt x="275459" y="1503472"/>
                  </a:lnTo>
                  <a:cubicBezTo>
                    <a:pt x="274487" y="1503505"/>
                    <a:pt x="273717" y="1504309"/>
                    <a:pt x="273717" y="1505280"/>
                  </a:cubicBezTo>
                  <a:close/>
                  <a:moveTo>
                    <a:pt x="1768373" y="1505347"/>
                  </a:moveTo>
                  <a:cubicBezTo>
                    <a:pt x="1768373" y="1504349"/>
                    <a:pt x="1767569" y="1503532"/>
                    <a:pt x="1766571" y="1503532"/>
                  </a:cubicBezTo>
                  <a:cubicBezTo>
                    <a:pt x="1766571" y="1503532"/>
                    <a:pt x="1766571" y="1503532"/>
                    <a:pt x="1766571" y="1503532"/>
                  </a:cubicBezTo>
                  <a:lnTo>
                    <a:pt x="1565787" y="1502481"/>
                  </a:lnTo>
                  <a:cubicBezTo>
                    <a:pt x="1564789" y="1502474"/>
                    <a:pt x="1563979" y="1503278"/>
                    <a:pt x="1563972" y="1504276"/>
                  </a:cubicBezTo>
                  <a:cubicBezTo>
                    <a:pt x="1563972" y="1504276"/>
                    <a:pt x="1563972" y="1504276"/>
                    <a:pt x="1563972" y="1504276"/>
                  </a:cubicBezTo>
                  <a:lnTo>
                    <a:pt x="1562854" y="1718320"/>
                  </a:lnTo>
                  <a:cubicBezTo>
                    <a:pt x="1562847" y="1719318"/>
                    <a:pt x="1563651" y="1720135"/>
                    <a:pt x="1564649" y="1720135"/>
                  </a:cubicBezTo>
                  <a:cubicBezTo>
                    <a:pt x="1564649" y="1720135"/>
                    <a:pt x="1564649" y="1720135"/>
                    <a:pt x="1564649" y="1720135"/>
                  </a:cubicBezTo>
                  <a:lnTo>
                    <a:pt x="1765433" y="1721187"/>
                  </a:lnTo>
                  <a:cubicBezTo>
                    <a:pt x="1766431" y="1721193"/>
                    <a:pt x="1767241" y="1720390"/>
                    <a:pt x="1767248" y="1719392"/>
                  </a:cubicBezTo>
                  <a:cubicBezTo>
                    <a:pt x="1767248" y="1719392"/>
                    <a:pt x="1767248" y="1719392"/>
                    <a:pt x="1767248" y="1719392"/>
                  </a:cubicBezTo>
                  <a:lnTo>
                    <a:pt x="1768373" y="1505347"/>
                  </a:lnTo>
                  <a:close/>
                  <a:moveTo>
                    <a:pt x="1079171" y="1874956"/>
                  </a:moveTo>
                  <a:cubicBezTo>
                    <a:pt x="1075956" y="1847959"/>
                    <a:pt x="1050660" y="1828778"/>
                    <a:pt x="1022673" y="1832120"/>
                  </a:cubicBezTo>
                  <a:cubicBezTo>
                    <a:pt x="994685" y="1835455"/>
                    <a:pt x="974606" y="1860041"/>
                    <a:pt x="977827" y="1887038"/>
                  </a:cubicBezTo>
                  <a:cubicBezTo>
                    <a:pt x="981042" y="1914035"/>
                    <a:pt x="1006338" y="1933216"/>
                    <a:pt x="1034326" y="1929873"/>
                  </a:cubicBezTo>
                  <a:cubicBezTo>
                    <a:pt x="1062314" y="1926538"/>
                    <a:pt x="1082392" y="1901953"/>
                    <a:pt x="1079171" y="18749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6" name="Free-form: Shape 155">
              <a:extLst>
                <a:ext uri="{FF2B5EF4-FFF2-40B4-BE49-F238E27FC236}">
                  <a16:creationId xmlns:a16="http://schemas.microsoft.com/office/drawing/2014/main" id="{E014D8F8-7AAE-22C3-F39D-F050BDB78075}"/>
                </a:ext>
              </a:extLst>
            </p:cNvPr>
            <p:cNvSpPr/>
            <p:nvPr/>
          </p:nvSpPr>
          <p:spPr>
            <a:xfrm>
              <a:off x="8610714" y="2721781"/>
              <a:ext cx="67095" cy="67040"/>
            </a:xfrm>
            <a:custGeom>
              <a:avLst/>
              <a:gdLst>
                <a:gd name="connsiteX0" fmla="*/ 214704 w 248608"/>
                <a:gd name="connsiteY0" fmla="*/ 35985 h 248402"/>
                <a:gd name="connsiteX1" fmla="*/ 209621 w 248608"/>
                <a:gd name="connsiteY1" fmla="*/ 211627 h 248402"/>
                <a:gd name="connsiteX2" fmla="*/ 33905 w 248608"/>
                <a:gd name="connsiteY2" fmla="*/ 212417 h 248402"/>
                <a:gd name="connsiteX3" fmla="*/ 38988 w 248608"/>
                <a:gd name="connsiteY3" fmla="*/ 36775 h 248402"/>
                <a:gd name="connsiteX4" fmla="*/ 214704 w 248608"/>
                <a:gd name="connsiteY4" fmla="*/ 35985 h 248402"/>
                <a:gd name="connsiteX5" fmla="*/ 166852 w 248608"/>
                <a:gd name="connsiteY5" fmla="*/ 119526 h 248402"/>
                <a:gd name="connsiteX6" fmla="*/ 121056 w 248608"/>
                <a:gd name="connsiteY6" fmla="*/ 79711 h 248402"/>
                <a:gd name="connsiteX7" fmla="*/ 121056 w 248608"/>
                <a:gd name="connsiteY7" fmla="*/ 79711 h 248402"/>
                <a:gd name="connsiteX8" fmla="*/ 79211 w 248608"/>
                <a:gd name="connsiteY8" fmla="*/ 123659 h 248402"/>
                <a:gd name="connsiteX9" fmla="*/ 125007 w 248608"/>
                <a:gd name="connsiteY9" fmla="*/ 163467 h 248402"/>
                <a:gd name="connsiteX10" fmla="*/ 125007 w 248608"/>
                <a:gd name="connsiteY10" fmla="*/ 163467 h 248402"/>
                <a:gd name="connsiteX11" fmla="*/ 166852 w 248608"/>
                <a:gd name="connsiteY11" fmla="*/ 119526 h 24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608" h="248402">
                  <a:moveTo>
                    <a:pt x="214704" y="35985"/>
                  </a:moveTo>
                  <a:cubicBezTo>
                    <a:pt x="261826" y="84272"/>
                    <a:pt x="259549" y="162905"/>
                    <a:pt x="209621" y="211627"/>
                  </a:cubicBezTo>
                  <a:cubicBezTo>
                    <a:pt x="159693" y="260350"/>
                    <a:pt x="81026" y="260705"/>
                    <a:pt x="33905" y="212417"/>
                  </a:cubicBezTo>
                  <a:cubicBezTo>
                    <a:pt x="-13217" y="164130"/>
                    <a:pt x="-10941" y="85498"/>
                    <a:pt x="38988" y="36775"/>
                  </a:cubicBezTo>
                  <a:cubicBezTo>
                    <a:pt x="88916" y="-11947"/>
                    <a:pt x="167582" y="-12302"/>
                    <a:pt x="214704" y="35985"/>
                  </a:cubicBezTo>
                  <a:close/>
                  <a:moveTo>
                    <a:pt x="166852" y="119526"/>
                  </a:moveTo>
                  <a:cubicBezTo>
                    <a:pt x="165760" y="96394"/>
                    <a:pt x="145260" y="78573"/>
                    <a:pt x="121056" y="79711"/>
                  </a:cubicBezTo>
                  <a:cubicBezTo>
                    <a:pt x="121056" y="79711"/>
                    <a:pt x="121056" y="79711"/>
                    <a:pt x="121056" y="79711"/>
                  </a:cubicBezTo>
                  <a:cubicBezTo>
                    <a:pt x="96859" y="80850"/>
                    <a:pt x="78120" y="100526"/>
                    <a:pt x="79211" y="123659"/>
                  </a:cubicBezTo>
                  <a:cubicBezTo>
                    <a:pt x="80303" y="146784"/>
                    <a:pt x="100803" y="164606"/>
                    <a:pt x="125007" y="163467"/>
                  </a:cubicBezTo>
                  <a:cubicBezTo>
                    <a:pt x="125007" y="163467"/>
                    <a:pt x="125007" y="163467"/>
                    <a:pt x="125007" y="163467"/>
                  </a:cubicBezTo>
                  <a:cubicBezTo>
                    <a:pt x="149204" y="162329"/>
                    <a:pt x="167944" y="142652"/>
                    <a:pt x="166852" y="1195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7" name="Free-form: Shape 156">
              <a:extLst>
                <a:ext uri="{FF2B5EF4-FFF2-40B4-BE49-F238E27FC236}">
                  <a16:creationId xmlns:a16="http://schemas.microsoft.com/office/drawing/2014/main" id="{76865D8B-2863-B44C-2F4E-EC7167AB1A01}"/>
                </a:ext>
              </a:extLst>
            </p:cNvPr>
            <p:cNvSpPr/>
            <p:nvPr/>
          </p:nvSpPr>
          <p:spPr>
            <a:xfrm>
              <a:off x="9096875" y="2722291"/>
              <a:ext cx="66440" cy="66815"/>
            </a:xfrm>
            <a:custGeom>
              <a:avLst/>
              <a:gdLst>
                <a:gd name="connsiteX0" fmla="*/ 225818 w 246179"/>
                <a:gd name="connsiteY0" fmla="*/ 64903 h 247570"/>
                <a:gd name="connsiteX1" fmla="*/ 200663 w 246179"/>
                <a:gd name="connsiteY1" fmla="*/ 216837 h 247570"/>
                <a:gd name="connsiteX2" fmla="*/ 186177 w 246179"/>
                <a:gd name="connsiteY2" fmla="*/ 227211 h 247570"/>
                <a:gd name="connsiteX3" fmla="*/ 34243 w 246179"/>
                <a:gd name="connsiteY3" fmla="*/ 202056 h 247570"/>
                <a:gd name="connsiteX4" fmla="*/ 20359 w 246179"/>
                <a:gd name="connsiteY4" fmla="*/ 182667 h 247570"/>
                <a:gd name="connsiteX5" fmla="*/ 45514 w 246179"/>
                <a:gd name="connsiteY5" fmla="*/ 30733 h 247570"/>
                <a:gd name="connsiteX6" fmla="*/ 60001 w 246179"/>
                <a:gd name="connsiteY6" fmla="*/ 20359 h 247570"/>
                <a:gd name="connsiteX7" fmla="*/ 211935 w 246179"/>
                <a:gd name="connsiteY7" fmla="*/ 45514 h 247570"/>
                <a:gd name="connsiteX8" fmla="*/ 225818 w 246179"/>
                <a:gd name="connsiteY8" fmla="*/ 64903 h 247570"/>
                <a:gd name="connsiteX9" fmla="*/ 149048 w 246179"/>
                <a:gd name="connsiteY9" fmla="*/ 159160 h 247570"/>
                <a:gd name="connsiteX10" fmla="*/ 158403 w 246179"/>
                <a:gd name="connsiteY10" fmla="*/ 98878 h 247570"/>
                <a:gd name="connsiteX11" fmla="*/ 98470 w 246179"/>
                <a:gd name="connsiteY11" fmla="*/ 87473 h 247570"/>
                <a:gd name="connsiteX12" fmla="*/ 89113 w 246179"/>
                <a:gd name="connsiteY12" fmla="*/ 147755 h 247570"/>
                <a:gd name="connsiteX13" fmla="*/ 149048 w 246179"/>
                <a:gd name="connsiteY13" fmla="*/ 159160 h 24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179" h="247570">
                  <a:moveTo>
                    <a:pt x="225818" y="64903"/>
                  </a:moveTo>
                  <a:cubicBezTo>
                    <a:pt x="260851" y="113806"/>
                    <a:pt x="249533" y="181830"/>
                    <a:pt x="200663" y="216837"/>
                  </a:cubicBezTo>
                  <a:lnTo>
                    <a:pt x="186177" y="227211"/>
                  </a:lnTo>
                  <a:cubicBezTo>
                    <a:pt x="137273" y="262218"/>
                    <a:pt x="69249" y="250960"/>
                    <a:pt x="34243" y="202056"/>
                  </a:cubicBezTo>
                  <a:lnTo>
                    <a:pt x="20359" y="182667"/>
                  </a:lnTo>
                  <a:cubicBezTo>
                    <a:pt x="-14647" y="133764"/>
                    <a:pt x="-3389" y="65740"/>
                    <a:pt x="45514" y="30733"/>
                  </a:cubicBezTo>
                  <a:lnTo>
                    <a:pt x="60001" y="20359"/>
                  </a:lnTo>
                  <a:cubicBezTo>
                    <a:pt x="108904" y="-14647"/>
                    <a:pt x="176928" y="-3389"/>
                    <a:pt x="211935" y="45514"/>
                  </a:cubicBezTo>
                  <a:lnTo>
                    <a:pt x="225818" y="64903"/>
                  </a:lnTo>
                  <a:close/>
                  <a:moveTo>
                    <a:pt x="149048" y="159160"/>
                  </a:moveTo>
                  <a:cubicBezTo>
                    <a:pt x="168175" y="145665"/>
                    <a:pt x="172367" y="118675"/>
                    <a:pt x="158403" y="98878"/>
                  </a:cubicBezTo>
                  <a:cubicBezTo>
                    <a:pt x="144433" y="79081"/>
                    <a:pt x="117604" y="73978"/>
                    <a:pt x="98470" y="87473"/>
                  </a:cubicBezTo>
                  <a:cubicBezTo>
                    <a:pt x="79342" y="100968"/>
                    <a:pt x="75150" y="127958"/>
                    <a:pt x="89113" y="147755"/>
                  </a:cubicBezTo>
                  <a:cubicBezTo>
                    <a:pt x="103084" y="167552"/>
                    <a:pt x="129913" y="172655"/>
                    <a:pt x="149048" y="15916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8" name="Free-form: Shape 157">
              <a:extLst>
                <a:ext uri="{FF2B5EF4-FFF2-40B4-BE49-F238E27FC236}">
                  <a16:creationId xmlns:a16="http://schemas.microsoft.com/office/drawing/2014/main" id="{E9D4A694-41E5-EF5B-BAF8-AB840BC8223E}"/>
                </a:ext>
              </a:extLst>
            </p:cNvPr>
            <p:cNvSpPr/>
            <p:nvPr/>
          </p:nvSpPr>
          <p:spPr>
            <a:xfrm>
              <a:off x="8680483" y="2737555"/>
              <a:ext cx="136931" cy="20747"/>
            </a:xfrm>
            <a:custGeom>
              <a:avLst/>
              <a:gdLst>
                <a:gd name="connsiteX0" fmla="*/ 2480 w 507372"/>
                <a:gd name="connsiteY0" fmla="*/ 57247 h 76875"/>
                <a:gd name="connsiteX1" fmla="*/ 12192 w 507372"/>
                <a:gd name="connsiteY1" fmla="*/ 16059 h 76875"/>
                <a:gd name="connsiteX2" fmla="*/ 17114 w 507372"/>
                <a:gd name="connsiteY2" fmla="*/ 5712 h 76875"/>
                <a:gd name="connsiteX3" fmla="*/ 18554 w 507372"/>
                <a:gd name="connsiteY3" fmla="*/ 5343 h 76875"/>
                <a:gd name="connsiteX4" fmla="*/ 80839 w 507372"/>
                <a:gd name="connsiteY4" fmla="*/ 53 h 76875"/>
                <a:gd name="connsiteX5" fmla="*/ 479862 w 507372"/>
                <a:gd name="connsiteY5" fmla="*/ 120 h 76875"/>
                <a:gd name="connsiteX6" fmla="*/ 472696 w 507372"/>
                <a:gd name="connsiteY6" fmla="*/ 76803 h 76875"/>
                <a:gd name="connsiteX7" fmla="*/ 403513 w 507372"/>
                <a:gd name="connsiteY7" fmla="*/ 74325 h 76875"/>
                <a:gd name="connsiteX8" fmla="*/ 132876 w 507372"/>
                <a:gd name="connsiteY8" fmla="*/ 75866 h 76875"/>
                <a:gd name="connsiteX9" fmla="*/ 6968 w 507372"/>
                <a:gd name="connsiteY9" fmla="*/ 70575 h 76875"/>
                <a:gd name="connsiteX10" fmla="*/ 36 w 507372"/>
                <a:gd name="connsiteY10" fmla="*/ 62170 h 76875"/>
                <a:gd name="connsiteX11" fmla="*/ 2480 w 507372"/>
                <a:gd name="connsiteY11" fmla="*/ 57247 h 7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372" h="76875">
                  <a:moveTo>
                    <a:pt x="2480" y="57247"/>
                  </a:moveTo>
                  <a:cubicBezTo>
                    <a:pt x="14335" y="46465"/>
                    <a:pt x="17683" y="31798"/>
                    <a:pt x="12192" y="16059"/>
                  </a:cubicBezTo>
                  <a:cubicBezTo>
                    <a:pt x="10691" y="11840"/>
                    <a:pt x="12895" y="7205"/>
                    <a:pt x="17114" y="5712"/>
                  </a:cubicBezTo>
                  <a:cubicBezTo>
                    <a:pt x="17583" y="5544"/>
                    <a:pt x="18065" y="5424"/>
                    <a:pt x="18554" y="5343"/>
                  </a:cubicBezTo>
                  <a:cubicBezTo>
                    <a:pt x="41057" y="1814"/>
                    <a:pt x="61818" y="53"/>
                    <a:pt x="80839" y="53"/>
                  </a:cubicBezTo>
                  <a:cubicBezTo>
                    <a:pt x="207062" y="-34"/>
                    <a:pt x="340069" y="-14"/>
                    <a:pt x="479862" y="120"/>
                  </a:cubicBezTo>
                  <a:cubicBezTo>
                    <a:pt x="513482" y="120"/>
                    <a:pt x="521987" y="75397"/>
                    <a:pt x="472696" y="76803"/>
                  </a:cubicBezTo>
                  <a:cubicBezTo>
                    <a:pt x="453876" y="77406"/>
                    <a:pt x="425882" y="74057"/>
                    <a:pt x="403513" y="74325"/>
                  </a:cubicBezTo>
                  <a:cubicBezTo>
                    <a:pt x="332207" y="75129"/>
                    <a:pt x="241995" y="75645"/>
                    <a:pt x="132876" y="75866"/>
                  </a:cubicBezTo>
                  <a:cubicBezTo>
                    <a:pt x="90770" y="75953"/>
                    <a:pt x="48805" y="74191"/>
                    <a:pt x="6968" y="70575"/>
                  </a:cubicBezTo>
                  <a:cubicBezTo>
                    <a:pt x="2735" y="70166"/>
                    <a:pt x="-372" y="66409"/>
                    <a:pt x="36" y="62170"/>
                  </a:cubicBezTo>
                  <a:cubicBezTo>
                    <a:pt x="217" y="60288"/>
                    <a:pt x="1087" y="58533"/>
                    <a:pt x="2480" y="5724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9" name="Free-form: Shape 158">
              <a:extLst>
                <a:ext uri="{FF2B5EF4-FFF2-40B4-BE49-F238E27FC236}">
                  <a16:creationId xmlns:a16="http://schemas.microsoft.com/office/drawing/2014/main" id="{57403C92-07E0-4001-0A89-E8A927896FEA}"/>
                </a:ext>
              </a:extLst>
            </p:cNvPr>
            <p:cNvSpPr/>
            <p:nvPr/>
          </p:nvSpPr>
          <p:spPr>
            <a:xfrm>
              <a:off x="8956506" y="2737453"/>
              <a:ext cx="129540" cy="23343"/>
            </a:xfrm>
            <a:custGeom>
              <a:avLst/>
              <a:gdLst>
                <a:gd name="connsiteX0" fmla="*/ 479985 w 479985"/>
                <a:gd name="connsiteY0" fmla="*/ 10076 h 86492"/>
                <a:gd name="connsiteX1" fmla="*/ 478713 w 479985"/>
                <a:gd name="connsiteY1" fmla="*/ 59971 h 86492"/>
                <a:gd name="connsiteX2" fmla="*/ 465385 w 479985"/>
                <a:gd name="connsiteY2" fmla="*/ 74437 h 86492"/>
                <a:gd name="connsiteX3" fmla="*/ 409530 w 479985"/>
                <a:gd name="connsiteY3" fmla="*/ 77182 h 86492"/>
                <a:gd name="connsiteX4" fmla="*/ 116524 w 479985"/>
                <a:gd name="connsiteY4" fmla="*/ 76714 h 86492"/>
                <a:gd name="connsiteX5" fmla="*/ 30331 w 479985"/>
                <a:gd name="connsiteY5" fmla="*/ 85487 h 86492"/>
                <a:gd name="connsiteX6" fmla="*/ 14793 w 479985"/>
                <a:gd name="connsiteY6" fmla="*/ 8535 h 86492"/>
                <a:gd name="connsiteX7" fmla="*/ 37564 w 479985"/>
                <a:gd name="connsiteY7" fmla="*/ 164 h 86492"/>
                <a:gd name="connsiteX8" fmla="*/ 444423 w 479985"/>
                <a:gd name="connsiteY8" fmla="*/ 834 h 86492"/>
                <a:gd name="connsiteX9" fmla="*/ 477105 w 479985"/>
                <a:gd name="connsiteY9" fmla="*/ 5321 h 86492"/>
                <a:gd name="connsiteX10" fmla="*/ 479985 w 479985"/>
                <a:gd name="connsiteY10" fmla="*/ 10076 h 8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9985" h="86492">
                  <a:moveTo>
                    <a:pt x="479985" y="10076"/>
                  </a:moveTo>
                  <a:lnTo>
                    <a:pt x="478713" y="59971"/>
                  </a:lnTo>
                  <a:cubicBezTo>
                    <a:pt x="478552" y="67465"/>
                    <a:pt x="472839" y="73660"/>
                    <a:pt x="465385" y="74437"/>
                  </a:cubicBezTo>
                  <a:cubicBezTo>
                    <a:pt x="448776" y="76178"/>
                    <a:pt x="430157" y="77095"/>
                    <a:pt x="409530" y="77182"/>
                  </a:cubicBezTo>
                  <a:cubicBezTo>
                    <a:pt x="343140" y="77537"/>
                    <a:pt x="245467" y="77383"/>
                    <a:pt x="116524" y="76714"/>
                  </a:cubicBezTo>
                  <a:cubicBezTo>
                    <a:pt x="87927" y="76580"/>
                    <a:pt x="63214" y="90242"/>
                    <a:pt x="30331" y="85487"/>
                  </a:cubicBezTo>
                  <a:cubicBezTo>
                    <a:pt x="-8915" y="79928"/>
                    <a:pt x="-5500" y="32445"/>
                    <a:pt x="14793" y="8535"/>
                  </a:cubicBezTo>
                  <a:cubicBezTo>
                    <a:pt x="20687" y="1570"/>
                    <a:pt x="28924" y="164"/>
                    <a:pt x="37564" y="164"/>
                  </a:cubicBezTo>
                  <a:cubicBezTo>
                    <a:pt x="183651" y="-191"/>
                    <a:pt x="319271" y="30"/>
                    <a:pt x="444423" y="834"/>
                  </a:cubicBezTo>
                  <a:cubicBezTo>
                    <a:pt x="460449" y="921"/>
                    <a:pt x="471346" y="2421"/>
                    <a:pt x="477105" y="5321"/>
                  </a:cubicBezTo>
                  <a:cubicBezTo>
                    <a:pt x="478900" y="6218"/>
                    <a:pt x="480019" y="8067"/>
                    <a:pt x="479985" y="1007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0" name="Free-form: Shape 159">
              <a:extLst>
                <a:ext uri="{FF2B5EF4-FFF2-40B4-BE49-F238E27FC236}">
                  <a16:creationId xmlns:a16="http://schemas.microsoft.com/office/drawing/2014/main" id="{CFB3C2FA-6C6F-7704-01F0-6DC01A2DEE70}"/>
                </a:ext>
              </a:extLst>
            </p:cNvPr>
            <p:cNvSpPr/>
            <p:nvPr/>
          </p:nvSpPr>
          <p:spPr>
            <a:xfrm rot="4752001">
              <a:off x="8789258" y="2798301"/>
              <a:ext cx="42295" cy="39801"/>
            </a:xfrm>
            <a:custGeom>
              <a:avLst/>
              <a:gdLst>
                <a:gd name="connsiteX0" fmla="*/ 157521 w 156715"/>
                <a:gd name="connsiteY0" fmla="*/ 74137 h 147473"/>
                <a:gd name="connsiteX1" fmla="*/ 79163 w 156715"/>
                <a:gd name="connsiteY1" fmla="*/ 147874 h 147473"/>
                <a:gd name="connsiteX2" fmla="*/ 805 w 156715"/>
                <a:gd name="connsiteY2" fmla="*/ 74137 h 147473"/>
                <a:gd name="connsiteX3" fmla="*/ 79163 w 156715"/>
                <a:gd name="connsiteY3" fmla="*/ 400 h 147473"/>
                <a:gd name="connsiteX4" fmla="*/ 157521 w 156715"/>
                <a:gd name="connsiteY4" fmla="*/ 74137 h 14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715" h="147473">
                  <a:moveTo>
                    <a:pt x="157521" y="74137"/>
                  </a:moveTo>
                  <a:cubicBezTo>
                    <a:pt x="157521" y="114861"/>
                    <a:pt x="122439" y="147874"/>
                    <a:pt x="79163" y="147874"/>
                  </a:cubicBezTo>
                  <a:cubicBezTo>
                    <a:pt x="35887" y="147874"/>
                    <a:pt x="805" y="114861"/>
                    <a:pt x="805" y="74137"/>
                  </a:cubicBezTo>
                  <a:cubicBezTo>
                    <a:pt x="805" y="33413"/>
                    <a:pt x="35887" y="400"/>
                    <a:pt x="79163" y="400"/>
                  </a:cubicBezTo>
                  <a:cubicBezTo>
                    <a:pt x="122439" y="400"/>
                    <a:pt x="157521" y="33413"/>
                    <a:pt x="157521" y="7413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1" name="Free-form: Shape 160">
              <a:extLst>
                <a:ext uri="{FF2B5EF4-FFF2-40B4-BE49-F238E27FC236}">
                  <a16:creationId xmlns:a16="http://schemas.microsoft.com/office/drawing/2014/main" id="{6F503704-B9F7-5F6E-7B59-5B11C38CAFF2}"/>
                </a:ext>
              </a:extLst>
            </p:cNvPr>
            <p:cNvSpPr/>
            <p:nvPr/>
          </p:nvSpPr>
          <p:spPr>
            <a:xfrm rot="5861999">
              <a:off x="8943057" y="2799765"/>
              <a:ext cx="41138" cy="38680"/>
            </a:xfrm>
            <a:custGeom>
              <a:avLst/>
              <a:gdLst>
                <a:gd name="connsiteX0" fmla="*/ 153320 w 152429"/>
                <a:gd name="connsiteY0" fmla="*/ 72061 h 143321"/>
                <a:gd name="connsiteX1" fmla="*/ 77105 w 152429"/>
                <a:gd name="connsiteY1" fmla="*/ 143722 h 143321"/>
                <a:gd name="connsiteX2" fmla="*/ 890 w 152429"/>
                <a:gd name="connsiteY2" fmla="*/ 72061 h 143321"/>
                <a:gd name="connsiteX3" fmla="*/ 77105 w 152429"/>
                <a:gd name="connsiteY3" fmla="*/ 401 h 143321"/>
                <a:gd name="connsiteX4" fmla="*/ 153320 w 152429"/>
                <a:gd name="connsiteY4" fmla="*/ 72061 h 143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29" h="143321">
                  <a:moveTo>
                    <a:pt x="153320" y="72061"/>
                  </a:moveTo>
                  <a:cubicBezTo>
                    <a:pt x="153320" y="111639"/>
                    <a:pt x="119197" y="143722"/>
                    <a:pt x="77105" y="143722"/>
                  </a:cubicBezTo>
                  <a:cubicBezTo>
                    <a:pt x="35013" y="143722"/>
                    <a:pt x="890" y="111639"/>
                    <a:pt x="890" y="72061"/>
                  </a:cubicBezTo>
                  <a:cubicBezTo>
                    <a:pt x="890" y="32484"/>
                    <a:pt x="35013" y="401"/>
                    <a:pt x="77105" y="401"/>
                  </a:cubicBezTo>
                  <a:cubicBezTo>
                    <a:pt x="119197" y="401"/>
                    <a:pt x="153320" y="32484"/>
                    <a:pt x="153320" y="72061"/>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2" name="Free-form: Shape 161">
              <a:extLst>
                <a:ext uri="{FF2B5EF4-FFF2-40B4-BE49-F238E27FC236}">
                  <a16:creationId xmlns:a16="http://schemas.microsoft.com/office/drawing/2014/main" id="{C55C07EC-9C10-CF0F-DDE9-940FFDF21489}"/>
                </a:ext>
              </a:extLst>
            </p:cNvPr>
            <p:cNvSpPr/>
            <p:nvPr/>
          </p:nvSpPr>
          <p:spPr>
            <a:xfrm>
              <a:off x="9129132" y="2808934"/>
              <a:ext cx="25891" cy="116538"/>
            </a:xfrm>
            <a:custGeom>
              <a:avLst/>
              <a:gdLst>
                <a:gd name="connsiteX0" fmla="*/ 9997 w 95933"/>
                <a:gd name="connsiteY0" fmla="*/ 294056 h 431810"/>
                <a:gd name="connsiteX1" fmla="*/ 11269 w 95933"/>
                <a:gd name="connsiteY1" fmla="*/ 44315 h 431810"/>
                <a:gd name="connsiteX2" fmla="*/ 14350 w 95933"/>
                <a:gd name="connsiteY2" fmla="*/ 5002 h 431810"/>
                <a:gd name="connsiteX3" fmla="*/ 18301 w 95933"/>
                <a:gd name="connsiteY3" fmla="*/ 1184 h 431810"/>
                <a:gd name="connsiteX4" fmla="*/ 88689 w 95933"/>
                <a:gd name="connsiteY4" fmla="*/ 6944 h 431810"/>
                <a:gd name="connsiteX5" fmla="*/ 92373 w 95933"/>
                <a:gd name="connsiteY5" fmla="*/ 12101 h 431810"/>
                <a:gd name="connsiteX6" fmla="*/ 95856 w 95933"/>
                <a:gd name="connsiteY6" fmla="*/ 37685 h 431810"/>
                <a:gd name="connsiteX7" fmla="*/ 94315 w 95933"/>
                <a:gd name="connsiteY7" fmla="*/ 387683 h 431810"/>
                <a:gd name="connsiteX8" fmla="*/ 28950 w 95933"/>
                <a:gd name="connsiteY8" fmla="*/ 429809 h 431810"/>
                <a:gd name="connsiteX9" fmla="*/ 5308 w 95933"/>
                <a:gd name="connsiteY9" fmla="*/ 337655 h 431810"/>
                <a:gd name="connsiteX10" fmla="*/ 9997 w 95933"/>
                <a:gd name="connsiteY10" fmla="*/ 294056 h 43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933" h="431810">
                  <a:moveTo>
                    <a:pt x="9997" y="294056"/>
                  </a:moveTo>
                  <a:cubicBezTo>
                    <a:pt x="10043" y="284057"/>
                    <a:pt x="10465" y="200810"/>
                    <a:pt x="11269" y="44315"/>
                  </a:cubicBezTo>
                  <a:cubicBezTo>
                    <a:pt x="11316" y="37838"/>
                    <a:pt x="12340" y="24739"/>
                    <a:pt x="14350" y="5002"/>
                  </a:cubicBezTo>
                  <a:cubicBezTo>
                    <a:pt x="14571" y="2591"/>
                    <a:pt x="15890" y="1318"/>
                    <a:pt x="18301" y="1184"/>
                  </a:cubicBezTo>
                  <a:cubicBezTo>
                    <a:pt x="37455" y="-222"/>
                    <a:pt x="76032" y="-2097"/>
                    <a:pt x="88689" y="6944"/>
                  </a:cubicBezTo>
                  <a:cubicBezTo>
                    <a:pt x="90518" y="8237"/>
                    <a:pt x="91750" y="9958"/>
                    <a:pt x="92373" y="12101"/>
                  </a:cubicBezTo>
                  <a:cubicBezTo>
                    <a:pt x="95099" y="21564"/>
                    <a:pt x="96257" y="30097"/>
                    <a:pt x="95856" y="37685"/>
                  </a:cubicBezTo>
                  <a:cubicBezTo>
                    <a:pt x="89205" y="154485"/>
                    <a:pt x="88689" y="271151"/>
                    <a:pt x="94315" y="387683"/>
                  </a:cubicBezTo>
                  <a:cubicBezTo>
                    <a:pt x="95989" y="422241"/>
                    <a:pt x="55873" y="437645"/>
                    <a:pt x="28950" y="429809"/>
                  </a:cubicBezTo>
                  <a:cubicBezTo>
                    <a:pt x="-8220" y="419027"/>
                    <a:pt x="-1456" y="366118"/>
                    <a:pt x="5308" y="337655"/>
                  </a:cubicBezTo>
                  <a:cubicBezTo>
                    <a:pt x="8342" y="325017"/>
                    <a:pt x="9910" y="310484"/>
                    <a:pt x="9997" y="2940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3" name="Free-form: Shape 162">
              <a:extLst>
                <a:ext uri="{FF2B5EF4-FFF2-40B4-BE49-F238E27FC236}">
                  <a16:creationId xmlns:a16="http://schemas.microsoft.com/office/drawing/2014/main" id="{F6C09726-E976-C4E4-3062-A46CD8009313}"/>
                </a:ext>
              </a:extLst>
            </p:cNvPr>
            <p:cNvSpPr/>
            <p:nvPr/>
          </p:nvSpPr>
          <p:spPr>
            <a:xfrm>
              <a:off x="8619354" y="2811784"/>
              <a:ext cx="22485" cy="114197"/>
            </a:xfrm>
            <a:custGeom>
              <a:avLst/>
              <a:gdLst>
                <a:gd name="connsiteX0" fmla="*/ 62017 w 83314"/>
                <a:gd name="connsiteY0" fmla="*/ 0 h 423134"/>
                <a:gd name="connsiteX1" fmla="*/ 81439 w 83314"/>
                <a:gd name="connsiteY1" fmla="*/ 19155 h 423134"/>
                <a:gd name="connsiteX2" fmla="*/ 81439 w 83314"/>
                <a:gd name="connsiteY2" fmla="*/ 19222 h 423134"/>
                <a:gd name="connsiteX3" fmla="*/ 83314 w 83314"/>
                <a:gd name="connsiteY3" fmla="*/ 383620 h 423134"/>
                <a:gd name="connsiteX4" fmla="*/ 43733 w 83314"/>
                <a:gd name="connsiteY4" fmla="*/ 423134 h 423134"/>
                <a:gd name="connsiteX5" fmla="*/ 41992 w 83314"/>
                <a:gd name="connsiteY5" fmla="*/ 423134 h 423134"/>
                <a:gd name="connsiteX6" fmla="*/ 1876 w 83314"/>
                <a:gd name="connsiteY6" fmla="*/ 384095 h 423134"/>
                <a:gd name="connsiteX7" fmla="*/ 1876 w 83314"/>
                <a:gd name="connsiteY7" fmla="*/ 384022 h 423134"/>
                <a:gd name="connsiteX8" fmla="*/ 0 w 83314"/>
                <a:gd name="connsiteY8" fmla="*/ 19624 h 423134"/>
                <a:gd name="connsiteX9" fmla="*/ 19154 w 83314"/>
                <a:gd name="connsiteY9" fmla="*/ 268 h 423134"/>
                <a:gd name="connsiteX10" fmla="*/ 62017 w 83314"/>
                <a:gd name="connsiteY10" fmla="*/ 0 h 42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314" h="423134">
                  <a:moveTo>
                    <a:pt x="62017" y="0"/>
                  </a:moveTo>
                  <a:cubicBezTo>
                    <a:pt x="72672" y="-73"/>
                    <a:pt x="81365" y="8499"/>
                    <a:pt x="81439" y="19155"/>
                  </a:cubicBezTo>
                  <a:cubicBezTo>
                    <a:pt x="81439" y="19175"/>
                    <a:pt x="81439" y="19202"/>
                    <a:pt x="81439" y="19222"/>
                  </a:cubicBezTo>
                  <a:lnTo>
                    <a:pt x="83314" y="383620"/>
                  </a:lnTo>
                  <a:cubicBezTo>
                    <a:pt x="83421" y="405306"/>
                    <a:pt x="65714" y="422987"/>
                    <a:pt x="43733" y="423134"/>
                  </a:cubicBezTo>
                  <a:lnTo>
                    <a:pt x="41992" y="423134"/>
                  </a:lnTo>
                  <a:cubicBezTo>
                    <a:pt x="19985" y="423281"/>
                    <a:pt x="2023" y="405801"/>
                    <a:pt x="1876" y="384095"/>
                  </a:cubicBezTo>
                  <a:cubicBezTo>
                    <a:pt x="1876" y="384069"/>
                    <a:pt x="1876" y="384048"/>
                    <a:pt x="1876" y="384022"/>
                  </a:cubicBezTo>
                  <a:lnTo>
                    <a:pt x="0" y="19624"/>
                  </a:lnTo>
                  <a:cubicBezTo>
                    <a:pt x="-40" y="8995"/>
                    <a:pt x="8526" y="342"/>
                    <a:pt x="19154" y="268"/>
                  </a:cubicBezTo>
                  <a:lnTo>
                    <a:pt x="62017" y="0"/>
                  </a:lnTo>
                  <a:close/>
                </a:path>
              </a:pathLst>
            </a:custGeom>
            <a:grpFill/>
            <a:ln w="6697" cap="flat">
              <a:noFill/>
              <a:prstDash val="solid"/>
              <a:miter/>
            </a:ln>
          </p:spPr>
          <p:txBody>
            <a:bodyPr rtlCol="0" anchor="ctr"/>
            <a:lstStyle/>
            <a:p>
              <a:endParaRPr lang="en-US" dirty="0">
                <a:solidFill>
                  <a:srgbClr val="FFFFFF"/>
                </a:solidFill>
              </a:endParaRPr>
            </a:p>
          </p:txBody>
        </p:sp>
        <p:sp>
          <p:nvSpPr>
            <p:cNvPr id="164" name="Free-form: Shape 163">
              <a:extLst>
                <a:ext uri="{FF2B5EF4-FFF2-40B4-BE49-F238E27FC236}">
                  <a16:creationId xmlns:a16="http://schemas.microsoft.com/office/drawing/2014/main" id="{38700CD0-C975-892A-07F6-F6131D67C881}"/>
                </a:ext>
              </a:extLst>
            </p:cNvPr>
            <p:cNvSpPr/>
            <p:nvPr/>
          </p:nvSpPr>
          <p:spPr>
            <a:xfrm>
              <a:off x="9047836" y="2814604"/>
              <a:ext cx="26335" cy="29697"/>
            </a:xfrm>
            <a:custGeom>
              <a:avLst/>
              <a:gdLst>
                <a:gd name="connsiteX0" fmla="*/ 94565 w 97579"/>
                <a:gd name="connsiteY0" fmla="*/ 110036 h 110036"/>
                <a:gd name="connsiteX1" fmla="*/ 2880 w 97579"/>
                <a:gd name="connsiteY1" fmla="*/ 107692 h 110036"/>
                <a:gd name="connsiteX2" fmla="*/ 0 w 97579"/>
                <a:gd name="connsiteY2" fmla="*/ 104745 h 110036"/>
                <a:gd name="connsiteX3" fmla="*/ 0 w 97579"/>
                <a:gd name="connsiteY3" fmla="*/ 2947 h 110036"/>
                <a:gd name="connsiteX4" fmla="*/ 2947 w 97579"/>
                <a:gd name="connsiteY4" fmla="*/ 0 h 110036"/>
                <a:gd name="connsiteX5" fmla="*/ 3014 w 97579"/>
                <a:gd name="connsiteY5" fmla="*/ 0 h 110036"/>
                <a:gd name="connsiteX6" fmla="*/ 94699 w 97579"/>
                <a:gd name="connsiteY6" fmla="*/ 2277 h 110036"/>
                <a:gd name="connsiteX7" fmla="*/ 97579 w 97579"/>
                <a:gd name="connsiteY7" fmla="*/ 5224 h 110036"/>
                <a:gd name="connsiteX8" fmla="*/ 97579 w 97579"/>
                <a:gd name="connsiteY8" fmla="*/ 107089 h 110036"/>
                <a:gd name="connsiteX9" fmla="*/ 94632 w 97579"/>
                <a:gd name="connsiteY9" fmla="*/ 110036 h 110036"/>
                <a:gd name="connsiteX10" fmla="*/ 94565 w 97579"/>
                <a:gd name="connsiteY10" fmla="*/ 110036 h 110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579" h="110036">
                  <a:moveTo>
                    <a:pt x="94565" y="110036"/>
                  </a:moveTo>
                  <a:lnTo>
                    <a:pt x="2880" y="107692"/>
                  </a:lnTo>
                  <a:cubicBezTo>
                    <a:pt x="1279" y="107659"/>
                    <a:pt x="0" y="106346"/>
                    <a:pt x="0" y="104745"/>
                  </a:cubicBezTo>
                  <a:lnTo>
                    <a:pt x="0" y="2947"/>
                  </a:lnTo>
                  <a:cubicBezTo>
                    <a:pt x="0" y="1320"/>
                    <a:pt x="1320" y="0"/>
                    <a:pt x="2947" y="0"/>
                  </a:cubicBezTo>
                  <a:cubicBezTo>
                    <a:pt x="2967" y="0"/>
                    <a:pt x="2994" y="0"/>
                    <a:pt x="3014" y="0"/>
                  </a:cubicBezTo>
                  <a:lnTo>
                    <a:pt x="94699" y="2277"/>
                  </a:lnTo>
                  <a:cubicBezTo>
                    <a:pt x="96300" y="2311"/>
                    <a:pt x="97579" y="3623"/>
                    <a:pt x="97579" y="5224"/>
                  </a:cubicBezTo>
                  <a:lnTo>
                    <a:pt x="97579" y="107089"/>
                  </a:lnTo>
                  <a:cubicBezTo>
                    <a:pt x="97579" y="108717"/>
                    <a:pt x="96260" y="110036"/>
                    <a:pt x="94632" y="110036"/>
                  </a:cubicBezTo>
                  <a:cubicBezTo>
                    <a:pt x="94612" y="110036"/>
                    <a:pt x="94586" y="110036"/>
                    <a:pt x="94565" y="11003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5" name="Free-form: Shape 164">
              <a:extLst>
                <a:ext uri="{FF2B5EF4-FFF2-40B4-BE49-F238E27FC236}">
                  <a16:creationId xmlns:a16="http://schemas.microsoft.com/office/drawing/2014/main" id="{ED4F30A8-B15E-1CC6-6D3D-E288C4E26808}"/>
                </a:ext>
              </a:extLst>
            </p:cNvPr>
            <p:cNvSpPr/>
            <p:nvPr/>
          </p:nvSpPr>
          <p:spPr>
            <a:xfrm>
              <a:off x="8700095" y="2814839"/>
              <a:ext cx="27618" cy="29896"/>
            </a:xfrm>
            <a:custGeom>
              <a:avLst/>
              <a:gdLst>
                <a:gd name="connsiteX0" fmla="*/ 100191 w 102334"/>
                <a:gd name="connsiteY0" fmla="*/ 110773 h 110772"/>
                <a:gd name="connsiteX1" fmla="*/ 2009 w 102334"/>
                <a:gd name="connsiteY1" fmla="*/ 108362 h 110772"/>
                <a:gd name="connsiteX2" fmla="*/ 0 w 102334"/>
                <a:gd name="connsiteY2" fmla="*/ 106286 h 110772"/>
                <a:gd name="connsiteX3" fmla="*/ 0 w 102334"/>
                <a:gd name="connsiteY3" fmla="*/ 2076 h 110772"/>
                <a:gd name="connsiteX4" fmla="*/ 2076 w 102334"/>
                <a:gd name="connsiteY4" fmla="*/ 0 h 110772"/>
                <a:gd name="connsiteX5" fmla="*/ 2143 w 102334"/>
                <a:gd name="connsiteY5" fmla="*/ 0 h 110772"/>
                <a:gd name="connsiteX6" fmla="*/ 100325 w 102334"/>
                <a:gd name="connsiteY6" fmla="*/ 2411 h 110772"/>
                <a:gd name="connsiteX7" fmla="*/ 102334 w 102334"/>
                <a:gd name="connsiteY7" fmla="*/ 4487 h 110772"/>
                <a:gd name="connsiteX8" fmla="*/ 102334 w 102334"/>
                <a:gd name="connsiteY8" fmla="*/ 108697 h 110772"/>
                <a:gd name="connsiteX9" fmla="*/ 100258 w 102334"/>
                <a:gd name="connsiteY9" fmla="*/ 110773 h 110772"/>
                <a:gd name="connsiteX10" fmla="*/ 100191 w 102334"/>
                <a:gd name="connsiteY10" fmla="*/ 110773 h 11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334" h="110772">
                  <a:moveTo>
                    <a:pt x="100191" y="110773"/>
                  </a:moveTo>
                  <a:lnTo>
                    <a:pt x="2009" y="108362"/>
                  </a:lnTo>
                  <a:cubicBezTo>
                    <a:pt x="891" y="108328"/>
                    <a:pt x="0" y="107404"/>
                    <a:pt x="0" y="106286"/>
                  </a:cubicBezTo>
                  <a:lnTo>
                    <a:pt x="0" y="2076"/>
                  </a:lnTo>
                  <a:cubicBezTo>
                    <a:pt x="0" y="931"/>
                    <a:pt x="931" y="0"/>
                    <a:pt x="2076" y="0"/>
                  </a:cubicBezTo>
                  <a:cubicBezTo>
                    <a:pt x="2096" y="0"/>
                    <a:pt x="2123" y="0"/>
                    <a:pt x="2143" y="0"/>
                  </a:cubicBezTo>
                  <a:lnTo>
                    <a:pt x="100325" y="2411"/>
                  </a:lnTo>
                  <a:cubicBezTo>
                    <a:pt x="101443" y="2445"/>
                    <a:pt x="102334" y="3369"/>
                    <a:pt x="102334" y="4487"/>
                  </a:cubicBezTo>
                  <a:lnTo>
                    <a:pt x="102334" y="108697"/>
                  </a:lnTo>
                  <a:cubicBezTo>
                    <a:pt x="102334" y="109842"/>
                    <a:pt x="101403" y="110773"/>
                    <a:pt x="100258" y="110773"/>
                  </a:cubicBezTo>
                  <a:cubicBezTo>
                    <a:pt x="100238" y="110773"/>
                    <a:pt x="100211" y="110773"/>
                    <a:pt x="100191" y="11077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6" name="Free-form: Shape 165">
              <a:extLst>
                <a:ext uri="{FF2B5EF4-FFF2-40B4-BE49-F238E27FC236}">
                  <a16:creationId xmlns:a16="http://schemas.microsoft.com/office/drawing/2014/main" id="{300012A7-F9AA-6697-BB1D-5B58FA0B0607}"/>
                </a:ext>
              </a:extLst>
            </p:cNvPr>
            <p:cNvSpPr/>
            <p:nvPr/>
          </p:nvSpPr>
          <p:spPr>
            <a:xfrm rot="5658000">
              <a:off x="8675567" y="2908919"/>
              <a:ext cx="40271" cy="36728"/>
            </a:xfrm>
            <a:custGeom>
              <a:avLst/>
              <a:gdLst>
                <a:gd name="connsiteX0" fmla="*/ 149957 w 149215"/>
                <a:gd name="connsiteY0" fmla="*/ 68505 h 136088"/>
                <a:gd name="connsiteX1" fmla="*/ 75349 w 149215"/>
                <a:gd name="connsiteY1" fmla="*/ 136549 h 136088"/>
                <a:gd name="connsiteX2" fmla="*/ 742 w 149215"/>
                <a:gd name="connsiteY2" fmla="*/ 68505 h 136088"/>
                <a:gd name="connsiteX3" fmla="*/ 75349 w 149215"/>
                <a:gd name="connsiteY3" fmla="*/ 461 h 136088"/>
                <a:gd name="connsiteX4" fmla="*/ 149957 w 149215"/>
                <a:gd name="connsiteY4" fmla="*/ 68505 h 136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5" h="136088">
                  <a:moveTo>
                    <a:pt x="149957" y="68505"/>
                  </a:moveTo>
                  <a:cubicBezTo>
                    <a:pt x="149957" y="106085"/>
                    <a:pt x="116554" y="136549"/>
                    <a:pt x="75349" y="136549"/>
                  </a:cubicBezTo>
                  <a:cubicBezTo>
                    <a:pt x="34145" y="136549"/>
                    <a:pt x="742" y="106085"/>
                    <a:pt x="742" y="68505"/>
                  </a:cubicBezTo>
                  <a:cubicBezTo>
                    <a:pt x="742" y="30925"/>
                    <a:pt x="34145" y="461"/>
                    <a:pt x="75349" y="461"/>
                  </a:cubicBezTo>
                  <a:cubicBezTo>
                    <a:pt x="116554" y="461"/>
                    <a:pt x="149957" y="30925"/>
                    <a:pt x="149957" y="6850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7" name="Free-form: Shape 166">
              <a:extLst>
                <a:ext uri="{FF2B5EF4-FFF2-40B4-BE49-F238E27FC236}">
                  <a16:creationId xmlns:a16="http://schemas.microsoft.com/office/drawing/2014/main" id="{9331B233-3DB2-60EC-35FC-F40B3B9BCA18}"/>
                </a:ext>
              </a:extLst>
            </p:cNvPr>
            <p:cNvSpPr/>
            <p:nvPr/>
          </p:nvSpPr>
          <p:spPr>
            <a:xfrm rot="5478000">
              <a:off x="9057217" y="2908702"/>
              <a:ext cx="38825" cy="36330"/>
            </a:xfrm>
            <a:custGeom>
              <a:avLst/>
              <a:gdLst>
                <a:gd name="connsiteX0" fmla="*/ 144810 w 143857"/>
                <a:gd name="connsiteY0" fmla="*/ 67768 h 134615"/>
                <a:gd name="connsiteX1" fmla="*/ 72881 w 143857"/>
                <a:gd name="connsiteY1" fmla="*/ 135075 h 134615"/>
                <a:gd name="connsiteX2" fmla="*/ 953 w 143857"/>
                <a:gd name="connsiteY2" fmla="*/ 67768 h 134615"/>
                <a:gd name="connsiteX3" fmla="*/ 72881 w 143857"/>
                <a:gd name="connsiteY3" fmla="*/ 460 h 134615"/>
                <a:gd name="connsiteX4" fmla="*/ 144810 w 143857"/>
                <a:gd name="connsiteY4" fmla="*/ 67768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57" h="134615">
                  <a:moveTo>
                    <a:pt x="144810" y="67768"/>
                  </a:moveTo>
                  <a:cubicBezTo>
                    <a:pt x="144810" y="104941"/>
                    <a:pt x="112606" y="135075"/>
                    <a:pt x="72881" y="135075"/>
                  </a:cubicBezTo>
                  <a:cubicBezTo>
                    <a:pt x="33156" y="135075"/>
                    <a:pt x="953" y="104941"/>
                    <a:pt x="953" y="67768"/>
                  </a:cubicBezTo>
                  <a:cubicBezTo>
                    <a:pt x="953" y="30595"/>
                    <a:pt x="33156" y="460"/>
                    <a:pt x="72881" y="460"/>
                  </a:cubicBezTo>
                  <a:cubicBezTo>
                    <a:pt x="112606" y="460"/>
                    <a:pt x="144810" y="30595"/>
                    <a:pt x="144810" y="6776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8" name="Free-form: Shape 167">
              <a:extLst>
                <a:ext uri="{FF2B5EF4-FFF2-40B4-BE49-F238E27FC236}">
                  <a16:creationId xmlns:a16="http://schemas.microsoft.com/office/drawing/2014/main" id="{F7BE5682-9F21-A8DC-7AD7-357E9A1E126D}"/>
                </a:ext>
              </a:extLst>
            </p:cNvPr>
            <p:cNvSpPr/>
            <p:nvPr/>
          </p:nvSpPr>
          <p:spPr>
            <a:xfrm>
              <a:off x="8808839" y="2914559"/>
              <a:ext cx="156725" cy="154584"/>
            </a:xfrm>
            <a:custGeom>
              <a:avLst/>
              <a:gdLst>
                <a:gd name="connsiteX0" fmla="*/ 61858 w 580715"/>
                <a:gd name="connsiteY0" fmla="*/ 111237 h 572781"/>
                <a:gd name="connsiteX1" fmla="*/ 165063 w 580715"/>
                <a:gd name="connsiteY1" fmla="*/ 26517 h 572781"/>
                <a:gd name="connsiteX2" fmla="*/ 570248 w 580715"/>
                <a:gd name="connsiteY2" fmla="*/ 209017 h 572781"/>
                <a:gd name="connsiteX3" fmla="*/ 419760 w 580715"/>
                <a:gd name="connsiteY3" fmla="*/ 539193 h 572781"/>
                <a:gd name="connsiteX4" fmla="*/ 204309 w 580715"/>
                <a:gd name="connsiteY4" fmla="*/ 556940 h 572781"/>
                <a:gd name="connsiteX5" fmla="*/ 6070 w 580715"/>
                <a:gd name="connsiteY5" fmla="*/ 332783 h 572781"/>
                <a:gd name="connsiteX6" fmla="*/ 61858 w 580715"/>
                <a:gd name="connsiteY6" fmla="*/ 111237 h 572781"/>
                <a:gd name="connsiteX7" fmla="*/ 493162 w 580715"/>
                <a:gd name="connsiteY7" fmla="*/ 283826 h 572781"/>
                <a:gd name="connsiteX8" fmla="*/ 289767 w 580715"/>
                <a:gd name="connsiteY8" fmla="*/ 80430 h 572781"/>
                <a:gd name="connsiteX9" fmla="*/ 86371 w 580715"/>
                <a:gd name="connsiteY9" fmla="*/ 283826 h 572781"/>
                <a:gd name="connsiteX10" fmla="*/ 289767 w 580715"/>
                <a:gd name="connsiteY10" fmla="*/ 487222 h 572781"/>
                <a:gd name="connsiteX11" fmla="*/ 493162 w 580715"/>
                <a:gd name="connsiteY11" fmla="*/ 283826 h 572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0715" h="572781">
                  <a:moveTo>
                    <a:pt x="61858" y="111237"/>
                  </a:moveTo>
                  <a:cubicBezTo>
                    <a:pt x="88112" y="81167"/>
                    <a:pt x="125750" y="43997"/>
                    <a:pt x="165063" y="26517"/>
                  </a:cubicBezTo>
                  <a:cubicBezTo>
                    <a:pt x="328544" y="-46282"/>
                    <a:pt x="520621" y="36094"/>
                    <a:pt x="570248" y="209017"/>
                  </a:cubicBezTo>
                  <a:cubicBezTo>
                    <a:pt x="609025" y="343967"/>
                    <a:pt x="535891" y="473425"/>
                    <a:pt x="419760" y="539193"/>
                  </a:cubicBezTo>
                  <a:cubicBezTo>
                    <a:pt x="353009" y="576965"/>
                    <a:pt x="281194" y="582879"/>
                    <a:pt x="204309" y="556940"/>
                  </a:cubicBezTo>
                  <a:cubicBezTo>
                    <a:pt x="94474" y="519925"/>
                    <a:pt x="28392" y="445210"/>
                    <a:pt x="6070" y="332783"/>
                  </a:cubicBezTo>
                  <a:cubicBezTo>
                    <a:pt x="-10894" y="247145"/>
                    <a:pt x="7698" y="173301"/>
                    <a:pt x="61858" y="111237"/>
                  </a:cubicBezTo>
                  <a:close/>
                  <a:moveTo>
                    <a:pt x="493162" y="283826"/>
                  </a:moveTo>
                  <a:cubicBezTo>
                    <a:pt x="493162" y="171493"/>
                    <a:pt x="402099" y="80430"/>
                    <a:pt x="289767" y="80430"/>
                  </a:cubicBezTo>
                  <a:cubicBezTo>
                    <a:pt x="177433" y="80430"/>
                    <a:pt x="86371" y="171493"/>
                    <a:pt x="86371" y="283826"/>
                  </a:cubicBezTo>
                  <a:cubicBezTo>
                    <a:pt x="86371" y="396159"/>
                    <a:pt x="177433" y="487222"/>
                    <a:pt x="289767" y="487222"/>
                  </a:cubicBezTo>
                  <a:cubicBezTo>
                    <a:pt x="402099" y="487222"/>
                    <a:pt x="493162" y="396159"/>
                    <a:pt x="493162" y="283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9" name="Free-form: Shape 168">
              <a:extLst>
                <a:ext uri="{FF2B5EF4-FFF2-40B4-BE49-F238E27FC236}">
                  <a16:creationId xmlns:a16="http://schemas.microsoft.com/office/drawing/2014/main" id="{72E7C372-E880-494E-1A28-AD199AFBA676}"/>
                </a:ext>
              </a:extLst>
            </p:cNvPr>
            <p:cNvSpPr/>
            <p:nvPr/>
          </p:nvSpPr>
          <p:spPr>
            <a:xfrm>
              <a:off x="8852967" y="2955442"/>
              <a:ext cx="69248" cy="70946"/>
            </a:xfrm>
            <a:custGeom>
              <a:avLst/>
              <a:gdLst>
                <a:gd name="connsiteX0" fmla="*/ 50650 w 256585"/>
                <a:gd name="connsiteY0" fmla="*/ 33156 h 262878"/>
                <a:gd name="connsiteX1" fmla="*/ 248688 w 256585"/>
                <a:gd name="connsiteY1" fmla="*/ 90887 h 262878"/>
                <a:gd name="connsiteX2" fmla="*/ 226386 w 256585"/>
                <a:gd name="connsiteY2" fmla="*/ 214384 h 262878"/>
                <a:gd name="connsiteX3" fmla="*/ 122243 w 256585"/>
                <a:gd name="connsiteY3" fmla="*/ 262738 h 262878"/>
                <a:gd name="connsiteX4" fmla="*/ 9863 w 256585"/>
                <a:gd name="connsiteY4" fmla="*/ 180898 h 262878"/>
                <a:gd name="connsiteX5" fmla="*/ 50650 w 256585"/>
                <a:gd name="connsiteY5" fmla="*/ 33156 h 262878"/>
                <a:gd name="connsiteX6" fmla="*/ 172473 w 256585"/>
                <a:gd name="connsiteY6" fmla="*/ 128706 h 262878"/>
                <a:gd name="connsiteX7" fmla="*/ 121400 w 256585"/>
                <a:gd name="connsiteY7" fmla="*/ 91804 h 262878"/>
                <a:gd name="connsiteX8" fmla="*/ 81792 w 256585"/>
                <a:gd name="connsiteY8" fmla="*/ 140802 h 262878"/>
                <a:gd name="connsiteX9" fmla="*/ 132865 w 256585"/>
                <a:gd name="connsiteY9" fmla="*/ 177703 h 262878"/>
                <a:gd name="connsiteX10" fmla="*/ 172473 w 256585"/>
                <a:gd name="connsiteY10" fmla="*/ 128706 h 262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585" h="262878">
                  <a:moveTo>
                    <a:pt x="50650" y="33156"/>
                  </a:moveTo>
                  <a:cubicBezTo>
                    <a:pt x="122310" y="-38036"/>
                    <a:pt x="213527" y="16748"/>
                    <a:pt x="248688" y="90887"/>
                  </a:cubicBezTo>
                  <a:cubicBezTo>
                    <a:pt x="267440" y="130401"/>
                    <a:pt x="249893" y="181568"/>
                    <a:pt x="226386" y="214384"/>
                  </a:cubicBezTo>
                  <a:cubicBezTo>
                    <a:pt x="203548" y="246263"/>
                    <a:pt x="162829" y="264681"/>
                    <a:pt x="122243" y="262738"/>
                  </a:cubicBezTo>
                  <a:cubicBezTo>
                    <a:pt x="68532" y="260193"/>
                    <a:pt x="31074" y="232916"/>
                    <a:pt x="9863" y="180898"/>
                  </a:cubicBezTo>
                  <a:cubicBezTo>
                    <a:pt x="-14582" y="120890"/>
                    <a:pt x="9193" y="74411"/>
                    <a:pt x="50650" y="33156"/>
                  </a:cubicBezTo>
                  <a:close/>
                  <a:moveTo>
                    <a:pt x="172473" y="128706"/>
                  </a:moveTo>
                  <a:cubicBezTo>
                    <a:pt x="169305" y="104984"/>
                    <a:pt x="146441" y="88462"/>
                    <a:pt x="121400" y="91804"/>
                  </a:cubicBezTo>
                  <a:cubicBezTo>
                    <a:pt x="96358" y="95146"/>
                    <a:pt x="78624" y="117080"/>
                    <a:pt x="81792" y="140802"/>
                  </a:cubicBezTo>
                  <a:cubicBezTo>
                    <a:pt x="84960" y="164523"/>
                    <a:pt x="107824" y="181045"/>
                    <a:pt x="132865" y="177703"/>
                  </a:cubicBezTo>
                  <a:cubicBezTo>
                    <a:pt x="157906" y="174361"/>
                    <a:pt x="175641" y="152428"/>
                    <a:pt x="172473" y="12870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0" name="Free-form: Shape 169">
              <a:extLst>
                <a:ext uri="{FF2B5EF4-FFF2-40B4-BE49-F238E27FC236}">
                  <a16:creationId xmlns:a16="http://schemas.microsoft.com/office/drawing/2014/main" id="{568E11E4-98BF-8982-35EE-70F1FC862749}"/>
                </a:ext>
              </a:extLst>
            </p:cNvPr>
            <p:cNvSpPr/>
            <p:nvPr/>
          </p:nvSpPr>
          <p:spPr>
            <a:xfrm rot="5094000">
              <a:off x="8675603" y="3039455"/>
              <a:ext cx="41247" cy="36330"/>
            </a:xfrm>
            <a:custGeom>
              <a:avLst/>
              <a:gdLst>
                <a:gd name="connsiteX0" fmla="*/ 153574 w 152831"/>
                <a:gd name="connsiteY0" fmla="*/ 67840 h 134615"/>
                <a:gd name="connsiteX1" fmla="*/ 77158 w 152831"/>
                <a:gd name="connsiteY1" fmla="*/ 135148 h 134615"/>
                <a:gd name="connsiteX2" fmla="*/ 742 w 152831"/>
                <a:gd name="connsiteY2" fmla="*/ 67840 h 134615"/>
                <a:gd name="connsiteX3" fmla="*/ 77158 w 152831"/>
                <a:gd name="connsiteY3" fmla="*/ 533 h 134615"/>
                <a:gd name="connsiteX4" fmla="*/ 153574 w 152831"/>
                <a:gd name="connsiteY4" fmla="*/ 67840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831" h="134615">
                  <a:moveTo>
                    <a:pt x="153574" y="67840"/>
                  </a:moveTo>
                  <a:cubicBezTo>
                    <a:pt x="153574" y="105013"/>
                    <a:pt x="119361" y="135148"/>
                    <a:pt x="77158" y="135148"/>
                  </a:cubicBezTo>
                  <a:cubicBezTo>
                    <a:pt x="34955" y="135148"/>
                    <a:pt x="742" y="105013"/>
                    <a:pt x="742" y="67840"/>
                  </a:cubicBezTo>
                  <a:cubicBezTo>
                    <a:pt x="742" y="30667"/>
                    <a:pt x="34955" y="533"/>
                    <a:pt x="77158" y="533"/>
                  </a:cubicBezTo>
                  <a:cubicBezTo>
                    <a:pt x="119361" y="533"/>
                    <a:pt x="153574" y="30667"/>
                    <a:pt x="153574" y="6784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1" name="Free-form: Shape 170">
              <a:extLst>
                <a:ext uri="{FF2B5EF4-FFF2-40B4-BE49-F238E27FC236}">
                  <a16:creationId xmlns:a16="http://schemas.microsoft.com/office/drawing/2014/main" id="{2EB4FF7F-738B-E3DB-3B03-A2F1EA937EDF}"/>
                </a:ext>
              </a:extLst>
            </p:cNvPr>
            <p:cNvSpPr/>
            <p:nvPr/>
          </p:nvSpPr>
          <p:spPr>
            <a:xfrm rot="5460000">
              <a:off x="9056223" y="3039256"/>
              <a:ext cx="39873" cy="35933"/>
            </a:xfrm>
            <a:custGeom>
              <a:avLst/>
              <a:gdLst>
                <a:gd name="connsiteX0" fmla="*/ 148694 w 147741"/>
                <a:gd name="connsiteY0" fmla="*/ 67103 h 133141"/>
                <a:gd name="connsiteX1" fmla="*/ 74823 w 147741"/>
                <a:gd name="connsiteY1" fmla="*/ 133674 h 133141"/>
                <a:gd name="connsiteX2" fmla="*/ 952 w 147741"/>
                <a:gd name="connsiteY2" fmla="*/ 67103 h 133141"/>
                <a:gd name="connsiteX3" fmla="*/ 74823 w 147741"/>
                <a:gd name="connsiteY3" fmla="*/ 532 h 133141"/>
                <a:gd name="connsiteX4" fmla="*/ 148694 w 147741"/>
                <a:gd name="connsiteY4" fmla="*/ 67103 h 13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741" h="133141">
                  <a:moveTo>
                    <a:pt x="148694" y="67103"/>
                  </a:moveTo>
                  <a:cubicBezTo>
                    <a:pt x="148694" y="103869"/>
                    <a:pt x="115621" y="133674"/>
                    <a:pt x="74823" y="133674"/>
                  </a:cubicBezTo>
                  <a:cubicBezTo>
                    <a:pt x="34025" y="133674"/>
                    <a:pt x="952" y="103869"/>
                    <a:pt x="952" y="67103"/>
                  </a:cubicBezTo>
                  <a:cubicBezTo>
                    <a:pt x="952" y="30337"/>
                    <a:pt x="34025" y="532"/>
                    <a:pt x="74823" y="532"/>
                  </a:cubicBezTo>
                  <a:cubicBezTo>
                    <a:pt x="115621" y="532"/>
                    <a:pt x="148694" y="30337"/>
                    <a:pt x="148694" y="6710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2" name="Free-form: Shape 171">
              <a:extLst>
                <a:ext uri="{FF2B5EF4-FFF2-40B4-BE49-F238E27FC236}">
                  <a16:creationId xmlns:a16="http://schemas.microsoft.com/office/drawing/2014/main" id="{9E2356E5-C2E5-FAC0-CE08-942B0840330F}"/>
                </a:ext>
              </a:extLst>
            </p:cNvPr>
            <p:cNvSpPr/>
            <p:nvPr/>
          </p:nvSpPr>
          <p:spPr>
            <a:xfrm>
              <a:off x="9126185" y="3060610"/>
              <a:ext cx="29461" cy="117642"/>
            </a:xfrm>
            <a:custGeom>
              <a:avLst/>
              <a:gdLst>
                <a:gd name="connsiteX0" fmla="*/ 18705 w 109161"/>
                <a:gd name="connsiteY0" fmla="*/ 98826 h 435900"/>
                <a:gd name="connsiteX1" fmla="*/ 50986 w 109161"/>
                <a:gd name="connsiteY1" fmla="*/ 309 h 435900"/>
                <a:gd name="connsiteX2" fmla="*/ 107711 w 109161"/>
                <a:gd name="connsiteY2" fmla="*/ 63130 h 435900"/>
                <a:gd name="connsiteX3" fmla="*/ 99541 w 109161"/>
                <a:gd name="connsiteY3" fmla="*/ 146578 h 435900"/>
                <a:gd name="connsiteX4" fmla="*/ 104430 w 109161"/>
                <a:gd name="connsiteY4" fmla="*/ 362631 h 435900"/>
                <a:gd name="connsiteX5" fmla="*/ 101282 w 109161"/>
                <a:gd name="connsiteY5" fmla="*/ 424849 h 435900"/>
                <a:gd name="connsiteX6" fmla="*/ 87754 w 109161"/>
                <a:gd name="connsiteY6" fmla="*/ 435833 h 435900"/>
                <a:gd name="connsiteX7" fmla="*/ 37323 w 109161"/>
                <a:gd name="connsiteY7" fmla="*/ 431747 h 435900"/>
                <a:gd name="connsiteX8" fmla="*/ 32233 w 109161"/>
                <a:gd name="connsiteY8" fmla="*/ 427595 h 435900"/>
                <a:gd name="connsiteX9" fmla="*/ 24933 w 109161"/>
                <a:gd name="connsiteY9" fmla="*/ 367520 h 435900"/>
                <a:gd name="connsiteX10" fmla="*/ 22254 w 109161"/>
                <a:gd name="connsiteY10" fmla="*/ 105724 h 435900"/>
                <a:gd name="connsiteX11" fmla="*/ 18705 w 109161"/>
                <a:gd name="connsiteY11" fmla="*/ 98826 h 43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161" h="435900">
                  <a:moveTo>
                    <a:pt x="18705" y="98826"/>
                  </a:moveTo>
                  <a:cubicBezTo>
                    <a:pt x="-20139" y="71032"/>
                    <a:pt x="6850" y="4461"/>
                    <a:pt x="50986" y="309"/>
                  </a:cubicBezTo>
                  <a:cubicBezTo>
                    <a:pt x="89495" y="-3240"/>
                    <a:pt x="115748" y="24151"/>
                    <a:pt x="107711" y="63130"/>
                  </a:cubicBezTo>
                  <a:cubicBezTo>
                    <a:pt x="101637" y="92551"/>
                    <a:pt x="98918" y="120371"/>
                    <a:pt x="99541" y="146578"/>
                  </a:cubicBezTo>
                  <a:cubicBezTo>
                    <a:pt x="102575" y="271194"/>
                    <a:pt x="104209" y="343209"/>
                    <a:pt x="104430" y="362631"/>
                  </a:cubicBezTo>
                  <a:cubicBezTo>
                    <a:pt x="104744" y="385181"/>
                    <a:pt x="103693" y="405916"/>
                    <a:pt x="101282" y="424849"/>
                  </a:cubicBezTo>
                  <a:cubicBezTo>
                    <a:pt x="100257" y="432799"/>
                    <a:pt x="95743" y="436455"/>
                    <a:pt x="87754" y="435833"/>
                  </a:cubicBezTo>
                  <a:lnTo>
                    <a:pt x="37323" y="431747"/>
                  </a:lnTo>
                  <a:cubicBezTo>
                    <a:pt x="34691" y="431526"/>
                    <a:pt x="32990" y="430140"/>
                    <a:pt x="32233" y="427595"/>
                  </a:cubicBezTo>
                  <a:cubicBezTo>
                    <a:pt x="27947" y="412727"/>
                    <a:pt x="25516" y="392702"/>
                    <a:pt x="24933" y="367520"/>
                  </a:cubicBezTo>
                  <a:cubicBezTo>
                    <a:pt x="23011" y="281481"/>
                    <a:pt x="22120" y="194215"/>
                    <a:pt x="22254" y="105724"/>
                  </a:cubicBezTo>
                  <a:cubicBezTo>
                    <a:pt x="22248" y="102985"/>
                    <a:pt x="20928" y="100420"/>
                    <a:pt x="18705" y="98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3" name="Free-form: Shape 172">
              <a:extLst>
                <a:ext uri="{FF2B5EF4-FFF2-40B4-BE49-F238E27FC236}">
                  <a16:creationId xmlns:a16="http://schemas.microsoft.com/office/drawing/2014/main" id="{A55F178E-8DE7-E468-29E1-579122E8B2CD}"/>
                </a:ext>
              </a:extLst>
            </p:cNvPr>
            <p:cNvSpPr/>
            <p:nvPr/>
          </p:nvSpPr>
          <p:spPr>
            <a:xfrm>
              <a:off x="8616573" y="3062335"/>
              <a:ext cx="27499" cy="118386"/>
            </a:xfrm>
            <a:custGeom>
              <a:avLst/>
              <a:gdLst>
                <a:gd name="connsiteX0" fmla="*/ 67234 w 101892"/>
                <a:gd name="connsiteY0" fmla="*/ 433994 h 438657"/>
                <a:gd name="connsiteX1" fmla="*/ 17339 w 101892"/>
                <a:gd name="connsiteY1" fmla="*/ 423747 h 438657"/>
                <a:gd name="connsiteX2" fmla="*/ 8901 w 101892"/>
                <a:gd name="connsiteY2" fmla="*/ 339429 h 438657"/>
                <a:gd name="connsiteX3" fmla="*/ 5686 w 101892"/>
                <a:gd name="connsiteY3" fmla="*/ 88348 h 438657"/>
                <a:gd name="connsiteX4" fmla="*/ 2471 w 101892"/>
                <a:gd name="connsiteY4" fmla="*/ 67520 h 438657"/>
                <a:gd name="connsiteX5" fmla="*/ 48883 w 101892"/>
                <a:gd name="connsiteY5" fmla="*/ 11 h 438657"/>
                <a:gd name="connsiteX6" fmla="*/ 101122 w 101892"/>
                <a:gd name="connsiteY6" fmla="*/ 64975 h 438657"/>
                <a:gd name="connsiteX7" fmla="*/ 89803 w 101892"/>
                <a:gd name="connsiteY7" fmla="*/ 113798 h 438657"/>
                <a:gd name="connsiteX8" fmla="*/ 89803 w 101892"/>
                <a:gd name="connsiteY8" fmla="*/ 372848 h 438657"/>
                <a:gd name="connsiteX9" fmla="*/ 80628 w 101892"/>
                <a:gd name="connsiteY9" fmla="*/ 436070 h 438657"/>
                <a:gd name="connsiteX10" fmla="*/ 76074 w 101892"/>
                <a:gd name="connsiteY10" fmla="*/ 438348 h 438657"/>
                <a:gd name="connsiteX11" fmla="*/ 73529 w 101892"/>
                <a:gd name="connsiteY11" fmla="*/ 436807 h 438657"/>
                <a:gd name="connsiteX12" fmla="*/ 67234 w 101892"/>
                <a:gd name="connsiteY12" fmla="*/ 433994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892" h="438657">
                  <a:moveTo>
                    <a:pt x="67234" y="433994"/>
                  </a:moveTo>
                  <a:cubicBezTo>
                    <a:pt x="58728" y="433258"/>
                    <a:pt x="23702" y="441696"/>
                    <a:pt x="17339" y="423747"/>
                  </a:cubicBezTo>
                  <a:cubicBezTo>
                    <a:pt x="8298" y="398632"/>
                    <a:pt x="8967" y="361932"/>
                    <a:pt x="8901" y="339429"/>
                  </a:cubicBezTo>
                  <a:cubicBezTo>
                    <a:pt x="8546" y="250041"/>
                    <a:pt x="7474" y="166351"/>
                    <a:pt x="5686" y="88348"/>
                  </a:cubicBezTo>
                  <a:cubicBezTo>
                    <a:pt x="5599" y="83928"/>
                    <a:pt x="4527" y="76983"/>
                    <a:pt x="2471" y="67520"/>
                  </a:cubicBezTo>
                  <a:cubicBezTo>
                    <a:pt x="-5766" y="29680"/>
                    <a:pt x="5820" y="681"/>
                    <a:pt x="48883" y="11"/>
                  </a:cubicBezTo>
                  <a:cubicBezTo>
                    <a:pt x="88484" y="-571"/>
                    <a:pt x="105897" y="21088"/>
                    <a:pt x="101122" y="64975"/>
                  </a:cubicBezTo>
                  <a:cubicBezTo>
                    <a:pt x="99582" y="79374"/>
                    <a:pt x="90540" y="95782"/>
                    <a:pt x="89803" y="113798"/>
                  </a:cubicBezTo>
                  <a:cubicBezTo>
                    <a:pt x="86120" y="201197"/>
                    <a:pt x="89871" y="286387"/>
                    <a:pt x="89803" y="372848"/>
                  </a:cubicBezTo>
                  <a:cubicBezTo>
                    <a:pt x="89803" y="394634"/>
                    <a:pt x="86743" y="415711"/>
                    <a:pt x="80628" y="436070"/>
                  </a:cubicBezTo>
                  <a:cubicBezTo>
                    <a:pt x="79912" y="438394"/>
                    <a:pt x="78398" y="439151"/>
                    <a:pt x="76074" y="438348"/>
                  </a:cubicBezTo>
                  <a:cubicBezTo>
                    <a:pt x="75090" y="438032"/>
                    <a:pt x="74246" y="437524"/>
                    <a:pt x="73529" y="436807"/>
                  </a:cubicBezTo>
                  <a:cubicBezTo>
                    <a:pt x="71748" y="435200"/>
                    <a:pt x="69538" y="434208"/>
                    <a:pt x="67234" y="43399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4" name="Free-form: Shape 173">
              <a:extLst>
                <a:ext uri="{FF2B5EF4-FFF2-40B4-BE49-F238E27FC236}">
                  <a16:creationId xmlns:a16="http://schemas.microsoft.com/office/drawing/2014/main" id="{48221068-D64A-05E7-2391-A7CF1B356E38}"/>
                </a:ext>
              </a:extLst>
            </p:cNvPr>
            <p:cNvSpPr/>
            <p:nvPr/>
          </p:nvSpPr>
          <p:spPr>
            <a:xfrm rot="18000">
              <a:off x="9048378" y="3140493"/>
              <a:ext cx="25232" cy="28016"/>
            </a:xfrm>
            <a:custGeom>
              <a:avLst/>
              <a:gdLst>
                <a:gd name="connsiteX0" fmla="*/ 92362 w 93493"/>
                <a:gd name="connsiteY0" fmla="*/ 586 h 103807"/>
                <a:gd name="connsiteX1" fmla="*/ 94438 w 93493"/>
                <a:gd name="connsiteY1" fmla="*/ 586 h 103807"/>
                <a:gd name="connsiteX2" fmla="*/ 94438 w 93493"/>
                <a:gd name="connsiteY2" fmla="*/ 104394 h 103807"/>
                <a:gd name="connsiteX3" fmla="*/ 92362 w 93493"/>
                <a:gd name="connsiteY3" fmla="*/ 104394 h 103807"/>
                <a:gd name="connsiteX4" fmla="*/ 3020 w 93493"/>
                <a:gd name="connsiteY4" fmla="*/ 104394 h 103807"/>
                <a:gd name="connsiteX5" fmla="*/ 944 w 93493"/>
                <a:gd name="connsiteY5" fmla="*/ 104394 h 103807"/>
                <a:gd name="connsiteX6" fmla="*/ 944 w 93493"/>
                <a:gd name="connsiteY6" fmla="*/ 586 h 103807"/>
                <a:gd name="connsiteX7" fmla="*/ 3020 w 93493"/>
                <a:gd name="connsiteY7" fmla="*/ 586 h 10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493" h="103807">
                  <a:moveTo>
                    <a:pt x="92362" y="586"/>
                  </a:moveTo>
                  <a:cubicBezTo>
                    <a:pt x="93508" y="586"/>
                    <a:pt x="94438" y="586"/>
                    <a:pt x="94438" y="586"/>
                  </a:cubicBezTo>
                  <a:lnTo>
                    <a:pt x="94438" y="104394"/>
                  </a:lnTo>
                  <a:cubicBezTo>
                    <a:pt x="94438" y="104394"/>
                    <a:pt x="93508" y="104394"/>
                    <a:pt x="92362" y="104394"/>
                  </a:cubicBezTo>
                  <a:lnTo>
                    <a:pt x="3020" y="104394"/>
                  </a:lnTo>
                  <a:cubicBezTo>
                    <a:pt x="1873" y="104394"/>
                    <a:pt x="944" y="104394"/>
                    <a:pt x="944" y="104394"/>
                  </a:cubicBezTo>
                  <a:lnTo>
                    <a:pt x="944" y="586"/>
                  </a:lnTo>
                  <a:cubicBezTo>
                    <a:pt x="944" y="586"/>
                    <a:pt x="1873" y="586"/>
                    <a:pt x="3020" y="58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5" name="Free-form: Shape 174">
              <a:extLst>
                <a:ext uri="{FF2B5EF4-FFF2-40B4-BE49-F238E27FC236}">
                  <a16:creationId xmlns:a16="http://schemas.microsoft.com/office/drawing/2014/main" id="{EE3F4386-D4B2-9ACD-A3B0-9677D9D1126B}"/>
                </a:ext>
              </a:extLst>
            </p:cNvPr>
            <p:cNvSpPr/>
            <p:nvPr/>
          </p:nvSpPr>
          <p:spPr>
            <a:xfrm rot="12000">
              <a:off x="8700691" y="3141686"/>
              <a:ext cx="27257" cy="27980"/>
            </a:xfrm>
            <a:custGeom>
              <a:avLst/>
              <a:gdLst>
                <a:gd name="connsiteX0" fmla="*/ 98532 w 100994"/>
                <a:gd name="connsiteY0" fmla="*/ 587 h 103673"/>
                <a:gd name="connsiteX1" fmla="*/ 101747 w 100994"/>
                <a:gd name="connsiteY1" fmla="*/ 587 h 103673"/>
                <a:gd name="connsiteX2" fmla="*/ 101747 w 100994"/>
                <a:gd name="connsiteY2" fmla="*/ 104261 h 103673"/>
                <a:gd name="connsiteX3" fmla="*/ 98532 w 100994"/>
                <a:gd name="connsiteY3" fmla="*/ 104261 h 103673"/>
                <a:gd name="connsiteX4" fmla="*/ 3967 w 100994"/>
                <a:gd name="connsiteY4" fmla="*/ 104261 h 103673"/>
                <a:gd name="connsiteX5" fmla="*/ 752 w 100994"/>
                <a:gd name="connsiteY5" fmla="*/ 104261 h 103673"/>
                <a:gd name="connsiteX6" fmla="*/ 752 w 100994"/>
                <a:gd name="connsiteY6" fmla="*/ 587 h 103673"/>
                <a:gd name="connsiteX7" fmla="*/ 3967 w 100994"/>
                <a:gd name="connsiteY7" fmla="*/ 587 h 10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994" h="103673">
                  <a:moveTo>
                    <a:pt x="98532" y="587"/>
                  </a:moveTo>
                  <a:cubicBezTo>
                    <a:pt x="100308" y="587"/>
                    <a:pt x="101747" y="587"/>
                    <a:pt x="101747" y="587"/>
                  </a:cubicBezTo>
                  <a:lnTo>
                    <a:pt x="101747" y="104261"/>
                  </a:lnTo>
                  <a:cubicBezTo>
                    <a:pt x="101747" y="104261"/>
                    <a:pt x="100308" y="104261"/>
                    <a:pt x="98532" y="104261"/>
                  </a:cubicBezTo>
                  <a:lnTo>
                    <a:pt x="3967" y="104261"/>
                  </a:lnTo>
                  <a:cubicBezTo>
                    <a:pt x="2191" y="104261"/>
                    <a:pt x="752" y="104261"/>
                    <a:pt x="752" y="104261"/>
                  </a:cubicBezTo>
                  <a:lnTo>
                    <a:pt x="752" y="587"/>
                  </a:lnTo>
                  <a:cubicBezTo>
                    <a:pt x="752" y="587"/>
                    <a:pt x="2191" y="587"/>
                    <a:pt x="3967" y="58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6" name="Free-form: Shape 175">
              <a:extLst>
                <a:ext uri="{FF2B5EF4-FFF2-40B4-BE49-F238E27FC236}">
                  <a16:creationId xmlns:a16="http://schemas.microsoft.com/office/drawing/2014/main" id="{072E3061-6030-D273-93B8-929EB4D4817A}"/>
                </a:ext>
              </a:extLst>
            </p:cNvPr>
            <p:cNvSpPr/>
            <p:nvPr/>
          </p:nvSpPr>
          <p:spPr>
            <a:xfrm>
              <a:off x="8943595" y="3142082"/>
              <a:ext cx="40590" cy="43678"/>
            </a:xfrm>
            <a:custGeom>
              <a:avLst/>
              <a:gdLst>
                <a:gd name="connsiteX0" fmla="*/ 86474 w 150400"/>
                <a:gd name="connsiteY0" fmla="*/ 944 h 161840"/>
                <a:gd name="connsiteX1" fmla="*/ 125787 w 150400"/>
                <a:gd name="connsiteY1" fmla="*/ 19495 h 161840"/>
                <a:gd name="connsiteX2" fmla="*/ 110652 w 150400"/>
                <a:gd name="connsiteY2" fmla="*/ 148016 h 161840"/>
                <a:gd name="connsiteX3" fmla="*/ 61828 w 150400"/>
                <a:gd name="connsiteY3" fmla="*/ 161075 h 161840"/>
                <a:gd name="connsiteX4" fmla="*/ 19234 w 150400"/>
                <a:gd name="connsiteY4" fmla="*/ 133952 h 161840"/>
                <a:gd name="connsiteX5" fmla="*/ 43411 w 150400"/>
                <a:gd name="connsiteY5" fmla="*/ 6837 h 161840"/>
                <a:gd name="connsiteX6" fmla="*/ 86474 w 150400"/>
                <a:gd name="connsiteY6" fmla="*/ 944 h 1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00" h="161840">
                  <a:moveTo>
                    <a:pt x="86474" y="944"/>
                  </a:moveTo>
                  <a:cubicBezTo>
                    <a:pt x="101744" y="3308"/>
                    <a:pt x="114850" y="9496"/>
                    <a:pt x="125787" y="19495"/>
                  </a:cubicBezTo>
                  <a:cubicBezTo>
                    <a:pt x="167511" y="57670"/>
                    <a:pt x="151974" y="116740"/>
                    <a:pt x="110652" y="148016"/>
                  </a:cubicBezTo>
                  <a:cubicBezTo>
                    <a:pt x="95563" y="159401"/>
                    <a:pt x="79288" y="163755"/>
                    <a:pt x="61828" y="161075"/>
                  </a:cubicBezTo>
                  <a:cubicBezTo>
                    <a:pt x="44368" y="158396"/>
                    <a:pt x="30170" y="149355"/>
                    <a:pt x="19234" y="133952"/>
                  </a:cubicBezTo>
                  <a:cubicBezTo>
                    <a:pt x="-10770" y="91692"/>
                    <a:pt x="-7823" y="30680"/>
                    <a:pt x="43411" y="6837"/>
                  </a:cubicBezTo>
                  <a:cubicBezTo>
                    <a:pt x="56852" y="589"/>
                    <a:pt x="71205" y="-1380"/>
                    <a:pt x="86474" y="94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7" name="Free-form: Shape 176">
              <a:extLst>
                <a:ext uri="{FF2B5EF4-FFF2-40B4-BE49-F238E27FC236}">
                  <a16:creationId xmlns:a16="http://schemas.microsoft.com/office/drawing/2014/main" id="{75AF499E-3C0E-C3A8-F834-41D0C7798EEF}"/>
                </a:ext>
              </a:extLst>
            </p:cNvPr>
            <p:cNvSpPr/>
            <p:nvPr/>
          </p:nvSpPr>
          <p:spPr>
            <a:xfrm rot="5766000">
              <a:off x="8789023" y="3144434"/>
              <a:ext cx="42946" cy="39692"/>
            </a:xfrm>
            <a:custGeom>
              <a:avLst/>
              <a:gdLst>
                <a:gd name="connsiteX0" fmla="*/ 159932 w 159127"/>
                <a:gd name="connsiteY0" fmla="*/ 74128 h 147071"/>
                <a:gd name="connsiteX1" fmla="*/ 80369 w 159127"/>
                <a:gd name="connsiteY1" fmla="*/ 147664 h 147071"/>
                <a:gd name="connsiteX2" fmla="*/ 805 w 159127"/>
                <a:gd name="connsiteY2" fmla="*/ 74128 h 147071"/>
                <a:gd name="connsiteX3" fmla="*/ 80369 w 159127"/>
                <a:gd name="connsiteY3" fmla="*/ 592 h 147071"/>
                <a:gd name="connsiteX4" fmla="*/ 159932 w 159127"/>
                <a:gd name="connsiteY4" fmla="*/ 74128 h 147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27" h="147071">
                  <a:moveTo>
                    <a:pt x="159932" y="74128"/>
                  </a:moveTo>
                  <a:cubicBezTo>
                    <a:pt x="159932" y="114741"/>
                    <a:pt x="124311" y="147664"/>
                    <a:pt x="80369" y="147664"/>
                  </a:cubicBezTo>
                  <a:cubicBezTo>
                    <a:pt x="36427" y="147664"/>
                    <a:pt x="805" y="114741"/>
                    <a:pt x="805" y="74128"/>
                  </a:cubicBezTo>
                  <a:cubicBezTo>
                    <a:pt x="805" y="33515"/>
                    <a:pt x="36427" y="592"/>
                    <a:pt x="80369" y="592"/>
                  </a:cubicBezTo>
                  <a:cubicBezTo>
                    <a:pt x="124311" y="592"/>
                    <a:pt x="159932" y="33515"/>
                    <a:pt x="159932" y="7412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8" name="Free-form: Shape 177">
              <a:extLst>
                <a:ext uri="{FF2B5EF4-FFF2-40B4-BE49-F238E27FC236}">
                  <a16:creationId xmlns:a16="http://schemas.microsoft.com/office/drawing/2014/main" id="{F89C118E-EF2C-68C3-5F09-03B648FC33B2}"/>
                </a:ext>
              </a:extLst>
            </p:cNvPr>
            <p:cNvSpPr/>
            <p:nvPr/>
          </p:nvSpPr>
          <p:spPr>
            <a:xfrm>
              <a:off x="9098411" y="3195264"/>
              <a:ext cx="64888" cy="67618"/>
            </a:xfrm>
            <a:custGeom>
              <a:avLst/>
              <a:gdLst>
                <a:gd name="connsiteX0" fmla="*/ 209286 w 240430"/>
                <a:gd name="connsiteY0" fmla="*/ 43250 h 250546"/>
                <a:gd name="connsiteX1" fmla="*/ 211897 w 240430"/>
                <a:gd name="connsiteY1" fmla="*/ 196550 h 250546"/>
                <a:gd name="connsiteX2" fmla="*/ 94160 w 240430"/>
                <a:gd name="connsiteY2" fmla="*/ 247382 h 250546"/>
                <a:gd name="connsiteX3" fmla="*/ 17342 w 240430"/>
                <a:gd name="connsiteY3" fmla="*/ 194407 h 250546"/>
                <a:gd name="connsiteX4" fmla="*/ 6225 w 240430"/>
                <a:gd name="connsiteY4" fmla="*/ 91202 h 250546"/>
                <a:gd name="connsiteX5" fmla="*/ 55717 w 240430"/>
                <a:gd name="connsiteY5" fmla="*/ 20747 h 250546"/>
                <a:gd name="connsiteX6" fmla="*/ 89405 w 240430"/>
                <a:gd name="connsiteY6" fmla="*/ 2530 h 250546"/>
                <a:gd name="connsiteX7" fmla="*/ 209286 w 240430"/>
                <a:gd name="connsiteY7" fmla="*/ 43250 h 250546"/>
                <a:gd name="connsiteX8" fmla="*/ 131684 w 240430"/>
                <a:gd name="connsiteY8" fmla="*/ 167156 h 250546"/>
                <a:gd name="connsiteX9" fmla="*/ 162331 w 240430"/>
                <a:gd name="connsiteY9" fmla="*/ 114622 h 250546"/>
                <a:gd name="connsiteX10" fmla="*/ 111285 w 240430"/>
                <a:gd name="connsiteY10" fmla="*/ 81551 h 250546"/>
                <a:gd name="connsiteX11" fmla="*/ 80638 w 240430"/>
                <a:gd name="connsiteY11" fmla="*/ 134085 h 250546"/>
                <a:gd name="connsiteX12" fmla="*/ 131684 w 240430"/>
                <a:gd name="connsiteY12" fmla="*/ 167156 h 25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0430" h="250546">
                  <a:moveTo>
                    <a:pt x="209286" y="43250"/>
                  </a:moveTo>
                  <a:cubicBezTo>
                    <a:pt x="251010" y="91671"/>
                    <a:pt x="249737" y="145651"/>
                    <a:pt x="211897" y="196550"/>
                  </a:cubicBezTo>
                  <a:cubicBezTo>
                    <a:pt x="188122" y="228630"/>
                    <a:pt x="136955" y="260911"/>
                    <a:pt x="94160" y="247382"/>
                  </a:cubicBezTo>
                  <a:cubicBezTo>
                    <a:pt x="61966" y="237289"/>
                    <a:pt x="36362" y="219635"/>
                    <a:pt x="17342" y="194407"/>
                  </a:cubicBezTo>
                  <a:cubicBezTo>
                    <a:pt x="-4893" y="165073"/>
                    <a:pt x="-2348" y="126697"/>
                    <a:pt x="6225" y="91202"/>
                  </a:cubicBezTo>
                  <a:cubicBezTo>
                    <a:pt x="13190" y="62136"/>
                    <a:pt x="33817" y="42513"/>
                    <a:pt x="55717" y="20747"/>
                  </a:cubicBezTo>
                  <a:cubicBezTo>
                    <a:pt x="65810" y="10788"/>
                    <a:pt x="77035" y="4720"/>
                    <a:pt x="89405" y="2530"/>
                  </a:cubicBezTo>
                  <a:cubicBezTo>
                    <a:pt x="138382" y="-6130"/>
                    <a:pt x="178344" y="7439"/>
                    <a:pt x="209286" y="43250"/>
                  </a:cubicBezTo>
                  <a:close/>
                  <a:moveTo>
                    <a:pt x="131684" y="167156"/>
                  </a:moveTo>
                  <a:cubicBezTo>
                    <a:pt x="154241" y="161784"/>
                    <a:pt x="167963" y="138264"/>
                    <a:pt x="162331" y="114622"/>
                  </a:cubicBezTo>
                  <a:cubicBezTo>
                    <a:pt x="156698" y="90981"/>
                    <a:pt x="133847" y="76173"/>
                    <a:pt x="111285" y="81551"/>
                  </a:cubicBezTo>
                  <a:cubicBezTo>
                    <a:pt x="88728" y="86922"/>
                    <a:pt x="75005" y="110443"/>
                    <a:pt x="80638" y="134085"/>
                  </a:cubicBezTo>
                  <a:cubicBezTo>
                    <a:pt x="86270" y="157726"/>
                    <a:pt x="109121" y="172533"/>
                    <a:pt x="131684" y="1671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9" name="Free-form: Shape 178">
              <a:extLst>
                <a:ext uri="{FF2B5EF4-FFF2-40B4-BE49-F238E27FC236}">
                  <a16:creationId xmlns:a16="http://schemas.microsoft.com/office/drawing/2014/main" id="{47CD6B27-7CAD-2C7C-9455-093BF063FBFF}"/>
                </a:ext>
              </a:extLst>
            </p:cNvPr>
            <p:cNvSpPr/>
            <p:nvPr/>
          </p:nvSpPr>
          <p:spPr>
            <a:xfrm>
              <a:off x="8612028" y="3196816"/>
              <a:ext cx="66463" cy="65082"/>
            </a:xfrm>
            <a:custGeom>
              <a:avLst/>
              <a:gdLst>
                <a:gd name="connsiteX0" fmla="*/ 204693 w 246266"/>
                <a:gd name="connsiteY0" fmla="*/ 29263 h 241150"/>
                <a:gd name="connsiteX1" fmla="*/ 246082 w 246266"/>
                <a:gd name="connsiteY1" fmla="*/ 117131 h 241150"/>
                <a:gd name="connsiteX2" fmla="*/ 215811 w 246266"/>
                <a:gd name="connsiteY2" fmla="*/ 207678 h 241150"/>
                <a:gd name="connsiteX3" fmla="*/ 150513 w 246266"/>
                <a:gd name="connsiteY3" fmla="*/ 238017 h 241150"/>
                <a:gd name="connsiteX4" fmla="*/ 2570 w 246266"/>
                <a:gd name="connsiteY4" fmla="*/ 136486 h 241150"/>
                <a:gd name="connsiteX5" fmla="*/ 46571 w 246266"/>
                <a:gd name="connsiteY5" fmla="*/ 28593 h 241150"/>
                <a:gd name="connsiteX6" fmla="*/ 204693 w 246266"/>
                <a:gd name="connsiteY6" fmla="*/ 29263 h 241150"/>
                <a:gd name="connsiteX7" fmla="*/ 158482 w 246266"/>
                <a:gd name="connsiteY7" fmla="*/ 120815 h 241150"/>
                <a:gd name="connsiteX8" fmla="*/ 117562 w 246266"/>
                <a:gd name="connsiteY8" fmla="*/ 79894 h 241150"/>
                <a:gd name="connsiteX9" fmla="*/ 76642 w 246266"/>
                <a:gd name="connsiteY9" fmla="*/ 120815 h 241150"/>
                <a:gd name="connsiteX10" fmla="*/ 117562 w 246266"/>
                <a:gd name="connsiteY10" fmla="*/ 161735 h 241150"/>
                <a:gd name="connsiteX11" fmla="*/ 158482 w 246266"/>
                <a:gd name="connsiteY11" fmla="*/ 120815 h 24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6266" h="241150">
                  <a:moveTo>
                    <a:pt x="204693" y="29263"/>
                  </a:moveTo>
                  <a:cubicBezTo>
                    <a:pt x="237443" y="54913"/>
                    <a:pt x="247824" y="78488"/>
                    <a:pt x="246082" y="117131"/>
                  </a:cubicBezTo>
                  <a:cubicBezTo>
                    <a:pt x="244542" y="152425"/>
                    <a:pt x="242466" y="185443"/>
                    <a:pt x="215811" y="207678"/>
                  </a:cubicBezTo>
                  <a:cubicBezTo>
                    <a:pt x="200005" y="220805"/>
                    <a:pt x="178239" y="230918"/>
                    <a:pt x="150513" y="238017"/>
                  </a:cubicBezTo>
                  <a:cubicBezTo>
                    <a:pt x="83875" y="254961"/>
                    <a:pt x="15964" y="200646"/>
                    <a:pt x="2570" y="136486"/>
                  </a:cubicBezTo>
                  <a:cubicBezTo>
                    <a:pt x="-7342" y="89136"/>
                    <a:pt x="12281" y="60070"/>
                    <a:pt x="46571" y="28593"/>
                  </a:cubicBezTo>
                  <a:cubicBezTo>
                    <a:pt x="91108" y="-12327"/>
                    <a:pt x="158683" y="-6835"/>
                    <a:pt x="204693" y="29263"/>
                  </a:cubicBezTo>
                  <a:close/>
                  <a:moveTo>
                    <a:pt x="158482" y="120815"/>
                  </a:moveTo>
                  <a:cubicBezTo>
                    <a:pt x="158482" y="98218"/>
                    <a:pt x="140159" y="79894"/>
                    <a:pt x="117562" y="79894"/>
                  </a:cubicBezTo>
                  <a:cubicBezTo>
                    <a:pt x="94966" y="79894"/>
                    <a:pt x="76642" y="98218"/>
                    <a:pt x="76642" y="120815"/>
                  </a:cubicBezTo>
                  <a:cubicBezTo>
                    <a:pt x="76642" y="143411"/>
                    <a:pt x="94966" y="161735"/>
                    <a:pt x="117562" y="161735"/>
                  </a:cubicBezTo>
                  <a:cubicBezTo>
                    <a:pt x="140159" y="161735"/>
                    <a:pt x="158482" y="143411"/>
                    <a:pt x="158482" y="12081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0" name="Free-form: Shape 179">
              <a:extLst>
                <a:ext uri="{FF2B5EF4-FFF2-40B4-BE49-F238E27FC236}">
                  <a16:creationId xmlns:a16="http://schemas.microsoft.com/office/drawing/2014/main" id="{635FFC5A-16B2-5094-53D7-4ED5F8499FD9}"/>
                </a:ext>
              </a:extLst>
            </p:cNvPr>
            <p:cNvSpPr/>
            <p:nvPr/>
          </p:nvSpPr>
          <p:spPr>
            <a:xfrm>
              <a:off x="8956024" y="3225291"/>
              <a:ext cx="131305" cy="23431"/>
            </a:xfrm>
            <a:custGeom>
              <a:avLst/>
              <a:gdLst>
                <a:gd name="connsiteX0" fmla="*/ 473467 w 486526"/>
                <a:gd name="connsiteY0" fmla="*/ 69352 h 86820"/>
                <a:gd name="connsiteX1" fmla="*/ 484451 w 486526"/>
                <a:gd name="connsiteY1" fmla="*/ 62989 h 86820"/>
                <a:gd name="connsiteX2" fmla="*/ 486359 w 486526"/>
                <a:gd name="connsiteY2" fmla="*/ 63558 h 86820"/>
                <a:gd name="connsiteX3" fmla="*/ 486527 w 486526"/>
                <a:gd name="connsiteY3" fmla="*/ 64195 h 86820"/>
                <a:gd name="connsiteX4" fmla="*/ 486527 w 486526"/>
                <a:gd name="connsiteY4" fmla="*/ 67142 h 86820"/>
                <a:gd name="connsiteX5" fmla="*/ 485455 w 486526"/>
                <a:gd name="connsiteY5" fmla="*/ 68816 h 86820"/>
                <a:gd name="connsiteX6" fmla="*/ 454514 w 486526"/>
                <a:gd name="connsiteY6" fmla="*/ 82411 h 86820"/>
                <a:gd name="connsiteX7" fmla="*/ 380911 w 486526"/>
                <a:gd name="connsiteY7" fmla="*/ 86363 h 86820"/>
                <a:gd name="connsiteX8" fmla="*/ 51138 w 486526"/>
                <a:gd name="connsiteY8" fmla="*/ 84688 h 86820"/>
                <a:gd name="connsiteX9" fmla="*/ 8811 w 486526"/>
                <a:gd name="connsiteY9" fmla="*/ 8005 h 86820"/>
                <a:gd name="connsiteX10" fmla="*/ 31984 w 486526"/>
                <a:gd name="connsiteY10" fmla="*/ 102 h 86820"/>
                <a:gd name="connsiteX11" fmla="*/ 91991 w 486526"/>
                <a:gd name="connsiteY11" fmla="*/ 3852 h 86820"/>
                <a:gd name="connsiteX12" fmla="*/ 424443 w 486526"/>
                <a:gd name="connsiteY12" fmla="*/ 6598 h 86820"/>
                <a:gd name="connsiteX13" fmla="*/ 458064 w 486526"/>
                <a:gd name="connsiteY13" fmla="*/ 10884 h 86820"/>
                <a:gd name="connsiteX14" fmla="*/ 464761 w 486526"/>
                <a:gd name="connsiteY14" fmla="*/ 18185 h 86820"/>
                <a:gd name="connsiteX15" fmla="*/ 469315 w 486526"/>
                <a:gd name="connsiteY15" fmla="*/ 67209 h 86820"/>
                <a:gd name="connsiteX16" fmla="*/ 473467 w 486526"/>
                <a:gd name="connsiteY16" fmla="*/ 69352 h 8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6526" h="86820">
                  <a:moveTo>
                    <a:pt x="473467" y="69352"/>
                  </a:moveTo>
                  <a:lnTo>
                    <a:pt x="484451" y="62989"/>
                  </a:lnTo>
                  <a:cubicBezTo>
                    <a:pt x="485134" y="62621"/>
                    <a:pt x="485985" y="62875"/>
                    <a:pt x="486359" y="63558"/>
                  </a:cubicBezTo>
                  <a:cubicBezTo>
                    <a:pt x="486466" y="63753"/>
                    <a:pt x="486520" y="63974"/>
                    <a:pt x="486527" y="64195"/>
                  </a:cubicBezTo>
                  <a:lnTo>
                    <a:pt x="486527" y="67142"/>
                  </a:lnTo>
                  <a:cubicBezTo>
                    <a:pt x="486527" y="67898"/>
                    <a:pt x="486172" y="68461"/>
                    <a:pt x="485455" y="68816"/>
                  </a:cubicBezTo>
                  <a:cubicBezTo>
                    <a:pt x="469469" y="76853"/>
                    <a:pt x="459155" y="81387"/>
                    <a:pt x="454514" y="82411"/>
                  </a:cubicBezTo>
                  <a:cubicBezTo>
                    <a:pt x="436612" y="86296"/>
                    <a:pt x="412073" y="87615"/>
                    <a:pt x="380911" y="86363"/>
                  </a:cubicBezTo>
                  <a:cubicBezTo>
                    <a:pt x="271544" y="81942"/>
                    <a:pt x="160370" y="77120"/>
                    <a:pt x="51138" y="84688"/>
                  </a:cubicBezTo>
                  <a:cubicBezTo>
                    <a:pt x="11289" y="87434"/>
                    <a:pt x="-14429" y="40620"/>
                    <a:pt x="8811" y="8005"/>
                  </a:cubicBezTo>
                  <a:cubicBezTo>
                    <a:pt x="13050" y="2064"/>
                    <a:pt x="20779" y="-568"/>
                    <a:pt x="31984" y="102"/>
                  </a:cubicBezTo>
                  <a:cubicBezTo>
                    <a:pt x="71678" y="2600"/>
                    <a:pt x="91676" y="3852"/>
                    <a:pt x="91991" y="3852"/>
                  </a:cubicBezTo>
                  <a:cubicBezTo>
                    <a:pt x="199502" y="5815"/>
                    <a:pt x="310322" y="6732"/>
                    <a:pt x="424443" y="6598"/>
                  </a:cubicBezTo>
                  <a:cubicBezTo>
                    <a:pt x="431944" y="6598"/>
                    <a:pt x="443149" y="8025"/>
                    <a:pt x="458064" y="10884"/>
                  </a:cubicBezTo>
                  <a:cubicBezTo>
                    <a:pt x="461673" y="11554"/>
                    <a:pt x="464406" y="14528"/>
                    <a:pt x="464761" y="18185"/>
                  </a:cubicBezTo>
                  <a:lnTo>
                    <a:pt x="469315" y="67209"/>
                  </a:lnTo>
                  <a:cubicBezTo>
                    <a:pt x="469583" y="70068"/>
                    <a:pt x="470969" y="70778"/>
                    <a:pt x="473467" y="69352"/>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1" name="Free-form: Shape 180">
              <a:extLst>
                <a:ext uri="{FF2B5EF4-FFF2-40B4-BE49-F238E27FC236}">
                  <a16:creationId xmlns:a16="http://schemas.microsoft.com/office/drawing/2014/main" id="{E9EDE25E-6181-0450-FB9E-7AC997411872}"/>
                </a:ext>
              </a:extLst>
            </p:cNvPr>
            <p:cNvSpPr/>
            <p:nvPr/>
          </p:nvSpPr>
          <p:spPr>
            <a:xfrm>
              <a:off x="8683143" y="3225551"/>
              <a:ext cx="134057" cy="22390"/>
            </a:xfrm>
            <a:custGeom>
              <a:avLst/>
              <a:gdLst>
                <a:gd name="connsiteX0" fmla="*/ 6623 w 496722"/>
                <a:gd name="connsiteY0" fmla="*/ 61893 h 82961"/>
                <a:gd name="connsiteX1" fmla="*/ 30130 w 496722"/>
                <a:gd name="connsiteY1" fmla="*/ 25594 h 82961"/>
                <a:gd name="connsiteX2" fmla="*/ 41649 w 496722"/>
                <a:gd name="connsiteY2" fmla="*/ 14343 h 82961"/>
                <a:gd name="connsiteX3" fmla="*/ 121280 w 496722"/>
                <a:gd name="connsiteY3" fmla="*/ 7310 h 82961"/>
                <a:gd name="connsiteX4" fmla="*/ 386224 w 496722"/>
                <a:gd name="connsiteY4" fmla="*/ 6239 h 82961"/>
                <a:gd name="connsiteX5" fmla="*/ 457817 w 496722"/>
                <a:gd name="connsiteY5" fmla="*/ 345 h 82961"/>
                <a:gd name="connsiteX6" fmla="*/ 460697 w 496722"/>
                <a:gd name="connsiteY6" fmla="*/ 80779 h 82961"/>
                <a:gd name="connsiteX7" fmla="*/ 389773 w 496722"/>
                <a:gd name="connsiteY7" fmla="*/ 81114 h 82961"/>
                <a:gd name="connsiteX8" fmla="*/ 96098 w 496722"/>
                <a:gd name="connsiteY8" fmla="*/ 82454 h 82961"/>
                <a:gd name="connsiteX9" fmla="*/ 5283 w 496722"/>
                <a:gd name="connsiteY9" fmla="*/ 72274 h 82961"/>
                <a:gd name="connsiteX10" fmla="*/ 2135 w 496722"/>
                <a:gd name="connsiteY10" fmla="*/ 64371 h 82961"/>
                <a:gd name="connsiteX11" fmla="*/ 6623 w 496722"/>
                <a:gd name="connsiteY11" fmla="*/ 61893 h 82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6722" h="82961">
                  <a:moveTo>
                    <a:pt x="6623" y="61893"/>
                  </a:moveTo>
                  <a:cubicBezTo>
                    <a:pt x="18543" y="57272"/>
                    <a:pt x="27853" y="36377"/>
                    <a:pt x="30130" y="25594"/>
                  </a:cubicBezTo>
                  <a:cubicBezTo>
                    <a:pt x="31349" y="19868"/>
                    <a:pt x="35890" y="15428"/>
                    <a:pt x="41649" y="14343"/>
                  </a:cubicBezTo>
                  <a:cubicBezTo>
                    <a:pt x="65043" y="9922"/>
                    <a:pt x="91591" y="7578"/>
                    <a:pt x="121280" y="7310"/>
                  </a:cubicBezTo>
                  <a:cubicBezTo>
                    <a:pt x="212811" y="6460"/>
                    <a:pt x="301121" y="6105"/>
                    <a:pt x="386224" y="6239"/>
                  </a:cubicBezTo>
                  <a:cubicBezTo>
                    <a:pt x="409932" y="6306"/>
                    <a:pt x="437257" y="2488"/>
                    <a:pt x="457817" y="345"/>
                  </a:cubicBezTo>
                  <a:cubicBezTo>
                    <a:pt x="515548" y="-5682"/>
                    <a:pt x="502622" y="69059"/>
                    <a:pt x="460697" y="80779"/>
                  </a:cubicBezTo>
                  <a:cubicBezTo>
                    <a:pt x="444758" y="85199"/>
                    <a:pt x="411472" y="80712"/>
                    <a:pt x="389773" y="81114"/>
                  </a:cubicBezTo>
                  <a:cubicBezTo>
                    <a:pt x="292308" y="82990"/>
                    <a:pt x="194414" y="83438"/>
                    <a:pt x="96098" y="82454"/>
                  </a:cubicBezTo>
                  <a:cubicBezTo>
                    <a:pt x="61540" y="82099"/>
                    <a:pt x="31268" y="78703"/>
                    <a:pt x="5283" y="72274"/>
                  </a:cubicBezTo>
                  <a:cubicBezTo>
                    <a:pt x="-477" y="70847"/>
                    <a:pt x="-1528" y="68209"/>
                    <a:pt x="2135" y="64371"/>
                  </a:cubicBezTo>
                  <a:cubicBezTo>
                    <a:pt x="2852" y="63614"/>
                    <a:pt x="4345" y="62784"/>
                    <a:pt x="6623" y="61893"/>
                  </a:cubicBezTo>
                  <a:close/>
                </a:path>
              </a:pathLst>
            </a:custGeom>
            <a:grpFill/>
            <a:ln w="6697" cap="flat">
              <a:noFill/>
              <a:prstDash val="solid"/>
              <a:miter/>
            </a:ln>
          </p:spPr>
          <p:txBody>
            <a:bodyPr rtlCol="0" anchor="ctr"/>
            <a:lstStyle/>
            <a:p>
              <a:endParaRPr lang="en-US" dirty="0">
                <a:solidFill>
                  <a:srgbClr val="FFFFFF"/>
                </a:solidFill>
              </a:endParaRPr>
            </a:p>
          </p:txBody>
        </p:sp>
      </p:grpSp>
    </p:spTree>
    <p:extLst>
      <p:ext uri="{BB962C8B-B14F-4D97-AF65-F5344CB8AC3E}">
        <p14:creationId xmlns:p14="http://schemas.microsoft.com/office/powerpoint/2010/main" val="3567983663"/>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a:off x="1579462" y="1927513"/>
            <a:ext cx="3990109" cy="399010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Prioritization Matrix</a:t>
            </a:r>
          </a:p>
        </p:txBody>
      </p:sp>
      <p:grpSp>
        <p:nvGrpSpPr>
          <p:cNvPr id="30" name="Group 29"/>
          <p:cNvGrpSpPr/>
          <p:nvPr/>
        </p:nvGrpSpPr>
        <p:grpSpPr>
          <a:xfrm>
            <a:off x="1579463" y="1917989"/>
            <a:ext cx="3976255" cy="3999634"/>
            <a:chOff x="1579463" y="2013239"/>
            <a:chExt cx="3976255" cy="3999634"/>
          </a:xfrm>
        </p:grpSpPr>
        <p:cxnSp>
          <p:nvCxnSpPr>
            <p:cNvPr id="14" name="Straight Connector 13"/>
            <p:cNvCxnSpPr/>
            <p:nvPr/>
          </p:nvCxnSpPr>
          <p:spPr>
            <a:xfrm flipH="1">
              <a:off x="1579463" y="2013239"/>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555718"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4230300"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2904882"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1579463" y="3352800"/>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flipH="1">
              <a:off x="1579463" y="4682836"/>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Isosceles Triangle 30"/>
          <p:cNvSpPr/>
          <p:nvPr/>
        </p:nvSpPr>
        <p:spPr>
          <a:xfrm rot="5400000">
            <a:off x="674275" y="2832699"/>
            <a:ext cx="3990111" cy="2179737"/>
          </a:xfrm>
          <a:prstGeom prst="triangle">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endParaRPr lang="en-US" dirty="0">
              <a:solidFill>
                <a:schemeClr val="tx1"/>
              </a:solidFill>
            </a:endParaRPr>
          </a:p>
        </p:txBody>
      </p:sp>
      <p:sp>
        <p:nvSpPr>
          <p:cNvPr id="32" name="Isosceles Triangle 31"/>
          <p:cNvSpPr/>
          <p:nvPr/>
        </p:nvSpPr>
        <p:spPr>
          <a:xfrm flipH="1">
            <a:off x="1579462" y="3736022"/>
            <a:ext cx="3990109" cy="21816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ectangle 27"/>
          <p:cNvSpPr/>
          <p:nvPr/>
        </p:nvSpPr>
        <p:spPr>
          <a:xfrm>
            <a:off x="1579463" y="1927513"/>
            <a:ext cx="684765" cy="3990109"/>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 tIns="45720" rIns="18000" bIns="45720" numCol="1" spcCol="0" rtlCol="0" fromWordArt="0" anchor="b" anchorCtr="0" forceAA="0" compatLnSpc="1">
            <a:prstTxWarp prst="textNoShape">
              <a:avLst/>
            </a:prstTxWarp>
            <a:noAutofit/>
          </a:bodyPr>
          <a:lstStyle/>
          <a:p>
            <a:pPr algn="ctr"/>
            <a:r>
              <a:rPr lang="en-US" sz="1400" b="1" dirty="0">
                <a:solidFill>
                  <a:srgbClr val="FFFFFF"/>
                </a:solidFill>
              </a:rPr>
              <a:t>Quick wins</a:t>
            </a:r>
          </a:p>
        </p:txBody>
      </p:sp>
      <p:grpSp>
        <p:nvGrpSpPr>
          <p:cNvPr id="29" name="Group 28"/>
          <p:cNvGrpSpPr/>
          <p:nvPr/>
        </p:nvGrpSpPr>
        <p:grpSpPr>
          <a:xfrm>
            <a:off x="254047" y="1414974"/>
            <a:ext cx="6714008" cy="4896623"/>
            <a:chOff x="254047" y="1510224"/>
            <a:chExt cx="6714008" cy="4896623"/>
          </a:xfrm>
        </p:grpSpPr>
        <p:cxnSp>
          <p:nvCxnSpPr>
            <p:cNvPr id="7" name="Straight Arrow Connector 6"/>
            <p:cNvCxnSpPr/>
            <p:nvPr/>
          </p:nvCxnSpPr>
          <p:spPr>
            <a:xfrm rot="5400000" flipV="1">
              <a:off x="3685355" y="3906982"/>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1658172" y="6068293"/>
              <a:ext cx="1168003" cy="338554"/>
            </a:xfrm>
            <a:prstGeom prst="rect">
              <a:avLst/>
            </a:prstGeom>
            <a:noFill/>
          </p:spPr>
          <p:txBody>
            <a:bodyPr wrap="square" rtlCol="0">
              <a:spAutoFit/>
            </a:bodyPr>
            <a:lstStyle/>
            <a:p>
              <a:pPr algn="ctr"/>
              <a:r>
                <a:rPr lang="en-US" sz="1600" dirty="0"/>
                <a:t>Low</a:t>
              </a:r>
            </a:p>
          </p:txBody>
        </p:sp>
        <p:sp>
          <p:nvSpPr>
            <p:cNvPr id="9" name="TextBox 8"/>
            <p:cNvSpPr txBox="1"/>
            <p:nvPr/>
          </p:nvSpPr>
          <p:spPr>
            <a:xfrm>
              <a:off x="2983590" y="6068293"/>
              <a:ext cx="1168003" cy="338554"/>
            </a:xfrm>
            <a:prstGeom prst="rect">
              <a:avLst/>
            </a:prstGeom>
            <a:noFill/>
          </p:spPr>
          <p:txBody>
            <a:bodyPr wrap="square" rtlCol="0">
              <a:spAutoFit/>
            </a:bodyPr>
            <a:lstStyle/>
            <a:p>
              <a:pPr algn="ctr"/>
              <a:r>
                <a:rPr lang="en-US" sz="1600" dirty="0"/>
                <a:t>Medium</a:t>
              </a:r>
            </a:p>
          </p:txBody>
        </p:sp>
        <p:sp>
          <p:nvSpPr>
            <p:cNvPr id="10" name="TextBox 9"/>
            <p:cNvSpPr txBox="1"/>
            <p:nvPr/>
          </p:nvSpPr>
          <p:spPr>
            <a:xfrm>
              <a:off x="4309008" y="6068293"/>
              <a:ext cx="1168003" cy="338554"/>
            </a:xfrm>
            <a:prstGeom prst="rect">
              <a:avLst/>
            </a:prstGeom>
            <a:noFill/>
          </p:spPr>
          <p:txBody>
            <a:bodyPr wrap="square" rtlCol="0">
              <a:spAutoFit/>
            </a:bodyPr>
            <a:lstStyle/>
            <a:p>
              <a:pPr algn="ctr"/>
              <a:r>
                <a:rPr lang="en-US" sz="1600" dirty="0"/>
                <a:t>High</a:t>
              </a:r>
            </a:p>
          </p:txBody>
        </p:sp>
        <p:sp>
          <p:nvSpPr>
            <p:cNvPr id="23" name="TextBox 22"/>
            <p:cNvSpPr txBox="1"/>
            <p:nvPr/>
          </p:nvSpPr>
          <p:spPr>
            <a:xfrm>
              <a:off x="371370" y="5178578"/>
              <a:ext cx="1136351" cy="338554"/>
            </a:xfrm>
            <a:prstGeom prst="rect">
              <a:avLst/>
            </a:prstGeom>
            <a:noFill/>
          </p:spPr>
          <p:txBody>
            <a:bodyPr wrap="square" rtlCol="0">
              <a:spAutoFit/>
            </a:bodyPr>
            <a:lstStyle/>
            <a:p>
              <a:pPr algn="r"/>
              <a:r>
                <a:rPr lang="en-US" sz="1600" dirty="0"/>
                <a:t>Low</a:t>
              </a:r>
            </a:p>
          </p:txBody>
        </p:sp>
        <p:sp>
          <p:nvSpPr>
            <p:cNvPr id="24" name="TextBox 23"/>
            <p:cNvSpPr txBox="1"/>
            <p:nvPr/>
          </p:nvSpPr>
          <p:spPr>
            <a:xfrm>
              <a:off x="371370" y="3848541"/>
              <a:ext cx="1136351" cy="338554"/>
            </a:xfrm>
            <a:prstGeom prst="rect">
              <a:avLst/>
            </a:prstGeom>
            <a:noFill/>
          </p:spPr>
          <p:txBody>
            <a:bodyPr wrap="square" rtlCol="0">
              <a:spAutoFit/>
            </a:bodyPr>
            <a:lstStyle/>
            <a:p>
              <a:pPr algn="r"/>
              <a:r>
                <a:rPr lang="en-US" sz="1600" dirty="0"/>
                <a:t>Medium</a:t>
              </a:r>
            </a:p>
          </p:txBody>
        </p:sp>
        <p:sp>
          <p:nvSpPr>
            <p:cNvPr id="25" name="TextBox 24"/>
            <p:cNvSpPr txBox="1"/>
            <p:nvPr/>
          </p:nvSpPr>
          <p:spPr>
            <a:xfrm>
              <a:off x="371370" y="2518505"/>
              <a:ext cx="1136351" cy="338554"/>
            </a:xfrm>
            <a:prstGeom prst="rect">
              <a:avLst/>
            </a:prstGeom>
            <a:noFill/>
          </p:spPr>
          <p:txBody>
            <a:bodyPr wrap="square" rtlCol="0">
              <a:spAutoFit/>
            </a:bodyPr>
            <a:lstStyle/>
            <a:p>
              <a:pPr algn="r"/>
              <a:r>
                <a:rPr lang="en-US" sz="1600" dirty="0"/>
                <a:t>High</a:t>
              </a:r>
            </a:p>
          </p:txBody>
        </p:sp>
        <p:sp>
          <p:nvSpPr>
            <p:cNvPr id="26" name="TextBox 25"/>
            <p:cNvSpPr txBox="1"/>
            <p:nvPr/>
          </p:nvSpPr>
          <p:spPr>
            <a:xfrm>
              <a:off x="5528055" y="6068293"/>
              <a:ext cx="1440000" cy="338554"/>
            </a:xfrm>
            <a:prstGeom prst="rect">
              <a:avLst/>
            </a:prstGeom>
            <a:noFill/>
          </p:spPr>
          <p:txBody>
            <a:bodyPr wrap="square" rtlCol="0">
              <a:spAutoFit/>
            </a:bodyPr>
            <a:lstStyle/>
            <a:p>
              <a:r>
                <a:rPr lang="en-US" sz="1600" b="1" dirty="0"/>
                <a:t>Complexity</a:t>
              </a:r>
            </a:p>
          </p:txBody>
        </p:sp>
        <p:sp>
          <p:nvSpPr>
            <p:cNvPr id="27" name="TextBox 26"/>
            <p:cNvSpPr txBox="1"/>
            <p:nvPr/>
          </p:nvSpPr>
          <p:spPr>
            <a:xfrm>
              <a:off x="254047" y="1510224"/>
              <a:ext cx="1316090" cy="338554"/>
            </a:xfrm>
            <a:prstGeom prst="rect">
              <a:avLst/>
            </a:prstGeom>
            <a:noFill/>
          </p:spPr>
          <p:txBody>
            <a:bodyPr wrap="square" rtlCol="0">
              <a:spAutoFit/>
            </a:bodyPr>
            <a:lstStyle/>
            <a:p>
              <a:pPr algn="ctr"/>
              <a:r>
                <a:rPr lang="en-US" sz="1600" b="1" dirty="0"/>
                <a:t>Value</a:t>
              </a:r>
            </a:p>
          </p:txBody>
        </p:sp>
        <p:cxnSp>
          <p:nvCxnSpPr>
            <p:cNvPr id="5" name="Straight Arrow Connector 4"/>
            <p:cNvCxnSpPr/>
            <p:nvPr/>
          </p:nvCxnSpPr>
          <p:spPr>
            <a:xfrm flipV="1">
              <a:off x="1579464" y="1801091"/>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33" name="TextBox 32"/>
          <p:cNvSpPr txBox="1"/>
          <p:nvPr/>
        </p:nvSpPr>
        <p:spPr>
          <a:xfrm>
            <a:off x="2175471" y="2003369"/>
            <a:ext cx="1447699" cy="584775"/>
          </a:xfrm>
          <a:prstGeom prst="rect">
            <a:avLst/>
          </a:prstGeom>
          <a:noFill/>
        </p:spPr>
        <p:txBody>
          <a:bodyPr wrap="square" rtlCol="0">
            <a:spAutoFit/>
          </a:bodyPr>
          <a:lstStyle/>
          <a:p>
            <a:pPr algn="ctr"/>
            <a:r>
              <a:rPr lang="en-US" sz="1600" b="1" dirty="0">
                <a:solidFill>
                  <a:srgbClr val="FFFFFF"/>
                </a:solidFill>
              </a:rPr>
              <a:t>High priority targets</a:t>
            </a:r>
          </a:p>
        </p:txBody>
      </p:sp>
      <p:sp>
        <p:nvSpPr>
          <p:cNvPr id="34" name="TextBox 33"/>
          <p:cNvSpPr txBox="1"/>
          <p:nvPr/>
        </p:nvSpPr>
        <p:spPr>
          <a:xfrm>
            <a:off x="4169160" y="5240045"/>
            <a:ext cx="1447699" cy="584775"/>
          </a:xfrm>
          <a:prstGeom prst="rect">
            <a:avLst/>
          </a:prstGeom>
          <a:noFill/>
        </p:spPr>
        <p:txBody>
          <a:bodyPr wrap="square" rtlCol="0">
            <a:spAutoFit/>
          </a:bodyPr>
          <a:lstStyle/>
          <a:p>
            <a:pPr algn="ctr"/>
            <a:r>
              <a:rPr lang="en-US" sz="1600" b="1" dirty="0">
                <a:solidFill>
                  <a:srgbClr val="FFFFFF"/>
                </a:solidFill>
              </a:rPr>
              <a:t>Low priority targets</a:t>
            </a:r>
          </a:p>
        </p:txBody>
      </p:sp>
      <p:sp>
        <p:nvSpPr>
          <p:cNvPr id="35" name="TextBox 34"/>
          <p:cNvSpPr txBox="1"/>
          <p:nvPr/>
        </p:nvSpPr>
        <p:spPr>
          <a:xfrm>
            <a:off x="4244293" y="2304533"/>
            <a:ext cx="1316090" cy="584775"/>
          </a:xfrm>
          <a:prstGeom prst="rect">
            <a:avLst/>
          </a:prstGeom>
          <a:noFill/>
        </p:spPr>
        <p:txBody>
          <a:bodyPr wrap="square" rtlCol="0">
            <a:spAutoFit/>
          </a:bodyPr>
          <a:lstStyle/>
          <a:p>
            <a:pPr algn="ctr"/>
            <a:r>
              <a:rPr lang="en-US" sz="1600" b="1" dirty="0"/>
              <a:t>Potential candidates</a:t>
            </a:r>
          </a:p>
        </p:txBody>
      </p:sp>
      <p:sp>
        <p:nvSpPr>
          <p:cNvPr id="36" name="Oval 35"/>
          <p:cNvSpPr>
            <a:spLocks noChangeAspect="1"/>
          </p:cNvSpPr>
          <p:nvPr/>
        </p:nvSpPr>
        <p:spPr>
          <a:xfrm>
            <a:off x="3557365" y="277752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a:t>
            </a:r>
          </a:p>
        </p:txBody>
      </p:sp>
      <p:sp>
        <p:nvSpPr>
          <p:cNvPr id="37" name="Oval 36"/>
          <p:cNvSpPr>
            <a:spLocks noChangeAspect="1"/>
          </p:cNvSpPr>
          <p:nvPr/>
        </p:nvSpPr>
        <p:spPr>
          <a:xfrm>
            <a:off x="4477371" y="3566754"/>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2</a:t>
            </a:r>
          </a:p>
        </p:txBody>
      </p:sp>
      <p:sp>
        <p:nvSpPr>
          <p:cNvPr id="38" name="Oval 37"/>
          <p:cNvSpPr>
            <a:spLocks noChangeAspect="1"/>
          </p:cNvSpPr>
          <p:nvPr/>
        </p:nvSpPr>
        <p:spPr>
          <a:xfrm>
            <a:off x="4772614" y="4628452"/>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3</a:t>
            </a:r>
          </a:p>
        </p:txBody>
      </p:sp>
      <p:sp>
        <p:nvSpPr>
          <p:cNvPr id="39" name="Oval 38"/>
          <p:cNvSpPr>
            <a:spLocks noChangeAspect="1"/>
          </p:cNvSpPr>
          <p:nvPr/>
        </p:nvSpPr>
        <p:spPr>
          <a:xfrm>
            <a:off x="2808228" y="4329848"/>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4</a:t>
            </a:r>
          </a:p>
        </p:txBody>
      </p:sp>
      <p:sp>
        <p:nvSpPr>
          <p:cNvPr id="40" name="Oval 39"/>
          <p:cNvSpPr>
            <a:spLocks noChangeAspect="1"/>
          </p:cNvSpPr>
          <p:nvPr/>
        </p:nvSpPr>
        <p:spPr>
          <a:xfrm>
            <a:off x="2484029" y="2682057"/>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5</a:t>
            </a:r>
          </a:p>
        </p:txBody>
      </p:sp>
      <p:sp>
        <p:nvSpPr>
          <p:cNvPr id="41" name="Oval 40"/>
          <p:cNvSpPr>
            <a:spLocks noChangeAspect="1"/>
          </p:cNvSpPr>
          <p:nvPr/>
        </p:nvSpPr>
        <p:spPr>
          <a:xfrm>
            <a:off x="3454121" y="1992111"/>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6</a:t>
            </a:r>
          </a:p>
        </p:txBody>
      </p:sp>
      <p:sp>
        <p:nvSpPr>
          <p:cNvPr id="42" name="Oval 41"/>
          <p:cNvSpPr>
            <a:spLocks noChangeAspect="1"/>
          </p:cNvSpPr>
          <p:nvPr/>
        </p:nvSpPr>
        <p:spPr>
          <a:xfrm>
            <a:off x="3888230" y="544140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7</a:t>
            </a:r>
          </a:p>
        </p:txBody>
      </p:sp>
      <p:sp>
        <p:nvSpPr>
          <p:cNvPr id="43" name="Oval 42"/>
          <p:cNvSpPr>
            <a:spLocks noChangeAspect="1"/>
          </p:cNvSpPr>
          <p:nvPr/>
        </p:nvSpPr>
        <p:spPr>
          <a:xfrm>
            <a:off x="2696373" y="5462523"/>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8</a:t>
            </a:r>
          </a:p>
        </p:txBody>
      </p:sp>
      <p:sp>
        <p:nvSpPr>
          <p:cNvPr id="44" name="Oval 43"/>
          <p:cNvSpPr>
            <a:spLocks noChangeAspect="1"/>
          </p:cNvSpPr>
          <p:nvPr/>
        </p:nvSpPr>
        <p:spPr>
          <a:xfrm>
            <a:off x="1749047" y="4673026"/>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9</a:t>
            </a:r>
          </a:p>
        </p:txBody>
      </p:sp>
      <p:sp>
        <p:nvSpPr>
          <p:cNvPr id="45" name="Oval 44"/>
          <p:cNvSpPr>
            <a:spLocks noChangeAspect="1"/>
          </p:cNvSpPr>
          <p:nvPr/>
        </p:nvSpPr>
        <p:spPr>
          <a:xfrm>
            <a:off x="1965766" y="3257549"/>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10</a:t>
            </a:r>
          </a:p>
        </p:txBody>
      </p:sp>
      <p:sp>
        <p:nvSpPr>
          <p:cNvPr id="47" name="TextBox 46"/>
          <p:cNvSpPr txBox="1"/>
          <p:nvPr/>
        </p:nvSpPr>
        <p:spPr>
          <a:xfrm>
            <a:off x="7010446" y="1510224"/>
            <a:ext cx="3643039" cy="338554"/>
          </a:xfrm>
          <a:prstGeom prst="rect">
            <a:avLst/>
          </a:prstGeom>
          <a:noFill/>
        </p:spPr>
        <p:txBody>
          <a:bodyPr wrap="square" rtlCol="0">
            <a:spAutoFit/>
          </a:bodyPr>
          <a:lstStyle/>
          <a:p>
            <a:r>
              <a:rPr lang="en-US" sz="1600" b="1" dirty="0"/>
              <a:t>Key selected opportunities:</a:t>
            </a:r>
          </a:p>
        </p:txBody>
      </p:sp>
      <p:graphicFrame>
        <p:nvGraphicFramePr>
          <p:cNvPr id="56" name="Table 55"/>
          <p:cNvGraphicFramePr>
            <a:graphicFrameLocks noGrp="1"/>
          </p:cNvGraphicFramePr>
          <p:nvPr>
            <p:extLst>
              <p:ext uri="{D42A27DB-BD31-4B8C-83A1-F6EECF244321}">
                <p14:modId xmlns:p14="http://schemas.microsoft.com/office/powerpoint/2010/main" val="2467139931"/>
              </p:ext>
            </p:extLst>
          </p:nvPr>
        </p:nvGraphicFramePr>
        <p:xfrm>
          <a:off x="7010446" y="1970602"/>
          <a:ext cx="4588044" cy="3708400"/>
        </p:xfrm>
        <a:graphic>
          <a:graphicData uri="http://schemas.openxmlformats.org/drawingml/2006/table">
            <a:tbl>
              <a:tblPr firstRow="1" bandRow="1">
                <a:tableStyleId>{2D5ABB26-0587-4C30-8999-92F81FD0307C}</a:tableStyleId>
              </a:tblPr>
              <a:tblGrid>
                <a:gridCol w="449897">
                  <a:extLst>
                    <a:ext uri="{9D8B030D-6E8A-4147-A177-3AD203B41FA5}">
                      <a16:colId xmlns:a16="http://schemas.microsoft.com/office/drawing/2014/main" val="1446160234"/>
                    </a:ext>
                  </a:extLst>
                </a:gridCol>
                <a:gridCol w="4138147">
                  <a:extLst>
                    <a:ext uri="{9D8B030D-6E8A-4147-A177-3AD203B41FA5}">
                      <a16:colId xmlns:a16="http://schemas.microsoft.com/office/drawing/2014/main" val="203560755"/>
                    </a:ext>
                  </a:extLst>
                </a:gridCol>
              </a:tblGrid>
              <a:tr h="370840">
                <a:tc>
                  <a:txBody>
                    <a:bodyPr/>
                    <a:lstStyle/>
                    <a:p>
                      <a:r>
                        <a:rPr lang="en-US" sz="1600" b="1" dirty="0">
                          <a:solidFill>
                            <a:schemeClr val="accent3"/>
                          </a:solidFill>
                        </a:rPr>
                        <a:t>1</a:t>
                      </a:r>
                    </a:p>
                  </a:txBody>
                  <a:tcPr marL="51615" marR="51615"/>
                </a:tc>
                <a:tc>
                  <a:txBody>
                    <a:bodyPr/>
                    <a:lstStyle/>
                    <a:p>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655125714"/>
                  </a:ext>
                </a:extLst>
              </a:tr>
              <a:tr h="370840">
                <a:tc>
                  <a:txBody>
                    <a:bodyPr/>
                    <a:lstStyle/>
                    <a:p>
                      <a:r>
                        <a:rPr lang="en-US" sz="1600" b="1" dirty="0">
                          <a:solidFill>
                            <a:schemeClr val="accent3"/>
                          </a:solidFill>
                        </a:rPr>
                        <a:t>2</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410379953"/>
                  </a:ext>
                </a:extLst>
              </a:tr>
              <a:tr h="370840">
                <a:tc>
                  <a:txBody>
                    <a:bodyPr/>
                    <a:lstStyle/>
                    <a:p>
                      <a:r>
                        <a:rPr lang="en-US" sz="1600" b="1" dirty="0">
                          <a:solidFill>
                            <a:schemeClr val="accent3"/>
                          </a:solidFill>
                        </a:rPr>
                        <a:t>3</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121148714"/>
                  </a:ext>
                </a:extLst>
              </a:tr>
              <a:tr h="370840">
                <a:tc>
                  <a:txBody>
                    <a:bodyPr/>
                    <a:lstStyle/>
                    <a:p>
                      <a:r>
                        <a:rPr lang="en-US" sz="1600" b="1" dirty="0">
                          <a:solidFill>
                            <a:schemeClr val="accent3"/>
                          </a:solidFill>
                        </a:rPr>
                        <a:t>4</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95496973"/>
                  </a:ext>
                </a:extLst>
              </a:tr>
              <a:tr h="370840">
                <a:tc>
                  <a:txBody>
                    <a:bodyPr/>
                    <a:lstStyle/>
                    <a:p>
                      <a:r>
                        <a:rPr lang="en-US" sz="1600" b="1" dirty="0">
                          <a:solidFill>
                            <a:schemeClr val="accent3"/>
                          </a:solidFill>
                        </a:rPr>
                        <a:t>5</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282785198"/>
                  </a:ext>
                </a:extLst>
              </a:tr>
              <a:tr h="370840">
                <a:tc>
                  <a:txBody>
                    <a:bodyPr/>
                    <a:lstStyle/>
                    <a:p>
                      <a:r>
                        <a:rPr lang="en-US" sz="1600" b="1" dirty="0">
                          <a:solidFill>
                            <a:schemeClr val="accent3"/>
                          </a:solidFill>
                        </a:rPr>
                        <a:t>6</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935376089"/>
                  </a:ext>
                </a:extLst>
              </a:tr>
              <a:tr h="370840">
                <a:tc>
                  <a:txBody>
                    <a:bodyPr/>
                    <a:lstStyle/>
                    <a:p>
                      <a:r>
                        <a:rPr lang="en-US" sz="1600" b="1" dirty="0">
                          <a:solidFill>
                            <a:schemeClr val="accent3"/>
                          </a:solidFill>
                        </a:rPr>
                        <a:t>7</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319813618"/>
                  </a:ext>
                </a:extLst>
              </a:tr>
              <a:tr h="370840">
                <a:tc>
                  <a:txBody>
                    <a:bodyPr/>
                    <a:lstStyle/>
                    <a:p>
                      <a:r>
                        <a:rPr lang="en-US" sz="1600" b="1" dirty="0">
                          <a:solidFill>
                            <a:schemeClr val="accent3"/>
                          </a:solidFill>
                        </a:rPr>
                        <a:t>8</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74073983"/>
                  </a:ext>
                </a:extLst>
              </a:tr>
              <a:tr h="370840">
                <a:tc>
                  <a:txBody>
                    <a:bodyPr/>
                    <a:lstStyle/>
                    <a:p>
                      <a:r>
                        <a:rPr lang="en-US" sz="1600" b="1" dirty="0">
                          <a:solidFill>
                            <a:schemeClr val="accent3"/>
                          </a:solidFill>
                        </a:rPr>
                        <a:t>9</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816876560"/>
                  </a:ext>
                </a:extLst>
              </a:tr>
              <a:tr h="370840">
                <a:tc>
                  <a:txBody>
                    <a:bodyPr/>
                    <a:lstStyle/>
                    <a:p>
                      <a:r>
                        <a:rPr lang="en-US" sz="1600" b="1" dirty="0">
                          <a:solidFill>
                            <a:schemeClr val="accent3"/>
                          </a:solidFill>
                        </a:rPr>
                        <a:t>10</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497629417"/>
                  </a:ext>
                </a:extLst>
              </a:tr>
            </a:tbl>
          </a:graphicData>
        </a:graphic>
      </p:graphicFrame>
    </p:spTree>
    <p:custDataLst>
      <p:tags r:id="rId1"/>
    </p:custDataLst>
    <p:extLst>
      <p:ext uri="{BB962C8B-B14F-4D97-AF65-F5344CB8AC3E}">
        <p14:creationId xmlns:p14="http://schemas.microsoft.com/office/powerpoint/2010/main" val="785440069"/>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Profitability framework</a:t>
            </a:r>
          </a:p>
        </p:txBody>
      </p:sp>
      <p:cxnSp>
        <p:nvCxnSpPr>
          <p:cNvPr id="10" name="Elbow Connector 27"/>
          <p:cNvCxnSpPr>
            <a:stCxn id="6" idx="3"/>
            <a:endCxn id="9" idx="1"/>
          </p:cNvCxnSpPr>
          <p:nvPr/>
        </p:nvCxnSpPr>
        <p:spPr>
          <a:xfrm flipV="1">
            <a:off x="3569414" y="4446438"/>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 name="Rectangle 3"/>
          <p:cNvSpPr/>
          <p:nvPr/>
        </p:nvSpPr>
        <p:spPr>
          <a:xfrm>
            <a:off x="609600" y="3354718"/>
            <a:ext cx="1368595" cy="6950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Profits</a:t>
            </a:r>
          </a:p>
        </p:txBody>
      </p:sp>
      <p:sp>
        <p:nvSpPr>
          <p:cNvPr id="5" name="Rectangle 4"/>
          <p:cNvSpPr/>
          <p:nvPr/>
        </p:nvSpPr>
        <p:spPr>
          <a:xfrm>
            <a:off x="2200819" y="2124080"/>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Revenues</a:t>
            </a:r>
          </a:p>
        </p:txBody>
      </p:sp>
      <p:sp>
        <p:nvSpPr>
          <p:cNvPr id="6" name="Rectangle 5"/>
          <p:cNvSpPr/>
          <p:nvPr/>
        </p:nvSpPr>
        <p:spPr>
          <a:xfrm>
            <a:off x="2200819" y="475720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Costs</a:t>
            </a:r>
          </a:p>
        </p:txBody>
      </p:sp>
      <p:sp>
        <p:nvSpPr>
          <p:cNvPr id="7" name="Rectangle 6"/>
          <p:cNvSpPr/>
          <p:nvPr/>
        </p:nvSpPr>
        <p:spPr>
          <a:xfrm>
            <a:off x="3792038" y="1465799"/>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Volume</a:t>
            </a:r>
          </a:p>
        </p:txBody>
      </p:sp>
      <p:sp>
        <p:nvSpPr>
          <p:cNvPr id="8" name="Rectangle 7"/>
          <p:cNvSpPr/>
          <p:nvPr/>
        </p:nvSpPr>
        <p:spPr>
          <a:xfrm>
            <a:off x="3792038" y="2782361"/>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Price</a:t>
            </a:r>
          </a:p>
        </p:txBody>
      </p:sp>
      <p:sp>
        <p:nvSpPr>
          <p:cNvPr id="9" name="Rectangle 8"/>
          <p:cNvSpPr/>
          <p:nvPr/>
        </p:nvSpPr>
        <p:spPr>
          <a:xfrm>
            <a:off x="3792038" y="4098924"/>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Fixed costs</a:t>
            </a:r>
          </a:p>
        </p:txBody>
      </p:sp>
      <p:sp>
        <p:nvSpPr>
          <p:cNvPr id="11" name="Rectangle 10"/>
          <p:cNvSpPr/>
          <p:nvPr/>
        </p:nvSpPr>
        <p:spPr>
          <a:xfrm>
            <a:off x="3792038" y="541548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Variable costs</a:t>
            </a:r>
          </a:p>
        </p:txBody>
      </p:sp>
      <p:cxnSp>
        <p:nvCxnSpPr>
          <p:cNvPr id="12" name="Elbow Connector 47"/>
          <p:cNvCxnSpPr>
            <a:stCxn id="6" idx="3"/>
            <a:endCxn id="11" idx="1"/>
          </p:cNvCxnSpPr>
          <p:nvPr/>
        </p:nvCxnSpPr>
        <p:spPr>
          <a:xfrm>
            <a:off x="3569414" y="5104719"/>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Elbow Connector 27"/>
          <p:cNvCxnSpPr>
            <a:stCxn id="4" idx="3"/>
            <a:endCxn id="5" idx="1"/>
          </p:cNvCxnSpPr>
          <p:nvPr/>
        </p:nvCxnSpPr>
        <p:spPr>
          <a:xfrm flipV="1">
            <a:off x="1978195" y="2471594"/>
            <a:ext cx="222624" cy="1230639"/>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 name="Elbow Connector 27"/>
          <p:cNvCxnSpPr>
            <a:stCxn id="4" idx="3"/>
            <a:endCxn id="6" idx="1"/>
          </p:cNvCxnSpPr>
          <p:nvPr/>
        </p:nvCxnSpPr>
        <p:spPr>
          <a:xfrm>
            <a:off x="1978195" y="3702233"/>
            <a:ext cx="222624" cy="1402486"/>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 name="Elbow Connector 27"/>
          <p:cNvCxnSpPr>
            <a:stCxn id="5" idx="3"/>
            <a:endCxn id="7" idx="1"/>
          </p:cNvCxnSpPr>
          <p:nvPr/>
        </p:nvCxnSpPr>
        <p:spPr>
          <a:xfrm flipV="1">
            <a:off x="3569414" y="1813313"/>
            <a:ext cx="222624" cy="658281"/>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Elbow Connector 27"/>
          <p:cNvCxnSpPr>
            <a:stCxn id="5" idx="3"/>
            <a:endCxn id="8" idx="1"/>
          </p:cNvCxnSpPr>
          <p:nvPr/>
        </p:nvCxnSpPr>
        <p:spPr>
          <a:xfrm>
            <a:off x="3569414" y="2471594"/>
            <a:ext cx="222624" cy="658282"/>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5232279" y="1465799"/>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Demand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 channels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Salesforce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Marketing</a:t>
            </a:r>
          </a:p>
        </p:txBody>
      </p:sp>
      <p:sp>
        <p:nvSpPr>
          <p:cNvPr id="18" name="Rectangle 17"/>
          <p:cNvSpPr/>
          <p:nvPr/>
        </p:nvSpPr>
        <p:spPr>
          <a:xfrm>
            <a:off x="5232279" y="2782361"/>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Competition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Substitutes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Product quality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Services</a:t>
            </a:r>
          </a:p>
        </p:txBody>
      </p:sp>
      <p:sp>
        <p:nvSpPr>
          <p:cNvPr id="19" name="Rectangle 18"/>
          <p:cNvSpPr/>
          <p:nvPr/>
        </p:nvSpPr>
        <p:spPr>
          <a:xfrm>
            <a:off x="5232279" y="4098924"/>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R&amp;D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PP&amp;E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SG&amp;A</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Labor</a:t>
            </a:r>
          </a:p>
        </p:txBody>
      </p:sp>
      <p:sp>
        <p:nvSpPr>
          <p:cNvPr id="20" name="Rectangle 19"/>
          <p:cNvSpPr/>
          <p:nvPr/>
        </p:nvSpPr>
        <p:spPr>
          <a:xfrm>
            <a:off x="5232279" y="5415485"/>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Raw materials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Manufacturing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Storage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Maintenance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After-sales</a:t>
            </a:r>
          </a:p>
        </p:txBody>
      </p:sp>
      <p:sp>
        <p:nvSpPr>
          <p:cNvPr id="24" name="Isosceles Triangle 23"/>
          <p:cNvSpPr/>
          <p:nvPr/>
        </p:nvSpPr>
        <p:spPr>
          <a:xfrm rot="5400000">
            <a:off x="6419657" y="3601649"/>
            <a:ext cx="4723607" cy="201167"/>
          </a:xfrm>
          <a:prstGeom prst="triangl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9089861" y="3354718"/>
            <a:ext cx="2477732"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Analyze by</a:t>
            </a:r>
            <a:r>
              <a:rPr kumimoji="0" lang="en-US" sz="18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Geography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Product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Customer segment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Distribution channels</a:t>
            </a:r>
          </a:p>
        </p:txBody>
      </p:sp>
    </p:spTree>
    <p:custDataLst>
      <p:tags r:id="rId1"/>
    </p:custDataLst>
    <p:extLst>
      <p:ext uri="{BB962C8B-B14F-4D97-AF65-F5344CB8AC3E}">
        <p14:creationId xmlns:p14="http://schemas.microsoft.com/office/powerpoint/2010/main" val="4213318412"/>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Risk analysis matrix</a:t>
            </a:r>
          </a:p>
        </p:txBody>
      </p:sp>
      <p:grpSp>
        <p:nvGrpSpPr>
          <p:cNvPr id="4" name="Group 3"/>
          <p:cNvGrpSpPr/>
          <p:nvPr/>
        </p:nvGrpSpPr>
        <p:grpSpPr>
          <a:xfrm>
            <a:off x="381000" y="1349839"/>
            <a:ext cx="11430000" cy="4680026"/>
            <a:chOff x="381000" y="1143000"/>
            <a:chExt cx="11430000" cy="5524500"/>
          </a:xfrm>
        </p:grpSpPr>
        <p:sp>
          <p:nvSpPr>
            <p:cNvPr id="5" name="Rectangle 4"/>
            <p:cNvSpPr/>
            <p:nvPr/>
          </p:nvSpPr>
          <p:spPr>
            <a:xfrm>
              <a:off x="228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Negligible</a:t>
              </a:r>
            </a:p>
          </p:txBody>
        </p:sp>
        <p:sp>
          <p:nvSpPr>
            <p:cNvPr id="6" name="Rectangle 5"/>
            <p:cNvSpPr/>
            <p:nvPr/>
          </p:nvSpPr>
          <p:spPr>
            <a:xfrm>
              <a:off x="419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Minor</a:t>
              </a:r>
            </a:p>
          </p:txBody>
        </p:sp>
        <p:sp>
          <p:nvSpPr>
            <p:cNvPr id="7" name="Rectangle 6"/>
            <p:cNvSpPr/>
            <p:nvPr/>
          </p:nvSpPr>
          <p:spPr>
            <a:xfrm>
              <a:off x="609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Moderate</a:t>
              </a:r>
            </a:p>
          </p:txBody>
        </p:sp>
        <p:sp>
          <p:nvSpPr>
            <p:cNvPr id="8" name="Rectangle 7"/>
            <p:cNvSpPr/>
            <p:nvPr/>
          </p:nvSpPr>
          <p:spPr>
            <a:xfrm>
              <a:off x="800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Significant</a:t>
              </a:r>
            </a:p>
          </p:txBody>
        </p:sp>
        <p:sp>
          <p:nvSpPr>
            <p:cNvPr id="9" name="Rectangle 8"/>
            <p:cNvSpPr/>
            <p:nvPr/>
          </p:nvSpPr>
          <p:spPr>
            <a:xfrm>
              <a:off x="990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Severe</a:t>
              </a:r>
            </a:p>
          </p:txBody>
        </p:sp>
        <p:sp>
          <p:nvSpPr>
            <p:cNvPr id="10" name="Rectangle 9"/>
            <p:cNvSpPr/>
            <p:nvPr/>
          </p:nvSpPr>
          <p:spPr>
            <a:xfrm>
              <a:off x="381000" y="2063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likely</a:t>
              </a:r>
            </a:p>
          </p:txBody>
        </p:sp>
        <p:sp>
          <p:nvSpPr>
            <p:cNvPr id="11" name="Rectangle 10"/>
            <p:cNvSpPr/>
            <p:nvPr/>
          </p:nvSpPr>
          <p:spPr>
            <a:xfrm>
              <a:off x="2286000" y="2063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2" name="Rectangle 11"/>
            <p:cNvSpPr/>
            <p:nvPr/>
          </p:nvSpPr>
          <p:spPr>
            <a:xfrm>
              <a:off x="4191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3" name="Rectangle 12"/>
            <p:cNvSpPr/>
            <p:nvPr/>
          </p:nvSpPr>
          <p:spPr>
            <a:xfrm>
              <a:off x="6096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4" name="Rectangle 13"/>
            <p:cNvSpPr/>
            <p:nvPr/>
          </p:nvSpPr>
          <p:spPr>
            <a:xfrm>
              <a:off x="8001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5" name="Rectangle 14"/>
            <p:cNvSpPr/>
            <p:nvPr/>
          </p:nvSpPr>
          <p:spPr>
            <a:xfrm>
              <a:off x="9906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6" name="Rectangle 15"/>
            <p:cNvSpPr/>
            <p:nvPr/>
          </p:nvSpPr>
          <p:spPr>
            <a:xfrm>
              <a:off x="381000" y="29845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Likely</a:t>
              </a:r>
            </a:p>
          </p:txBody>
        </p:sp>
        <p:sp>
          <p:nvSpPr>
            <p:cNvPr id="17" name="Rectangle 16"/>
            <p:cNvSpPr/>
            <p:nvPr/>
          </p:nvSpPr>
          <p:spPr>
            <a:xfrm>
              <a:off x="2286000" y="39052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18" name="Rectangle 17"/>
            <p:cNvSpPr/>
            <p:nvPr/>
          </p:nvSpPr>
          <p:spPr>
            <a:xfrm>
              <a:off x="4191000" y="29845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9" name="Rectangle 18"/>
            <p:cNvSpPr/>
            <p:nvPr/>
          </p:nvSpPr>
          <p:spPr>
            <a:xfrm>
              <a:off x="6096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0" name="Rectangle 19"/>
            <p:cNvSpPr/>
            <p:nvPr/>
          </p:nvSpPr>
          <p:spPr>
            <a:xfrm>
              <a:off x="8001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1" name="Rectangle 20"/>
            <p:cNvSpPr/>
            <p:nvPr/>
          </p:nvSpPr>
          <p:spPr>
            <a:xfrm>
              <a:off x="9906000" y="2984500"/>
              <a:ext cx="1905000" cy="920750"/>
            </a:xfrm>
            <a:prstGeom prst="rect">
              <a:avLst/>
            </a:prstGeom>
            <a:solidFill>
              <a:srgbClr val="FF0000"/>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22" name="Rectangle 21"/>
            <p:cNvSpPr/>
            <p:nvPr/>
          </p:nvSpPr>
          <p:spPr>
            <a:xfrm>
              <a:off x="381000" y="39052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Possible</a:t>
              </a:r>
            </a:p>
          </p:txBody>
        </p:sp>
        <p:sp>
          <p:nvSpPr>
            <p:cNvPr id="23" name="Rectangle 22"/>
            <p:cNvSpPr/>
            <p:nvPr/>
          </p:nvSpPr>
          <p:spPr>
            <a:xfrm>
              <a:off x="2286000" y="29845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4" name="Rectangle 23"/>
            <p:cNvSpPr/>
            <p:nvPr/>
          </p:nvSpPr>
          <p:spPr>
            <a:xfrm>
              <a:off x="4191000" y="39052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5" name="Rectangle 24"/>
            <p:cNvSpPr/>
            <p:nvPr/>
          </p:nvSpPr>
          <p:spPr>
            <a:xfrm>
              <a:off x="6096000" y="39052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26" name="Rectangle 25"/>
            <p:cNvSpPr/>
            <p:nvPr/>
          </p:nvSpPr>
          <p:spPr>
            <a:xfrm>
              <a:off x="8001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7" name="Rectangle 26"/>
            <p:cNvSpPr/>
            <p:nvPr/>
          </p:nvSpPr>
          <p:spPr>
            <a:xfrm>
              <a:off x="9906000" y="5746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Text</a:t>
              </a:r>
            </a:p>
          </p:txBody>
        </p:sp>
        <p:sp>
          <p:nvSpPr>
            <p:cNvPr id="28" name="Rectangle 27"/>
            <p:cNvSpPr/>
            <p:nvPr/>
          </p:nvSpPr>
          <p:spPr>
            <a:xfrm>
              <a:off x="381000" y="4826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Unlikely</a:t>
              </a:r>
            </a:p>
          </p:txBody>
        </p:sp>
        <p:sp>
          <p:nvSpPr>
            <p:cNvPr id="29" name="Rectangle 28"/>
            <p:cNvSpPr/>
            <p:nvPr/>
          </p:nvSpPr>
          <p:spPr>
            <a:xfrm>
              <a:off x="2286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0" name="Rectangle 29"/>
            <p:cNvSpPr/>
            <p:nvPr/>
          </p:nvSpPr>
          <p:spPr>
            <a:xfrm>
              <a:off x="4191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1" name="Rectangle 30"/>
            <p:cNvSpPr/>
            <p:nvPr/>
          </p:nvSpPr>
          <p:spPr>
            <a:xfrm>
              <a:off x="6096000" y="48260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32" name="Rectangle 31"/>
            <p:cNvSpPr/>
            <p:nvPr/>
          </p:nvSpPr>
          <p:spPr>
            <a:xfrm>
              <a:off x="8001000" y="48260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3" name="Rectangle 32"/>
            <p:cNvSpPr/>
            <p:nvPr/>
          </p:nvSpPr>
          <p:spPr>
            <a:xfrm>
              <a:off x="9906000" y="48260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34" name="Rectangle 33"/>
            <p:cNvSpPr/>
            <p:nvPr/>
          </p:nvSpPr>
          <p:spPr>
            <a:xfrm>
              <a:off x="381000" y="5746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unlikely</a:t>
              </a:r>
            </a:p>
          </p:txBody>
        </p:sp>
        <p:sp>
          <p:nvSpPr>
            <p:cNvPr id="35" name="Rectangle 34"/>
            <p:cNvSpPr/>
            <p:nvPr/>
          </p:nvSpPr>
          <p:spPr>
            <a:xfrm>
              <a:off x="228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6" name="Rectangle 35"/>
            <p:cNvSpPr/>
            <p:nvPr/>
          </p:nvSpPr>
          <p:spPr>
            <a:xfrm>
              <a:off x="8001000" y="57467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7" name="Rectangle 36"/>
            <p:cNvSpPr/>
            <p:nvPr/>
          </p:nvSpPr>
          <p:spPr>
            <a:xfrm>
              <a:off x="609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8" name="Rectangle 37"/>
            <p:cNvSpPr/>
            <p:nvPr/>
          </p:nvSpPr>
          <p:spPr>
            <a:xfrm>
              <a:off x="4191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9" name="Rectangle 38"/>
            <p:cNvSpPr/>
            <p:nvPr/>
          </p:nvSpPr>
          <p:spPr>
            <a:xfrm>
              <a:off x="9906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grpSp>
    </p:spTree>
    <p:extLst>
      <p:ext uri="{BB962C8B-B14F-4D97-AF65-F5344CB8AC3E}">
        <p14:creationId xmlns:p14="http://schemas.microsoft.com/office/powerpoint/2010/main" val="1586904746"/>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ROIC framework</a:t>
            </a:r>
          </a:p>
        </p:txBody>
      </p:sp>
      <p:sp>
        <p:nvSpPr>
          <p:cNvPr id="4" name="Rectangle 3"/>
          <p:cNvSpPr/>
          <p:nvPr/>
        </p:nvSpPr>
        <p:spPr>
          <a:xfrm>
            <a:off x="866328" y="3349525"/>
            <a:ext cx="1906327" cy="6162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ROIC</a:t>
            </a:r>
          </a:p>
        </p:txBody>
      </p:sp>
      <p:sp>
        <p:nvSpPr>
          <p:cNvPr id="5" name="Rectangle 4"/>
          <p:cNvSpPr/>
          <p:nvPr/>
        </p:nvSpPr>
        <p:spPr>
          <a:xfrm>
            <a:off x="3398857"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Operating margin</a:t>
            </a:r>
          </a:p>
        </p:txBody>
      </p:sp>
      <p:sp>
        <p:nvSpPr>
          <p:cNvPr id="6" name="Rectangle 5"/>
          <p:cNvSpPr/>
          <p:nvPr/>
        </p:nvSpPr>
        <p:spPr>
          <a:xfrm>
            <a:off x="3398857" y="4562066"/>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Capital efficiency</a:t>
            </a:r>
          </a:p>
        </p:txBody>
      </p:sp>
      <p:sp>
        <p:nvSpPr>
          <p:cNvPr id="7" name="Rectangle 6"/>
          <p:cNvSpPr/>
          <p:nvPr/>
        </p:nvSpPr>
        <p:spPr>
          <a:xfrm>
            <a:off x="5931386" y="132289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Gross margin</a:t>
            </a:r>
          </a:p>
        </p:txBody>
      </p:sp>
      <p:sp>
        <p:nvSpPr>
          <p:cNvPr id="8" name="Rectangle 7"/>
          <p:cNvSpPr/>
          <p:nvPr/>
        </p:nvSpPr>
        <p:spPr>
          <a:xfrm>
            <a:off x="5931386"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SG&amp;A / revenue</a:t>
            </a:r>
          </a:p>
        </p:txBody>
      </p:sp>
      <p:sp>
        <p:nvSpPr>
          <p:cNvPr id="9" name="Rectangle 8"/>
          <p:cNvSpPr/>
          <p:nvPr/>
        </p:nvSpPr>
        <p:spPr>
          <a:xfrm>
            <a:off x="5931386" y="294732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D&amp;A / revenue</a:t>
            </a:r>
          </a:p>
        </p:txBody>
      </p:sp>
      <p:sp>
        <p:nvSpPr>
          <p:cNvPr id="10" name="Rectangle 9"/>
          <p:cNvSpPr/>
          <p:nvPr/>
        </p:nvSpPr>
        <p:spPr>
          <a:xfrm>
            <a:off x="5931386" y="3744769"/>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Working Capital / revenue</a:t>
            </a:r>
          </a:p>
        </p:txBody>
      </p:sp>
      <p:sp>
        <p:nvSpPr>
          <p:cNvPr id="11" name="Rectangle 10"/>
          <p:cNvSpPr/>
          <p:nvPr/>
        </p:nvSpPr>
        <p:spPr>
          <a:xfrm>
            <a:off x="5931386" y="4552735"/>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PPE / revenue</a:t>
            </a:r>
          </a:p>
        </p:txBody>
      </p:sp>
      <p:cxnSp>
        <p:nvCxnSpPr>
          <p:cNvPr id="15" name="Elbow Connector 14"/>
          <p:cNvCxnSpPr>
            <a:cxnSpLocks/>
            <a:stCxn id="4" idx="3"/>
            <a:endCxn id="5" idx="1"/>
          </p:cNvCxnSpPr>
          <p:nvPr/>
        </p:nvCxnSpPr>
        <p:spPr>
          <a:xfrm flipV="1">
            <a:off x="2772655" y="2445125"/>
            <a:ext cx="626202" cy="1212541"/>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Elbow Connector 15"/>
          <p:cNvCxnSpPr>
            <a:cxnSpLocks/>
            <a:stCxn id="4" idx="3"/>
            <a:endCxn id="6" idx="1"/>
          </p:cNvCxnSpPr>
          <p:nvPr/>
        </p:nvCxnSpPr>
        <p:spPr>
          <a:xfrm>
            <a:off x="2772655" y="3657666"/>
            <a:ext cx="626202" cy="121254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Elbow Connector 18"/>
          <p:cNvCxnSpPr>
            <a:cxnSpLocks/>
            <a:stCxn id="5" idx="3"/>
            <a:endCxn id="7" idx="1"/>
          </p:cNvCxnSpPr>
          <p:nvPr/>
        </p:nvCxnSpPr>
        <p:spPr>
          <a:xfrm flipV="1">
            <a:off x="5305184" y="1631034"/>
            <a:ext cx="626202" cy="81409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Elbow Connector 21"/>
          <p:cNvCxnSpPr>
            <a:cxnSpLocks/>
            <a:stCxn id="5" idx="3"/>
            <a:endCxn id="8" idx="1"/>
          </p:cNvCxnSpPr>
          <p:nvPr/>
        </p:nvCxnSpPr>
        <p:spPr>
          <a:xfrm>
            <a:off x="5305184" y="2445125"/>
            <a:ext cx="626202" cy="12700"/>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Elbow Connector 24"/>
          <p:cNvCxnSpPr>
            <a:cxnSpLocks/>
            <a:stCxn id="5" idx="3"/>
            <a:endCxn id="9" idx="1"/>
          </p:cNvCxnSpPr>
          <p:nvPr/>
        </p:nvCxnSpPr>
        <p:spPr>
          <a:xfrm>
            <a:off x="5305184" y="2445125"/>
            <a:ext cx="626202" cy="810339"/>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Elbow Connector 27"/>
          <p:cNvCxnSpPr>
            <a:cxnSpLocks/>
            <a:stCxn id="6" idx="3"/>
            <a:endCxn id="10" idx="1"/>
          </p:cNvCxnSpPr>
          <p:nvPr/>
        </p:nvCxnSpPr>
        <p:spPr>
          <a:xfrm flipV="1">
            <a:off x="5305184" y="4052910"/>
            <a:ext cx="626202" cy="817297"/>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Elbow Connector 30"/>
          <p:cNvCxnSpPr>
            <a:cxnSpLocks/>
            <a:stCxn id="6" idx="3"/>
            <a:endCxn id="11" idx="1"/>
          </p:cNvCxnSpPr>
          <p:nvPr/>
        </p:nvCxnSpPr>
        <p:spPr>
          <a:xfrm flipV="1">
            <a:off x="5305184" y="4860876"/>
            <a:ext cx="626202" cy="933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Oval 35"/>
          <p:cNvSpPr>
            <a:spLocks noChangeAspect="1"/>
          </p:cNvSpPr>
          <p:nvPr/>
        </p:nvSpPr>
        <p:spPr>
          <a:xfrm>
            <a:off x="6735789" y="188151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7" name="Oval 36"/>
          <p:cNvSpPr>
            <a:spLocks noChangeAspect="1"/>
          </p:cNvSpPr>
          <p:nvPr/>
        </p:nvSpPr>
        <p:spPr>
          <a:xfrm>
            <a:off x="6735789" y="2698362"/>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9" name="Oval 38"/>
          <p:cNvSpPr>
            <a:spLocks noChangeAspect="1"/>
          </p:cNvSpPr>
          <p:nvPr/>
        </p:nvSpPr>
        <p:spPr>
          <a:xfrm>
            <a:off x="6735789" y="431003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40" name="Oval 39"/>
          <p:cNvSpPr>
            <a:spLocks noChangeAspect="1"/>
          </p:cNvSpPr>
          <p:nvPr/>
        </p:nvSpPr>
        <p:spPr>
          <a:xfrm>
            <a:off x="2936995" y="3508905"/>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x</a:t>
            </a:r>
          </a:p>
        </p:txBody>
      </p:sp>
      <p:sp>
        <p:nvSpPr>
          <p:cNvPr id="43" name="Rectangle 42"/>
          <p:cNvSpPr/>
          <p:nvPr/>
        </p:nvSpPr>
        <p:spPr>
          <a:xfrm>
            <a:off x="5931386" y="5360701"/>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Other assets / revenue</a:t>
            </a:r>
          </a:p>
        </p:txBody>
      </p:sp>
      <p:sp>
        <p:nvSpPr>
          <p:cNvPr id="44" name="Oval 43"/>
          <p:cNvSpPr>
            <a:spLocks noChangeAspect="1"/>
          </p:cNvSpPr>
          <p:nvPr/>
        </p:nvSpPr>
        <p:spPr>
          <a:xfrm>
            <a:off x="6735789" y="5116099"/>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cxnSp>
        <p:nvCxnSpPr>
          <p:cNvPr id="48" name="Elbow Connector 47"/>
          <p:cNvCxnSpPr>
            <a:cxnSpLocks/>
            <a:stCxn id="6" idx="3"/>
            <a:endCxn id="43" idx="1"/>
          </p:cNvCxnSpPr>
          <p:nvPr/>
        </p:nvCxnSpPr>
        <p:spPr>
          <a:xfrm>
            <a:off x="5305184" y="4870207"/>
            <a:ext cx="626202" cy="798635"/>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Oval 40"/>
          <p:cNvSpPr>
            <a:spLocks noChangeAspect="1"/>
          </p:cNvSpPr>
          <p:nvPr/>
        </p:nvSpPr>
        <p:spPr>
          <a:xfrm>
            <a:off x="5466387" y="4716781"/>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42" name="Oval 41"/>
          <p:cNvSpPr>
            <a:spLocks noChangeAspect="1"/>
          </p:cNvSpPr>
          <p:nvPr/>
        </p:nvSpPr>
        <p:spPr>
          <a:xfrm>
            <a:off x="5466387" y="2296364"/>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638261449"/>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Six Sigma (SIPOC diagram)</a:t>
            </a:r>
          </a:p>
        </p:txBody>
      </p:sp>
      <p:grpSp>
        <p:nvGrpSpPr>
          <p:cNvPr id="10" name="Group 9"/>
          <p:cNvGrpSpPr/>
          <p:nvPr/>
        </p:nvGrpSpPr>
        <p:grpSpPr>
          <a:xfrm>
            <a:off x="582440" y="1264310"/>
            <a:ext cx="11027123" cy="4955526"/>
            <a:chOff x="588475" y="1756368"/>
            <a:chExt cx="6654301" cy="4095474"/>
          </a:xfrm>
        </p:grpSpPr>
        <p:sp>
          <p:nvSpPr>
            <p:cNvPr id="4" name="Rectangle 3"/>
            <p:cNvSpPr/>
            <p:nvPr/>
          </p:nvSpPr>
          <p:spPr>
            <a:xfrm>
              <a:off x="588475" y="1756372"/>
              <a:ext cx="1330860" cy="932507"/>
            </a:xfrm>
            <a:prstGeom prst="rect">
              <a:avLst/>
            </a:prstGeom>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SUPPLIERS</a:t>
              </a:r>
            </a:p>
          </p:txBody>
        </p:sp>
        <p:sp>
          <p:nvSpPr>
            <p:cNvPr id="5" name="Rectangle 4"/>
            <p:cNvSpPr/>
            <p:nvPr/>
          </p:nvSpPr>
          <p:spPr>
            <a:xfrm>
              <a:off x="1919335" y="1756371"/>
              <a:ext cx="1330860" cy="932507"/>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INPUTS</a:t>
              </a:r>
            </a:p>
          </p:txBody>
        </p:sp>
        <p:sp>
          <p:nvSpPr>
            <p:cNvPr id="6" name="Rectangle 5"/>
            <p:cNvSpPr/>
            <p:nvPr/>
          </p:nvSpPr>
          <p:spPr>
            <a:xfrm>
              <a:off x="3250195" y="1756370"/>
              <a:ext cx="1330860" cy="932507"/>
            </a:xfrm>
            <a:prstGeom prst="rect">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PROCESS</a:t>
              </a:r>
            </a:p>
          </p:txBody>
        </p:sp>
        <p:sp>
          <p:nvSpPr>
            <p:cNvPr id="7" name="Rectangle 6"/>
            <p:cNvSpPr/>
            <p:nvPr/>
          </p:nvSpPr>
          <p:spPr>
            <a:xfrm>
              <a:off x="4581055" y="1756369"/>
              <a:ext cx="1330860" cy="932507"/>
            </a:xfrm>
            <a:prstGeom prst="rect">
              <a:avLst/>
            </a:prstGeom>
            <a:solidFill>
              <a:schemeClr val="accent4"/>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OUTPUTS</a:t>
              </a:r>
            </a:p>
          </p:txBody>
        </p:sp>
        <p:sp>
          <p:nvSpPr>
            <p:cNvPr id="8" name="Rectangle 7"/>
            <p:cNvSpPr/>
            <p:nvPr/>
          </p:nvSpPr>
          <p:spPr>
            <a:xfrm>
              <a:off x="5911915" y="1756368"/>
              <a:ext cx="1330860" cy="932507"/>
            </a:xfrm>
            <a:prstGeom prst="rect">
              <a:avLst/>
            </a:prstGeom>
            <a:solidFill>
              <a:schemeClr val="accent5"/>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CUSTOMERS</a:t>
              </a:r>
            </a:p>
          </p:txBody>
        </p:sp>
        <p:sp>
          <p:nvSpPr>
            <p:cNvPr id="40" name="Rectangle 39"/>
            <p:cNvSpPr/>
            <p:nvPr/>
          </p:nvSpPr>
          <p:spPr>
            <a:xfrm>
              <a:off x="588475" y="2688878"/>
              <a:ext cx="1330860" cy="615456"/>
            </a:xfrm>
            <a:prstGeom prst="rect">
              <a:avLst/>
            </a:prstGeom>
            <a:solidFill>
              <a:schemeClr val="accent1">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suppliers the process inputs?</a:t>
              </a:r>
            </a:p>
          </p:txBody>
        </p:sp>
        <p:sp>
          <p:nvSpPr>
            <p:cNvPr id="41" name="Rectangle 40"/>
            <p:cNvSpPr/>
            <p:nvPr/>
          </p:nvSpPr>
          <p:spPr>
            <a:xfrm>
              <a:off x="1919335" y="2688875"/>
              <a:ext cx="1330860" cy="615456"/>
            </a:xfrm>
            <a:prstGeom prst="rect">
              <a:avLst/>
            </a:prstGeom>
            <a:solidFill>
              <a:schemeClr val="accent2">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resources are needed?</a:t>
              </a:r>
            </a:p>
          </p:txBody>
        </p:sp>
        <p:sp>
          <p:nvSpPr>
            <p:cNvPr id="42" name="Rectangle 41"/>
            <p:cNvSpPr/>
            <p:nvPr/>
          </p:nvSpPr>
          <p:spPr>
            <a:xfrm>
              <a:off x="3250195" y="2688873"/>
              <a:ext cx="1330860" cy="615456"/>
            </a:xfrm>
            <a:prstGeom prst="rect">
              <a:avLst/>
            </a:prstGeom>
            <a:solidFill>
              <a:schemeClr val="accent3">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main steps in the process?</a:t>
              </a:r>
            </a:p>
          </p:txBody>
        </p:sp>
        <p:sp>
          <p:nvSpPr>
            <p:cNvPr id="43" name="Rectangle 42"/>
            <p:cNvSpPr/>
            <p:nvPr/>
          </p:nvSpPr>
          <p:spPr>
            <a:xfrm>
              <a:off x="4581055" y="2688870"/>
              <a:ext cx="1330860" cy="615456"/>
            </a:xfrm>
            <a:prstGeom prst="rect">
              <a:avLst/>
            </a:prstGeom>
            <a:solidFill>
              <a:schemeClr val="accent4">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outputs from the process?</a:t>
              </a:r>
            </a:p>
          </p:txBody>
        </p:sp>
        <p:sp>
          <p:nvSpPr>
            <p:cNvPr id="44" name="Rectangle 43"/>
            <p:cNvSpPr/>
            <p:nvPr/>
          </p:nvSpPr>
          <p:spPr>
            <a:xfrm>
              <a:off x="5911916" y="2688868"/>
              <a:ext cx="1330860" cy="615456"/>
            </a:xfrm>
            <a:prstGeom prst="rect">
              <a:avLst/>
            </a:prstGeom>
            <a:solidFill>
              <a:schemeClr val="accent5">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receives the outputs?</a:t>
              </a:r>
            </a:p>
          </p:txBody>
        </p:sp>
        <p:sp>
          <p:nvSpPr>
            <p:cNvPr id="45" name="Rectangle 44"/>
            <p:cNvSpPr/>
            <p:nvPr/>
          </p:nvSpPr>
          <p:spPr>
            <a:xfrm>
              <a:off x="588475" y="3304331"/>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6" name="Rectangle 45"/>
            <p:cNvSpPr/>
            <p:nvPr/>
          </p:nvSpPr>
          <p:spPr>
            <a:xfrm>
              <a:off x="1919334" y="3304329"/>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7" name="Rectangle 46"/>
            <p:cNvSpPr/>
            <p:nvPr/>
          </p:nvSpPr>
          <p:spPr>
            <a:xfrm>
              <a:off x="3250195"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p:txBody>
        </p:sp>
        <p:sp>
          <p:nvSpPr>
            <p:cNvPr id="48" name="Rectangle 47"/>
            <p:cNvSpPr/>
            <p:nvPr/>
          </p:nvSpPr>
          <p:spPr>
            <a:xfrm>
              <a:off x="4581055" y="3304323"/>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9" name="Rectangle 48"/>
            <p:cNvSpPr/>
            <p:nvPr/>
          </p:nvSpPr>
          <p:spPr>
            <a:xfrm>
              <a:off x="5911916"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grpSp>
      <p:sp>
        <p:nvSpPr>
          <p:cNvPr id="53" name="Down Arrow 52"/>
          <p:cNvSpPr/>
          <p:nvPr/>
        </p:nvSpPr>
        <p:spPr>
          <a:xfrm>
            <a:off x="5895739" y="3585181"/>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Down Arrow 53"/>
          <p:cNvSpPr/>
          <p:nvPr/>
        </p:nvSpPr>
        <p:spPr>
          <a:xfrm>
            <a:off x="5895739" y="4446455"/>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Down Arrow 54"/>
          <p:cNvSpPr/>
          <p:nvPr/>
        </p:nvSpPr>
        <p:spPr>
          <a:xfrm>
            <a:off x="5895739" y="5307729"/>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6" name="Group 55" descr="{&quot;Key&quot;:&quot;POWER_USER_SHAPE_ICON&quot;,&quot;Value&quot;:&quot;POWER_USER_SHAPE_ICON_STYLE_1&quot;}">
            <a:extLst>
              <a:ext uri="{FF2B5EF4-FFF2-40B4-BE49-F238E27FC236}">
                <a16:creationId xmlns:a16="http://schemas.microsoft.com/office/drawing/2014/main" id="{E74C8937-C2D3-477B-AB2A-782FC7EB421B}"/>
              </a:ext>
            </a:extLst>
          </p:cNvPr>
          <p:cNvGrpSpPr>
            <a:grpSpLocks noChangeAspect="1"/>
          </p:cNvGrpSpPr>
          <p:nvPr/>
        </p:nvGrpSpPr>
        <p:grpSpPr>
          <a:xfrm>
            <a:off x="3611249" y="1415655"/>
            <a:ext cx="412714" cy="610003"/>
            <a:chOff x="2696990" y="1236413"/>
            <a:chExt cx="1295272" cy="1914447"/>
          </a:xfrm>
          <a:solidFill>
            <a:srgbClr val="FFFFFF"/>
          </a:solidFill>
        </p:grpSpPr>
        <p:sp>
          <p:nvSpPr>
            <p:cNvPr id="57" name="Freeform: Shape 12">
              <a:extLst>
                <a:ext uri="{FF2B5EF4-FFF2-40B4-BE49-F238E27FC236}">
                  <a16:creationId xmlns:a16="http://schemas.microsoft.com/office/drawing/2014/main" id="{32C2C751-F905-4E40-AC0F-1B8F2A4F41DC}"/>
                </a:ext>
              </a:extLst>
            </p:cNvPr>
            <p:cNvSpPr>
              <a:spLocks noChangeAspect="1"/>
            </p:cNvSpPr>
            <p:nvPr/>
          </p:nvSpPr>
          <p:spPr>
            <a:xfrm>
              <a:off x="2879592" y="1236413"/>
              <a:ext cx="1112670" cy="1914447"/>
            </a:xfrm>
            <a:custGeom>
              <a:avLst/>
              <a:gdLst>
                <a:gd name="connsiteX0" fmla="*/ 0 w 1112670"/>
                <a:gd name="connsiteY0" fmla="*/ 0 h 1914447"/>
                <a:gd name="connsiteX1" fmla="*/ 1112670 w 1112670"/>
                <a:gd name="connsiteY1" fmla="*/ 0 h 1914447"/>
                <a:gd name="connsiteX2" fmla="*/ 1112670 w 1112670"/>
                <a:gd name="connsiteY2" fmla="*/ 1914447 h 1914447"/>
                <a:gd name="connsiteX3" fmla="*/ 0 w 1112670"/>
                <a:gd name="connsiteY3" fmla="*/ 1914447 h 1914447"/>
                <a:gd name="connsiteX4" fmla="*/ 0 w 1112670"/>
                <a:gd name="connsiteY4" fmla="*/ 1363179 h 1914447"/>
                <a:gd name="connsiteX5" fmla="*/ 96554 w 1112670"/>
                <a:gd name="connsiteY5" fmla="*/ 1363179 h 1914447"/>
                <a:gd name="connsiteX6" fmla="*/ 96554 w 1112670"/>
                <a:gd name="connsiteY6" fmla="*/ 1827425 h 1914447"/>
                <a:gd name="connsiteX7" fmla="*/ 1016116 w 1112670"/>
                <a:gd name="connsiteY7" fmla="*/ 1827425 h 1914447"/>
                <a:gd name="connsiteX8" fmla="*/ 1016116 w 1112670"/>
                <a:gd name="connsiteY8" fmla="*/ 87019 h 1914447"/>
                <a:gd name="connsiteX9" fmla="*/ 96554 w 1112670"/>
                <a:gd name="connsiteY9" fmla="*/ 87019 h 1914447"/>
                <a:gd name="connsiteX10" fmla="*/ 96554 w 1112670"/>
                <a:gd name="connsiteY10" fmla="*/ 551266 h 1914447"/>
                <a:gd name="connsiteX11" fmla="*/ 0 w 1112670"/>
                <a:gd name="connsiteY11" fmla="*/ 551266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1914447"/>
                  </a:lnTo>
                  <a:lnTo>
                    <a:pt x="0" y="1914447"/>
                  </a:lnTo>
                  <a:lnTo>
                    <a:pt x="0" y="1363179"/>
                  </a:lnTo>
                  <a:lnTo>
                    <a:pt x="96554" y="1363179"/>
                  </a:lnTo>
                  <a:lnTo>
                    <a:pt x="96554" y="1827425"/>
                  </a:lnTo>
                  <a:lnTo>
                    <a:pt x="1016116" y="1827425"/>
                  </a:lnTo>
                  <a:lnTo>
                    <a:pt x="1016116" y="87019"/>
                  </a:lnTo>
                  <a:lnTo>
                    <a:pt x="96554" y="87019"/>
                  </a:lnTo>
                  <a:lnTo>
                    <a:pt x="96554" y="551266"/>
                  </a:lnTo>
                  <a:lnTo>
                    <a:pt x="0" y="55126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Arrow7"/>
            <p:cNvSpPr>
              <a:spLocks noChangeAspect="1"/>
            </p:cNvSpPr>
            <p:nvPr>
              <p:custDataLst>
                <p:tags r:id="rId4"/>
              </p:custDataLst>
            </p:nvPr>
          </p:nvSpPr>
          <p:spPr bwMode="auto">
            <a:xfrm>
              <a:off x="2696990" y="1865165"/>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9" name="Group 58" descr="{&quot;Key&quot;:&quot;POWER_USER_SHAPE_ICON&quot;,&quot;Value&quot;:&quot;POWER_USER_SHAPE_ICON_STYLE_1&quot;}">
            <a:extLst>
              <a:ext uri="{FF2B5EF4-FFF2-40B4-BE49-F238E27FC236}">
                <a16:creationId xmlns:a16="http://schemas.microsoft.com/office/drawing/2014/main" id="{A19695C3-97BC-4802-8FD4-C9EE35DFAE1C}"/>
              </a:ext>
            </a:extLst>
          </p:cNvPr>
          <p:cNvGrpSpPr>
            <a:grpSpLocks noChangeAspect="1"/>
          </p:cNvGrpSpPr>
          <p:nvPr/>
        </p:nvGrpSpPr>
        <p:grpSpPr>
          <a:xfrm>
            <a:off x="8049989" y="1415655"/>
            <a:ext cx="502871" cy="610003"/>
            <a:chOff x="5640721" y="1236411"/>
            <a:chExt cx="1578223" cy="1914447"/>
          </a:xfrm>
          <a:solidFill>
            <a:srgbClr val="FFFFFF"/>
          </a:solidFill>
        </p:grpSpPr>
        <p:sp>
          <p:nvSpPr>
            <p:cNvPr id="60" name="Freeform: Shape 14">
              <a:extLst>
                <a:ext uri="{FF2B5EF4-FFF2-40B4-BE49-F238E27FC236}">
                  <a16:creationId xmlns:a16="http://schemas.microsoft.com/office/drawing/2014/main" id="{A7B7261A-FB7A-42BF-980B-8B2272C0EC3C}"/>
                </a:ext>
              </a:extLst>
            </p:cNvPr>
            <p:cNvSpPr>
              <a:spLocks noChangeAspect="1"/>
            </p:cNvSpPr>
            <p:nvPr/>
          </p:nvSpPr>
          <p:spPr>
            <a:xfrm>
              <a:off x="5640721" y="1236411"/>
              <a:ext cx="1112670" cy="1914447"/>
            </a:xfrm>
            <a:custGeom>
              <a:avLst/>
              <a:gdLst>
                <a:gd name="connsiteX0" fmla="*/ 0 w 1112670"/>
                <a:gd name="connsiteY0" fmla="*/ 0 h 1914447"/>
                <a:gd name="connsiteX1" fmla="*/ 1112670 w 1112670"/>
                <a:gd name="connsiteY1" fmla="*/ 0 h 1914447"/>
                <a:gd name="connsiteX2" fmla="*/ 1112670 w 1112670"/>
                <a:gd name="connsiteY2" fmla="*/ 551266 h 1914447"/>
                <a:gd name="connsiteX3" fmla="*/ 1016116 w 1112670"/>
                <a:gd name="connsiteY3" fmla="*/ 551266 h 1914447"/>
                <a:gd name="connsiteX4" fmla="*/ 1016116 w 1112670"/>
                <a:gd name="connsiteY4" fmla="*/ 87019 h 1914447"/>
                <a:gd name="connsiteX5" fmla="*/ 96554 w 1112670"/>
                <a:gd name="connsiteY5" fmla="*/ 87019 h 1914447"/>
                <a:gd name="connsiteX6" fmla="*/ 96554 w 1112670"/>
                <a:gd name="connsiteY6" fmla="*/ 1827425 h 1914447"/>
                <a:gd name="connsiteX7" fmla="*/ 1016116 w 1112670"/>
                <a:gd name="connsiteY7" fmla="*/ 1827425 h 1914447"/>
                <a:gd name="connsiteX8" fmla="*/ 1016116 w 1112670"/>
                <a:gd name="connsiteY8" fmla="*/ 1363179 h 1914447"/>
                <a:gd name="connsiteX9" fmla="*/ 1112670 w 1112670"/>
                <a:gd name="connsiteY9" fmla="*/ 1363179 h 1914447"/>
                <a:gd name="connsiteX10" fmla="*/ 1112670 w 1112670"/>
                <a:gd name="connsiteY10" fmla="*/ 1914447 h 1914447"/>
                <a:gd name="connsiteX11" fmla="*/ 0 w 1112670"/>
                <a:gd name="connsiteY11" fmla="*/ 1914447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551266"/>
                  </a:lnTo>
                  <a:lnTo>
                    <a:pt x="1016116" y="551266"/>
                  </a:lnTo>
                  <a:lnTo>
                    <a:pt x="1016116" y="87019"/>
                  </a:lnTo>
                  <a:lnTo>
                    <a:pt x="96554" y="87019"/>
                  </a:lnTo>
                  <a:lnTo>
                    <a:pt x="96554" y="1827425"/>
                  </a:lnTo>
                  <a:lnTo>
                    <a:pt x="1016116" y="1827425"/>
                  </a:lnTo>
                  <a:lnTo>
                    <a:pt x="1016116" y="1363179"/>
                  </a:lnTo>
                  <a:lnTo>
                    <a:pt x="1112670" y="1363179"/>
                  </a:lnTo>
                  <a:lnTo>
                    <a:pt x="1112670" y="1914447"/>
                  </a:lnTo>
                  <a:lnTo>
                    <a:pt x="0" y="191444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Arrow7"/>
            <p:cNvSpPr>
              <a:spLocks noChangeAspect="1"/>
            </p:cNvSpPr>
            <p:nvPr>
              <p:custDataLst>
                <p:tags r:id="rId3"/>
              </p:custDataLst>
            </p:nvPr>
          </p:nvSpPr>
          <p:spPr bwMode="auto">
            <a:xfrm>
              <a:off x="6434029" y="1865163"/>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Forklift7" descr="{&quot;Key&quot;:&quot;POWER_USER_SHAPE_ICON&quot;,&quot;Value&quot;:&quot;POWER_USER_SHAPE_ICON_STYLE_1&quot;}">
            <a:extLst>
              <a:ext uri="{FF2B5EF4-FFF2-40B4-BE49-F238E27FC236}">
                <a16:creationId xmlns:a16="http://schemas.microsoft.com/office/drawing/2014/main" id="{151BB0A8-67C3-F6CB-FE08-4B6EE6F22D1C}"/>
              </a:ext>
            </a:extLst>
          </p:cNvPr>
          <p:cNvGrpSpPr>
            <a:grpSpLocks noChangeAspect="1"/>
          </p:cNvGrpSpPr>
          <p:nvPr/>
        </p:nvGrpSpPr>
        <p:grpSpPr>
          <a:xfrm>
            <a:off x="1311606" y="1442710"/>
            <a:ext cx="753974" cy="520700"/>
            <a:chOff x="6845095" y="3096048"/>
            <a:chExt cx="4288827" cy="2961899"/>
          </a:xfrm>
          <a:solidFill>
            <a:srgbClr val="FFFFFF"/>
          </a:solidFill>
        </p:grpSpPr>
        <p:sp>
          <p:nvSpPr>
            <p:cNvPr id="9" name="Freeform 1069">
              <a:extLst>
                <a:ext uri="{FF2B5EF4-FFF2-40B4-BE49-F238E27FC236}">
                  <a16:creationId xmlns:a16="http://schemas.microsoft.com/office/drawing/2014/main" id="{3B2C7871-9E28-09CF-327D-7484BEFC170F}"/>
                </a:ext>
              </a:extLst>
            </p:cNvPr>
            <p:cNvSpPr>
              <a:spLocks/>
            </p:cNvSpPr>
            <p:nvPr/>
          </p:nvSpPr>
          <p:spPr bwMode="auto">
            <a:xfrm>
              <a:off x="8243115" y="3830605"/>
              <a:ext cx="1018898" cy="1018898"/>
            </a:xfrm>
            <a:custGeom>
              <a:avLst/>
              <a:gdLst>
                <a:gd name="T0" fmla="*/ 43 w 43"/>
                <a:gd name="T1" fmla="*/ 0 h 43"/>
                <a:gd name="T2" fmla="*/ 0 w 43"/>
                <a:gd name="T3" fmla="*/ 0 h 43"/>
                <a:gd name="T4" fmla="*/ 0 w 43"/>
                <a:gd name="T5" fmla="*/ 43 h 43"/>
                <a:gd name="T6" fmla="*/ 13 w 43"/>
                <a:gd name="T7" fmla="*/ 43 h 43"/>
                <a:gd name="T8" fmla="*/ 13 w 43"/>
                <a:gd name="T9" fmla="*/ 39 h 43"/>
                <a:gd name="T10" fmla="*/ 4 w 43"/>
                <a:gd name="T11" fmla="*/ 39 h 43"/>
                <a:gd name="T12" fmla="*/ 4 w 43"/>
                <a:gd name="T13" fmla="*/ 5 h 43"/>
                <a:gd name="T14" fmla="*/ 43 w 43"/>
                <a:gd name="T15" fmla="*/ 5 h 43"/>
                <a:gd name="T16" fmla="*/ 43 w 43"/>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43" y="0"/>
                  </a:moveTo>
                  <a:lnTo>
                    <a:pt x="0" y="0"/>
                  </a:lnTo>
                  <a:lnTo>
                    <a:pt x="0" y="43"/>
                  </a:lnTo>
                  <a:lnTo>
                    <a:pt x="13" y="43"/>
                  </a:lnTo>
                  <a:lnTo>
                    <a:pt x="13" y="39"/>
                  </a:lnTo>
                  <a:lnTo>
                    <a:pt x="4" y="39"/>
                  </a:lnTo>
                  <a:lnTo>
                    <a:pt x="4" y="5"/>
                  </a:lnTo>
                  <a:lnTo>
                    <a:pt x="43" y="5"/>
                  </a:lnTo>
                  <a:lnTo>
                    <a:pt x="43"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Shape 2333">
              <a:extLst>
                <a:ext uri="{FF2B5EF4-FFF2-40B4-BE49-F238E27FC236}">
                  <a16:creationId xmlns:a16="http://schemas.microsoft.com/office/drawing/2014/main" id="{1C85F0A5-DDFB-81F0-8EE7-9DAFD70B315D}"/>
                </a:ext>
              </a:extLst>
            </p:cNvPr>
            <p:cNvSpPr>
              <a:spLocks/>
            </p:cNvSpPr>
            <p:nvPr/>
          </p:nvSpPr>
          <p:spPr bwMode="auto">
            <a:xfrm>
              <a:off x="6845095" y="3617341"/>
              <a:ext cx="2737720" cy="2061484"/>
            </a:xfrm>
            <a:custGeom>
              <a:avLst/>
              <a:gdLst>
                <a:gd name="connsiteX0" fmla="*/ 1018717 w 2737720"/>
                <a:gd name="connsiteY0" fmla="*/ 1956715 h 2061484"/>
                <a:gd name="connsiteX1" fmla="*/ 1935968 w 2737720"/>
                <a:gd name="connsiteY1" fmla="*/ 1956715 h 2061484"/>
                <a:gd name="connsiteX2" fmla="*/ 1963072 w 2737720"/>
                <a:gd name="connsiteY2" fmla="*/ 2045889 h 2061484"/>
                <a:gd name="connsiteX3" fmla="*/ 1971361 w 2737720"/>
                <a:gd name="connsiteY3" fmla="*/ 2061484 h 2061484"/>
                <a:gd name="connsiteX4" fmla="*/ 1004711 w 2737720"/>
                <a:gd name="connsiteY4" fmla="*/ 2061484 h 2061484"/>
                <a:gd name="connsiteX5" fmla="*/ 1010234 w 2737720"/>
                <a:gd name="connsiteY5" fmla="*/ 2043198 h 2061484"/>
                <a:gd name="connsiteX6" fmla="*/ 1159629 w 2737720"/>
                <a:gd name="connsiteY6" fmla="*/ 0 h 2061484"/>
                <a:gd name="connsiteX7" fmla="*/ 2386394 w 2737720"/>
                <a:gd name="connsiteY7" fmla="*/ 0 h 2061484"/>
                <a:gd name="connsiteX8" fmla="*/ 2737334 w 2737720"/>
                <a:gd name="connsiteY8" fmla="*/ 1321938 h 2061484"/>
                <a:gd name="connsiteX9" fmla="*/ 2737720 w 2737720"/>
                <a:gd name="connsiteY9" fmla="*/ 1325384 h 2061484"/>
                <a:gd name="connsiteX10" fmla="*/ 2692900 w 2737720"/>
                <a:gd name="connsiteY10" fmla="*/ 1300539 h 2061484"/>
                <a:gd name="connsiteX11" fmla="*/ 2622165 w 2737720"/>
                <a:gd name="connsiteY11" fmla="*/ 1278115 h 2061484"/>
                <a:gd name="connsiteX12" fmla="*/ 2307051 w 2737720"/>
                <a:gd name="connsiteY12" fmla="*/ 101688 h 2061484"/>
                <a:gd name="connsiteX13" fmla="*/ 1263385 w 2737720"/>
                <a:gd name="connsiteY13" fmla="*/ 101688 h 2061484"/>
                <a:gd name="connsiteX14" fmla="*/ 1263385 w 2737720"/>
                <a:gd name="connsiteY14" fmla="*/ 1060016 h 2061484"/>
                <a:gd name="connsiteX15" fmla="*/ 180048 w 2737720"/>
                <a:gd name="connsiteY15" fmla="*/ 1060016 h 2061484"/>
                <a:gd name="connsiteX16" fmla="*/ 103757 w 2737720"/>
                <a:gd name="connsiteY16" fmla="*/ 1137052 h 2061484"/>
                <a:gd name="connsiteX17" fmla="*/ 103757 w 2737720"/>
                <a:gd name="connsiteY17" fmla="*/ 1642408 h 2061484"/>
                <a:gd name="connsiteX18" fmla="*/ 180048 w 2737720"/>
                <a:gd name="connsiteY18" fmla="*/ 1719444 h 2061484"/>
                <a:gd name="connsiteX19" fmla="*/ 233600 w 2737720"/>
                <a:gd name="connsiteY19" fmla="*/ 1719444 h 2061484"/>
                <a:gd name="connsiteX20" fmla="*/ 199391 w 2737720"/>
                <a:gd name="connsiteY20" fmla="*/ 1784221 h 2061484"/>
                <a:gd name="connsiteX21" fmla="*/ 188243 w 2737720"/>
                <a:gd name="connsiteY21" fmla="*/ 1821132 h 2061484"/>
                <a:gd name="connsiteX22" fmla="*/ 180048 w 2737720"/>
                <a:gd name="connsiteY22" fmla="*/ 1821132 h 2061484"/>
                <a:gd name="connsiteX23" fmla="*/ 54930 w 2737720"/>
                <a:gd name="connsiteY23" fmla="*/ 1768747 h 2061484"/>
                <a:gd name="connsiteX24" fmla="*/ 0 w 2737720"/>
                <a:gd name="connsiteY24" fmla="*/ 1642408 h 2061484"/>
                <a:gd name="connsiteX25" fmla="*/ 0 w 2737720"/>
                <a:gd name="connsiteY25" fmla="*/ 1137052 h 2061484"/>
                <a:gd name="connsiteX26" fmla="*/ 54930 w 2737720"/>
                <a:gd name="connsiteY26" fmla="*/ 1010713 h 2061484"/>
                <a:gd name="connsiteX27" fmla="*/ 180048 w 2737720"/>
                <a:gd name="connsiteY27" fmla="*/ 958328 h 2061484"/>
                <a:gd name="connsiteX28" fmla="*/ 1159629 w 2737720"/>
                <a:gd name="connsiteY28" fmla="*/ 958328 h 2061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37720" h="2061484">
                  <a:moveTo>
                    <a:pt x="1018717" y="1956715"/>
                  </a:moveTo>
                  <a:lnTo>
                    <a:pt x="1935968" y="1956715"/>
                  </a:lnTo>
                  <a:lnTo>
                    <a:pt x="1963072" y="2045889"/>
                  </a:lnTo>
                  <a:lnTo>
                    <a:pt x="1971361" y="2061484"/>
                  </a:lnTo>
                  <a:lnTo>
                    <a:pt x="1004711" y="2061484"/>
                  </a:lnTo>
                  <a:lnTo>
                    <a:pt x="1010234" y="2043198"/>
                  </a:lnTo>
                  <a:close/>
                  <a:moveTo>
                    <a:pt x="1159629" y="0"/>
                  </a:moveTo>
                  <a:lnTo>
                    <a:pt x="2386394" y="0"/>
                  </a:lnTo>
                  <a:lnTo>
                    <a:pt x="2737334" y="1321938"/>
                  </a:lnTo>
                  <a:lnTo>
                    <a:pt x="2737720" y="1325384"/>
                  </a:lnTo>
                  <a:lnTo>
                    <a:pt x="2692900" y="1300539"/>
                  </a:lnTo>
                  <a:lnTo>
                    <a:pt x="2622165" y="1278115"/>
                  </a:lnTo>
                  <a:lnTo>
                    <a:pt x="2307051" y="101688"/>
                  </a:lnTo>
                  <a:lnTo>
                    <a:pt x="1263385" y="101688"/>
                  </a:lnTo>
                  <a:lnTo>
                    <a:pt x="1263385" y="1060016"/>
                  </a:lnTo>
                  <a:lnTo>
                    <a:pt x="180048" y="1060016"/>
                  </a:lnTo>
                  <a:cubicBezTo>
                    <a:pt x="137325" y="1060016"/>
                    <a:pt x="103757" y="1093912"/>
                    <a:pt x="103757" y="1137052"/>
                  </a:cubicBezTo>
                  <a:lnTo>
                    <a:pt x="103757" y="1642408"/>
                  </a:lnTo>
                  <a:cubicBezTo>
                    <a:pt x="103757" y="1685548"/>
                    <a:pt x="137325" y="1719444"/>
                    <a:pt x="180048" y="1719444"/>
                  </a:cubicBezTo>
                  <a:lnTo>
                    <a:pt x="233600" y="1719444"/>
                  </a:lnTo>
                  <a:lnTo>
                    <a:pt x="199391" y="1784221"/>
                  </a:lnTo>
                  <a:lnTo>
                    <a:pt x="188243" y="1821132"/>
                  </a:lnTo>
                  <a:lnTo>
                    <a:pt x="180048" y="1821132"/>
                  </a:lnTo>
                  <a:cubicBezTo>
                    <a:pt x="131221" y="1821132"/>
                    <a:pt x="85447" y="1802643"/>
                    <a:pt x="54930" y="1768747"/>
                  </a:cubicBezTo>
                  <a:cubicBezTo>
                    <a:pt x="21362" y="1734851"/>
                    <a:pt x="0" y="1691711"/>
                    <a:pt x="0" y="1642408"/>
                  </a:cubicBezTo>
                  <a:lnTo>
                    <a:pt x="0" y="1137052"/>
                  </a:lnTo>
                  <a:cubicBezTo>
                    <a:pt x="0" y="1087749"/>
                    <a:pt x="21362" y="1044609"/>
                    <a:pt x="54930" y="1010713"/>
                  </a:cubicBezTo>
                  <a:cubicBezTo>
                    <a:pt x="85447" y="979898"/>
                    <a:pt x="131221" y="958328"/>
                    <a:pt x="180048" y="958328"/>
                  </a:cubicBezTo>
                  <a:lnTo>
                    <a:pt x="1159629" y="958328"/>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0" name="Freeform: Shape 2334">
              <a:extLst>
                <a:ext uri="{FF2B5EF4-FFF2-40B4-BE49-F238E27FC236}">
                  <a16:creationId xmlns:a16="http://schemas.microsoft.com/office/drawing/2014/main" id="{849B0007-A79A-28E6-36A2-7C2369F6D083}"/>
                </a:ext>
              </a:extLst>
            </p:cNvPr>
            <p:cNvSpPr>
              <a:spLocks/>
            </p:cNvSpPr>
            <p:nvPr/>
          </p:nvSpPr>
          <p:spPr bwMode="auto">
            <a:xfrm>
              <a:off x="9851193" y="5276000"/>
              <a:ext cx="1282729" cy="331732"/>
            </a:xfrm>
            <a:custGeom>
              <a:avLst/>
              <a:gdLst>
                <a:gd name="connsiteX0" fmla="*/ 0 w 1282729"/>
                <a:gd name="connsiteY0" fmla="*/ 0 h 331732"/>
                <a:gd name="connsiteX1" fmla="*/ 1282729 w 1282729"/>
                <a:gd name="connsiteY1" fmla="*/ 0 h 331732"/>
                <a:gd name="connsiteX2" fmla="*/ 1282729 w 1282729"/>
                <a:gd name="connsiteY2" fmla="*/ 189561 h 331732"/>
                <a:gd name="connsiteX3" fmla="*/ 950997 w 1282729"/>
                <a:gd name="connsiteY3" fmla="*/ 331732 h 331732"/>
                <a:gd name="connsiteX4" fmla="*/ 5531 w 1282729"/>
                <a:gd name="connsiteY4" fmla="*/ 313550 h 331732"/>
                <a:gd name="connsiteX5" fmla="*/ 15582 w 1282729"/>
                <a:gd name="connsiteY5" fmla="*/ 280483 h 331732"/>
                <a:gd name="connsiteX6" fmla="*/ 22218 w 1282729"/>
                <a:gd name="connsiteY6" fmla="*/ 213257 h 331732"/>
                <a:gd name="connsiteX7" fmla="*/ 950997 w 1282729"/>
                <a:gd name="connsiteY7" fmla="*/ 213257 h 331732"/>
                <a:gd name="connsiteX8" fmla="*/ 1164253 w 1282729"/>
                <a:gd name="connsiteY8" fmla="*/ 118476 h 331732"/>
                <a:gd name="connsiteX9" fmla="*/ 22216 w 1282729"/>
                <a:gd name="connsiteY9" fmla="*/ 118476 h 331732"/>
                <a:gd name="connsiteX10" fmla="*/ 15582 w 1282729"/>
                <a:gd name="connsiteY10" fmla="*/ 51264 h 3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2729" h="331732">
                  <a:moveTo>
                    <a:pt x="0" y="0"/>
                  </a:moveTo>
                  <a:lnTo>
                    <a:pt x="1282729" y="0"/>
                  </a:lnTo>
                  <a:lnTo>
                    <a:pt x="1282729" y="189561"/>
                  </a:lnTo>
                  <a:lnTo>
                    <a:pt x="950997" y="331732"/>
                  </a:lnTo>
                  <a:lnTo>
                    <a:pt x="5531" y="313550"/>
                  </a:lnTo>
                  <a:lnTo>
                    <a:pt x="15582" y="280483"/>
                  </a:lnTo>
                  <a:lnTo>
                    <a:pt x="22218" y="213257"/>
                  </a:lnTo>
                  <a:lnTo>
                    <a:pt x="950997" y="213257"/>
                  </a:lnTo>
                  <a:lnTo>
                    <a:pt x="1164253" y="118476"/>
                  </a:lnTo>
                  <a:lnTo>
                    <a:pt x="22216" y="118476"/>
                  </a:lnTo>
                  <a:lnTo>
                    <a:pt x="15582" y="5126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1" name="Freeform: Shape 2335">
              <a:extLst>
                <a:ext uri="{FF2B5EF4-FFF2-40B4-BE49-F238E27FC236}">
                  <a16:creationId xmlns:a16="http://schemas.microsoft.com/office/drawing/2014/main" id="{1C9A537D-7F77-72CA-EEA2-3130BD27ADCC}"/>
                </a:ext>
              </a:extLst>
            </p:cNvPr>
            <p:cNvSpPr>
              <a:spLocks/>
            </p:cNvSpPr>
            <p:nvPr/>
          </p:nvSpPr>
          <p:spPr bwMode="auto">
            <a:xfrm>
              <a:off x="9641121" y="3096048"/>
              <a:ext cx="331732" cy="2487996"/>
            </a:xfrm>
            <a:custGeom>
              <a:avLst/>
              <a:gdLst>
                <a:gd name="connsiteX0" fmla="*/ 0 w 331732"/>
                <a:gd name="connsiteY0" fmla="*/ 0 h 2487996"/>
                <a:gd name="connsiteX1" fmla="*/ 260647 w 331732"/>
                <a:gd name="connsiteY1" fmla="*/ 0 h 2487996"/>
                <a:gd name="connsiteX2" fmla="*/ 260647 w 331732"/>
                <a:gd name="connsiteY2" fmla="*/ 1018894 h 2487996"/>
                <a:gd name="connsiteX3" fmla="*/ 213256 w 331732"/>
                <a:gd name="connsiteY3" fmla="*/ 1018894 h 2487996"/>
                <a:gd name="connsiteX4" fmla="*/ 213256 w 331732"/>
                <a:gd name="connsiteY4" fmla="*/ 1066284 h 2487996"/>
                <a:gd name="connsiteX5" fmla="*/ 260647 w 331732"/>
                <a:gd name="connsiteY5" fmla="*/ 1066284 h 2487996"/>
                <a:gd name="connsiteX6" fmla="*/ 260647 w 331732"/>
                <a:gd name="connsiteY6" fmla="*/ 1018894 h 2487996"/>
                <a:gd name="connsiteX7" fmla="*/ 331732 w 331732"/>
                <a:gd name="connsiteY7" fmla="*/ 1018894 h 2487996"/>
                <a:gd name="connsiteX8" fmla="*/ 331732 w 331732"/>
                <a:gd name="connsiteY8" fmla="*/ 2487996 h 2487996"/>
                <a:gd name="connsiteX9" fmla="*/ 217277 w 331732"/>
                <a:gd name="connsiteY9" fmla="*/ 2487996 h 2487996"/>
                <a:gd name="connsiteX10" fmla="*/ 225654 w 331732"/>
                <a:gd name="connsiteY10" fmla="*/ 2460435 h 2487996"/>
                <a:gd name="connsiteX11" fmla="*/ 236967 w 331732"/>
                <a:gd name="connsiteY11" fmla="*/ 2345825 h 2487996"/>
                <a:gd name="connsiteX12" fmla="*/ 225654 w 331732"/>
                <a:gd name="connsiteY12" fmla="*/ 2231216 h 2487996"/>
                <a:gd name="connsiteX13" fmla="*/ 213256 w 331732"/>
                <a:gd name="connsiteY13" fmla="*/ 2190427 h 2487996"/>
                <a:gd name="connsiteX14" fmla="*/ 213256 w 331732"/>
                <a:gd name="connsiteY14" fmla="*/ 1137370 h 2487996"/>
                <a:gd name="connsiteX15" fmla="*/ 165866 w 331732"/>
                <a:gd name="connsiteY15" fmla="*/ 1137370 h 2487996"/>
                <a:gd name="connsiteX16" fmla="*/ 165866 w 331732"/>
                <a:gd name="connsiteY16" fmla="*/ 118476 h 2487996"/>
                <a:gd name="connsiteX17" fmla="*/ 94781 w 331732"/>
                <a:gd name="connsiteY17" fmla="*/ 118476 h 2487996"/>
                <a:gd name="connsiteX18" fmla="*/ 94781 w 331732"/>
                <a:gd name="connsiteY18" fmla="*/ 1066284 h 2487996"/>
                <a:gd name="connsiteX19" fmla="*/ 94781 w 331732"/>
                <a:gd name="connsiteY19" fmla="*/ 1969586 h 2487996"/>
                <a:gd name="connsiteX20" fmla="*/ 73872 w 331732"/>
                <a:gd name="connsiteY20" fmla="*/ 1943706 h 2487996"/>
                <a:gd name="connsiteX21" fmla="*/ 0 w 331732"/>
                <a:gd name="connsiteY21" fmla="*/ 1881459 h 2487996"/>
                <a:gd name="connsiteX22" fmla="*/ 0 w 331732"/>
                <a:gd name="connsiteY22" fmla="*/ 1066284 h 2487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1732" h="2487996">
                  <a:moveTo>
                    <a:pt x="0" y="0"/>
                  </a:moveTo>
                  <a:lnTo>
                    <a:pt x="260647" y="0"/>
                  </a:lnTo>
                  <a:lnTo>
                    <a:pt x="260647" y="1018894"/>
                  </a:lnTo>
                  <a:lnTo>
                    <a:pt x="213256" y="1018894"/>
                  </a:lnTo>
                  <a:lnTo>
                    <a:pt x="213256" y="1066284"/>
                  </a:lnTo>
                  <a:lnTo>
                    <a:pt x="260647" y="1066284"/>
                  </a:lnTo>
                  <a:lnTo>
                    <a:pt x="260647" y="1018894"/>
                  </a:lnTo>
                  <a:lnTo>
                    <a:pt x="331732" y="1018894"/>
                  </a:lnTo>
                  <a:lnTo>
                    <a:pt x="331732" y="2487996"/>
                  </a:lnTo>
                  <a:lnTo>
                    <a:pt x="217277" y="2487996"/>
                  </a:lnTo>
                  <a:lnTo>
                    <a:pt x="225654" y="2460435"/>
                  </a:lnTo>
                  <a:cubicBezTo>
                    <a:pt x="233072" y="2423415"/>
                    <a:pt x="236967" y="2385085"/>
                    <a:pt x="236967" y="2345825"/>
                  </a:cubicBezTo>
                  <a:cubicBezTo>
                    <a:pt x="236967" y="2306566"/>
                    <a:pt x="233072" y="2268236"/>
                    <a:pt x="225654" y="2231216"/>
                  </a:cubicBezTo>
                  <a:lnTo>
                    <a:pt x="213256" y="2190427"/>
                  </a:lnTo>
                  <a:lnTo>
                    <a:pt x="213256" y="1137370"/>
                  </a:lnTo>
                  <a:lnTo>
                    <a:pt x="165866" y="1137370"/>
                  </a:lnTo>
                  <a:lnTo>
                    <a:pt x="165866" y="118476"/>
                  </a:lnTo>
                  <a:lnTo>
                    <a:pt x="94781" y="118476"/>
                  </a:lnTo>
                  <a:lnTo>
                    <a:pt x="94781" y="1066284"/>
                  </a:lnTo>
                  <a:lnTo>
                    <a:pt x="94781" y="1969586"/>
                  </a:lnTo>
                  <a:lnTo>
                    <a:pt x="73872" y="1943706"/>
                  </a:lnTo>
                  <a:lnTo>
                    <a:pt x="0" y="1881459"/>
                  </a:lnTo>
                  <a:lnTo>
                    <a:pt x="0" y="106628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2" name="Freeform 1074">
              <a:extLst>
                <a:ext uri="{FF2B5EF4-FFF2-40B4-BE49-F238E27FC236}">
                  <a16:creationId xmlns:a16="http://schemas.microsoft.com/office/drawing/2014/main" id="{8FE7A3CD-C7EC-A33D-47D5-D9AA8CE94F0F}"/>
                </a:ext>
              </a:extLst>
            </p:cNvPr>
            <p:cNvSpPr>
              <a:spLocks/>
            </p:cNvSpPr>
            <p:nvPr/>
          </p:nvSpPr>
          <p:spPr bwMode="auto">
            <a:xfrm>
              <a:off x="6963578" y="5086439"/>
              <a:ext cx="947805" cy="971508"/>
            </a:xfrm>
            <a:custGeom>
              <a:avLst/>
              <a:gdLst>
                <a:gd name="T0" fmla="*/ 298 w 315"/>
                <a:gd name="T1" fmla="*/ 158 h 315"/>
                <a:gd name="T2" fmla="*/ 281 w 315"/>
                <a:gd name="T3" fmla="*/ 158 h 315"/>
                <a:gd name="T4" fmla="*/ 245 w 315"/>
                <a:gd name="T5" fmla="*/ 245 h 315"/>
                <a:gd name="T6" fmla="*/ 157 w 315"/>
                <a:gd name="T7" fmla="*/ 282 h 315"/>
                <a:gd name="T8" fmla="*/ 69 w 315"/>
                <a:gd name="T9" fmla="*/ 245 h 315"/>
                <a:gd name="T10" fmla="*/ 33 w 315"/>
                <a:gd name="T11" fmla="*/ 158 h 315"/>
                <a:gd name="T12" fmla="*/ 69 w 315"/>
                <a:gd name="T13" fmla="*/ 70 h 315"/>
                <a:gd name="T14" fmla="*/ 157 w 315"/>
                <a:gd name="T15" fmla="*/ 33 h 315"/>
                <a:gd name="T16" fmla="*/ 245 w 315"/>
                <a:gd name="T17" fmla="*/ 70 h 315"/>
                <a:gd name="T18" fmla="*/ 281 w 315"/>
                <a:gd name="T19" fmla="*/ 158 h 315"/>
                <a:gd name="T20" fmla="*/ 298 w 315"/>
                <a:gd name="T21" fmla="*/ 158 h 315"/>
                <a:gd name="T22" fmla="*/ 315 w 315"/>
                <a:gd name="T23" fmla="*/ 158 h 315"/>
                <a:gd name="T24" fmla="*/ 157 w 315"/>
                <a:gd name="T25" fmla="*/ 0 h 315"/>
                <a:gd name="T26" fmla="*/ 0 w 315"/>
                <a:gd name="T27" fmla="*/ 158 h 315"/>
                <a:gd name="T28" fmla="*/ 157 w 315"/>
                <a:gd name="T29" fmla="*/ 315 h 315"/>
                <a:gd name="T30" fmla="*/ 315 w 315"/>
                <a:gd name="T31" fmla="*/ 158 h 315"/>
                <a:gd name="T32" fmla="*/ 298 w 315"/>
                <a:gd name="T33" fmla="*/ 158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5" h="315">
                  <a:moveTo>
                    <a:pt x="298" y="158"/>
                  </a:moveTo>
                  <a:lnTo>
                    <a:pt x="281" y="158"/>
                  </a:lnTo>
                  <a:cubicBezTo>
                    <a:pt x="281" y="192"/>
                    <a:pt x="268" y="223"/>
                    <a:pt x="245" y="245"/>
                  </a:cubicBezTo>
                  <a:cubicBezTo>
                    <a:pt x="223" y="268"/>
                    <a:pt x="192" y="282"/>
                    <a:pt x="157" y="282"/>
                  </a:cubicBezTo>
                  <a:cubicBezTo>
                    <a:pt x="123" y="282"/>
                    <a:pt x="92" y="268"/>
                    <a:pt x="69" y="245"/>
                  </a:cubicBezTo>
                  <a:cubicBezTo>
                    <a:pt x="47" y="223"/>
                    <a:pt x="33" y="192"/>
                    <a:pt x="33" y="158"/>
                  </a:cubicBezTo>
                  <a:cubicBezTo>
                    <a:pt x="33" y="123"/>
                    <a:pt x="47" y="92"/>
                    <a:pt x="69" y="70"/>
                  </a:cubicBezTo>
                  <a:cubicBezTo>
                    <a:pt x="92" y="47"/>
                    <a:pt x="123" y="33"/>
                    <a:pt x="157" y="33"/>
                  </a:cubicBezTo>
                  <a:cubicBezTo>
                    <a:pt x="192" y="33"/>
                    <a:pt x="223" y="47"/>
                    <a:pt x="245" y="70"/>
                  </a:cubicBezTo>
                  <a:cubicBezTo>
                    <a:pt x="268" y="92"/>
                    <a:pt x="281" y="123"/>
                    <a:pt x="281" y="158"/>
                  </a:cubicBezTo>
                  <a:lnTo>
                    <a:pt x="298" y="158"/>
                  </a:lnTo>
                  <a:lnTo>
                    <a:pt x="315" y="158"/>
                  </a:lnTo>
                  <a:cubicBezTo>
                    <a:pt x="315" y="71"/>
                    <a:pt x="244" y="0"/>
                    <a:pt x="157" y="0"/>
                  </a:cubicBezTo>
                  <a:cubicBezTo>
                    <a:pt x="70" y="0"/>
                    <a:pt x="0" y="71"/>
                    <a:pt x="0" y="158"/>
                  </a:cubicBezTo>
                  <a:cubicBezTo>
                    <a:pt x="0" y="245"/>
                    <a:pt x="70" y="315"/>
                    <a:pt x="157" y="315"/>
                  </a:cubicBezTo>
                  <a:cubicBezTo>
                    <a:pt x="244" y="315"/>
                    <a:pt x="315" y="245"/>
                    <a:pt x="315" y="158"/>
                  </a:cubicBezTo>
                  <a:lnTo>
                    <a:pt x="298" y="15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2" name="Freeform 1075">
              <a:extLst>
                <a:ext uri="{FF2B5EF4-FFF2-40B4-BE49-F238E27FC236}">
                  <a16:creationId xmlns:a16="http://schemas.microsoft.com/office/drawing/2014/main" id="{56E6F7B0-FF41-9860-D73D-B4E4D933C8DD}"/>
                </a:ext>
              </a:extLst>
            </p:cNvPr>
            <p:cNvSpPr>
              <a:spLocks/>
            </p:cNvSpPr>
            <p:nvPr/>
          </p:nvSpPr>
          <p:spPr bwMode="auto">
            <a:xfrm>
              <a:off x="7247920" y="5394483"/>
              <a:ext cx="379122" cy="355434"/>
            </a:xfrm>
            <a:custGeom>
              <a:avLst/>
              <a:gdLst>
                <a:gd name="T0" fmla="*/ 104 w 121"/>
                <a:gd name="T1" fmla="*/ 61 h 121"/>
                <a:gd name="T2" fmla="*/ 87 w 121"/>
                <a:gd name="T3" fmla="*/ 61 h 121"/>
                <a:gd name="T4" fmla="*/ 60 w 121"/>
                <a:gd name="T5" fmla="*/ 88 h 121"/>
                <a:gd name="T6" fmla="*/ 33 w 121"/>
                <a:gd name="T7" fmla="*/ 61 h 121"/>
                <a:gd name="T8" fmla="*/ 60 w 121"/>
                <a:gd name="T9" fmla="*/ 33 h 121"/>
                <a:gd name="T10" fmla="*/ 87 w 121"/>
                <a:gd name="T11" fmla="*/ 61 h 121"/>
                <a:gd name="T12" fmla="*/ 104 w 121"/>
                <a:gd name="T13" fmla="*/ 61 h 121"/>
                <a:gd name="T14" fmla="*/ 121 w 121"/>
                <a:gd name="T15" fmla="*/ 61 h 121"/>
                <a:gd name="T16" fmla="*/ 60 w 121"/>
                <a:gd name="T17" fmla="*/ 0 h 121"/>
                <a:gd name="T18" fmla="*/ 0 w 121"/>
                <a:gd name="T19" fmla="*/ 61 h 121"/>
                <a:gd name="T20" fmla="*/ 60 w 121"/>
                <a:gd name="T21" fmla="*/ 121 h 121"/>
                <a:gd name="T22" fmla="*/ 121 w 121"/>
                <a:gd name="T23" fmla="*/ 61 h 121"/>
                <a:gd name="T24" fmla="*/ 104 w 121"/>
                <a:gd name="T25" fmla="*/ 6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1"/>
                  </a:moveTo>
                  <a:lnTo>
                    <a:pt x="87" y="61"/>
                  </a:lnTo>
                  <a:cubicBezTo>
                    <a:pt x="87" y="76"/>
                    <a:pt x="75" y="88"/>
                    <a:pt x="60" y="88"/>
                  </a:cubicBezTo>
                  <a:cubicBezTo>
                    <a:pt x="45" y="88"/>
                    <a:pt x="33" y="76"/>
                    <a:pt x="33" y="61"/>
                  </a:cubicBezTo>
                  <a:cubicBezTo>
                    <a:pt x="33" y="46"/>
                    <a:pt x="45" y="33"/>
                    <a:pt x="60" y="33"/>
                  </a:cubicBezTo>
                  <a:cubicBezTo>
                    <a:pt x="75" y="33"/>
                    <a:pt x="87" y="46"/>
                    <a:pt x="87" y="61"/>
                  </a:cubicBezTo>
                  <a:lnTo>
                    <a:pt x="104" y="61"/>
                  </a:lnTo>
                  <a:lnTo>
                    <a:pt x="121" y="61"/>
                  </a:lnTo>
                  <a:cubicBezTo>
                    <a:pt x="121" y="27"/>
                    <a:pt x="94" y="0"/>
                    <a:pt x="60" y="0"/>
                  </a:cubicBezTo>
                  <a:cubicBezTo>
                    <a:pt x="27" y="0"/>
                    <a:pt x="0" y="27"/>
                    <a:pt x="0" y="61"/>
                  </a:cubicBezTo>
                  <a:cubicBezTo>
                    <a:pt x="0" y="94"/>
                    <a:pt x="27" y="121"/>
                    <a:pt x="60" y="121"/>
                  </a:cubicBezTo>
                  <a:cubicBezTo>
                    <a:pt x="94" y="121"/>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3" name="Freeform 1077">
              <a:extLst>
                <a:ext uri="{FF2B5EF4-FFF2-40B4-BE49-F238E27FC236}">
                  <a16:creationId xmlns:a16="http://schemas.microsoft.com/office/drawing/2014/main" id="{DFC9BF2B-EFBB-B0DC-57C7-850ABEEBEF5E}"/>
                </a:ext>
              </a:extLst>
            </p:cNvPr>
            <p:cNvSpPr>
              <a:spLocks/>
            </p:cNvSpPr>
            <p:nvPr/>
          </p:nvSpPr>
          <p:spPr bwMode="auto">
            <a:xfrm>
              <a:off x="8693316" y="4825800"/>
              <a:ext cx="1232147" cy="1232147"/>
            </a:xfrm>
            <a:custGeom>
              <a:avLst/>
              <a:gdLst>
                <a:gd name="T0" fmla="*/ 385 w 402"/>
                <a:gd name="T1" fmla="*/ 201 h 402"/>
                <a:gd name="T2" fmla="*/ 369 w 402"/>
                <a:gd name="T3" fmla="*/ 201 h 402"/>
                <a:gd name="T4" fmla="*/ 320 w 402"/>
                <a:gd name="T5" fmla="*/ 320 h 402"/>
                <a:gd name="T6" fmla="*/ 201 w 402"/>
                <a:gd name="T7" fmla="*/ 369 h 402"/>
                <a:gd name="T8" fmla="*/ 83 w 402"/>
                <a:gd name="T9" fmla="*/ 320 h 402"/>
                <a:gd name="T10" fmla="*/ 34 w 402"/>
                <a:gd name="T11" fmla="*/ 201 h 402"/>
                <a:gd name="T12" fmla="*/ 83 w 402"/>
                <a:gd name="T13" fmla="*/ 83 h 402"/>
                <a:gd name="T14" fmla="*/ 201 w 402"/>
                <a:gd name="T15" fmla="*/ 34 h 402"/>
                <a:gd name="T16" fmla="*/ 320 w 402"/>
                <a:gd name="T17" fmla="*/ 83 h 402"/>
                <a:gd name="T18" fmla="*/ 369 w 402"/>
                <a:gd name="T19" fmla="*/ 201 h 402"/>
                <a:gd name="T20" fmla="*/ 385 w 402"/>
                <a:gd name="T21" fmla="*/ 201 h 402"/>
                <a:gd name="T22" fmla="*/ 402 w 402"/>
                <a:gd name="T23" fmla="*/ 201 h 402"/>
                <a:gd name="T24" fmla="*/ 201 w 402"/>
                <a:gd name="T25" fmla="*/ 0 h 402"/>
                <a:gd name="T26" fmla="*/ 0 w 402"/>
                <a:gd name="T27" fmla="*/ 201 h 402"/>
                <a:gd name="T28" fmla="*/ 201 w 402"/>
                <a:gd name="T29" fmla="*/ 402 h 402"/>
                <a:gd name="T30" fmla="*/ 402 w 402"/>
                <a:gd name="T31" fmla="*/ 201 h 402"/>
                <a:gd name="T32" fmla="*/ 385 w 402"/>
                <a:gd name="T33" fmla="*/ 201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2" h="402">
                  <a:moveTo>
                    <a:pt x="385" y="201"/>
                  </a:moveTo>
                  <a:lnTo>
                    <a:pt x="369" y="201"/>
                  </a:lnTo>
                  <a:cubicBezTo>
                    <a:pt x="369" y="248"/>
                    <a:pt x="350" y="289"/>
                    <a:pt x="320" y="320"/>
                  </a:cubicBezTo>
                  <a:cubicBezTo>
                    <a:pt x="289" y="350"/>
                    <a:pt x="247" y="369"/>
                    <a:pt x="201" y="369"/>
                  </a:cubicBezTo>
                  <a:cubicBezTo>
                    <a:pt x="155" y="369"/>
                    <a:pt x="113" y="350"/>
                    <a:pt x="83" y="320"/>
                  </a:cubicBezTo>
                  <a:cubicBezTo>
                    <a:pt x="52" y="289"/>
                    <a:pt x="34" y="248"/>
                    <a:pt x="34" y="201"/>
                  </a:cubicBezTo>
                  <a:cubicBezTo>
                    <a:pt x="34" y="155"/>
                    <a:pt x="52" y="113"/>
                    <a:pt x="83" y="83"/>
                  </a:cubicBezTo>
                  <a:cubicBezTo>
                    <a:pt x="113" y="52"/>
                    <a:pt x="155" y="34"/>
                    <a:pt x="201" y="34"/>
                  </a:cubicBezTo>
                  <a:cubicBezTo>
                    <a:pt x="247" y="34"/>
                    <a:pt x="289" y="52"/>
                    <a:pt x="320" y="83"/>
                  </a:cubicBezTo>
                  <a:cubicBezTo>
                    <a:pt x="350" y="113"/>
                    <a:pt x="369" y="155"/>
                    <a:pt x="369" y="201"/>
                  </a:cubicBezTo>
                  <a:lnTo>
                    <a:pt x="385" y="201"/>
                  </a:lnTo>
                  <a:lnTo>
                    <a:pt x="402" y="201"/>
                  </a:lnTo>
                  <a:cubicBezTo>
                    <a:pt x="402" y="90"/>
                    <a:pt x="312" y="0"/>
                    <a:pt x="201" y="0"/>
                  </a:cubicBezTo>
                  <a:cubicBezTo>
                    <a:pt x="90" y="0"/>
                    <a:pt x="0" y="90"/>
                    <a:pt x="0" y="201"/>
                  </a:cubicBezTo>
                  <a:cubicBezTo>
                    <a:pt x="0" y="312"/>
                    <a:pt x="90" y="402"/>
                    <a:pt x="201" y="402"/>
                  </a:cubicBezTo>
                  <a:cubicBezTo>
                    <a:pt x="312" y="402"/>
                    <a:pt x="402" y="312"/>
                    <a:pt x="402" y="201"/>
                  </a:cubicBezTo>
                  <a:lnTo>
                    <a:pt x="385" y="20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4" name="Freeform 1078">
              <a:extLst>
                <a:ext uri="{FF2B5EF4-FFF2-40B4-BE49-F238E27FC236}">
                  <a16:creationId xmlns:a16="http://schemas.microsoft.com/office/drawing/2014/main" id="{49E21897-DCD2-F05D-E15E-5DECADE17994}"/>
                </a:ext>
              </a:extLst>
            </p:cNvPr>
            <p:cNvSpPr>
              <a:spLocks/>
            </p:cNvSpPr>
            <p:nvPr/>
          </p:nvSpPr>
          <p:spPr bwMode="auto">
            <a:xfrm>
              <a:off x="9143531" y="5252313"/>
              <a:ext cx="355434" cy="379122"/>
            </a:xfrm>
            <a:custGeom>
              <a:avLst/>
              <a:gdLst>
                <a:gd name="T0" fmla="*/ 104 w 121"/>
                <a:gd name="T1" fmla="*/ 60 h 121"/>
                <a:gd name="T2" fmla="*/ 87 w 121"/>
                <a:gd name="T3" fmla="*/ 60 h 121"/>
                <a:gd name="T4" fmla="*/ 60 w 121"/>
                <a:gd name="T5" fmla="*/ 87 h 121"/>
                <a:gd name="T6" fmla="*/ 33 w 121"/>
                <a:gd name="T7" fmla="*/ 60 h 121"/>
                <a:gd name="T8" fmla="*/ 60 w 121"/>
                <a:gd name="T9" fmla="*/ 33 h 121"/>
                <a:gd name="T10" fmla="*/ 87 w 121"/>
                <a:gd name="T11" fmla="*/ 60 h 121"/>
                <a:gd name="T12" fmla="*/ 104 w 121"/>
                <a:gd name="T13" fmla="*/ 60 h 121"/>
                <a:gd name="T14" fmla="*/ 121 w 121"/>
                <a:gd name="T15" fmla="*/ 60 h 121"/>
                <a:gd name="T16" fmla="*/ 60 w 121"/>
                <a:gd name="T17" fmla="*/ 0 h 121"/>
                <a:gd name="T18" fmla="*/ 0 w 121"/>
                <a:gd name="T19" fmla="*/ 60 h 121"/>
                <a:gd name="T20" fmla="*/ 60 w 121"/>
                <a:gd name="T21" fmla="*/ 121 h 121"/>
                <a:gd name="T22" fmla="*/ 121 w 121"/>
                <a:gd name="T23" fmla="*/ 60 h 121"/>
                <a:gd name="T24" fmla="*/ 104 w 121"/>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0"/>
                  </a:moveTo>
                  <a:lnTo>
                    <a:pt x="87" y="60"/>
                  </a:lnTo>
                  <a:cubicBezTo>
                    <a:pt x="87" y="75"/>
                    <a:pt x="75" y="87"/>
                    <a:pt x="60" y="87"/>
                  </a:cubicBezTo>
                  <a:cubicBezTo>
                    <a:pt x="45" y="87"/>
                    <a:pt x="33" y="75"/>
                    <a:pt x="33" y="60"/>
                  </a:cubicBezTo>
                  <a:cubicBezTo>
                    <a:pt x="33" y="45"/>
                    <a:pt x="45" y="33"/>
                    <a:pt x="60" y="33"/>
                  </a:cubicBezTo>
                  <a:cubicBezTo>
                    <a:pt x="75" y="33"/>
                    <a:pt x="87" y="45"/>
                    <a:pt x="87" y="60"/>
                  </a:cubicBezTo>
                  <a:lnTo>
                    <a:pt x="104" y="60"/>
                  </a:lnTo>
                  <a:lnTo>
                    <a:pt x="121" y="60"/>
                  </a:lnTo>
                  <a:cubicBezTo>
                    <a:pt x="121" y="27"/>
                    <a:pt x="94" y="0"/>
                    <a:pt x="60" y="0"/>
                  </a:cubicBezTo>
                  <a:cubicBezTo>
                    <a:pt x="27" y="0"/>
                    <a:pt x="0" y="27"/>
                    <a:pt x="0" y="60"/>
                  </a:cubicBezTo>
                  <a:cubicBezTo>
                    <a:pt x="0" y="94"/>
                    <a:pt x="27" y="121"/>
                    <a:pt x="60" y="121"/>
                  </a:cubicBezTo>
                  <a:cubicBezTo>
                    <a:pt x="94" y="121"/>
                    <a:pt x="121" y="94"/>
                    <a:pt x="121" y="60"/>
                  </a:cubicBezTo>
                  <a:lnTo>
                    <a:pt x="104" y="6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5" name="Rectangle 1079">
              <a:extLst>
                <a:ext uri="{FF2B5EF4-FFF2-40B4-BE49-F238E27FC236}">
                  <a16:creationId xmlns:a16="http://schemas.microsoft.com/office/drawing/2014/main" id="{FA2BDE47-0955-C185-9806-433D0632BAF8}"/>
                </a:ext>
              </a:extLst>
            </p:cNvPr>
            <p:cNvSpPr>
              <a:spLocks noChangeArrowheads="1"/>
            </p:cNvSpPr>
            <p:nvPr/>
          </p:nvSpPr>
          <p:spPr bwMode="auto">
            <a:xfrm>
              <a:off x="7532261" y="3972775"/>
              <a:ext cx="94781" cy="6397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6" name="Freeform 1080">
              <a:extLst>
                <a:ext uri="{FF2B5EF4-FFF2-40B4-BE49-F238E27FC236}">
                  <a16:creationId xmlns:a16="http://schemas.microsoft.com/office/drawing/2014/main" id="{054BD90C-06AE-5EEA-DB05-4FB2BD7BF28A}"/>
                </a:ext>
              </a:extLst>
            </p:cNvPr>
            <p:cNvSpPr>
              <a:spLocks/>
            </p:cNvSpPr>
            <p:nvPr/>
          </p:nvSpPr>
          <p:spPr bwMode="auto">
            <a:xfrm>
              <a:off x="10020243" y="4446678"/>
              <a:ext cx="924118" cy="947805"/>
            </a:xfrm>
            <a:custGeom>
              <a:avLst/>
              <a:gdLst>
                <a:gd name="T0" fmla="*/ 37 w 39"/>
                <a:gd name="T1" fmla="*/ 38 h 40"/>
                <a:gd name="T2" fmla="*/ 37 w 39"/>
                <a:gd name="T3" fmla="*/ 35 h 40"/>
                <a:gd name="T4" fmla="*/ 5 w 39"/>
                <a:gd name="T5" fmla="*/ 35 h 40"/>
                <a:gd name="T6" fmla="*/ 5 w 39"/>
                <a:gd name="T7" fmla="*/ 4 h 40"/>
                <a:gd name="T8" fmla="*/ 35 w 39"/>
                <a:gd name="T9" fmla="*/ 4 h 40"/>
                <a:gd name="T10" fmla="*/ 35 w 39"/>
                <a:gd name="T11" fmla="*/ 38 h 40"/>
                <a:gd name="T12" fmla="*/ 37 w 39"/>
                <a:gd name="T13" fmla="*/ 38 h 40"/>
                <a:gd name="T14" fmla="*/ 37 w 39"/>
                <a:gd name="T15" fmla="*/ 35 h 40"/>
                <a:gd name="T16" fmla="*/ 37 w 39"/>
                <a:gd name="T17" fmla="*/ 38 h 40"/>
                <a:gd name="T18" fmla="*/ 39 w 39"/>
                <a:gd name="T19" fmla="*/ 38 h 40"/>
                <a:gd name="T20" fmla="*/ 39 w 39"/>
                <a:gd name="T21" fmla="*/ 0 h 40"/>
                <a:gd name="T22" fmla="*/ 0 w 39"/>
                <a:gd name="T23" fmla="*/ 0 h 40"/>
                <a:gd name="T24" fmla="*/ 0 w 39"/>
                <a:gd name="T25" fmla="*/ 40 h 40"/>
                <a:gd name="T26" fmla="*/ 39 w 39"/>
                <a:gd name="T27" fmla="*/ 40 h 40"/>
                <a:gd name="T28" fmla="*/ 39 w 39"/>
                <a:gd name="T29" fmla="*/ 38 h 40"/>
                <a:gd name="T30" fmla="*/ 37 w 39"/>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40">
                  <a:moveTo>
                    <a:pt x="37" y="38"/>
                  </a:moveTo>
                  <a:lnTo>
                    <a:pt x="37" y="35"/>
                  </a:lnTo>
                  <a:lnTo>
                    <a:pt x="5" y="35"/>
                  </a:lnTo>
                  <a:lnTo>
                    <a:pt x="5" y="4"/>
                  </a:lnTo>
                  <a:lnTo>
                    <a:pt x="35" y="4"/>
                  </a:lnTo>
                  <a:lnTo>
                    <a:pt x="35" y="38"/>
                  </a:lnTo>
                  <a:lnTo>
                    <a:pt x="37" y="38"/>
                  </a:lnTo>
                  <a:lnTo>
                    <a:pt x="37" y="35"/>
                  </a:lnTo>
                  <a:lnTo>
                    <a:pt x="37" y="38"/>
                  </a:lnTo>
                  <a:lnTo>
                    <a:pt x="39" y="38"/>
                  </a:lnTo>
                  <a:lnTo>
                    <a:pt x="39" y="0"/>
                  </a:lnTo>
                  <a:lnTo>
                    <a:pt x="0" y="0"/>
                  </a:lnTo>
                  <a:lnTo>
                    <a:pt x="0" y="40"/>
                  </a:lnTo>
                  <a:lnTo>
                    <a:pt x="39" y="40"/>
                  </a:lnTo>
                  <a:lnTo>
                    <a:pt x="39" y="38"/>
                  </a:lnTo>
                  <a:lnTo>
                    <a:pt x="37"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7" name="Rectangle 1081">
              <a:extLst>
                <a:ext uri="{FF2B5EF4-FFF2-40B4-BE49-F238E27FC236}">
                  <a16:creationId xmlns:a16="http://schemas.microsoft.com/office/drawing/2014/main" id="{0BA83240-7ECC-22DC-82EF-DE4029F8434B}"/>
                </a:ext>
              </a:extLst>
            </p:cNvPr>
            <p:cNvSpPr>
              <a:spLocks noChangeArrowheads="1"/>
            </p:cNvSpPr>
            <p:nvPr/>
          </p:nvSpPr>
          <p:spPr bwMode="auto">
            <a:xfrm>
              <a:off x="10446756" y="449406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 name="Freeform 1082">
              <a:extLst>
                <a:ext uri="{FF2B5EF4-FFF2-40B4-BE49-F238E27FC236}">
                  <a16:creationId xmlns:a16="http://schemas.microsoft.com/office/drawing/2014/main" id="{70F749B8-D186-6DB2-41B7-F621F1F96AD7}"/>
                </a:ext>
              </a:extLst>
            </p:cNvPr>
            <p:cNvSpPr>
              <a:spLocks/>
            </p:cNvSpPr>
            <p:nvPr/>
          </p:nvSpPr>
          <p:spPr bwMode="auto">
            <a:xfrm>
              <a:off x="10115024" y="3593653"/>
              <a:ext cx="734557" cy="947805"/>
            </a:xfrm>
            <a:custGeom>
              <a:avLst/>
              <a:gdLst>
                <a:gd name="T0" fmla="*/ 29 w 31"/>
                <a:gd name="T1" fmla="*/ 38 h 40"/>
                <a:gd name="T2" fmla="*/ 29 w 31"/>
                <a:gd name="T3" fmla="*/ 36 h 40"/>
                <a:gd name="T4" fmla="*/ 4 w 31"/>
                <a:gd name="T5" fmla="*/ 36 h 40"/>
                <a:gd name="T6" fmla="*/ 4 w 31"/>
                <a:gd name="T7" fmla="*/ 4 h 40"/>
                <a:gd name="T8" fmla="*/ 27 w 31"/>
                <a:gd name="T9" fmla="*/ 4 h 40"/>
                <a:gd name="T10" fmla="*/ 27 w 31"/>
                <a:gd name="T11" fmla="*/ 38 h 40"/>
                <a:gd name="T12" fmla="*/ 29 w 31"/>
                <a:gd name="T13" fmla="*/ 38 h 40"/>
                <a:gd name="T14" fmla="*/ 29 w 31"/>
                <a:gd name="T15" fmla="*/ 36 h 40"/>
                <a:gd name="T16" fmla="*/ 29 w 31"/>
                <a:gd name="T17" fmla="*/ 38 h 40"/>
                <a:gd name="T18" fmla="*/ 31 w 31"/>
                <a:gd name="T19" fmla="*/ 38 h 40"/>
                <a:gd name="T20" fmla="*/ 31 w 31"/>
                <a:gd name="T21" fmla="*/ 0 h 40"/>
                <a:gd name="T22" fmla="*/ 0 w 31"/>
                <a:gd name="T23" fmla="*/ 0 h 40"/>
                <a:gd name="T24" fmla="*/ 0 w 31"/>
                <a:gd name="T25" fmla="*/ 40 h 40"/>
                <a:gd name="T26" fmla="*/ 31 w 31"/>
                <a:gd name="T27" fmla="*/ 40 h 40"/>
                <a:gd name="T28" fmla="*/ 31 w 31"/>
                <a:gd name="T29" fmla="*/ 38 h 40"/>
                <a:gd name="T30" fmla="*/ 29 w 31"/>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0">
                  <a:moveTo>
                    <a:pt x="29" y="38"/>
                  </a:moveTo>
                  <a:lnTo>
                    <a:pt x="29" y="36"/>
                  </a:lnTo>
                  <a:lnTo>
                    <a:pt x="4" y="36"/>
                  </a:lnTo>
                  <a:lnTo>
                    <a:pt x="4" y="4"/>
                  </a:lnTo>
                  <a:lnTo>
                    <a:pt x="27" y="4"/>
                  </a:lnTo>
                  <a:lnTo>
                    <a:pt x="27" y="38"/>
                  </a:lnTo>
                  <a:lnTo>
                    <a:pt x="29" y="38"/>
                  </a:lnTo>
                  <a:lnTo>
                    <a:pt x="29" y="36"/>
                  </a:lnTo>
                  <a:lnTo>
                    <a:pt x="29" y="38"/>
                  </a:lnTo>
                  <a:lnTo>
                    <a:pt x="31" y="38"/>
                  </a:lnTo>
                  <a:lnTo>
                    <a:pt x="31" y="0"/>
                  </a:lnTo>
                  <a:lnTo>
                    <a:pt x="0" y="0"/>
                  </a:lnTo>
                  <a:lnTo>
                    <a:pt x="0" y="40"/>
                  </a:lnTo>
                  <a:lnTo>
                    <a:pt x="31" y="40"/>
                  </a:lnTo>
                  <a:lnTo>
                    <a:pt x="31" y="38"/>
                  </a:lnTo>
                  <a:lnTo>
                    <a:pt x="29"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9" name="Rectangle 1083">
              <a:extLst>
                <a:ext uri="{FF2B5EF4-FFF2-40B4-BE49-F238E27FC236}">
                  <a16:creationId xmlns:a16="http://schemas.microsoft.com/office/drawing/2014/main" id="{3F9873F4-D63C-6870-8D34-FD237769BB12}"/>
                </a:ext>
              </a:extLst>
            </p:cNvPr>
            <p:cNvSpPr>
              <a:spLocks noChangeArrowheads="1"/>
            </p:cNvSpPr>
            <p:nvPr/>
          </p:nvSpPr>
          <p:spPr bwMode="auto">
            <a:xfrm>
              <a:off x="10423068" y="3641044"/>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0" name="Rectangle 1084">
              <a:extLst>
                <a:ext uri="{FF2B5EF4-FFF2-40B4-BE49-F238E27FC236}">
                  <a16:creationId xmlns:a16="http://schemas.microsoft.com/office/drawing/2014/main" id="{07835020-F422-9C05-28D1-053E22169A2D}"/>
                </a:ext>
              </a:extLst>
            </p:cNvPr>
            <p:cNvSpPr>
              <a:spLocks noChangeArrowheads="1"/>
            </p:cNvSpPr>
            <p:nvPr/>
          </p:nvSpPr>
          <p:spPr bwMode="auto">
            <a:xfrm>
              <a:off x="7863993" y="3617341"/>
              <a:ext cx="1492801"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1" name="Rectangle 1085">
              <a:extLst>
                <a:ext uri="{FF2B5EF4-FFF2-40B4-BE49-F238E27FC236}">
                  <a16:creationId xmlns:a16="http://schemas.microsoft.com/office/drawing/2014/main" id="{C6047425-2117-0DDF-067B-4C1037B76103}"/>
                </a:ext>
              </a:extLst>
            </p:cNvPr>
            <p:cNvSpPr>
              <a:spLocks noChangeArrowheads="1"/>
            </p:cNvSpPr>
            <p:nvPr/>
          </p:nvSpPr>
          <p:spPr bwMode="auto">
            <a:xfrm>
              <a:off x="7437481" y="4114946"/>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2" name="Rectangle 1086">
              <a:extLst>
                <a:ext uri="{FF2B5EF4-FFF2-40B4-BE49-F238E27FC236}">
                  <a16:creationId xmlns:a16="http://schemas.microsoft.com/office/drawing/2014/main" id="{78262D83-3A7E-6D82-29F1-6C83F834DBB4}"/>
                </a:ext>
              </a:extLst>
            </p:cNvPr>
            <p:cNvSpPr>
              <a:spLocks noChangeArrowheads="1"/>
            </p:cNvSpPr>
            <p:nvPr/>
          </p:nvSpPr>
          <p:spPr bwMode="auto">
            <a:xfrm>
              <a:off x="7437481" y="4257117"/>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3" name="Freeform 1087">
              <a:extLst>
                <a:ext uri="{FF2B5EF4-FFF2-40B4-BE49-F238E27FC236}">
                  <a16:creationId xmlns:a16="http://schemas.microsoft.com/office/drawing/2014/main" id="{92A567F3-4DEB-9629-3A34-1FE58FF141B3}"/>
                </a:ext>
              </a:extLst>
            </p:cNvPr>
            <p:cNvSpPr>
              <a:spLocks/>
            </p:cNvSpPr>
            <p:nvPr/>
          </p:nvSpPr>
          <p:spPr bwMode="auto">
            <a:xfrm>
              <a:off x="8859189" y="4304507"/>
              <a:ext cx="521293" cy="308044"/>
            </a:xfrm>
            <a:custGeom>
              <a:avLst/>
              <a:gdLst>
                <a:gd name="T0" fmla="*/ 22 w 22"/>
                <a:gd name="T1" fmla="*/ 0 h 13"/>
                <a:gd name="T2" fmla="*/ 0 w 22"/>
                <a:gd name="T3" fmla="*/ 0 h 13"/>
                <a:gd name="T4" fmla="*/ 0 w 22"/>
                <a:gd name="T5" fmla="*/ 13 h 13"/>
                <a:gd name="T6" fmla="*/ 4 w 22"/>
                <a:gd name="T7" fmla="*/ 13 h 13"/>
                <a:gd name="T8" fmla="*/ 4 w 22"/>
                <a:gd name="T9" fmla="*/ 4 h 13"/>
                <a:gd name="T10" fmla="*/ 22 w 22"/>
                <a:gd name="T11" fmla="*/ 4 h 13"/>
                <a:gd name="T12" fmla="*/ 22 w 22"/>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22" h="13">
                  <a:moveTo>
                    <a:pt x="22" y="0"/>
                  </a:moveTo>
                  <a:lnTo>
                    <a:pt x="0" y="0"/>
                  </a:lnTo>
                  <a:lnTo>
                    <a:pt x="0" y="13"/>
                  </a:lnTo>
                  <a:lnTo>
                    <a:pt x="4" y="13"/>
                  </a:lnTo>
                  <a:lnTo>
                    <a:pt x="4" y="4"/>
                  </a:lnTo>
                  <a:lnTo>
                    <a:pt x="22" y="4"/>
                  </a:lnTo>
                  <a:lnTo>
                    <a:pt x="22"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4" name="Rectangle 1088">
              <a:extLst>
                <a:ext uri="{FF2B5EF4-FFF2-40B4-BE49-F238E27FC236}">
                  <a16:creationId xmlns:a16="http://schemas.microsoft.com/office/drawing/2014/main" id="{2E7FD7BD-C1D1-E761-3E2E-9D46C851D5B3}"/>
                </a:ext>
              </a:extLst>
            </p:cNvPr>
            <p:cNvSpPr>
              <a:spLocks noChangeArrowheads="1"/>
            </p:cNvSpPr>
            <p:nvPr/>
          </p:nvSpPr>
          <p:spPr bwMode="auto">
            <a:xfrm>
              <a:off x="7082046"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 name="Rectangle 1089">
              <a:extLst>
                <a:ext uri="{FF2B5EF4-FFF2-40B4-BE49-F238E27FC236}">
                  <a16:creationId xmlns:a16="http://schemas.microsoft.com/office/drawing/2014/main" id="{21BC8ECB-EB6B-6C51-3D31-D91381D8503F}"/>
                </a:ext>
              </a:extLst>
            </p:cNvPr>
            <p:cNvSpPr>
              <a:spLocks noChangeArrowheads="1"/>
            </p:cNvSpPr>
            <p:nvPr/>
          </p:nvSpPr>
          <p:spPr bwMode="auto">
            <a:xfrm>
              <a:off x="7247920"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6" name="Rectangle 1090">
              <a:extLst>
                <a:ext uri="{FF2B5EF4-FFF2-40B4-BE49-F238E27FC236}">
                  <a16:creationId xmlns:a16="http://schemas.microsoft.com/office/drawing/2014/main" id="{B1FF08E0-1AA0-F81E-8EBB-5ED20CEB727F}"/>
                </a:ext>
              </a:extLst>
            </p:cNvPr>
            <p:cNvSpPr>
              <a:spLocks noChangeArrowheads="1"/>
            </p:cNvSpPr>
            <p:nvPr/>
          </p:nvSpPr>
          <p:spPr bwMode="auto">
            <a:xfrm>
              <a:off x="7413778" y="480209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77" name="Gears4" descr="{&quot;Key&quot;:&quot;POWER_USER_SHAPE_ICON&quot;,&quot;Value&quot;:&quot;POWER_USER_SHAPE_ICON_STYLE_1&quot;}">
            <a:extLst>
              <a:ext uri="{FF2B5EF4-FFF2-40B4-BE49-F238E27FC236}">
                <a16:creationId xmlns:a16="http://schemas.microsoft.com/office/drawing/2014/main" id="{3DF2C2E7-AC2A-E32D-39E0-51D72D9F3486}"/>
              </a:ext>
            </a:extLst>
          </p:cNvPr>
          <p:cNvGrpSpPr>
            <a:grpSpLocks noChangeAspect="1"/>
          </p:cNvGrpSpPr>
          <p:nvPr>
            <p:custDataLst>
              <p:tags r:id="rId1"/>
            </p:custDataLst>
          </p:nvPr>
        </p:nvGrpSpPr>
        <p:grpSpPr>
          <a:xfrm>
            <a:off x="5715572" y="1398057"/>
            <a:ext cx="753174" cy="635000"/>
            <a:chOff x="2273300" y="700088"/>
            <a:chExt cx="422244" cy="355993"/>
          </a:xfrm>
          <a:solidFill>
            <a:srgbClr val="FFFFFF"/>
          </a:solidFill>
        </p:grpSpPr>
        <p:sp>
          <p:nvSpPr>
            <p:cNvPr id="78" name="Freeform 1021">
              <a:extLst>
                <a:ext uri="{FF2B5EF4-FFF2-40B4-BE49-F238E27FC236}">
                  <a16:creationId xmlns:a16="http://schemas.microsoft.com/office/drawing/2014/main" id="{D93F0CF1-A792-F345-6A02-78B59FBE5735}"/>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022">
              <a:extLst>
                <a:ext uri="{FF2B5EF4-FFF2-40B4-BE49-F238E27FC236}">
                  <a16:creationId xmlns:a16="http://schemas.microsoft.com/office/drawing/2014/main" id="{A69DC3DB-43D0-380A-72E7-9E7C0241302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1022">
              <a:extLst>
                <a:ext uri="{FF2B5EF4-FFF2-40B4-BE49-F238E27FC236}">
                  <a16:creationId xmlns:a16="http://schemas.microsoft.com/office/drawing/2014/main" id="{D1B1D10B-8FB5-C989-8B8E-B1B7193F08FD}"/>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1" name="Communication6" descr="{&quot;Key&quot;:&quot;POWER_USER_SHAPE_ICON&quot;,&quot;Value&quot;:&quot;POWER_USER_SHAPE_ICON_STYLE_1&quot;}">
            <a:extLst>
              <a:ext uri="{FF2B5EF4-FFF2-40B4-BE49-F238E27FC236}">
                <a16:creationId xmlns:a16="http://schemas.microsoft.com/office/drawing/2014/main" id="{9AD6F6A7-7044-0B50-3DEA-1F53F83EC199}"/>
              </a:ext>
            </a:extLst>
          </p:cNvPr>
          <p:cNvGrpSpPr>
            <a:grpSpLocks noChangeAspect="1"/>
          </p:cNvGrpSpPr>
          <p:nvPr>
            <p:custDataLst>
              <p:tags r:id="rId2"/>
            </p:custDataLst>
          </p:nvPr>
        </p:nvGrpSpPr>
        <p:grpSpPr>
          <a:xfrm>
            <a:off x="10109768" y="1379754"/>
            <a:ext cx="617635" cy="692727"/>
            <a:chOff x="3424239" y="1347788"/>
            <a:chExt cx="522288" cy="585788"/>
          </a:xfrm>
          <a:solidFill>
            <a:srgbClr val="FFFFFF"/>
          </a:solidFill>
        </p:grpSpPr>
        <p:sp>
          <p:nvSpPr>
            <p:cNvPr id="82" name="Freeform 87">
              <a:extLst>
                <a:ext uri="{FF2B5EF4-FFF2-40B4-BE49-F238E27FC236}">
                  <a16:creationId xmlns:a16="http://schemas.microsoft.com/office/drawing/2014/main" id="{82F1B77D-4AB6-C2BA-5B96-B38D5336D006}"/>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8">
              <a:extLst>
                <a:ext uri="{FF2B5EF4-FFF2-40B4-BE49-F238E27FC236}">
                  <a16:creationId xmlns:a16="http://schemas.microsoft.com/office/drawing/2014/main" id="{B3FE8B41-9569-AE25-A75A-FBA640CFB3A5}"/>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89">
              <a:extLst>
                <a:ext uri="{FF2B5EF4-FFF2-40B4-BE49-F238E27FC236}">
                  <a16:creationId xmlns:a16="http://schemas.microsoft.com/office/drawing/2014/main" id="{C13C21C0-9969-527D-0B5D-08509174E87B}"/>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90">
              <a:extLst>
                <a:ext uri="{FF2B5EF4-FFF2-40B4-BE49-F238E27FC236}">
                  <a16:creationId xmlns:a16="http://schemas.microsoft.com/office/drawing/2014/main" id="{3920ADB3-6EB7-235A-EE7F-66739FEB9D04}"/>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91">
              <a:extLst>
                <a:ext uri="{FF2B5EF4-FFF2-40B4-BE49-F238E27FC236}">
                  <a16:creationId xmlns:a16="http://schemas.microsoft.com/office/drawing/2014/main" id="{33207CD9-AA67-CA60-80D5-1F862DE9D5FC}"/>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92">
              <a:extLst>
                <a:ext uri="{FF2B5EF4-FFF2-40B4-BE49-F238E27FC236}">
                  <a16:creationId xmlns:a16="http://schemas.microsoft.com/office/drawing/2014/main" id="{C798CDC7-6BCD-C9E1-B0DE-B617F6C0A694}"/>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93">
              <a:extLst>
                <a:ext uri="{FF2B5EF4-FFF2-40B4-BE49-F238E27FC236}">
                  <a16:creationId xmlns:a16="http://schemas.microsoft.com/office/drawing/2014/main" id="{35A33903-A55D-231F-DA85-40F1003CB68C}"/>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94">
              <a:extLst>
                <a:ext uri="{FF2B5EF4-FFF2-40B4-BE49-F238E27FC236}">
                  <a16:creationId xmlns:a16="http://schemas.microsoft.com/office/drawing/2014/main" id="{82309931-DCF7-260A-0C6A-D68C5B1F880B}"/>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95">
              <a:extLst>
                <a:ext uri="{FF2B5EF4-FFF2-40B4-BE49-F238E27FC236}">
                  <a16:creationId xmlns:a16="http://schemas.microsoft.com/office/drawing/2014/main" id="{BA91E4A2-C0CD-3EDA-9A23-6BAF2E1434C4}"/>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9715137"/>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SMAC framework</a:t>
            </a:r>
          </a:p>
        </p:txBody>
      </p:sp>
      <p:sp>
        <p:nvSpPr>
          <p:cNvPr id="9" name="Oval 8"/>
          <p:cNvSpPr>
            <a:spLocks noChangeAspect="1"/>
          </p:cNvSpPr>
          <p:nvPr/>
        </p:nvSpPr>
        <p:spPr>
          <a:xfrm>
            <a:off x="4045795" y="2588918"/>
            <a:ext cx="1338773" cy="1338773"/>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 name="Oval 9"/>
          <p:cNvSpPr>
            <a:spLocks noChangeAspect="1"/>
          </p:cNvSpPr>
          <p:nvPr/>
        </p:nvSpPr>
        <p:spPr>
          <a:xfrm>
            <a:off x="1284158" y="2588918"/>
            <a:ext cx="1338773" cy="1338773"/>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Oval 10"/>
          <p:cNvSpPr>
            <a:spLocks noChangeAspect="1"/>
          </p:cNvSpPr>
          <p:nvPr/>
        </p:nvSpPr>
        <p:spPr>
          <a:xfrm>
            <a:off x="6807432" y="2588917"/>
            <a:ext cx="1338773" cy="1338773"/>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 name="Oval 11"/>
          <p:cNvSpPr>
            <a:spLocks noChangeAspect="1"/>
          </p:cNvSpPr>
          <p:nvPr/>
        </p:nvSpPr>
        <p:spPr>
          <a:xfrm>
            <a:off x="9569069" y="2588917"/>
            <a:ext cx="1338773" cy="1338773"/>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a:stCxn id="10" idx="6"/>
            <a:endCxn id="9" idx="2"/>
          </p:cNvCxnSpPr>
          <p:nvPr/>
        </p:nvCxnSpPr>
        <p:spPr>
          <a:xfrm>
            <a:off x="2622931" y="3258305"/>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384568" y="3262486"/>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8146205" y="3266667"/>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630379"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1"/>
                </a:solidFill>
                <a:effectLst/>
                <a:uLnTx/>
                <a:uFillTx/>
              </a:rPr>
              <a:t>S</a:t>
            </a:r>
          </a:p>
        </p:txBody>
      </p:sp>
      <p:sp>
        <p:nvSpPr>
          <p:cNvPr id="18" name="TextBox 17"/>
          <p:cNvSpPr txBox="1"/>
          <p:nvPr/>
        </p:nvSpPr>
        <p:spPr>
          <a:xfrm>
            <a:off x="4327094" y="1385104"/>
            <a:ext cx="776175"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2"/>
                </a:solidFill>
                <a:effectLst/>
                <a:uLnTx/>
                <a:uFillTx/>
              </a:rPr>
              <a:t>M</a:t>
            </a:r>
          </a:p>
        </p:txBody>
      </p:sp>
      <p:sp>
        <p:nvSpPr>
          <p:cNvPr id="19" name="TextBox 18"/>
          <p:cNvSpPr txBox="1"/>
          <p:nvPr/>
        </p:nvSpPr>
        <p:spPr>
          <a:xfrm>
            <a:off x="7153653"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3"/>
                </a:solidFill>
                <a:effectLst/>
                <a:uLnTx/>
                <a:uFillTx/>
              </a:rPr>
              <a:t>A</a:t>
            </a:r>
          </a:p>
        </p:txBody>
      </p:sp>
      <p:sp>
        <p:nvSpPr>
          <p:cNvPr id="20" name="TextBox 19"/>
          <p:cNvSpPr txBox="1"/>
          <p:nvPr/>
        </p:nvSpPr>
        <p:spPr>
          <a:xfrm>
            <a:off x="9896054" y="1385104"/>
            <a:ext cx="684804"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4"/>
                </a:solidFill>
                <a:effectLst/>
                <a:uLnTx/>
                <a:uFillTx/>
              </a:rPr>
              <a:t>C</a:t>
            </a:r>
          </a:p>
        </p:txBody>
      </p:sp>
      <p:sp>
        <p:nvSpPr>
          <p:cNvPr id="21" name="TextBox 20"/>
          <p:cNvSpPr txBox="1"/>
          <p:nvPr/>
        </p:nvSpPr>
        <p:spPr>
          <a:xfrm>
            <a:off x="1408363" y="2127251"/>
            <a:ext cx="1090363"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Social</a:t>
            </a:r>
          </a:p>
        </p:txBody>
      </p:sp>
      <p:sp>
        <p:nvSpPr>
          <p:cNvPr id="22" name="TextBox 21"/>
          <p:cNvSpPr txBox="1"/>
          <p:nvPr/>
        </p:nvSpPr>
        <p:spPr>
          <a:xfrm>
            <a:off x="4136337" y="2127251"/>
            <a:ext cx="1157689"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Mobile</a:t>
            </a:r>
          </a:p>
        </p:txBody>
      </p:sp>
      <p:sp>
        <p:nvSpPr>
          <p:cNvPr id="23" name="TextBox 22"/>
          <p:cNvSpPr txBox="1"/>
          <p:nvPr/>
        </p:nvSpPr>
        <p:spPr>
          <a:xfrm>
            <a:off x="6700004" y="2127251"/>
            <a:ext cx="1553631"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Analytics</a:t>
            </a:r>
          </a:p>
        </p:txBody>
      </p:sp>
      <p:sp>
        <p:nvSpPr>
          <p:cNvPr id="24" name="TextBox 23"/>
          <p:cNvSpPr txBox="1"/>
          <p:nvPr/>
        </p:nvSpPr>
        <p:spPr>
          <a:xfrm>
            <a:off x="9710907" y="2127251"/>
            <a:ext cx="1055097"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Cloud</a:t>
            </a:r>
          </a:p>
        </p:txBody>
      </p:sp>
      <p:sp>
        <p:nvSpPr>
          <p:cNvPr id="25" name="TextBox 24"/>
          <p:cNvSpPr txBox="1"/>
          <p:nvPr/>
        </p:nvSpPr>
        <p:spPr>
          <a:xfrm>
            <a:off x="766701"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6" name="TextBox 25"/>
          <p:cNvSpPr txBox="1"/>
          <p:nvPr/>
        </p:nvSpPr>
        <p:spPr>
          <a:xfrm>
            <a:off x="3509066"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7" name="TextBox 26"/>
          <p:cNvSpPr txBox="1"/>
          <p:nvPr/>
        </p:nvSpPr>
        <p:spPr>
          <a:xfrm>
            <a:off x="6251431"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8" name="TextBox 27"/>
          <p:cNvSpPr txBox="1"/>
          <p:nvPr/>
        </p:nvSpPr>
        <p:spPr>
          <a:xfrm>
            <a:off x="8993797"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grpSp>
        <p:nvGrpSpPr>
          <p:cNvPr id="30" name="Tablet6" descr="{&quot;Key&quot;:&quot;POWER_USER_SHAPE_ICON&quot;,&quot;Value&quot;:&quot;POWER_USER_SHAPE_ICON_STYLE_1&quot;}">
            <a:extLst>
              <a:ext uri="{FF2B5EF4-FFF2-40B4-BE49-F238E27FC236}">
                <a16:creationId xmlns:a16="http://schemas.microsoft.com/office/drawing/2014/main" id="{E5C58A83-9B32-4F34-9F63-77771BE32F2E}"/>
              </a:ext>
            </a:extLst>
          </p:cNvPr>
          <p:cNvGrpSpPr>
            <a:grpSpLocks noChangeAspect="1"/>
          </p:cNvGrpSpPr>
          <p:nvPr/>
        </p:nvGrpSpPr>
        <p:grpSpPr>
          <a:xfrm>
            <a:off x="4363632" y="2902847"/>
            <a:ext cx="770806" cy="722634"/>
            <a:chOff x="8080375" y="344488"/>
            <a:chExt cx="279400" cy="261938"/>
          </a:xfrm>
          <a:solidFill>
            <a:schemeClr val="accent2"/>
          </a:solidFill>
        </p:grpSpPr>
        <p:sp>
          <p:nvSpPr>
            <p:cNvPr id="31" name="Freeform 2023">
              <a:extLst>
                <a:ext uri="{FF2B5EF4-FFF2-40B4-BE49-F238E27FC236}">
                  <a16:creationId xmlns:a16="http://schemas.microsoft.com/office/drawing/2014/main" id="{8FD0354C-BF91-4DB5-847C-5811687F9DDB}"/>
                </a:ext>
              </a:extLst>
            </p:cNvPr>
            <p:cNvSpPr>
              <a:spLocks/>
            </p:cNvSpPr>
            <p:nvPr/>
          </p:nvSpPr>
          <p:spPr bwMode="auto">
            <a:xfrm>
              <a:off x="8080375" y="344488"/>
              <a:ext cx="258763" cy="228600"/>
            </a:xfrm>
            <a:custGeom>
              <a:avLst/>
              <a:gdLst>
                <a:gd name="T0" fmla="*/ 1608 w 7113"/>
                <a:gd name="T1" fmla="*/ 6249 h 6249"/>
                <a:gd name="T2" fmla="*/ 1378 w 7113"/>
                <a:gd name="T3" fmla="*/ 6186 h 6249"/>
                <a:gd name="T4" fmla="*/ 1157 w 7113"/>
                <a:gd name="T5" fmla="*/ 5901 h 6249"/>
                <a:gd name="T6" fmla="*/ 71 w 7113"/>
                <a:gd name="T7" fmla="*/ 2104 h 6249"/>
                <a:gd name="T8" fmla="*/ 386 w 7113"/>
                <a:gd name="T9" fmla="*/ 1518 h 6249"/>
                <a:gd name="T10" fmla="*/ 5453 w 7113"/>
                <a:gd name="T11" fmla="*/ 70 h 6249"/>
                <a:gd name="T12" fmla="*/ 6029 w 7113"/>
                <a:gd name="T13" fmla="*/ 400 h 6249"/>
                <a:gd name="T14" fmla="*/ 7097 w 7113"/>
                <a:gd name="T15" fmla="*/ 4138 h 6249"/>
                <a:gd name="T16" fmla="*/ 7028 w 7113"/>
                <a:gd name="T17" fmla="*/ 4262 h 6249"/>
                <a:gd name="T18" fmla="*/ 6905 w 7113"/>
                <a:gd name="T19" fmla="*/ 4193 h 6249"/>
                <a:gd name="T20" fmla="*/ 5836 w 7113"/>
                <a:gd name="T21" fmla="*/ 455 h 6249"/>
                <a:gd name="T22" fmla="*/ 5508 w 7113"/>
                <a:gd name="T23" fmla="*/ 262 h 6249"/>
                <a:gd name="T24" fmla="*/ 441 w 7113"/>
                <a:gd name="T25" fmla="*/ 1710 h 6249"/>
                <a:gd name="T26" fmla="*/ 264 w 7113"/>
                <a:gd name="T27" fmla="*/ 2049 h 6249"/>
                <a:gd name="T28" fmla="*/ 1349 w 7113"/>
                <a:gd name="T29" fmla="*/ 5845 h 6249"/>
                <a:gd name="T30" fmla="*/ 1478 w 7113"/>
                <a:gd name="T31" fmla="*/ 6013 h 6249"/>
                <a:gd name="T32" fmla="*/ 1678 w 7113"/>
                <a:gd name="T33" fmla="*/ 6039 h 6249"/>
                <a:gd name="T34" fmla="*/ 3651 w 7113"/>
                <a:gd name="T35" fmla="*/ 5475 h 6249"/>
                <a:gd name="T36" fmla="*/ 3775 w 7113"/>
                <a:gd name="T37" fmla="*/ 5544 h 6249"/>
                <a:gd name="T38" fmla="*/ 3705 w 7113"/>
                <a:gd name="T39" fmla="*/ 5667 h 6249"/>
                <a:gd name="T40" fmla="*/ 1733 w 7113"/>
                <a:gd name="T41" fmla="*/ 6231 h 6249"/>
                <a:gd name="T42" fmla="*/ 1608 w 7113"/>
                <a:gd name="T43" fmla="*/ 6249 h 6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13" h="6249">
                  <a:moveTo>
                    <a:pt x="1608" y="6249"/>
                  </a:moveTo>
                  <a:cubicBezTo>
                    <a:pt x="1529" y="6249"/>
                    <a:pt x="1450" y="6228"/>
                    <a:pt x="1378" y="6186"/>
                  </a:cubicBezTo>
                  <a:cubicBezTo>
                    <a:pt x="1270" y="6123"/>
                    <a:pt x="1192" y="6021"/>
                    <a:pt x="1157" y="5901"/>
                  </a:cubicBezTo>
                  <a:lnTo>
                    <a:pt x="71" y="2104"/>
                  </a:lnTo>
                  <a:cubicBezTo>
                    <a:pt x="0" y="1850"/>
                    <a:pt x="140" y="1588"/>
                    <a:pt x="386" y="1518"/>
                  </a:cubicBezTo>
                  <a:lnTo>
                    <a:pt x="5453" y="70"/>
                  </a:lnTo>
                  <a:cubicBezTo>
                    <a:pt x="5698" y="0"/>
                    <a:pt x="5957" y="148"/>
                    <a:pt x="6029" y="400"/>
                  </a:cubicBezTo>
                  <a:lnTo>
                    <a:pt x="7097" y="4138"/>
                  </a:lnTo>
                  <a:cubicBezTo>
                    <a:pt x="7113" y="4192"/>
                    <a:pt x="7082" y="4246"/>
                    <a:pt x="7028" y="4262"/>
                  </a:cubicBezTo>
                  <a:cubicBezTo>
                    <a:pt x="6975" y="4277"/>
                    <a:pt x="6919" y="4246"/>
                    <a:pt x="6905" y="4193"/>
                  </a:cubicBezTo>
                  <a:lnTo>
                    <a:pt x="5836" y="455"/>
                  </a:lnTo>
                  <a:cubicBezTo>
                    <a:pt x="5794" y="309"/>
                    <a:pt x="5647" y="222"/>
                    <a:pt x="5508" y="262"/>
                  </a:cubicBezTo>
                  <a:lnTo>
                    <a:pt x="441" y="1710"/>
                  </a:lnTo>
                  <a:cubicBezTo>
                    <a:pt x="302" y="1750"/>
                    <a:pt x="221" y="1902"/>
                    <a:pt x="264" y="2049"/>
                  </a:cubicBezTo>
                  <a:lnTo>
                    <a:pt x="1349" y="5845"/>
                  </a:lnTo>
                  <a:cubicBezTo>
                    <a:pt x="1370" y="5917"/>
                    <a:pt x="1416" y="5976"/>
                    <a:pt x="1478" y="6013"/>
                  </a:cubicBezTo>
                  <a:cubicBezTo>
                    <a:pt x="1540" y="6049"/>
                    <a:pt x="1611" y="6058"/>
                    <a:pt x="1678" y="6039"/>
                  </a:cubicBezTo>
                  <a:lnTo>
                    <a:pt x="3651" y="5475"/>
                  </a:lnTo>
                  <a:cubicBezTo>
                    <a:pt x="3704" y="5459"/>
                    <a:pt x="3759" y="5490"/>
                    <a:pt x="3775" y="5544"/>
                  </a:cubicBezTo>
                  <a:cubicBezTo>
                    <a:pt x="3790" y="5596"/>
                    <a:pt x="3759" y="5651"/>
                    <a:pt x="3705" y="5667"/>
                  </a:cubicBezTo>
                  <a:lnTo>
                    <a:pt x="1733" y="6231"/>
                  </a:lnTo>
                  <a:cubicBezTo>
                    <a:pt x="1691" y="6243"/>
                    <a:pt x="1650" y="6249"/>
                    <a:pt x="1608" y="62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024">
              <a:extLst>
                <a:ext uri="{FF2B5EF4-FFF2-40B4-BE49-F238E27FC236}">
                  <a16:creationId xmlns:a16="http://schemas.microsoft.com/office/drawing/2014/main" id="{9F0191BE-EFF7-42D8-B6A1-A7E0909C72B7}"/>
                </a:ext>
              </a:extLst>
            </p:cNvPr>
            <p:cNvSpPr>
              <a:spLocks/>
            </p:cNvSpPr>
            <p:nvPr/>
          </p:nvSpPr>
          <p:spPr bwMode="auto">
            <a:xfrm>
              <a:off x="8193088" y="525463"/>
              <a:ext cx="19050" cy="11113"/>
            </a:xfrm>
            <a:custGeom>
              <a:avLst/>
              <a:gdLst>
                <a:gd name="T0" fmla="*/ 111 w 541"/>
                <a:gd name="T1" fmla="*/ 302 h 302"/>
                <a:gd name="T2" fmla="*/ 14 w 541"/>
                <a:gd name="T3" fmla="*/ 229 h 302"/>
                <a:gd name="T4" fmla="*/ 84 w 541"/>
                <a:gd name="T5" fmla="*/ 105 h 302"/>
                <a:gd name="T6" fmla="*/ 402 w 541"/>
                <a:gd name="T7" fmla="*/ 14 h 302"/>
                <a:gd name="T8" fmla="*/ 526 w 541"/>
                <a:gd name="T9" fmla="*/ 84 h 302"/>
                <a:gd name="T10" fmla="*/ 456 w 541"/>
                <a:gd name="T11" fmla="*/ 207 h 302"/>
                <a:gd name="T12" fmla="*/ 138 w 541"/>
                <a:gd name="T13" fmla="*/ 298 h 302"/>
                <a:gd name="T14" fmla="*/ 111 w 541"/>
                <a:gd name="T15" fmla="*/ 302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302">
                  <a:moveTo>
                    <a:pt x="111" y="302"/>
                  </a:moveTo>
                  <a:cubicBezTo>
                    <a:pt x="67" y="302"/>
                    <a:pt x="27" y="273"/>
                    <a:pt x="14" y="229"/>
                  </a:cubicBezTo>
                  <a:cubicBezTo>
                    <a:pt x="0" y="177"/>
                    <a:pt x="30" y="121"/>
                    <a:pt x="84" y="105"/>
                  </a:cubicBezTo>
                  <a:lnTo>
                    <a:pt x="402" y="14"/>
                  </a:lnTo>
                  <a:cubicBezTo>
                    <a:pt x="455" y="0"/>
                    <a:pt x="510" y="30"/>
                    <a:pt x="526" y="84"/>
                  </a:cubicBezTo>
                  <a:cubicBezTo>
                    <a:pt x="541" y="136"/>
                    <a:pt x="510" y="192"/>
                    <a:pt x="456" y="207"/>
                  </a:cubicBezTo>
                  <a:lnTo>
                    <a:pt x="138" y="298"/>
                  </a:lnTo>
                  <a:cubicBezTo>
                    <a:pt x="129" y="300"/>
                    <a:pt x="120" y="302"/>
                    <a:pt x="111"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025">
              <a:extLst>
                <a:ext uri="{FF2B5EF4-FFF2-40B4-BE49-F238E27FC236}">
                  <a16:creationId xmlns:a16="http://schemas.microsoft.com/office/drawing/2014/main" id="{3FB108B3-9B0F-4A2B-81B8-039DD486042B}"/>
                </a:ext>
              </a:extLst>
            </p:cNvPr>
            <p:cNvSpPr>
              <a:spLocks/>
            </p:cNvSpPr>
            <p:nvPr/>
          </p:nvSpPr>
          <p:spPr bwMode="auto">
            <a:xfrm>
              <a:off x="8105775" y="369888"/>
              <a:ext cx="201613" cy="180975"/>
            </a:xfrm>
            <a:custGeom>
              <a:avLst/>
              <a:gdLst>
                <a:gd name="T0" fmla="*/ 1148 w 5530"/>
                <a:gd name="T1" fmla="*/ 4948 h 4948"/>
                <a:gd name="T2" fmla="*/ 977 w 5530"/>
                <a:gd name="T3" fmla="*/ 4821 h 4948"/>
                <a:gd name="T4" fmla="*/ 26 w 5530"/>
                <a:gd name="T5" fmla="*/ 1493 h 4948"/>
                <a:gd name="T6" fmla="*/ 151 w 5530"/>
                <a:gd name="T7" fmla="*/ 1274 h 4948"/>
                <a:gd name="T8" fmla="*/ 4568 w 5530"/>
                <a:gd name="T9" fmla="*/ 13 h 4948"/>
                <a:gd name="T10" fmla="*/ 4702 w 5530"/>
                <a:gd name="T11" fmla="*/ 26 h 4948"/>
                <a:gd name="T12" fmla="*/ 4788 w 5530"/>
                <a:gd name="T13" fmla="*/ 132 h 4948"/>
                <a:gd name="T14" fmla="*/ 5515 w 5530"/>
                <a:gd name="T15" fmla="*/ 2676 h 4948"/>
                <a:gd name="T16" fmla="*/ 5446 w 5530"/>
                <a:gd name="T17" fmla="*/ 2800 h 4948"/>
                <a:gd name="T18" fmla="*/ 5323 w 5530"/>
                <a:gd name="T19" fmla="*/ 2731 h 4948"/>
                <a:gd name="T20" fmla="*/ 4603 w 5530"/>
                <a:gd name="T21" fmla="*/ 211 h 4948"/>
                <a:gd name="T22" fmla="*/ 225 w 5530"/>
                <a:gd name="T23" fmla="*/ 1461 h 4948"/>
                <a:gd name="T24" fmla="*/ 1163 w 5530"/>
                <a:gd name="T25" fmla="*/ 4743 h 4948"/>
                <a:gd name="T26" fmla="*/ 1806 w 5530"/>
                <a:gd name="T27" fmla="*/ 4559 h 4948"/>
                <a:gd name="T28" fmla="*/ 1930 w 5530"/>
                <a:gd name="T29" fmla="*/ 4628 h 4948"/>
                <a:gd name="T30" fmla="*/ 1862 w 5530"/>
                <a:gd name="T31" fmla="*/ 4751 h 4948"/>
                <a:gd name="T32" fmla="*/ 1198 w 5530"/>
                <a:gd name="T33" fmla="*/ 4941 h 4948"/>
                <a:gd name="T34" fmla="*/ 1148 w 5530"/>
                <a:gd name="T35" fmla="*/ 4948 h 4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30" h="4948">
                  <a:moveTo>
                    <a:pt x="1148" y="4948"/>
                  </a:moveTo>
                  <a:cubicBezTo>
                    <a:pt x="1070" y="4948"/>
                    <a:pt x="999" y="4898"/>
                    <a:pt x="977" y="4821"/>
                  </a:cubicBezTo>
                  <a:lnTo>
                    <a:pt x="26" y="1493"/>
                  </a:lnTo>
                  <a:cubicBezTo>
                    <a:pt x="0" y="1400"/>
                    <a:pt x="56" y="1302"/>
                    <a:pt x="151" y="1274"/>
                  </a:cubicBezTo>
                  <a:lnTo>
                    <a:pt x="4568" y="13"/>
                  </a:lnTo>
                  <a:cubicBezTo>
                    <a:pt x="4613" y="0"/>
                    <a:pt x="4660" y="4"/>
                    <a:pt x="4702" y="26"/>
                  </a:cubicBezTo>
                  <a:cubicBezTo>
                    <a:pt x="4744" y="48"/>
                    <a:pt x="4775" y="87"/>
                    <a:pt x="4788" y="132"/>
                  </a:cubicBezTo>
                  <a:cubicBezTo>
                    <a:pt x="4788" y="132"/>
                    <a:pt x="5241" y="1713"/>
                    <a:pt x="5515" y="2676"/>
                  </a:cubicBezTo>
                  <a:cubicBezTo>
                    <a:pt x="5530" y="2729"/>
                    <a:pt x="5500" y="2784"/>
                    <a:pt x="5446" y="2800"/>
                  </a:cubicBezTo>
                  <a:cubicBezTo>
                    <a:pt x="5394" y="2815"/>
                    <a:pt x="5338" y="2783"/>
                    <a:pt x="5323" y="2731"/>
                  </a:cubicBezTo>
                  <a:cubicBezTo>
                    <a:pt x="5068" y="1838"/>
                    <a:pt x="4660" y="411"/>
                    <a:pt x="4603" y="211"/>
                  </a:cubicBezTo>
                  <a:lnTo>
                    <a:pt x="225" y="1461"/>
                  </a:lnTo>
                  <a:lnTo>
                    <a:pt x="1163" y="4743"/>
                  </a:lnTo>
                  <a:lnTo>
                    <a:pt x="1806" y="4559"/>
                  </a:lnTo>
                  <a:cubicBezTo>
                    <a:pt x="1860" y="4544"/>
                    <a:pt x="1916" y="4574"/>
                    <a:pt x="1930" y="4628"/>
                  </a:cubicBezTo>
                  <a:cubicBezTo>
                    <a:pt x="1945" y="4680"/>
                    <a:pt x="1915" y="4736"/>
                    <a:pt x="1862" y="4751"/>
                  </a:cubicBezTo>
                  <a:lnTo>
                    <a:pt x="1198" y="4941"/>
                  </a:lnTo>
                  <a:cubicBezTo>
                    <a:pt x="1181" y="4946"/>
                    <a:pt x="1164" y="4948"/>
                    <a:pt x="1148" y="49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026">
              <a:extLst>
                <a:ext uri="{FF2B5EF4-FFF2-40B4-BE49-F238E27FC236}">
                  <a16:creationId xmlns:a16="http://schemas.microsoft.com/office/drawing/2014/main" id="{B01AC740-41D9-4093-9B8A-BEB256939B5E}"/>
                </a:ext>
              </a:extLst>
            </p:cNvPr>
            <p:cNvSpPr>
              <a:spLocks/>
            </p:cNvSpPr>
            <p:nvPr/>
          </p:nvSpPr>
          <p:spPr bwMode="auto">
            <a:xfrm>
              <a:off x="8180388" y="531813"/>
              <a:ext cx="9525" cy="7938"/>
            </a:xfrm>
            <a:custGeom>
              <a:avLst/>
              <a:gdLst>
                <a:gd name="T0" fmla="*/ 106 w 233"/>
                <a:gd name="T1" fmla="*/ 220 h 220"/>
                <a:gd name="T2" fmla="*/ 10 w 233"/>
                <a:gd name="T3" fmla="*/ 147 h 220"/>
                <a:gd name="T4" fmla="*/ 31 w 233"/>
                <a:gd name="T5" fmla="*/ 54 h 220"/>
                <a:gd name="T6" fmla="*/ 45 w 233"/>
                <a:gd name="T7" fmla="*/ 39 h 220"/>
                <a:gd name="T8" fmla="*/ 158 w 233"/>
                <a:gd name="T9" fmla="*/ 25 h 220"/>
                <a:gd name="T10" fmla="*/ 210 w 233"/>
                <a:gd name="T11" fmla="*/ 156 h 220"/>
                <a:gd name="T12" fmla="*/ 140 w 233"/>
                <a:gd name="T13" fmla="*/ 214 h 220"/>
                <a:gd name="T14" fmla="*/ 134 w 233"/>
                <a:gd name="T15" fmla="*/ 216 h 220"/>
                <a:gd name="T16" fmla="*/ 106 w 233"/>
                <a:gd name="T17"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220">
                  <a:moveTo>
                    <a:pt x="106" y="220"/>
                  </a:moveTo>
                  <a:cubicBezTo>
                    <a:pt x="62" y="220"/>
                    <a:pt x="23" y="192"/>
                    <a:pt x="10" y="147"/>
                  </a:cubicBezTo>
                  <a:cubicBezTo>
                    <a:pt x="0" y="114"/>
                    <a:pt x="9" y="79"/>
                    <a:pt x="31" y="54"/>
                  </a:cubicBezTo>
                  <a:cubicBezTo>
                    <a:pt x="35" y="49"/>
                    <a:pt x="40" y="44"/>
                    <a:pt x="45" y="39"/>
                  </a:cubicBezTo>
                  <a:cubicBezTo>
                    <a:pt x="62" y="23"/>
                    <a:pt x="101" y="0"/>
                    <a:pt x="158" y="25"/>
                  </a:cubicBezTo>
                  <a:cubicBezTo>
                    <a:pt x="209" y="46"/>
                    <a:pt x="233" y="105"/>
                    <a:pt x="210" y="156"/>
                  </a:cubicBezTo>
                  <a:cubicBezTo>
                    <a:pt x="198" y="187"/>
                    <a:pt x="171" y="208"/>
                    <a:pt x="140" y="214"/>
                  </a:cubicBezTo>
                  <a:cubicBezTo>
                    <a:pt x="138" y="215"/>
                    <a:pt x="136" y="215"/>
                    <a:pt x="134" y="216"/>
                  </a:cubicBezTo>
                  <a:cubicBezTo>
                    <a:pt x="124" y="219"/>
                    <a:pt x="116" y="220"/>
                    <a:pt x="106" y="2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027">
              <a:extLst>
                <a:ext uri="{FF2B5EF4-FFF2-40B4-BE49-F238E27FC236}">
                  <a16:creationId xmlns:a16="http://schemas.microsoft.com/office/drawing/2014/main" id="{008A4798-5781-42E2-8007-8565018DB86C}"/>
                </a:ext>
              </a:extLst>
            </p:cNvPr>
            <p:cNvSpPr>
              <a:spLocks/>
            </p:cNvSpPr>
            <p:nvPr/>
          </p:nvSpPr>
          <p:spPr bwMode="auto">
            <a:xfrm>
              <a:off x="8174038" y="452438"/>
              <a:ext cx="73025" cy="96838"/>
            </a:xfrm>
            <a:custGeom>
              <a:avLst/>
              <a:gdLst>
                <a:gd name="T0" fmla="*/ 1761 w 2022"/>
                <a:gd name="T1" fmla="*/ 2635 h 2635"/>
                <a:gd name="T2" fmla="*/ 1685 w 2022"/>
                <a:gd name="T3" fmla="*/ 2601 h 2635"/>
                <a:gd name="T4" fmla="*/ 115 w 2022"/>
                <a:gd name="T5" fmla="*/ 805 h 2635"/>
                <a:gd name="T6" fmla="*/ 13 w 2022"/>
                <a:gd name="T7" fmla="*/ 478 h 2635"/>
                <a:gd name="T8" fmla="*/ 175 w 2022"/>
                <a:gd name="T9" fmla="*/ 169 h 2635"/>
                <a:gd name="T10" fmla="*/ 814 w 2022"/>
                <a:gd name="T11" fmla="*/ 194 h 2635"/>
                <a:gd name="T12" fmla="*/ 1985 w 2022"/>
                <a:gd name="T13" fmla="*/ 1534 h 2635"/>
                <a:gd name="T14" fmla="*/ 1976 w 2022"/>
                <a:gd name="T15" fmla="*/ 1676 h 2635"/>
                <a:gd name="T16" fmla="*/ 1835 w 2022"/>
                <a:gd name="T17" fmla="*/ 1666 h 2635"/>
                <a:gd name="T18" fmla="*/ 663 w 2022"/>
                <a:gd name="T19" fmla="*/ 326 h 2635"/>
                <a:gd name="T20" fmla="*/ 306 w 2022"/>
                <a:gd name="T21" fmla="*/ 320 h 2635"/>
                <a:gd name="T22" fmla="*/ 211 w 2022"/>
                <a:gd name="T23" fmla="*/ 499 h 2635"/>
                <a:gd name="T24" fmla="*/ 265 w 2022"/>
                <a:gd name="T25" fmla="*/ 674 h 2635"/>
                <a:gd name="T26" fmla="*/ 1835 w 2022"/>
                <a:gd name="T27" fmla="*/ 2469 h 2635"/>
                <a:gd name="T28" fmla="*/ 1826 w 2022"/>
                <a:gd name="T29" fmla="*/ 2610 h 2635"/>
                <a:gd name="T30" fmla="*/ 1761 w 2022"/>
                <a:gd name="T31" fmla="*/ 2635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22" h="2635">
                  <a:moveTo>
                    <a:pt x="1761" y="2635"/>
                  </a:moveTo>
                  <a:cubicBezTo>
                    <a:pt x="1732" y="2635"/>
                    <a:pt x="1704" y="2623"/>
                    <a:pt x="1685" y="2601"/>
                  </a:cubicBezTo>
                  <a:lnTo>
                    <a:pt x="115" y="805"/>
                  </a:lnTo>
                  <a:cubicBezTo>
                    <a:pt x="37" y="716"/>
                    <a:pt x="0" y="600"/>
                    <a:pt x="13" y="478"/>
                  </a:cubicBezTo>
                  <a:cubicBezTo>
                    <a:pt x="25" y="360"/>
                    <a:pt x="82" y="250"/>
                    <a:pt x="175" y="169"/>
                  </a:cubicBezTo>
                  <a:cubicBezTo>
                    <a:pt x="367" y="0"/>
                    <a:pt x="654" y="12"/>
                    <a:pt x="814" y="194"/>
                  </a:cubicBezTo>
                  <a:lnTo>
                    <a:pt x="1985" y="1534"/>
                  </a:lnTo>
                  <a:cubicBezTo>
                    <a:pt x="2022" y="1576"/>
                    <a:pt x="2017" y="1639"/>
                    <a:pt x="1976" y="1676"/>
                  </a:cubicBezTo>
                  <a:cubicBezTo>
                    <a:pt x="1934" y="1712"/>
                    <a:pt x="1872" y="1708"/>
                    <a:pt x="1835" y="1666"/>
                  </a:cubicBezTo>
                  <a:lnTo>
                    <a:pt x="663" y="326"/>
                  </a:lnTo>
                  <a:cubicBezTo>
                    <a:pt x="576" y="227"/>
                    <a:pt x="415" y="224"/>
                    <a:pt x="306" y="320"/>
                  </a:cubicBezTo>
                  <a:cubicBezTo>
                    <a:pt x="251" y="366"/>
                    <a:pt x="218" y="430"/>
                    <a:pt x="211" y="499"/>
                  </a:cubicBezTo>
                  <a:cubicBezTo>
                    <a:pt x="205" y="565"/>
                    <a:pt x="224" y="626"/>
                    <a:pt x="265" y="674"/>
                  </a:cubicBezTo>
                  <a:lnTo>
                    <a:pt x="1835" y="2469"/>
                  </a:lnTo>
                  <a:cubicBezTo>
                    <a:pt x="1872" y="2511"/>
                    <a:pt x="1867" y="2574"/>
                    <a:pt x="1826" y="2610"/>
                  </a:cubicBezTo>
                  <a:cubicBezTo>
                    <a:pt x="1807" y="2627"/>
                    <a:pt x="1783" y="2635"/>
                    <a:pt x="1761" y="26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028">
              <a:extLst>
                <a:ext uri="{FF2B5EF4-FFF2-40B4-BE49-F238E27FC236}">
                  <a16:creationId xmlns:a16="http://schemas.microsoft.com/office/drawing/2014/main" id="{C26DB7A5-DF5A-4030-B6F7-A50EA84952D4}"/>
                </a:ext>
              </a:extLst>
            </p:cNvPr>
            <p:cNvSpPr>
              <a:spLocks/>
            </p:cNvSpPr>
            <p:nvPr/>
          </p:nvSpPr>
          <p:spPr bwMode="auto">
            <a:xfrm>
              <a:off x="8256588" y="487363"/>
              <a:ext cx="12700" cy="12700"/>
            </a:xfrm>
            <a:custGeom>
              <a:avLst/>
              <a:gdLst>
                <a:gd name="T0" fmla="*/ 242 w 353"/>
                <a:gd name="T1" fmla="*/ 362 h 362"/>
                <a:gd name="T2" fmla="*/ 165 w 353"/>
                <a:gd name="T3" fmla="*/ 327 h 362"/>
                <a:gd name="T4" fmla="*/ 37 w 353"/>
                <a:gd name="T5" fmla="*/ 178 h 362"/>
                <a:gd name="T6" fmla="*/ 45 w 353"/>
                <a:gd name="T7" fmla="*/ 37 h 362"/>
                <a:gd name="T8" fmla="*/ 187 w 353"/>
                <a:gd name="T9" fmla="*/ 46 h 362"/>
                <a:gd name="T10" fmla="*/ 318 w 353"/>
                <a:gd name="T11" fmla="*/ 197 h 362"/>
                <a:gd name="T12" fmla="*/ 306 w 353"/>
                <a:gd name="T13" fmla="*/ 339 h 362"/>
                <a:gd name="T14" fmla="*/ 242 w 35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2">
                  <a:moveTo>
                    <a:pt x="242" y="362"/>
                  </a:moveTo>
                  <a:cubicBezTo>
                    <a:pt x="214" y="362"/>
                    <a:pt x="185" y="350"/>
                    <a:pt x="165" y="327"/>
                  </a:cubicBezTo>
                  <a:cubicBezTo>
                    <a:pt x="164" y="326"/>
                    <a:pt x="71" y="217"/>
                    <a:pt x="37" y="178"/>
                  </a:cubicBezTo>
                  <a:cubicBezTo>
                    <a:pt x="0" y="137"/>
                    <a:pt x="4" y="73"/>
                    <a:pt x="45" y="37"/>
                  </a:cubicBezTo>
                  <a:cubicBezTo>
                    <a:pt x="87" y="0"/>
                    <a:pt x="150" y="5"/>
                    <a:pt x="187" y="46"/>
                  </a:cubicBezTo>
                  <a:cubicBezTo>
                    <a:pt x="222" y="85"/>
                    <a:pt x="314" y="193"/>
                    <a:pt x="318" y="197"/>
                  </a:cubicBezTo>
                  <a:cubicBezTo>
                    <a:pt x="353" y="239"/>
                    <a:pt x="348" y="302"/>
                    <a:pt x="306" y="339"/>
                  </a:cubicBezTo>
                  <a:cubicBezTo>
                    <a:pt x="288" y="355"/>
                    <a:pt x="264" y="362"/>
                    <a:pt x="242" y="3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029">
              <a:extLst>
                <a:ext uri="{FF2B5EF4-FFF2-40B4-BE49-F238E27FC236}">
                  <a16:creationId xmlns:a16="http://schemas.microsoft.com/office/drawing/2014/main" id="{0982A089-37E1-4DC1-B0C2-73167EB67A7F}"/>
                </a:ext>
              </a:extLst>
            </p:cNvPr>
            <p:cNvSpPr>
              <a:spLocks/>
            </p:cNvSpPr>
            <p:nvPr/>
          </p:nvSpPr>
          <p:spPr bwMode="auto">
            <a:xfrm>
              <a:off x="8221663" y="469901"/>
              <a:ext cx="34925" cy="44450"/>
            </a:xfrm>
            <a:custGeom>
              <a:avLst/>
              <a:gdLst>
                <a:gd name="T0" fmla="*/ 565 w 938"/>
                <a:gd name="T1" fmla="*/ 1215 h 1215"/>
                <a:gd name="T2" fmla="*/ 491 w 938"/>
                <a:gd name="T3" fmla="*/ 1183 h 1215"/>
                <a:gd name="T4" fmla="*/ 490 w 938"/>
                <a:gd name="T5" fmla="*/ 1182 h 1215"/>
                <a:gd name="T6" fmla="*/ 481 w 938"/>
                <a:gd name="T7" fmla="*/ 1172 h 1215"/>
                <a:gd name="T8" fmla="*/ 161 w 938"/>
                <a:gd name="T9" fmla="*/ 806 h 1215"/>
                <a:gd name="T10" fmla="*/ 220 w 938"/>
                <a:gd name="T11" fmla="*/ 169 h 1215"/>
                <a:gd name="T12" fmla="*/ 860 w 938"/>
                <a:gd name="T13" fmla="*/ 195 h 1215"/>
                <a:gd name="T14" fmla="*/ 901 w 938"/>
                <a:gd name="T15" fmla="*/ 243 h 1215"/>
                <a:gd name="T16" fmla="*/ 893 w 938"/>
                <a:gd name="T17" fmla="*/ 384 h 1215"/>
                <a:gd name="T18" fmla="*/ 751 w 938"/>
                <a:gd name="T19" fmla="*/ 374 h 1215"/>
                <a:gd name="T20" fmla="*/ 709 w 938"/>
                <a:gd name="T21" fmla="*/ 327 h 1215"/>
                <a:gd name="T22" fmla="*/ 351 w 938"/>
                <a:gd name="T23" fmla="*/ 319 h 1215"/>
                <a:gd name="T24" fmla="*/ 312 w 938"/>
                <a:gd name="T25" fmla="*/ 674 h 1215"/>
                <a:gd name="T26" fmla="*/ 637 w 938"/>
                <a:gd name="T27" fmla="*/ 1046 h 1215"/>
                <a:gd name="T28" fmla="*/ 633 w 938"/>
                <a:gd name="T29" fmla="*/ 1187 h 1215"/>
                <a:gd name="T30" fmla="*/ 565 w 938"/>
                <a:gd name="T31" fmla="*/ 1215 h 1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38" h="1215">
                  <a:moveTo>
                    <a:pt x="565" y="1215"/>
                  </a:moveTo>
                  <a:cubicBezTo>
                    <a:pt x="538" y="1215"/>
                    <a:pt x="512" y="1205"/>
                    <a:pt x="491" y="1183"/>
                  </a:cubicBezTo>
                  <a:lnTo>
                    <a:pt x="490" y="1182"/>
                  </a:lnTo>
                  <a:cubicBezTo>
                    <a:pt x="487" y="1178"/>
                    <a:pt x="485" y="1177"/>
                    <a:pt x="481" y="1172"/>
                  </a:cubicBezTo>
                  <a:lnTo>
                    <a:pt x="161" y="806"/>
                  </a:lnTo>
                  <a:cubicBezTo>
                    <a:pt x="0" y="624"/>
                    <a:pt x="27" y="337"/>
                    <a:pt x="220" y="169"/>
                  </a:cubicBezTo>
                  <a:cubicBezTo>
                    <a:pt x="413" y="0"/>
                    <a:pt x="699" y="12"/>
                    <a:pt x="860" y="195"/>
                  </a:cubicBezTo>
                  <a:lnTo>
                    <a:pt x="901" y="243"/>
                  </a:lnTo>
                  <a:cubicBezTo>
                    <a:pt x="938" y="283"/>
                    <a:pt x="934" y="347"/>
                    <a:pt x="893" y="384"/>
                  </a:cubicBezTo>
                  <a:cubicBezTo>
                    <a:pt x="851" y="420"/>
                    <a:pt x="787" y="416"/>
                    <a:pt x="751" y="374"/>
                  </a:cubicBezTo>
                  <a:lnTo>
                    <a:pt x="709" y="327"/>
                  </a:lnTo>
                  <a:cubicBezTo>
                    <a:pt x="622" y="226"/>
                    <a:pt x="461" y="223"/>
                    <a:pt x="351" y="319"/>
                  </a:cubicBezTo>
                  <a:cubicBezTo>
                    <a:pt x="242" y="415"/>
                    <a:pt x="224" y="574"/>
                    <a:pt x="312" y="674"/>
                  </a:cubicBezTo>
                  <a:lnTo>
                    <a:pt x="637" y="1046"/>
                  </a:lnTo>
                  <a:cubicBezTo>
                    <a:pt x="674" y="1086"/>
                    <a:pt x="673" y="1149"/>
                    <a:pt x="633" y="1187"/>
                  </a:cubicBezTo>
                  <a:cubicBezTo>
                    <a:pt x="614" y="1206"/>
                    <a:pt x="589" y="1215"/>
                    <a:pt x="565" y="1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030">
              <a:extLst>
                <a:ext uri="{FF2B5EF4-FFF2-40B4-BE49-F238E27FC236}">
                  <a16:creationId xmlns:a16="http://schemas.microsoft.com/office/drawing/2014/main" id="{984E1E71-6D3F-4AF2-9438-902FDD1C8907}"/>
                </a:ext>
              </a:extLst>
            </p:cNvPr>
            <p:cNvSpPr>
              <a:spLocks/>
            </p:cNvSpPr>
            <p:nvPr/>
          </p:nvSpPr>
          <p:spPr bwMode="auto">
            <a:xfrm>
              <a:off x="8247063" y="460376"/>
              <a:ext cx="33338" cy="26988"/>
            </a:xfrm>
            <a:custGeom>
              <a:avLst/>
              <a:gdLst>
                <a:gd name="T0" fmla="*/ 192 w 905"/>
                <a:gd name="T1" fmla="*/ 727 h 727"/>
                <a:gd name="T2" fmla="*/ 108 w 905"/>
                <a:gd name="T3" fmla="*/ 682 h 727"/>
                <a:gd name="T4" fmla="*/ 195 w 905"/>
                <a:gd name="T5" fmla="*/ 152 h 727"/>
                <a:gd name="T6" fmla="*/ 767 w 905"/>
                <a:gd name="T7" fmla="*/ 172 h 727"/>
                <a:gd name="T8" fmla="*/ 869 w 905"/>
                <a:gd name="T9" fmla="*/ 287 h 727"/>
                <a:gd name="T10" fmla="*/ 859 w 905"/>
                <a:gd name="T11" fmla="*/ 428 h 727"/>
                <a:gd name="T12" fmla="*/ 718 w 905"/>
                <a:gd name="T13" fmla="*/ 420 h 727"/>
                <a:gd name="T14" fmla="*/ 616 w 905"/>
                <a:gd name="T15" fmla="*/ 303 h 727"/>
                <a:gd name="T16" fmla="*/ 326 w 905"/>
                <a:gd name="T17" fmla="*/ 302 h 727"/>
                <a:gd name="T18" fmla="*/ 275 w 905"/>
                <a:gd name="T19" fmla="*/ 572 h 727"/>
                <a:gd name="T20" fmla="*/ 246 w 905"/>
                <a:gd name="T21" fmla="*/ 711 h 727"/>
                <a:gd name="T22" fmla="*/ 192 w 905"/>
                <a:gd name="T23"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5" h="727">
                  <a:moveTo>
                    <a:pt x="192" y="727"/>
                  </a:moveTo>
                  <a:cubicBezTo>
                    <a:pt x="158" y="727"/>
                    <a:pt x="127" y="711"/>
                    <a:pt x="108" y="682"/>
                  </a:cubicBezTo>
                  <a:cubicBezTo>
                    <a:pt x="0" y="518"/>
                    <a:pt x="36" y="290"/>
                    <a:pt x="195" y="152"/>
                  </a:cubicBezTo>
                  <a:cubicBezTo>
                    <a:pt x="367" y="0"/>
                    <a:pt x="625" y="9"/>
                    <a:pt x="767" y="172"/>
                  </a:cubicBezTo>
                  <a:lnTo>
                    <a:pt x="869" y="287"/>
                  </a:lnTo>
                  <a:cubicBezTo>
                    <a:pt x="905" y="329"/>
                    <a:pt x="901" y="392"/>
                    <a:pt x="859" y="428"/>
                  </a:cubicBezTo>
                  <a:cubicBezTo>
                    <a:pt x="818" y="465"/>
                    <a:pt x="754" y="461"/>
                    <a:pt x="718" y="420"/>
                  </a:cubicBezTo>
                  <a:lnTo>
                    <a:pt x="616" y="303"/>
                  </a:lnTo>
                  <a:cubicBezTo>
                    <a:pt x="546" y="223"/>
                    <a:pt x="417" y="223"/>
                    <a:pt x="326" y="302"/>
                  </a:cubicBezTo>
                  <a:cubicBezTo>
                    <a:pt x="243" y="374"/>
                    <a:pt x="221" y="491"/>
                    <a:pt x="275" y="572"/>
                  </a:cubicBezTo>
                  <a:cubicBezTo>
                    <a:pt x="305" y="618"/>
                    <a:pt x="292" y="679"/>
                    <a:pt x="246" y="711"/>
                  </a:cubicBezTo>
                  <a:cubicBezTo>
                    <a:pt x="229" y="721"/>
                    <a:pt x="210" y="727"/>
                    <a:pt x="192" y="7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031">
              <a:extLst>
                <a:ext uri="{FF2B5EF4-FFF2-40B4-BE49-F238E27FC236}">
                  <a16:creationId xmlns:a16="http://schemas.microsoft.com/office/drawing/2014/main" id="{FF81CD91-8307-4D82-BCBC-04F336207307}"/>
                </a:ext>
              </a:extLst>
            </p:cNvPr>
            <p:cNvSpPr>
              <a:spLocks/>
            </p:cNvSpPr>
            <p:nvPr/>
          </p:nvSpPr>
          <p:spPr bwMode="auto">
            <a:xfrm>
              <a:off x="8278813" y="476251"/>
              <a:ext cx="9525" cy="11113"/>
            </a:xfrm>
            <a:custGeom>
              <a:avLst/>
              <a:gdLst>
                <a:gd name="T0" fmla="*/ 176 w 287"/>
                <a:gd name="T1" fmla="*/ 283 h 283"/>
                <a:gd name="T2" fmla="*/ 102 w 287"/>
                <a:gd name="T3" fmla="*/ 250 h 283"/>
                <a:gd name="T4" fmla="*/ 37 w 287"/>
                <a:gd name="T5" fmla="*/ 179 h 283"/>
                <a:gd name="T6" fmla="*/ 43 w 287"/>
                <a:gd name="T7" fmla="*/ 38 h 283"/>
                <a:gd name="T8" fmla="*/ 184 w 287"/>
                <a:gd name="T9" fmla="*/ 43 h 283"/>
                <a:gd name="T10" fmla="*/ 250 w 287"/>
                <a:gd name="T11" fmla="*/ 116 h 283"/>
                <a:gd name="T12" fmla="*/ 243 w 287"/>
                <a:gd name="T13" fmla="*/ 257 h 283"/>
                <a:gd name="T14" fmla="*/ 176 w 287"/>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3">
                  <a:moveTo>
                    <a:pt x="176" y="283"/>
                  </a:moveTo>
                  <a:cubicBezTo>
                    <a:pt x="149" y="283"/>
                    <a:pt x="121" y="271"/>
                    <a:pt x="102" y="250"/>
                  </a:cubicBezTo>
                  <a:cubicBezTo>
                    <a:pt x="102" y="250"/>
                    <a:pt x="77" y="223"/>
                    <a:pt x="37" y="179"/>
                  </a:cubicBezTo>
                  <a:cubicBezTo>
                    <a:pt x="0" y="139"/>
                    <a:pt x="2" y="75"/>
                    <a:pt x="43" y="38"/>
                  </a:cubicBezTo>
                  <a:cubicBezTo>
                    <a:pt x="83" y="0"/>
                    <a:pt x="146" y="2"/>
                    <a:pt x="184" y="43"/>
                  </a:cubicBezTo>
                  <a:cubicBezTo>
                    <a:pt x="226" y="88"/>
                    <a:pt x="250" y="116"/>
                    <a:pt x="250" y="116"/>
                  </a:cubicBezTo>
                  <a:cubicBezTo>
                    <a:pt x="287" y="157"/>
                    <a:pt x="284" y="221"/>
                    <a:pt x="243" y="257"/>
                  </a:cubicBezTo>
                  <a:cubicBezTo>
                    <a:pt x="225" y="274"/>
                    <a:pt x="200" y="283"/>
                    <a:pt x="176" y="2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032">
              <a:extLst>
                <a:ext uri="{FF2B5EF4-FFF2-40B4-BE49-F238E27FC236}">
                  <a16:creationId xmlns:a16="http://schemas.microsoft.com/office/drawing/2014/main" id="{B448B4EE-2F65-43B7-AE78-16FCD696C9A5}"/>
                </a:ext>
              </a:extLst>
            </p:cNvPr>
            <p:cNvSpPr>
              <a:spLocks/>
            </p:cNvSpPr>
            <p:nvPr/>
          </p:nvSpPr>
          <p:spPr bwMode="auto">
            <a:xfrm>
              <a:off x="8270875" y="454026"/>
              <a:ext cx="76200" cy="87313"/>
            </a:xfrm>
            <a:custGeom>
              <a:avLst/>
              <a:gdLst>
                <a:gd name="T0" fmla="*/ 1885 w 2085"/>
                <a:gd name="T1" fmla="*/ 2372 h 2372"/>
                <a:gd name="T2" fmla="*/ 1879 w 2085"/>
                <a:gd name="T3" fmla="*/ 2012 h 2372"/>
                <a:gd name="T4" fmla="*/ 1576 w 2085"/>
                <a:gd name="T5" fmla="*/ 1425 h 2372"/>
                <a:gd name="T6" fmla="*/ 561 w 2085"/>
                <a:gd name="T7" fmla="*/ 270 h 2372"/>
                <a:gd name="T8" fmla="*/ 430 w 2085"/>
                <a:gd name="T9" fmla="*/ 206 h 2372"/>
                <a:gd name="T10" fmla="*/ 289 w 2085"/>
                <a:gd name="T11" fmla="*/ 253 h 2372"/>
                <a:gd name="T12" fmla="*/ 215 w 2085"/>
                <a:gd name="T13" fmla="*/ 416 h 2372"/>
                <a:gd name="T14" fmla="*/ 130 w 2085"/>
                <a:gd name="T15" fmla="*/ 529 h 2372"/>
                <a:gd name="T16" fmla="*/ 17 w 2085"/>
                <a:gd name="T17" fmla="*/ 443 h 2372"/>
                <a:gd name="T18" fmla="*/ 158 w 2085"/>
                <a:gd name="T19" fmla="*/ 103 h 2372"/>
                <a:gd name="T20" fmla="*/ 442 w 2085"/>
                <a:gd name="T21" fmla="*/ 6 h 2372"/>
                <a:gd name="T22" fmla="*/ 712 w 2085"/>
                <a:gd name="T23" fmla="*/ 138 h 2372"/>
                <a:gd name="T24" fmla="*/ 1726 w 2085"/>
                <a:gd name="T25" fmla="*/ 1294 h 2372"/>
                <a:gd name="T26" fmla="*/ 2079 w 2085"/>
                <a:gd name="T27" fmla="*/ 2009 h 2372"/>
                <a:gd name="T28" fmla="*/ 2085 w 2085"/>
                <a:gd name="T29" fmla="*/ 2369 h 2372"/>
                <a:gd name="T30" fmla="*/ 1885 w 2085"/>
                <a:gd name="T31" fmla="*/ 2372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85" h="2372">
                  <a:moveTo>
                    <a:pt x="1885" y="2372"/>
                  </a:moveTo>
                  <a:lnTo>
                    <a:pt x="1879" y="2012"/>
                  </a:lnTo>
                  <a:cubicBezTo>
                    <a:pt x="1877" y="1934"/>
                    <a:pt x="1686" y="1552"/>
                    <a:pt x="1576" y="1425"/>
                  </a:cubicBezTo>
                  <a:lnTo>
                    <a:pt x="561" y="270"/>
                  </a:lnTo>
                  <a:cubicBezTo>
                    <a:pt x="528" y="232"/>
                    <a:pt x="481" y="209"/>
                    <a:pt x="430" y="206"/>
                  </a:cubicBezTo>
                  <a:cubicBezTo>
                    <a:pt x="378" y="203"/>
                    <a:pt x="328" y="220"/>
                    <a:pt x="289" y="253"/>
                  </a:cubicBezTo>
                  <a:cubicBezTo>
                    <a:pt x="249" y="288"/>
                    <a:pt x="205" y="344"/>
                    <a:pt x="215" y="416"/>
                  </a:cubicBezTo>
                  <a:cubicBezTo>
                    <a:pt x="224" y="470"/>
                    <a:pt x="185" y="521"/>
                    <a:pt x="130" y="529"/>
                  </a:cubicBezTo>
                  <a:cubicBezTo>
                    <a:pt x="76" y="536"/>
                    <a:pt x="25" y="498"/>
                    <a:pt x="17" y="443"/>
                  </a:cubicBezTo>
                  <a:cubicBezTo>
                    <a:pt x="0" y="320"/>
                    <a:pt x="51" y="196"/>
                    <a:pt x="158" y="103"/>
                  </a:cubicBezTo>
                  <a:cubicBezTo>
                    <a:pt x="235" y="34"/>
                    <a:pt x="337" y="0"/>
                    <a:pt x="442" y="6"/>
                  </a:cubicBezTo>
                  <a:cubicBezTo>
                    <a:pt x="547" y="13"/>
                    <a:pt x="643" y="59"/>
                    <a:pt x="712" y="138"/>
                  </a:cubicBezTo>
                  <a:lnTo>
                    <a:pt x="1726" y="1294"/>
                  </a:lnTo>
                  <a:cubicBezTo>
                    <a:pt x="1835" y="1418"/>
                    <a:pt x="2077" y="1851"/>
                    <a:pt x="2079" y="2009"/>
                  </a:cubicBezTo>
                  <a:lnTo>
                    <a:pt x="2085" y="2369"/>
                  </a:lnTo>
                  <a:lnTo>
                    <a:pt x="1885" y="23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033">
              <a:extLst>
                <a:ext uri="{FF2B5EF4-FFF2-40B4-BE49-F238E27FC236}">
                  <a16:creationId xmlns:a16="http://schemas.microsoft.com/office/drawing/2014/main" id="{5173B4F9-718B-4DF5-9D1E-B2838EDFAD0B}"/>
                </a:ext>
              </a:extLst>
            </p:cNvPr>
            <p:cNvSpPr>
              <a:spLocks/>
            </p:cNvSpPr>
            <p:nvPr/>
          </p:nvSpPr>
          <p:spPr bwMode="auto">
            <a:xfrm>
              <a:off x="8212138" y="520701"/>
              <a:ext cx="57150" cy="69850"/>
            </a:xfrm>
            <a:custGeom>
              <a:avLst/>
              <a:gdLst>
                <a:gd name="T0" fmla="*/ 1469 w 1578"/>
                <a:gd name="T1" fmla="*/ 1921 h 1921"/>
                <a:gd name="T2" fmla="*/ 1452 w 1578"/>
                <a:gd name="T3" fmla="*/ 1920 h 1921"/>
                <a:gd name="T4" fmla="*/ 1360 w 1578"/>
                <a:gd name="T5" fmla="*/ 1904 h 1921"/>
                <a:gd name="T6" fmla="*/ 793 w 1578"/>
                <a:gd name="T7" fmla="*/ 1732 h 1921"/>
                <a:gd name="T8" fmla="*/ 16 w 1578"/>
                <a:gd name="T9" fmla="*/ 141 h 1921"/>
                <a:gd name="T10" fmla="*/ 82 w 1578"/>
                <a:gd name="T11" fmla="*/ 16 h 1921"/>
                <a:gd name="T12" fmla="*/ 207 w 1578"/>
                <a:gd name="T13" fmla="*/ 82 h 1921"/>
                <a:gd name="T14" fmla="*/ 897 w 1578"/>
                <a:gd name="T15" fmla="*/ 1561 h 1921"/>
                <a:gd name="T16" fmla="*/ 1393 w 1578"/>
                <a:gd name="T17" fmla="*/ 1707 h 1921"/>
                <a:gd name="T18" fmla="*/ 1487 w 1578"/>
                <a:gd name="T19" fmla="*/ 1723 h 1921"/>
                <a:gd name="T20" fmla="*/ 1569 w 1578"/>
                <a:gd name="T21" fmla="*/ 1839 h 1921"/>
                <a:gd name="T22" fmla="*/ 1469 w 1578"/>
                <a:gd name="T23" fmla="*/ 1921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8" h="1921">
                  <a:moveTo>
                    <a:pt x="1469" y="1921"/>
                  </a:moveTo>
                  <a:cubicBezTo>
                    <a:pt x="1464" y="1921"/>
                    <a:pt x="1458" y="1921"/>
                    <a:pt x="1452" y="1920"/>
                  </a:cubicBezTo>
                  <a:cubicBezTo>
                    <a:pt x="1421" y="1914"/>
                    <a:pt x="1390" y="1910"/>
                    <a:pt x="1360" y="1904"/>
                  </a:cubicBezTo>
                  <a:cubicBezTo>
                    <a:pt x="1167" y="1871"/>
                    <a:pt x="968" y="1838"/>
                    <a:pt x="793" y="1732"/>
                  </a:cubicBezTo>
                  <a:cubicBezTo>
                    <a:pt x="478" y="1542"/>
                    <a:pt x="170" y="653"/>
                    <a:pt x="16" y="141"/>
                  </a:cubicBezTo>
                  <a:cubicBezTo>
                    <a:pt x="0" y="87"/>
                    <a:pt x="30" y="32"/>
                    <a:pt x="82" y="16"/>
                  </a:cubicBezTo>
                  <a:cubicBezTo>
                    <a:pt x="135" y="0"/>
                    <a:pt x="191" y="30"/>
                    <a:pt x="207" y="82"/>
                  </a:cubicBezTo>
                  <a:cubicBezTo>
                    <a:pt x="446" y="871"/>
                    <a:pt x="716" y="1452"/>
                    <a:pt x="897" y="1561"/>
                  </a:cubicBezTo>
                  <a:cubicBezTo>
                    <a:pt x="1039" y="1647"/>
                    <a:pt x="1219" y="1677"/>
                    <a:pt x="1393" y="1707"/>
                  </a:cubicBezTo>
                  <a:cubicBezTo>
                    <a:pt x="1424" y="1712"/>
                    <a:pt x="1456" y="1717"/>
                    <a:pt x="1487" y="1723"/>
                  </a:cubicBezTo>
                  <a:cubicBezTo>
                    <a:pt x="1542" y="1732"/>
                    <a:pt x="1578" y="1785"/>
                    <a:pt x="1569" y="1839"/>
                  </a:cubicBezTo>
                  <a:cubicBezTo>
                    <a:pt x="1559" y="1887"/>
                    <a:pt x="1517" y="1921"/>
                    <a:pt x="1469" y="19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2034">
              <a:extLst>
                <a:ext uri="{FF2B5EF4-FFF2-40B4-BE49-F238E27FC236}">
                  <a16:creationId xmlns:a16="http://schemas.microsoft.com/office/drawing/2014/main" id="{9061CC90-D613-4BAB-90AA-0832C7C6591C}"/>
                </a:ext>
              </a:extLst>
            </p:cNvPr>
            <p:cNvSpPr>
              <a:spLocks/>
            </p:cNvSpPr>
            <p:nvPr/>
          </p:nvSpPr>
          <p:spPr bwMode="auto">
            <a:xfrm>
              <a:off x="8286750" y="587376"/>
              <a:ext cx="17463" cy="19050"/>
            </a:xfrm>
            <a:custGeom>
              <a:avLst/>
              <a:gdLst>
                <a:gd name="T0" fmla="*/ 376 w 488"/>
                <a:gd name="T1" fmla="*/ 524 h 524"/>
                <a:gd name="T2" fmla="*/ 300 w 488"/>
                <a:gd name="T3" fmla="*/ 490 h 524"/>
                <a:gd name="T4" fmla="*/ 36 w 488"/>
                <a:gd name="T5" fmla="*/ 177 h 524"/>
                <a:gd name="T6" fmla="*/ 47 w 488"/>
                <a:gd name="T7" fmla="*/ 36 h 524"/>
                <a:gd name="T8" fmla="*/ 188 w 488"/>
                <a:gd name="T9" fmla="*/ 48 h 524"/>
                <a:gd name="T10" fmla="*/ 452 w 488"/>
                <a:gd name="T11" fmla="*/ 360 h 524"/>
                <a:gd name="T12" fmla="*/ 440 w 488"/>
                <a:gd name="T13" fmla="*/ 501 h 524"/>
                <a:gd name="T14" fmla="*/ 376 w 488"/>
                <a:gd name="T15" fmla="*/ 524 h 5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524">
                  <a:moveTo>
                    <a:pt x="376" y="524"/>
                  </a:moveTo>
                  <a:cubicBezTo>
                    <a:pt x="347" y="524"/>
                    <a:pt x="320" y="513"/>
                    <a:pt x="300" y="490"/>
                  </a:cubicBezTo>
                  <a:lnTo>
                    <a:pt x="36" y="177"/>
                  </a:lnTo>
                  <a:cubicBezTo>
                    <a:pt x="0" y="135"/>
                    <a:pt x="5" y="72"/>
                    <a:pt x="47" y="36"/>
                  </a:cubicBezTo>
                  <a:cubicBezTo>
                    <a:pt x="88" y="0"/>
                    <a:pt x="152" y="6"/>
                    <a:pt x="188" y="48"/>
                  </a:cubicBezTo>
                  <a:lnTo>
                    <a:pt x="452" y="360"/>
                  </a:lnTo>
                  <a:cubicBezTo>
                    <a:pt x="488" y="402"/>
                    <a:pt x="483" y="465"/>
                    <a:pt x="440" y="501"/>
                  </a:cubicBezTo>
                  <a:cubicBezTo>
                    <a:pt x="422" y="517"/>
                    <a:pt x="399" y="524"/>
                    <a:pt x="376" y="5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2035">
              <a:extLst>
                <a:ext uri="{FF2B5EF4-FFF2-40B4-BE49-F238E27FC236}">
                  <a16:creationId xmlns:a16="http://schemas.microsoft.com/office/drawing/2014/main" id="{6D61C4F3-6277-49D0-9FAB-E0AFE60073AC}"/>
                </a:ext>
              </a:extLst>
            </p:cNvPr>
            <p:cNvSpPr>
              <a:spLocks/>
            </p:cNvSpPr>
            <p:nvPr/>
          </p:nvSpPr>
          <p:spPr bwMode="auto">
            <a:xfrm>
              <a:off x="8340725" y="536576"/>
              <a:ext cx="19050" cy="22225"/>
            </a:xfrm>
            <a:custGeom>
              <a:avLst/>
              <a:gdLst>
                <a:gd name="T0" fmla="*/ 429 w 541"/>
                <a:gd name="T1" fmla="*/ 587 h 587"/>
                <a:gd name="T2" fmla="*/ 353 w 541"/>
                <a:gd name="T3" fmla="*/ 551 h 587"/>
                <a:gd name="T4" fmla="*/ 35 w 541"/>
                <a:gd name="T5" fmla="*/ 176 h 587"/>
                <a:gd name="T6" fmla="*/ 47 w 541"/>
                <a:gd name="T7" fmla="*/ 36 h 587"/>
                <a:gd name="T8" fmla="*/ 188 w 541"/>
                <a:gd name="T9" fmla="*/ 46 h 587"/>
                <a:gd name="T10" fmla="*/ 506 w 541"/>
                <a:gd name="T11" fmla="*/ 421 h 587"/>
                <a:gd name="T12" fmla="*/ 494 w 541"/>
                <a:gd name="T13" fmla="*/ 562 h 587"/>
                <a:gd name="T14" fmla="*/ 429 w 541"/>
                <a:gd name="T15" fmla="*/ 587 h 5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587">
                  <a:moveTo>
                    <a:pt x="429" y="587"/>
                  </a:moveTo>
                  <a:cubicBezTo>
                    <a:pt x="401" y="587"/>
                    <a:pt x="373" y="574"/>
                    <a:pt x="353" y="551"/>
                  </a:cubicBezTo>
                  <a:lnTo>
                    <a:pt x="35" y="176"/>
                  </a:lnTo>
                  <a:cubicBezTo>
                    <a:pt x="0" y="134"/>
                    <a:pt x="5" y="71"/>
                    <a:pt x="47" y="36"/>
                  </a:cubicBezTo>
                  <a:cubicBezTo>
                    <a:pt x="89" y="0"/>
                    <a:pt x="152" y="5"/>
                    <a:pt x="188" y="46"/>
                  </a:cubicBezTo>
                  <a:lnTo>
                    <a:pt x="506" y="421"/>
                  </a:lnTo>
                  <a:cubicBezTo>
                    <a:pt x="541" y="464"/>
                    <a:pt x="536" y="527"/>
                    <a:pt x="494" y="562"/>
                  </a:cubicBezTo>
                  <a:cubicBezTo>
                    <a:pt x="475" y="578"/>
                    <a:pt x="452" y="587"/>
                    <a:pt x="429" y="5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2036">
              <a:extLst>
                <a:ext uri="{FF2B5EF4-FFF2-40B4-BE49-F238E27FC236}">
                  <a16:creationId xmlns:a16="http://schemas.microsoft.com/office/drawing/2014/main" id="{100770EB-CC6C-4D24-9FC8-F2F776733FF7}"/>
                </a:ext>
              </a:extLst>
            </p:cNvPr>
            <p:cNvSpPr>
              <a:spLocks/>
            </p:cNvSpPr>
            <p:nvPr/>
          </p:nvSpPr>
          <p:spPr bwMode="auto">
            <a:xfrm>
              <a:off x="8261350" y="582613"/>
              <a:ext cx="30163" cy="9525"/>
            </a:xfrm>
            <a:custGeom>
              <a:avLst/>
              <a:gdLst>
                <a:gd name="T0" fmla="*/ 717 w 822"/>
                <a:gd name="T1" fmla="*/ 264 h 264"/>
                <a:gd name="T2" fmla="*/ 708 w 822"/>
                <a:gd name="T3" fmla="*/ 263 h 264"/>
                <a:gd name="T4" fmla="*/ 96 w 822"/>
                <a:gd name="T5" fmla="*/ 204 h 264"/>
                <a:gd name="T6" fmla="*/ 6 w 822"/>
                <a:gd name="T7" fmla="*/ 95 h 264"/>
                <a:gd name="T8" fmla="*/ 115 w 822"/>
                <a:gd name="T9" fmla="*/ 5 h 264"/>
                <a:gd name="T10" fmla="*/ 727 w 822"/>
                <a:gd name="T11" fmla="*/ 64 h 264"/>
                <a:gd name="T12" fmla="*/ 817 w 822"/>
                <a:gd name="T13" fmla="*/ 173 h 264"/>
                <a:gd name="T14" fmla="*/ 717 w 822"/>
                <a:gd name="T15" fmla="*/ 264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2" h="264">
                  <a:moveTo>
                    <a:pt x="717" y="264"/>
                  </a:moveTo>
                  <a:cubicBezTo>
                    <a:pt x="714" y="264"/>
                    <a:pt x="711" y="264"/>
                    <a:pt x="708" y="263"/>
                  </a:cubicBezTo>
                  <a:lnTo>
                    <a:pt x="96" y="204"/>
                  </a:lnTo>
                  <a:cubicBezTo>
                    <a:pt x="41" y="199"/>
                    <a:pt x="0" y="150"/>
                    <a:pt x="6" y="95"/>
                  </a:cubicBezTo>
                  <a:cubicBezTo>
                    <a:pt x="11" y="40"/>
                    <a:pt x="60" y="0"/>
                    <a:pt x="115" y="5"/>
                  </a:cubicBezTo>
                  <a:lnTo>
                    <a:pt x="727" y="64"/>
                  </a:lnTo>
                  <a:cubicBezTo>
                    <a:pt x="782" y="70"/>
                    <a:pt x="822" y="118"/>
                    <a:pt x="817" y="173"/>
                  </a:cubicBezTo>
                  <a:cubicBezTo>
                    <a:pt x="813" y="225"/>
                    <a:pt x="769" y="264"/>
                    <a:pt x="717" y="2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2037">
              <a:extLst>
                <a:ext uri="{FF2B5EF4-FFF2-40B4-BE49-F238E27FC236}">
                  <a16:creationId xmlns:a16="http://schemas.microsoft.com/office/drawing/2014/main" id="{C76690AF-5DD9-4424-BF39-70A1BB9C4A5C}"/>
                </a:ext>
              </a:extLst>
            </p:cNvPr>
            <p:cNvSpPr>
              <a:spLocks/>
            </p:cNvSpPr>
            <p:nvPr/>
          </p:nvSpPr>
          <p:spPr bwMode="auto">
            <a:xfrm>
              <a:off x="8132763" y="395288"/>
              <a:ext cx="133350" cy="44450"/>
            </a:xfrm>
            <a:custGeom>
              <a:avLst/>
              <a:gdLst>
                <a:gd name="T0" fmla="*/ 1 w 84"/>
                <a:gd name="T1" fmla="*/ 28 h 28"/>
                <a:gd name="T2" fmla="*/ 0 w 84"/>
                <a:gd name="T3" fmla="*/ 24 h 28"/>
                <a:gd name="T4" fmla="*/ 82 w 84"/>
                <a:gd name="T5" fmla="*/ 0 h 28"/>
                <a:gd name="T6" fmla="*/ 84 w 84"/>
                <a:gd name="T7" fmla="*/ 5 h 28"/>
                <a:gd name="T8" fmla="*/ 1 w 84"/>
                <a:gd name="T9" fmla="*/ 28 h 28"/>
              </a:gdLst>
              <a:ahLst/>
              <a:cxnLst>
                <a:cxn ang="0">
                  <a:pos x="T0" y="T1"/>
                </a:cxn>
                <a:cxn ang="0">
                  <a:pos x="T2" y="T3"/>
                </a:cxn>
                <a:cxn ang="0">
                  <a:pos x="T4" y="T5"/>
                </a:cxn>
                <a:cxn ang="0">
                  <a:pos x="T6" y="T7"/>
                </a:cxn>
                <a:cxn ang="0">
                  <a:pos x="T8" y="T9"/>
                </a:cxn>
              </a:cxnLst>
              <a:rect l="0" t="0" r="r" b="b"/>
              <a:pathLst>
                <a:path w="84" h="28">
                  <a:moveTo>
                    <a:pt x="1" y="28"/>
                  </a:moveTo>
                  <a:lnTo>
                    <a:pt x="0" y="24"/>
                  </a:lnTo>
                  <a:lnTo>
                    <a:pt x="82" y="0"/>
                  </a:lnTo>
                  <a:lnTo>
                    <a:pt x="84" y="5"/>
                  </a:lnTo>
                  <a:lnTo>
                    <a:pt x="1"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2038">
              <a:extLst>
                <a:ext uri="{FF2B5EF4-FFF2-40B4-BE49-F238E27FC236}">
                  <a16:creationId xmlns:a16="http://schemas.microsoft.com/office/drawing/2014/main" id="{92A54798-08C5-4016-9720-967C923E035B}"/>
                </a:ext>
              </a:extLst>
            </p:cNvPr>
            <p:cNvSpPr>
              <a:spLocks/>
            </p:cNvSpPr>
            <p:nvPr/>
          </p:nvSpPr>
          <p:spPr bwMode="auto">
            <a:xfrm>
              <a:off x="8137525" y="412751"/>
              <a:ext cx="133350" cy="46038"/>
            </a:xfrm>
            <a:custGeom>
              <a:avLst/>
              <a:gdLst>
                <a:gd name="T0" fmla="*/ 1 w 84"/>
                <a:gd name="T1" fmla="*/ 29 h 29"/>
                <a:gd name="T2" fmla="*/ 0 w 84"/>
                <a:gd name="T3" fmla="*/ 24 h 29"/>
                <a:gd name="T4" fmla="*/ 83 w 84"/>
                <a:gd name="T5" fmla="*/ 0 h 29"/>
                <a:gd name="T6" fmla="*/ 84 w 84"/>
                <a:gd name="T7" fmla="*/ 5 h 29"/>
                <a:gd name="T8" fmla="*/ 1 w 84"/>
                <a:gd name="T9" fmla="*/ 29 h 29"/>
              </a:gdLst>
              <a:ahLst/>
              <a:cxnLst>
                <a:cxn ang="0">
                  <a:pos x="T0" y="T1"/>
                </a:cxn>
                <a:cxn ang="0">
                  <a:pos x="T2" y="T3"/>
                </a:cxn>
                <a:cxn ang="0">
                  <a:pos x="T4" y="T5"/>
                </a:cxn>
                <a:cxn ang="0">
                  <a:pos x="T6" y="T7"/>
                </a:cxn>
                <a:cxn ang="0">
                  <a:pos x="T8" y="T9"/>
                </a:cxn>
              </a:cxnLst>
              <a:rect l="0" t="0" r="r" b="b"/>
              <a:pathLst>
                <a:path w="84" h="29">
                  <a:moveTo>
                    <a:pt x="1" y="29"/>
                  </a:moveTo>
                  <a:lnTo>
                    <a:pt x="0" y="24"/>
                  </a:lnTo>
                  <a:lnTo>
                    <a:pt x="83" y="0"/>
                  </a:lnTo>
                  <a:lnTo>
                    <a:pt x="84" y="5"/>
                  </a:lnTo>
                  <a:lnTo>
                    <a:pt x="1" y="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2039">
              <a:extLst>
                <a:ext uri="{FF2B5EF4-FFF2-40B4-BE49-F238E27FC236}">
                  <a16:creationId xmlns:a16="http://schemas.microsoft.com/office/drawing/2014/main" id="{DDAB3F99-FF87-4DD5-84D0-9218367AFD91}"/>
                </a:ext>
              </a:extLst>
            </p:cNvPr>
            <p:cNvSpPr>
              <a:spLocks/>
            </p:cNvSpPr>
            <p:nvPr/>
          </p:nvSpPr>
          <p:spPr bwMode="auto">
            <a:xfrm>
              <a:off x="8142288" y="460376"/>
              <a:ext cx="61913" cy="63500"/>
            </a:xfrm>
            <a:custGeom>
              <a:avLst/>
              <a:gdLst>
                <a:gd name="T0" fmla="*/ 9 w 39"/>
                <a:gd name="T1" fmla="*/ 40 h 40"/>
                <a:gd name="T2" fmla="*/ 0 w 39"/>
                <a:gd name="T3" fmla="*/ 7 h 40"/>
                <a:gd name="T4" fmla="*/ 23 w 39"/>
                <a:gd name="T5" fmla="*/ 0 h 40"/>
                <a:gd name="T6" fmla="*/ 24 w 39"/>
                <a:gd name="T7" fmla="*/ 4 h 40"/>
                <a:gd name="T8" fmla="*/ 6 w 39"/>
                <a:gd name="T9" fmla="*/ 10 h 40"/>
                <a:gd name="T10" fmla="*/ 13 w 39"/>
                <a:gd name="T11" fmla="*/ 34 h 40"/>
                <a:gd name="T12" fmla="*/ 38 w 39"/>
                <a:gd name="T13" fmla="*/ 27 h 40"/>
                <a:gd name="T14" fmla="*/ 39 w 39"/>
                <a:gd name="T15" fmla="*/ 31 h 40"/>
                <a:gd name="T16" fmla="*/ 9 w 39"/>
                <a:gd name="T1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40">
                  <a:moveTo>
                    <a:pt x="9" y="40"/>
                  </a:moveTo>
                  <a:lnTo>
                    <a:pt x="0" y="7"/>
                  </a:lnTo>
                  <a:lnTo>
                    <a:pt x="23" y="0"/>
                  </a:lnTo>
                  <a:lnTo>
                    <a:pt x="24" y="4"/>
                  </a:lnTo>
                  <a:lnTo>
                    <a:pt x="6" y="10"/>
                  </a:lnTo>
                  <a:lnTo>
                    <a:pt x="13" y="34"/>
                  </a:lnTo>
                  <a:lnTo>
                    <a:pt x="38" y="27"/>
                  </a:lnTo>
                  <a:lnTo>
                    <a:pt x="39" y="31"/>
                  </a:lnTo>
                  <a:lnTo>
                    <a:pt x="9" y="4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2040">
              <a:extLst>
                <a:ext uri="{FF2B5EF4-FFF2-40B4-BE49-F238E27FC236}">
                  <a16:creationId xmlns:a16="http://schemas.microsoft.com/office/drawing/2014/main" id="{20E3F512-06BE-471D-95AA-F822E7C4F30C}"/>
                </a:ext>
              </a:extLst>
            </p:cNvPr>
            <p:cNvSpPr>
              <a:spLocks noEditPoints="1"/>
            </p:cNvSpPr>
            <p:nvPr/>
          </p:nvSpPr>
          <p:spPr bwMode="auto">
            <a:xfrm>
              <a:off x="8223250" y="433388"/>
              <a:ext cx="42863" cy="19050"/>
            </a:xfrm>
            <a:custGeom>
              <a:avLst/>
              <a:gdLst>
                <a:gd name="T0" fmla="*/ 961 w 1209"/>
                <a:gd name="T1" fmla="*/ 55 h 521"/>
                <a:gd name="T2" fmla="*/ 1154 w 1209"/>
                <a:gd name="T3" fmla="*/ 0 h 521"/>
                <a:gd name="T4" fmla="*/ 1209 w 1209"/>
                <a:gd name="T5" fmla="*/ 191 h 521"/>
                <a:gd name="T6" fmla="*/ 1017 w 1209"/>
                <a:gd name="T7" fmla="*/ 246 h 521"/>
                <a:gd name="T8" fmla="*/ 961 w 1209"/>
                <a:gd name="T9" fmla="*/ 55 h 521"/>
                <a:gd name="T10" fmla="*/ 641 w 1209"/>
                <a:gd name="T11" fmla="*/ 146 h 521"/>
                <a:gd name="T12" fmla="*/ 834 w 1209"/>
                <a:gd name="T13" fmla="*/ 92 h 521"/>
                <a:gd name="T14" fmla="*/ 889 w 1209"/>
                <a:gd name="T15" fmla="*/ 283 h 521"/>
                <a:gd name="T16" fmla="*/ 696 w 1209"/>
                <a:gd name="T17" fmla="*/ 338 h 521"/>
                <a:gd name="T18" fmla="*/ 641 w 1209"/>
                <a:gd name="T19" fmla="*/ 146 h 521"/>
                <a:gd name="T20" fmla="*/ 320 w 1209"/>
                <a:gd name="T21" fmla="*/ 238 h 521"/>
                <a:gd name="T22" fmla="*/ 513 w 1209"/>
                <a:gd name="T23" fmla="*/ 183 h 521"/>
                <a:gd name="T24" fmla="*/ 568 w 1209"/>
                <a:gd name="T25" fmla="*/ 375 h 521"/>
                <a:gd name="T26" fmla="*/ 375 w 1209"/>
                <a:gd name="T27" fmla="*/ 431 h 521"/>
                <a:gd name="T28" fmla="*/ 320 w 1209"/>
                <a:gd name="T29" fmla="*/ 238 h 521"/>
                <a:gd name="T30" fmla="*/ 0 w 1209"/>
                <a:gd name="T31" fmla="*/ 330 h 521"/>
                <a:gd name="T32" fmla="*/ 192 w 1209"/>
                <a:gd name="T33" fmla="*/ 275 h 521"/>
                <a:gd name="T34" fmla="*/ 248 w 1209"/>
                <a:gd name="T35" fmla="*/ 467 h 521"/>
                <a:gd name="T36" fmla="*/ 55 w 1209"/>
                <a:gd name="T37" fmla="*/ 521 h 521"/>
                <a:gd name="T38" fmla="*/ 0 w 1209"/>
                <a:gd name="T39" fmla="*/ 330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9" h="521">
                  <a:moveTo>
                    <a:pt x="961" y="55"/>
                  </a:moveTo>
                  <a:lnTo>
                    <a:pt x="1154" y="0"/>
                  </a:lnTo>
                  <a:lnTo>
                    <a:pt x="1209" y="191"/>
                  </a:lnTo>
                  <a:lnTo>
                    <a:pt x="1017" y="246"/>
                  </a:lnTo>
                  <a:lnTo>
                    <a:pt x="961" y="55"/>
                  </a:lnTo>
                  <a:close/>
                  <a:moveTo>
                    <a:pt x="641" y="146"/>
                  </a:moveTo>
                  <a:lnTo>
                    <a:pt x="834" y="92"/>
                  </a:lnTo>
                  <a:lnTo>
                    <a:pt x="889" y="283"/>
                  </a:lnTo>
                  <a:lnTo>
                    <a:pt x="696" y="338"/>
                  </a:lnTo>
                  <a:lnTo>
                    <a:pt x="641" y="146"/>
                  </a:lnTo>
                  <a:close/>
                  <a:moveTo>
                    <a:pt x="320" y="238"/>
                  </a:moveTo>
                  <a:lnTo>
                    <a:pt x="513" y="183"/>
                  </a:lnTo>
                  <a:lnTo>
                    <a:pt x="568" y="375"/>
                  </a:lnTo>
                  <a:lnTo>
                    <a:pt x="375" y="431"/>
                  </a:lnTo>
                  <a:lnTo>
                    <a:pt x="320" y="238"/>
                  </a:lnTo>
                  <a:close/>
                  <a:moveTo>
                    <a:pt x="0" y="330"/>
                  </a:moveTo>
                  <a:lnTo>
                    <a:pt x="192" y="275"/>
                  </a:lnTo>
                  <a:lnTo>
                    <a:pt x="248" y="467"/>
                  </a:lnTo>
                  <a:lnTo>
                    <a:pt x="55" y="521"/>
                  </a:lnTo>
                  <a:lnTo>
                    <a:pt x="0" y="3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Analytics24" descr="{&quot;Key&quot;:&quot;POWER_USER_SHAPE_ICON&quot;,&quot;Value&quot;:&quot;POWER_USER_SHAPE_ICON_STYLE_1&quot;}">
            <a:extLst>
              <a:ext uri="{FF2B5EF4-FFF2-40B4-BE49-F238E27FC236}">
                <a16:creationId xmlns:a16="http://schemas.microsoft.com/office/drawing/2014/main" id="{CA940449-6B4A-4DD5-BCAB-291ABFD3EEA9}"/>
              </a:ext>
            </a:extLst>
          </p:cNvPr>
          <p:cNvGrpSpPr>
            <a:grpSpLocks noChangeAspect="1"/>
          </p:cNvGrpSpPr>
          <p:nvPr/>
        </p:nvGrpSpPr>
        <p:grpSpPr>
          <a:xfrm>
            <a:off x="7147509" y="2937396"/>
            <a:ext cx="710344" cy="722634"/>
            <a:chOff x="6602413" y="6096000"/>
            <a:chExt cx="458788" cy="466725"/>
          </a:xfrm>
          <a:solidFill>
            <a:schemeClr val="accent3"/>
          </a:solidFill>
        </p:grpSpPr>
        <p:sp>
          <p:nvSpPr>
            <p:cNvPr id="50" name="Freeform 695">
              <a:extLst>
                <a:ext uri="{FF2B5EF4-FFF2-40B4-BE49-F238E27FC236}">
                  <a16:creationId xmlns:a16="http://schemas.microsoft.com/office/drawing/2014/main" id="{49B18493-149E-4769-A89B-D13BF4FCBE8E}"/>
                </a:ext>
              </a:extLst>
            </p:cNvPr>
            <p:cNvSpPr>
              <a:spLocks noEditPoints="1"/>
            </p:cNvSpPr>
            <p:nvPr/>
          </p:nvSpPr>
          <p:spPr bwMode="auto">
            <a:xfrm>
              <a:off x="6886576" y="6388100"/>
              <a:ext cx="174625" cy="174625"/>
            </a:xfrm>
            <a:custGeom>
              <a:avLst/>
              <a:gdLst>
                <a:gd name="T0" fmla="*/ 17 w 192"/>
                <a:gd name="T1" fmla="*/ 49 h 190"/>
                <a:gd name="T2" fmla="*/ 139 w 192"/>
                <a:gd name="T3" fmla="*/ 171 h 190"/>
                <a:gd name="T4" fmla="*/ 158 w 192"/>
                <a:gd name="T5" fmla="*/ 171 h 190"/>
                <a:gd name="T6" fmla="*/ 171 w 192"/>
                <a:gd name="T7" fmla="*/ 158 h 190"/>
                <a:gd name="T8" fmla="*/ 171 w 192"/>
                <a:gd name="T9" fmla="*/ 158 h 190"/>
                <a:gd name="T10" fmla="*/ 171 w 192"/>
                <a:gd name="T11" fmla="*/ 139 h 190"/>
                <a:gd name="T12" fmla="*/ 49 w 192"/>
                <a:gd name="T13" fmla="*/ 17 h 190"/>
                <a:gd name="T14" fmla="*/ 17 w 192"/>
                <a:gd name="T15" fmla="*/ 49 h 190"/>
                <a:gd name="T16" fmla="*/ 148 w 192"/>
                <a:gd name="T17" fmla="*/ 190 h 190"/>
                <a:gd name="T18" fmla="*/ 129 w 192"/>
                <a:gd name="T19" fmla="*/ 181 h 190"/>
                <a:gd name="T20" fmla="*/ 4 w 192"/>
                <a:gd name="T21" fmla="*/ 57 h 190"/>
                <a:gd name="T22" fmla="*/ 4 w 192"/>
                <a:gd name="T23" fmla="*/ 41 h 190"/>
                <a:gd name="T24" fmla="*/ 41 w 192"/>
                <a:gd name="T25" fmla="*/ 4 h 190"/>
                <a:gd name="T26" fmla="*/ 57 w 192"/>
                <a:gd name="T27" fmla="*/ 4 h 190"/>
                <a:gd name="T28" fmla="*/ 181 w 192"/>
                <a:gd name="T29" fmla="*/ 129 h 190"/>
                <a:gd name="T30" fmla="*/ 181 w 192"/>
                <a:gd name="T31" fmla="*/ 168 h 190"/>
                <a:gd name="T32" fmla="*/ 168 w 192"/>
                <a:gd name="T33" fmla="*/ 181 h 190"/>
                <a:gd name="T34" fmla="*/ 148 w 192"/>
                <a:gd name="T3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190">
                  <a:moveTo>
                    <a:pt x="17" y="49"/>
                  </a:moveTo>
                  <a:lnTo>
                    <a:pt x="139" y="171"/>
                  </a:lnTo>
                  <a:cubicBezTo>
                    <a:pt x="144" y="176"/>
                    <a:pt x="152" y="176"/>
                    <a:pt x="158" y="171"/>
                  </a:cubicBezTo>
                  <a:lnTo>
                    <a:pt x="171" y="158"/>
                  </a:lnTo>
                  <a:lnTo>
                    <a:pt x="171" y="158"/>
                  </a:lnTo>
                  <a:cubicBezTo>
                    <a:pt x="176" y="153"/>
                    <a:pt x="176" y="144"/>
                    <a:pt x="171" y="139"/>
                  </a:cubicBezTo>
                  <a:lnTo>
                    <a:pt x="49" y="17"/>
                  </a:lnTo>
                  <a:lnTo>
                    <a:pt x="17" y="49"/>
                  </a:lnTo>
                  <a:close/>
                  <a:moveTo>
                    <a:pt x="148" y="190"/>
                  </a:moveTo>
                  <a:cubicBezTo>
                    <a:pt x="141" y="190"/>
                    <a:pt x="134" y="187"/>
                    <a:pt x="129" y="181"/>
                  </a:cubicBezTo>
                  <a:lnTo>
                    <a:pt x="4" y="57"/>
                  </a:lnTo>
                  <a:cubicBezTo>
                    <a:pt x="0" y="53"/>
                    <a:pt x="0" y="46"/>
                    <a:pt x="4" y="41"/>
                  </a:cubicBezTo>
                  <a:lnTo>
                    <a:pt x="41" y="4"/>
                  </a:lnTo>
                  <a:cubicBezTo>
                    <a:pt x="46" y="0"/>
                    <a:pt x="53" y="0"/>
                    <a:pt x="57" y="4"/>
                  </a:cubicBezTo>
                  <a:lnTo>
                    <a:pt x="181" y="129"/>
                  </a:lnTo>
                  <a:cubicBezTo>
                    <a:pt x="192" y="140"/>
                    <a:pt x="192" y="157"/>
                    <a:pt x="181" y="168"/>
                  </a:cubicBezTo>
                  <a:lnTo>
                    <a:pt x="168" y="181"/>
                  </a:lnTo>
                  <a:cubicBezTo>
                    <a:pt x="163" y="187"/>
                    <a:pt x="155" y="190"/>
                    <a:pt x="148" y="1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696">
              <a:extLst>
                <a:ext uri="{FF2B5EF4-FFF2-40B4-BE49-F238E27FC236}">
                  <a16:creationId xmlns:a16="http://schemas.microsoft.com/office/drawing/2014/main" id="{345588D1-9B1D-42D6-BAA7-E20E4B8F4A59}"/>
                </a:ext>
              </a:extLst>
            </p:cNvPr>
            <p:cNvSpPr>
              <a:spLocks/>
            </p:cNvSpPr>
            <p:nvPr/>
          </p:nvSpPr>
          <p:spPr bwMode="auto">
            <a:xfrm>
              <a:off x="6869113" y="6370638"/>
              <a:ext cx="61913" cy="61913"/>
            </a:xfrm>
            <a:custGeom>
              <a:avLst/>
              <a:gdLst>
                <a:gd name="T0" fmla="*/ 34 w 69"/>
                <a:gd name="T1" fmla="*/ 68 h 68"/>
                <a:gd name="T2" fmla="*/ 29 w 69"/>
                <a:gd name="T3" fmla="*/ 66 h 68"/>
                <a:gd name="T4" fmla="*/ 3 w 69"/>
                <a:gd name="T5" fmla="*/ 40 h 68"/>
                <a:gd name="T6" fmla="*/ 3 w 69"/>
                <a:gd name="T7" fmla="*/ 29 h 68"/>
                <a:gd name="T8" fmla="*/ 14 w 69"/>
                <a:gd name="T9" fmla="*/ 29 h 68"/>
                <a:gd name="T10" fmla="*/ 34 w 69"/>
                <a:gd name="T11" fmla="*/ 50 h 68"/>
                <a:gd name="T12" fmla="*/ 51 w 69"/>
                <a:gd name="T13" fmla="*/ 33 h 68"/>
                <a:gd name="T14" fmla="*/ 30 w 69"/>
                <a:gd name="T15" fmla="*/ 13 h 68"/>
                <a:gd name="T16" fmla="*/ 30 w 69"/>
                <a:gd name="T17" fmla="*/ 2 h 68"/>
                <a:gd name="T18" fmla="*/ 40 w 69"/>
                <a:gd name="T19" fmla="*/ 2 h 68"/>
                <a:gd name="T20" fmla="*/ 66 w 69"/>
                <a:gd name="T21" fmla="*/ 28 h 68"/>
                <a:gd name="T22" fmla="*/ 69 w 69"/>
                <a:gd name="T23" fmla="*/ 33 h 68"/>
                <a:gd name="T24" fmla="*/ 66 w 69"/>
                <a:gd name="T25" fmla="*/ 39 h 68"/>
                <a:gd name="T26" fmla="*/ 40 w 69"/>
                <a:gd name="T27" fmla="*/ 66 h 68"/>
                <a:gd name="T28" fmla="*/ 34 w 69"/>
                <a:gd name="T2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68">
                  <a:moveTo>
                    <a:pt x="34" y="68"/>
                  </a:moveTo>
                  <a:cubicBezTo>
                    <a:pt x="32" y="68"/>
                    <a:pt x="31" y="67"/>
                    <a:pt x="29" y="66"/>
                  </a:cubicBezTo>
                  <a:lnTo>
                    <a:pt x="3" y="40"/>
                  </a:lnTo>
                  <a:cubicBezTo>
                    <a:pt x="0" y="37"/>
                    <a:pt x="0" y="32"/>
                    <a:pt x="3" y="29"/>
                  </a:cubicBezTo>
                  <a:cubicBezTo>
                    <a:pt x="6" y="26"/>
                    <a:pt x="11" y="26"/>
                    <a:pt x="14" y="29"/>
                  </a:cubicBezTo>
                  <a:lnTo>
                    <a:pt x="34" y="50"/>
                  </a:lnTo>
                  <a:lnTo>
                    <a:pt x="51" y="33"/>
                  </a:lnTo>
                  <a:lnTo>
                    <a:pt x="30" y="13"/>
                  </a:lnTo>
                  <a:cubicBezTo>
                    <a:pt x="27" y="10"/>
                    <a:pt x="27" y="5"/>
                    <a:pt x="30" y="2"/>
                  </a:cubicBezTo>
                  <a:cubicBezTo>
                    <a:pt x="33" y="0"/>
                    <a:pt x="38" y="0"/>
                    <a:pt x="40" y="2"/>
                  </a:cubicBezTo>
                  <a:lnTo>
                    <a:pt x="66" y="28"/>
                  </a:lnTo>
                  <a:cubicBezTo>
                    <a:pt x="68" y="30"/>
                    <a:pt x="69" y="32"/>
                    <a:pt x="69" y="33"/>
                  </a:cubicBezTo>
                  <a:cubicBezTo>
                    <a:pt x="69" y="35"/>
                    <a:pt x="68" y="37"/>
                    <a:pt x="66" y="39"/>
                  </a:cubicBezTo>
                  <a:lnTo>
                    <a:pt x="40" y="66"/>
                  </a:lnTo>
                  <a:cubicBezTo>
                    <a:pt x="38" y="67"/>
                    <a:pt x="36"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97">
              <a:extLst>
                <a:ext uri="{FF2B5EF4-FFF2-40B4-BE49-F238E27FC236}">
                  <a16:creationId xmlns:a16="http://schemas.microsoft.com/office/drawing/2014/main" id="{5A441EDB-31EC-4380-B0EC-864296991011}"/>
                </a:ext>
              </a:extLst>
            </p:cNvPr>
            <p:cNvSpPr>
              <a:spLocks noEditPoints="1"/>
            </p:cNvSpPr>
            <p:nvPr/>
          </p:nvSpPr>
          <p:spPr bwMode="auto">
            <a:xfrm>
              <a:off x="6648451" y="6164263"/>
              <a:ext cx="285750" cy="271463"/>
            </a:xfrm>
            <a:custGeom>
              <a:avLst/>
              <a:gdLst>
                <a:gd name="T0" fmla="*/ 164 w 313"/>
                <a:gd name="T1" fmla="*/ 14 h 298"/>
                <a:gd name="T2" fmla="*/ 69 w 313"/>
                <a:gd name="T3" fmla="*/ 54 h 298"/>
                <a:gd name="T4" fmla="*/ 69 w 313"/>
                <a:gd name="T5" fmla="*/ 244 h 298"/>
                <a:gd name="T6" fmla="*/ 259 w 313"/>
                <a:gd name="T7" fmla="*/ 244 h 298"/>
                <a:gd name="T8" fmla="*/ 298 w 313"/>
                <a:gd name="T9" fmla="*/ 149 h 298"/>
                <a:gd name="T10" fmla="*/ 259 w 313"/>
                <a:gd name="T11" fmla="*/ 54 h 298"/>
                <a:gd name="T12" fmla="*/ 259 w 313"/>
                <a:gd name="T13" fmla="*/ 54 h 298"/>
                <a:gd name="T14" fmla="*/ 164 w 313"/>
                <a:gd name="T15" fmla="*/ 14 h 298"/>
                <a:gd name="T16" fmla="*/ 164 w 313"/>
                <a:gd name="T17" fmla="*/ 298 h 298"/>
                <a:gd name="T18" fmla="*/ 58 w 313"/>
                <a:gd name="T19" fmla="*/ 254 h 298"/>
                <a:gd name="T20" fmla="*/ 58 w 313"/>
                <a:gd name="T21" fmla="*/ 43 h 298"/>
                <a:gd name="T22" fmla="*/ 164 w 313"/>
                <a:gd name="T23" fmla="*/ 0 h 298"/>
                <a:gd name="T24" fmla="*/ 269 w 313"/>
                <a:gd name="T25" fmla="*/ 43 h 298"/>
                <a:gd name="T26" fmla="*/ 269 w 313"/>
                <a:gd name="T27" fmla="*/ 43 h 298"/>
                <a:gd name="T28" fmla="*/ 269 w 313"/>
                <a:gd name="T29" fmla="*/ 43 h 298"/>
                <a:gd name="T30" fmla="*/ 313 w 313"/>
                <a:gd name="T31" fmla="*/ 149 h 298"/>
                <a:gd name="T32" fmla="*/ 269 w 313"/>
                <a:gd name="T33" fmla="*/ 254 h 298"/>
                <a:gd name="T34" fmla="*/ 164 w 313"/>
                <a:gd name="T35"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3" h="298">
                  <a:moveTo>
                    <a:pt x="164" y="14"/>
                  </a:moveTo>
                  <a:cubicBezTo>
                    <a:pt x="128" y="14"/>
                    <a:pt x="94" y="28"/>
                    <a:pt x="69" y="54"/>
                  </a:cubicBezTo>
                  <a:cubicBezTo>
                    <a:pt x="16" y="106"/>
                    <a:pt x="16" y="191"/>
                    <a:pt x="69" y="244"/>
                  </a:cubicBezTo>
                  <a:cubicBezTo>
                    <a:pt x="121" y="296"/>
                    <a:pt x="206" y="296"/>
                    <a:pt x="259" y="244"/>
                  </a:cubicBezTo>
                  <a:cubicBezTo>
                    <a:pt x="284" y="218"/>
                    <a:pt x="298" y="185"/>
                    <a:pt x="298" y="149"/>
                  </a:cubicBezTo>
                  <a:cubicBezTo>
                    <a:pt x="298" y="113"/>
                    <a:pt x="284" y="79"/>
                    <a:pt x="259" y="54"/>
                  </a:cubicBezTo>
                  <a:lnTo>
                    <a:pt x="259" y="54"/>
                  </a:lnTo>
                  <a:cubicBezTo>
                    <a:pt x="233" y="28"/>
                    <a:pt x="200" y="14"/>
                    <a:pt x="164" y="14"/>
                  </a:cubicBezTo>
                  <a:close/>
                  <a:moveTo>
                    <a:pt x="164" y="298"/>
                  </a:moveTo>
                  <a:cubicBezTo>
                    <a:pt x="126" y="298"/>
                    <a:pt x="87" y="283"/>
                    <a:pt x="58" y="254"/>
                  </a:cubicBezTo>
                  <a:cubicBezTo>
                    <a:pt x="0" y="196"/>
                    <a:pt x="0" y="102"/>
                    <a:pt x="58" y="43"/>
                  </a:cubicBezTo>
                  <a:cubicBezTo>
                    <a:pt x="87" y="15"/>
                    <a:pt x="124" y="0"/>
                    <a:pt x="164" y="0"/>
                  </a:cubicBezTo>
                  <a:cubicBezTo>
                    <a:pt x="203" y="0"/>
                    <a:pt x="241" y="15"/>
                    <a:pt x="269" y="43"/>
                  </a:cubicBezTo>
                  <a:lnTo>
                    <a:pt x="269" y="43"/>
                  </a:lnTo>
                  <a:lnTo>
                    <a:pt x="269" y="43"/>
                  </a:lnTo>
                  <a:cubicBezTo>
                    <a:pt x="297" y="72"/>
                    <a:pt x="313" y="109"/>
                    <a:pt x="313" y="149"/>
                  </a:cubicBezTo>
                  <a:cubicBezTo>
                    <a:pt x="313" y="189"/>
                    <a:pt x="297" y="226"/>
                    <a:pt x="269" y="254"/>
                  </a:cubicBezTo>
                  <a:cubicBezTo>
                    <a:pt x="240" y="283"/>
                    <a:pt x="202" y="298"/>
                    <a:pt x="164" y="2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98">
              <a:extLst>
                <a:ext uri="{FF2B5EF4-FFF2-40B4-BE49-F238E27FC236}">
                  <a16:creationId xmlns:a16="http://schemas.microsoft.com/office/drawing/2014/main" id="{66F6635F-15C9-4755-ADD4-B2B8430599F4}"/>
                </a:ext>
              </a:extLst>
            </p:cNvPr>
            <p:cNvSpPr>
              <a:spLocks noEditPoints="1"/>
            </p:cNvSpPr>
            <p:nvPr/>
          </p:nvSpPr>
          <p:spPr bwMode="auto">
            <a:xfrm>
              <a:off x="6602413" y="6346825"/>
              <a:ext cx="61913" cy="61913"/>
            </a:xfrm>
            <a:custGeom>
              <a:avLst/>
              <a:gdLst>
                <a:gd name="T0" fmla="*/ 34 w 68"/>
                <a:gd name="T1" fmla="*/ 14 h 68"/>
                <a:gd name="T2" fmla="*/ 14 w 68"/>
                <a:gd name="T3" fmla="*/ 34 h 68"/>
                <a:gd name="T4" fmla="*/ 34 w 68"/>
                <a:gd name="T5" fmla="*/ 54 h 68"/>
                <a:gd name="T6" fmla="*/ 54 w 68"/>
                <a:gd name="T7" fmla="*/ 34 h 68"/>
                <a:gd name="T8" fmla="*/ 34 w 68"/>
                <a:gd name="T9" fmla="*/ 14 h 68"/>
                <a:gd name="T10" fmla="*/ 34 w 68"/>
                <a:gd name="T11" fmla="*/ 68 h 68"/>
                <a:gd name="T12" fmla="*/ 0 w 68"/>
                <a:gd name="T13" fmla="*/ 34 h 68"/>
                <a:gd name="T14" fmla="*/ 34 w 68"/>
                <a:gd name="T15" fmla="*/ 0 h 68"/>
                <a:gd name="T16" fmla="*/ 68 w 68"/>
                <a:gd name="T17" fmla="*/ 34 h 68"/>
                <a:gd name="T18" fmla="*/ 34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34" y="14"/>
                  </a:moveTo>
                  <a:cubicBezTo>
                    <a:pt x="23" y="14"/>
                    <a:pt x="14" y="23"/>
                    <a:pt x="14" y="34"/>
                  </a:cubicBezTo>
                  <a:cubicBezTo>
                    <a:pt x="14" y="45"/>
                    <a:pt x="23" y="54"/>
                    <a:pt x="34" y="54"/>
                  </a:cubicBezTo>
                  <a:cubicBezTo>
                    <a:pt x="45" y="54"/>
                    <a:pt x="54" y="45"/>
                    <a:pt x="54" y="34"/>
                  </a:cubicBezTo>
                  <a:cubicBezTo>
                    <a:pt x="54" y="23"/>
                    <a:pt x="45" y="14"/>
                    <a:pt x="34" y="14"/>
                  </a:cubicBezTo>
                  <a:close/>
                  <a:moveTo>
                    <a:pt x="34" y="68"/>
                  </a:moveTo>
                  <a:cubicBezTo>
                    <a:pt x="15" y="68"/>
                    <a:pt x="0" y="53"/>
                    <a:pt x="0" y="34"/>
                  </a:cubicBezTo>
                  <a:cubicBezTo>
                    <a:pt x="0" y="15"/>
                    <a:pt x="15" y="0"/>
                    <a:pt x="34" y="0"/>
                  </a:cubicBezTo>
                  <a:cubicBezTo>
                    <a:pt x="53" y="0"/>
                    <a:pt x="68" y="15"/>
                    <a:pt x="68" y="34"/>
                  </a:cubicBezTo>
                  <a:cubicBezTo>
                    <a:pt x="68"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99">
              <a:extLst>
                <a:ext uri="{FF2B5EF4-FFF2-40B4-BE49-F238E27FC236}">
                  <a16:creationId xmlns:a16="http://schemas.microsoft.com/office/drawing/2014/main" id="{D9AB641E-7306-4E38-B5DC-5F6D6E71F17A}"/>
                </a:ext>
              </a:extLst>
            </p:cNvPr>
            <p:cNvSpPr>
              <a:spLocks noEditPoints="1"/>
            </p:cNvSpPr>
            <p:nvPr/>
          </p:nvSpPr>
          <p:spPr bwMode="auto">
            <a:xfrm>
              <a:off x="6711951" y="6240463"/>
              <a:ext cx="61913" cy="61913"/>
            </a:xfrm>
            <a:custGeom>
              <a:avLst/>
              <a:gdLst>
                <a:gd name="T0" fmla="*/ 34 w 69"/>
                <a:gd name="T1" fmla="*/ 14 h 68"/>
                <a:gd name="T2" fmla="*/ 15 w 69"/>
                <a:gd name="T3" fmla="*/ 34 h 68"/>
                <a:gd name="T4" fmla="*/ 34 w 69"/>
                <a:gd name="T5" fmla="*/ 54 h 68"/>
                <a:gd name="T6" fmla="*/ 54 w 69"/>
                <a:gd name="T7" fmla="*/ 34 h 68"/>
                <a:gd name="T8" fmla="*/ 34 w 69"/>
                <a:gd name="T9" fmla="*/ 14 h 68"/>
                <a:gd name="T10" fmla="*/ 34 w 69"/>
                <a:gd name="T11" fmla="*/ 68 h 68"/>
                <a:gd name="T12" fmla="*/ 0 w 69"/>
                <a:gd name="T13" fmla="*/ 34 h 68"/>
                <a:gd name="T14" fmla="*/ 34 w 69"/>
                <a:gd name="T15" fmla="*/ 0 h 68"/>
                <a:gd name="T16" fmla="*/ 69 w 69"/>
                <a:gd name="T17" fmla="*/ 34 h 68"/>
                <a:gd name="T18" fmla="*/ 34 w 69"/>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8">
                  <a:moveTo>
                    <a:pt x="34" y="14"/>
                  </a:moveTo>
                  <a:cubicBezTo>
                    <a:pt x="24" y="14"/>
                    <a:pt x="15" y="23"/>
                    <a:pt x="15" y="34"/>
                  </a:cubicBezTo>
                  <a:cubicBezTo>
                    <a:pt x="15" y="45"/>
                    <a:pt x="24" y="54"/>
                    <a:pt x="34" y="54"/>
                  </a:cubicBezTo>
                  <a:cubicBezTo>
                    <a:pt x="45" y="54"/>
                    <a:pt x="54" y="45"/>
                    <a:pt x="54" y="34"/>
                  </a:cubicBezTo>
                  <a:cubicBezTo>
                    <a:pt x="54" y="23"/>
                    <a:pt x="45" y="14"/>
                    <a:pt x="34" y="14"/>
                  </a:cubicBezTo>
                  <a:close/>
                  <a:moveTo>
                    <a:pt x="34" y="68"/>
                  </a:moveTo>
                  <a:cubicBezTo>
                    <a:pt x="16" y="68"/>
                    <a:pt x="0" y="53"/>
                    <a:pt x="0" y="34"/>
                  </a:cubicBezTo>
                  <a:cubicBezTo>
                    <a:pt x="0" y="15"/>
                    <a:pt x="16" y="0"/>
                    <a:pt x="34" y="0"/>
                  </a:cubicBezTo>
                  <a:cubicBezTo>
                    <a:pt x="53" y="0"/>
                    <a:pt x="69" y="15"/>
                    <a:pt x="69" y="34"/>
                  </a:cubicBezTo>
                  <a:cubicBezTo>
                    <a:pt x="69"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700">
              <a:extLst>
                <a:ext uri="{FF2B5EF4-FFF2-40B4-BE49-F238E27FC236}">
                  <a16:creationId xmlns:a16="http://schemas.microsoft.com/office/drawing/2014/main" id="{E6CA7EC2-521C-4BDE-B727-7A96B7AED9A2}"/>
                </a:ext>
              </a:extLst>
            </p:cNvPr>
            <p:cNvSpPr>
              <a:spLocks noEditPoints="1"/>
            </p:cNvSpPr>
            <p:nvPr/>
          </p:nvSpPr>
          <p:spPr bwMode="auto">
            <a:xfrm>
              <a:off x="6821488" y="6278563"/>
              <a:ext cx="61913" cy="61913"/>
            </a:xfrm>
            <a:custGeom>
              <a:avLst/>
              <a:gdLst>
                <a:gd name="T0" fmla="*/ 34 w 68"/>
                <a:gd name="T1" fmla="*/ 15 h 69"/>
                <a:gd name="T2" fmla="*/ 14 w 68"/>
                <a:gd name="T3" fmla="*/ 35 h 69"/>
                <a:gd name="T4" fmla="*/ 34 w 68"/>
                <a:gd name="T5" fmla="*/ 54 h 69"/>
                <a:gd name="T6" fmla="*/ 54 w 68"/>
                <a:gd name="T7" fmla="*/ 35 h 69"/>
                <a:gd name="T8" fmla="*/ 34 w 68"/>
                <a:gd name="T9" fmla="*/ 15 h 69"/>
                <a:gd name="T10" fmla="*/ 34 w 68"/>
                <a:gd name="T11" fmla="*/ 69 h 69"/>
                <a:gd name="T12" fmla="*/ 0 w 68"/>
                <a:gd name="T13" fmla="*/ 35 h 69"/>
                <a:gd name="T14" fmla="*/ 34 w 68"/>
                <a:gd name="T15" fmla="*/ 0 h 69"/>
                <a:gd name="T16" fmla="*/ 68 w 68"/>
                <a:gd name="T17" fmla="*/ 35 h 69"/>
                <a:gd name="T18" fmla="*/ 34 w 68"/>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9">
                  <a:moveTo>
                    <a:pt x="34" y="15"/>
                  </a:moveTo>
                  <a:cubicBezTo>
                    <a:pt x="23" y="15"/>
                    <a:pt x="14" y="24"/>
                    <a:pt x="14" y="35"/>
                  </a:cubicBezTo>
                  <a:cubicBezTo>
                    <a:pt x="14" y="45"/>
                    <a:pt x="23" y="54"/>
                    <a:pt x="34" y="54"/>
                  </a:cubicBezTo>
                  <a:cubicBezTo>
                    <a:pt x="45" y="54"/>
                    <a:pt x="54" y="45"/>
                    <a:pt x="54" y="35"/>
                  </a:cubicBezTo>
                  <a:cubicBezTo>
                    <a:pt x="54" y="24"/>
                    <a:pt x="45" y="15"/>
                    <a:pt x="34" y="15"/>
                  </a:cubicBezTo>
                  <a:close/>
                  <a:moveTo>
                    <a:pt x="34" y="69"/>
                  </a:moveTo>
                  <a:cubicBezTo>
                    <a:pt x="15" y="69"/>
                    <a:pt x="0" y="54"/>
                    <a:pt x="0" y="35"/>
                  </a:cubicBezTo>
                  <a:cubicBezTo>
                    <a:pt x="0" y="16"/>
                    <a:pt x="15" y="0"/>
                    <a:pt x="34" y="0"/>
                  </a:cubicBezTo>
                  <a:cubicBezTo>
                    <a:pt x="53" y="0"/>
                    <a:pt x="68" y="16"/>
                    <a:pt x="68" y="35"/>
                  </a:cubicBezTo>
                  <a:cubicBezTo>
                    <a:pt x="68" y="54"/>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701">
              <a:extLst>
                <a:ext uri="{FF2B5EF4-FFF2-40B4-BE49-F238E27FC236}">
                  <a16:creationId xmlns:a16="http://schemas.microsoft.com/office/drawing/2014/main" id="{B08497B4-0D5B-466A-9813-DC2EC066EE11}"/>
                </a:ext>
              </a:extLst>
            </p:cNvPr>
            <p:cNvSpPr>
              <a:spLocks noEditPoints="1"/>
            </p:cNvSpPr>
            <p:nvPr/>
          </p:nvSpPr>
          <p:spPr bwMode="auto">
            <a:xfrm>
              <a:off x="6931026" y="6096000"/>
              <a:ext cx="63500" cy="61913"/>
            </a:xfrm>
            <a:custGeom>
              <a:avLst/>
              <a:gdLst>
                <a:gd name="T0" fmla="*/ 34 w 69"/>
                <a:gd name="T1" fmla="*/ 15 h 69"/>
                <a:gd name="T2" fmla="*/ 15 w 69"/>
                <a:gd name="T3" fmla="*/ 34 h 69"/>
                <a:gd name="T4" fmla="*/ 34 w 69"/>
                <a:gd name="T5" fmla="*/ 54 h 69"/>
                <a:gd name="T6" fmla="*/ 54 w 69"/>
                <a:gd name="T7" fmla="*/ 34 h 69"/>
                <a:gd name="T8" fmla="*/ 34 w 69"/>
                <a:gd name="T9" fmla="*/ 15 h 69"/>
                <a:gd name="T10" fmla="*/ 34 w 69"/>
                <a:gd name="T11" fmla="*/ 69 h 69"/>
                <a:gd name="T12" fmla="*/ 0 w 69"/>
                <a:gd name="T13" fmla="*/ 34 h 69"/>
                <a:gd name="T14" fmla="*/ 34 w 69"/>
                <a:gd name="T15" fmla="*/ 0 h 69"/>
                <a:gd name="T16" fmla="*/ 69 w 69"/>
                <a:gd name="T17" fmla="*/ 34 h 69"/>
                <a:gd name="T18" fmla="*/ 34 w 69"/>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9">
                  <a:moveTo>
                    <a:pt x="34" y="15"/>
                  </a:moveTo>
                  <a:cubicBezTo>
                    <a:pt x="23" y="15"/>
                    <a:pt x="15" y="23"/>
                    <a:pt x="15" y="34"/>
                  </a:cubicBezTo>
                  <a:cubicBezTo>
                    <a:pt x="15" y="45"/>
                    <a:pt x="23" y="54"/>
                    <a:pt x="34" y="54"/>
                  </a:cubicBezTo>
                  <a:cubicBezTo>
                    <a:pt x="45" y="54"/>
                    <a:pt x="54" y="45"/>
                    <a:pt x="54" y="34"/>
                  </a:cubicBezTo>
                  <a:cubicBezTo>
                    <a:pt x="54" y="23"/>
                    <a:pt x="45" y="15"/>
                    <a:pt x="34" y="15"/>
                  </a:cubicBezTo>
                  <a:close/>
                  <a:moveTo>
                    <a:pt x="34" y="69"/>
                  </a:moveTo>
                  <a:cubicBezTo>
                    <a:pt x="15" y="69"/>
                    <a:pt x="0" y="53"/>
                    <a:pt x="0" y="34"/>
                  </a:cubicBezTo>
                  <a:cubicBezTo>
                    <a:pt x="0" y="15"/>
                    <a:pt x="15" y="0"/>
                    <a:pt x="34" y="0"/>
                  </a:cubicBezTo>
                  <a:cubicBezTo>
                    <a:pt x="53" y="0"/>
                    <a:pt x="69" y="15"/>
                    <a:pt x="69" y="34"/>
                  </a:cubicBezTo>
                  <a:cubicBezTo>
                    <a:pt x="69" y="53"/>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702">
              <a:extLst>
                <a:ext uri="{FF2B5EF4-FFF2-40B4-BE49-F238E27FC236}">
                  <a16:creationId xmlns:a16="http://schemas.microsoft.com/office/drawing/2014/main" id="{D96AA83D-0CD4-418F-8564-3C031FB7D19B}"/>
                </a:ext>
              </a:extLst>
            </p:cNvPr>
            <p:cNvSpPr>
              <a:spLocks/>
            </p:cNvSpPr>
            <p:nvPr/>
          </p:nvSpPr>
          <p:spPr bwMode="auto">
            <a:xfrm>
              <a:off x="6643688" y="6281738"/>
              <a:ext cx="88900" cy="85725"/>
            </a:xfrm>
            <a:custGeom>
              <a:avLst/>
              <a:gdLst>
                <a:gd name="T0" fmla="*/ 8 w 98"/>
                <a:gd name="T1" fmla="*/ 94 h 94"/>
                <a:gd name="T2" fmla="*/ 3 w 98"/>
                <a:gd name="T3" fmla="*/ 91 h 94"/>
                <a:gd name="T4" fmla="*/ 3 w 98"/>
                <a:gd name="T5" fmla="*/ 81 h 94"/>
                <a:gd name="T6" fmla="*/ 85 w 98"/>
                <a:gd name="T7" fmla="*/ 2 h 94"/>
                <a:gd name="T8" fmla="*/ 95 w 98"/>
                <a:gd name="T9" fmla="*/ 3 h 94"/>
                <a:gd name="T10" fmla="*/ 95 w 98"/>
                <a:gd name="T11" fmla="*/ 13 h 94"/>
                <a:gd name="T12" fmla="*/ 14 w 98"/>
                <a:gd name="T13" fmla="*/ 92 h 94"/>
                <a:gd name="T14" fmla="*/ 8 w 98"/>
                <a:gd name="T15" fmla="*/ 94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4">
                  <a:moveTo>
                    <a:pt x="8" y="94"/>
                  </a:moveTo>
                  <a:cubicBezTo>
                    <a:pt x="7" y="94"/>
                    <a:pt x="5" y="93"/>
                    <a:pt x="3" y="91"/>
                  </a:cubicBezTo>
                  <a:cubicBezTo>
                    <a:pt x="0" y="88"/>
                    <a:pt x="1" y="84"/>
                    <a:pt x="3" y="81"/>
                  </a:cubicBezTo>
                  <a:lnTo>
                    <a:pt x="85" y="2"/>
                  </a:lnTo>
                  <a:cubicBezTo>
                    <a:pt x="88" y="0"/>
                    <a:pt x="93" y="0"/>
                    <a:pt x="95" y="3"/>
                  </a:cubicBezTo>
                  <a:cubicBezTo>
                    <a:pt x="98" y="6"/>
                    <a:pt x="98" y="10"/>
                    <a:pt x="95" y="13"/>
                  </a:cubicBezTo>
                  <a:lnTo>
                    <a:pt x="14" y="92"/>
                  </a:lnTo>
                  <a:cubicBezTo>
                    <a:pt x="12" y="93"/>
                    <a:pt x="10" y="94"/>
                    <a:pt x="8"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3">
              <a:extLst>
                <a:ext uri="{FF2B5EF4-FFF2-40B4-BE49-F238E27FC236}">
                  <a16:creationId xmlns:a16="http://schemas.microsoft.com/office/drawing/2014/main" id="{74EEFF01-A050-42FA-AAD9-83F7CE83FC55}"/>
                </a:ext>
              </a:extLst>
            </p:cNvPr>
            <p:cNvSpPr>
              <a:spLocks/>
            </p:cNvSpPr>
            <p:nvPr/>
          </p:nvSpPr>
          <p:spPr bwMode="auto">
            <a:xfrm>
              <a:off x="6858001" y="6140450"/>
              <a:ext cx="100013" cy="155575"/>
            </a:xfrm>
            <a:custGeom>
              <a:avLst/>
              <a:gdLst>
                <a:gd name="T0" fmla="*/ 9 w 110"/>
                <a:gd name="T1" fmla="*/ 170 h 170"/>
                <a:gd name="T2" fmla="*/ 5 w 110"/>
                <a:gd name="T3" fmla="*/ 169 h 170"/>
                <a:gd name="T4" fmla="*/ 3 w 110"/>
                <a:gd name="T5" fmla="*/ 159 h 170"/>
                <a:gd name="T6" fmla="*/ 95 w 110"/>
                <a:gd name="T7" fmla="*/ 5 h 170"/>
                <a:gd name="T8" fmla="*/ 105 w 110"/>
                <a:gd name="T9" fmla="*/ 2 h 170"/>
                <a:gd name="T10" fmla="*/ 108 w 110"/>
                <a:gd name="T11" fmla="*/ 12 h 170"/>
                <a:gd name="T12" fmla="*/ 15 w 110"/>
                <a:gd name="T13" fmla="*/ 166 h 170"/>
                <a:gd name="T14" fmla="*/ 9 w 110"/>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170">
                  <a:moveTo>
                    <a:pt x="9" y="170"/>
                  </a:moveTo>
                  <a:cubicBezTo>
                    <a:pt x="7" y="170"/>
                    <a:pt x="6" y="169"/>
                    <a:pt x="5" y="169"/>
                  </a:cubicBezTo>
                  <a:cubicBezTo>
                    <a:pt x="2" y="167"/>
                    <a:pt x="0" y="162"/>
                    <a:pt x="3" y="159"/>
                  </a:cubicBezTo>
                  <a:lnTo>
                    <a:pt x="95" y="5"/>
                  </a:lnTo>
                  <a:cubicBezTo>
                    <a:pt x="97" y="1"/>
                    <a:pt x="102" y="0"/>
                    <a:pt x="105" y="2"/>
                  </a:cubicBezTo>
                  <a:cubicBezTo>
                    <a:pt x="109" y="4"/>
                    <a:pt x="110" y="9"/>
                    <a:pt x="108" y="12"/>
                  </a:cubicBezTo>
                  <a:lnTo>
                    <a:pt x="15" y="166"/>
                  </a:lnTo>
                  <a:cubicBezTo>
                    <a:pt x="14" y="169"/>
                    <a:pt x="11" y="170"/>
                    <a:pt x="9"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4">
              <a:extLst>
                <a:ext uri="{FF2B5EF4-FFF2-40B4-BE49-F238E27FC236}">
                  <a16:creationId xmlns:a16="http://schemas.microsoft.com/office/drawing/2014/main" id="{133DA9ED-CFAE-4CE6-8535-69993DC67363}"/>
                </a:ext>
              </a:extLst>
            </p:cNvPr>
            <p:cNvSpPr>
              <a:spLocks/>
            </p:cNvSpPr>
            <p:nvPr/>
          </p:nvSpPr>
          <p:spPr bwMode="auto">
            <a:xfrm>
              <a:off x="6759576" y="6272213"/>
              <a:ext cx="77788" cy="36513"/>
            </a:xfrm>
            <a:custGeom>
              <a:avLst/>
              <a:gdLst>
                <a:gd name="T0" fmla="*/ 77 w 86"/>
                <a:gd name="T1" fmla="*/ 39 h 39"/>
                <a:gd name="T2" fmla="*/ 75 w 86"/>
                <a:gd name="T3" fmla="*/ 39 h 39"/>
                <a:gd name="T4" fmla="*/ 6 w 86"/>
                <a:gd name="T5" fmla="*/ 15 h 39"/>
                <a:gd name="T6" fmla="*/ 1 w 86"/>
                <a:gd name="T7" fmla="*/ 6 h 39"/>
                <a:gd name="T8" fmla="*/ 10 w 86"/>
                <a:gd name="T9" fmla="*/ 1 h 39"/>
                <a:gd name="T10" fmla="*/ 80 w 86"/>
                <a:gd name="T11" fmla="*/ 25 h 39"/>
                <a:gd name="T12" fmla="*/ 84 w 86"/>
                <a:gd name="T13" fmla="*/ 34 h 39"/>
                <a:gd name="T14" fmla="*/ 77 w 86"/>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39">
                  <a:moveTo>
                    <a:pt x="77" y="39"/>
                  </a:moveTo>
                  <a:cubicBezTo>
                    <a:pt x="77" y="39"/>
                    <a:pt x="76" y="39"/>
                    <a:pt x="75" y="39"/>
                  </a:cubicBezTo>
                  <a:lnTo>
                    <a:pt x="6" y="15"/>
                  </a:lnTo>
                  <a:cubicBezTo>
                    <a:pt x="2" y="13"/>
                    <a:pt x="0" y="9"/>
                    <a:pt x="1" y="6"/>
                  </a:cubicBezTo>
                  <a:cubicBezTo>
                    <a:pt x="2" y="2"/>
                    <a:pt x="7" y="0"/>
                    <a:pt x="10" y="1"/>
                  </a:cubicBezTo>
                  <a:lnTo>
                    <a:pt x="80" y="25"/>
                  </a:lnTo>
                  <a:cubicBezTo>
                    <a:pt x="84" y="26"/>
                    <a:pt x="86" y="30"/>
                    <a:pt x="84" y="34"/>
                  </a:cubicBezTo>
                  <a:cubicBezTo>
                    <a:pt x="83" y="37"/>
                    <a:pt x="80" y="39"/>
                    <a:pt x="7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0" name="Cloud10" descr="{&quot;Key&quot;:&quot;POWER_USER_SHAPE_ICON&quot;,&quot;Value&quot;:&quot;POWER_USER_SHAPE_ICON_STYLE_1&quot;}">
            <a:extLst>
              <a:ext uri="{FF2B5EF4-FFF2-40B4-BE49-F238E27FC236}">
                <a16:creationId xmlns:a16="http://schemas.microsoft.com/office/drawing/2014/main" id="{AAEC0291-B102-455B-94CE-3B9B29D30B17}"/>
              </a:ext>
            </a:extLst>
          </p:cNvPr>
          <p:cNvGrpSpPr>
            <a:grpSpLocks noChangeAspect="1"/>
          </p:cNvGrpSpPr>
          <p:nvPr>
            <p:custDataLst>
              <p:tags r:id="rId2"/>
            </p:custDataLst>
          </p:nvPr>
        </p:nvGrpSpPr>
        <p:grpSpPr>
          <a:xfrm>
            <a:off x="9850752" y="2862036"/>
            <a:ext cx="759619" cy="749142"/>
            <a:chOff x="6884988" y="844550"/>
            <a:chExt cx="690563" cy="681038"/>
          </a:xfrm>
          <a:solidFill>
            <a:schemeClr val="accent4"/>
          </a:solidFill>
        </p:grpSpPr>
        <p:sp>
          <p:nvSpPr>
            <p:cNvPr id="61" name="Freeform 444">
              <a:extLst>
                <a:ext uri="{FF2B5EF4-FFF2-40B4-BE49-F238E27FC236}">
                  <a16:creationId xmlns:a16="http://schemas.microsoft.com/office/drawing/2014/main" id="{9DE992AE-7FB8-46FD-83E3-FD4569655B68}"/>
                </a:ext>
              </a:extLst>
            </p:cNvPr>
            <p:cNvSpPr>
              <a:spLocks/>
            </p:cNvSpPr>
            <p:nvPr/>
          </p:nvSpPr>
          <p:spPr bwMode="auto">
            <a:xfrm>
              <a:off x="6902451" y="844550"/>
              <a:ext cx="668338" cy="428625"/>
            </a:xfrm>
            <a:custGeom>
              <a:avLst/>
              <a:gdLst>
                <a:gd name="T0" fmla="*/ 389 w 489"/>
                <a:gd name="T1" fmla="*/ 312 h 312"/>
                <a:gd name="T2" fmla="*/ 266 w 489"/>
                <a:gd name="T3" fmla="*/ 312 h 312"/>
                <a:gd name="T4" fmla="*/ 266 w 489"/>
                <a:gd name="T5" fmla="*/ 295 h 312"/>
                <a:gd name="T6" fmla="*/ 389 w 489"/>
                <a:gd name="T7" fmla="*/ 295 h 312"/>
                <a:gd name="T8" fmla="*/ 472 w 489"/>
                <a:gd name="T9" fmla="*/ 212 h 312"/>
                <a:gd name="T10" fmla="*/ 411 w 489"/>
                <a:gd name="T11" fmla="*/ 131 h 312"/>
                <a:gd name="T12" fmla="*/ 404 w 489"/>
                <a:gd name="T13" fmla="*/ 130 h 312"/>
                <a:gd name="T14" fmla="*/ 405 w 489"/>
                <a:gd name="T15" fmla="*/ 123 h 312"/>
                <a:gd name="T16" fmla="*/ 405 w 489"/>
                <a:gd name="T17" fmla="*/ 113 h 312"/>
                <a:gd name="T18" fmla="*/ 309 w 489"/>
                <a:gd name="T19" fmla="*/ 17 h 312"/>
                <a:gd name="T20" fmla="*/ 219 w 489"/>
                <a:gd name="T21" fmla="*/ 81 h 312"/>
                <a:gd name="T22" fmla="*/ 216 w 489"/>
                <a:gd name="T23" fmla="*/ 89 h 312"/>
                <a:gd name="T24" fmla="*/ 208 w 489"/>
                <a:gd name="T25" fmla="*/ 86 h 312"/>
                <a:gd name="T26" fmla="*/ 181 w 489"/>
                <a:gd name="T27" fmla="*/ 80 h 312"/>
                <a:gd name="T28" fmla="*/ 108 w 489"/>
                <a:gd name="T29" fmla="*/ 139 h 312"/>
                <a:gd name="T30" fmla="*/ 106 w 489"/>
                <a:gd name="T31" fmla="*/ 146 h 312"/>
                <a:gd name="T32" fmla="*/ 99 w 489"/>
                <a:gd name="T33" fmla="*/ 145 h 312"/>
                <a:gd name="T34" fmla="*/ 92 w 489"/>
                <a:gd name="T35" fmla="*/ 145 h 312"/>
                <a:gd name="T36" fmla="*/ 17 w 489"/>
                <a:gd name="T37" fmla="*/ 220 h 312"/>
                <a:gd name="T38" fmla="*/ 92 w 489"/>
                <a:gd name="T39" fmla="*/ 295 h 312"/>
                <a:gd name="T40" fmla="*/ 216 w 489"/>
                <a:gd name="T41" fmla="*/ 295 h 312"/>
                <a:gd name="T42" fmla="*/ 216 w 489"/>
                <a:gd name="T43" fmla="*/ 312 h 312"/>
                <a:gd name="T44" fmla="*/ 92 w 489"/>
                <a:gd name="T45" fmla="*/ 312 h 312"/>
                <a:gd name="T46" fmla="*/ 0 w 489"/>
                <a:gd name="T47" fmla="*/ 220 h 312"/>
                <a:gd name="T48" fmla="*/ 93 w 489"/>
                <a:gd name="T49" fmla="*/ 128 h 312"/>
                <a:gd name="T50" fmla="*/ 181 w 489"/>
                <a:gd name="T51" fmla="*/ 64 h 312"/>
                <a:gd name="T52" fmla="*/ 206 w 489"/>
                <a:gd name="T53" fmla="*/ 67 h 312"/>
                <a:gd name="T54" fmla="*/ 309 w 489"/>
                <a:gd name="T55" fmla="*/ 0 h 312"/>
                <a:gd name="T56" fmla="*/ 422 w 489"/>
                <a:gd name="T57" fmla="*/ 113 h 312"/>
                <a:gd name="T58" fmla="*/ 422 w 489"/>
                <a:gd name="T59" fmla="*/ 117 h 312"/>
                <a:gd name="T60" fmla="*/ 489 w 489"/>
                <a:gd name="T61" fmla="*/ 212 h 312"/>
                <a:gd name="T62" fmla="*/ 389 w 489"/>
                <a:gd name="T63"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9" h="312">
                  <a:moveTo>
                    <a:pt x="389" y="312"/>
                  </a:moveTo>
                  <a:lnTo>
                    <a:pt x="266" y="312"/>
                  </a:lnTo>
                  <a:lnTo>
                    <a:pt x="266" y="295"/>
                  </a:lnTo>
                  <a:lnTo>
                    <a:pt x="389" y="295"/>
                  </a:lnTo>
                  <a:cubicBezTo>
                    <a:pt x="435" y="295"/>
                    <a:pt x="472" y="258"/>
                    <a:pt x="472" y="212"/>
                  </a:cubicBezTo>
                  <a:cubicBezTo>
                    <a:pt x="472" y="174"/>
                    <a:pt x="447" y="141"/>
                    <a:pt x="411" y="131"/>
                  </a:cubicBezTo>
                  <a:lnTo>
                    <a:pt x="404" y="130"/>
                  </a:lnTo>
                  <a:lnTo>
                    <a:pt x="405" y="123"/>
                  </a:lnTo>
                  <a:cubicBezTo>
                    <a:pt x="405" y="119"/>
                    <a:pt x="405" y="116"/>
                    <a:pt x="405" y="113"/>
                  </a:cubicBezTo>
                  <a:cubicBezTo>
                    <a:pt x="405" y="60"/>
                    <a:pt x="362" y="17"/>
                    <a:pt x="309" y="17"/>
                  </a:cubicBezTo>
                  <a:cubicBezTo>
                    <a:pt x="269" y="17"/>
                    <a:pt x="233" y="43"/>
                    <a:pt x="219" y="81"/>
                  </a:cubicBezTo>
                  <a:lnTo>
                    <a:pt x="216" y="89"/>
                  </a:lnTo>
                  <a:lnTo>
                    <a:pt x="208" y="86"/>
                  </a:lnTo>
                  <a:cubicBezTo>
                    <a:pt x="199" y="82"/>
                    <a:pt x="190" y="80"/>
                    <a:pt x="181" y="80"/>
                  </a:cubicBezTo>
                  <a:cubicBezTo>
                    <a:pt x="146" y="80"/>
                    <a:pt x="115" y="105"/>
                    <a:pt x="108" y="139"/>
                  </a:cubicBezTo>
                  <a:lnTo>
                    <a:pt x="106" y="146"/>
                  </a:lnTo>
                  <a:lnTo>
                    <a:pt x="99" y="145"/>
                  </a:lnTo>
                  <a:cubicBezTo>
                    <a:pt x="97" y="145"/>
                    <a:pt x="94" y="145"/>
                    <a:pt x="92" y="145"/>
                  </a:cubicBezTo>
                  <a:cubicBezTo>
                    <a:pt x="50" y="145"/>
                    <a:pt x="17" y="179"/>
                    <a:pt x="17" y="220"/>
                  </a:cubicBezTo>
                  <a:cubicBezTo>
                    <a:pt x="17" y="262"/>
                    <a:pt x="50" y="295"/>
                    <a:pt x="92" y="295"/>
                  </a:cubicBezTo>
                  <a:lnTo>
                    <a:pt x="216" y="295"/>
                  </a:lnTo>
                  <a:lnTo>
                    <a:pt x="216" y="312"/>
                  </a:lnTo>
                  <a:lnTo>
                    <a:pt x="92" y="312"/>
                  </a:lnTo>
                  <a:cubicBezTo>
                    <a:pt x="41" y="312"/>
                    <a:pt x="0" y="271"/>
                    <a:pt x="0" y="220"/>
                  </a:cubicBezTo>
                  <a:cubicBezTo>
                    <a:pt x="0" y="169"/>
                    <a:pt x="42" y="128"/>
                    <a:pt x="93" y="128"/>
                  </a:cubicBezTo>
                  <a:cubicBezTo>
                    <a:pt x="105" y="90"/>
                    <a:pt x="140" y="64"/>
                    <a:pt x="181" y="64"/>
                  </a:cubicBezTo>
                  <a:cubicBezTo>
                    <a:pt x="189" y="64"/>
                    <a:pt x="198" y="65"/>
                    <a:pt x="206" y="67"/>
                  </a:cubicBezTo>
                  <a:cubicBezTo>
                    <a:pt x="224" y="27"/>
                    <a:pt x="265" y="0"/>
                    <a:pt x="309" y="0"/>
                  </a:cubicBezTo>
                  <a:cubicBezTo>
                    <a:pt x="371" y="0"/>
                    <a:pt x="422" y="51"/>
                    <a:pt x="422" y="113"/>
                  </a:cubicBezTo>
                  <a:cubicBezTo>
                    <a:pt x="422" y="115"/>
                    <a:pt x="422" y="116"/>
                    <a:pt x="422" y="117"/>
                  </a:cubicBezTo>
                  <a:cubicBezTo>
                    <a:pt x="462" y="131"/>
                    <a:pt x="489" y="169"/>
                    <a:pt x="489" y="212"/>
                  </a:cubicBezTo>
                  <a:cubicBezTo>
                    <a:pt x="489" y="267"/>
                    <a:pt x="444" y="312"/>
                    <a:pt x="389" y="3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445">
              <a:extLst>
                <a:ext uri="{FF2B5EF4-FFF2-40B4-BE49-F238E27FC236}">
                  <a16:creationId xmlns:a16="http://schemas.microsoft.com/office/drawing/2014/main" id="{D91BA796-7C5C-4D63-AF52-B57147E0A8CA}"/>
                </a:ext>
              </a:extLst>
            </p:cNvPr>
            <p:cNvSpPr>
              <a:spLocks/>
            </p:cNvSpPr>
            <p:nvPr/>
          </p:nvSpPr>
          <p:spPr bwMode="auto">
            <a:xfrm>
              <a:off x="6953251" y="1074738"/>
              <a:ext cx="52388" cy="53975"/>
            </a:xfrm>
            <a:custGeom>
              <a:avLst/>
              <a:gdLst>
                <a:gd name="T0" fmla="*/ 15 w 38"/>
                <a:gd name="T1" fmla="*/ 39 h 39"/>
                <a:gd name="T2" fmla="*/ 0 w 38"/>
                <a:gd name="T3" fmla="*/ 32 h 39"/>
                <a:gd name="T4" fmla="*/ 30 w 38"/>
                <a:gd name="T5" fmla="*/ 0 h 39"/>
                <a:gd name="T6" fmla="*/ 38 w 38"/>
                <a:gd name="T7" fmla="*/ 14 h 39"/>
                <a:gd name="T8" fmla="*/ 15 w 38"/>
                <a:gd name="T9" fmla="*/ 39 h 39"/>
              </a:gdLst>
              <a:ahLst/>
              <a:cxnLst>
                <a:cxn ang="0">
                  <a:pos x="T0" y="T1"/>
                </a:cxn>
                <a:cxn ang="0">
                  <a:pos x="T2" y="T3"/>
                </a:cxn>
                <a:cxn ang="0">
                  <a:pos x="T4" y="T5"/>
                </a:cxn>
                <a:cxn ang="0">
                  <a:pos x="T6" y="T7"/>
                </a:cxn>
                <a:cxn ang="0">
                  <a:pos x="T8" y="T9"/>
                </a:cxn>
              </a:cxnLst>
              <a:rect l="0" t="0" r="r" b="b"/>
              <a:pathLst>
                <a:path w="38" h="39">
                  <a:moveTo>
                    <a:pt x="15" y="39"/>
                  </a:moveTo>
                  <a:lnTo>
                    <a:pt x="0" y="32"/>
                  </a:lnTo>
                  <a:cubicBezTo>
                    <a:pt x="6" y="18"/>
                    <a:pt x="17" y="7"/>
                    <a:pt x="30" y="0"/>
                  </a:cubicBezTo>
                  <a:lnTo>
                    <a:pt x="38" y="14"/>
                  </a:lnTo>
                  <a:cubicBezTo>
                    <a:pt x="28" y="20"/>
                    <a:pt x="19" y="28"/>
                    <a:pt x="15" y="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446">
              <a:extLst>
                <a:ext uri="{FF2B5EF4-FFF2-40B4-BE49-F238E27FC236}">
                  <a16:creationId xmlns:a16="http://schemas.microsoft.com/office/drawing/2014/main" id="{1775D11B-A5E5-4B86-9375-CB637E5540A0}"/>
                </a:ext>
              </a:extLst>
            </p:cNvPr>
            <p:cNvSpPr>
              <a:spLocks noChangeArrowheads="1"/>
            </p:cNvSpPr>
            <p:nvPr/>
          </p:nvSpPr>
          <p:spPr bwMode="auto">
            <a:xfrm>
              <a:off x="7150101" y="1187450"/>
              <a:ext cx="1619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447">
              <a:extLst>
                <a:ext uri="{FF2B5EF4-FFF2-40B4-BE49-F238E27FC236}">
                  <a16:creationId xmlns:a16="http://schemas.microsoft.com/office/drawing/2014/main" id="{87E71BA4-1982-4E52-99B7-0CFB187B9FA3}"/>
                </a:ext>
              </a:extLst>
            </p:cNvPr>
            <p:cNvSpPr>
              <a:spLocks noChangeArrowheads="1"/>
            </p:cNvSpPr>
            <p:nvPr/>
          </p:nvSpPr>
          <p:spPr bwMode="auto">
            <a:xfrm>
              <a:off x="7219951" y="1192213"/>
              <a:ext cx="22225" cy="2000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448">
              <a:extLst>
                <a:ext uri="{FF2B5EF4-FFF2-40B4-BE49-F238E27FC236}">
                  <a16:creationId xmlns:a16="http://schemas.microsoft.com/office/drawing/2014/main" id="{B3723C34-4ED5-4204-B85B-5A2F42675DA0}"/>
                </a:ext>
              </a:extLst>
            </p:cNvPr>
            <p:cNvSpPr>
              <a:spLocks noEditPoints="1"/>
            </p:cNvSpPr>
            <p:nvPr/>
          </p:nvSpPr>
          <p:spPr bwMode="auto">
            <a:xfrm>
              <a:off x="7185026" y="1376363"/>
              <a:ext cx="93663" cy="93663"/>
            </a:xfrm>
            <a:custGeom>
              <a:avLst/>
              <a:gdLst>
                <a:gd name="T0" fmla="*/ 17 w 68"/>
                <a:gd name="T1" fmla="*/ 52 h 68"/>
                <a:gd name="T2" fmla="*/ 51 w 68"/>
                <a:gd name="T3" fmla="*/ 52 h 68"/>
                <a:gd name="T4" fmla="*/ 51 w 68"/>
                <a:gd name="T5" fmla="*/ 17 h 68"/>
                <a:gd name="T6" fmla="*/ 17 w 68"/>
                <a:gd name="T7" fmla="*/ 17 h 68"/>
                <a:gd name="T8" fmla="*/ 17 w 68"/>
                <a:gd name="T9" fmla="*/ 52 h 68"/>
                <a:gd name="T10" fmla="*/ 68 w 68"/>
                <a:gd name="T11" fmla="*/ 68 h 68"/>
                <a:gd name="T12" fmla="*/ 0 w 68"/>
                <a:gd name="T13" fmla="*/ 68 h 68"/>
                <a:gd name="T14" fmla="*/ 0 w 68"/>
                <a:gd name="T15" fmla="*/ 0 h 68"/>
                <a:gd name="T16" fmla="*/ 68 w 68"/>
                <a:gd name="T17" fmla="*/ 0 h 68"/>
                <a:gd name="T18" fmla="*/ 68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17" y="52"/>
                  </a:moveTo>
                  <a:lnTo>
                    <a:pt x="51" y="52"/>
                  </a:lnTo>
                  <a:lnTo>
                    <a:pt x="51" y="17"/>
                  </a:lnTo>
                  <a:lnTo>
                    <a:pt x="17" y="17"/>
                  </a:lnTo>
                  <a:lnTo>
                    <a:pt x="17" y="52"/>
                  </a:lnTo>
                  <a:close/>
                  <a:moveTo>
                    <a:pt x="68" y="68"/>
                  </a:moveTo>
                  <a:lnTo>
                    <a:pt x="0" y="68"/>
                  </a:lnTo>
                  <a:lnTo>
                    <a:pt x="0" y="0"/>
                  </a:lnTo>
                  <a:lnTo>
                    <a:pt x="68" y="0"/>
                  </a:lnTo>
                  <a:lnTo>
                    <a:pt x="68"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449">
              <a:extLst>
                <a:ext uri="{FF2B5EF4-FFF2-40B4-BE49-F238E27FC236}">
                  <a16:creationId xmlns:a16="http://schemas.microsoft.com/office/drawing/2014/main" id="{72446DB1-22AD-4C0D-AB20-B41A09E04F6D}"/>
                </a:ext>
              </a:extLst>
            </p:cNvPr>
            <p:cNvSpPr>
              <a:spLocks noChangeArrowheads="1"/>
            </p:cNvSpPr>
            <p:nvPr/>
          </p:nvSpPr>
          <p:spPr bwMode="auto">
            <a:xfrm>
              <a:off x="7267576"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450">
              <a:extLst>
                <a:ext uri="{FF2B5EF4-FFF2-40B4-BE49-F238E27FC236}">
                  <a16:creationId xmlns:a16="http://schemas.microsoft.com/office/drawing/2014/main" id="{3763F122-BF61-4C51-A4C5-A7561DEA0436}"/>
                </a:ext>
              </a:extLst>
            </p:cNvPr>
            <p:cNvSpPr>
              <a:spLocks noChangeArrowheads="1"/>
            </p:cNvSpPr>
            <p:nvPr/>
          </p:nvSpPr>
          <p:spPr bwMode="auto">
            <a:xfrm>
              <a:off x="7110413"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51">
              <a:extLst>
                <a:ext uri="{FF2B5EF4-FFF2-40B4-BE49-F238E27FC236}">
                  <a16:creationId xmlns:a16="http://schemas.microsoft.com/office/drawing/2014/main" id="{37D0C860-86A2-4CB3-BDD4-C7E99A80972C}"/>
                </a:ext>
              </a:extLst>
            </p:cNvPr>
            <p:cNvSpPr>
              <a:spLocks noEditPoints="1"/>
            </p:cNvSpPr>
            <p:nvPr/>
          </p:nvSpPr>
          <p:spPr bwMode="auto">
            <a:xfrm>
              <a:off x="7011988"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52">
              <a:extLst>
                <a:ext uri="{FF2B5EF4-FFF2-40B4-BE49-F238E27FC236}">
                  <a16:creationId xmlns:a16="http://schemas.microsoft.com/office/drawing/2014/main" id="{65B0423B-A857-4FC2-B175-ED2EAA59BB3D}"/>
                </a:ext>
              </a:extLst>
            </p:cNvPr>
            <p:cNvSpPr>
              <a:spLocks noEditPoints="1"/>
            </p:cNvSpPr>
            <p:nvPr/>
          </p:nvSpPr>
          <p:spPr bwMode="auto">
            <a:xfrm>
              <a:off x="68849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3">
              <a:extLst>
                <a:ext uri="{FF2B5EF4-FFF2-40B4-BE49-F238E27FC236}">
                  <a16:creationId xmlns:a16="http://schemas.microsoft.com/office/drawing/2014/main" id="{C9728070-9C39-4972-978B-6F3B6F8AC337}"/>
                </a:ext>
              </a:extLst>
            </p:cNvPr>
            <p:cNvSpPr>
              <a:spLocks noEditPoints="1"/>
            </p:cNvSpPr>
            <p:nvPr/>
          </p:nvSpPr>
          <p:spPr bwMode="auto">
            <a:xfrm>
              <a:off x="6927851"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2" y="16"/>
                    <a:pt x="17" y="21"/>
                    <a:pt x="17" y="27"/>
                  </a:cubicBezTo>
                  <a:lnTo>
                    <a:pt x="17" y="43"/>
                  </a:lnTo>
                  <a:cubicBezTo>
                    <a:pt x="17" y="49"/>
                    <a:pt x="22"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454">
              <a:extLst>
                <a:ext uri="{FF2B5EF4-FFF2-40B4-BE49-F238E27FC236}">
                  <a16:creationId xmlns:a16="http://schemas.microsoft.com/office/drawing/2014/main" id="{C0AE7BF6-AFDD-4B72-A679-BC483850D623}"/>
                </a:ext>
              </a:extLst>
            </p:cNvPr>
            <p:cNvSpPr>
              <a:spLocks noChangeArrowheads="1"/>
            </p:cNvSpPr>
            <p:nvPr/>
          </p:nvSpPr>
          <p:spPr bwMode="auto">
            <a:xfrm>
              <a:off x="69770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455">
              <a:extLst>
                <a:ext uri="{FF2B5EF4-FFF2-40B4-BE49-F238E27FC236}">
                  <a16:creationId xmlns:a16="http://schemas.microsoft.com/office/drawing/2014/main" id="{7636676D-B0CF-4B59-B535-66B46AC59A84}"/>
                </a:ext>
              </a:extLst>
            </p:cNvPr>
            <p:cNvSpPr>
              <a:spLocks noChangeArrowheads="1"/>
            </p:cNvSpPr>
            <p:nvPr/>
          </p:nvSpPr>
          <p:spPr bwMode="auto">
            <a:xfrm>
              <a:off x="6892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456">
              <a:extLst>
                <a:ext uri="{FF2B5EF4-FFF2-40B4-BE49-F238E27FC236}">
                  <a16:creationId xmlns:a16="http://schemas.microsoft.com/office/drawing/2014/main" id="{75B0D95B-3461-48A4-AFF2-21924D0612FF}"/>
                </a:ext>
              </a:extLst>
            </p:cNvPr>
            <p:cNvSpPr>
              <a:spLocks noChangeArrowheads="1"/>
            </p:cNvSpPr>
            <p:nvPr/>
          </p:nvSpPr>
          <p:spPr bwMode="auto">
            <a:xfrm>
              <a:off x="7019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457">
              <a:extLst>
                <a:ext uri="{FF2B5EF4-FFF2-40B4-BE49-F238E27FC236}">
                  <a16:creationId xmlns:a16="http://schemas.microsoft.com/office/drawing/2014/main" id="{BF6F4C5D-8249-4E8A-9D12-230F5F1BAEF5}"/>
                </a:ext>
              </a:extLst>
            </p:cNvPr>
            <p:cNvSpPr>
              <a:spLocks noChangeArrowheads="1"/>
            </p:cNvSpPr>
            <p:nvPr/>
          </p:nvSpPr>
          <p:spPr bwMode="auto">
            <a:xfrm>
              <a:off x="7061201"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8">
              <a:extLst>
                <a:ext uri="{FF2B5EF4-FFF2-40B4-BE49-F238E27FC236}">
                  <a16:creationId xmlns:a16="http://schemas.microsoft.com/office/drawing/2014/main" id="{E933A28A-A2D1-45CB-9B8D-59E7E4A0F14F}"/>
                </a:ext>
              </a:extLst>
            </p:cNvPr>
            <p:cNvSpPr>
              <a:spLocks noEditPoints="1"/>
            </p:cNvSpPr>
            <p:nvPr/>
          </p:nvSpPr>
          <p:spPr bwMode="auto">
            <a:xfrm>
              <a:off x="73675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59">
              <a:extLst>
                <a:ext uri="{FF2B5EF4-FFF2-40B4-BE49-F238E27FC236}">
                  <a16:creationId xmlns:a16="http://schemas.microsoft.com/office/drawing/2014/main" id="{1DAD2702-EC98-4EE9-AD1F-193F20A88887}"/>
                </a:ext>
              </a:extLst>
            </p:cNvPr>
            <p:cNvSpPr>
              <a:spLocks noEditPoints="1"/>
            </p:cNvSpPr>
            <p:nvPr/>
          </p:nvSpPr>
          <p:spPr bwMode="auto">
            <a:xfrm>
              <a:off x="7496176"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60">
              <a:extLst>
                <a:ext uri="{FF2B5EF4-FFF2-40B4-BE49-F238E27FC236}">
                  <a16:creationId xmlns:a16="http://schemas.microsoft.com/office/drawing/2014/main" id="{8966D570-B2A1-4BFD-8310-8E8EDA469228}"/>
                </a:ext>
              </a:extLst>
            </p:cNvPr>
            <p:cNvSpPr>
              <a:spLocks noEditPoints="1"/>
            </p:cNvSpPr>
            <p:nvPr/>
          </p:nvSpPr>
          <p:spPr bwMode="auto">
            <a:xfrm>
              <a:off x="7453313"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1" y="16"/>
                    <a:pt x="17" y="21"/>
                    <a:pt x="17" y="27"/>
                  </a:cubicBezTo>
                  <a:lnTo>
                    <a:pt x="17" y="43"/>
                  </a:lnTo>
                  <a:cubicBezTo>
                    <a:pt x="17" y="49"/>
                    <a:pt x="21"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461">
              <a:extLst>
                <a:ext uri="{FF2B5EF4-FFF2-40B4-BE49-F238E27FC236}">
                  <a16:creationId xmlns:a16="http://schemas.microsoft.com/office/drawing/2014/main" id="{BF95AAC6-F163-4278-A1B1-1A7430F2FA90}"/>
                </a:ext>
              </a:extLst>
            </p:cNvPr>
            <p:cNvSpPr>
              <a:spLocks noChangeArrowheads="1"/>
            </p:cNvSpPr>
            <p:nvPr/>
          </p:nvSpPr>
          <p:spPr bwMode="auto">
            <a:xfrm>
              <a:off x="74596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Rectangle 462">
              <a:extLst>
                <a:ext uri="{FF2B5EF4-FFF2-40B4-BE49-F238E27FC236}">
                  <a16:creationId xmlns:a16="http://schemas.microsoft.com/office/drawing/2014/main" id="{62AD90DF-F174-44B4-81B2-49386C9489BF}"/>
                </a:ext>
              </a:extLst>
            </p:cNvPr>
            <p:cNvSpPr>
              <a:spLocks noChangeArrowheads="1"/>
            </p:cNvSpPr>
            <p:nvPr/>
          </p:nvSpPr>
          <p:spPr bwMode="auto">
            <a:xfrm>
              <a:off x="7545388"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463">
              <a:extLst>
                <a:ext uri="{FF2B5EF4-FFF2-40B4-BE49-F238E27FC236}">
                  <a16:creationId xmlns:a16="http://schemas.microsoft.com/office/drawing/2014/main" id="{A31BF90F-2DE0-46DB-BD62-0DF3BC3874CB}"/>
                </a:ext>
              </a:extLst>
            </p:cNvPr>
            <p:cNvSpPr>
              <a:spLocks noChangeArrowheads="1"/>
            </p:cNvSpPr>
            <p:nvPr/>
          </p:nvSpPr>
          <p:spPr bwMode="auto">
            <a:xfrm>
              <a:off x="7418388" y="1436688"/>
              <a:ext cx="23813"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464">
              <a:extLst>
                <a:ext uri="{FF2B5EF4-FFF2-40B4-BE49-F238E27FC236}">
                  <a16:creationId xmlns:a16="http://schemas.microsoft.com/office/drawing/2014/main" id="{A46150D0-9721-4889-87D3-AA1C14D7BB81}"/>
                </a:ext>
              </a:extLst>
            </p:cNvPr>
            <p:cNvSpPr>
              <a:spLocks noChangeArrowheads="1"/>
            </p:cNvSpPr>
            <p:nvPr/>
          </p:nvSpPr>
          <p:spPr bwMode="auto">
            <a:xfrm>
              <a:off x="7377113"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465">
              <a:extLst>
                <a:ext uri="{FF2B5EF4-FFF2-40B4-BE49-F238E27FC236}">
                  <a16:creationId xmlns:a16="http://schemas.microsoft.com/office/drawing/2014/main" id="{337ADAEE-1E94-4CEB-A1F2-204F209F6618}"/>
                </a:ext>
              </a:extLst>
            </p:cNvPr>
            <p:cNvSpPr>
              <a:spLocks noChangeArrowheads="1"/>
            </p:cNvSpPr>
            <p:nvPr/>
          </p:nvSpPr>
          <p:spPr bwMode="auto">
            <a:xfrm>
              <a:off x="7337426"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Rectangle 466">
              <a:extLst>
                <a:ext uri="{FF2B5EF4-FFF2-40B4-BE49-F238E27FC236}">
                  <a16:creationId xmlns:a16="http://schemas.microsoft.com/office/drawing/2014/main" id="{84D4E1F3-5716-43A6-898B-AE81DCD8E6E4}"/>
                </a:ext>
              </a:extLst>
            </p:cNvPr>
            <p:cNvSpPr>
              <a:spLocks noChangeArrowheads="1"/>
            </p:cNvSpPr>
            <p:nvPr/>
          </p:nvSpPr>
          <p:spPr bwMode="auto">
            <a:xfrm>
              <a:off x="7377113"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Rectangle 467">
              <a:extLst>
                <a:ext uri="{FF2B5EF4-FFF2-40B4-BE49-F238E27FC236}">
                  <a16:creationId xmlns:a16="http://schemas.microsoft.com/office/drawing/2014/main" id="{1E54122A-9171-412F-B65D-D0EB607C96D3}"/>
                </a:ext>
              </a:extLst>
            </p:cNvPr>
            <p:cNvSpPr>
              <a:spLocks noChangeArrowheads="1"/>
            </p:cNvSpPr>
            <p:nvPr/>
          </p:nvSpPr>
          <p:spPr bwMode="auto">
            <a:xfrm>
              <a:off x="7415213" y="1187450"/>
              <a:ext cx="222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468">
              <a:extLst>
                <a:ext uri="{FF2B5EF4-FFF2-40B4-BE49-F238E27FC236}">
                  <a16:creationId xmlns:a16="http://schemas.microsoft.com/office/drawing/2014/main" id="{019BF7AE-E422-4C8F-93E5-49829E56EC73}"/>
                </a:ext>
              </a:extLst>
            </p:cNvPr>
            <p:cNvSpPr>
              <a:spLocks noChangeArrowheads="1"/>
            </p:cNvSpPr>
            <p:nvPr/>
          </p:nvSpPr>
          <p:spPr bwMode="auto">
            <a:xfrm>
              <a:off x="70246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Rectangle 469">
              <a:extLst>
                <a:ext uri="{FF2B5EF4-FFF2-40B4-BE49-F238E27FC236}">
                  <a16:creationId xmlns:a16="http://schemas.microsoft.com/office/drawing/2014/main" id="{48620E67-AFA3-4170-8751-40BDAF3C61AB}"/>
                </a:ext>
              </a:extLst>
            </p:cNvPr>
            <p:cNvSpPr>
              <a:spLocks noChangeArrowheads="1"/>
            </p:cNvSpPr>
            <p:nvPr/>
          </p:nvSpPr>
          <p:spPr bwMode="auto">
            <a:xfrm>
              <a:off x="7061201"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Rectangle 470">
              <a:extLst>
                <a:ext uri="{FF2B5EF4-FFF2-40B4-BE49-F238E27FC236}">
                  <a16:creationId xmlns:a16="http://schemas.microsoft.com/office/drawing/2014/main" id="{A939880C-82E7-4F13-BB0B-FA60703CC856}"/>
                </a:ext>
              </a:extLst>
            </p:cNvPr>
            <p:cNvSpPr>
              <a:spLocks noChangeArrowheads="1"/>
            </p:cNvSpPr>
            <p:nvPr/>
          </p:nvSpPr>
          <p:spPr bwMode="auto">
            <a:xfrm>
              <a:off x="71008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Like2" descr="{&quot;Key&quot;:&quot;POWER_USER_SHAPE_ICON&quot;,&quot;Value&quot;:&quot;POWER_USER_SHAPE_ICON_STYLE_1&quot;}">
            <a:extLst>
              <a:ext uri="{FF2B5EF4-FFF2-40B4-BE49-F238E27FC236}">
                <a16:creationId xmlns:a16="http://schemas.microsoft.com/office/drawing/2014/main" id="{696914BC-B47C-FDCB-6462-FF8FDC211833}"/>
              </a:ext>
            </a:extLst>
          </p:cNvPr>
          <p:cNvGrpSpPr>
            <a:grpSpLocks noChangeAspect="1"/>
          </p:cNvGrpSpPr>
          <p:nvPr/>
        </p:nvGrpSpPr>
        <p:grpSpPr>
          <a:xfrm>
            <a:off x="1602590" y="2875929"/>
            <a:ext cx="763851" cy="762000"/>
            <a:chOff x="1929308" y="2939560"/>
            <a:chExt cx="577269" cy="575870"/>
          </a:xfrm>
          <a:solidFill>
            <a:schemeClr val="accent1"/>
          </a:solidFill>
        </p:grpSpPr>
        <p:sp>
          <p:nvSpPr>
            <p:cNvPr id="4" name="Free-form: Shape 3">
              <a:extLst>
                <a:ext uri="{FF2B5EF4-FFF2-40B4-BE49-F238E27FC236}">
                  <a16:creationId xmlns:a16="http://schemas.microsoft.com/office/drawing/2014/main" id="{DF0AD707-19B1-D65C-5162-4A9EFB55F7B7}"/>
                </a:ext>
              </a:extLst>
            </p:cNvPr>
            <p:cNvSpPr/>
            <p:nvPr/>
          </p:nvSpPr>
          <p:spPr>
            <a:xfrm>
              <a:off x="2049551" y="2939560"/>
              <a:ext cx="457026" cy="575870"/>
            </a:xfrm>
            <a:custGeom>
              <a:avLst/>
              <a:gdLst>
                <a:gd name="connsiteX0" fmla="*/ 457027 w 457026"/>
                <a:gd name="connsiteY0" fmla="*/ 244334 h 575870"/>
                <a:gd name="connsiteX1" fmla="*/ 457027 w 457026"/>
                <a:gd name="connsiteY1" fmla="*/ 251267 h 575870"/>
                <a:gd name="connsiteX2" fmla="*/ 419649 w 457026"/>
                <a:gd name="connsiteY2" fmla="*/ 299474 h 575870"/>
                <a:gd name="connsiteX3" fmla="*/ 419381 w 457026"/>
                <a:gd name="connsiteY3" fmla="*/ 300790 h 575870"/>
                <a:gd name="connsiteX4" fmla="*/ 437868 w 457026"/>
                <a:gd name="connsiteY4" fmla="*/ 344886 h 575870"/>
                <a:gd name="connsiteX5" fmla="*/ 399281 w 457026"/>
                <a:gd name="connsiteY5" fmla="*/ 391131 h 575870"/>
                <a:gd name="connsiteX6" fmla="*/ 398932 w 457026"/>
                <a:gd name="connsiteY6" fmla="*/ 392448 h 575870"/>
                <a:gd name="connsiteX7" fmla="*/ 414114 w 457026"/>
                <a:gd name="connsiteY7" fmla="*/ 447587 h 575870"/>
                <a:gd name="connsiteX8" fmla="*/ 378671 w 457026"/>
                <a:gd name="connsiteY8" fmla="*/ 482600 h 575870"/>
                <a:gd name="connsiteX9" fmla="*/ 378537 w 457026"/>
                <a:gd name="connsiteY9" fmla="*/ 483352 h 575870"/>
                <a:gd name="connsiteX10" fmla="*/ 397588 w 457026"/>
                <a:gd name="connsiteY10" fmla="*/ 521052 h 575870"/>
                <a:gd name="connsiteX11" fmla="*/ 344249 w 457026"/>
                <a:gd name="connsiteY11" fmla="*/ 575681 h 575870"/>
                <a:gd name="connsiteX12" fmla="*/ 151423 w 457026"/>
                <a:gd name="connsiteY12" fmla="*/ 575869 h 575870"/>
                <a:gd name="connsiteX13" fmla="*/ 97950 w 457026"/>
                <a:gd name="connsiteY13" fmla="*/ 573182 h 575870"/>
                <a:gd name="connsiteX14" fmla="*/ 6938 w 457026"/>
                <a:gd name="connsiteY14" fmla="*/ 514899 h 575870"/>
                <a:gd name="connsiteX15" fmla="*/ 3848 w 457026"/>
                <a:gd name="connsiteY15" fmla="*/ 509847 h 575870"/>
                <a:gd name="connsiteX16" fmla="*/ 1322 w 457026"/>
                <a:gd name="connsiteY16" fmla="*/ 506112 h 575870"/>
                <a:gd name="connsiteX17" fmla="*/ 112 w 457026"/>
                <a:gd name="connsiteY17" fmla="*/ 503855 h 575870"/>
                <a:gd name="connsiteX18" fmla="*/ 489 w 457026"/>
                <a:gd name="connsiteY18" fmla="*/ 477279 h 575870"/>
                <a:gd name="connsiteX19" fmla="*/ 2289 w 457026"/>
                <a:gd name="connsiteY19" fmla="*/ 476957 h 575870"/>
                <a:gd name="connsiteX20" fmla="*/ 125842 w 457026"/>
                <a:gd name="connsiteY20" fmla="*/ 562353 h 575870"/>
                <a:gd name="connsiteX21" fmla="*/ 323451 w 457026"/>
                <a:gd name="connsiteY21" fmla="*/ 562326 h 575870"/>
                <a:gd name="connsiteX22" fmla="*/ 354057 w 457026"/>
                <a:gd name="connsiteY22" fmla="*/ 561412 h 575870"/>
                <a:gd name="connsiteX23" fmla="*/ 379692 w 457026"/>
                <a:gd name="connsiteY23" fmla="*/ 541582 h 575870"/>
                <a:gd name="connsiteX24" fmla="*/ 382487 w 457026"/>
                <a:gd name="connsiteY24" fmla="*/ 511970 h 575870"/>
                <a:gd name="connsiteX25" fmla="*/ 370368 w 457026"/>
                <a:gd name="connsiteY25" fmla="*/ 493993 h 575870"/>
                <a:gd name="connsiteX26" fmla="*/ 328180 w 457026"/>
                <a:gd name="connsiteY26" fmla="*/ 484427 h 575870"/>
                <a:gd name="connsiteX27" fmla="*/ 307033 w 457026"/>
                <a:gd name="connsiteY27" fmla="*/ 484454 h 575870"/>
                <a:gd name="connsiteX28" fmla="*/ 300745 w 457026"/>
                <a:gd name="connsiteY28" fmla="*/ 478274 h 575870"/>
                <a:gd name="connsiteX29" fmla="*/ 300745 w 457026"/>
                <a:gd name="connsiteY29" fmla="*/ 477360 h 575870"/>
                <a:gd name="connsiteX30" fmla="*/ 307114 w 457026"/>
                <a:gd name="connsiteY30" fmla="*/ 470965 h 575870"/>
                <a:gd name="connsiteX31" fmla="*/ 361608 w 457026"/>
                <a:gd name="connsiteY31" fmla="*/ 470938 h 575870"/>
                <a:gd name="connsiteX32" fmla="*/ 401861 w 457026"/>
                <a:gd name="connsiteY32" fmla="*/ 441433 h 575870"/>
                <a:gd name="connsiteX33" fmla="*/ 378429 w 457026"/>
                <a:gd name="connsiteY33" fmla="*/ 395591 h 575870"/>
                <a:gd name="connsiteX34" fmla="*/ 356556 w 457026"/>
                <a:gd name="connsiteY34" fmla="*/ 393119 h 575870"/>
                <a:gd name="connsiteX35" fmla="*/ 306549 w 457026"/>
                <a:gd name="connsiteY35" fmla="*/ 392985 h 575870"/>
                <a:gd name="connsiteX36" fmla="*/ 301336 w 457026"/>
                <a:gd name="connsiteY36" fmla="*/ 387772 h 575870"/>
                <a:gd name="connsiteX37" fmla="*/ 301336 w 457026"/>
                <a:gd name="connsiteY37" fmla="*/ 385031 h 575870"/>
                <a:gd name="connsiteX38" fmla="*/ 306603 w 457026"/>
                <a:gd name="connsiteY38" fmla="*/ 379737 h 575870"/>
                <a:gd name="connsiteX39" fmla="*/ 370072 w 457026"/>
                <a:gd name="connsiteY39" fmla="*/ 379711 h 575870"/>
                <a:gd name="connsiteX40" fmla="*/ 399926 w 457026"/>
                <a:gd name="connsiteY40" fmla="*/ 376835 h 575870"/>
                <a:gd name="connsiteX41" fmla="*/ 422283 w 457026"/>
                <a:gd name="connsiteY41" fmla="*/ 353807 h 575870"/>
                <a:gd name="connsiteX42" fmla="*/ 413227 w 457026"/>
                <a:gd name="connsiteY42" fmla="*/ 313474 h 575870"/>
                <a:gd name="connsiteX43" fmla="*/ 384583 w 457026"/>
                <a:gd name="connsiteY43" fmla="*/ 301677 h 575870"/>
                <a:gd name="connsiteX44" fmla="*/ 306469 w 457026"/>
                <a:gd name="connsiteY44" fmla="*/ 301677 h 575870"/>
                <a:gd name="connsiteX45" fmla="*/ 299993 w 457026"/>
                <a:gd name="connsiteY45" fmla="*/ 295121 h 575870"/>
                <a:gd name="connsiteX46" fmla="*/ 299993 w 457026"/>
                <a:gd name="connsiteY46" fmla="*/ 294852 h 575870"/>
                <a:gd name="connsiteX47" fmla="*/ 306603 w 457026"/>
                <a:gd name="connsiteY47" fmla="*/ 288295 h 575870"/>
                <a:gd name="connsiteX48" fmla="*/ 402613 w 457026"/>
                <a:gd name="connsiteY48" fmla="*/ 288322 h 575870"/>
                <a:gd name="connsiteX49" fmla="*/ 433327 w 457026"/>
                <a:gd name="connsiteY49" fmla="*/ 274672 h 575870"/>
                <a:gd name="connsiteX50" fmla="*/ 442087 w 457026"/>
                <a:gd name="connsiteY50" fmla="*/ 237724 h 575870"/>
                <a:gd name="connsiteX51" fmla="*/ 429457 w 457026"/>
                <a:gd name="connsiteY51" fmla="*/ 217302 h 575870"/>
                <a:gd name="connsiteX52" fmla="*/ 405381 w 457026"/>
                <a:gd name="connsiteY52" fmla="*/ 207763 h 575870"/>
                <a:gd name="connsiteX53" fmla="*/ 214704 w 457026"/>
                <a:gd name="connsiteY53" fmla="*/ 207817 h 575870"/>
                <a:gd name="connsiteX54" fmla="*/ 208712 w 457026"/>
                <a:gd name="connsiteY54" fmla="*/ 206178 h 575870"/>
                <a:gd name="connsiteX55" fmla="*/ 207986 w 457026"/>
                <a:gd name="connsiteY55" fmla="*/ 198708 h 575870"/>
                <a:gd name="connsiteX56" fmla="*/ 211722 w 457026"/>
                <a:gd name="connsiteY56" fmla="*/ 189652 h 575870"/>
                <a:gd name="connsiteX57" fmla="*/ 229080 w 457026"/>
                <a:gd name="connsiteY57" fmla="*/ 110275 h 575870"/>
                <a:gd name="connsiteX58" fmla="*/ 218601 w 457026"/>
                <a:gd name="connsiteY58" fmla="*/ 51884 h 575870"/>
                <a:gd name="connsiteX59" fmla="*/ 190977 w 457026"/>
                <a:gd name="connsiteY59" fmla="*/ 19075 h 575870"/>
                <a:gd name="connsiteX60" fmla="*/ 161446 w 457026"/>
                <a:gd name="connsiteY60" fmla="*/ 20123 h 575870"/>
                <a:gd name="connsiteX61" fmla="*/ 157173 w 457026"/>
                <a:gd name="connsiteY61" fmla="*/ 32645 h 575870"/>
                <a:gd name="connsiteX62" fmla="*/ 150106 w 457026"/>
                <a:gd name="connsiteY62" fmla="*/ 66610 h 575870"/>
                <a:gd name="connsiteX63" fmla="*/ 118936 w 457026"/>
                <a:gd name="connsiteY63" fmla="*/ 155123 h 575870"/>
                <a:gd name="connsiteX64" fmla="*/ 103243 w 457026"/>
                <a:gd name="connsiteY64" fmla="*/ 181806 h 575870"/>
                <a:gd name="connsiteX65" fmla="*/ 74411 w 457026"/>
                <a:gd name="connsiteY65" fmla="*/ 215744 h 575870"/>
                <a:gd name="connsiteX66" fmla="*/ 52215 w 457026"/>
                <a:gd name="connsiteY66" fmla="*/ 231168 h 575870"/>
                <a:gd name="connsiteX67" fmla="*/ 1725 w 457026"/>
                <a:gd name="connsiteY67" fmla="*/ 296437 h 575870"/>
                <a:gd name="connsiteX68" fmla="*/ 516 w 457026"/>
                <a:gd name="connsiteY68" fmla="*/ 296249 h 575870"/>
                <a:gd name="connsiteX69" fmla="*/ 5 w 457026"/>
                <a:gd name="connsiteY69" fmla="*/ 272361 h 575870"/>
                <a:gd name="connsiteX70" fmla="*/ 3364 w 457026"/>
                <a:gd name="connsiteY70" fmla="*/ 262016 h 575870"/>
                <a:gd name="connsiteX71" fmla="*/ 46035 w 457026"/>
                <a:gd name="connsiteY71" fmla="*/ 219022 h 575870"/>
                <a:gd name="connsiteX72" fmla="*/ 68123 w 457026"/>
                <a:gd name="connsiteY72" fmla="*/ 203383 h 575870"/>
                <a:gd name="connsiteX73" fmla="*/ 88249 w 457026"/>
                <a:gd name="connsiteY73" fmla="*/ 180193 h 575870"/>
                <a:gd name="connsiteX74" fmla="*/ 116249 w 457026"/>
                <a:gd name="connsiteY74" fmla="*/ 128305 h 575870"/>
                <a:gd name="connsiteX75" fmla="*/ 144517 w 457026"/>
                <a:gd name="connsiteY75" fmla="*/ 26894 h 575870"/>
                <a:gd name="connsiteX76" fmla="*/ 189472 w 457026"/>
                <a:gd name="connsiteY76" fmla="*/ 3087 h 575870"/>
                <a:gd name="connsiteX77" fmla="*/ 235099 w 457026"/>
                <a:gd name="connsiteY77" fmla="*/ 58145 h 575870"/>
                <a:gd name="connsiteX78" fmla="*/ 241683 w 457026"/>
                <a:gd name="connsiteY78" fmla="*/ 126344 h 575870"/>
                <a:gd name="connsiteX79" fmla="*/ 225641 w 457026"/>
                <a:gd name="connsiteY79" fmla="*/ 192769 h 575870"/>
                <a:gd name="connsiteX80" fmla="*/ 226581 w 457026"/>
                <a:gd name="connsiteY80" fmla="*/ 194113 h 575870"/>
                <a:gd name="connsiteX81" fmla="*/ 395895 w 457026"/>
                <a:gd name="connsiteY81" fmla="*/ 194220 h 575870"/>
                <a:gd name="connsiteX82" fmla="*/ 421047 w 457026"/>
                <a:gd name="connsiteY82" fmla="*/ 197579 h 575870"/>
                <a:gd name="connsiteX83" fmla="*/ 442006 w 457026"/>
                <a:gd name="connsiteY83" fmla="*/ 210665 h 575870"/>
                <a:gd name="connsiteX84" fmla="*/ 457027 w 457026"/>
                <a:gd name="connsiteY84" fmla="*/ 244334 h 57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457026" h="575870">
                  <a:moveTo>
                    <a:pt x="457027" y="244334"/>
                  </a:moveTo>
                  <a:lnTo>
                    <a:pt x="457027" y="251267"/>
                  </a:lnTo>
                  <a:cubicBezTo>
                    <a:pt x="454232" y="275165"/>
                    <a:pt x="441773" y="291233"/>
                    <a:pt x="419649" y="299474"/>
                  </a:cubicBezTo>
                  <a:cubicBezTo>
                    <a:pt x="418843" y="299778"/>
                    <a:pt x="418754" y="300217"/>
                    <a:pt x="419381" y="300790"/>
                  </a:cubicBezTo>
                  <a:cubicBezTo>
                    <a:pt x="433013" y="313097"/>
                    <a:pt x="439176" y="327796"/>
                    <a:pt x="437868" y="344886"/>
                  </a:cubicBezTo>
                  <a:cubicBezTo>
                    <a:pt x="436148" y="367269"/>
                    <a:pt x="420993" y="385219"/>
                    <a:pt x="399281" y="391131"/>
                  </a:cubicBezTo>
                  <a:cubicBezTo>
                    <a:pt x="398403" y="391364"/>
                    <a:pt x="398287" y="391803"/>
                    <a:pt x="398932" y="392448"/>
                  </a:cubicBezTo>
                  <a:cubicBezTo>
                    <a:pt x="415108" y="408660"/>
                    <a:pt x="420169" y="427039"/>
                    <a:pt x="414114" y="447587"/>
                  </a:cubicBezTo>
                  <a:cubicBezTo>
                    <a:pt x="409062" y="464784"/>
                    <a:pt x="395761" y="477199"/>
                    <a:pt x="378671" y="482600"/>
                  </a:cubicBezTo>
                  <a:cubicBezTo>
                    <a:pt x="378169" y="482761"/>
                    <a:pt x="378125" y="483012"/>
                    <a:pt x="378537" y="483352"/>
                  </a:cubicBezTo>
                  <a:cubicBezTo>
                    <a:pt x="390467" y="493187"/>
                    <a:pt x="396818" y="505754"/>
                    <a:pt x="397588" y="521052"/>
                  </a:cubicBezTo>
                  <a:cubicBezTo>
                    <a:pt x="399147" y="551793"/>
                    <a:pt x="374748" y="575600"/>
                    <a:pt x="344249" y="575681"/>
                  </a:cubicBezTo>
                  <a:cubicBezTo>
                    <a:pt x="343676" y="575681"/>
                    <a:pt x="279401" y="575744"/>
                    <a:pt x="151423" y="575869"/>
                  </a:cubicBezTo>
                  <a:cubicBezTo>
                    <a:pt x="125484" y="575905"/>
                    <a:pt x="107659" y="575009"/>
                    <a:pt x="97950" y="573182"/>
                  </a:cubicBezTo>
                  <a:cubicBezTo>
                    <a:pt x="61280" y="566321"/>
                    <a:pt x="30942" y="546893"/>
                    <a:pt x="6938" y="514899"/>
                  </a:cubicBezTo>
                  <a:cubicBezTo>
                    <a:pt x="5254" y="512642"/>
                    <a:pt x="4224" y="510958"/>
                    <a:pt x="3848" y="509847"/>
                  </a:cubicBezTo>
                  <a:cubicBezTo>
                    <a:pt x="3256" y="508181"/>
                    <a:pt x="2414" y="506936"/>
                    <a:pt x="1322" y="506112"/>
                  </a:cubicBezTo>
                  <a:cubicBezTo>
                    <a:pt x="498" y="505485"/>
                    <a:pt x="95" y="504732"/>
                    <a:pt x="112" y="503855"/>
                  </a:cubicBezTo>
                  <a:lnTo>
                    <a:pt x="489" y="477279"/>
                  </a:lnTo>
                  <a:cubicBezTo>
                    <a:pt x="542" y="473929"/>
                    <a:pt x="1143" y="473822"/>
                    <a:pt x="2289" y="476957"/>
                  </a:cubicBezTo>
                  <a:cubicBezTo>
                    <a:pt x="21502" y="529328"/>
                    <a:pt x="70649" y="562353"/>
                    <a:pt x="125842" y="562353"/>
                  </a:cubicBezTo>
                  <a:cubicBezTo>
                    <a:pt x="197229" y="562371"/>
                    <a:pt x="263099" y="562362"/>
                    <a:pt x="323451" y="562326"/>
                  </a:cubicBezTo>
                  <a:cubicBezTo>
                    <a:pt x="341007" y="562326"/>
                    <a:pt x="351209" y="562021"/>
                    <a:pt x="354057" y="561412"/>
                  </a:cubicBezTo>
                  <a:cubicBezTo>
                    <a:pt x="364770" y="559119"/>
                    <a:pt x="373315" y="552509"/>
                    <a:pt x="379692" y="541582"/>
                  </a:cubicBezTo>
                  <a:cubicBezTo>
                    <a:pt x="384762" y="532911"/>
                    <a:pt x="385693" y="523041"/>
                    <a:pt x="382487" y="511970"/>
                  </a:cubicBezTo>
                  <a:cubicBezTo>
                    <a:pt x="380462" y="505001"/>
                    <a:pt x="376423" y="499009"/>
                    <a:pt x="370368" y="493993"/>
                  </a:cubicBezTo>
                  <a:cubicBezTo>
                    <a:pt x="357631" y="483406"/>
                    <a:pt x="347286" y="484481"/>
                    <a:pt x="328180" y="484427"/>
                  </a:cubicBezTo>
                  <a:cubicBezTo>
                    <a:pt x="317056" y="484391"/>
                    <a:pt x="310007" y="484400"/>
                    <a:pt x="307033" y="484454"/>
                  </a:cubicBezTo>
                  <a:cubicBezTo>
                    <a:pt x="302841" y="484525"/>
                    <a:pt x="300745" y="482465"/>
                    <a:pt x="300745" y="478274"/>
                  </a:cubicBezTo>
                  <a:lnTo>
                    <a:pt x="300745" y="477360"/>
                  </a:lnTo>
                  <a:cubicBezTo>
                    <a:pt x="300745" y="473096"/>
                    <a:pt x="302868" y="470965"/>
                    <a:pt x="307114" y="470965"/>
                  </a:cubicBezTo>
                  <a:cubicBezTo>
                    <a:pt x="342673" y="470947"/>
                    <a:pt x="360838" y="470938"/>
                    <a:pt x="361608" y="470938"/>
                  </a:cubicBezTo>
                  <a:cubicBezTo>
                    <a:pt x="382944" y="470830"/>
                    <a:pt x="396361" y="460995"/>
                    <a:pt x="401861" y="441433"/>
                  </a:cubicBezTo>
                  <a:cubicBezTo>
                    <a:pt x="407074" y="422865"/>
                    <a:pt x="396460" y="402685"/>
                    <a:pt x="378429" y="395591"/>
                  </a:cubicBezTo>
                  <a:cubicBezTo>
                    <a:pt x="374327" y="393979"/>
                    <a:pt x="367036" y="393155"/>
                    <a:pt x="356556" y="393119"/>
                  </a:cubicBezTo>
                  <a:cubicBezTo>
                    <a:pt x="348764" y="393101"/>
                    <a:pt x="332095" y="393057"/>
                    <a:pt x="306549" y="392985"/>
                  </a:cubicBezTo>
                  <a:cubicBezTo>
                    <a:pt x="303074" y="392967"/>
                    <a:pt x="301336" y="391229"/>
                    <a:pt x="301336" y="387772"/>
                  </a:cubicBezTo>
                  <a:lnTo>
                    <a:pt x="301336" y="385031"/>
                  </a:lnTo>
                  <a:cubicBezTo>
                    <a:pt x="301336" y="381520"/>
                    <a:pt x="303092" y="379755"/>
                    <a:pt x="306603" y="379737"/>
                  </a:cubicBezTo>
                  <a:cubicBezTo>
                    <a:pt x="328100" y="379630"/>
                    <a:pt x="349256" y="379621"/>
                    <a:pt x="370072" y="379711"/>
                  </a:cubicBezTo>
                  <a:cubicBezTo>
                    <a:pt x="384565" y="379764"/>
                    <a:pt x="394516" y="378806"/>
                    <a:pt x="399926" y="376835"/>
                  </a:cubicBezTo>
                  <a:cubicBezTo>
                    <a:pt x="410782" y="372930"/>
                    <a:pt x="418234" y="365254"/>
                    <a:pt x="422283" y="353807"/>
                  </a:cubicBezTo>
                  <a:cubicBezTo>
                    <a:pt x="427415" y="339297"/>
                    <a:pt x="423922" y="324410"/>
                    <a:pt x="413227" y="313474"/>
                  </a:cubicBezTo>
                  <a:cubicBezTo>
                    <a:pt x="405470" y="305538"/>
                    <a:pt x="395922" y="301606"/>
                    <a:pt x="384583" y="301677"/>
                  </a:cubicBezTo>
                  <a:cubicBezTo>
                    <a:pt x="370771" y="301767"/>
                    <a:pt x="344733" y="301767"/>
                    <a:pt x="306469" y="301677"/>
                  </a:cubicBezTo>
                  <a:cubicBezTo>
                    <a:pt x="302277" y="301677"/>
                    <a:pt x="300118" y="299492"/>
                    <a:pt x="299993" y="295121"/>
                  </a:cubicBezTo>
                  <a:cubicBezTo>
                    <a:pt x="299993" y="295067"/>
                    <a:pt x="299993" y="294977"/>
                    <a:pt x="299993" y="294852"/>
                  </a:cubicBezTo>
                  <a:cubicBezTo>
                    <a:pt x="300136" y="290481"/>
                    <a:pt x="302339" y="288295"/>
                    <a:pt x="306603" y="288295"/>
                  </a:cubicBezTo>
                  <a:cubicBezTo>
                    <a:pt x="369463" y="288295"/>
                    <a:pt x="401467" y="288304"/>
                    <a:pt x="402613" y="288322"/>
                  </a:cubicBezTo>
                  <a:cubicBezTo>
                    <a:pt x="414651" y="288484"/>
                    <a:pt x="425265" y="283969"/>
                    <a:pt x="433327" y="274672"/>
                  </a:cubicBezTo>
                  <a:cubicBezTo>
                    <a:pt x="442552" y="264049"/>
                    <a:pt x="445472" y="251733"/>
                    <a:pt x="442087" y="237724"/>
                  </a:cubicBezTo>
                  <a:cubicBezTo>
                    <a:pt x="440116" y="229520"/>
                    <a:pt x="435906" y="222712"/>
                    <a:pt x="429457" y="217302"/>
                  </a:cubicBezTo>
                  <a:cubicBezTo>
                    <a:pt x="421915" y="210961"/>
                    <a:pt x="413890" y="207781"/>
                    <a:pt x="405381" y="207763"/>
                  </a:cubicBezTo>
                  <a:cubicBezTo>
                    <a:pt x="325538" y="207566"/>
                    <a:pt x="261979" y="207584"/>
                    <a:pt x="214704" y="207817"/>
                  </a:cubicBezTo>
                  <a:cubicBezTo>
                    <a:pt x="211766" y="207835"/>
                    <a:pt x="209769" y="207288"/>
                    <a:pt x="208712" y="206178"/>
                  </a:cubicBezTo>
                  <a:cubicBezTo>
                    <a:pt x="207064" y="204440"/>
                    <a:pt x="206822" y="201950"/>
                    <a:pt x="207986" y="198708"/>
                  </a:cubicBezTo>
                  <a:cubicBezTo>
                    <a:pt x="208094" y="198421"/>
                    <a:pt x="209339" y="195402"/>
                    <a:pt x="211722" y="189652"/>
                  </a:cubicBezTo>
                  <a:cubicBezTo>
                    <a:pt x="223115" y="162244"/>
                    <a:pt x="228901" y="135785"/>
                    <a:pt x="229080" y="110275"/>
                  </a:cubicBezTo>
                  <a:cubicBezTo>
                    <a:pt x="229241" y="89208"/>
                    <a:pt x="225748" y="69745"/>
                    <a:pt x="218601" y="51884"/>
                  </a:cubicBezTo>
                  <a:cubicBezTo>
                    <a:pt x="213011" y="37983"/>
                    <a:pt x="203804" y="27047"/>
                    <a:pt x="190977" y="19075"/>
                  </a:cubicBezTo>
                  <a:cubicBezTo>
                    <a:pt x="180793" y="12760"/>
                    <a:pt x="169265" y="10154"/>
                    <a:pt x="161446" y="20123"/>
                  </a:cubicBezTo>
                  <a:cubicBezTo>
                    <a:pt x="159690" y="22362"/>
                    <a:pt x="158266" y="26536"/>
                    <a:pt x="157173" y="32645"/>
                  </a:cubicBezTo>
                  <a:cubicBezTo>
                    <a:pt x="155006" y="44701"/>
                    <a:pt x="152650" y="56022"/>
                    <a:pt x="150106" y="66610"/>
                  </a:cubicBezTo>
                  <a:cubicBezTo>
                    <a:pt x="142565" y="97995"/>
                    <a:pt x="132174" y="127499"/>
                    <a:pt x="118936" y="155123"/>
                  </a:cubicBezTo>
                  <a:cubicBezTo>
                    <a:pt x="116679" y="159816"/>
                    <a:pt x="111448" y="168711"/>
                    <a:pt x="103243" y="181806"/>
                  </a:cubicBezTo>
                  <a:cubicBezTo>
                    <a:pt x="95057" y="194883"/>
                    <a:pt x="85446" y="206196"/>
                    <a:pt x="74411" y="215744"/>
                  </a:cubicBezTo>
                  <a:cubicBezTo>
                    <a:pt x="72566" y="217356"/>
                    <a:pt x="65167" y="222497"/>
                    <a:pt x="52215" y="231168"/>
                  </a:cubicBezTo>
                  <a:cubicBezTo>
                    <a:pt x="28193" y="247272"/>
                    <a:pt x="11362" y="269029"/>
                    <a:pt x="1725" y="296437"/>
                  </a:cubicBezTo>
                  <a:cubicBezTo>
                    <a:pt x="954" y="298641"/>
                    <a:pt x="551" y="298578"/>
                    <a:pt x="516" y="296249"/>
                  </a:cubicBezTo>
                  <a:cubicBezTo>
                    <a:pt x="318" y="285304"/>
                    <a:pt x="148" y="277341"/>
                    <a:pt x="5" y="272361"/>
                  </a:cubicBezTo>
                  <a:cubicBezTo>
                    <a:pt x="-85" y="269029"/>
                    <a:pt x="1035" y="265580"/>
                    <a:pt x="3364" y="262016"/>
                  </a:cubicBezTo>
                  <a:cubicBezTo>
                    <a:pt x="14471" y="244979"/>
                    <a:pt x="28694" y="230648"/>
                    <a:pt x="46035" y="219022"/>
                  </a:cubicBezTo>
                  <a:cubicBezTo>
                    <a:pt x="58342" y="210799"/>
                    <a:pt x="65705" y="205586"/>
                    <a:pt x="68123" y="203383"/>
                  </a:cubicBezTo>
                  <a:cubicBezTo>
                    <a:pt x="75486" y="196701"/>
                    <a:pt x="82194" y="188971"/>
                    <a:pt x="88249" y="180193"/>
                  </a:cubicBezTo>
                  <a:cubicBezTo>
                    <a:pt x="99499" y="163856"/>
                    <a:pt x="108832" y="146560"/>
                    <a:pt x="116249" y="128305"/>
                  </a:cubicBezTo>
                  <a:cubicBezTo>
                    <a:pt x="129022" y="96884"/>
                    <a:pt x="138444" y="63081"/>
                    <a:pt x="144517" y="26894"/>
                  </a:cubicBezTo>
                  <a:cubicBezTo>
                    <a:pt x="148145" y="5424"/>
                    <a:pt x="169534" y="-5861"/>
                    <a:pt x="189472" y="3087"/>
                  </a:cubicBezTo>
                  <a:cubicBezTo>
                    <a:pt x="212743" y="13513"/>
                    <a:pt x="227549" y="33182"/>
                    <a:pt x="235099" y="58145"/>
                  </a:cubicBezTo>
                  <a:cubicBezTo>
                    <a:pt x="241817" y="80359"/>
                    <a:pt x="244012" y="103091"/>
                    <a:pt x="241683" y="126344"/>
                  </a:cubicBezTo>
                  <a:cubicBezTo>
                    <a:pt x="239533" y="147877"/>
                    <a:pt x="234186" y="170018"/>
                    <a:pt x="225641" y="192769"/>
                  </a:cubicBezTo>
                  <a:cubicBezTo>
                    <a:pt x="225300" y="193647"/>
                    <a:pt x="225614" y="194095"/>
                    <a:pt x="226581" y="194113"/>
                  </a:cubicBezTo>
                  <a:cubicBezTo>
                    <a:pt x="238601" y="194184"/>
                    <a:pt x="295040" y="194220"/>
                    <a:pt x="395895" y="194220"/>
                  </a:cubicBezTo>
                  <a:cubicBezTo>
                    <a:pt x="405372" y="194238"/>
                    <a:pt x="413756" y="195358"/>
                    <a:pt x="421047" y="197579"/>
                  </a:cubicBezTo>
                  <a:cubicBezTo>
                    <a:pt x="429054" y="200033"/>
                    <a:pt x="436041" y="204395"/>
                    <a:pt x="442006" y="210665"/>
                  </a:cubicBezTo>
                  <a:cubicBezTo>
                    <a:pt x="450623" y="219730"/>
                    <a:pt x="455630" y="230953"/>
                    <a:pt x="457027" y="244334"/>
                  </a:cubicBezTo>
                  <a:close/>
                </a:path>
              </a:pathLst>
            </a:custGeom>
            <a:grpFill/>
            <a:ln w="26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D570D932-A763-BBC0-91A4-97E284D1666A}"/>
                </a:ext>
              </a:extLst>
            </p:cNvPr>
            <p:cNvSpPr/>
            <p:nvPr/>
          </p:nvSpPr>
          <p:spPr>
            <a:xfrm>
              <a:off x="1929308" y="3174003"/>
              <a:ext cx="104456" cy="333367"/>
            </a:xfrm>
            <a:custGeom>
              <a:avLst/>
              <a:gdLst>
                <a:gd name="connsiteX0" fmla="*/ 104448 w 104456"/>
                <a:gd name="connsiteY0" fmla="*/ 166684 h 333367"/>
                <a:gd name="connsiteX1" fmla="*/ 104394 w 104456"/>
                <a:gd name="connsiteY1" fmla="*/ 311922 h 333367"/>
                <a:gd name="connsiteX2" fmla="*/ 84321 w 104456"/>
                <a:gd name="connsiteY2" fmla="*/ 333365 h 333367"/>
                <a:gd name="connsiteX3" fmla="*/ 6449 w 104456"/>
                <a:gd name="connsiteY3" fmla="*/ 333150 h 333367"/>
                <a:gd name="connsiteX4" fmla="*/ 0 w 104456"/>
                <a:gd name="connsiteY4" fmla="*/ 326701 h 333367"/>
                <a:gd name="connsiteX5" fmla="*/ 0 w 104456"/>
                <a:gd name="connsiteY5" fmla="*/ 326432 h 333367"/>
                <a:gd name="connsiteX6" fmla="*/ 6315 w 104456"/>
                <a:gd name="connsiteY6" fmla="*/ 319902 h 333367"/>
                <a:gd name="connsiteX7" fmla="*/ 86283 w 104456"/>
                <a:gd name="connsiteY7" fmla="*/ 319875 h 333367"/>
                <a:gd name="connsiteX8" fmla="*/ 90985 w 104456"/>
                <a:gd name="connsiteY8" fmla="*/ 315146 h 333367"/>
                <a:gd name="connsiteX9" fmla="*/ 91039 w 104456"/>
                <a:gd name="connsiteY9" fmla="*/ 166684 h 333367"/>
                <a:gd name="connsiteX10" fmla="*/ 91012 w 104456"/>
                <a:gd name="connsiteY10" fmla="*/ 18222 h 333367"/>
                <a:gd name="connsiteX11" fmla="*/ 86310 w 104456"/>
                <a:gd name="connsiteY11" fmla="*/ 13492 h 333367"/>
                <a:gd name="connsiteX12" fmla="*/ 6342 w 104456"/>
                <a:gd name="connsiteY12" fmla="*/ 13438 h 333367"/>
                <a:gd name="connsiteX13" fmla="*/ 27 w 104456"/>
                <a:gd name="connsiteY13" fmla="*/ 6909 h 333367"/>
                <a:gd name="connsiteX14" fmla="*/ 27 w 104456"/>
                <a:gd name="connsiteY14" fmla="*/ 6640 h 333367"/>
                <a:gd name="connsiteX15" fmla="*/ 6476 w 104456"/>
                <a:gd name="connsiteY15" fmla="*/ 191 h 333367"/>
                <a:gd name="connsiteX16" fmla="*/ 84348 w 104456"/>
                <a:gd name="connsiteY16" fmla="*/ 3 h 333367"/>
                <a:gd name="connsiteX17" fmla="*/ 104421 w 104456"/>
                <a:gd name="connsiteY17" fmla="*/ 21446 h 333367"/>
                <a:gd name="connsiteX18" fmla="*/ 104448 w 104456"/>
                <a:gd name="connsiteY18" fmla="*/ 166684 h 33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456" h="333367">
                  <a:moveTo>
                    <a:pt x="104448" y="166684"/>
                  </a:moveTo>
                  <a:cubicBezTo>
                    <a:pt x="104448" y="248623"/>
                    <a:pt x="104430" y="297035"/>
                    <a:pt x="104394" y="311922"/>
                  </a:cubicBezTo>
                  <a:cubicBezTo>
                    <a:pt x="104358" y="326181"/>
                    <a:pt x="97667" y="333329"/>
                    <a:pt x="84321" y="333365"/>
                  </a:cubicBezTo>
                  <a:cubicBezTo>
                    <a:pt x="77245" y="333383"/>
                    <a:pt x="51288" y="333311"/>
                    <a:pt x="6449" y="333150"/>
                  </a:cubicBezTo>
                  <a:cubicBezTo>
                    <a:pt x="2168" y="333132"/>
                    <a:pt x="18" y="330982"/>
                    <a:pt x="0" y="326701"/>
                  </a:cubicBezTo>
                  <a:cubicBezTo>
                    <a:pt x="0" y="326665"/>
                    <a:pt x="0" y="326575"/>
                    <a:pt x="0" y="326432"/>
                  </a:cubicBezTo>
                  <a:cubicBezTo>
                    <a:pt x="-18" y="322079"/>
                    <a:pt x="2087" y="319902"/>
                    <a:pt x="6315" y="319902"/>
                  </a:cubicBezTo>
                  <a:lnTo>
                    <a:pt x="86283" y="319875"/>
                  </a:lnTo>
                  <a:cubicBezTo>
                    <a:pt x="89400" y="319875"/>
                    <a:pt x="90967" y="318299"/>
                    <a:pt x="90985" y="315146"/>
                  </a:cubicBezTo>
                  <a:cubicBezTo>
                    <a:pt x="91021" y="240570"/>
                    <a:pt x="91039" y="191083"/>
                    <a:pt x="91039" y="166684"/>
                  </a:cubicBezTo>
                  <a:cubicBezTo>
                    <a:pt x="91039" y="142285"/>
                    <a:pt x="91030" y="92798"/>
                    <a:pt x="91012" y="18222"/>
                  </a:cubicBezTo>
                  <a:cubicBezTo>
                    <a:pt x="90994" y="15069"/>
                    <a:pt x="89427" y="13492"/>
                    <a:pt x="86310" y="13492"/>
                  </a:cubicBezTo>
                  <a:lnTo>
                    <a:pt x="6342" y="13438"/>
                  </a:lnTo>
                  <a:cubicBezTo>
                    <a:pt x="2114" y="13438"/>
                    <a:pt x="9" y="11262"/>
                    <a:pt x="27" y="6909"/>
                  </a:cubicBezTo>
                  <a:cubicBezTo>
                    <a:pt x="27" y="6766"/>
                    <a:pt x="27" y="6676"/>
                    <a:pt x="27" y="6640"/>
                  </a:cubicBezTo>
                  <a:cubicBezTo>
                    <a:pt x="45" y="2359"/>
                    <a:pt x="2195" y="209"/>
                    <a:pt x="6476" y="191"/>
                  </a:cubicBezTo>
                  <a:cubicBezTo>
                    <a:pt x="51315" y="48"/>
                    <a:pt x="77272" y="-15"/>
                    <a:pt x="84348" y="3"/>
                  </a:cubicBezTo>
                  <a:cubicBezTo>
                    <a:pt x="97694" y="39"/>
                    <a:pt x="104385" y="7187"/>
                    <a:pt x="104421" y="21446"/>
                  </a:cubicBezTo>
                  <a:cubicBezTo>
                    <a:pt x="104457" y="36333"/>
                    <a:pt x="104466" y="84745"/>
                    <a:pt x="104448" y="166684"/>
                  </a:cubicBezTo>
                  <a:close/>
                </a:path>
              </a:pathLst>
            </a:custGeom>
            <a:grpFill/>
            <a:ln w="26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85712101"/>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SMART goals</a:t>
            </a:r>
          </a:p>
        </p:txBody>
      </p:sp>
      <p:grpSp>
        <p:nvGrpSpPr>
          <p:cNvPr id="30" name="ShapeNameChangedByPowerUser1"/>
          <p:cNvGrpSpPr/>
          <p:nvPr/>
        </p:nvGrpSpPr>
        <p:grpSpPr>
          <a:xfrm>
            <a:off x="1018988" y="1690688"/>
            <a:ext cx="1680883" cy="2585305"/>
            <a:chOff x="1018988" y="1637071"/>
            <a:chExt cx="1680883" cy="2585305"/>
          </a:xfrm>
        </p:grpSpPr>
        <p:sp>
          <p:nvSpPr>
            <p:cNvPr id="8" name="Freeform 7"/>
            <p:cNvSpPr/>
            <p:nvPr/>
          </p:nvSpPr>
          <p:spPr>
            <a:xfrm>
              <a:off x="101898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Specific</a:t>
              </a:r>
            </a:p>
          </p:txBody>
        </p:sp>
        <p:sp>
          <p:nvSpPr>
            <p:cNvPr id="13" name="Freeform 12"/>
            <p:cNvSpPr/>
            <p:nvPr/>
          </p:nvSpPr>
          <p:spPr>
            <a:xfrm>
              <a:off x="140222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9" name="ShapeNameChangedByPowerUser2"/>
          <p:cNvGrpSpPr/>
          <p:nvPr/>
        </p:nvGrpSpPr>
        <p:grpSpPr>
          <a:xfrm>
            <a:off x="3137273" y="1690688"/>
            <a:ext cx="1680883" cy="2585305"/>
            <a:chOff x="3843368" y="1637071"/>
            <a:chExt cx="1680883" cy="2585305"/>
          </a:xfrm>
        </p:grpSpPr>
        <p:sp>
          <p:nvSpPr>
            <p:cNvPr id="14" name="Freeform 13"/>
            <p:cNvSpPr/>
            <p:nvPr/>
          </p:nvSpPr>
          <p:spPr>
            <a:xfrm>
              <a:off x="384336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Measurable</a:t>
              </a:r>
            </a:p>
          </p:txBody>
        </p:sp>
        <p:sp>
          <p:nvSpPr>
            <p:cNvPr id="15" name="Freeform 14"/>
            <p:cNvSpPr/>
            <p:nvPr/>
          </p:nvSpPr>
          <p:spPr>
            <a:xfrm>
              <a:off x="422660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8" name="ShapeNameChangedByPowerUser3"/>
          <p:cNvGrpSpPr/>
          <p:nvPr/>
        </p:nvGrpSpPr>
        <p:grpSpPr>
          <a:xfrm>
            <a:off x="5255558" y="1690688"/>
            <a:ext cx="1680883" cy="2585305"/>
            <a:chOff x="6667748" y="1637071"/>
            <a:chExt cx="1680883" cy="2585305"/>
          </a:xfrm>
        </p:grpSpPr>
        <p:sp>
          <p:nvSpPr>
            <p:cNvPr id="16" name="Freeform 15"/>
            <p:cNvSpPr/>
            <p:nvPr/>
          </p:nvSpPr>
          <p:spPr>
            <a:xfrm>
              <a:off x="666774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Attainable</a:t>
              </a:r>
            </a:p>
          </p:txBody>
        </p:sp>
        <p:sp>
          <p:nvSpPr>
            <p:cNvPr id="17" name="Freeform 16"/>
            <p:cNvSpPr/>
            <p:nvPr/>
          </p:nvSpPr>
          <p:spPr>
            <a:xfrm>
              <a:off x="705098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7" name="ShapeNameChangedByPowerUser4"/>
          <p:cNvGrpSpPr/>
          <p:nvPr/>
        </p:nvGrpSpPr>
        <p:grpSpPr>
          <a:xfrm>
            <a:off x="7373843" y="1690688"/>
            <a:ext cx="1680883" cy="2585305"/>
            <a:chOff x="9492129" y="1637071"/>
            <a:chExt cx="1680883" cy="2585305"/>
          </a:xfrm>
        </p:grpSpPr>
        <p:sp>
          <p:nvSpPr>
            <p:cNvPr id="18" name="Freeform 17"/>
            <p:cNvSpPr/>
            <p:nvPr/>
          </p:nvSpPr>
          <p:spPr>
            <a:xfrm>
              <a:off x="9492129"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Relevant</a:t>
              </a:r>
            </a:p>
          </p:txBody>
        </p:sp>
        <p:sp>
          <p:nvSpPr>
            <p:cNvPr id="19" name="Freeform 18"/>
            <p:cNvSpPr/>
            <p:nvPr/>
          </p:nvSpPr>
          <p:spPr>
            <a:xfrm>
              <a:off x="9875369"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6" name="ShapeNameChangedByPowerUser5"/>
          <p:cNvGrpSpPr/>
          <p:nvPr/>
        </p:nvGrpSpPr>
        <p:grpSpPr>
          <a:xfrm>
            <a:off x="9492129" y="1690688"/>
            <a:ext cx="1680883" cy="2585305"/>
            <a:chOff x="11556252" y="1637071"/>
            <a:chExt cx="1680883" cy="2585305"/>
          </a:xfrm>
        </p:grpSpPr>
        <p:sp>
          <p:nvSpPr>
            <p:cNvPr id="24" name="Freeform 23"/>
            <p:cNvSpPr/>
            <p:nvPr/>
          </p:nvSpPr>
          <p:spPr>
            <a:xfrm>
              <a:off x="11556252"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Time-based</a:t>
              </a:r>
            </a:p>
          </p:txBody>
        </p:sp>
        <p:sp>
          <p:nvSpPr>
            <p:cNvPr id="25" name="Freeform 24"/>
            <p:cNvSpPr/>
            <p:nvPr/>
          </p:nvSpPr>
          <p:spPr>
            <a:xfrm>
              <a:off x="11939492"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35" name="Rectangle 34"/>
          <p:cNvSpPr/>
          <p:nvPr/>
        </p:nvSpPr>
        <p:spPr>
          <a:xfrm>
            <a:off x="1402228"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S</a:t>
            </a:r>
          </a:p>
        </p:txBody>
      </p:sp>
      <p:sp>
        <p:nvSpPr>
          <p:cNvPr id="36" name="Rectangle 35"/>
          <p:cNvSpPr/>
          <p:nvPr/>
        </p:nvSpPr>
        <p:spPr>
          <a:xfrm>
            <a:off x="3526986"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M</a:t>
            </a:r>
          </a:p>
        </p:txBody>
      </p:sp>
      <p:sp>
        <p:nvSpPr>
          <p:cNvPr id="37" name="Rectangle 36"/>
          <p:cNvSpPr/>
          <p:nvPr/>
        </p:nvSpPr>
        <p:spPr>
          <a:xfrm>
            <a:off x="5651744"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A</a:t>
            </a:r>
          </a:p>
        </p:txBody>
      </p:sp>
      <p:sp>
        <p:nvSpPr>
          <p:cNvPr id="38" name="Rectangle 37"/>
          <p:cNvSpPr/>
          <p:nvPr/>
        </p:nvSpPr>
        <p:spPr>
          <a:xfrm>
            <a:off x="7776502"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R</a:t>
            </a:r>
          </a:p>
        </p:txBody>
      </p:sp>
      <p:sp>
        <p:nvSpPr>
          <p:cNvPr id="39" name="Rectangle 38"/>
          <p:cNvSpPr/>
          <p:nvPr/>
        </p:nvSpPr>
        <p:spPr>
          <a:xfrm>
            <a:off x="9901260"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T</a:t>
            </a:r>
          </a:p>
        </p:txBody>
      </p:sp>
      <p:sp>
        <p:nvSpPr>
          <p:cNvPr id="34" name="Rectangle 33">
            <a:extLst>
              <a:ext uri="{FF2B5EF4-FFF2-40B4-BE49-F238E27FC236}">
                <a16:creationId xmlns:a16="http://schemas.microsoft.com/office/drawing/2014/main" id="{44CC4249-339B-D6A9-6A17-E42902E77D7E}"/>
              </a:ext>
            </a:extLst>
          </p:cNvPr>
          <p:cNvSpPr/>
          <p:nvPr/>
        </p:nvSpPr>
        <p:spPr bwMode="auto">
          <a:xfrm>
            <a:off x="909932"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50" name="Rectangle 49">
            <a:extLst>
              <a:ext uri="{FF2B5EF4-FFF2-40B4-BE49-F238E27FC236}">
                <a16:creationId xmlns:a16="http://schemas.microsoft.com/office/drawing/2014/main" id="{CB89383C-EF1F-E4EA-BF26-D98FA95466A4}"/>
              </a:ext>
            </a:extLst>
          </p:cNvPr>
          <p:cNvSpPr/>
          <p:nvPr/>
        </p:nvSpPr>
        <p:spPr bwMode="auto">
          <a:xfrm>
            <a:off x="2981000"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1" name="Rectangle 50">
            <a:extLst>
              <a:ext uri="{FF2B5EF4-FFF2-40B4-BE49-F238E27FC236}">
                <a16:creationId xmlns:a16="http://schemas.microsoft.com/office/drawing/2014/main" id="{6F1A807B-C79F-07AA-8FD4-9331FA42295A}"/>
              </a:ext>
            </a:extLst>
          </p:cNvPr>
          <p:cNvSpPr/>
          <p:nvPr/>
        </p:nvSpPr>
        <p:spPr bwMode="auto">
          <a:xfrm>
            <a:off x="5052068"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2" name="Rectangle 51">
            <a:extLst>
              <a:ext uri="{FF2B5EF4-FFF2-40B4-BE49-F238E27FC236}">
                <a16:creationId xmlns:a16="http://schemas.microsoft.com/office/drawing/2014/main" id="{B57B1EA1-8B24-14EF-8C0D-1D868AF2A7D4}"/>
              </a:ext>
            </a:extLst>
          </p:cNvPr>
          <p:cNvSpPr/>
          <p:nvPr/>
        </p:nvSpPr>
        <p:spPr bwMode="auto">
          <a:xfrm>
            <a:off x="7123136"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3" name="Rectangle 52">
            <a:extLst>
              <a:ext uri="{FF2B5EF4-FFF2-40B4-BE49-F238E27FC236}">
                <a16:creationId xmlns:a16="http://schemas.microsoft.com/office/drawing/2014/main" id="{0AFF732F-EFFE-3743-4E99-FA1F6C1D26A9}"/>
              </a:ext>
            </a:extLst>
          </p:cNvPr>
          <p:cNvSpPr/>
          <p:nvPr/>
        </p:nvSpPr>
        <p:spPr bwMode="auto">
          <a:xfrm>
            <a:off x="9194205"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Tree>
    <p:custDataLst>
      <p:tags r:id="rId1"/>
    </p:custDataLst>
    <p:extLst>
      <p:ext uri="{BB962C8B-B14F-4D97-AF65-F5344CB8AC3E}">
        <p14:creationId xmlns:p14="http://schemas.microsoft.com/office/powerpoint/2010/main" val="2960911911"/>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Strategy diamond (</a:t>
            </a:r>
            <a:r>
              <a:rPr lang="en-US" dirty="0" err="1"/>
              <a:t>Hambrick</a:t>
            </a:r>
            <a:r>
              <a:rPr lang="en-US" dirty="0"/>
              <a:t> and Fredrickson, 2001)</a:t>
            </a:r>
          </a:p>
        </p:txBody>
      </p:sp>
      <p:grpSp>
        <p:nvGrpSpPr>
          <p:cNvPr id="19" name="Group 18"/>
          <p:cNvGrpSpPr>
            <a:grpSpLocks noChangeAspect="1"/>
          </p:cNvGrpSpPr>
          <p:nvPr/>
        </p:nvGrpSpPr>
        <p:grpSpPr>
          <a:xfrm>
            <a:off x="3918929" y="2054961"/>
            <a:ext cx="4380927" cy="3239830"/>
            <a:chOff x="3728510" y="2254407"/>
            <a:chExt cx="4819019" cy="3563813"/>
          </a:xfrm>
        </p:grpSpPr>
        <p:grpSp>
          <p:nvGrpSpPr>
            <p:cNvPr id="11" name="Group 10"/>
            <p:cNvGrpSpPr>
              <a:grpSpLocks noChangeAspect="1"/>
            </p:cNvGrpSpPr>
            <p:nvPr/>
          </p:nvGrpSpPr>
          <p:grpSpPr>
            <a:xfrm rot="2700000">
              <a:off x="4314093" y="2254407"/>
              <a:ext cx="3563813" cy="3563813"/>
              <a:chOff x="2943909" y="2563663"/>
              <a:chExt cx="2945300" cy="2945300"/>
            </a:xfrm>
            <a:effectLst>
              <a:outerShdw blurRad="63500" sx="102000" sy="102000" algn="ctr" rotWithShape="0">
                <a:prstClr val="black">
                  <a:alpha val="40000"/>
                </a:prstClr>
              </a:outerShdw>
            </a:effectLst>
          </p:grpSpPr>
          <p:sp>
            <p:nvSpPr>
              <p:cNvPr id="5" name="Rectangle 4"/>
              <p:cNvSpPr>
                <a:spLocks noChangeAspect="1"/>
              </p:cNvSpPr>
              <p:nvPr/>
            </p:nvSpPr>
            <p:spPr>
              <a:xfrm>
                <a:off x="2943909" y="2563663"/>
                <a:ext cx="1472650" cy="1472650"/>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6" name="Rectangle 5"/>
              <p:cNvSpPr>
                <a:spLocks noChangeAspect="1"/>
              </p:cNvSpPr>
              <p:nvPr/>
            </p:nvSpPr>
            <p:spPr>
              <a:xfrm>
                <a:off x="4416559" y="2563663"/>
                <a:ext cx="1472650" cy="1472650"/>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7" name="Rectangle 6"/>
              <p:cNvSpPr>
                <a:spLocks noChangeAspect="1"/>
              </p:cNvSpPr>
              <p:nvPr/>
            </p:nvSpPr>
            <p:spPr>
              <a:xfrm>
                <a:off x="2943909" y="4036313"/>
                <a:ext cx="1472650" cy="1472650"/>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8" name="Rectangle 7"/>
              <p:cNvSpPr>
                <a:spLocks noChangeAspect="1"/>
              </p:cNvSpPr>
              <p:nvPr/>
            </p:nvSpPr>
            <p:spPr>
              <a:xfrm>
                <a:off x="4416559" y="4036313"/>
                <a:ext cx="1472650" cy="1472650"/>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9" name="Rectangle 8"/>
              <p:cNvSpPr>
                <a:spLocks noChangeAspect="1"/>
              </p:cNvSpPr>
              <p:nvPr/>
            </p:nvSpPr>
            <p:spPr>
              <a:xfrm>
                <a:off x="3680234" y="3299988"/>
                <a:ext cx="1472650" cy="1472650"/>
              </a:xfrm>
              <a:prstGeom prst="rect">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grpSp>
        <p:sp>
          <p:nvSpPr>
            <p:cNvPr id="12" name="TextBox 11"/>
            <p:cNvSpPr txBox="1"/>
            <p:nvPr/>
          </p:nvSpPr>
          <p:spPr>
            <a:xfrm>
              <a:off x="4990234" y="3851646"/>
              <a:ext cx="2211536" cy="372409"/>
            </a:xfrm>
            <a:prstGeom prst="rect">
              <a:avLst/>
            </a:prstGeom>
            <a:noFill/>
          </p:spPr>
          <p:txBody>
            <a:bodyPr wrap="none" rtlCol="0">
              <a:spAutoFit/>
            </a:bodyPr>
            <a:lstStyle/>
            <a:p>
              <a:pPr algn="ctr"/>
              <a:r>
                <a:rPr lang="en-US" sz="1600" dirty="0">
                  <a:solidFill>
                    <a:srgbClr val="FFFFFF"/>
                  </a:solidFill>
                </a:rPr>
                <a:t>ECONOMIC LOGIC</a:t>
              </a:r>
            </a:p>
          </p:txBody>
        </p:sp>
        <p:sp>
          <p:nvSpPr>
            <p:cNvPr id="13" name="TextBox 12"/>
            <p:cNvSpPr txBox="1"/>
            <p:nvPr/>
          </p:nvSpPr>
          <p:spPr>
            <a:xfrm>
              <a:off x="5532450" y="2406983"/>
              <a:ext cx="1127103" cy="372409"/>
            </a:xfrm>
            <a:prstGeom prst="rect">
              <a:avLst/>
            </a:prstGeom>
            <a:noFill/>
          </p:spPr>
          <p:txBody>
            <a:bodyPr wrap="none" rtlCol="0">
              <a:spAutoFit/>
            </a:bodyPr>
            <a:lstStyle/>
            <a:p>
              <a:pPr algn="ctr"/>
              <a:r>
                <a:rPr lang="en-US" sz="1600" dirty="0">
                  <a:solidFill>
                    <a:srgbClr val="FFFFFF"/>
                  </a:solidFill>
                </a:rPr>
                <a:t>ARENAS</a:t>
              </a:r>
            </a:p>
          </p:txBody>
        </p:sp>
        <p:sp>
          <p:nvSpPr>
            <p:cNvPr id="14" name="TextBox 13"/>
            <p:cNvSpPr txBox="1"/>
            <p:nvPr/>
          </p:nvSpPr>
          <p:spPr>
            <a:xfrm>
              <a:off x="4982759" y="5296311"/>
              <a:ext cx="2226488" cy="372409"/>
            </a:xfrm>
            <a:prstGeom prst="rect">
              <a:avLst/>
            </a:prstGeom>
            <a:noFill/>
          </p:spPr>
          <p:txBody>
            <a:bodyPr wrap="none" rtlCol="0">
              <a:spAutoFit/>
            </a:bodyPr>
            <a:lstStyle/>
            <a:p>
              <a:pPr algn="ctr"/>
              <a:r>
                <a:rPr lang="en-US" sz="1600" dirty="0">
                  <a:solidFill>
                    <a:srgbClr val="FFFFFF"/>
                  </a:solidFill>
                </a:rPr>
                <a:t>DIFFERENCIATION</a:t>
              </a:r>
            </a:p>
          </p:txBody>
        </p:sp>
        <p:sp>
          <p:nvSpPr>
            <p:cNvPr id="15" name="TextBox 14"/>
            <p:cNvSpPr txBox="1"/>
            <p:nvPr/>
          </p:nvSpPr>
          <p:spPr>
            <a:xfrm>
              <a:off x="3728510" y="3851646"/>
              <a:ext cx="1202008" cy="372409"/>
            </a:xfrm>
            <a:prstGeom prst="rect">
              <a:avLst/>
            </a:prstGeom>
            <a:noFill/>
          </p:spPr>
          <p:txBody>
            <a:bodyPr wrap="none" rtlCol="0">
              <a:spAutoFit/>
            </a:bodyPr>
            <a:lstStyle/>
            <a:p>
              <a:pPr algn="ctr"/>
              <a:r>
                <a:rPr lang="en-US" sz="1600" dirty="0">
                  <a:solidFill>
                    <a:srgbClr val="FFFFFF"/>
                  </a:solidFill>
                </a:rPr>
                <a:t>STAGING</a:t>
              </a:r>
            </a:p>
          </p:txBody>
        </p:sp>
        <p:sp>
          <p:nvSpPr>
            <p:cNvPr id="16" name="TextBox 15"/>
            <p:cNvSpPr txBox="1"/>
            <p:nvPr/>
          </p:nvSpPr>
          <p:spPr>
            <a:xfrm>
              <a:off x="7231752" y="3851646"/>
              <a:ext cx="1315777" cy="372409"/>
            </a:xfrm>
            <a:prstGeom prst="rect">
              <a:avLst/>
            </a:prstGeom>
            <a:noFill/>
          </p:spPr>
          <p:txBody>
            <a:bodyPr wrap="none" rtlCol="0">
              <a:spAutoFit/>
            </a:bodyPr>
            <a:lstStyle/>
            <a:p>
              <a:pPr algn="ctr"/>
              <a:r>
                <a:rPr lang="en-US" sz="1600" dirty="0">
                  <a:solidFill>
                    <a:srgbClr val="FFFFFF"/>
                  </a:solidFill>
                </a:rPr>
                <a:t>VEHICLES</a:t>
              </a:r>
            </a:p>
          </p:txBody>
        </p:sp>
      </p:grpSp>
      <p:sp>
        <p:nvSpPr>
          <p:cNvPr id="17" name="TextBox 16"/>
          <p:cNvSpPr txBox="1"/>
          <p:nvPr/>
        </p:nvSpPr>
        <p:spPr>
          <a:xfrm>
            <a:off x="838200" y="1817807"/>
            <a:ext cx="3348214" cy="1015663"/>
          </a:xfrm>
          <a:prstGeom prst="rect">
            <a:avLst/>
          </a:prstGeom>
          <a:noFill/>
        </p:spPr>
        <p:txBody>
          <a:bodyPr wrap="square" rtlCol="0">
            <a:spAutoFit/>
          </a:bodyPr>
          <a:lstStyle/>
          <a:p>
            <a:pPr lvl="0">
              <a:defRPr/>
            </a:pPr>
            <a:r>
              <a:rPr lang="en-US" sz="1200" b="1" u="sng" kern="0" dirty="0">
                <a:solidFill>
                  <a:schemeClr val="accent4"/>
                </a:solidFill>
              </a:rPr>
              <a:t>STAGING</a:t>
            </a:r>
            <a:r>
              <a:rPr lang="en-US" sz="1200" b="1" kern="0" dirty="0">
                <a:solidFill>
                  <a:schemeClr val="accent4"/>
                </a:solidFill>
              </a:rPr>
              <a:t>: What will be our speed and sequence of moves?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Speed of expansion?</a:t>
            </a:r>
          </a:p>
          <a:p>
            <a:pPr marL="285750" indent="-285750">
              <a:buFont typeface="Arial" panose="020B0604020202020204" pitchFamily="34" charset="0"/>
              <a:buChar char="•"/>
              <a:defRPr/>
            </a:pPr>
            <a:r>
              <a:rPr lang="en-US" sz="1200" kern="0" dirty="0"/>
              <a:t>Sequence of initiatives?</a:t>
            </a:r>
          </a:p>
          <a:p>
            <a:pPr marL="285750" indent="-285750">
              <a:buFont typeface="Arial" panose="020B0604020202020204" pitchFamily="34" charset="0"/>
              <a:buChar char="•"/>
              <a:defRPr/>
            </a:pPr>
            <a:r>
              <a:rPr lang="en-US" sz="1200" kern="0" dirty="0"/>
              <a:t>Interval between events?</a:t>
            </a:r>
          </a:p>
        </p:txBody>
      </p:sp>
      <p:sp>
        <p:nvSpPr>
          <p:cNvPr id="18" name="TextBox 17"/>
          <p:cNvSpPr txBox="1"/>
          <p:nvPr/>
        </p:nvSpPr>
        <p:spPr>
          <a:xfrm>
            <a:off x="7681907" y="1327503"/>
            <a:ext cx="3671894" cy="1384995"/>
          </a:xfrm>
          <a:prstGeom prst="rect">
            <a:avLst/>
          </a:prstGeom>
          <a:noFill/>
        </p:spPr>
        <p:txBody>
          <a:bodyPr wrap="square" rtlCol="0">
            <a:spAutoFit/>
          </a:bodyPr>
          <a:lstStyle/>
          <a:p>
            <a:pPr lvl="0">
              <a:defRPr/>
            </a:pPr>
            <a:r>
              <a:rPr lang="en-US" sz="1200" b="1" u="sng" kern="0" dirty="0">
                <a:solidFill>
                  <a:schemeClr val="accent1"/>
                </a:solidFill>
              </a:rPr>
              <a:t>ARENAS</a:t>
            </a:r>
            <a:r>
              <a:rPr lang="en-US" sz="1200" b="1" kern="0" dirty="0">
                <a:solidFill>
                  <a:schemeClr val="accent1"/>
                </a:solidFill>
              </a:rPr>
              <a:t>: Where will we be active?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Which product categories?</a:t>
            </a:r>
          </a:p>
          <a:p>
            <a:pPr marL="285750" indent="-285750">
              <a:buFont typeface="Arial" panose="020B0604020202020204" pitchFamily="34" charset="0"/>
              <a:buChar char="•"/>
              <a:defRPr/>
            </a:pPr>
            <a:r>
              <a:rPr lang="en-US" sz="1200" kern="0" dirty="0"/>
              <a:t>Which channels?</a:t>
            </a:r>
          </a:p>
          <a:p>
            <a:pPr marL="285750" indent="-285750">
              <a:buFont typeface="Arial" panose="020B0604020202020204" pitchFamily="34" charset="0"/>
              <a:buChar char="•"/>
              <a:defRPr/>
            </a:pPr>
            <a:r>
              <a:rPr lang="en-US" sz="1200" kern="0" dirty="0"/>
              <a:t>Which market segments?</a:t>
            </a:r>
          </a:p>
          <a:p>
            <a:pPr marL="285750" indent="-285750">
              <a:buFont typeface="Arial" panose="020B0604020202020204" pitchFamily="34" charset="0"/>
              <a:buChar char="•"/>
              <a:defRPr/>
            </a:pPr>
            <a:r>
              <a:rPr lang="en-US" sz="1200" kern="0" dirty="0"/>
              <a:t>Which geographic areas?</a:t>
            </a:r>
          </a:p>
          <a:p>
            <a:pPr marL="285750" indent="-285750">
              <a:buFont typeface="Arial" panose="020B0604020202020204" pitchFamily="34" charset="0"/>
              <a:buChar char="•"/>
              <a:defRPr/>
            </a:pPr>
            <a:r>
              <a:rPr lang="en-US" sz="1200" kern="0" dirty="0"/>
              <a:t>Which core technologies?</a:t>
            </a:r>
          </a:p>
          <a:p>
            <a:pPr marL="285750" indent="-285750">
              <a:buFont typeface="Arial" panose="020B0604020202020204" pitchFamily="34" charset="0"/>
              <a:buChar char="•"/>
              <a:defRPr/>
            </a:pPr>
            <a:r>
              <a:rPr lang="en-US" sz="1200" kern="0" dirty="0"/>
              <a:t>Which value-creation stages?</a:t>
            </a:r>
          </a:p>
        </p:txBody>
      </p:sp>
      <p:sp>
        <p:nvSpPr>
          <p:cNvPr id="20" name="TextBox 19"/>
          <p:cNvSpPr txBox="1"/>
          <p:nvPr/>
        </p:nvSpPr>
        <p:spPr>
          <a:xfrm>
            <a:off x="8575141" y="3093785"/>
            <a:ext cx="2778659" cy="1200329"/>
          </a:xfrm>
          <a:prstGeom prst="rect">
            <a:avLst/>
          </a:prstGeom>
          <a:noFill/>
        </p:spPr>
        <p:txBody>
          <a:bodyPr wrap="square" rtlCol="0" anchor="ctr">
            <a:spAutoFit/>
          </a:bodyPr>
          <a:lstStyle/>
          <a:p>
            <a:pPr lvl="0">
              <a:defRPr/>
            </a:pPr>
            <a:r>
              <a:rPr lang="en-US" sz="1200" b="1" u="sng" kern="0" dirty="0">
                <a:solidFill>
                  <a:schemeClr val="accent2"/>
                </a:solidFill>
              </a:rPr>
              <a:t>VEHICLES</a:t>
            </a:r>
            <a:r>
              <a:rPr lang="en-US" sz="1200" b="1" kern="0" dirty="0">
                <a:solidFill>
                  <a:schemeClr val="accent2"/>
                </a:solidFill>
              </a:rPr>
              <a:t>: How will we get there?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Internal developments?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Joint-ventures?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License/franchising?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Alliances?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Acquisitions?</a:t>
            </a:r>
          </a:p>
        </p:txBody>
      </p:sp>
      <p:sp>
        <p:nvSpPr>
          <p:cNvPr id="21" name="TextBox 20"/>
          <p:cNvSpPr txBox="1"/>
          <p:nvPr/>
        </p:nvSpPr>
        <p:spPr>
          <a:xfrm>
            <a:off x="7681907" y="4675402"/>
            <a:ext cx="3671894" cy="1384995"/>
          </a:xfrm>
          <a:prstGeom prst="rect">
            <a:avLst/>
          </a:prstGeom>
          <a:noFill/>
        </p:spPr>
        <p:txBody>
          <a:bodyPr wrap="square" rtlCol="0">
            <a:spAutoFit/>
          </a:bodyPr>
          <a:lstStyle/>
          <a:p>
            <a:pPr lvl="0">
              <a:defRPr/>
            </a:pPr>
            <a:r>
              <a:rPr lang="en-US" sz="1200" b="1" u="sng" kern="0" dirty="0">
                <a:solidFill>
                  <a:schemeClr val="accent3"/>
                </a:solidFill>
              </a:rPr>
              <a:t>DIFFERENCIATIONS</a:t>
            </a:r>
            <a:r>
              <a:rPr lang="en-US" sz="1200" b="1" kern="0" dirty="0">
                <a:solidFill>
                  <a:schemeClr val="accent3"/>
                </a:solidFill>
              </a:rPr>
              <a:t>: How will we win?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Image?</a:t>
            </a:r>
          </a:p>
          <a:p>
            <a:pPr marL="285750" indent="-285750">
              <a:buFont typeface="Arial" panose="020B0604020202020204" pitchFamily="34" charset="0"/>
              <a:buChar char="•"/>
              <a:defRPr/>
            </a:pPr>
            <a:r>
              <a:rPr lang="en-US" sz="1200" kern="0" dirty="0"/>
              <a:t>Customization?</a:t>
            </a:r>
          </a:p>
          <a:p>
            <a:pPr marL="285750" indent="-285750">
              <a:buFont typeface="Arial" panose="020B0604020202020204" pitchFamily="34" charset="0"/>
              <a:buChar char="•"/>
              <a:defRPr/>
            </a:pPr>
            <a:r>
              <a:rPr lang="en-US" sz="1200" kern="0" dirty="0"/>
              <a:t>Price?</a:t>
            </a:r>
          </a:p>
          <a:p>
            <a:pPr marL="285750" indent="-285750">
              <a:buFont typeface="Arial" panose="020B0604020202020204" pitchFamily="34" charset="0"/>
              <a:buChar char="•"/>
              <a:defRPr/>
            </a:pPr>
            <a:r>
              <a:rPr lang="en-US" sz="1200" kern="0" dirty="0"/>
              <a:t>Styling?</a:t>
            </a:r>
          </a:p>
          <a:p>
            <a:pPr marL="285750" indent="-285750">
              <a:buFont typeface="Arial" panose="020B0604020202020204" pitchFamily="34" charset="0"/>
              <a:buChar char="•"/>
              <a:defRPr/>
            </a:pPr>
            <a:r>
              <a:rPr lang="en-US" sz="1200" kern="0" dirty="0"/>
              <a:t>Product reliability?</a:t>
            </a:r>
          </a:p>
          <a:p>
            <a:pPr marL="285750" indent="-285750">
              <a:buFont typeface="Arial" panose="020B0604020202020204" pitchFamily="34" charset="0"/>
              <a:buChar char="•"/>
              <a:defRPr/>
            </a:pPr>
            <a:r>
              <a:rPr lang="en-US" sz="1200" kern="0" dirty="0"/>
              <a:t>Speed to market?</a:t>
            </a:r>
          </a:p>
        </p:txBody>
      </p:sp>
      <p:sp>
        <p:nvSpPr>
          <p:cNvPr id="22" name="TextBox 21"/>
          <p:cNvSpPr txBox="1"/>
          <p:nvPr/>
        </p:nvSpPr>
        <p:spPr>
          <a:xfrm>
            <a:off x="838200" y="4247356"/>
            <a:ext cx="3817545" cy="1384995"/>
          </a:xfrm>
          <a:prstGeom prst="rect">
            <a:avLst/>
          </a:prstGeom>
          <a:noFill/>
        </p:spPr>
        <p:txBody>
          <a:bodyPr wrap="square" rtlCol="0">
            <a:spAutoFit/>
          </a:bodyPr>
          <a:lstStyle/>
          <a:p>
            <a:pPr lvl="0">
              <a:defRPr/>
            </a:pPr>
            <a:r>
              <a:rPr lang="en-US" sz="1200" b="1" u="sng" kern="0" dirty="0">
                <a:solidFill>
                  <a:schemeClr val="accent5"/>
                </a:solidFill>
              </a:rPr>
              <a:t>ECONOMIC LOGIC</a:t>
            </a:r>
            <a:r>
              <a:rPr lang="en-US" sz="1200" b="1" kern="0" dirty="0">
                <a:solidFill>
                  <a:schemeClr val="accent5"/>
                </a:solidFill>
              </a:rPr>
              <a:t>: How will returns be obtained?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Lowest</a:t>
            </a:r>
            <a:r>
              <a:rPr kumimoji="0" lang="en-US" sz="1200" b="0" i="0" u="none" strike="noStrike" kern="0" cap="none" spc="0" normalizeH="0" noProof="0" dirty="0">
                <a:ln>
                  <a:noFill/>
                </a:ln>
                <a:effectLst/>
                <a:uLnTx/>
                <a:uFillTx/>
              </a:rPr>
              <a:t> costs through scale advantages</a:t>
            </a:r>
            <a:r>
              <a:rPr kumimoji="0" lang="en-US" sz="1200" b="0" i="0" u="none" strike="noStrike" kern="0" cap="none" spc="0" normalizeH="0" baseline="0" noProof="0" dirty="0">
                <a:ln>
                  <a:noFill/>
                </a:ln>
                <a:effectLst/>
                <a:uLnTx/>
                <a:uFillTx/>
              </a:rPr>
              <a:t>?</a:t>
            </a:r>
          </a:p>
          <a:p>
            <a:pPr marL="285750" indent="-285750">
              <a:buFont typeface="Arial" panose="020B0604020202020204" pitchFamily="34" charset="0"/>
              <a:buChar char="•"/>
              <a:defRPr/>
            </a:pPr>
            <a:r>
              <a:rPr lang="en-US" sz="1200" kern="0" dirty="0"/>
              <a:t>Lowest costs through scope and replication advantages?</a:t>
            </a:r>
          </a:p>
          <a:p>
            <a:pPr marL="285750" indent="-285750">
              <a:buFont typeface="Arial" panose="020B0604020202020204" pitchFamily="34" charset="0"/>
              <a:buChar char="•"/>
              <a:defRPr/>
            </a:pPr>
            <a:r>
              <a:rPr lang="en-US" sz="1200" kern="0" dirty="0"/>
              <a:t>Premium prices due to proprietary product features?</a:t>
            </a:r>
          </a:p>
          <a:p>
            <a:pPr marL="285750" indent="-285750">
              <a:buFont typeface="Arial" panose="020B0604020202020204" pitchFamily="34" charset="0"/>
              <a:buChar char="•"/>
              <a:defRPr/>
            </a:pPr>
            <a:r>
              <a:rPr lang="en-US" sz="1200" kern="0" dirty="0"/>
              <a:t>Premium prices due to unmatchable services?</a:t>
            </a:r>
          </a:p>
        </p:txBody>
      </p:sp>
      <p:sp>
        <p:nvSpPr>
          <p:cNvPr id="23" name="Rectangle 22"/>
          <p:cNvSpPr/>
          <p:nvPr/>
        </p:nvSpPr>
        <p:spPr>
          <a:xfrm>
            <a:off x="838198" y="5700468"/>
            <a:ext cx="4759205" cy="369332"/>
          </a:xfrm>
          <a:prstGeom prst="rect">
            <a:avLst/>
          </a:prstGeom>
        </p:spPr>
        <p:txBody>
          <a:bodyPr wrap="square">
            <a:spAutoFit/>
          </a:bodyPr>
          <a:lstStyle/>
          <a:p>
            <a:r>
              <a:rPr lang="en-US" sz="900" i="1" dirty="0"/>
              <a:t>Donald C. </a:t>
            </a:r>
            <a:r>
              <a:rPr lang="en-US" sz="900" i="1" dirty="0" err="1"/>
              <a:t>Hambrick</a:t>
            </a:r>
            <a:r>
              <a:rPr lang="en-US" sz="900" i="1" dirty="0"/>
              <a:t> and James W. Fredrickson, “Are You Sure You Have a Strategy?,” Academy of Management Executive 19, no. 4 (2005): 51–62</a:t>
            </a:r>
            <a:endParaRPr lang="en-US" sz="900" dirty="0"/>
          </a:p>
        </p:txBody>
      </p:sp>
    </p:spTree>
    <p:extLst>
      <p:ext uri="{BB962C8B-B14F-4D97-AF65-F5344CB8AC3E}">
        <p14:creationId xmlns:p14="http://schemas.microsoft.com/office/powerpoint/2010/main" val="3805248874"/>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48"/>
          <p:cNvSpPr/>
          <p:nvPr/>
        </p:nvSpPr>
        <p:spPr>
          <a:xfrm>
            <a:off x="2236827"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Culture</a:t>
            </a:r>
          </a:p>
        </p:txBody>
      </p:sp>
      <p:sp>
        <p:nvSpPr>
          <p:cNvPr id="2" name="Title 1"/>
          <p:cNvSpPr>
            <a:spLocks noGrp="1"/>
          </p:cNvSpPr>
          <p:nvPr>
            <p:ph type="title"/>
          </p:nvPr>
        </p:nvSpPr>
        <p:spPr>
          <a:xfrm>
            <a:off x="214184" y="13663"/>
            <a:ext cx="9728886" cy="678316"/>
          </a:xfrm>
        </p:spPr>
        <p:txBody>
          <a:bodyPr>
            <a:normAutofit/>
          </a:bodyPr>
          <a:lstStyle/>
          <a:p>
            <a:r>
              <a:rPr lang="en-US" dirty="0"/>
              <a:t>Strategy Map (Kaplan and Norton)</a:t>
            </a:r>
          </a:p>
        </p:txBody>
      </p:sp>
      <p:sp>
        <p:nvSpPr>
          <p:cNvPr id="6" name="Rectangle 5"/>
          <p:cNvSpPr/>
          <p:nvPr/>
        </p:nvSpPr>
        <p:spPr>
          <a:xfrm>
            <a:off x="5570312" y="1342947"/>
            <a:ext cx="2145251" cy="30928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rPr>
              <a:t>Strategic goal</a:t>
            </a:r>
          </a:p>
        </p:txBody>
      </p:sp>
      <p:grpSp>
        <p:nvGrpSpPr>
          <p:cNvPr id="19" name="Group 18"/>
          <p:cNvGrpSpPr/>
          <p:nvPr/>
        </p:nvGrpSpPr>
        <p:grpSpPr>
          <a:xfrm>
            <a:off x="3410264" y="1587011"/>
            <a:ext cx="6465347" cy="309282"/>
            <a:chOff x="3479945" y="1724969"/>
            <a:chExt cx="6465347" cy="309282"/>
          </a:xfrm>
          <a:noFill/>
        </p:grpSpPr>
        <p:sp>
          <p:nvSpPr>
            <p:cNvPr id="7" name="Rectangle 6"/>
            <p:cNvSpPr/>
            <p:nvPr/>
          </p:nvSpPr>
          <p:spPr>
            <a:xfrm>
              <a:off x="3479945"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Productivity Strategy</a:t>
              </a:r>
            </a:p>
          </p:txBody>
        </p:sp>
        <p:sp>
          <p:nvSpPr>
            <p:cNvPr id="8" name="Rectangle 7"/>
            <p:cNvSpPr/>
            <p:nvPr/>
          </p:nvSpPr>
          <p:spPr>
            <a:xfrm>
              <a:off x="7800041"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Growth Strategy</a:t>
              </a:r>
            </a:p>
          </p:txBody>
        </p:sp>
      </p:grpSp>
      <p:grpSp>
        <p:nvGrpSpPr>
          <p:cNvPr id="92" name="Group 91"/>
          <p:cNvGrpSpPr/>
          <p:nvPr/>
        </p:nvGrpSpPr>
        <p:grpSpPr>
          <a:xfrm>
            <a:off x="2681873" y="1964599"/>
            <a:ext cx="7922116" cy="521156"/>
            <a:chOff x="2681873" y="1907449"/>
            <a:chExt cx="7922116" cy="521156"/>
          </a:xfrm>
          <a:solidFill>
            <a:schemeClr val="accent1"/>
          </a:solidFill>
        </p:grpSpPr>
        <p:sp>
          <p:nvSpPr>
            <p:cNvPr id="9" name="Rectangle 8"/>
            <p:cNvSpPr/>
            <p:nvPr/>
          </p:nvSpPr>
          <p:spPr>
            <a:xfrm>
              <a:off x="2681873" y="190744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Cost Structure</a:t>
              </a:r>
            </a:p>
          </p:txBody>
        </p:sp>
        <p:sp>
          <p:nvSpPr>
            <p:cNvPr id="13" name="Rectangle 12"/>
            <p:cNvSpPr/>
            <p:nvPr/>
          </p:nvSpPr>
          <p:spPr>
            <a:xfrm>
              <a:off x="4785326" y="1915134"/>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Asset Utilization</a:t>
              </a:r>
            </a:p>
          </p:txBody>
        </p:sp>
        <p:sp>
          <p:nvSpPr>
            <p:cNvPr id="14" name="Rectangle 13"/>
            <p:cNvSpPr/>
            <p:nvPr/>
          </p:nvSpPr>
          <p:spPr>
            <a:xfrm>
              <a:off x="6888779" y="192281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Expand Revenue Opportunities</a:t>
              </a:r>
            </a:p>
          </p:txBody>
        </p:sp>
        <p:sp>
          <p:nvSpPr>
            <p:cNvPr id="15" name="Rectangle 14"/>
            <p:cNvSpPr/>
            <p:nvPr/>
          </p:nvSpPr>
          <p:spPr>
            <a:xfrm>
              <a:off x="8992231" y="1930504"/>
              <a:ext cx="1611758"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Enhance Customer Value</a:t>
              </a:r>
            </a:p>
          </p:txBody>
        </p:sp>
      </p:grpSp>
      <p:grpSp>
        <p:nvGrpSpPr>
          <p:cNvPr id="41" name="Group 40"/>
          <p:cNvGrpSpPr/>
          <p:nvPr/>
        </p:nvGrpSpPr>
        <p:grpSpPr>
          <a:xfrm>
            <a:off x="2236829" y="3764219"/>
            <a:ext cx="1950230" cy="1495038"/>
            <a:chOff x="2236829" y="3840419"/>
            <a:chExt cx="1950230" cy="1495038"/>
          </a:xfrm>
        </p:grpSpPr>
        <p:sp>
          <p:nvSpPr>
            <p:cNvPr id="33" name="Rectangle 32"/>
            <p:cNvSpPr/>
            <p:nvPr/>
          </p:nvSpPr>
          <p:spPr>
            <a:xfrm>
              <a:off x="223683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Operations Management Processes</a:t>
              </a:r>
            </a:p>
          </p:txBody>
        </p:sp>
        <p:sp>
          <p:nvSpPr>
            <p:cNvPr id="36" name="Rectangle 35"/>
            <p:cNvSpPr/>
            <p:nvPr/>
          </p:nvSpPr>
          <p:spPr>
            <a:xfrm>
              <a:off x="223682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Supply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Production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Risk Management</a:t>
              </a:r>
            </a:p>
          </p:txBody>
        </p:sp>
      </p:grpSp>
      <p:grpSp>
        <p:nvGrpSpPr>
          <p:cNvPr id="42" name="Group 41"/>
          <p:cNvGrpSpPr/>
          <p:nvPr/>
        </p:nvGrpSpPr>
        <p:grpSpPr>
          <a:xfrm>
            <a:off x="4524158" y="3764219"/>
            <a:ext cx="1950230" cy="1495038"/>
            <a:chOff x="4546434" y="3840419"/>
            <a:chExt cx="1950230" cy="1495038"/>
          </a:xfrm>
        </p:grpSpPr>
        <p:sp>
          <p:nvSpPr>
            <p:cNvPr id="34" name="Rectangle 33"/>
            <p:cNvSpPr/>
            <p:nvPr/>
          </p:nvSpPr>
          <p:spPr>
            <a:xfrm>
              <a:off x="4546435"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Customer Management Processes</a:t>
              </a:r>
            </a:p>
          </p:txBody>
        </p:sp>
        <p:sp>
          <p:nvSpPr>
            <p:cNvPr id="37" name="Rectangle 36"/>
            <p:cNvSpPr/>
            <p:nvPr/>
          </p:nvSpPr>
          <p:spPr>
            <a:xfrm>
              <a:off x="4546434"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Selection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Acquisition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Retention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Growth</a:t>
              </a:r>
            </a:p>
          </p:txBody>
        </p:sp>
      </p:grpSp>
      <p:grpSp>
        <p:nvGrpSpPr>
          <p:cNvPr id="43" name="Group 42"/>
          <p:cNvGrpSpPr/>
          <p:nvPr/>
        </p:nvGrpSpPr>
        <p:grpSpPr>
          <a:xfrm>
            <a:off x="6811487" y="3764219"/>
            <a:ext cx="1950230" cy="1495038"/>
            <a:chOff x="6789209" y="3840419"/>
            <a:chExt cx="1950230" cy="1495038"/>
          </a:xfrm>
        </p:grpSpPr>
        <p:sp>
          <p:nvSpPr>
            <p:cNvPr id="31" name="Rectangle 30"/>
            <p:cNvSpPr/>
            <p:nvPr/>
          </p:nvSpPr>
          <p:spPr>
            <a:xfrm>
              <a:off x="678921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Innovation Processes</a:t>
              </a:r>
            </a:p>
          </p:txBody>
        </p:sp>
        <p:sp>
          <p:nvSpPr>
            <p:cNvPr id="38" name="Rectangle 37"/>
            <p:cNvSpPr/>
            <p:nvPr/>
          </p:nvSpPr>
          <p:spPr>
            <a:xfrm>
              <a:off x="678920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Opportunity ID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R&amp;D Portfolio</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Design/Develop</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Launch</a:t>
              </a:r>
            </a:p>
          </p:txBody>
        </p:sp>
      </p:grpSp>
      <p:grpSp>
        <p:nvGrpSpPr>
          <p:cNvPr id="53" name="Group 52"/>
          <p:cNvGrpSpPr/>
          <p:nvPr/>
        </p:nvGrpSpPr>
        <p:grpSpPr>
          <a:xfrm>
            <a:off x="9098817" y="3764219"/>
            <a:ext cx="1950231" cy="1495038"/>
            <a:chOff x="9098817" y="3840419"/>
            <a:chExt cx="1950231" cy="1495038"/>
          </a:xfrm>
        </p:grpSpPr>
        <p:sp>
          <p:nvSpPr>
            <p:cNvPr id="32" name="Rectangle 31"/>
            <p:cNvSpPr/>
            <p:nvPr/>
          </p:nvSpPr>
          <p:spPr>
            <a:xfrm>
              <a:off x="9098819"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Regulatory and Social Processes</a:t>
              </a:r>
            </a:p>
          </p:txBody>
        </p:sp>
        <p:sp>
          <p:nvSpPr>
            <p:cNvPr id="39" name="Rectangle 38"/>
            <p:cNvSpPr/>
            <p:nvPr/>
          </p:nvSpPr>
          <p:spPr>
            <a:xfrm>
              <a:off x="9098817"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Environment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Safety &amp; Health</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Employment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Community</a:t>
              </a:r>
            </a:p>
          </p:txBody>
        </p:sp>
      </p:grpSp>
      <p:sp>
        <p:nvSpPr>
          <p:cNvPr id="50" name="Rectangle 49"/>
          <p:cNvSpPr/>
          <p:nvPr/>
        </p:nvSpPr>
        <p:spPr>
          <a:xfrm>
            <a:off x="4524158"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Leadership</a:t>
            </a:r>
          </a:p>
        </p:txBody>
      </p:sp>
      <p:sp>
        <p:nvSpPr>
          <p:cNvPr id="51" name="Rectangle 50"/>
          <p:cNvSpPr/>
          <p:nvPr/>
        </p:nvSpPr>
        <p:spPr>
          <a:xfrm>
            <a:off x="681148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Alignment</a:t>
            </a:r>
          </a:p>
        </p:txBody>
      </p:sp>
      <p:sp>
        <p:nvSpPr>
          <p:cNvPr id="52" name="Rectangle 51"/>
          <p:cNvSpPr/>
          <p:nvPr/>
        </p:nvSpPr>
        <p:spPr>
          <a:xfrm>
            <a:off x="909881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Teamwork</a:t>
            </a:r>
          </a:p>
        </p:txBody>
      </p:sp>
      <p:sp>
        <p:nvSpPr>
          <p:cNvPr id="46" name="Rectangle 45"/>
          <p:cNvSpPr/>
          <p:nvPr/>
        </p:nvSpPr>
        <p:spPr>
          <a:xfrm>
            <a:off x="2637382" y="5356622"/>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Human Capital</a:t>
            </a:r>
          </a:p>
        </p:txBody>
      </p:sp>
      <p:sp>
        <p:nvSpPr>
          <p:cNvPr id="47" name="Rectangle 46"/>
          <p:cNvSpPr/>
          <p:nvPr/>
        </p:nvSpPr>
        <p:spPr>
          <a:xfrm>
            <a:off x="2637382" y="5622386"/>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Information Capital</a:t>
            </a:r>
          </a:p>
        </p:txBody>
      </p:sp>
      <p:sp>
        <p:nvSpPr>
          <p:cNvPr id="48" name="Rectangle 47"/>
          <p:cNvSpPr/>
          <p:nvPr/>
        </p:nvSpPr>
        <p:spPr>
          <a:xfrm>
            <a:off x="2637382" y="5888150"/>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Organization Capital</a:t>
            </a:r>
          </a:p>
        </p:txBody>
      </p:sp>
      <p:sp>
        <p:nvSpPr>
          <p:cNvPr id="54" name="Rectangle 53"/>
          <p:cNvSpPr/>
          <p:nvPr/>
        </p:nvSpPr>
        <p:spPr>
          <a:xfrm>
            <a:off x="609600" y="161832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Financial Perspective</a:t>
            </a:r>
          </a:p>
        </p:txBody>
      </p:sp>
      <p:sp>
        <p:nvSpPr>
          <p:cNvPr id="55" name="Rectangle 54"/>
          <p:cNvSpPr/>
          <p:nvPr/>
        </p:nvSpPr>
        <p:spPr>
          <a:xfrm>
            <a:off x="609600" y="2782157"/>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Customer Perspective</a:t>
            </a:r>
          </a:p>
        </p:txBody>
      </p:sp>
      <p:sp>
        <p:nvSpPr>
          <p:cNvPr id="56" name="Rectangle 55"/>
          <p:cNvSpPr/>
          <p:nvPr/>
        </p:nvSpPr>
        <p:spPr>
          <a:xfrm>
            <a:off x="609600" y="4123062"/>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Internal Perspective</a:t>
            </a:r>
          </a:p>
        </p:txBody>
      </p:sp>
      <p:sp>
        <p:nvSpPr>
          <p:cNvPr id="57" name="Rectangle 56"/>
          <p:cNvSpPr/>
          <p:nvPr/>
        </p:nvSpPr>
        <p:spPr>
          <a:xfrm>
            <a:off x="625065" y="534966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Learning and Growth Perspective</a:t>
            </a:r>
          </a:p>
        </p:txBody>
      </p:sp>
      <p:grpSp>
        <p:nvGrpSpPr>
          <p:cNvPr id="26" name="Group 25"/>
          <p:cNvGrpSpPr/>
          <p:nvPr/>
        </p:nvGrpSpPr>
        <p:grpSpPr>
          <a:xfrm>
            <a:off x="2236829" y="2906597"/>
            <a:ext cx="8812217" cy="309282"/>
            <a:chOff x="2236829" y="3139192"/>
            <a:chExt cx="8812217" cy="309282"/>
          </a:xfrm>
          <a:solidFill>
            <a:schemeClr val="accent2"/>
          </a:solidFill>
        </p:grpSpPr>
        <p:sp>
          <p:nvSpPr>
            <p:cNvPr id="10" name="Rectangle 9"/>
            <p:cNvSpPr/>
            <p:nvPr/>
          </p:nvSpPr>
          <p:spPr>
            <a:xfrm>
              <a:off x="22368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Price</a:t>
              </a:r>
            </a:p>
          </p:txBody>
        </p:sp>
        <p:sp>
          <p:nvSpPr>
            <p:cNvPr id="16" name="Rectangle 15"/>
            <p:cNvSpPr/>
            <p:nvPr/>
          </p:nvSpPr>
          <p:spPr>
            <a:xfrm>
              <a:off x="33527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Quality</a:t>
              </a:r>
            </a:p>
          </p:txBody>
        </p:sp>
        <p:sp>
          <p:nvSpPr>
            <p:cNvPr id="20" name="Rectangle 19"/>
            <p:cNvSpPr/>
            <p:nvPr/>
          </p:nvSpPr>
          <p:spPr>
            <a:xfrm>
              <a:off x="446866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Availability</a:t>
              </a:r>
            </a:p>
          </p:txBody>
        </p:sp>
        <p:sp>
          <p:nvSpPr>
            <p:cNvPr id="21" name="Rectangle 20"/>
            <p:cNvSpPr/>
            <p:nvPr/>
          </p:nvSpPr>
          <p:spPr>
            <a:xfrm>
              <a:off x="558458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Selection</a:t>
              </a:r>
            </a:p>
          </p:txBody>
        </p:sp>
        <p:sp>
          <p:nvSpPr>
            <p:cNvPr id="22" name="Rectangle 21"/>
            <p:cNvSpPr/>
            <p:nvPr/>
          </p:nvSpPr>
          <p:spPr>
            <a:xfrm>
              <a:off x="670050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Functionality</a:t>
              </a:r>
            </a:p>
          </p:txBody>
        </p:sp>
        <p:sp>
          <p:nvSpPr>
            <p:cNvPr id="23" name="Rectangle 22"/>
            <p:cNvSpPr/>
            <p:nvPr/>
          </p:nvSpPr>
          <p:spPr>
            <a:xfrm>
              <a:off x="78164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Service</a:t>
              </a:r>
            </a:p>
          </p:txBody>
        </p:sp>
        <p:sp>
          <p:nvSpPr>
            <p:cNvPr id="24" name="Rectangle 23"/>
            <p:cNvSpPr/>
            <p:nvPr/>
          </p:nvSpPr>
          <p:spPr>
            <a:xfrm>
              <a:off x="89323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Partnership</a:t>
              </a:r>
            </a:p>
          </p:txBody>
        </p:sp>
        <p:sp>
          <p:nvSpPr>
            <p:cNvPr id="25" name="Rectangle 24"/>
            <p:cNvSpPr/>
            <p:nvPr/>
          </p:nvSpPr>
          <p:spPr>
            <a:xfrm>
              <a:off x="10048271"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Brand</a:t>
              </a:r>
            </a:p>
          </p:txBody>
        </p:sp>
      </p:grpSp>
      <p:sp>
        <p:nvSpPr>
          <p:cNvPr id="59" name="Right Brace 58"/>
          <p:cNvSpPr/>
          <p:nvPr/>
        </p:nvSpPr>
        <p:spPr>
          <a:xfrm rot="5400000">
            <a:off x="4855260" y="1055990"/>
            <a:ext cx="227591" cy="4621810"/>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Right Brace 59"/>
          <p:cNvSpPr/>
          <p:nvPr/>
        </p:nvSpPr>
        <p:spPr>
          <a:xfrm rot="5400000">
            <a:off x="8773348" y="2690536"/>
            <a:ext cx="227591" cy="1338773"/>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2" name="Straight Connector 61"/>
          <p:cNvCxnSpPr/>
          <p:nvPr/>
        </p:nvCxnSpPr>
        <p:spPr>
          <a:xfrm rot="5400000">
            <a:off x="10450319" y="3366693"/>
            <a:ext cx="24079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3" name="TextBox 62"/>
          <p:cNvSpPr txBox="1"/>
          <p:nvPr/>
        </p:nvSpPr>
        <p:spPr>
          <a:xfrm>
            <a:off x="3791489" y="3427503"/>
            <a:ext cx="235513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Product / Service Attributes</a:t>
            </a:r>
          </a:p>
        </p:txBody>
      </p:sp>
      <p:sp>
        <p:nvSpPr>
          <p:cNvPr id="64" name="TextBox 63"/>
          <p:cNvSpPr txBox="1"/>
          <p:nvPr/>
        </p:nvSpPr>
        <p:spPr>
          <a:xfrm>
            <a:off x="8302450" y="3427503"/>
            <a:ext cx="117051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Relationship</a:t>
            </a:r>
          </a:p>
        </p:txBody>
      </p:sp>
      <p:sp>
        <p:nvSpPr>
          <p:cNvPr id="65" name="TextBox 64"/>
          <p:cNvSpPr txBox="1"/>
          <p:nvPr/>
        </p:nvSpPr>
        <p:spPr>
          <a:xfrm>
            <a:off x="10204225" y="3427503"/>
            <a:ext cx="681597"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Image</a:t>
            </a:r>
          </a:p>
        </p:txBody>
      </p:sp>
      <p:cxnSp>
        <p:nvCxnSpPr>
          <p:cNvPr id="67" name="Straight Connector 66"/>
          <p:cNvCxnSpPr/>
          <p:nvPr/>
        </p:nvCxnSpPr>
        <p:spPr>
          <a:xfrm>
            <a:off x="609600" y="2614091"/>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98576" y="3712975"/>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587552" y="5236197"/>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5274621" y="2619296"/>
            <a:ext cx="273664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Customer Value Proposition</a:t>
            </a:r>
          </a:p>
        </p:txBody>
      </p:sp>
    </p:spTree>
    <p:custDataLst>
      <p:tags r:id="rId1"/>
    </p:custDataLst>
    <p:extLst>
      <p:ext uri="{BB962C8B-B14F-4D97-AF65-F5344CB8AC3E}">
        <p14:creationId xmlns:p14="http://schemas.microsoft.com/office/powerpoint/2010/main" val="730587972"/>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SWOT Analysis 1</a:t>
            </a:r>
          </a:p>
        </p:txBody>
      </p:sp>
      <p:sp>
        <p:nvSpPr>
          <p:cNvPr id="22" name="ShapeNameChangedByPowerUser1"/>
          <p:cNvSpPr/>
          <p:nvPr/>
        </p:nvSpPr>
        <p:spPr>
          <a:xfrm>
            <a:off x="1573545"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Strengths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26" name="ShapeNameChangedByPowerUser2"/>
          <p:cNvSpPr/>
          <p:nvPr/>
        </p:nvSpPr>
        <p:spPr>
          <a:xfrm>
            <a:off x="6253543"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Weaknesses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0" name="ShapeNameChangedByPowerUser1"/>
          <p:cNvSpPr/>
          <p:nvPr/>
        </p:nvSpPr>
        <p:spPr>
          <a:xfrm>
            <a:off x="1573548"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Opportunities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1" name="ShapeNameChangedByPowerUser2"/>
          <p:cNvSpPr/>
          <p:nvPr/>
        </p:nvSpPr>
        <p:spPr>
          <a:xfrm>
            <a:off x="6253543"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Threats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7" name="ShapeNameChangedByPowerUser2"/>
          <p:cNvSpPr/>
          <p:nvPr/>
        </p:nvSpPr>
        <p:spPr>
          <a:xfrm>
            <a:off x="1573543" y="1373229"/>
            <a:ext cx="4680000" cy="47475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HELPFUL</a:t>
            </a:r>
          </a:p>
        </p:txBody>
      </p:sp>
      <p:sp>
        <p:nvSpPr>
          <p:cNvPr id="38" name="ShapeNameChangedByPowerUser2"/>
          <p:cNvSpPr/>
          <p:nvPr/>
        </p:nvSpPr>
        <p:spPr>
          <a:xfrm>
            <a:off x="6253543" y="1373229"/>
            <a:ext cx="4680000" cy="47475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HARMFUL</a:t>
            </a:r>
          </a:p>
        </p:txBody>
      </p:sp>
      <p:sp>
        <p:nvSpPr>
          <p:cNvPr id="39" name="ShapeNameChangedByPowerUser1"/>
          <p:cNvSpPr/>
          <p:nvPr/>
        </p:nvSpPr>
        <p:spPr>
          <a:xfrm>
            <a:off x="1104646" y="1847985"/>
            <a:ext cx="468898" cy="2143592"/>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INTERNAL</a:t>
            </a:r>
          </a:p>
        </p:txBody>
      </p:sp>
      <p:sp>
        <p:nvSpPr>
          <p:cNvPr id="40" name="ShapeNameChangedByPowerUser1"/>
          <p:cNvSpPr/>
          <p:nvPr/>
        </p:nvSpPr>
        <p:spPr>
          <a:xfrm>
            <a:off x="1104648" y="3991579"/>
            <a:ext cx="468898" cy="2143592"/>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EXTERNAL</a:t>
            </a:r>
          </a:p>
        </p:txBody>
      </p:sp>
      <p:sp>
        <p:nvSpPr>
          <p:cNvPr id="46" name="ShapeNameChangedByPowerUser1"/>
          <p:cNvSpPr>
            <a:spLocks/>
          </p:cNvSpPr>
          <p:nvPr/>
        </p:nvSpPr>
        <p:spPr>
          <a:xfrm>
            <a:off x="5249134" y="3468803"/>
            <a:ext cx="2008808" cy="1030612"/>
          </a:xfrm>
          <a:prstGeom prst="diamond">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rmAutofit fontScale="92500"/>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effectLst/>
                <a:uLnTx/>
                <a:uFillTx/>
                <a:latin typeface="+mn-lt"/>
                <a:ea typeface="+mn-ea"/>
                <a:cs typeface="+mn-cs"/>
              </a:rPr>
              <a:t>SWOT</a:t>
            </a:r>
          </a:p>
        </p:txBody>
      </p:sp>
    </p:spTree>
    <p:custDataLst>
      <p:tags r:id="rId1"/>
    </p:custDataLst>
    <p:extLst>
      <p:ext uri="{BB962C8B-B14F-4D97-AF65-F5344CB8AC3E}">
        <p14:creationId xmlns:p14="http://schemas.microsoft.com/office/powerpoint/2010/main" val="4067764592"/>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
          <p:cNvSpPr>
            <a:spLocks noGrp="1"/>
          </p:cNvSpPr>
          <p:nvPr>
            <p:ph type="title"/>
          </p:nvPr>
        </p:nvSpPr>
        <p:spPr>
          <a:xfrm>
            <a:off x="214184" y="13663"/>
            <a:ext cx="9728886" cy="678316"/>
          </a:xfrm>
        </p:spPr>
        <p:txBody>
          <a:bodyPr>
            <a:normAutofit/>
          </a:bodyPr>
          <a:lstStyle/>
          <a:p>
            <a:r>
              <a:rPr lang="en-US" dirty="0"/>
              <a:t>SWOT Analysis 2</a:t>
            </a:r>
          </a:p>
        </p:txBody>
      </p:sp>
      <p:sp>
        <p:nvSpPr>
          <p:cNvPr id="3" name="Round Same Side Corner Rectangle 2"/>
          <p:cNvSpPr>
            <a:spLocks noChangeAspect="1"/>
          </p:cNvSpPr>
          <p:nvPr/>
        </p:nvSpPr>
        <p:spPr>
          <a:xfrm rot="16200000">
            <a:off x="412344" y="1815370"/>
            <a:ext cx="1952671" cy="1566518"/>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S</a:t>
            </a:r>
          </a:p>
          <a:p>
            <a:pPr algn="ctr">
              <a:defRPr/>
            </a:pPr>
            <a:r>
              <a:rPr lang="en-US" sz="2000" b="1" dirty="0" err="1">
                <a:solidFill>
                  <a:srgbClr val="FFFFFF"/>
                </a:solidFill>
              </a:rPr>
              <a:t>Strentghs</a:t>
            </a:r>
            <a:endParaRPr lang="en-US" sz="2000" b="1" dirty="0">
              <a:solidFill>
                <a:srgbClr val="FFFFFF"/>
              </a:solidFill>
            </a:endParaRPr>
          </a:p>
        </p:txBody>
      </p:sp>
      <p:sp>
        <p:nvSpPr>
          <p:cNvPr id="4" name="Round Same Side Corner Rectangle 3"/>
          <p:cNvSpPr>
            <a:spLocks noChangeAspect="1"/>
          </p:cNvSpPr>
          <p:nvPr/>
        </p:nvSpPr>
        <p:spPr>
          <a:xfrm rot="16200000">
            <a:off x="405262" y="4247802"/>
            <a:ext cx="1952672" cy="1566518"/>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O</a:t>
            </a:r>
          </a:p>
          <a:p>
            <a:pPr algn="ctr">
              <a:defRPr/>
            </a:pPr>
            <a:r>
              <a:rPr lang="en-US" sz="2000" b="1" dirty="0">
                <a:solidFill>
                  <a:srgbClr val="FFFFFF"/>
                </a:solidFill>
              </a:rPr>
              <a:t>Opportunity</a:t>
            </a:r>
          </a:p>
        </p:txBody>
      </p:sp>
      <p:sp>
        <p:nvSpPr>
          <p:cNvPr id="5" name="Round Same Side Corner Rectangle 4"/>
          <p:cNvSpPr>
            <a:spLocks noChangeAspect="1"/>
          </p:cNvSpPr>
          <p:nvPr/>
        </p:nvSpPr>
        <p:spPr>
          <a:xfrm rot="16200000">
            <a:off x="5866863" y="1815370"/>
            <a:ext cx="1952671" cy="1566519"/>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W</a:t>
            </a:r>
          </a:p>
          <a:p>
            <a:pPr algn="ctr">
              <a:defRPr/>
            </a:pPr>
            <a:r>
              <a:rPr lang="en-US" sz="2000" b="1" dirty="0">
                <a:solidFill>
                  <a:srgbClr val="FFFFFF"/>
                </a:solidFill>
              </a:rPr>
              <a:t>Weakness</a:t>
            </a:r>
          </a:p>
        </p:txBody>
      </p:sp>
      <p:sp>
        <p:nvSpPr>
          <p:cNvPr id="6" name="Round Same Side Corner Rectangle 5"/>
          <p:cNvSpPr>
            <a:spLocks noChangeAspect="1"/>
          </p:cNvSpPr>
          <p:nvPr/>
        </p:nvSpPr>
        <p:spPr>
          <a:xfrm rot="16200000">
            <a:off x="5866863" y="4247803"/>
            <a:ext cx="1952673" cy="1566518"/>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T</a:t>
            </a:r>
          </a:p>
          <a:p>
            <a:pPr algn="ctr">
              <a:defRPr/>
            </a:pPr>
            <a:r>
              <a:rPr lang="en-US" sz="2000" b="1" dirty="0">
                <a:solidFill>
                  <a:srgbClr val="FFFFFF"/>
                </a:solidFill>
              </a:rPr>
              <a:t>Threats</a:t>
            </a:r>
          </a:p>
        </p:txBody>
      </p:sp>
      <p:sp>
        <p:nvSpPr>
          <p:cNvPr id="7" name="TextBox 6"/>
          <p:cNvSpPr txBox="1"/>
          <p:nvPr/>
        </p:nvSpPr>
        <p:spPr>
          <a:xfrm>
            <a:off x="2171939" y="1690688"/>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9" name="TextBox 8"/>
          <p:cNvSpPr txBox="1"/>
          <p:nvPr/>
        </p:nvSpPr>
        <p:spPr>
          <a:xfrm>
            <a:off x="7626459" y="1690688"/>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10" name="TextBox 9"/>
          <p:cNvSpPr txBox="1"/>
          <p:nvPr/>
        </p:nvSpPr>
        <p:spPr>
          <a:xfrm>
            <a:off x="2171939" y="4123120"/>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11" name="TextBox 10"/>
          <p:cNvSpPr txBox="1"/>
          <p:nvPr/>
        </p:nvSpPr>
        <p:spPr>
          <a:xfrm>
            <a:off x="7626459" y="4123120"/>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Tree>
    <p:custDataLst>
      <p:tags r:id="rId1"/>
    </p:custDataLst>
    <p:extLst>
      <p:ext uri="{BB962C8B-B14F-4D97-AF65-F5344CB8AC3E}">
        <p14:creationId xmlns:p14="http://schemas.microsoft.com/office/powerpoint/2010/main" val="1944137801"/>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SWOT Analysis 3</a:t>
            </a:r>
          </a:p>
        </p:txBody>
      </p:sp>
      <p:sp>
        <p:nvSpPr>
          <p:cNvPr id="4" name="Oval 3"/>
          <p:cNvSpPr>
            <a:spLocks noChangeAspect="1"/>
          </p:cNvSpPr>
          <p:nvPr/>
        </p:nvSpPr>
        <p:spPr>
          <a:xfrm>
            <a:off x="3629640" y="1220464"/>
            <a:ext cx="2562246" cy="2562246"/>
          </a:xfrm>
          <a:prstGeom prst="ellipse">
            <a:avLst/>
          </a:prstGeom>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amet, consectetuer adipiscing elit. </a:t>
            </a:r>
          </a:p>
        </p:txBody>
      </p:sp>
      <p:sp>
        <p:nvSpPr>
          <p:cNvPr id="5" name="Oval 4"/>
          <p:cNvSpPr>
            <a:spLocks noChangeAspect="1"/>
          </p:cNvSpPr>
          <p:nvPr/>
        </p:nvSpPr>
        <p:spPr>
          <a:xfrm>
            <a:off x="3629640" y="3590939"/>
            <a:ext cx="2562246" cy="2562246"/>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6" name="Oval 5"/>
          <p:cNvSpPr>
            <a:spLocks noChangeAspect="1"/>
          </p:cNvSpPr>
          <p:nvPr/>
        </p:nvSpPr>
        <p:spPr>
          <a:xfrm>
            <a:off x="6000115" y="1220464"/>
            <a:ext cx="2562246" cy="2562246"/>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7" name="Oval 6"/>
          <p:cNvSpPr>
            <a:spLocks noChangeAspect="1"/>
          </p:cNvSpPr>
          <p:nvPr/>
        </p:nvSpPr>
        <p:spPr>
          <a:xfrm>
            <a:off x="6000115" y="3590939"/>
            <a:ext cx="2562246" cy="2562246"/>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8" name="Oval 7"/>
          <p:cNvSpPr>
            <a:spLocks noChangeAspect="1"/>
          </p:cNvSpPr>
          <p:nvPr/>
        </p:nvSpPr>
        <p:spPr>
          <a:xfrm>
            <a:off x="3708989" y="1105188"/>
            <a:ext cx="755703" cy="755703"/>
          </a:xfrm>
          <a:prstGeom prst="ellipse">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1"/>
                </a:solidFill>
              </a:rPr>
              <a:t>S</a:t>
            </a:r>
          </a:p>
        </p:txBody>
      </p:sp>
      <p:sp>
        <p:nvSpPr>
          <p:cNvPr id="9" name="Oval 8"/>
          <p:cNvSpPr>
            <a:spLocks noChangeAspect="1"/>
          </p:cNvSpPr>
          <p:nvPr/>
        </p:nvSpPr>
        <p:spPr>
          <a:xfrm>
            <a:off x="7727308" y="1105188"/>
            <a:ext cx="755703" cy="755703"/>
          </a:xfrm>
          <a:prstGeom prst="ellipse">
            <a:avLst/>
          </a:prstGeom>
          <a:solidFill>
            <a:schemeClr val="bg1"/>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2"/>
                </a:solidFill>
              </a:rPr>
              <a:t>W</a:t>
            </a:r>
          </a:p>
        </p:txBody>
      </p:sp>
      <p:sp>
        <p:nvSpPr>
          <p:cNvPr id="10" name="Oval 9"/>
          <p:cNvSpPr>
            <a:spLocks noChangeAspect="1"/>
          </p:cNvSpPr>
          <p:nvPr/>
        </p:nvSpPr>
        <p:spPr>
          <a:xfrm>
            <a:off x="7727307" y="5568932"/>
            <a:ext cx="755703" cy="755703"/>
          </a:xfrm>
          <a:prstGeom prst="ellipse">
            <a:avLst/>
          </a:prstGeom>
          <a:solidFill>
            <a:schemeClr val="bg1"/>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3"/>
                </a:solidFill>
              </a:rPr>
              <a:t>O</a:t>
            </a:r>
          </a:p>
        </p:txBody>
      </p:sp>
      <p:sp>
        <p:nvSpPr>
          <p:cNvPr id="11" name="Oval 10"/>
          <p:cNvSpPr>
            <a:spLocks noChangeAspect="1"/>
          </p:cNvSpPr>
          <p:nvPr/>
        </p:nvSpPr>
        <p:spPr>
          <a:xfrm>
            <a:off x="3708989" y="5568932"/>
            <a:ext cx="755703" cy="755703"/>
          </a:xfrm>
          <a:prstGeom prst="ellipse">
            <a:avLst/>
          </a:prstGeom>
          <a:solidFill>
            <a:schemeClr val="bg1"/>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4"/>
                </a:solidFill>
              </a:rPr>
              <a:t>T</a:t>
            </a:r>
          </a:p>
        </p:txBody>
      </p:sp>
      <p:sp>
        <p:nvSpPr>
          <p:cNvPr id="12" name="TextBox 11"/>
          <p:cNvSpPr txBox="1"/>
          <p:nvPr/>
        </p:nvSpPr>
        <p:spPr>
          <a:xfrm>
            <a:off x="838199" y="1839870"/>
            <a:ext cx="2832689" cy="1323439"/>
          </a:xfrm>
          <a:prstGeom prst="rect">
            <a:avLst/>
          </a:prstGeom>
          <a:noFill/>
        </p:spPr>
        <p:txBody>
          <a:bodyPr wrap="square" rtlCol="0" anchor="ctr">
            <a:spAutoFit/>
          </a:bodyPr>
          <a:lstStyle/>
          <a:p>
            <a:pPr algn="ctr">
              <a:defRPr/>
            </a:pPr>
            <a:r>
              <a:rPr lang="en-US" sz="1600" b="1" dirty="0">
                <a:solidFill>
                  <a:schemeClr val="accent1"/>
                </a:solidFill>
              </a:rPr>
              <a:t>STRENGTHS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12"/>
          <p:cNvSpPr txBox="1"/>
          <p:nvPr/>
        </p:nvSpPr>
        <p:spPr>
          <a:xfrm>
            <a:off x="8521112" y="1839870"/>
            <a:ext cx="2832689" cy="1323439"/>
          </a:xfrm>
          <a:prstGeom prst="rect">
            <a:avLst/>
          </a:prstGeom>
          <a:noFill/>
        </p:spPr>
        <p:txBody>
          <a:bodyPr wrap="square" rtlCol="0" anchor="ctr">
            <a:spAutoFit/>
          </a:bodyPr>
          <a:lstStyle/>
          <a:p>
            <a:pPr algn="ctr">
              <a:defRPr/>
            </a:pPr>
            <a:r>
              <a:rPr lang="en-US" sz="1600" b="1" dirty="0">
                <a:solidFill>
                  <a:schemeClr val="accent2"/>
                </a:solidFill>
              </a:rPr>
              <a:t>WEAKNESSES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13"/>
          <p:cNvSpPr txBox="1"/>
          <p:nvPr/>
        </p:nvSpPr>
        <p:spPr>
          <a:xfrm>
            <a:off x="838199" y="4218501"/>
            <a:ext cx="2832689" cy="1323439"/>
          </a:xfrm>
          <a:prstGeom prst="rect">
            <a:avLst/>
          </a:prstGeom>
          <a:noFill/>
        </p:spPr>
        <p:txBody>
          <a:bodyPr wrap="square" rtlCol="0" anchor="ctr">
            <a:spAutoFit/>
          </a:bodyPr>
          <a:lstStyle/>
          <a:p>
            <a:pPr algn="ctr">
              <a:defRPr/>
            </a:pPr>
            <a:r>
              <a:rPr lang="en-US" sz="1600" b="1" dirty="0">
                <a:solidFill>
                  <a:schemeClr val="accent4"/>
                </a:solidFill>
              </a:rPr>
              <a:t>THREATS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14"/>
          <p:cNvSpPr txBox="1"/>
          <p:nvPr/>
        </p:nvSpPr>
        <p:spPr>
          <a:xfrm>
            <a:off x="8521112" y="4218501"/>
            <a:ext cx="2832689" cy="1323439"/>
          </a:xfrm>
          <a:prstGeom prst="rect">
            <a:avLst/>
          </a:prstGeom>
          <a:noFill/>
        </p:spPr>
        <p:txBody>
          <a:bodyPr wrap="square" rtlCol="0" anchor="ctr">
            <a:spAutoFit/>
          </a:bodyPr>
          <a:lstStyle/>
          <a:p>
            <a:pPr algn="ctr">
              <a:defRPr/>
            </a:pPr>
            <a:r>
              <a:rPr lang="en-US" sz="1600" b="1" dirty="0">
                <a:solidFill>
                  <a:schemeClr val="accent3"/>
                </a:solidFill>
              </a:rPr>
              <a:t>OPPORTUNITIES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626217255"/>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lstStyle/>
          <a:p>
            <a:r>
              <a:rPr lang="en-US" dirty="0"/>
              <a:t>SWOT Analysis 4</a:t>
            </a:r>
          </a:p>
        </p:txBody>
      </p:sp>
      <p:sp>
        <p:nvSpPr>
          <p:cNvPr id="13" name="Rectangle 12">
            <a:extLst>
              <a:ext uri="{FF2B5EF4-FFF2-40B4-BE49-F238E27FC236}">
                <a16:creationId xmlns:a16="http://schemas.microsoft.com/office/drawing/2014/main" id="{FEAB0BAC-1E7B-4CF7-BF54-C6602E70F202}"/>
              </a:ext>
            </a:extLst>
          </p:cNvPr>
          <p:cNvSpPr/>
          <p:nvPr/>
        </p:nvSpPr>
        <p:spPr>
          <a:xfrm>
            <a:off x="959291" y="2795459"/>
            <a:ext cx="2421818" cy="270000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amet, consectetuer adipiscing elit. Maecenas porttitor congue massa. </a:t>
            </a:r>
          </a:p>
          <a:p>
            <a:pPr algn="ct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4" name="Rectangle 13">
            <a:extLst>
              <a:ext uri="{FF2B5EF4-FFF2-40B4-BE49-F238E27FC236}">
                <a16:creationId xmlns:a16="http://schemas.microsoft.com/office/drawing/2014/main" id="{4DE750EA-20B7-4EC4-9281-472CCEAF8501}"/>
              </a:ext>
            </a:extLst>
          </p:cNvPr>
          <p:cNvSpPr/>
          <p:nvPr/>
        </p:nvSpPr>
        <p:spPr>
          <a:xfrm>
            <a:off x="3576491" y="2795458"/>
            <a:ext cx="2421818" cy="270000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5" name="Rectangle 14">
            <a:extLst>
              <a:ext uri="{FF2B5EF4-FFF2-40B4-BE49-F238E27FC236}">
                <a16:creationId xmlns:a16="http://schemas.microsoft.com/office/drawing/2014/main" id="{8B4800CE-56AB-40B3-B832-D4255AFC6EF7}"/>
              </a:ext>
            </a:extLst>
          </p:cNvPr>
          <p:cNvSpPr/>
          <p:nvPr/>
        </p:nvSpPr>
        <p:spPr>
          <a:xfrm>
            <a:off x="6193691" y="2795457"/>
            <a:ext cx="2421818" cy="2700000"/>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6" name="Rectangle 15">
            <a:extLst>
              <a:ext uri="{FF2B5EF4-FFF2-40B4-BE49-F238E27FC236}">
                <a16:creationId xmlns:a16="http://schemas.microsoft.com/office/drawing/2014/main" id="{B0758465-2557-494A-AE9F-D1B497C63277}"/>
              </a:ext>
            </a:extLst>
          </p:cNvPr>
          <p:cNvSpPr/>
          <p:nvPr/>
        </p:nvSpPr>
        <p:spPr>
          <a:xfrm>
            <a:off x="8810891" y="2795456"/>
            <a:ext cx="2421818" cy="2700000"/>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7" name="Rectangle 16">
            <a:extLst>
              <a:ext uri="{FF2B5EF4-FFF2-40B4-BE49-F238E27FC236}">
                <a16:creationId xmlns:a16="http://schemas.microsoft.com/office/drawing/2014/main" id="{ACA70FC4-1AFF-49B2-9718-C908DD06BA81}"/>
              </a:ext>
            </a:extLst>
          </p:cNvPr>
          <p:cNvSpPr/>
          <p:nvPr/>
        </p:nvSpPr>
        <p:spPr>
          <a:xfrm>
            <a:off x="8382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1"/>
                </a:solidFill>
              </a:rPr>
              <a:t>S</a:t>
            </a:r>
          </a:p>
        </p:txBody>
      </p:sp>
      <p:sp>
        <p:nvSpPr>
          <p:cNvPr id="18" name="Rectangle 17">
            <a:extLst>
              <a:ext uri="{FF2B5EF4-FFF2-40B4-BE49-F238E27FC236}">
                <a16:creationId xmlns:a16="http://schemas.microsoft.com/office/drawing/2014/main" id="{E6B4C7A0-613E-4F6D-8051-577B7EBA3EF9}"/>
              </a:ext>
            </a:extLst>
          </p:cNvPr>
          <p:cNvSpPr/>
          <p:nvPr/>
        </p:nvSpPr>
        <p:spPr>
          <a:xfrm>
            <a:off x="34554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2"/>
                </a:solidFill>
              </a:rPr>
              <a:t>W</a:t>
            </a:r>
          </a:p>
        </p:txBody>
      </p:sp>
      <p:sp>
        <p:nvSpPr>
          <p:cNvPr id="19" name="Rectangle 18">
            <a:extLst>
              <a:ext uri="{FF2B5EF4-FFF2-40B4-BE49-F238E27FC236}">
                <a16:creationId xmlns:a16="http://schemas.microsoft.com/office/drawing/2014/main" id="{9F5CCB15-9337-4DA6-9F72-F9557ECA8078}"/>
              </a:ext>
            </a:extLst>
          </p:cNvPr>
          <p:cNvSpPr/>
          <p:nvPr/>
        </p:nvSpPr>
        <p:spPr>
          <a:xfrm>
            <a:off x="60726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3"/>
                </a:solidFill>
              </a:rPr>
              <a:t>O</a:t>
            </a:r>
          </a:p>
        </p:txBody>
      </p:sp>
      <p:sp>
        <p:nvSpPr>
          <p:cNvPr id="20" name="Rectangle 19">
            <a:extLst>
              <a:ext uri="{FF2B5EF4-FFF2-40B4-BE49-F238E27FC236}">
                <a16:creationId xmlns:a16="http://schemas.microsoft.com/office/drawing/2014/main" id="{391CDF75-201C-427B-A69A-E5EF4069203B}"/>
              </a:ext>
            </a:extLst>
          </p:cNvPr>
          <p:cNvSpPr/>
          <p:nvPr/>
        </p:nvSpPr>
        <p:spPr>
          <a:xfrm>
            <a:off x="86898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4"/>
                </a:solidFill>
              </a:rPr>
              <a:t>T</a:t>
            </a:r>
          </a:p>
        </p:txBody>
      </p:sp>
    </p:spTree>
    <p:extLst>
      <p:ext uri="{BB962C8B-B14F-4D97-AF65-F5344CB8AC3E}">
        <p14:creationId xmlns:p14="http://schemas.microsoft.com/office/powerpoint/2010/main" val="2848052347"/>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SWOT Analysis 5</a:t>
            </a:r>
          </a:p>
        </p:txBody>
      </p:sp>
      <p:sp>
        <p:nvSpPr>
          <p:cNvPr id="22" name="ShapeNameChangedByPowerUser1"/>
          <p:cNvSpPr/>
          <p:nvPr/>
        </p:nvSpPr>
        <p:spPr>
          <a:xfrm>
            <a:off x="130367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STRENGTHS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26" name="ShapeNameChangedByPowerUser2"/>
          <p:cNvSpPr/>
          <p:nvPr/>
        </p:nvSpPr>
        <p:spPr>
          <a:xfrm>
            <a:off x="620833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WEAKNESSES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30" name="ShapeNameChangedByPowerUser1"/>
          <p:cNvSpPr/>
          <p:nvPr/>
        </p:nvSpPr>
        <p:spPr>
          <a:xfrm>
            <a:off x="1303673"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OPPORTUNITIES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31" name="ShapeNameChangedByPowerUser2"/>
          <p:cNvSpPr/>
          <p:nvPr/>
        </p:nvSpPr>
        <p:spPr>
          <a:xfrm>
            <a:off x="6208327"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THREATS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9" name="Oval 8">
            <a:extLst>
              <a:ext uri="{FF2B5EF4-FFF2-40B4-BE49-F238E27FC236}">
                <a16:creationId xmlns:a16="http://schemas.microsoft.com/office/drawing/2014/main" id="{664F72BA-9CC6-5EF1-1395-442FC65D956B}"/>
              </a:ext>
            </a:extLst>
          </p:cNvPr>
          <p:cNvSpPr>
            <a:spLocks noChangeAspect="1"/>
          </p:cNvSpPr>
          <p:nvPr/>
        </p:nvSpPr>
        <p:spPr>
          <a:xfrm>
            <a:off x="5487467" y="3383045"/>
            <a:ext cx="1217066" cy="1217066"/>
          </a:xfrm>
          <a:prstGeom prst="ellipse">
            <a:avLst/>
          </a:prstGeom>
          <a:solidFill>
            <a:schemeClr val="bg1">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chemeClr val="tx1"/>
                </a:solidFill>
              </a:rPr>
              <a:t>SWOT</a:t>
            </a:r>
          </a:p>
        </p:txBody>
      </p:sp>
      <p:grpSp>
        <p:nvGrpSpPr>
          <p:cNvPr id="15" name="Group 14">
            <a:extLst>
              <a:ext uri="{FF2B5EF4-FFF2-40B4-BE49-F238E27FC236}">
                <a16:creationId xmlns:a16="http://schemas.microsoft.com/office/drawing/2014/main" id="{9C7B9C5C-745D-B0AB-CB00-52DAA488CDF9}"/>
              </a:ext>
            </a:extLst>
          </p:cNvPr>
          <p:cNvGrpSpPr/>
          <p:nvPr/>
        </p:nvGrpSpPr>
        <p:grpSpPr>
          <a:xfrm>
            <a:off x="1411668" y="1797152"/>
            <a:ext cx="4464001" cy="1980000"/>
            <a:chOff x="1502637" y="1797152"/>
            <a:chExt cx="4464001" cy="1980000"/>
          </a:xfrm>
        </p:grpSpPr>
        <p:sp>
          <p:nvSpPr>
            <p:cNvPr id="10" name="Rectangle: Rounded Corners 9">
              <a:extLst>
                <a:ext uri="{FF2B5EF4-FFF2-40B4-BE49-F238E27FC236}">
                  <a16:creationId xmlns:a16="http://schemas.microsoft.com/office/drawing/2014/main" id="{6BDEE4BD-1F60-083C-83B0-693032C5AB24}"/>
                </a:ext>
              </a:extLst>
            </p:cNvPr>
            <p:cNvSpPr>
              <a:spLocks/>
            </p:cNvSpPr>
            <p:nvPr/>
          </p:nvSpPr>
          <p:spPr>
            <a:xfrm>
              <a:off x="1502637" y="1797152"/>
              <a:ext cx="48365" cy="1980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Rounded Corners 13">
              <a:extLst>
                <a:ext uri="{FF2B5EF4-FFF2-40B4-BE49-F238E27FC236}">
                  <a16:creationId xmlns:a16="http://schemas.microsoft.com/office/drawing/2014/main" id="{4AA18E9D-6C2C-B1B6-5E81-B69721B48980}"/>
                </a:ext>
              </a:extLst>
            </p:cNvPr>
            <p:cNvSpPr>
              <a:spLocks/>
            </p:cNvSpPr>
            <p:nvPr/>
          </p:nvSpPr>
          <p:spPr>
            <a:xfrm rot="16200000">
              <a:off x="3710455" y="-410665"/>
              <a:ext cx="48365" cy="4464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3E6DB936-9B66-570C-21B2-3175639CBAD5}"/>
              </a:ext>
            </a:extLst>
          </p:cNvPr>
          <p:cNvGrpSpPr/>
          <p:nvPr/>
        </p:nvGrpSpPr>
        <p:grpSpPr>
          <a:xfrm rot="5400000">
            <a:off x="7558330" y="555153"/>
            <a:ext cx="1980001" cy="4464000"/>
            <a:chOff x="1502637" y="1797152"/>
            <a:chExt cx="1980001" cy="4464000"/>
          </a:xfrm>
          <a:solidFill>
            <a:schemeClr val="accent2"/>
          </a:solidFill>
        </p:grpSpPr>
        <p:sp>
          <p:nvSpPr>
            <p:cNvPr id="17" name="Rectangle: Rounded Corners 16">
              <a:extLst>
                <a:ext uri="{FF2B5EF4-FFF2-40B4-BE49-F238E27FC236}">
                  <a16:creationId xmlns:a16="http://schemas.microsoft.com/office/drawing/2014/main" id="{2CA75F0C-A7E3-CF99-93EA-AC977DB3C116}"/>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Rounded Corners 17">
              <a:extLst>
                <a:ext uri="{FF2B5EF4-FFF2-40B4-BE49-F238E27FC236}">
                  <a16:creationId xmlns:a16="http://schemas.microsoft.com/office/drawing/2014/main" id="{1D178DC3-751B-5605-F469-B026E322B01D}"/>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1" name="Group 20">
            <a:extLst>
              <a:ext uri="{FF2B5EF4-FFF2-40B4-BE49-F238E27FC236}">
                <a16:creationId xmlns:a16="http://schemas.microsoft.com/office/drawing/2014/main" id="{AD3B63D7-34A6-3597-1D3E-D789C820C44C}"/>
              </a:ext>
            </a:extLst>
          </p:cNvPr>
          <p:cNvGrpSpPr/>
          <p:nvPr/>
        </p:nvGrpSpPr>
        <p:grpSpPr>
          <a:xfrm rot="10800000" flipH="1">
            <a:off x="1411669" y="4178406"/>
            <a:ext cx="4464001" cy="1980000"/>
            <a:chOff x="1502637" y="1797152"/>
            <a:chExt cx="4464001" cy="1980000"/>
          </a:xfrm>
          <a:solidFill>
            <a:schemeClr val="accent4"/>
          </a:solidFill>
        </p:grpSpPr>
        <p:sp>
          <p:nvSpPr>
            <p:cNvPr id="23" name="Rectangle: Rounded Corners 22">
              <a:extLst>
                <a:ext uri="{FF2B5EF4-FFF2-40B4-BE49-F238E27FC236}">
                  <a16:creationId xmlns:a16="http://schemas.microsoft.com/office/drawing/2014/main" id="{B6934BF0-9565-6301-6E90-784B16ED0561}"/>
                </a:ext>
              </a:extLst>
            </p:cNvPr>
            <p:cNvSpPr>
              <a:spLocks/>
            </p:cNvSpPr>
            <p:nvPr/>
          </p:nvSpPr>
          <p:spPr>
            <a:xfrm>
              <a:off x="1502637" y="1797152"/>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Rounded Corners 23">
              <a:extLst>
                <a:ext uri="{FF2B5EF4-FFF2-40B4-BE49-F238E27FC236}">
                  <a16:creationId xmlns:a16="http://schemas.microsoft.com/office/drawing/2014/main" id="{063E7F15-B46C-B428-84C3-62F2FF8A3126}"/>
                </a:ext>
              </a:extLst>
            </p:cNvPr>
            <p:cNvSpPr>
              <a:spLocks/>
            </p:cNvSpPr>
            <p:nvPr/>
          </p:nvSpPr>
          <p:spPr>
            <a:xfrm rot="16200000">
              <a:off x="3710455" y="-410665"/>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5" name="Group 24">
            <a:extLst>
              <a:ext uri="{FF2B5EF4-FFF2-40B4-BE49-F238E27FC236}">
                <a16:creationId xmlns:a16="http://schemas.microsoft.com/office/drawing/2014/main" id="{7ECE05DA-C4B9-899D-0780-EBBFD53FF871}"/>
              </a:ext>
            </a:extLst>
          </p:cNvPr>
          <p:cNvGrpSpPr/>
          <p:nvPr/>
        </p:nvGrpSpPr>
        <p:grpSpPr>
          <a:xfrm rot="16200000" flipV="1">
            <a:off x="7558329" y="2906081"/>
            <a:ext cx="1980001" cy="4464000"/>
            <a:chOff x="1502637" y="1797152"/>
            <a:chExt cx="1980001" cy="4464000"/>
          </a:xfrm>
          <a:solidFill>
            <a:schemeClr val="accent3"/>
          </a:solidFill>
        </p:grpSpPr>
        <p:sp>
          <p:nvSpPr>
            <p:cNvPr id="27" name="Rectangle: Rounded Corners 26">
              <a:extLst>
                <a:ext uri="{FF2B5EF4-FFF2-40B4-BE49-F238E27FC236}">
                  <a16:creationId xmlns:a16="http://schemas.microsoft.com/office/drawing/2014/main" id="{4AC15ABE-8532-4633-71C2-4A5645CE3632}"/>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Rounded Corners 27">
              <a:extLst>
                <a:ext uri="{FF2B5EF4-FFF2-40B4-BE49-F238E27FC236}">
                  <a16:creationId xmlns:a16="http://schemas.microsoft.com/office/drawing/2014/main" id="{33BE0866-1160-52FF-50DA-3F708166B966}"/>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custDataLst>
      <p:tags r:id="rId1"/>
    </p:custDataLst>
    <p:extLst>
      <p:ext uri="{BB962C8B-B14F-4D97-AF65-F5344CB8AC3E}">
        <p14:creationId xmlns:p14="http://schemas.microsoft.com/office/powerpoint/2010/main" val="781381946"/>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5" name="Group 244"/>
          <p:cNvGrpSpPr>
            <a:grpSpLocks noChangeAspect="1"/>
          </p:cNvGrpSpPr>
          <p:nvPr/>
        </p:nvGrpSpPr>
        <p:grpSpPr>
          <a:xfrm>
            <a:off x="3743313" y="1551567"/>
            <a:ext cx="4616875" cy="4616875"/>
            <a:chOff x="3436343" y="1350326"/>
            <a:chExt cx="5078563" cy="5078563"/>
          </a:xfrm>
        </p:grpSpPr>
        <p:sp>
          <p:nvSpPr>
            <p:cNvPr id="246" name="Freeform: Shape 245"/>
            <p:cNvSpPr>
              <a:spLocks noChangeAspect="1"/>
            </p:cNvSpPr>
            <p:nvPr/>
          </p:nvSpPr>
          <p:spPr>
            <a:xfrm>
              <a:off x="3436343" y="1350326"/>
              <a:ext cx="5078563" cy="5078563"/>
            </a:xfrm>
            <a:custGeom>
              <a:avLst/>
              <a:gdLst>
                <a:gd name="connsiteX0" fmla="*/ 1893731 w 5078563"/>
                <a:gd name="connsiteY0" fmla="*/ 3271685 h 5078563"/>
                <a:gd name="connsiteX1" fmla="*/ 1991017 w 5078563"/>
                <a:gd name="connsiteY1" fmla="*/ 3351953 h 5078563"/>
                <a:gd name="connsiteX2" fmla="*/ 2438767 w 5078563"/>
                <a:gd name="connsiteY2" fmla="*/ 3514270 h 5078563"/>
                <a:gd name="connsiteX3" fmla="*/ 2477866 w 5078563"/>
                <a:gd name="connsiteY3" fmla="*/ 3516245 h 5078563"/>
                <a:gd name="connsiteX4" fmla="*/ 2477866 w 5078563"/>
                <a:gd name="connsiteY4" fmla="*/ 5078563 h 5078563"/>
                <a:gd name="connsiteX5" fmla="*/ 2311481 w 5078563"/>
                <a:gd name="connsiteY5" fmla="*/ 5071209 h 5078563"/>
                <a:gd name="connsiteX6" fmla="*/ 922336 w 5078563"/>
                <a:gd name="connsiteY6" fmla="*/ 4500809 h 5078563"/>
                <a:gd name="connsiteX7" fmla="*/ 787318 w 5078563"/>
                <a:gd name="connsiteY7" fmla="*/ 4378097 h 5078563"/>
                <a:gd name="connsiteX8" fmla="*/ 3184551 w 5078563"/>
                <a:gd name="connsiteY8" fmla="*/ 3271405 h 5078563"/>
                <a:gd name="connsiteX9" fmla="*/ 4291388 w 5078563"/>
                <a:gd name="connsiteY9" fmla="*/ 4378242 h 5078563"/>
                <a:gd name="connsiteX10" fmla="*/ 4248462 w 5078563"/>
                <a:gd name="connsiteY10" fmla="*/ 4420913 h 5078563"/>
                <a:gd name="connsiteX11" fmla="*/ 2783148 w 5078563"/>
                <a:gd name="connsiteY11" fmla="*/ 5069731 h 5078563"/>
                <a:gd name="connsiteX12" fmla="*/ 2600696 w 5078563"/>
                <a:gd name="connsiteY12" fmla="*/ 5078369 h 5078563"/>
                <a:gd name="connsiteX13" fmla="*/ 2600696 w 5078563"/>
                <a:gd name="connsiteY13" fmla="*/ 3516213 h 5078563"/>
                <a:gd name="connsiteX14" fmla="*/ 2639176 w 5078563"/>
                <a:gd name="connsiteY14" fmla="*/ 3514270 h 5078563"/>
                <a:gd name="connsiteX15" fmla="*/ 3086926 w 5078563"/>
                <a:gd name="connsiteY15" fmla="*/ 3351953 h 5078563"/>
                <a:gd name="connsiteX16" fmla="*/ 3515919 w 5078563"/>
                <a:gd name="connsiteY16" fmla="*/ 2600696 h 5078563"/>
                <a:gd name="connsiteX17" fmla="*/ 5078176 w 5078563"/>
                <a:gd name="connsiteY17" fmla="*/ 2600696 h 5078563"/>
                <a:gd name="connsiteX18" fmla="*/ 5068153 w 5078563"/>
                <a:gd name="connsiteY18" fmla="*/ 2799186 h 5078563"/>
                <a:gd name="connsiteX19" fmla="*/ 4410622 w 5078563"/>
                <a:gd name="connsiteY19" fmla="*/ 4259717 h 5078563"/>
                <a:gd name="connsiteX20" fmla="*/ 4378501 w 5078563"/>
                <a:gd name="connsiteY20" fmla="*/ 4291647 h 5078563"/>
                <a:gd name="connsiteX21" fmla="*/ 3271375 w 5078563"/>
                <a:gd name="connsiteY21" fmla="*/ 3184521 h 5078563"/>
                <a:gd name="connsiteX22" fmla="*/ 3351643 w 5078563"/>
                <a:gd name="connsiteY22" fmla="*/ 3087236 h 5078563"/>
                <a:gd name="connsiteX23" fmla="*/ 3513960 w 5078563"/>
                <a:gd name="connsiteY23" fmla="*/ 2639486 h 5078563"/>
                <a:gd name="connsiteX24" fmla="*/ 0 w 5078563"/>
                <a:gd name="connsiteY24" fmla="*/ 2600696 h 5078563"/>
                <a:gd name="connsiteX25" fmla="*/ 1562023 w 5078563"/>
                <a:gd name="connsiteY25" fmla="*/ 2600696 h 5078563"/>
                <a:gd name="connsiteX26" fmla="*/ 1563982 w 5078563"/>
                <a:gd name="connsiteY26" fmla="*/ 2639486 h 5078563"/>
                <a:gd name="connsiteX27" fmla="*/ 1726299 w 5078563"/>
                <a:gd name="connsiteY27" fmla="*/ 3087236 h 5078563"/>
                <a:gd name="connsiteX28" fmla="*/ 1806847 w 5078563"/>
                <a:gd name="connsiteY28" fmla="*/ 3184860 h 5078563"/>
                <a:gd name="connsiteX29" fmla="*/ 700464 w 5078563"/>
                <a:gd name="connsiteY29" fmla="*/ 4291242 h 5078563"/>
                <a:gd name="connsiteX30" fmla="*/ 577753 w 5078563"/>
                <a:gd name="connsiteY30" fmla="*/ 4156227 h 5078563"/>
                <a:gd name="connsiteX31" fmla="*/ 7354 w 5078563"/>
                <a:gd name="connsiteY31" fmla="*/ 2767082 h 5078563"/>
                <a:gd name="connsiteX32" fmla="*/ 4378096 w 5078563"/>
                <a:gd name="connsiteY32" fmla="*/ 787318 h 5078563"/>
                <a:gd name="connsiteX33" fmla="*/ 4500809 w 5078563"/>
                <a:gd name="connsiteY33" fmla="*/ 922336 h 5078563"/>
                <a:gd name="connsiteX34" fmla="*/ 5071209 w 5078563"/>
                <a:gd name="connsiteY34" fmla="*/ 2311480 h 5078563"/>
                <a:gd name="connsiteX35" fmla="*/ 5078563 w 5078563"/>
                <a:gd name="connsiteY35" fmla="*/ 2477866 h 5078563"/>
                <a:gd name="connsiteX36" fmla="*/ 3515919 w 5078563"/>
                <a:gd name="connsiteY36" fmla="*/ 2477866 h 5078563"/>
                <a:gd name="connsiteX37" fmla="*/ 3513960 w 5078563"/>
                <a:gd name="connsiteY37" fmla="*/ 2439077 h 5078563"/>
                <a:gd name="connsiteX38" fmla="*/ 3351643 w 5078563"/>
                <a:gd name="connsiteY38" fmla="*/ 1991327 h 5078563"/>
                <a:gd name="connsiteX39" fmla="*/ 3271375 w 5078563"/>
                <a:gd name="connsiteY39" fmla="*/ 1894040 h 5078563"/>
                <a:gd name="connsiteX40" fmla="*/ 700061 w 5078563"/>
                <a:gd name="connsiteY40" fmla="*/ 786916 h 5078563"/>
                <a:gd name="connsiteX41" fmla="*/ 1806847 w 5078563"/>
                <a:gd name="connsiteY41" fmla="*/ 1893702 h 5078563"/>
                <a:gd name="connsiteX42" fmla="*/ 1726299 w 5078563"/>
                <a:gd name="connsiteY42" fmla="*/ 1991327 h 5078563"/>
                <a:gd name="connsiteX43" fmla="*/ 1563982 w 5078563"/>
                <a:gd name="connsiteY43" fmla="*/ 2439077 h 5078563"/>
                <a:gd name="connsiteX44" fmla="*/ 1562023 w 5078563"/>
                <a:gd name="connsiteY44" fmla="*/ 2477866 h 5078563"/>
                <a:gd name="connsiteX45" fmla="*/ 386 w 5078563"/>
                <a:gd name="connsiteY45" fmla="*/ 2477866 h 5078563"/>
                <a:gd name="connsiteX46" fmla="*/ 10409 w 5078563"/>
                <a:gd name="connsiteY46" fmla="*/ 2279377 h 5078563"/>
                <a:gd name="connsiteX47" fmla="*/ 667940 w 5078563"/>
                <a:gd name="connsiteY47" fmla="*/ 818846 h 5078563"/>
                <a:gd name="connsiteX48" fmla="*/ 2477866 w 5078563"/>
                <a:gd name="connsiteY48" fmla="*/ 193 h 5078563"/>
                <a:gd name="connsiteX49" fmla="*/ 2477866 w 5078563"/>
                <a:gd name="connsiteY49" fmla="*/ 1562318 h 5078563"/>
                <a:gd name="connsiteX50" fmla="*/ 2438767 w 5078563"/>
                <a:gd name="connsiteY50" fmla="*/ 1564292 h 5078563"/>
                <a:gd name="connsiteX51" fmla="*/ 1991017 w 5078563"/>
                <a:gd name="connsiteY51" fmla="*/ 1726609 h 5078563"/>
                <a:gd name="connsiteX52" fmla="*/ 1893731 w 5078563"/>
                <a:gd name="connsiteY52" fmla="*/ 1806877 h 5078563"/>
                <a:gd name="connsiteX53" fmla="*/ 787174 w 5078563"/>
                <a:gd name="connsiteY53" fmla="*/ 700321 h 5078563"/>
                <a:gd name="connsiteX54" fmla="*/ 830101 w 5078563"/>
                <a:gd name="connsiteY54" fmla="*/ 657650 h 5078563"/>
                <a:gd name="connsiteX55" fmla="*/ 2295414 w 5078563"/>
                <a:gd name="connsiteY55" fmla="*/ 8832 h 5078563"/>
                <a:gd name="connsiteX56" fmla="*/ 2600696 w 5078563"/>
                <a:gd name="connsiteY56" fmla="*/ 0 h 5078563"/>
                <a:gd name="connsiteX57" fmla="*/ 2767082 w 5078563"/>
                <a:gd name="connsiteY57" fmla="*/ 7354 h 5078563"/>
                <a:gd name="connsiteX58" fmla="*/ 4156227 w 5078563"/>
                <a:gd name="connsiteY58" fmla="*/ 577753 h 5078563"/>
                <a:gd name="connsiteX59" fmla="*/ 4291242 w 5078563"/>
                <a:gd name="connsiteY59" fmla="*/ 700464 h 5078563"/>
                <a:gd name="connsiteX60" fmla="*/ 3184550 w 5078563"/>
                <a:gd name="connsiteY60" fmla="*/ 1807157 h 5078563"/>
                <a:gd name="connsiteX61" fmla="*/ 3086926 w 5078563"/>
                <a:gd name="connsiteY61" fmla="*/ 1726609 h 5078563"/>
                <a:gd name="connsiteX62" fmla="*/ 2639176 w 5078563"/>
                <a:gd name="connsiteY62" fmla="*/ 1564292 h 5078563"/>
                <a:gd name="connsiteX63" fmla="*/ 2600696 w 5078563"/>
                <a:gd name="connsiteY63" fmla="*/ 1562349 h 5078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78563" h="5078563">
                  <a:moveTo>
                    <a:pt x="1893731" y="3271685"/>
                  </a:moveTo>
                  <a:lnTo>
                    <a:pt x="1991017" y="3351953"/>
                  </a:lnTo>
                  <a:cubicBezTo>
                    <a:pt x="2121364" y="3440014"/>
                    <a:pt x="2274035" y="3497541"/>
                    <a:pt x="2438767" y="3514270"/>
                  </a:cubicBezTo>
                  <a:lnTo>
                    <a:pt x="2477866" y="3516245"/>
                  </a:lnTo>
                  <a:lnTo>
                    <a:pt x="2477866" y="5078563"/>
                  </a:lnTo>
                  <a:lnTo>
                    <a:pt x="2311481" y="5071209"/>
                  </a:lnTo>
                  <a:cubicBezTo>
                    <a:pt x="1786176" y="5024556"/>
                    <a:pt x="1306817" y="4818111"/>
                    <a:pt x="922336" y="4500809"/>
                  </a:cubicBezTo>
                  <a:lnTo>
                    <a:pt x="787318" y="4378097"/>
                  </a:lnTo>
                  <a:close/>
                  <a:moveTo>
                    <a:pt x="3184551" y="3271405"/>
                  </a:moveTo>
                  <a:lnTo>
                    <a:pt x="4291388" y="4378242"/>
                  </a:lnTo>
                  <a:lnTo>
                    <a:pt x="4248462" y="4420913"/>
                  </a:lnTo>
                  <a:cubicBezTo>
                    <a:pt x="3853465" y="4779922"/>
                    <a:pt x="3344964" y="5016257"/>
                    <a:pt x="2783148" y="5069731"/>
                  </a:cubicBezTo>
                  <a:lnTo>
                    <a:pt x="2600696" y="5078369"/>
                  </a:lnTo>
                  <a:lnTo>
                    <a:pt x="2600696" y="3516213"/>
                  </a:lnTo>
                  <a:lnTo>
                    <a:pt x="2639176" y="3514270"/>
                  </a:lnTo>
                  <a:cubicBezTo>
                    <a:pt x="2803907" y="3497541"/>
                    <a:pt x="2956579" y="3440014"/>
                    <a:pt x="3086926" y="3351953"/>
                  </a:cubicBezTo>
                  <a:close/>
                  <a:moveTo>
                    <a:pt x="3515919" y="2600696"/>
                  </a:moveTo>
                  <a:lnTo>
                    <a:pt x="5078176" y="2600696"/>
                  </a:lnTo>
                  <a:lnTo>
                    <a:pt x="5068153" y="2799186"/>
                  </a:lnTo>
                  <a:cubicBezTo>
                    <a:pt x="5011201" y="3359981"/>
                    <a:pt x="4771962" y="3866887"/>
                    <a:pt x="4410622" y="4259717"/>
                  </a:cubicBezTo>
                  <a:lnTo>
                    <a:pt x="4378501" y="4291647"/>
                  </a:lnTo>
                  <a:lnTo>
                    <a:pt x="3271375" y="3184521"/>
                  </a:lnTo>
                  <a:lnTo>
                    <a:pt x="3351643" y="3087236"/>
                  </a:lnTo>
                  <a:cubicBezTo>
                    <a:pt x="3439704" y="2956889"/>
                    <a:pt x="3497231" y="2804217"/>
                    <a:pt x="3513960" y="2639486"/>
                  </a:cubicBezTo>
                  <a:close/>
                  <a:moveTo>
                    <a:pt x="0" y="2600696"/>
                  </a:moveTo>
                  <a:lnTo>
                    <a:pt x="1562023" y="2600696"/>
                  </a:lnTo>
                  <a:lnTo>
                    <a:pt x="1563982" y="2639486"/>
                  </a:lnTo>
                  <a:cubicBezTo>
                    <a:pt x="1580712" y="2804217"/>
                    <a:pt x="1638238" y="2956889"/>
                    <a:pt x="1726299" y="3087236"/>
                  </a:cubicBezTo>
                  <a:lnTo>
                    <a:pt x="1806847" y="3184860"/>
                  </a:lnTo>
                  <a:lnTo>
                    <a:pt x="700464" y="4291242"/>
                  </a:lnTo>
                  <a:lnTo>
                    <a:pt x="577753" y="4156227"/>
                  </a:lnTo>
                  <a:cubicBezTo>
                    <a:pt x="260452" y="3771746"/>
                    <a:pt x="54007" y="3292386"/>
                    <a:pt x="7354" y="2767082"/>
                  </a:cubicBezTo>
                  <a:close/>
                  <a:moveTo>
                    <a:pt x="4378096" y="787318"/>
                  </a:moveTo>
                  <a:lnTo>
                    <a:pt x="4500809" y="922336"/>
                  </a:lnTo>
                  <a:cubicBezTo>
                    <a:pt x="4818111" y="1306816"/>
                    <a:pt x="5024555" y="1786176"/>
                    <a:pt x="5071209" y="2311480"/>
                  </a:cubicBezTo>
                  <a:lnTo>
                    <a:pt x="5078563" y="2477866"/>
                  </a:lnTo>
                  <a:lnTo>
                    <a:pt x="3515919" y="2477866"/>
                  </a:lnTo>
                  <a:lnTo>
                    <a:pt x="3513960" y="2439077"/>
                  </a:lnTo>
                  <a:cubicBezTo>
                    <a:pt x="3497231" y="2274345"/>
                    <a:pt x="3439704" y="2121674"/>
                    <a:pt x="3351643" y="1991327"/>
                  </a:cubicBezTo>
                  <a:lnTo>
                    <a:pt x="3271375" y="1894040"/>
                  </a:lnTo>
                  <a:close/>
                  <a:moveTo>
                    <a:pt x="700061" y="786916"/>
                  </a:moveTo>
                  <a:lnTo>
                    <a:pt x="1806847" y="1893702"/>
                  </a:lnTo>
                  <a:lnTo>
                    <a:pt x="1726299" y="1991327"/>
                  </a:lnTo>
                  <a:cubicBezTo>
                    <a:pt x="1638238" y="2121674"/>
                    <a:pt x="1580712" y="2274345"/>
                    <a:pt x="1563982" y="2439077"/>
                  </a:cubicBezTo>
                  <a:lnTo>
                    <a:pt x="1562023" y="2477866"/>
                  </a:lnTo>
                  <a:lnTo>
                    <a:pt x="386" y="2477866"/>
                  </a:lnTo>
                  <a:lnTo>
                    <a:pt x="10409" y="2279377"/>
                  </a:lnTo>
                  <a:cubicBezTo>
                    <a:pt x="67361" y="1718582"/>
                    <a:pt x="306600" y="1211676"/>
                    <a:pt x="667940" y="818846"/>
                  </a:cubicBezTo>
                  <a:close/>
                  <a:moveTo>
                    <a:pt x="2477866" y="193"/>
                  </a:moveTo>
                  <a:lnTo>
                    <a:pt x="2477866" y="1562318"/>
                  </a:lnTo>
                  <a:lnTo>
                    <a:pt x="2438767" y="1564292"/>
                  </a:lnTo>
                  <a:cubicBezTo>
                    <a:pt x="2274035" y="1581022"/>
                    <a:pt x="2121364" y="1638548"/>
                    <a:pt x="1991017" y="1726609"/>
                  </a:cubicBezTo>
                  <a:lnTo>
                    <a:pt x="1893731" y="1806877"/>
                  </a:lnTo>
                  <a:lnTo>
                    <a:pt x="787174" y="700321"/>
                  </a:lnTo>
                  <a:lnTo>
                    <a:pt x="830101" y="657650"/>
                  </a:lnTo>
                  <a:cubicBezTo>
                    <a:pt x="1225098" y="298641"/>
                    <a:pt x="1733598" y="62306"/>
                    <a:pt x="2295414" y="8832"/>
                  </a:cubicBezTo>
                  <a:close/>
                  <a:moveTo>
                    <a:pt x="2600696" y="0"/>
                  </a:moveTo>
                  <a:lnTo>
                    <a:pt x="2767082" y="7354"/>
                  </a:lnTo>
                  <a:cubicBezTo>
                    <a:pt x="3292386" y="54007"/>
                    <a:pt x="3771746" y="260452"/>
                    <a:pt x="4156227" y="577753"/>
                  </a:cubicBezTo>
                  <a:lnTo>
                    <a:pt x="4291242" y="700464"/>
                  </a:lnTo>
                  <a:lnTo>
                    <a:pt x="3184550" y="1807157"/>
                  </a:lnTo>
                  <a:lnTo>
                    <a:pt x="3086926" y="1726609"/>
                  </a:lnTo>
                  <a:cubicBezTo>
                    <a:pt x="2956579" y="1638548"/>
                    <a:pt x="2803907" y="1581022"/>
                    <a:pt x="2639176" y="1564292"/>
                  </a:cubicBezTo>
                  <a:lnTo>
                    <a:pt x="2600696" y="1562349"/>
                  </a:lnTo>
                  <a:close/>
                </a:path>
              </a:pathLst>
            </a:custGeom>
            <a:solidFill>
              <a:schemeClr val="tx2">
                <a:lumMod val="5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 name="Freeform: Shape 246"/>
            <p:cNvSpPr>
              <a:spLocks noChangeAspect="1"/>
            </p:cNvSpPr>
            <p:nvPr/>
          </p:nvSpPr>
          <p:spPr>
            <a:xfrm>
              <a:off x="3667434" y="1581417"/>
              <a:ext cx="4616381" cy="4616381"/>
            </a:xfrm>
            <a:custGeom>
              <a:avLst/>
              <a:gdLst>
                <a:gd name="connsiteX0" fmla="*/ 1662641 w 4616381"/>
                <a:gd name="connsiteY0" fmla="*/ 3040595 h 4616381"/>
                <a:gd name="connsiteX1" fmla="*/ 1759926 w 4616381"/>
                <a:gd name="connsiteY1" fmla="*/ 3120862 h 4616381"/>
                <a:gd name="connsiteX2" fmla="*/ 2207676 w 4616381"/>
                <a:gd name="connsiteY2" fmla="*/ 3283179 h 4616381"/>
                <a:gd name="connsiteX3" fmla="*/ 2246776 w 4616381"/>
                <a:gd name="connsiteY3" fmla="*/ 3285154 h 4616381"/>
                <a:gd name="connsiteX4" fmla="*/ 2246776 w 4616381"/>
                <a:gd name="connsiteY4" fmla="*/ 4616381 h 4616381"/>
                <a:gd name="connsiteX5" fmla="*/ 2101099 w 4616381"/>
                <a:gd name="connsiteY5" fmla="*/ 4609942 h 4616381"/>
                <a:gd name="connsiteX6" fmla="*/ 838240 w 4616381"/>
                <a:gd name="connsiteY6" fmla="*/ 4091397 h 4616381"/>
                <a:gd name="connsiteX7" fmla="*/ 719634 w 4616381"/>
                <a:gd name="connsiteY7" fmla="*/ 3983601 h 4616381"/>
                <a:gd name="connsiteX8" fmla="*/ 2953461 w 4616381"/>
                <a:gd name="connsiteY8" fmla="*/ 3040314 h 4616381"/>
                <a:gd name="connsiteX9" fmla="*/ 3897314 w 4616381"/>
                <a:gd name="connsiteY9" fmla="*/ 3984167 h 4616381"/>
                <a:gd name="connsiteX10" fmla="*/ 3872222 w 4616381"/>
                <a:gd name="connsiteY10" fmla="*/ 4009409 h 4616381"/>
                <a:gd name="connsiteX11" fmla="*/ 2544467 w 4616381"/>
                <a:gd name="connsiteY11" fmla="*/ 4607164 h 4616381"/>
                <a:gd name="connsiteX12" fmla="*/ 2369606 w 4616381"/>
                <a:gd name="connsiteY12" fmla="*/ 4615994 h 4616381"/>
                <a:gd name="connsiteX13" fmla="*/ 2369606 w 4616381"/>
                <a:gd name="connsiteY13" fmla="*/ 3285122 h 4616381"/>
                <a:gd name="connsiteX14" fmla="*/ 2408085 w 4616381"/>
                <a:gd name="connsiteY14" fmla="*/ 3283179 h 4616381"/>
                <a:gd name="connsiteX15" fmla="*/ 2855835 w 4616381"/>
                <a:gd name="connsiteY15" fmla="*/ 3120862 h 4616381"/>
                <a:gd name="connsiteX16" fmla="*/ 3284828 w 4616381"/>
                <a:gd name="connsiteY16" fmla="*/ 2369605 h 4616381"/>
                <a:gd name="connsiteX17" fmla="*/ 4616187 w 4616381"/>
                <a:gd name="connsiteY17" fmla="*/ 2369605 h 4616381"/>
                <a:gd name="connsiteX18" fmla="*/ 4608598 w 4616381"/>
                <a:gd name="connsiteY18" fmla="*/ 2529888 h 4616381"/>
                <a:gd name="connsiteX19" fmla="*/ 4018764 w 4616381"/>
                <a:gd name="connsiteY19" fmla="*/ 3861991 h 4616381"/>
                <a:gd name="connsiteX20" fmla="*/ 3983909 w 4616381"/>
                <a:gd name="connsiteY20" fmla="*/ 3897054 h 4616381"/>
                <a:gd name="connsiteX21" fmla="*/ 3040285 w 4616381"/>
                <a:gd name="connsiteY21" fmla="*/ 2953430 h 4616381"/>
                <a:gd name="connsiteX22" fmla="*/ 3120552 w 4616381"/>
                <a:gd name="connsiteY22" fmla="*/ 2856145 h 4616381"/>
                <a:gd name="connsiteX23" fmla="*/ 3282869 w 4616381"/>
                <a:gd name="connsiteY23" fmla="*/ 2408394 h 4616381"/>
                <a:gd name="connsiteX24" fmla="*/ 0 w 4616381"/>
                <a:gd name="connsiteY24" fmla="*/ 2369605 h 4616381"/>
                <a:gd name="connsiteX25" fmla="*/ 1330933 w 4616381"/>
                <a:gd name="connsiteY25" fmla="*/ 2369605 h 4616381"/>
                <a:gd name="connsiteX26" fmla="*/ 1332891 w 4616381"/>
                <a:gd name="connsiteY26" fmla="*/ 2408394 h 4616381"/>
                <a:gd name="connsiteX27" fmla="*/ 1495208 w 4616381"/>
                <a:gd name="connsiteY27" fmla="*/ 2856145 h 4616381"/>
                <a:gd name="connsiteX28" fmla="*/ 1575757 w 4616381"/>
                <a:gd name="connsiteY28" fmla="*/ 2953771 h 4616381"/>
                <a:gd name="connsiteX29" fmla="*/ 632780 w 4616381"/>
                <a:gd name="connsiteY29" fmla="*/ 3896747 h 4616381"/>
                <a:gd name="connsiteX30" fmla="*/ 524983 w 4616381"/>
                <a:gd name="connsiteY30" fmla="*/ 3778141 h 4616381"/>
                <a:gd name="connsiteX31" fmla="*/ 6438 w 4616381"/>
                <a:gd name="connsiteY31" fmla="*/ 2515282 h 4616381"/>
                <a:gd name="connsiteX32" fmla="*/ 3983601 w 4616381"/>
                <a:gd name="connsiteY32" fmla="*/ 719634 h 4616381"/>
                <a:gd name="connsiteX33" fmla="*/ 4091397 w 4616381"/>
                <a:gd name="connsiteY33" fmla="*/ 838240 h 4616381"/>
                <a:gd name="connsiteX34" fmla="*/ 4609942 w 4616381"/>
                <a:gd name="connsiteY34" fmla="*/ 2101099 h 4616381"/>
                <a:gd name="connsiteX35" fmla="*/ 4616381 w 4616381"/>
                <a:gd name="connsiteY35" fmla="*/ 2246775 h 4616381"/>
                <a:gd name="connsiteX36" fmla="*/ 3284828 w 4616381"/>
                <a:gd name="connsiteY36" fmla="*/ 2246775 h 4616381"/>
                <a:gd name="connsiteX37" fmla="*/ 3282869 w 4616381"/>
                <a:gd name="connsiteY37" fmla="*/ 2207986 h 4616381"/>
                <a:gd name="connsiteX38" fmla="*/ 3120552 w 4616381"/>
                <a:gd name="connsiteY38" fmla="*/ 1760236 h 4616381"/>
                <a:gd name="connsiteX39" fmla="*/ 3040285 w 4616381"/>
                <a:gd name="connsiteY39" fmla="*/ 1662951 h 4616381"/>
                <a:gd name="connsiteX40" fmla="*/ 632472 w 4616381"/>
                <a:gd name="connsiteY40" fmla="*/ 719326 h 4616381"/>
                <a:gd name="connsiteX41" fmla="*/ 1575757 w 4616381"/>
                <a:gd name="connsiteY41" fmla="*/ 1662610 h 4616381"/>
                <a:gd name="connsiteX42" fmla="*/ 1495208 w 4616381"/>
                <a:gd name="connsiteY42" fmla="*/ 1760236 h 4616381"/>
                <a:gd name="connsiteX43" fmla="*/ 1332891 w 4616381"/>
                <a:gd name="connsiteY43" fmla="*/ 2207986 h 4616381"/>
                <a:gd name="connsiteX44" fmla="*/ 1330933 w 4616381"/>
                <a:gd name="connsiteY44" fmla="*/ 2246775 h 4616381"/>
                <a:gd name="connsiteX45" fmla="*/ 193 w 4616381"/>
                <a:gd name="connsiteY45" fmla="*/ 2246775 h 4616381"/>
                <a:gd name="connsiteX46" fmla="*/ 7782 w 4616381"/>
                <a:gd name="connsiteY46" fmla="*/ 2086493 h 4616381"/>
                <a:gd name="connsiteX47" fmla="*/ 597616 w 4616381"/>
                <a:gd name="connsiteY47" fmla="*/ 754390 h 4616381"/>
                <a:gd name="connsiteX48" fmla="*/ 2246776 w 4616381"/>
                <a:gd name="connsiteY48" fmla="*/ 387 h 4616381"/>
                <a:gd name="connsiteX49" fmla="*/ 2246776 w 4616381"/>
                <a:gd name="connsiteY49" fmla="*/ 1331227 h 4616381"/>
                <a:gd name="connsiteX50" fmla="*/ 2207676 w 4616381"/>
                <a:gd name="connsiteY50" fmla="*/ 1333201 h 4616381"/>
                <a:gd name="connsiteX51" fmla="*/ 1759926 w 4616381"/>
                <a:gd name="connsiteY51" fmla="*/ 1495518 h 4616381"/>
                <a:gd name="connsiteX52" fmla="*/ 1662641 w 4616381"/>
                <a:gd name="connsiteY52" fmla="*/ 1575786 h 4616381"/>
                <a:gd name="connsiteX53" fmla="*/ 719067 w 4616381"/>
                <a:gd name="connsiteY53" fmla="*/ 632213 h 4616381"/>
                <a:gd name="connsiteX54" fmla="*/ 744158 w 4616381"/>
                <a:gd name="connsiteY54" fmla="*/ 606972 h 4616381"/>
                <a:gd name="connsiteX55" fmla="*/ 2071914 w 4616381"/>
                <a:gd name="connsiteY55" fmla="*/ 9216 h 4616381"/>
                <a:gd name="connsiteX56" fmla="*/ 2369606 w 4616381"/>
                <a:gd name="connsiteY56" fmla="*/ 0 h 4616381"/>
                <a:gd name="connsiteX57" fmla="*/ 2515282 w 4616381"/>
                <a:gd name="connsiteY57" fmla="*/ 6438 h 4616381"/>
                <a:gd name="connsiteX58" fmla="*/ 3778141 w 4616381"/>
                <a:gd name="connsiteY58" fmla="*/ 524983 h 4616381"/>
                <a:gd name="connsiteX59" fmla="*/ 3896747 w 4616381"/>
                <a:gd name="connsiteY59" fmla="*/ 632780 h 4616381"/>
                <a:gd name="connsiteX60" fmla="*/ 2953461 w 4616381"/>
                <a:gd name="connsiteY60" fmla="*/ 1576067 h 4616381"/>
                <a:gd name="connsiteX61" fmla="*/ 2855835 w 4616381"/>
                <a:gd name="connsiteY61" fmla="*/ 1495518 h 4616381"/>
                <a:gd name="connsiteX62" fmla="*/ 2408085 w 4616381"/>
                <a:gd name="connsiteY62" fmla="*/ 1333201 h 4616381"/>
                <a:gd name="connsiteX63" fmla="*/ 2369606 w 4616381"/>
                <a:gd name="connsiteY63" fmla="*/ 1331258 h 4616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616381" h="4616381">
                  <a:moveTo>
                    <a:pt x="1662641" y="3040595"/>
                  </a:moveTo>
                  <a:lnTo>
                    <a:pt x="1759926" y="3120862"/>
                  </a:lnTo>
                  <a:cubicBezTo>
                    <a:pt x="1890273" y="3208923"/>
                    <a:pt x="2042944" y="3266450"/>
                    <a:pt x="2207676" y="3283179"/>
                  </a:cubicBezTo>
                  <a:lnTo>
                    <a:pt x="2246776" y="3285154"/>
                  </a:lnTo>
                  <a:lnTo>
                    <a:pt x="2246776" y="4616381"/>
                  </a:lnTo>
                  <a:lnTo>
                    <a:pt x="2101099" y="4609942"/>
                  </a:lnTo>
                  <a:cubicBezTo>
                    <a:pt x="1623550" y="4567530"/>
                    <a:pt x="1187768" y="4379853"/>
                    <a:pt x="838240" y="4091397"/>
                  </a:cubicBezTo>
                  <a:lnTo>
                    <a:pt x="719634" y="3983601"/>
                  </a:lnTo>
                  <a:close/>
                  <a:moveTo>
                    <a:pt x="2953461" y="3040314"/>
                  </a:moveTo>
                  <a:lnTo>
                    <a:pt x="3897314" y="3984167"/>
                  </a:lnTo>
                  <a:lnTo>
                    <a:pt x="3872222" y="4009409"/>
                  </a:lnTo>
                  <a:cubicBezTo>
                    <a:pt x="3515104" y="4337900"/>
                    <a:pt x="3054280" y="4555390"/>
                    <a:pt x="2544467" y="4607164"/>
                  </a:cubicBezTo>
                  <a:lnTo>
                    <a:pt x="2369606" y="4615994"/>
                  </a:lnTo>
                  <a:lnTo>
                    <a:pt x="2369606" y="3285122"/>
                  </a:lnTo>
                  <a:lnTo>
                    <a:pt x="2408085" y="3283179"/>
                  </a:lnTo>
                  <a:cubicBezTo>
                    <a:pt x="2572816" y="3266450"/>
                    <a:pt x="2725488" y="3208923"/>
                    <a:pt x="2855835" y="3120862"/>
                  </a:cubicBezTo>
                  <a:close/>
                  <a:moveTo>
                    <a:pt x="3284828" y="2369605"/>
                  </a:moveTo>
                  <a:lnTo>
                    <a:pt x="4616187" y="2369605"/>
                  </a:lnTo>
                  <a:lnTo>
                    <a:pt x="4608598" y="2529888"/>
                  </a:lnTo>
                  <a:cubicBezTo>
                    <a:pt x="4559986" y="3040629"/>
                    <a:pt x="4345136" y="3502902"/>
                    <a:pt x="4018764" y="3861991"/>
                  </a:cubicBezTo>
                  <a:lnTo>
                    <a:pt x="3983909" y="3897054"/>
                  </a:lnTo>
                  <a:lnTo>
                    <a:pt x="3040285" y="2953430"/>
                  </a:lnTo>
                  <a:lnTo>
                    <a:pt x="3120552" y="2856145"/>
                  </a:lnTo>
                  <a:cubicBezTo>
                    <a:pt x="3208613" y="2725798"/>
                    <a:pt x="3266140" y="2573126"/>
                    <a:pt x="3282869" y="2408394"/>
                  </a:cubicBezTo>
                  <a:close/>
                  <a:moveTo>
                    <a:pt x="0" y="2369605"/>
                  </a:moveTo>
                  <a:lnTo>
                    <a:pt x="1330933" y="2369605"/>
                  </a:lnTo>
                  <a:lnTo>
                    <a:pt x="1332891" y="2408394"/>
                  </a:lnTo>
                  <a:cubicBezTo>
                    <a:pt x="1349621" y="2573126"/>
                    <a:pt x="1407147" y="2725798"/>
                    <a:pt x="1495208" y="2856145"/>
                  </a:cubicBezTo>
                  <a:lnTo>
                    <a:pt x="1575757" y="2953771"/>
                  </a:lnTo>
                  <a:lnTo>
                    <a:pt x="632780" y="3896747"/>
                  </a:lnTo>
                  <a:lnTo>
                    <a:pt x="524983" y="3778141"/>
                  </a:lnTo>
                  <a:cubicBezTo>
                    <a:pt x="236527" y="3428612"/>
                    <a:pt x="48851" y="2992831"/>
                    <a:pt x="6438" y="2515282"/>
                  </a:cubicBezTo>
                  <a:close/>
                  <a:moveTo>
                    <a:pt x="3983601" y="719634"/>
                  </a:moveTo>
                  <a:lnTo>
                    <a:pt x="4091397" y="838240"/>
                  </a:lnTo>
                  <a:cubicBezTo>
                    <a:pt x="4379853" y="1187768"/>
                    <a:pt x="4567530" y="1623549"/>
                    <a:pt x="4609942" y="2101099"/>
                  </a:cubicBezTo>
                  <a:lnTo>
                    <a:pt x="4616381" y="2246775"/>
                  </a:lnTo>
                  <a:lnTo>
                    <a:pt x="3284828" y="2246775"/>
                  </a:lnTo>
                  <a:lnTo>
                    <a:pt x="3282869" y="2207986"/>
                  </a:lnTo>
                  <a:cubicBezTo>
                    <a:pt x="3266140" y="2043254"/>
                    <a:pt x="3208613" y="1890583"/>
                    <a:pt x="3120552" y="1760236"/>
                  </a:cubicBezTo>
                  <a:lnTo>
                    <a:pt x="3040285" y="1662951"/>
                  </a:lnTo>
                  <a:close/>
                  <a:moveTo>
                    <a:pt x="632472" y="719326"/>
                  </a:moveTo>
                  <a:lnTo>
                    <a:pt x="1575757" y="1662610"/>
                  </a:lnTo>
                  <a:lnTo>
                    <a:pt x="1495208" y="1760236"/>
                  </a:lnTo>
                  <a:cubicBezTo>
                    <a:pt x="1407147" y="1890583"/>
                    <a:pt x="1349621" y="2043254"/>
                    <a:pt x="1332891" y="2207986"/>
                  </a:cubicBezTo>
                  <a:lnTo>
                    <a:pt x="1330933" y="2246775"/>
                  </a:lnTo>
                  <a:lnTo>
                    <a:pt x="193" y="2246775"/>
                  </a:lnTo>
                  <a:lnTo>
                    <a:pt x="7782" y="2086493"/>
                  </a:lnTo>
                  <a:cubicBezTo>
                    <a:pt x="56395" y="1575751"/>
                    <a:pt x="271245" y="1113479"/>
                    <a:pt x="597616" y="754390"/>
                  </a:cubicBezTo>
                  <a:close/>
                  <a:moveTo>
                    <a:pt x="2246776" y="387"/>
                  </a:moveTo>
                  <a:lnTo>
                    <a:pt x="2246776" y="1331227"/>
                  </a:lnTo>
                  <a:lnTo>
                    <a:pt x="2207676" y="1333201"/>
                  </a:lnTo>
                  <a:cubicBezTo>
                    <a:pt x="2042944" y="1349931"/>
                    <a:pt x="1890273" y="1407457"/>
                    <a:pt x="1759926" y="1495518"/>
                  </a:cubicBezTo>
                  <a:lnTo>
                    <a:pt x="1662641" y="1575786"/>
                  </a:lnTo>
                  <a:lnTo>
                    <a:pt x="719067" y="632213"/>
                  </a:lnTo>
                  <a:lnTo>
                    <a:pt x="744158" y="606972"/>
                  </a:lnTo>
                  <a:cubicBezTo>
                    <a:pt x="1101277" y="278481"/>
                    <a:pt x="1562100" y="60991"/>
                    <a:pt x="2071914" y="9216"/>
                  </a:cubicBezTo>
                  <a:close/>
                  <a:moveTo>
                    <a:pt x="2369606" y="0"/>
                  </a:moveTo>
                  <a:lnTo>
                    <a:pt x="2515282" y="6438"/>
                  </a:lnTo>
                  <a:cubicBezTo>
                    <a:pt x="2992831" y="48850"/>
                    <a:pt x="3428612" y="236528"/>
                    <a:pt x="3778141" y="524983"/>
                  </a:cubicBezTo>
                  <a:lnTo>
                    <a:pt x="3896747" y="632780"/>
                  </a:lnTo>
                  <a:lnTo>
                    <a:pt x="2953461" y="1576067"/>
                  </a:lnTo>
                  <a:lnTo>
                    <a:pt x="2855835" y="1495518"/>
                  </a:lnTo>
                  <a:cubicBezTo>
                    <a:pt x="2725488" y="1407457"/>
                    <a:pt x="2572816" y="1349931"/>
                    <a:pt x="2408085" y="1333201"/>
                  </a:cubicBezTo>
                  <a:lnTo>
                    <a:pt x="2369606" y="1331258"/>
                  </a:lnTo>
                  <a:close/>
                </a:path>
              </a:pathLst>
            </a:custGeom>
            <a:solidFill>
              <a:schemeClr val="tx2">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 name="Freeform: Shape 247"/>
            <p:cNvSpPr>
              <a:spLocks noChangeAspect="1"/>
            </p:cNvSpPr>
            <p:nvPr/>
          </p:nvSpPr>
          <p:spPr>
            <a:xfrm>
              <a:off x="3877709" y="1791884"/>
              <a:ext cx="4195830" cy="4195444"/>
            </a:xfrm>
            <a:custGeom>
              <a:avLst/>
              <a:gdLst>
                <a:gd name="connsiteX0" fmla="*/ 1452365 w 4195830"/>
                <a:gd name="connsiteY0" fmla="*/ 2830126 h 4195444"/>
                <a:gd name="connsiteX1" fmla="*/ 1549651 w 4195830"/>
                <a:gd name="connsiteY1" fmla="*/ 2910394 h 4195444"/>
                <a:gd name="connsiteX2" fmla="*/ 1997401 w 4195830"/>
                <a:gd name="connsiteY2" fmla="*/ 3072711 h 4195444"/>
                <a:gd name="connsiteX3" fmla="*/ 2036500 w 4195830"/>
                <a:gd name="connsiteY3" fmla="*/ 3074686 h 4195444"/>
                <a:gd name="connsiteX4" fmla="*/ 2036500 w 4195830"/>
                <a:gd name="connsiteY4" fmla="*/ 4195444 h 4195444"/>
                <a:gd name="connsiteX5" fmla="*/ 1883118 w 4195830"/>
                <a:gd name="connsiteY5" fmla="*/ 4187699 h 4195444"/>
                <a:gd name="connsiteX6" fmla="*/ 676068 w 4195830"/>
                <a:gd name="connsiteY6" fmla="*/ 3644285 h 4195444"/>
                <a:gd name="connsiteX7" fmla="*/ 657193 w 4195830"/>
                <a:gd name="connsiteY7" fmla="*/ 3625297 h 4195444"/>
                <a:gd name="connsiteX8" fmla="*/ 2743185 w 4195830"/>
                <a:gd name="connsiteY8" fmla="*/ 2829846 h 4195444"/>
                <a:gd name="connsiteX9" fmla="*/ 3538122 w 4195830"/>
                <a:gd name="connsiteY9" fmla="*/ 3624783 h 4195444"/>
                <a:gd name="connsiteX10" fmla="*/ 3457798 w 4195830"/>
                <a:gd name="connsiteY10" fmla="*/ 3699083 h 4195444"/>
                <a:gd name="connsiteX11" fmla="*/ 2312712 w 4195830"/>
                <a:gd name="connsiteY11" fmla="*/ 4187699 h 4195444"/>
                <a:gd name="connsiteX12" fmla="*/ 2159330 w 4195830"/>
                <a:gd name="connsiteY12" fmla="*/ 4195444 h 4195444"/>
                <a:gd name="connsiteX13" fmla="*/ 2159330 w 4195830"/>
                <a:gd name="connsiteY13" fmla="*/ 3074654 h 4195444"/>
                <a:gd name="connsiteX14" fmla="*/ 2197810 w 4195830"/>
                <a:gd name="connsiteY14" fmla="*/ 3072711 h 4195444"/>
                <a:gd name="connsiteX15" fmla="*/ 2645560 w 4195830"/>
                <a:gd name="connsiteY15" fmla="*/ 2910394 h 4195444"/>
                <a:gd name="connsiteX16" fmla="*/ 3074553 w 4195830"/>
                <a:gd name="connsiteY16" fmla="*/ 2159136 h 4195444"/>
                <a:gd name="connsiteX17" fmla="*/ 4195830 w 4195830"/>
                <a:gd name="connsiteY17" fmla="*/ 2159136 h 4195444"/>
                <a:gd name="connsiteX18" fmla="*/ 4189196 w 4195830"/>
                <a:gd name="connsiteY18" fmla="*/ 2299265 h 4195444"/>
                <a:gd name="connsiteX19" fmla="*/ 3707414 w 4195830"/>
                <a:gd name="connsiteY19" fmla="*/ 3447973 h 4195444"/>
                <a:gd name="connsiteX20" fmla="*/ 3625091 w 4195830"/>
                <a:gd name="connsiteY20" fmla="*/ 3538043 h 4195444"/>
                <a:gd name="connsiteX21" fmla="*/ 2830010 w 4195830"/>
                <a:gd name="connsiteY21" fmla="*/ 2742962 h 4195444"/>
                <a:gd name="connsiteX22" fmla="*/ 2910277 w 4195830"/>
                <a:gd name="connsiteY22" fmla="*/ 2645677 h 4195444"/>
                <a:gd name="connsiteX23" fmla="*/ 3072594 w 4195830"/>
                <a:gd name="connsiteY23" fmla="*/ 2197926 h 4195444"/>
                <a:gd name="connsiteX24" fmla="*/ 0 w 4195830"/>
                <a:gd name="connsiteY24" fmla="*/ 2159136 h 4195444"/>
                <a:gd name="connsiteX25" fmla="*/ 1120657 w 4195830"/>
                <a:gd name="connsiteY25" fmla="*/ 2159136 h 4195444"/>
                <a:gd name="connsiteX26" fmla="*/ 1122616 w 4195830"/>
                <a:gd name="connsiteY26" fmla="*/ 2197926 h 4195444"/>
                <a:gd name="connsiteX27" fmla="*/ 1284933 w 4195830"/>
                <a:gd name="connsiteY27" fmla="*/ 2645677 h 4195444"/>
                <a:gd name="connsiteX28" fmla="*/ 1365481 w 4195830"/>
                <a:gd name="connsiteY28" fmla="*/ 2743302 h 4195444"/>
                <a:gd name="connsiteX29" fmla="*/ 570598 w 4195830"/>
                <a:gd name="connsiteY29" fmla="*/ 3538184 h 4195444"/>
                <a:gd name="connsiteX30" fmla="*/ 542848 w 4195830"/>
                <a:gd name="connsiteY30" fmla="*/ 3510268 h 4195444"/>
                <a:gd name="connsiteX31" fmla="*/ 6635 w 4195830"/>
                <a:gd name="connsiteY31" fmla="*/ 2299265 h 4195444"/>
                <a:gd name="connsiteX32" fmla="*/ 570740 w 4195830"/>
                <a:gd name="connsiteY32" fmla="*/ 657401 h 4195444"/>
                <a:gd name="connsiteX33" fmla="*/ 1365482 w 4195830"/>
                <a:gd name="connsiteY33" fmla="*/ 1452142 h 4195444"/>
                <a:gd name="connsiteX34" fmla="*/ 1284933 w 4195830"/>
                <a:gd name="connsiteY34" fmla="*/ 1549768 h 4195444"/>
                <a:gd name="connsiteX35" fmla="*/ 1122616 w 4195830"/>
                <a:gd name="connsiteY35" fmla="*/ 1997518 h 4195444"/>
                <a:gd name="connsiteX36" fmla="*/ 1120658 w 4195830"/>
                <a:gd name="connsiteY36" fmla="*/ 2036306 h 4195444"/>
                <a:gd name="connsiteX37" fmla="*/ 0 w 4195830"/>
                <a:gd name="connsiteY37" fmla="*/ 2036306 h 4195444"/>
                <a:gd name="connsiteX38" fmla="*/ 6635 w 4195830"/>
                <a:gd name="connsiteY38" fmla="*/ 1896179 h 4195444"/>
                <a:gd name="connsiteX39" fmla="*/ 488417 w 4195830"/>
                <a:gd name="connsiteY39" fmla="*/ 747472 h 4195444"/>
                <a:gd name="connsiteX40" fmla="*/ 3625231 w 4195830"/>
                <a:gd name="connsiteY40" fmla="*/ 657259 h 4195444"/>
                <a:gd name="connsiteX41" fmla="*/ 3652983 w 4195830"/>
                <a:gd name="connsiteY41" fmla="*/ 685176 h 4195444"/>
                <a:gd name="connsiteX42" fmla="*/ 4189196 w 4195830"/>
                <a:gd name="connsiteY42" fmla="*/ 1896179 h 4195444"/>
                <a:gd name="connsiteX43" fmla="*/ 4195830 w 4195830"/>
                <a:gd name="connsiteY43" fmla="*/ 2036306 h 4195444"/>
                <a:gd name="connsiteX44" fmla="*/ 3074553 w 4195830"/>
                <a:gd name="connsiteY44" fmla="*/ 2036306 h 4195444"/>
                <a:gd name="connsiteX45" fmla="*/ 3072594 w 4195830"/>
                <a:gd name="connsiteY45" fmla="*/ 1997518 h 4195444"/>
                <a:gd name="connsiteX46" fmla="*/ 2910277 w 4195830"/>
                <a:gd name="connsiteY46" fmla="*/ 1549768 h 4195444"/>
                <a:gd name="connsiteX47" fmla="*/ 2830009 w 4195830"/>
                <a:gd name="connsiteY47" fmla="*/ 1452482 h 4195444"/>
                <a:gd name="connsiteX48" fmla="*/ 2159330 w 4195830"/>
                <a:gd name="connsiteY48" fmla="*/ 0 h 4195444"/>
                <a:gd name="connsiteX49" fmla="*/ 2312712 w 4195830"/>
                <a:gd name="connsiteY49" fmla="*/ 7746 h 4195444"/>
                <a:gd name="connsiteX50" fmla="*/ 3519763 w 4195830"/>
                <a:gd name="connsiteY50" fmla="*/ 551160 h 4195444"/>
                <a:gd name="connsiteX51" fmla="*/ 3538636 w 4195830"/>
                <a:gd name="connsiteY51" fmla="*/ 570146 h 4195444"/>
                <a:gd name="connsiteX52" fmla="*/ 2743185 w 4195830"/>
                <a:gd name="connsiteY52" fmla="*/ 1365598 h 4195444"/>
                <a:gd name="connsiteX53" fmla="*/ 2645560 w 4195830"/>
                <a:gd name="connsiteY53" fmla="*/ 1285050 h 4195444"/>
                <a:gd name="connsiteX54" fmla="*/ 2197810 w 4195830"/>
                <a:gd name="connsiteY54" fmla="*/ 1122733 h 4195444"/>
                <a:gd name="connsiteX55" fmla="*/ 2159330 w 4195830"/>
                <a:gd name="connsiteY55" fmla="*/ 1120790 h 4195444"/>
                <a:gd name="connsiteX56" fmla="*/ 2036500 w 4195830"/>
                <a:gd name="connsiteY56" fmla="*/ 0 h 4195444"/>
                <a:gd name="connsiteX57" fmla="*/ 2036500 w 4195830"/>
                <a:gd name="connsiteY57" fmla="*/ 1120759 h 4195444"/>
                <a:gd name="connsiteX58" fmla="*/ 1997401 w 4195830"/>
                <a:gd name="connsiteY58" fmla="*/ 1122733 h 4195444"/>
                <a:gd name="connsiteX59" fmla="*/ 1549651 w 4195830"/>
                <a:gd name="connsiteY59" fmla="*/ 1285050 h 4195444"/>
                <a:gd name="connsiteX60" fmla="*/ 1452366 w 4195830"/>
                <a:gd name="connsiteY60" fmla="*/ 1365318 h 4195444"/>
                <a:gd name="connsiteX61" fmla="*/ 657709 w 4195830"/>
                <a:gd name="connsiteY61" fmla="*/ 570661 h 4195444"/>
                <a:gd name="connsiteX62" fmla="*/ 738033 w 4195830"/>
                <a:gd name="connsiteY62" fmla="*/ 496362 h 4195444"/>
                <a:gd name="connsiteX63" fmla="*/ 1883118 w 4195830"/>
                <a:gd name="connsiteY63" fmla="*/ 7746 h 419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195830" h="4195444">
                  <a:moveTo>
                    <a:pt x="1452365" y="2830126"/>
                  </a:moveTo>
                  <a:lnTo>
                    <a:pt x="1549651" y="2910394"/>
                  </a:lnTo>
                  <a:cubicBezTo>
                    <a:pt x="1679998" y="2998455"/>
                    <a:pt x="1832669" y="3055982"/>
                    <a:pt x="1997401" y="3072711"/>
                  </a:cubicBezTo>
                  <a:lnTo>
                    <a:pt x="2036500" y="3074686"/>
                  </a:lnTo>
                  <a:lnTo>
                    <a:pt x="2036500" y="4195444"/>
                  </a:lnTo>
                  <a:lnTo>
                    <a:pt x="1883118" y="4187699"/>
                  </a:lnTo>
                  <a:cubicBezTo>
                    <a:pt x="1419651" y="4140631"/>
                    <a:pt x="1000721" y="3942913"/>
                    <a:pt x="676068" y="3644285"/>
                  </a:cubicBezTo>
                  <a:lnTo>
                    <a:pt x="657193" y="3625297"/>
                  </a:lnTo>
                  <a:close/>
                  <a:moveTo>
                    <a:pt x="2743185" y="2829846"/>
                  </a:moveTo>
                  <a:lnTo>
                    <a:pt x="3538122" y="3624783"/>
                  </a:lnTo>
                  <a:lnTo>
                    <a:pt x="3457798" y="3699083"/>
                  </a:lnTo>
                  <a:cubicBezTo>
                    <a:pt x="3142569" y="3967039"/>
                    <a:pt x="2747213" y="4143573"/>
                    <a:pt x="2312712" y="4187699"/>
                  </a:cubicBezTo>
                  <a:lnTo>
                    <a:pt x="2159330" y="4195444"/>
                  </a:lnTo>
                  <a:lnTo>
                    <a:pt x="2159330" y="3074654"/>
                  </a:lnTo>
                  <a:lnTo>
                    <a:pt x="2197810" y="3072711"/>
                  </a:lnTo>
                  <a:cubicBezTo>
                    <a:pt x="2362541" y="3055982"/>
                    <a:pt x="2515213" y="2998455"/>
                    <a:pt x="2645560" y="2910394"/>
                  </a:cubicBezTo>
                  <a:close/>
                  <a:moveTo>
                    <a:pt x="3074553" y="2159136"/>
                  </a:moveTo>
                  <a:lnTo>
                    <a:pt x="4195830" y="2159136"/>
                  </a:lnTo>
                  <a:lnTo>
                    <a:pt x="4189196" y="2299265"/>
                  </a:lnTo>
                  <a:cubicBezTo>
                    <a:pt x="4147764" y="2734557"/>
                    <a:pt x="3973509" y="3131121"/>
                    <a:pt x="3707414" y="3447973"/>
                  </a:cubicBezTo>
                  <a:lnTo>
                    <a:pt x="3625091" y="3538043"/>
                  </a:lnTo>
                  <a:lnTo>
                    <a:pt x="2830010" y="2742962"/>
                  </a:lnTo>
                  <a:lnTo>
                    <a:pt x="2910277" y="2645677"/>
                  </a:lnTo>
                  <a:cubicBezTo>
                    <a:pt x="2998338" y="2515330"/>
                    <a:pt x="3055865" y="2362658"/>
                    <a:pt x="3072594" y="2197926"/>
                  </a:cubicBezTo>
                  <a:close/>
                  <a:moveTo>
                    <a:pt x="0" y="2159136"/>
                  </a:moveTo>
                  <a:lnTo>
                    <a:pt x="1120657" y="2159136"/>
                  </a:lnTo>
                  <a:lnTo>
                    <a:pt x="1122616" y="2197926"/>
                  </a:lnTo>
                  <a:cubicBezTo>
                    <a:pt x="1139346" y="2362658"/>
                    <a:pt x="1196872" y="2515330"/>
                    <a:pt x="1284933" y="2645677"/>
                  </a:cubicBezTo>
                  <a:lnTo>
                    <a:pt x="1365481" y="2743302"/>
                  </a:lnTo>
                  <a:lnTo>
                    <a:pt x="570598" y="3538184"/>
                  </a:lnTo>
                  <a:lnTo>
                    <a:pt x="542848" y="3510268"/>
                  </a:lnTo>
                  <a:cubicBezTo>
                    <a:pt x="246146" y="3183824"/>
                    <a:pt x="50828" y="2763576"/>
                    <a:pt x="6635" y="2299265"/>
                  </a:cubicBezTo>
                  <a:close/>
                  <a:moveTo>
                    <a:pt x="570740" y="657401"/>
                  </a:moveTo>
                  <a:lnTo>
                    <a:pt x="1365482" y="1452142"/>
                  </a:lnTo>
                  <a:lnTo>
                    <a:pt x="1284933" y="1549768"/>
                  </a:lnTo>
                  <a:cubicBezTo>
                    <a:pt x="1196872" y="1680115"/>
                    <a:pt x="1139346" y="1832786"/>
                    <a:pt x="1122616" y="1997518"/>
                  </a:cubicBezTo>
                  <a:lnTo>
                    <a:pt x="1120658" y="2036306"/>
                  </a:lnTo>
                  <a:lnTo>
                    <a:pt x="0" y="2036306"/>
                  </a:lnTo>
                  <a:lnTo>
                    <a:pt x="6635" y="1896179"/>
                  </a:lnTo>
                  <a:cubicBezTo>
                    <a:pt x="48066" y="1460888"/>
                    <a:pt x="222322" y="1064324"/>
                    <a:pt x="488417" y="747472"/>
                  </a:cubicBezTo>
                  <a:close/>
                  <a:moveTo>
                    <a:pt x="3625231" y="657259"/>
                  </a:moveTo>
                  <a:lnTo>
                    <a:pt x="3652983" y="685176"/>
                  </a:lnTo>
                  <a:cubicBezTo>
                    <a:pt x="3949684" y="1011621"/>
                    <a:pt x="4145002" y="1431869"/>
                    <a:pt x="4189196" y="1896179"/>
                  </a:cubicBezTo>
                  <a:lnTo>
                    <a:pt x="4195830" y="2036306"/>
                  </a:lnTo>
                  <a:lnTo>
                    <a:pt x="3074553" y="2036306"/>
                  </a:lnTo>
                  <a:lnTo>
                    <a:pt x="3072594" y="1997518"/>
                  </a:lnTo>
                  <a:cubicBezTo>
                    <a:pt x="3055865" y="1832786"/>
                    <a:pt x="2998338" y="1680115"/>
                    <a:pt x="2910277" y="1549768"/>
                  </a:cubicBezTo>
                  <a:lnTo>
                    <a:pt x="2830009" y="1452482"/>
                  </a:lnTo>
                  <a:close/>
                  <a:moveTo>
                    <a:pt x="2159330" y="0"/>
                  </a:moveTo>
                  <a:lnTo>
                    <a:pt x="2312712" y="7746"/>
                  </a:lnTo>
                  <a:cubicBezTo>
                    <a:pt x="2776179" y="54813"/>
                    <a:pt x="3195110" y="252532"/>
                    <a:pt x="3519763" y="551160"/>
                  </a:cubicBezTo>
                  <a:lnTo>
                    <a:pt x="3538636" y="570146"/>
                  </a:lnTo>
                  <a:lnTo>
                    <a:pt x="2743185" y="1365598"/>
                  </a:lnTo>
                  <a:lnTo>
                    <a:pt x="2645560" y="1285050"/>
                  </a:lnTo>
                  <a:cubicBezTo>
                    <a:pt x="2515213" y="1196989"/>
                    <a:pt x="2362541" y="1139462"/>
                    <a:pt x="2197810" y="1122733"/>
                  </a:cubicBezTo>
                  <a:lnTo>
                    <a:pt x="2159330" y="1120790"/>
                  </a:lnTo>
                  <a:close/>
                  <a:moveTo>
                    <a:pt x="2036500" y="0"/>
                  </a:moveTo>
                  <a:lnTo>
                    <a:pt x="2036500" y="1120759"/>
                  </a:lnTo>
                  <a:lnTo>
                    <a:pt x="1997401" y="1122733"/>
                  </a:lnTo>
                  <a:cubicBezTo>
                    <a:pt x="1832669" y="1139462"/>
                    <a:pt x="1679998" y="1196989"/>
                    <a:pt x="1549651" y="1285050"/>
                  </a:cubicBezTo>
                  <a:lnTo>
                    <a:pt x="1452366" y="1365318"/>
                  </a:lnTo>
                  <a:lnTo>
                    <a:pt x="657709" y="570661"/>
                  </a:lnTo>
                  <a:lnTo>
                    <a:pt x="738033" y="496362"/>
                  </a:lnTo>
                  <a:cubicBezTo>
                    <a:pt x="1053261" y="228405"/>
                    <a:pt x="1448618" y="51872"/>
                    <a:pt x="1883118" y="7746"/>
                  </a:cubicBezTo>
                  <a:close/>
                </a:path>
              </a:pathLst>
            </a:custGeom>
            <a:solidFill>
              <a:schemeClr val="tx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 name="Freeform: Shape 248"/>
            <p:cNvSpPr>
              <a:spLocks noChangeAspect="1"/>
            </p:cNvSpPr>
            <p:nvPr/>
          </p:nvSpPr>
          <p:spPr>
            <a:xfrm>
              <a:off x="4067961" y="1982482"/>
              <a:ext cx="3815172" cy="3814249"/>
            </a:xfrm>
            <a:custGeom>
              <a:avLst/>
              <a:gdLst>
                <a:gd name="connsiteX0" fmla="*/ 1255433 w 3815172"/>
                <a:gd name="connsiteY0" fmla="*/ 2634017 h 3814249"/>
                <a:gd name="connsiteX1" fmla="*/ 1359399 w 3815172"/>
                <a:gd name="connsiteY1" fmla="*/ 2719796 h 3814249"/>
                <a:gd name="connsiteX2" fmla="*/ 1807149 w 3815172"/>
                <a:gd name="connsiteY2" fmla="*/ 2882113 h 3814249"/>
                <a:gd name="connsiteX3" fmla="*/ 1846246 w 3815172"/>
                <a:gd name="connsiteY3" fmla="*/ 2884088 h 3814249"/>
                <a:gd name="connsiteX4" fmla="*/ 1846246 w 3815172"/>
                <a:gd name="connsiteY4" fmla="*/ 3814249 h 3814249"/>
                <a:gd name="connsiteX5" fmla="*/ 1736513 w 3815172"/>
                <a:gd name="connsiteY5" fmla="*/ 3809399 h 3814249"/>
                <a:gd name="connsiteX6" fmla="*/ 692828 w 3815172"/>
                <a:gd name="connsiteY6" fmla="*/ 3380849 h 3814249"/>
                <a:gd name="connsiteX7" fmla="*/ 596317 w 3815172"/>
                <a:gd name="connsiteY7" fmla="*/ 3293133 h 3814249"/>
                <a:gd name="connsiteX8" fmla="*/ 2559611 w 3815172"/>
                <a:gd name="connsiteY8" fmla="*/ 2633739 h 3814249"/>
                <a:gd name="connsiteX9" fmla="*/ 3219549 w 3815172"/>
                <a:gd name="connsiteY9" fmla="*/ 3293677 h 3814249"/>
                <a:gd name="connsiteX10" fmla="*/ 3200252 w 3815172"/>
                <a:gd name="connsiteY10" fmla="*/ 3313090 h 3814249"/>
                <a:gd name="connsiteX11" fmla="*/ 2102933 w 3815172"/>
                <a:gd name="connsiteY11" fmla="*/ 3807103 h 3814249"/>
                <a:gd name="connsiteX12" fmla="*/ 1969076 w 3815172"/>
                <a:gd name="connsiteY12" fmla="*/ 3813862 h 3814249"/>
                <a:gd name="connsiteX13" fmla="*/ 1969076 w 3815172"/>
                <a:gd name="connsiteY13" fmla="*/ 2884056 h 3814249"/>
                <a:gd name="connsiteX14" fmla="*/ 2007558 w 3815172"/>
                <a:gd name="connsiteY14" fmla="*/ 2882113 h 3814249"/>
                <a:gd name="connsiteX15" fmla="*/ 2455308 w 3815172"/>
                <a:gd name="connsiteY15" fmla="*/ 2719796 h 3814249"/>
                <a:gd name="connsiteX16" fmla="*/ 2884917 w 3815172"/>
                <a:gd name="connsiteY16" fmla="*/ 1956350 h 3814249"/>
                <a:gd name="connsiteX17" fmla="*/ 3815172 w 3815172"/>
                <a:gd name="connsiteY17" fmla="*/ 1956350 h 3814249"/>
                <a:gd name="connsiteX18" fmla="*/ 3808827 w 3815172"/>
                <a:gd name="connsiteY18" fmla="*/ 2090345 h 3814249"/>
                <a:gd name="connsiteX19" fmla="*/ 3321361 w 3815172"/>
                <a:gd name="connsiteY19" fmla="*/ 3191257 h 3814249"/>
                <a:gd name="connsiteX20" fmla="*/ 3306144 w 3815172"/>
                <a:gd name="connsiteY20" fmla="*/ 3206565 h 3814249"/>
                <a:gd name="connsiteX21" fmla="*/ 2645267 w 3815172"/>
                <a:gd name="connsiteY21" fmla="*/ 2545687 h 3814249"/>
                <a:gd name="connsiteX22" fmla="*/ 2720025 w 3815172"/>
                <a:gd name="connsiteY22" fmla="*/ 2455079 h 3814249"/>
                <a:gd name="connsiteX23" fmla="*/ 2882342 w 3815172"/>
                <a:gd name="connsiteY23" fmla="*/ 2007329 h 3814249"/>
                <a:gd name="connsiteX24" fmla="*/ 0 w 3815172"/>
                <a:gd name="connsiteY24" fmla="*/ 1956350 h 3814249"/>
                <a:gd name="connsiteX25" fmla="*/ 929790 w 3815172"/>
                <a:gd name="connsiteY25" fmla="*/ 1956350 h 3814249"/>
                <a:gd name="connsiteX26" fmla="*/ 932364 w 3815172"/>
                <a:gd name="connsiteY26" fmla="*/ 2007329 h 3814249"/>
                <a:gd name="connsiteX27" fmla="*/ 1094681 w 3815172"/>
                <a:gd name="connsiteY27" fmla="*/ 2455079 h 3814249"/>
                <a:gd name="connsiteX28" fmla="*/ 1169718 w 3815172"/>
                <a:gd name="connsiteY28" fmla="*/ 2546025 h 3814249"/>
                <a:gd name="connsiteX29" fmla="*/ 510045 w 3815172"/>
                <a:gd name="connsiteY29" fmla="*/ 3205697 h 3814249"/>
                <a:gd name="connsiteX30" fmla="*/ 433939 w 3815172"/>
                <a:gd name="connsiteY30" fmla="*/ 3121959 h 3814249"/>
                <a:gd name="connsiteX31" fmla="*/ 5389 w 3815172"/>
                <a:gd name="connsiteY31" fmla="*/ 2078274 h 3814249"/>
                <a:gd name="connsiteX32" fmla="*/ 3293672 w 3815172"/>
                <a:gd name="connsiteY32" fmla="*/ 595778 h 3814249"/>
                <a:gd name="connsiteX33" fmla="*/ 3381388 w 3815172"/>
                <a:gd name="connsiteY33" fmla="*/ 692289 h 3814249"/>
                <a:gd name="connsiteX34" fmla="*/ 3809938 w 3815172"/>
                <a:gd name="connsiteY34" fmla="*/ 1735974 h 3814249"/>
                <a:gd name="connsiteX35" fmla="*/ 3814249 w 3815172"/>
                <a:gd name="connsiteY35" fmla="*/ 1833520 h 3814249"/>
                <a:gd name="connsiteX36" fmla="*/ 2883686 w 3815172"/>
                <a:gd name="connsiteY36" fmla="*/ 1833520 h 3814249"/>
                <a:gd name="connsiteX37" fmla="*/ 2882342 w 3815172"/>
                <a:gd name="connsiteY37" fmla="*/ 1806920 h 3814249"/>
                <a:gd name="connsiteX38" fmla="*/ 2720025 w 3815172"/>
                <a:gd name="connsiteY38" fmla="*/ 1359170 h 3814249"/>
                <a:gd name="connsiteX39" fmla="*/ 2634246 w 3815172"/>
                <a:gd name="connsiteY39" fmla="*/ 1255204 h 3814249"/>
                <a:gd name="connsiteX40" fmla="*/ 521333 w 3815172"/>
                <a:gd name="connsiteY40" fmla="*/ 595461 h 3814249"/>
                <a:gd name="connsiteX41" fmla="*/ 1180739 w 3815172"/>
                <a:gd name="connsiteY41" fmla="*/ 1254867 h 3814249"/>
                <a:gd name="connsiteX42" fmla="*/ 1094681 w 3815172"/>
                <a:gd name="connsiteY42" fmla="*/ 1359170 h 3814249"/>
                <a:gd name="connsiteX43" fmla="*/ 932364 w 3815172"/>
                <a:gd name="connsiteY43" fmla="*/ 1806920 h 3814249"/>
                <a:gd name="connsiteX44" fmla="*/ 931021 w 3815172"/>
                <a:gd name="connsiteY44" fmla="*/ 1833520 h 3814249"/>
                <a:gd name="connsiteX45" fmla="*/ 1309 w 3815172"/>
                <a:gd name="connsiteY45" fmla="*/ 1833520 h 3814249"/>
                <a:gd name="connsiteX46" fmla="*/ 6499 w 3815172"/>
                <a:gd name="connsiteY46" fmla="*/ 1723903 h 3814249"/>
                <a:gd name="connsiteX47" fmla="*/ 493966 w 3815172"/>
                <a:gd name="connsiteY47" fmla="*/ 622992 h 3814249"/>
                <a:gd name="connsiteX48" fmla="*/ 1846246 w 3815172"/>
                <a:gd name="connsiteY48" fmla="*/ 387 h 3814249"/>
                <a:gd name="connsiteX49" fmla="*/ 1846246 w 3815172"/>
                <a:gd name="connsiteY49" fmla="*/ 930161 h 3814249"/>
                <a:gd name="connsiteX50" fmla="*/ 1807149 w 3815172"/>
                <a:gd name="connsiteY50" fmla="*/ 932135 h 3814249"/>
                <a:gd name="connsiteX51" fmla="*/ 1359399 w 3815172"/>
                <a:gd name="connsiteY51" fmla="*/ 1094452 h 3814249"/>
                <a:gd name="connsiteX52" fmla="*/ 1268791 w 3815172"/>
                <a:gd name="connsiteY52" fmla="*/ 1169211 h 3814249"/>
                <a:gd name="connsiteX53" fmla="*/ 607928 w 3815172"/>
                <a:gd name="connsiteY53" fmla="*/ 508348 h 3814249"/>
                <a:gd name="connsiteX54" fmla="*/ 615075 w 3815172"/>
                <a:gd name="connsiteY54" fmla="*/ 501158 h 3814249"/>
                <a:gd name="connsiteX55" fmla="*/ 1712393 w 3815172"/>
                <a:gd name="connsiteY55" fmla="*/ 7146 h 3814249"/>
                <a:gd name="connsiteX56" fmla="*/ 1969076 w 3815172"/>
                <a:gd name="connsiteY56" fmla="*/ 0 h 3814249"/>
                <a:gd name="connsiteX57" fmla="*/ 2078813 w 3815172"/>
                <a:gd name="connsiteY57" fmla="*/ 4850 h 3814249"/>
                <a:gd name="connsiteX58" fmla="*/ 3122498 w 3815172"/>
                <a:gd name="connsiteY58" fmla="*/ 433400 h 3814249"/>
                <a:gd name="connsiteX59" fmla="*/ 3206236 w 3815172"/>
                <a:gd name="connsiteY59" fmla="*/ 509506 h 3814249"/>
                <a:gd name="connsiteX60" fmla="*/ 2546254 w 3815172"/>
                <a:gd name="connsiteY60" fmla="*/ 1169489 h 3814249"/>
                <a:gd name="connsiteX61" fmla="*/ 2455308 w 3815172"/>
                <a:gd name="connsiteY61" fmla="*/ 1094452 h 3814249"/>
                <a:gd name="connsiteX62" fmla="*/ 2007558 w 3815172"/>
                <a:gd name="connsiteY62" fmla="*/ 932135 h 3814249"/>
                <a:gd name="connsiteX63" fmla="*/ 1969076 w 3815172"/>
                <a:gd name="connsiteY63" fmla="*/ 930192 h 3814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15172" h="3814249">
                  <a:moveTo>
                    <a:pt x="1255433" y="2634017"/>
                  </a:moveTo>
                  <a:lnTo>
                    <a:pt x="1359399" y="2719796"/>
                  </a:lnTo>
                  <a:cubicBezTo>
                    <a:pt x="1489746" y="2807857"/>
                    <a:pt x="1642417" y="2865384"/>
                    <a:pt x="1807149" y="2882113"/>
                  </a:cubicBezTo>
                  <a:lnTo>
                    <a:pt x="1846246" y="2884088"/>
                  </a:lnTo>
                  <a:lnTo>
                    <a:pt x="1846246" y="3814249"/>
                  </a:lnTo>
                  <a:lnTo>
                    <a:pt x="1736513" y="3809399"/>
                  </a:lnTo>
                  <a:cubicBezTo>
                    <a:pt x="1341845" y="3774347"/>
                    <a:pt x="981695" y="3619242"/>
                    <a:pt x="692828" y="3380849"/>
                  </a:cubicBezTo>
                  <a:lnTo>
                    <a:pt x="596317" y="3293133"/>
                  </a:lnTo>
                  <a:close/>
                  <a:moveTo>
                    <a:pt x="2559611" y="2633739"/>
                  </a:moveTo>
                  <a:lnTo>
                    <a:pt x="3219549" y="3293677"/>
                  </a:lnTo>
                  <a:lnTo>
                    <a:pt x="3200252" y="3313090"/>
                  </a:lnTo>
                  <a:cubicBezTo>
                    <a:pt x="2905113" y="3584570"/>
                    <a:pt x="2524267" y="3764314"/>
                    <a:pt x="2102933" y="3807103"/>
                  </a:cubicBezTo>
                  <a:lnTo>
                    <a:pt x="1969076" y="3813862"/>
                  </a:lnTo>
                  <a:lnTo>
                    <a:pt x="1969076" y="2884056"/>
                  </a:lnTo>
                  <a:lnTo>
                    <a:pt x="2007558" y="2882113"/>
                  </a:lnTo>
                  <a:cubicBezTo>
                    <a:pt x="2172289" y="2865384"/>
                    <a:pt x="2324961" y="2807857"/>
                    <a:pt x="2455308" y="2719796"/>
                  </a:cubicBezTo>
                  <a:close/>
                  <a:moveTo>
                    <a:pt x="2884917" y="1956350"/>
                  </a:moveTo>
                  <a:lnTo>
                    <a:pt x="3815172" y="1956350"/>
                  </a:lnTo>
                  <a:lnTo>
                    <a:pt x="3808827" y="2090345"/>
                  </a:lnTo>
                  <a:cubicBezTo>
                    <a:pt x="3768651" y="2512446"/>
                    <a:pt x="3591090" y="2894489"/>
                    <a:pt x="3321361" y="3191257"/>
                  </a:cubicBezTo>
                  <a:lnTo>
                    <a:pt x="3306144" y="3206565"/>
                  </a:lnTo>
                  <a:lnTo>
                    <a:pt x="2645267" y="2545687"/>
                  </a:lnTo>
                  <a:lnTo>
                    <a:pt x="2720025" y="2455079"/>
                  </a:lnTo>
                  <a:cubicBezTo>
                    <a:pt x="2808086" y="2324732"/>
                    <a:pt x="2865613" y="2172060"/>
                    <a:pt x="2882342" y="2007329"/>
                  </a:cubicBezTo>
                  <a:close/>
                  <a:moveTo>
                    <a:pt x="0" y="1956350"/>
                  </a:moveTo>
                  <a:lnTo>
                    <a:pt x="929790" y="1956350"/>
                  </a:lnTo>
                  <a:lnTo>
                    <a:pt x="932364" y="2007329"/>
                  </a:lnTo>
                  <a:cubicBezTo>
                    <a:pt x="949094" y="2172060"/>
                    <a:pt x="1006620" y="2324732"/>
                    <a:pt x="1094681" y="2455079"/>
                  </a:cubicBezTo>
                  <a:lnTo>
                    <a:pt x="1169718" y="2546025"/>
                  </a:lnTo>
                  <a:lnTo>
                    <a:pt x="510045" y="3205697"/>
                  </a:lnTo>
                  <a:lnTo>
                    <a:pt x="433939" y="3121959"/>
                  </a:lnTo>
                  <a:cubicBezTo>
                    <a:pt x="195545" y="2833093"/>
                    <a:pt x="40440" y="2472943"/>
                    <a:pt x="5389" y="2078274"/>
                  </a:cubicBezTo>
                  <a:close/>
                  <a:moveTo>
                    <a:pt x="3293672" y="595778"/>
                  </a:moveTo>
                  <a:lnTo>
                    <a:pt x="3381388" y="692289"/>
                  </a:lnTo>
                  <a:cubicBezTo>
                    <a:pt x="3619782" y="981155"/>
                    <a:pt x="3774886" y="1341305"/>
                    <a:pt x="3809938" y="1735974"/>
                  </a:cubicBezTo>
                  <a:lnTo>
                    <a:pt x="3814249" y="1833520"/>
                  </a:lnTo>
                  <a:lnTo>
                    <a:pt x="2883686" y="1833520"/>
                  </a:lnTo>
                  <a:lnTo>
                    <a:pt x="2882342" y="1806920"/>
                  </a:lnTo>
                  <a:cubicBezTo>
                    <a:pt x="2865613" y="1642188"/>
                    <a:pt x="2808086" y="1489517"/>
                    <a:pt x="2720025" y="1359170"/>
                  </a:cubicBezTo>
                  <a:lnTo>
                    <a:pt x="2634246" y="1255204"/>
                  </a:lnTo>
                  <a:close/>
                  <a:moveTo>
                    <a:pt x="521333" y="595461"/>
                  </a:moveTo>
                  <a:lnTo>
                    <a:pt x="1180739" y="1254867"/>
                  </a:lnTo>
                  <a:lnTo>
                    <a:pt x="1094681" y="1359170"/>
                  </a:lnTo>
                  <a:cubicBezTo>
                    <a:pt x="1006620" y="1489517"/>
                    <a:pt x="949094" y="1642188"/>
                    <a:pt x="932364" y="1806920"/>
                  </a:cubicBezTo>
                  <a:lnTo>
                    <a:pt x="931021" y="1833520"/>
                  </a:lnTo>
                  <a:lnTo>
                    <a:pt x="1309" y="1833520"/>
                  </a:lnTo>
                  <a:lnTo>
                    <a:pt x="6499" y="1723903"/>
                  </a:lnTo>
                  <a:cubicBezTo>
                    <a:pt x="46675" y="1301803"/>
                    <a:pt x="224237" y="919759"/>
                    <a:pt x="493966" y="622992"/>
                  </a:cubicBezTo>
                  <a:close/>
                  <a:moveTo>
                    <a:pt x="1846246" y="387"/>
                  </a:moveTo>
                  <a:lnTo>
                    <a:pt x="1846246" y="930161"/>
                  </a:lnTo>
                  <a:lnTo>
                    <a:pt x="1807149" y="932135"/>
                  </a:lnTo>
                  <a:cubicBezTo>
                    <a:pt x="1642417" y="948864"/>
                    <a:pt x="1489746" y="1006391"/>
                    <a:pt x="1359399" y="1094452"/>
                  </a:cubicBezTo>
                  <a:lnTo>
                    <a:pt x="1268791" y="1169211"/>
                  </a:lnTo>
                  <a:lnTo>
                    <a:pt x="607928" y="508348"/>
                  </a:lnTo>
                  <a:lnTo>
                    <a:pt x="615075" y="501158"/>
                  </a:lnTo>
                  <a:cubicBezTo>
                    <a:pt x="910214" y="229678"/>
                    <a:pt x="1291060" y="49934"/>
                    <a:pt x="1712393" y="7146"/>
                  </a:cubicBezTo>
                  <a:close/>
                  <a:moveTo>
                    <a:pt x="1969076" y="0"/>
                  </a:moveTo>
                  <a:lnTo>
                    <a:pt x="2078813" y="4850"/>
                  </a:lnTo>
                  <a:cubicBezTo>
                    <a:pt x="2473482" y="39901"/>
                    <a:pt x="2833632" y="195006"/>
                    <a:pt x="3122498" y="433400"/>
                  </a:cubicBezTo>
                  <a:lnTo>
                    <a:pt x="3206236" y="509506"/>
                  </a:lnTo>
                  <a:lnTo>
                    <a:pt x="2546254" y="1169489"/>
                  </a:lnTo>
                  <a:lnTo>
                    <a:pt x="2455308" y="1094452"/>
                  </a:lnTo>
                  <a:cubicBezTo>
                    <a:pt x="2324961" y="1006391"/>
                    <a:pt x="2172289" y="948864"/>
                    <a:pt x="2007558" y="932135"/>
                  </a:cubicBezTo>
                  <a:lnTo>
                    <a:pt x="1969076" y="930192"/>
                  </a:lnTo>
                  <a:close/>
                </a:path>
              </a:pathLst>
            </a:custGeom>
            <a:solidFill>
              <a:schemeClr val="tx2">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 name="Freeform: Shape 249"/>
            <p:cNvSpPr>
              <a:spLocks noChangeAspect="1"/>
            </p:cNvSpPr>
            <p:nvPr/>
          </p:nvSpPr>
          <p:spPr>
            <a:xfrm>
              <a:off x="4241737" y="2156489"/>
              <a:ext cx="3467772" cy="3466232"/>
            </a:xfrm>
            <a:custGeom>
              <a:avLst/>
              <a:gdLst>
                <a:gd name="connsiteX0" fmla="*/ 1081658 w 3467772"/>
                <a:gd name="connsiteY0" fmla="*/ 2460010 h 3466232"/>
                <a:gd name="connsiteX1" fmla="*/ 1185623 w 3467772"/>
                <a:gd name="connsiteY1" fmla="*/ 2545789 h 3466232"/>
                <a:gd name="connsiteX2" fmla="*/ 1633373 w 3467772"/>
                <a:gd name="connsiteY2" fmla="*/ 2708106 h 3466232"/>
                <a:gd name="connsiteX3" fmla="*/ 1672470 w 3467772"/>
                <a:gd name="connsiteY3" fmla="*/ 2710081 h 3466232"/>
                <a:gd name="connsiteX4" fmla="*/ 1672470 w 3467772"/>
                <a:gd name="connsiteY4" fmla="*/ 3466232 h 3466232"/>
                <a:gd name="connsiteX5" fmla="*/ 1556368 w 3467772"/>
                <a:gd name="connsiteY5" fmla="*/ 3460369 h 3466232"/>
                <a:gd name="connsiteX6" fmla="*/ 558806 w 3467772"/>
                <a:gd name="connsiteY6" fmla="*/ 3011267 h 3466232"/>
                <a:gd name="connsiteX7" fmla="*/ 544646 w 3467772"/>
                <a:gd name="connsiteY7" fmla="*/ 2997022 h 3466232"/>
                <a:gd name="connsiteX8" fmla="*/ 2385835 w 3467772"/>
                <a:gd name="connsiteY8" fmla="*/ 2459732 h 3466232"/>
                <a:gd name="connsiteX9" fmla="*/ 2922640 w 3467772"/>
                <a:gd name="connsiteY9" fmla="*/ 2996537 h 3466232"/>
                <a:gd name="connsiteX10" fmla="*/ 2857756 w 3467772"/>
                <a:gd name="connsiteY10" fmla="*/ 3056554 h 3466232"/>
                <a:gd name="connsiteX11" fmla="*/ 1911404 w 3467772"/>
                <a:gd name="connsiteY11" fmla="*/ 3460369 h 3466232"/>
                <a:gd name="connsiteX12" fmla="*/ 1795300 w 3467772"/>
                <a:gd name="connsiteY12" fmla="*/ 3466232 h 3466232"/>
                <a:gd name="connsiteX13" fmla="*/ 1795300 w 3467772"/>
                <a:gd name="connsiteY13" fmla="*/ 2710049 h 3466232"/>
                <a:gd name="connsiteX14" fmla="*/ 1833782 w 3467772"/>
                <a:gd name="connsiteY14" fmla="*/ 2708106 h 3466232"/>
                <a:gd name="connsiteX15" fmla="*/ 2281532 w 3467772"/>
                <a:gd name="connsiteY15" fmla="*/ 2545789 h 3466232"/>
                <a:gd name="connsiteX16" fmla="*/ 2711141 w 3467772"/>
                <a:gd name="connsiteY16" fmla="*/ 1782343 h 3466232"/>
                <a:gd name="connsiteX17" fmla="*/ 3467772 w 3467772"/>
                <a:gd name="connsiteY17" fmla="*/ 1782343 h 3466232"/>
                <a:gd name="connsiteX18" fmla="*/ 3462217 w 3467772"/>
                <a:gd name="connsiteY18" fmla="*/ 1899680 h 3466232"/>
                <a:gd name="connsiteX19" fmla="*/ 3064050 w 3467772"/>
                <a:gd name="connsiteY19" fmla="*/ 2849026 h 3466232"/>
                <a:gd name="connsiteX20" fmla="*/ 3009032 w 3467772"/>
                <a:gd name="connsiteY20" fmla="*/ 2909221 h 3466232"/>
                <a:gd name="connsiteX21" fmla="*/ 2471491 w 3467772"/>
                <a:gd name="connsiteY21" fmla="*/ 2371680 h 3466232"/>
                <a:gd name="connsiteX22" fmla="*/ 2546249 w 3467772"/>
                <a:gd name="connsiteY22" fmla="*/ 2281072 h 3466232"/>
                <a:gd name="connsiteX23" fmla="*/ 2708566 w 3467772"/>
                <a:gd name="connsiteY23" fmla="*/ 1833321 h 3466232"/>
                <a:gd name="connsiteX24" fmla="*/ 0 w 3467772"/>
                <a:gd name="connsiteY24" fmla="*/ 1782343 h 3466232"/>
                <a:gd name="connsiteX25" fmla="*/ 756014 w 3467772"/>
                <a:gd name="connsiteY25" fmla="*/ 1782343 h 3466232"/>
                <a:gd name="connsiteX26" fmla="*/ 758588 w 3467772"/>
                <a:gd name="connsiteY26" fmla="*/ 1833321 h 3466232"/>
                <a:gd name="connsiteX27" fmla="*/ 920905 w 3467772"/>
                <a:gd name="connsiteY27" fmla="*/ 2281072 h 3466232"/>
                <a:gd name="connsiteX28" fmla="*/ 995942 w 3467772"/>
                <a:gd name="connsiteY28" fmla="*/ 2372018 h 3466232"/>
                <a:gd name="connsiteX29" fmla="*/ 458051 w 3467772"/>
                <a:gd name="connsiteY29" fmla="*/ 2909909 h 3466232"/>
                <a:gd name="connsiteX30" fmla="*/ 448707 w 3467772"/>
                <a:gd name="connsiteY30" fmla="*/ 2900509 h 3466232"/>
                <a:gd name="connsiteX31" fmla="*/ 5556 w 3467772"/>
                <a:gd name="connsiteY31" fmla="*/ 1899681 h 3466232"/>
                <a:gd name="connsiteX32" fmla="*/ 470380 w 3467772"/>
                <a:gd name="connsiteY32" fmla="*/ 544277 h 3466232"/>
                <a:gd name="connsiteX33" fmla="*/ 1006963 w 3467772"/>
                <a:gd name="connsiteY33" fmla="*/ 1080860 h 3466232"/>
                <a:gd name="connsiteX34" fmla="*/ 920905 w 3467772"/>
                <a:gd name="connsiteY34" fmla="*/ 1185162 h 3466232"/>
                <a:gd name="connsiteX35" fmla="*/ 758588 w 3467772"/>
                <a:gd name="connsiteY35" fmla="*/ 1632913 h 3466232"/>
                <a:gd name="connsiteX36" fmla="*/ 757245 w 3467772"/>
                <a:gd name="connsiteY36" fmla="*/ 1659513 h 3466232"/>
                <a:gd name="connsiteX37" fmla="*/ 1154 w 3467772"/>
                <a:gd name="connsiteY37" fmla="*/ 1659513 h 3466232"/>
                <a:gd name="connsiteX38" fmla="*/ 5556 w 3467772"/>
                <a:gd name="connsiteY38" fmla="*/ 1566552 h 3466232"/>
                <a:gd name="connsiteX39" fmla="*/ 403723 w 3467772"/>
                <a:gd name="connsiteY39" fmla="*/ 617207 h 3466232"/>
                <a:gd name="connsiteX40" fmla="*/ 2997569 w 3467772"/>
                <a:gd name="connsiteY40" fmla="*/ 544098 h 3466232"/>
                <a:gd name="connsiteX41" fmla="*/ 3019066 w 3467772"/>
                <a:gd name="connsiteY41" fmla="*/ 565723 h 3466232"/>
                <a:gd name="connsiteX42" fmla="*/ 3462217 w 3467772"/>
                <a:gd name="connsiteY42" fmla="*/ 1566552 h 3466232"/>
                <a:gd name="connsiteX43" fmla="*/ 3466618 w 3467772"/>
                <a:gd name="connsiteY43" fmla="*/ 1659513 h 3466232"/>
                <a:gd name="connsiteX44" fmla="*/ 2709910 w 3467772"/>
                <a:gd name="connsiteY44" fmla="*/ 1659513 h 3466232"/>
                <a:gd name="connsiteX45" fmla="*/ 2708566 w 3467772"/>
                <a:gd name="connsiteY45" fmla="*/ 1632913 h 3466232"/>
                <a:gd name="connsiteX46" fmla="*/ 2546249 w 3467772"/>
                <a:gd name="connsiteY46" fmla="*/ 1185162 h 3466232"/>
                <a:gd name="connsiteX47" fmla="*/ 2460470 w 3467772"/>
                <a:gd name="connsiteY47" fmla="*/ 1081197 h 3466232"/>
                <a:gd name="connsiteX48" fmla="*/ 1795300 w 3467772"/>
                <a:gd name="connsiteY48" fmla="*/ 0 h 3466232"/>
                <a:gd name="connsiteX49" fmla="*/ 1911404 w 3467772"/>
                <a:gd name="connsiteY49" fmla="*/ 5863 h 3466232"/>
                <a:gd name="connsiteX50" fmla="*/ 2908966 w 3467772"/>
                <a:gd name="connsiteY50" fmla="*/ 454966 h 3466232"/>
                <a:gd name="connsiteX51" fmla="*/ 2910974 w 3467772"/>
                <a:gd name="connsiteY51" fmla="*/ 456985 h 3466232"/>
                <a:gd name="connsiteX52" fmla="*/ 2372477 w 3467772"/>
                <a:gd name="connsiteY52" fmla="*/ 995482 h 3466232"/>
                <a:gd name="connsiteX53" fmla="*/ 2281532 w 3467772"/>
                <a:gd name="connsiteY53" fmla="*/ 920445 h 3466232"/>
                <a:gd name="connsiteX54" fmla="*/ 1833782 w 3467772"/>
                <a:gd name="connsiteY54" fmla="*/ 758128 h 3466232"/>
                <a:gd name="connsiteX55" fmla="*/ 1795300 w 3467772"/>
                <a:gd name="connsiteY55" fmla="*/ 756185 h 3466232"/>
                <a:gd name="connsiteX56" fmla="*/ 1672470 w 3467772"/>
                <a:gd name="connsiteY56" fmla="*/ 0 h 3466232"/>
                <a:gd name="connsiteX57" fmla="*/ 1672470 w 3467772"/>
                <a:gd name="connsiteY57" fmla="*/ 756154 h 3466232"/>
                <a:gd name="connsiteX58" fmla="*/ 1633373 w 3467772"/>
                <a:gd name="connsiteY58" fmla="*/ 758128 h 3466232"/>
                <a:gd name="connsiteX59" fmla="*/ 1185623 w 3467772"/>
                <a:gd name="connsiteY59" fmla="*/ 920445 h 3466232"/>
                <a:gd name="connsiteX60" fmla="*/ 1095014 w 3467772"/>
                <a:gd name="connsiteY60" fmla="*/ 995204 h 3466232"/>
                <a:gd name="connsiteX61" fmla="*/ 557794 w 3467772"/>
                <a:gd name="connsiteY61" fmla="*/ 457984 h 3466232"/>
                <a:gd name="connsiteX62" fmla="*/ 610017 w 3467772"/>
                <a:gd name="connsiteY62" fmla="*/ 409678 h 3466232"/>
                <a:gd name="connsiteX63" fmla="*/ 1556368 w 3467772"/>
                <a:gd name="connsiteY63" fmla="*/ 5863 h 3466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467772" h="3466232">
                  <a:moveTo>
                    <a:pt x="1081658" y="2460010"/>
                  </a:moveTo>
                  <a:lnTo>
                    <a:pt x="1185623" y="2545789"/>
                  </a:lnTo>
                  <a:cubicBezTo>
                    <a:pt x="1315970" y="2633850"/>
                    <a:pt x="1468641" y="2691377"/>
                    <a:pt x="1633373" y="2708106"/>
                  </a:cubicBezTo>
                  <a:lnTo>
                    <a:pt x="1672470" y="2710081"/>
                  </a:lnTo>
                  <a:lnTo>
                    <a:pt x="1672470" y="3466232"/>
                  </a:lnTo>
                  <a:lnTo>
                    <a:pt x="1556368" y="3460369"/>
                  </a:lnTo>
                  <a:cubicBezTo>
                    <a:pt x="1173338" y="3421470"/>
                    <a:pt x="827114" y="3258067"/>
                    <a:pt x="558806" y="3011267"/>
                  </a:cubicBezTo>
                  <a:lnTo>
                    <a:pt x="544646" y="2997022"/>
                  </a:lnTo>
                  <a:close/>
                  <a:moveTo>
                    <a:pt x="2385835" y="2459732"/>
                  </a:moveTo>
                  <a:lnTo>
                    <a:pt x="2922640" y="2996537"/>
                  </a:lnTo>
                  <a:lnTo>
                    <a:pt x="2857756" y="3056554"/>
                  </a:lnTo>
                  <a:cubicBezTo>
                    <a:pt x="2597236" y="3278006"/>
                    <a:pt x="2270495" y="3423902"/>
                    <a:pt x="1911404" y="3460369"/>
                  </a:cubicBezTo>
                  <a:lnTo>
                    <a:pt x="1795300" y="3466232"/>
                  </a:lnTo>
                  <a:lnTo>
                    <a:pt x="1795300" y="2710049"/>
                  </a:lnTo>
                  <a:lnTo>
                    <a:pt x="1833782" y="2708106"/>
                  </a:lnTo>
                  <a:cubicBezTo>
                    <a:pt x="1998513" y="2691377"/>
                    <a:pt x="2151185" y="2633850"/>
                    <a:pt x="2281532" y="2545789"/>
                  </a:cubicBezTo>
                  <a:close/>
                  <a:moveTo>
                    <a:pt x="2711141" y="1782343"/>
                  </a:moveTo>
                  <a:lnTo>
                    <a:pt x="3467772" y="1782343"/>
                  </a:lnTo>
                  <a:lnTo>
                    <a:pt x="3462217" y="1899680"/>
                  </a:lnTo>
                  <a:cubicBezTo>
                    <a:pt x="3427976" y="2259425"/>
                    <a:pt x="3283963" y="2587164"/>
                    <a:pt x="3064050" y="2849026"/>
                  </a:cubicBezTo>
                  <a:lnTo>
                    <a:pt x="3009032" y="2909221"/>
                  </a:lnTo>
                  <a:lnTo>
                    <a:pt x="2471491" y="2371680"/>
                  </a:lnTo>
                  <a:lnTo>
                    <a:pt x="2546249" y="2281072"/>
                  </a:lnTo>
                  <a:cubicBezTo>
                    <a:pt x="2634310" y="2150725"/>
                    <a:pt x="2691837" y="1998053"/>
                    <a:pt x="2708566" y="1833321"/>
                  </a:cubicBezTo>
                  <a:close/>
                  <a:moveTo>
                    <a:pt x="0" y="1782343"/>
                  </a:moveTo>
                  <a:lnTo>
                    <a:pt x="756014" y="1782343"/>
                  </a:lnTo>
                  <a:lnTo>
                    <a:pt x="758588" y="1833321"/>
                  </a:lnTo>
                  <a:cubicBezTo>
                    <a:pt x="775318" y="1998053"/>
                    <a:pt x="832844" y="2150725"/>
                    <a:pt x="920905" y="2281072"/>
                  </a:cubicBezTo>
                  <a:lnTo>
                    <a:pt x="995942" y="2372018"/>
                  </a:lnTo>
                  <a:lnTo>
                    <a:pt x="458051" y="2909909"/>
                  </a:lnTo>
                  <a:lnTo>
                    <a:pt x="448707" y="2900509"/>
                  </a:lnTo>
                  <a:cubicBezTo>
                    <a:pt x="203499" y="2630721"/>
                    <a:pt x="42079" y="2283408"/>
                    <a:pt x="5556" y="1899681"/>
                  </a:cubicBezTo>
                  <a:close/>
                  <a:moveTo>
                    <a:pt x="470380" y="544277"/>
                  </a:moveTo>
                  <a:lnTo>
                    <a:pt x="1006963" y="1080860"/>
                  </a:lnTo>
                  <a:lnTo>
                    <a:pt x="920905" y="1185162"/>
                  </a:lnTo>
                  <a:cubicBezTo>
                    <a:pt x="832844" y="1315510"/>
                    <a:pt x="775318" y="1468181"/>
                    <a:pt x="758588" y="1632913"/>
                  </a:cubicBezTo>
                  <a:lnTo>
                    <a:pt x="757245" y="1659513"/>
                  </a:lnTo>
                  <a:lnTo>
                    <a:pt x="1154" y="1659513"/>
                  </a:lnTo>
                  <a:lnTo>
                    <a:pt x="5556" y="1566552"/>
                  </a:lnTo>
                  <a:cubicBezTo>
                    <a:pt x="39797" y="1206807"/>
                    <a:pt x="183810" y="879068"/>
                    <a:pt x="403723" y="617207"/>
                  </a:cubicBezTo>
                  <a:close/>
                  <a:moveTo>
                    <a:pt x="2997569" y="544098"/>
                  </a:moveTo>
                  <a:lnTo>
                    <a:pt x="3019066" y="565723"/>
                  </a:lnTo>
                  <a:cubicBezTo>
                    <a:pt x="3264274" y="835512"/>
                    <a:pt x="3425693" y="1182824"/>
                    <a:pt x="3462217" y="1566552"/>
                  </a:cubicBezTo>
                  <a:lnTo>
                    <a:pt x="3466618" y="1659513"/>
                  </a:lnTo>
                  <a:lnTo>
                    <a:pt x="2709910" y="1659513"/>
                  </a:lnTo>
                  <a:lnTo>
                    <a:pt x="2708566" y="1632913"/>
                  </a:lnTo>
                  <a:cubicBezTo>
                    <a:pt x="2691837" y="1468181"/>
                    <a:pt x="2634310" y="1315510"/>
                    <a:pt x="2546249" y="1185162"/>
                  </a:cubicBezTo>
                  <a:lnTo>
                    <a:pt x="2460470" y="1081197"/>
                  </a:lnTo>
                  <a:close/>
                  <a:moveTo>
                    <a:pt x="1795300" y="0"/>
                  </a:moveTo>
                  <a:lnTo>
                    <a:pt x="1911404" y="5863"/>
                  </a:lnTo>
                  <a:cubicBezTo>
                    <a:pt x="2294435" y="44762"/>
                    <a:pt x="2640658" y="208166"/>
                    <a:pt x="2908966" y="454966"/>
                  </a:cubicBezTo>
                  <a:lnTo>
                    <a:pt x="2910974" y="456985"/>
                  </a:lnTo>
                  <a:lnTo>
                    <a:pt x="2372477" y="995482"/>
                  </a:lnTo>
                  <a:lnTo>
                    <a:pt x="2281532" y="920445"/>
                  </a:lnTo>
                  <a:cubicBezTo>
                    <a:pt x="2151185" y="832384"/>
                    <a:pt x="1998513" y="774858"/>
                    <a:pt x="1833782" y="758128"/>
                  </a:cubicBezTo>
                  <a:lnTo>
                    <a:pt x="1795300" y="756185"/>
                  </a:lnTo>
                  <a:close/>
                  <a:moveTo>
                    <a:pt x="1672470" y="0"/>
                  </a:moveTo>
                  <a:lnTo>
                    <a:pt x="1672470" y="756154"/>
                  </a:lnTo>
                  <a:lnTo>
                    <a:pt x="1633373" y="758128"/>
                  </a:lnTo>
                  <a:cubicBezTo>
                    <a:pt x="1468641" y="774858"/>
                    <a:pt x="1315970" y="832384"/>
                    <a:pt x="1185623" y="920445"/>
                  </a:cubicBezTo>
                  <a:lnTo>
                    <a:pt x="1095014" y="995204"/>
                  </a:lnTo>
                  <a:lnTo>
                    <a:pt x="557794" y="457984"/>
                  </a:lnTo>
                  <a:lnTo>
                    <a:pt x="610017" y="409678"/>
                  </a:lnTo>
                  <a:cubicBezTo>
                    <a:pt x="870536" y="188227"/>
                    <a:pt x="1197277" y="42331"/>
                    <a:pt x="1556368" y="5863"/>
                  </a:cubicBezTo>
                  <a:close/>
                </a:path>
              </a:pathLst>
            </a:custGeom>
            <a:solidFill>
              <a:schemeClr val="tx2">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3" name="Title 1"/>
          <p:cNvSpPr>
            <a:spLocks noGrp="1"/>
          </p:cNvSpPr>
          <p:nvPr>
            <p:ph type="title"/>
          </p:nvPr>
        </p:nvSpPr>
        <p:spPr>
          <a:xfrm>
            <a:off x="214184" y="13663"/>
            <a:ext cx="9728886" cy="678316"/>
          </a:xfrm>
        </p:spPr>
        <p:txBody>
          <a:bodyPr>
            <a:normAutofit/>
          </a:bodyPr>
          <a:lstStyle/>
          <a:p>
            <a:r>
              <a:rPr lang="en-US" dirty="0"/>
              <a:t>Technology Capability Assessment</a:t>
            </a:r>
          </a:p>
        </p:txBody>
      </p:sp>
      <p:cxnSp>
        <p:nvCxnSpPr>
          <p:cNvPr id="214" name="Straight Connector 213"/>
          <p:cNvCxnSpPr>
            <a:cxnSpLocks/>
          </p:cNvCxnSpPr>
          <p:nvPr/>
        </p:nvCxnSpPr>
        <p:spPr>
          <a:xfrm flipV="1">
            <a:off x="4228924" y="3267059"/>
            <a:ext cx="538553" cy="1444649"/>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4767477" y="2865188"/>
            <a:ext cx="916282" cy="401871"/>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a:cxnSpLocks/>
          </p:cNvCxnSpPr>
          <p:nvPr/>
        </p:nvCxnSpPr>
        <p:spPr>
          <a:xfrm flipV="1">
            <a:off x="5683759" y="1819730"/>
            <a:ext cx="1208181" cy="10583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cxnSpLocks/>
          </p:cNvCxnSpPr>
          <p:nvPr/>
        </p:nvCxnSpPr>
        <p:spPr>
          <a:xfrm flipH="1">
            <a:off x="6880813" y="1832945"/>
            <a:ext cx="11216" cy="147369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a:cxnSpLocks/>
          </p:cNvCxnSpPr>
          <p:nvPr/>
        </p:nvCxnSpPr>
        <p:spPr>
          <a:xfrm>
            <a:off x="6880813" y="3306642"/>
            <a:ext cx="303560" cy="104615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a:cxnSpLocks/>
          </p:cNvCxnSpPr>
          <p:nvPr/>
        </p:nvCxnSpPr>
        <p:spPr>
          <a:xfrm flipH="1">
            <a:off x="6842708" y="4352799"/>
            <a:ext cx="341665" cy="152120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a:cxnSpLocks/>
          </p:cNvCxnSpPr>
          <p:nvPr/>
        </p:nvCxnSpPr>
        <p:spPr>
          <a:xfrm flipH="1" flipV="1">
            <a:off x="5626489" y="4863108"/>
            <a:ext cx="1216217" cy="10108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a:cxnSpLocks/>
          </p:cNvCxnSpPr>
          <p:nvPr/>
        </p:nvCxnSpPr>
        <p:spPr>
          <a:xfrm flipH="1" flipV="1">
            <a:off x="4228924" y="4711708"/>
            <a:ext cx="1397565" cy="151400"/>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2B8DAEE2-C8DF-4203-9A42-AEB8BE4D202B}"/>
              </a:ext>
            </a:extLst>
          </p:cNvPr>
          <p:cNvGrpSpPr/>
          <p:nvPr/>
        </p:nvGrpSpPr>
        <p:grpSpPr>
          <a:xfrm>
            <a:off x="894577" y="5611062"/>
            <a:ext cx="3570628" cy="609274"/>
            <a:chOff x="894577" y="5792208"/>
            <a:chExt cx="3570628" cy="609274"/>
          </a:xfrm>
        </p:grpSpPr>
        <p:sp>
          <p:nvSpPr>
            <p:cNvPr id="222" name="TextBox 221"/>
            <p:cNvSpPr txBox="1"/>
            <p:nvPr/>
          </p:nvSpPr>
          <p:spPr>
            <a:xfrm>
              <a:off x="894577" y="5939817"/>
              <a:ext cx="357062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5. How easily do you implement and integrate new technologies to your business?</a:t>
              </a:r>
            </a:p>
          </p:txBody>
        </p:sp>
        <p:sp>
          <p:nvSpPr>
            <p:cNvPr id="223" name="TextBox 222"/>
            <p:cNvSpPr txBox="1"/>
            <p:nvPr/>
          </p:nvSpPr>
          <p:spPr>
            <a:xfrm>
              <a:off x="2458004" y="57922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TECH-ADAPTABLE</a:t>
              </a:r>
            </a:p>
          </p:txBody>
        </p:sp>
      </p:grpSp>
      <p:grpSp>
        <p:nvGrpSpPr>
          <p:cNvPr id="2" name="Group 1">
            <a:extLst>
              <a:ext uri="{FF2B5EF4-FFF2-40B4-BE49-F238E27FC236}">
                <a16:creationId xmlns:a16="http://schemas.microsoft.com/office/drawing/2014/main" id="{3ADDBADC-77FF-4C7B-94CE-5CA93E8887CF}"/>
              </a:ext>
            </a:extLst>
          </p:cNvPr>
          <p:cNvGrpSpPr/>
          <p:nvPr/>
        </p:nvGrpSpPr>
        <p:grpSpPr>
          <a:xfrm>
            <a:off x="7393248" y="5657716"/>
            <a:ext cx="3871861" cy="609274"/>
            <a:chOff x="7393248" y="5838862"/>
            <a:chExt cx="3871861" cy="609274"/>
          </a:xfrm>
        </p:grpSpPr>
        <p:sp>
          <p:nvSpPr>
            <p:cNvPr id="205" name="TextBox 204"/>
            <p:cNvSpPr txBox="1"/>
            <p:nvPr/>
          </p:nvSpPr>
          <p:spPr>
            <a:xfrm>
              <a:off x="7393248" y="5986471"/>
              <a:ext cx="3871861"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4. How strong is your ability to assess and select the appropriate technological solutions?</a:t>
              </a:r>
            </a:p>
          </p:txBody>
        </p:sp>
        <p:sp>
          <p:nvSpPr>
            <p:cNvPr id="224" name="TextBox 223"/>
            <p:cNvSpPr txBox="1"/>
            <p:nvPr/>
          </p:nvSpPr>
          <p:spPr>
            <a:xfrm>
              <a:off x="7393248" y="5838862"/>
              <a:ext cx="128493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TECH-SELECTIVE</a:t>
              </a:r>
            </a:p>
          </p:txBody>
        </p:sp>
      </p:grpSp>
      <p:grpSp>
        <p:nvGrpSpPr>
          <p:cNvPr id="225" name="Group 224"/>
          <p:cNvGrpSpPr/>
          <p:nvPr/>
        </p:nvGrpSpPr>
        <p:grpSpPr>
          <a:xfrm>
            <a:off x="8452658" y="4347821"/>
            <a:ext cx="2317545" cy="617900"/>
            <a:chOff x="8295490" y="4485571"/>
            <a:chExt cx="2317545" cy="617900"/>
          </a:xfrm>
        </p:grpSpPr>
        <p:sp>
          <p:nvSpPr>
            <p:cNvPr id="226" name="TextBox 225"/>
            <p:cNvSpPr txBox="1"/>
            <p:nvPr/>
          </p:nvSpPr>
          <p:spPr>
            <a:xfrm>
              <a:off x="8295490" y="4641806"/>
              <a:ext cx="2317545"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3. How technology strategy supports your business?</a:t>
              </a:r>
            </a:p>
          </p:txBody>
        </p:sp>
        <p:sp>
          <p:nvSpPr>
            <p:cNvPr id="227" name="TextBox 226"/>
            <p:cNvSpPr txBox="1"/>
            <p:nvPr/>
          </p:nvSpPr>
          <p:spPr>
            <a:xfrm>
              <a:off x="8295490" y="4485571"/>
              <a:ext cx="1587768"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TECH-DRIVEN</a:t>
              </a:r>
            </a:p>
          </p:txBody>
        </p:sp>
      </p:grpSp>
      <p:grpSp>
        <p:nvGrpSpPr>
          <p:cNvPr id="228" name="Group 227"/>
          <p:cNvGrpSpPr/>
          <p:nvPr/>
        </p:nvGrpSpPr>
        <p:grpSpPr>
          <a:xfrm>
            <a:off x="8481847" y="2487989"/>
            <a:ext cx="2976727" cy="802565"/>
            <a:chOff x="8481847" y="2582875"/>
            <a:chExt cx="2976727" cy="802565"/>
          </a:xfrm>
        </p:grpSpPr>
        <p:sp>
          <p:nvSpPr>
            <p:cNvPr id="229" name="TextBox 228"/>
            <p:cNvSpPr txBox="1"/>
            <p:nvPr/>
          </p:nvSpPr>
          <p:spPr>
            <a:xfrm>
              <a:off x="8481847" y="2739109"/>
              <a:ext cx="2976727" cy="646331"/>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2.How strong are your abilities to search and scan your company external environment? </a:t>
              </a:r>
            </a:p>
          </p:txBody>
        </p:sp>
        <p:sp>
          <p:nvSpPr>
            <p:cNvPr id="230" name="TextBox 229"/>
            <p:cNvSpPr txBox="1"/>
            <p:nvPr/>
          </p:nvSpPr>
          <p:spPr>
            <a:xfrm>
              <a:off x="8481847" y="2582875"/>
              <a:ext cx="2395636"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TECH-RADAR</a:t>
              </a:r>
            </a:p>
          </p:txBody>
        </p:sp>
      </p:grpSp>
      <p:grpSp>
        <p:nvGrpSpPr>
          <p:cNvPr id="231" name="Group 230"/>
          <p:cNvGrpSpPr/>
          <p:nvPr/>
        </p:nvGrpSpPr>
        <p:grpSpPr>
          <a:xfrm>
            <a:off x="7348033" y="1434340"/>
            <a:ext cx="3936519" cy="626526"/>
            <a:chOff x="7348033" y="1184172"/>
            <a:chExt cx="3936519" cy="626526"/>
          </a:xfrm>
        </p:grpSpPr>
        <p:sp>
          <p:nvSpPr>
            <p:cNvPr id="232" name="TextBox 231"/>
            <p:cNvSpPr txBox="1"/>
            <p:nvPr/>
          </p:nvSpPr>
          <p:spPr>
            <a:xfrm>
              <a:off x="7348033" y="1349033"/>
              <a:ext cx="393651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1. Is technology improvement a priority for your business?</a:t>
              </a:r>
            </a:p>
          </p:txBody>
        </p:sp>
        <p:sp>
          <p:nvSpPr>
            <p:cNvPr id="233" name="TextBox 232"/>
            <p:cNvSpPr txBox="1"/>
            <p:nvPr/>
          </p:nvSpPr>
          <p:spPr>
            <a:xfrm>
              <a:off x="7348033" y="1184172"/>
              <a:ext cx="1677250"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TECH-COUNCIOUSNESS</a:t>
              </a:r>
            </a:p>
          </p:txBody>
        </p:sp>
      </p:grpSp>
      <p:grpSp>
        <p:nvGrpSpPr>
          <p:cNvPr id="234" name="Group 233"/>
          <p:cNvGrpSpPr/>
          <p:nvPr/>
        </p:nvGrpSpPr>
        <p:grpSpPr>
          <a:xfrm>
            <a:off x="988626" y="4280779"/>
            <a:ext cx="2582788" cy="600647"/>
            <a:chOff x="1174370" y="4375665"/>
            <a:chExt cx="2582788" cy="600647"/>
          </a:xfrm>
        </p:grpSpPr>
        <p:sp>
          <p:nvSpPr>
            <p:cNvPr id="235" name="TextBox 234"/>
            <p:cNvSpPr txBox="1"/>
            <p:nvPr/>
          </p:nvSpPr>
          <p:spPr>
            <a:xfrm>
              <a:off x="1174370" y="4514647"/>
              <a:ext cx="258278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6. How effectively do you implement and use the technology?</a:t>
              </a:r>
            </a:p>
          </p:txBody>
        </p:sp>
        <p:sp>
          <p:nvSpPr>
            <p:cNvPr id="236" name="TextBox 235"/>
            <p:cNvSpPr txBox="1"/>
            <p:nvPr/>
          </p:nvSpPr>
          <p:spPr>
            <a:xfrm>
              <a:off x="1749957" y="4375665"/>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TECH-EFFICIENT</a:t>
              </a:r>
            </a:p>
          </p:txBody>
        </p:sp>
      </p:grpSp>
      <p:grpSp>
        <p:nvGrpSpPr>
          <p:cNvPr id="237" name="Group 236"/>
          <p:cNvGrpSpPr/>
          <p:nvPr/>
        </p:nvGrpSpPr>
        <p:grpSpPr>
          <a:xfrm>
            <a:off x="1326142" y="2357357"/>
            <a:ext cx="2270834" cy="793938"/>
            <a:chOff x="1326142" y="2452243"/>
            <a:chExt cx="2270834" cy="793938"/>
          </a:xfrm>
        </p:grpSpPr>
        <p:sp>
          <p:nvSpPr>
            <p:cNvPr id="238" name="TextBox 237"/>
            <p:cNvSpPr txBox="1"/>
            <p:nvPr/>
          </p:nvSpPr>
          <p:spPr>
            <a:xfrm>
              <a:off x="1326142" y="2599850"/>
              <a:ext cx="2270834"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7. Do you learn from experience to improve technology?</a:t>
              </a:r>
            </a:p>
          </p:txBody>
        </p:sp>
        <p:sp>
          <p:nvSpPr>
            <p:cNvPr id="239" name="TextBox 238"/>
            <p:cNvSpPr txBox="1"/>
            <p:nvPr/>
          </p:nvSpPr>
          <p:spPr>
            <a:xfrm>
              <a:off x="1589775" y="2452243"/>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TECH-LEARNING</a:t>
              </a:r>
            </a:p>
          </p:txBody>
        </p:sp>
      </p:grpSp>
      <p:grpSp>
        <p:nvGrpSpPr>
          <p:cNvPr id="240" name="Group 239"/>
          <p:cNvGrpSpPr/>
          <p:nvPr/>
        </p:nvGrpSpPr>
        <p:grpSpPr>
          <a:xfrm>
            <a:off x="1288691" y="1418176"/>
            <a:ext cx="3398705" cy="802564"/>
            <a:chOff x="1603021" y="1168008"/>
            <a:chExt cx="3398705" cy="802564"/>
          </a:xfrm>
        </p:grpSpPr>
        <p:sp>
          <p:nvSpPr>
            <p:cNvPr id="241" name="TextBox 240"/>
            <p:cNvSpPr txBox="1"/>
            <p:nvPr/>
          </p:nvSpPr>
          <p:spPr>
            <a:xfrm>
              <a:off x="1603021" y="1324241"/>
              <a:ext cx="3398705"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8. Is your network with of suppliers, researchers and trading partners monitored by technology?</a:t>
              </a:r>
            </a:p>
          </p:txBody>
        </p:sp>
        <p:sp>
          <p:nvSpPr>
            <p:cNvPr id="242" name="TextBox 241"/>
            <p:cNvSpPr txBox="1"/>
            <p:nvPr/>
          </p:nvSpPr>
          <p:spPr>
            <a:xfrm>
              <a:off x="2994525" y="11680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TECH-NETWORK</a:t>
              </a:r>
            </a:p>
          </p:txBody>
        </p:sp>
      </p:grpSp>
    </p:spTree>
    <p:custDataLst>
      <p:tags r:id="rId1"/>
    </p:custDataLst>
    <p:extLst>
      <p:ext uri="{BB962C8B-B14F-4D97-AF65-F5344CB8AC3E}">
        <p14:creationId xmlns:p14="http://schemas.microsoft.com/office/powerpoint/2010/main" val="1817081532"/>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C8F9EC-70AF-455A-99F4-A2197BA3E438}"/>
              </a:ext>
            </a:extLst>
          </p:cNvPr>
          <p:cNvSpPr>
            <a:spLocks noGrp="1"/>
          </p:cNvSpPr>
          <p:nvPr>
            <p:ph type="title"/>
          </p:nvPr>
        </p:nvSpPr>
        <p:spPr>
          <a:xfrm>
            <a:off x="214184" y="13663"/>
            <a:ext cx="9728886" cy="678316"/>
          </a:xfrm>
        </p:spPr>
        <p:txBody>
          <a:bodyPr>
            <a:normAutofit/>
          </a:bodyPr>
          <a:lstStyle/>
          <a:p>
            <a:r>
              <a:rPr lang="en-US" dirty="0"/>
              <a:t>Venn diagram 2</a:t>
            </a:r>
          </a:p>
        </p:txBody>
      </p:sp>
      <p:grpSp>
        <p:nvGrpSpPr>
          <p:cNvPr id="4" name="Group 6">
            <a:extLst>
              <a:ext uri="{FF2B5EF4-FFF2-40B4-BE49-F238E27FC236}">
                <a16:creationId xmlns:a16="http://schemas.microsoft.com/office/drawing/2014/main" id="{9E669B58-F1FD-77C6-2430-FFEA9B4CAF1F}"/>
              </a:ext>
            </a:extLst>
          </p:cNvPr>
          <p:cNvGrpSpPr/>
          <p:nvPr/>
        </p:nvGrpSpPr>
        <p:grpSpPr>
          <a:xfrm>
            <a:off x="4150567" y="1732179"/>
            <a:ext cx="3674296" cy="2299450"/>
            <a:chOff x="4554876" y="1411839"/>
            <a:chExt cx="7042936" cy="4407615"/>
          </a:xfrm>
        </p:grpSpPr>
        <p:sp>
          <p:nvSpPr>
            <p:cNvPr id="11" name="Freeform: Shape 5">
              <a:extLst>
                <a:ext uri="{FF2B5EF4-FFF2-40B4-BE49-F238E27FC236}">
                  <a16:creationId xmlns:a16="http://schemas.microsoft.com/office/drawing/2014/main" id="{BCE7F468-C4A1-3CFB-6BFA-FC75F69B5ACA}"/>
                </a:ext>
              </a:extLst>
            </p:cNvPr>
            <p:cNvSpPr/>
            <p:nvPr/>
          </p:nvSpPr>
          <p:spPr>
            <a:xfrm>
              <a:off x="7190198" y="1852146"/>
              <a:ext cx="1772292" cy="3527004"/>
            </a:xfrm>
            <a:custGeom>
              <a:avLst/>
              <a:gdLst>
                <a:gd name="connsiteX0" fmla="*/ 886147 w 1772292"/>
                <a:gd name="connsiteY0" fmla="*/ 0 h 3527004"/>
                <a:gd name="connsiteX1" fmla="*/ 970311 w 1772292"/>
                <a:gd name="connsiteY1" fmla="*/ 62936 h 3527004"/>
                <a:gd name="connsiteX2" fmla="*/ 1772292 w 1772292"/>
                <a:gd name="connsiteY2" fmla="*/ 1763501 h 3527004"/>
                <a:gd name="connsiteX3" fmla="*/ 970311 w 1772292"/>
                <a:gd name="connsiteY3" fmla="*/ 3464066 h 3527004"/>
                <a:gd name="connsiteX4" fmla="*/ 886146 w 1772292"/>
                <a:gd name="connsiteY4" fmla="*/ 3527004 h 3527004"/>
                <a:gd name="connsiteX5" fmla="*/ 801981 w 1772292"/>
                <a:gd name="connsiteY5" fmla="*/ 3464067 h 3527004"/>
                <a:gd name="connsiteX6" fmla="*/ 0 w 1772292"/>
                <a:gd name="connsiteY6" fmla="*/ 1763502 h 3527004"/>
                <a:gd name="connsiteX7" fmla="*/ 801981 w 1772292"/>
                <a:gd name="connsiteY7" fmla="*/ 62937 h 3527004"/>
                <a:gd name="connsiteX8" fmla="*/ 886147 w 1772292"/>
                <a:gd name="connsiteY8" fmla="*/ 0 h 352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2292" h="3527004">
                  <a:moveTo>
                    <a:pt x="886147" y="0"/>
                  </a:moveTo>
                  <a:lnTo>
                    <a:pt x="970311" y="62936"/>
                  </a:lnTo>
                  <a:cubicBezTo>
                    <a:pt x="1460101" y="467147"/>
                    <a:pt x="1772292" y="1078866"/>
                    <a:pt x="1772292" y="1763501"/>
                  </a:cubicBezTo>
                  <a:cubicBezTo>
                    <a:pt x="1772292" y="2448136"/>
                    <a:pt x="1460101" y="3059855"/>
                    <a:pt x="970311" y="3464066"/>
                  </a:cubicBezTo>
                  <a:lnTo>
                    <a:pt x="886146" y="3527004"/>
                  </a:lnTo>
                  <a:lnTo>
                    <a:pt x="801981" y="3464067"/>
                  </a:lnTo>
                  <a:cubicBezTo>
                    <a:pt x="312191" y="3059856"/>
                    <a:pt x="0" y="2448137"/>
                    <a:pt x="0" y="1763502"/>
                  </a:cubicBezTo>
                  <a:cubicBezTo>
                    <a:pt x="0" y="1078867"/>
                    <a:pt x="312191" y="467148"/>
                    <a:pt x="801981" y="62937"/>
                  </a:cubicBezTo>
                  <a:lnTo>
                    <a:pt x="886147" y="0"/>
                  </a:lnTo>
                  <a:close/>
                </a:path>
              </a:pathLst>
            </a:custGeom>
            <a:solidFill>
              <a:schemeClr val="accent2"/>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sp>
          <p:nvSpPr>
            <p:cNvPr id="12" name="Freeform: Shape 4">
              <a:extLst>
                <a:ext uri="{FF2B5EF4-FFF2-40B4-BE49-F238E27FC236}">
                  <a16:creationId xmlns:a16="http://schemas.microsoft.com/office/drawing/2014/main" id="{1F46F6B0-50C9-72DA-2095-97CAC959758E}"/>
                </a:ext>
              </a:extLst>
            </p:cNvPr>
            <p:cNvSpPr/>
            <p:nvPr/>
          </p:nvSpPr>
          <p:spPr>
            <a:xfrm>
              <a:off x="4554876" y="1411839"/>
              <a:ext cx="3521469" cy="4407614"/>
            </a:xfrm>
            <a:custGeom>
              <a:avLst/>
              <a:gdLst>
                <a:gd name="connsiteX0" fmla="*/ 2203807 w 3521469"/>
                <a:gd name="connsiteY0" fmla="*/ 0 h 4407614"/>
                <a:gd name="connsiteX1" fmla="*/ 3435976 w 3521469"/>
                <a:gd name="connsiteY1" fmla="*/ 376376 h 4407614"/>
                <a:gd name="connsiteX2" fmla="*/ 3521469 w 3521469"/>
                <a:gd name="connsiteY2" fmla="*/ 440306 h 4407614"/>
                <a:gd name="connsiteX3" fmla="*/ 3437303 w 3521469"/>
                <a:gd name="connsiteY3" fmla="*/ 503243 h 4407614"/>
                <a:gd name="connsiteX4" fmla="*/ 2635322 w 3521469"/>
                <a:gd name="connsiteY4" fmla="*/ 2203808 h 4407614"/>
                <a:gd name="connsiteX5" fmla="*/ 3437303 w 3521469"/>
                <a:gd name="connsiteY5" fmla="*/ 3904373 h 4407614"/>
                <a:gd name="connsiteX6" fmla="*/ 3521468 w 3521469"/>
                <a:gd name="connsiteY6" fmla="*/ 3967310 h 4407614"/>
                <a:gd name="connsiteX7" fmla="*/ 3435976 w 3521469"/>
                <a:gd name="connsiteY7" fmla="*/ 4031238 h 4407614"/>
                <a:gd name="connsiteX8" fmla="*/ 2203807 w 3521469"/>
                <a:gd name="connsiteY8" fmla="*/ 4407614 h 4407614"/>
                <a:gd name="connsiteX9" fmla="*/ 0 w 3521469"/>
                <a:gd name="connsiteY9" fmla="*/ 2203807 h 4407614"/>
                <a:gd name="connsiteX10" fmla="*/ 2203807 w 3521469"/>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9" h="4407614">
                  <a:moveTo>
                    <a:pt x="2203807" y="0"/>
                  </a:moveTo>
                  <a:cubicBezTo>
                    <a:pt x="2660231" y="0"/>
                    <a:pt x="3084247" y="138752"/>
                    <a:pt x="3435976" y="376376"/>
                  </a:cubicBezTo>
                  <a:lnTo>
                    <a:pt x="3521469" y="440306"/>
                  </a:lnTo>
                  <a:lnTo>
                    <a:pt x="3437303" y="503243"/>
                  </a:lnTo>
                  <a:cubicBezTo>
                    <a:pt x="2947513" y="907454"/>
                    <a:pt x="2635322" y="1519173"/>
                    <a:pt x="2635322" y="2203808"/>
                  </a:cubicBezTo>
                  <a:cubicBezTo>
                    <a:pt x="2635322" y="2888443"/>
                    <a:pt x="2947513" y="3500162"/>
                    <a:pt x="3437303" y="3904373"/>
                  </a:cubicBezTo>
                  <a:lnTo>
                    <a:pt x="3521468" y="3967310"/>
                  </a:lnTo>
                  <a:lnTo>
                    <a:pt x="3435976" y="4031238"/>
                  </a:lnTo>
                  <a:cubicBezTo>
                    <a:pt x="3084247" y="4268863"/>
                    <a:pt x="2660231" y="4407614"/>
                    <a:pt x="2203807" y="4407614"/>
                  </a:cubicBezTo>
                  <a:cubicBezTo>
                    <a:pt x="986678" y="4407614"/>
                    <a:pt x="0" y="3420936"/>
                    <a:pt x="0" y="2203807"/>
                  </a:cubicBezTo>
                  <a:cubicBezTo>
                    <a:pt x="0" y="986678"/>
                    <a:pt x="986678" y="0"/>
                    <a:pt x="2203807" y="0"/>
                  </a:cubicBezTo>
                  <a:close/>
                </a:path>
              </a:pathLst>
            </a:custGeom>
            <a:solidFill>
              <a:schemeClr val="accent1"/>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 </a:t>
              </a:r>
            </a:p>
          </p:txBody>
        </p:sp>
        <p:sp>
          <p:nvSpPr>
            <p:cNvPr id="13" name="Freeform: Shape 3">
              <a:extLst>
                <a:ext uri="{FF2B5EF4-FFF2-40B4-BE49-F238E27FC236}">
                  <a16:creationId xmlns:a16="http://schemas.microsoft.com/office/drawing/2014/main" id="{1F4D7788-83EA-0694-91AB-B28F40C477BB}"/>
                </a:ext>
              </a:extLst>
            </p:cNvPr>
            <p:cNvSpPr/>
            <p:nvPr/>
          </p:nvSpPr>
          <p:spPr>
            <a:xfrm>
              <a:off x="8076344" y="1411840"/>
              <a:ext cx="3521468" cy="4407614"/>
            </a:xfrm>
            <a:custGeom>
              <a:avLst/>
              <a:gdLst>
                <a:gd name="connsiteX0" fmla="*/ 1317661 w 3521468"/>
                <a:gd name="connsiteY0" fmla="*/ 0 h 4407614"/>
                <a:gd name="connsiteX1" fmla="*/ 3521468 w 3521468"/>
                <a:gd name="connsiteY1" fmla="*/ 2203807 h 4407614"/>
                <a:gd name="connsiteX2" fmla="*/ 1317661 w 3521468"/>
                <a:gd name="connsiteY2" fmla="*/ 4407614 h 4407614"/>
                <a:gd name="connsiteX3" fmla="*/ 85492 w 3521468"/>
                <a:gd name="connsiteY3" fmla="*/ 4031238 h 4407614"/>
                <a:gd name="connsiteX4" fmla="*/ 0 w 3521468"/>
                <a:gd name="connsiteY4" fmla="*/ 3967309 h 4407614"/>
                <a:gd name="connsiteX5" fmla="*/ 84165 w 3521468"/>
                <a:gd name="connsiteY5" fmla="*/ 3904371 h 4407614"/>
                <a:gd name="connsiteX6" fmla="*/ 886146 w 3521468"/>
                <a:gd name="connsiteY6" fmla="*/ 2203806 h 4407614"/>
                <a:gd name="connsiteX7" fmla="*/ 84165 w 3521468"/>
                <a:gd name="connsiteY7" fmla="*/ 503241 h 4407614"/>
                <a:gd name="connsiteX8" fmla="*/ 1 w 3521468"/>
                <a:gd name="connsiteY8" fmla="*/ 440305 h 4407614"/>
                <a:gd name="connsiteX9" fmla="*/ 85492 w 3521468"/>
                <a:gd name="connsiteY9" fmla="*/ 376376 h 4407614"/>
                <a:gd name="connsiteX10" fmla="*/ 1317661 w 3521468"/>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8" h="4407614">
                  <a:moveTo>
                    <a:pt x="1317661" y="0"/>
                  </a:moveTo>
                  <a:cubicBezTo>
                    <a:pt x="2534790" y="0"/>
                    <a:pt x="3521468" y="986678"/>
                    <a:pt x="3521468" y="2203807"/>
                  </a:cubicBezTo>
                  <a:cubicBezTo>
                    <a:pt x="3521468" y="3420936"/>
                    <a:pt x="2534790" y="4407614"/>
                    <a:pt x="1317661" y="4407614"/>
                  </a:cubicBezTo>
                  <a:cubicBezTo>
                    <a:pt x="861238" y="4407614"/>
                    <a:pt x="437221" y="4268863"/>
                    <a:pt x="85492" y="4031238"/>
                  </a:cubicBezTo>
                  <a:lnTo>
                    <a:pt x="0" y="3967309"/>
                  </a:lnTo>
                  <a:lnTo>
                    <a:pt x="84165" y="3904371"/>
                  </a:lnTo>
                  <a:cubicBezTo>
                    <a:pt x="573955" y="3500160"/>
                    <a:pt x="886146" y="2888441"/>
                    <a:pt x="886146" y="2203806"/>
                  </a:cubicBezTo>
                  <a:cubicBezTo>
                    <a:pt x="886146" y="1519171"/>
                    <a:pt x="573955" y="907452"/>
                    <a:pt x="84165" y="503241"/>
                  </a:cubicBezTo>
                  <a:lnTo>
                    <a:pt x="1" y="440305"/>
                  </a:lnTo>
                  <a:lnTo>
                    <a:pt x="85492" y="376376"/>
                  </a:lnTo>
                  <a:cubicBezTo>
                    <a:pt x="437221" y="138752"/>
                    <a:pt x="861238" y="0"/>
                    <a:pt x="1317661" y="0"/>
                  </a:cubicBezTo>
                  <a:close/>
                </a:path>
              </a:pathLst>
            </a:custGeom>
            <a:solidFill>
              <a:schemeClr val="accent3"/>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grpSp>
      <p:sp>
        <p:nvSpPr>
          <p:cNvPr id="5" name="Rectangle 4">
            <a:extLst>
              <a:ext uri="{FF2B5EF4-FFF2-40B4-BE49-F238E27FC236}">
                <a16:creationId xmlns:a16="http://schemas.microsoft.com/office/drawing/2014/main" id="{E8449883-4B4D-6F38-B2A7-4568454BC6C7}"/>
              </a:ext>
            </a:extLst>
          </p:cNvPr>
          <p:cNvSpPr/>
          <p:nvPr/>
        </p:nvSpPr>
        <p:spPr>
          <a:xfrm>
            <a:off x="8041433"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3"/>
                </a:solidFill>
              </a:rPr>
              <a:t>Lorem ipsum </a:t>
            </a:r>
          </a:p>
          <a:p>
            <a:pPr>
              <a:spcBef>
                <a:spcPts val="600"/>
              </a:spcBef>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sp>
        <p:nvSpPr>
          <p:cNvPr id="6" name="Rectangle 5">
            <a:extLst>
              <a:ext uri="{FF2B5EF4-FFF2-40B4-BE49-F238E27FC236}">
                <a16:creationId xmlns:a16="http://schemas.microsoft.com/office/drawing/2014/main" id="{B424044E-DD50-57B7-3339-390C7FD6BAD1}"/>
              </a:ext>
            </a:extLst>
          </p:cNvPr>
          <p:cNvSpPr/>
          <p:nvPr/>
        </p:nvSpPr>
        <p:spPr>
          <a:xfrm>
            <a:off x="599615"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1"/>
                </a:solidFill>
              </a:rPr>
              <a:t>Lorem ipsum</a:t>
            </a:r>
            <a:endParaRPr lang="en-US" sz="1600" b="0" i="0" dirty="0">
              <a:solidFill>
                <a:schemeClr val="accent1"/>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sp>
        <p:nvSpPr>
          <p:cNvPr id="7" name="Rectangle 6">
            <a:extLst>
              <a:ext uri="{FF2B5EF4-FFF2-40B4-BE49-F238E27FC236}">
                <a16:creationId xmlns:a16="http://schemas.microsoft.com/office/drawing/2014/main" id="{C0304FD2-2B1C-95C3-D458-2454CA366A8C}"/>
              </a:ext>
            </a:extLst>
          </p:cNvPr>
          <p:cNvSpPr/>
          <p:nvPr/>
        </p:nvSpPr>
        <p:spPr>
          <a:xfrm>
            <a:off x="3054728" y="4261335"/>
            <a:ext cx="5865974" cy="14948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2"/>
                </a:solidFill>
              </a:rPr>
              <a:t>Lorem ipsum</a:t>
            </a:r>
            <a:endParaRPr lang="en-US" sz="1600" b="0" i="0" dirty="0">
              <a:solidFill>
                <a:schemeClr val="accent2"/>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cxnSp>
        <p:nvCxnSpPr>
          <p:cNvPr id="8" name="Straight Arrow Connector 13">
            <a:extLst>
              <a:ext uri="{FF2B5EF4-FFF2-40B4-BE49-F238E27FC236}">
                <a16:creationId xmlns:a16="http://schemas.microsoft.com/office/drawing/2014/main" id="{FDEC839B-52F5-7ACE-35DF-8D45FCE4B730}"/>
              </a:ext>
            </a:extLst>
          </p:cNvPr>
          <p:cNvCxnSpPr/>
          <p:nvPr/>
        </p:nvCxnSpPr>
        <p:spPr>
          <a:xfrm flipH="1">
            <a:off x="3933953" y="2140032"/>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15">
            <a:extLst>
              <a:ext uri="{FF2B5EF4-FFF2-40B4-BE49-F238E27FC236}">
                <a16:creationId xmlns:a16="http://schemas.microsoft.com/office/drawing/2014/main" id="{2C6C3268-8365-7363-6528-F13DAD04FDBF}"/>
              </a:ext>
            </a:extLst>
          </p:cNvPr>
          <p:cNvCxnSpPr>
            <a:cxnSpLocks/>
          </p:cNvCxnSpPr>
          <p:nvPr/>
        </p:nvCxnSpPr>
        <p:spPr>
          <a:xfrm rot="10800000" flipH="1">
            <a:off x="7824821" y="2137721"/>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16">
            <a:extLst>
              <a:ext uri="{FF2B5EF4-FFF2-40B4-BE49-F238E27FC236}">
                <a16:creationId xmlns:a16="http://schemas.microsoft.com/office/drawing/2014/main" id="{53109FE0-EACE-948D-7033-35EB771C1F62}"/>
              </a:ext>
            </a:extLst>
          </p:cNvPr>
          <p:cNvCxnSpPr>
            <a:cxnSpLocks/>
          </p:cNvCxnSpPr>
          <p:nvPr/>
        </p:nvCxnSpPr>
        <p:spPr>
          <a:xfrm rot="16200000" flipH="1">
            <a:off x="5758768" y="4140356"/>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2816461"/>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Venn diagram, Cost-Time-Quality</a:t>
            </a:r>
          </a:p>
        </p:txBody>
      </p:sp>
      <p:grpSp>
        <p:nvGrpSpPr>
          <p:cNvPr id="37" name="Group 36"/>
          <p:cNvGrpSpPr>
            <a:grpSpLocks noChangeAspect="1"/>
          </p:cNvGrpSpPr>
          <p:nvPr/>
        </p:nvGrpSpPr>
        <p:grpSpPr>
          <a:xfrm>
            <a:off x="5992547" y="1387468"/>
            <a:ext cx="5322570" cy="5013483"/>
            <a:chOff x="3665086" y="1615353"/>
            <a:chExt cx="4838700" cy="4557712"/>
          </a:xfrm>
        </p:grpSpPr>
        <p:sp>
          <p:nvSpPr>
            <p:cNvPr id="26" name="Oval 4"/>
            <p:cNvSpPr>
              <a:spLocks noChangeArrowheads="1"/>
            </p:cNvSpPr>
            <p:nvPr/>
          </p:nvSpPr>
          <p:spPr bwMode="auto">
            <a:xfrm>
              <a:off x="4647749" y="1615353"/>
              <a:ext cx="2873375" cy="2935287"/>
            </a:xfrm>
            <a:prstGeom prst="ellipse">
              <a:avLst/>
            </a:prstGeom>
            <a:solidFill>
              <a:schemeClr val="accent1"/>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COST</a:t>
              </a:r>
            </a:p>
          </p:txBody>
        </p:sp>
        <p:sp>
          <p:nvSpPr>
            <p:cNvPr id="27" name="Oval 5"/>
            <p:cNvSpPr>
              <a:spLocks noChangeArrowheads="1"/>
            </p:cNvSpPr>
            <p:nvPr/>
          </p:nvSpPr>
          <p:spPr bwMode="auto">
            <a:xfrm>
              <a:off x="3665086" y="3237778"/>
              <a:ext cx="2871788" cy="2935287"/>
            </a:xfrm>
            <a:prstGeom prst="ellipse">
              <a:avLst/>
            </a:prstGeom>
            <a:solidFill>
              <a:schemeClr val="accent3"/>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QUALITY</a:t>
              </a:r>
            </a:p>
          </p:txBody>
        </p:sp>
        <p:sp>
          <p:nvSpPr>
            <p:cNvPr id="28" name="Oval 6"/>
            <p:cNvSpPr>
              <a:spLocks noChangeArrowheads="1"/>
            </p:cNvSpPr>
            <p:nvPr/>
          </p:nvSpPr>
          <p:spPr bwMode="auto">
            <a:xfrm>
              <a:off x="5631999" y="3237778"/>
              <a:ext cx="2871787" cy="2935287"/>
            </a:xfrm>
            <a:prstGeom prst="ellipse">
              <a:avLst/>
            </a:prstGeom>
            <a:solidFill>
              <a:schemeClr val="accent2"/>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TIME</a:t>
              </a:r>
            </a:p>
          </p:txBody>
        </p:sp>
        <p:sp>
          <p:nvSpPr>
            <p:cNvPr id="29" name="Freeform 7"/>
            <p:cNvSpPr>
              <a:spLocks/>
            </p:cNvSpPr>
            <p:nvPr/>
          </p:nvSpPr>
          <p:spPr bwMode="auto">
            <a:xfrm>
              <a:off x="4666799" y="3234603"/>
              <a:ext cx="1855787" cy="1314450"/>
            </a:xfrm>
            <a:custGeom>
              <a:avLst/>
              <a:gdLst/>
              <a:ahLst/>
              <a:cxnLst>
                <a:cxn ang="0">
                  <a:pos x="1146" y="783"/>
                </a:cxn>
                <a:cxn ang="0">
                  <a:pos x="1079" y="801"/>
                </a:cxn>
                <a:cxn ang="0">
                  <a:pos x="1009" y="812"/>
                </a:cxn>
                <a:cxn ang="0">
                  <a:pos x="938" y="816"/>
                </a:cxn>
                <a:cxn ang="0">
                  <a:pos x="860" y="816"/>
                </a:cxn>
                <a:cxn ang="0">
                  <a:pos x="775" y="808"/>
                </a:cxn>
                <a:cxn ang="0">
                  <a:pos x="695" y="793"/>
                </a:cxn>
                <a:cxn ang="0">
                  <a:pos x="616" y="772"/>
                </a:cxn>
                <a:cxn ang="0">
                  <a:pos x="541" y="743"/>
                </a:cxn>
                <a:cxn ang="0">
                  <a:pos x="468" y="708"/>
                </a:cxn>
                <a:cxn ang="0">
                  <a:pos x="399" y="666"/>
                </a:cxn>
                <a:cxn ang="0">
                  <a:pos x="336" y="620"/>
                </a:cxn>
                <a:cxn ang="0">
                  <a:pos x="274" y="568"/>
                </a:cxn>
                <a:cxn ang="0">
                  <a:pos x="221" y="511"/>
                </a:cxn>
                <a:cxn ang="0">
                  <a:pos x="169" y="449"/>
                </a:cxn>
                <a:cxn ang="0">
                  <a:pos x="125" y="384"/>
                </a:cxn>
                <a:cxn ang="0">
                  <a:pos x="86" y="313"/>
                </a:cxn>
                <a:cxn ang="0">
                  <a:pos x="52" y="240"/>
                </a:cxn>
                <a:cxn ang="0">
                  <a:pos x="27" y="163"/>
                </a:cxn>
                <a:cxn ang="0">
                  <a:pos x="6" y="85"/>
                </a:cxn>
                <a:cxn ang="0">
                  <a:pos x="33" y="35"/>
                </a:cxn>
                <a:cxn ang="0">
                  <a:pos x="100" y="17"/>
                </a:cxn>
                <a:cxn ang="0">
                  <a:pos x="171" y="6"/>
                </a:cxn>
                <a:cxn ang="0">
                  <a:pos x="242" y="2"/>
                </a:cxn>
                <a:cxn ang="0">
                  <a:pos x="320" y="2"/>
                </a:cxn>
                <a:cxn ang="0">
                  <a:pos x="403" y="10"/>
                </a:cxn>
                <a:cxn ang="0">
                  <a:pos x="484" y="25"/>
                </a:cxn>
                <a:cxn ang="0">
                  <a:pos x="562" y="46"/>
                </a:cxn>
                <a:cxn ang="0">
                  <a:pos x="637" y="75"/>
                </a:cxn>
                <a:cxn ang="0">
                  <a:pos x="710" y="110"/>
                </a:cxn>
                <a:cxn ang="0">
                  <a:pos x="779" y="152"/>
                </a:cxn>
                <a:cxn ang="0">
                  <a:pos x="842" y="198"/>
                </a:cxn>
                <a:cxn ang="0">
                  <a:pos x="902" y="250"/>
                </a:cxn>
                <a:cxn ang="0">
                  <a:pos x="958" y="307"/>
                </a:cxn>
                <a:cxn ang="0">
                  <a:pos x="1008" y="369"/>
                </a:cxn>
                <a:cxn ang="0">
                  <a:pos x="1054" y="434"/>
                </a:cxn>
                <a:cxn ang="0">
                  <a:pos x="1092" y="505"/>
                </a:cxn>
                <a:cxn ang="0">
                  <a:pos x="1125" y="578"/>
                </a:cxn>
                <a:cxn ang="0">
                  <a:pos x="1151" y="655"/>
                </a:cxn>
                <a:cxn ang="0">
                  <a:pos x="1171" y="733"/>
                </a:cxn>
              </a:cxnLst>
              <a:rect l="0" t="0" r="r" b="b"/>
              <a:pathLst>
                <a:path w="1178" h="818">
                  <a:moveTo>
                    <a:pt x="1178" y="774"/>
                  </a:moveTo>
                  <a:lnTo>
                    <a:pt x="1146" y="783"/>
                  </a:lnTo>
                  <a:lnTo>
                    <a:pt x="1113" y="793"/>
                  </a:lnTo>
                  <a:lnTo>
                    <a:pt x="1079" y="801"/>
                  </a:lnTo>
                  <a:lnTo>
                    <a:pt x="1044" y="806"/>
                  </a:lnTo>
                  <a:lnTo>
                    <a:pt x="1009" y="812"/>
                  </a:lnTo>
                  <a:lnTo>
                    <a:pt x="973" y="814"/>
                  </a:lnTo>
                  <a:lnTo>
                    <a:pt x="938" y="816"/>
                  </a:lnTo>
                  <a:lnTo>
                    <a:pt x="902" y="818"/>
                  </a:lnTo>
                  <a:lnTo>
                    <a:pt x="860" y="816"/>
                  </a:lnTo>
                  <a:lnTo>
                    <a:pt x="818" y="814"/>
                  </a:lnTo>
                  <a:lnTo>
                    <a:pt x="775" y="808"/>
                  </a:lnTo>
                  <a:lnTo>
                    <a:pt x="735" y="802"/>
                  </a:lnTo>
                  <a:lnTo>
                    <a:pt x="695" y="793"/>
                  </a:lnTo>
                  <a:lnTo>
                    <a:pt x="654" y="783"/>
                  </a:lnTo>
                  <a:lnTo>
                    <a:pt x="616" y="772"/>
                  </a:lnTo>
                  <a:lnTo>
                    <a:pt x="578" y="758"/>
                  </a:lnTo>
                  <a:lnTo>
                    <a:pt x="541" y="743"/>
                  </a:lnTo>
                  <a:lnTo>
                    <a:pt x="505" y="726"/>
                  </a:lnTo>
                  <a:lnTo>
                    <a:pt x="468" y="708"/>
                  </a:lnTo>
                  <a:lnTo>
                    <a:pt x="434" y="687"/>
                  </a:lnTo>
                  <a:lnTo>
                    <a:pt x="399" y="666"/>
                  </a:lnTo>
                  <a:lnTo>
                    <a:pt x="366" y="643"/>
                  </a:lnTo>
                  <a:lnTo>
                    <a:pt x="336" y="620"/>
                  </a:lnTo>
                  <a:lnTo>
                    <a:pt x="305" y="595"/>
                  </a:lnTo>
                  <a:lnTo>
                    <a:pt x="274" y="568"/>
                  </a:lnTo>
                  <a:lnTo>
                    <a:pt x="247" y="540"/>
                  </a:lnTo>
                  <a:lnTo>
                    <a:pt x="221" y="511"/>
                  </a:lnTo>
                  <a:lnTo>
                    <a:pt x="194" y="480"/>
                  </a:lnTo>
                  <a:lnTo>
                    <a:pt x="169" y="449"/>
                  </a:lnTo>
                  <a:lnTo>
                    <a:pt x="146" y="417"/>
                  </a:lnTo>
                  <a:lnTo>
                    <a:pt x="125" y="384"/>
                  </a:lnTo>
                  <a:lnTo>
                    <a:pt x="104" y="350"/>
                  </a:lnTo>
                  <a:lnTo>
                    <a:pt x="86" y="313"/>
                  </a:lnTo>
                  <a:lnTo>
                    <a:pt x="69" y="278"/>
                  </a:lnTo>
                  <a:lnTo>
                    <a:pt x="52" y="240"/>
                  </a:lnTo>
                  <a:lnTo>
                    <a:pt x="38" y="204"/>
                  </a:lnTo>
                  <a:lnTo>
                    <a:pt x="27" y="163"/>
                  </a:lnTo>
                  <a:lnTo>
                    <a:pt x="15" y="125"/>
                  </a:lnTo>
                  <a:lnTo>
                    <a:pt x="6" y="85"/>
                  </a:lnTo>
                  <a:lnTo>
                    <a:pt x="0" y="44"/>
                  </a:lnTo>
                  <a:lnTo>
                    <a:pt x="33" y="35"/>
                  </a:lnTo>
                  <a:lnTo>
                    <a:pt x="65" y="25"/>
                  </a:lnTo>
                  <a:lnTo>
                    <a:pt x="100" y="17"/>
                  </a:lnTo>
                  <a:lnTo>
                    <a:pt x="134" y="12"/>
                  </a:lnTo>
                  <a:lnTo>
                    <a:pt x="171" y="6"/>
                  </a:lnTo>
                  <a:lnTo>
                    <a:pt x="205" y="4"/>
                  </a:lnTo>
                  <a:lnTo>
                    <a:pt x="242" y="2"/>
                  </a:lnTo>
                  <a:lnTo>
                    <a:pt x="278" y="0"/>
                  </a:lnTo>
                  <a:lnTo>
                    <a:pt x="320" y="2"/>
                  </a:lnTo>
                  <a:lnTo>
                    <a:pt x="363" y="4"/>
                  </a:lnTo>
                  <a:lnTo>
                    <a:pt x="403" y="10"/>
                  </a:lnTo>
                  <a:lnTo>
                    <a:pt x="443" y="16"/>
                  </a:lnTo>
                  <a:lnTo>
                    <a:pt x="484" y="25"/>
                  </a:lnTo>
                  <a:lnTo>
                    <a:pt x="524" y="35"/>
                  </a:lnTo>
                  <a:lnTo>
                    <a:pt x="562" y="46"/>
                  </a:lnTo>
                  <a:lnTo>
                    <a:pt x="601" y="60"/>
                  </a:lnTo>
                  <a:lnTo>
                    <a:pt x="637" y="75"/>
                  </a:lnTo>
                  <a:lnTo>
                    <a:pt x="674" y="92"/>
                  </a:lnTo>
                  <a:lnTo>
                    <a:pt x="710" y="110"/>
                  </a:lnTo>
                  <a:lnTo>
                    <a:pt x="745" y="131"/>
                  </a:lnTo>
                  <a:lnTo>
                    <a:pt x="779" y="152"/>
                  </a:lnTo>
                  <a:lnTo>
                    <a:pt x="812" y="175"/>
                  </a:lnTo>
                  <a:lnTo>
                    <a:pt x="842" y="198"/>
                  </a:lnTo>
                  <a:lnTo>
                    <a:pt x="873" y="223"/>
                  </a:lnTo>
                  <a:lnTo>
                    <a:pt x="902" y="250"/>
                  </a:lnTo>
                  <a:lnTo>
                    <a:pt x="931" y="278"/>
                  </a:lnTo>
                  <a:lnTo>
                    <a:pt x="958" y="307"/>
                  </a:lnTo>
                  <a:lnTo>
                    <a:pt x="984" y="338"/>
                  </a:lnTo>
                  <a:lnTo>
                    <a:pt x="1008" y="369"/>
                  </a:lnTo>
                  <a:lnTo>
                    <a:pt x="1032" y="401"/>
                  </a:lnTo>
                  <a:lnTo>
                    <a:pt x="1054" y="434"/>
                  </a:lnTo>
                  <a:lnTo>
                    <a:pt x="1073" y="468"/>
                  </a:lnTo>
                  <a:lnTo>
                    <a:pt x="1092" y="505"/>
                  </a:lnTo>
                  <a:lnTo>
                    <a:pt x="1109" y="540"/>
                  </a:lnTo>
                  <a:lnTo>
                    <a:pt x="1125" y="578"/>
                  </a:lnTo>
                  <a:lnTo>
                    <a:pt x="1140" y="616"/>
                  </a:lnTo>
                  <a:lnTo>
                    <a:pt x="1151" y="655"/>
                  </a:lnTo>
                  <a:lnTo>
                    <a:pt x="1163" y="693"/>
                  </a:lnTo>
                  <a:lnTo>
                    <a:pt x="1171" y="733"/>
                  </a:lnTo>
                  <a:lnTo>
                    <a:pt x="1178" y="774"/>
                  </a:lnTo>
                  <a:close/>
                </a:path>
              </a:pathLst>
            </a:custGeom>
            <a:solidFill>
              <a:schemeClr val="accent4"/>
            </a:solidFill>
            <a:ln w="6350" cmpd="sng">
              <a:solidFill>
                <a:schemeClr val="bg1"/>
              </a:solidFill>
              <a:round/>
              <a:headEnd/>
              <a:tailEnd/>
            </a:ln>
          </p:spPr>
          <p:txBody>
            <a:bodyPr lIns="45720" rIns="6120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Slow</a:t>
              </a:r>
            </a:p>
          </p:txBody>
        </p:sp>
        <p:sp>
          <p:nvSpPr>
            <p:cNvPr id="30" name="Freeform 8"/>
            <p:cNvSpPr>
              <a:spLocks/>
            </p:cNvSpPr>
            <p:nvPr/>
          </p:nvSpPr>
          <p:spPr bwMode="auto">
            <a:xfrm>
              <a:off x="5643111" y="3225078"/>
              <a:ext cx="1873250" cy="1331912"/>
            </a:xfrm>
            <a:custGeom>
              <a:avLst/>
              <a:gdLst/>
              <a:ahLst/>
              <a:cxnLst>
                <a:cxn ang="0">
                  <a:pos x="7" y="733"/>
                </a:cxn>
                <a:cxn ang="0">
                  <a:pos x="27" y="655"/>
                </a:cxn>
                <a:cxn ang="0">
                  <a:pos x="53" y="578"/>
                </a:cxn>
                <a:cxn ang="0">
                  <a:pos x="86" y="505"/>
                </a:cxn>
                <a:cxn ang="0">
                  <a:pos x="124" y="434"/>
                </a:cxn>
                <a:cxn ang="0">
                  <a:pos x="170" y="369"/>
                </a:cxn>
                <a:cxn ang="0">
                  <a:pos x="220" y="307"/>
                </a:cxn>
                <a:cxn ang="0">
                  <a:pos x="276" y="250"/>
                </a:cxn>
                <a:cxn ang="0">
                  <a:pos x="336" y="198"/>
                </a:cxn>
                <a:cxn ang="0">
                  <a:pos x="399" y="152"/>
                </a:cxn>
                <a:cxn ang="0">
                  <a:pos x="468" y="110"/>
                </a:cxn>
                <a:cxn ang="0">
                  <a:pos x="541" y="75"/>
                </a:cxn>
                <a:cxn ang="0">
                  <a:pos x="616" y="46"/>
                </a:cxn>
                <a:cxn ang="0">
                  <a:pos x="694" y="25"/>
                </a:cxn>
                <a:cxn ang="0">
                  <a:pos x="775" y="10"/>
                </a:cxn>
                <a:cxn ang="0">
                  <a:pos x="860" y="2"/>
                </a:cxn>
                <a:cxn ang="0">
                  <a:pos x="938" y="2"/>
                </a:cxn>
                <a:cxn ang="0">
                  <a:pos x="1009" y="6"/>
                </a:cxn>
                <a:cxn ang="0">
                  <a:pos x="1078" y="17"/>
                </a:cxn>
                <a:cxn ang="0">
                  <a:pos x="1145" y="35"/>
                </a:cxn>
                <a:cxn ang="0">
                  <a:pos x="1172" y="85"/>
                </a:cxn>
                <a:cxn ang="0">
                  <a:pos x="1151" y="163"/>
                </a:cxn>
                <a:cxn ang="0">
                  <a:pos x="1126" y="240"/>
                </a:cxn>
                <a:cxn ang="0">
                  <a:pos x="1092" y="313"/>
                </a:cxn>
                <a:cxn ang="0">
                  <a:pos x="1053" y="384"/>
                </a:cxn>
                <a:cxn ang="0">
                  <a:pos x="1009" y="449"/>
                </a:cxn>
                <a:cxn ang="0">
                  <a:pos x="959" y="511"/>
                </a:cxn>
                <a:cxn ang="0">
                  <a:pos x="904" y="568"/>
                </a:cxn>
                <a:cxn ang="0">
                  <a:pos x="842" y="620"/>
                </a:cxn>
                <a:cxn ang="0">
                  <a:pos x="779" y="666"/>
                </a:cxn>
                <a:cxn ang="0">
                  <a:pos x="710" y="708"/>
                </a:cxn>
                <a:cxn ang="0">
                  <a:pos x="639" y="743"/>
                </a:cxn>
                <a:cxn ang="0">
                  <a:pos x="562" y="772"/>
                </a:cxn>
                <a:cxn ang="0">
                  <a:pos x="485" y="793"/>
                </a:cxn>
                <a:cxn ang="0">
                  <a:pos x="403" y="808"/>
                </a:cxn>
                <a:cxn ang="0">
                  <a:pos x="320" y="816"/>
                </a:cxn>
                <a:cxn ang="0">
                  <a:pos x="241" y="816"/>
                </a:cxn>
                <a:cxn ang="0">
                  <a:pos x="170" y="812"/>
                </a:cxn>
                <a:cxn ang="0">
                  <a:pos x="99" y="801"/>
                </a:cxn>
                <a:cxn ang="0">
                  <a:pos x="32" y="783"/>
                </a:cxn>
              </a:cxnLst>
              <a:rect l="0" t="0" r="r" b="b"/>
              <a:pathLst>
                <a:path w="1178" h="818">
                  <a:moveTo>
                    <a:pt x="0" y="774"/>
                  </a:moveTo>
                  <a:lnTo>
                    <a:pt x="7" y="733"/>
                  </a:lnTo>
                  <a:lnTo>
                    <a:pt x="15" y="693"/>
                  </a:lnTo>
                  <a:lnTo>
                    <a:pt x="27" y="655"/>
                  </a:lnTo>
                  <a:lnTo>
                    <a:pt x="38" y="614"/>
                  </a:lnTo>
                  <a:lnTo>
                    <a:pt x="53" y="578"/>
                  </a:lnTo>
                  <a:lnTo>
                    <a:pt x="69" y="540"/>
                  </a:lnTo>
                  <a:lnTo>
                    <a:pt x="86" y="505"/>
                  </a:lnTo>
                  <a:lnTo>
                    <a:pt x="105" y="468"/>
                  </a:lnTo>
                  <a:lnTo>
                    <a:pt x="124" y="434"/>
                  </a:lnTo>
                  <a:lnTo>
                    <a:pt x="147" y="401"/>
                  </a:lnTo>
                  <a:lnTo>
                    <a:pt x="170" y="369"/>
                  </a:lnTo>
                  <a:lnTo>
                    <a:pt x="194" y="338"/>
                  </a:lnTo>
                  <a:lnTo>
                    <a:pt x="220" y="307"/>
                  </a:lnTo>
                  <a:lnTo>
                    <a:pt x="247" y="278"/>
                  </a:lnTo>
                  <a:lnTo>
                    <a:pt x="276" y="250"/>
                  </a:lnTo>
                  <a:lnTo>
                    <a:pt x="305" y="223"/>
                  </a:lnTo>
                  <a:lnTo>
                    <a:pt x="336" y="198"/>
                  </a:lnTo>
                  <a:lnTo>
                    <a:pt x="366" y="175"/>
                  </a:lnTo>
                  <a:lnTo>
                    <a:pt x="399" y="152"/>
                  </a:lnTo>
                  <a:lnTo>
                    <a:pt x="433" y="131"/>
                  </a:lnTo>
                  <a:lnTo>
                    <a:pt x="468" y="110"/>
                  </a:lnTo>
                  <a:lnTo>
                    <a:pt x="504" y="92"/>
                  </a:lnTo>
                  <a:lnTo>
                    <a:pt x="541" y="75"/>
                  </a:lnTo>
                  <a:lnTo>
                    <a:pt x="577" y="60"/>
                  </a:lnTo>
                  <a:lnTo>
                    <a:pt x="616" y="46"/>
                  </a:lnTo>
                  <a:lnTo>
                    <a:pt x="654" y="35"/>
                  </a:lnTo>
                  <a:lnTo>
                    <a:pt x="694" y="25"/>
                  </a:lnTo>
                  <a:lnTo>
                    <a:pt x="735" y="16"/>
                  </a:lnTo>
                  <a:lnTo>
                    <a:pt x="775" y="10"/>
                  </a:lnTo>
                  <a:lnTo>
                    <a:pt x="817" y="4"/>
                  </a:lnTo>
                  <a:lnTo>
                    <a:pt x="860" y="2"/>
                  </a:lnTo>
                  <a:lnTo>
                    <a:pt x="902" y="0"/>
                  </a:lnTo>
                  <a:lnTo>
                    <a:pt x="938" y="2"/>
                  </a:lnTo>
                  <a:lnTo>
                    <a:pt x="973" y="4"/>
                  </a:lnTo>
                  <a:lnTo>
                    <a:pt x="1009" y="6"/>
                  </a:lnTo>
                  <a:lnTo>
                    <a:pt x="1044" y="12"/>
                  </a:lnTo>
                  <a:lnTo>
                    <a:pt x="1078" y="17"/>
                  </a:lnTo>
                  <a:lnTo>
                    <a:pt x="1113" y="25"/>
                  </a:lnTo>
                  <a:lnTo>
                    <a:pt x="1145" y="35"/>
                  </a:lnTo>
                  <a:lnTo>
                    <a:pt x="1178" y="44"/>
                  </a:lnTo>
                  <a:lnTo>
                    <a:pt x="1172" y="85"/>
                  </a:lnTo>
                  <a:lnTo>
                    <a:pt x="1163" y="125"/>
                  </a:lnTo>
                  <a:lnTo>
                    <a:pt x="1151" y="163"/>
                  </a:lnTo>
                  <a:lnTo>
                    <a:pt x="1140" y="202"/>
                  </a:lnTo>
                  <a:lnTo>
                    <a:pt x="1126" y="240"/>
                  </a:lnTo>
                  <a:lnTo>
                    <a:pt x="1109" y="277"/>
                  </a:lnTo>
                  <a:lnTo>
                    <a:pt x="1092" y="313"/>
                  </a:lnTo>
                  <a:lnTo>
                    <a:pt x="1074" y="350"/>
                  </a:lnTo>
                  <a:lnTo>
                    <a:pt x="1053" y="384"/>
                  </a:lnTo>
                  <a:lnTo>
                    <a:pt x="1032" y="417"/>
                  </a:lnTo>
                  <a:lnTo>
                    <a:pt x="1009" y="449"/>
                  </a:lnTo>
                  <a:lnTo>
                    <a:pt x="984" y="480"/>
                  </a:lnTo>
                  <a:lnTo>
                    <a:pt x="959" y="511"/>
                  </a:lnTo>
                  <a:lnTo>
                    <a:pt x="931" y="540"/>
                  </a:lnTo>
                  <a:lnTo>
                    <a:pt x="904" y="568"/>
                  </a:lnTo>
                  <a:lnTo>
                    <a:pt x="873" y="595"/>
                  </a:lnTo>
                  <a:lnTo>
                    <a:pt x="842" y="620"/>
                  </a:lnTo>
                  <a:lnTo>
                    <a:pt x="812" y="643"/>
                  </a:lnTo>
                  <a:lnTo>
                    <a:pt x="779" y="666"/>
                  </a:lnTo>
                  <a:lnTo>
                    <a:pt x="744" y="687"/>
                  </a:lnTo>
                  <a:lnTo>
                    <a:pt x="710" y="708"/>
                  </a:lnTo>
                  <a:lnTo>
                    <a:pt x="675" y="726"/>
                  </a:lnTo>
                  <a:lnTo>
                    <a:pt x="639" y="743"/>
                  </a:lnTo>
                  <a:lnTo>
                    <a:pt x="600" y="758"/>
                  </a:lnTo>
                  <a:lnTo>
                    <a:pt x="562" y="772"/>
                  </a:lnTo>
                  <a:lnTo>
                    <a:pt x="524" y="783"/>
                  </a:lnTo>
                  <a:lnTo>
                    <a:pt x="485" y="793"/>
                  </a:lnTo>
                  <a:lnTo>
                    <a:pt x="445" y="802"/>
                  </a:lnTo>
                  <a:lnTo>
                    <a:pt x="403" y="808"/>
                  </a:lnTo>
                  <a:lnTo>
                    <a:pt x="362" y="814"/>
                  </a:lnTo>
                  <a:lnTo>
                    <a:pt x="320" y="816"/>
                  </a:lnTo>
                  <a:lnTo>
                    <a:pt x="278" y="818"/>
                  </a:lnTo>
                  <a:lnTo>
                    <a:pt x="241" y="816"/>
                  </a:lnTo>
                  <a:lnTo>
                    <a:pt x="205" y="814"/>
                  </a:lnTo>
                  <a:lnTo>
                    <a:pt x="170" y="812"/>
                  </a:lnTo>
                  <a:lnTo>
                    <a:pt x="134" y="806"/>
                  </a:lnTo>
                  <a:lnTo>
                    <a:pt x="99" y="801"/>
                  </a:lnTo>
                  <a:lnTo>
                    <a:pt x="67" y="793"/>
                  </a:lnTo>
                  <a:lnTo>
                    <a:pt x="32" y="783"/>
                  </a:lnTo>
                  <a:lnTo>
                    <a:pt x="0" y="774"/>
                  </a:lnTo>
                  <a:close/>
                </a:path>
              </a:pathLst>
            </a:custGeom>
            <a:solidFill>
              <a:schemeClr val="accent4"/>
            </a:solidFill>
            <a:ln w="6350" cap="flat" cmpd="sng">
              <a:solidFill>
                <a:schemeClr val="bg1"/>
              </a:solidFill>
              <a:prstDash val="solid"/>
              <a:round/>
              <a:headEnd type="none" w="med" len="med"/>
              <a:tailEnd type="none" w="med" len="med"/>
            </a:ln>
            <a:effectLst/>
          </p:spPr>
          <p:txBody>
            <a:bodyPr lIns="612000" rIns="45720" anchor="ctr" anchorCtr="1">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Junk</a:t>
              </a:r>
            </a:p>
          </p:txBody>
        </p:sp>
        <p:sp>
          <p:nvSpPr>
            <p:cNvPr id="31" name="Freeform 9"/>
            <p:cNvSpPr>
              <a:spLocks/>
            </p:cNvSpPr>
            <p:nvPr/>
          </p:nvSpPr>
          <p:spPr bwMode="auto">
            <a:xfrm>
              <a:off x="5625649" y="3642590"/>
              <a:ext cx="917575" cy="2141538"/>
            </a:xfrm>
            <a:custGeom>
              <a:avLst/>
              <a:gdLst/>
              <a:ahLst/>
              <a:cxnLst>
                <a:cxn ang="0">
                  <a:pos x="576" y="714"/>
                </a:cxn>
                <a:cxn ang="0">
                  <a:pos x="566" y="810"/>
                </a:cxn>
                <a:cxn ang="0">
                  <a:pos x="547" y="902"/>
                </a:cxn>
                <a:cxn ang="0">
                  <a:pos x="518" y="990"/>
                </a:cxn>
                <a:cxn ang="0">
                  <a:pos x="480" y="1075"/>
                </a:cxn>
                <a:cxn ang="0">
                  <a:pos x="434" y="1155"/>
                </a:cxn>
                <a:cxn ang="0">
                  <a:pos x="382" y="1228"/>
                </a:cxn>
                <a:cxn ang="0">
                  <a:pos x="321" y="1297"/>
                </a:cxn>
                <a:cxn ang="0">
                  <a:pos x="257" y="1297"/>
                </a:cxn>
                <a:cxn ang="0">
                  <a:pos x="196" y="1228"/>
                </a:cxn>
                <a:cxn ang="0">
                  <a:pos x="144" y="1155"/>
                </a:cxn>
                <a:cxn ang="0">
                  <a:pos x="98" y="1075"/>
                </a:cxn>
                <a:cxn ang="0">
                  <a:pos x="60" y="990"/>
                </a:cxn>
                <a:cxn ang="0">
                  <a:pos x="31" y="902"/>
                </a:cxn>
                <a:cxn ang="0">
                  <a:pos x="12" y="810"/>
                </a:cxn>
                <a:cxn ang="0">
                  <a:pos x="2" y="714"/>
                </a:cxn>
                <a:cxn ang="0">
                  <a:pos x="2" y="616"/>
                </a:cxn>
                <a:cxn ang="0">
                  <a:pos x="12" y="522"/>
                </a:cxn>
                <a:cxn ang="0">
                  <a:pos x="31" y="430"/>
                </a:cxn>
                <a:cxn ang="0">
                  <a:pos x="60" y="339"/>
                </a:cxn>
                <a:cxn ang="0">
                  <a:pos x="98" y="255"/>
                </a:cxn>
                <a:cxn ang="0">
                  <a:pos x="144" y="176"/>
                </a:cxn>
                <a:cxn ang="0">
                  <a:pos x="196" y="102"/>
                </a:cxn>
                <a:cxn ang="0">
                  <a:pos x="257" y="32"/>
                </a:cxn>
                <a:cxn ang="0">
                  <a:pos x="321" y="32"/>
                </a:cxn>
                <a:cxn ang="0">
                  <a:pos x="382" y="102"/>
                </a:cxn>
                <a:cxn ang="0">
                  <a:pos x="434" y="176"/>
                </a:cxn>
                <a:cxn ang="0">
                  <a:pos x="480" y="255"/>
                </a:cxn>
                <a:cxn ang="0">
                  <a:pos x="518" y="339"/>
                </a:cxn>
                <a:cxn ang="0">
                  <a:pos x="547" y="430"/>
                </a:cxn>
                <a:cxn ang="0">
                  <a:pos x="566" y="522"/>
                </a:cxn>
                <a:cxn ang="0">
                  <a:pos x="576" y="616"/>
                </a:cxn>
              </a:cxnLst>
              <a:rect l="0" t="0" r="r" b="b"/>
              <a:pathLst>
                <a:path w="578" h="1330">
                  <a:moveTo>
                    <a:pt x="578" y="666"/>
                  </a:moveTo>
                  <a:lnTo>
                    <a:pt x="576" y="714"/>
                  </a:lnTo>
                  <a:lnTo>
                    <a:pt x="572" y="762"/>
                  </a:lnTo>
                  <a:lnTo>
                    <a:pt x="566" y="810"/>
                  </a:lnTo>
                  <a:lnTo>
                    <a:pt x="557" y="856"/>
                  </a:lnTo>
                  <a:lnTo>
                    <a:pt x="547" y="902"/>
                  </a:lnTo>
                  <a:lnTo>
                    <a:pt x="534" y="946"/>
                  </a:lnTo>
                  <a:lnTo>
                    <a:pt x="518" y="990"/>
                  </a:lnTo>
                  <a:lnTo>
                    <a:pt x="499" y="1032"/>
                  </a:lnTo>
                  <a:lnTo>
                    <a:pt x="480" y="1075"/>
                  </a:lnTo>
                  <a:lnTo>
                    <a:pt x="459" y="1115"/>
                  </a:lnTo>
                  <a:lnTo>
                    <a:pt x="434" y="1155"/>
                  </a:lnTo>
                  <a:lnTo>
                    <a:pt x="409" y="1192"/>
                  </a:lnTo>
                  <a:lnTo>
                    <a:pt x="382" y="1228"/>
                  </a:lnTo>
                  <a:lnTo>
                    <a:pt x="353" y="1265"/>
                  </a:lnTo>
                  <a:lnTo>
                    <a:pt x="321" y="1297"/>
                  </a:lnTo>
                  <a:lnTo>
                    <a:pt x="290" y="1330"/>
                  </a:lnTo>
                  <a:lnTo>
                    <a:pt x="257" y="1297"/>
                  </a:lnTo>
                  <a:lnTo>
                    <a:pt x="227" y="1265"/>
                  </a:lnTo>
                  <a:lnTo>
                    <a:pt x="196" y="1228"/>
                  </a:lnTo>
                  <a:lnTo>
                    <a:pt x="169" y="1192"/>
                  </a:lnTo>
                  <a:lnTo>
                    <a:pt x="144" y="1155"/>
                  </a:lnTo>
                  <a:lnTo>
                    <a:pt x="119" y="1115"/>
                  </a:lnTo>
                  <a:lnTo>
                    <a:pt x="98" y="1075"/>
                  </a:lnTo>
                  <a:lnTo>
                    <a:pt x="79" y="1032"/>
                  </a:lnTo>
                  <a:lnTo>
                    <a:pt x="60" y="990"/>
                  </a:lnTo>
                  <a:lnTo>
                    <a:pt x="44" y="946"/>
                  </a:lnTo>
                  <a:lnTo>
                    <a:pt x="31" y="902"/>
                  </a:lnTo>
                  <a:lnTo>
                    <a:pt x="21" y="856"/>
                  </a:lnTo>
                  <a:lnTo>
                    <a:pt x="12" y="810"/>
                  </a:lnTo>
                  <a:lnTo>
                    <a:pt x="6" y="762"/>
                  </a:lnTo>
                  <a:lnTo>
                    <a:pt x="2" y="714"/>
                  </a:lnTo>
                  <a:lnTo>
                    <a:pt x="0" y="666"/>
                  </a:lnTo>
                  <a:lnTo>
                    <a:pt x="2" y="616"/>
                  </a:lnTo>
                  <a:lnTo>
                    <a:pt x="6" y="568"/>
                  </a:lnTo>
                  <a:lnTo>
                    <a:pt x="12" y="522"/>
                  </a:lnTo>
                  <a:lnTo>
                    <a:pt x="21" y="474"/>
                  </a:lnTo>
                  <a:lnTo>
                    <a:pt x="31" y="430"/>
                  </a:lnTo>
                  <a:lnTo>
                    <a:pt x="44" y="384"/>
                  </a:lnTo>
                  <a:lnTo>
                    <a:pt x="60" y="339"/>
                  </a:lnTo>
                  <a:lnTo>
                    <a:pt x="79" y="297"/>
                  </a:lnTo>
                  <a:lnTo>
                    <a:pt x="98" y="255"/>
                  </a:lnTo>
                  <a:lnTo>
                    <a:pt x="119" y="215"/>
                  </a:lnTo>
                  <a:lnTo>
                    <a:pt x="144" y="176"/>
                  </a:lnTo>
                  <a:lnTo>
                    <a:pt x="169" y="138"/>
                  </a:lnTo>
                  <a:lnTo>
                    <a:pt x="196" y="102"/>
                  </a:lnTo>
                  <a:lnTo>
                    <a:pt x="227" y="67"/>
                  </a:lnTo>
                  <a:lnTo>
                    <a:pt x="257" y="32"/>
                  </a:lnTo>
                  <a:lnTo>
                    <a:pt x="290" y="0"/>
                  </a:lnTo>
                  <a:lnTo>
                    <a:pt x="321" y="32"/>
                  </a:lnTo>
                  <a:lnTo>
                    <a:pt x="353" y="67"/>
                  </a:lnTo>
                  <a:lnTo>
                    <a:pt x="382" y="102"/>
                  </a:lnTo>
                  <a:lnTo>
                    <a:pt x="409" y="138"/>
                  </a:lnTo>
                  <a:lnTo>
                    <a:pt x="434" y="176"/>
                  </a:lnTo>
                  <a:lnTo>
                    <a:pt x="459" y="215"/>
                  </a:lnTo>
                  <a:lnTo>
                    <a:pt x="480" y="255"/>
                  </a:lnTo>
                  <a:lnTo>
                    <a:pt x="499" y="297"/>
                  </a:lnTo>
                  <a:lnTo>
                    <a:pt x="518" y="339"/>
                  </a:lnTo>
                  <a:lnTo>
                    <a:pt x="534" y="384"/>
                  </a:lnTo>
                  <a:lnTo>
                    <a:pt x="547" y="430"/>
                  </a:lnTo>
                  <a:lnTo>
                    <a:pt x="557" y="474"/>
                  </a:lnTo>
                  <a:lnTo>
                    <a:pt x="566" y="522"/>
                  </a:lnTo>
                  <a:lnTo>
                    <a:pt x="572" y="568"/>
                  </a:lnTo>
                  <a:lnTo>
                    <a:pt x="576" y="616"/>
                  </a:lnTo>
                  <a:lnTo>
                    <a:pt x="578" y="666"/>
                  </a:lnTo>
                  <a:close/>
                </a:path>
              </a:pathLst>
            </a:custGeom>
            <a:solidFill>
              <a:schemeClr val="accent4"/>
            </a:solidFill>
            <a:ln w="6350" cmpd="sng">
              <a:solidFill>
                <a:schemeClr val="bg1"/>
              </a:solidFill>
              <a:round/>
              <a:headEnd/>
              <a:tailEnd/>
            </a:ln>
          </p:spPr>
          <p:txBody>
            <a:bodyPr lIns="46800" tIns="612000" rIns="46800" bIns="468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Expensive</a:t>
              </a:r>
            </a:p>
          </p:txBody>
        </p:sp>
        <p:sp>
          <p:nvSpPr>
            <p:cNvPr id="32" name="Freeform 10"/>
            <p:cNvSpPr>
              <a:spLocks/>
            </p:cNvSpPr>
            <p:nvPr/>
          </p:nvSpPr>
          <p:spPr bwMode="auto">
            <a:xfrm>
              <a:off x="5649461" y="3636240"/>
              <a:ext cx="869950" cy="919163"/>
            </a:xfrm>
            <a:custGeom>
              <a:avLst/>
              <a:gdLst/>
              <a:ahLst/>
              <a:cxnLst>
                <a:cxn ang="0">
                  <a:pos x="48" y="339"/>
                </a:cxn>
                <a:cxn ang="0">
                  <a:pos x="155" y="142"/>
                </a:cxn>
                <a:cxn ang="0">
                  <a:pos x="293" y="15"/>
                </a:cxn>
                <a:cxn ang="0">
                  <a:pos x="378" y="111"/>
                </a:cxn>
                <a:cxn ang="0">
                  <a:pos x="391" y="128"/>
                </a:cxn>
                <a:cxn ang="0">
                  <a:pos x="395" y="136"/>
                </a:cxn>
                <a:cxn ang="0">
                  <a:pos x="403" y="148"/>
                </a:cxn>
                <a:cxn ang="0">
                  <a:pos x="403" y="148"/>
                </a:cxn>
                <a:cxn ang="0">
                  <a:pos x="416" y="165"/>
                </a:cxn>
                <a:cxn ang="0">
                  <a:pos x="422" y="176"/>
                </a:cxn>
                <a:cxn ang="0">
                  <a:pos x="426" y="180"/>
                </a:cxn>
                <a:cxn ang="0">
                  <a:pos x="432" y="192"/>
                </a:cxn>
                <a:cxn ang="0">
                  <a:pos x="435" y="196"/>
                </a:cxn>
                <a:cxn ang="0">
                  <a:pos x="439" y="203"/>
                </a:cxn>
                <a:cxn ang="0">
                  <a:pos x="445" y="213"/>
                </a:cxn>
                <a:cxn ang="0">
                  <a:pos x="447" y="215"/>
                </a:cxn>
                <a:cxn ang="0">
                  <a:pos x="451" y="222"/>
                </a:cxn>
                <a:cxn ang="0">
                  <a:pos x="453" y="226"/>
                </a:cxn>
                <a:cxn ang="0">
                  <a:pos x="456" y="232"/>
                </a:cxn>
                <a:cxn ang="0">
                  <a:pos x="460" y="242"/>
                </a:cxn>
                <a:cxn ang="0">
                  <a:pos x="464" y="247"/>
                </a:cxn>
                <a:cxn ang="0">
                  <a:pos x="468" y="255"/>
                </a:cxn>
                <a:cxn ang="0">
                  <a:pos x="472" y="263"/>
                </a:cxn>
                <a:cxn ang="0">
                  <a:pos x="474" y="268"/>
                </a:cxn>
                <a:cxn ang="0">
                  <a:pos x="478" y="274"/>
                </a:cxn>
                <a:cxn ang="0">
                  <a:pos x="481" y="282"/>
                </a:cxn>
                <a:cxn ang="0">
                  <a:pos x="483" y="290"/>
                </a:cxn>
                <a:cxn ang="0">
                  <a:pos x="487" y="295"/>
                </a:cxn>
                <a:cxn ang="0">
                  <a:pos x="491" y="303"/>
                </a:cxn>
                <a:cxn ang="0">
                  <a:pos x="493" y="311"/>
                </a:cxn>
                <a:cxn ang="0">
                  <a:pos x="497" y="316"/>
                </a:cxn>
                <a:cxn ang="0">
                  <a:pos x="499" y="324"/>
                </a:cxn>
                <a:cxn ang="0">
                  <a:pos x="503" y="330"/>
                </a:cxn>
                <a:cxn ang="0">
                  <a:pos x="504" y="338"/>
                </a:cxn>
                <a:cxn ang="0">
                  <a:pos x="508" y="345"/>
                </a:cxn>
                <a:cxn ang="0">
                  <a:pos x="508" y="349"/>
                </a:cxn>
                <a:cxn ang="0">
                  <a:pos x="512" y="359"/>
                </a:cxn>
                <a:cxn ang="0">
                  <a:pos x="516" y="366"/>
                </a:cxn>
                <a:cxn ang="0">
                  <a:pos x="518" y="372"/>
                </a:cxn>
                <a:cxn ang="0">
                  <a:pos x="520" y="384"/>
                </a:cxn>
                <a:cxn ang="0">
                  <a:pos x="522" y="387"/>
                </a:cxn>
                <a:cxn ang="0">
                  <a:pos x="524" y="395"/>
                </a:cxn>
                <a:cxn ang="0">
                  <a:pos x="527" y="405"/>
                </a:cxn>
                <a:cxn ang="0">
                  <a:pos x="527" y="407"/>
                </a:cxn>
                <a:cxn ang="0">
                  <a:pos x="531" y="416"/>
                </a:cxn>
                <a:cxn ang="0">
                  <a:pos x="533" y="424"/>
                </a:cxn>
                <a:cxn ang="0">
                  <a:pos x="535" y="430"/>
                </a:cxn>
                <a:cxn ang="0">
                  <a:pos x="537" y="441"/>
                </a:cxn>
                <a:cxn ang="0">
                  <a:pos x="539" y="445"/>
                </a:cxn>
                <a:cxn ang="0">
                  <a:pos x="541" y="455"/>
                </a:cxn>
                <a:cxn ang="0">
                  <a:pos x="543" y="464"/>
                </a:cxn>
                <a:cxn ang="0">
                  <a:pos x="543" y="468"/>
                </a:cxn>
                <a:cxn ang="0">
                  <a:pos x="547" y="478"/>
                </a:cxn>
                <a:cxn ang="0">
                  <a:pos x="547" y="485"/>
                </a:cxn>
                <a:cxn ang="0">
                  <a:pos x="549" y="487"/>
                </a:cxn>
                <a:cxn ang="0">
                  <a:pos x="551" y="501"/>
                </a:cxn>
                <a:cxn ang="0">
                  <a:pos x="551" y="506"/>
                </a:cxn>
                <a:cxn ang="0">
                  <a:pos x="552" y="514"/>
                </a:cxn>
                <a:cxn ang="0">
                  <a:pos x="554" y="526"/>
                </a:cxn>
                <a:cxn ang="0">
                  <a:pos x="554" y="526"/>
                </a:cxn>
                <a:cxn ang="0">
                  <a:pos x="385" y="564"/>
                </a:cxn>
                <a:cxn ang="0">
                  <a:pos x="170" y="564"/>
                </a:cxn>
              </a:cxnLst>
              <a:rect l="0" t="0" r="r" b="b"/>
              <a:pathLst>
                <a:path w="554" h="570">
                  <a:moveTo>
                    <a:pt x="0" y="526"/>
                  </a:moveTo>
                  <a:lnTo>
                    <a:pt x="5" y="487"/>
                  </a:lnTo>
                  <a:lnTo>
                    <a:pt x="15" y="451"/>
                  </a:lnTo>
                  <a:lnTo>
                    <a:pt x="25" y="412"/>
                  </a:lnTo>
                  <a:lnTo>
                    <a:pt x="36" y="376"/>
                  </a:lnTo>
                  <a:lnTo>
                    <a:pt x="48" y="339"/>
                  </a:lnTo>
                  <a:lnTo>
                    <a:pt x="63" y="305"/>
                  </a:lnTo>
                  <a:lnTo>
                    <a:pt x="78" y="270"/>
                  </a:lnTo>
                  <a:lnTo>
                    <a:pt x="96" y="238"/>
                  </a:lnTo>
                  <a:lnTo>
                    <a:pt x="115" y="205"/>
                  </a:lnTo>
                  <a:lnTo>
                    <a:pt x="134" y="173"/>
                  </a:lnTo>
                  <a:lnTo>
                    <a:pt x="155" y="142"/>
                  </a:lnTo>
                  <a:lnTo>
                    <a:pt x="176" y="111"/>
                  </a:lnTo>
                  <a:lnTo>
                    <a:pt x="199" y="82"/>
                  </a:lnTo>
                  <a:lnTo>
                    <a:pt x="224" y="54"/>
                  </a:lnTo>
                  <a:lnTo>
                    <a:pt x="251" y="27"/>
                  </a:lnTo>
                  <a:lnTo>
                    <a:pt x="278" y="0"/>
                  </a:lnTo>
                  <a:lnTo>
                    <a:pt x="293" y="15"/>
                  </a:lnTo>
                  <a:lnTo>
                    <a:pt x="307" y="30"/>
                  </a:lnTo>
                  <a:lnTo>
                    <a:pt x="322" y="46"/>
                  </a:lnTo>
                  <a:lnTo>
                    <a:pt x="336" y="61"/>
                  </a:lnTo>
                  <a:lnTo>
                    <a:pt x="351" y="78"/>
                  </a:lnTo>
                  <a:lnTo>
                    <a:pt x="364" y="94"/>
                  </a:lnTo>
                  <a:lnTo>
                    <a:pt x="378" y="111"/>
                  </a:lnTo>
                  <a:lnTo>
                    <a:pt x="389" y="128"/>
                  </a:lnTo>
                  <a:lnTo>
                    <a:pt x="389" y="128"/>
                  </a:lnTo>
                  <a:lnTo>
                    <a:pt x="389" y="128"/>
                  </a:lnTo>
                  <a:lnTo>
                    <a:pt x="389" y="128"/>
                  </a:lnTo>
                  <a:lnTo>
                    <a:pt x="391" y="128"/>
                  </a:lnTo>
                  <a:lnTo>
                    <a:pt x="391" y="128"/>
                  </a:lnTo>
                  <a:lnTo>
                    <a:pt x="391" y="128"/>
                  </a:lnTo>
                  <a:lnTo>
                    <a:pt x="391" y="128"/>
                  </a:lnTo>
                  <a:lnTo>
                    <a:pt x="391" y="128"/>
                  </a:lnTo>
                  <a:lnTo>
                    <a:pt x="393" y="132"/>
                  </a:lnTo>
                  <a:lnTo>
                    <a:pt x="393" y="134"/>
                  </a:lnTo>
                  <a:lnTo>
                    <a:pt x="395" y="136"/>
                  </a:lnTo>
                  <a:lnTo>
                    <a:pt x="397" y="138"/>
                  </a:lnTo>
                  <a:lnTo>
                    <a:pt x="399" y="140"/>
                  </a:lnTo>
                  <a:lnTo>
                    <a:pt x="401" y="142"/>
                  </a:lnTo>
                  <a:lnTo>
                    <a:pt x="401" y="144"/>
                  </a:lnTo>
                  <a:lnTo>
                    <a:pt x="403" y="146"/>
                  </a:lnTo>
                  <a:lnTo>
                    <a:pt x="403" y="148"/>
                  </a:lnTo>
                  <a:lnTo>
                    <a:pt x="403" y="148"/>
                  </a:lnTo>
                  <a:lnTo>
                    <a:pt x="403" y="148"/>
                  </a:lnTo>
                  <a:lnTo>
                    <a:pt x="403" y="148"/>
                  </a:lnTo>
                  <a:lnTo>
                    <a:pt x="403" y="148"/>
                  </a:lnTo>
                  <a:lnTo>
                    <a:pt x="403" y="148"/>
                  </a:lnTo>
                  <a:lnTo>
                    <a:pt x="403" y="148"/>
                  </a:lnTo>
                  <a:lnTo>
                    <a:pt x="403" y="148"/>
                  </a:lnTo>
                  <a:lnTo>
                    <a:pt x="407" y="151"/>
                  </a:lnTo>
                  <a:lnTo>
                    <a:pt x="408" y="155"/>
                  </a:lnTo>
                  <a:lnTo>
                    <a:pt x="410" y="157"/>
                  </a:lnTo>
                  <a:lnTo>
                    <a:pt x="412" y="161"/>
                  </a:lnTo>
                  <a:lnTo>
                    <a:pt x="416" y="165"/>
                  </a:lnTo>
                  <a:lnTo>
                    <a:pt x="418" y="169"/>
                  </a:lnTo>
                  <a:lnTo>
                    <a:pt x="420" y="173"/>
                  </a:lnTo>
                  <a:lnTo>
                    <a:pt x="422" y="174"/>
                  </a:lnTo>
                  <a:lnTo>
                    <a:pt x="422" y="176"/>
                  </a:lnTo>
                  <a:lnTo>
                    <a:pt x="422" y="176"/>
                  </a:lnTo>
                  <a:lnTo>
                    <a:pt x="422" y="176"/>
                  </a:lnTo>
                  <a:lnTo>
                    <a:pt x="424" y="176"/>
                  </a:lnTo>
                  <a:lnTo>
                    <a:pt x="424" y="176"/>
                  </a:lnTo>
                  <a:lnTo>
                    <a:pt x="424" y="176"/>
                  </a:lnTo>
                  <a:lnTo>
                    <a:pt x="424" y="178"/>
                  </a:lnTo>
                  <a:lnTo>
                    <a:pt x="424" y="178"/>
                  </a:lnTo>
                  <a:lnTo>
                    <a:pt x="426" y="180"/>
                  </a:lnTo>
                  <a:lnTo>
                    <a:pt x="426" y="182"/>
                  </a:lnTo>
                  <a:lnTo>
                    <a:pt x="428" y="184"/>
                  </a:lnTo>
                  <a:lnTo>
                    <a:pt x="428" y="186"/>
                  </a:lnTo>
                  <a:lnTo>
                    <a:pt x="430" y="188"/>
                  </a:lnTo>
                  <a:lnTo>
                    <a:pt x="432" y="190"/>
                  </a:lnTo>
                  <a:lnTo>
                    <a:pt x="432" y="192"/>
                  </a:lnTo>
                  <a:lnTo>
                    <a:pt x="433" y="194"/>
                  </a:lnTo>
                  <a:lnTo>
                    <a:pt x="433" y="194"/>
                  </a:lnTo>
                  <a:lnTo>
                    <a:pt x="433" y="194"/>
                  </a:lnTo>
                  <a:lnTo>
                    <a:pt x="433" y="196"/>
                  </a:lnTo>
                  <a:lnTo>
                    <a:pt x="435" y="196"/>
                  </a:lnTo>
                  <a:lnTo>
                    <a:pt x="435" y="196"/>
                  </a:lnTo>
                  <a:lnTo>
                    <a:pt x="435" y="196"/>
                  </a:lnTo>
                  <a:lnTo>
                    <a:pt x="435" y="197"/>
                  </a:lnTo>
                  <a:lnTo>
                    <a:pt x="435" y="197"/>
                  </a:lnTo>
                  <a:lnTo>
                    <a:pt x="437" y="199"/>
                  </a:lnTo>
                  <a:lnTo>
                    <a:pt x="437" y="201"/>
                  </a:lnTo>
                  <a:lnTo>
                    <a:pt x="439" y="203"/>
                  </a:lnTo>
                  <a:lnTo>
                    <a:pt x="439" y="205"/>
                  </a:lnTo>
                  <a:lnTo>
                    <a:pt x="441" y="205"/>
                  </a:lnTo>
                  <a:lnTo>
                    <a:pt x="443" y="207"/>
                  </a:lnTo>
                  <a:lnTo>
                    <a:pt x="443" y="209"/>
                  </a:lnTo>
                  <a:lnTo>
                    <a:pt x="445" y="211"/>
                  </a:lnTo>
                  <a:lnTo>
                    <a:pt x="445" y="213"/>
                  </a:lnTo>
                  <a:lnTo>
                    <a:pt x="445" y="213"/>
                  </a:lnTo>
                  <a:lnTo>
                    <a:pt x="445" y="213"/>
                  </a:lnTo>
                  <a:lnTo>
                    <a:pt x="445" y="213"/>
                  </a:lnTo>
                  <a:lnTo>
                    <a:pt x="445" y="215"/>
                  </a:lnTo>
                  <a:lnTo>
                    <a:pt x="447" y="215"/>
                  </a:lnTo>
                  <a:lnTo>
                    <a:pt x="447" y="215"/>
                  </a:lnTo>
                  <a:lnTo>
                    <a:pt x="447" y="217"/>
                  </a:lnTo>
                  <a:lnTo>
                    <a:pt x="447" y="217"/>
                  </a:lnTo>
                  <a:lnTo>
                    <a:pt x="449" y="219"/>
                  </a:lnTo>
                  <a:lnTo>
                    <a:pt x="449" y="219"/>
                  </a:lnTo>
                  <a:lnTo>
                    <a:pt x="449" y="220"/>
                  </a:lnTo>
                  <a:lnTo>
                    <a:pt x="451" y="222"/>
                  </a:lnTo>
                  <a:lnTo>
                    <a:pt x="451" y="222"/>
                  </a:lnTo>
                  <a:lnTo>
                    <a:pt x="451" y="224"/>
                  </a:lnTo>
                  <a:lnTo>
                    <a:pt x="453" y="224"/>
                  </a:lnTo>
                  <a:lnTo>
                    <a:pt x="453" y="226"/>
                  </a:lnTo>
                  <a:lnTo>
                    <a:pt x="453" y="226"/>
                  </a:lnTo>
                  <a:lnTo>
                    <a:pt x="453" y="226"/>
                  </a:lnTo>
                  <a:lnTo>
                    <a:pt x="453" y="228"/>
                  </a:lnTo>
                  <a:lnTo>
                    <a:pt x="455" y="228"/>
                  </a:lnTo>
                  <a:lnTo>
                    <a:pt x="455" y="230"/>
                  </a:lnTo>
                  <a:lnTo>
                    <a:pt x="455" y="230"/>
                  </a:lnTo>
                  <a:lnTo>
                    <a:pt x="455" y="232"/>
                  </a:lnTo>
                  <a:lnTo>
                    <a:pt x="456" y="232"/>
                  </a:lnTo>
                  <a:lnTo>
                    <a:pt x="456" y="234"/>
                  </a:lnTo>
                  <a:lnTo>
                    <a:pt x="458" y="236"/>
                  </a:lnTo>
                  <a:lnTo>
                    <a:pt x="458" y="238"/>
                  </a:lnTo>
                  <a:lnTo>
                    <a:pt x="458" y="240"/>
                  </a:lnTo>
                  <a:lnTo>
                    <a:pt x="460" y="240"/>
                  </a:lnTo>
                  <a:lnTo>
                    <a:pt x="460" y="242"/>
                  </a:lnTo>
                  <a:lnTo>
                    <a:pt x="462" y="244"/>
                  </a:lnTo>
                  <a:lnTo>
                    <a:pt x="462" y="244"/>
                  </a:lnTo>
                  <a:lnTo>
                    <a:pt x="462" y="245"/>
                  </a:lnTo>
                  <a:lnTo>
                    <a:pt x="462" y="245"/>
                  </a:lnTo>
                  <a:lnTo>
                    <a:pt x="464" y="247"/>
                  </a:lnTo>
                  <a:lnTo>
                    <a:pt x="464" y="247"/>
                  </a:lnTo>
                  <a:lnTo>
                    <a:pt x="464" y="247"/>
                  </a:lnTo>
                  <a:lnTo>
                    <a:pt x="464" y="249"/>
                  </a:lnTo>
                  <a:lnTo>
                    <a:pt x="466" y="249"/>
                  </a:lnTo>
                  <a:lnTo>
                    <a:pt x="466" y="251"/>
                  </a:lnTo>
                  <a:lnTo>
                    <a:pt x="466" y="253"/>
                  </a:lnTo>
                  <a:lnTo>
                    <a:pt x="468" y="255"/>
                  </a:lnTo>
                  <a:lnTo>
                    <a:pt x="468" y="255"/>
                  </a:lnTo>
                  <a:lnTo>
                    <a:pt x="468" y="257"/>
                  </a:lnTo>
                  <a:lnTo>
                    <a:pt x="470" y="259"/>
                  </a:lnTo>
                  <a:lnTo>
                    <a:pt x="470" y="261"/>
                  </a:lnTo>
                  <a:lnTo>
                    <a:pt x="472" y="261"/>
                  </a:lnTo>
                  <a:lnTo>
                    <a:pt x="472" y="263"/>
                  </a:lnTo>
                  <a:lnTo>
                    <a:pt x="472" y="263"/>
                  </a:lnTo>
                  <a:lnTo>
                    <a:pt x="472" y="265"/>
                  </a:lnTo>
                  <a:lnTo>
                    <a:pt x="474" y="265"/>
                  </a:lnTo>
                  <a:lnTo>
                    <a:pt x="474" y="267"/>
                  </a:lnTo>
                  <a:lnTo>
                    <a:pt x="474" y="267"/>
                  </a:lnTo>
                  <a:lnTo>
                    <a:pt x="474" y="268"/>
                  </a:lnTo>
                  <a:lnTo>
                    <a:pt x="476" y="268"/>
                  </a:lnTo>
                  <a:lnTo>
                    <a:pt x="476" y="270"/>
                  </a:lnTo>
                  <a:lnTo>
                    <a:pt x="476" y="272"/>
                  </a:lnTo>
                  <a:lnTo>
                    <a:pt x="476" y="272"/>
                  </a:lnTo>
                  <a:lnTo>
                    <a:pt x="478" y="274"/>
                  </a:lnTo>
                  <a:lnTo>
                    <a:pt x="478" y="274"/>
                  </a:lnTo>
                  <a:lnTo>
                    <a:pt x="478" y="276"/>
                  </a:lnTo>
                  <a:lnTo>
                    <a:pt x="478" y="276"/>
                  </a:lnTo>
                  <a:lnTo>
                    <a:pt x="479" y="278"/>
                  </a:lnTo>
                  <a:lnTo>
                    <a:pt x="479" y="280"/>
                  </a:lnTo>
                  <a:lnTo>
                    <a:pt x="479" y="280"/>
                  </a:lnTo>
                  <a:lnTo>
                    <a:pt x="481" y="282"/>
                  </a:lnTo>
                  <a:lnTo>
                    <a:pt x="481" y="284"/>
                  </a:lnTo>
                  <a:lnTo>
                    <a:pt x="481" y="284"/>
                  </a:lnTo>
                  <a:lnTo>
                    <a:pt x="483" y="286"/>
                  </a:lnTo>
                  <a:lnTo>
                    <a:pt x="483" y="288"/>
                  </a:lnTo>
                  <a:lnTo>
                    <a:pt x="483" y="288"/>
                  </a:lnTo>
                  <a:lnTo>
                    <a:pt x="483" y="290"/>
                  </a:lnTo>
                  <a:lnTo>
                    <a:pt x="485" y="290"/>
                  </a:lnTo>
                  <a:lnTo>
                    <a:pt x="485" y="292"/>
                  </a:lnTo>
                  <a:lnTo>
                    <a:pt x="485" y="292"/>
                  </a:lnTo>
                  <a:lnTo>
                    <a:pt x="485" y="293"/>
                  </a:lnTo>
                  <a:lnTo>
                    <a:pt x="487" y="293"/>
                  </a:lnTo>
                  <a:lnTo>
                    <a:pt x="487" y="295"/>
                  </a:lnTo>
                  <a:lnTo>
                    <a:pt x="487" y="295"/>
                  </a:lnTo>
                  <a:lnTo>
                    <a:pt x="487" y="297"/>
                  </a:lnTo>
                  <a:lnTo>
                    <a:pt x="489" y="299"/>
                  </a:lnTo>
                  <a:lnTo>
                    <a:pt x="489" y="301"/>
                  </a:lnTo>
                  <a:lnTo>
                    <a:pt x="489" y="303"/>
                  </a:lnTo>
                  <a:lnTo>
                    <a:pt x="491" y="303"/>
                  </a:lnTo>
                  <a:lnTo>
                    <a:pt x="491" y="305"/>
                  </a:lnTo>
                  <a:lnTo>
                    <a:pt x="491" y="307"/>
                  </a:lnTo>
                  <a:lnTo>
                    <a:pt x="493" y="309"/>
                  </a:lnTo>
                  <a:lnTo>
                    <a:pt x="493" y="309"/>
                  </a:lnTo>
                  <a:lnTo>
                    <a:pt x="493" y="311"/>
                  </a:lnTo>
                  <a:lnTo>
                    <a:pt x="493" y="311"/>
                  </a:lnTo>
                  <a:lnTo>
                    <a:pt x="495" y="311"/>
                  </a:lnTo>
                  <a:lnTo>
                    <a:pt x="495" y="313"/>
                  </a:lnTo>
                  <a:lnTo>
                    <a:pt x="495" y="313"/>
                  </a:lnTo>
                  <a:lnTo>
                    <a:pt x="495" y="315"/>
                  </a:lnTo>
                  <a:lnTo>
                    <a:pt x="495" y="315"/>
                  </a:lnTo>
                  <a:lnTo>
                    <a:pt x="497" y="316"/>
                  </a:lnTo>
                  <a:lnTo>
                    <a:pt x="497" y="318"/>
                  </a:lnTo>
                  <a:lnTo>
                    <a:pt x="497" y="318"/>
                  </a:lnTo>
                  <a:lnTo>
                    <a:pt x="497" y="320"/>
                  </a:lnTo>
                  <a:lnTo>
                    <a:pt x="499" y="322"/>
                  </a:lnTo>
                  <a:lnTo>
                    <a:pt x="499" y="324"/>
                  </a:lnTo>
                  <a:lnTo>
                    <a:pt x="499" y="324"/>
                  </a:lnTo>
                  <a:lnTo>
                    <a:pt x="501" y="326"/>
                  </a:lnTo>
                  <a:lnTo>
                    <a:pt x="501" y="326"/>
                  </a:lnTo>
                  <a:lnTo>
                    <a:pt x="501" y="328"/>
                  </a:lnTo>
                  <a:lnTo>
                    <a:pt x="501" y="328"/>
                  </a:lnTo>
                  <a:lnTo>
                    <a:pt x="501" y="330"/>
                  </a:lnTo>
                  <a:lnTo>
                    <a:pt x="503" y="330"/>
                  </a:lnTo>
                  <a:lnTo>
                    <a:pt x="503" y="332"/>
                  </a:lnTo>
                  <a:lnTo>
                    <a:pt x="503" y="332"/>
                  </a:lnTo>
                  <a:lnTo>
                    <a:pt x="503" y="334"/>
                  </a:lnTo>
                  <a:lnTo>
                    <a:pt x="503" y="334"/>
                  </a:lnTo>
                  <a:lnTo>
                    <a:pt x="504" y="336"/>
                  </a:lnTo>
                  <a:lnTo>
                    <a:pt x="504" y="338"/>
                  </a:lnTo>
                  <a:lnTo>
                    <a:pt x="504" y="339"/>
                  </a:lnTo>
                  <a:lnTo>
                    <a:pt x="506" y="339"/>
                  </a:lnTo>
                  <a:lnTo>
                    <a:pt x="506" y="341"/>
                  </a:lnTo>
                  <a:lnTo>
                    <a:pt x="506" y="343"/>
                  </a:lnTo>
                  <a:lnTo>
                    <a:pt x="506" y="345"/>
                  </a:lnTo>
                  <a:lnTo>
                    <a:pt x="508" y="345"/>
                  </a:lnTo>
                  <a:lnTo>
                    <a:pt x="508" y="345"/>
                  </a:lnTo>
                  <a:lnTo>
                    <a:pt x="508" y="347"/>
                  </a:lnTo>
                  <a:lnTo>
                    <a:pt x="508" y="347"/>
                  </a:lnTo>
                  <a:lnTo>
                    <a:pt x="508" y="349"/>
                  </a:lnTo>
                  <a:lnTo>
                    <a:pt x="508" y="349"/>
                  </a:lnTo>
                  <a:lnTo>
                    <a:pt x="508" y="349"/>
                  </a:lnTo>
                  <a:lnTo>
                    <a:pt x="510" y="351"/>
                  </a:lnTo>
                  <a:lnTo>
                    <a:pt x="510" y="353"/>
                  </a:lnTo>
                  <a:lnTo>
                    <a:pt x="510" y="353"/>
                  </a:lnTo>
                  <a:lnTo>
                    <a:pt x="512" y="355"/>
                  </a:lnTo>
                  <a:lnTo>
                    <a:pt x="512" y="357"/>
                  </a:lnTo>
                  <a:lnTo>
                    <a:pt x="512" y="359"/>
                  </a:lnTo>
                  <a:lnTo>
                    <a:pt x="514" y="361"/>
                  </a:lnTo>
                  <a:lnTo>
                    <a:pt x="514" y="363"/>
                  </a:lnTo>
                  <a:lnTo>
                    <a:pt x="514" y="364"/>
                  </a:lnTo>
                  <a:lnTo>
                    <a:pt x="514" y="364"/>
                  </a:lnTo>
                  <a:lnTo>
                    <a:pt x="514" y="366"/>
                  </a:lnTo>
                  <a:lnTo>
                    <a:pt x="516" y="366"/>
                  </a:lnTo>
                  <a:lnTo>
                    <a:pt x="516" y="366"/>
                  </a:lnTo>
                  <a:lnTo>
                    <a:pt x="516" y="368"/>
                  </a:lnTo>
                  <a:lnTo>
                    <a:pt x="516" y="368"/>
                  </a:lnTo>
                  <a:lnTo>
                    <a:pt x="516" y="370"/>
                  </a:lnTo>
                  <a:lnTo>
                    <a:pt x="516" y="370"/>
                  </a:lnTo>
                  <a:lnTo>
                    <a:pt x="518" y="372"/>
                  </a:lnTo>
                  <a:lnTo>
                    <a:pt x="518" y="374"/>
                  </a:lnTo>
                  <a:lnTo>
                    <a:pt x="518" y="376"/>
                  </a:lnTo>
                  <a:lnTo>
                    <a:pt x="518" y="378"/>
                  </a:lnTo>
                  <a:lnTo>
                    <a:pt x="520" y="380"/>
                  </a:lnTo>
                  <a:lnTo>
                    <a:pt x="520" y="382"/>
                  </a:lnTo>
                  <a:lnTo>
                    <a:pt x="520" y="384"/>
                  </a:lnTo>
                  <a:lnTo>
                    <a:pt x="522" y="386"/>
                  </a:lnTo>
                  <a:lnTo>
                    <a:pt x="522" y="386"/>
                  </a:lnTo>
                  <a:lnTo>
                    <a:pt x="522" y="386"/>
                  </a:lnTo>
                  <a:lnTo>
                    <a:pt x="522" y="387"/>
                  </a:lnTo>
                  <a:lnTo>
                    <a:pt x="522" y="387"/>
                  </a:lnTo>
                  <a:lnTo>
                    <a:pt x="522" y="387"/>
                  </a:lnTo>
                  <a:lnTo>
                    <a:pt x="522" y="389"/>
                  </a:lnTo>
                  <a:lnTo>
                    <a:pt x="522" y="389"/>
                  </a:lnTo>
                  <a:lnTo>
                    <a:pt x="524" y="389"/>
                  </a:lnTo>
                  <a:lnTo>
                    <a:pt x="524" y="391"/>
                  </a:lnTo>
                  <a:lnTo>
                    <a:pt x="524" y="393"/>
                  </a:lnTo>
                  <a:lnTo>
                    <a:pt x="524" y="395"/>
                  </a:lnTo>
                  <a:lnTo>
                    <a:pt x="526" y="397"/>
                  </a:lnTo>
                  <a:lnTo>
                    <a:pt x="526" y="399"/>
                  </a:lnTo>
                  <a:lnTo>
                    <a:pt x="526" y="401"/>
                  </a:lnTo>
                  <a:lnTo>
                    <a:pt x="527" y="401"/>
                  </a:lnTo>
                  <a:lnTo>
                    <a:pt x="527" y="403"/>
                  </a:lnTo>
                  <a:lnTo>
                    <a:pt x="527" y="405"/>
                  </a:lnTo>
                  <a:lnTo>
                    <a:pt x="527" y="405"/>
                  </a:lnTo>
                  <a:lnTo>
                    <a:pt x="527" y="405"/>
                  </a:lnTo>
                  <a:lnTo>
                    <a:pt x="527" y="407"/>
                  </a:lnTo>
                  <a:lnTo>
                    <a:pt x="527" y="407"/>
                  </a:lnTo>
                  <a:lnTo>
                    <a:pt x="527" y="407"/>
                  </a:lnTo>
                  <a:lnTo>
                    <a:pt x="527" y="407"/>
                  </a:lnTo>
                  <a:lnTo>
                    <a:pt x="527" y="409"/>
                  </a:lnTo>
                  <a:lnTo>
                    <a:pt x="529" y="411"/>
                  </a:lnTo>
                  <a:lnTo>
                    <a:pt x="529" y="412"/>
                  </a:lnTo>
                  <a:lnTo>
                    <a:pt x="529" y="414"/>
                  </a:lnTo>
                  <a:lnTo>
                    <a:pt x="531" y="416"/>
                  </a:lnTo>
                  <a:lnTo>
                    <a:pt x="531" y="416"/>
                  </a:lnTo>
                  <a:lnTo>
                    <a:pt x="531" y="418"/>
                  </a:lnTo>
                  <a:lnTo>
                    <a:pt x="531" y="420"/>
                  </a:lnTo>
                  <a:lnTo>
                    <a:pt x="533" y="422"/>
                  </a:lnTo>
                  <a:lnTo>
                    <a:pt x="533" y="424"/>
                  </a:lnTo>
                  <a:lnTo>
                    <a:pt x="533" y="424"/>
                  </a:lnTo>
                  <a:lnTo>
                    <a:pt x="533" y="424"/>
                  </a:lnTo>
                  <a:lnTo>
                    <a:pt x="533" y="426"/>
                  </a:lnTo>
                  <a:lnTo>
                    <a:pt x="533" y="426"/>
                  </a:lnTo>
                  <a:lnTo>
                    <a:pt x="533" y="426"/>
                  </a:lnTo>
                  <a:lnTo>
                    <a:pt x="533" y="426"/>
                  </a:lnTo>
                  <a:lnTo>
                    <a:pt x="533" y="428"/>
                  </a:lnTo>
                  <a:lnTo>
                    <a:pt x="535" y="430"/>
                  </a:lnTo>
                  <a:lnTo>
                    <a:pt x="535" y="432"/>
                  </a:lnTo>
                  <a:lnTo>
                    <a:pt x="535" y="434"/>
                  </a:lnTo>
                  <a:lnTo>
                    <a:pt x="535" y="435"/>
                  </a:lnTo>
                  <a:lnTo>
                    <a:pt x="537" y="437"/>
                  </a:lnTo>
                  <a:lnTo>
                    <a:pt x="537" y="439"/>
                  </a:lnTo>
                  <a:lnTo>
                    <a:pt x="537" y="441"/>
                  </a:lnTo>
                  <a:lnTo>
                    <a:pt x="539" y="443"/>
                  </a:lnTo>
                  <a:lnTo>
                    <a:pt x="539" y="443"/>
                  </a:lnTo>
                  <a:lnTo>
                    <a:pt x="539" y="445"/>
                  </a:lnTo>
                  <a:lnTo>
                    <a:pt x="539" y="445"/>
                  </a:lnTo>
                  <a:lnTo>
                    <a:pt x="539" y="445"/>
                  </a:lnTo>
                  <a:lnTo>
                    <a:pt x="539" y="445"/>
                  </a:lnTo>
                  <a:lnTo>
                    <a:pt x="539" y="447"/>
                  </a:lnTo>
                  <a:lnTo>
                    <a:pt x="539" y="447"/>
                  </a:lnTo>
                  <a:lnTo>
                    <a:pt x="539" y="447"/>
                  </a:lnTo>
                  <a:lnTo>
                    <a:pt x="539" y="449"/>
                  </a:lnTo>
                  <a:lnTo>
                    <a:pt x="541" y="451"/>
                  </a:lnTo>
                  <a:lnTo>
                    <a:pt x="541" y="455"/>
                  </a:lnTo>
                  <a:lnTo>
                    <a:pt x="541" y="457"/>
                  </a:lnTo>
                  <a:lnTo>
                    <a:pt x="541" y="458"/>
                  </a:lnTo>
                  <a:lnTo>
                    <a:pt x="543" y="460"/>
                  </a:lnTo>
                  <a:lnTo>
                    <a:pt x="543" y="462"/>
                  </a:lnTo>
                  <a:lnTo>
                    <a:pt x="543" y="464"/>
                  </a:lnTo>
                  <a:lnTo>
                    <a:pt x="543" y="464"/>
                  </a:lnTo>
                  <a:lnTo>
                    <a:pt x="543" y="464"/>
                  </a:lnTo>
                  <a:lnTo>
                    <a:pt x="543" y="466"/>
                  </a:lnTo>
                  <a:lnTo>
                    <a:pt x="543" y="466"/>
                  </a:lnTo>
                  <a:lnTo>
                    <a:pt x="543" y="466"/>
                  </a:lnTo>
                  <a:lnTo>
                    <a:pt x="543" y="466"/>
                  </a:lnTo>
                  <a:lnTo>
                    <a:pt x="543" y="468"/>
                  </a:lnTo>
                  <a:lnTo>
                    <a:pt x="545" y="468"/>
                  </a:lnTo>
                  <a:lnTo>
                    <a:pt x="545" y="470"/>
                  </a:lnTo>
                  <a:lnTo>
                    <a:pt x="545" y="472"/>
                  </a:lnTo>
                  <a:lnTo>
                    <a:pt x="545" y="474"/>
                  </a:lnTo>
                  <a:lnTo>
                    <a:pt x="545" y="476"/>
                  </a:lnTo>
                  <a:lnTo>
                    <a:pt x="547" y="478"/>
                  </a:lnTo>
                  <a:lnTo>
                    <a:pt x="547" y="480"/>
                  </a:lnTo>
                  <a:lnTo>
                    <a:pt x="547" y="482"/>
                  </a:lnTo>
                  <a:lnTo>
                    <a:pt x="547" y="483"/>
                  </a:lnTo>
                  <a:lnTo>
                    <a:pt x="547" y="483"/>
                  </a:lnTo>
                  <a:lnTo>
                    <a:pt x="547" y="483"/>
                  </a:lnTo>
                  <a:lnTo>
                    <a:pt x="547" y="485"/>
                  </a:lnTo>
                  <a:lnTo>
                    <a:pt x="547" y="485"/>
                  </a:lnTo>
                  <a:lnTo>
                    <a:pt x="547" y="485"/>
                  </a:lnTo>
                  <a:lnTo>
                    <a:pt x="547" y="485"/>
                  </a:lnTo>
                  <a:lnTo>
                    <a:pt x="549" y="485"/>
                  </a:lnTo>
                  <a:lnTo>
                    <a:pt x="549" y="485"/>
                  </a:lnTo>
                  <a:lnTo>
                    <a:pt x="549" y="487"/>
                  </a:lnTo>
                  <a:lnTo>
                    <a:pt x="549" y="491"/>
                  </a:lnTo>
                  <a:lnTo>
                    <a:pt x="549" y="493"/>
                  </a:lnTo>
                  <a:lnTo>
                    <a:pt x="549" y="495"/>
                  </a:lnTo>
                  <a:lnTo>
                    <a:pt x="551" y="497"/>
                  </a:lnTo>
                  <a:lnTo>
                    <a:pt x="551" y="499"/>
                  </a:lnTo>
                  <a:lnTo>
                    <a:pt x="551" y="501"/>
                  </a:lnTo>
                  <a:lnTo>
                    <a:pt x="551" y="505"/>
                  </a:lnTo>
                  <a:lnTo>
                    <a:pt x="551" y="505"/>
                  </a:lnTo>
                  <a:lnTo>
                    <a:pt x="551" y="505"/>
                  </a:lnTo>
                  <a:lnTo>
                    <a:pt x="551" y="505"/>
                  </a:lnTo>
                  <a:lnTo>
                    <a:pt x="551" y="505"/>
                  </a:lnTo>
                  <a:lnTo>
                    <a:pt x="551" y="506"/>
                  </a:lnTo>
                  <a:lnTo>
                    <a:pt x="552" y="506"/>
                  </a:lnTo>
                  <a:lnTo>
                    <a:pt x="552" y="506"/>
                  </a:lnTo>
                  <a:lnTo>
                    <a:pt x="552" y="506"/>
                  </a:lnTo>
                  <a:lnTo>
                    <a:pt x="552" y="508"/>
                  </a:lnTo>
                  <a:lnTo>
                    <a:pt x="552" y="512"/>
                  </a:lnTo>
                  <a:lnTo>
                    <a:pt x="552" y="514"/>
                  </a:lnTo>
                  <a:lnTo>
                    <a:pt x="552" y="516"/>
                  </a:lnTo>
                  <a:lnTo>
                    <a:pt x="554" y="518"/>
                  </a:lnTo>
                  <a:lnTo>
                    <a:pt x="554" y="520"/>
                  </a:lnTo>
                  <a:lnTo>
                    <a:pt x="554" y="522"/>
                  </a:lnTo>
                  <a:lnTo>
                    <a:pt x="554" y="524"/>
                  </a:lnTo>
                  <a:lnTo>
                    <a:pt x="554" y="526"/>
                  </a:lnTo>
                  <a:lnTo>
                    <a:pt x="554" y="526"/>
                  </a:lnTo>
                  <a:lnTo>
                    <a:pt x="554" y="526"/>
                  </a:lnTo>
                  <a:lnTo>
                    <a:pt x="554" y="526"/>
                  </a:lnTo>
                  <a:lnTo>
                    <a:pt x="554" y="526"/>
                  </a:lnTo>
                  <a:lnTo>
                    <a:pt x="554" y="526"/>
                  </a:lnTo>
                  <a:lnTo>
                    <a:pt x="554" y="526"/>
                  </a:lnTo>
                  <a:lnTo>
                    <a:pt x="554" y="526"/>
                  </a:lnTo>
                  <a:lnTo>
                    <a:pt x="522" y="535"/>
                  </a:lnTo>
                  <a:lnTo>
                    <a:pt x="489" y="545"/>
                  </a:lnTo>
                  <a:lnTo>
                    <a:pt x="455" y="553"/>
                  </a:lnTo>
                  <a:lnTo>
                    <a:pt x="420" y="558"/>
                  </a:lnTo>
                  <a:lnTo>
                    <a:pt x="385" y="564"/>
                  </a:lnTo>
                  <a:lnTo>
                    <a:pt x="349" y="566"/>
                  </a:lnTo>
                  <a:lnTo>
                    <a:pt x="314" y="568"/>
                  </a:lnTo>
                  <a:lnTo>
                    <a:pt x="278" y="570"/>
                  </a:lnTo>
                  <a:lnTo>
                    <a:pt x="241" y="568"/>
                  </a:lnTo>
                  <a:lnTo>
                    <a:pt x="205" y="566"/>
                  </a:lnTo>
                  <a:lnTo>
                    <a:pt x="170" y="564"/>
                  </a:lnTo>
                  <a:lnTo>
                    <a:pt x="134" y="558"/>
                  </a:lnTo>
                  <a:lnTo>
                    <a:pt x="99" y="553"/>
                  </a:lnTo>
                  <a:lnTo>
                    <a:pt x="67" y="545"/>
                  </a:lnTo>
                  <a:lnTo>
                    <a:pt x="32" y="535"/>
                  </a:lnTo>
                  <a:lnTo>
                    <a:pt x="0" y="526"/>
                  </a:lnTo>
                  <a:close/>
                </a:path>
              </a:pathLst>
            </a:custGeom>
            <a:solidFill>
              <a:schemeClr val="accent5"/>
            </a:solidFill>
            <a:ln w="6350" cmpd="sng">
              <a:solidFill>
                <a:schemeClr val="bg1"/>
              </a:solidFill>
              <a:round/>
              <a:headEnd/>
              <a:tailEnd/>
            </a:ln>
          </p:spPr>
          <p:txBody>
            <a:bodyPr lIns="45720" rIns="45720" anchor="ctr" anchorCtr="1">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br>
                <a:rPr kumimoji="0" lang="en-US" sz="1600" b="0" i="0" u="none" strike="noStrike" kern="0" cap="none" spc="0" normalizeH="0" baseline="0" noProof="0" dirty="0">
                  <a:ln>
                    <a:noFill/>
                  </a:ln>
                  <a:solidFill>
                    <a:srgbClr val="FFFFFF"/>
                  </a:solidFill>
                  <a:effectLst/>
                  <a:uLnTx/>
                  <a:uFillTx/>
                </a:rPr>
              </a:br>
              <a:r>
                <a:rPr kumimoji="0" lang="en-US" sz="1600" b="0" i="0" u="none" strike="noStrike" kern="0" cap="none" spc="0" normalizeH="0" baseline="0" noProof="0" dirty="0">
                  <a:ln>
                    <a:noFill/>
                  </a:ln>
                  <a:solidFill>
                    <a:srgbClr val="FFFFFF"/>
                  </a:solidFill>
                  <a:effectLst/>
                  <a:uLnTx/>
                  <a:uFillTx/>
                </a:rPr>
                <a:t>Change scope</a:t>
              </a:r>
            </a:p>
          </p:txBody>
        </p:sp>
      </p:grpSp>
      <p:sp>
        <p:nvSpPr>
          <p:cNvPr id="11" name="TextBox 10"/>
          <p:cNvSpPr txBox="1"/>
          <p:nvPr/>
        </p:nvSpPr>
        <p:spPr>
          <a:xfrm>
            <a:off x="557954" y="2308117"/>
            <a:ext cx="5606178" cy="255454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urna.</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Nunc viverra imperdiet enim. Fusce est. Vivamus a tellus.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Pellentesque habitant morbi tristique senectus et netus et malesuada fames ac turpis egestas. Proin pharetra nonummy pede. Mauris et </a:t>
            </a:r>
            <a:r>
              <a:rPr kumimoji="0" lang="en-US" sz="1600" b="0" i="0" u="none" strike="noStrike" kern="0" cap="none" spc="0" normalizeH="0" baseline="0" noProof="0" dirty="0" err="1">
                <a:ln>
                  <a:noFill/>
                </a:ln>
                <a:effectLst/>
                <a:uLnTx/>
                <a:uFillTx/>
              </a:rPr>
              <a:t>orci</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4283764249"/>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Boxes 1</a:t>
            </a:r>
          </a:p>
        </p:txBody>
      </p:sp>
      <p:sp>
        <p:nvSpPr>
          <p:cNvPr id="4" name="Rectangle 3"/>
          <p:cNvSpPr/>
          <p:nvPr/>
        </p:nvSpPr>
        <p:spPr>
          <a:xfrm>
            <a:off x="530297" y="260086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5" name="Rectangle 4"/>
          <p:cNvSpPr/>
          <p:nvPr/>
        </p:nvSpPr>
        <p:spPr>
          <a:xfrm>
            <a:off x="2755752" y="260086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6" name="Rectangle 5"/>
          <p:cNvSpPr/>
          <p:nvPr/>
        </p:nvSpPr>
        <p:spPr>
          <a:xfrm>
            <a:off x="4981207" y="260086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7" name="Rectangle 6"/>
          <p:cNvSpPr/>
          <p:nvPr/>
        </p:nvSpPr>
        <p:spPr>
          <a:xfrm>
            <a:off x="7206662" y="260086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sp>
        <p:nvSpPr>
          <p:cNvPr id="8" name="Rectangle 7"/>
          <p:cNvSpPr/>
          <p:nvPr/>
        </p:nvSpPr>
        <p:spPr>
          <a:xfrm>
            <a:off x="9432117" y="260086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sp>
        <p:nvSpPr>
          <p:cNvPr id="53" name="TextBox 52">
            <a:extLst>
              <a:ext uri="{FF2B5EF4-FFF2-40B4-BE49-F238E27FC236}">
                <a16:creationId xmlns:a16="http://schemas.microsoft.com/office/drawing/2014/main" id="{42C774B9-682A-0991-6CCD-710D483828D0}"/>
              </a:ext>
            </a:extLst>
          </p:cNvPr>
          <p:cNvSpPr txBox="1"/>
          <p:nvPr/>
        </p:nvSpPr>
        <p:spPr>
          <a:xfrm>
            <a:off x="729288" y="4764956"/>
            <a:ext cx="10733424"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grpSp>
        <p:nvGrpSpPr>
          <p:cNvPr id="9" name="AI3" descr="{&quot;Key&quot;:&quot;POWER_USER_SHAPE_ICON&quot;,&quot;Value&quot;:&quot;POWER_USER_SHAPE_ICON_STYLE_1&quot;}">
            <a:extLst>
              <a:ext uri="{FF2B5EF4-FFF2-40B4-BE49-F238E27FC236}">
                <a16:creationId xmlns:a16="http://schemas.microsoft.com/office/drawing/2014/main" id="{FD788480-BDB3-1882-4E8F-BBA4DD198216}"/>
              </a:ext>
            </a:extLst>
          </p:cNvPr>
          <p:cNvGrpSpPr>
            <a:grpSpLocks noChangeAspect="1"/>
          </p:cNvGrpSpPr>
          <p:nvPr/>
        </p:nvGrpSpPr>
        <p:grpSpPr>
          <a:xfrm>
            <a:off x="3498061" y="2968706"/>
            <a:ext cx="740835" cy="685800"/>
            <a:chOff x="5936234" y="2219065"/>
            <a:chExt cx="3630213" cy="3360535"/>
          </a:xfrm>
          <a:solidFill>
            <a:schemeClr val="accent2"/>
          </a:solidFill>
        </p:grpSpPr>
        <p:sp>
          <p:nvSpPr>
            <p:cNvPr id="10" name="Freeform: Shape 2482">
              <a:extLst>
                <a:ext uri="{FF2B5EF4-FFF2-40B4-BE49-F238E27FC236}">
                  <a16:creationId xmlns:a16="http://schemas.microsoft.com/office/drawing/2014/main" id="{3D07CDE2-F3C1-9DB0-5AFB-CE6DD11B9601}"/>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1" name="Freeform 114">
              <a:extLst>
                <a:ext uri="{FF2B5EF4-FFF2-40B4-BE49-F238E27FC236}">
                  <a16:creationId xmlns:a16="http://schemas.microsoft.com/office/drawing/2014/main" id="{04BBC648-8811-8199-49E2-07CE5FD2452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2" name="Freeform 115">
              <a:extLst>
                <a:ext uri="{FF2B5EF4-FFF2-40B4-BE49-F238E27FC236}">
                  <a16:creationId xmlns:a16="http://schemas.microsoft.com/office/drawing/2014/main" id="{8A9029E5-A70E-FEE4-B910-60093F3EE81D}"/>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3" name="Freeform 116">
              <a:extLst>
                <a:ext uri="{FF2B5EF4-FFF2-40B4-BE49-F238E27FC236}">
                  <a16:creationId xmlns:a16="http://schemas.microsoft.com/office/drawing/2014/main" id="{FE735637-6250-E6A1-7DC8-F33B8B07AC3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4" name="Freeform 117">
              <a:extLst>
                <a:ext uri="{FF2B5EF4-FFF2-40B4-BE49-F238E27FC236}">
                  <a16:creationId xmlns:a16="http://schemas.microsoft.com/office/drawing/2014/main" id="{419B9653-AF31-6467-49A9-D1151CD7599A}"/>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 name="Freeform: Shape 2487">
              <a:extLst>
                <a:ext uri="{FF2B5EF4-FFF2-40B4-BE49-F238E27FC236}">
                  <a16:creationId xmlns:a16="http://schemas.microsoft.com/office/drawing/2014/main" id="{29DD5CA8-7AAA-66EA-929B-7718485B23C3}"/>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6" name="Freeform 119">
              <a:extLst>
                <a:ext uri="{FF2B5EF4-FFF2-40B4-BE49-F238E27FC236}">
                  <a16:creationId xmlns:a16="http://schemas.microsoft.com/office/drawing/2014/main" id="{E4504508-6AB4-BDA1-DC61-51A57223900E}"/>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20">
              <a:extLst>
                <a:ext uri="{FF2B5EF4-FFF2-40B4-BE49-F238E27FC236}">
                  <a16:creationId xmlns:a16="http://schemas.microsoft.com/office/drawing/2014/main" id="{59B1963B-3D6A-4B6C-D612-E51CB6C21826}"/>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21">
              <a:extLst>
                <a:ext uri="{FF2B5EF4-FFF2-40B4-BE49-F238E27FC236}">
                  <a16:creationId xmlns:a16="http://schemas.microsoft.com/office/drawing/2014/main" id="{387E1053-F1EE-4DE9-0B03-3910FD986B26}"/>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122">
              <a:extLst>
                <a:ext uri="{FF2B5EF4-FFF2-40B4-BE49-F238E27FC236}">
                  <a16:creationId xmlns:a16="http://schemas.microsoft.com/office/drawing/2014/main" id="{4F8ACDF5-2CEB-62D3-0759-2E8CD29F4A01}"/>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0" name="Freeform 124">
              <a:extLst>
                <a:ext uri="{FF2B5EF4-FFF2-40B4-BE49-F238E27FC236}">
                  <a16:creationId xmlns:a16="http://schemas.microsoft.com/office/drawing/2014/main" id="{EFBD272F-12FB-9D7A-50F0-34A9CF61606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6">
              <a:extLst>
                <a:ext uri="{FF2B5EF4-FFF2-40B4-BE49-F238E27FC236}">
                  <a16:creationId xmlns:a16="http://schemas.microsoft.com/office/drawing/2014/main" id="{D73EAE3B-0820-E296-5945-576ABEF00A3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Rectangle 127">
              <a:extLst>
                <a:ext uri="{FF2B5EF4-FFF2-40B4-BE49-F238E27FC236}">
                  <a16:creationId xmlns:a16="http://schemas.microsoft.com/office/drawing/2014/main" id="{10A316FA-4A70-B076-B2A8-8D1F6B824E64}"/>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Rectangle 128">
              <a:extLst>
                <a:ext uri="{FF2B5EF4-FFF2-40B4-BE49-F238E27FC236}">
                  <a16:creationId xmlns:a16="http://schemas.microsoft.com/office/drawing/2014/main" id="{FD35188A-FB84-A5D1-1827-2961E2CC3100}"/>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Rectangle 129">
              <a:extLst>
                <a:ext uri="{FF2B5EF4-FFF2-40B4-BE49-F238E27FC236}">
                  <a16:creationId xmlns:a16="http://schemas.microsoft.com/office/drawing/2014/main" id="{EA27BD9A-8E54-C743-C684-3177A4A4184C}"/>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Rectangle 130">
              <a:extLst>
                <a:ext uri="{FF2B5EF4-FFF2-40B4-BE49-F238E27FC236}">
                  <a16:creationId xmlns:a16="http://schemas.microsoft.com/office/drawing/2014/main" id="{E32AA243-433D-5A8A-F42B-ACD234FAECB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31">
              <a:extLst>
                <a:ext uri="{FF2B5EF4-FFF2-40B4-BE49-F238E27FC236}">
                  <a16:creationId xmlns:a16="http://schemas.microsoft.com/office/drawing/2014/main" id="{6E0B372B-05A8-9E75-EF8C-48C24768DE9B}"/>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32">
              <a:extLst>
                <a:ext uri="{FF2B5EF4-FFF2-40B4-BE49-F238E27FC236}">
                  <a16:creationId xmlns:a16="http://schemas.microsoft.com/office/drawing/2014/main" id="{BD30ABB0-723C-F694-4AE9-0ACF119D42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33">
              <a:extLst>
                <a:ext uri="{FF2B5EF4-FFF2-40B4-BE49-F238E27FC236}">
                  <a16:creationId xmlns:a16="http://schemas.microsoft.com/office/drawing/2014/main" id="{088B7B8F-91E8-84B3-8316-E4D7616BE06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4">
              <a:extLst>
                <a:ext uri="{FF2B5EF4-FFF2-40B4-BE49-F238E27FC236}">
                  <a16:creationId xmlns:a16="http://schemas.microsoft.com/office/drawing/2014/main" id="{27D21B3A-452D-705B-657C-46A56E0DB55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5">
              <a:extLst>
                <a:ext uri="{FF2B5EF4-FFF2-40B4-BE49-F238E27FC236}">
                  <a16:creationId xmlns:a16="http://schemas.microsoft.com/office/drawing/2014/main" id="{D3190A5A-782E-9CC9-1B86-284360A83795}"/>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6">
              <a:extLst>
                <a:ext uri="{FF2B5EF4-FFF2-40B4-BE49-F238E27FC236}">
                  <a16:creationId xmlns:a16="http://schemas.microsoft.com/office/drawing/2014/main" id="{EB9E6ABB-F3F5-4EA9-35FE-F2D59712D7F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7">
              <a:extLst>
                <a:ext uri="{FF2B5EF4-FFF2-40B4-BE49-F238E27FC236}">
                  <a16:creationId xmlns:a16="http://schemas.microsoft.com/office/drawing/2014/main" id="{7A7A0555-4FB4-DCE8-72CD-4D24630F9C35}"/>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8">
              <a:extLst>
                <a:ext uri="{FF2B5EF4-FFF2-40B4-BE49-F238E27FC236}">
                  <a16:creationId xmlns:a16="http://schemas.microsoft.com/office/drawing/2014/main" id="{00A882FD-A753-2607-209F-E1DDCCD88176}"/>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9">
              <a:extLst>
                <a:ext uri="{FF2B5EF4-FFF2-40B4-BE49-F238E27FC236}">
                  <a16:creationId xmlns:a16="http://schemas.microsoft.com/office/drawing/2014/main" id="{D8BBAA6B-21E6-474A-064F-B3584C574395}"/>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40">
              <a:extLst>
                <a:ext uri="{FF2B5EF4-FFF2-40B4-BE49-F238E27FC236}">
                  <a16:creationId xmlns:a16="http://schemas.microsoft.com/office/drawing/2014/main" id="{D9E405AC-EFE7-451B-96A3-825F2B931DEC}"/>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41">
              <a:extLst>
                <a:ext uri="{FF2B5EF4-FFF2-40B4-BE49-F238E27FC236}">
                  <a16:creationId xmlns:a16="http://schemas.microsoft.com/office/drawing/2014/main" id="{ABBE5C16-E177-1A93-71AD-EE3A538DA24A}"/>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42">
              <a:extLst>
                <a:ext uri="{FF2B5EF4-FFF2-40B4-BE49-F238E27FC236}">
                  <a16:creationId xmlns:a16="http://schemas.microsoft.com/office/drawing/2014/main" id="{9CDA6D47-1A5C-4B2A-F17A-5213AC24A6D5}"/>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43">
              <a:extLst>
                <a:ext uri="{FF2B5EF4-FFF2-40B4-BE49-F238E27FC236}">
                  <a16:creationId xmlns:a16="http://schemas.microsoft.com/office/drawing/2014/main" id="{31E196E0-82D7-4F3A-2A97-BC6499EAB645}"/>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144">
              <a:extLst>
                <a:ext uri="{FF2B5EF4-FFF2-40B4-BE49-F238E27FC236}">
                  <a16:creationId xmlns:a16="http://schemas.microsoft.com/office/drawing/2014/main" id="{C71DC919-A87F-C824-D377-FF887B569B5B}"/>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Freeform 145">
              <a:extLst>
                <a:ext uri="{FF2B5EF4-FFF2-40B4-BE49-F238E27FC236}">
                  <a16:creationId xmlns:a16="http://schemas.microsoft.com/office/drawing/2014/main" id="{EC884703-56FA-5D1E-763D-55111275E20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Freeform 146">
              <a:extLst>
                <a:ext uri="{FF2B5EF4-FFF2-40B4-BE49-F238E27FC236}">
                  <a16:creationId xmlns:a16="http://schemas.microsoft.com/office/drawing/2014/main" id="{16436012-EDB8-719A-D904-8733860F1F4F}"/>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Freeform 147">
              <a:extLst>
                <a:ext uri="{FF2B5EF4-FFF2-40B4-BE49-F238E27FC236}">
                  <a16:creationId xmlns:a16="http://schemas.microsoft.com/office/drawing/2014/main" id="{0B916430-D726-2B84-76A8-847987B0933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8">
              <a:extLst>
                <a:ext uri="{FF2B5EF4-FFF2-40B4-BE49-F238E27FC236}">
                  <a16:creationId xmlns:a16="http://schemas.microsoft.com/office/drawing/2014/main" id="{5F1E4AC8-D209-CED9-7C06-4A5E9F07BE26}"/>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9">
              <a:extLst>
                <a:ext uri="{FF2B5EF4-FFF2-40B4-BE49-F238E27FC236}">
                  <a16:creationId xmlns:a16="http://schemas.microsoft.com/office/drawing/2014/main" id="{D918A99A-42F4-610E-E150-B0BA0AD77EB5}"/>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50">
              <a:extLst>
                <a:ext uri="{FF2B5EF4-FFF2-40B4-BE49-F238E27FC236}">
                  <a16:creationId xmlns:a16="http://schemas.microsoft.com/office/drawing/2014/main" id="{2B834BB6-62F1-CD63-E4E4-6FECD42B680C}"/>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51">
              <a:extLst>
                <a:ext uri="{FF2B5EF4-FFF2-40B4-BE49-F238E27FC236}">
                  <a16:creationId xmlns:a16="http://schemas.microsoft.com/office/drawing/2014/main" id="{E646328B-82AB-28CE-814C-7FD327997CF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52">
              <a:extLst>
                <a:ext uri="{FF2B5EF4-FFF2-40B4-BE49-F238E27FC236}">
                  <a16:creationId xmlns:a16="http://schemas.microsoft.com/office/drawing/2014/main" id="{C3777D9B-E11D-A7A6-388C-9A88CE87D817}"/>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53">
              <a:extLst>
                <a:ext uri="{FF2B5EF4-FFF2-40B4-BE49-F238E27FC236}">
                  <a16:creationId xmlns:a16="http://schemas.microsoft.com/office/drawing/2014/main" id="{E1107CCC-A82C-93A5-BCD4-63BE144A88D0}"/>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4">
              <a:extLst>
                <a:ext uri="{FF2B5EF4-FFF2-40B4-BE49-F238E27FC236}">
                  <a16:creationId xmlns:a16="http://schemas.microsoft.com/office/drawing/2014/main" id="{439EB851-B7EF-A6EC-0110-24ACB82B4B6E}"/>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0" name="Ambulance5" descr="{&quot;Key&quot;:&quot;POWER_USER_SHAPE_ICON&quot;,&quot;Value&quot;:&quot;POWER_USER_SHAPE_ICON_STYLE_1&quot;}">
            <a:extLst>
              <a:ext uri="{FF2B5EF4-FFF2-40B4-BE49-F238E27FC236}">
                <a16:creationId xmlns:a16="http://schemas.microsoft.com/office/drawing/2014/main" id="{DFD85BE3-F8B5-4063-638D-E2CD1CD1C8A6}"/>
              </a:ext>
            </a:extLst>
          </p:cNvPr>
          <p:cNvGrpSpPr>
            <a:grpSpLocks noChangeAspect="1"/>
          </p:cNvGrpSpPr>
          <p:nvPr/>
        </p:nvGrpSpPr>
        <p:grpSpPr>
          <a:xfrm>
            <a:off x="7946371" y="2995911"/>
            <a:ext cx="749969" cy="698500"/>
            <a:chOff x="6609613" y="1440180"/>
            <a:chExt cx="1276363" cy="1188768"/>
          </a:xfrm>
          <a:solidFill>
            <a:schemeClr val="accent4"/>
          </a:solidFill>
        </p:grpSpPr>
        <p:sp>
          <p:nvSpPr>
            <p:cNvPr id="51" name="Free-form: Shape 50">
              <a:extLst>
                <a:ext uri="{FF2B5EF4-FFF2-40B4-BE49-F238E27FC236}">
                  <a16:creationId xmlns:a16="http://schemas.microsoft.com/office/drawing/2014/main" id="{CDB362F9-653D-109F-C5F9-C65171A9D972}"/>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14B41973-49E9-5651-EB4E-40AD32CCE9E1}"/>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F5E1001-2F82-8C13-B426-DBD2BD2B25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5B443720-81FD-8DEB-5A2E-C216B8A0B29E}"/>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9D8B291-D47E-D321-ED30-23FA33CDB3DB}"/>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8C3124DD-515E-A06A-A4C7-629BDF037C97}"/>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11" name="Analytics29" descr="{&quot;Key&quot;:&quot;POWER_USER_SHAPE_ICON&quot;,&quot;Value&quot;:&quot;POWER_USER_SHAPE_ICON_STYLE_1&quot;}">
            <a:extLst>
              <a:ext uri="{FF2B5EF4-FFF2-40B4-BE49-F238E27FC236}">
                <a16:creationId xmlns:a16="http://schemas.microsoft.com/office/drawing/2014/main" id="{1F244F78-0EF4-C009-1C4A-8C1B17BCA018}"/>
              </a:ext>
            </a:extLst>
          </p:cNvPr>
          <p:cNvGrpSpPr>
            <a:grpSpLocks noChangeAspect="1"/>
          </p:cNvGrpSpPr>
          <p:nvPr/>
        </p:nvGrpSpPr>
        <p:grpSpPr>
          <a:xfrm>
            <a:off x="5718289" y="2911557"/>
            <a:ext cx="755226" cy="762000"/>
            <a:chOff x="8874357" y="4918140"/>
            <a:chExt cx="578476" cy="583665"/>
          </a:xfrm>
          <a:solidFill>
            <a:schemeClr val="accent3"/>
          </a:solidFill>
        </p:grpSpPr>
        <p:sp>
          <p:nvSpPr>
            <p:cNvPr id="112" name="Free-form: Shape 111">
              <a:extLst>
                <a:ext uri="{FF2B5EF4-FFF2-40B4-BE49-F238E27FC236}">
                  <a16:creationId xmlns:a16="http://schemas.microsoft.com/office/drawing/2014/main" id="{30343DC9-C040-4594-4C7A-757970F98D52}"/>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1834C62D-AE8F-3CB2-1110-240AC0E80AB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BC1D473F-A1E6-A616-D921-DD5257CEF71B}"/>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9C3E79FA-98FF-1B9A-294D-9987D0F968DF}"/>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3BB43CB4-5226-C359-E270-A9842E8194B3}"/>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FFD31850-86F8-278C-883B-B68C74892C00}"/>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07B5DA62-36B6-4E12-E879-DE891FB304BC}"/>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19" name="Antenna6" descr="{&quot;Key&quot;:&quot;POWER_USER_SHAPE_ICON&quot;,&quot;Value&quot;:&quot;POWER_USER_SHAPE_ICON_STYLE_1&quot;}">
            <a:extLst>
              <a:ext uri="{FF2B5EF4-FFF2-40B4-BE49-F238E27FC236}">
                <a16:creationId xmlns:a16="http://schemas.microsoft.com/office/drawing/2014/main" id="{46A9A378-AB59-456E-A481-18D4671A5C21}"/>
              </a:ext>
            </a:extLst>
          </p:cNvPr>
          <p:cNvSpPr>
            <a:spLocks noChangeAspect="1"/>
          </p:cNvSpPr>
          <p:nvPr/>
        </p:nvSpPr>
        <p:spPr>
          <a:xfrm>
            <a:off x="10269160" y="295600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20" name="Architect3" descr="{&quot;Key&quot;:&quot;POWER_USER_SHAPE_ICON&quot;,&quot;Value&quot;:&quot;POWER_USER_SHAPE_ICON_STYLE_1&quot;}">
            <a:extLst>
              <a:ext uri="{FF2B5EF4-FFF2-40B4-BE49-F238E27FC236}">
                <a16:creationId xmlns:a16="http://schemas.microsoft.com/office/drawing/2014/main" id="{3AAD43C6-5A4C-FF52-4F8E-078B8BCDF608}"/>
              </a:ext>
            </a:extLst>
          </p:cNvPr>
          <p:cNvGrpSpPr>
            <a:grpSpLocks noChangeAspect="1"/>
          </p:cNvGrpSpPr>
          <p:nvPr/>
        </p:nvGrpSpPr>
        <p:grpSpPr>
          <a:xfrm>
            <a:off x="1256990" y="2965614"/>
            <a:ext cx="761172" cy="711200"/>
            <a:chOff x="6687122" y="2888650"/>
            <a:chExt cx="1145218" cy="1070033"/>
          </a:xfrm>
          <a:solidFill>
            <a:schemeClr val="accent1"/>
          </a:solidFill>
        </p:grpSpPr>
        <p:sp>
          <p:nvSpPr>
            <p:cNvPr id="121" name="Forme libre : forme 3294">
              <a:extLst>
                <a:ext uri="{FF2B5EF4-FFF2-40B4-BE49-F238E27FC236}">
                  <a16:creationId xmlns:a16="http://schemas.microsoft.com/office/drawing/2014/main" id="{DEBB0BB6-B645-B181-B658-CF4AC53C71E4}"/>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22" name="Forme libre : forme 3295">
              <a:extLst>
                <a:ext uri="{FF2B5EF4-FFF2-40B4-BE49-F238E27FC236}">
                  <a16:creationId xmlns:a16="http://schemas.microsoft.com/office/drawing/2014/main" id="{E9C4893B-A06C-66C6-F9D3-C214862CE1F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23" name="Forme libre : forme 3296">
              <a:extLst>
                <a:ext uri="{FF2B5EF4-FFF2-40B4-BE49-F238E27FC236}">
                  <a16:creationId xmlns:a16="http://schemas.microsoft.com/office/drawing/2014/main" id="{A2BA3468-694A-1B68-7E2C-410280ADD619}"/>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24" name="Forme libre : forme 3297">
              <a:extLst>
                <a:ext uri="{FF2B5EF4-FFF2-40B4-BE49-F238E27FC236}">
                  <a16:creationId xmlns:a16="http://schemas.microsoft.com/office/drawing/2014/main" id="{62F9D7F8-3A5B-18D1-4610-6A58CE7232E8}"/>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25" name="Forme libre : forme 3298">
              <a:extLst>
                <a:ext uri="{FF2B5EF4-FFF2-40B4-BE49-F238E27FC236}">
                  <a16:creationId xmlns:a16="http://schemas.microsoft.com/office/drawing/2014/main" id="{22F3A706-9302-5498-9F4D-CB44C24BE24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26" name="Forme libre : forme 3299">
              <a:extLst>
                <a:ext uri="{FF2B5EF4-FFF2-40B4-BE49-F238E27FC236}">
                  <a16:creationId xmlns:a16="http://schemas.microsoft.com/office/drawing/2014/main" id="{94759439-98FA-9957-7CC4-97A278A323F2}"/>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27" name="Forme libre : forme 3300">
              <a:extLst>
                <a:ext uri="{FF2B5EF4-FFF2-40B4-BE49-F238E27FC236}">
                  <a16:creationId xmlns:a16="http://schemas.microsoft.com/office/drawing/2014/main" id="{CBD7B580-C779-49BB-AD47-942724715B2E}"/>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28" name="Forme libre : forme 3301">
              <a:extLst>
                <a:ext uri="{FF2B5EF4-FFF2-40B4-BE49-F238E27FC236}">
                  <a16:creationId xmlns:a16="http://schemas.microsoft.com/office/drawing/2014/main" id="{5AE6DB4B-7FFE-3C93-0CCE-6B02A592EB5C}"/>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29" name="Forme libre : forme 3302">
              <a:extLst>
                <a:ext uri="{FF2B5EF4-FFF2-40B4-BE49-F238E27FC236}">
                  <a16:creationId xmlns:a16="http://schemas.microsoft.com/office/drawing/2014/main" id="{8CFA645E-4FC2-402F-5635-4CBCA354FB4C}"/>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30" name="Forme libre : forme 3303">
              <a:extLst>
                <a:ext uri="{FF2B5EF4-FFF2-40B4-BE49-F238E27FC236}">
                  <a16:creationId xmlns:a16="http://schemas.microsoft.com/office/drawing/2014/main" id="{FBF91AD1-1CA6-8B90-E3A8-84B3DFB1E5EF}"/>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31" name="Forme libre : forme 3304">
              <a:extLst>
                <a:ext uri="{FF2B5EF4-FFF2-40B4-BE49-F238E27FC236}">
                  <a16:creationId xmlns:a16="http://schemas.microsoft.com/office/drawing/2014/main" id="{29C66787-6258-56BE-0E37-D3C10FCF46DB}"/>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32" name="Forme libre : forme 3305">
              <a:extLst>
                <a:ext uri="{FF2B5EF4-FFF2-40B4-BE49-F238E27FC236}">
                  <a16:creationId xmlns:a16="http://schemas.microsoft.com/office/drawing/2014/main" id="{89C6181F-BB35-BE4A-2E6C-D519654960C2}"/>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33" name="Forme libre : forme 3306">
              <a:extLst>
                <a:ext uri="{FF2B5EF4-FFF2-40B4-BE49-F238E27FC236}">
                  <a16:creationId xmlns:a16="http://schemas.microsoft.com/office/drawing/2014/main" id="{E4F63A3A-B5B3-B0A1-39EF-849D80DED4E8}"/>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5176371"/>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Boxes 2</a:t>
            </a:r>
          </a:p>
        </p:txBody>
      </p:sp>
      <p:sp>
        <p:nvSpPr>
          <p:cNvPr id="3" name="Rectangle 2">
            <a:extLst>
              <a:ext uri="{FF2B5EF4-FFF2-40B4-BE49-F238E27FC236}">
                <a16:creationId xmlns:a16="http://schemas.microsoft.com/office/drawing/2014/main" id="{B4276DF9-CD44-DA7E-8569-B0176C0707CC}"/>
              </a:ext>
            </a:extLst>
          </p:cNvPr>
          <p:cNvSpPr/>
          <p:nvPr/>
        </p:nvSpPr>
        <p:spPr>
          <a:xfrm>
            <a:off x="530297" y="185791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9" name="Rectangle 8">
            <a:extLst>
              <a:ext uri="{FF2B5EF4-FFF2-40B4-BE49-F238E27FC236}">
                <a16:creationId xmlns:a16="http://schemas.microsoft.com/office/drawing/2014/main" id="{8F0C02E4-2511-6908-5978-5F28E142C056}"/>
              </a:ext>
            </a:extLst>
          </p:cNvPr>
          <p:cNvSpPr/>
          <p:nvPr/>
        </p:nvSpPr>
        <p:spPr>
          <a:xfrm>
            <a:off x="2755752" y="185791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10" name="Rectangle 9">
            <a:extLst>
              <a:ext uri="{FF2B5EF4-FFF2-40B4-BE49-F238E27FC236}">
                <a16:creationId xmlns:a16="http://schemas.microsoft.com/office/drawing/2014/main" id="{962B6389-B278-DD8C-1C04-013BAB35AA01}"/>
              </a:ext>
            </a:extLst>
          </p:cNvPr>
          <p:cNvSpPr/>
          <p:nvPr/>
        </p:nvSpPr>
        <p:spPr>
          <a:xfrm>
            <a:off x="4981207" y="185791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11" name="Rectangle 10">
            <a:extLst>
              <a:ext uri="{FF2B5EF4-FFF2-40B4-BE49-F238E27FC236}">
                <a16:creationId xmlns:a16="http://schemas.microsoft.com/office/drawing/2014/main" id="{4456D310-05E6-A11E-C644-8FFA3CE353FB}"/>
              </a:ext>
            </a:extLst>
          </p:cNvPr>
          <p:cNvSpPr/>
          <p:nvPr/>
        </p:nvSpPr>
        <p:spPr>
          <a:xfrm>
            <a:off x="7206662" y="185791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sp>
        <p:nvSpPr>
          <p:cNvPr id="12" name="Rectangle 11">
            <a:extLst>
              <a:ext uri="{FF2B5EF4-FFF2-40B4-BE49-F238E27FC236}">
                <a16:creationId xmlns:a16="http://schemas.microsoft.com/office/drawing/2014/main" id="{662448B4-87B6-2DD2-3603-B28B1E74FCED}"/>
              </a:ext>
            </a:extLst>
          </p:cNvPr>
          <p:cNvSpPr/>
          <p:nvPr/>
        </p:nvSpPr>
        <p:spPr>
          <a:xfrm>
            <a:off x="9432117" y="185791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grpSp>
        <p:nvGrpSpPr>
          <p:cNvPr id="13" name="AI3" descr="{&quot;Key&quot;:&quot;POWER_USER_SHAPE_ICON&quot;,&quot;Value&quot;:&quot;POWER_USER_SHAPE_ICON_STYLE_1&quot;}">
            <a:extLst>
              <a:ext uri="{FF2B5EF4-FFF2-40B4-BE49-F238E27FC236}">
                <a16:creationId xmlns:a16="http://schemas.microsoft.com/office/drawing/2014/main" id="{3AB2CF84-1510-B664-12E7-20316EA51CE8}"/>
              </a:ext>
            </a:extLst>
          </p:cNvPr>
          <p:cNvGrpSpPr>
            <a:grpSpLocks noChangeAspect="1"/>
          </p:cNvGrpSpPr>
          <p:nvPr/>
        </p:nvGrpSpPr>
        <p:grpSpPr>
          <a:xfrm>
            <a:off x="3498061" y="2225756"/>
            <a:ext cx="740835" cy="685800"/>
            <a:chOff x="5936234" y="2219065"/>
            <a:chExt cx="3630213" cy="3360535"/>
          </a:xfrm>
          <a:solidFill>
            <a:schemeClr val="accent2"/>
          </a:solidFill>
        </p:grpSpPr>
        <p:sp>
          <p:nvSpPr>
            <p:cNvPr id="14" name="Freeform: Shape 2482">
              <a:extLst>
                <a:ext uri="{FF2B5EF4-FFF2-40B4-BE49-F238E27FC236}">
                  <a16:creationId xmlns:a16="http://schemas.microsoft.com/office/drawing/2014/main" id="{3D9A4E16-884D-0763-6344-BBF52623715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5" name="Freeform 114">
              <a:extLst>
                <a:ext uri="{FF2B5EF4-FFF2-40B4-BE49-F238E27FC236}">
                  <a16:creationId xmlns:a16="http://schemas.microsoft.com/office/drawing/2014/main" id="{4ACF60D3-B35D-BDF0-66F4-BB01B8E6B0B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6" name="Freeform 115">
              <a:extLst>
                <a:ext uri="{FF2B5EF4-FFF2-40B4-BE49-F238E27FC236}">
                  <a16:creationId xmlns:a16="http://schemas.microsoft.com/office/drawing/2014/main" id="{FE50B840-5E2A-E46E-8317-C88681745145}"/>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16">
              <a:extLst>
                <a:ext uri="{FF2B5EF4-FFF2-40B4-BE49-F238E27FC236}">
                  <a16:creationId xmlns:a16="http://schemas.microsoft.com/office/drawing/2014/main" id="{F08C5576-9DEC-3BE2-BA5D-8C882104E0D4}"/>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17">
              <a:extLst>
                <a:ext uri="{FF2B5EF4-FFF2-40B4-BE49-F238E27FC236}">
                  <a16:creationId xmlns:a16="http://schemas.microsoft.com/office/drawing/2014/main" id="{97322481-F1E6-0972-E0F3-6B1A59D9F567}"/>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Shape 2487">
              <a:extLst>
                <a:ext uri="{FF2B5EF4-FFF2-40B4-BE49-F238E27FC236}">
                  <a16:creationId xmlns:a16="http://schemas.microsoft.com/office/drawing/2014/main" id="{61FDE4AC-B888-C423-F340-FEE6BB4CED9D}"/>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0" name="Freeform 119">
              <a:extLst>
                <a:ext uri="{FF2B5EF4-FFF2-40B4-BE49-F238E27FC236}">
                  <a16:creationId xmlns:a16="http://schemas.microsoft.com/office/drawing/2014/main" id="{049650EC-897B-2F94-CA34-FAFD679251C8}"/>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0">
              <a:extLst>
                <a:ext uri="{FF2B5EF4-FFF2-40B4-BE49-F238E27FC236}">
                  <a16:creationId xmlns:a16="http://schemas.microsoft.com/office/drawing/2014/main" id="{3A3CAC6A-919F-ED9D-6887-069B2E974CC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Freeform 121">
              <a:extLst>
                <a:ext uri="{FF2B5EF4-FFF2-40B4-BE49-F238E27FC236}">
                  <a16:creationId xmlns:a16="http://schemas.microsoft.com/office/drawing/2014/main" id="{18E795A1-FD56-DA2E-01CF-A8495813B7BC}"/>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Freeform 122">
              <a:extLst>
                <a:ext uri="{FF2B5EF4-FFF2-40B4-BE49-F238E27FC236}">
                  <a16:creationId xmlns:a16="http://schemas.microsoft.com/office/drawing/2014/main" id="{9061B582-9532-53EB-8A5B-DEB25FCF84BF}"/>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Freeform 124">
              <a:extLst>
                <a:ext uri="{FF2B5EF4-FFF2-40B4-BE49-F238E27FC236}">
                  <a16:creationId xmlns:a16="http://schemas.microsoft.com/office/drawing/2014/main" id="{632DF032-AAF2-5642-4029-3438B1CEE53E}"/>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Freeform 126">
              <a:extLst>
                <a:ext uri="{FF2B5EF4-FFF2-40B4-BE49-F238E27FC236}">
                  <a16:creationId xmlns:a16="http://schemas.microsoft.com/office/drawing/2014/main" id="{0C9BE97D-4F5A-F0B0-0E57-1303204796FE}"/>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27">
              <a:extLst>
                <a:ext uri="{FF2B5EF4-FFF2-40B4-BE49-F238E27FC236}">
                  <a16:creationId xmlns:a16="http://schemas.microsoft.com/office/drawing/2014/main" id="{4720BE45-B887-80CC-1010-D3E53B172D0D}"/>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28">
              <a:extLst>
                <a:ext uri="{FF2B5EF4-FFF2-40B4-BE49-F238E27FC236}">
                  <a16:creationId xmlns:a16="http://schemas.microsoft.com/office/drawing/2014/main" id="{56FC71D2-3BEA-1828-9B4C-3BB3231988D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29">
              <a:extLst>
                <a:ext uri="{FF2B5EF4-FFF2-40B4-BE49-F238E27FC236}">
                  <a16:creationId xmlns:a16="http://schemas.microsoft.com/office/drawing/2014/main" id="{B3352F55-CFCA-26B6-4414-5293431C57BD}"/>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0">
              <a:extLst>
                <a:ext uri="{FF2B5EF4-FFF2-40B4-BE49-F238E27FC236}">
                  <a16:creationId xmlns:a16="http://schemas.microsoft.com/office/drawing/2014/main" id="{C77224D9-5BDD-FD6A-3D5A-780AF365A4B0}"/>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1">
              <a:extLst>
                <a:ext uri="{FF2B5EF4-FFF2-40B4-BE49-F238E27FC236}">
                  <a16:creationId xmlns:a16="http://schemas.microsoft.com/office/drawing/2014/main" id="{97362EB6-08E3-2758-08A0-113A132E1593}"/>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2">
              <a:extLst>
                <a:ext uri="{FF2B5EF4-FFF2-40B4-BE49-F238E27FC236}">
                  <a16:creationId xmlns:a16="http://schemas.microsoft.com/office/drawing/2014/main" id="{5F98A215-B4E3-D954-5029-6B10D5454F22}"/>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3">
              <a:extLst>
                <a:ext uri="{FF2B5EF4-FFF2-40B4-BE49-F238E27FC236}">
                  <a16:creationId xmlns:a16="http://schemas.microsoft.com/office/drawing/2014/main" id="{B74FB4AA-7263-1C26-A4DC-1E05F14F9C74}"/>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4">
              <a:extLst>
                <a:ext uri="{FF2B5EF4-FFF2-40B4-BE49-F238E27FC236}">
                  <a16:creationId xmlns:a16="http://schemas.microsoft.com/office/drawing/2014/main" id="{B85FD201-CDE4-7446-DF67-6FCF53A50230}"/>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5">
              <a:extLst>
                <a:ext uri="{FF2B5EF4-FFF2-40B4-BE49-F238E27FC236}">
                  <a16:creationId xmlns:a16="http://schemas.microsoft.com/office/drawing/2014/main" id="{7D42FBFB-7399-E531-DBED-4EF48F9463ED}"/>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36">
              <a:extLst>
                <a:ext uri="{FF2B5EF4-FFF2-40B4-BE49-F238E27FC236}">
                  <a16:creationId xmlns:a16="http://schemas.microsoft.com/office/drawing/2014/main" id="{544603E1-D3F6-979F-A0E1-9F52CDAB1993}"/>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37">
              <a:extLst>
                <a:ext uri="{FF2B5EF4-FFF2-40B4-BE49-F238E27FC236}">
                  <a16:creationId xmlns:a16="http://schemas.microsoft.com/office/drawing/2014/main" id="{96670F58-0A52-AA74-1626-34EF896F8B83}"/>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38">
              <a:extLst>
                <a:ext uri="{FF2B5EF4-FFF2-40B4-BE49-F238E27FC236}">
                  <a16:creationId xmlns:a16="http://schemas.microsoft.com/office/drawing/2014/main" id="{8D1B1376-D598-60C8-2092-7EA702D1CF6B}"/>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39">
              <a:extLst>
                <a:ext uri="{FF2B5EF4-FFF2-40B4-BE49-F238E27FC236}">
                  <a16:creationId xmlns:a16="http://schemas.microsoft.com/office/drawing/2014/main" id="{8C199C41-D8A6-F381-B16A-FC121FB750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Rectangle 140">
              <a:extLst>
                <a:ext uri="{FF2B5EF4-FFF2-40B4-BE49-F238E27FC236}">
                  <a16:creationId xmlns:a16="http://schemas.microsoft.com/office/drawing/2014/main" id="{0D148853-7D33-83D8-88C3-041F87E98E07}"/>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Rectangle 141">
              <a:extLst>
                <a:ext uri="{FF2B5EF4-FFF2-40B4-BE49-F238E27FC236}">
                  <a16:creationId xmlns:a16="http://schemas.microsoft.com/office/drawing/2014/main" id="{C0814455-DA8F-2CC0-AFDC-9BDDBC15F91C}"/>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Rectangle 142">
              <a:extLst>
                <a:ext uri="{FF2B5EF4-FFF2-40B4-BE49-F238E27FC236}">
                  <a16:creationId xmlns:a16="http://schemas.microsoft.com/office/drawing/2014/main" id="{8D3AA923-CE84-EA66-4D4A-127E19DEBA8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Rectangle 143">
              <a:extLst>
                <a:ext uri="{FF2B5EF4-FFF2-40B4-BE49-F238E27FC236}">
                  <a16:creationId xmlns:a16="http://schemas.microsoft.com/office/drawing/2014/main" id="{318824EE-D836-D14F-C6A5-75AB125A536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4">
              <a:extLst>
                <a:ext uri="{FF2B5EF4-FFF2-40B4-BE49-F238E27FC236}">
                  <a16:creationId xmlns:a16="http://schemas.microsoft.com/office/drawing/2014/main" id="{DFF55D70-7013-4BF5-4104-A06DC27F3A76}"/>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5">
              <a:extLst>
                <a:ext uri="{FF2B5EF4-FFF2-40B4-BE49-F238E27FC236}">
                  <a16:creationId xmlns:a16="http://schemas.microsoft.com/office/drawing/2014/main" id="{D0092ECE-F33E-9206-729D-690A06FBAB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46">
              <a:extLst>
                <a:ext uri="{FF2B5EF4-FFF2-40B4-BE49-F238E27FC236}">
                  <a16:creationId xmlns:a16="http://schemas.microsoft.com/office/drawing/2014/main" id="{71B4BB3C-A3E0-B81F-53CD-AE6A3BE39402}"/>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47">
              <a:extLst>
                <a:ext uri="{FF2B5EF4-FFF2-40B4-BE49-F238E27FC236}">
                  <a16:creationId xmlns:a16="http://schemas.microsoft.com/office/drawing/2014/main" id="{C86B8B65-DE32-D4DC-C019-500F9ADFB0D4}"/>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48">
              <a:extLst>
                <a:ext uri="{FF2B5EF4-FFF2-40B4-BE49-F238E27FC236}">
                  <a16:creationId xmlns:a16="http://schemas.microsoft.com/office/drawing/2014/main" id="{1CB3CCA4-02F8-3953-068F-242D29159DEA}"/>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49">
              <a:extLst>
                <a:ext uri="{FF2B5EF4-FFF2-40B4-BE49-F238E27FC236}">
                  <a16:creationId xmlns:a16="http://schemas.microsoft.com/office/drawing/2014/main" id="{67BE4910-DC2A-E45D-BE50-59A7B509D843}"/>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0">
              <a:extLst>
                <a:ext uri="{FF2B5EF4-FFF2-40B4-BE49-F238E27FC236}">
                  <a16:creationId xmlns:a16="http://schemas.microsoft.com/office/drawing/2014/main" id="{1F6F5651-8C9C-980F-20FB-77904F38CC0F}"/>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0" name="Freeform 151">
              <a:extLst>
                <a:ext uri="{FF2B5EF4-FFF2-40B4-BE49-F238E27FC236}">
                  <a16:creationId xmlns:a16="http://schemas.microsoft.com/office/drawing/2014/main" id="{CED8ED91-3FD0-8C56-9111-5580A272AE8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1" name="Freeform 152">
              <a:extLst>
                <a:ext uri="{FF2B5EF4-FFF2-40B4-BE49-F238E27FC236}">
                  <a16:creationId xmlns:a16="http://schemas.microsoft.com/office/drawing/2014/main" id="{77E0C9E2-F3DF-47F1-27D7-CC201E4B69E1}"/>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2" name="Freeform 153">
              <a:extLst>
                <a:ext uri="{FF2B5EF4-FFF2-40B4-BE49-F238E27FC236}">
                  <a16:creationId xmlns:a16="http://schemas.microsoft.com/office/drawing/2014/main" id="{CC4F8084-0EDF-A9CF-1F8B-02D2E17C7A7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3" name="Freeform 154">
              <a:extLst>
                <a:ext uri="{FF2B5EF4-FFF2-40B4-BE49-F238E27FC236}">
                  <a16:creationId xmlns:a16="http://schemas.microsoft.com/office/drawing/2014/main" id="{349911F8-3BD5-3E58-C3E2-FA28B4A08C7C}"/>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4" name="Ambulance5" descr="{&quot;Key&quot;:&quot;POWER_USER_SHAPE_ICON&quot;,&quot;Value&quot;:&quot;POWER_USER_SHAPE_ICON_STYLE_1&quot;}">
            <a:extLst>
              <a:ext uri="{FF2B5EF4-FFF2-40B4-BE49-F238E27FC236}">
                <a16:creationId xmlns:a16="http://schemas.microsoft.com/office/drawing/2014/main" id="{0275C0A3-4B07-FD5D-ED34-5A8DAAD8D3BE}"/>
              </a:ext>
            </a:extLst>
          </p:cNvPr>
          <p:cNvGrpSpPr>
            <a:grpSpLocks noChangeAspect="1"/>
          </p:cNvGrpSpPr>
          <p:nvPr/>
        </p:nvGrpSpPr>
        <p:grpSpPr>
          <a:xfrm>
            <a:off x="7946371" y="2252961"/>
            <a:ext cx="749969" cy="698500"/>
            <a:chOff x="6609613" y="1440180"/>
            <a:chExt cx="1276363" cy="1188768"/>
          </a:xfrm>
          <a:solidFill>
            <a:schemeClr val="accent4"/>
          </a:solidFill>
        </p:grpSpPr>
        <p:sp>
          <p:nvSpPr>
            <p:cNvPr id="166" name="Free-form: Shape 165">
              <a:extLst>
                <a:ext uri="{FF2B5EF4-FFF2-40B4-BE49-F238E27FC236}">
                  <a16:creationId xmlns:a16="http://schemas.microsoft.com/office/drawing/2014/main" id="{3A115761-0042-5BD7-BB2C-212F28EB2367}"/>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1F655396-5503-1B5E-923C-14B1C9670A45}"/>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321EEBC3-4CF7-ACBB-D307-45289C98E11E}"/>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00012F49-6815-CDD6-DB24-3BEB45BA7206}"/>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B2902798-878E-BD09-7E84-0CB1E7D20605}"/>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FED6D9AF-9C69-7050-1DBB-1E8DD521B054}"/>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72" name="Analytics29" descr="{&quot;Key&quot;:&quot;POWER_USER_SHAPE_ICON&quot;,&quot;Value&quot;:&quot;POWER_USER_SHAPE_ICON_STYLE_1&quot;}">
            <a:extLst>
              <a:ext uri="{FF2B5EF4-FFF2-40B4-BE49-F238E27FC236}">
                <a16:creationId xmlns:a16="http://schemas.microsoft.com/office/drawing/2014/main" id="{0C4097EB-3468-5E57-42CC-08446F17EAAE}"/>
              </a:ext>
            </a:extLst>
          </p:cNvPr>
          <p:cNvGrpSpPr>
            <a:grpSpLocks noChangeAspect="1"/>
          </p:cNvGrpSpPr>
          <p:nvPr/>
        </p:nvGrpSpPr>
        <p:grpSpPr>
          <a:xfrm>
            <a:off x="5718289" y="2168607"/>
            <a:ext cx="755226" cy="762000"/>
            <a:chOff x="8874357" y="4918140"/>
            <a:chExt cx="578476" cy="583665"/>
          </a:xfrm>
          <a:solidFill>
            <a:schemeClr val="accent3"/>
          </a:solidFill>
        </p:grpSpPr>
        <p:sp>
          <p:nvSpPr>
            <p:cNvPr id="173" name="Free-form: Shape 172">
              <a:extLst>
                <a:ext uri="{FF2B5EF4-FFF2-40B4-BE49-F238E27FC236}">
                  <a16:creationId xmlns:a16="http://schemas.microsoft.com/office/drawing/2014/main" id="{51510F98-9C49-2A37-9ED0-F6DBFEEB173B}"/>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84B6E667-BE1B-02A1-1448-A1EAA194622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89202FD5-06AE-A31F-1C02-FB0AB5E76646}"/>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9E0E6CC5-5172-DC76-3906-6142EED721F3}"/>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AB117622-C202-02D7-A67A-86CB835B96EA}"/>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CB8A11A3-9932-D7DD-FF4B-CB5EBE8E5ECA}"/>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51A5F737-E1A7-049C-D9D8-5269D2823B0E}"/>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80" name="Antenna6" descr="{&quot;Key&quot;:&quot;POWER_USER_SHAPE_ICON&quot;,&quot;Value&quot;:&quot;POWER_USER_SHAPE_ICON_STYLE_1&quot;}">
            <a:extLst>
              <a:ext uri="{FF2B5EF4-FFF2-40B4-BE49-F238E27FC236}">
                <a16:creationId xmlns:a16="http://schemas.microsoft.com/office/drawing/2014/main" id="{5290203D-4401-BF46-3D02-6DF027FF2FC6}"/>
              </a:ext>
            </a:extLst>
          </p:cNvPr>
          <p:cNvSpPr>
            <a:spLocks noChangeAspect="1"/>
          </p:cNvSpPr>
          <p:nvPr/>
        </p:nvSpPr>
        <p:spPr>
          <a:xfrm>
            <a:off x="10269160" y="221305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81" name="Architect3" descr="{&quot;Key&quot;:&quot;POWER_USER_SHAPE_ICON&quot;,&quot;Value&quot;:&quot;POWER_USER_SHAPE_ICON_STYLE_1&quot;}">
            <a:extLst>
              <a:ext uri="{FF2B5EF4-FFF2-40B4-BE49-F238E27FC236}">
                <a16:creationId xmlns:a16="http://schemas.microsoft.com/office/drawing/2014/main" id="{ECB92DD6-E879-8B8B-6528-445459EB722D}"/>
              </a:ext>
            </a:extLst>
          </p:cNvPr>
          <p:cNvGrpSpPr>
            <a:grpSpLocks noChangeAspect="1"/>
          </p:cNvGrpSpPr>
          <p:nvPr/>
        </p:nvGrpSpPr>
        <p:grpSpPr>
          <a:xfrm>
            <a:off x="1256990" y="2222664"/>
            <a:ext cx="761172" cy="711200"/>
            <a:chOff x="6687122" y="2888650"/>
            <a:chExt cx="1145218" cy="1070033"/>
          </a:xfrm>
          <a:solidFill>
            <a:schemeClr val="accent1"/>
          </a:solidFill>
        </p:grpSpPr>
        <p:sp>
          <p:nvSpPr>
            <p:cNvPr id="182" name="Forme libre : forme 3294">
              <a:extLst>
                <a:ext uri="{FF2B5EF4-FFF2-40B4-BE49-F238E27FC236}">
                  <a16:creationId xmlns:a16="http://schemas.microsoft.com/office/drawing/2014/main" id="{060C56D9-8D47-4B10-994E-C15F0288CD93}"/>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83" name="Forme libre : forme 3295">
              <a:extLst>
                <a:ext uri="{FF2B5EF4-FFF2-40B4-BE49-F238E27FC236}">
                  <a16:creationId xmlns:a16="http://schemas.microsoft.com/office/drawing/2014/main" id="{B266C5ED-5C02-0A6E-CD93-5A230F1A5B9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84" name="Forme libre : forme 3296">
              <a:extLst>
                <a:ext uri="{FF2B5EF4-FFF2-40B4-BE49-F238E27FC236}">
                  <a16:creationId xmlns:a16="http://schemas.microsoft.com/office/drawing/2014/main" id="{986713A4-B657-57AA-4458-A0C0F5516FA4}"/>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85" name="Forme libre : forme 3297">
              <a:extLst>
                <a:ext uri="{FF2B5EF4-FFF2-40B4-BE49-F238E27FC236}">
                  <a16:creationId xmlns:a16="http://schemas.microsoft.com/office/drawing/2014/main" id="{F66FA15C-3E48-1E5D-1439-5030C778C0D1}"/>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86" name="Forme libre : forme 3298">
              <a:extLst>
                <a:ext uri="{FF2B5EF4-FFF2-40B4-BE49-F238E27FC236}">
                  <a16:creationId xmlns:a16="http://schemas.microsoft.com/office/drawing/2014/main" id="{DBD0F13C-8462-B06D-E79C-0BFE74BD03B9}"/>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87" name="Forme libre : forme 3299">
              <a:extLst>
                <a:ext uri="{FF2B5EF4-FFF2-40B4-BE49-F238E27FC236}">
                  <a16:creationId xmlns:a16="http://schemas.microsoft.com/office/drawing/2014/main" id="{FDC16CA1-A9F3-96AA-55E3-6374AB453C35}"/>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88" name="Forme libre : forme 3300">
              <a:extLst>
                <a:ext uri="{FF2B5EF4-FFF2-40B4-BE49-F238E27FC236}">
                  <a16:creationId xmlns:a16="http://schemas.microsoft.com/office/drawing/2014/main" id="{D4B606DC-DC3D-1A76-3923-17C4A0D78166}"/>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89" name="Forme libre : forme 3301">
              <a:extLst>
                <a:ext uri="{FF2B5EF4-FFF2-40B4-BE49-F238E27FC236}">
                  <a16:creationId xmlns:a16="http://schemas.microsoft.com/office/drawing/2014/main" id="{73E8E103-7E74-0CA5-7EB9-B44A4A5CCDF5}"/>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90" name="Forme libre : forme 3302">
              <a:extLst>
                <a:ext uri="{FF2B5EF4-FFF2-40B4-BE49-F238E27FC236}">
                  <a16:creationId xmlns:a16="http://schemas.microsoft.com/office/drawing/2014/main" id="{5C4B0749-9BD0-8ED6-33F8-518714DC9A94}"/>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91" name="Forme libre : forme 3303">
              <a:extLst>
                <a:ext uri="{FF2B5EF4-FFF2-40B4-BE49-F238E27FC236}">
                  <a16:creationId xmlns:a16="http://schemas.microsoft.com/office/drawing/2014/main" id="{4E398210-4D74-0847-F623-19B5D51D558A}"/>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92" name="Forme libre : forme 3304">
              <a:extLst>
                <a:ext uri="{FF2B5EF4-FFF2-40B4-BE49-F238E27FC236}">
                  <a16:creationId xmlns:a16="http://schemas.microsoft.com/office/drawing/2014/main" id="{7C0F5103-4BCB-90A7-B193-41F47B105321}"/>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93" name="Forme libre : forme 3305">
              <a:extLst>
                <a:ext uri="{FF2B5EF4-FFF2-40B4-BE49-F238E27FC236}">
                  <a16:creationId xmlns:a16="http://schemas.microsoft.com/office/drawing/2014/main" id="{807502C9-0528-4EB0-5F4E-C8AB85B4D925}"/>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94" name="Forme libre : forme 3306">
              <a:extLst>
                <a:ext uri="{FF2B5EF4-FFF2-40B4-BE49-F238E27FC236}">
                  <a16:creationId xmlns:a16="http://schemas.microsoft.com/office/drawing/2014/main" id="{911C76C9-8E24-3FC8-F311-EEE6DE93DA62}"/>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
        <p:nvSpPr>
          <p:cNvPr id="274" name="Rectangle 273">
            <a:extLst>
              <a:ext uri="{FF2B5EF4-FFF2-40B4-BE49-F238E27FC236}">
                <a16:creationId xmlns:a16="http://schemas.microsoft.com/office/drawing/2014/main" id="{36F73F7C-CFA3-36AB-02A3-AC93F6457A40}"/>
              </a:ext>
            </a:extLst>
          </p:cNvPr>
          <p:cNvSpPr/>
          <p:nvPr/>
        </p:nvSpPr>
        <p:spPr>
          <a:xfrm>
            <a:off x="530297" y="3867207"/>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sp>
        <p:nvSpPr>
          <p:cNvPr id="270" name="Rectangle 269">
            <a:extLst>
              <a:ext uri="{FF2B5EF4-FFF2-40B4-BE49-F238E27FC236}">
                <a16:creationId xmlns:a16="http://schemas.microsoft.com/office/drawing/2014/main" id="{553D1233-18C3-79AD-6E32-16B81F8D36F4}"/>
              </a:ext>
            </a:extLst>
          </p:cNvPr>
          <p:cNvSpPr/>
          <p:nvPr/>
        </p:nvSpPr>
        <p:spPr>
          <a:xfrm>
            <a:off x="2755752" y="3867207"/>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271" name="Rectangle 270">
            <a:extLst>
              <a:ext uri="{FF2B5EF4-FFF2-40B4-BE49-F238E27FC236}">
                <a16:creationId xmlns:a16="http://schemas.microsoft.com/office/drawing/2014/main" id="{E2F0C62D-DC69-5EB8-66C0-80A7D851A610}"/>
              </a:ext>
            </a:extLst>
          </p:cNvPr>
          <p:cNvSpPr/>
          <p:nvPr/>
        </p:nvSpPr>
        <p:spPr>
          <a:xfrm>
            <a:off x="4981207" y="3867207"/>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272" name="Rectangle 271">
            <a:extLst>
              <a:ext uri="{FF2B5EF4-FFF2-40B4-BE49-F238E27FC236}">
                <a16:creationId xmlns:a16="http://schemas.microsoft.com/office/drawing/2014/main" id="{AC16EA67-F08D-0188-49AB-49B65D8F8782}"/>
              </a:ext>
            </a:extLst>
          </p:cNvPr>
          <p:cNvSpPr/>
          <p:nvPr/>
        </p:nvSpPr>
        <p:spPr>
          <a:xfrm>
            <a:off x="7206662" y="3867207"/>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273" name="Rectangle 272">
            <a:extLst>
              <a:ext uri="{FF2B5EF4-FFF2-40B4-BE49-F238E27FC236}">
                <a16:creationId xmlns:a16="http://schemas.microsoft.com/office/drawing/2014/main" id="{BCD03DBF-3E5F-2E56-07F3-C2379206C7E4}"/>
              </a:ext>
            </a:extLst>
          </p:cNvPr>
          <p:cNvSpPr/>
          <p:nvPr/>
        </p:nvSpPr>
        <p:spPr>
          <a:xfrm>
            <a:off x="9432117" y="3867207"/>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grpSp>
        <p:nvGrpSpPr>
          <p:cNvPr id="332" name="Architect3" descr="{&quot;Key&quot;:&quot;POWER_USER_SHAPE_ICON&quot;,&quot;Value&quot;:&quot;POWER_USER_SHAPE_ICON_STYLE_1&quot;}">
            <a:extLst>
              <a:ext uri="{FF2B5EF4-FFF2-40B4-BE49-F238E27FC236}">
                <a16:creationId xmlns:a16="http://schemas.microsoft.com/office/drawing/2014/main" id="{8BBFE194-CDC3-4F18-99A0-C999F488A062}"/>
              </a:ext>
            </a:extLst>
          </p:cNvPr>
          <p:cNvGrpSpPr>
            <a:grpSpLocks noChangeAspect="1"/>
          </p:cNvGrpSpPr>
          <p:nvPr/>
        </p:nvGrpSpPr>
        <p:grpSpPr>
          <a:xfrm>
            <a:off x="3487893" y="4243932"/>
            <a:ext cx="761172" cy="711200"/>
            <a:chOff x="6687122" y="2888650"/>
            <a:chExt cx="1145218" cy="1070033"/>
          </a:xfrm>
          <a:solidFill>
            <a:schemeClr val="accent1"/>
          </a:solidFill>
        </p:grpSpPr>
        <p:sp>
          <p:nvSpPr>
            <p:cNvPr id="333" name="Forme libre : forme 3294">
              <a:extLst>
                <a:ext uri="{FF2B5EF4-FFF2-40B4-BE49-F238E27FC236}">
                  <a16:creationId xmlns:a16="http://schemas.microsoft.com/office/drawing/2014/main" id="{21B7B2E7-CAD9-23BA-924E-521141C69CA0}"/>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334" name="Forme libre : forme 3295">
              <a:extLst>
                <a:ext uri="{FF2B5EF4-FFF2-40B4-BE49-F238E27FC236}">
                  <a16:creationId xmlns:a16="http://schemas.microsoft.com/office/drawing/2014/main" id="{D0AD4BB8-484B-DA88-B2FD-AE6FA50D993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335" name="Forme libre : forme 3296">
              <a:extLst>
                <a:ext uri="{FF2B5EF4-FFF2-40B4-BE49-F238E27FC236}">
                  <a16:creationId xmlns:a16="http://schemas.microsoft.com/office/drawing/2014/main" id="{0A23A18F-FD85-7C4E-99B3-8E68B6DE212A}"/>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336" name="Forme libre : forme 3297">
              <a:extLst>
                <a:ext uri="{FF2B5EF4-FFF2-40B4-BE49-F238E27FC236}">
                  <a16:creationId xmlns:a16="http://schemas.microsoft.com/office/drawing/2014/main" id="{2B84E967-5107-AF0F-135E-784E0B5C123E}"/>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337" name="Forme libre : forme 3298">
              <a:extLst>
                <a:ext uri="{FF2B5EF4-FFF2-40B4-BE49-F238E27FC236}">
                  <a16:creationId xmlns:a16="http://schemas.microsoft.com/office/drawing/2014/main" id="{B35F351A-311A-6E62-20FF-1FDFF519951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338" name="Forme libre : forme 3299">
              <a:extLst>
                <a:ext uri="{FF2B5EF4-FFF2-40B4-BE49-F238E27FC236}">
                  <a16:creationId xmlns:a16="http://schemas.microsoft.com/office/drawing/2014/main" id="{3DD14891-0D0B-0C23-3151-A12258FA7056}"/>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339" name="Forme libre : forme 3300">
              <a:extLst>
                <a:ext uri="{FF2B5EF4-FFF2-40B4-BE49-F238E27FC236}">
                  <a16:creationId xmlns:a16="http://schemas.microsoft.com/office/drawing/2014/main" id="{01119738-48D7-2B7A-FB03-C026A128B960}"/>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340" name="Forme libre : forme 3301">
              <a:extLst>
                <a:ext uri="{FF2B5EF4-FFF2-40B4-BE49-F238E27FC236}">
                  <a16:creationId xmlns:a16="http://schemas.microsoft.com/office/drawing/2014/main" id="{8FF98B62-FEC4-426E-BE9B-A39971EBD3BE}"/>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341" name="Forme libre : forme 3302">
              <a:extLst>
                <a:ext uri="{FF2B5EF4-FFF2-40B4-BE49-F238E27FC236}">
                  <a16:creationId xmlns:a16="http://schemas.microsoft.com/office/drawing/2014/main" id="{26EB8F45-9419-28D9-2274-BD3B8204E9E9}"/>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342" name="Forme libre : forme 3303">
              <a:extLst>
                <a:ext uri="{FF2B5EF4-FFF2-40B4-BE49-F238E27FC236}">
                  <a16:creationId xmlns:a16="http://schemas.microsoft.com/office/drawing/2014/main" id="{4ABA8D95-2308-5308-0E68-53E1E5AE8A57}"/>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343" name="Forme libre : forme 3304">
              <a:extLst>
                <a:ext uri="{FF2B5EF4-FFF2-40B4-BE49-F238E27FC236}">
                  <a16:creationId xmlns:a16="http://schemas.microsoft.com/office/drawing/2014/main" id="{1CB67777-BEAE-1422-275A-19E267E074AD}"/>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344" name="Forme libre : forme 3305">
              <a:extLst>
                <a:ext uri="{FF2B5EF4-FFF2-40B4-BE49-F238E27FC236}">
                  <a16:creationId xmlns:a16="http://schemas.microsoft.com/office/drawing/2014/main" id="{9E3C1E72-F764-E681-E7CA-EFECD073EE5F}"/>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345" name="Forme libre : forme 3306">
              <a:extLst>
                <a:ext uri="{FF2B5EF4-FFF2-40B4-BE49-F238E27FC236}">
                  <a16:creationId xmlns:a16="http://schemas.microsoft.com/office/drawing/2014/main" id="{FF365ED6-16B2-E70B-2B0B-B6714AA0B701}"/>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grpSp>
        <p:nvGrpSpPr>
          <p:cNvPr id="323" name="Analytics29" descr="{&quot;Key&quot;:&quot;POWER_USER_SHAPE_ICON&quot;,&quot;Value&quot;:&quot;POWER_USER_SHAPE_ICON_STYLE_1&quot;}">
            <a:extLst>
              <a:ext uri="{FF2B5EF4-FFF2-40B4-BE49-F238E27FC236}">
                <a16:creationId xmlns:a16="http://schemas.microsoft.com/office/drawing/2014/main" id="{E542F352-20FD-AD93-23A6-1E736952D827}"/>
              </a:ext>
            </a:extLst>
          </p:cNvPr>
          <p:cNvGrpSpPr>
            <a:grpSpLocks noChangeAspect="1"/>
          </p:cNvGrpSpPr>
          <p:nvPr/>
        </p:nvGrpSpPr>
        <p:grpSpPr>
          <a:xfrm>
            <a:off x="7943742" y="4218532"/>
            <a:ext cx="755226" cy="762000"/>
            <a:chOff x="8874357" y="4918140"/>
            <a:chExt cx="578476" cy="583665"/>
          </a:xfrm>
          <a:solidFill>
            <a:schemeClr val="accent3"/>
          </a:solidFill>
        </p:grpSpPr>
        <p:sp>
          <p:nvSpPr>
            <p:cNvPr id="324" name="Free-form: Shape 323">
              <a:extLst>
                <a:ext uri="{FF2B5EF4-FFF2-40B4-BE49-F238E27FC236}">
                  <a16:creationId xmlns:a16="http://schemas.microsoft.com/office/drawing/2014/main" id="{763B00BE-4829-9547-B9DF-2B189ECA5A96}"/>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A98AC23B-D8B8-BA2D-BEED-87CAB499CEF6}"/>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15BBBB9C-7ED0-F648-E013-AA755229BEDF}"/>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8C947268-B650-E711-226F-B572905F921B}"/>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4A7F4473-813A-447F-3BBB-7E1EA314947C}"/>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D0A555B2-B205-950C-A7C9-0DD9EA50502B}"/>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E623DA8E-5A1E-E1C4-F648-3C322963C7E0}"/>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grpSp>
        <p:nvGrpSpPr>
          <p:cNvPr id="275" name="AI3" descr="{&quot;Key&quot;:&quot;POWER_USER_SHAPE_ICON&quot;,&quot;Value&quot;:&quot;POWER_USER_SHAPE_ICON_STYLE_1&quot;}">
            <a:extLst>
              <a:ext uri="{FF2B5EF4-FFF2-40B4-BE49-F238E27FC236}">
                <a16:creationId xmlns:a16="http://schemas.microsoft.com/office/drawing/2014/main" id="{FE869969-2DF6-37FD-DC60-A0731641AD4B}"/>
              </a:ext>
            </a:extLst>
          </p:cNvPr>
          <p:cNvGrpSpPr>
            <a:grpSpLocks noChangeAspect="1"/>
          </p:cNvGrpSpPr>
          <p:nvPr/>
        </p:nvGrpSpPr>
        <p:grpSpPr>
          <a:xfrm>
            <a:off x="5725485" y="4256632"/>
            <a:ext cx="740835" cy="685800"/>
            <a:chOff x="5936234" y="2219065"/>
            <a:chExt cx="3630213" cy="3360535"/>
          </a:xfrm>
          <a:solidFill>
            <a:schemeClr val="accent2"/>
          </a:solidFill>
        </p:grpSpPr>
        <p:sp>
          <p:nvSpPr>
            <p:cNvPr id="276" name="Freeform: Shape 2482">
              <a:extLst>
                <a:ext uri="{FF2B5EF4-FFF2-40B4-BE49-F238E27FC236}">
                  <a16:creationId xmlns:a16="http://schemas.microsoft.com/office/drawing/2014/main" id="{14ADFC36-1C7B-1F31-6339-F4ABB565C5E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77" name="Freeform 114">
              <a:extLst>
                <a:ext uri="{FF2B5EF4-FFF2-40B4-BE49-F238E27FC236}">
                  <a16:creationId xmlns:a16="http://schemas.microsoft.com/office/drawing/2014/main" id="{E8919873-561D-BAD8-90C3-C83DFD47E1F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8" name="Freeform 115">
              <a:extLst>
                <a:ext uri="{FF2B5EF4-FFF2-40B4-BE49-F238E27FC236}">
                  <a16:creationId xmlns:a16="http://schemas.microsoft.com/office/drawing/2014/main" id="{473BBDAF-4D24-430D-63A1-0F74C1D50103}"/>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9" name="Freeform 116">
              <a:extLst>
                <a:ext uri="{FF2B5EF4-FFF2-40B4-BE49-F238E27FC236}">
                  <a16:creationId xmlns:a16="http://schemas.microsoft.com/office/drawing/2014/main" id="{F03A9F45-3A9E-7E57-B68C-062B1CDCC82E}"/>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0" name="Freeform 117">
              <a:extLst>
                <a:ext uri="{FF2B5EF4-FFF2-40B4-BE49-F238E27FC236}">
                  <a16:creationId xmlns:a16="http://schemas.microsoft.com/office/drawing/2014/main" id="{255825DA-EEC4-FCD8-65C6-7CE89EBDA4D8}"/>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1" name="Freeform: Shape 2487">
              <a:extLst>
                <a:ext uri="{FF2B5EF4-FFF2-40B4-BE49-F238E27FC236}">
                  <a16:creationId xmlns:a16="http://schemas.microsoft.com/office/drawing/2014/main" id="{F18846CD-C2D3-46F3-5BEC-5CEB474AE38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2" name="Freeform 119">
              <a:extLst>
                <a:ext uri="{FF2B5EF4-FFF2-40B4-BE49-F238E27FC236}">
                  <a16:creationId xmlns:a16="http://schemas.microsoft.com/office/drawing/2014/main" id="{FF7ABD68-E645-999B-E53D-A763DC0E3030}"/>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3" name="Freeform 120">
              <a:extLst>
                <a:ext uri="{FF2B5EF4-FFF2-40B4-BE49-F238E27FC236}">
                  <a16:creationId xmlns:a16="http://schemas.microsoft.com/office/drawing/2014/main" id="{F6F669A0-19D0-4D84-E8B6-2BC11EF58F4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4" name="Freeform 121">
              <a:extLst>
                <a:ext uri="{FF2B5EF4-FFF2-40B4-BE49-F238E27FC236}">
                  <a16:creationId xmlns:a16="http://schemas.microsoft.com/office/drawing/2014/main" id="{75C3F7FA-AA30-3F61-3AF8-76B1906C2C42}"/>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5" name="Freeform 122">
              <a:extLst>
                <a:ext uri="{FF2B5EF4-FFF2-40B4-BE49-F238E27FC236}">
                  <a16:creationId xmlns:a16="http://schemas.microsoft.com/office/drawing/2014/main" id="{1F700BF9-0D94-7D4B-974F-D29B5DE97E94}"/>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6" name="Freeform 124">
              <a:extLst>
                <a:ext uri="{FF2B5EF4-FFF2-40B4-BE49-F238E27FC236}">
                  <a16:creationId xmlns:a16="http://schemas.microsoft.com/office/drawing/2014/main" id="{19AD7AA9-3AE3-C3A6-8EA9-E133C83B8269}"/>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7" name="Freeform 126">
              <a:extLst>
                <a:ext uri="{FF2B5EF4-FFF2-40B4-BE49-F238E27FC236}">
                  <a16:creationId xmlns:a16="http://schemas.microsoft.com/office/drawing/2014/main" id="{7306A292-2B96-5DAB-2914-5C8228B2261C}"/>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8" name="Rectangle 127">
              <a:extLst>
                <a:ext uri="{FF2B5EF4-FFF2-40B4-BE49-F238E27FC236}">
                  <a16:creationId xmlns:a16="http://schemas.microsoft.com/office/drawing/2014/main" id="{3B21A411-1393-1D4D-AD3F-850161E3B36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9" name="Rectangle 128">
              <a:extLst>
                <a:ext uri="{FF2B5EF4-FFF2-40B4-BE49-F238E27FC236}">
                  <a16:creationId xmlns:a16="http://schemas.microsoft.com/office/drawing/2014/main" id="{2C914632-5FA9-6A5B-CFEE-5FDCB5B46E5E}"/>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0" name="Rectangle 129">
              <a:extLst>
                <a:ext uri="{FF2B5EF4-FFF2-40B4-BE49-F238E27FC236}">
                  <a16:creationId xmlns:a16="http://schemas.microsoft.com/office/drawing/2014/main" id="{88040949-F299-83EB-C57E-8DB7DD3A8BB8}"/>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1" name="Rectangle 130">
              <a:extLst>
                <a:ext uri="{FF2B5EF4-FFF2-40B4-BE49-F238E27FC236}">
                  <a16:creationId xmlns:a16="http://schemas.microsoft.com/office/drawing/2014/main" id="{A901670B-2458-A782-C750-5C9C4D076217}"/>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2" name="Rectangle 131">
              <a:extLst>
                <a:ext uri="{FF2B5EF4-FFF2-40B4-BE49-F238E27FC236}">
                  <a16:creationId xmlns:a16="http://schemas.microsoft.com/office/drawing/2014/main" id="{A6B1F88F-18E8-ECD7-61F3-58697489AAF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3" name="Rectangle 132">
              <a:extLst>
                <a:ext uri="{FF2B5EF4-FFF2-40B4-BE49-F238E27FC236}">
                  <a16:creationId xmlns:a16="http://schemas.microsoft.com/office/drawing/2014/main" id="{F1BAE746-553A-97C9-BB5F-499FED1BE81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4" name="Rectangle 133">
              <a:extLst>
                <a:ext uri="{FF2B5EF4-FFF2-40B4-BE49-F238E27FC236}">
                  <a16:creationId xmlns:a16="http://schemas.microsoft.com/office/drawing/2014/main" id="{31BE4EC1-6BCF-904B-CD00-97323B8E7778}"/>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5" name="Rectangle 134">
              <a:extLst>
                <a:ext uri="{FF2B5EF4-FFF2-40B4-BE49-F238E27FC236}">
                  <a16:creationId xmlns:a16="http://schemas.microsoft.com/office/drawing/2014/main" id="{2CEDA8CC-0E27-A89E-91C6-64AED047DB7B}"/>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6" name="Rectangle 135">
              <a:extLst>
                <a:ext uri="{FF2B5EF4-FFF2-40B4-BE49-F238E27FC236}">
                  <a16:creationId xmlns:a16="http://schemas.microsoft.com/office/drawing/2014/main" id="{9225956A-FF08-DAF2-FDD6-0F9D299568EA}"/>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7" name="Rectangle 136">
              <a:extLst>
                <a:ext uri="{FF2B5EF4-FFF2-40B4-BE49-F238E27FC236}">
                  <a16:creationId xmlns:a16="http://schemas.microsoft.com/office/drawing/2014/main" id="{C0B802E5-F520-72C6-4994-1C0CCD4C52E5}"/>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8" name="Rectangle 137">
              <a:extLst>
                <a:ext uri="{FF2B5EF4-FFF2-40B4-BE49-F238E27FC236}">
                  <a16:creationId xmlns:a16="http://schemas.microsoft.com/office/drawing/2014/main" id="{FDC27747-CC95-3011-888F-F3FC44322778}"/>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9" name="Rectangle 138">
              <a:extLst>
                <a:ext uri="{FF2B5EF4-FFF2-40B4-BE49-F238E27FC236}">
                  <a16:creationId xmlns:a16="http://schemas.microsoft.com/office/drawing/2014/main" id="{33666DE7-4F38-46B0-0F5D-8F78713650BE}"/>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0" name="Rectangle 139">
              <a:extLst>
                <a:ext uri="{FF2B5EF4-FFF2-40B4-BE49-F238E27FC236}">
                  <a16:creationId xmlns:a16="http://schemas.microsoft.com/office/drawing/2014/main" id="{40FC887D-539B-0170-D9FE-DADF5041F212}"/>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1" name="Rectangle 140">
              <a:extLst>
                <a:ext uri="{FF2B5EF4-FFF2-40B4-BE49-F238E27FC236}">
                  <a16:creationId xmlns:a16="http://schemas.microsoft.com/office/drawing/2014/main" id="{29C710B0-DF0B-F305-E86A-FABFF5738AE2}"/>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2" name="Rectangle 141">
              <a:extLst>
                <a:ext uri="{FF2B5EF4-FFF2-40B4-BE49-F238E27FC236}">
                  <a16:creationId xmlns:a16="http://schemas.microsoft.com/office/drawing/2014/main" id="{A521BF7C-F6F4-2656-F23A-8B9FCD9E8568}"/>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3" name="Rectangle 142">
              <a:extLst>
                <a:ext uri="{FF2B5EF4-FFF2-40B4-BE49-F238E27FC236}">
                  <a16:creationId xmlns:a16="http://schemas.microsoft.com/office/drawing/2014/main" id="{E2227063-57C7-2AED-F55B-30D93FCD07E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4" name="Rectangle 143">
              <a:extLst>
                <a:ext uri="{FF2B5EF4-FFF2-40B4-BE49-F238E27FC236}">
                  <a16:creationId xmlns:a16="http://schemas.microsoft.com/office/drawing/2014/main" id="{C4248629-DE63-4A73-78B2-384BC62224CA}"/>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5" name="Freeform 144">
              <a:extLst>
                <a:ext uri="{FF2B5EF4-FFF2-40B4-BE49-F238E27FC236}">
                  <a16:creationId xmlns:a16="http://schemas.microsoft.com/office/drawing/2014/main" id="{15379E97-9298-4737-6D8F-D01CB7AB89D2}"/>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6" name="Freeform 145">
              <a:extLst>
                <a:ext uri="{FF2B5EF4-FFF2-40B4-BE49-F238E27FC236}">
                  <a16:creationId xmlns:a16="http://schemas.microsoft.com/office/drawing/2014/main" id="{D8F13FE5-6EF7-6BA9-7FA5-E6AC20060C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7" name="Freeform 146">
              <a:extLst>
                <a:ext uri="{FF2B5EF4-FFF2-40B4-BE49-F238E27FC236}">
                  <a16:creationId xmlns:a16="http://schemas.microsoft.com/office/drawing/2014/main" id="{7EFE7084-3ADB-D660-9EAD-12EB2F22A99E}"/>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8" name="Freeform 147">
              <a:extLst>
                <a:ext uri="{FF2B5EF4-FFF2-40B4-BE49-F238E27FC236}">
                  <a16:creationId xmlns:a16="http://schemas.microsoft.com/office/drawing/2014/main" id="{C246A240-265B-0024-ED66-0AD7A5D9728E}"/>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9" name="Freeform 148">
              <a:extLst>
                <a:ext uri="{FF2B5EF4-FFF2-40B4-BE49-F238E27FC236}">
                  <a16:creationId xmlns:a16="http://schemas.microsoft.com/office/drawing/2014/main" id="{A4E9D31D-BFBE-D35E-160B-76E6CDAE5FA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0" name="Freeform 149">
              <a:extLst>
                <a:ext uri="{FF2B5EF4-FFF2-40B4-BE49-F238E27FC236}">
                  <a16:creationId xmlns:a16="http://schemas.microsoft.com/office/drawing/2014/main" id="{32A54F9C-31C0-2B0B-72F7-C363F6BA71F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1" name="Freeform 150">
              <a:extLst>
                <a:ext uri="{FF2B5EF4-FFF2-40B4-BE49-F238E27FC236}">
                  <a16:creationId xmlns:a16="http://schemas.microsoft.com/office/drawing/2014/main" id="{876AA6BC-D1AB-9A66-6FA7-581157C45F7B}"/>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2" name="Freeform 151">
              <a:extLst>
                <a:ext uri="{FF2B5EF4-FFF2-40B4-BE49-F238E27FC236}">
                  <a16:creationId xmlns:a16="http://schemas.microsoft.com/office/drawing/2014/main" id="{4A60079E-17FE-336F-7E1F-924A206EEF68}"/>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3" name="Freeform 152">
              <a:extLst>
                <a:ext uri="{FF2B5EF4-FFF2-40B4-BE49-F238E27FC236}">
                  <a16:creationId xmlns:a16="http://schemas.microsoft.com/office/drawing/2014/main" id="{7BED95BD-C0E6-8EF4-4F7D-DE64AAEB9F8A}"/>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4" name="Freeform 153">
              <a:extLst>
                <a:ext uri="{FF2B5EF4-FFF2-40B4-BE49-F238E27FC236}">
                  <a16:creationId xmlns:a16="http://schemas.microsoft.com/office/drawing/2014/main" id="{85F92B9F-DC74-2DE4-F7BB-1B20FE0E98CC}"/>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5" name="Freeform 154">
              <a:extLst>
                <a:ext uri="{FF2B5EF4-FFF2-40B4-BE49-F238E27FC236}">
                  <a16:creationId xmlns:a16="http://schemas.microsoft.com/office/drawing/2014/main" id="{7E337AEF-8177-6F49-D278-172D955766F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Ambulance5" descr="{&quot;Key&quot;:&quot;POWER_USER_SHAPE_ICON&quot;,&quot;Value&quot;:&quot;POWER_USER_SHAPE_ICON_STYLE_1&quot;}">
            <a:extLst>
              <a:ext uri="{FF2B5EF4-FFF2-40B4-BE49-F238E27FC236}">
                <a16:creationId xmlns:a16="http://schemas.microsoft.com/office/drawing/2014/main" id="{D2D07B2E-0652-9986-55EE-712DCAB01AA0}"/>
              </a:ext>
            </a:extLst>
          </p:cNvPr>
          <p:cNvGrpSpPr>
            <a:grpSpLocks noChangeAspect="1"/>
          </p:cNvGrpSpPr>
          <p:nvPr/>
        </p:nvGrpSpPr>
        <p:grpSpPr>
          <a:xfrm>
            <a:off x="10171825" y="4250282"/>
            <a:ext cx="749969" cy="698500"/>
            <a:chOff x="6609613" y="1440180"/>
            <a:chExt cx="1276363" cy="1188768"/>
          </a:xfrm>
          <a:solidFill>
            <a:schemeClr val="accent4"/>
          </a:solidFill>
        </p:grpSpPr>
        <p:sp>
          <p:nvSpPr>
            <p:cNvPr id="317" name="Free-form: Shape 316">
              <a:extLst>
                <a:ext uri="{FF2B5EF4-FFF2-40B4-BE49-F238E27FC236}">
                  <a16:creationId xmlns:a16="http://schemas.microsoft.com/office/drawing/2014/main" id="{DCF4B3FB-2816-4A91-5C58-C316A9FC9DEE}"/>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4EB21C89-5313-79AA-2792-57995FF037A8}"/>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29B62695-D612-B6EB-109C-D09CD34154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93A29B25-FCE1-F276-9BE6-DF50A53C6E97}"/>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D8CC26CD-0293-2936-279E-49C79AFED6E6}"/>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0ACF5ACF-3B50-C37F-11E8-FEB62651DA9B}"/>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sp>
        <p:nvSpPr>
          <p:cNvPr id="331" name="Antenna6" descr="{&quot;Key&quot;:&quot;POWER_USER_SHAPE_ICON&quot;,&quot;Value&quot;:&quot;POWER_USER_SHAPE_ICON_STYLE_1&quot;}">
            <a:extLst>
              <a:ext uri="{FF2B5EF4-FFF2-40B4-BE49-F238E27FC236}">
                <a16:creationId xmlns:a16="http://schemas.microsoft.com/office/drawing/2014/main" id="{BE431397-35AA-79D3-29A6-F19DB568BF50}"/>
              </a:ext>
            </a:extLst>
          </p:cNvPr>
          <p:cNvSpPr>
            <a:spLocks noChangeAspect="1"/>
          </p:cNvSpPr>
          <p:nvPr/>
        </p:nvSpPr>
        <p:spPr>
          <a:xfrm>
            <a:off x="1359928" y="4218532"/>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174899491"/>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card</a:t>
            </a:r>
          </a:p>
        </p:txBody>
      </p:sp>
      <p:sp>
        <p:nvSpPr>
          <p:cNvPr id="4" name="ShapeNameChangedByPowerUser1"/>
          <p:cNvSpPr/>
          <p:nvPr/>
        </p:nvSpPr>
        <p:spPr>
          <a:xfrm>
            <a:off x="4260476" y="2702858"/>
            <a:ext cx="3848100" cy="2259106"/>
          </a:xfrm>
          <a:prstGeom prst="rect">
            <a:avLst/>
          </a:prstGeom>
          <a:solidFill>
            <a:schemeClr val="bg1"/>
          </a:solidFill>
          <a:ln w="3175">
            <a:solidFill>
              <a:srgbClr val="D9D9D9"/>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TextBox 5"/>
          <p:cNvSpPr txBox="1"/>
          <p:nvPr/>
        </p:nvSpPr>
        <p:spPr>
          <a:xfrm>
            <a:off x="4544164" y="3523129"/>
            <a:ext cx="99899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rPr>
              <a:t>John Doe</a:t>
            </a:r>
          </a:p>
        </p:txBody>
      </p:sp>
      <p:sp>
        <p:nvSpPr>
          <p:cNvPr id="7" name="TextBox 6"/>
          <p:cNvSpPr txBox="1"/>
          <p:nvPr/>
        </p:nvSpPr>
        <p:spPr>
          <a:xfrm>
            <a:off x="4544164" y="3691969"/>
            <a:ext cx="1388522"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Sales manager</a:t>
            </a:r>
          </a:p>
        </p:txBody>
      </p:sp>
      <p:sp>
        <p:nvSpPr>
          <p:cNvPr id="8" name="Rectangle 7"/>
          <p:cNvSpPr/>
          <p:nvPr/>
        </p:nvSpPr>
        <p:spPr>
          <a:xfrm>
            <a:off x="7952679" y="2711964"/>
            <a:ext cx="158279" cy="225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TextBox 8"/>
          <p:cNvSpPr txBox="1"/>
          <p:nvPr/>
        </p:nvSpPr>
        <p:spPr>
          <a:xfrm>
            <a:off x="4775623" y="4456895"/>
            <a:ext cx="1438214"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Phone: +1 234 567 89</a:t>
            </a:r>
          </a:p>
        </p:txBody>
      </p:sp>
      <p:sp>
        <p:nvSpPr>
          <p:cNvPr id="11" name="TextBox 10"/>
          <p:cNvSpPr txBox="1"/>
          <p:nvPr/>
        </p:nvSpPr>
        <p:spPr>
          <a:xfrm>
            <a:off x="4775623" y="4633940"/>
            <a:ext cx="2331087"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Email: </a:t>
            </a:r>
            <a:r>
              <a:rPr kumimoji="0" lang="en-US" sz="1000" b="0" i="0" u="none" strike="noStrike" kern="0" cap="none" spc="0" normalizeH="0" baseline="0" noProof="0" dirty="0">
                <a:ln>
                  <a:noFill/>
                </a:ln>
                <a:effectLst/>
                <a:uLnTx/>
                <a:uFillTx/>
                <a:hlinkClick r:id="rId6">
                  <a:extLst>
                    <a:ext uri="{A12FA001-AC4F-418D-AE19-62706E023703}">
                      <ahyp:hlinkClr xmlns:ahyp="http://schemas.microsoft.com/office/drawing/2018/hyperlinkcolor" val="tx"/>
                    </a:ext>
                  </a:extLst>
                </a:hlinkClick>
              </a:rPr>
              <a:t>hello@powerusersoftware.com</a:t>
            </a:r>
            <a:endParaRPr kumimoji="0" lang="en-US" sz="1000" b="0" i="0" u="none" strike="noStrike" kern="0" cap="none" spc="0" normalizeH="0" baseline="0" noProof="0" dirty="0">
              <a:ln>
                <a:noFill/>
              </a:ln>
              <a:effectLst/>
              <a:uLnTx/>
              <a:uFillTx/>
            </a:endParaRPr>
          </a:p>
        </p:txBody>
      </p:sp>
      <p:sp>
        <p:nvSpPr>
          <p:cNvPr id="14" name="TextBox 13"/>
          <p:cNvSpPr txBox="1"/>
          <p:nvPr/>
        </p:nvSpPr>
        <p:spPr>
          <a:xfrm>
            <a:off x="4773241" y="4279851"/>
            <a:ext cx="2279791"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Address: 1, productivity lane, London</a:t>
            </a:r>
          </a:p>
        </p:txBody>
      </p:sp>
      <p:sp>
        <p:nvSpPr>
          <p:cNvPr id="30" name="House2" descr="{&quot;Key&quot;:&quot;POWER_USER_SHAPE_ICON&quot;,&quot;Value&quot;:&quot;POWER_USER_SHAPE_ICON_STYLE_1&quot;}">
            <a:extLst>
              <a:ext uri="{FF2B5EF4-FFF2-40B4-BE49-F238E27FC236}">
                <a16:creationId xmlns:a16="http://schemas.microsoft.com/office/drawing/2014/main" id="{45F8796E-3F04-E275-D62D-E3FA9DA05410}"/>
              </a:ext>
            </a:extLst>
          </p:cNvPr>
          <p:cNvSpPr>
            <a:spLocks noChangeAspect="1" noEditPoints="1"/>
          </p:cNvSpPr>
          <p:nvPr>
            <p:custDataLst>
              <p:tags r:id="rId2"/>
            </p:custDataLst>
          </p:nvPr>
        </p:nvSpPr>
        <p:spPr bwMode="auto">
          <a:xfrm>
            <a:off x="4608143" y="4383609"/>
            <a:ext cx="111855" cy="101940"/>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1" name="Smartphone5" descr="{&quot;Key&quot;:&quot;POWER_USER_SHAPE_ICON&quot;,&quot;Value&quot;:&quot;POWER_USER_SHAPE_ICON_STYLE_1&quot;}">
            <a:extLst>
              <a:ext uri="{FF2B5EF4-FFF2-40B4-BE49-F238E27FC236}">
                <a16:creationId xmlns:a16="http://schemas.microsoft.com/office/drawing/2014/main" id="{E46C9055-3D75-22FC-42AF-F8651A9544FA}"/>
              </a:ext>
            </a:extLst>
          </p:cNvPr>
          <p:cNvSpPr>
            <a:spLocks noChangeAspect="1" noEditPoints="1"/>
          </p:cNvSpPr>
          <p:nvPr/>
        </p:nvSpPr>
        <p:spPr bwMode="auto">
          <a:xfrm>
            <a:off x="4629624" y="4552506"/>
            <a:ext cx="68892" cy="113266"/>
          </a:xfrm>
          <a:custGeom>
            <a:avLst/>
            <a:gdLst>
              <a:gd name="T0" fmla="*/ 60 w 63"/>
              <a:gd name="T1" fmla="*/ 89 h 103"/>
              <a:gd name="T2" fmla="*/ 3 w 63"/>
              <a:gd name="T3" fmla="*/ 89 h 103"/>
              <a:gd name="T4" fmla="*/ 3 w 63"/>
              <a:gd name="T5" fmla="*/ 14 h 103"/>
              <a:gd name="T6" fmla="*/ 60 w 63"/>
              <a:gd name="T7" fmla="*/ 14 h 103"/>
              <a:gd name="T8" fmla="*/ 60 w 63"/>
              <a:gd name="T9" fmla="*/ 89 h 103"/>
              <a:gd name="T10" fmla="*/ 32 w 63"/>
              <a:gd name="T11" fmla="*/ 99 h 103"/>
              <a:gd name="T12" fmla="*/ 32 w 63"/>
              <a:gd name="T13" fmla="*/ 93 h 103"/>
              <a:gd name="T14" fmla="*/ 32 w 63"/>
              <a:gd name="T15" fmla="*/ 99 h 103"/>
              <a:gd name="T16" fmla="*/ 27 w 63"/>
              <a:gd name="T17" fmla="*/ 6 h 103"/>
              <a:gd name="T18" fmla="*/ 37 w 63"/>
              <a:gd name="T19" fmla="*/ 6 h 103"/>
              <a:gd name="T20" fmla="*/ 37 w 63"/>
              <a:gd name="T21" fmla="*/ 9 h 103"/>
              <a:gd name="T22" fmla="*/ 27 w 63"/>
              <a:gd name="T23" fmla="*/ 9 h 103"/>
              <a:gd name="T24" fmla="*/ 27 w 63"/>
              <a:gd name="T25" fmla="*/ 6 h 103"/>
              <a:gd name="T26" fmla="*/ 59 w 63"/>
              <a:gd name="T27" fmla="*/ 0 h 103"/>
              <a:gd name="T28" fmla="*/ 5 w 63"/>
              <a:gd name="T29" fmla="*/ 0 h 103"/>
              <a:gd name="T30" fmla="*/ 0 w 63"/>
              <a:gd name="T31" fmla="*/ 5 h 103"/>
              <a:gd name="T32" fmla="*/ 0 w 63"/>
              <a:gd name="T33" fmla="*/ 97 h 103"/>
              <a:gd name="T34" fmla="*/ 5 w 63"/>
              <a:gd name="T35" fmla="*/ 103 h 103"/>
              <a:gd name="T36" fmla="*/ 59 w 63"/>
              <a:gd name="T37" fmla="*/ 103 h 103"/>
              <a:gd name="T38" fmla="*/ 63 w 63"/>
              <a:gd name="T39" fmla="*/ 97 h 103"/>
              <a:gd name="T40" fmla="*/ 63 w 63"/>
              <a:gd name="T41" fmla="*/ 5 h 103"/>
              <a:gd name="T42" fmla="*/ 59 w 63"/>
              <a:gd name="T4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103">
                <a:moveTo>
                  <a:pt x="60" y="89"/>
                </a:moveTo>
                <a:lnTo>
                  <a:pt x="3" y="89"/>
                </a:lnTo>
                <a:lnTo>
                  <a:pt x="3" y="14"/>
                </a:lnTo>
                <a:lnTo>
                  <a:pt x="60" y="14"/>
                </a:lnTo>
                <a:lnTo>
                  <a:pt x="60" y="89"/>
                </a:lnTo>
                <a:close/>
                <a:moveTo>
                  <a:pt x="32" y="99"/>
                </a:moveTo>
                <a:cubicBezTo>
                  <a:pt x="27" y="100"/>
                  <a:pt x="27" y="93"/>
                  <a:pt x="32" y="93"/>
                </a:cubicBezTo>
                <a:cubicBezTo>
                  <a:pt x="36" y="93"/>
                  <a:pt x="36" y="99"/>
                  <a:pt x="32" y="99"/>
                </a:cubicBezTo>
                <a:close/>
                <a:moveTo>
                  <a:pt x="27" y="6"/>
                </a:moveTo>
                <a:lnTo>
                  <a:pt x="37" y="6"/>
                </a:lnTo>
                <a:cubicBezTo>
                  <a:pt x="38" y="6"/>
                  <a:pt x="38" y="9"/>
                  <a:pt x="37" y="9"/>
                </a:cubicBezTo>
                <a:lnTo>
                  <a:pt x="27" y="9"/>
                </a:lnTo>
                <a:cubicBezTo>
                  <a:pt x="25" y="9"/>
                  <a:pt x="25" y="6"/>
                  <a:pt x="27" y="6"/>
                </a:cubicBezTo>
                <a:close/>
                <a:moveTo>
                  <a:pt x="59" y="0"/>
                </a:moveTo>
                <a:lnTo>
                  <a:pt x="5" y="0"/>
                </a:lnTo>
                <a:cubicBezTo>
                  <a:pt x="2" y="0"/>
                  <a:pt x="0" y="2"/>
                  <a:pt x="0" y="5"/>
                </a:cubicBezTo>
                <a:lnTo>
                  <a:pt x="0" y="97"/>
                </a:lnTo>
                <a:cubicBezTo>
                  <a:pt x="0" y="100"/>
                  <a:pt x="2" y="103"/>
                  <a:pt x="5" y="103"/>
                </a:cubicBezTo>
                <a:lnTo>
                  <a:pt x="59" y="103"/>
                </a:lnTo>
                <a:cubicBezTo>
                  <a:pt x="61" y="103"/>
                  <a:pt x="63" y="100"/>
                  <a:pt x="63" y="97"/>
                </a:cubicBezTo>
                <a:lnTo>
                  <a:pt x="63" y="5"/>
                </a:lnTo>
                <a:cubicBezTo>
                  <a:pt x="63" y="2"/>
                  <a:pt x="61" y="0"/>
                  <a:pt x="59"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nvGrpSpPr>
          <p:cNvPr id="32" name="Mail" descr="{&quot;Key&quot;:&quot;POWER_USER_SHAPE_ICON&quot;,&quot;Value&quot;:&quot;POWER_USER_SHAPE_ICON_STYLE_1&quot;}">
            <a:extLst>
              <a:ext uri="{FF2B5EF4-FFF2-40B4-BE49-F238E27FC236}">
                <a16:creationId xmlns:a16="http://schemas.microsoft.com/office/drawing/2014/main" id="{D543166C-DA27-3497-C50F-F563669EBC8D}"/>
              </a:ext>
            </a:extLst>
          </p:cNvPr>
          <p:cNvGrpSpPr>
            <a:grpSpLocks noChangeAspect="1"/>
          </p:cNvGrpSpPr>
          <p:nvPr>
            <p:custDataLst>
              <p:tags r:id="rId3"/>
            </p:custDataLst>
          </p:nvPr>
        </p:nvGrpSpPr>
        <p:grpSpPr bwMode="auto">
          <a:xfrm>
            <a:off x="4607463" y="4732728"/>
            <a:ext cx="113214" cy="73623"/>
            <a:chOff x="2478" y="1261"/>
            <a:chExt cx="2648" cy="1722"/>
          </a:xfrm>
          <a:solidFill>
            <a:schemeClr val="accent1"/>
          </a:solidFill>
        </p:grpSpPr>
        <p:sp>
          <p:nvSpPr>
            <p:cNvPr id="33" name="Freeform 336">
              <a:extLst>
                <a:ext uri="{FF2B5EF4-FFF2-40B4-BE49-F238E27FC236}">
                  <a16:creationId xmlns:a16="http://schemas.microsoft.com/office/drawing/2014/main" id="{529EBAD9-D4AD-77DE-D375-23E2EE97B9F1}"/>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4" name="Freeform 337">
              <a:extLst>
                <a:ext uri="{FF2B5EF4-FFF2-40B4-BE49-F238E27FC236}">
                  <a16:creationId xmlns:a16="http://schemas.microsoft.com/office/drawing/2014/main" id="{FEAFCA02-69A1-2A63-CF05-50B4D3EB1F38}"/>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5" name="Freeform 338">
              <a:extLst>
                <a:ext uri="{FF2B5EF4-FFF2-40B4-BE49-F238E27FC236}">
                  <a16:creationId xmlns:a16="http://schemas.microsoft.com/office/drawing/2014/main" id="{C7457723-8963-6D89-6A3F-5BE7BAD0FE72}"/>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6" name="Freeform 339">
              <a:extLst>
                <a:ext uri="{FF2B5EF4-FFF2-40B4-BE49-F238E27FC236}">
                  <a16:creationId xmlns:a16="http://schemas.microsoft.com/office/drawing/2014/main" id="{CCDA4016-3A13-F26B-247E-CA9B60DAB69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pic>
        <p:nvPicPr>
          <p:cNvPr id="10" name="Picture 9">
            <a:extLst>
              <a:ext uri="{FF2B5EF4-FFF2-40B4-BE49-F238E27FC236}">
                <a16:creationId xmlns:a16="http://schemas.microsoft.com/office/drawing/2014/main" id="{22137CB6-CA62-43EB-43CE-BD63201DE9CF}"/>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53622" y="2784845"/>
            <a:ext cx="2251541" cy="570813"/>
          </a:xfrm>
          <a:prstGeom prst="rect">
            <a:avLst/>
          </a:prstGeom>
        </p:spPr>
      </p:pic>
    </p:spTree>
    <p:custDataLst>
      <p:tags r:id="rId1"/>
    </p:custDataLst>
    <p:extLst>
      <p:ext uri="{BB962C8B-B14F-4D97-AF65-F5344CB8AC3E}">
        <p14:creationId xmlns:p14="http://schemas.microsoft.com/office/powerpoint/2010/main" val="3579770110"/>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Object 20"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1" name="Object 20"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Company description</a:t>
            </a:r>
          </a:p>
        </p:txBody>
      </p:sp>
      <p:sp>
        <p:nvSpPr>
          <p:cNvPr id="4" name="ShapeNameChangedByPowerUser2"/>
          <p:cNvSpPr/>
          <p:nvPr/>
        </p:nvSpPr>
        <p:spPr>
          <a:xfrm>
            <a:off x="609600" y="1525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name</a:t>
            </a:r>
          </a:p>
        </p:txBody>
      </p:sp>
      <p:sp>
        <p:nvSpPr>
          <p:cNvPr id="5" name="ShapeNameChangedByPowerUser1"/>
          <p:cNvSpPr/>
          <p:nvPr/>
        </p:nvSpPr>
        <p:spPr>
          <a:xfrm>
            <a:off x="2301600" y="1525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6" name="ShapeNameChangedByPowerUser1"/>
          <p:cNvSpPr/>
          <p:nvPr/>
        </p:nvSpPr>
        <p:spPr>
          <a:xfrm>
            <a:off x="609600" y="1849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Turnover</a:t>
            </a:r>
          </a:p>
        </p:txBody>
      </p:sp>
      <p:sp>
        <p:nvSpPr>
          <p:cNvPr id="7" name="ShapeNameChangedByPowerUser2"/>
          <p:cNvSpPr/>
          <p:nvPr/>
        </p:nvSpPr>
        <p:spPr>
          <a:xfrm>
            <a:off x="2301600" y="1849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8" name="ShapeNameChangedByPowerUser1"/>
          <p:cNvSpPr/>
          <p:nvPr/>
        </p:nvSpPr>
        <p:spPr>
          <a:xfrm>
            <a:off x="609600" y="2173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Employees</a:t>
            </a:r>
          </a:p>
        </p:txBody>
      </p:sp>
      <p:sp>
        <p:nvSpPr>
          <p:cNvPr id="9" name="ShapeNameChangedByPowerUser2"/>
          <p:cNvSpPr/>
          <p:nvPr/>
        </p:nvSpPr>
        <p:spPr>
          <a:xfrm>
            <a:off x="2301600" y="2173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10" name="ShapeNameChangedByPowerUser2"/>
          <p:cNvSpPr/>
          <p:nvPr/>
        </p:nvSpPr>
        <p:spPr>
          <a:xfrm>
            <a:off x="609600" y="2497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Growth rate</a:t>
            </a:r>
          </a:p>
        </p:txBody>
      </p:sp>
      <p:sp>
        <p:nvSpPr>
          <p:cNvPr id="11" name="ShapeNameChangedByPowerUser1"/>
          <p:cNvSpPr/>
          <p:nvPr/>
        </p:nvSpPr>
        <p:spPr>
          <a:xfrm>
            <a:off x="2301600" y="2497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13" name="ShapeNameChangedByPowerUser1"/>
          <p:cNvSpPr/>
          <p:nvPr/>
        </p:nvSpPr>
        <p:spPr>
          <a:xfrm>
            <a:off x="609600" y="2967190"/>
            <a:ext cx="5283200" cy="406400"/>
          </a:xfrm>
          <a:prstGeom prst="rect">
            <a:avLst/>
          </a:prstGeom>
          <a:solidFill>
            <a:schemeClr val="accent1"/>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Activities</a:t>
            </a:r>
          </a:p>
        </p:txBody>
      </p:sp>
      <p:sp>
        <p:nvSpPr>
          <p:cNvPr id="14" name="Rectangle 13"/>
          <p:cNvSpPr/>
          <p:nvPr/>
        </p:nvSpPr>
        <p:spPr>
          <a:xfrm>
            <a:off x="609600" y="337359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p:txBody>
      </p:sp>
      <p:sp>
        <p:nvSpPr>
          <p:cNvPr id="15" name="Rectangle 14"/>
          <p:cNvSpPr/>
          <p:nvPr/>
        </p:nvSpPr>
        <p:spPr>
          <a:xfrm>
            <a:off x="609600" y="4636330"/>
            <a:ext cx="5283200" cy="406400"/>
          </a:xfrm>
          <a:prstGeom prst="rect">
            <a:avLst/>
          </a:prstGeom>
          <a:solidFill>
            <a:schemeClr val="accent3"/>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Financial situation</a:t>
            </a:r>
          </a:p>
        </p:txBody>
      </p:sp>
      <p:sp>
        <p:nvSpPr>
          <p:cNvPr id="16" name="Rectangle 15"/>
          <p:cNvSpPr/>
          <p:nvPr/>
        </p:nvSpPr>
        <p:spPr>
          <a:xfrm>
            <a:off x="609600" y="504273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p:txBody>
      </p:sp>
      <p:sp>
        <p:nvSpPr>
          <p:cNvPr id="17" name="ShapeNameChangedByPowerUser2"/>
          <p:cNvSpPr/>
          <p:nvPr/>
        </p:nvSpPr>
        <p:spPr>
          <a:xfrm>
            <a:off x="6299200" y="2967190"/>
            <a:ext cx="5283200" cy="406400"/>
          </a:xfrm>
          <a:prstGeom prst="rect">
            <a:avLst/>
          </a:prstGeom>
          <a:solidFill>
            <a:schemeClr val="accent2"/>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Main products or services</a:t>
            </a:r>
          </a:p>
        </p:txBody>
      </p:sp>
      <p:sp>
        <p:nvSpPr>
          <p:cNvPr id="18" name="Rectangle 17"/>
          <p:cNvSpPr/>
          <p:nvPr/>
        </p:nvSpPr>
        <p:spPr>
          <a:xfrm>
            <a:off x="6299200" y="3373590"/>
            <a:ext cx="5283200" cy="1497767"/>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Nunc </a:t>
            </a:r>
            <a:r>
              <a:rPr kumimoji="0" lang="en-US" sz="1400" i="0" u="none" strike="noStrike" kern="0" cap="none" spc="0" normalizeH="0" baseline="0" noProof="0" dirty="0" err="1">
                <a:ln>
                  <a:noFill/>
                </a:ln>
                <a:solidFill>
                  <a:schemeClr val="tx1"/>
                </a:solidFill>
                <a:effectLst/>
                <a:uLnTx/>
                <a:uFillTx/>
              </a:rPr>
              <a:t>viverra</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imperdiet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enim</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est. </a:t>
            </a:r>
            <a:r>
              <a:rPr kumimoji="0" lang="en-US" sz="1400" i="0" u="none" strike="noStrike" kern="0" cap="none" spc="0" normalizeH="0" baseline="0" noProof="0" dirty="0" err="1">
                <a:ln>
                  <a:noFill/>
                </a:ln>
                <a:solidFill>
                  <a:schemeClr val="tx1"/>
                </a:solidFill>
                <a:effectLst/>
                <a:uLnTx/>
                <a:uFillTx/>
              </a:rPr>
              <a:t>Vivamus</a:t>
            </a:r>
            <a:r>
              <a:rPr kumimoji="0" lang="en-US" sz="1400" i="0" u="none" strike="noStrike" kern="0" cap="none" spc="0" normalizeH="0" baseline="0" noProof="0" dirty="0">
                <a:ln>
                  <a:noFill/>
                </a:ln>
                <a:solidFill>
                  <a:schemeClr val="tx1"/>
                </a:solidFill>
                <a:effectLst/>
                <a:uLnTx/>
                <a:uFillTx/>
              </a:rPr>
              <a:t> a </a:t>
            </a:r>
            <a:r>
              <a:rPr kumimoji="0" lang="en-US" sz="1400" i="0" u="none" strike="noStrike" kern="0" cap="none" spc="0" normalizeH="0" baseline="0" noProof="0" dirty="0" err="1">
                <a:ln>
                  <a:noFill/>
                </a:ln>
                <a:solidFill>
                  <a:schemeClr val="tx1"/>
                </a:solidFill>
                <a:effectLst/>
                <a:uLnTx/>
                <a:uFillTx/>
              </a:rPr>
              <a:t>tellus</a:t>
            </a:r>
            <a:r>
              <a:rPr kumimoji="0" lang="en-US" sz="1400" i="0" u="none" strike="noStrike" kern="0" cap="none" spc="0" normalizeH="0" baseline="0" noProof="0" dirty="0">
                <a:ln>
                  <a:noFill/>
                </a:ln>
                <a:solidFill>
                  <a:schemeClr val="tx1"/>
                </a:solidFill>
                <a:effectLst/>
                <a:uLnTx/>
                <a:uFillTx/>
              </a:rPr>
              <a:t>.</a:t>
            </a:r>
          </a:p>
        </p:txBody>
      </p:sp>
      <p:sp>
        <p:nvSpPr>
          <p:cNvPr id="19" name="Rectangle 18"/>
          <p:cNvSpPr/>
          <p:nvPr/>
        </p:nvSpPr>
        <p:spPr>
          <a:xfrm>
            <a:off x="6299200" y="5017152"/>
            <a:ext cx="5283200" cy="406400"/>
          </a:xfrm>
          <a:prstGeom prst="rect">
            <a:avLst/>
          </a:prstGeom>
          <a:solidFill>
            <a:schemeClr val="accent4"/>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Additional comments</a:t>
            </a:r>
          </a:p>
        </p:txBody>
      </p:sp>
      <p:sp>
        <p:nvSpPr>
          <p:cNvPr id="20" name="Rectangle 19"/>
          <p:cNvSpPr/>
          <p:nvPr/>
        </p:nvSpPr>
        <p:spPr>
          <a:xfrm>
            <a:off x="6299200" y="5423552"/>
            <a:ext cx="5283200" cy="751288"/>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p:txBody>
      </p:sp>
      <p:sp>
        <p:nvSpPr>
          <p:cNvPr id="22" name="Rectangle 21"/>
          <p:cNvSpPr/>
          <p:nvPr/>
        </p:nvSpPr>
        <p:spPr>
          <a:xfrm>
            <a:off x="5335884" y="1525394"/>
            <a:ext cx="1520232" cy="1296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logo</a:t>
            </a:r>
          </a:p>
        </p:txBody>
      </p:sp>
      <p:sp>
        <p:nvSpPr>
          <p:cNvPr id="31" name="Freeform 30"/>
          <p:cNvSpPr/>
          <p:nvPr/>
        </p:nvSpPr>
        <p:spPr>
          <a:xfrm>
            <a:off x="7036800" y="2173394"/>
            <a:ext cx="1404000" cy="648000"/>
          </a:xfrm>
          <a:custGeom>
            <a:avLst/>
            <a:gdLst>
              <a:gd name="connsiteX0" fmla="*/ 0 w 2133600"/>
              <a:gd name="connsiteY0" fmla="*/ 0 h 648000"/>
              <a:gd name="connsiteX1" fmla="*/ 2133600 w 2133600"/>
              <a:gd name="connsiteY1" fmla="*/ 0 h 648000"/>
              <a:gd name="connsiteX2" fmla="*/ 2133600 w 2133600"/>
              <a:gd name="connsiteY2" fmla="*/ 324000 h 648000"/>
              <a:gd name="connsiteX3" fmla="*/ 2133600 w 2133600"/>
              <a:gd name="connsiteY3" fmla="*/ 648000 h 648000"/>
              <a:gd name="connsiteX4" fmla="*/ 0 w 2133600"/>
              <a:gd name="connsiteY4" fmla="*/ 648000 h 648000"/>
              <a:gd name="connsiteX5" fmla="*/ 0 w 21336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3600" h="648000">
                <a:moveTo>
                  <a:pt x="0" y="0"/>
                </a:moveTo>
                <a:lnTo>
                  <a:pt x="2133600" y="0"/>
                </a:lnTo>
                <a:lnTo>
                  <a:pt x="2133600" y="324000"/>
                </a:lnTo>
                <a:lnTo>
                  <a:pt x="2133600" y="648000"/>
                </a:lnTo>
                <a:lnTo>
                  <a:pt x="0" y="648000"/>
                </a:lnTo>
                <a:lnTo>
                  <a:pt x="0" y="324000"/>
                </a:lnTo>
                <a:close/>
              </a:path>
            </a:pathLst>
          </a:cu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Address</a:t>
            </a:r>
          </a:p>
        </p:txBody>
      </p:sp>
      <p:sp>
        <p:nvSpPr>
          <p:cNvPr id="24" name="ShapeNameChangedByPowerUser1"/>
          <p:cNvSpPr/>
          <p:nvPr/>
        </p:nvSpPr>
        <p:spPr>
          <a:xfrm>
            <a:off x="8440800" y="1525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25" name="ShapeNameChangedByPowerUser2"/>
          <p:cNvSpPr/>
          <p:nvPr/>
        </p:nvSpPr>
        <p:spPr>
          <a:xfrm>
            <a:off x="7036800" y="1849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Website</a:t>
            </a:r>
          </a:p>
        </p:txBody>
      </p:sp>
      <p:sp>
        <p:nvSpPr>
          <p:cNvPr id="26" name="ShapeNameChangedByPowerUser2"/>
          <p:cNvSpPr/>
          <p:nvPr/>
        </p:nvSpPr>
        <p:spPr>
          <a:xfrm>
            <a:off x="8440800" y="1849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27" name="ShapeNameChangedByPowerUser3"/>
          <p:cNvSpPr/>
          <p:nvPr/>
        </p:nvSpPr>
        <p:spPr>
          <a:xfrm>
            <a:off x="7036800" y="1525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CEO</a:t>
            </a:r>
          </a:p>
        </p:txBody>
      </p:sp>
      <p:sp>
        <p:nvSpPr>
          <p:cNvPr id="32" name="Freeform 31"/>
          <p:cNvSpPr/>
          <p:nvPr/>
        </p:nvSpPr>
        <p:spPr>
          <a:xfrm>
            <a:off x="8440800" y="2173394"/>
            <a:ext cx="3141600" cy="648000"/>
          </a:xfrm>
          <a:custGeom>
            <a:avLst/>
            <a:gdLst>
              <a:gd name="connsiteX0" fmla="*/ 0 w 2412000"/>
              <a:gd name="connsiteY0" fmla="*/ 0 h 648000"/>
              <a:gd name="connsiteX1" fmla="*/ 2412000 w 2412000"/>
              <a:gd name="connsiteY1" fmla="*/ 0 h 648000"/>
              <a:gd name="connsiteX2" fmla="*/ 2412000 w 2412000"/>
              <a:gd name="connsiteY2" fmla="*/ 324000 h 648000"/>
              <a:gd name="connsiteX3" fmla="*/ 2412000 w 2412000"/>
              <a:gd name="connsiteY3" fmla="*/ 648000 h 648000"/>
              <a:gd name="connsiteX4" fmla="*/ 0 w 2412000"/>
              <a:gd name="connsiteY4" fmla="*/ 648000 h 648000"/>
              <a:gd name="connsiteX5" fmla="*/ 0 w 24120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000" h="648000">
                <a:moveTo>
                  <a:pt x="0" y="0"/>
                </a:moveTo>
                <a:lnTo>
                  <a:pt x="2412000" y="0"/>
                </a:lnTo>
                <a:lnTo>
                  <a:pt x="2412000" y="324000"/>
                </a:lnTo>
                <a:lnTo>
                  <a:pt x="2412000" y="648000"/>
                </a:lnTo>
                <a:lnTo>
                  <a:pt x="0" y="648000"/>
                </a:lnTo>
                <a:lnTo>
                  <a:pt x="0" y="324000"/>
                </a:lnTo>
                <a:close/>
              </a:path>
            </a:pathLst>
          </a:cu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297866478"/>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3" name="Europe" descr="{&quot;Key&quot;:&quot;POWER_USER_SHAPE_ICON&quot;,&quot;Value&quot;:&quot;POWER_USER_SHAPE_ICON_STYLE_1&quot;}">
            <a:extLst>
              <a:ext uri="{FF2B5EF4-FFF2-40B4-BE49-F238E27FC236}">
                <a16:creationId xmlns:a16="http://schemas.microsoft.com/office/drawing/2014/main" id="{24BE298E-704B-F97E-5798-BB0B0C1330DF}"/>
              </a:ext>
            </a:extLst>
          </p:cNvPr>
          <p:cNvGrpSpPr>
            <a:grpSpLocks noChangeAspect="1"/>
          </p:cNvGrpSpPr>
          <p:nvPr>
            <p:custDataLst>
              <p:tags r:id="rId2"/>
            </p:custDataLst>
          </p:nvPr>
        </p:nvGrpSpPr>
        <p:grpSpPr bwMode="auto">
          <a:xfrm>
            <a:off x="6678117" y="1671562"/>
            <a:ext cx="2114423" cy="1935049"/>
            <a:chOff x="74" y="64"/>
            <a:chExt cx="389" cy="356"/>
          </a:xfrm>
          <a:solidFill>
            <a:schemeClr val="accent3"/>
          </a:solidFill>
        </p:grpSpPr>
        <p:sp>
          <p:nvSpPr>
            <p:cNvPr id="434" name="Europe">
              <a:extLst>
                <a:ext uri="{FF2B5EF4-FFF2-40B4-BE49-F238E27FC236}">
                  <a16:creationId xmlns:a16="http://schemas.microsoft.com/office/drawing/2014/main" id="{931A291D-4E8A-C37B-703E-AA0EB625D946}"/>
                </a:ext>
              </a:extLst>
            </p:cNvPr>
            <p:cNvSpPr>
              <a:spLocks/>
            </p:cNvSpPr>
            <p:nvPr>
              <p:custDataLst>
                <p:tags r:id="rId122"/>
              </p:custDataLst>
            </p:nvPr>
          </p:nvSpPr>
          <p:spPr bwMode="auto">
            <a:xfrm>
              <a:off x="201" y="368"/>
              <a:ext cx="13" cy="21"/>
            </a:xfrm>
            <a:custGeom>
              <a:avLst/>
              <a:gdLst>
                <a:gd name="T0" fmla="*/ 32 w 33"/>
                <a:gd name="T1" fmla="*/ 17 h 57"/>
                <a:gd name="T2" fmla="*/ 31 w 33"/>
                <a:gd name="T3" fmla="*/ 16 h 57"/>
                <a:gd name="T4" fmla="*/ 31 w 33"/>
                <a:gd name="T5" fmla="*/ 13 h 57"/>
                <a:gd name="T6" fmla="*/ 30 w 33"/>
                <a:gd name="T7" fmla="*/ 12 h 57"/>
                <a:gd name="T8" fmla="*/ 29 w 33"/>
                <a:gd name="T9" fmla="*/ 9 h 57"/>
                <a:gd name="T10" fmla="*/ 28 w 33"/>
                <a:gd name="T11" fmla="*/ 8 h 57"/>
                <a:gd name="T12" fmla="*/ 28 w 33"/>
                <a:gd name="T13" fmla="*/ 9 h 57"/>
                <a:gd name="T14" fmla="*/ 28 w 33"/>
                <a:gd name="T15" fmla="*/ 8 h 57"/>
                <a:gd name="T16" fmla="*/ 28 w 33"/>
                <a:gd name="T17" fmla="*/ 7 h 57"/>
                <a:gd name="T18" fmla="*/ 28 w 33"/>
                <a:gd name="T19" fmla="*/ 5 h 57"/>
                <a:gd name="T20" fmla="*/ 26 w 33"/>
                <a:gd name="T21" fmla="*/ 2 h 57"/>
                <a:gd name="T22" fmla="*/ 25 w 33"/>
                <a:gd name="T23" fmla="*/ 2 h 57"/>
                <a:gd name="T24" fmla="*/ 23 w 33"/>
                <a:gd name="T25" fmla="*/ 1 h 57"/>
                <a:gd name="T26" fmla="*/ 23 w 33"/>
                <a:gd name="T27" fmla="*/ 1 h 57"/>
                <a:gd name="T28" fmla="*/ 21 w 33"/>
                <a:gd name="T29" fmla="*/ 0 h 57"/>
                <a:gd name="T30" fmla="*/ 19 w 33"/>
                <a:gd name="T31" fmla="*/ 1 h 57"/>
                <a:gd name="T32" fmla="*/ 19 w 33"/>
                <a:gd name="T33" fmla="*/ 2 h 57"/>
                <a:gd name="T34" fmla="*/ 17 w 33"/>
                <a:gd name="T35" fmla="*/ 2 h 57"/>
                <a:gd name="T36" fmla="*/ 14 w 33"/>
                <a:gd name="T37" fmla="*/ 6 h 57"/>
                <a:gd name="T38" fmla="*/ 14 w 33"/>
                <a:gd name="T39" fmla="*/ 7 h 57"/>
                <a:gd name="T40" fmla="*/ 13 w 33"/>
                <a:gd name="T41" fmla="*/ 8 h 57"/>
                <a:gd name="T42" fmla="*/ 11 w 33"/>
                <a:gd name="T43" fmla="*/ 8 h 57"/>
                <a:gd name="T44" fmla="*/ 10 w 33"/>
                <a:gd name="T45" fmla="*/ 10 h 57"/>
                <a:gd name="T46" fmla="*/ 4 w 33"/>
                <a:gd name="T47" fmla="*/ 10 h 57"/>
                <a:gd name="T48" fmla="*/ 2 w 33"/>
                <a:gd name="T49" fmla="*/ 8 h 57"/>
                <a:gd name="T50" fmla="*/ 0 w 33"/>
                <a:gd name="T51" fmla="*/ 8 h 57"/>
                <a:gd name="T52" fmla="*/ 1 w 33"/>
                <a:gd name="T53" fmla="*/ 11 h 57"/>
                <a:gd name="T54" fmla="*/ 0 w 33"/>
                <a:gd name="T55" fmla="*/ 12 h 57"/>
                <a:gd name="T56" fmla="*/ 0 w 33"/>
                <a:gd name="T57" fmla="*/ 14 h 57"/>
                <a:gd name="T58" fmla="*/ 4 w 33"/>
                <a:gd name="T59" fmla="*/ 18 h 57"/>
                <a:gd name="T60" fmla="*/ 4 w 33"/>
                <a:gd name="T61" fmla="*/ 19 h 57"/>
                <a:gd name="T62" fmla="*/ 4 w 33"/>
                <a:gd name="T63" fmla="*/ 21 h 57"/>
                <a:gd name="T64" fmla="*/ 6 w 33"/>
                <a:gd name="T65" fmla="*/ 22 h 57"/>
                <a:gd name="T66" fmla="*/ 6 w 33"/>
                <a:gd name="T67" fmla="*/ 29 h 57"/>
                <a:gd name="T68" fmla="*/ 5 w 33"/>
                <a:gd name="T69" fmla="*/ 30 h 57"/>
                <a:gd name="T70" fmla="*/ 5 w 33"/>
                <a:gd name="T71" fmla="*/ 34 h 57"/>
                <a:gd name="T72" fmla="*/ 7 w 33"/>
                <a:gd name="T73" fmla="*/ 34 h 57"/>
                <a:gd name="T74" fmla="*/ 7 w 33"/>
                <a:gd name="T75" fmla="*/ 36 h 57"/>
                <a:gd name="T76" fmla="*/ 5 w 33"/>
                <a:gd name="T77" fmla="*/ 38 h 57"/>
                <a:gd name="T78" fmla="*/ 6 w 33"/>
                <a:gd name="T79" fmla="*/ 41 h 57"/>
                <a:gd name="T80" fmla="*/ 5 w 33"/>
                <a:gd name="T81" fmla="*/ 42 h 57"/>
                <a:gd name="T82" fmla="*/ 4 w 33"/>
                <a:gd name="T83" fmla="*/ 50 h 57"/>
                <a:gd name="T84" fmla="*/ 6 w 33"/>
                <a:gd name="T85" fmla="*/ 51 h 57"/>
                <a:gd name="T86" fmla="*/ 6 w 33"/>
                <a:gd name="T87" fmla="*/ 52 h 57"/>
                <a:gd name="T88" fmla="*/ 8 w 33"/>
                <a:gd name="T89" fmla="*/ 54 h 57"/>
                <a:gd name="T90" fmla="*/ 8 w 33"/>
                <a:gd name="T91" fmla="*/ 55 h 57"/>
                <a:gd name="T92" fmla="*/ 9 w 33"/>
                <a:gd name="T93" fmla="*/ 57 h 57"/>
                <a:gd name="T94" fmla="*/ 15 w 33"/>
                <a:gd name="T95" fmla="*/ 57 h 57"/>
                <a:gd name="T96" fmla="*/ 15 w 33"/>
                <a:gd name="T97" fmla="*/ 55 h 57"/>
                <a:gd name="T98" fmla="*/ 17 w 33"/>
                <a:gd name="T99" fmla="*/ 54 h 57"/>
                <a:gd name="T100" fmla="*/ 17 w 33"/>
                <a:gd name="T101" fmla="*/ 50 h 57"/>
                <a:gd name="T102" fmla="*/ 19 w 33"/>
                <a:gd name="T103" fmla="*/ 48 h 57"/>
                <a:gd name="T104" fmla="*/ 21 w 33"/>
                <a:gd name="T105" fmla="*/ 48 h 57"/>
                <a:gd name="T106" fmla="*/ 22 w 33"/>
                <a:gd name="T107" fmla="*/ 50 h 57"/>
                <a:gd name="T108" fmla="*/ 27 w 33"/>
                <a:gd name="T109" fmla="*/ 52 h 57"/>
                <a:gd name="T110" fmla="*/ 30 w 33"/>
                <a:gd name="T111" fmla="*/ 29 h 57"/>
                <a:gd name="T112" fmla="*/ 29 w 33"/>
                <a:gd name="T113" fmla="*/ 26 h 57"/>
                <a:gd name="T114" fmla="*/ 29 w 33"/>
                <a:gd name="T115" fmla="*/ 23 h 57"/>
                <a:gd name="T116" fmla="*/ 30 w 33"/>
                <a:gd name="T117" fmla="*/ 22 h 57"/>
                <a:gd name="T118" fmla="*/ 32 w 33"/>
                <a:gd name="T119" fmla="*/ 19 h 57"/>
                <a:gd name="T120" fmla="*/ 33 w 33"/>
                <a:gd name="T121" fmla="*/ 18 h 57"/>
                <a:gd name="T122" fmla="*/ 32 w 33"/>
                <a:gd name="T123" fmla="*/ 1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 h="57">
                  <a:moveTo>
                    <a:pt x="32" y="17"/>
                  </a:moveTo>
                  <a:lnTo>
                    <a:pt x="31" y="16"/>
                  </a:lnTo>
                  <a:lnTo>
                    <a:pt x="31" y="13"/>
                  </a:lnTo>
                  <a:lnTo>
                    <a:pt x="30" y="12"/>
                  </a:lnTo>
                  <a:lnTo>
                    <a:pt x="29" y="9"/>
                  </a:lnTo>
                  <a:lnTo>
                    <a:pt x="28" y="8"/>
                  </a:lnTo>
                  <a:lnTo>
                    <a:pt x="28" y="9"/>
                  </a:lnTo>
                  <a:lnTo>
                    <a:pt x="28" y="8"/>
                  </a:lnTo>
                  <a:lnTo>
                    <a:pt x="28" y="7"/>
                  </a:lnTo>
                  <a:lnTo>
                    <a:pt x="28" y="5"/>
                  </a:lnTo>
                  <a:lnTo>
                    <a:pt x="26" y="2"/>
                  </a:lnTo>
                  <a:lnTo>
                    <a:pt x="25" y="2"/>
                  </a:lnTo>
                  <a:lnTo>
                    <a:pt x="23" y="1"/>
                  </a:lnTo>
                  <a:lnTo>
                    <a:pt x="23" y="1"/>
                  </a:lnTo>
                  <a:lnTo>
                    <a:pt x="21" y="0"/>
                  </a:lnTo>
                  <a:lnTo>
                    <a:pt x="19" y="1"/>
                  </a:lnTo>
                  <a:lnTo>
                    <a:pt x="19" y="2"/>
                  </a:lnTo>
                  <a:lnTo>
                    <a:pt x="17" y="2"/>
                  </a:lnTo>
                  <a:lnTo>
                    <a:pt x="14" y="6"/>
                  </a:lnTo>
                  <a:lnTo>
                    <a:pt x="14" y="7"/>
                  </a:lnTo>
                  <a:lnTo>
                    <a:pt x="13" y="8"/>
                  </a:lnTo>
                  <a:lnTo>
                    <a:pt x="11" y="8"/>
                  </a:lnTo>
                  <a:lnTo>
                    <a:pt x="10" y="10"/>
                  </a:lnTo>
                  <a:lnTo>
                    <a:pt x="4" y="10"/>
                  </a:lnTo>
                  <a:lnTo>
                    <a:pt x="2" y="8"/>
                  </a:lnTo>
                  <a:lnTo>
                    <a:pt x="0" y="8"/>
                  </a:lnTo>
                  <a:lnTo>
                    <a:pt x="1" y="11"/>
                  </a:lnTo>
                  <a:lnTo>
                    <a:pt x="0" y="12"/>
                  </a:lnTo>
                  <a:lnTo>
                    <a:pt x="0" y="14"/>
                  </a:lnTo>
                  <a:lnTo>
                    <a:pt x="4" y="18"/>
                  </a:lnTo>
                  <a:lnTo>
                    <a:pt x="4" y="19"/>
                  </a:lnTo>
                  <a:lnTo>
                    <a:pt x="4" y="21"/>
                  </a:lnTo>
                  <a:lnTo>
                    <a:pt x="6" y="22"/>
                  </a:lnTo>
                  <a:lnTo>
                    <a:pt x="6" y="29"/>
                  </a:lnTo>
                  <a:lnTo>
                    <a:pt x="5" y="30"/>
                  </a:lnTo>
                  <a:lnTo>
                    <a:pt x="5" y="34"/>
                  </a:lnTo>
                  <a:lnTo>
                    <a:pt x="7" y="34"/>
                  </a:lnTo>
                  <a:lnTo>
                    <a:pt x="7" y="36"/>
                  </a:lnTo>
                  <a:lnTo>
                    <a:pt x="5" y="38"/>
                  </a:lnTo>
                  <a:lnTo>
                    <a:pt x="6" y="41"/>
                  </a:lnTo>
                  <a:lnTo>
                    <a:pt x="5" y="42"/>
                  </a:lnTo>
                  <a:lnTo>
                    <a:pt x="4" y="50"/>
                  </a:lnTo>
                  <a:lnTo>
                    <a:pt x="6" y="51"/>
                  </a:lnTo>
                  <a:lnTo>
                    <a:pt x="6" y="52"/>
                  </a:lnTo>
                  <a:lnTo>
                    <a:pt x="8" y="54"/>
                  </a:lnTo>
                  <a:lnTo>
                    <a:pt x="8" y="55"/>
                  </a:lnTo>
                  <a:lnTo>
                    <a:pt x="9" y="57"/>
                  </a:lnTo>
                  <a:lnTo>
                    <a:pt x="15" y="57"/>
                  </a:lnTo>
                  <a:lnTo>
                    <a:pt x="15" y="55"/>
                  </a:lnTo>
                  <a:lnTo>
                    <a:pt x="17" y="54"/>
                  </a:lnTo>
                  <a:lnTo>
                    <a:pt x="17" y="50"/>
                  </a:lnTo>
                  <a:lnTo>
                    <a:pt x="19" y="48"/>
                  </a:lnTo>
                  <a:lnTo>
                    <a:pt x="21" y="48"/>
                  </a:lnTo>
                  <a:lnTo>
                    <a:pt x="22" y="50"/>
                  </a:lnTo>
                  <a:lnTo>
                    <a:pt x="27" y="52"/>
                  </a:lnTo>
                  <a:lnTo>
                    <a:pt x="30" y="29"/>
                  </a:lnTo>
                  <a:lnTo>
                    <a:pt x="29" y="26"/>
                  </a:lnTo>
                  <a:lnTo>
                    <a:pt x="29" y="23"/>
                  </a:lnTo>
                  <a:lnTo>
                    <a:pt x="30" y="22"/>
                  </a:lnTo>
                  <a:lnTo>
                    <a:pt x="32" y="19"/>
                  </a:lnTo>
                  <a:lnTo>
                    <a:pt x="33" y="18"/>
                  </a:lnTo>
                  <a:lnTo>
                    <a:pt x="32"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5" name="Europe">
              <a:extLst>
                <a:ext uri="{FF2B5EF4-FFF2-40B4-BE49-F238E27FC236}">
                  <a16:creationId xmlns:a16="http://schemas.microsoft.com/office/drawing/2014/main" id="{99FD638C-CB64-9AFB-5FED-8BD76576A4D9}"/>
                </a:ext>
              </a:extLst>
            </p:cNvPr>
            <p:cNvSpPr>
              <a:spLocks/>
            </p:cNvSpPr>
            <p:nvPr>
              <p:custDataLst>
                <p:tags r:id="rId123"/>
              </p:custDataLst>
            </p:nvPr>
          </p:nvSpPr>
          <p:spPr bwMode="auto">
            <a:xfrm>
              <a:off x="230" y="393"/>
              <a:ext cx="21" cy="14"/>
            </a:xfrm>
            <a:custGeom>
              <a:avLst/>
              <a:gdLst>
                <a:gd name="T0" fmla="*/ 55 w 55"/>
                <a:gd name="T1" fmla="*/ 1 h 36"/>
                <a:gd name="T2" fmla="*/ 55 w 55"/>
                <a:gd name="T3" fmla="*/ 0 h 36"/>
                <a:gd name="T4" fmla="*/ 54 w 55"/>
                <a:gd name="T5" fmla="*/ 1 h 36"/>
                <a:gd name="T6" fmla="*/ 53 w 55"/>
                <a:gd name="T7" fmla="*/ 1 h 36"/>
                <a:gd name="T8" fmla="*/ 52 w 55"/>
                <a:gd name="T9" fmla="*/ 1 h 36"/>
                <a:gd name="T10" fmla="*/ 51 w 55"/>
                <a:gd name="T11" fmla="*/ 2 h 36"/>
                <a:gd name="T12" fmla="*/ 50 w 55"/>
                <a:gd name="T13" fmla="*/ 1 h 36"/>
                <a:gd name="T14" fmla="*/ 49 w 55"/>
                <a:gd name="T15" fmla="*/ 3 h 36"/>
                <a:gd name="T16" fmla="*/ 49 w 55"/>
                <a:gd name="T17" fmla="*/ 4 h 36"/>
                <a:gd name="T18" fmla="*/ 42 w 55"/>
                <a:gd name="T19" fmla="*/ 3 h 36"/>
                <a:gd name="T20" fmla="*/ 38 w 55"/>
                <a:gd name="T21" fmla="*/ 6 h 36"/>
                <a:gd name="T22" fmla="*/ 26 w 55"/>
                <a:gd name="T23" fmla="*/ 7 h 36"/>
                <a:gd name="T24" fmla="*/ 24 w 55"/>
                <a:gd name="T25" fmla="*/ 8 h 36"/>
                <a:gd name="T26" fmla="*/ 22 w 55"/>
                <a:gd name="T27" fmla="*/ 8 h 36"/>
                <a:gd name="T28" fmla="*/ 20 w 55"/>
                <a:gd name="T29" fmla="*/ 7 h 36"/>
                <a:gd name="T30" fmla="*/ 19 w 55"/>
                <a:gd name="T31" fmla="*/ 7 h 36"/>
                <a:gd name="T32" fmla="*/ 15 w 55"/>
                <a:gd name="T33" fmla="*/ 4 h 36"/>
                <a:gd name="T34" fmla="*/ 14 w 55"/>
                <a:gd name="T35" fmla="*/ 4 h 36"/>
                <a:gd name="T36" fmla="*/ 13 w 55"/>
                <a:gd name="T37" fmla="*/ 5 h 36"/>
                <a:gd name="T38" fmla="*/ 11 w 55"/>
                <a:gd name="T39" fmla="*/ 5 h 36"/>
                <a:gd name="T40" fmla="*/ 11 w 55"/>
                <a:gd name="T41" fmla="*/ 6 h 36"/>
                <a:gd name="T42" fmla="*/ 9 w 55"/>
                <a:gd name="T43" fmla="*/ 8 h 36"/>
                <a:gd name="T44" fmla="*/ 7 w 55"/>
                <a:gd name="T45" fmla="*/ 8 h 36"/>
                <a:gd name="T46" fmla="*/ 5 w 55"/>
                <a:gd name="T47" fmla="*/ 6 h 36"/>
                <a:gd name="T48" fmla="*/ 3 w 55"/>
                <a:gd name="T49" fmla="*/ 6 h 36"/>
                <a:gd name="T50" fmla="*/ 1 w 55"/>
                <a:gd name="T51" fmla="*/ 7 h 36"/>
                <a:gd name="T52" fmla="*/ 1 w 55"/>
                <a:gd name="T53" fmla="*/ 14 h 36"/>
                <a:gd name="T54" fmla="*/ 0 w 55"/>
                <a:gd name="T55" fmla="*/ 15 h 36"/>
                <a:gd name="T56" fmla="*/ 2 w 55"/>
                <a:gd name="T57" fmla="*/ 17 h 36"/>
                <a:gd name="T58" fmla="*/ 9 w 55"/>
                <a:gd name="T59" fmla="*/ 17 h 36"/>
                <a:gd name="T60" fmla="*/ 10 w 55"/>
                <a:gd name="T61" fmla="*/ 19 h 36"/>
                <a:gd name="T62" fmla="*/ 13 w 55"/>
                <a:gd name="T63" fmla="*/ 20 h 36"/>
                <a:gd name="T64" fmla="*/ 15 w 55"/>
                <a:gd name="T65" fmla="*/ 20 h 36"/>
                <a:gd name="T66" fmla="*/ 18 w 55"/>
                <a:gd name="T67" fmla="*/ 24 h 36"/>
                <a:gd name="T68" fmla="*/ 20 w 55"/>
                <a:gd name="T69" fmla="*/ 24 h 36"/>
                <a:gd name="T70" fmla="*/ 26 w 55"/>
                <a:gd name="T71" fmla="*/ 27 h 36"/>
                <a:gd name="T72" fmla="*/ 33 w 55"/>
                <a:gd name="T73" fmla="*/ 27 h 36"/>
                <a:gd name="T74" fmla="*/ 36 w 55"/>
                <a:gd name="T75" fmla="*/ 28 h 36"/>
                <a:gd name="T76" fmla="*/ 36 w 55"/>
                <a:gd name="T77" fmla="*/ 30 h 36"/>
                <a:gd name="T78" fmla="*/ 43 w 55"/>
                <a:gd name="T79" fmla="*/ 35 h 36"/>
                <a:gd name="T80" fmla="*/ 50 w 55"/>
                <a:gd name="T81" fmla="*/ 36 h 36"/>
                <a:gd name="T82" fmla="*/ 50 w 55"/>
                <a:gd name="T83" fmla="*/ 35 h 36"/>
                <a:gd name="T84" fmla="*/ 50 w 55"/>
                <a:gd name="T85" fmla="*/ 31 h 36"/>
                <a:gd name="T86" fmla="*/ 54 w 55"/>
                <a:gd name="T87" fmla="*/ 27 h 36"/>
                <a:gd name="T88" fmla="*/ 52 w 55"/>
                <a:gd name="T89" fmla="*/ 26 h 36"/>
                <a:gd name="T90" fmla="*/ 52 w 55"/>
                <a:gd name="T91" fmla="*/ 25 h 36"/>
                <a:gd name="T92" fmla="*/ 51 w 55"/>
                <a:gd name="T93" fmla="*/ 24 h 36"/>
                <a:gd name="T94" fmla="*/ 52 w 55"/>
                <a:gd name="T95" fmla="*/ 23 h 36"/>
                <a:gd name="T96" fmla="*/ 51 w 55"/>
                <a:gd name="T97" fmla="*/ 22 h 36"/>
                <a:gd name="T98" fmla="*/ 49 w 55"/>
                <a:gd name="T99" fmla="*/ 22 h 36"/>
                <a:gd name="T100" fmla="*/ 49 w 55"/>
                <a:gd name="T101" fmla="*/ 21 h 36"/>
                <a:gd name="T102" fmla="*/ 49 w 55"/>
                <a:gd name="T103" fmla="*/ 19 h 36"/>
                <a:gd name="T104" fmla="*/ 49 w 55"/>
                <a:gd name="T105" fmla="*/ 17 h 36"/>
                <a:gd name="T106" fmla="*/ 50 w 55"/>
                <a:gd name="T107" fmla="*/ 15 h 36"/>
                <a:gd name="T108" fmla="*/ 50 w 55"/>
                <a:gd name="T109" fmla="*/ 14 h 36"/>
                <a:gd name="T110" fmla="*/ 51 w 55"/>
                <a:gd name="T111" fmla="*/ 12 h 36"/>
                <a:gd name="T112" fmla="*/ 51 w 55"/>
                <a:gd name="T113" fmla="*/ 10 h 36"/>
                <a:gd name="T114" fmla="*/ 55 w 55"/>
                <a:gd name="T115" fmla="*/ 4 h 36"/>
                <a:gd name="T116" fmla="*/ 54 w 55"/>
                <a:gd name="T117" fmla="*/ 3 h 36"/>
                <a:gd name="T118" fmla="*/ 55 w 55"/>
                <a:gd name="T119" fmla="*/ 2 h 36"/>
                <a:gd name="T120" fmla="*/ 55 w 55"/>
                <a:gd name="T121"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36">
                  <a:moveTo>
                    <a:pt x="55" y="1"/>
                  </a:moveTo>
                  <a:lnTo>
                    <a:pt x="55" y="0"/>
                  </a:lnTo>
                  <a:lnTo>
                    <a:pt x="54" y="1"/>
                  </a:lnTo>
                  <a:lnTo>
                    <a:pt x="53" y="1"/>
                  </a:lnTo>
                  <a:lnTo>
                    <a:pt x="52" y="1"/>
                  </a:lnTo>
                  <a:lnTo>
                    <a:pt x="51" y="2"/>
                  </a:lnTo>
                  <a:lnTo>
                    <a:pt x="50" y="1"/>
                  </a:lnTo>
                  <a:lnTo>
                    <a:pt x="49" y="3"/>
                  </a:lnTo>
                  <a:lnTo>
                    <a:pt x="49" y="4"/>
                  </a:lnTo>
                  <a:lnTo>
                    <a:pt x="42" y="3"/>
                  </a:lnTo>
                  <a:lnTo>
                    <a:pt x="38" y="6"/>
                  </a:lnTo>
                  <a:lnTo>
                    <a:pt x="26" y="7"/>
                  </a:lnTo>
                  <a:lnTo>
                    <a:pt x="24" y="8"/>
                  </a:lnTo>
                  <a:lnTo>
                    <a:pt x="22" y="8"/>
                  </a:lnTo>
                  <a:lnTo>
                    <a:pt x="20" y="7"/>
                  </a:lnTo>
                  <a:lnTo>
                    <a:pt x="19" y="7"/>
                  </a:lnTo>
                  <a:lnTo>
                    <a:pt x="15" y="4"/>
                  </a:lnTo>
                  <a:lnTo>
                    <a:pt x="14" y="4"/>
                  </a:lnTo>
                  <a:lnTo>
                    <a:pt x="13" y="5"/>
                  </a:lnTo>
                  <a:lnTo>
                    <a:pt x="11" y="5"/>
                  </a:lnTo>
                  <a:lnTo>
                    <a:pt x="11" y="6"/>
                  </a:lnTo>
                  <a:lnTo>
                    <a:pt x="9" y="8"/>
                  </a:lnTo>
                  <a:lnTo>
                    <a:pt x="7" y="8"/>
                  </a:lnTo>
                  <a:lnTo>
                    <a:pt x="5" y="6"/>
                  </a:lnTo>
                  <a:lnTo>
                    <a:pt x="3" y="6"/>
                  </a:lnTo>
                  <a:lnTo>
                    <a:pt x="1" y="7"/>
                  </a:lnTo>
                  <a:lnTo>
                    <a:pt x="1" y="14"/>
                  </a:lnTo>
                  <a:lnTo>
                    <a:pt x="0" y="15"/>
                  </a:lnTo>
                  <a:lnTo>
                    <a:pt x="2" y="17"/>
                  </a:lnTo>
                  <a:lnTo>
                    <a:pt x="9" y="17"/>
                  </a:lnTo>
                  <a:lnTo>
                    <a:pt x="10" y="19"/>
                  </a:lnTo>
                  <a:lnTo>
                    <a:pt x="13" y="20"/>
                  </a:lnTo>
                  <a:lnTo>
                    <a:pt x="15" y="20"/>
                  </a:lnTo>
                  <a:lnTo>
                    <a:pt x="18" y="24"/>
                  </a:lnTo>
                  <a:lnTo>
                    <a:pt x="20" y="24"/>
                  </a:lnTo>
                  <a:lnTo>
                    <a:pt x="26" y="27"/>
                  </a:lnTo>
                  <a:lnTo>
                    <a:pt x="33" y="27"/>
                  </a:lnTo>
                  <a:lnTo>
                    <a:pt x="36" y="28"/>
                  </a:lnTo>
                  <a:lnTo>
                    <a:pt x="36" y="30"/>
                  </a:lnTo>
                  <a:lnTo>
                    <a:pt x="43" y="35"/>
                  </a:lnTo>
                  <a:lnTo>
                    <a:pt x="50" y="36"/>
                  </a:lnTo>
                  <a:lnTo>
                    <a:pt x="50" y="35"/>
                  </a:lnTo>
                  <a:lnTo>
                    <a:pt x="50" y="31"/>
                  </a:lnTo>
                  <a:lnTo>
                    <a:pt x="54" y="27"/>
                  </a:lnTo>
                  <a:lnTo>
                    <a:pt x="52" y="26"/>
                  </a:lnTo>
                  <a:lnTo>
                    <a:pt x="52" y="25"/>
                  </a:lnTo>
                  <a:lnTo>
                    <a:pt x="51" y="24"/>
                  </a:lnTo>
                  <a:lnTo>
                    <a:pt x="52" y="23"/>
                  </a:lnTo>
                  <a:lnTo>
                    <a:pt x="51" y="22"/>
                  </a:lnTo>
                  <a:lnTo>
                    <a:pt x="49" y="22"/>
                  </a:lnTo>
                  <a:lnTo>
                    <a:pt x="49" y="21"/>
                  </a:lnTo>
                  <a:lnTo>
                    <a:pt x="49" y="19"/>
                  </a:lnTo>
                  <a:lnTo>
                    <a:pt x="49" y="17"/>
                  </a:lnTo>
                  <a:lnTo>
                    <a:pt x="50" y="15"/>
                  </a:lnTo>
                  <a:lnTo>
                    <a:pt x="50" y="14"/>
                  </a:lnTo>
                  <a:lnTo>
                    <a:pt x="51" y="12"/>
                  </a:lnTo>
                  <a:lnTo>
                    <a:pt x="51" y="10"/>
                  </a:lnTo>
                  <a:lnTo>
                    <a:pt x="55" y="4"/>
                  </a:lnTo>
                  <a:lnTo>
                    <a:pt x="54" y="3"/>
                  </a:lnTo>
                  <a:lnTo>
                    <a:pt x="55" y="2"/>
                  </a:lnTo>
                  <a:lnTo>
                    <a:pt x="5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6" name="Europe">
              <a:extLst>
                <a:ext uri="{FF2B5EF4-FFF2-40B4-BE49-F238E27FC236}">
                  <a16:creationId xmlns:a16="http://schemas.microsoft.com/office/drawing/2014/main" id="{CEB764D0-A177-B449-E215-107462750707}"/>
                </a:ext>
              </a:extLst>
            </p:cNvPr>
            <p:cNvSpPr>
              <a:spLocks/>
            </p:cNvSpPr>
            <p:nvPr>
              <p:custDataLst>
                <p:tags r:id="rId124"/>
              </p:custDataLst>
            </p:nvPr>
          </p:nvSpPr>
          <p:spPr bwMode="auto">
            <a:xfrm>
              <a:off x="204" y="352"/>
              <a:ext cx="7" cy="14"/>
            </a:xfrm>
            <a:custGeom>
              <a:avLst/>
              <a:gdLst>
                <a:gd name="T0" fmla="*/ 14 w 18"/>
                <a:gd name="T1" fmla="*/ 6 h 39"/>
                <a:gd name="T2" fmla="*/ 14 w 18"/>
                <a:gd name="T3" fmla="*/ 9 h 39"/>
                <a:gd name="T4" fmla="*/ 13 w 18"/>
                <a:gd name="T5" fmla="*/ 9 h 39"/>
                <a:gd name="T6" fmla="*/ 12 w 18"/>
                <a:gd name="T7" fmla="*/ 7 h 39"/>
                <a:gd name="T8" fmla="*/ 10 w 18"/>
                <a:gd name="T9" fmla="*/ 8 h 39"/>
                <a:gd name="T10" fmla="*/ 8 w 18"/>
                <a:gd name="T11" fmla="*/ 10 h 39"/>
                <a:gd name="T12" fmla="*/ 5 w 18"/>
                <a:gd name="T13" fmla="*/ 10 h 39"/>
                <a:gd name="T14" fmla="*/ 4 w 18"/>
                <a:gd name="T15" fmla="*/ 11 h 39"/>
                <a:gd name="T16" fmla="*/ 3 w 18"/>
                <a:gd name="T17" fmla="*/ 11 h 39"/>
                <a:gd name="T18" fmla="*/ 2 w 18"/>
                <a:gd name="T19" fmla="*/ 11 h 39"/>
                <a:gd name="T20" fmla="*/ 2 w 18"/>
                <a:gd name="T21" fmla="*/ 15 h 39"/>
                <a:gd name="T22" fmla="*/ 0 w 18"/>
                <a:gd name="T23" fmla="*/ 17 h 39"/>
                <a:gd name="T24" fmla="*/ 2 w 18"/>
                <a:gd name="T25" fmla="*/ 19 h 39"/>
                <a:gd name="T26" fmla="*/ 0 w 18"/>
                <a:gd name="T27" fmla="*/ 20 h 39"/>
                <a:gd name="T28" fmla="*/ 1 w 18"/>
                <a:gd name="T29" fmla="*/ 22 h 39"/>
                <a:gd name="T30" fmla="*/ 4 w 18"/>
                <a:gd name="T31" fmla="*/ 25 h 39"/>
                <a:gd name="T32" fmla="*/ 1 w 18"/>
                <a:gd name="T33" fmla="*/ 26 h 39"/>
                <a:gd name="T34" fmla="*/ 3 w 18"/>
                <a:gd name="T35" fmla="*/ 28 h 39"/>
                <a:gd name="T36" fmla="*/ 3 w 18"/>
                <a:gd name="T37" fmla="*/ 29 h 39"/>
                <a:gd name="T38" fmla="*/ 2 w 18"/>
                <a:gd name="T39" fmla="*/ 31 h 39"/>
                <a:gd name="T40" fmla="*/ 2 w 18"/>
                <a:gd name="T41" fmla="*/ 32 h 39"/>
                <a:gd name="T42" fmla="*/ 5 w 18"/>
                <a:gd name="T43" fmla="*/ 32 h 39"/>
                <a:gd name="T44" fmla="*/ 5 w 18"/>
                <a:gd name="T45" fmla="*/ 33 h 39"/>
                <a:gd name="T46" fmla="*/ 4 w 18"/>
                <a:gd name="T47" fmla="*/ 34 h 39"/>
                <a:gd name="T48" fmla="*/ 4 w 18"/>
                <a:gd name="T49" fmla="*/ 35 h 39"/>
                <a:gd name="T50" fmla="*/ 7 w 18"/>
                <a:gd name="T51" fmla="*/ 37 h 39"/>
                <a:gd name="T52" fmla="*/ 9 w 18"/>
                <a:gd name="T53" fmla="*/ 37 h 39"/>
                <a:gd name="T54" fmla="*/ 9 w 18"/>
                <a:gd name="T55" fmla="*/ 38 h 39"/>
                <a:gd name="T56" fmla="*/ 10 w 18"/>
                <a:gd name="T57" fmla="*/ 39 h 39"/>
                <a:gd name="T58" fmla="*/ 11 w 18"/>
                <a:gd name="T59" fmla="*/ 39 h 39"/>
                <a:gd name="T60" fmla="*/ 15 w 18"/>
                <a:gd name="T61" fmla="*/ 36 h 39"/>
                <a:gd name="T62" fmla="*/ 15 w 18"/>
                <a:gd name="T63" fmla="*/ 26 h 39"/>
                <a:gd name="T64" fmla="*/ 18 w 18"/>
                <a:gd name="T65" fmla="*/ 24 h 39"/>
                <a:gd name="T66" fmla="*/ 18 w 18"/>
                <a:gd name="T67" fmla="*/ 12 h 39"/>
                <a:gd name="T68" fmla="*/ 17 w 18"/>
                <a:gd name="T69" fmla="*/ 10 h 39"/>
                <a:gd name="T70" fmla="*/ 17 w 18"/>
                <a:gd name="T71" fmla="*/ 2 h 39"/>
                <a:gd name="T72" fmla="*/ 15 w 18"/>
                <a:gd name="T73" fmla="*/ 0 h 39"/>
                <a:gd name="T74" fmla="*/ 14 w 18"/>
                <a:gd name="T75" fmla="*/ 1 h 39"/>
                <a:gd name="T76" fmla="*/ 14 w 18"/>
                <a:gd name="T77" fmla="*/ 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39">
                  <a:moveTo>
                    <a:pt x="14" y="6"/>
                  </a:moveTo>
                  <a:lnTo>
                    <a:pt x="14" y="9"/>
                  </a:lnTo>
                  <a:lnTo>
                    <a:pt x="13" y="9"/>
                  </a:lnTo>
                  <a:lnTo>
                    <a:pt x="12" y="7"/>
                  </a:lnTo>
                  <a:lnTo>
                    <a:pt x="10" y="8"/>
                  </a:lnTo>
                  <a:lnTo>
                    <a:pt x="8" y="10"/>
                  </a:lnTo>
                  <a:lnTo>
                    <a:pt x="5" y="10"/>
                  </a:lnTo>
                  <a:lnTo>
                    <a:pt x="4" y="11"/>
                  </a:lnTo>
                  <a:lnTo>
                    <a:pt x="3" y="11"/>
                  </a:lnTo>
                  <a:lnTo>
                    <a:pt x="2" y="11"/>
                  </a:lnTo>
                  <a:lnTo>
                    <a:pt x="2" y="15"/>
                  </a:lnTo>
                  <a:lnTo>
                    <a:pt x="0" y="17"/>
                  </a:lnTo>
                  <a:lnTo>
                    <a:pt x="2" y="19"/>
                  </a:lnTo>
                  <a:lnTo>
                    <a:pt x="0" y="20"/>
                  </a:lnTo>
                  <a:lnTo>
                    <a:pt x="1" y="22"/>
                  </a:lnTo>
                  <a:lnTo>
                    <a:pt x="4" y="25"/>
                  </a:lnTo>
                  <a:lnTo>
                    <a:pt x="1" y="26"/>
                  </a:lnTo>
                  <a:lnTo>
                    <a:pt x="3" y="28"/>
                  </a:lnTo>
                  <a:lnTo>
                    <a:pt x="3" y="29"/>
                  </a:lnTo>
                  <a:lnTo>
                    <a:pt x="2" y="31"/>
                  </a:lnTo>
                  <a:lnTo>
                    <a:pt x="2" y="32"/>
                  </a:lnTo>
                  <a:lnTo>
                    <a:pt x="5" y="32"/>
                  </a:lnTo>
                  <a:lnTo>
                    <a:pt x="5" y="33"/>
                  </a:lnTo>
                  <a:lnTo>
                    <a:pt x="4" y="34"/>
                  </a:lnTo>
                  <a:lnTo>
                    <a:pt x="4" y="35"/>
                  </a:lnTo>
                  <a:lnTo>
                    <a:pt x="7" y="37"/>
                  </a:lnTo>
                  <a:lnTo>
                    <a:pt x="9" y="37"/>
                  </a:lnTo>
                  <a:lnTo>
                    <a:pt x="9" y="38"/>
                  </a:lnTo>
                  <a:lnTo>
                    <a:pt x="10" y="39"/>
                  </a:lnTo>
                  <a:lnTo>
                    <a:pt x="11" y="39"/>
                  </a:lnTo>
                  <a:lnTo>
                    <a:pt x="15" y="36"/>
                  </a:lnTo>
                  <a:lnTo>
                    <a:pt x="15" y="26"/>
                  </a:lnTo>
                  <a:lnTo>
                    <a:pt x="18" y="24"/>
                  </a:lnTo>
                  <a:lnTo>
                    <a:pt x="18" y="12"/>
                  </a:lnTo>
                  <a:lnTo>
                    <a:pt x="17" y="10"/>
                  </a:lnTo>
                  <a:lnTo>
                    <a:pt x="17" y="2"/>
                  </a:lnTo>
                  <a:lnTo>
                    <a:pt x="15" y="0"/>
                  </a:lnTo>
                  <a:lnTo>
                    <a:pt x="14" y="1"/>
                  </a:lnTo>
                  <a:lnTo>
                    <a:pt x="14"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7" name="Europe">
              <a:extLst>
                <a:ext uri="{FF2B5EF4-FFF2-40B4-BE49-F238E27FC236}">
                  <a16:creationId xmlns:a16="http://schemas.microsoft.com/office/drawing/2014/main" id="{92C7ABE5-25D5-3067-C1D5-8BED561770E6}"/>
                </a:ext>
              </a:extLst>
            </p:cNvPr>
            <p:cNvSpPr>
              <a:spLocks/>
            </p:cNvSpPr>
            <p:nvPr>
              <p:custDataLst>
                <p:tags r:id="rId125"/>
              </p:custDataLst>
            </p:nvPr>
          </p:nvSpPr>
          <p:spPr bwMode="auto">
            <a:xfrm>
              <a:off x="74" y="233"/>
              <a:ext cx="35" cy="41"/>
            </a:xfrm>
            <a:custGeom>
              <a:avLst/>
              <a:gdLst>
                <a:gd name="T0" fmla="*/ 18 w 93"/>
                <a:gd name="T1" fmla="*/ 108 h 108"/>
                <a:gd name="T2" fmla="*/ 37 w 93"/>
                <a:gd name="T3" fmla="*/ 103 h 108"/>
                <a:gd name="T4" fmla="*/ 36 w 93"/>
                <a:gd name="T5" fmla="*/ 98 h 108"/>
                <a:gd name="T6" fmla="*/ 40 w 93"/>
                <a:gd name="T7" fmla="*/ 101 h 108"/>
                <a:gd name="T8" fmla="*/ 47 w 93"/>
                <a:gd name="T9" fmla="*/ 96 h 108"/>
                <a:gd name="T10" fmla="*/ 51 w 93"/>
                <a:gd name="T11" fmla="*/ 93 h 108"/>
                <a:gd name="T12" fmla="*/ 61 w 93"/>
                <a:gd name="T13" fmla="*/ 93 h 108"/>
                <a:gd name="T14" fmla="*/ 64 w 93"/>
                <a:gd name="T15" fmla="*/ 90 h 108"/>
                <a:gd name="T16" fmla="*/ 68 w 93"/>
                <a:gd name="T17" fmla="*/ 94 h 108"/>
                <a:gd name="T18" fmla="*/ 73 w 93"/>
                <a:gd name="T19" fmla="*/ 87 h 108"/>
                <a:gd name="T20" fmla="*/ 81 w 93"/>
                <a:gd name="T21" fmla="*/ 72 h 108"/>
                <a:gd name="T22" fmla="*/ 79 w 93"/>
                <a:gd name="T23" fmla="*/ 40 h 108"/>
                <a:gd name="T24" fmla="*/ 84 w 93"/>
                <a:gd name="T25" fmla="*/ 39 h 108"/>
                <a:gd name="T26" fmla="*/ 93 w 93"/>
                <a:gd name="T27" fmla="*/ 31 h 108"/>
                <a:gd name="T28" fmla="*/ 87 w 93"/>
                <a:gd name="T29" fmla="*/ 21 h 108"/>
                <a:gd name="T30" fmla="*/ 89 w 93"/>
                <a:gd name="T31" fmla="*/ 19 h 108"/>
                <a:gd name="T32" fmla="*/ 88 w 93"/>
                <a:gd name="T33" fmla="*/ 15 h 108"/>
                <a:gd name="T34" fmla="*/ 80 w 93"/>
                <a:gd name="T35" fmla="*/ 4 h 108"/>
                <a:gd name="T36" fmla="*/ 64 w 93"/>
                <a:gd name="T37" fmla="*/ 0 h 108"/>
                <a:gd name="T38" fmla="*/ 59 w 93"/>
                <a:gd name="T39" fmla="*/ 3 h 108"/>
                <a:gd name="T40" fmla="*/ 50 w 93"/>
                <a:gd name="T41" fmla="*/ 4 h 108"/>
                <a:gd name="T42" fmla="*/ 45 w 93"/>
                <a:gd name="T43" fmla="*/ 13 h 108"/>
                <a:gd name="T44" fmla="*/ 39 w 93"/>
                <a:gd name="T45" fmla="*/ 16 h 108"/>
                <a:gd name="T46" fmla="*/ 46 w 93"/>
                <a:gd name="T47" fmla="*/ 20 h 108"/>
                <a:gd name="T48" fmla="*/ 42 w 93"/>
                <a:gd name="T49" fmla="*/ 24 h 108"/>
                <a:gd name="T50" fmla="*/ 39 w 93"/>
                <a:gd name="T51" fmla="*/ 31 h 108"/>
                <a:gd name="T52" fmla="*/ 33 w 93"/>
                <a:gd name="T53" fmla="*/ 28 h 108"/>
                <a:gd name="T54" fmla="*/ 29 w 93"/>
                <a:gd name="T55" fmla="*/ 29 h 108"/>
                <a:gd name="T56" fmla="*/ 24 w 93"/>
                <a:gd name="T57" fmla="*/ 25 h 108"/>
                <a:gd name="T58" fmla="*/ 16 w 93"/>
                <a:gd name="T59" fmla="*/ 32 h 108"/>
                <a:gd name="T60" fmla="*/ 15 w 93"/>
                <a:gd name="T61" fmla="*/ 42 h 108"/>
                <a:gd name="T62" fmla="*/ 12 w 93"/>
                <a:gd name="T63" fmla="*/ 47 h 108"/>
                <a:gd name="T64" fmla="*/ 18 w 93"/>
                <a:gd name="T65" fmla="*/ 56 h 108"/>
                <a:gd name="T66" fmla="*/ 28 w 93"/>
                <a:gd name="T67" fmla="*/ 57 h 108"/>
                <a:gd name="T68" fmla="*/ 28 w 93"/>
                <a:gd name="T69" fmla="*/ 61 h 108"/>
                <a:gd name="T70" fmla="*/ 21 w 93"/>
                <a:gd name="T71" fmla="*/ 65 h 108"/>
                <a:gd name="T72" fmla="*/ 15 w 93"/>
                <a:gd name="T73" fmla="*/ 74 h 108"/>
                <a:gd name="T74" fmla="*/ 15 w 93"/>
                <a:gd name="T75" fmla="*/ 76 h 108"/>
                <a:gd name="T76" fmla="*/ 10 w 93"/>
                <a:gd name="T77" fmla="*/ 86 h 108"/>
                <a:gd name="T78" fmla="*/ 0 w 93"/>
                <a:gd name="T79" fmla="*/ 85 h 108"/>
                <a:gd name="T80" fmla="*/ 10 w 93"/>
                <a:gd name="T81" fmla="*/ 90 h 108"/>
                <a:gd name="T82" fmla="*/ 3 w 93"/>
                <a:gd name="T83" fmla="*/ 96 h 108"/>
                <a:gd name="T84" fmla="*/ 11 w 93"/>
                <a:gd name="T85" fmla="*/ 96 h 108"/>
                <a:gd name="T86" fmla="*/ 7 w 93"/>
                <a:gd name="T87" fmla="*/ 99 h 108"/>
                <a:gd name="T88" fmla="*/ 12 w 93"/>
                <a:gd name="T89" fmla="*/ 102 h 108"/>
                <a:gd name="T90" fmla="*/ 15 w 93"/>
                <a:gd name="T91" fmla="*/ 101 h 108"/>
                <a:gd name="T92" fmla="*/ 9 w 93"/>
                <a:gd name="T9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108">
                  <a:moveTo>
                    <a:pt x="16" y="106"/>
                  </a:moveTo>
                  <a:lnTo>
                    <a:pt x="17" y="106"/>
                  </a:lnTo>
                  <a:lnTo>
                    <a:pt x="18" y="108"/>
                  </a:lnTo>
                  <a:lnTo>
                    <a:pt x="32" y="105"/>
                  </a:lnTo>
                  <a:lnTo>
                    <a:pt x="33" y="104"/>
                  </a:lnTo>
                  <a:lnTo>
                    <a:pt x="37" y="103"/>
                  </a:lnTo>
                  <a:lnTo>
                    <a:pt x="37" y="102"/>
                  </a:lnTo>
                  <a:lnTo>
                    <a:pt x="35" y="101"/>
                  </a:lnTo>
                  <a:lnTo>
                    <a:pt x="36" y="98"/>
                  </a:lnTo>
                  <a:lnTo>
                    <a:pt x="38" y="98"/>
                  </a:lnTo>
                  <a:lnTo>
                    <a:pt x="39" y="99"/>
                  </a:lnTo>
                  <a:lnTo>
                    <a:pt x="40" y="101"/>
                  </a:lnTo>
                  <a:lnTo>
                    <a:pt x="41" y="102"/>
                  </a:lnTo>
                  <a:lnTo>
                    <a:pt x="42" y="101"/>
                  </a:lnTo>
                  <a:lnTo>
                    <a:pt x="47" y="96"/>
                  </a:lnTo>
                  <a:lnTo>
                    <a:pt x="50" y="96"/>
                  </a:lnTo>
                  <a:lnTo>
                    <a:pt x="52" y="94"/>
                  </a:lnTo>
                  <a:lnTo>
                    <a:pt x="51" y="93"/>
                  </a:lnTo>
                  <a:lnTo>
                    <a:pt x="55" y="93"/>
                  </a:lnTo>
                  <a:lnTo>
                    <a:pt x="58" y="94"/>
                  </a:lnTo>
                  <a:lnTo>
                    <a:pt x="61" y="93"/>
                  </a:lnTo>
                  <a:lnTo>
                    <a:pt x="62" y="92"/>
                  </a:lnTo>
                  <a:lnTo>
                    <a:pt x="63" y="93"/>
                  </a:lnTo>
                  <a:lnTo>
                    <a:pt x="64" y="90"/>
                  </a:lnTo>
                  <a:lnTo>
                    <a:pt x="66" y="91"/>
                  </a:lnTo>
                  <a:lnTo>
                    <a:pt x="67" y="93"/>
                  </a:lnTo>
                  <a:lnTo>
                    <a:pt x="68" y="94"/>
                  </a:lnTo>
                  <a:lnTo>
                    <a:pt x="72" y="93"/>
                  </a:lnTo>
                  <a:lnTo>
                    <a:pt x="73" y="91"/>
                  </a:lnTo>
                  <a:lnTo>
                    <a:pt x="73" y="87"/>
                  </a:lnTo>
                  <a:lnTo>
                    <a:pt x="75" y="85"/>
                  </a:lnTo>
                  <a:lnTo>
                    <a:pt x="78" y="75"/>
                  </a:lnTo>
                  <a:lnTo>
                    <a:pt x="81" y="72"/>
                  </a:lnTo>
                  <a:lnTo>
                    <a:pt x="80" y="52"/>
                  </a:lnTo>
                  <a:lnTo>
                    <a:pt x="76" y="42"/>
                  </a:lnTo>
                  <a:lnTo>
                    <a:pt x="79" y="40"/>
                  </a:lnTo>
                  <a:lnTo>
                    <a:pt x="80" y="39"/>
                  </a:lnTo>
                  <a:lnTo>
                    <a:pt x="81" y="40"/>
                  </a:lnTo>
                  <a:lnTo>
                    <a:pt x="84" y="39"/>
                  </a:lnTo>
                  <a:lnTo>
                    <a:pt x="85" y="35"/>
                  </a:lnTo>
                  <a:lnTo>
                    <a:pt x="90" y="35"/>
                  </a:lnTo>
                  <a:lnTo>
                    <a:pt x="93" y="31"/>
                  </a:lnTo>
                  <a:lnTo>
                    <a:pt x="92" y="22"/>
                  </a:lnTo>
                  <a:lnTo>
                    <a:pt x="90" y="21"/>
                  </a:lnTo>
                  <a:lnTo>
                    <a:pt x="87" y="21"/>
                  </a:lnTo>
                  <a:lnTo>
                    <a:pt x="86" y="20"/>
                  </a:lnTo>
                  <a:lnTo>
                    <a:pt x="87" y="19"/>
                  </a:lnTo>
                  <a:lnTo>
                    <a:pt x="89" y="19"/>
                  </a:lnTo>
                  <a:lnTo>
                    <a:pt x="90" y="18"/>
                  </a:lnTo>
                  <a:lnTo>
                    <a:pt x="88" y="16"/>
                  </a:lnTo>
                  <a:lnTo>
                    <a:pt x="88" y="15"/>
                  </a:lnTo>
                  <a:lnTo>
                    <a:pt x="85" y="12"/>
                  </a:lnTo>
                  <a:lnTo>
                    <a:pt x="84" y="7"/>
                  </a:lnTo>
                  <a:lnTo>
                    <a:pt x="80" y="4"/>
                  </a:lnTo>
                  <a:lnTo>
                    <a:pt x="70" y="6"/>
                  </a:lnTo>
                  <a:lnTo>
                    <a:pt x="70" y="5"/>
                  </a:lnTo>
                  <a:lnTo>
                    <a:pt x="64" y="0"/>
                  </a:lnTo>
                  <a:lnTo>
                    <a:pt x="63" y="2"/>
                  </a:lnTo>
                  <a:lnTo>
                    <a:pt x="60" y="3"/>
                  </a:lnTo>
                  <a:lnTo>
                    <a:pt x="59" y="3"/>
                  </a:lnTo>
                  <a:lnTo>
                    <a:pt x="54" y="4"/>
                  </a:lnTo>
                  <a:lnTo>
                    <a:pt x="51" y="4"/>
                  </a:lnTo>
                  <a:lnTo>
                    <a:pt x="50" y="4"/>
                  </a:lnTo>
                  <a:lnTo>
                    <a:pt x="46" y="7"/>
                  </a:lnTo>
                  <a:lnTo>
                    <a:pt x="44" y="12"/>
                  </a:lnTo>
                  <a:lnTo>
                    <a:pt x="45" y="13"/>
                  </a:lnTo>
                  <a:lnTo>
                    <a:pt x="44" y="15"/>
                  </a:lnTo>
                  <a:lnTo>
                    <a:pt x="40" y="15"/>
                  </a:lnTo>
                  <a:lnTo>
                    <a:pt x="39" y="16"/>
                  </a:lnTo>
                  <a:lnTo>
                    <a:pt x="39" y="18"/>
                  </a:lnTo>
                  <a:lnTo>
                    <a:pt x="40" y="19"/>
                  </a:lnTo>
                  <a:lnTo>
                    <a:pt x="46" y="20"/>
                  </a:lnTo>
                  <a:lnTo>
                    <a:pt x="47" y="21"/>
                  </a:lnTo>
                  <a:lnTo>
                    <a:pt x="45" y="23"/>
                  </a:lnTo>
                  <a:lnTo>
                    <a:pt x="42" y="24"/>
                  </a:lnTo>
                  <a:lnTo>
                    <a:pt x="39" y="26"/>
                  </a:lnTo>
                  <a:lnTo>
                    <a:pt x="40" y="30"/>
                  </a:lnTo>
                  <a:lnTo>
                    <a:pt x="39" y="31"/>
                  </a:lnTo>
                  <a:lnTo>
                    <a:pt x="38" y="29"/>
                  </a:lnTo>
                  <a:lnTo>
                    <a:pt x="37" y="28"/>
                  </a:lnTo>
                  <a:lnTo>
                    <a:pt x="33" y="28"/>
                  </a:lnTo>
                  <a:lnTo>
                    <a:pt x="31" y="28"/>
                  </a:lnTo>
                  <a:lnTo>
                    <a:pt x="30" y="30"/>
                  </a:lnTo>
                  <a:lnTo>
                    <a:pt x="29" y="29"/>
                  </a:lnTo>
                  <a:lnTo>
                    <a:pt x="28" y="27"/>
                  </a:lnTo>
                  <a:lnTo>
                    <a:pt x="26" y="26"/>
                  </a:lnTo>
                  <a:lnTo>
                    <a:pt x="24" y="25"/>
                  </a:lnTo>
                  <a:lnTo>
                    <a:pt x="16" y="26"/>
                  </a:lnTo>
                  <a:lnTo>
                    <a:pt x="15" y="27"/>
                  </a:lnTo>
                  <a:lnTo>
                    <a:pt x="16" y="32"/>
                  </a:lnTo>
                  <a:lnTo>
                    <a:pt x="13" y="34"/>
                  </a:lnTo>
                  <a:lnTo>
                    <a:pt x="21" y="40"/>
                  </a:lnTo>
                  <a:lnTo>
                    <a:pt x="15" y="42"/>
                  </a:lnTo>
                  <a:lnTo>
                    <a:pt x="15" y="45"/>
                  </a:lnTo>
                  <a:lnTo>
                    <a:pt x="13" y="46"/>
                  </a:lnTo>
                  <a:lnTo>
                    <a:pt x="12" y="47"/>
                  </a:lnTo>
                  <a:lnTo>
                    <a:pt x="10" y="50"/>
                  </a:lnTo>
                  <a:lnTo>
                    <a:pt x="18" y="53"/>
                  </a:lnTo>
                  <a:lnTo>
                    <a:pt x="18" y="56"/>
                  </a:lnTo>
                  <a:lnTo>
                    <a:pt x="19" y="57"/>
                  </a:lnTo>
                  <a:lnTo>
                    <a:pt x="24" y="57"/>
                  </a:lnTo>
                  <a:lnTo>
                    <a:pt x="28" y="57"/>
                  </a:lnTo>
                  <a:lnTo>
                    <a:pt x="30" y="57"/>
                  </a:lnTo>
                  <a:lnTo>
                    <a:pt x="30" y="59"/>
                  </a:lnTo>
                  <a:lnTo>
                    <a:pt x="28" y="61"/>
                  </a:lnTo>
                  <a:lnTo>
                    <a:pt x="26" y="60"/>
                  </a:lnTo>
                  <a:lnTo>
                    <a:pt x="24" y="61"/>
                  </a:lnTo>
                  <a:lnTo>
                    <a:pt x="21" y="65"/>
                  </a:lnTo>
                  <a:lnTo>
                    <a:pt x="21" y="66"/>
                  </a:lnTo>
                  <a:lnTo>
                    <a:pt x="16" y="72"/>
                  </a:lnTo>
                  <a:lnTo>
                    <a:pt x="15" y="74"/>
                  </a:lnTo>
                  <a:lnTo>
                    <a:pt x="18" y="74"/>
                  </a:lnTo>
                  <a:lnTo>
                    <a:pt x="19" y="76"/>
                  </a:lnTo>
                  <a:lnTo>
                    <a:pt x="15" y="76"/>
                  </a:lnTo>
                  <a:lnTo>
                    <a:pt x="12" y="80"/>
                  </a:lnTo>
                  <a:lnTo>
                    <a:pt x="12" y="83"/>
                  </a:lnTo>
                  <a:lnTo>
                    <a:pt x="10" y="86"/>
                  </a:lnTo>
                  <a:lnTo>
                    <a:pt x="7" y="83"/>
                  </a:lnTo>
                  <a:lnTo>
                    <a:pt x="2" y="84"/>
                  </a:lnTo>
                  <a:lnTo>
                    <a:pt x="0" y="85"/>
                  </a:lnTo>
                  <a:lnTo>
                    <a:pt x="2" y="87"/>
                  </a:lnTo>
                  <a:lnTo>
                    <a:pt x="10" y="88"/>
                  </a:lnTo>
                  <a:lnTo>
                    <a:pt x="10" y="90"/>
                  </a:lnTo>
                  <a:lnTo>
                    <a:pt x="3" y="91"/>
                  </a:lnTo>
                  <a:lnTo>
                    <a:pt x="0" y="95"/>
                  </a:lnTo>
                  <a:lnTo>
                    <a:pt x="3" y="96"/>
                  </a:lnTo>
                  <a:lnTo>
                    <a:pt x="4" y="98"/>
                  </a:lnTo>
                  <a:lnTo>
                    <a:pt x="4" y="97"/>
                  </a:lnTo>
                  <a:lnTo>
                    <a:pt x="11" y="96"/>
                  </a:lnTo>
                  <a:lnTo>
                    <a:pt x="12" y="97"/>
                  </a:lnTo>
                  <a:lnTo>
                    <a:pt x="9" y="99"/>
                  </a:lnTo>
                  <a:lnTo>
                    <a:pt x="7" y="99"/>
                  </a:lnTo>
                  <a:lnTo>
                    <a:pt x="4" y="103"/>
                  </a:lnTo>
                  <a:lnTo>
                    <a:pt x="6" y="103"/>
                  </a:lnTo>
                  <a:lnTo>
                    <a:pt x="12" y="102"/>
                  </a:lnTo>
                  <a:lnTo>
                    <a:pt x="13" y="100"/>
                  </a:lnTo>
                  <a:lnTo>
                    <a:pt x="15" y="100"/>
                  </a:lnTo>
                  <a:lnTo>
                    <a:pt x="15" y="101"/>
                  </a:lnTo>
                  <a:lnTo>
                    <a:pt x="13" y="103"/>
                  </a:lnTo>
                  <a:lnTo>
                    <a:pt x="12" y="104"/>
                  </a:lnTo>
                  <a:lnTo>
                    <a:pt x="9" y="106"/>
                  </a:lnTo>
                  <a:lnTo>
                    <a:pt x="11" y="108"/>
                  </a:lnTo>
                  <a:lnTo>
                    <a:pt x="16" y="10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8" name="Europe">
              <a:extLst>
                <a:ext uri="{FF2B5EF4-FFF2-40B4-BE49-F238E27FC236}">
                  <a16:creationId xmlns:a16="http://schemas.microsoft.com/office/drawing/2014/main" id="{783829EE-07A0-215D-5473-F3873E7D403D}"/>
                </a:ext>
              </a:extLst>
            </p:cNvPr>
            <p:cNvSpPr>
              <a:spLocks/>
            </p:cNvSpPr>
            <p:nvPr>
              <p:custDataLst>
                <p:tags r:id="rId126"/>
              </p:custDataLst>
            </p:nvPr>
          </p:nvSpPr>
          <p:spPr bwMode="auto">
            <a:xfrm>
              <a:off x="103" y="199"/>
              <a:ext cx="52" cy="94"/>
            </a:xfrm>
            <a:custGeom>
              <a:avLst/>
              <a:gdLst>
                <a:gd name="T0" fmla="*/ 8 w 138"/>
                <a:gd name="T1" fmla="*/ 54 h 249"/>
                <a:gd name="T2" fmla="*/ 5 w 138"/>
                <a:gd name="T3" fmla="*/ 64 h 249"/>
                <a:gd name="T4" fmla="*/ 20 w 138"/>
                <a:gd name="T5" fmla="*/ 54 h 249"/>
                <a:gd name="T6" fmla="*/ 14 w 138"/>
                <a:gd name="T7" fmla="*/ 77 h 249"/>
                <a:gd name="T8" fmla="*/ 10 w 138"/>
                <a:gd name="T9" fmla="*/ 94 h 249"/>
                <a:gd name="T10" fmla="*/ 16 w 138"/>
                <a:gd name="T11" fmla="*/ 84 h 249"/>
                <a:gd name="T12" fmla="*/ 20 w 138"/>
                <a:gd name="T13" fmla="*/ 77 h 249"/>
                <a:gd name="T14" fmla="*/ 27 w 138"/>
                <a:gd name="T15" fmla="*/ 75 h 249"/>
                <a:gd name="T16" fmla="*/ 29 w 138"/>
                <a:gd name="T17" fmla="*/ 87 h 249"/>
                <a:gd name="T18" fmla="*/ 21 w 138"/>
                <a:gd name="T19" fmla="*/ 109 h 249"/>
                <a:gd name="T20" fmla="*/ 33 w 138"/>
                <a:gd name="T21" fmla="*/ 111 h 249"/>
                <a:gd name="T22" fmla="*/ 43 w 138"/>
                <a:gd name="T23" fmla="*/ 109 h 249"/>
                <a:gd name="T24" fmla="*/ 51 w 138"/>
                <a:gd name="T25" fmla="*/ 107 h 249"/>
                <a:gd name="T26" fmla="*/ 47 w 138"/>
                <a:gd name="T27" fmla="*/ 121 h 249"/>
                <a:gd name="T28" fmla="*/ 56 w 138"/>
                <a:gd name="T29" fmla="*/ 129 h 249"/>
                <a:gd name="T30" fmla="*/ 54 w 138"/>
                <a:gd name="T31" fmla="*/ 140 h 249"/>
                <a:gd name="T32" fmla="*/ 56 w 138"/>
                <a:gd name="T33" fmla="*/ 153 h 249"/>
                <a:gd name="T34" fmla="*/ 35 w 138"/>
                <a:gd name="T35" fmla="*/ 156 h 249"/>
                <a:gd name="T36" fmla="*/ 30 w 138"/>
                <a:gd name="T37" fmla="*/ 166 h 249"/>
                <a:gd name="T38" fmla="*/ 27 w 138"/>
                <a:gd name="T39" fmla="*/ 186 h 249"/>
                <a:gd name="T40" fmla="*/ 15 w 138"/>
                <a:gd name="T41" fmla="*/ 195 h 249"/>
                <a:gd name="T42" fmla="*/ 18 w 138"/>
                <a:gd name="T43" fmla="*/ 201 h 249"/>
                <a:gd name="T44" fmla="*/ 30 w 138"/>
                <a:gd name="T45" fmla="*/ 201 h 249"/>
                <a:gd name="T46" fmla="*/ 33 w 138"/>
                <a:gd name="T47" fmla="*/ 205 h 249"/>
                <a:gd name="T48" fmla="*/ 40 w 138"/>
                <a:gd name="T49" fmla="*/ 207 h 249"/>
                <a:gd name="T50" fmla="*/ 51 w 138"/>
                <a:gd name="T51" fmla="*/ 206 h 249"/>
                <a:gd name="T52" fmla="*/ 51 w 138"/>
                <a:gd name="T53" fmla="*/ 215 h 249"/>
                <a:gd name="T54" fmla="*/ 31 w 138"/>
                <a:gd name="T55" fmla="*/ 214 h 249"/>
                <a:gd name="T56" fmla="*/ 18 w 138"/>
                <a:gd name="T57" fmla="*/ 232 h 249"/>
                <a:gd name="T58" fmla="*/ 0 w 138"/>
                <a:gd name="T59" fmla="*/ 247 h 249"/>
                <a:gd name="T60" fmla="*/ 9 w 138"/>
                <a:gd name="T61" fmla="*/ 248 h 249"/>
                <a:gd name="T62" fmla="*/ 18 w 138"/>
                <a:gd name="T63" fmla="*/ 243 h 249"/>
                <a:gd name="T64" fmla="*/ 32 w 138"/>
                <a:gd name="T65" fmla="*/ 240 h 249"/>
                <a:gd name="T66" fmla="*/ 40 w 138"/>
                <a:gd name="T67" fmla="*/ 241 h 249"/>
                <a:gd name="T68" fmla="*/ 57 w 138"/>
                <a:gd name="T69" fmla="*/ 230 h 249"/>
                <a:gd name="T70" fmla="*/ 82 w 138"/>
                <a:gd name="T71" fmla="*/ 225 h 249"/>
                <a:gd name="T72" fmla="*/ 124 w 138"/>
                <a:gd name="T73" fmla="*/ 223 h 249"/>
                <a:gd name="T74" fmla="*/ 133 w 138"/>
                <a:gd name="T75" fmla="*/ 211 h 249"/>
                <a:gd name="T76" fmla="*/ 116 w 138"/>
                <a:gd name="T77" fmla="*/ 208 h 249"/>
                <a:gd name="T78" fmla="*/ 120 w 138"/>
                <a:gd name="T79" fmla="*/ 201 h 249"/>
                <a:gd name="T80" fmla="*/ 129 w 138"/>
                <a:gd name="T81" fmla="*/ 198 h 249"/>
                <a:gd name="T82" fmla="*/ 138 w 138"/>
                <a:gd name="T83" fmla="*/ 178 h 249"/>
                <a:gd name="T84" fmla="*/ 114 w 138"/>
                <a:gd name="T85" fmla="*/ 169 h 249"/>
                <a:gd name="T86" fmla="*/ 109 w 138"/>
                <a:gd name="T87" fmla="*/ 164 h 249"/>
                <a:gd name="T88" fmla="*/ 99 w 138"/>
                <a:gd name="T89" fmla="*/ 128 h 249"/>
                <a:gd name="T90" fmla="*/ 85 w 138"/>
                <a:gd name="T91" fmla="*/ 115 h 249"/>
                <a:gd name="T92" fmla="*/ 64 w 138"/>
                <a:gd name="T93" fmla="*/ 76 h 249"/>
                <a:gd name="T94" fmla="*/ 59 w 138"/>
                <a:gd name="T95" fmla="*/ 71 h 249"/>
                <a:gd name="T96" fmla="*/ 63 w 138"/>
                <a:gd name="T97" fmla="*/ 62 h 249"/>
                <a:gd name="T98" fmla="*/ 77 w 138"/>
                <a:gd name="T99" fmla="*/ 34 h 249"/>
                <a:gd name="T100" fmla="*/ 59 w 138"/>
                <a:gd name="T101" fmla="*/ 28 h 249"/>
                <a:gd name="T102" fmla="*/ 44 w 138"/>
                <a:gd name="T103" fmla="*/ 27 h 249"/>
                <a:gd name="T104" fmla="*/ 49 w 138"/>
                <a:gd name="T105" fmla="*/ 16 h 249"/>
                <a:gd name="T106" fmla="*/ 38 w 138"/>
                <a:gd name="T107" fmla="*/ 3 h 249"/>
                <a:gd name="T108" fmla="*/ 29 w 138"/>
                <a:gd name="T109" fmla="*/ 1 h 249"/>
                <a:gd name="T110" fmla="*/ 25 w 138"/>
                <a:gd name="T111" fmla="*/ 19 h 249"/>
                <a:gd name="T112" fmla="*/ 15 w 138"/>
                <a:gd name="T113" fmla="*/ 26 h 249"/>
                <a:gd name="T114" fmla="*/ 16 w 138"/>
                <a:gd name="T115" fmla="*/ 36 h 249"/>
                <a:gd name="T116" fmla="*/ 10 w 138"/>
                <a:gd name="T117" fmla="*/ 51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249">
                  <a:moveTo>
                    <a:pt x="10" y="51"/>
                  </a:moveTo>
                  <a:lnTo>
                    <a:pt x="9" y="53"/>
                  </a:lnTo>
                  <a:lnTo>
                    <a:pt x="11" y="54"/>
                  </a:lnTo>
                  <a:lnTo>
                    <a:pt x="11" y="56"/>
                  </a:lnTo>
                  <a:lnTo>
                    <a:pt x="9" y="56"/>
                  </a:lnTo>
                  <a:lnTo>
                    <a:pt x="8" y="54"/>
                  </a:lnTo>
                  <a:lnTo>
                    <a:pt x="6" y="57"/>
                  </a:lnTo>
                  <a:lnTo>
                    <a:pt x="6" y="58"/>
                  </a:lnTo>
                  <a:lnTo>
                    <a:pt x="7" y="60"/>
                  </a:lnTo>
                  <a:lnTo>
                    <a:pt x="7" y="61"/>
                  </a:lnTo>
                  <a:lnTo>
                    <a:pt x="7" y="63"/>
                  </a:lnTo>
                  <a:lnTo>
                    <a:pt x="5" y="64"/>
                  </a:lnTo>
                  <a:lnTo>
                    <a:pt x="5" y="65"/>
                  </a:lnTo>
                  <a:lnTo>
                    <a:pt x="6" y="65"/>
                  </a:lnTo>
                  <a:lnTo>
                    <a:pt x="15" y="64"/>
                  </a:lnTo>
                  <a:lnTo>
                    <a:pt x="14" y="60"/>
                  </a:lnTo>
                  <a:lnTo>
                    <a:pt x="16" y="59"/>
                  </a:lnTo>
                  <a:lnTo>
                    <a:pt x="20" y="54"/>
                  </a:lnTo>
                  <a:lnTo>
                    <a:pt x="20" y="61"/>
                  </a:lnTo>
                  <a:lnTo>
                    <a:pt x="18" y="62"/>
                  </a:lnTo>
                  <a:lnTo>
                    <a:pt x="15" y="69"/>
                  </a:lnTo>
                  <a:lnTo>
                    <a:pt x="15" y="71"/>
                  </a:lnTo>
                  <a:lnTo>
                    <a:pt x="14" y="72"/>
                  </a:lnTo>
                  <a:lnTo>
                    <a:pt x="14" y="77"/>
                  </a:lnTo>
                  <a:lnTo>
                    <a:pt x="15" y="78"/>
                  </a:lnTo>
                  <a:lnTo>
                    <a:pt x="15" y="81"/>
                  </a:lnTo>
                  <a:lnTo>
                    <a:pt x="13" y="85"/>
                  </a:lnTo>
                  <a:lnTo>
                    <a:pt x="13" y="87"/>
                  </a:lnTo>
                  <a:lnTo>
                    <a:pt x="10" y="91"/>
                  </a:lnTo>
                  <a:lnTo>
                    <a:pt x="10" y="94"/>
                  </a:lnTo>
                  <a:lnTo>
                    <a:pt x="13" y="94"/>
                  </a:lnTo>
                  <a:lnTo>
                    <a:pt x="15" y="92"/>
                  </a:lnTo>
                  <a:lnTo>
                    <a:pt x="15" y="90"/>
                  </a:lnTo>
                  <a:lnTo>
                    <a:pt x="15" y="88"/>
                  </a:lnTo>
                  <a:lnTo>
                    <a:pt x="16" y="86"/>
                  </a:lnTo>
                  <a:lnTo>
                    <a:pt x="16" y="84"/>
                  </a:lnTo>
                  <a:lnTo>
                    <a:pt x="18" y="81"/>
                  </a:lnTo>
                  <a:lnTo>
                    <a:pt x="18" y="79"/>
                  </a:lnTo>
                  <a:lnTo>
                    <a:pt x="17" y="76"/>
                  </a:lnTo>
                  <a:lnTo>
                    <a:pt x="18" y="75"/>
                  </a:lnTo>
                  <a:lnTo>
                    <a:pt x="20" y="76"/>
                  </a:lnTo>
                  <a:lnTo>
                    <a:pt x="20" y="77"/>
                  </a:lnTo>
                  <a:lnTo>
                    <a:pt x="21" y="78"/>
                  </a:lnTo>
                  <a:lnTo>
                    <a:pt x="21" y="79"/>
                  </a:lnTo>
                  <a:lnTo>
                    <a:pt x="23" y="81"/>
                  </a:lnTo>
                  <a:lnTo>
                    <a:pt x="27" y="72"/>
                  </a:lnTo>
                  <a:lnTo>
                    <a:pt x="27" y="74"/>
                  </a:lnTo>
                  <a:lnTo>
                    <a:pt x="27" y="75"/>
                  </a:lnTo>
                  <a:lnTo>
                    <a:pt x="30" y="77"/>
                  </a:lnTo>
                  <a:lnTo>
                    <a:pt x="28" y="77"/>
                  </a:lnTo>
                  <a:lnTo>
                    <a:pt x="26" y="79"/>
                  </a:lnTo>
                  <a:lnTo>
                    <a:pt x="26" y="82"/>
                  </a:lnTo>
                  <a:lnTo>
                    <a:pt x="26" y="83"/>
                  </a:lnTo>
                  <a:lnTo>
                    <a:pt x="29" y="87"/>
                  </a:lnTo>
                  <a:lnTo>
                    <a:pt x="29" y="89"/>
                  </a:lnTo>
                  <a:lnTo>
                    <a:pt x="29" y="91"/>
                  </a:lnTo>
                  <a:lnTo>
                    <a:pt x="28" y="91"/>
                  </a:lnTo>
                  <a:lnTo>
                    <a:pt x="27" y="92"/>
                  </a:lnTo>
                  <a:lnTo>
                    <a:pt x="20" y="105"/>
                  </a:lnTo>
                  <a:lnTo>
                    <a:pt x="21" y="109"/>
                  </a:lnTo>
                  <a:lnTo>
                    <a:pt x="23" y="109"/>
                  </a:lnTo>
                  <a:lnTo>
                    <a:pt x="24" y="108"/>
                  </a:lnTo>
                  <a:lnTo>
                    <a:pt x="27" y="108"/>
                  </a:lnTo>
                  <a:lnTo>
                    <a:pt x="32" y="113"/>
                  </a:lnTo>
                  <a:lnTo>
                    <a:pt x="33" y="113"/>
                  </a:lnTo>
                  <a:lnTo>
                    <a:pt x="33" y="111"/>
                  </a:lnTo>
                  <a:lnTo>
                    <a:pt x="32" y="111"/>
                  </a:lnTo>
                  <a:lnTo>
                    <a:pt x="32" y="108"/>
                  </a:lnTo>
                  <a:lnTo>
                    <a:pt x="37" y="110"/>
                  </a:lnTo>
                  <a:lnTo>
                    <a:pt x="38" y="112"/>
                  </a:lnTo>
                  <a:lnTo>
                    <a:pt x="40" y="112"/>
                  </a:lnTo>
                  <a:lnTo>
                    <a:pt x="43" y="109"/>
                  </a:lnTo>
                  <a:lnTo>
                    <a:pt x="44" y="109"/>
                  </a:lnTo>
                  <a:lnTo>
                    <a:pt x="46" y="108"/>
                  </a:lnTo>
                  <a:lnTo>
                    <a:pt x="46" y="106"/>
                  </a:lnTo>
                  <a:lnTo>
                    <a:pt x="48" y="105"/>
                  </a:lnTo>
                  <a:lnTo>
                    <a:pt x="50" y="106"/>
                  </a:lnTo>
                  <a:lnTo>
                    <a:pt x="51" y="107"/>
                  </a:lnTo>
                  <a:lnTo>
                    <a:pt x="49" y="111"/>
                  </a:lnTo>
                  <a:lnTo>
                    <a:pt x="49" y="112"/>
                  </a:lnTo>
                  <a:lnTo>
                    <a:pt x="48" y="114"/>
                  </a:lnTo>
                  <a:lnTo>
                    <a:pt x="45" y="117"/>
                  </a:lnTo>
                  <a:lnTo>
                    <a:pt x="45" y="118"/>
                  </a:lnTo>
                  <a:lnTo>
                    <a:pt x="47" y="121"/>
                  </a:lnTo>
                  <a:lnTo>
                    <a:pt x="48" y="127"/>
                  </a:lnTo>
                  <a:lnTo>
                    <a:pt x="50" y="128"/>
                  </a:lnTo>
                  <a:lnTo>
                    <a:pt x="52" y="131"/>
                  </a:lnTo>
                  <a:lnTo>
                    <a:pt x="53" y="131"/>
                  </a:lnTo>
                  <a:lnTo>
                    <a:pt x="54" y="129"/>
                  </a:lnTo>
                  <a:lnTo>
                    <a:pt x="56" y="129"/>
                  </a:lnTo>
                  <a:lnTo>
                    <a:pt x="59" y="132"/>
                  </a:lnTo>
                  <a:lnTo>
                    <a:pt x="57" y="134"/>
                  </a:lnTo>
                  <a:lnTo>
                    <a:pt x="57" y="135"/>
                  </a:lnTo>
                  <a:lnTo>
                    <a:pt x="56" y="136"/>
                  </a:lnTo>
                  <a:lnTo>
                    <a:pt x="54" y="138"/>
                  </a:lnTo>
                  <a:lnTo>
                    <a:pt x="54" y="140"/>
                  </a:lnTo>
                  <a:lnTo>
                    <a:pt x="55" y="142"/>
                  </a:lnTo>
                  <a:lnTo>
                    <a:pt x="55" y="143"/>
                  </a:lnTo>
                  <a:lnTo>
                    <a:pt x="54" y="145"/>
                  </a:lnTo>
                  <a:lnTo>
                    <a:pt x="53" y="148"/>
                  </a:lnTo>
                  <a:lnTo>
                    <a:pt x="54" y="152"/>
                  </a:lnTo>
                  <a:lnTo>
                    <a:pt x="56" y="153"/>
                  </a:lnTo>
                  <a:lnTo>
                    <a:pt x="55" y="153"/>
                  </a:lnTo>
                  <a:lnTo>
                    <a:pt x="52" y="152"/>
                  </a:lnTo>
                  <a:lnTo>
                    <a:pt x="52" y="155"/>
                  </a:lnTo>
                  <a:lnTo>
                    <a:pt x="51" y="155"/>
                  </a:lnTo>
                  <a:lnTo>
                    <a:pt x="50" y="154"/>
                  </a:lnTo>
                  <a:lnTo>
                    <a:pt x="35" y="156"/>
                  </a:lnTo>
                  <a:lnTo>
                    <a:pt x="31" y="160"/>
                  </a:lnTo>
                  <a:lnTo>
                    <a:pt x="31" y="161"/>
                  </a:lnTo>
                  <a:lnTo>
                    <a:pt x="24" y="168"/>
                  </a:lnTo>
                  <a:lnTo>
                    <a:pt x="25" y="168"/>
                  </a:lnTo>
                  <a:lnTo>
                    <a:pt x="29" y="167"/>
                  </a:lnTo>
                  <a:lnTo>
                    <a:pt x="30" y="166"/>
                  </a:lnTo>
                  <a:lnTo>
                    <a:pt x="32" y="165"/>
                  </a:lnTo>
                  <a:lnTo>
                    <a:pt x="34" y="166"/>
                  </a:lnTo>
                  <a:lnTo>
                    <a:pt x="35" y="180"/>
                  </a:lnTo>
                  <a:lnTo>
                    <a:pt x="33" y="183"/>
                  </a:lnTo>
                  <a:lnTo>
                    <a:pt x="28" y="185"/>
                  </a:lnTo>
                  <a:lnTo>
                    <a:pt x="27" y="186"/>
                  </a:lnTo>
                  <a:lnTo>
                    <a:pt x="25" y="187"/>
                  </a:lnTo>
                  <a:lnTo>
                    <a:pt x="19" y="190"/>
                  </a:lnTo>
                  <a:lnTo>
                    <a:pt x="14" y="191"/>
                  </a:lnTo>
                  <a:lnTo>
                    <a:pt x="13" y="193"/>
                  </a:lnTo>
                  <a:lnTo>
                    <a:pt x="13" y="194"/>
                  </a:lnTo>
                  <a:lnTo>
                    <a:pt x="15" y="195"/>
                  </a:lnTo>
                  <a:lnTo>
                    <a:pt x="15" y="197"/>
                  </a:lnTo>
                  <a:lnTo>
                    <a:pt x="14" y="198"/>
                  </a:lnTo>
                  <a:lnTo>
                    <a:pt x="14" y="199"/>
                  </a:lnTo>
                  <a:lnTo>
                    <a:pt x="15" y="200"/>
                  </a:lnTo>
                  <a:lnTo>
                    <a:pt x="14" y="201"/>
                  </a:lnTo>
                  <a:lnTo>
                    <a:pt x="18" y="201"/>
                  </a:lnTo>
                  <a:lnTo>
                    <a:pt x="22" y="200"/>
                  </a:lnTo>
                  <a:lnTo>
                    <a:pt x="23" y="199"/>
                  </a:lnTo>
                  <a:lnTo>
                    <a:pt x="25" y="199"/>
                  </a:lnTo>
                  <a:lnTo>
                    <a:pt x="27" y="197"/>
                  </a:lnTo>
                  <a:lnTo>
                    <a:pt x="28" y="198"/>
                  </a:lnTo>
                  <a:lnTo>
                    <a:pt x="30" y="201"/>
                  </a:lnTo>
                  <a:lnTo>
                    <a:pt x="32" y="201"/>
                  </a:lnTo>
                  <a:lnTo>
                    <a:pt x="32" y="202"/>
                  </a:lnTo>
                  <a:lnTo>
                    <a:pt x="29" y="202"/>
                  </a:lnTo>
                  <a:lnTo>
                    <a:pt x="28" y="204"/>
                  </a:lnTo>
                  <a:lnTo>
                    <a:pt x="30" y="205"/>
                  </a:lnTo>
                  <a:lnTo>
                    <a:pt x="33" y="205"/>
                  </a:lnTo>
                  <a:lnTo>
                    <a:pt x="35" y="203"/>
                  </a:lnTo>
                  <a:lnTo>
                    <a:pt x="37" y="202"/>
                  </a:lnTo>
                  <a:lnTo>
                    <a:pt x="38" y="204"/>
                  </a:lnTo>
                  <a:lnTo>
                    <a:pt x="39" y="205"/>
                  </a:lnTo>
                  <a:lnTo>
                    <a:pt x="39" y="206"/>
                  </a:lnTo>
                  <a:lnTo>
                    <a:pt x="40" y="207"/>
                  </a:lnTo>
                  <a:lnTo>
                    <a:pt x="42" y="209"/>
                  </a:lnTo>
                  <a:lnTo>
                    <a:pt x="46" y="210"/>
                  </a:lnTo>
                  <a:lnTo>
                    <a:pt x="50" y="210"/>
                  </a:lnTo>
                  <a:lnTo>
                    <a:pt x="50" y="209"/>
                  </a:lnTo>
                  <a:lnTo>
                    <a:pt x="50" y="207"/>
                  </a:lnTo>
                  <a:lnTo>
                    <a:pt x="51" y="206"/>
                  </a:lnTo>
                  <a:lnTo>
                    <a:pt x="55" y="205"/>
                  </a:lnTo>
                  <a:lnTo>
                    <a:pt x="59" y="203"/>
                  </a:lnTo>
                  <a:lnTo>
                    <a:pt x="60" y="202"/>
                  </a:lnTo>
                  <a:lnTo>
                    <a:pt x="63" y="200"/>
                  </a:lnTo>
                  <a:lnTo>
                    <a:pt x="52" y="213"/>
                  </a:lnTo>
                  <a:lnTo>
                    <a:pt x="51" y="215"/>
                  </a:lnTo>
                  <a:lnTo>
                    <a:pt x="51" y="215"/>
                  </a:lnTo>
                  <a:lnTo>
                    <a:pt x="45" y="216"/>
                  </a:lnTo>
                  <a:lnTo>
                    <a:pt x="43" y="214"/>
                  </a:lnTo>
                  <a:lnTo>
                    <a:pt x="41" y="214"/>
                  </a:lnTo>
                  <a:lnTo>
                    <a:pt x="39" y="213"/>
                  </a:lnTo>
                  <a:lnTo>
                    <a:pt x="31" y="214"/>
                  </a:lnTo>
                  <a:lnTo>
                    <a:pt x="29" y="220"/>
                  </a:lnTo>
                  <a:lnTo>
                    <a:pt x="27" y="221"/>
                  </a:lnTo>
                  <a:lnTo>
                    <a:pt x="25" y="219"/>
                  </a:lnTo>
                  <a:lnTo>
                    <a:pt x="23" y="223"/>
                  </a:lnTo>
                  <a:lnTo>
                    <a:pt x="24" y="225"/>
                  </a:lnTo>
                  <a:lnTo>
                    <a:pt x="18" y="232"/>
                  </a:lnTo>
                  <a:lnTo>
                    <a:pt x="16" y="232"/>
                  </a:lnTo>
                  <a:lnTo>
                    <a:pt x="10" y="240"/>
                  </a:lnTo>
                  <a:lnTo>
                    <a:pt x="5" y="243"/>
                  </a:lnTo>
                  <a:lnTo>
                    <a:pt x="3" y="243"/>
                  </a:lnTo>
                  <a:lnTo>
                    <a:pt x="1" y="244"/>
                  </a:lnTo>
                  <a:lnTo>
                    <a:pt x="0" y="247"/>
                  </a:lnTo>
                  <a:lnTo>
                    <a:pt x="4" y="246"/>
                  </a:lnTo>
                  <a:lnTo>
                    <a:pt x="5" y="245"/>
                  </a:lnTo>
                  <a:lnTo>
                    <a:pt x="7" y="245"/>
                  </a:lnTo>
                  <a:lnTo>
                    <a:pt x="9" y="246"/>
                  </a:lnTo>
                  <a:lnTo>
                    <a:pt x="9" y="248"/>
                  </a:lnTo>
                  <a:lnTo>
                    <a:pt x="9" y="248"/>
                  </a:lnTo>
                  <a:lnTo>
                    <a:pt x="10" y="249"/>
                  </a:lnTo>
                  <a:lnTo>
                    <a:pt x="11" y="249"/>
                  </a:lnTo>
                  <a:lnTo>
                    <a:pt x="12" y="247"/>
                  </a:lnTo>
                  <a:lnTo>
                    <a:pt x="12" y="246"/>
                  </a:lnTo>
                  <a:lnTo>
                    <a:pt x="16" y="243"/>
                  </a:lnTo>
                  <a:lnTo>
                    <a:pt x="18" y="243"/>
                  </a:lnTo>
                  <a:lnTo>
                    <a:pt x="18" y="241"/>
                  </a:lnTo>
                  <a:lnTo>
                    <a:pt x="19" y="240"/>
                  </a:lnTo>
                  <a:lnTo>
                    <a:pt x="29" y="238"/>
                  </a:lnTo>
                  <a:lnTo>
                    <a:pt x="30" y="237"/>
                  </a:lnTo>
                  <a:lnTo>
                    <a:pt x="31" y="238"/>
                  </a:lnTo>
                  <a:lnTo>
                    <a:pt x="32" y="240"/>
                  </a:lnTo>
                  <a:lnTo>
                    <a:pt x="33" y="240"/>
                  </a:lnTo>
                  <a:lnTo>
                    <a:pt x="34" y="242"/>
                  </a:lnTo>
                  <a:lnTo>
                    <a:pt x="36" y="244"/>
                  </a:lnTo>
                  <a:lnTo>
                    <a:pt x="38" y="244"/>
                  </a:lnTo>
                  <a:lnTo>
                    <a:pt x="38" y="243"/>
                  </a:lnTo>
                  <a:lnTo>
                    <a:pt x="40" y="241"/>
                  </a:lnTo>
                  <a:lnTo>
                    <a:pt x="42" y="239"/>
                  </a:lnTo>
                  <a:lnTo>
                    <a:pt x="42" y="238"/>
                  </a:lnTo>
                  <a:lnTo>
                    <a:pt x="42" y="237"/>
                  </a:lnTo>
                  <a:lnTo>
                    <a:pt x="43" y="233"/>
                  </a:lnTo>
                  <a:lnTo>
                    <a:pt x="49" y="230"/>
                  </a:lnTo>
                  <a:lnTo>
                    <a:pt x="57" y="230"/>
                  </a:lnTo>
                  <a:lnTo>
                    <a:pt x="60" y="233"/>
                  </a:lnTo>
                  <a:lnTo>
                    <a:pt x="72" y="232"/>
                  </a:lnTo>
                  <a:lnTo>
                    <a:pt x="71" y="229"/>
                  </a:lnTo>
                  <a:lnTo>
                    <a:pt x="81" y="228"/>
                  </a:lnTo>
                  <a:lnTo>
                    <a:pt x="81" y="226"/>
                  </a:lnTo>
                  <a:lnTo>
                    <a:pt x="82" y="225"/>
                  </a:lnTo>
                  <a:lnTo>
                    <a:pt x="89" y="227"/>
                  </a:lnTo>
                  <a:lnTo>
                    <a:pt x="91" y="228"/>
                  </a:lnTo>
                  <a:lnTo>
                    <a:pt x="116" y="227"/>
                  </a:lnTo>
                  <a:lnTo>
                    <a:pt x="121" y="224"/>
                  </a:lnTo>
                  <a:lnTo>
                    <a:pt x="123" y="224"/>
                  </a:lnTo>
                  <a:lnTo>
                    <a:pt x="124" y="223"/>
                  </a:lnTo>
                  <a:lnTo>
                    <a:pt x="124" y="221"/>
                  </a:lnTo>
                  <a:lnTo>
                    <a:pt x="128" y="219"/>
                  </a:lnTo>
                  <a:lnTo>
                    <a:pt x="130" y="219"/>
                  </a:lnTo>
                  <a:lnTo>
                    <a:pt x="133" y="217"/>
                  </a:lnTo>
                  <a:lnTo>
                    <a:pt x="132" y="214"/>
                  </a:lnTo>
                  <a:lnTo>
                    <a:pt x="133" y="211"/>
                  </a:lnTo>
                  <a:lnTo>
                    <a:pt x="131" y="210"/>
                  </a:lnTo>
                  <a:lnTo>
                    <a:pt x="128" y="210"/>
                  </a:lnTo>
                  <a:lnTo>
                    <a:pt x="127" y="210"/>
                  </a:lnTo>
                  <a:lnTo>
                    <a:pt x="118" y="209"/>
                  </a:lnTo>
                  <a:lnTo>
                    <a:pt x="116" y="209"/>
                  </a:lnTo>
                  <a:lnTo>
                    <a:pt x="116" y="208"/>
                  </a:lnTo>
                  <a:lnTo>
                    <a:pt x="116" y="207"/>
                  </a:lnTo>
                  <a:lnTo>
                    <a:pt x="123" y="205"/>
                  </a:lnTo>
                  <a:lnTo>
                    <a:pt x="124" y="204"/>
                  </a:lnTo>
                  <a:lnTo>
                    <a:pt x="124" y="202"/>
                  </a:lnTo>
                  <a:lnTo>
                    <a:pt x="123" y="201"/>
                  </a:lnTo>
                  <a:lnTo>
                    <a:pt x="120" y="201"/>
                  </a:lnTo>
                  <a:lnTo>
                    <a:pt x="121" y="201"/>
                  </a:lnTo>
                  <a:lnTo>
                    <a:pt x="122" y="199"/>
                  </a:lnTo>
                  <a:lnTo>
                    <a:pt x="124" y="199"/>
                  </a:lnTo>
                  <a:lnTo>
                    <a:pt x="126" y="199"/>
                  </a:lnTo>
                  <a:lnTo>
                    <a:pt x="127" y="198"/>
                  </a:lnTo>
                  <a:lnTo>
                    <a:pt x="129" y="198"/>
                  </a:lnTo>
                  <a:lnTo>
                    <a:pt x="130" y="196"/>
                  </a:lnTo>
                  <a:lnTo>
                    <a:pt x="128" y="195"/>
                  </a:lnTo>
                  <a:lnTo>
                    <a:pt x="126" y="194"/>
                  </a:lnTo>
                  <a:lnTo>
                    <a:pt x="131" y="193"/>
                  </a:lnTo>
                  <a:lnTo>
                    <a:pt x="135" y="189"/>
                  </a:lnTo>
                  <a:lnTo>
                    <a:pt x="138" y="178"/>
                  </a:lnTo>
                  <a:lnTo>
                    <a:pt x="137" y="176"/>
                  </a:lnTo>
                  <a:lnTo>
                    <a:pt x="137" y="173"/>
                  </a:lnTo>
                  <a:lnTo>
                    <a:pt x="133" y="168"/>
                  </a:lnTo>
                  <a:lnTo>
                    <a:pt x="120" y="165"/>
                  </a:lnTo>
                  <a:lnTo>
                    <a:pt x="115" y="166"/>
                  </a:lnTo>
                  <a:lnTo>
                    <a:pt x="114" y="169"/>
                  </a:lnTo>
                  <a:lnTo>
                    <a:pt x="113" y="170"/>
                  </a:lnTo>
                  <a:lnTo>
                    <a:pt x="110" y="170"/>
                  </a:lnTo>
                  <a:lnTo>
                    <a:pt x="110" y="169"/>
                  </a:lnTo>
                  <a:lnTo>
                    <a:pt x="110" y="168"/>
                  </a:lnTo>
                  <a:lnTo>
                    <a:pt x="109" y="165"/>
                  </a:lnTo>
                  <a:lnTo>
                    <a:pt x="109" y="164"/>
                  </a:lnTo>
                  <a:lnTo>
                    <a:pt x="112" y="162"/>
                  </a:lnTo>
                  <a:lnTo>
                    <a:pt x="110" y="153"/>
                  </a:lnTo>
                  <a:lnTo>
                    <a:pt x="108" y="150"/>
                  </a:lnTo>
                  <a:lnTo>
                    <a:pt x="106" y="148"/>
                  </a:lnTo>
                  <a:lnTo>
                    <a:pt x="103" y="131"/>
                  </a:lnTo>
                  <a:lnTo>
                    <a:pt x="99" y="128"/>
                  </a:lnTo>
                  <a:lnTo>
                    <a:pt x="98" y="125"/>
                  </a:lnTo>
                  <a:lnTo>
                    <a:pt x="98" y="123"/>
                  </a:lnTo>
                  <a:lnTo>
                    <a:pt x="98" y="122"/>
                  </a:lnTo>
                  <a:lnTo>
                    <a:pt x="94" y="119"/>
                  </a:lnTo>
                  <a:lnTo>
                    <a:pt x="86" y="116"/>
                  </a:lnTo>
                  <a:lnTo>
                    <a:pt x="85" y="115"/>
                  </a:lnTo>
                  <a:lnTo>
                    <a:pt x="82" y="103"/>
                  </a:lnTo>
                  <a:lnTo>
                    <a:pt x="80" y="102"/>
                  </a:lnTo>
                  <a:lnTo>
                    <a:pt x="79" y="96"/>
                  </a:lnTo>
                  <a:lnTo>
                    <a:pt x="79" y="93"/>
                  </a:lnTo>
                  <a:lnTo>
                    <a:pt x="79" y="90"/>
                  </a:lnTo>
                  <a:lnTo>
                    <a:pt x="64" y="76"/>
                  </a:lnTo>
                  <a:lnTo>
                    <a:pt x="56" y="78"/>
                  </a:lnTo>
                  <a:lnTo>
                    <a:pt x="51" y="77"/>
                  </a:lnTo>
                  <a:lnTo>
                    <a:pt x="52" y="76"/>
                  </a:lnTo>
                  <a:lnTo>
                    <a:pt x="55" y="75"/>
                  </a:lnTo>
                  <a:lnTo>
                    <a:pt x="55" y="73"/>
                  </a:lnTo>
                  <a:lnTo>
                    <a:pt x="59" y="71"/>
                  </a:lnTo>
                  <a:lnTo>
                    <a:pt x="61" y="71"/>
                  </a:lnTo>
                  <a:lnTo>
                    <a:pt x="62" y="69"/>
                  </a:lnTo>
                  <a:lnTo>
                    <a:pt x="63" y="66"/>
                  </a:lnTo>
                  <a:lnTo>
                    <a:pt x="55" y="65"/>
                  </a:lnTo>
                  <a:lnTo>
                    <a:pt x="62" y="62"/>
                  </a:lnTo>
                  <a:lnTo>
                    <a:pt x="63" y="62"/>
                  </a:lnTo>
                  <a:lnTo>
                    <a:pt x="69" y="54"/>
                  </a:lnTo>
                  <a:lnTo>
                    <a:pt x="70" y="51"/>
                  </a:lnTo>
                  <a:lnTo>
                    <a:pt x="72" y="48"/>
                  </a:lnTo>
                  <a:lnTo>
                    <a:pt x="74" y="40"/>
                  </a:lnTo>
                  <a:lnTo>
                    <a:pt x="76" y="36"/>
                  </a:lnTo>
                  <a:lnTo>
                    <a:pt x="77" y="34"/>
                  </a:lnTo>
                  <a:lnTo>
                    <a:pt x="78" y="33"/>
                  </a:lnTo>
                  <a:lnTo>
                    <a:pt x="73" y="27"/>
                  </a:lnTo>
                  <a:lnTo>
                    <a:pt x="71" y="27"/>
                  </a:lnTo>
                  <a:lnTo>
                    <a:pt x="69" y="28"/>
                  </a:lnTo>
                  <a:lnTo>
                    <a:pt x="61" y="28"/>
                  </a:lnTo>
                  <a:lnTo>
                    <a:pt x="59" y="28"/>
                  </a:lnTo>
                  <a:lnTo>
                    <a:pt x="52" y="27"/>
                  </a:lnTo>
                  <a:lnTo>
                    <a:pt x="48" y="29"/>
                  </a:lnTo>
                  <a:lnTo>
                    <a:pt x="47" y="30"/>
                  </a:lnTo>
                  <a:lnTo>
                    <a:pt x="44" y="31"/>
                  </a:lnTo>
                  <a:lnTo>
                    <a:pt x="43" y="30"/>
                  </a:lnTo>
                  <a:lnTo>
                    <a:pt x="44" y="27"/>
                  </a:lnTo>
                  <a:lnTo>
                    <a:pt x="44" y="27"/>
                  </a:lnTo>
                  <a:lnTo>
                    <a:pt x="46" y="24"/>
                  </a:lnTo>
                  <a:lnTo>
                    <a:pt x="40" y="21"/>
                  </a:lnTo>
                  <a:lnTo>
                    <a:pt x="41" y="22"/>
                  </a:lnTo>
                  <a:lnTo>
                    <a:pt x="47" y="17"/>
                  </a:lnTo>
                  <a:lnTo>
                    <a:pt x="49" y="16"/>
                  </a:lnTo>
                  <a:lnTo>
                    <a:pt x="57" y="8"/>
                  </a:lnTo>
                  <a:lnTo>
                    <a:pt x="58" y="5"/>
                  </a:lnTo>
                  <a:lnTo>
                    <a:pt x="57" y="4"/>
                  </a:lnTo>
                  <a:lnTo>
                    <a:pt x="58" y="1"/>
                  </a:lnTo>
                  <a:lnTo>
                    <a:pt x="57" y="0"/>
                  </a:lnTo>
                  <a:lnTo>
                    <a:pt x="38" y="3"/>
                  </a:lnTo>
                  <a:lnTo>
                    <a:pt x="36" y="1"/>
                  </a:lnTo>
                  <a:lnTo>
                    <a:pt x="34" y="2"/>
                  </a:lnTo>
                  <a:lnTo>
                    <a:pt x="32" y="1"/>
                  </a:lnTo>
                  <a:lnTo>
                    <a:pt x="31" y="1"/>
                  </a:lnTo>
                  <a:lnTo>
                    <a:pt x="29" y="0"/>
                  </a:lnTo>
                  <a:lnTo>
                    <a:pt x="29" y="1"/>
                  </a:lnTo>
                  <a:lnTo>
                    <a:pt x="27" y="7"/>
                  </a:lnTo>
                  <a:lnTo>
                    <a:pt x="26" y="9"/>
                  </a:lnTo>
                  <a:lnTo>
                    <a:pt x="24" y="9"/>
                  </a:lnTo>
                  <a:lnTo>
                    <a:pt x="23" y="14"/>
                  </a:lnTo>
                  <a:lnTo>
                    <a:pt x="21" y="16"/>
                  </a:lnTo>
                  <a:lnTo>
                    <a:pt x="25" y="19"/>
                  </a:lnTo>
                  <a:lnTo>
                    <a:pt x="22" y="20"/>
                  </a:lnTo>
                  <a:lnTo>
                    <a:pt x="18" y="21"/>
                  </a:lnTo>
                  <a:lnTo>
                    <a:pt x="18" y="20"/>
                  </a:lnTo>
                  <a:lnTo>
                    <a:pt x="15" y="21"/>
                  </a:lnTo>
                  <a:lnTo>
                    <a:pt x="16" y="25"/>
                  </a:lnTo>
                  <a:lnTo>
                    <a:pt x="15" y="26"/>
                  </a:lnTo>
                  <a:lnTo>
                    <a:pt x="16" y="28"/>
                  </a:lnTo>
                  <a:lnTo>
                    <a:pt x="16" y="30"/>
                  </a:lnTo>
                  <a:lnTo>
                    <a:pt x="15" y="31"/>
                  </a:lnTo>
                  <a:lnTo>
                    <a:pt x="14" y="33"/>
                  </a:lnTo>
                  <a:lnTo>
                    <a:pt x="15" y="35"/>
                  </a:lnTo>
                  <a:lnTo>
                    <a:pt x="16" y="36"/>
                  </a:lnTo>
                  <a:lnTo>
                    <a:pt x="15" y="38"/>
                  </a:lnTo>
                  <a:lnTo>
                    <a:pt x="16" y="43"/>
                  </a:lnTo>
                  <a:lnTo>
                    <a:pt x="13" y="45"/>
                  </a:lnTo>
                  <a:lnTo>
                    <a:pt x="14" y="50"/>
                  </a:lnTo>
                  <a:lnTo>
                    <a:pt x="12" y="52"/>
                  </a:lnTo>
                  <a:lnTo>
                    <a:pt x="10" y="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9" name="Europe">
              <a:extLst>
                <a:ext uri="{FF2B5EF4-FFF2-40B4-BE49-F238E27FC236}">
                  <a16:creationId xmlns:a16="http://schemas.microsoft.com/office/drawing/2014/main" id="{ADECF98B-76C5-2D2A-DE24-55EDE17EE861}"/>
                </a:ext>
              </a:extLst>
            </p:cNvPr>
            <p:cNvSpPr>
              <a:spLocks/>
            </p:cNvSpPr>
            <p:nvPr>
              <p:custDataLst>
                <p:tags r:id="rId127"/>
              </p:custDataLst>
            </p:nvPr>
          </p:nvSpPr>
          <p:spPr bwMode="auto">
            <a:xfrm>
              <a:off x="308" y="414"/>
              <a:ext cx="22" cy="6"/>
            </a:xfrm>
            <a:custGeom>
              <a:avLst/>
              <a:gdLst>
                <a:gd name="T0" fmla="*/ 49 w 57"/>
                <a:gd name="T1" fmla="*/ 6 h 17"/>
                <a:gd name="T2" fmla="*/ 46 w 57"/>
                <a:gd name="T3" fmla="*/ 8 h 17"/>
                <a:gd name="T4" fmla="*/ 45 w 57"/>
                <a:gd name="T5" fmla="*/ 7 h 17"/>
                <a:gd name="T6" fmla="*/ 45 w 57"/>
                <a:gd name="T7" fmla="*/ 5 h 17"/>
                <a:gd name="T8" fmla="*/ 28 w 57"/>
                <a:gd name="T9" fmla="*/ 3 h 17"/>
                <a:gd name="T10" fmla="*/ 25 w 57"/>
                <a:gd name="T11" fmla="*/ 5 h 17"/>
                <a:gd name="T12" fmla="*/ 14 w 57"/>
                <a:gd name="T13" fmla="*/ 6 h 17"/>
                <a:gd name="T14" fmla="*/ 11 w 57"/>
                <a:gd name="T15" fmla="*/ 2 h 17"/>
                <a:gd name="T16" fmla="*/ 5 w 57"/>
                <a:gd name="T17" fmla="*/ 3 h 17"/>
                <a:gd name="T18" fmla="*/ 3 w 57"/>
                <a:gd name="T19" fmla="*/ 0 h 17"/>
                <a:gd name="T20" fmla="*/ 3 w 57"/>
                <a:gd name="T21" fmla="*/ 3 h 17"/>
                <a:gd name="T22" fmla="*/ 0 w 57"/>
                <a:gd name="T23" fmla="*/ 3 h 17"/>
                <a:gd name="T24" fmla="*/ 0 w 57"/>
                <a:gd name="T25" fmla="*/ 9 h 17"/>
                <a:gd name="T26" fmla="*/ 23 w 57"/>
                <a:gd name="T27" fmla="*/ 12 h 17"/>
                <a:gd name="T28" fmla="*/ 27 w 57"/>
                <a:gd name="T29" fmla="*/ 17 h 17"/>
                <a:gd name="T30" fmla="*/ 31 w 57"/>
                <a:gd name="T31" fmla="*/ 14 h 17"/>
                <a:gd name="T32" fmla="*/ 40 w 57"/>
                <a:gd name="T33" fmla="*/ 14 h 17"/>
                <a:gd name="T34" fmla="*/ 43 w 57"/>
                <a:gd name="T35" fmla="*/ 11 h 17"/>
                <a:gd name="T36" fmla="*/ 53 w 57"/>
                <a:gd name="T37" fmla="*/ 11 h 17"/>
                <a:gd name="T38" fmla="*/ 56 w 57"/>
                <a:gd name="T39" fmla="*/ 8 h 17"/>
                <a:gd name="T40" fmla="*/ 57 w 57"/>
                <a:gd name="T41" fmla="*/ 7 h 17"/>
                <a:gd name="T42" fmla="*/ 49 w 57"/>
                <a:gd name="T4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17">
                  <a:moveTo>
                    <a:pt x="49" y="6"/>
                  </a:moveTo>
                  <a:lnTo>
                    <a:pt x="46" y="8"/>
                  </a:lnTo>
                  <a:lnTo>
                    <a:pt x="45" y="7"/>
                  </a:lnTo>
                  <a:lnTo>
                    <a:pt x="45" y="5"/>
                  </a:lnTo>
                  <a:lnTo>
                    <a:pt x="28" y="3"/>
                  </a:lnTo>
                  <a:lnTo>
                    <a:pt x="25" y="5"/>
                  </a:lnTo>
                  <a:lnTo>
                    <a:pt x="14" y="6"/>
                  </a:lnTo>
                  <a:lnTo>
                    <a:pt x="11" y="2"/>
                  </a:lnTo>
                  <a:lnTo>
                    <a:pt x="5" y="3"/>
                  </a:lnTo>
                  <a:lnTo>
                    <a:pt x="3" y="0"/>
                  </a:lnTo>
                  <a:lnTo>
                    <a:pt x="3" y="3"/>
                  </a:lnTo>
                  <a:lnTo>
                    <a:pt x="0" y="3"/>
                  </a:lnTo>
                  <a:lnTo>
                    <a:pt x="0" y="9"/>
                  </a:lnTo>
                  <a:lnTo>
                    <a:pt x="23" y="12"/>
                  </a:lnTo>
                  <a:lnTo>
                    <a:pt x="27" y="17"/>
                  </a:lnTo>
                  <a:lnTo>
                    <a:pt x="31" y="14"/>
                  </a:lnTo>
                  <a:lnTo>
                    <a:pt x="40" y="14"/>
                  </a:lnTo>
                  <a:lnTo>
                    <a:pt x="43" y="11"/>
                  </a:lnTo>
                  <a:lnTo>
                    <a:pt x="53" y="11"/>
                  </a:lnTo>
                  <a:lnTo>
                    <a:pt x="56" y="8"/>
                  </a:lnTo>
                  <a:lnTo>
                    <a:pt x="57" y="7"/>
                  </a:lnTo>
                  <a:lnTo>
                    <a:pt x="49"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0" name="Europe">
              <a:extLst>
                <a:ext uri="{FF2B5EF4-FFF2-40B4-BE49-F238E27FC236}">
                  <a16:creationId xmlns:a16="http://schemas.microsoft.com/office/drawing/2014/main" id="{55DFB045-EB6C-90C4-CC69-7D1B351B8867}"/>
                </a:ext>
              </a:extLst>
            </p:cNvPr>
            <p:cNvSpPr>
              <a:spLocks noEditPoints="1"/>
            </p:cNvSpPr>
            <p:nvPr>
              <p:custDataLst>
                <p:tags r:id="rId128"/>
              </p:custDataLst>
            </p:nvPr>
          </p:nvSpPr>
          <p:spPr bwMode="auto">
            <a:xfrm>
              <a:off x="78" y="197"/>
              <a:ext cx="346" cy="214"/>
            </a:xfrm>
            <a:custGeom>
              <a:avLst/>
              <a:gdLst>
                <a:gd name="T0" fmla="*/ 545 w 922"/>
                <a:gd name="T1" fmla="*/ 340 h 567"/>
                <a:gd name="T2" fmla="*/ 788 w 922"/>
                <a:gd name="T3" fmla="*/ 194 h 567"/>
                <a:gd name="T4" fmla="*/ 750 w 922"/>
                <a:gd name="T5" fmla="*/ 117 h 567"/>
                <a:gd name="T6" fmla="*/ 688 w 922"/>
                <a:gd name="T7" fmla="*/ 40 h 567"/>
                <a:gd name="T8" fmla="*/ 614 w 922"/>
                <a:gd name="T9" fmla="*/ 14 h 567"/>
                <a:gd name="T10" fmla="*/ 573 w 922"/>
                <a:gd name="T11" fmla="*/ 71 h 567"/>
                <a:gd name="T12" fmla="*/ 457 w 922"/>
                <a:gd name="T13" fmla="*/ 146 h 567"/>
                <a:gd name="T14" fmla="*/ 377 w 922"/>
                <a:gd name="T15" fmla="*/ 158 h 567"/>
                <a:gd name="T16" fmla="*/ 355 w 922"/>
                <a:gd name="T17" fmla="*/ 138 h 567"/>
                <a:gd name="T18" fmla="*/ 353 w 922"/>
                <a:gd name="T19" fmla="*/ 132 h 567"/>
                <a:gd name="T20" fmla="*/ 350 w 922"/>
                <a:gd name="T21" fmla="*/ 129 h 567"/>
                <a:gd name="T22" fmla="*/ 356 w 922"/>
                <a:gd name="T23" fmla="*/ 119 h 567"/>
                <a:gd name="T24" fmla="*/ 361 w 922"/>
                <a:gd name="T25" fmla="*/ 127 h 567"/>
                <a:gd name="T26" fmla="*/ 374 w 922"/>
                <a:gd name="T27" fmla="*/ 123 h 567"/>
                <a:gd name="T28" fmla="*/ 368 w 922"/>
                <a:gd name="T29" fmla="*/ 117 h 567"/>
                <a:gd name="T30" fmla="*/ 352 w 922"/>
                <a:gd name="T31" fmla="*/ 112 h 567"/>
                <a:gd name="T32" fmla="*/ 364 w 922"/>
                <a:gd name="T33" fmla="*/ 104 h 567"/>
                <a:gd name="T34" fmla="*/ 370 w 922"/>
                <a:gd name="T35" fmla="*/ 96 h 567"/>
                <a:gd name="T36" fmla="*/ 364 w 922"/>
                <a:gd name="T37" fmla="*/ 83 h 567"/>
                <a:gd name="T38" fmla="*/ 347 w 922"/>
                <a:gd name="T39" fmla="*/ 67 h 567"/>
                <a:gd name="T40" fmla="*/ 332 w 922"/>
                <a:gd name="T41" fmla="*/ 82 h 567"/>
                <a:gd name="T42" fmla="*/ 342 w 922"/>
                <a:gd name="T43" fmla="*/ 71 h 567"/>
                <a:gd name="T44" fmla="*/ 350 w 922"/>
                <a:gd name="T45" fmla="*/ 74 h 567"/>
                <a:gd name="T46" fmla="*/ 347 w 922"/>
                <a:gd name="T47" fmla="*/ 86 h 567"/>
                <a:gd name="T48" fmla="*/ 339 w 922"/>
                <a:gd name="T49" fmla="*/ 81 h 567"/>
                <a:gd name="T50" fmla="*/ 327 w 922"/>
                <a:gd name="T51" fmla="*/ 83 h 567"/>
                <a:gd name="T52" fmla="*/ 328 w 922"/>
                <a:gd name="T53" fmla="*/ 108 h 567"/>
                <a:gd name="T54" fmla="*/ 336 w 922"/>
                <a:gd name="T55" fmla="*/ 138 h 567"/>
                <a:gd name="T56" fmla="*/ 325 w 922"/>
                <a:gd name="T57" fmla="*/ 165 h 567"/>
                <a:gd name="T58" fmla="*/ 297 w 922"/>
                <a:gd name="T59" fmla="*/ 170 h 567"/>
                <a:gd name="T60" fmla="*/ 282 w 922"/>
                <a:gd name="T61" fmla="*/ 179 h 567"/>
                <a:gd name="T62" fmla="*/ 292 w 922"/>
                <a:gd name="T63" fmla="*/ 188 h 567"/>
                <a:gd name="T64" fmla="*/ 276 w 922"/>
                <a:gd name="T65" fmla="*/ 192 h 567"/>
                <a:gd name="T66" fmla="*/ 274 w 922"/>
                <a:gd name="T67" fmla="*/ 182 h 567"/>
                <a:gd name="T68" fmla="*/ 264 w 922"/>
                <a:gd name="T69" fmla="*/ 208 h 567"/>
                <a:gd name="T70" fmla="*/ 260 w 922"/>
                <a:gd name="T71" fmla="*/ 207 h 567"/>
                <a:gd name="T72" fmla="*/ 260 w 922"/>
                <a:gd name="T73" fmla="*/ 210 h 567"/>
                <a:gd name="T74" fmla="*/ 257 w 922"/>
                <a:gd name="T75" fmla="*/ 213 h 567"/>
                <a:gd name="T76" fmla="*/ 256 w 922"/>
                <a:gd name="T77" fmla="*/ 216 h 567"/>
                <a:gd name="T78" fmla="*/ 252 w 922"/>
                <a:gd name="T79" fmla="*/ 216 h 567"/>
                <a:gd name="T80" fmla="*/ 178 w 922"/>
                <a:gd name="T81" fmla="*/ 266 h 567"/>
                <a:gd name="T82" fmla="*/ 108 w 922"/>
                <a:gd name="T83" fmla="*/ 303 h 567"/>
                <a:gd name="T84" fmla="*/ 110 w 922"/>
                <a:gd name="T85" fmla="*/ 403 h 567"/>
                <a:gd name="T86" fmla="*/ 1 w 922"/>
                <a:gd name="T87" fmla="*/ 497 h 567"/>
                <a:gd name="T88" fmla="*/ 59 w 922"/>
                <a:gd name="T89" fmla="*/ 555 h 567"/>
                <a:gd name="T90" fmla="*/ 164 w 922"/>
                <a:gd name="T91" fmla="*/ 521 h 567"/>
                <a:gd name="T92" fmla="*/ 229 w 922"/>
                <a:gd name="T93" fmla="*/ 410 h 567"/>
                <a:gd name="T94" fmla="*/ 273 w 922"/>
                <a:gd name="T95" fmla="*/ 415 h 567"/>
                <a:gd name="T96" fmla="*/ 367 w 922"/>
                <a:gd name="T97" fmla="*/ 392 h 567"/>
                <a:gd name="T98" fmla="*/ 496 w 922"/>
                <a:gd name="T99" fmla="*/ 503 h 567"/>
                <a:gd name="T100" fmla="*/ 406 w 922"/>
                <a:gd name="T101" fmla="*/ 367 h 567"/>
                <a:gd name="T102" fmla="*/ 448 w 922"/>
                <a:gd name="T103" fmla="*/ 363 h 567"/>
                <a:gd name="T104" fmla="*/ 566 w 922"/>
                <a:gd name="T105" fmla="*/ 498 h 567"/>
                <a:gd name="T106" fmla="*/ 591 w 922"/>
                <a:gd name="T107" fmla="*/ 520 h 567"/>
                <a:gd name="T108" fmla="*/ 578 w 922"/>
                <a:gd name="T109" fmla="*/ 549 h 567"/>
                <a:gd name="T110" fmla="*/ 598 w 922"/>
                <a:gd name="T111" fmla="*/ 535 h 567"/>
                <a:gd name="T112" fmla="*/ 616 w 922"/>
                <a:gd name="T113" fmla="*/ 519 h 567"/>
                <a:gd name="T114" fmla="*/ 602 w 922"/>
                <a:gd name="T115" fmla="*/ 467 h 567"/>
                <a:gd name="T116" fmla="*/ 656 w 922"/>
                <a:gd name="T117" fmla="*/ 461 h 567"/>
                <a:gd name="T118" fmla="*/ 727 w 922"/>
                <a:gd name="T119" fmla="*/ 365 h 567"/>
                <a:gd name="T120" fmla="*/ 802 w 922"/>
                <a:gd name="T121" fmla="*/ 344 h 567"/>
                <a:gd name="T122" fmla="*/ 825 w 922"/>
                <a:gd name="T123" fmla="*/ 342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2" h="567">
                  <a:moveTo>
                    <a:pt x="657" y="453"/>
                  </a:moveTo>
                  <a:lnTo>
                    <a:pt x="656" y="453"/>
                  </a:lnTo>
                  <a:lnTo>
                    <a:pt x="659" y="452"/>
                  </a:lnTo>
                  <a:lnTo>
                    <a:pt x="657" y="453"/>
                  </a:lnTo>
                  <a:close/>
                  <a:moveTo>
                    <a:pt x="637" y="450"/>
                  </a:moveTo>
                  <a:lnTo>
                    <a:pt x="643" y="452"/>
                  </a:lnTo>
                  <a:lnTo>
                    <a:pt x="637" y="450"/>
                  </a:lnTo>
                  <a:close/>
                  <a:moveTo>
                    <a:pt x="599" y="453"/>
                  </a:moveTo>
                  <a:lnTo>
                    <a:pt x="599" y="452"/>
                  </a:lnTo>
                  <a:lnTo>
                    <a:pt x="599" y="455"/>
                  </a:lnTo>
                  <a:lnTo>
                    <a:pt x="599" y="453"/>
                  </a:lnTo>
                  <a:close/>
                  <a:moveTo>
                    <a:pt x="586" y="455"/>
                  </a:moveTo>
                  <a:lnTo>
                    <a:pt x="590" y="456"/>
                  </a:lnTo>
                  <a:lnTo>
                    <a:pt x="586" y="455"/>
                  </a:lnTo>
                  <a:close/>
                  <a:moveTo>
                    <a:pt x="339" y="135"/>
                  </a:moveTo>
                  <a:lnTo>
                    <a:pt x="342" y="136"/>
                  </a:lnTo>
                  <a:lnTo>
                    <a:pt x="339" y="135"/>
                  </a:lnTo>
                  <a:close/>
                  <a:moveTo>
                    <a:pt x="662" y="51"/>
                  </a:moveTo>
                  <a:lnTo>
                    <a:pt x="655" y="47"/>
                  </a:lnTo>
                  <a:lnTo>
                    <a:pt x="662" y="51"/>
                  </a:lnTo>
                  <a:close/>
                  <a:moveTo>
                    <a:pt x="476" y="325"/>
                  </a:moveTo>
                  <a:lnTo>
                    <a:pt x="475" y="324"/>
                  </a:lnTo>
                  <a:lnTo>
                    <a:pt x="475" y="322"/>
                  </a:lnTo>
                  <a:lnTo>
                    <a:pt x="475" y="324"/>
                  </a:lnTo>
                  <a:lnTo>
                    <a:pt x="476" y="325"/>
                  </a:lnTo>
                  <a:close/>
                  <a:moveTo>
                    <a:pt x="493" y="303"/>
                  </a:moveTo>
                  <a:lnTo>
                    <a:pt x="492" y="305"/>
                  </a:lnTo>
                  <a:lnTo>
                    <a:pt x="493" y="303"/>
                  </a:lnTo>
                  <a:close/>
                  <a:moveTo>
                    <a:pt x="543" y="340"/>
                  </a:moveTo>
                  <a:lnTo>
                    <a:pt x="542" y="340"/>
                  </a:lnTo>
                  <a:lnTo>
                    <a:pt x="545" y="340"/>
                  </a:lnTo>
                  <a:lnTo>
                    <a:pt x="543" y="340"/>
                  </a:lnTo>
                  <a:close/>
                  <a:moveTo>
                    <a:pt x="920" y="261"/>
                  </a:moveTo>
                  <a:lnTo>
                    <a:pt x="916" y="260"/>
                  </a:lnTo>
                  <a:lnTo>
                    <a:pt x="905" y="253"/>
                  </a:lnTo>
                  <a:lnTo>
                    <a:pt x="901" y="254"/>
                  </a:lnTo>
                  <a:lnTo>
                    <a:pt x="891" y="249"/>
                  </a:lnTo>
                  <a:lnTo>
                    <a:pt x="883" y="251"/>
                  </a:lnTo>
                  <a:lnTo>
                    <a:pt x="871" y="239"/>
                  </a:lnTo>
                  <a:lnTo>
                    <a:pt x="869" y="240"/>
                  </a:lnTo>
                  <a:lnTo>
                    <a:pt x="853" y="243"/>
                  </a:lnTo>
                  <a:lnTo>
                    <a:pt x="849" y="241"/>
                  </a:lnTo>
                  <a:lnTo>
                    <a:pt x="846" y="239"/>
                  </a:lnTo>
                  <a:lnTo>
                    <a:pt x="845" y="239"/>
                  </a:lnTo>
                  <a:lnTo>
                    <a:pt x="841" y="240"/>
                  </a:lnTo>
                  <a:lnTo>
                    <a:pt x="836" y="238"/>
                  </a:lnTo>
                  <a:lnTo>
                    <a:pt x="835" y="236"/>
                  </a:lnTo>
                  <a:lnTo>
                    <a:pt x="835" y="230"/>
                  </a:lnTo>
                  <a:lnTo>
                    <a:pt x="832" y="223"/>
                  </a:lnTo>
                  <a:lnTo>
                    <a:pt x="828" y="220"/>
                  </a:lnTo>
                  <a:lnTo>
                    <a:pt x="815" y="219"/>
                  </a:lnTo>
                  <a:lnTo>
                    <a:pt x="814" y="216"/>
                  </a:lnTo>
                  <a:lnTo>
                    <a:pt x="814" y="214"/>
                  </a:lnTo>
                  <a:lnTo>
                    <a:pt x="813" y="213"/>
                  </a:lnTo>
                  <a:lnTo>
                    <a:pt x="812" y="209"/>
                  </a:lnTo>
                  <a:lnTo>
                    <a:pt x="814" y="206"/>
                  </a:lnTo>
                  <a:lnTo>
                    <a:pt x="815" y="204"/>
                  </a:lnTo>
                  <a:lnTo>
                    <a:pt x="810" y="198"/>
                  </a:lnTo>
                  <a:lnTo>
                    <a:pt x="809" y="195"/>
                  </a:lnTo>
                  <a:lnTo>
                    <a:pt x="806" y="192"/>
                  </a:lnTo>
                  <a:lnTo>
                    <a:pt x="792" y="192"/>
                  </a:lnTo>
                  <a:lnTo>
                    <a:pt x="788" y="194"/>
                  </a:lnTo>
                  <a:lnTo>
                    <a:pt x="785" y="194"/>
                  </a:lnTo>
                  <a:lnTo>
                    <a:pt x="784" y="194"/>
                  </a:lnTo>
                  <a:lnTo>
                    <a:pt x="780" y="192"/>
                  </a:lnTo>
                  <a:lnTo>
                    <a:pt x="777" y="198"/>
                  </a:lnTo>
                  <a:lnTo>
                    <a:pt x="771" y="199"/>
                  </a:lnTo>
                  <a:lnTo>
                    <a:pt x="768" y="198"/>
                  </a:lnTo>
                  <a:lnTo>
                    <a:pt x="766" y="198"/>
                  </a:lnTo>
                  <a:lnTo>
                    <a:pt x="766" y="196"/>
                  </a:lnTo>
                  <a:lnTo>
                    <a:pt x="766" y="194"/>
                  </a:lnTo>
                  <a:lnTo>
                    <a:pt x="764" y="189"/>
                  </a:lnTo>
                  <a:lnTo>
                    <a:pt x="763" y="180"/>
                  </a:lnTo>
                  <a:lnTo>
                    <a:pt x="760" y="175"/>
                  </a:lnTo>
                  <a:lnTo>
                    <a:pt x="761" y="171"/>
                  </a:lnTo>
                  <a:lnTo>
                    <a:pt x="776" y="172"/>
                  </a:lnTo>
                  <a:lnTo>
                    <a:pt x="780" y="170"/>
                  </a:lnTo>
                  <a:lnTo>
                    <a:pt x="783" y="167"/>
                  </a:lnTo>
                  <a:lnTo>
                    <a:pt x="783" y="165"/>
                  </a:lnTo>
                  <a:lnTo>
                    <a:pt x="778" y="157"/>
                  </a:lnTo>
                  <a:lnTo>
                    <a:pt x="775" y="155"/>
                  </a:lnTo>
                  <a:lnTo>
                    <a:pt x="768" y="155"/>
                  </a:lnTo>
                  <a:lnTo>
                    <a:pt x="768" y="153"/>
                  </a:lnTo>
                  <a:lnTo>
                    <a:pt x="769" y="150"/>
                  </a:lnTo>
                  <a:lnTo>
                    <a:pt x="769" y="147"/>
                  </a:lnTo>
                  <a:lnTo>
                    <a:pt x="766" y="147"/>
                  </a:lnTo>
                  <a:lnTo>
                    <a:pt x="762" y="145"/>
                  </a:lnTo>
                  <a:lnTo>
                    <a:pt x="756" y="137"/>
                  </a:lnTo>
                  <a:lnTo>
                    <a:pt x="755" y="134"/>
                  </a:lnTo>
                  <a:lnTo>
                    <a:pt x="751" y="130"/>
                  </a:lnTo>
                  <a:lnTo>
                    <a:pt x="750" y="125"/>
                  </a:lnTo>
                  <a:lnTo>
                    <a:pt x="753" y="120"/>
                  </a:lnTo>
                  <a:lnTo>
                    <a:pt x="750" y="117"/>
                  </a:lnTo>
                  <a:lnTo>
                    <a:pt x="750" y="110"/>
                  </a:lnTo>
                  <a:lnTo>
                    <a:pt x="746" y="105"/>
                  </a:lnTo>
                  <a:lnTo>
                    <a:pt x="741" y="102"/>
                  </a:lnTo>
                  <a:lnTo>
                    <a:pt x="730" y="102"/>
                  </a:lnTo>
                  <a:lnTo>
                    <a:pt x="728" y="104"/>
                  </a:lnTo>
                  <a:lnTo>
                    <a:pt x="723" y="105"/>
                  </a:lnTo>
                  <a:lnTo>
                    <a:pt x="722" y="104"/>
                  </a:lnTo>
                  <a:lnTo>
                    <a:pt x="721" y="99"/>
                  </a:lnTo>
                  <a:lnTo>
                    <a:pt x="720" y="97"/>
                  </a:lnTo>
                  <a:lnTo>
                    <a:pt x="711" y="99"/>
                  </a:lnTo>
                  <a:lnTo>
                    <a:pt x="709" y="96"/>
                  </a:lnTo>
                  <a:lnTo>
                    <a:pt x="704" y="96"/>
                  </a:lnTo>
                  <a:lnTo>
                    <a:pt x="700" y="94"/>
                  </a:lnTo>
                  <a:lnTo>
                    <a:pt x="701" y="87"/>
                  </a:lnTo>
                  <a:lnTo>
                    <a:pt x="700" y="85"/>
                  </a:lnTo>
                  <a:lnTo>
                    <a:pt x="699" y="84"/>
                  </a:lnTo>
                  <a:lnTo>
                    <a:pt x="698" y="82"/>
                  </a:lnTo>
                  <a:lnTo>
                    <a:pt x="694" y="79"/>
                  </a:lnTo>
                  <a:lnTo>
                    <a:pt x="694" y="76"/>
                  </a:lnTo>
                  <a:lnTo>
                    <a:pt x="693" y="75"/>
                  </a:lnTo>
                  <a:lnTo>
                    <a:pt x="691" y="76"/>
                  </a:lnTo>
                  <a:lnTo>
                    <a:pt x="691" y="74"/>
                  </a:lnTo>
                  <a:lnTo>
                    <a:pt x="693" y="72"/>
                  </a:lnTo>
                  <a:lnTo>
                    <a:pt x="693" y="63"/>
                  </a:lnTo>
                  <a:lnTo>
                    <a:pt x="687" y="56"/>
                  </a:lnTo>
                  <a:lnTo>
                    <a:pt x="680" y="56"/>
                  </a:lnTo>
                  <a:lnTo>
                    <a:pt x="687" y="56"/>
                  </a:lnTo>
                  <a:lnTo>
                    <a:pt x="687" y="52"/>
                  </a:lnTo>
                  <a:lnTo>
                    <a:pt x="692" y="47"/>
                  </a:lnTo>
                  <a:lnTo>
                    <a:pt x="692" y="44"/>
                  </a:lnTo>
                  <a:lnTo>
                    <a:pt x="688" y="40"/>
                  </a:lnTo>
                  <a:lnTo>
                    <a:pt x="689" y="27"/>
                  </a:lnTo>
                  <a:lnTo>
                    <a:pt x="688" y="24"/>
                  </a:lnTo>
                  <a:lnTo>
                    <a:pt x="688" y="21"/>
                  </a:lnTo>
                  <a:lnTo>
                    <a:pt x="689" y="19"/>
                  </a:lnTo>
                  <a:lnTo>
                    <a:pt x="690" y="19"/>
                  </a:lnTo>
                  <a:lnTo>
                    <a:pt x="692" y="17"/>
                  </a:lnTo>
                  <a:lnTo>
                    <a:pt x="693" y="15"/>
                  </a:lnTo>
                  <a:lnTo>
                    <a:pt x="695" y="14"/>
                  </a:lnTo>
                  <a:lnTo>
                    <a:pt x="694" y="11"/>
                  </a:lnTo>
                  <a:lnTo>
                    <a:pt x="697" y="8"/>
                  </a:lnTo>
                  <a:lnTo>
                    <a:pt x="701" y="8"/>
                  </a:lnTo>
                  <a:lnTo>
                    <a:pt x="700" y="5"/>
                  </a:lnTo>
                  <a:lnTo>
                    <a:pt x="697" y="3"/>
                  </a:lnTo>
                  <a:lnTo>
                    <a:pt x="696" y="4"/>
                  </a:lnTo>
                  <a:lnTo>
                    <a:pt x="692" y="5"/>
                  </a:lnTo>
                  <a:lnTo>
                    <a:pt x="680" y="5"/>
                  </a:lnTo>
                  <a:lnTo>
                    <a:pt x="675" y="3"/>
                  </a:lnTo>
                  <a:lnTo>
                    <a:pt x="670" y="2"/>
                  </a:lnTo>
                  <a:lnTo>
                    <a:pt x="668" y="2"/>
                  </a:lnTo>
                  <a:lnTo>
                    <a:pt x="658" y="1"/>
                  </a:lnTo>
                  <a:lnTo>
                    <a:pt x="656" y="2"/>
                  </a:lnTo>
                  <a:lnTo>
                    <a:pt x="653" y="2"/>
                  </a:lnTo>
                  <a:lnTo>
                    <a:pt x="652" y="0"/>
                  </a:lnTo>
                  <a:lnTo>
                    <a:pt x="649" y="3"/>
                  </a:lnTo>
                  <a:lnTo>
                    <a:pt x="638" y="3"/>
                  </a:lnTo>
                  <a:lnTo>
                    <a:pt x="637" y="5"/>
                  </a:lnTo>
                  <a:lnTo>
                    <a:pt x="630" y="5"/>
                  </a:lnTo>
                  <a:lnTo>
                    <a:pt x="628" y="6"/>
                  </a:lnTo>
                  <a:lnTo>
                    <a:pt x="627" y="8"/>
                  </a:lnTo>
                  <a:lnTo>
                    <a:pt x="615" y="13"/>
                  </a:lnTo>
                  <a:lnTo>
                    <a:pt x="614" y="14"/>
                  </a:lnTo>
                  <a:lnTo>
                    <a:pt x="614" y="17"/>
                  </a:lnTo>
                  <a:lnTo>
                    <a:pt x="616" y="19"/>
                  </a:lnTo>
                  <a:lnTo>
                    <a:pt x="614" y="20"/>
                  </a:lnTo>
                  <a:lnTo>
                    <a:pt x="615" y="31"/>
                  </a:lnTo>
                  <a:lnTo>
                    <a:pt x="618" y="35"/>
                  </a:lnTo>
                  <a:lnTo>
                    <a:pt x="620" y="36"/>
                  </a:lnTo>
                  <a:lnTo>
                    <a:pt x="623" y="36"/>
                  </a:lnTo>
                  <a:lnTo>
                    <a:pt x="624" y="37"/>
                  </a:lnTo>
                  <a:lnTo>
                    <a:pt x="630" y="35"/>
                  </a:lnTo>
                  <a:lnTo>
                    <a:pt x="633" y="38"/>
                  </a:lnTo>
                  <a:lnTo>
                    <a:pt x="633" y="40"/>
                  </a:lnTo>
                  <a:lnTo>
                    <a:pt x="630" y="44"/>
                  </a:lnTo>
                  <a:lnTo>
                    <a:pt x="630" y="47"/>
                  </a:lnTo>
                  <a:lnTo>
                    <a:pt x="631" y="48"/>
                  </a:lnTo>
                  <a:lnTo>
                    <a:pt x="629" y="48"/>
                  </a:lnTo>
                  <a:lnTo>
                    <a:pt x="629" y="54"/>
                  </a:lnTo>
                  <a:lnTo>
                    <a:pt x="631" y="57"/>
                  </a:lnTo>
                  <a:lnTo>
                    <a:pt x="631" y="62"/>
                  </a:lnTo>
                  <a:lnTo>
                    <a:pt x="628" y="66"/>
                  </a:lnTo>
                  <a:lnTo>
                    <a:pt x="619" y="71"/>
                  </a:lnTo>
                  <a:lnTo>
                    <a:pt x="612" y="70"/>
                  </a:lnTo>
                  <a:lnTo>
                    <a:pt x="594" y="51"/>
                  </a:lnTo>
                  <a:lnTo>
                    <a:pt x="593" y="51"/>
                  </a:lnTo>
                  <a:lnTo>
                    <a:pt x="591" y="51"/>
                  </a:lnTo>
                  <a:lnTo>
                    <a:pt x="589" y="53"/>
                  </a:lnTo>
                  <a:lnTo>
                    <a:pt x="586" y="53"/>
                  </a:lnTo>
                  <a:lnTo>
                    <a:pt x="584" y="55"/>
                  </a:lnTo>
                  <a:lnTo>
                    <a:pt x="580" y="55"/>
                  </a:lnTo>
                  <a:lnTo>
                    <a:pt x="574" y="64"/>
                  </a:lnTo>
                  <a:lnTo>
                    <a:pt x="574" y="68"/>
                  </a:lnTo>
                  <a:lnTo>
                    <a:pt x="573" y="71"/>
                  </a:lnTo>
                  <a:lnTo>
                    <a:pt x="567" y="76"/>
                  </a:lnTo>
                  <a:lnTo>
                    <a:pt x="566" y="81"/>
                  </a:lnTo>
                  <a:lnTo>
                    <a:pt x="569" y="105"/>
                  </a:lnTo>
                  <a:lnTo>
                    <a:pt x="570" y="106"/>
                  </a:lnTo>
                  <a:lnTo>
                    <a:pt x="571" y="110"/>
                  </a:lnTo>
                  <a:lnTo>
                    <a:pt x="570" y="112"/>
                  </a:lnTo>
                  <a:lnTo>
                    <a:pt x="571" y="113"/>
                  </a:lnTo>
                  <a:lnTo>
                    <a:pt x="571" y="115"/>
                  </a:lnTo>
                  <a:lnTo>
                    <a:pt x="569" y="116"/>
                  </a:lnTo>
                  <a:lnTo>
                    <a:pt x="566" y="118"/>
                  </a:lnTo>
                  <a:lnTo>
                    <a:pt x="566" y="122"/>
                  </a:lnTo>
                  <a:lnTo>
                    <a:pt x="566" y="124"/>
                  </a:lnTo>
                  <a:lnTo>
                    <a:pt x="562" y="125"/>
                  </a:lnTo>
                  <a:lnTo>
                    <a:pt x="550" y="126"/>
                  </a:lnTo>
                  <a:lnTo>
                    <a:pt x="550" y="127"/>
                  </a:lnTo>
                  <a:lnTo>
                    <a:pt x="552" y="133"/>
                  </a:lnTo>
                  <a:lnTo>
                    <a:pt x="549" y="134"/>
                  </a:lnTo>
                  <a:lnTo>
                    <a:pt x="546" y="134"/>
                  </a:lnTo>
                  <a:lnTo>
                    <a:pt x="540" y="140"/>
                  </a:lnTo>
                  <a:lnTo>
                    <a:pt x="526" y="140"/>
                  </a:lnTo>
                  <a:lnTo>
                    <a:pt x="523" y="139"/>
                  </a:lnTo>
                  <a:lnTo>
                    <a:pt x="521" y="136"/>
                  </a:lnTo>
                  <a:lnTo>
                    <a:pt x="519" y="133"/>
                  </a:lnTo>
                  <a:lnTo>
                    <a:pt x="519" y="131"/>
                  </a:lnTo>
                  <a:lnTo>
                    <a:pt x="518" y="129"/>
                  </a:lnTo>
                  <a:lnTo>
                    <a:pt x="505" y="129"/>
                  </a:lnTo>
                  <a:lnTo>
                    <a:pt x="477" y="140"/>
                  </a:lnTo>
                  <a:lnTo>
                    <a:pt x="475" y="142"/>
                  </a:lnTo>
                  <a:lnTo>
                    <a:pt x="473" y="142"/>
                  </a:lnTo>
                  <a:lnTo>
                    <a:pt x="472" y="143"/>
                  </a:lnTo>
                  <a:lnTo>
                    <a:pt x="457" y="146"/>
                  </a:lnTo>
                  <a:lnTo>
                    <a:pt x="456" y="147"/>
                  </a:lnTo>
                  <a:lnTo>
                    <a:pt x="450" y="150"/>
                  </a:lnTo>
                  <a:lnTo>
                    <a:pt x="448" y="151"/>
                  </a:lnTo>
                  <a:lnTo>
                    <a:pt x="446" y="151"/>
                  </a:lnTo>
                  <a:lnTo>
                    <a:pt x="442" y="155"/>
                  </a:lnTo>
                  <a:lnTo>
                    <a:pt x="440" y="155"/>
                  </a:lnTo>
                  <a:lnTo>
                    <a:pt x="439" y="154"/>
                  </a:lnTo>
                  <a:lnTo>
                    <a:pt x="437" y="150"/>
                  </a:lnTo>
                  <a:lnTo>
                    <a:pt x="434" y="148"/>
                  </a:lnTo>
                  <a:lnTo>
                    <a:pt x="428" y="148"/>
                  </a:lnTo>
                  <a:lnTo>
                    <a:pt x="425" y="145"/>
                  </a:lnTo>
                  <a:lnTo>
                    <a:pt x="421" y="145"/>
                  </a:lnTo>
                  <a:lnTo>
                    <a:pt x="415" y="140"/>
                  </a:lnTo>
                  <a:lnTo>
                    <a:pt x="408" y="141"/>
                  </a:lnTo>
                  <a:lnTo>
                    <a:pt x="403" y="147"/>
                  </a:lnTo>
                  <a:lnTo>
                    <a:pt x="401" y="146"/>
                  </a:lnTo>
                  <a:lnTo>
                    <a:pt x="399" y="146"/>
                  </a:lnTo>
                  <a:lnTo>
                    <a:pt x="398" y="148"/>
                  </a:lnTo>
                  <a:lnTo>
                    <a:pt x="395" y="146"/>
                  </a:lnTo>
                  <a:lnTo>
                    <a:pt x="392" y="149"/>
                  </a:lnTo>
                  <a:lnTo>
                    <a:pt x="393" y="149"/>
                  </a:lnTo>
                  <a:lnTo>
                    <a:pt x="392" y="150"/>
                  </a:lnTo>
                  <a:lnTo>
                    <a:pt x="389" y="152"/>
                  </a:lnTo>
                  <a:lnTo>
                    <a:pt x="387" y="152"/>
                  </a:lnTo>
                  <a:lnTo>
                    <a:pt x="384" y="153"/>
                  </a:lnTo>
                  <a:lnTo>
                    <a:pt x="382" y="153"/>
                  </a:lnTo>
                  <a:lnTo>
                    <a:pt x="381" y="155"/>
                  </a:lnTo>
                  <a:lnTo>
                    <a:pt x="381" y="156"/>
                  </a:lnTo>
                  <a:lnTo>
                    <a:pt x="378" y="156"/>
                  </a:lnTo>
                  <a:lnTo>
                    <a:pt x="378" y="158"/>
                  </a:lnTo>
                  <a:lnTo>
                    <a:pt x="377" y="158"/>
                  </a:lnTo>
                  <a:lnTo>
                    <a:pt x="376" y="157"/>
                  </a:lnTo>
                  <a:lnTo>
                    <a:pt x="372" y="157"/>
                  </a:lnTo>
                  <a:lnTo>
                    <a:pt x="370" y="159"/>
                  </a:lnTo>
                  <a:lnTo>
                    <a:pt x="368" y="157"/>
                  </a:lnTo>
                  <a:lnTo>
                    <a:pt x="372" y="153"/>
                  </a:lnTo>
                  <a:lnTo>
                    <a:pt x="373" y="152"/>
                  </a:lnTo>
                  <a:lnTo>
                    <a:pt x="373" y="150"/>
                  </a:lnTo>
                  <a:lnTo>
                    <a:pt x="372" y="148"/>
                  </a:lnTo>
                  <a:lnTo>
                    <a:pt x="370" y="150"/>
                  </a:lnTo>
                  <a:lnTo>
                    <a:pt x="367" y="150"/>
                  </a:lnTo>
                  <a:lnTo>
                    <a:pt x="365" y="148"/>
                  </a:lnTo>
                  <a:lnTo>
                    <a:pt x="362" y="147"/>
                  </a:lnTo>
                  <a:lnTo>
                    <a:pt x="360" y="147"/>
                  </a:lnTo>
                  <a:lnTo>
                    <a:pt x="359" y="147"/>
                  </a:lnTo>
                  <a:lnTo>
                    <a:pt x="358" y="146"/>
                  </a:lnTo>
                  <a:lnTo>
                    <a:pt x="354" y="146"/>
                  </a:lnTo>
                  <a:lnTo>
                    <a:pt x="353" y="140"/>
                  </a:lnTo>
                  <a:lnTo>
                    <a:pt x="353" y="139"/>
                  </a:lnTo>
                  <a:lnTo>
                    <a:pt x="352" y="138"/>
                  </a:lnTo>
                  <a:lnTo>
                    <a:pt x="352" y="137"/>
                  </a:lnTo>
                  <a:lnTo>
                    <a:pt x="352" y="137"/>
                  </a:lnTo>
                  <a:lnTo>
                    <a:pt x="352" y="135"/>
                  </a:lnTo>
                  <a:lnTo>
                    <a:pt x="352" y="135"/>
                  </a:lnTo>
                  <a:lnTo>
                    <a:pt x="353" y="135"/>
                  </a:lnTo>
                  <a:lnTo>
                    <a:pt x="353" y="135"/>
                  </a:lnTo>
                  <a:lnTo>
                    <a:pt x="353" y="136"/>
                  </a:lnTo>
                  <a:lnTo>
                    <a:pt x="353" y="136"/>
                  </a:lnTo>
                  <a:lnTo>
                    <a:pt x="353" y="137"/>
                  </a:lnTo>
                  <a:lnTo>
                    <a:pt x="355" y="137"/>
                  </a:lnTo>
                  <a:lnTo>
                    <a:pt x="355" y="138"/>
                  </a:lnTo>
                  <a:lnTo>
                    <a:pt x="355" y="138"/>
                  </a:lnTo>
                  <a:lnTo>
                    <a:pt x="355" y="137"/>
                  </a:lnTo>
                  <a:lnTo>
                    <a:pt x="355" y="137"/>
                  </a:lnTo>
                  <a:lnTo>
                    <a:pt x="355" y="136"/>
                  </a:lnTo>
                  <a:lnTo>
                    <a:pt x="355" y="136"/>
                  </a:lnTo>
                  <a:lnTo>
                    <a:pt x="355" y="136"/>
                  </a:lnTo>
                  <a:lnTo>
                    <a:pt x="355" y="136"/>
                  </a:lnTo>
                  <a:lnTo>
                    <a:pt x="356" y="136"/>
                  </a:lnTo>
                  <a:lnTo>
                    <a:pt x="356" y="135"/>
                  </a:lnTo>
                  <a:lnTo>
                    <a:pt x="356" y="136"/>
                  </a:lnTo>
                  <a:lnTo>
                    <a:pt x="356" y="136"/>
                  </a:lnTo>
                  <a:lnTo>
                    <a:pt x="358" y="136"/>
                  </a:lnTo>
                  <a:lnTo>
                    <a:pt x="358" y="136"/>
                  </a:lnTo>
                  <a:lnTo>
                    <a:pt x="358" y="136"/>
                  </a:lnTo>
                  <a:lnTo>
                    <a:pt x="358" y="136"/>
                  </a:lnTo>
                  <a:lnTo>
                    <a:pt x="358" y="136"/>
                  </a:lnTo>
                  <a:lnTo>
                    <a:pt x="357" y="136"/>
                  </a:lnTo>
                  <a:lnTo>
                    <a:pt x="358" y="137"/>
                  </a:lnTo>
                  <a:lnTo>
                    <a:pt x="358" y="137"/>
                  </a:lnTo>
                  <a:lnTo>
                    <a:pt x="358" y="137"/>
                  </a:lnTo>
                  <a:lnTo>
                    <a:pt x="359" y="137"/>
                  </a:lnTo>
                  <a:lnTo>
                    <a:pt x="359" y="137"/>
                  </a:lnTo>
                  <a:lnTo>
                    <a:pt x="359" y="137"/>
                  </a:lnTo>
                  <a:lnTo>
                    <a:pt x="361" y="136"/>
                  </a:lnTo>
                  <a:lnTo>
                    <a:pt x="361" y="136"/>
                  </a:lnTo>
                  <a:lnTo>
                    <a:pt x="360" y="134"/>
                  </a:lnTo>
                  <a:lnTo>
                    <a:pt x="356" y="131"/>
                  </a:lnTo>
                  <a:lnTo>
                    <a:pt x="354" y="130"/>
                  </a:lnTo>
                  <a:lnTo>
                    <a:pt x="353" y="131"/>
                  </a:lnTo>
                  <a:lnTo>
                    <a:pt x="353" y="131"/>
                  </a:lnTo>
                  <a:lnTo>
                    <a:pt x="354" y="131"/>
                  </a:lnTo>
                  <a:lnTo>
                    <a:pt x="353" y="132"/>
                  </a:lnTo>
                  <a:lnTo>
                    <a:pt x="356" y="133"/>
                  </a:lnTo>
                  <a:lnTo>
                    <a:pt x="356" y="133"/>
                  </a:lnTo>
                  <a:lnTo>
                    <a:pt x="356" y="134"/>
                  </a:lnTo>
                  <a:lnTo>
                    <a:pt x="357" y="134"/>
                  </a:lnTo>
                  <a:lnTo>
                    <a:pt x="357" y="135"/>
                  </a:lnTo>
                  <a:lnTo>
                    <a:pt x="356" y="134"/>
                  </a:lnTo>
                  <a:lnTo>
                    <a:pt x="355" y="134"/>
                  </a:lnTo>
                  <a:lnTo>
                    <a:pt x="355" y="134"/>
                  </a:lnTo>
                  <a:lnTo>
                    <a:pt x="355" y="134"/>
                  </a:lnTo>
                  <a:lnTo>
                    <a:pt x="355" y="133"/>
                  </a:lnTo>
                  <a:lnTo>
                    <a:pt x="355" y="133"/>
                  </a:lnTo>
                  <a:lnTo>
                    <a:pt x="355" y="133"/>
                  </a:lnTo>
                  <a:lnTo>
                    <a:pt x="354" y="133"/>
                  </a:lnTo>
                  <a:lnTo>
                    <a:pt x="353" y="133"/>
                  </a:lnTo>
                  <a:lnTo>
                    <a:pt x="353" y="133"/>
                  </a:lnTo>
                  <a:lnTo>
                    <a:pt x="352" y="132"/>
                  </a:lnTo>
                  <a:lnTo>
                    <a:pt x="352" y="132"/>
                  </a:lnTo>
                  <a:lnTo>
                    <a:pt x="352" y="131"/>
                  </a:lnTo>
                  <a:lnTo>
                    <a:pt x="352" y="132"/>
                  </a:lnTo>
                  <a:lnTo>
                    <a:pt x="351" y="132"/>
                  </a:lnTo>
                  <a:lnTo>
                    <a:pt x="350" y="132"/>
                  </a:lnTo>
                  <a:lnTo>
                    <a:pt x="349" y="132"/>
                  </a:lnTo>
                  <a:lnTo>
                    <a:pt x="350" y="131"/>
                  </a:lnTo>
                  <a:lnTo>
                    <a:pt x="351" y="131"/>
                  </a:lnTo>
                  <a:lnTo>
                    <a:pt x="351" y="131"/>
                  </a:lnTo>
                  <a:lnTo>
                    <a:pt x="351" y="131"/>
                  </a:lnTo>
                  <a:lnTo>
                    <a:pt x="351" y="130"/>
                  </a:lnTo>
                  <a:lnTo>
                    <a:pt x="351" y="129"/>
                  </a:lnTo>
                  <a:lnTo>
                    <a:pt x="351" y="129"/>
                  </a:lnTo>
                  <a:lnTo>
                    <a:pt x="350" y="129"/>
                  </a:lnTo>
                  <a:lnTo>
                    <a:pt x="350" y="129"/>
                  </a:lnTo>
                  <a:lnTo>
                    <a:pt x="351" y="129"/>
                  </a:lnTo>
                  <a:lnTo>
                    <a:pt x="351" y="128"/>
                  </a:lnTo>
                  <a:lnTo>
                    <a:pt x="350" y="128"/>
                  </a:lnTo>
                  <a:lnTo>
                    <a:pt x="352" y="127"/>
                  </a:lnTo>
                  <a:lnTo>
                    <a:pt x="353" y="127"/>
                  </a:lnTo>
                  <a:lnTo>
                    <a:pt x="354" y="126"/>
                  </a:lnTo>
                  <a:lnTo>
                    <a:pt x="354" y="126"/>
                  </a:lnTo>
                  <a:lnTo>
                    <a:pt x="354" y="126"/>
                  </a:lnTo>
                  <a:lnTo>
                    <a:pt x="354" y="125"/>
                  </a:lnTo>
                  <a:lnTo>
                    <a:pt x="354" y="125"/>
                  </a:lnTo>
                  <a:lnTo>
                    <a:pt x="353" y="124"/>
                  </a:lnTo>
                  <a:lnTo>
                    <a:pt x="353" y="124"/>
                  </a:lnTo>
                  <a:lnTo>
                    <a:pt x="352" y="124"/>
                  </a:lnTo>
                  <a:lnTo>
                    <a:pt x="353" y="123"/>
                  </a:lnTo>
                  <a:lnTo>
                    <a:pt x="353" y="123"/>
                  </a:lnTo>
                  <a:lnTo>
                    <a:pt x="352" y="120"/>
                  </a:lnTo>
                  <a:lnTo>
                    <a:pt x="353" y="120"/>
                  </a:lnTo>
                  <a:lnTo>
                    <a:pt x="353" y="119"/>
                  </a:lnTo>
                  <a:lnTo>
                    <a:pt x="353" y="118"/>
                  </a:lnTo>
                  <a:lnTo>
                    <a:pt x="353" y="118"/>
                  </a:lnTo>
                  <a:lnTo>
                    <a:pt x="352" y="118"/>
                  </a:lnTo>
                  <a:lnTo>
                    <a:pt x="351" y="118"/>
                  </a:lnTo>
                  <a:lnTo>
                    <a:pt x="351" y="118"/>
                  </a:lnTo>
                  <a:lnTo>
                    <a:pt x="351" y="117"/>
                  </a:lnTo>
                  <a:lnTo>
                    <a:pt x="351" y="117"/>
                  </a:lnTo>
                  <a:lnTo>
                    <a:pt x="352" y="117"/>
                  </a:lnTo>
                  <a:lnTo>
                    <a:pt x="353" y="117"/>
                  </a:lnTo>
                  <a:lnTo>
                    <a:pt x="353" y="117"/>
                  </a:lnTo>
                  <a:lnTo>
                    <a:pt x="354" y="118"/>
                  </a:lnTo>
                  <a:lnTo>
                    <a:pt x="355" y="118"/>
                  </a:lnTo>
                  <a:lnTo>
                    <a:pt x="356" y="119"/>
                  </a:lnTo>
                  <a:lnTo>
                    <a:pt x="355" y="119"/>
                  </a:lnTo>
                  <a:lnTo>
                    <a:pt x="355" y="119"/>
                  </a:lnTo>
                  <a:lnTo>
                    <a:pt x="354" y="119"/>
                  </a:lnTo>
                  <a:lnTo>
                    <a:pt x="354" y="119"/>
                  </a:lnTo>
                  <a:lnTo>
                    <a:pt x="355" y="120"/>
                  </a:lnTo>
                  <a:lnTo>
                    <a:pt x="356" y="120"/>
                  </a:lnTo>
                  <a:lnTo>
                    <a:pt x="356" y="120"/>
                  </a:lnTo>
                  <a:lnTo>
                    <a:pt x="356" y="120"/>
                  </a:lnTo>
                  <a:lnTo>
                    <a:pt x="356" y="120"/>
                  </a:lnTo>
                  <a:lnTo>
                    <a:pt x="356" y="121"/>
                  </a:lnTo>
                  <a:lnTo>
                    <a:pt x="356" y="121"/>
                  </a:lnTo>
                  <a:lnTo>
                    <a:pt x="356" y="121"/>
                  </a:lnTo>
                  <a:lnTo>
                    <a:pt x="356" y="122"/>
                  </a:lnTo>
                  <a:lnTo>
                    <a:pt x="357" y="122"/>
                  </a:lnTo>
                  <a:lnTo>
                    <a:pt x="357" y="123"/>
                  </a:lnTo>
                  <a:lnTo>
                    <a:pt x="358" y="124"/>
                  </a:lnTo>
                  <a:lnTo>
                    <a:pt x="358" y="124"/>
                  </a:lnTo>
                  <a:lnTo>
                    <a:pt x="358" y="125"/>
                  </a:lnTo>
                  <a:lnTo>
                    <a:pt x="358" y="125"/>
                  </a:lnTo>
                  <a:lnTo>
                    <a:pt x="358" y="126"/>
                  </a:lnTo>
                  <a:lnTo>
                    <a:pt x="359" y="126"/>
                  </a:lnTo>
                  <a:lnTo>
                    <a:pt x="359" y="127"/>
                  </a:lnTo>
                  <a:lnTo>
                    <a:pt x="360" y="128"/>
                  </a:lnTo>
                  <a:lnTo>
                    <a:pt x="360" y="129"/>
                  </a:lnTo>
                  <a:lnTo>
                    <a:pt x="360" y="129"/>
                  </a:lnTo>
                  <a:lnTo>
                    <a:pt x="360" y="128"/>
                  </a:lnTo>
                  <a:lnTo>
                    <a:pt x="360" y="128"/>
                  </a:lnTo>
                  <a:lnTo>
                    <a:pt x="359" y="127"/>
                  </a:lnTo>
                  <a:lnTo>
                    <a:pt x="360" y="127"/>
                  </a:lnTo>
                  <a:lnTo>
                    <a:pt x="360" y="127"/>
                  </a:lnTo>
                  <a:lnTo>
                    <a:pt x="361" y="127"/>
                  </a:lnTo>
                  <a:lnTo>
                    <a:pt x="362" y="127"/>
                  </a:lnTo>
                  <a:lnTo>
                    <a:pt x="362" y="127"/>
                  </a:lnTo>
                  <a:lnTo>
                    <a:pt x="362" y="128"/>
                  </a:lnTo>
                  <a:lnTo>
                    <a:pt x="362" y="128"/>
                  </a:lnTo>
                  <a:lnTo>
                    <a:pt x="362" y="129"/>
                  </a:lnTo>
                  <a:lnTo>
                    <a:pt x="362" y="129"/>
                  </a:lnTo>
                  <a:lnTo>
                    <a:pt x="361" y="129"/>
                  </a:lnTo>
                  <a:lnTo>
                    <a:pt x="361" y="130"/>
                  </a:lnTo>
                  <a:lnTo>
                    <a:pt x="361" y="130"/>
                  </a:lnTo>
                  <a:lnTo>
                    <a:pt x="363" y="130"/>
                  </a:lnTo>
                  <a:lnTo>
                    <a:pt x="363" y="130"/>
                  </a:lnTo>
                  <a:lnTo>
                    <a:pt x="363" y="130"/>
                  </a:lnTo>
                  <a:lnTo>
                    <a:pt x="363" y="130"/>
                  </a:lnTo>
                  <a:lnTo>
                    <a:pt x="363" y="130"/>
                  </a:lnTo>
                  <a:lnTo>
                    <a:pt x="364" y="129"/>
                  </a:lnTo>
                  <a:lnTo>
                    <a:pt x="364" y="130"/>
                  </a:lnTo>
                  <a:lnTo>
                    <a:pt x="365" y="130"/>
                  </a:lnTo>
                  <a:lnTo>
                    <a:pt x="365" y="130"/>
                  </a:lnTo>
                  <a:lnTo>
                    <a:pt x="366" y="131"/>
                  </a:lnTo>
                  <a:lnTo>
                    <a:pt x="367" y="131"/>
                  </a:lnTo>
                  <a:lnTo>
                    <a:pt x="367" y="131"/>
                  </a:lnTo>
                  <a:lnTo>
                    <a:pt x="368" y="131"/>
                  </a:lnTo>
                  <a:lnTo>
                    <a:pt x="369" y="131"/>
                  </a:lnTo>
                  <a:lnTo>
                    <a:pt x="370" y="131"/>
                  </a:lnTo>
                  <a:lnTo>
                    <a:pt x="370" y="130"/>
                  </a:lnTo>
                  <a:lnTo>
                    <a:pt x="373" y="130"/>
                  </a:lnTo>
                  <a:lnTo>
                    <a:pt x="373" y="130"/>
                  </a:lnTo>
                  <a:lnTo>
                    <a:pt x="373" y="129"/>
                  </a:lnTo>
                  <a:lnTo>
                    <a:pt x="374" y="128"/>
                  </a:lnTo>
                  <a:lnTo>
                    <a:pt x="374" y="124"/>
                  </a:lnTo>
                  <a:lnTo>
                    <a:pt x="374" y="123"/>
                  </a:lnTo>
                  <a:lnTo>
                    <a:pt x="374" y="123"/>
                  </a:lnTo>
                  <a:lnTo>
                    <a:pt x="374" y="123"/>
                  </a:lnTo>
                  <a:lnTo>
                    <a:pt x="374" y="121"/>
                  </a:lnTo>
                  <a:lnTo>
                    <a:pt x="372" y="119"/>
                  </a:lnTo>
                  <a:lnTo>
                    <a:pt x="372" y="118"/>
                  </a:lnTo>
                  <a:lnTo>
                    <a:pt x="372" y="118"/>
                  </a:lnTo>
                  <a:lnTo>
                    <a:pt x="372" y="118"/>
                  </a:lnTo>
                  <a:lnTo>
                    <a:pt x="373" y="117"/>
                  </a:lnTo>
                  <a:lnTo>
                    <a:pt x="371" y="116"/>
                  </a:lnTo>
                  <a:lnTo>
                    <a:pt x="371" y="116"/>
                  </a:lnTo>
                  <a:lnTo>
                    <a:pt x="370" y="114"/>
                  </a:lnTo>
                  <a:lnTo>
                    <a:pt x="370" y="114"/>
                  </a:lnTo>
                  <a:lnTo>
                    <a:pt x="370" y="115"/>
                  </a:lnTo>
                  <a:lnTo>
                    <a:pt x="370" y="115"/>
                  </a:lnTo>
                  <a:lnTo>
                    <a:pt x="370" y="115"/>
                  </a:lnTo>
                  <a:lnTo>
                    <a:pt x="370" y="116"/>
                  </a:lnTo>
                  <a:lnTo>
                    <a:pt x="370" y="116"/>
                  </a:lnTo>
                  <a:lnTo>
                    <a:pt x="370" y="116"/>
                  </a:lnTo>
                  <a:lnTo>
                    <a:pt x="370" y="117"/>
                  </a:lnTo>
                  <a:lnTo>
                    <a:pt x="370" y="117"/>
                  </a:lnTo>
                  <a:lnTo>
                    <a:pt x="370" y="118"/>
                  </a:lnTo>
                  <a:lnTo>
                    <a:pt x="369" y="118"/>
                  </a:lnTo>
                  <a:lnTo>
                    <a:pt x="369" y="118"/>
                  </a:lnTo>
                  <a:lnTo>
                    <a:pt x="369" y="118"/>
                  </a:lnTo>
                  <a:lnTo>
                    <a:pt x="368" y="119"/>
                  </a:lnTo>
                  <a:lnTo>
                    <a:pt x="368" y="119"/>
                  </a:lnTo>
                  <a:lnTo>
                    <a:pt x="367" y="118"/>
                  </a:lnTo>
                  <a:lnTo>
                    <a:pt x="367" y="118"/>
                  </a:lnTo>
                  <a:lnTo>
                    <a:pt x="368" y="118"/>
                  </a:lnTo>
                  <a:lnTo>
                    <a:pt x="368" y="117"/>
                  </a:lnTo>
                  <a:lnTo>
                    <a:pt x="368" y="117"/>
                  </a:lnTo>
                  <a:lnTo>
                    <a:pt x="368" y="117"/>
                  </a:lnTo>
                  <a:lnTo>
                    <a:pt x="368" y="116"/>
                  </a:lnTo>
                  <a:lnTo>
                    <a:pt x="369" y="116"/>
                  </a:lnTo>
                  <a:lnTo>
                    <a:pt x="368" y="116"/>
                  </a:lnTo>
                  <a:lnTo>
                    <a:pt x="368" y="116"/>
                  </a:lnTo>
                  <a:lnTo>
                    <a:pt x="367" y="116"/>
                  </a:lnTo>
                  <a:lnTo>
                    <a:pt x="367" y="115"/>
                  </a:lnTo>
                  <a:lnTo>
                    <a:pt x="367" y="115"/>
                  </a:lnTo>
                  <a:lnTo>
                    <a:pt x="366" y="114"/>
                  </a:lnTo>
                  <a:lnTo>
                    <a:pt x="366" y="114"/>
                  </a:lnTo>
                  <a:lnTo>
                    <a:pt x="365" y="114"/>
                  </a:lnTo>
                  <a:lnTo>
                    <a:pt x="364" y="114"/>
                  </a:lnTo>
                  <a:lnTo>
                    <a:pt x="364" y="115"/>
                  </a:lnTo>
                  <a:lnTo>
                    <a:pt x="364" y="115"/>
                  </a:lnTo>
                  <a:lnTo>
                    <a:pt x="364" y="114"/>
                  </a:lnTo>
                  <a:lnTo>
                    <a:pt x="364" y="114"/>
                  </a:lnTo>
                  <a:lnTo>
                    <a:pt x="358" y="117"/>
                  </a:lnTo>
                  <a:lnTo>
                    <a:pt x="358" y="117"/>
                  </a:lnTo>
                  <a:lnTo>
                    <a:pt x="357" y="117"/>
                  </a:lnTo>
                  <a:lnTo>
                    <a:pt x="356" y="116"/>
                  </a:lnTo>
                  <a:lnTo>
                    <a:pt x="356" y="116"/>
                  </a:lnTo>
                  <a:lnTo>
                    <a:pt x="355" y="116"/>
                  </a:lnTo>
                  <a:lnTo>
                    <a:pt x="355" y="115"/>
                  </a:lnTo>
                  <a:lnTo>
                    <a:pt x="355" y="115"/>
                  </a:lnTo>
                  <a:lnTo>
                    <a:pt x="357" y="114"/>
                  </a:lnTo>
                  <a:lnTo>
                    <a:pt x="357" y="114"/>
                  </a:lnTo>
                  <a:lnTo>
                    <a:pt x="356" y="114"/>
                  </a:lnTo>
                  <a:lnTo>
                    <a:pt x="356" y="113"/>
                  </a:lnTo>
                  <a:lnTo>
                    <a:pt x="354" y="114"/>
                  </a:lnTo>
                  <a:lnTo>
                    <a:pt x="354" y="113"/>
                  </a:lnTo>
                  <a:lnTo>
                    <a:pt x="352" y="112"/>
                  </a:lnTo>
                  <a:lnTo>
                    <a:pt x="352" y="112"/>
                  </a:lnTo>
                  <a:lnTo>
                    <a:pt x="351" y="111"/>
                  </a:lnTo>
                  <a:lnTo>
                    <a:pt x="353" y="111"/>
                  </a:lnTo>
                  <a:lnTo>
                    <a:pt x="356" y="112"/>
                  </a:lnTo>
                  <a:lnTo>
                    <a:pt x="359" y="111"/>
                  </a:lnTo>
                  <a:lnTo>
                    <a:pt x="359" y="111"/>
                  </a:lnTo>
                  <a:lnTo>
                    <a:pt x="360" y="110"/>
                  </a:lnTo>
                  <a:lnTo>
                    <a:pt x="360" y="110"/>
                  </a:lnTo>
                  <a:lnTo>
                    <a:pt x="359" y="110"/>
                  </a:lnTo>
                  <a:lnTo>
                    <a:pt x="360" y="109"/>
                  </a:lnTo>
                  <a:lnTo>
                    <a:pt x="360" y="108"/>
                  </a:lnTo>
                  <a:lnTo>
                    <a:pt x="360" y="108"/>
                  </a:lnTo>
                  <a:lnTo>
                    <a:pt x="358" y="108"/>
                  </a:lnTo>
                  <a:lnTo>
                    <a:pt x="357" y="107"/>
                  </a:lnTo>
                  <a:lnTo>
                    <a:pt x="357" y="107"/>
                  </a:lnTo>
                  <a:lnTo>
                    <a:pt x="357" y="107"/>
                  </a:lnTo>
                  <a:lnTo>
                    <a:pt x="359" y="107"/>
                  </a:lnTo>
                  <a:lnTo>
                    <a:pt x="360" y="107"/>
                  </a:lnTo>
                  <a:lnTo>
                    <a:pt x="359" y="107"/>
                  </a:lnTo>
                  <a:lnTo>
                    <a:pt x="359" y="106"/>
                  </a:lnTo>
                  <a:lnTo>
                    <a:pt x="359" y="106"/>
                  </a:lnTo>
                  <a:lnTo>
                    <a:pt x="361" y="106"/>
                  </a:lnTo>
                  <a:lnTo>
                    <a:pt x="361" y="106"/>
                  </a:lnTo>
                  <a:lnTo>
                    <a:pt x="361" y="107"/>
                  </a:lnTo>
                  <a:lnTo>
                    <a:pt x="362" y="107"/>
                  </a:lnTo>
                  <a:lnTo>
                    <a:pt x="362" y="107"/>
                  </a:lnTo>
                  <a:lnTo>
                    <a:pt x="362" y="107"/>
                  </a:lnTo>
                  <a:lnTo>
                    <a:pt x="363" y="107"/>
                  </a:lnTo>
                  <a:lnTo>
                    <a:pt x="362" y="106"/>
                  </a:lnTo>
                  <a:lnTo>
                    <a:pt x="363" y="105"/>
                  </a:lnTo>
                  <a:lnTo>
                    <a:pt x="364" y="104"/>
                  </a:lnTo>
                  <a:lnTo>
                    <a:pt x="364" y="104"/>
                  </a:lnTo>
                  <a:lnTo>
                    <a:pt x="363" y="103"/>
                  </a:lnTo>
                  <a:lnTo>
                    <a:pt x="364" y="102"/>
                  </a:lnTo>
                  <a:lnTo>
                    <a:pt x="364" y="101"/>
                  </a:lnTo>
                  <a:lnTo>
                    <a:pt x="363" y="101"/>
                  </a:lnTo>
                  <a:lnTo>
                    <a:pt x="364" y="101"/>
                  </a:lnTo>
                  <a:lnTo>
                    <a:pt x="363" y="98"/>
                  </a:lnTo>
                  <a:lnTo>
                    <a:pt x="363" y="97"/>
                  </a:lnTo>
                  <a:lnTo>
                    <a:pt x="365" y="95"/>
                  </a:lnTo>
                  <a:lnTo>
                    <a:pt x="365" y="93"/>
                  </a:lnTo>
                  <a:lnTo>
                    <a:pt x="366" y="93"/>
                  </a:lnTo>
                  <a:lnTo>
                    <a:pt x="367" y="94"/>
                  </a:lnTo>
                  <a:lnTo>
                    <a:pt x="367" y="94"/>
                  </a:lnTo>
                  <a:lnTo>
                    <a:pt x="366" y="95"/>
                  </a:lnTo>
                  <a:lnTo>
                    <a:pt x="367" y="96"/>
                  </a:lnTo>
                  <a:lnTo>
                    <a:pt x="366" y="96"/>
                  </a:lnTo>
                  <a:lnTo>
                    <a:pt x="366" y="96"/>
                  </a:lnTo>
                  <a:lnTo>
                    <a:pt x="365" y="96"/>
                  </a:lnTo>
                  <a:lnTo>
                    <a:pt x="365" y="97"/>
                  </a:lnTo>
                  <a:lnTo>
                    <a:pt x="366" y="98"/>
                  </a:lnTo>
                  <a:lnTo>
                    <a:pt x="366" y="98"/>
                  </a:lnTo>
                  <a:lnTo>
                    <a:pt x="366" y="97"/>
                  </a:lnTo>
                  <a:lnTo>
                    <a:pt x="366" y="97"/>
                  </a:lnTo>
                  <a:lnTo>
                    <a:pt x="368" y="97"/>
                  </a:lnTo>
                  <a:lnTo>
                    <a:pt x="368" y="97"/>
                  </a:lnTo>
                  <a:lnTo>
                    <a:pt x="368" y="96"/>
                  </a:lnTo>
                  <a:lnTo>
                    <a:pt x="369" y="96"/>
                  </a:lnTo>
                  <a:lnTo>
                    <a:pt x="370" y="96"/>
                  </a:lnTo>
                  <a:lnTo>
                    <a:pt x="370" y="96"/>
                  </a:lnTo>
                  <a:lnTo>
                    <a:pt x="370" y="96"/>
                  </a:lnTo>
                  <a:lnTo>
                    <a:pt x="370" y="96"/>
                  </a:lnTo>
                  <a:lnTo>
                    <a:pt x="370" y="97"/>
                  </a:lnTo>
                  <a:lnTo>
                    <a:pt x="371" y="98"/>
                  </a:lnTo>
                  <a:lnTo>
                    <a:pt x="371" y="98"/>
                  </a:lnTo>
                  <a:lnTo>
                    <a:pt x="371" y="97"/>
                  </a:lnTo>
                  <a:lnTo>
                    <a:pt x="372" y="97"/>
                  </a:lnTo>
                  <a:lnTo>
                    <a:pt x="372" y="96"/>
                  </a:lnTo>
                  <a:lnTo>
                    <a:pt x="372" y="95"/>
                  </a:lnTo>
                  <a:lnTo>
                    <a:pt x="374" y="92"/>
                  </a:lnTo>
                  <a:lnTo>
                    <a:pt x="374" y="92"/>
                  </a:lnTo>
                  <a:lnTo>
                    <a:pt x="374" y="90"/>
                  </a:lnTo>
                  <a:lnTo>
                    <a:pt x="375" y="88"/>
                  </a:lnTo>
                  <a:lnTo>
                    <a:pt x="373" y="87"/>
                  </a:lnTo>
                  <a:lnTo>
                    <a:pt x="373" y="86"/>
                  </a:lnTo>
                  <a:lnTo>
                    <a:pt x="373" y="86"/>
                  </a:lnTo>
                  <a:lnTo>
                    <a:pt x="372" y="86"/>
                  </a:lnTo>
                  <a:lnTo>
                    <a:pt x="369" y="86"/>
                  </a:lnTo>
                  <a:lnTo>
                    <a:pt x="369" y="87"/>
                  </a:lnTo>
                  <a:lnTo>
                    <a:pt x="367" y="87"/>
                  </a:lnTo>
                  <a:lnTo>
                    <a:pt x="365" y="86"/>
                  </a:lnTo>
                  <a:lnTo>
                    <a:pt x="365" y="86"/>
                  </a:lnTo>
                  <a:lnTo>
                    <a:pt x="364" y="85"/>
                  </a:lnTo>
                  <a:lnTo>
                    <a:pt x="364" y="85"/>
                  </a:lnTo>
                  <a:lnTo>
                    <a:pt x="364" y="84"/>
                  </a:lnTo>
                  <a:lnTo>
                    <a:pt x="364" y="85"/>
                  </a:lnTo>
                  <a:lnTo>
                    <a:pt x="363" y="85"/>
                  </a:lnTo>
                  <a:lnTo>
                    <a:pt x="363" y="86"/>
                  </a:lnTo>
                  <a:lnTo>
                    <a:pt x="363" y="86"/>
                  </a:lnTo>
                  <a:lnTo>
                    <a:pt x="362" y="87"/>
                  </a:lnTo>
                  <a:lnTo>
                    <a:pt x="362" y="86"/>
                  </a:lnTo>
                  <a:lnTo>
                    <a:pt x="362" y="85"/>
                  </a:lnTo>
                  <a:lnTo>
                    <a:pt x="364" y="83"/>
                  </a:lnTo>
                  <a:lnTo>
                    <a:pt x="364" y="82"/>
                  </a:lnTo>
                  <a:lnTo>
                    <a:pt x="363" y="81"/>
                  </a:lnTo>
                  <a:lnTo>
                    <a:pt x="362" y="82"/>
                  </a:lnTo>
                  <a:lnTo>
                    <a:pt x="362" y="81"/>
                  </a:lnTo>
                  <a:lnTo>
                    <a:pt x="363" y="81"/>
                  </a:lnTo>
                  <a:lnTo>
                    <a:pt x="363" y="81"/>
                  </a:lnTo>
                  <a:lnTo>
                    <a:pt x="364" y="81"/>
                  </a:lnTo>
                  <a:lnTo>
                    <a:pt x="364" y="80"/>
                  </a:lnTo>
                  <a:lnTo>
                    <a:pt x="363" y="79"/>
                  </a:lnTo>
                  <a:lnTo>
                    <a:pt x="363" y="79"/>
                  </a:lnTo>
                  <a:lnTo>
                    <a:pt x="363" y="78"/>
                  </a:lnTo>
                  <a:lnTo>
                    <a:pt x="363" y="72"/>
                  </a:lnTo>
                  <a:lnTo>
                    <a:pt x="364" y="72"/>
                  </a:lnTo>
                  <a:lnTo>
                    <a:pt x="366" y="66"/>
                  </a:lnTo>
                  <a:lnTo>
                    <a:pt x="367" y="65"/>
                  </a:lnTo>
                  <a:lnTo>
                    <a:pt x="367" y="59"/>
                  </a:lnTo>
                  <a:lnTo>
                    <a:pt x="367" y="58"/>
                  </a:lnTo>
                  <a:lnTo>
                    <a:pt x="365" y="56"/>
                  </a:lnTo>
                  <a:lnTo>
                    <a:pt x="365" y="54"/>
                  </a:lnTo>
                  <a:lnTo>
                    <a:pt x="365" y="52"/>
                  </a:lnTo>
                  <a:lnTo>
                    <a:pt x="366" y="51"/>
                  </a:lnTo>
                  <a:lnTo>
                    <a:pt x="367" y="51"/>
                  </a:lnTo>
                  <a:lnTo>
                    <a:pt x="368" y="50"/>
                  </a:lnTo>
                  <a:lnTo>
                    <a:pt x="368" y="49"/>
                  </a:lnTo>
                  <a:lnTo>
                    <a:pt x="366" y="50"/>
                  </a:lnTo>
                  <a:lnTo>
                    <a:pt x="363" y="53"/>
                  </a:lnTo>
                  <a:lnTo>
                    <a:pt x="362" y="54"/>
                  </a:lnTo>
                  <a:lnTo>
                    <a:pt x="361" y="54"/>
                  </a:lnTo>
                  <a:lnTo>
                    <a:pt x="357" y="55"/>
                  </a:lnTo>
                  <a:lnTo>
                    <a:pt x="350" y="66"/>
                  </a:lnTo>
                  <a:lnTo>
                    <a:pt x="347" y="67"/>
                  </a:lnTo>
                  <a:lnTo>
                    <a:pt x="344" y="68"/>
                  </a:lnTo>
                  <a:lnTo>
                    <a:pt x="341" y="68"/>
                  </a:lnTo>
                  <a:lnTo>
                    <a:pt x="339" y="69"/>
                  </a:lnTo>
                  <a:lnTo>
                    <a:pt x="338" y="69"/>
                  </a:lnTo>
                  <a:lnTo>
                    <a:pt x="335" y="69"/>
                  </a:lnTo>
                  <a:lnTo>
                    <a:pt x="334" y="69"/>
                  </a:lnTo>
                  <a:lnTo>
                    <a:pt x="333" y="70"/>
                  </a:lnTo>
                  <a:lnTo>
                    <a:pt x="333" y="71"/>
                  </a:lnTo>
                  <a:lnTo>
                    <a:pt x="332" y="71"/>
                  </a:lnTo>
                  <a:lnTo>
                    <a:pt x="327" y="79"/>
                  </a:lnTo>
                  <a:lnTo>
                    <a:pt x="327" y="81"/>
                  </a:lnTo>
                  <a:lnTo>
                    <a:pt x="328" y="81"/>
                  </a:lnTo>
                  <a:lnTo>
                    <a:pt x="328" y="81"/>
                  </a:lnTo>
                  <a:lnTo>
                    <a:pt x="328" y="79"/>
                  </a:lnTo>
                  <a:lnTo>
                    <a:pt x="329" y="80"/>
                  </a:lnTo>
                  <a:lnTo>
                    <a:pt x="329" y="82"/>
                  </a:lnTo>
                  <a:lnTo>
                    <a:pt x="331" y="83"/>
                  </a:lnTo>
                  <a:lnTo>
                    <a:pt x="331" y="84"/>
                  </a:lnTo>
                  <a:lnTo>
                    <a:pt x="332" y="84"/>
                  </a:lnTo>
                  <a:lnTo>
                    <a:pt x="332" y="85"/>
                  </a:lnTo>
                  <a:lnTo>
                    <a:pt x="333" y="85"/>
                  </a:lnTo>
                  <a:lnTo>
                    <a:pt x="334" y="85"/>
                  </a:lnTo>
                  <a:lnTo>
                    <a:pt x="334" y="84"/>
                  </a:lnTo>
                  <a:lnTo>
                    <a:pt x="333" y="84"/>
                  </a:lnTo>
                  <a:lnTo>
                    <a:pt x="333" y="83"/>
                  </a:lnTo>
                  <a:lnTo>
                    <a:pt x="333" y="82"/>
                  </a:lnTo>
                  <a:lnTo>
                    <a:pt x="333" y="82"/>
                  </a:lnTo>
                  <a:lnTo>
                    <a:pt x="332" y="83"/>
                  </a:lnTo>
                  <a:lnTo>
                    <a:pt x="332" y="83"/>
                  </a:lnTo>
                  <a:lnTo>
                    <a:pt x="333" y="82"/>
                  </a:lnTo>
                  <a:lnTo>
                    <a:pt x="332" y="82"/>
                  </a:lnTo>
                  <a:lnTo>
                    <a:pt x="332" y="80"/>
                  </a:lnTo>
                  <a:lnTo>
                    <a:pt x="332" y="80"/>
                  </a:lnTo>
                  <a:lnTo>
                    <a:pt x="332" y="80"/>
                  </a:lnTo>
                  <a:lnTo>
                    <a:pt x="332" y="79"/>
                  </a:lnTo>
                  <a:lnTo>
                    <a:pt x="332" y="79"/>
                  </a:lnTo>
                  <a:lnTo>
                    <a:pt x="333" y="78"/>
                  </a:lnTo>
                  <a:lnTo>
                    <a:pt x="333" y="78"/>
                  </a:lnTo>
                  <a:lnTo>
                    <a:pt x="333" y="78"/>
                  </a:lnTo>
                  <a:lnTo>
                    <a:pt x="334" y="77"/>
                  </a:lnTo>
                  <a:lnTo>
                    <a:pt x="334" y="77"/>
                  </a:lnTo>
                  <a:lnTo>
                    <a:pt x="334" y="77"/>
                  </a:lnTo>
                  <a:lnTo>
                    <a:pt x="334" y="76"/>
                  </a:lnTo>
                  <a:lnTo>
                    <a:pt x="334" y="76"/>
                  </a:lnTo>
                  <a:lnTo>
                    <a:pt x="335" y="74"/>
                  </a:lnTo>
                  <a:lnTo>
                    <a:pt x="337" y="74"/>
                  </a:lnTo>
                  <a:lnTo>
                    <a:pt x="337" y="73"/>
                  </a:lnTo>
                  <a:lnTo>
                    <a:pt x="337" y="73"/>
                  </a:lnTo>
                  <a:lnTo>
                    <a:pt x="338" y="73"/>
                  </a:lnTo>
                  <a:lnTo>
                    <a:pt x="338" y="73"/>
                  </a:lnTo>
                  <a:lnTo>
                    <a:pt x="338" y="72"/>
                  </a:lnTo>
                  <a:lnTo>
                    <a:pt x="339" y="72"/>
                  </a:lnTo>
                  <a:lnTo>
                    <a:pt x="339" y="73"/>
                  </a:lnTo>
                  <a:lnTo>
                    <a:pt x="339" y="73"/>
                  </a:lnTo>
                  <a:lnTo>
                    <a:pt x="340" y="72"/>
                  </a:lnTo>
                  <a:lnTo>
                    <a:pt x="342" y="72"/>
                  </a:lnTo>
                  <a:lnTo>
                    <a:pt x="342" y="71"/>
                  </a:lnTo>
                  <a:lnTo>
                    <a:pt x="342" y="71"/>
                  </a:lnTo>
                  <a:lnTo>
                    <a:pt x="341" y="70"/>
                  </a:lnTo>
                  <a:lnTo>
                    <a:pt x="341" y="69"/>
                  </a:lnTo>
                  <a:lnTo>
                    <a:pt x="342" y="70"/>
                  </a:lnTo>
                  <a:lnTo>
                    <a:pt x="342" y="71"/>
                  </a:lnTo>
                  <a:lnTo>
                    <a:pt x="343" y="71"/>
                  </a:lnTo>
                  <a:lnTo>
                    <a:pt x="343" y="71"/>
                  </a:lnTo>
                  <a:lnTo>
                    <a:pt x="344" y="72"/>
                  </a:lnTo>
                  <a:lnTo>
                    <a:pt x="345" y="73"/>
                  </a:lnTo>
                  <a:lnTo>
                    <a:pt x="345" y="73"/>
                  </a:lnTo>
                  <a:lnTo>
                    <a:pt x="346" y="72"/>
                  </a:lnTo>
                  <a:lnTo>
                    <a:pt x="348" y="71"/>
                  </a:lnTo>
                  <a:lnTo>
                    <a:pt x="348" y="71"/>
                  </a:lnTo>
                  <a:lnTo>
                    <a:pt x="349" y="71"/>
                  </a:lnTo>
                  <a:lnTo>
                    <a:pt x="350" y="71"/>
                  </a:lnTo>
                  <a:lnTo>
                    <a:pt x="350" y="71"/>
                  </a:lnTo>
                  <a:lnTo>
                    <a:pt x="351" y="71"/>
                  </a:lnTo>
                  <a:lnTo>
                    <a:pt x="351" y="71"/>
                  </a:lnTo>
                  <a:lnTo>
                    <a:pt x="353" y="71"/>
                  </a:lnTo>
                  <a:lnTo>
                    <a:pt x="354" y="70"/>
                  </a:lnTo>
                  <a:lnTo>
                    <a:pt x="354" y="70"/>
                  </a:lnTo>
                  <a:lnTo>
                    <a:pt x="355" y="70"/>
                  </a:lnTo>
                  <a:lnTo>
                    <a:pt x="355" y="70"/>
                  </a:lnTo>
                  <a:lnTo>
                    <a:pt x="357" y="71"/>
                  </a:lnTo>
                  <a:lnTo>
                    <a:pt x="356" y="71"/>
                  </a:lnTo>
                  <a:lnTo>
                    <a:pt x="356" y="71"/>
                  </a:lnTo>
                  <a:lnTo>
                    <a:pt x="355" y="71"/>
                  </a:lnTo>
                  <a:lnTo>
                    <a:pt x="353" y="71"/>
                  </a:lnTo>
                  <a:lnTo>
                    <a:pt x="352" y="72"/>
                  </a:lnTo>
                  <a:lnTo>
                    <a:pt x="352" y="73"/>
                  </a:lnTo>
                  <a:lnTo>
                    <a:pt x="352" y="73"/>
                  </a:lnTo>
                  <a:lnTo>
                    <a:pt x="351" y="73"/>
                  </a:lnTo>
                  <a:lnTo>
                    <a:pt x="351" y="73"/>
                  </a:lnTo>
                  <a:lnTo>
                    <a:pt x="351" y="74"/>
                  </a:lnTo>
                  <a:lnTo>
                    <a:pt x="351" y="74"/>
                  </a:lnTo>
                  <a:lnTo>
                    <a:pt x="350" y="74"/>
                  </a:lnTo>
                  <a:lnTo>
                    <a:pt x="350" y="74"/>
                  </a:lnTo>
                  <a:lnTo>
                    <a:pt x="351" y="73"/>
                  </a:lnTo>
                  <a:lnTo>
                    <a:pt x="351" y="73"/>
                  </a:lnTo>
                  <a:lnTo>
                    <a:pt x="349" y="72"/>
                  </a:lnTo>
                  <a:lnTo>
                    <a:pt x="346" y="73"/>
                  </a:lnTo>
                  <a:lnTo>
                    <a:pt x="345" y="74"/>
                  </a:lnTo>
                  <a:lnTo>
                    <a:pt x="345" y="74"/>
                  </a:lnTo>
                  <a:lnTo>
                    <a:pt x="344" y="75"/>
                  </a:lnTo>
                  <a:lnTo>
                    <a:pt x="344" y="76"/>
                  </a:lnTo>
                  <a:lnTo>
                    <a:pt x="345" y="77"/>
                  </a:lnTo>
                  <a:lnTo>
                    <a:pt x="345" y="77"/>
                  </a:lnTo>
                  <a:lnTo>
                    <a:pt x="344" y="78"/>
                  </a:lnTo>
                  <a:lnTo>
                    <a:pt x="344" y="79"/>
                  </a:lnTo>
                  <a:lnTo>
                    <a:pt x="344" y="79"/>
                  </a:lnTo>
                  <a:lnTo>
                    <a:pt x="344" y="79"/>
                  </a:lnTo>
                  <a:lnTo>
                    <a:pt x="345" y="80"/>
                  </a:lnTo>
                  <a:lnTo>
                    <a:pt x="345" y="80"/>
                  </a:lnTo>
                  <a:lnTo>
                    <a:pt x="345" y="81"/>
                  </a:lnTo>
                  <a:lnTo>
                    <a:pt x="344" y="82"/>
                  </a:lnTo>
                  <a:lnTo>
                    <a:pt x="344" y="82"/>
                  </a:lnTo>
                  <a:lnTo>
                    <a:pt x="344" y="83"/>
                  </a:lnTo>
                  <a:lnTo>
                    <a:pt x="344" y="82"/>
                  </a:lnTo>
                  <a:lnTo>
                    <a:pt x="345" y="82"/>
                  </a:lnTo>
                  <a:lnTo>
                    <a:pt x="346" y="82"/>
                  </a:lnTo>
                  <a:lnTo>
                    <a:pt x="346" y="82"/>
                  </a:lnTo>
                  <a:lnTo>
                    <a:pt x="346" y="84"/>
                  </a:lnTo>
                  <a:lnTo>
                    <a:pt x="346" y="85"/>
                  </a:lnTo>
                  <a:lnTo>
                    <a:pt x="346" y="85"/>
                  </a:lnTo>
                  <a:lnTo>
                    <a:pt x="347" y="86"/>
                  </a:lnTo>
                  <a:lnTo>
                    <a:pt x="347" y="86"/>
                  </a:lnTo>
                  <a:lnTo>
                    <a:pt x="347" y="86"/>
                  </a:lnTo>
                  <a:lnTo>
                    <a:pt x="347" y="86"/>
                  </a:lnTo>
                  <a:lnTo>
                    <a:pt x="346" y="86"/>
                  </a:lnTo>
                  <a:lnTo>
                    <a:pt x="346" y="86"/>
                  </a:lnTo>
                  <a:lnTo>
                    <a:pt x="346" y="86"/>
                  </a:lnTo>
                  <a:lnTo>
                    <a:pt x="345" y="86"/>
                  </a:lnTo>
                  <a:lnTo>
                    <a:pt x="345" y="85"/>
                  </a:lnTo>
                  <a:lnTo>
                    <a:pt x="346" y="84"/>
                  </a:lnTo>
                  <a:lnTo>
                    <a:pt x="345" y="84"/>
                  </a:lnTo>
                  <a:lnTo>
                    <a:pt x="345" y="84"/>
                  </a:lnTo>
                  <a:lnTo>
                    <a:pt x="345" y="84"/>
                  </a:lnTo>
                  <a:lnTo>
                    <a:pt x="344" y="84"/>
                  </a:lnTo>
                  <a:lnTo>
                    <a:pt x="343" y="85"/>
                  </a:lnTo>
                  <a:lnTo>
                    <a:pt x="343" y="86"/>
                  </a:lnTo>
                  <a:lnTo>
                    <a:pt x="342" y="86"/>
                  </a:lnTo>
                  <a:lnTo>
                    <a:pt x="342" y="85"/>
                  </a:lnTo>
                  <a:lnTo>
                    <a:pt x="342" y="85"/>
                  </a:lnTo>
                  <a:lnTo>
                    <a:pt x="342" y="84"/>
                  </a:lnTo>
                  <a:lnTo>
                    <a:pt x="342" y="84"/>
                  </a:lnTo>
                  <a:lnTo>
                    <a:pt x="343" y="83"/>
                  </a:lnTo>
                  <a:lnTo>
                    <a:pt x="343" y="83"/>
                  </a:lnTo>
                  <a:lnTo>
                    <a:pt x="343" y="82"/>
                  </a:lnTo>
                  <a:lnTo>
                    <a:pt x="343" y="82"/>
                  </a:lnTo>
                  <a:lnTo>
                    <a:pt x="343" y="80"/>
                  </a:lnTo>
                  <a:lnTo>
                    <a:pt x="343" y="79"/>
                  </a:lnTo>
                  <a:lnTo>
                    <a:pt x="342" y="79"/>
                  </a:lnTo>
                  <a:lnTo>
                    <a:pt x="342" y="79"/>
                  </a:lnTo>
                  <a:lnTo>
                    <a:pt x="341" y="79"/>
                  </a:lnTo>
                  <a:lnTo>
                    <a:pt x="340" y="79"/>
                  </a:lnTo>
                  <a:lnTo>
                    <a:pt x="338" y="81"/>
                  </a:lnTo>
                  <a:lnTo>
                    <a:pt x="338" y="81"/>
                  </a:lnTo>
                  <a:lnTo>
                    <a:pt x="339" y="81"/>
                  </a:lnTo>
                  <a:lnTo>
                    <a:pt x="339" y="82"/>
                  </a:lnTo>
                  <a:lnTo>
                    <a:pt x="337" y="82"/>
                  </a:lnTo>
                  <a:lnTo>
                    <a:pt x="336" y="84"/>
                  </a:lnTo>
                  <a:lnTo>
                    <a:pt x="336" y="84"/>
                  </a:lnTo>
                  <a:lnTo>
                    <a:pt x="335" y="84"/>
                  </a:lnTo>
                  <a:lnTo>
                    <a:pt x="336" y="86"/>
                  </a:lnTo>
                  <a:lnTo>
                    <a:pt x="336" y="86"/>
                  </a:lnTo>
                  <a:lnTo>
                    <a:pt x="336" y="86"/>
                  </a:lnTo>
                  <a:lnTo>
                    <a:pt x="336" y="88"/>
                  </a:lnTo>
                  <a:lnTo>
                    <a:pt x="336" y="88"/>
                  </a:lnTo>
                  <a:lnTo>
                    <a:pt x="334" y="88"/>
                  </a:lnTo>
                  <a:lnTo>
                    <a:pt x="335" y="88"/>
                  </a:lnTo>
                  <a:lnTo>
                    <a:pt x="334" y="88"/>
                  </a:lnTo>
                  <a:lnTo>
                    <a:pt x="334" y="88"/>
                  </a:lnTo>
                  <a:lnTo>
                    <a:pt x="334" y="87"/>
                  </a:lnTo>
                  <a:lnTo>
                    <a:pt x="333" y="87"/>
                  </a:lnTo>
                  <a:lnTo>
                    <a:pt x="333" y="86"/>
                  </a:lnTo>
                  <a:lnTo>
                    <a:pt x="333" y="86"/>
                  </a:lnTo>
                  <a:lnTo>
                    <a:pt x="333" y="86"/>
                  </a:lnTo>
                  <a:lnTo>
                    <a:pt x="333" y="86"/>
                  </a:lnTo>
                  <a:lnTo>
                    <a:pt x="332" y="86"/>
                  </a:lnTo>
                  <a:lnTo>
                    <a:pt x="331" y="86"/>
                  </a:lnTo>
                  <a:lnTo>
                    <a:pt x="329" y="86"/>
                  </a:lnTo>
                  <a:lnTo>
                    <a:pt x="329" y="86"/>
                  </a:lnTo>
                  <a:lnTo>
                    <a:pt x="329" y="86"/>
                  </a:lnTo>
                  <a:lnTo>
                    <a:pt x="328" y="85"/>
                  </a:lnTo>
                  <a:lnTo>
                    <a:pt x="327" y="84"/>
                  </a:lnTo>
                  <a:lnTo>
                    <a:pt x="328" y="84"/>
                  </a:lnTo>
                  <a:lnTo>
                    <a:pt x="327" y="84"/>
                  </a:lnTo>
                  <a:lnTo>
                    <a:pt x="327" y="84"/>
                  </a:lnTo>
                  <a:lnTo>
                    <a:pt x="327" y="83"/>
                  </a:lnTo>
                  <a:lnTo>
                    <a:pt x="327" y="82"/>
                  </a:lnTo>
                  <a:lnTo>
                    <a:pt x="326" y="83"/>
                  </a:lnTo>
                  <a:lnTo>
                    <a:pt x="326" y="85"/>
                  </a:lnTo>
                  <a:lnTo>
                    <a:pt x="326" y="85"/>
                  </a:lnTo>
                  <a:lnTo>
                    <a:pt x="325" y="91"/>
                  </a:lnTo>
                  <a:lnTo>
                    <a:pt x="326" y="91"/>
                  </a:lnTo>
                  <a:lnTo>
                    <a:pt x="326" y="90"/>
                  </a:lnTo>
                  <a:lnTo>
                    <a:pt x="326" y="90"/>
                  </a:lnTo>
                  <a:lnTo>
                    <a:pt x="327" y="91"/>
                  </a:lnTo>
                  <a:lnTo>
                    <a:pt x="326" y="91"/>
                  </a:lnTo>
                  <a:lnTo>
                    <a:pt x="326" y="91"/>
                  </a:lnTo>
                  <a:lnTo>
                    <a:pt x="329" y="93"/>
                  </a:lnTo>
                  <a:lnTo>
                    <a:pt x="329" y="93"/>
                  </a:lnTo>
                  <a:lnTo>
                    <a:pt x="328" y="94"/>
                  </a:lnTo>
                  <a:lnTo>
                    <a:pt x="328" y="94"/>
                  </a:lnTo>
                  <a:lnTo>
                    <a:pt x="328" y="93"/>
                  </a:lnTo>
                  <a:lnTo>
                    <a:pt x="327" y="93"/>
                  </a:lnTo>
                  <a:lnTo>
                    <a:pt x="326" y="93"/>
                  </a:lnTo>
                  <a:lnTo>
                    <a:pt x="326" y="93"/>
                  </a:lnTo>
                  <a:lnTo>
                    <a:pt x="326" y="103"/>
                  </a:lnTo>
                  <a:lnTo>
                    <a:pt x="326" y="103"/>
                  </a:lnTo>
                  <a:lnTo>
                    <a:pt x="326" y="103"/>
                  </a:lnTo>
                  <a:lnTo>
                    <a:pt x="326" y="100"/>
                  </a:lnTo>
                  <a:lnTo>
                    <a:pt x="328" y="101"/>
                  </a:lnTo>
                  <a:lnTo>
                    <a:pt x="329" y="102"/>
                  </a:lnTo>
                  <a:lnTo>
                    <a:pt x="329" y="103"/>
                  </a:lnTo>
                  <a:lnTo>
                    <a:pt x="329" y="104"/>
                  </a:lnTo>
                  <a:lnTo>
                    <a:pt x="330" y="104"/>
                  </a:lnTo>
                  <a:lnTo>
                    <a:pt x="330" y="105"/>
                  </a:lnTo>
                  <a:lnTo>
                    <a:pt x="330" y="106"/>
                  </a:lnTo>
                  <a:lnTo>
                    <a:pt x="328" y="108"/>
                  </a:lnTo>
                  <a:lnTo>
                    <a:pt x="327" y="108"/>
                  </a:lnTo>
                  <a:lnTo>
                    <a:pt x="327" y="108"/>
                  </a:lnTo>
                  <a:lnTo>
                    <a:pt x="327" y="107"/>
                  </a:lnTo>
                  <a:lnTo>
                    <a:pt x="327" y="107"/>
                  </a:lnTo>
                  <a:lnTo>
                    <a:pt x="326" y="104"/>
                  </a:lnTo>
                  <a:lnTo>
                    <a:pt x="327" y="112"/>
                  </a:lnTo>
                  <a:lnTo>
                    <a:pt x="326" y="113"/>
                  </a:lnTo>
                  <a:lnTo>
                    <a:pt x="326" y="114"/>
                  </a:lnTo>
                  <a:lnTo>
                    <a:pt x="326" y="116"/>
                  </a:lnTo>
                  <a:lnTo>
                    <a:pt x="325" y="116"/>
                  </a:lnTo>
                  <a:lnTo>
                    <a:pt x="326" y="117"/>
                  </a:lnTo>
                  <a:lnTo>
                    <a:pt x="326" y="117"/>
                  </a:lnTo>
                  <a:lnTo>
                    <a:pt x="329" y="119"/>
                  </a:lnTo>
                  <a:lnTo>
                    <a:pt x="329" y="119"/>
                  </a:lnTo>
                  <a:lnTo>
                    <a:pt x="329" y="118"/>
                  </a:lnTo>
                  <a:lnTo>
                    <a:pt x="327" y="117"/>
                  </a:lnTo>
                  <a:lnTo>
                    <a:pt x="328" y="116"/>
                  </a:lnTo>
                  <a:lnTo>
                    <a:pt x="329" y="116"/>
                  </a:lnTo>
                  <a:lnTo>
                    <a:pt x="329" y="116"/>
                  </a:lnTo>
                  <a:lnTo>
                    <a:pt x="329" y="116"/>
                  </a:lnTo>
                  <a:lnTo>
                    <a:pt x="329" y="117"/>
                  </a:lnTo>
                  <a:lnTo>
                    <a:pt x="333" y="119"/>
                  </a:lnTo>
                  <a:lnTo>
                    <a:pt x="333" y="119"/>
                  </a:lnTo>
                  <a:lnTo>
                    <a:pt x="334" y="120"/>
                  </a:lnTo>
                  <a:lnTo>
                    <a:pt x="334" y="120"/>
                  </a:lnTo>
                  <a:lnTo>
                    <a:pt x="335" y="121"/>
                  </a:lnTo>
                  <a:lnTo>
                    <a:pt x="335" y="126"/>
                  </a:lnTo>
                  <a:lnTo>
                    <a:pt x="336" y="127"/>
                  </a:lnTo>
                  <a:lnTo>
                    <a:pt x="335" y="133"/>
                  </a:lnTo>
                  <a:lnTo>
                    <a:pt x="336" y="134"/>
                  </a:lnTo>
                  <a:lnTo>
                    <a:pt x="336" y="138"/>
                  </a:lnTo>
                  <a:lnTo>
                    <a:pt x="338" y="140"/>
                  </a:lnTo>
                  <a:lnTo>
                    <a:pt x="339" y="143"/>
                  </a:lnTo>
                  <a:lnTo>
                    <a:pt x="340" y="143"/>
                  </a:lnTo>
                  <a:lnTo>
                    <a:pt x="340" y="146"/>
                  </a:lnTo>
                  <a:lnTo>
                    <a:pt x="338" y="147"/>
                  </a:lnTo>
                  <a:lnTo>
                    <a:pt x="336" y="147"/>
                  </a:lnTo>
                  <a:lnTo>
                    <a:pt x="335" y="150"/>
                  </a:lnTo>
                  <a:lnTo>
                    <a:pt x="338" y="150"/>
                  </a:lnTo>
                  <a:lnTo>
                    <a:pt x="338" y="153"/>
                  </a:lnTo>
                  <a:lnTo>
                    <a:pt x="339" y="155"/>
                  </a:lnTo>
                  <a:lnTo>
                    <a:pt x="341" y="155"/>
                  </a:lnTo>
                  <a:lnTo>
                    <a:pt x="340" y="157"/>
                  </a:lnTo>
                  <a:lnTo>
                    <a:pt x="339" y="157"/>
                  </a:lnTo>
                  <a:lnTo>
                    <a:pt x="339" y="158"/>
                  </a:lnTo>
                  <a:lnTo>
                    <a:pt x="340" y="160"/>
                  </a:lnTo>
                  <a:lnTo>
                    <a:pt x="341" y="161"/>
                  </a:lnTo>
                  <a:lnTo>
                    <a:pt x="337" y="161"/>
                  </a:lnTo>
                  <a:lnTo>
                    <a:pt x="337" y="160"/>
                  </a:lnTo>
                  <a:lnTo>
                    <a:pt x="334" y="160"/>
                  </a:lnTo>
                  <a:lnTo>
                    <a:pt x="334" y="161"/>
                  </a:lnTo>
                  <a:lnTo>
                    <a:pt x="333" y="162"/>
                  </a:lnTo>
                  <a:lnTo>
                    <a:pt x="333" y="171"/>
                  </a:lnTo>
                  <a:lnTo>
                    <a:pt x="331" y="168"/>
                  </a:lnTo>
                  <a:lnTo>
                    <a:pt x="330" y="167"/>
                  </a:lnTo>
                  <a:lnTo>
                    <a:pt x="328" y="167"/>
                  </a:lnTo>
                  <a:lnTo>
                    <a:pt x="328" y="170"/>
                  </a:lnTo>
                  <a:lnTo>
                    <a:pt x="329" y="171"/>
                  </a:lnTo>
                  <a:lnTo>
                    <a:pt x="328" y="171"/>
                  </a:lnTo>
                  <a:lnTo>
                    <a:pt x="326" y="170"/>
                  </a:lnTo>
                  <a:lnTo>
                    <a:pt x="326" y="167"/>
                  </a:lnTo>
                  <a:lnTo>
                    <a:pt x="325" y="165"/>
                  </a:lnTo>
                  <a:lnTo>
                    <a:pt x="325" y="164"/>
                  </a:lnTo>
                  <a:lnTo>
                    <a:pt x="313" y="165"/>
                  </a:lnTo>
                  <a:lnTo>
                    <a:pt x="311" y="167"/>
                  </a:lnTo>
                  <a:lnTo>
                    <a:pt x="311" y="168"/>
                  </a:lnTo>
                  <a:lnTo>
                    <a:pt x="310" y="170"/>
                  </a:lnTo>
                  <a:lnTo>
                    <a:pt x="310" y="172"/>
                  </a:lnTo>
                  <a:lnTo>
                    <a:pt x="311" y="173"/>
                  </a:lnTo>
                  <a:lnTo>
                    <a:pt x="313" y="173"/>
                  </a:lnTo>
                  <a:lnTo>
                    <a:pt x="314" y="174"/>
                  </a:lnTo>
                  <a:lnTo>
                    <a:pt x="312" y="175"/>
                  </a:lnTo>
                  <a:lnTo>
                    <a:pt x="311" y="174"/>
                  </a:lnTo>
                  <a:lnTo>
                    <a:pt x="310" y="174"/>
                  </a:lnTo>
                  <a:lnTo>
                    <a:pt x="310" y="174"/>
                  </a:lnTo>
                  <a:lnTo>
                    <a:pt x="309" y="174"/>
                  </a:lnTo>
                  <a:lnTo>
                    <a:pt x="309" y="173"/>
                  </a:lnTo>
                  <a:lnTo>
                    <a:pt x="309" y="173"/>
                  </a:lnTo>
                  <a:lnTo>
                    <a:pt x="309" y="173"/>
                  </a:lnTo>
                  <a:lnTo>
                    <a:pt x="307" y="172"/>
                  </a:lnTo>
                  <a:lnTo>
                    <a:pt x="307" y="172"/>
                  </a:lnTo>
                  <a:lnTo>
                    <a:pt x="306" y="172"/>
                  </a:lnTo>
                  <a:lnTo>
                    <a:pt x="306" y="171"/>
                  </a:lnTo>
                  <a:lnTo>
                    <a:pt x="306" y="170"/>
                  </a:lnTo>
                  <a:lnTo>
                    <a:pt x="306" y="170"/>
                  </a:lnTo>
                  <a:lnTo>
                    <a:pt x="305" y="169"/>
                  </a:lnTo>
                  <a:lnTo>
                    <a:pt x="305" y="169"/>
                  </a:lnTo>
                  <a:lnTo>
                    <a:pt x="304" y="169"/>
                  </a:lnTo>
                  <a:lnTo>
                    <a:pt x="304" y="169"/>
                  </a:lnTo>
                  <a:lnTo>
                    <a:pt x="302" y="169"/>
                  </a:lnTo>
                  <a:lnTo>
                    <a:pt x="302" y="169"/>
                  </a:lnTo>
                  <a:lnTo>
                    <a:pt x="298" y="170"/>
                  </a:lnTo>
                  <a:lnTo>
                    <a:pt x="297" y="170"/>
                  </a:lnTo>
                  <a:lnTo>
                    <a:pt x="297" y="171"/>
                  </a:lnTo>
                  <a:lnTo>
                    <a:pt x="297" y="170"/>
                  </a:lnTo>
                  <a:lnTo>
                    <a:pt x="296" y="170"/>
                  </a:lnTo>
                  <a:lnTo>
                    <a:pt x="295" y="170"/>
                  </a:lnTo>
                  <a:lnTo>
                    <a:pt x="295" y="170"/>
                  </a:lnTo>
                  <a:lnTo>
                    <a:pt x="296" y="170"/>
                  </a:lnTo>
                  <a:lnTo>
                    <a:pt x="295" y="170"/>
                  </a:lnTo>
                  <a:lnTo>
                    <a:pt x="295" y="170"/>
                  </a:lnTo>
                  <a:lnTo>
                    <a:pt x="295" y="171"/>
                  </a:lnTo>
                  <a:lnTo>
                    <a:pt x="295" y="171"/>
                  </a:lnTo>
                  <a:lnTo>
                    <a:pt x="295" y="171"/>
                  </a:lnTo>
                  <a:lnTo>
                    <a:pt x="296" y="171"/>
                  </a:lnTo>
                  <a:lnTo>
                    <a:pt x="296" y="171"/>
                  </a:lnTo>
                  <a:lnTo>
                    <a:pt x="295" y="171"/>
                  </a:lnTo>
                  <a:lnTo>
                    <a:pt x="296" y="171"/>
                  </a:lnTo>
                  <a:lnTo>
                    <a:pt x="296" y="171"/>
                  </a:lnTo>
                  <a:lnTo>
                    <a:pt x="295" y="171"/>
                  </a:lnTo>
                  <a:lnTo>
                    <a:pt x="295" y="171"/>
                  </a:lnTo>
                  <a:lnTo>
                    <a:pt x="295" y="170"/>
                  </a:lnTo>
                  <a:lnTo>
                    <a:pt x="295" y="170"/>
                  </a:lnTo>
                  <a:lnTo>
                    <a:pt x="292" y="170"/>
                  </a:lnTo>
                  <a:lnTo>
                    <a:pt x="286" y="172"/>
                  </a:lnTo>
                  <a:lnTo>
                    <a:pt x="283" y="175"/>
                  </a:lnTo>
                  <a:lnTo>
                    <a:pt x="282" y="176"/>
                  </a:lnTo>
                  <a:lnTo>
                    <a:pt x="282" y="177"/>
                  </a:lnTo>
                  <a:lnTo>
                    <a:pt x="282" y="177"/>
                  </a:lnTo>
                  <a:lnTo>
                    <a:pt x="282" y="178"/>
                  </a:lnTo>
                  <a:lnTo>
                    <a:pt x="282" y="178"/>
                  </a:lnTo>
                  <a:lnTo>
                    <a:pt x="282" y="178"/>
                  </a:lnTo>
                  <a:lnTo>
                    <a:pt x="282" y="179"/>
                  </a:lnTo>
                  <a:lnTo>
                    <a:pt x="282" y="179"/>
                  </a:lnTo>
                  <a:lnTo>
                    <a:pt x="282" y="179"/>
                  </a:lnTo>
                  <a:lnTo>
                    <a:pt x="283" y="180"/>
                  </a:lnTo>
                  <a:lnTo>
                    <a:pt x="282" y="181"/>
                  </a:lnTo>
                  <a:lnTo>
                    <a:pt x="282" y="181"/>
                  </a:lnTo>
                  <a:lnTo>
                    <a:pt x="282" y="182"/>
                  </a:lnTo>
                  <a:lnTo>
                    <a:pt x="281" y="182"/>
                  </a:lnTo>
                  <a:lnTo>
                    <a:pt x="282" y="183"/>
                  </a:lnTo>
                  <a:lnTo>
                    <a:pt x="283" y="183"/>
                  </a:lnTo>
                  <a:lnTo>
                    <a:pt x="283" y="183"/>
                  </a:lnTo>
                  <a:lnTo>
                    <a:pt x="283" y="183"/>
                  </a:lnTo>
                  <a:lnTo>
                    <a:pt x="284" y="183"/>
                  </a:lnTo>
                  <a:lnTo>
                    <a:pt x="285" y="183"/>
                  </a:lnTo>
                  <a:lnTo>
                    <a:pt x="285" y="183"/>
                  </a:lnTo>
                  <a:lnTo>
                    <a:pt x="286" y="183"/>
                  </a:lnTo>
                  <a:lnTo>
                    <a:pt x="286" y="183"/>
                  </a:lnTo>
                  <a:lnTo>
                    <a:pt x="286" y="183"/>
                  </a:lnTo>
                  <a:lnTo>
                    <a:pt x="287" y="183"/>
                  </a:lnTo>
                  <a:lnTo>
                    <a:pt x="287" y="183"/>
                  </a:lnTo>
                  <a:lnTo>
                    <a:pt x="287" y="183"/>
                  </a:lnTo>
                  <a:lnTo>
                    <a:pt x="286" y="184"/>
                  </a:lnTo>
                  <a:lnTo>
                    <a:pt x="285" y="185"/>
                  </a:lnTo>
                  <a:lnTo>
                    <a:pt x="285" y="187"/>
                  </a:lnTo>
                  <a:lnTo>
                    <a:pt x="285" y="188"/>
                  </a:lnTo>
                  <a:lnTo>
                    <a:pt x="286" y="189"/>
                  </a:lnTo>
                  <a:lnTo>
                    <a:pt x="289" y="189"/>
                  </a:lnTo>
                  <a:lnTo>
                    <a:pt x="290" y="188"/>
                  </a:lnTo>
                  <a:lnTo>
                    <a:pt x="291" y="188"/>
                  </a:lnTo>
                  <a:lnTo>
                    <a:pt x="291" y="188"/>
                  </a:lnTo>
                  <a:lnTo>
                    <a:pt x="291" y="188"/>
                  </a:lnTo>
                  <a:lnTo>
                    <a:pt x="292" y="188"/>
                  </a:lnTo>
                  <a:lnTo>
                    <a:pt x="292" y="188"/>
                  </a:lnTo>
                  <a:lnTo>
                    <a:pt x="289" y="189"/>
                  </a:lnTo>
                  <a:lnTo>
                    <a:pt x="289" y="189"/>
                  </a:lnTo>
                  <a:lnTo>
                    <a:pt x="289" y="190"/>
                  </a:lnTo>
                  <a:lnTo>
                    <a:pt x="289" y="191"/>
                  </a:lnTo>
                  <a:lnTo>
                    <a:pt x="288" y="193"/>
                  </a:lnTo>
                  <a:lnTo>
                    <a:pt x="287" y="193"/>
                  </a:lnTo>
                  <a:lnTo>
                    <a:pt x="287" y="194"/>
                  </a:lnTo>
                  <a:lnTo>
                    <a:pt x="286" y="194"/>
                  </a:lnTo>
                  <a:lnTo>
                    <a:pt x="285" y="195"/>
                  </a:lnTo>
                  <a:lnTo>
                    <a:pt x="284" y="195"/>
                  </a:lnTo>
                  <a:lnTo>
                    <a:pt x="284" y="196"/>
                  </a:lnTo>
                  <a:lnTo>
                    <a:pt x="284" y="196"/>
                  </a:lnTo>
                  <a:lnTo>
                    <a:pt x="283" y="197"/>
                  </a:lnTo>
                  <a:lnTo>
                    <a:pt x="283" y="197"/>
                  </a:lnTo>
                  <a:lnTo>
                    <a:pt x="282" y="197"/>
                  </a:lnTo>
                  <a:lnTo>
                    <a:pt x="282" y="197"/>
                  </a:lnTo>
                  <a:lnTo>
                    <a:pt x="282" y="197"/>
                  </a:lnTo>
                  <a:lnTo>
                    <a:pt x="281" y="197"/>
                  </a:lnTo>
                  <a:lnTo>
                    <a:pt x="281" y="197"/>
                  </a:lnTo>
                  <a:lnTo>
                    <a:pt x="281" y="196"/>
                  </a:lnTo>
                  <a:lnTo>
                    <a:pt x="280" y="196"/>
                  </a:lnTo>
                  <a:lnTo>
                    <a:pt x="280" y="196"/>
                  </a:lnTo>
                  <a:lnTo>
                    <a:pt x="278" y="196"/>
                  </a:lnTo>
                  <a:lnTo>
                    <a:pt x="277" y="195"/>
                  </a:lnTo>
                  <a:lnTo>
                    <a:pt x="276" y="195"/>
                  </a:lnTo>
                  <a:lnTo>
                    <a:pt x="276" y="194"/>
                  </a:lnTo>
                  <a:lnTo>
                    <a:pt x="275" y="194"/>
                  </a:lnTo>
                  <a:lnTo>
                    <a:pt x="275" y="194"/>
                  </a:lnTo>
                  <a:lnTo>
                    <a:pt x="276" y="194"/>
                  </a:lnTo>
                  <a:lnTo>
                    <a:pt x="277" y="192"/>
                  </a:lnTo>
                  <a:lnTo>
                    <a:pt x="276" y="192"/>
                  </a:lnTo>
                  <a:lnTo>
                    <a:pt x="276" y="192"/>
                  </a:lnTo>
                  <a:lnTo>
                    <a:pt x="276" y="191"/>
                  </a:lnTo>
                  <a:lnTo>
                    <a:pt x="276" y="191"/>
                  </a:lnTo>
                  <a:lnTo>
                    <a:pt x="277" y="191"/>
                  </a:lnTo>
                  <a:lnTo>
                    <a:pt x="277" y="191"/>
                  </a:lnTo>
                  <a:lnTo>
                    <a:pt x="276" y="190"/>
                  </a:lnTo>
                  <a:lnTo>
                    <a:pt x="276" y="189"/>
                  </a:lnTo>
                  <a:lnTo>
                    <a:pt x="276" y="189"/>
                  </a:lnTo>
                  <a:lnTo>
                    <a:pt x="276" y="188"/>
                  </a:lnTo>
                  <a:lnTo>
                    <a:pt x="276" y="188"/>
                  </a:lnTo>
                  <a:lnTo>
                    <a:pt x="278" y="188"/>
                  </a:lnTo>
                  <a:lnTo>
                    <a:pt x="279" y="188"/>
                  </a:lnTo>
                  <a:lnTo>
                    <a:pt x="279" y="188"/>
                  </a:lnTo>
                  <a:lnTo>
                    <a:pt x="279" y="187"/>
                  </a:lnTo>
                  <a:lnTo>
                    <a:pt x="279" y="187"/>
                  </a:lnTo>
                  <a:lnTo>
                    <a:pt x="280" y="187"/>
                  </a:lnTo>
                  <a:lnTo>
                    <a:pt x="280" y="187"/>
                  </a:lnTo>
                  <a:lnTo>
                    <a:pt x="281" y="186"/>
                  </a:lnTo>
                  <a:lnTo>
                    <a:pt x="281" y="186"/>
                  </a:lnTo>
                  <a:lnTo>
                    <a:pt x="280" y="185"/>
                  </a:lnTo>
                  <a:lnTo>
                    <a:pt x="278" y="185"/>
                  </a:lnTo>
                  <a:lnTo>
                    <a:pt x="278" y="186"/>
                  </a:lnTo>
                  <a:lnTo>
                    <a:pt x="278" y="185"/>
                  </a:lnTo>
                  <a:lnTo>
                    <a:pt x="278" y="183"/>
                  </a:lnTo>
                  <a:lnTo>
                    <a:pt x="277" y="181"/>
                  </a:lnTo>
                  <a:lnTo>
                    <a:pt x="277" y="181"/>
                  </a:lnTo>
                  <a:lnTo>
                    <a:pt x="276" y="180"/>
                  </a:lnTo>
                  <a:lnTo>
                    <a:pt x="275" y="181"/>
                  </a:lnTo>
                  <a:lnTo>
                    <a:pt x="275" y="182"/>
                  </a:lnTo>
                  <a:lnTo>
                    <a:pt x="275" y="182"/>
                  </a:lnTo>
                  <a:lnTo>
                    <a:pt x="274" y="182"/>
                  </a:lnTo>
                  <a:lnTo>
                    <a:pt x="274" y="182"/>
                  </a:lnTo>
                  <a:lnTo>
                    <a:pt x="273" y="182"/>
                  </a:lnTo>
                  <a:lnTo>
                    <a:pt x="273" y="181"/>
                  </a:lnTo>
                  <a:lnTo>
                    <a:pt x="273" y="180"/>
                  </a:lnTo>
                  <a:lnTo>
                    <a:pt x="272" y="180"/>
                  </a:lnTo>
                  <a:lnTo>
                    <a:pt x="272" y="180"/>
                  </a:lnTo>
                  <a:lnTo>
                    <a:pt x="269" y="191"/>
                  </a:lnTo>
                  <a:lnTo>
                    <a:pt x="270" y="192"/>
                  </a:lnTo>
                  <a:lnTo>
                    <a:pt x="269" y="191"/>
                  </a:lnTo>
                  <a:lnTo>
                    <a:pt x="269" y="192"/>
                  </a:lnTo>
                  <a:lnTo>
                    <a:pt x="265" y="198"/>
                  </a:lnTo>
                  <a:lnTo>
                    <a:pt x="262" y="202"/>
                  </a:lnTo>
                  <a:lnTo>
                    <a:pt x="262" y="202"/>
                  </a:lnTo>
                  <a:lnTo>
                    <a:pt x="261" y="202"/>
                  </a:lnTo>
                  <a:lnTo>
                    <a:pt x="262" y="204"/>
                  </a:lnTo>
                  <a:lnTo>
                    <a:pt x="262" y="204"/>
                  </a:lnTo>
                  <a:lnTo>
                    <a:pt x="263" y="204"/>
                  </a:lnTo>
                  <a:lnTo>
                    <a:pt x="262" y="204"/>
                  </a:lnTo>
                  <a:lnTo>
                    <a:pt x="262" y="204"/>
                  </a:lnTo>
                  <a:lnTo>
                    <a:pt x="261" y="204"/>
                  </a:lnTo>
                  <a:lnTo>
                    <a:pt x="260" y="203"/>
                  </a:lnTo>
                  <a:lnTo>
                    <a:pt x="260" y="203"/>
                  </a:lnTo>
                  <a:lnTo>
                    <a:pt x="259" y="203"/>
                  </a:lnTo>
                  <a:lnTo>
                    <a:pt x="259" y="205"/>
                  </a:lnTo>
                  <a:lnTo>
                    <a:pt x="260" y="206"/>
                  </a:lnTo>
                  <a:lnTo>
                    <a:pt x="260" y="206"/>
                  </a:lnTo>
                  <a:lnTo>
                    <a:pt x="261" y="207"/>
                  </a:lnTo>
                  <a:lnTo>
                    <a:pt x="262" y="207"/>
                  </a:lnTo>
                  <a:lnTo>
                    <a:pt x="263" y="208"/>
                  </a:lnTo>
                  <a:lnTo>
                    <a:pt x="264" y="208"/>
                  </a:lnTo>
                  <a:lnTo>
                    <a:pt x="264" y="208"/>
                  </a:lnTo>
                  <a:lnTo>
                    <a:pt x="267" y="209"/>
                  </a:lnTo>
                  <a:lnTo>
                    <a:pt x="268" y="209"/>
                  </a:lnTo>
                  <a:lnTo>
                    <a:pt x="269" y="208"/>
                  </a:lnTo>
                  <a:lnTo>
                    <a:pt x="270" y="208"/>
                  </a:lnTo>
                  <a:lnTo>
                    <a:pt x="270" y="208"/>
                  </a:lnTo>
                  <a:lnTo>
                    <a:pt x="270" y="209"/>
                  </a:lnTo>
                  <a:lnTo>
                    <a:pt x="270" y="209"/>
                  </a:lnTo>
                  <a:lnTo>
                    <a:pt x="271" y="208"/>
                  </a:lnTo>
                  <a:lnTo>
                    <a:pt x="271" y="208"/>
                  </a:lnTo>
                  <a:lnTo>
                    <a:pt x="271" y="208"/>
                  </a:lnTo>
                  <a:lnTo>
                    <a:pt x="272" y="208"/>
                  </a:lnTo>
                  <a:lnTo>
                    <a:pt x="272" y="208"/>
                  </a:lnTo>
                  <a:lnTo>
                    <a:pt x="272" y="209"/>
                  </a:lnTo>
                  <a:lnTo>
                    <a:pt x="272" y="209"/>
                  </a:lnTo>
                  <a:lnTo>
                    <a:pt x="272" y="209"/>
                  </a:lnTo>
                  <a:lnTo>
                    <a:pt x="271" y="209"/>
                  </a:lnTo>
                  <a:lnTo>
                    <a:pt x="271" y="209"/>
                  </a:lnTo>
                  <a:lnTo>
                    <a:pt x="270" y="209"/>
                  </a:lnTo>
                  <a:lnTo>
                    <a:pt x="270" y="209"/>
                  </a:lnTo>
                  <a:lnTo>
                    <a:pt x="269" y="209"/>
                  </a:lnTo>
                  <a:lnTo>
                    <a:pt x="269" y="209"/>
                  </a:lnTo>
                  <a:lnTo>
                    <a:pt x="268" y="209"/>
                  </a:lnTo>
                  <a:lnTo>
                    <a:pt x="267" y="210"/>
                  </a:lnTo>
                  <a:lnTo>
                    <a:pt x="267" y="210"/>
                  </a:lnTo>
                  <a:lnTo>
                    <a:pt x="266" y="209"/>
                  </a:lnTo>
                  <a:lnTo>
                    <a:pt x="263" y="209"/>
                  </a:lnTo>
                  <a:lnTo>
                    <a:pt x="262" y="208"/>
                  </a:lnTo>
                  <a:lnTo>
                    <a:pt x="262" y="208"/>
                  </a:lnTo>
                  <a:lnTo>
                    <a:pt x="262" y="208"/>
                  </a:lnTo>
                  <a:lnTo>
                    <a:pt x="261" y="207"/>
                  </a:lnTo>
                  <a:lnTo>
                    <a:pt x="260" y="207"/>
                  </a:lnTo>
                  <a:lnTo>
                    <a:pt x="260" y="206"/>
                  </a:lnTo>
                  <a:lnTo>
                    <a:pt x="259" y="206"/>
                  </a:lnTo>
                  <a:lnTo>
                    <a:pt x="259" y="206"/>
                  </a:lnTo>
                  <a:lnTo>
                    <a:pt x="259" y="206"/>
                  </a:lnTo>
                  <a:lnTo>
                    <a:pt x="258" y="206"/>
                  </a:lnTo>
                  <a:lnTo>
                    <a:pt x="258" y="206"/>
                  </a:lnTo>
                  <a:lnTo>
                    <a:pt x="257" y="206"/>
                  </a:lnTo>
                  <a:lnTo>
                    <a:pt x="257" y="206"/>
                  </a:lnTo>
                  <a:lnTo>
                    <a:pt x="257" y="207"/>
                  </a:lnTo>
                  <a:lnTo>
                    <a:pt x="257" y="207"/>
                  </a:lnTo>
                  <a:lnTo>
                    <a:pt x="257" y="207"/>
                  </a:lnTo>
                  <a:lnTo>
                    <a:pt x="258" y="207"/>
                  </a:lnTo>
                  <a:lnTo>
                    <a:pt x="258" y="207"/>
                  </a:lnTo>
                  <a:lnTo>
                    <a:pt x="259" y="207"/>
                  </a:lnTo>
                  <a:lnTo>
                    <a:pt x="259" y="208"/>
                  </a:lnTo>
                  <a:lnTo>
                    <a:pt x="259" y="208"/>
                  </a:lnTo>
                  <a:lnTo>
                    <a:pt x="259" y="209"/>
                  </a:lnTo>
                  <a:lnTo>
                    <a:pt x="260" y="209"/>
                  </a:lnTo>
                  <a:lnTo>
                    <a:pt x="261" y="209"/>
                  </a:lnTo>
                  <a:lnTo>
                    <a:pt x="261" y="209"/>
                  </a:lnTo>
                  <a:lnTo>
                    <a:pt x="261" y="209"/>
                  </a:lnTo>
                  <a:lnTo>
                    <a:pt x="262" y="210"/>
                  </a:lnTo>
                  <a:lnTo>
                    <a:pt x="264" y="210"/>
                  </a:lnTo>
                  <a:lnTo>
                    <a:pt x="265" y="210"/>
                  </a:lnTo>
                  <a:lnTo>
                    <a:pt x="265" y="210"/>
                  </a:lnTo>
                  <a:lnTo>
                    <a:pt x="264" y="210"/>
                  </a:lnTo>
                  <a:lnTo>
                    <a:pt x="264" y="211"/>
                  </a:lnTo>
                  <a:lnTo>
                    <a:pt x="263" y="211"/>
                  </a:lnTo>
                  <a:lnTo>
                    <a:pt x="261" y="211"/>
                  </a:lnTo>
                  <a:lnTo>
                    <a:pt x="261" y="210"/>
                  </a:lnTo>
                  <a:lnTo>
                    <a:pt x="260" y="210"/>
                  </a:lnTo>
                  <a:lnTo>
                    <a:pt x="260" y="211"/>
                  </a:lnTo>
                  <a:lnTo>
                    <a:pt x="261" y="211"/>
                  </a:lnTo>
                  <a:lnTo>
                    <a:pt x="261" y="211"/>
                  </a:lnTo>
                  <a:lnTo>
                    <a:pt x="261" y="211"/>
                  </a:lnTo>
                  <a:lnTo>
                    <a:pt x="262" y="211"/>
                  </a:lnTo>
                  <a:lnTo>
                    <a:pt x="262" y="212"/>
                  </a:lnTo>
                  <a:lnTo>
                    <a:pt x="261" y="212"/>
                  </a:lnTo>
                  <a:lnTo>
                    <a:pt x="261" y="211"/>
                  </a:lnTo>
                  <a:lnTo>
                    <a:pt x="260" y="211"/>
                  </a:lnTo>
                  <a:lnTo>
                    <a:pt x="260" y="211"/>
                  </a:lnTo>
                  <a:lnTo>
                    <a:pt x="260" y="211"/>
                  </a:lnTo>
                  <a:lnTo>
                    <a:pt x="259" y="211"/>
                  </a:lnTo>
                  <a:lnTo>
                    <a:pt x="259" y="212"/>
                  </a:lnTo>
                  <a:lnTo>
                    <a:pt x="259" y="211"/>
                  </a:lnTo>
                  <a:lnTo>
                    <a:pt x="258" y="212"/>
                  </a:lnTo>
                  <a:lnTo>
                    <a:pt x="259" y="213"/>
                  </a:lnTo>
                  <a:lnTo>
                    <a:pt x="259" y="213"/>
                  </a:lnTo>
                  <a:lnTo>
                    <a:pt x="260" y="213"/>
                  </a:lnTo>
                  <a:lnTo>
                    <a:pt x="261" y="213"/>
                  </a:lnTo>
                  <a:lnTo>
                    <a:pt x="261" y="214"/>
                  </a:lnTo>
                  <a:lnTo>
                    <a:pt x="262" y="214"/>
                  </a:lnTo>
                  <a:lnTo>
                    <a:pt x="262" y="214"/>
                  </a:lnTo>
                  <a:lnTo>
                    <a:pt x="263" y="214"/>
                  </a:lnTo>
                  <a:lnTo>
                    <a:pt x="263" y="214"/>
                  </a:lnTo>
                  <a:lnTo>
                    <a:pt x="263" y="215"/>
                  </a:lnTo>
                  <a:lnTo>
                    <a:pt x="263" y="215"/>
                  </a:lnTo>
                  <a:lnTo>
                    <a:pt x="263" y="215"/>
                  </a:lnTo>
                  <a:lnTo>
                    <a:pt x="260" y="215"/>
                  </a:lnTo>
                  <a:lnTo>
                    <a:pt x="258" y="213"/>
                  </a:lnTo>
                  <a:lnTo>
                    <a:pt x="257" y="213"/>
                  </a:lnTo>
                  <a:lnTo>
                    <a:pt x="257" y="213"/>
                  </a:lnTo>
                  <a:lnTo>
                    <a:pt x="254" y="213"/>
                  </a:lnTo>
                  <a:lnTo>
                    <a:pt x="254" y="213"/>
                  </a:lnTo>
                  <a:lnTo>
                    <a:pt x="253" y="212"/>
                  </a:lnTo>
                  <a:lnTo>
                    <a:pt x="253" y="212"/>
                  </a:lnTo>
                  <a:lnTo>
                    <a:pt x="254" y="213"/>
                  </a:lnTo>
                  <a:lnTo>
                    <a:pt x="254" y="213"/>
                  </a:lnTo>
                  <a:lnTo>
                    <a:pt x="254" y="212"/>
                  </a:lnTo>
                  <a:lnTo>
                    <a:pt x="256" y="213"/>
                  </a:lnTo>
                  <a:lnTo>
                    <a:pt x="257" y="212"/>
                  </a:lnTo>
                  <a:lnTo>
                    <a:pt x="257" y="212"/>
                  </a:lnTo>
                  <a:lnTo>
                    <a:pt x="256" y="211"/>
                  </a:lnTo>
                  <a:lnTo>
                    <a:pt x="253" y="211"/>
                  </a:lnTo>
                  <a:lnTo>
                    <a:pt x="253" y="211"/>
                  </a:lnTo>
                  <a:lnTo>
                    <a:pt x="252" y="211"/>
                  </a:lnTo>
                  <a:lnTo>
                    <a:pt x="252" y="211"/>
                  </a:lnTo>
                  <a:lnTo>
                    <a:pt x="251" y="211"/>
                  </a:lnTo>
                  <a:lnTo>
                    <a:pt x="251" y="211"/>
                  </a:lnTo>
                  <a:lnTo>
                    <a:pt x="251" y="212"/>
                  </a:lnTo>
                  <a:lnTo>
                    <a:pt x="250" y="212"/>
                  </a:lnTo>
                  <a:lnTo>
                    <a:pt x="249" y="212"/>
                  </a:lnTo>
                  <a:lnTo>
                    <a:pt x="249" y="213"/>
                  </a:lnTo>
                  <a:lnTo>
                    <a:pt x="250" y="213"/>
                  </a:lnTo>
                  <a:lnTo>
                    <a:pt x="250" y="213"/>
                  </a:lnTo>
                  <a:lnTo>
                    <a:pt x="251" y="215"/>
                  </a:lnTo>
                  <a:lnTo>
                    <a:pt x="253" y="215"/>
                  </a:lnTo>
                  <a:lnTo>
                    <a:pt x="253" y="214"/>
                  </a:lnTo>
                  <a:lnTo>
                    <a:pt x="253" y="215"/>
                  </a:lnTo>
                  <a:lnTo>
                    <a:pt x="254" y="216"/>
                  </a:lnTo>
                  <a:lnTo>
                    <a:pt x="254" y="216"/>
                  </a:lnTo>
                  <a:lnTo>
                    <a:pt x="255" y="216"/>
                  </a:lnTo>
                  <a:lnTo>
                    <a:pt x="256" y="216"/>
                  </a:lnTo>
                  <a:lnTo>
                    <a:pt x="257" y="216"/>
                  </a:lnTo>
                  <a:lnTo>
                    <a:pt x="257" y="215"/>
                  </a:lnTo>
                  <a:lnTo>
                    <a:pt x="257" y="215"/>
                  </a:lnTo>
                  <a:lnTo>
                    <a:pt x="258" y="215"/>
                  </a:lnTo>
                  <a:lnTo>
                    <a:pt x="258" y="215"/>
                  </a:lnTo>
                  <a:lnTo>
                    <a:pt x="258" y="215"/>
                  </a:lnTo>
                  <a:lnTo>
                    <a:pt x="259" y="215"/>
                  </a:lnTo>
                  <a:lnTo>
                    <a:pt x="259" y="215"/>
                  </a:lnTo>
                  <a:lnTo>
                    <a:pt x="260" y="216"/>
                  </a:lnTo>
                  <a:lnTo>
                    <a:pt x="262" y="216"/>
                  </a:lnTo>
                  <a:lnTo>
                    <a:pt x="262" y="217"/>
                  </a:lnTo>
                  <a:lnTo>
                    <a:pt x="262" y="217"/>
                  </a:lnTo>
                  <a:lnTo>
                    <a:pt x="262" y="217"/>
                  </a:lnTo>
                  <a:lnTo>
                    <a:pt x="262" y="217"/>
                  </a:lnTo>
                  <a:lnTo>
                    <a:pt x="261" y="217"/>
                  </a:lnTo>
                  <a:lnTo>
                    <a:pt x="261" y="217"/>
                  </a:lnTo>
                  <a:lnTo>
                    <a:pt x="260" y="217"/>
                  </a:lnTo>
                  <a:lnTo>
                    <a:pt x="260" y="217"/>
                  </a:lnTo>
                  <a:lnTo>
                    <a:pt x="260" y="217"/>
                  </a:lnTo>
                  <a:lnTo>
                    <a:pt x="260" y="217"/>
                  </a:lnTo>
                  <a:lnTo>
                    <a:pt x="259" y="217"/>
                  </a:lnTo>
                  <a:lnTo>
                    <a:pt x="258" y="216"/>
                  </a:lnTo>
                  <a:lnTo>
                    <a:pt x="257" y="216"/>
                  </a:lnTo>
                  <a:lnTo>
                    <a:pt x="257" y="217"/>
                  </a:lnTo>
                  <a:lnTo>
                    <a:pt x="257" y="217"/>
                  </a:lnTo>
                  <a:lnTo>
                    <a:pt x="256" y="217"/>
                  </a:lnTo>
                  <a:lnTo>
                    <a:pt x="255" y="217"/>
                  </a:lnTo>
                  <a:lnTo>
                    <a:pt x="255" y="217"/>
                  </a:lnTo>
                  <a:lnTo>
                    <a:pt x="254" y="217"/>
                  </a:lnTo>
                  <a:lnTo>
                    <a:pt x="254" y="217"/>
                  </a:lnTo>
                  <a:lnTo>
                    <a:pt x="252" y="216"/>
                  </a:lnTo>
                  <a:lnTo>
                    <a:pt x="251" y="216"/>
                  </a:lnTo>
                  <a:lnTo>
                    <a:pt x="251" y="216"/>
                  </a:lnTo>
                  <a:lnTo>
                    <a:pt x="250" y="216"/>
                  </a:lnTo>
                  <a:lnTo>
                    <a:pt x="249" y="216"/>
                  </a:lnTo>
                  <a:lnTo>
                    <a:pt x="249" y="216"/>
                  </a:lnTo>
                  <a:lnTo>
                    <a:pt x="247" y="217"/>
                  </a:lnTo>
                  <a:lnTo>
                    <a:pt x="245" y="217"/>
                  </a:lnTo>
                  <a:lnTo>
                    <a:pt x="244" y="218"/>
                  </a:lnTo>
                  <a:lnTo>
                    <a:pt x="242" y="218"/>
                  </a:lnTo>
                  <a:lnTo>
                    <a:pt x="237" y="221"/>
                  </a:lnTo>
                  <a:lnTo>
                    <a:pt x="234" y="221"/>
                  </a:lnTo>
                  <a:lnTo>
                    <a:pt x="233" y="222"/>
                  </a:lnTo>
                  <a:lnTo>
                    <a:pt x="223" y="223"/>
                  </a:lnTo>
                  <a:lnTo>
                    <a:pt x="220" y="225"/>
                  </a:lnTo>
                  <a:lnTo>
                    <a:pt x="211" y="225"/>
                  </a:lnTo>
                  <a:lnTo>
                    <a:pt x="206" y="229"/>
                  </a:lnTo>
                  <a:lnTo>
                    <a:pt x="205" y="236"/>
                  </a:lnTo>
                  <a:lnTo>
                    <a:pt x="204" y="237"/>
                  </a:lnTo>
                  <a:lnTo>
                    <a:pt x="204" y="242"/>
                  </a:lnTo>
                  <a:lnTo>
                    <a:pt x="206" y="244"/>
                  </a:lnTo>
                  <a:lnTo>
                    <a:pt x="200" y="250"/>
                  </a:lnTo>
                  <a:lnTo>
                    <a:pt x="193" y="250"/>
                  </a:lnTo>
                  <a:lnTo>
                    <a:pt x="188" y="253"/>
                  </a:lnTo>
                  <a:lnTo>
                    <a:pt x="186" y="253"/>
                  </a:lnTo>
                  <a:lnTo>
                    <a:pt x="179" y="258"/>
                  </a:lnTo>
                  <a:lnTo>
                    <a:pt x="179" y="260"/>
                  </a:lnTo>
                  <a:lnTo>
                    <a:pt x="180" y="261"/>
                  </a:lnTo>
                  <a:lnTo>
                    <a:pt x="183" y="261"/>
                  </a:lnTo>
                  <a:lnTo>
                    <a:pt x="183" y="264"/>
                  </a:lnTo>
                  <a:lnTo>
                    <a:pt x="180" y="264"/>
                  </a:lnTo>
                  <a:lnTo>
                    <a:pt x="178" y="266"/>
                  </a:lnTo>
                  <a:lnTo>
                    <a:pt x="157" y="266"/>
                  </a:lnTo>
                  <a:lnTo>
                    <a:pt x="154" y="263"/>
                  </a:lnTo>
                  <a:lnTo>
                    <a:pt x="152" y="258"/>
                  </a:lnTo>
                  <a:lnTo>
                    <a:pt x="141" y="258"/>
                  </a:lnTo>
                  <a:lnTo>
                    <a:pt x="141" y="264"/>
                  </a:lnTo>
                  <a:lnTo>
                    <a:pt x="144" y="266"/>
                  </a:lnTo>
                  <a:lnTo>
                    <a:pt x="144" y="272"/>
                  </a:lnTo>
                  <a:lnTo>
                    <a:pt x="147" y="275"/>
                  </a:lnTo>
                  <a:lnTo>
                    <a:pt x="147" y="279"/>
                  </a:lnTo>
                  <a:lnTo>
                    <a:pt x="149" y="281"/>
                  </a:lnTo>
                  <a:lnTo>
                    <a:pt x="147" y="283"/>
                  </a:lnTo>
                  <a:lnTo>
                    <a:pt x="134" y="283"/>
                  </a:lnTo>
                  <a:lnTo>
                    <a:pt x="132" y="281"/>
                  </a:lnTo>
                  <a:lnTo>
                    <a:pt x="129" y="282"/>
                  </a:lnTo>
                  <a:lnTo>
                    <a:pt x="127" y="284"/>
                  </a:lnTo>
                  <a:lnTo>
                    <a:pt x="119" y="277"/>
                  </a:lnTo>
                  <a:lnTo>
                    <a:pt x="116" y="277"/>
                  </a:lnTo>
                  <a:lnTo>
                    <a:pt x="113" y="280"/>
                  </a:lnTo>
                  <a:lnTo>
                    <a:pt x="111" y="278"/>
                  </a:lnTo>
                  <a:lnTo>
                    <a:pt x="108" y="281"/>
                  </a:lnTo>
                  <a:lnTo>
                    <a:pt x="93" y="281"/>
                  </a:lnTo>
                  <a:lnTo>
                    <a:pt x="88" y="286"/>
                  </a:lnTo>
                  <a:lnTo>
                    <a:pt x="88" y="289"/>
                  </a:lnTo>
                  <a:lnTo>
                    <a:pt x="93" y="289"/>
                  </a:lnTo>
                  <a:lnTo>
                    <a:pt x="93" y="296"/>
                  </a:lnTo>
                  <a:lnTo>
                    <a:pt x="91" y="296"/>
                  </a:lnTo>
                  <a:lnTo>
                    <a:pt x="91" y="298"/>
                  </a:lnTo>
                  <a:lnTo>
                    <a:pt x="94" y="298"/>
                  </a:lnTo>
                  <a:lnTo>
                    <a:pt x="97" y="300"/>
                  </a:lnTo>
                  <a:lnTo>
                    <a:pt x="97" y="303"/>
                  </a:lnTo>
                  <a:lnTo>
                    <a:pt x="108" y="303"/>
                  </a:lnTo>
                  <a:lnTo>
                    <a:pt x="112" y="307"/>
                  </a:lnTo>
                  <a:lnTo>
                    <a:pt x="117" y="307"/>
                  </a:lnTo>
                  <a:lnTo>
                    <a:pt x="119" y="311"/>
                  </a:lnTo>
                  <a:lnTo>
                    <a:pt x="130" y="311"/>
                  </a:lnTo>
                  <a:lnTo>
                    <a:pt x="132" y="315"/>
                  </a:lnTo>
                  <a:lnTo>
                    <a:pt x="137" y="315"/>
                  </a:lnTo>
                  <a:lnTo>
                    <a:pt x="140" y="316"/>
                  </a:lnTo>
                  <a:lnTo>
                    <a:pt x="136" y="319"/>
                  </a:lnTo>
                  <a:lnTo>
                    <a:pt x="137" y="324"/>
                  </a:lnTo>
                  <a:lnTo>
                    <a:pt x="144" y="334"/>
                  </a:lnTo>
                  <a:lnTo>
                    <a:pt x="153" y="337"/>
                  </a:lnTo>
                  <a:lnTo>
                    <a:pt x="155" y="339"/>
                  </a:lnTo>
                  <a:lnTo>
                    <a:pt x="152" y="344"/>
                  </a:lnTo>
                  <a:lnTo>
                    <a:pt x="155" y="353"/>
                  </a:lnTo>
                  <a:lnTo>
                    <a:pt x="161" y="360"/>
                  </a:lnTo>
                  <a:lnTo>
                    <a:pt x="162" y="366"/>
                  </a:lnTo>
                  <a:lnTo>
                    <a:pt x="159" y="364"/>
                  </a:lnTo>
                  <a:lnTo>
                    <a:pt x="158" y="359"/>
                  </a:lnTo>
                  <a:lnTo>
                    <a:pt x="156" y="357"/>
                  </a:lnTo>
                  <a:lnTo>
                    <a:pt x="153" y="357"/>
                  </a:lnTo>
                  <a:lnTo>
                    <a:pt x="151" y="390"/>
                  </a:lnTo>
                  <a:lnTo>
                    <a:pt x="149" y="392"/>
                  </a:lnTo>
                  <a:lnTo>
                    <a:pt x="149" y="397"/>
                  </a:lnTo>
                  <a:lnTo>
                    <a:pt x="142" y="407"/>
                  </a:lnTo>
                  <a:lnTo>
                    <a:pt x="129" y="407"/>
                  </a:lnTo>
                  <a:lnTo>
                    <a:pt x="127" y="405"/>
                  </a:lnTo>
                  <a:lnTo>
                    <a:pt x="124" y="404"/>
                  </a:lnTo>
                  <a:lnTo>
                    <a:pt x="122" y="404"/>
                  </a:lnTo>
                  <a:lnTo>
                    <a:pt x="119" y="406"/>
                  </a:lnTo>
                  <a:lnTo>
                    <a:pt x="113" y="405"/>
                  </a:lnTo>
                  <a:lnTo>
                    <a:pt x="110" y="403"/>
                  </a:lnTo>
                  <a:lnTo>
                    <a:pt x="44" y="402"/>
                  </a:lnTo>
                  <a:lnTo>
                    <a:pt x="37" y="397"/>
                  </a:lnTo>
                  <a:lnTo>
                    <a:pt x="28" y="397"/>
                  </a:lnTo>
                  <a:lnTo>
                    <a:pt x="25" y="399"/>
                  </a:lnTo>
                  <a:lnTo>
                    <a:pt x="25" y="404"/>
                  </a:lnTo>
                  <a:lnTo>
                    <a:pt x="23" y="405"/>
                  </a:lnTo>
                  <a:lnTo>
                    <a:pt x="9" y="408"/>
                  </a:lnTo>
                  <a:lnTo>
                    <a:pt x="4" y="413"/>
                  </a:lnTo>
                  <a:lnTo>
                    <a:pt x="4" y="415"/>
                  </a:lnTo>
                  <a:lnTo>
                    <a:pt x="7" y="418"/>
                  </a:lnTo>
                  <a:lnTo>
                    <a:pt x="10" y="419"/>
                  </a:lnTo>
                  <a:lnTo>
                    <a:pt x="11" y="421"/>
                  </a:lnTo>
                  <a:lnTo>
                    <a:pt x="12" y="441"/>
                  </a:lnTo>
                  <a:lnTo>
                    <a:pt x="10" y="442"/>
                  </a:lnTo>
                  <a:lnTo>
                    <a:pt x="11" y="444"/>
                  </a:lnTo>
                  <a:lnTo>
                    <a:pt x="11" y="446"/>
                  </a:lnTo>
                  <a:lnTo>
                    <a:pt x="13" y="450"/>
                  </a:lnTo>
                  <a:lnTo>
                    <a:pt x="13" y="455"/>
                  </a:lnTo>
                  <a:lnTo>
                    <a:pt x="14" y="456"/>
                  </a:lnTo>
                  <a:lnTo>
                    <a:pt x="15" y="462"/>
                  </a:lnTo>
                  <a:lnTo>
                    <a:pt x="13" y="464"/>
                  </a:lnTo>
                  <a:lnTo>
                    <a:pt x="13" y="469"/>
                  </a:lnTo>
                  <a:lnTo>
                    <a:pt x="12" y="473"/>
                  </a:lnTo>
                  <a:lnTo>
                    <a:pt x="12" y="477"/>
                  </a:lnTo>
                  <a:lnTo>
                    <a:pt x="9" y="481"/>
                  </a:lnTo>
                  <a:lnTo>
                    <a:pt x="8" y="487"/>
                  </a:lnTo>
                  <a:lnTo>
                    <a:pt x="6" y="490"/>
                  </a:lnTo>
                  <a:lnTo>
                    <a:pt x="5" y="492"/>
                  </a:lnTo>
                  <a:lnTo>
                    <a:pt x="3" y="494"/>
                  </a:lnTo>
                  <a:lnTo>
                    <a:pt x="3" y="496"/>
                  </a:lnTo>
                  <a:lnTo>
                    <a:pt x="1" y="497"/>
                  </a:lnTo>
                  <a:lnTo>
                    <a:pt x="0" y="507"/>
                  </a:lnTo>
                  <a:lnTo>
                    <a:pt x="1" y="508"/>
                  </a:lnTo>
                  <a:lnTo>
                    <a:pt x="1" y="509"/>
                  </a:lnTo>
                  <a:lnTo>
                    <a:pt x="4" y="510"/>
                  </a:lnTo>
                  <a:lnTo>
                    <a:pt x="9" y="505"/>
                  </a:lnTo>
                  <a:lnTo>
                    <a:pt x="9" y="506"/>
                  </a:lnTo>
                  <a:lnTo>
                    <a:pt x="5" y="512"/>
                  </a:lnTo>
                  <a:lnTo>
                    <a:pt x="5" y="514"/>
                  </a:lnTo>
                  <a:lnTo>
                    <a:pt x="12" y="515"/>
                  </a:lnTo>
                  <a:lnTo>
                    <a:pt x="13" y="514"/>
                  </a:lnTo>
                  <a:lnTo>
                    <a:pt x="12" y="515"/>
                  </a:lnTo>
                  <a:lnTo>
                    <a:pt x="13" y="517"/>
                  </a:lnTo>
                  <a:lnTo>
                    <a:pt x="12" y="520"/>
                  </a:lnTo>
                  <a:lnTo>
                    <a:pt x="11" y="533"/>
                  </a:lnTo>
                  <a:lnTo>
                    <a:pt x="12" y="536"/>
                  </a:lnTo>
                  <a:lnTo>
                    <a:pt x="12" y="538"/>
                  </a:lnTo>
                  <a:lnTo>
                    <a:pt x="9" y="542"/>
                  </a:lnTo>
                  <a:lnTo>
                    <a:pt x="10" y="545"/>
                  </a:lnTo>
                  <a:lnTo>
                    <a:pt x="11" y="544"/>
                  </a:lnTo>
                  <a:lnTo>
                    <a:pt x="19" y="543"/>
                  </a:lnTo>
                  <a:lnTo>
                    <a:pt x="24" y="545"/>
                  </a:lnTo>
                  <a:lnTo>
                    <a:pt x="31" y="545"/>
                  </a:lnTo>
                  <a:lnTo>
                    <a:pt x="32" y="544"/>
                  </a:lnTo>
                  <a:lnTo>
                    <a:pt x="36" y="542"/>
                  </a:lnTo>
                  <a:lnTo>
                    <a:pt x="37" y="540"/>
                  </a:lnTo>
                  <a:lnTo>
                    <a:pt x="47" y="540"/>
                  </a:lnTo>
                  <a:lnTo>
                    <a:pt x="53" y="545"/>
                  </a:lnTo>
                  <a:lnTo>
                    <a:pt x="57" y="547"/>
                  </a:lnTo>
                  <a:lnTo>
                    <a:pt x="58" y="548"/>
                  </a:lnTo>
                  <a:lnTo>
                    <a:pt x="58" y="553"/>
                  </a:lnTo>
                  <a:lnTo>
                    <a:pt x="59" y="555"/>
                  </a:lnTo>
                  <a:lnTo>
                    <a:pt x="60" y="556"/>
                  </a:lnTo>
                  <a:lnTo>
                    <a:pt x="62" y="562"/>
                  </a:lnTo>
                  <a:lnTo>
                    <a:pt x="66" y="566"/>
                  </a:lnTo>
                  <a:lnTo>
                    <a:pt x="69" y="566"/>
                  </a:lnTo>
                  <a:lnTo>
                    <a:pt x="70" y="567"/>
                  </a:lnTo>
                  <a:lnTo>
                    <a:pt x="72" y="567"/>
                  </a:lnTo>
                  <a:lnTo>
                    <a:pt x="75" y="566"/>
                  </a:lnTo>
                  <a:lnTo>
                    <a:pt x="78" y="563"/>
                  </a:lnTo>
                  <a:lnTo>
                    <a:pt x="78" y="560"/>
                  </a:lnTo>
                  <a:lnTo>
                    <a:pt x="82" y="558"/>
                  </a:lnTo>
                  <a:lnTo>
                    <a:pt x="89" y="558"/>
                  </a:lnTo>
                  <a:lnTo>
                    <a:pt x="92" y="554"/>
                  </a:lnTo>
                  <a:lnTo>
                    <a:pt x="93" y="554"/>
                  </a:lnTo>
                  <a:lnTo>
                    <a:pt x="94" y="553"/>
                  </a:lnTo>
                  <a:lnTo>
                    <a:pt x="104" y="553"/>
                  </a:lnTo>
                  <a:lnTo>
                    <a:pt x="106" y="552"/>
                  </a:lnTo>
                  <a:lnTo>
                    <a:pt x="116" y="551"/>
                  </a:lnTo>
                  <a:lnTo>
                    <a:pt x="117" y="553"/>
                  </a:lnTo>
                  <a:lnTo>
                    <a:pt x="122" y="553"/>
                  </a:lnTo>
                  <a:lnTo>
                    <a:pt x="125" y="554"/>
                  </a:lnTo>
                  <a:lnTo>
                    <a:pt x="128" y="550"/>
                  </a:lnTo>
                  <a:lnTo>
                    <a:pt x="130" y="550"/>
                  </a:lnTo>
                  <a:lnTo>
                    <a:pt x="135" y="552"/>
                  </a:lnTo>
                  <a:lnTo>
                    <a:pt x="140" y="547"/>
                  </a:lnTo>
                  <a:lnTo>
                    <a:pt x="141" y="540"/>
                  </a:lnTo>
                  <a:lnTo>
                    <a:pt x="149" y="535"/>
                  </a:lnTo>
                  <a:lnTo>
                    <a:pt x="156" y="535"/>
                  </a:lnTo>
                  <a:lnTo>
                    <a:pt x="158" y="534"/>
                  </a:lnTo>
                  <a:lnTo>
                    <a:pt x="158" y="533"/>
                  </a:lnTo>
                  <a:lnTo>
                    <a:pt x="162" y="529"/>
                  </a:lnTo>
                  <a:lnTo>
                    <a:pt x="164" y="521"/>
                  </a:lnTo>
                  <a:lnTo>
                    <a:pt x="171" y="513"/>
                  </a:lnTo>
                  <a:lnTo>
                    <a:pt x="173" y="513"/>
                  </a:lnTo>
                  <a:lnTo>
                    <a:pt x="178" y="509"/>
                  </a:lnTo>
                  <a:lnTo>
                    <a:pt x="171" y="500"/>
                  </a:lnTo>
                  <a:lnTo>
                    <a:pt x="171" y="498"/>
                  </a:lnTo>
                  <a:lnTo>
                    <a:pt x="172" y="487"/>
                  </a:lnTo>
                  <a:lnTo>
                    <a:pt x="186" y="469"/>
                  </a:lnTo>
                  <a:lnTo>
                    <a:pt x="192" y="466"/>
                  </a:lnTo>
                  <a:lnTo>
                    <a:pt x="190" y="465"/>
                  </a:lnTo>
                  <a:lnTo>
                    <a:pt x="190" y="462"/>
                  </a:lnTo>
                  <a:lnTo>
                    <a:pt x="193" y="460"/>
                  </a:lnTo>
                  <a:lnTo>
                    <a:pt x="195" y="458"/>
                  </a:lnTo>
                  <a:lnTo>
                    <a:pt x="203" y="455"/>
                  </a:lnTo>
                  <a:lnTo>
                    <a:pt x="206" y="455"/>
                  </a:lnTo>
                  <a:lnTo>
                    <a:pt x="207" y="454"/>
                  </a:lnTo>
                  <a:lnTo>
                    <a:pt x="209" y="454"/>
                  </a:lnTo>
                  <a:lnTo>
                    <a:pt x="214" y="449"/>
                  </a:lnTo>
                  <a:lnTo>
                    <a:pt x="216" y="449"/>
                  </a:lnTo>
                  <a:lnTo>
                    <a:pt x="219" y="447"/>
                  </a:lnTo>
                  <a:lnTo>
                    <a:pt x="220" y="445"/>
                  </a:lnTo>
                  <a:lnTo>
                    <a:pt x="220" y="440"/>
                  </a:lnTo>
                  <a:lnTo>
                    <a:pt x="221" y="439"/>
                  </a:lnTo>
                  <a:lnTo>
                    <a:pt x="221" y="437"/>
                  </a:lnTo>
                  <a:lnTo>
                    <a:pt x="222" y="436"/>
                  </a:lnTo>
                  <a:lnTo>
                    <a:pt x="222" y="427"/>
                  </a:lnTo>
                  <a:lnTo>
                    <a:pt x="222" y="427"/>
                  </a:lnTo>
                  <a:lnTo>
                    <a:pt x="222" y="422"/>
                  </a:lnTo>
                  <a:lnTo>
                    <a:pt x="221" y="421"/>
                  </a:lnTo>
                  <a:lnTo>
                    <a:pt x="223" y="415"/>
                  </a:lnTo>
                  <a:lnTo>
                    <a:pt x="226" y="411"/>
                  </a:lnTo>
                  <a:lnTo>
                    <a:pt x="229" y="410"/>
                  </a:lnTo>
                  <a:lnTo>
                    <a:pt x="232" y="410"/>
                  </a:lnTo>
                  <a:lnTo>
                    <a:pt x="242" y="404"/>
                  </a:lnTo>
                  <a:lnTo>
                    <a:pt x="244" y="404"/>
                  </a:lnTo>
                  <a:lnTo>
                    <a:pt x="244" y="405"/>
                  </a:lnTo>
                  <a:lnTo>
                    <a:pt x="245" y="406"/>
                  </a:lnTo>
                  <a:lnTo>
                    <a:pt x="245" y="406"/>
                  </a:lnTo>
                  <a:lnTo>
                    <a:pt x="249" y="406"/>
                  </a:lnTo>
                  <a:lnTo>
                    <a:pt x="249" y="407"/>
                  </a:lnTo>
                  <a:lnTo>
                    <a:pt x="252" y="407"/>
                  </a:lnTo>
                  <a:lnTo>
                    <a:pt x="252" y="408"/>
                  </a:lnTo>
                  <a:lnTo>
                    <a:pt x="254" y="408"/>
                  </a:lnTo>
                  <a:lnTo>
                    <a:pt x="255" y="409"/>
                  </a:lnTo>
                  <a:lnTo>
                    <a:pt x="256" y="409"/>
                  </a:lnTo>
                  <a:lnTo>
                    <a:pt x="256" y="409"/>
                  </a:lnTo>
                  <a:lnTo>
                    <a:pt x="261" y="408"/>
                  </a:lnTo>
                  <a:lnTo>
                    <a:pt x="262" y="407"/>
                  </a:lnTo>
                  <a:lnTo>
                    <a:pt x="263" y="406"/>
                  </a:lnTo>
                  <a:lnTo>
                    <a:pt x="263" y="406"/>
                  </a:lnTo>
                  <a:lnTo>
                    <a:pt x="265" y="408"/>
                  </a:lnTo>
                  <a:lnTo>
                    <a:pt x="265" y="408"/>
                  </a:lnTo>
                  <a:lnTo>
                    <a:pt x="265" y="409"/>
                  </a:lnTo>
                  <a:lnTo>
                    <a:pt x="262" y="409"/>
                  </a:lnTo>
                  <a:lnTo>
                    <a:pt x="262" y="410"/>
                  </a:lnTo>
                  <a:lnTo>
                    <a:pt x="268" y="411"/>
                  </a:lnTo>
                  <a:lnTo>
                    <a:pt x="268" y="411"/>
                  </a:lnTo>
                  <a:lnTo>
                    <a:pt x="268" y="412"/>
                  </a:lnTo>
                  <a:lnTo>
                    <a:pt x="269" y="413"/>
                  </a:lnTo>
                  <a:lnTo>
                    <a:pt x="269" y="413"/>
                  </a:lnTo>
                  <a:lnTo>
                    <a:pt x="270" y="414"/>
                  </a:lnTo>
                  <a:lnTo>
                    <a:pt x="270" y="414"/>
                  </a:lnTo>
                  <a:lnTo>
                    <a:pt x="273" y="415"/>
                  </a:lnTo>
                  <a:lnTo>
                    <a:pt x="275" y="415"/>
                  </a:lnTo>
                  <a:lnTo>
                    <a:pt x="275" y="416"/>
                  </a:lnTo>
                  <a:lnTo>
                    <a:pt x="278" y="417"/>
                  </a:lnTo>
                  <a:lnTo>
                    <a:pt x="279" y="417"/>
                  </a:lnTo>
                  <a:lnTo>
                    <a:pt x="283" y="417"/>
                  </a:lnTo>
                  <a:lnTo>
                    <a:pt x="283" y="417"/>
                  </a:lnTo>
                  <a:lnTo>
                    <a:pt x="284" y="417"/>
                  </a:lnTo>
                  <a:lnTo>
                    <a:pt x="293" y="415"/>
                  </a:lnTo>
                  <a:lnTo>
                    <a:pt x="294" y="412"/>
                  </a:lnTo>
                  <a:lnTo>
                    <a:pt x="295" y="411"/>
                  </a:lnTo>
                  <a:lnTo>
                    <a:pt x="299" y="408"/>
                  </a:lnTo>
                  <a:lnTo>
                    <a:pt x="300" y="407"/>
                  </a:lnTo>
                  <a:lnTo>
                    <a:pt x="301" y="407"/>
                  </a:lnTo>
                  <a:lnTo>
                    <a:pt x="301" y="407"/>
                  </a:lnTo>
                  <a:lnTo>
                    <a:pt x="302" y="406"/>
                  </a:lnTo>
                  <a:lnTo>
                    <a:pt x="304" y="405"/>
                  </a:lnTo>
                  <a:lnTo>
                    <a:pt x="304" y="404"/>
                  </a:lnTo>
                  <a:lnTo>
                    <a:pt x="306" y="403"/>
                  </a:lnTo>
                  <a:lnTo>
                    <a:pt x="308" y="403"/>
                  </a:lnTo>
                  <a:lnTo>
                    <a:pt x="309" y="402"/>
                  </a:lnTo>
                  <a:lnTo>
                    <a:pt x="313" y="402"/>
                  </a:lnTo>
                  <a:lnTo>
                    <a:pt x="314" y="401"/>
                  </a:lnTo>
                  <a:lnTo>
                    <a:pt x="323" y="398"/>
                  </a:lnTo>
                  <a:lnTo>
                    <a:pt x="324" y="394"/>
                  </a:lnTo>
                  <a:lnTo>
                    <a:pt x="329" y="391"/>
                  </a:lnTo>
                  <a:lnTo>
                    <a:pt x="329" y="388"/>
                  </a:lnTo>
                  <a:lnTo>
                    <a:pt x="336" y="382"/>
                  </a:lnTo>
                  <a:lnTo>
                    <a:pt x="343" y="382"/>
                  </a:lnTo>
                  <a:lnTo>
                    <a:pt x="348" y="386"/>
                  </a:lnTo>
                  <a:lnTo>
                    <a:pt x="354" y="386"/>
                  </a:lnTo>
                  <a:lnTo>
                    <a:pt x="367" y="392"/>
                  </a:lnTo>
                  <a:lnTo>
                    <a:pt x="369" y="404"/>
                  </a:lnTo>
                  <a:lnTo>
                    <a:pt x="373" y="409"/>
                  </a:lnTo>
                  <a:lnTo>
                    <a:pt x="373" y="414"/>
                  </a:lnTo>
                  <a:lnTo>
                    <a:pt x="378" y="418"/>
                  </a:lnTo>
                  <a:lnTo>
                    <a:pt x="379" y="420"/>
                  </a:lnTo>
                  <a:lnTo>
                    <a:pt x="414" y="450"/>
                  </a:lnTo>
                  <a:lnTo>
                    <a:pt x="419" y="450"/>
                  </a:lnTo>
                  <a:lnTo>
                    <a:pt x="422" y="453"/>
                  </a:lnTo>
                  <a:lnTo>
                    <a:pt x="430" y="453"/>
                  </a:lnTo>
                  <a:lnTo>
                    <a:pt x="444" y="467"/>
                  </a:lnTo>
                  <a:lnTo>
                    <a:pt x="449" y="467"/>
                  </a:lnTo>
                  <a:lnTo>
                    <a:pt x="459" y="480"/>
                  </a:lnTo>
                  <a:lnTo>
                    <a:pt x="464" y="482"/>
                  </a:lnTo>
                  <a:lnTo>
                    <a:pt x="467" y="482"/>
                  </a:lnTo>
                  <a:lnTo>
                    <a:pt x="469" y="484"/>
                  </a:lnTo>
                  <a:lnTo>
                    <a:pt x="469" y="491"/>
                  </a:lnTo>
                  <a:lnTo>
                    <a:pt x="475" y="493"/>
                  </a:lnTo>
                  <a:lnTo>
                    <a:pt x="475" y="501"/>
                  </a:lnTo>
                  <a:lnTo>
                    <a:pt x="478" y="504"/>
                  </a:lnTo>
                  <a:lnTo>
                    <a:pt x="475" y="506"/>
                  </a:lnTo>
                  <a:lnTo>
                    <a:pt x="474" y="510"/>
                  </a:lnTo>
                  <a:lnTo>
                    <a:pt x="471" y="510"/>
                  </a:lnTo>
                  <a:lnTo>
                    <a:pt x="471" y="514"/>
                  </a:lnTo>
                  <a:lnTo>
                    <a:pt x="469" y="518"/>
                  </a:lnTo>
                  <a:lnTo>
                    <a:pt x="466" y="522"/>
                  </a:lnTo>
                  <a:lnTo>
                    <a:pt x="466" y="525"/>
                  </a:lnTo>
                  <a:lnTo>
                    <a:pt x="475" y="526"/>
                  </a:lnTo>
                  <a:lnTo>
                    <a:pt x="484" y="515"/>
                  </a:lnTo>
                  <a:lnTo>
                    <a:pt x="484" y="510"/>
                  </a:lnTo>
                  <a:lnTo>
                    <a:pt x="488" y="506"/>
                  </a:lnTo>
                  <a:lnTo>
                    <a:pt x="496" y="503"/>
                  </a:lnTo>
                  <a:lnTo>
                    <a:pt x="495" y="495"/>
                  </a:lnTo>
                  <a:lnTo>
                    <a:pt x="485" y="485"/>
                  </a:lnTo>
                  <a:lnTo>
                    <a:pt x="485" y="480"/>
                  </a:lnTo>
                  <a:lnTo>
                    <a:pt x="493" y="473"/>
                  </a:lnTo>
                  <a:lnTo>
                    <a:pt x="496" y="473"/>
                  </a:lnTo>
                  <a:lnTo>
                    <a:pt x="499" y="476"/>
                  </a:lnTo>
                  <a:lnTo>
                    <a:pt x="507" y="475"/>
                  </a:lnTo>
                  <a:lnTo>
                    <a:pt x="510" y="479"/>
                  </a:lnTo>
                  <a:lnTo>
                    <a:pt x="510" y="482"/>
                  </a:lnTo>
                  <a:lnTo>
                    <a:pt x="518" y="482"/>
                  </a:lnTo>
                  <a:lnTo>
                    <a:pt x="519" y="477"/>
                  </a:lnTo>
                  <a:lnTo>
                    <a:pt x="519" y="474"/>
                  </a:lnTo>
                  <a:lnTo>
                    <a:pt x="490" y="456"/>
                  </a:lnTo>
                  <a:lnTo>
                    <a:pt x="489" y="456"/>
                  </a:lnTo>
                  <a:lnTo>
                    <a:pt x="472" y="449"/>
                  </a:lnTo>
                  <a:lnTo>
                    <a:pt x="474" y="444"/>
                  </a:lnTo>
                  <a:lnTo>
                    <a:pt x="477" y="441"/>
                  </a:lnTo>
                  <a:lnTo>
                    <a:pt x="475" y="437"/>
                  </a:lnTo>
                  <a:lnTo>
                    <a:pt x="453" y="436"/>
                  </a:lnTo>
                  <a:lnTo>
                    <a:pt x="449" y="433"/>
                  </a:lnTo>
                  <a:lnTo>
                    <a:pt x="440" y="429"/>
                  </a:lnTo>
                  <a:lnTo>
                    <a:pt x="436" y="425"/>
                  </a:lnTo>
                  <a:lnTo>
                    <a:pt x="434" y="412"/>
                  </a:lnTo>
                  <a:lnTo>
                    <a:pt x="424" y="398"/>
                  </a:lnTo>
                  <a:lnTo>
                    <a:pt x="419" y="396"/>
                  </a:lnTo>
                  <a:lnTo>
                    <a:pt x="417" y="396"/>
                  </a:lnTo>
                  <a:lnTo>
                    <a:pt x="406" y="384"/>
                  </a:lnTo>
                  <a:lnTo>
                    <a:pt x="406" y="376"/>
                  </a:lnTo>
                  <a:lnTo>
                    <a:pt x="409" y="373"/>
                  </a:lnTo>
                  <a:lnTo>
                    <a:pt x="409" y="369"/>
                  </a:lnTo>
                  <a:lnTo>
                    <a:pt x="406" y="367"/>
                  </a:lnTo>
                  <a:lnTo>
                    <a:pt x="405" y="363"/>
                  </a:lnTo>
                  <a:lnTo>
                    <a:pt x="402" y="361"/>
                  </a:lnTo>
                  <a:lnTo>
                    <a:pt x="406" y="357"/>
                  </a:lnTo>
                  <a:lnTo>
                    <a:pt x="409" y="357"/>
                  </a:lnTo>
                  <a:lnTo>
                    <a:pt x="411" y="357"/>
                  </a:lnTo>
                  <a:lnTo>
                    <a:pt x="414" y="356"/>
                  </a:lnTo>
                  <a:lnTo>
                    <a:pt x="416" y="356"/>
                  </a:lnTo>
                  <a:lnTo>
                    <a:pt x="415" y="354"/>
                  </a:lnTo>
                  <a:lnTo>
                    <a:pt x="416" y="353"/>
                  </a:lnTo>
                  <a:lnTo>
                    <a:pt x="421" y="352"/>
                  </a:lnTo>
                  <a:lnTo>
                    <a:pt x="423" y="353"/>
                  </a:lnTo>
                  <a:lnTo>
                    <a:pt x="424" y="353"/>
                  </a:lnTo>
                  <a:lnTo>
                    <a:pt x="424" y="355"/>
                  </a:lnTo>
                  <a:lnTo>
                    <a:pt x="425" y="355"/>
                  </a:lnTo>
                  <a:lnTo>
                    <a:pt x="426" y="357"/>
                  </a:lnTo>
                  <a:lnTo>
                    <a:pt x="429" y="359"/>
                  </a:lnTo>
                  <a:lnTo>
                    <a:pt x="428" y="360"/>
                  </a:lnTo>
                  <a:lnTo>
                    <a:pt x="429" y="361"/>
                  </a:lnTo>
                  <a:lnTo>
                    <a:pt x="430" y="363"/>
                  </a:lnTo>
                  <a:lnTo>
                    <a:pt x="430" y="366"/>
                  </a:lnTo>
                  <a:lnTo>
                    <a:pt x="436" y="376"/>
                  </a:lnTo>
                  <a:lnTo>
                    <a:pt x="438" y="374"/>
                  </a:lnTo>
                  <a:lnTo>
                    <a:pt x="439" y="373"/>
                  </a:lnTo>
                  <a:lnTo>
                    <a:pt x="439" y="372"/>
                  </a:lnTo>
                  <a:lnTo>
                    <a:pt x="439" y="371"/>
                  </a:lnTo>
                  <a:lnTo>
                    <a:pt x="440" y="370"/>
                  </a:lnTo>
                  <a:lnTo>
                    <a:pt x="442" y="365"/>
                  </a:lnTo>
                  <a:lnTo>
                    <a:pt x="442" y="362"/>
                  </a:lnTo>
                  <a:lnTo>
                    <a:pt x="444" y="362"/>
                  </a:lnTo>
                  <a:lnTo>
                    <a:pt x="444" y="362"/>
                  </a:lnTo>
                  <a:lnTo>
                    <a:pt x="448" y="363"/>
                  </a:lnTo>
                  <a:lnTo>
                    <a:pt x="448" y="365"/>
                  </a:lnTo>
                  <a:lnTo>
                    <a:pt x="453" y="368"/>
                  </a:lnTo>
                  <a:lnTo>
                    <a:pt x="453" y="369"/>
                  </a:lnTo>
                  <a:lnTo>
                    <a:pt x="454" y="370"/>
                  </a:lnTo>
                  <a:lnTo>
                    <a:pt x="455" y="378"/>
                  </a:lnTo>
                  <a:lnTo>
                    <a:pt x="461" y="386"/>
                  </a:lnTo>
                  <a:lnTo>
                    <a:pt x="461" y="389"/>
                  </a:lnTo>
                  <a:lnTo>
                    <a:pt x="465" y="392"/>
                  </a:lnTo>
                  <a:lnTo>
                    <a:pt x="466" y="394"/>
                  </a:lnTo>
                  <a:lnTo>
                    <a:pt x="475" y="400"/>
                  </a:lnTo>
                  <a:lnTo>
                    <a:pt x="476" y="402"/>
                  </a:lnTo>
                  <a:lnTo>
                    <a:pt x="476" y="403"/>
                  </a:lnTo>
                  <a:lnTo>
                    <a:pt x="479" y="405"/>
                  </a:lnTo>
                  <a:lnTo>
                    <a:pt x="479" y="404"/>
                  </a:lnTo>
                  <a:lnTo>
                    <a:pt x="482" y="403"/>
                  </a:lnTo>
                  <a:lnTo>
                    <a:pt x="495" y="405"/>
                  </a:lnTo>
                  <a:lnTo>
                    <a:pt x="523" y="424"/>
                  </a:lnTo>
                  <a:lnTo>
                    <a:pt x="524" y="426"/>
                  </a:lnTo>
                  <a:lnTo>
                    <a:pt x="539" y="442"/>
                  </a:lnTo>
                  <a:lnTo>
                    <a:pt x="539" y="447"/>
                  </a:lnTo>
                  <a:lnTo>
                    <a:pt x="538" y="450"/>
                  </a:lnTo>
                  <a:lnTo>
                    <a:pt x="538" y="457"/>
                  </a:lnTo>
                  <a:lnTo>
                    <a:pt x="536" y="462"/>
                  </a:lnTo>
                  <a:lnTo>
                    <a:pt x="536" y="472"/>
                  </a:lnTo>
                  <a:lnTo>
                    <a:pt x="549" y="483"/>
                  </a:lnTo>
                  <a:lnTo>
                    <a:pt x="550" y="485"/>
                  </a:lnTo>
                  <a:lnTo>
                    <a:pt x="551" y="487"/>
                  </a:lnTo>
                  <a:lnTo>
                    <a:pt x="553" y="491"/>
                  </a:lnTo>
                  <a:lnTo>
                    <a:pt x="558" y="496"/>
                  </a:lnTo>
                  <a:lnTo>
                    <a:pt x="561" y="496"/>
                  </a:lnTo>
                  <a:lnTo>
                    <a:pt x="566" y="498"/>
                  </a:lnTo>
                  <a:lnTo>
                    <a:pt x="567" y="499"/>
                  </a:lnTo>
                  <a:lnTo>
                    <a:pt x="566" y="500"/>
                  </a:lnTo>
                  <a:lnTo>
                    <a:pt x="559" y="498"/>
                  </a:lnTo>
                  <a:lnTo>
                    <a:pt x="561" y="502"/>
                  </a:lnTo>
                  <a:lnTo>
                    <a:pt x="563" y="504"/>
                  </a:lnTo>
                  <a:lnTo>
                    <a:pt x="564" y="509"/>
                  </a:lnTo>
                  <a:lnTo>
                    <a:pt x="565" y="510"/>
                  </a:lnTo>
                  <a:lnTo>
                    <a:pt x="565" y="511"/>
                  </a:lnTo>
                  <a:lnTo>
                    <a:pt x="567" y="512"/>
                  </a:lnTo>
                  <a:lnTo>
                    <a:pt x="568" y="513"/>
                  </a:lnTo>
                  <a:lnTo>
                    <a:pt x="569" y="512"/>
                  </a:lnTo>
                  <a:lnTo>
                    <a:pt x="569" y="511"/>
                  </a:lnTo>
                  <a:lnTo>
                    <a:pt x="571" y="514"/>
                  </a:lnTo>
                  <a:lnTo>
                    <a:pt x="573" y="514"/>
                  </a:lnTo>
                  <a:lnTo>
                    <a:pt x="575" y="513"/>
                  </a:lnTo>
                  <a:lnTo>
                    <a:pt x="577" y="514"/>
                  </a:lnTo>
                  <a:lnTo>
                    <a:pt x="579" y="513"/>
                  </a:lnTo>
                  <a:lnTo>
                    <a:pt x="580" y="513"/>
                  </a:lnTo>
                  <a:lnTo>
                    <a:pt x="580" y="513"/>
                  </a:lnTo>
                  <a:lnTo>
                    <a:pt x="584" y="512"/>
                  </a:lnTo>
                  <a:lnTo>
                    <a:pt x="596" y="515"/>
                  </a:lnTo>
                  <a:lnTo>
                    <a:pt x="604" y="521"/>
                  </a:lnTo>
                  <a:lnTo>
                    <a:pt x="604" y="522"/>
                  </a:lnTo>
                  <a:lnTo>
                    <a:pt x="602" y="523"/>
                  </a:lnTo>
                  <a:lnTo>
                    <a:pt x="600" y="522"/>
                  </a:lnTo>
                  <a:lnTo>
                    <a:pt x="599" y="523"/>
                  </a:lnTo>
                  <a:lnTo>
                    <a:pt x="599" y="524"/>
                  </a:lnTo>
                  <a:lnTo>
                    <a:pt x="599" y="524"/>
                  </a:lnTo>
                  <a:lnTo>
                    <a:pt x="598" y="525"/>
                  </a:lnTo>
                  <a:lnTo>
                    <a:pt x="592" y="521"/>
                  </a:lnTo>
                  <a:lnTo>
                    <a:pt x="591" y="520"/>
                  </a:lnTo>
                  <a:lnTo>
                    <a:pt x="585" y="518"/>
                  </a:lnTo>
                  <a:lnTo>
                    <a:pt x="583" y="516"/>
                  </a:lnTo>
                  <a:lnTo>
                    <a:pt x="580" y="515"/>
                  </a:lnTo>
                  <a:lnTo>
                    <a:pt x="577" y="516"/>
                  </a:lnTo>
                  <a:lnTo>
                    <a:pt x="576" y="517"/>
                  </a:lnTo>
                  <a:lnTo>
                    <a:pt x="575" y="517"/>
                  </a:lnTo>
                  <a:lnTo>
                    <a:pt x="574" y="518"/>
                  </a:lnTo>
                  <a:lnTo>
                    <a:pt x="572" y="517"/>
                  </a:lnTo>
                  <a:lnTo>
                    <a:pt x="570" y="516"/>
                  </a:lnTo>
                  <a:lnTo>
                    <a:pt x="569" y="519"/>
                  </a:lnTo>
                  <a:lnTo>
                    <a:pt x="568" y="519"/>
                  </a:lnTo>
                  <a:lnTo>
                    <a:pt x="568" y="521"/>
                  </a:lnTo>
                  <a:lnTo>
                    <a:pt x="567" y="522"/>
                  </a:lnTo>
                  <a:lnTo>
                    <a:pt x="565" y="522"/>
                  </a:lnTo>
                  <a:lnTo>
                    <a:pt x="564" y="524"/>
                  </a:lnTo>
                  <a:lnTo>
                    <a:pt x="568" y="527"/>
                  </a:lnTo>
                  <a:lnTo>
                    <a:pt x="568" y="528"/>
                  </a:lnTo>
                  <a:lnTo>
                    <a:pt x="571" y="530"/>
                  </a:lnTo>
                  <a:lnTo>
                    <a:pt x="574" y="536"/>
                  </a:lnTo>
                  <a:lnTo>
                    <a:pt x="573" y="538"/>
                  </a:lnTo>
                  <a:lnTo>
                    <a:pt x="572" y="540"/>
                  </a:lnTo>
                  <a:lnTo>
                    <a:pt x="571" y="541"/>
                  </a:lnTo>
                  <a:lnTo>
                    <a:pt x="571" y="543"/>
                  </a:lnTo>
                  <a:lnTo>
                    <a:pt x="572" y="544"/>
                  </a:lnTo>
                  <a:lnTo>
                    <a:pt x="573" y="545"/>
                  </a:lnTo>
                  <a:lnTo>
                    <a:pt x="573" y="546"/>
                  </a:lnTo>
                  <a:lnTo>
                    <a:pt x="573" y="547"/>
                  </a:lnTo>
                  <a:lnTo>
                    <a:pt x="573" y="548"/>
                  </a:lnTo>
                  <a:lnTo>
                    <a:pt x="573" y="550"/>
                  </a:lnTo>
                  <a:lnTo>
                    <a:pt x="578" y="550"/>
                  </a:lnTo>
                  <a:lnTo>
                    <a:pt x="578" y="549"/>
                  </a:lnTo>
                  <a:lnTo>
                    <a:pt x="578" y="547"/>
                  </a:lnTo>
                  <a:lnTo>
                    <a:pt x="578" y="546"/>
                  </a:lnTo>
                  <a:lnTo>
                    <a:pt x="579" y="545"/>
                  </a:lnTo>
                  <a:lnTo>
                    <a:pt x="580" y="544"/>
                  </a:lnTo>
                  <a:lnTo>
                    <a:pt x="582" y="545"/>
                  </a:lnTo>
                  <a:lnTo>
                    <a:pt x="582" y="545"/>
                  </a:lnTo>
                  <a:lnTo>
                    <a:pt x="582" y="547"/>
                  </a:lnTo>
                  <a:lnTo>
                    <a:pt x="587" y="553"/>
                  </a:lnTo>
                  <a:lnTo>
                    <a:pt x="585" y="557"/>
                  </a:lnTo>
                  <a:lnTo>
                    <a:pt x="586" y="558"/>
                  </a:lnTo>
                  <a:lnTo>
                    <a:pt x="588" y="559"/>
                  </a:lnTo>
                  <a:lnTo>
                    <a:pt x="588" y="557"/>
                  </a:lnTo>
                  <a:lnTo>
                    <a:pt x="588" y="556"/>
                  </a:lnTo>
                  <a:lnTo>
                    <a:pt x="591" y="551"/>
                  </a:lnTo>
                  <a:lnTo>
                    <a:pt x="591" y="551"/>
                  </a:lnTo>
                  <a:lnTo>
                    <a:pt x="595" y="551"/>
                  </a:lnTo>
                  <a:lnTo>
                    <a:pt x="595" y="554"/>
                  </a:lnTo>
                  <a:lnTo>
                    <a:pt x="596" y="555"/>
                  </a:lnTo>
                  <a:lnTo>
                    <a:pt x="597" y="555"/>
                  </a:lnTo>
                  <a:lnTo>
                    <a:pt x="597" y="556"/>
                  </a:lnTo>
                  <a:lnTo>
                    <a:pt x="598" y="557"/>
                  </a:lnTo>
                  <a:lnTo>
                    <a:pt x="599" y="558"/>
                  </a:lnTo>
                  <a:lnTo>
                    <a:pt x="600" y="560"/>
                  </a:lnTo>
                  <a:lnTo>
                    <a:pt x="601" y="560"/>
                  </a:lnTo>
                  <a:lnTo>
                    <a:pt x="602" y="559"/>
                  </a:lnTo>
                  <a:lnTo>
                    <a:pt x="599" y="554"/>
                  </a:lnTo>
                  <a:lnTo>
                    <a:pt x="600" y="551"/>
                  </a:lnTo>
                  <a:lnTo>
                    <a:pt x="594" y="535"/>
                  </a:lnTo>
                  <a:lnTo>
                    <a:pt x="595" y="533"/>
                  </a:lnTo>
                  <a:lnTo>
                    <a:pt x="596" y="533"/>
                  </a:lnTo>
                  <a:lnTo>
                    <a:pt x="598" y="535"/>
                  </a:lnTo>
                  <a:lnTo>
                    <a:pt x="600" y="535"/>
                  </a:lnTo>
                  <a:lnTo>
                    <a:pt x="602" y="537"/>
                  </a:lnTo>
                  <a:lnTo>
                    <a:pt x="601" y="539"/>
                  </a:lnTo>
                  <a:lnTo>
                    <a:pt x="602" y="540"/>
                  </a:lnTo>
                  <a:lnTo>
                    <a:pt x="604" y="539"/>
                  </a:lnTo>
                  <a:lnTo>
                    <a:pt x="605" y="538"/>
                  </a:lnTo>
                  <a:lnTo>
                    <a:pt x="606" y="538"/>
                  </a:lnTo>
                  <a:lnTo>
                    <a:pt x="608" y="538"/>
                  </a:lnTo>
                  <a:lnTo>
                    <a:pt x="609" y="538"/>
                  </a:lnTo>
                  <a:lnTo>
                    <a:pt x="609" y="537"/>
                  </a:lnTo>
                  <a:lnTo>
                    <a:pt x="607" y="535"/>
                  </a:lnTo>
                  <a:lnTo>
                    <a:pt x="607" y="534"/>
                  </a:lnTo>
                  <a:lnTo>
                    <a:pt x="606" y="534"/>
                  </a:lnTo>
                  <a:lnTo>
                    <a:pt x="604" y="534"/>
                  </a:lnTo>
                  <a:lnTo>
                    <a:pt x="604" y="533"/>
                  </a:lnTo>
                  <a:lnTo>
                    <a:pt x="602" y="528"/>
                  </a:lnTo>
                  <a:lnTo>
                    <a:pt x="600" y="527"/>
                  </a:lnTo>
                  <a:lnTo>
                    <a:pt x="600" y="526"/>
                  </a:lnTo>
                  <a:lnTo>
                    <a:pt x="606" y="524"/>
                  </a:lnTo>
                  <a:lnTo>
                    <a:pt x="612" y="525"/>
                  </a:lnTo>
                  <a:lnTo>
                    <a:pt x="615" y="528"/>
                  </a:lnTo>
                  <a:lnTo>
                    <a:pt x="616" y="529"/>
                  </a:lnTo>
                  <a:lnTo>
                    <a:pt x="618" y="532"/>
                  </a:lnTo>
                  <a:lnTo>
                    <a:pt x="619" y="533"/>
                  </a:lnTo>
                  <a:lnTo>
                    <a:pt x="620" y="532"/>
                  </a:lnTo>
                  <a:lnTo>
                    <a:pt x="621" y="531"/>
                  </a:lnTo>
                  <a:lnTo>
                    <a:pt x="619" y="523"/>
                  </a:lnTo>
                  <a:lnTo>
                    <a:pt x="620" y="522"/>
                  </a:lnTo>
                  <a:lnTo>
                    <a:pt x="620" y="521"/>
                  </a:lnTo>
                  <a:lnTo>
                    <a:pt x="619" y="519"/>
                  </a:lnTo>
                  <a:lnTo>
                    <a:pt x="616" y="519"/>
                  </a:lnTo>
                  <a:lnTo>
                    <a:pt x="608" y="512"/>
                  </a:lnTo>
                  <a:lnTo>
                    <a:pt x="607" y="511"/>
                  </a:lnTo>
                  <a:lnTo>
                    <a:pt x="606" y="510"/>
                  </a:lnTo>
                  <a:lnTo>
                    <a:pt x="605" y="509"/>
                  </a:lnTo>
                  <a:lnTo>
                    <a:pt x="604" y="509"/>
                  </a:lnTo>
                  <a:lnTo>
                    <a:pt x="603" y="509"/>
                  </a:lnTo>
                  <a:lnTo>
                    <a:pt x="602" y="508"/>
                  </a:lnTo>
                  <a:lnTo>
                    <a:pt x="594" y="504"/>
                  </a:lnTo>
                  <a:lnTo>
                    <a:pt x="593" y="503"/>
                  </a:lnTo>
                  <a:lnTo>
                    <a:pt x="594" y="503"/>
                  </a:lnTo>
                  <a:lnTo>
                    <a:pt x="600" y="504"/>
                  </a:lnTo>
                  <a:lnTo>
                    <a:pt x="601" y="504"/>
                  </a:lnTo>
                  <a:lnTo>
                    <a:pt x="602" y="502"/>
                  </a:lnTo>
                  <a:lnTo>
                    <a:pt x="601" y="500"/>
                  </a:lnTo>
                  <a:lnTo>
                    <a:pt x="601" y="498"/>
                  </a:lnTo>
                  <a:lnTo>
                    <a:pt x="599" y="496"/>
                  </a:lnTo>
                  <a:lnTo>
                    <a:pt x="599" y="495"/>
                  </a:lnTo>
                  <a:lnTo>
                    <a:pt x="601" y="494"/>
                  </a:lnTo>
                  <a:lnTo>
                    <a:pt x="601" y="493"/>
                  </a:lnTo>
                  <a:lnTo>
                    <a:pt x="602" y="493"/>
                  </a:lnTo>
                  <a:lnTo>
                    <a:pt x="605" y="496"/>
                  </a:lnTo>
                  <a:lnTo>
                    <a:pt x="605" y="496"/>
                  </a:lnTo>
                  <a:lnTo>
                    <a:pt x="606" y="497"/>
                  </a:lnTo>
                  <a:lnTo>
                    <a:pt x="608" y="498"/>
                  </a:lnTo>
                  <a:lnTo>
                    <a:pt x="608" y="496"/>
                  </a:lnTo>
                  <a:lnTo>
                    <a:pt x="594" y="476"/>
                  </a:lnTo>
                  <a:lnTo>
                    <a:pt x="597" y="473"/>
                  </a:lnTo>
                  <a:lnTo>
                    <a:pt x="597" y="470"/>
                  </a:lnTo>
                  <a:lnTo>
                    <a:pt x="598" y="469"/>
                  </a:lnTo>
                  <a:lnTo>
                    <a:pt x="599" y="469"/>
                  </a:lnTo>
                  <a:lnTo>
                    <a:pt x="602" y="467"/>
                  </a:lnTo>
                  <a:lnTo>
                    <a:pt x="605" y="474"/>
                  </a:lnTo>
                  <a:lnTo>
                    <a:pt x="606" y="475"/>
                  </a:lnTo>
                  <a:lnTo>
                    <a:pt x="608" y="475"/>
                  </a:lnTo>
                  <a:lnTo>
                    <a:pt x="610" y="478"/>
                  </a:lnTo>
                  <a:lnTo>
                    <a:pt x="610" y="479"/>
                  </a:lnTo>
                  <a:lnTo>
                    <a:pt x="613" y="483"/>
                  </a:lnTo>
                  <a:lnTo>
                    <a:pt x="614" y="482"/>
                  </a:lnTo>
                  <a:lnTo>
                    <a:pt x="614" y="479"/>
                  </a:lnTo>
                  <a:lnTo>
                    <a:pt x="613" y="478"/>
                  </a:lnTo>
                  <a:lnTo>
                    <a:pt x="613" y="477"/>
                  </a:lnTo>
                  <a:lnTo>
                    <a:pt x="613" y="476"/>
                  </a:lnTo>
                  <a:lnTo>
                    <a:pt x="619" y="481"/>
                  </a:lnTo>
                  <a:lnTo>
                    <a:pt x="621" y="481"/>
                  </a:lnTo>
                  <a:lnTo>
                    <a:pt x="622" y="480"/>
                  </a:lnTo>
                  <a:lnTo>
                    <a:pt x="618" y="476"/>
                  </a:lnTo>
                  <a:lnTo>
                    <a:pt x="618" y="474"/>
                  </a:lnTo>
                  <a:lnTo>
                    <a:pt x="619" y="473"/>
                  </a:lnTo>
                  <a:lnTo>
                    <a:pt x="624" y="478"/>
                  </a:lnTo>
                  <a:lnTo>
                    <a:pt x="626" y="477"/>
                  </a:lnTo>
                  <a:lnTo>
                    <a:pt x="626" y="475"/>
                  </a:lnTo>
                  <a:lnTo>
                    <a:pt x="619" y="467"/>
                  </a:lnTo>
                  <a:lnTo>
                    <a:pt x="619" y="464"/>
                  </a:lnTo>
                  <a:lnTo>
                    <a:pt x="629" y="464"/>
                  </a:lnTo>
                  <a:lnTo>
                    <a:pt x="632" y="461"/>
                  </a:lnTo>
                  <a:lnTo>
                    <a:pt x="640" y="461"/>
                  </a:lnTo>
                  <a:lnTo>
                    <a:pt x="640" y="460"/>
                  </a:lnTo>
                  <a:lnTo>
                    <a:pt x="644" y="460"/>
                  </a:lnTo>
                  <a:lnTo>
                    <a:pt x="645" y="459"/>
                  </a:lnTo>
                  <a:lnTo>
                    <a:pt x="649" y="462"/>
                  </a:lnTo>
                  <a:lnTo>
                    <a:pt x="651" y="461"/>
                  </a:lnTo>
                  <a:lnTo>
                    <a:pt x="656" y="461"/>
                  </a:lnTo>
                  <a:lnTo>
                    <a:pt x="658" y="463"/>
                  </a:lnTo>
                  <a:lnTo>
                    <a:pt x="662" y="463"/>
                  </a:lnTo>
                  <a:lnTo>
                    <a:pt x="662" y="465"/>
                  </a:lnTo>
                  <a:lnTo>
                    <a:pt x="665" y="461"/>
                  </a:lnTo>
                  <a:lnTo>
                    <a:pt x="667" y="454"/>
                  </a:lnTo>
                  <a:lnTo>
                    <a:pt x="670" y="452"/>
                  </a:lnTo>
                  <a:lnTo>
                    <a:pt x="671" y="450"/>
                  </a:lnTo>
                  <a:lnTo>
                    <a:pt x="668" y="441"/>
                  </a:lnTo>
                  <a:lnTo>
                    <a:pt x="670" y="439"/>
                  </a:lnTo>
                  <a:lnTo>
                    <a:pt x="681" y="435"/>
                  </a:lnTo>
                  <a:lnTo>
                    <a:pt x="683" y="435"/>
                  </a:lnTo>
                  <a:lnTo>
                    <a:pt x="684" y="436"/>
                  </a:lnTo>
                  <a:lnTo>
                    <a:pt x="695" y="438"/>
                  </a:lnTo>
                  <a:lnTo>
                    <a:pt x="696" y="436"/>
                  </a:lnTo>
                  <a:lnTo>
                    <a:pt x="694" y="432"/>
                  </a:lnTo>
                  <a:lnTo>
                    <a:pt x="691" y="429"/>
                  </a:lnTo>
                  <a:lnTo>
                    <a:pt x="690" y="426"/>
                  </a:lnTo>
                  <a:lnTo>
                    <a:pt x="701" y="404"/>
                  </a:lnTo>
                  <a:lnTo>
                    <a:pt x="705" y="405"/>
                  </a:lnTo>
                  <a:lnTo>
                    <a:pt x="706" y="404"/>
                  </a:lnTo>
                  <a:lnTo>
                    <a:pt x="710" y="382"/>
                  </a:lnTo>
                  <a:lnTo>
                    <a:pt x="713" y="378"/>
                  </a:lnTo>
                  <a:lnTo>
                    <a:pt x="714" y="376"/>
                  </a:lnTo>
                  <a:lnTo>
                    <a:pt x="713" y="374"/>
                  </a:lnTo>
                  <a:lnTo>
                    <a:pt x="715" y="372"/>
                  </a:lnTo>
                  <a:lnTo>
                    <a:pt x="715" y="369"/>
                  </a:lnTo>
                  <a:lnTo>
                    <a:pt x="717" y="370"/>
                  </a:lnTo>
                  <a:lnTo>
                    <a:pt x="717" y="372"/>
                  </a:lnTo>
                  <a:lnTo>
                    <a:pt x="726" y="371"/>
                  </a:lnTo>
                  <a:lnTo>
                    <a:pt x="728" y="369"/>
                  </a:lnTo>
                  <a:lnTo>
                    <a:pt x="727" y="365"/>
                  </a:lnTo>
                  <a:lnTo>
                    <a:pt x="729" y="363"/>
                  </a:lnTo>
                  <a:lnTo>
                    <a:pt x="730" y="362"/>
                  </a:lnTo>
                  <a:lnTo>
                    <a:pt x="728" y="357"/>
                  </a:lnTo>
                  <a:lnTo>
                    <a:pt x="728" y="353"/>
                  </a:lnTo>
                  <a:lnTo>
                    <a:pt x="730" y="353"/>
                  </a:lnTo>
                  <a:lnTo>
                    <a:pt x="735" y="349"/>
                  </a:lnTo>
                  <a:lnTo>
                    <a:pt x="738" y="349"/>
                  </a:lnTo>
                  <a:lnTo>
                    <a:pt x="743" y="342"/>
                  </a:lnTo>
                  <a:lnTo>
                    <a:pt x="745" y="342"/>
                  </a:lnTo>
                  <a:lnTo>
                    <a:pt x="748" y="335"/>
                  </a:lnTo>
                  <a:lnTo>
                    <a:pt x="751" y="332"/>
                  </a:lnTo>
                  <a:lnTo>
                    <a:pt x="761" y="330"/>
                  </a:lnTo>
                  <a:lnTo>
                    <a:pt x="764" y="331"/>
                  </a:lnTo>
                  <a:lnTo>
                    <a:pt x="767" y="331"/>
                  </a:lnTo>
                  <a:lnTo>
                    <a:pt x="770" y="326"/>
                  </a:lnTo>
                  <a:lnTo>
                    <a:pt x="770" y="321"/>
                  </a:lnTo>
                  <a:lnTo>
                    <a:pt x="767" y="317"/>
                  </a:lnTo>
                  <a:lnTo>
                    <a:pt x="767" y="315"/>
                  </a:lnTo>
                  <a:lnTo>
                    <a:pt x="767" y="317"/>
                  </a:lnTo>
                  <a:lnTo>
                    <a:pt x="772" y="320"/>
                  </a:lnTo>
                  <a:lnTo>
                    <a:pt x="772" y="329"/>
                  </a:lnTo>
                  <a:lnTo>
                    <a:pt x="773" y="331"/>
                  </a:lnTo>
                  <a:lnTo>
                    <a:pt x="778" y="331"/>
                  </a:lnTo>
                  <a:lnTo>
                    <a:pt x="781" y="330"/>
                  </a:lnTo>
                  <a:lnTo>
                    <a:pt x="783" y="330"/>
                  </a:lnTo>
                  <a:lnTo>
                    <a:pt x="780" y="334"/>
                  </a:lnTo>
                  <a:lnTo>
                    <a:pt x="772" y="334"/>
                  </a:lnTo>
                  <a:lnTo>
                    <a:pt x="771" y="335"/>
                  </a:lnTo>
                  <a:lnTo>
                    <a:pt x="770" y="337"/>
                  </a:lnTo>
                  <a:lnTo>
                    <a:pt x="769" y="339"/>
                  </a:lnTo>
                  <a:lnTo>
                    <a:pt x="802" y="344"/>
                  </a:lnTo>
                  <a:lnTo>
                    <a:pt x="803" y="347"/>
                  </a:lnTo>
                  <a:lnTo>
                    <a:pt x="802" y="348"/>
                  </a:lnTo>
                  <a:lnTo>
                    <a:pt x="799" y="348"/>
                  </a:lnTo>
                  <a:lnTo>
                    <a:pt x="783" y="359"/>
                  </a:lnTo>
                  <a:lnTo>
                    <a:pt x="785" y="359"/>
                  </a:lnTo>
                  <a:lnTo>
                    <a:pt x="799" y="366"/>
                  </a:lnTo>
                  <a:lnTo>
                    <a:pt x="800" y="367"/>
                  </a:lnTo>
                  <a:lnTo>
                    <a:pt x="800" y="375"/>
                  </a:lnTo>
                  <a:lnTo>
                    <a:pt x="797" y="378"/>
                  </a:lnTo>
                  <a:lnTo>
                    <a:pt x="801" y="379"/>
                  </a:lnTo>
                  <a:lnTo>
                    <a:pt x="802" y="381"/>
                  </a:lnTo>
                  <a:lnTo>
                    <a:pt x="809" y="381"/>
                  </a:lnTo>
                  <a:lnTo>
                    <a:pt x="818" y="375"/>
                  </a:lnTo>
                  <a:lnTo>
                    <a:pt x="820" y="372"/>
                  </a:lnTo>
                  <a:lnTo>
                    <a:pt x="828" y="371"/>
                  </a:lnTo>
                  <a:lnTo>
                    <a:pt x="834" y="367"/>
                  </a:lnTo>
                  <a:lnTo>
                    <a:pt x="835" y="366"/>
                  </a:lnTo>
                  <a:lnTo>
                    <a:pt x="839" y="367"/>
                  </a:lnTo>
                  <a:lnTo>
                    <a:pt x="842" y="368"/>
                  </a:lnTo>
                  <a:lnTo>
                    <a:pt x="848" y="368"/>
                  </a:lnTo>
                  <a:lnTo>
                    <a:pt x="852" y="365"/>
                  </a:lnTo>
                  <a:lnTo>
                    <a:pt x="855" y="365"/>
                  </a:lnTo>
                  <a:lnTo>
                    <a:pt x="857" y="362"/>
                  </a:lnTo>
                  <a:lnTo>
                    <a:pt x="857" y="359"/>
                  </a:lnTo>
                  <a:lnTo>
                    <a:pt x="851" y="357"/>
                  </a:lnTo>
                  <a:lnTo>
                    <a:pt x="848" y="358"/>
                  </a:lnTo>
                  <a:lnTo>
                    <a:pt x="840" y="359"/>
                  </a:lnTo>
                  <a:lnTo>
                    <a:pt x="837" y="360"/>
                  </a:lnTo>
                  <a:lnTo>
                    <a:pt x="833" y="359"/>
                  </a:lnTo>
                  <a:lnTo>
                    <a:pt x="825" y="345"/>
                  </a:lnTo>
                  <a:lnTo>
                    <a:pt x="825" y="342"/>
                  </a:lnTo>
                  <a:lnTo>
                    <a:pt x="828" y="341"/>
                  </a:lnTo>
                  <a:lnTo>
                    <a:pt x="831" y="337"/>
                  </a:lnTo>
                  <a:lnTo>
                    <a:pt x="838" y="336"/>
                  </a:lnTo>
                  <a:lnTo>
                    <a:pt x="843" y="330"/>
                  </a:lnTo>
                  <a:lnTo>
                    <a:pt x="854" y="329"/>
                  </a:lnTo>
                  <a:lnTo>
                    <a:pt x="856" y="327"/>
                  </a:lnTo>
                  <a:lnTo>
                    <a:pt x="862" y="328"/>
                  </a:lnTo>
                  <a:lnTo>
                    <a:pt x="888" y="318"/>
                  </a:lnTo>
                  <a:lnTo>
                    <a:pt x="889" y="311"/>
                  </a:lnTo>
                  <a:lnTo>
                    <a:pt x="891" y="307"/>
                  </a:lnTo>
                  <a:lnTo>
                    <a:pt x="895" y="306"/>
                  </a:lnTo>
                  <a:lnTo>
                    <a:pt x="900" y="301"/>
                  </a:lnTo>
                  <a:lnTo>
                    <a:pt x="917" y="301"/>
                  </a:lnTo>
                  <a:lnTo>
                    <a:pt x="917" y="298"/>
                  </a:lnTo>
                  <a:lnTo>
                    <a:pt x="919" y="296"/>
                  </a:lnTo>
                  <a:lnTo>
                    <a:pt x="918" y="286"/>
                  </a:lnTo>
                  <a:lnTo>
                    <a:pt x="916" y="284"/>
                  </a:lnTo>
                  <a:lnTo>
                    <a:pt x="916" y="282"/>
                  </a:lnTo>
                  <a:lnTo>
                    <a:pt x="918" y="277"/>
                  </a:lnTo>
                  <a:lnTo>
                    <a:pt x="917" y="273"/>
                  </a:lnTo>
                  <a:lnTo>
                    <a:pt x="920" y="271"/>
                  </a:lnTo>
                  <a:lnTo>
                    <a:pt x="921" y="268"/>
                  </a:lnTo>
                  <a:lnTo>
                    <a:pt x="922" y="264"/>
                  </a:lnTo>
                  <a:lnTo>
                    <a:pt x="920" y="2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1" name="Europe">
              <a:extLst>
                <a:ext uri="{FF2B5EF4-FFF2-40B4-BE49-F238E27FC236}">
                  <a16:creationId xmlns:a16="http://schemas.microsoft.com/office/drawing/2014/main" id="{195E8F8C-F98E-330C-37EE-FB085B426225}"/>
                </a:ext>
              </a:extLst>
            </p:cNvPr>
            <p:cNvSpPr>
              <a:spLocks/>
            </p:cNvSpPr>
            <p:nvPr>
              <p:custDataLst>
                <p:tags r:id="rId129"/>
              </p:custDataLst>
            </p:nvPr>
          </p:nvSpPr>
          <p:spPr bwMode="auto">
            <a:xfrm>
              <a:off x="180" y="64"/>
              <a:ext cx="184" cy="177"/>
            </a:xfrm>
            <a:custGeom>
              <a:avLst/>
              <a:gdLst>
                <a:gd name="T0" fmla="*/ 34 w 491"/>
                <a:gd name="T1" fmla="*/ 312 h 468"/>
                <a:gd name="T2" fmla="*/ 1 w 491"/>
                <a:gd name="T3" fmla="*/ 335 h 468"/>
                <a:gd name="T4" fmla="*/ 22 w 491"/>
                <a:gd name="T5" fmla="*/ 339 h 468"/>
                <a:gd name="T6" fmla="*/ 9 w 491"/>
                <a:gd name="T7" fmla="*/ 361 h 468"/>
                <a:gd name="T8" fmla="*/ 22 w 491"/>
                <a:gd name="T9" fmla="*/ 368 h 468"/>
                <a:gd name="T10" fmla="*/ 28 w 491"/>
                <a:gd name="T11" fmla="*/ 390 h 468"/>
                <a:gd name="T12" fmla="*/ 69 w 491"/>
                <a:gd name="T13" fmla="*/ 385 h 468"/>
                <a:gd name="T14" fmla="*/ 95 w 491"/>
                <a:gd name="T15" fmla="*/ 365 h 468"/>
                <a:gd name="T16" fmla="*/ 113 w 491"/>
                <a:gd name="T17" fmla="*/ 365 h 468"/>
                <a:gd name="T18" fmla="*/ 134 w 491"/>
                <a:gd name="T19" fmla="*/ 422 h 468"/>
                <a:gd name="T20" fmla="*/ 157 w 491"/>
                <a:gd name="T21" fmla="*/ 468 h 468"/>
                <a:gd name="T22" fmla="*/ 183 w 491"/>
                <a:gd name="T23" fmla="*/ 446 h 468"/>
                <a:gd name="T24" fmla="*/ 213 w 491"/>
                <a:gd name="T25" fmla="*/ 425 h 468"/>
                <a:gd name="T26" fmla="*/ 215 w 491"/>
                <a:gd name="T27" fmla="*/ 381 h 468"/>
                <a:gd name="T28" fmla="*/ 243 w 491"/>
                <a:gd name="T29" fmla="*/ 359 h 468"/>
                <a:gd name="T30" fmla="*/ 247 w 491"/>
                <a:gd name="T31" fmla="*/ 334 h 468"/>
                <a:gd name="T32" fmla="*/ 229 w 491"/>
                <a:gd name="T33" fmla="*/ 285 h 468"/>
                <a:gd name="T34" fmla="*/ 251 w 491"/>
                <a:gd name="T35" fmla="*/ 255 h 468"/>
                <a:gd name="T36" fmla="*/ 294 w 491"/>
                <a:gd name="T37" fmla="*/ 226 h 468"/>
                <a:gd name="T38" fmla="*/ 309 w 491"/>
                <a:gd name="T39" fmla="*/ 185 h 468"/>
                <a:gd name="T40" fmla="*/ 332 w 491"/>
                <a:gd name="T41" fmla="*/ 173 h 468"/>
                <a:gd name="T42" fmla="*/ 378 w 491"/>
                <a:gd name="T43" fmla="*/ 197 h 468"/>
                <a:gd name="T44" fmla="*/ 331 w 491"/>
                <a:gd name="T45" fmla="*/ 236 h 468"/>
                <a:gd name="T46" fmla="*/ 302 w 491"/>
                <a:gd name="T47" fmla="*/ 276 h 468"/>
                <a:gd name="T48" fmla="*/ 305 w 491"/>
                <a:gd name="T49" fmla="*/ 324 h 468"/>
                <a:gd name="T50" fmla="*/ 362 w 491"/>
                <a:gd name="T51" fmla="*/ 341 h 468"/>
                <a:gd name="T52" fmla="*/ 491 w 491"/>
                <a:gd name="T53" fmla="*/ 260 h 468"/>
                <a:gd name="T54" fmla="*/ 459 w 491"/>
                <a:gd name="T55" fmla="*/ 192 h 468"/>
                <a:gd name="T56" fmla="*/ 436 w 491"/>
                <a:gd name="T57" fmla="*/ 88 h 468"/>
                <a:gd name="T58" fmla="*/ 462 w 491"/>
                <a:gd name="T59" fmla="*/ 59 h 468"/>
                <a:gd name="T60" fmla="*/ 459 w 491"/>
                <a:gd name="T61" fmla="*/ 45 h 468"/>
                <a:gd name="T62" fmla="*/ 483 w 491"/>
                <a:gd name="T63" fmla="*/ 27 h 468"/>
                <a:gd name="T64" fmla="*/ 430 w 491"/>
                <a:gd name="T65" fmla="*/ 21 h 468"/>
                <a:gd name="T66" fmla="*/ 428 w 491"/>
                <a:gd name="T67" fmla="*/ 1 h 468"/>
                <a:gd name="T68" fmla="*/ 402 w 491"/>
                <a:gd name="T69" fmla="*/ 24 h 468"/>
                <a:gd name="T70" fmla="*/ 372 w 491"/>
                <a:gd name="T71" fmla="*/ 31 h 468"/>
                <a:gd name="T72" fmla="*/ 380 w 491"/>
                <a:gd name="T73" fmla="*/ 3 h 468"/>
                <a:gd name="T74" fmla="*/ 357 w 491"/>
                <a:gd name="T75" fmla="*/ 16 h 468"/>
                <a:gd name="T76" fmla="*/ 326 w 491"/>
                <a:gd name="T77" fmla="*/ 28 h 468"/>
                <a:gd name="T78" fmla="*/ 312 w 491"/>
                <a:gd name="T79" fmla="*/ 40 h 468"/>
                <a:gd name="T80" fmla="*/ 283 w 491"/>
                <a:gd name="T81" fmla="*/ 52 h 468"/>
                <a:gd name="T82" fmla="*/ 259 w 491"/>
                <a:gd name="T83" fmla="*/ 52 h 468"/>
                <a:gd name="T84" fmla="*/ 251 w 491"/>
                <a:gd name="T85" fmla="*/ 60 h 468"/>
                <a:gd name="T86" fmla="*/ 224 w 491"/>
                <a:gd name="T87" fmla="*/ 68 h 468"/>
                <a:gd name="T88" fmla="*/ 218 w 491"/>
                <a:gd name="T89" fmla="*/ 88 h 468"/>
                <a:gd name="T90" fmla="*/ 210 w 491"/>
                <a:gd name="T91" fmla="*/ 102 h 468"/>
                <a:gd name="T92" fmla="*/ 185 w 491"/>
                <a:gd name="T93" fmla="*/ 110 h 468"/>
                <a:gd name="T94" fmla="*/ 185 w 491"/>
                <a:gd name="T95" fmla="*/ 120 h 468"/>
                <a:gd name="T96" fmla="*/ 156 w 491"/>
                <a:gd name="T97" fmla="*/ 147 h 468"/>
                <a:gd name="T98" fmla="*/ 142 w 491"/>
                <a:gd name="T99" fmla="*/ 173 h 468"/>
                <a:gd name="T100" fmla="*/ 137 w 491"/>
                <a:gd name="T101" fmla="*/ 191 h 468"/>
                <a:gd name="T102" fmla="*/ 116 w 491"/>
                <a:gd name="T103" fmla="*/ 215 h 468"/>
                <a:gd name="T104" fmla="*/ 90 w 491"/>
                <a:gd name="T105" fmla="*/ 235 h 468"/>
                <a:gd name="T106" fmla="*/ 115 w 491"/>
                <a:gd name="T107" fmla="*/ 225 h 468"/>
                <a:gd name="T108" fmla="*/ 94 w 491"/>
                <a:gd name="T109" fmla="*/ 246 h 468"/>
                <a:gd name="T110" fmla="*/ 62 w 491"/>
                <a:gd name="T111" fmla="*/ 254 h 468"/>
                <a:gd name="T112" fmla="*/ 47 w 491"/>
                <a:gd name="T113" fmla="*/ 257 h 468"/>
                <a:gd name="T114" fmla="*/ 38 w 491"/>
                <a:gd name="T115" fmla="*/ 280 h 468"/>
                <a:gd name="T116" fmla="*/ 16 w 491"/>
                <a:gd name="T117" fmla="*/ 29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1" h="468">
                  <a:moveTo>
                    <a:pt x="5" y="300"/>
                  </a:moveTo>
                  <a:lnTo>
                    <a:pt x="10" y="302"/>
                  </a:lnTo>
                  <a:lnTo>
                    <a:pt x="12" y="302"/>
                  </a:lnTo>
                  <a:lnTo>
                    <a:pt x="9" y="303"/>
                  </a:lnTo>
                  <a:lnTo>
                    <a:pt x="4" y="303"/>
                  </a:lnTo>
                  <a:lnTo>
                    <a:pt x="1" y="308"/>
                  </a:lnTo>
                  <a:lnTo>
                    <a:pt x="38" y="307"/>
                  </a:lnTo>
                  <a:lnTo>
                    <a:pt x="42" y="308"/>
                  </a:lnTo>
                  <a:lnTo>
                    <a:pt x="45" y="310"/>
                  </a:lnTo>
                  <a:lnTo>
                    <a:pt x="42" y="313"/>
                  </a:lnTo>
                  <a:lnTo>
                    <a:pt x="39" y="313"/>
                  </a:lnTo>
                  <a:lnTo>
                    <a:pt x="37" y="315"/>
                  </a:lnTo>
                  <a:lnTo>
                    <a:pt x="34" y="312"/>
                  </a:lnTo>
                  <a:lnTo>
                    <a:pt x="10" y="311"/>
                  </a:lnTo>
                  <a:lnTo>
                    <a:pt x="3" y="319"/>
                  </a:lnTo>
                  <a:lnTo>
                    <a:pt x="4" y="320"/>
                  </a:lnTo>
                  <a:lnTo>
                    <a:pt x="7" y="320"/>
                  </a:lnTo>
                  <a:lnTo>
                    <a:pt x="7" y="322"/>
                  </a:lnTo>
                  <a:lnTo>
                    <a:pt x="11" y="323"/>
                  </a:lnTo>
                  <a:lnTo>
                    <a:pt x="8" y="325"/>
                  </a:lnTo>
                  <a:lnTo>
                    <a:pt x="10" y="326"/>
                  </a:lnTo>
                  <a:lnTo>
                    <a:pt x="12" y="327"/>
                  </a:lnTo>
                  <a:lnTo>
                    <a:pt x="9" y="330"/>
                  </a:lnTo>
                  <a:lnTo>
                    <a:pt x="6" y="330"/>
                  </a:lnTo>
                  <a:lnTo>
                    <a:pt x="1" y="332"/>
                  </a:lnTo>
                  <a:lnTo>
                    <a:pt x="1" y="335"/>
                  </a:lnTo>
                  <a:lnTo>
                    <a:pt x="3" y="337"/>
                  </a:lnTo>
                  <a:lnTo>
                    <a:pt x="5" y="336"/>
                  </a:lnTo>
                  <a:lnTo>
                    <a:pt x="10" y="336"/>
                  </a:lnTo>
                  <a:lnTo>
                    <a:pt x="13" y="339"/>
                  </a:lnTo>
                  <a:lnTo>
                    <a:pt x="17" y="337"/>
                  </a:lnTo>
                  <a:lnTo>
                    <a:pt x="23" y="331"/>
                  </a:lnTo>
                  <a:lnTo>
                    <a:pt x="26" y="331"/>
                  </a:lnTo>
                  <a:lnTo>
                    <a:pt x="29" y="333"/>
                  </a:lnTo>
                  <a:lnTo>
                    <a:pt x="28" y="334"/>
                  </a:lnTo>
                  <a:lnTo>
                    <a:pt x="26" y="334"/>
                  </a:lnTo>
                  <a:lnTo>
                    <a:pt x="25" y="333"/>
                  </a:lnTo>
                  <a:lnTo>
                    <a:pt x="22" y="336"/>
                  </a:lnTo>
                  <a:lnTo>
                    <a:pt x="22" y="339"/>
                  </a:lnTo>
                  <a:lnTo>
                    <a:pt x="17" y="340"/>
                  </a:lnTo>
                  <a:lnTo>
                    <a:pt x="12" y="345"/>
                  </a:lnTo>
                  <a:lnTo>
                    <a:pt x="14" y="347"/>
                  </a:lnTo>
                  <a:lnTo>
                    <a:pt x="16" y="348"/>
                  </a:lnTo>
                  <a:lnTo>
                    <a:pt x="21" y="348"/>
                  </a:lnTo>
                  <a:lnTo>
                    <a:pt x="19" y="350"/>
                  </a:lnTo>
                  <a:lnTo>
                    <a:pt x="17" y="350"/>
                  </a:lnTo>
                  <a:lnTo>
                    <a:pt x="11" y="356"/>
                  </a:lnTo>
                  <a:lnTo>
                    <a:pt x="8" y="356"/>
                  </a:lnTo>
                  <a:lnTo>
                    <a:pt x="3" y="358"/>
                  </a:lnTo>
                  <a:lnTo>
                    <a:pt x="4" y="359"/>
                  </a:lnTo>
                  <a:lnTo>
                    <a:pt x="4" y="361"/>
                  </a:lnTo>
                  <a:lnTo>
                    <a:pt x="9" y="361"/>
                  </a:lnTo>
                  <a:lnTo>
                    <a:pt x="14" y="360"/>
                  </a:lnTo>
                  <a:lnTo>
                    <a:pt x="13" y="357"/>
                  </a:lnTo>
                  <a:lnTo>
                    <a:pt x="20" y="357"/>
                  </a:lnTo>
                  <a:lnTo>
                    <a:pt x="23" y="354"/>
                  </a:lnTo>
                  <a:lnTo>
                    <a:pt x="24" y="355"/>
                  </a:lnTo>
                  <a:lnTo>
                    <a:pt x="21" y="358"/>
                  </a:lnTo>
                  <a:lnTo>
                    <a:pt x="20" y="361"/>
                  </a:lnTo>
                  <a:lnTo>
                    <a:pt x="22" y="363"/>
                  </a:lnTo>
                  <a:lnTo>
                    <a:pt x="20" y="363"/>
                  </a:lnTo>
                  <a:lnTo>
                    <a:pt x="18" y="365"/>
                  </a:lnTo>
                  <a:lnTo>
                    <a:pt x="17" y="369"/>
                  </a:lnTo>
                  <a:lnTo>
                    <a:pt x="20" y="369"/>
                  </a:lnTo>
                  <a:lnTo>
                    <a:pt x="22" y="368"/>
                  </a:lnTo>
                  <a:lnTo>
                    <a:pt x="24" y="368"/>
                  </a:lnTo>
                  <a:lnTo>
                    <a:pt x="19" y="372"/>
                  </a:lnTo>
                  <a:lnTo>
                    <a:pt x="16" y="372"/>
                  </a:lnTo>
                  <a:lnTo>
                    <a:pt x="12" y="369"/>
                  </a:lnTo>
                  <a:lnTo>
                    <a:pt x="11" y="373"/>
                  </a:lnTo>
                  <a:lnTo>
                    <a:pt x="9" y="375"/>
                  </a:lnTo>
                  <a:lnTo>
                    <a:pt x="9" y="378"/>
                  </a:lnTo>
                  <a:lnTo>
                    <a:pt x="15" y="383"/>
                  </a:lnTo>
                  <a:lnTo>
                    <a:pt x="16" y="387"/>
                  </a:lnTo>
                  <a:lnTo>
                    <a:pt x="22" y="387"/>
                  </a:lnTo>
                  <a:lnTo>
                    <a:pt x="22" y="389"/>
                  </a:lnTo>
                  <a:lnTo>
                    <a:pt x="27" y="392"/>
                  </a:lnTo>
                  <a:lnTo>
                    <a:pt x="28" y="390"/>
                  </a:lnTo>
                  <a:lnTo>
                    <a:pt x="32" y="390"/>
                  </a:lnTo>
                  <a:lnTo>
                    <a:pt x="32" y="391"/>
                  </a:lnTo>
                  <a:lnTo>
                    <a:pt x="29" y="395"/>
                  </a:lnTo>
                  <a:lnTo>
                    <a:pt x="36" y="395"/>
                  </a:lnTo>
                  <a:lnTo>
                    <a:pt x="37" y="396"/>
                  </a:lnTo>
                  <a:lnTo>
                    <a:pt x="50" y="396"/>
                  </a:lnTo>
                  <a:lnTo>
                    <a:pt x="52" y="395"/>
                  </a:lnTo>
                  <a:lnTo>
                    <a:pt x="55" y="394"/>
                  </a:lnTo>
                  <a:lnTo>
                    <a:pt x="56" y="393"/>
                  </a:lnTo>
                  <a:lnTo>
                    <a:pt x="60" y="393"/>
                  </a:lnTo>
                  <a:lnTo>
                    <a:pt x="64" y="389"/>
                  </a:lnTo>
                  <a:lnTo>
                    <a:pt x="65" y="389"/>
                  </a:lnTo>
                  <a:lnTo>
                    <a:pt x="69" y="385"/>
                  </a:lnTo>
                  <a:lnTo>
                    <a:pt x="72" y="385"/>
                  </a:lnTo>
                  <a:lnTo>
                    <a:pt x="74" y="383"/>
                  </a:lnTo>
                  <a:lnTo>
                    <a:pt x="76" y="378"/>
                  </a:lnTo>
                  <a:lnTo>
                    <a:pt x="80" y="374"/>
                  </a:lnTo>
                  <a:lnTo>
                    <a:pt x="82" y="374"/>
                  </a:lnTo>
                  <a:lnTo>
                    <a:pt x="84" y="372"/>
                  </a:lnTo>
                  <a:lnTo>
                    <a:pt x="84" y="369"/>
                  </a:lnTo>
                  <a:lnTo>
                    <a:pt x="86" y="367"/>
                  </a:lnTo>
                  <a:lnTo>
                    <a:pt x="88" y="369"/>
                  </a:lnTo>
                  <a:lnTo>
                    <a:pt x="90" y="369"/>
                  </a:lnTo>
                  <a:lnTo>
                    <a:pt x="92" y="367"/>
                  </a:lnTo>
                  <a:lnTo>
                    <a:pt x="94" y="367"/>
                  </a:lnTo>
                  <a:lnTo>
                    <a:pt x="95" y="365"/>
                  </a:lnTo>
                  <a:lnTo>
                    <a:pt x="100" y="360"/>
                  </a:lnTo>
                  <a:lnTo>
                    <a:pt x="97" y="357"/>
                  </a:lnTo>
                  <a:lnTo>
                    <a:pt x="97" y="355"/>
                  </a:lnTo>
                  <a:lnTo>
                    <a:pt x="100" y="353"/>
                  </a:lnTo>
                  <a:lnTo>
                    <a:pt x="100" y="348"/>
                  </a:lnTo>
                  <a:lnTo>
                    <a:pt x="103" y="345"/>
                  </a:lnTo>
                  <a:lnTo>
                    <a:pt x="104" y="347"/>
                  </a:lnTo>
                  <a:lnTo>
                    <a:pt x="104" y="350"/>
                  </a:lnTo>
                  <a:lnTo>
                    <a:pt x="102" y="352"/>
                  </a:lnTo>
                  <a:lnTo>
                    <a:pt x="102" y="355"/>
                  </a:lnTo>
                  <a:lnTo>
                    <a:pt x="105" y="358"/>
                  </a:lnTo>
                  <a:lnTo>
                    <a:pt x="105" y="364"/>
                  </a:lnTo>
                  <a:lnTo>
                    <a:pt x="113" y="365"/>
                  </a:lnTo>
                  <a:lnTo>
                    <a:pt x="113" y="371"/>
                  </a:lnTo>
                  <a:lnTo>
                    <a:pt x="113" y="372"/>
                  </a:lnTo>
                  <a:lnTo>
                    <a:pt x="116" y="386"/>
                  </a:lnTo>
                  <a:lnTo>
                    <a:pt x="117" y="387"/>
                  </a:lnTo>
                  <a:lnTo>
                    <a:pt x="119" y="389"/>
                  </a:lnTo>
                  <a:lnTo>
                    <a:pt x="120" y="390"/>
                  </a:lnTo>
                  <a:lnTo>
                    <a:pt x="124" y="394"/>
                  </a:lnTo>
                  <a:lnTo>
                    <a:pt x="124" y="402"/>
                  </a:lnTo>
                  <a:lnTo>
                    <a:pt x="127" y="407"/>
                  </a:lnTo>
                  <a:lnTo>
                    <a:pt x="127" y="409"/>
                  </a:lnTo>
                  <a:lnTo>
                    <a:pt x="131" y="415"/>
                  </a:lnTo>
                  <a:lnTo>
                    <a:pt x="132" y="420"/>
                  </a:lnTo>
                  <a:lnTo>
                    <a:pt x="134" y="422"/>
                  </a:lnTo>
                  <a:lnTo>
                    <a:pt x="134" y="424"/>
                  </a:lnTo>
                  <a:lnTo>
                    <a:pt x="140" y="431"/>
                  </a:lnTo>
                  <a:lnTo>
                    <a:pt x="142" y="432"/>
                  </a:lnTo>
                  <a:lnTo>
                    <a:pt x="144" y="434"/>
                  </a:lnTo>
                  <a:lnTo>
                    <a:pt x="145" y="437"/>
                  </a:lnTo>
                  <a:lnTo>
                    <a:pt x="143" y="439"/>
                  </a:lnTo>
                  <a:lnTo>
                    <a:pt x="140" y="444"/>
                  </a:lnTo>
                  <a:lnTo>
                    <a:pt x="141" y="455"/>
                  </a:lnTo>
                  <a:lnTo>
                    <a:pt x="145" y="456"/>
                  </a:lnTo>
                  <a:lnTo>
                    <a:pt x="147" y="459"/>
                  </a:lnTo>
                  <a:lnTo>
                    <a:pt x="149" y="466"/>
                  </a:lnTo>
                  <a:lnTo>
                    <a:pt x="152" y="468"/>
                  </a:lnTo>
                  <a:lnTo>
                    <a:pt x="157" y="468"/>
                  </a:lnTo>
                  <a:lnTo>
                    <a:pt x="158" y="466"/>
                  </a:lnTo>
                  <a:lnTo>
                    <a:pt x="170" y="466"/>
                  </a:lnTo>
                  <a:lnTo>
                    <a:pt x="171" y="461"/>
                  </a:lnTo>
                  <a:lnTo>
                    <a:pt x="172" y="460"/>
                  </a:lnTo>
                  <a:lnTo>
                    <a:pt x="172" y="459"/>
                  </a:lnTo>
                  <a:lnTo>
                    <a:pt x="170" y="457"/>
                  </a:lnTo>
                  <a:lnTo>
                    <a:pt x="170" y="455"/>
                  </a:lnTo>
                  <a:lnTo>
                    <a:pt x="173" y="453"/>
                  </a:lnTo>
                  <a:lnTo>
                    <a:pt x="173" y="452"/>
                  </a:lnTo>
                  <a:lnTo>
                    <a:pt x="174" y="450"/>
                  </a:lnTo>
                  <a:lnTo>
                    <a:pt x="178" y="450"/>
                  </a:lnTo>
                  <a:lnTo>
                    <a:pt x="181" y="446"/>
                  </a:lnTo>
                  <a:lnTo>
                    <a:pt x="183" y="446"/>
                  </a:lnTo>
                  <a:lnTo>
                    <a:pt x="185" y="446"/>
                  </a:lnTo>
                  <a:lnTo>
                    <a:pt x="196" y="446"/>
                  </a:lnTo>
                  <a:lnTo>
                    <a:pt x="196" y="448"/>
                  </a:lnTo>
                  <a:lnTo>
                    <a:pt x="199" y="450"/>
                  </a:lnTo>
                  <a:lnTo>
                    <a:pt x="201" y="446"/>
                  </a:lnTo>
                  <a:lnTo>
                    <a:pt x="203" y="444"/>
                  </a:lnTo>
                  <a:lnTo>
                    <a:pt x="204" y="441"/>
                  </a:lnTo>
                  <a:lnTo>
                    <a:pt x="205" y="438"/>
                  </a:lnTo>
                  <a:lnTo>
                    <a:pt x="208" y="435"/>
                  </a:lnTo>
                  <a:lnTo>
                    <a:pt x="208" y="433"/>
                  </a:lnTo>
                  <a:lnTo>
                    <a:pt x="211" y="429"/>
                  </a:lnTo>
                  <a:lnTo>
                    <a:pt x="212" y="426"/>
                  </a:lnTo>
                  <a:lnTo>
                    <a:pt x="213" y="425"/>
                  </a:lnTo>
                  <a:lnTo>
                    <a:pt x="213" y="415"/>
                  </a:lnTo>
                  <a:lnTo>
                    <a:pt x="214" y="415"/>
                  </a:lnTo>
                  <a:lnTo>
                    <a:pt x="215" y="412"/>
                  </a:lnTo>
                  <a:lnTo>
                    <a:pt x="214" y="403"/>
                  </a:lnTo>
                  <a:lnTo>
                    <a:pt x="213" y="400"/>
                  </a:lnTo>
                  <a:lnTo>
                    <a:pt x="215" y="400"/>
                  </a:lnTo>
                  <a:lnTo>
                    <a:pt x="215" y="392"/>
                  </a:lnTo>
                  <a:lnTo>
                    <a:pt x="217" y="389"/>
                  </a:lnTo>
                  <a:lnTo>
                    <a:pt x="216" y="386"/>
                  </a:lnTo>
                  <a:lnTo>
                    <a:pt x="215" y="386"/>
                  </a:lnTo>
                  <a:lnTo>
                    <a:pt x="217" y="384"/>
                  </a:lnTo>
                  <a:lnTo>
                    <a:pt x="217" y="383"/>
                  </a:lnTo>
                  <a:lnTo>
                    <a:pt x="215" y="381"/>
                  </a:lnTo>
                  <a:lnTo>
                    <a:pt x="220" y="380"/>
                  </a:lnTo>
                  <a:lnTo>
                    <a:pt x="223" y="377"/>
                  </a:lnTo>
                  <a:lnTo>
                    <a:pt x="226" y="377"/>
                  </a:lnTo>
                  <a:lnTo>
                    <a:pt x="230" y="376"/>
                  </a:lnTo>
                  <a:lnTo>
                    <a:pt x="234" y="373"/>
                  </a:lnTo>
                  <a:lnTo>
                    <a:pt x="233" y="371"/>
                  </a:lnTo>
                  <a:lnTo>
                    <a:pt x="234" y="370"/>
                  </a:lnTo>
                  <a:lnTo>
                    <a:pt x="235" y="371"/>
                  </a:lnTo>
                  <a:lnTo>
                    <a:pt x="236" y="372"/>
                  </a:lnTo>
                  <a:lnTo>
                    <a:pt x="236" y="374"/>
                  </a:lnTo>
                  <a:lnTo>
                    <a:pt x="246" y="364"/>
                  </a:lnTo>
                  <a:lnTo>
                    <a:pt x="244" y="361"/>
                  </a:lnTo>
                  <a:lnTo>
                    <a:pt x="243" y="359"/>
                  </a:lnTo>
                  <a:lnTo>
                    <a:pt x="245" y="359"/>
                  </a:lnTo>
                  <a:lnTo>
                    <a:pt x="245" y="362"/>
                  </a:lnTo>
                  <a:lnTo>
                    <a:pt x="248" y="363"/>
                  </a:lnTo>
                  <a:lnTo>
                    <a:pt x="251" y="363"/>
                  </a:lnTo>
                  <a:lnTo>
                    <a:pt x="249" y="360"/>
                  </a:lnTo>
                  <a:lnTo>
                    <a:pt x="247" y="359"/>
                  </a:lnTo>
                  <a:lnTo>
                    <a:pt x="247" y="358"/>
                  </a:lnTo>
                  <a:lnTo>
                    <a:pt x="251" y="353"/>
                  </a:lnTo>
                  <a:lnTo>
                    <a:pt x="254" y="353"/>
                  </a:lnTo>
                  <a:lnTo>
                    <a:pt x="259" y="346"/>
                  </a:lnTo>
                  <a:lnTo>
                    <a:pt x="255" y="341"/>
                  </a:lnTo>
                  <a:lnTo>
                    <a:pt x="252" y="340"/>
                  </a:lnTo>
                  <a:lnTo>
                    <a:pt x="247" y="334"/>
                  </a:lnTo>
                  <a:lnTo>
                    <a:pt x="247" y="333"/>
                  </a:lnTo>
                  <a:lnTo>
                    <a:pt x="242" y="330"/>
                  </a:lnTo>
                  <a:lnTo>
                    <a:pt x="240" y="328"/>
                  </a:lnTo>
                  <a:lnTo>
                    <a:pt x="238" y="328"/>
                  </a:lnTo>
                  <a:lnTo>
                    <a:pt x="231" y="323"/>
                  </a:lnTo>
                  <a:lnTo>
                    <a:pt x="225" y="322"/>
                  </a:lnTo>
                  <a:lnTo>
                    <a:pt x="225" y="308"/>
                  </a:lnTo>
                  <a:lnTo>
                    <a:pt x="225" y="306"/>
                  </a:lnTo>
                  <a:lnTo>
                    <a:pt x="225" y="295"/>
                  </a:lnTo>
                  <a:lnTo>
                    <a:pt x="228" y="291"/>
                  </a:lnTo>
                  <a:lnTo>
                    <a:pt x="228" y="288"/>
                  </a:lnTo>
                  <a:lnTo>
                    <a:pt x="229" y="287"/>
                  </a:lnTo>
                  <a:lnTo>
                    <a:pt x="229" y="285"/>
                  </a:lnTo>
                  <a:lnTo>
                    <a:pt x="231" y="283"/>
                  </a:lnTo>
                  <a:lnTo>
                    <a:pt x="231" y="280"/>
                  </a:lnTo>
                  <a:lnTo>
                    <a:pt x="233" y="278"/>
                  </a:lnTo>
                  <a:lnTo>
                    <a:pt x="230" y="276"/>
                  </a:lnTo>
                  <a:lnTo>
                    <a:pt x="231" y="270"/>
                  </a:lnTo>
                  <a:lnTo>
                    <a:pt x="236" y="270"/>
                  </a:lnTo>
                  <a:lnTo>
                    <a:pt x="238" y="269"/>
                  </a:lnTo>
                  <a:lnTo>
                    <a:pt x="239" y="260"/>
                  </a:lnTo>
                  <a:lnTo>
                    <a:pt x="238" y="258"/>
                  </a:lnTo>
                  <a:lnTo>
                    <a:pt x="242" y="261"/>
                  </a:lnTo>
                  <a:lnTo>
                    <a:pt x="246" y="260"/>
                  </a:lnTo>
                  <a:lnTo>
                    <a:pt x="249" y="256"/>
                  </a:lnTo>
                  <a:lnTo>
                    <a:pt x="251" y="255"/>
                  </a:lnTo>
                  <a:lnTo>
                    <a:pt x="252" y="253"/>
                  </a:lnTo>
                  <a:lnTo>
                    <a:pt x="255" y="250"/>
                  </a:lnTo>
                  <a:lnTo>
                    <a:pt x="261" y="249"/>
                  </a:lnTo>
                  <a:lnTo>
                    <a:pt x="272" y="240"/>
                  </a:lnTo>
                  <a:lnTo>
                    <a:pt x="274" y="240"/>
                  </a:lnTo>
                  <a:lnTo>
                    <a:pt x="277" y="238"/>
                  </a:lnTo>
                  <a:lnTo>
                    <a:pt x="279" y="237"/>
                  </a:lnTo>
                  <a:lnTo>
                    <a:pt x="283" y="234"/>
                  </a:lnTo>
                  <a:lnTo>
                    <a:pt x="288" y="232"/>
                  </a:lnTo>
                  <a:lnTo>
                    <a:pt x="291" y="232"/>
                  </a:lnTo>
                  <a:lnTo>
                    <a:pt x="291" y="230"/>
                  </a:lnTo>
                  <a:lnTo>
                    <a:pt x="294" y="228"/>
                  </a:lnTo>
                  <a:lnTo>
                    <a:pt x="294" y="226"/>
                  </a:lnTo>
                  <a:lnTo>
                    <a:pt x="306" y="213"/>
                  </a:lnTo>
                  <a:lnTo>
                    <a:pt x="306" y="212"/>
                  </a:lnTo>
                  <a:lnTo>
                    <a:pt x="305" y="210"/>
                  </a:lnTo>
                  <a:lnTo>
                    <a:pt x="301" y="206"/>
                  </a:lnTo>
                  <a:lnTo>
                    <a:pt x="300" y="203"/>
                  </a:lnTo>
                  <a:lnTo>
                    <a:pt x="301" y="203"/>
                  </a:lnTo>
                  <a:lnTo>
                    <a:pt x="302" y="200"/>
                  </a:lnTo>
                  <a:lnTo>
                    <a:pt x="306" y="196"/>
                  </a:lnTo>
                  <a:lnTo>
                    <a:pt x="307" y="192"/>
                  </a:lnTo>
                  <a:lnTo>
                    <a:pt x="308" y="190"/>
                  </a:lnTo>
                  <a:lnTo>
                    <a:pt x="308" y="188"/>
                  </a:lnTo>
                  <a:lnTo>
                    <a:pt x="308" y="186"/>
                  </a:lnTo>
                  <a:lnTo>
                    <a:pt x="309" y="185"/>
                  </a:lnTo>
                  <a:lnTo>
                    <a:pt x="312" y="185"/>
                  </a:lnTo>
                  <a:lnTo>
                    <a:pt x="314" y="183"/>
                  </a:lnTo>
                  <a:lnTo>
                    <a:pt x="314" y="181"/>
                  </a:lnTo>
                  <a:lnTo>
                    <a:pt x="316" y="179"/>
                  </a:lnTo>
                  <a:lnTo>
                    <a:pt x="318" y="179"/>
                  </a:lnTo>
                  <a:lnTo>
                    <a:pt x="321" y="178"/>
                  </a:lnTo>
                  <a:lnTo>
                    <a:pt x="321" y="177"/>
                  </a:lnTo>
                  <a:lnTo>
                    <a:pt x="322" y="173"/>
                  </a:lnTo>
                  <a:lnTo>
                    <a:pt x="327" y="174"/>
                  </a:lnTo>
                  <a:lnTo>
                    <a:pt x="327" y="173"/>
                  </a:lnTo>
                  <a:lnTo>
                    <a:pt x="329" y="171"/>
                  </a:lnTo>
                  <a:lnTo>
                    <a:pt x="330" y="171"/>
                  </a:lnTo>
                  <a:lnTo>
                    <a:pt x="332" y="173"/>
                  </a:lnTo>
                  <a:lnTo>
                    <a:pt x="334" y="174"/>
                  </a:lnTo>
                  <a:lnTo>
                    <a:pt x="361" y="173"/>
                  </a:lnTo>
                  <a:lnTo>
                    <a:pt x="363" y="176"/>
                  </a:lnTo>
                  <a:lnTo>
                    <a:pt x="366" y="176"/>
                  </a:lnTo>
                  <a:lnTo>
                    <a:pt x="367" y="177"/>
                  </a:lnTo>
                  <a:lnTo>
                    <a:pt x="369" y="177"/>
                  </a:lnTo>
                  <a:lnTo>
                    <a:pt x="372" y="180"/>
                  </a:lnTo>
                  <a:lnTo>
                    <a:pt x="375" y="181"/>
                  </a:lnTo>
                  <a:lnTo>
                    <a:pt x="376" y="187"/>
                  </a:lnTo>
                  <a:lnTo>
                    <a:pt x="375" y="190"/>
                  </a:lnTo>
                  <a:lnTo>
                    <a:pt x="376" y="194"/>
                  </a:lnTo>
                  <a:lnTo>
                    <a:pt x="378" y="196"/>
                  </a:lnTo>
                  <a:lnTo>
                    <a:pt x="378" y="197"/>
                  </a:lnTo>
                  <a:lnTo>
                    <a:pt x="377" y="199"/>
                  </a:lnTo>
                  <a:lnTo>
                    <a:pt x="376" y="201"/>
                  </a:lnTo>
                  <a:lnTo>
                    <a:pt x="367" y="201"/>
                  </a:lnTo>
                  <a:lnTo>
                    <a:pt x="366" y="202"/>
                  </a:lnTo>
                  <a:lnTo>
                    <a:pt x="364" y="203"/>
                  </a:lnTo>
                  <a:lnTo>
                    <a:pt x="344" y="225"/>
                  </a:lnTo>
                  <a:lnTo>
                    <a:pt x="342" y="226"/>
                  </a:lnTo>
                  <a:lnTo>
                    <a:pt x="341" y="227"/>
                  </a:lnTo>
                  <a:lnTo>
                    <a:pt x="340" y="229"/>
                  </a:lnTo>
                  <a:lnTo>
                    <a:pt x="339" y="230"/>
                  </a:lnTo>
                  <a:lnTo>
                    <a:pt x="337" y="230"/>
                  </a:lnTo>
                  <a:lnTo>
                    <a:pt x="334" y="231"/>
                  </a:lnTo>
                  <a:lnTo>
                    <a:pt x="331" y="236"/>
                  </a:lnTo>
                  <a:lnTo>
                    <a:pt x="327" y="238"/>
                  </a:lnTo>
                  <a:lnTo>
                    <a:pt x="325" y="237"/>
                  </a:lnTo>
                  <a:lnTo>
                    <a:pt x="322" y="241"/>
                  </a:lnTo>
                  <a:lnTo>
                    <a:pt x="322" y="247"/>
                  </a:lnTo>
                  <a:lnTo>
                    <a:pt x="321" y="248"/>
                  </a:lnTo>
                  <a:lnTo>
                    <a:pt x="318" y="249"/>
                  </a:lnTo>
                  <a:lnTo>
                    <a:pt x="307" y="249"/>
                  </a:lnTo>
                  <a:lnTo>
                    <a:pt x="306" y="252"/>
                  </a:lnTo>
                  <a:lnTo>
                    <a:pt x="305" y="258"/>
                  </a:lnTo>
                  <a:lnTo>
                    <a:pt x="302" y="259"/>
                  </a:lnTo>
                  <a:lnTo>
                    <a:pt x="300" y="263"/>
                  </a:lnTo>
                  <a:lnTo>
                    <a:pt x="300" y="274"/>
                  </a:lnTo>
                  <a:lnTo>
                    <a:pt x="302" y="276"/>
                  </a:lnTo>
                  <a:lnTo>
                    <a:pt x="302" y="277"/>
                  </a:lnTo>
                  <a:lnTo>
                    <a:pt x="303" y="279"/>
                  </a:lnTo>
                  <a:lnTo>
                    <a:pt x="303" y="288"/>
                  </a:lnTo>
                  <a:lnTo>
                    <a:pt x="305" y="290"/>
                  </a:lnTo>
                  <a:lnTo>
                    <a:pt x="307" y="298"/>
                  </a:lnTo>
                  <a:lnTo>
                    <a:pt x="306" y="299"/>
                  </a:lnTo>
                  <a:lnTo>
                    <a:pt x="307" y="304"/>
                  </a:lnTo>
                  <a:lnTo>
                    <a:pt x="306" y="305"/>
                  </a:lnTo>
                  <a:lnTo>
                    <a:pt x="306" y="309"/>
                  </a:lnTo>
                  <a:lnTo>
                    <a:pt x="305" y="311"/>
                  </a:lnTo>
                  <a:lnTo>
                    <a:pt x="303" y="320"/>
                  </a:lnTo>
                  <a:lnTo>
                    <a:pt x="304" y="323"/>
                  </a:lnTo>
                  <a:lnTo>
                    <a:pt x="305" y="324"/>
                  </a:lnTo>
                  <a:lnTo>
                    <a:pt x="310" y="326"/>
                  </a:lnTo>
                  <a:lnTo>
                    <a:pt x="312" y="329"/>
                  </a:lnTo>
                  <a:lnTo>
                    <a:pt x="317" y="329"/>
                  </a:lnTo>
                  <a:lnTo>
                    <a:pt x="318" y="330"/>
                  </a:lnTo>
                  <a:lnTo>
                    <a:pt x="324" y="332"/>
                  </a:lnTo>
                  <a:lnTo>
                    <a:pt x="325" y="333"/>
                  </a:lnTo>
                  <a:lnTo>
                    <a:pt x="324" y="336"/>
                  </a:lnTo>
                  <a:lnTo>
                    <a:pt x="332" y="335"/>
                  </a:lnTo>
                  <a:lnTo>
                    <a:pt x="332" y="336"/>
                  </a:lnTo>
                  <a:lnTo>
                    <a:pt x="332" y="337"/>
                  </a:lnTo>
                  <a:lnTo>
                    <a:pt x="332" y="338"/>
                  </a:lnTo>
                  <a:lnTo>
                    <a:pt x="337" y="342"/>
                  </a:lnTo>
                  <a:lnTo>
                    <a:pt x="362" y="341"/>
                  </a:lnTo>
                  <a:lnTo>
                    <a:pt x="362" y="340"/>
                  </a:lnTo>
                  <a:lnTo>
                    <a:pt x="367" y="337"/>
                  </a:lnTo>
                  <a:lnTo>
                    <a:pt x="373" y="337"/>
                  </a:lnTo>
                  <a:lnTo>
                    <a:pt x="384" y="332"/>
                  </a:lnTo>
                  <a:lnTo>
                    <a:pt x="385" y="333"/>
                  </a:lnTo>
                  <a:lnTo>
                    <a:pt x="390" y="332"/>
                  </a:lnTo>
                  <a:lnTo>
                    <a:pt x="390" y="332"/>
                  </a:lnTo>
                  <a:lnTo>
                    <a:pt x="392" y="332"/>
                  </a:lnTo>
                  <a:lnTo>
                    <a:pt x="399" y="329"/>
                  </a:lnTo>
                  <a:lnTo>
                    <a:pt x="401" y="329"/>
                  </a:lnTo>
                  <a:lnTo>
                    <a:pt x="424" y="328"/>
                  </a:lnTo>
                  <a:lnTo>
                    <a:pt x="488" y="268"/>
                  </a:lnTo>
                  <a:lnTo>
                    <a:pt x="491" y="260"/>
                  </a:lnTo>
                  <a:lnTo>
                    <a:pt x="491" y="257"/>
                  </a:lnTo>
                  <a:lnTo>
                    <a:pt x="463" y="235"/>
                  </a:lnTo>
                  <a:lnTo>
                    <a:pt x="469" y="230"/>
                  </a:lnTo>
                  <a:lnTo>
                    <a:pt x="473" y="224"/>
                  </a:lnTo>
                  <a:lnTo>
                    <a:pt x="473" y="222"/>
                  </a:lnTo>
                  <a:lnTo>
                    <a:pt x="464" y="213"/>
                  </a:lnTo>
                  <a:lnTo>
                    <a:pt x="464" y="209"/>
                  </a:lnTo>
                  <a:lnTo>
                    <a:pt x="465" y="207"/>
                  </a:lnTo>
                  <a:lnTo>
                    <a:pt x="465" y="205"/>
                  </a:lnTo>
                  <a:lnTo>
                    <a:pt x="458" y="201"/>
                  </a:lnTo>
                  <a:lnTo>
                    <a:pt x="456" y="197"/>
                  </a:lnTo>
                  <a:lnTo>
                    <a:pt x="459" y="193"/>
                  </a:lnTo>
                  <a:lnTo>
                    <a:pt x="459" y="192"/>
                  </a:lnTo>
                  <a:lnTo>
                    <a:pt x="458" y="191"/>
                  </a:lnTo>
                  <a:lnTo>
                    <a:pt x="460" y="177"/>
                  </a:lnTo>
                  <a:lnTo>
                    <a:pt x="466" y="176"/>
                  </a:lnTo>
                  <a:lnTo>
                    <a:pt x="466" y="170"/>
                  </a:lnTo>
                  <a:lnTo>
                    <a:pt x="446" y="139"/>
                  </a:lnTo>
                  <a:lnTo>
                    <a:pt x="446" y="137"/>
                  </a:lnTo>
                  <a:lnTo>
                    <a:pt x="462" y="118"/>
                  </a:lnTo>
                  <a:lnTo>
                    <a:pt x="463" y="115"/>
                  </a:lnTo>
                  <a:lnTo>
                    <a:pt x="462" y="114"/>
                  </a:lnTo>
                  <a:lnTo>
                    <a:pt x="448" y="100"/>
                  </a:lnTo>
                  <a:lnTo>
                    <a:pt x="444" y="99"/>
                  </a:lnTo>
                  <a:lnTo>
                    <a:pt x="438" y="92"/>
                  </a:lnTo>
                  <a:lnTo>
                    <a:pt x="436" y="88"/>
                  </a:lnTo>
                  <a:lnTo>
                    <a:pt x="436" y="86"/>
                  </a:lnTo>
                  <a:lnTo>
                    <a:pt x="439" y="82"/>
                  </a:lnTo>
                  <a:lnTo>
                    <a:pt x="439" y="76"/>
                  </a:lnTo>
                  <a:lnTo>
                    <a:pt x="438" y="74"/>
                  </a:lnTo>
                  <a:lnTo>
                    <a:pt x="439" y="72"/>
                  </a:lnTo>
                  <a:lnTo>
                    <a:pt x="441" y="72"/>
                  </a:lnTo>
                  <a:lnTo>
                    <a:pt x="443" y="69"/>
                  </a:lnTo>
                  <a:lnTo>
                    <a:pt x="447" y="69"/>
                  </a:lnTo>
                  <a:lnTo>
                    <a:pt x="452" y="65"/>
                  </a:lnTo>
                  <a:lnTo>
                    <a:pt x="454" y="60"/>
                  </a:lnTo>
                  <a:lnTo>
                    <a:pt x="456" y="60"/>
                  </a:lnTo>
                  <a:lnTo>
                    <a:pt x="457" y="59"/>
                  </a:lnTo>
                  <a:lnTo>
                    <a:pt x="462" y="59"/>
                  </a:lnTo>
                  <a:lnTo>
                    <a:pt x="467" y="52"/>
                  </a:lnTo>
                  <a:lnTo>
                    <a:pt x="470" y="50"/>
                  </a:lnTo>
                  <a:lnTo>
                    <a:pt x="474" y="54"/>
                  </a:lnTo>
                  <a:lnTo>
                    <a:pt x="479" y="54"/>
                  </a:lnTo>
                  <a:lnTo>
                    <a:pt x="480" y="53"/>
                  </a:lnTo>
                  <a:lnTo>
                    <a:pt x="479" y="48"/>
                  </a:lnTo>
                  <a:lnTo>
                    <a:pt x="482" y="46"/>
                  </a:lnTo>
                  <a:lnTo>
                    <a:pt x="479" y="43"/>
                  </a:lnTo>
                  <a:lnTo>
                    <a:pt x="477" y="45"/>
                  </a:lnTo>
                  <a:lnTo>
                    <a:pt x="473" y="46"/>
                  </a:lnTo>
                  <a:lnTo>
                    <a:pt x="470" y="43"/>
                  </a:lnTo>
                  <a:lnTo>
                    <a:pt x="468" y="45"/>
                  </a:lnTo>
                  <a:lnTo>
                    <a:pt x="459" y="45"/>
                  </a:lnTo>
                  <a:lnTo>
                    <a:pt x="459" y="43"/>
                  </a:lnTo>
                  <a:lnTo>
                    <a:pt x="455" y="39"/>
                  </a:lnTo>
                  <a:lnTo>
                    <a:pt x="453" y="39"/>
                  </a:lnTo>
                  <a:lnTo>
                    <a:pt x="450" y="36"/>
                  </a:lnTo>
                  <a:lnTo>
                    <a:pt x="447" y="36"/>
                  </a:lnTo>
                  <a:lnTo>
                    <a:pt x="442" y="34"/>
                  </a:lnTo>
                  <a:lnTo>
                    <a:pt x="447" y="33"/>
                  </a:lnTo>
                  <a:lnTo>
                    <a:pt x="451" y="35"/>
                  </a:lnTo>
                  <a:lnTo>
                    <a:pt x="468" y="35"/>
                  </a:lnTo>
                  <a:lnTo>
                    <a:pt x="474" y="29"/>
                  </a:lnTo>
                  <a:lnTo>
                    <a:pt x="477" y="29"/>
                  </a:lnTo>
                  <a:lnTo>
                    <a:pt x="481" y="27"/>
                  </a:lnTo>
                  <a:lnTo>
                    <a:pt x="483" y="27"/>
                  </a:lnTo>
                  <a:lnTo>
                    <a:pt x="481" y="25"/>
                  </a:lnTo>
                  <a:lnTo>
                    <a:pt x="481" y="21"/>
                  </a:lnTo>
                  <a:lnTo>
                    <a:pt x="471" y="19"/>
                  </a:lnTo>
                  <a:lnTo>
                    <a:pt x="465" y="14"/>
                  </a:lnTo>
                  <a:lnTo>
                    <a:pt x="452" y="14"/>
                  </a:lnTo>
                  <a:lnTo>
                    <a:pt x="453" y="12"/>
                  </a:lnTo>
                  <a:lnTo>
                    <a:pt x="450" y="9"/>
                  </a:lnTo>
                  <a:lnTo>
                    <a:pt x="441" y="9"/>
                  </a:lnTo>
                  <a:lnTo>
                    <a:pt x="436" y="13"/>
                  </a:lnTo>
                  <a:lnTo>
                    <a:pt x="436" y="16"/>
                  </a:lnTo>
                  <a:lnTo>
                    <a:pt x="432" y="25"/>
                  </a:lnTo>
                  <a:lnTo>
                    <a:pt x="432" y="22"/>
                  </a:lnTo>
                  <a:lnTo>
                    <a:pt x="430" y="21"/>
                  </a:lnTo>
                  <a:lnTo>
                    <a:pt x="430" y="18"/>
                  </a:lnTo>
                  <a:lnTo>
                    <a:pt x="428" y="17"/>
                  </a:lnTo>
                  <a:lnTo>
                    <a:pt x="430" y="15"/>
                  </a:lnTo>
                  <a:lnTo>
                    <a:pt x="429" y="14"/>
                  </a:lnTo>
                  <a:lnTo>
                    <a:pt x="426" y="14"/>
                  </a:lnTo>
                  <a:lnTo>
                    <a:pt x="426" y="12"/>
                  </a:lnTo>
                  <a:lnTo>
                    <a:pt x="430" y="9"/>
                  </a:lnTo>
                  <a:lnTo>
                    <a:pt x="436" y="7"/>
                  </a:lnTo>
                  <a:lnTo>
                    <a:pt x="434" y="6"/>
                  </a:lnTo>
                  <a:lnTo>
                    <a:pt x="434" y="4"/>
                  </a:lnTo>
                  <a:lnTo>
                    <a:pt x="432" y="4"/>
                  </a:lnTo>
                  <a:lnTo>
                    <a:pt x="432" y="1"/>
                  </a:lnTo>
                  <a:lnTo>
                    <a:pt x="428" y="1"/>
                  </a:lnTo>
                  <a:lnTo>
                    <a:pt x="425" y="2"/>
                  </a:lnTo>
                  <a:lnTo>
                    <a:pt x="419" y="2"/>
                  </a:lnTo>
                  <a:lnTo>
                    <a:pt x="417" y="3"/>
                  </a:lnTo>
                  <a:lnTo>
                    <a:pt x="415" y="5"/>
                  </a:lnTo>
                  <a:lnTo>
                    <a:pt x="415" y="7"/>
                  </a:lnTo>
                  <a:lnTo>
                    <a:pt x="416" y="11"/>
                  </a:lnTo>
                  <a:lnTo>
                    <a:pt x="412" y="15"/>
                  </a:lnTo>
                  <a:lnTo>
                    <a:pt x="410" y="19"/>
                  </a:lnTo>
                  <a:lnTo>
                    <a:pt x="410" y="21"/>
                  </a:lnTo>
                  <a:lnTo>
                    <a:pt x="408" y="21"/>
                  </a:lnTo>
                  <a:lnTo>
                    <a:pt x="407" y="21"/>
                  </a:lnTo>
                  <a:lnTo>
                    <a:pt x="406" y="21"/>
                  </a:lnTo>
                  <a:lnTo>
                    <a:pt x="402" y="24"/>
                  </a:lnTo>
                  <a:lnTo>
                    <a:pt x="400" y="24"/>
                  </a:lnTo>
                  <a:lnTo>
                    <a:pt x="400" y="16"/>
                  </a:lnTo>
                  <a:lnTo>
                    <a:pt x="401" y="14"/>
                  </a:lnTo>
                  <a:lnTo>
                    <a:pt x="402" y="5"/>
                  </a:lnTo>
                  <a:lnTo>
                    <a:pt x="400" y="7"/>
                  </a:lnTo>
                  <a:lnTo>
                    <a:pt x="398" y="7"/>
                  </a:lnTo>
                  <a:lnTo>
                    <a:pt x="395" y="10"/>
                  </a:lnTo>
                  <a:lnTo>
                    <a:pt x="393" y="10"/>
                  </a:lnTo>
                  <a:lnTo>
                    <a:pt x="380" y="23"/>
                  </a:lnTo>
                  <a:lnTo>
                    <a:pt x="378" y="31"/>
                  </a:lnTo>
                  <a:lnTo>
                    <a:pt x="377" y="32"/>
                  </a:lnTo>
                  <a:lnTo>
                    <a:pt x="373" y="32"/>
                  </a:lnTo>
                  <a:lnTo>
                    <a:pt x="372" y="31"/>
                  </a:lnTo>
                  <a:lnTo>
                    <a:pt x="371" y="29"/>
                  </a:lnTo>
                  <a:lnTo>
                    <a:pt x="373" y="27"/>
                  </a:lnTo>
                  <a:lnTo>
                    <a:pt x="373" y="23"/>
                  </a:lnTo>
                  <a:lnTo>
                    <a:pt x="374" y="22"/>
                  </a:lnTo>
                  <a:lnTo>
                    <a:pt x="373" y="20"/>
                  </a:lnTo>
                  <a:lnTo>
                    <a:pt x="376" y="19"/>
                  </a:lnTo>
                  <a:lnTo>
                    <a:pt x="383" y="12"/>
                  </a:lnTo>
                  <a:lnTo>
                    <a:pt x="384" y="12"/>
                  </a:lnTo>
                  <a:lnTo>
                    <a:pt x="387" y="6"/>
                  </a:lnTo>
                  <a:lnTo>
                    <a:pt x="393" y="6"/>
                  </a:lnTo>
                  <a:lnTo>
                    <a:pt x="387" y="0"/>
                  </a:lnTo>
                  <a:lnTo>
                    <a:pt x="382" y="0"/>
                  </a:lnTo>
                  <a:lnTo>
                    <a:pt x="380" y="3"/>
                  </a:lnTo>
                  <a:lnTo>
                    <a:pt x="383" y="5"/>
                  </a:lnTo>
                  <a:lnTo>
                    <a:pt x="379" y="6"/>
                  </a:lnTo>
                  <a:lnTo>
                    <a:pt x="377" y="8"/>
                  </a:lnTo>
                  <a:lnTo>
                    <a:pt x="375" y="8"/>
                  </a:lnTo>
                  <a:lnTo>
                    <a:pt x="372" y="6"/>
                  </a:lnTo>
                  <a:lnTo>
                    <a:pt x="372" y="5"/>
                  </a:lnTo>
                  <a:lnTo>
                    <a:pt x="369" y="5"/>
                  </a:lnTo>
                  <a:lnTo>
                    <a:pt x="363" y="7"/>
                  </a:lnTo>
                  <a:lnTo>
                    <a:pt x="363" y="9"/>
                  </a:lnTo>
                  <a:lnTo>
                    <a:pt x="362" y="12"/>
                  </a:lnTo>
                  <a:lnTo>
                    <a:pt x="363" y="12"/>
                  </a:lnTo>
                  <a:lnTo>
                    <a:pt x="363" y="16"/>
                  </a:lnTo>
                  <a:lnTo>
                    <a:pt x="357" y="16"/>
                  </a:lnTo>
                  <a:lnTo>
                    <a:pt x="357" y="21"/>
                  </a:lnTo>
                  <a:lnTo>
                    <a:pt x="348" y="22"/>
                  </a:lnTo>
                  <a:lnTo>
                    <a:pt x="346" y="23"/>
                  </a:lnTo>
                  <a:lnTo>
                    <a:pt x="345" y="27"/>
                  </a:lnTo>
                  <a:lnTo>
                    <a:pt x="338" y="31"/>
                  </a:lnTo>
                  <a:lnTo>
                    <a:pt x="338" y="33"/>
                  </a:lnTo>
                  <a:lnTo>
                    <a:pt x="340" y="35"/>
                  </a:lnTo>
                  <a:lnTo>
                    <a:pt x="336" y="37"/>
                  </a:lnTo>
                  <a:lnTo>
                    <a:pt x="332" y="34"/>
                  </a:lnTo>
                  <a:lnTo>
                    <a:pt x="332" y="30"/>
                  </a:lnTo>
                  <a:lnTo>
                    <a:pt x="330" y="29"/>
                  </a:lnTo>
                  <a:lnTo>
                    <a:pt x="330" y="25"/>
                  </a:lnTo>
                  <a:lnTo>
                    <a:pt x="326" y="28"/>
                  </a:lnTo>
                  <a:lnTo>
                    <a:pt x="324" y="29"/>
                  </a:lnTo>
                  <a:lnTo>
                    <a:pt x="321" y="31"/>
                  </a:lnTo>
                  <a:lnTo>
                    <a:pt x="316" y="29"/>
                  </a:lnTo>
                  <a:lnTo>
                    <a:pt x="313" y="30"/>
                  </a:lnTo>
                  <a:lnTo>
                    <a:pt x="309" y="28"/>
                  </a:lnTo>
                  <a:lnTo>
                    <a:pt x="303" y="28"/>
                  </a:lnTo>
                  <a:lnTo>
                    <a:pt x="303" y="30"/>
                  </a:lnTo>
                  <a:lnTo>
                    <a:pt x="307" y="32"/>
                  </a:lnTo>
                  <a:lnTo>
                    <a:pt x="311" y="35"/>
                  </a:lnTo>
                  <a:lnTo>
                    <a:pt x="314" y="36"/>
                  </a:lnTo>
                  <a:lnTo>
                    <a:pt x="314" y="38"/>
                  </a:lnTo>
                  <a:lnTo>
                    <a:pt x="312" y="41"/>
                  </a:lnTo>
                  <a:lnTo>
                    <a:pt x="312" y="40"/>
                  </a:lnTo>
                  <a:lnTo>
                    <a:pt x="307" y="40"/>
                  </a:lnTo>
                  <a:lnTo>
                    <a:pt x="304" y="37"/>
                  </a:lnTo>
                  <a:lnTo>
                    <a:pt x="301" y="38"/>
                  </a:lnTo>
                  <a:lnTo>
                    <a:pt x="300" y="43"/>
                  </a:lnTo>
                  <a:lnTo>
                    <a:pt x="297" y="43"/>
                  </a:lnTo>
                  <a:lnTo>
                    <a:pt x="295" y="41"/>
                  </a:lnTo>
                  <a:lnTo>
                    <a:pt x="289" y="48"/>
                  </a:lnTo>
                  <a:lnTo>
                    <a:pt x="291" y="51"/>
                  </a:lnTo>
                  <a:lnTo>
                    <a:pt x="289" y="51"/>
                  </a:lnTo>
                  <a:lnTo>
                    <a:pt x="277" y="59"/>
                  </a:lnTo>
                  <a:lnTo>
                    <a:pt x="281" y="56"/>
                  </a:lnTo>
                  <a:lnTo>
                    <a:pt x="281" y="54"/>
                  </a:lnTo>
                  <a:lnTo>
                    <a:pt x="283" y="52"/>
                  </a:lnTo>
                  <a:lnTo>
                    <a:pt x="283" y="49"/>
                  </a:lnTo>
                  <a:lnTo>
                    <a:pt x="285" y="48"/>
                  </a:lnTo>
                  <a:lnTo>
                    <a:pt x="285" y="41"/>
                  </a:lnTo>
                  <a:lnTo>
                    <a:pt x="275" y="46"/>
                  </a:lnTo>
                  <a:lnTo>
                    <a:pt x="274" y="49"/>
                  </a:lnTo>
                  <a:lnTo>
                    <a:pt x="275" y="50"/>
                  </a:lnTo>
                  <a:lnTo>
                    <a:pt x="272" y="55"/>
                  </a:lnTo>
                  <a:lnTo>
                    <a:pt x="269" y="56"/>
                  </a:lnTo>
                  <a:lnTo>
                    <a:pt x="270" y="55"/>
                  </a:lnTo>
                  <a:lnTo>
                    <a:pt x="272" y="46"/>
                  </a:lnTo>
                  <a:lnTo>
                    <a:pt x="262" y="46"/>
                  </a:lnTo>
                  <a:lnTo>
                    <a:pt x="260" y="48"/>
                  </a:lnTo>
                  <a:lnTo>
                    <a:pt x="259" y="52"/>
                  </a:lnTo>
                  <a:lnTo>
                    <a:pt x="259" y="55"/>
                  </a:lnTo>
                  <a:lnTo>
                    <a:pt x="263" y="59"/>
                  </a:lnTo>
                  <a:lnTo>
                    <a:pt x="260" y="59"/>
                  </a:lnTo>
                  <a:lnTo>
                    <a:pt x="257" y="55"/>
                  </a:lnTo>
                  <a:lnTo>
                    <a:pt x="255" y="52"/>
                  </a:lnTo>
                  <a:lnTo>
                    <a:pt x="255" y="46"/>
                  </a:lnTo>
                  <a:lnTo>
                    <a:pt x="250" y="46"/>
                  </a:lnTo>
                  <a:lnTo>
                    <a:pt x="247" y="49"/>
                  </a:lnTo>
                  <a:lnTo>
                    <a:pt x="247" y="52"/>
                  </a:lnTo>
                  <a:lnTo>
                    <a:pt x="251" y="55"/>
                  </a:lnTo>
                  <a:lnTo>
                    <a:pt x="251" y="56"/>
                  </a:lnTo>
                  <a:lnTo>
                    <a:pt x="254" y="60"/>
                  </a:lnTo>
                  <a:lnTo>
                    <a:pt x="251" y="60"/>
                  </a:lnTo>
                  <a:lnTo>
                    <a:pt x="249" y="62"/>
                  </a:lnTo>
                  <a:lnTo>
                    <a:pt x="242" y="55"/>
                  </a:lnTo>
                  <a:lnTo>
                    <a:pt x="239" y="55"/>
                  </a:lnTo>
                  <a:lnTo>
                    <a:pt x="239" y="53"/>
                  </a:lnTo>
                  <a:lnTo>
                    <a:pt x="240" y="50"/>
                  </a:lnTo>
                  <a:lnTo>
                    <a:pt x="233" y="52"/>
                  </a:lnTo>
                  <a:lnTo>
                    <a:pt x="231" y="55"/>
                  </a:lnTo>
                  <a:lnTo>
                    <a:pt x="228" y="55"/>
                  </a:lnTo>
                  <a:lnTo>
                    <a:pt x="225" y="58"/>
                  </a:lnTo>
                  <a:lnTo>
                    <a:pt x="220" y="60"/>
                  </a:lnTo>
                  <a:lnTo>
                    <a:pt x="224" y="64"/>
                  </a:lnTo>
                  <a:lnTo>
                    <a:pt x="222" y="66"/>
                  </a:lnTo>
                  <a:lnTo>
                    <a:pt x="224" y="68"/>
                  </a:lnTo>
                  <a:lnTo>
                    <a:pt x="229" y="68"/>
                  </a:lnTo>
                  <a:lnTo>
                    <a:pt x="232" y="65"/>
                  </a:lnTo>
                  <a:lnTo>
                    <a:pt x="236" y="67"/>
                  </a:lnTo>
                  <a:lnTo>
                    <a:pt x="232" y="70"/>
                  </a:lnTo>
                  <a:lnTo>
                    <a:pt x="232" y="74"/>
                  </a:lnTo>
                  <a:lnTo>
                    <a:pt x="234" y="76"/>
                  </a:lnTo>
                  <a:lnTo>
                    <a:pt x="234" y="78"/>
                  </a:lnTo>
                  <a:lnTo>
                    <a:pt x="232" y="80"/>
                  </a:lnTo>
                  <a:lnTo>
                    <a:pt x="226" y="78"/>
                  </a:lnTo>
                  <a:lnTo>
                    <a:pt x="223" y="80"/>
                  </a:lnTo>
                  <a:lnTo>
                    <a:pt x="218" y="83"/>
                  </a:lnTo>
                  <a:lnTo>
                    <a:pt x="216" y="85"/>
                  </a:lnTo>
                  <a:lnTo>
                    <a:pt x="218" y="88"/>
                  </a:lnTo>
                  <a:lnTo>
                    <a:pt x="226" y="89"/>
                  </a:lnTo>
                  <a:lnTo>
                    <a:pt x="227" y="88"/>
                  </a:lnTo>
                  <a:lnTo>
                    <a:pt x="233" y="88"/>
                  </a:lnTo>
                  <a:lnTo>
                    <a:pt x="229" y="91"/>
                  </a:lnTo>
                  <a:lnTo>
                    <a:pt x="228" y="91"/>
                  </a:lnTo>
                  <a:lnTo>
                    <a:pt x="227" y="93"/>
                  </a:lnTo>
                  <a:lnTo>
                    <a:pt x="227" y="94"/>
                  </a:lnTo>
                  <a:lnTo>
                    <a:pt x="224" y="92"/>
                  </a:lnTo>
                  <a:lnTo>
                    <a:pt x="220" y="92"/>
                  </a:lnTo>
                  <a:lnTo>
                    <a:pt x="213" y="90"/>
                  </a:lnTo>
                  <a:lnTo>
                    <a:pt x="213" y="93"/>
                  </a:lnTo>
                  <a:lnTo>
                    <a:pt x="215" y="95"/>
                  </a:lnTo>
                  <a:lnTo>
                    <a:pt x="210" y="102"/>
                  </a:lnTo>
                  <a:lnTo>
                    <a:pt x="210" y="105"/>
                  </a:lnTo>
                  <a:lnTo>
                    <a:pt x="207" y="106"/>
                  </a:lnTo>
                  <a:lnTo>
                    <a:pt x="205" y="104"/>
                  </a:lnTo>
                  <a:lnTo>
                    <a:pt x="205" y="98"/>
                  </a:lnTo>
                  <a:lnTo>
                    <a:pt x="201" y="98"/>
                  </a:lnTo>
                  <a:lnTo>
                    <a:pt x="197" y="102"/>
                  </a:lnTo>
                  <a:lnTo>
                    <a:pt x="201" y="106"/>
                  </a:lnTo>
                  <a:lnTo>
                    <a:pt x="198" y="107"/>
                  </a:lnTo>
                  <a:lnTo>
                    <a:pt x="194" y="107"/>
                  </a:lnTo>
                  <a:lnTo>
                    <a:pt x="190" y="105"/>
                  </a:lnTo>
                  <a:lnTo>
                    <a:pt x="187" y="106"/>
                  </a:lnTo>
                  <a:lnTo>
                    <a:pt x="186" y="107"/>
                  </a:lnTo>
                  <a:lnTo>
                    <a:pt x="185" y="110"/>
                  </a:lnTo>
                  <a:lnTo>
                    <a:pt x="182" y="113"/>
                  </a:lnTo>
                  <a:lnTo>
                    <a:pt x="188" y="113"/>
                  </a:lnTo>
                  <a:lnTo>
                    <a:pt x="190" y="111"/>
                  </a:lnTo>
                  <a:lnTo>
                    <a:pt x="196" y="112"/>
                  </a:lnTo>
                  <a:lnTo>
                    <a:pt x="198" y="114"/>
                  </a:lnTo>
                  <a:lnTo>
                    <a:pt x="196" y="115"/>
                  </a:lnTo>
                  <a:lnTo>
                    <a:pt x="192" y="115"/>
                  </a:lnTo>
                  <a:lnTo>
                    <a:pt x="190" y="116"/>
                  </a:lnTo>
                  <a:lnTo>
                    <a:pt x="194" y="120"/>
                  </a:lnTo>
                  <a:lnTo>
                    <a:pt x="196" y="120"/>
                  </a:lnTo>
                  <a:lnTo>
                    <a:pt x="198" y="122"/>
                  </a:lnTo>
                  <a:lnTo>
                    <a:pt x="190" y="122"/>
                  </a:lnTo>
                  <a:lnTo>
                    <a:pt x="185" y="120"/>
                  </a:lnTo>
                  <a:lnTo>
                    <a:pt x="184" y="121"/>
                  </a:lnTo>
                  <a:lnTo>
                    <a:pt x="175" y="124"/>
                  </a:lnTo>
                  <a:lnTo>
                    <a:pt x="180" y="127"/>
                  </a:lnTo>
                  <a:lnTo>
                    <a:pt x="200" y="127"/>
                  </a:lnTo>
                  <a:lnTo>
                    <a:pt x="191" y="131"/>
                  </a:lnTo>
                  <a:lnTo>
                    <a:pt x="189" y="131"/>
                  </a:lnTo>
                  <a:lnTo>
                    <a:pt x="185" y="129"/>
                  </a:lnTo>
                  <a:lnTo>
                    <a:pt x="178" y="129"/>
                  </a:lnTo>
                  <a:lnTo>
                    <a:pt x="173" y="134"/>
                  </a:lnTo>
                  <a:lnTo>
                    <a:pt x="168" y="135"/>
                  </a:lnTo>
                  <a:lnTo>
                    <a:pt x="160" y="141"/>
                  </a:lnTo>
                  <a:lnTo>
                    <a:pt x="161" y="142"/>
                  </a:lnTo>
                  <a:lnTo>
                    <a:pt x="156" y="147"/>
                  </a:lnTo>
                  <a:lnTo>
                    <a:pt x="157" y="150"/>
                  </a:lnTo>
                  <a:lnTo>
                    <a:pt x="154" y="153"/>
                  </a:lnTo>
                  <a:lnTo>
                    <a:pt x="151" y="153"/>
                  </a:lnTo>
                  <a:lnTo>
                    <a:pt x="150" y="155"/>
                  </a:lnTo>
                  <a:lnTo>
                    <a:pt x="153" y="158"/>
                  </a:lnTo>
                  <a:lnTo>
                    <a:pt x="165" y="157"/>
                  </a:lnTo>
                  <a:lnTo>
                    <a:pt x="160" y="161"/>
                  </a:lnTo>
                  <a:lnTo>
                    <a:pt x="149" y="162"/>
                  </a:lnTo>
                  <a:lnTo>
                    <a:pt x="150" y="170"/>
                  </a:lnTo>
                  <a:lnTo>
                    <a:pt x="149" y="169"/>
                  </a:lnTo>
                  <a:lnTo>
                    <a:pt x="145" y="169"/>
                  </a:lnTo>
                  <a:lnTo>
                    <a:pt x="142" y="171"/>
                  </a:lnTo>
                  <a:lnTo>
                    <a:pt x="142" y="173"/>
                  </a:lnTo>
                  <a:lnTo>
                    <a:pt x="140" y="175"/>
                  </a:lnTo>
                  <a:lnTo>
                    <a:pt x="138" y="175"/>
                  </a:lnTo>
                  <a:lnTo>
                    <a:pt x="137" y="177"/>
                  </a:lnTo>
                  <a:lnTo>
                    <a:pt x="138" y="180"/>
                  </a:lnTo>
                  <a:lnTo>
                    <a:pt x="140" y="180"/>
                  </a:lnTo>
                  <a:lnTo>
                    <a:pt x="141" y="184"/>
                  </a:lnTo>
                  <a:lnTo>
                    <a:pt x="139" y="184"/>
                  </a:lnTo>
                  <a:lnTo>
                    <a:pt x="136" y="183"/>
                  </a:lnTo>
                  <a:lnTo>
                    <a:pt x="135" y="183"/>
                  </a:lnTo>
                  <a:lnTo>
                    <a:pt x="131" y="186"/>
                  </a:lnTo>
                  <a:lnTo>
                    <a:pt x="134" y="188"/>
                  </a:lnTo>
                  <a:lnTo>
                    <a:pt x="137" y="188"/>
                  </a:lnTo>
                  <a:lnTo>
                    <a:pt x="137" y="191"/>
                  </a:lnTo>
                  <a:lnTo>
                    <a:pt x="139" y="191"/>
                  </a:lnTo>
                  <a:lnTo>
                    <a:pt x="144" y="189"/>
                  </a:lnTo>
                  <a:lnTo>
                    <a:pt x="138" y="196"/>
                  </a:lnTo>
                  <a:lnTo>
                    <a:pt x="124" y="196"/>
                  </a:lnTo>
                  <a:lnTo>
                    <a:pt x="124" y="200"/>
                  </a:lnTo>
                  <a:lnTo>
                    <a:pt x="126" y="202"/>
                  </a:lnTo>
                  <a:lnTo>
                    <a:pt x="122" y="203"/>
                  </a:lnTo>
                  <a:lnTo>
                    <a:pt x="120" y="205"/>
                  </a:lnTo>
                  <a:lnTo>
                    <a:pt x="120" y="207"/>
                  </a:lnTo>
                  <a:lnTo>
                    <a:pt x="123" y="210"/>
                  </a:lnTo>
                  <a:lnTo>
                    <a:pt x="120" y="213"/>
                  </a:lnTo>
                  <a:lnTo>
                    <a:pt x="120" y="215"/>
                  </a:lnTo>
                  <a:lnTo>
                    <a:pt x="116" y="215"/>
                  </a:lnTo>
                  <a:lnTo>
                    <a:pt x="114" y="213"/>
                  </a:lnTo>
                  <a:lnTo>
                    <a:pt x="107" y="213"/>
                  </a:lnTo>
                  <a:lnTo>
                    <a:pt x="106" y="215"/>
                  </a:lnTo>
                  <a:lnTo>
                    <a:pt x="103" y="216"/>
                  </a:lnTo>
                  <a:lnTo>
                    <a:pt x="102" y="218"/>
                  </a:lnTo>
                  <a:lnTo>
                    <a:pt x="100" y="221"/>
                  </a:lnTo>
                  <a:lnTo>
                    <a:pt x="97" y="221"/>
                  </a:lnTo>
                  <a:lnTo>
                    <a:pt x="95" y="223"/>
                  </a:lnTo>
                  <a:lnTo>
                    <a:pt x="96" y="226"/>
                  </a:lnTo>
                  <a:lnTo>
                    <a:pt x="96" y="228"/>
                  </a:lnTo>
                  <a:lnTo>
                    <a:pt x="93" y="228"/>
                  </a:lnTo>
                  <a:lnTo>
                    <a:pt x="88" y="233"/>
                  </a:lnTo>
                  <a:lnTo>
                    <a:pt x="90" y="235"/>
                  </a:lnTo>
                  <a:lnTo>
                    <a:pt x="89" y="236"/>
                  </a:lnTo>
                  <a:lnTo>
                    <a:pt x="90" y="240"/>
                  </a:lnTo>
                  <a:lnTo>
                    <a:pt x="93" y="241"/>
                  </a:lnTo>
                  <a:lnTo>
                    <a:pt x="94" y="239"/>
                  </a:lnTo>
                  <a:lnTo>
                    <a:pt x="97" y="239"/>
                  </a:lnTo>
                  <a:lnTo>
                    <a:pt x="99" y="237"/>
                  </a:lnTo>
                  <a:lnTo>
                    <a:pt x="101" y="237"/>
                  </a:lnTo>
                  <a:lnTo>
                    <a:pt x="104" y="236"/>
                  </a:lnTo>
                  <a:lnTo>
                    <a:pt x="106" y="236"/>
                  </a:lnTo>
                  <a:lnTo>
                    <a:pt x="109" y="233"/>
                  </a:lnTo>
                  <a:lnTo>
                    <a:pt x="105" y="230"/>
                  </a:lnTo>
                  <a:lnTo>
                    <a:pt x="109" y="230"/>
                  </a:lnTo>
                  <a:lnTo>
                    <a:pt x="115" y="225"/>
                  </a:lnTo>
                  <a:lnTo>
                    <a:pt x="119" y="225"/>
                  </a:lnTo>
                  <a:lnTo>
                    <a:pt x="118" y="228"/>
                  </a:lnTo>
                  <a:lnTo>
                    <a:pt x="115" y="229"/>
                  </a:lnTo>
                  <a:lnTo>
                    <a:pt x="112" y="232"/>
                  </a:lnTo>
                  <a:lnTo>
                    <a:pt x="115" y="234"/>
                  </a:lnTo>
                  <a:lnTo>
                    <a:pt x="115" y="235"/>
                  </a:lnTo>
                  <a:lnTo>
                    <a:pt x="110" y="235"/>
                  </a:lnTo>
                  <a:lnTo>
                    <a:pt x="106" y="239"/>
                  </a:lnTo>
                  <a:lnTo>
                    <a:pt x="107" y="240"/>
                  </a:lnTo>
                  <a:lnTo>
                    <a:pt x="108" y="242"/>
                  </a:lnTo>
                  <a:lnTo>
                    <a:pt x="107" y="244"/>
                  </a:lnTo>
                  <a:lnTo>
                    <a:pt x="95" y="243"/>
                  </a:lnTo>
                  <a:lnTo>
                    <a:pt x="94" y="246"/>
                  </a:lnTo>
                  <a:lnTo>
                    <a:pt x="93" y="247"/>
                  </a:lnTo>
                  <a:lnTo>
                    <a:pt x="89" y="248"/>
                  </a:lnTo>
                  <a:lnTo>
                    <a:pt x="89" y="243"/>
                  </a:lnTo>
                  <a:lnTo>
                    <a:pt x="86" y="240"/>
                  </a:lnTo>
                  <a:lnTo>
                    <a:pt x="83" y="239"/>
                  </a:lnTo>
                  <a:lnTo>
                    <a:pt x="75" y="248"/>
                  </a:lnTo>
                  <a:lnTo>
                    <a:pt x="75" y="244"/>
                  </a:lnTo>
                  <a:lnTo>
                    <a:pt x="74" y="245"/>
                  </a:lnTo>
                  <a:lnTo>
                    <a:pt x="68" y="245"/>
                  </a:lnTo>
                  <a:lnTo>
                    <a:pt x="66" y="249"/>
                  </a:lnTo>
                  <a:lnTo>
                    <a:pt x="66" y="252"/>
                  </a:lnTo>
                  <a:lnTo>
                    <a:pt x="64" y="252"/>
                  </a:lnTo>
                  <a:lnTo>
                    <a:pt x="62" y="254"/>
                  </a:lnTo>
                  <a:lnTo>
                    <a:pt x="68" y="260"/>
                  </a:lnTo>
                  <a:lnTo>
                    <a:pt x="63" y="259"/>
                  </a:lnTo>
                  <a:lnTo>
                    <a:pt x="60" y="259"/>
                  </a:lnTo>
                  <a:lnTo>
                    <a:pt x="58" y="256"/>
                  </a:lnTo>
                  <a:lnTo>
                    <a:pt x="56" y="256"/>
                  </a:lnTo>
                  <a:lnTo>
                    <a:pt x="62" y="263"/>
                  </a:lnTo>
                  <a:lnTo>
                    <a:pt x="62" y="265"/>
                  </a:lnTo>
                  <a:lnTo>
                    <a:pt x="57" y="261"/>
                  </a:lnTo>
                  <a:lnTo>
                    <a:pt x="55" y="261"/>
                  </a:lnTo>
                  <a:lnTo>
                    <a:pt x="52" y="258"/>
                  </a:lnTo>
                  <a:lnTo>
                    <a:pt x="52" y="256"/>
                  </a:lnTo>
                  <a:lnTo>
                    <a:pt x="49" y="256"/>
                  </a:lnTo>
                  <a:lnTo>
                    <a:pt x="47" y="257"/>
                  </a:lnTo>
                  <a:lnTo>
                    <a:pt x="37" y="257"/>
                  </a:lnTo>
                  <a:lnTo>
                    <a:pt x="36" y="260"/>
                  </a:lnTo>
                  <a:lnTo>
                    <a:pt x="39" y="263"/>
                  </a:lnTo>
                  <a:lnTo>
                    <a:pt x="43" y="263"/>
                  </a:lnTo>
                  <a:lnTo>
                    <a:pt x="48" y="265"/>
                  </a:lnTo>
                  <a:lnTo>
                    <a:pt x="45" y="268"/>
                  </a:lnTo>
                  <a:lnTo>
                    <a:pt x="39" y="268"/>
                  </a:lnTo>
                  <a:lnTo>
                    <a:pt x="34" y="267"/>
                  </a:lnTo>
                  <a:lnTo>
                    <a:pt x="26" y="268"/>
                  </a:lnTo>
                  <a:lnTo>
                    <a:pt x="31" y="271"/>
                  </a:lnTo>
                  <a:lnTo>
                    <a:pt x="34" y="271"/>
                  </a:lnTo>
                  <a:lnTo>
                    <a:pt x="40" y="279"/>
                  </a:lnTo>
                  <a:lnTo>
                    <a:pt x="38" y="280"/>
                  </a:lnTo>
                  <a:lnTo>
                    <a:pt x="38" y="278"/>
                  </a:lnTo>
                  <a:lnTo>
                    <a:pt x="26" y="272"/>
                  </a:lnTo>
                  <a:lnTo>
                    <a:pt x="28" y="274"/>
                  </a:lnTo>
                  <a:lnTo>
                    <a:pt x="25" y="274"/>
                  </a:lnTo>
                  <a:lnTo>
                    <a:pt x="25" y="278"/>
                  </a:lnTo>
                  <a:lnTo>
                    <a:pt x="24" y="277"/>
                  </a:lnTo>
                  <a:lnTo>
                    <a:pt x="19" y="276"/>
                  </a:lnTo>
                  <a:lnTo>
                    <a:pt x="17" y="278"/>
                  </a:lnTo>
                  <a:lnTo>
                    <a:pt x="21" y="283"/>
                  </a:lnTo>
                  <a:lnTo>
                    <a:pt x="10" y="282"/>
                  </a:lnTo>
                  <a:lnTo>
                    <a:pt x="7" y="286"/>
                  </a:lnTo>
                  <a:lnTo>
                    <a:pt x="14" y="289"/>
                  </a:lnTo>
                  <a:lnTo>
                    <a:pt x="16" y="291"/>
                  </a:lnTo>
                  <a:lnTo>
                    <a:pt x="0" y="292"/>
                  </a:lnTo>
                  <a:lnTo>
                    <a:pt x="0" y="295"/>
                  </a:lnTo>
                  <a:lnTo>
                    <a:pt x="5" y="3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2" name="Europe">
              <a:extLst>
                <a:ext uri="{FF2B5EF4-FFF2-40B4-BE49-F238E27FC236}">
                  <a16:creationId xmlns:a16="http://schemas.microsoft.com/office/drawing/2014/main" id="{BC27577F-5BBD-3FF9-D6A0-FC3F09082A57}"/>
                </a:ext>
              </a:extLst>
            </p:cNvPr>
            <p:cNvSpPr>
              <a:spLocks/>
            </p:cNvSpPr>
            <p:nvPr>
              <p:custDataLst>
                <p:tags r:id="rId130"/>
              </p:custDataLst>
            </p:nvPr>
          </p:nvSpPr>
          <p:spPr bwMode="auto">
            <a:xfrm>
              <a:off x="379" y="119"/>
              <a:ext cx="0" cy="8"/>
            </a:xfrm>
            <a:custGeom>
              <a:avLst/>
              <a:gdLst>
                <a:gd name="T0" fmla="*/ 1 w 1"/>
                <a:gd name="T1" fmla="*/ 23 h 23"/>
                <a:gd name="T2" fmla="*/ 1 w 1"/>
                <a:gd name="T3" fmla="*/ 0 h 23"/>
                <a:gd name="T4" fmla="*/ 0 w 1"/>
                <a:gd name="T5" fmla="*/ 1 h 23"/>
                <a:gd name="T6" fmla="*/ 1 w 1"/>
                <a:gd name="T7" fmla="*/ 23 h 23"/>
              </a:gdLst>
              <a:ahLst/>
              <a:cxnLst>
                <a:cxn ang="0">
                  <a:pos x="T0" y="T1"/>
                </a:cxn>
                <a:cxn ang="0">
                  <a:pos x="T2" y="T3"/>
                </a:cxn>
                <a:cxn ang="0">
                  <a:pos x="T4" y="T5"/>
                </a:cxn>
                <a:cxn ang="0">
                  <a:pos x="T6" y="T7"/>
                </a:cxn>
              </a:cxnLst>
              <a:rect l="0" t="0" r="r" b="b"/>
              <a:pathLst>
                <a:path w="1" h="23">
                  <a:moveTo>
                    <a:pt x="1" y="23"/>
                  </a:moveTo>
                  <a:lnTo>
                    <a:pt x="1" y="0"/>
                  </a:lnTo>
                  <a:lnTo>
                    <a:pt x="0" y="1"/>
                  </a:lnTo>
                  <a:lnTo>
                    <a:pt x="1"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3" name="Europe">
              <a:extLst>
                <a:ext uri="{FF2B5EF4-FFF2-40B4-BE49-F238E27FC236}">
                  <a16:creationId xmlns:a16="http://schemas.microsoft.com/office/drawing/2014/main" id="{4BF45B98-C9F1-7B8A-81C8-A7B0C2D6E192}"/>
                </a:ext>
              </a:extLst>
            </p:cNvPr>
            <p:cNvSpPr>
              <a:spLocks/>
            </p:cNvSpPr>
            <p:nvPr>
              <p:custDataLst>
                <p:tags r:id="rId131"/>
              </p:custDataLst>
            </p:nvPr>
          </p:nvSpPr>
          <p:spPr bwMode="auto">
            <a:xfrm>
              <a:off x="379" y="11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4" name="Europe">
              <a:extLst>
                <a:ext uri="{FF2B5EF4-FFF2-40B4-BE49-F238E27FC236}">
                  <a16:creationId xmlns:a16="http://schemas.microsoft.com/office/drawing/2014/main" id="{168F36AA-027F-471A-C163-5DB08EF609DC}"/>
                </a:ext>
              </a:extLst>
            </p:cNvPr>
            <p:cNvSpPr>
              <a:spLocks/>
            </p:cNvSpPr>
            <p:nvPr>
              <p:custDataLst>
                <p:tags r:id="rId132"/>
              </p:custDataLst>
            </p:nvPr>
          </p:nvSpPr>
          <p:spPr bwMode="auto">
            <a:xfrm>
              <a:off x="456" y="267"/>
              <a:ext cx="1" cy="0"/>
            </a:xfrm>
            <a:custGeom>
              <a:avLst/>
              <a:gdLst>
                <a:gd name="T0" fmla="*/ 1 w 3"/>
                <a:gd name="T1" fmla="*/ 2 h 2"/>
                <a:gd name="T2" fmla="*/ 3 w 3"/>
                <a:gd name="T3" fmla="*/ 0 h 2"/>
                <a:gd name="T4" fmla="*/ 0 w 3"/>
                <a:gd name="T5" fmla="*/ 2 h 2"/>
                <a:gd name="T6" fmla="*/ 1 w 3"/>
                <a:gd name="T7" fmla="*/ 2 h 2"/>
              </a:gdLst>
              <a:ahLst/>
              <a:cxnLst>
                <a:cxn ang="0">
                  <a:pos x="T0" y="T1"/>
                </a:cxn>
                <a:cxn ang="0">
                  <a:pos x="T2" y="T3"/>
                </a:cxn>
                <a:cxn ang="0">
                  <a:pos x="T4" y="T5"/>
                </a:cxn>
                <a:cxn ang="0">
                  <a:pos x="T6" y="T7"/>
                </a:cxn>
              </a:cxnLst>
              <a:rect l="0" t="0" r="r" b="b"/>
              <a:pathLst>
                <a:path w="3" h="2">
                  <a:moveTo>
                    <a:pt x="1" y="2"/>
                  </a:moveTo>
                  <a:lnTo>
                    <a:pt x="3" y="0"/>
                  </a:lnTo>
                  <a:lnTo>
                    <a:pt x="0" y="2"/>
                  </a:lnTo>
                  <a:lnTo>
                    <a:pt x="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5" name="Europe">
              <a:extLst>
                <a:ext uri="{FF2B5EF4-FFF2-40B4-BE49-F238E27FC236}">
                  <a16:creationId xmlns:a16="http://schemas.microsoft.com/office/drawing/2014/main" id="{991BAA53-5827-37C2-F707-F4064BE2C306}"/>
                </a:ext>
              </a:extLst>
            </p:cNvPr>
            <p:cNvSpPr>
              <a:spLocks/>
            </p:cNvSpPr>
            <p:nvPr>
              <p:custDataLst>
                <p:tags r:id="rId133"/>
              </p:custDataLst>
            </p:nvPr>
          </p:nvSpPr>
          <p:spPr bwMode="auto">
            <a:xfrm>
              <a:off x="438" y="110"/>
              <a:ext cx="25" cy="10"/>
            </a:xfrm>
            <a:custGeom>
              <a:avLst/>
              <a:gdLst>
                <a:gd name="T0" fmla="*/ 19 w 65"/>
                <a:gd name="T1" fmla="*/ 7 h 27"/>
                <a:gd name="T2" fmla="*/ 18 w 65"/>
                <a:gd name="T3" fmla="*/ 8 h 27"/>
                <a:gd name="T4" fmla="*/ 19 w 65"/>
                <a:gd name="T5" fmla="*/ 11 h 27"/>
                <a:gd name="T6" fmla="*/ 21 w 65"/>
                <a:gd name="T7" fmla="*/ 14 h 27"/>
                <a:gd name="T8" fmla="*/ 21 w 65"/>
                <a:gd name="T9" fmla="*/ 16 h 27"/>
                <a:gd name="T10" fmla="*/ 21 w 65"/>
                <a:gd name="T11" fmla="*/ 18 h 27"/>
                <a:gd name="T12" fmla="*/ 18 w 65"/>
                <a:gd name="T13" fmla="*/ 19 h 27"/>
                <a:gd name="T14" fmla="*/ 1 w 65"/>
                <a:gd name="T15" fmla="*/ 16 h 27"/>
                <a:gd name="T16" fmla="*/ 0 w 65"/>
                <a:gd name="T17" fmla="*/ 18 h 27"/>
                <a:gd name="T18" fmla="*/ 0 w 65"/>
                <a:gd name="T19" fmla="*/ 19 h 27"/>
                <a:gd name="T20" fmla="*/ 2 w 65"/>
                <a:gd name="T21" fmla="*/ 20 h 27"/>
                <a:gd name="T22" fmla="*/ 6 w 65"/>
                <a:gd name="T23" fmla="*/ 23 h 27"/>
                <a:gd name="T24" fmla="*/ 9 w 65"/>
                <a:gd name="T25" fmla="*/ 21 h 27"/>
                <a:gd name="T26" fmla="*/ 10 w 65"/>
                <a:gd name="T27" fmla="*/ 20 h 27"/>
                <a:gd name="T28" fmla="*/ 12 w 65"/>
                <a:gd name="T29" fmla="*/ 21 h 27"/>
                <a:gd name="T30" fmla="*/ 22 w 65"/>
                <a:gd name="T31" fmla="*/ 21 h 27"/>
                <a:gd name="T32" fmla="*/ 24 w 65"/>
                <a:gd name="T33" fmla="*/ 21 h 27"/>
                <a:gd name="T34" fmla="*/ 25 w 65"/>
                <a:gd name="T35" fmla="*/ 21 h 27"/>
                <a:gd name="T36" fmla="*/ 27 w 65"/>
                <a:gd name="T37" fmla="*/ 22 h 27"/>
                <a:gd name="T38" fmla="*/ 28 w 65"/>
                <a:gd name="T39" fmla="*/ 22 h 27"/>
                <a:gd name="T40" fmla="*/ 32 w 65"/>
                <a:gd name="T41" fmla="*/ 26 h 27"/>
                <a:gd name="T42" fmla="*/ 33 w 65"/>
                <a:gd name="T43" fmla="*/ 27 h 27"/>
                <a:gd name="T44" fmla="*/ 36 w 65"/>
                <a:gd name="T45" fmla="*/ 23 h 27"/>
                <a:gd name="T46" fmla="*/ 36 w 65"/>
                <a:gd name="T47" fmla="*/ 21 h 27"/>
                <a:gd name="T48" fmla="*/ 38 w 65"/>
                <a:gd name="T49" fmla="*/ 19 h 27"/>
                <a:gd name="T50" fmla="*/ 43 w 65"/>
                <a:gd name="T51" fmla="*/ 21 h 27"/>
                <a:gd name="T52" fmla="*/ 45 w 65"/>
                <a:gd name="T53" fmla="*/ 21 h 27"/>
                <a:gd name="T54" fmla="*/ 49 w 65"/>
                <a:gd name="T55" fmla="*/ 19 h 27"/>
                <a:gd name="T56" fmla="*/ 57 w 65"/>
                <a:gd name="T57" fmla="*/ 19 h 27"/>
                <a:gd name="T58" fmla="*/ 59 w 65"/>
                <a:gd name="T59" fmla="*/ 20 h 27"/>
                <a:gd name="T60" fmla="*/ 62 w 65"/>
                <a:gd name="T61" fmla="*/ 20 h 27"/>
                <a:gd name="T62" fmla="*/ 65 w 65"/>
                <a:gd name="T63" fmla="*/ 17 h 27"/>
                <a:gd name="T64" fmla="*/ 65 w 65"/>
                <a:gd name="T65" fmla="*/ 17 h 27"/>
                <a:gd name="T66" fmla="*/ 64 w 65"/>
                <a:gd name="T67" fmla="*/ 15 h 27"/>
                <a:gd name="T68" fmla="*/ 60 w 65"/>
                <a:gd name="T69" fmla="*/ 12 h 27"/>
                <a:gd name="T70" fmla="*/ 58 w 65"/>
                <a:gd name="T71" fmla="*/ 12 h 27"/>
                <a:gd name="T72" fmla="*/ 54 w 65"/>
                <a:gd name="T73" fmla="*/ 10 h 27"/>
                <a:gd name="T74" fmla="*/ 54 w 65"/>
                <a:gd name="T75" fmla="*/ 9 h 27"/>
                <a:gd name="T76" fmla="*/ 51 w 65"/>
                <a:gd name="T77" fmla="*/ 9 h 27"/>
                <a:gd name="T78" fmla="*/ 49 w 65"/>
                <a:gd name="T79" fmla="*/ 7 h 27"/>
                <a:gd name="T80" fmla="*/ 49 w 65"/>
                <a:gd name="T81" fmla="*/ 6 h 27"/>
                <a:gd name="T82" fmla="*/ 48 w 65"/>
                <a:gd name="T83" fmla="*/ 5 h 27"/>
                <a:gd name="T84" fmla="*/ 33 w 65"/>
                <a:gd name="T85" fmla="*/ 1 h 27"/>
                <a:gd name="T86" fmla="*/ 31 w 65"/>
                <a:gd name="T87" fmla="*/ 2 h 27"/>
                <a:gd name="T88" fmla="*/ 29 w 65"/>
                <a:gd name="T89" fmla="*/ 4 h 27"/>
                <a:gd name="T90" fmla="*/ 24 w 65"/>
                <a:gd name="T91" fmla="*/ 4 h 27"/>
                <a:gd name="T92" fmla="*/ 20 w 65"/>
                <a:gd name="T93" fmla="*/ 1 h 27"/>
                <a:gd name="T94" fmla="*/ 17 w 65"/>
                <a:gd name="T95" fmla="*/ 0 h 27"/>
                <a:gd name="T96" fmla="*/ 15 w 65"/>
                <a:gd name="T97" fmla="*/ 1 h 27"/>
                <a:gd name="T98" fmla="*/ 13 w 65"/>
                <a:gd name="T99" fmla="*/ 2 h 27"/>
                <a:gd name="T100" fmla="*/ 12 w 65"/>
                <a:gd name="T101" fmla="*/ 3 h 27"/>
                <a:gd name="T102" fmla="*/ 12 w 65"/>
                <a:gd name="T103" fmla="*/ 5 h 27"/>
                <a:gd name="T104" fmla="*/ 15 w 65"/>
                <a:gd name="T105" fmla="*/ 5 h 27"/>
                <a:gd name="T106" fmla="*/ 19 w 65"/>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27">
                  <a:moveTo>
                    <a:pt x="19" y="7"/>
                  </a:moveTo>
                  <a:lnTo>
                    <a:pt x="18" y="8"/>
                  </a:lnTo>
                  <a:lnTo>
                    <a:pt x="19" y="11"/>
                  </a:lnTo>
                  <a:lnTo>
                    <a:pt x="21" y="14"/>
                  </a:lnTo>
                  <a:lnTo>
                    <a:pt x="21" y="16"/>
                  </a:lnTo>
                  <a:lnTo>
                    <a:pt x="21" y="18"/>
                  </a:lnTo>
                  <a:lnTo>
                    <a:pt x="18" y="19"/>
                  </a:lnTo>
                  <a:lnTo>
                    <a:pt x="1" y="16"/>
                  </a:lnTo>
                  <a:lnTo>
                    <a:pt x="0" y="18"/>
                  </a:lnTo>
                  <a:lnTo>
                    <a:pt x="0" y="19"/>
                  </a:lnTo>
                  <a:lnTo>
                    <a:pt x="2" y="20"/>
                  </a:lnTo>
                  <a:lnTo>
                    <a:pt x="6" y="23"/>
                  </a:lnTo>
                  <a:lnTo>
                    <a:pt x="9" y="21"/>
                  </a:lnTo>
                  <a:lnTo>
                    <a:pt x="10" y="20"/>
                  </a:lnTo>
                  <a:lnTo>
                    <a:pt x="12" y="21"/>
                  </a:lnTo>
                  <a:lnTo>
                    <a:pt x="22" y="21"/>
                  </a:lnTo>
                  <a:lnTo>
                    <a:pt x="24" y="21"/>
                  </a:lnTo>
                  <a:lnTo>
                    <a:pt x="25" y="21"/>
                  </a:lnTo>
                  <a:lnTo>
                    <a:pt x="27" y="22"/>
                  </a:lnTo>
                  <a:lnTo>
                    <a:pt x="28" y="22"/>
                  </a:lnTo>
                  <a:lnTo>
                    <a:pt x="32" y="26"/>
                  </a:lnTo>
                  <a:lnTo>
                    <a:pt x="33" y="27"/>
                  </a:lnTo>
                  <a:lnTo>
                    <a:pt x="36" y="23"/>
                  </a:lnTo>
                  <a:lnTo>
                    <a:pt x="36" y="21"/>
                  </a:lnTo>
                  <a:lnTo>
                    <a:pt x="38" y="19"/>
                  </a:lnTo>
                  <a:lnTo>
                    <a:pt x="43" y="21"/>
                  </a:lnTo>
                  <a:lnTo>
                    <a:pt x="45" y="21"/>
                  </a:lnTo>
                  <a:lnTo>
                    <a:pt x="49" y="19"/>
                  </a:lnTo>
                  <a:lnTo>
                    <a:pt x="57" y="19"/>
                  </a:lnTo>
                  <a:lnTo>
                    <a:pt x="59" y="20"/>
                  </a:lnTo>
                  <a:lnTo>
                    <a:pt x="62" y="20"/>
                  </a:lnTo>
                  <a:lnTo>
                    <a:pt x="65" y="17"/>
                  </a:lnTo>
                  <a:lnTo>
                    <a:pt x="65" y="17"/>
                  </a:lnTo>
                  <a:lnTo>
                    <a:pt x="64" y="15"/>
                  </a:lnTo>
                  <a:lnTo>
                    <a:pt x="60" y="12"/>
                  </a:lnTo>
                  <a:lnTo>
                    <a:pt x="58" y="12"/>
                  </a:lnTo>
                  <a:lnTo>
                    <a:pt x="54" y="10"/>
                  </a:lnTo>
                  <a:lnTo>
                    <a:pt x="54" y="9"/>
                  </a:lnTo>
                  <a:lnTo>
                    <a:pt x="51" y="9"/>
                  </a:lnTo>
                  <a:lnTo>
                    <a:pt x="49" y="7"/>
                  </a:lnTo>
                  <a:lnTo>
                    <a:pt x="49" y="6"/>
                  </a:lnTo>
                  <a:lnTo>
                    <a:pt x="48" y="5"/>
                  </a:lnTo>
                  <a:lnTo>
                    <a:pt x="33" y="1"/>
                  </a:lnTo>
                  <a:lnTo>
                    <a:pt x="31" y="2"/>
                  </a:lnTo>
                  <a:lnTo>
                    <a:pt x="29" y="4"/>
                  </a:lnTo>
                  <a:lnTo>
                    <a:pt x="24" y="4"/>
                  </a:lnTo>
                  <a:lnTo>
                    <a:pt x="20" y="1"/>
                  </a:lnTo>
                  <a:lnTo>
                    <a:pt x="17" y="0"/>
                  </a:lnTo>
                  <a:lnTo>
                    <a:pt x="15" y="1"/>
                  </a:lnTo>
                  <a:lnTo>
                    <a:pt x="13" y="2"/>
                  </a:lnTo>
                  <a:lnTo>
                    <a:pt x="12" y="3"/>
                  </a:lnTo>
                  <a:lnTo>
                    <a:pt x="12" y="5"/>
                  </a:lnTo>
                  <a:lnTo>
                    <a:pt x="15" y="5"/>
                  </a:lnTo>
                  <a:lnTo>
                    <a:pt x="19" y="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6" name="Europe">
              <a:extLst>
                <a:ext uri="{FF2B5EF4-FFF2-40B4-BE49-F238E27FC236}">
                  <a16:creationId xmlns:a16="http://schemas.microsoft.com/office/drawing/2014/main" id="{408E5212-622E-81BD-7B54-EA0262730B6B}"/>
                </a:ext>
              </a:extLst>
            </p:cNvPr>
            <p:cNvSpPr>
              <a:spLocks/>
            </p:cNvSpPr>
            <p:nvPr>
              <p:custDataLst>
                <p:tags r:id="rId134"/>
              </p:custDataLst>
            </p:nvPr>
          </p:nvSpPr>
          <p:spPr bwMode="auto">
            <a:xfrm>
              <a:off x="398" y="96"/>
              <a:ext cx="42" cy="15"/>
            </a:xfrm>
            <a:custGeom>
              <a:avLst/>
              <a:gdLst>
                <a:gd name="T0" fmla="*/ 1 w 110"/>
                <a:gd name="T1" fmla="*/ 14 h 38"/>
                <a:gd name="T2" fmla="*/ 1 w 110"/>
                <a:gd name="T3" fmla="*/ 15 h 38"/>
                <a:gd name="T4" fmla="*/ 6 w 110"/>
                <a:gd name="T5" fmla="*/ 12 h 38"/>
                <a:gd name="T6" fmla="*/ 14 w 110"/>
                <a:gd name="T7" fmla="*/ 10 h 38"/>
                <a:gd name="T8" fmla="*/ 20 w 110"/>
                <a:gd name="T9" fmla="*/ 6 h 38"/>
                <a:gd name="T10" fmla="*/ 30 w 110"/>
                <a:gd name="T11" fmla="*/ 7 h 38"/>
                <a:gd name="T12" fmla="*/ 30 w 110"/>
                <a:gd name="T13" fmla="*/ 9 h 38"/>
                <a:gd name="T14" fmla="*/ 27 w 110"/>
                <a:gd name="T15" fmla="*/ 10 h 38"/>
                <a:gd name="T16" fmla="*/ 35 w 110"/>
                <a:gd name="T17" fmla="*/ 12 h 38"/>
                <a:gd name="T18" fmla="*/ 36 w 110"/>
                <a:gd name="T19" fmla="*/ 12 h 38"/>
                <a:gd name="T20" fmla="*/ 38 w 110"/>
                <a:gd name="T21" fmla="*/ 13 h 38"/>
                <a:gd name="T22" fmla="*/ 42 w 110"/>
                <a:gd name="T23" fmla="*/ 12 h 38"/>
                <a:gd name="T24" fmla="*/ 44 w 110"/>
                <a:gd name="T25" fmla="*/ 13 h 38"/>
                <a:gd name="T26" fmla="*/ 49 w 110"/>
                <a:gd name="T27" fmla="*/ 18 h 38"/>
                <a:gd name="T28" fmla="*/ 58 w 110"/>
                <a:gd name="T29" fmla="*/ 19 h 38"/>
                <a:gd name="T30" fmla="*/ 61 w 110"/>
                <a:gd name="T31" fmla="*/ 19 h 38"/>
                <a:gd name="T32" fmla="*/ 62 w 110"/>
                <a:gd name="T33" fmla="*/ 20 h 38"/>
                <a:gd name="T34" fmla="*/ 63 w 110"/>
                <a:gd name="T35" fmla="*/ 22 h 38"/>
                <a:gd name="T36" fmla="*/ 63 w 110"/>
                <a:gd name="T37" fmla="*/ 25 h 38"/>
                <a:gd name="T38" fmla="*/ 67 w 110"/>
                <a:gd name="T39" fmla="*/ 29 h 38"/>
                <a:gd name="T40" fmla="*/ 74 w 110"/>
                <a:gd name="T41" fmla="*/ 29 h 38"/>
                <a:gd name="T42" fmla="*/ 78 w 110"/>
                <a:gd name="T43" fmla="*/ 30 h 38"/>
                <a:gd name="T44" fmla="*/ 79 w 110"/>
                <a:gd name="T45" fmla="*/ 31 h 38"/>
                <a:gd name="T46" fmla="*/ 78 w 110"/>
                <a:gd name="T47" fmla="*/ 33 h 38"/>
                <a:gd name="T48" fmla="*/ 75 w 110"/>
                <a:gd name="T49" fmla="*/ 34 h 38"/>
                <a:gd name="T50" fmla="*/ 73 w 110"/>
                <a:gd name="T51" fmla="*/ 37 h 38"/>
                <a:gd name="T52" fmla="*/ 74 w 110"/>
                <a:gd name="T53" fmla="*/ 38 h 38"/>
                <a:gd name="T54" fmla="*/ 79 w 110"/>
                <a:gd name="T55" fmla="*/ 38 h 38"/>
                <a:gd name="T56" fmla="*/ 81 w 110"/>
                <a:gd name="T57" fmla="*/ 36 h 38"/>
                <a:gd name="T58" fmla="*/ 98 w 110"/>
                <a:gd name="T59" fmla="*/ 38 h 38"/>
                <a:gd name="T60" fmla="*/ 100 w 110"/>
                <a:gd name="T61" fmla="*/ 37 h 38"/>
                <a:gd name="T62" fmla="*/ 102 w 110"/>
                <a:gd name="T63" fmla="*/ 35 h 38"/>
                <a:gd name="T64" fmla="*/ 108 w 110"/>
                <a:gd name="T65" fmla="*/ 35 h 38"/>
                <a:gd name="T66" fmla="*/ 110 w 110"/>
                <a:gd name="T67" fmla="*/ 33 h 38"/>
                <a:gd name="T68" fmla="*/ 108 w 110"/>
                <a:gd name="T69" fmla="*/ 32 h 38"/>
                <a:gd name="T70" fmla="*/ 106 w 110"/>
                <a:gd name="T71" fmla="*/ 31 h 38"/>
                <a:gd name="T72" fmla="*/ 105 w 110"/>
                <a:gd name="T73" fmla="*/ 29 h 38"/>
                <a:gd name="T74" fmla="*/ 99 w 110"/>
                <a:gd name="T75" fmla="*/ 27 h 38"/>
                <a:gd name="T76" fmla="*/ 95 w 110"/>
                <a:gd name="T77" fmla="*/ 27 h 38"/>
                <a:gd name="T78" fmla="*/ 93 w 110"/>
                <a:gd name="T79" fmla="*/ 26 h 38"/>
                <a:gd name="T80" fmla="*/ 93 w 110"/>
                <a:gd name="T81" fmla="*/ 24 h 38"/>
                <a:gd name="T82" fmla="*/ 86 w 110"/>
                <a:gd name="T83" fmla="*/ 23 h 38"/>
                <a:gd name="T84" fmla="*/ 84 w 110"/>
                <a:gd name="T85" fmla="*/ 20 h 38"/>
                <a:gd name="T86" fmla="*/ 80 w 110"/>
                <a:gd name="T87" fmla="*/ 19 h 38"/>
                <a:gd name="T88" fmla="*/ 77 w 110"/>
                <a:gd name="T89" fmla="*/ 16 h 38"/>
                <a:gd name="T90" fmla="*/ 76 w 110"/>
                <a:gd name="T91" fmla="*/ 16 h 38"/>
                <a:gd name="T92" fmla="*/ 76 w 110"/>
                <a:gd name="T93" fmla="*/ 16 h 38"/>
                <a:gd name="T94" fmla="*/ 68 w 110"/>
                <a:gd name="T95" fmla="*/ 14 h 38"/>
                <a:gd name="T96" fmla="*/ 67 w 110"/>
                <a:gd name="T97" fmla="*/ 12 h 38"/>
                <a:gd name="T98" fmla="*/ 57 w 110"/>
                <a:gd name="T99" fmla="*/ 9 h 38"/>
                <a:gd name="T100" fmla="*/ 54 w 110"/>
                <a:gd name="T101" fmla="*/ 9 h 38"/>
                <a:gd name="T102" fmla="*/ 49 w 110"/>
                <a:gd name="T103" fmla="*/ 4 h 38"/>
                <a:gd name="T104" fmla="*/ 43 w 110"/>
                <a:gd name="T105" fmla="*/ 3 h 38"/>
                <a:gd name="T106" fmla="*/ 41 w 110"/>
                <a:gd name="T107" fmla="*/ 1 h 38"/>
                <a:gd name="T108" fmla="*/ 34 w 110"/>
                <a:gd name="T109" fmla="*/ 0 h 38"/>
                <a:gd name="T110" fmla="*/ 31 w 110"/>
                <a:gd name="T111" fmla="*/ 1 h 38"/>
                <a:gd name="T112" fmla="*/ 25 w 110"/>
                <a:gd name="T113" fmla="*/ 0 h 38"/>
                <a:gd name="T114" fmla="*/ 3 w 110"/>
                <a:gd name="T115" fmla="*/ 7 h 38"/>
                <a:gd name="T116" fmla="*/ 0 w 110"/>
                <a:gd name="T117" fmla="*/ 11 h 38"/>
                <a:gd name="T118" fmla="*/ 1 w 110"/>
                <a:gd name="T119" fmla="*/ 12 h 38"/>
                <a:gd name="T120" fmla="*/ 1 w 110"/>
                <a:gd name="T121" fmla="*/ 1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0" h="38">
                  <a:moveTo>
                    <a:pt x="1" y="14"/>
                  </a:moveTo>
                  <a:lnTo>
                    <a:pt x="1" y="15"/>
                  </a:lnTo>
                  <a:lnTo>
                    <a:pt x="6" y="12"/>
                  </a:lnTo>
                  <a:lnTo>
                    <a:pt x="14" y="10"/>
                  </a:lnTo>
                  <a:lnTo>
                    <a:pt x="20" y="6"/>
                  </a:lnTo>
                  <a:lnTo>
                    <a:pt x="30" y="7"/>
                  </a:lnTo>
                  <a:lnTo>
                    <a:pt x="30" y="9"/>
                  </a:lnTo>
                  <a:lnTo>
                    <a:pt x="27" y="10"/>
                  </a:lnTo>
                  <a:lnTo>
                    <a:pt x="35" y="12"/>
                  </a:lnTo>
                  <a:lnTo>
                    <a:pt x="36" y="12"/>
                  </a:lnTo>
                  <a:lnTo>
                    <a:pt x="38" y="13"/>
                  </a:lnTo>
                  <a:lnTo>
                    <a:pt x="42" y="12"/>
                  </a:lnTo>
                  <a:lnTo>
                    <a:pt x="44" y="13"/>
                  </a:lnTo>
                  <a:lnTo>
                    <a:pt x="49" y="18"/>
                  </a:lnTo>
                  <a:lnTo>
                    <a:pt x="58" y="19"/>
                  </a:lnTo>
                  <a:lnTo>
                    <a:pt x="61" y="19"/>
                  </a:lnTo>
                  <a:lnTo>
                    <a:pt x="62" y="20"/>
                  </a:lnTo>
                  <a:lnTo>
                    <a:pt x="63" y="22"/>
                  </a:lnTo>
                  <a:lnTo>
                    <a:pt x="63" y="25"/>
                  </a:lnTo>
                  <a:lnTo>
                    <a:pt x="67" y="29"/>
                  </a:lnTo>
                  <a:lnTo>
                    <a:pt x="74" y="29"/>
                  </a:lnTo>
                  <a:lnTo>
                    <a:pt x="78" y="30"/>
                  </a:lnTo>
                  <a:lnTo>
                    <a:pt x="79" y="31"/>
                  </a:lnTo>
                  <a:lnTo>
                    <a:pt x="78" y="33"/>
                  </a:lnTo>
                  <a:lnTo>
                    <a:pt x="75" y="34"/>
                  </a:lnTo>
                  <a:lnTo>
                    <a:pt x="73" y="37"/>
                  </a:lnTo>
                  <a:lnTo>
                    <a:pt x="74" y="38"/>
                  </a:lnTo>
                  <a:lnTo>
                    <a:pt x="79" y="38"/>
                  </a:lnTo>
                  <a:lnTo>
                    <a:pt x="81" y="36"/>
                  </a:lnTo>
                  <a:lnTo>
                    <a:pt x="98" y="38"/>
                  </a:lnTo>
                  <a:lnTo>
                    <a:pt x="100" y="37"/>
                  </a:lnTo>
                  <a:lnTo>
                    <a:pt x="102" y="35"/>
                  </a:lnTo>
                  <a:lnTo>
                    <a:pt x="108" y="35"/>
                  </a:lnTo>
                  <a:lnTo>
                    <a:pt x="110" y="33"/>
                  </a:lnTo>
                  <a:lnTo>
                    <a:pt x="108" y="32"/>
                  </a:lnTo>
                  <a:lnTo>
                    <a:pt x="106" y="31"/>
                  </a:lnTo>
                  <a:lnTo>
                    <a:pt x="105" y="29"/>
                  </a:lnTo>
                  <a:lnTo>
                    <a:pt x="99" y="27"/>
                  </a:lnTo>
                  <a:lnTo>
                    <a:pt x="95" y="27"/>
                  </a:lnTo>
                  <a:lnTo>
                    <a:pt x="93" y="26"/>
                  </a:lnTo>
                  <a:lnTo>
                    <a:pt x="93" y="24"/>
                  </a:lnTo>
                  <a:lnTo>
                    <a:pt x="86" y="23"/>
                  </a:lnTo>
                  <a:lnTo>
                    <a:pt x="84" y="20"/>
                  </a:lnTo>
                  <a:lnTo>
                    <a:pt x="80" y="19"/>
                  </a:lnTo>
                  <a:lnTo>
                    <a:pt x="77" y="16"/>
                  </a:lnTo>
                  <a:lnTo>
                    <a:pt x="76" y="16"/>
                  </a:lnTo>
                  <a:lnTo>
                    <a:pt x="76" y="16"/>
                  </a:lnTo>
                  <a:lnTo>
                    <a:pt x="68" y="14"/>
                  </a:lnTo>
                  <a:lnTo>
                    <a:pt x="67" y="12"/>
                  </a:lnTo>
                  <a:lnTo>
                    <a:pt x="57" y="9"/>
                  </a:lnTo>
                  <a:lnTo>
                    <a:pt x="54" y="9"/>
                  </a:lnTo>
                  <a:lnTo>
                    <a:pt x="49" y="4"/>
                  </a:lnTo>
                  <a:lnTo>
                    <a:pt x="43" y="3"/>
                  </a:lnTo>
                  <a:lnTo>
                    <a:pt x="41" y="1"/>
                  </a:lnTo>
                  <a:lnTo>
                    <a:pt x="34" y="0"/>
                  </a:lnTo>
                  <a:lnTo>
                    <a:pt x="31" y="1"/>
                  </a:lnTo>
                  <a:lnTo>
                    <a:pt x="25" y="0"/>
                  </a:lnTo>
                  <a:lnTo>
                    <a:pt x="3" y="7"/>
                  </a:lnTo>
                  <a:lnTo>
                    <a:pt x="0" y="11"/>
                  </a:lnTo>
                  <a:lnTo>
                    <a:pt x="1" y="12"/>
                  </a:lnTo>
                  <a:lnTo>
                    <a:pt x="1" y="1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Country comparison 1</a:t>
            </a:r>
          </a:p>
        </p:txBody>
      </p:sp>
      <p:sp>
        <p:nvSpPr>
          <p:cNvPr id="427" name="Freeform 37">
            <a:extLst>
              <a:ext uri="{FF2B5EF4-FFF2-40B4-BE49-F238E27FC236}">
                <a16:creationId xmlns:a16="http://schemas.microsoft.com/office/drawing/2014/main" id="{01265590-9A44-AD8B-589E-542BFA301823}"/>
              </a:ext>
            </a:extLst>
          </p:cNvPr>
          <p:cNvSpPr>
            <a:spLocks noChangeAspect="1"/>
          </p:cNvSpPr>
          <p:nvPr/>
        </p:nvSpPr>
        <p:spPr bwMode="auto">
          <a:xfrm>
            <a:off x="3421828" y="1834596"/>
            <a:ext cx="2099546" cy="1754713"/>
          </a:xfrm>
          <a:custGeom>
            <a:avLst/>
            <a:gdLst>
              <a:gd name="T0" fmla="*/ 1305 w 1337"/>
              <a:gd name="T1" fmla="*/ 77 h 1116"/>
              <a:gd name="T2" fmla="*/ 1245 w 1337"/>
              <a:gd name="T3" fmla="*/ 99 h 1116"/>
              <a:gd name="T4" fmla="*/ 1163 w 1337"/>
              <a:gd name="T5" fmla="*/ 70 h 1116"/>
              <a:gd name="T6" fmla="*/ 1094 w 1337"/>
              <a:gd name="T7" fmla="*/ 4 h 1116"/>
              <a:gd name="T8" fmla="*/ 1009 w 1337"/>
              <a:gd name="T9" fmla="*/ 58 h 1116"/>
              <a:gd name="T10" fmla="*/ 957 w 1337"/>
              <a:gd name="T11" fmla="*/ 175 h 1116"/>
              <a:gd name="T12" fmla="*/ 998 w 1337"/>
              <a:gd name="T13" fmla="*/ 205 h 1116"/>
              <a:gd name="T14" fmla="*/ 1002 w 1337"/>
              <a:gd name="T15" fmla="*/ 256 h 1116"/>
              <a:gd name="T16" fmla="*/ 891 w 1337"/>
              <a:gd name="T17" fmla="*/ 334 h 1116"/>
              <a:gd name="T18" fmla="*/ 731 w 1337"/>
              <a:gd name="T19" fmla="*/ 455 h 1116"/>
              <a:gd name="T20" fmla="*/ 563 w 1337"/>
              <a:gd name="T21" fmla="*/ 435 h 1116"/>
              <a:gd name="T22" fmla="*/ 461 w 1337"/>
              <a:gd name="T23" fmla="*/ 361 h 1116"/>
              <a:gd name="T24" fmla="*/ 420 w 1337"/>
              <a:gd name="T25" fmla="*/ 285 h 1116"/>
              <a:gd name="T26" fmla="*/ 367 w 1337"/>
              <a:gd name="T27" fmla="*/ 228 h 1116"/>
              <a:gd name="T28" fmla="*/ 292 w 1337"/>
              <a:gd name="T29" fmla="*/ 289 h 1116"/>
              <a:gd name="T30" fmla="*/ 239 w 1337"/>
              <a:gd name="T31" fmla="*/ 339 h 1116"/>
              <a:gd name="T32" fmla="*/ 183 w 1337"/>
              <a:gd name="T33" fmla="*/ 399 h 1116"/>
              <a:gd name="T34" fmla="*/ 84 w 1337"/>
              <a:gd name="T35" fmla="*/ 451 h 1116"/>
              <a:gd name="T36" fmla="*/ 14 w 1337"/>
              <a:gd name="T37" fmla="*/ 466 h 1116"/>
              <a:gd name="T38" fmla="*/ 24 w 1337"/>
              <a:gd name="T39" fmla="*/ 527 h 1116"/>
              <a:gd name="T40" fmla="*/ 21 w 1337"/>
              <a:gd name="T41" fmla="*/ 567 h 1116"/>
              <a:gd name="T42" fmla="*/ 66 w 1337"/>
              <a:gd name="T43" fmla="*/ 624 h 1116"/>
              <a:gd name="T44" fmla="*/ 123 w 1337"/>
              <a:gd name="T45" fmla="*/ 665 h 1116"/>
              <a:gd name="T46" fmla="*/ 97 w 1337"/>
              <a:gd name="T47" fmla="*/ 731 h 1116"/>
              <a:gd name="T48" fmla="*/ 87 w 1337"/>
              <a:gd name="T49" fmla="*/ 765 h 1116"/>
              <a:gd name="T50" fmla="*/ 139 w 1337"/>
              <a:gd name="T51" fmla="*/ 815 h 1116"/>
              <a:gd name="T52" fmla="*/ 223 w 1337"/>
              <a:gd name="T53" fmla="*/ 858 h 1116"/>
              <a:gd name="T54" fmla="*/ 271 w 1337"/>
              <a:gd name="T55" fmla="*/ 889 h 1116"/>
              <a:gd name="T56" fmla="*/ 360 w 1337"/>
              <a:gd name="T57" fmla="*/ 906 h 1116"/>
              <a:gd name="T58" fmla="*/ 444 w 1337"/>
              <a:gd name="T59" fmla="*/ 908 h 1116"/>
              <a:gd name="T60" fmla="*/ 513 w 1337"/>
              <a:gd name="T61" fmla="*/ 861 h 1116"/>
              <a:gd name="T62" fmla="*/ 596 w 1337"/>
              <a:gd name="T63" fmla="*/ 885 h 1116"/>
              <a:gd name="T64" fmla="*/ 628 w 1337"/>
              <a:gd name="T65" fmla="*/ 969 h 1116"/>
              <a:gd name="T66" fmla="*/ 616 w 1337"/>
              <a:gd name="T67" fmla="*/ 1024 h 1116"/>
              <a:gd name="T68" fmla="*/ 651 w 1337"/>
              <a:gd name="T69" fmla="*/ 1072 h 1116"/>
              <a:gd name="T70" fmla="*/ 707 w 1337"/>
              <a:gd name="T71" fmla="*/ 1100 h 1116"/>
              <a:gd name="T72" fmla="*/ 770 w 1337"/>
              <a:gd name="T73" fmla="*/ 1059 h 1116"/>
              <a:gd name="T74" fmla="*/ 833 w 1337"/>
              <a:gd name="T75" fmla="*/ 1040 h 1116"/>
              <a:gd name="T76" fmla="*/ 865 w 1337"/>
              <a:gd name="T77" fmla="*/ 1056 h 1116"/>
              <a:gd name="T78" fmla="*/ 915 w 1337"/>
              <a:gd name="T79" fmla="*/ 1084 h 1116"/>
              <a:gd name="T80" fmla="*/ 970 w 1337"/>
              <a:gd name="T81" fmla="*/ 1110 h 1116"/>
              <a:gd name="T82" fmla="*/ 1015 w 1337"/>
              <a:gd name="T83" fmla="*/ 1062 h 1116"/>
              <a:gd name="T84" fmla="*/ 1046 w 1337"/>
              <a:gd name="T85" fmla="*/ 1045 h 1116"/>
              <a:gd name="T86" fmla="*/ 1075 w 1337"/>
              <a:gd name="T87" fmla="*/ 1019 h 1116"/>
              <a:gd name="T88" fmla="*/ 1128 w 1337"/>
              <a:gd name="T89" fmla="*/ 999 h 1116"/>
              <a:gd name="T90" fmla="*/ 1182 w 1337"/>
              <a:gd name="T91" fmla="*/ 946 h 1116"/>
              <a:gd name="T92" fmla="*/ 1208 w 1337"/>
              <a:gd name="T93" fmla="*/ 902 h 1116"/>
              <a:gd name="T94" fmla="*/ 1217 w 1337"/>
              <a:gd name="T95" fmla="*/ 853 h 1116"/>
              <a:gd name="T96" fmla="*/ 1246 w 1337"/>
              <a:gd name="T97" fmla="*/ 789 h 1116"/>
              <a:gd name="T98" fmla="*/ 1246 w 1337"/>
              <a:gd name="T99" fmla="*/ 750 h 1116"/>
              <a:gd name="T100" fmla="*/ 1214 w 1337"/>
              <a:gd name="T101" fmla="*/ 735 h 1116"/>
              <a:gd name="T102" fmla="*/ 1227 w 1337"/>
              <a:gd name="T103" fmla="*/ 679 h 1116"/>
              <a:gd name="T104" fmla="*/ 1182 w 1337"/>
              <a:gd name="T105" fmla="*/ 625 h 1116"/>
              <a:gd name="T106" fmla="*/ 1168 w 1337"/>
              <a:gd name="T107" fmla="*/ 545 h 1116"/>
              <a:gd name="T108" fmla="*/ 1205 w 1337"/>
              <a:gd name="T109" fmla="*/ 500 h 1116"/>
              <a:gd name="T110" fmla="*/ 1101 w 1337"/>
              <a:gd name="T111" fmla="*/ 503 h 1116"/>
              <a:gd name="T112" fmla="*/ 1142 w 1337"/>
              <a:gd name="T113" fmla="*/ 400 h 1116"/>
              <a:gd name="T114" fmla="*/ 1161 w 1337"/>
              <a:gd name="T115" fmla="*/ 453 h 1116"/>
              <a:gd name="T116" fmla="*/ 1250 w 1337"/>
              <a:gd name="T117" fmla="*/ 334 h 1116"/>
              <a:gd name="T118" fmla="*/ 1307 w 1337"/>
              <a:gd name="T119" fmla="*/ 267 h 1116"/>
              <a:gd name="T120" fmla="*/ 1306 w 1337"/>
              <a:gd name="T121" fmla="*/ 204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7" h="1116">
                <a:moveTo>
                  <a:pt x="1336" y="148"/>
                </a:moveTo>
                <a:cubicBezTo>
                  <a:pt x="1337" y="139"/>
                  <a:pt x="1334" y="130"/>
                  <a:pt x="1332" y="120"/>
                </a:cubicBezTo>
                <a:cubicBezTo>
                  <a:pt x="1331" y="115"/>
                  <a:pt x="1328" y="111"/>
                  <a:pt x="1327" y="107"/>
                </a:cubicBezTo>
                <a:cubicBezTo>
                  <a:pt x="1325" y="100"/>
                  <a:pt x="1326" y="97"/>
                  <a:pt x="1329" y="92"/>
                </a:cubicBezTo>
                <a:cubicBezTo>
                  <a:pt x="1331" y="87"/>
                  <a:pt x="1331" y="85"/>
                  <a:pt x="1326" y="80"/>
                </a:cubicBezTo>
                <a:cubicBezTo>
                  <a:pt x="1325" y="79"/>
                  <a:pt x="1321" y="78"/>
                  <a:pt x="1320" y="76"/>
                </a:cubicBezTo>
                <a:cubicBezTo>
                  <a:pt x="1319" y="73"/>
                  <a:pt x="1322" y="72"/>
                  <a:pt x="1321" y="70"/>
                </a:cubicBezTo>
                <a:cubicBezTo>
                  <a:pt x="1319" y="61"/>
                  <a:pt x="1314" y="68"/>
                  <a:pt x="1311" y="71"/>
                </a:cubicBezTo>
                <a:cubicBezTo>
                  <a:pt x="1308" y="73"/>
                  <a:pt x="1307" y="75"/>
                  <a:pt x="1305" y="77"/>
                </a:cubicBezTo>
                <a:cubicBezTo>
                  <a:pt x="1304" y="78"/>
                  <a:pt x="1305" y="81"/>
                  <a:pt x="1304" y="81"/>
                </a:cubicBezTo>
                <a:cubicBezTo>
                  <a:pt x="1304" y="82"/>
                  <a:pt x="1303" y="82"/>
                  <a:pt x="1302" y="82"/>
                </a:cubicBezTo>
                <a:cubicBezTo>
                  <a:pt x="1301" y="82"/>
                  <a:pt x="1300" y="82"/>
                  <a:pt x="1300" y="82"/>
                </a:cubicBezTo>
                <a:cubicBezTo>
                  <a:pt x="1299" y="84"/>
                  <a:pt x="1297" y="86"/>
                  <a:pt x="1296" y="88"/>
                </a:cubicBezTo>
                <a:cubicBezTo>
                  <a:pt x="1294" y="89"/>
                  <a:pt x="1291" y="88"/>
                  <a:pt x="1290" y="91"/>
                </a:cubicBezTo>
                <a:cubicBezTo>
                  <a:pt x="1287" y="94"/>
                  <a:pt x="1291" y="104"/>
                  <a:pt x="1285" y="104"/>
                </a:cubicBezTo>
                <a:cubicBezTo>
                  <a:pt x="1285" y="112"/>
                  <a:pt x="1266" y="117"/>
                  <a:pt x="1260" y="115"/>
                </a:cubicBezTo>
                <a:cubicBezTo>
                  <a:pt x="1256" y="114"/>
                  <a:pt x="1251" y="110"/>
                  <a:pt x="1249" y="107"/>
                </a:cubicBezTo>
                <a:cubicBezTo>
                  <a:pt x="1247" y="104"/>
                  <a:pt x="1247" y="101"/>
                  <a:pt x="1245" y="99"/>
                </a:cubicBezTo>
                <a:cubicBezTo>
                  <a:pt x="1244" y="97"/>
                  <a:pt x="1241" y="97"/>
                  <a:pt x="1240" y="95"/>
                </a:cubicBezTo>
                <a:cubicBezTo>
                  <a:pt x="1236" y="90"/>
                  <a:pt x="1241" y="89"/>
                  <a:pt x="1233" y="89"/>
                </a:cubicBezTo>
                <a:cubicBezTo>
                  <a:pt x="1228" y="88"/>
                  <a:pt x="1227" y="88"/>
                  <a:pt x="1221" y="86"/>
                </a:cubicBezTo>
                <a:cubicBezTo>
                  <a:pt x="1219" y="85"/>
                  <a:pt x="1217" y="85"/>
                  <a:pt x="1215" y="84"/>
                </a:cubicBezTo>
                <a:cubicBezTo>
                  <a:pt x="1215" y="83"/>
                  <a:pt x="1212" y="80"/>
                  <a:pt x="1211" y="80"/>
                </a:cubicBezTo>
                <a:cubicBezTo>
                  <a:pt x="1205" y="78"/>
                  <a:pt x="1208" y="82"/>
                  <a:pt x="1202" y="85"/>
                </a:cubicBezTo>
                <a:cubicBezTo>
                  <a:pt x="1195" y="88"/>
                  <a:pt x="1198" y="82"/>
                  <a:pt x="1193" y="81"/>
                </a:cubicBezTo>
                <a:cubicBezTo>
                  <a:pt x="1189" y="80"/>
                  <a:pt x="1184" y="87"/>
                  <a:pt x="1180" y="87"/>
                </a:cubicBezTo>
                <a:cubicBezTo>
                  <a:pt x="1167" y="88"/>
                  <a:pt x="1169" y="76"/>
                  <a:pt x="1163" y="70"/>
                </a:cubicBezTo>
                <a:cubicBezTo>
                  <a:pt x="1162" y="71"/>
                  <a:pt x="1161" y="71"/>
                  <a:pt x="1160" y="71"/>
                </a:cubicBezTo>
                <a:cubicBezTo>
                  <a:pt x="1159" y="71"/>
                  <a:pt x="1158" y="71"/>
                  <a:pt x="1157" y="71"/>
                </a:cubicBezTo>
                <a:cubicBezTo>
                  <a:pt x="1157" y="66"/>
                  <a:pt x="1152" y="62"/>
                  <a:pt x="1148" y="59"/>
                </a:cubicBezTo>
                <a:cubicBezTo>
                  <a:pt x="1146" y="58"/>
                  <a:pt x="1143" y="57"/>
                  <a:pt x="1142" y="56"/>
                </a:cubicBezTo>
                <a:cubicBezTo>
                  <a:pt x="1140" y="54"/>
                  <a:pt x="1141" y="52"/>
                  <a:pt x="1138" y="50"/>
                </a:cubicBezTo>
                <a:cubicBezTo>
                  <a:pt x="1139" y="44"/>
                  <a:pt x="1132" y="41"/>
                  <a:pt x="1128" y="37"/>
                </a:cubicBezTo>
                <a:cubicBezTo>
                  <a:pt x="1124" y="34"/>
                  <a:pt x="1122" y="27"/>
                  <a:pt x="1119" y="24"/>
                </a:cubicBezTo>
                <a:cubicBezTo>
                  <a:pt x="1114" y="20"/>
                  <a:pt x="1111" y="19"/>
                  <a:pt x="1107" y="14"/>
                </a:cubicBezTo>
                <a:cubicBezTo>
                  <a:pt x="1103" y="10"/>
                  <a:pt x="1100" y="5"/>
                  <a:pt x="1094" y="4"/>
                </a:cubicBezTo>
                <a:cubicBezTo>
                  <a:pt x="1090" y="2"/>
                  <a:pt x="1083" y="0"/>
                  <a:pt x="1079" y="2"/>
                </a:cubicBezTo>
                <a:cubicBezTo>
                  <a:pt x="1072" y="5"/>
                  <a:pt x="1075" y="9"/>
                  <a:pt x="1066" y="6"/>
                </a:cubicBezTo>
                <a:cubicBezTo>
                  <a:pt x="1060" y="3"/>
                  <a:pt x="1055" y="0"/>
                  <a:pt x="1049" y="0"/>
                </a:cubicBezTo>
                <a:cubicBezTo>
                  <a:pt x="1045" y="0"/>
                  <a:pt x="1042" y="1"/>
                  <a:pt x="1038" y="4"/>
                </a:cubicBezTo>
                <a:cubicBezTo>
                  <a:pt x="1029" y="11"/>
                  <a:pt x="1019" y="13"/>
                  <a:pt x="1009" y="20"/>
                </a:cubicBezTo>
                <a:cubicBezTo>
                  <a:pt x="1003" y="24"/>
                  <a:pt x="1004" y="29"/>
                  <a:pt x="1001" y="34"/>
                </a:cubicBezTo>
                <a:cubicBezTo>
                  <a:pt x="998" y="38"/>
                  <a:pt x="990" y="43"/>
                  <a:pt x="994" y="49"/>
                </a:cubicBezTo>
                <a:cubicBezTo>
                  <a:pt x="997" y="48"/>
                  <a:pt x="1001" y="44"/>
                  <a:pt x="1005" y="46"/>
                </a:cubicBezTo>
                <a:cubicBezTo>
                  <a:pt x="1010" y="48"/>
                  <a:pt x="1008" y="55"/>
                  <a:pt x="1009" y="58"/>
                </a:cubicBezTo>
                <a:cubicBezTo>
                  <a:pt x="1011" y="64"/>
                  <a:pt x="1014" y="65"/>
                  <a:pt x="1011" y="71"/>
                </a:cubicBezTo>
                <a:cubicBezTo>
                  <a:pt x="1007" y="80"/>
                  <a:pt x="1003" y="90"/>
                  <a:pt x="1003" y="100"/>
                </a:cubicBezTo>
                <a:cubicBezTo>
                  <a:pt x="1003" y="104"/>
                  <a:pt x="1001" y="112"/>
                  <a:pt x="1002" y="116"/>
                </a:cubicBezTo>
                <a:cubicBezTo>
                  <a:pt x="1004" y="122"/>
                  <a:pt x="1011" y="124"/>
                  <a:pt x="1009" y="131"/>
                </a:cubicBezTo>
                <a:cubicBezTo>
                  <a:pt x="1007" y="137"/>
                  <a:pt x="1001" y="136"/>
                  <a:pt x="997" y="140"/>
                </a:cubicBezTo>
                <a:cubicBezTo>
                  <a:pt x="993" y="143"/>
                  <a:pt x="992" y="149"/>
                  <a:pt x="987" y="152"/>
                </a:cubicBezTo>
                <a:cubicBezTo>
                  <a:pt x="978" y="158"/>
                  <a:pt x="966" y="155"/>
                  <a:pt x="957" y="153"/>
                </a:cubicBezTo>
                <a:cubicBezTo>
                  <a:pt x="957" y="153"/>
                  <a:pt x="956" y="153"/>
                  <a:pt x="956" y="152"/>
                </a:cubicBezTo>
                <a:cubicBezTo>
                  <a:pt x="957" y="160"/>
                  <a:pt x="957" y="167"/>
                  <a:pt x="957" y="175"/>
                </a:cubicBezTo>
                <a:cubicBezTo>
                  <a:pt x="957" y="181"/>
                  <a:pt x="956" y="187"/>
                  <a:pt x="955" y="194"/>
                </a:cubicBezTo>
                <a:cubicBezTo>
                  <a:pt x="954" y="198"/>
                  <a:pt x="955" y="201"/>
                  <a:pt x="955" y="205"/>
                </a:cubicBezTo>
                <a:cubicBezTo>
                  <a:pt x="955" y="208"/>
                  <a:pt x="952" y="209"/>
                  <a:pt x="952" y="211"/>
                </a:cubicBezTo>
                <a:cubicBezTo>
                  <a:pt x="951" y="215"/>
                  <a:pt x="954" y="219"/>
                  <a:pt x="958" y="222"/>
                </a:cubicBezTo>
                <a:cubicBezTo>
                  <a:pt x="963" y="225"/>
                  <a:pt x="961" y="223"/>
                  <a:pt x="966" y="219"/>
                </a:cubicBezTo>
                <a:cubicBezTo>
                  <a:pt x="969" y="217"/>
                  <a:pt x="974" y="214"/>
                  <a:pt x="978" y="214"/>
                </a:cubicBezTo>
                <a:cubicBezTo>
                  <a:pt x="980" y="214"/>
                  <a:pt x="983" y="215"/>
                  <a:pt x="985" y="216"/>
                </a:cubicBezTo>
                <a:cubicBezTo>
                  <a:pt x="987" y="217"/>
                  <a:pt x="990" y="219"/>
                  <a:pt x="992" y="218"/>
                </a:cubicBezTo>
                <a:cubicBezTo>
                  <a:pt x="994" y="216"/>
                  <a:pt x="996" y="207"/>
                  <a:pt x="998" y="205"/>
                </a:cubicBezTo>
                <a:cubicBezTo>
                  <a:pt x="1006" y="196"/>
                  <a:pt x="1018" y="202"/>
                  <a:pt x="1027" y="207"/>
                </a:cubicBezTo>
                <a:cubicBezTo>
                  <a:pt x="1034" y="210"/>
                  <a:pt x="1051" y="217"/>
                  <a:pt x="1052" y="226"/>
                </a:cubicBezTo>
                <a:cubicBezTo>
                  <a:pt x="1052" y="233"/>
                  <a:pt x="1046" y="235"/>
                  <a:pt x="1040" y="236"/>
                </a:cubicBezTo>
                <a:cubicBezTo>
                  <a:pt x="1037" y="236"/>
                  <a:pt x="1029" y="239"/>
                  <a:pt x="1027" y="237"/>
                </a:cubicBezTo>
                <a:cubicBezTo>
                  <a:pt x="1025" y="240"/>
                  <a:pt x="1021" y="239"/>
                  <a:pt x="1018" y="241"/>
                </a:cubicBezTo>
                <a:cubicBezTo>
                  <a:pt x="1016" y="242"/>
                  <a:pt x="1015" y="246"/>
                  <a:pt x="1013" y="247"/>
                </a:cubicBezTo>
                <a:cubicBezTo>
                  <a:pt x="1012" y="248"/>
                  <a:pt x="1010" y="247"/>
                  <a:pt x="1009" y="247"/>
                </a:cubicBezTo>
                <a:cubicBezTo>
                  <a:pt x="1008" y="247"/>
                  <a:pt x="1006" y="246"/>
                  <a:pt x="1005" y="247"/>
                </a:cubicBezTo>
                <a:cubicBezTo>
                  <a:pt x="1003" y="249"/>
                  <a:pt x="1004" y="254"/>
                  <a:pt x="1002" y="256"/>
                </a:cubicBezTo>
                <a:cubicBezTo>
                  <a:pt x="997" y="261"/>
                  <a:pt x="990" y="257"/>
                  <a:pt x="986" y="265"/>
                </a:cubicBezTo>
                <a:cubicBezTo>
                  <a:pt x="983" y="271"/>
                  <a:pt x="986" y="279"/>
                  <a:pt x="983" y="285"/>
                </a:cubicBezTo>
                <a:cubicBezTo>
                  <a:pt x="980" y="290"/>
                  <a:pt x="970" y="296"/>
                  <a:pt x="965" y="298"/>
                </a:cubicBezTo>
                <a:cubicBezTo>
                  <a:pt x="962" y="299"/>
                  <a:pt x="960" y="299"/>
                  <a:pt x="958" y="299"/>
                </a:cubicBezTo>
                <a:cubicBezTo>
                  <a:pt x="956" y="299"/>
                  <a:pt x="954" y="299"/>
                  <a:pt x="951" y="303"/>
                </a:cubicBezTo>
                <a:cubicBezTo>
                  <a:pt x="948" y="307"/>
                  <a:pt x="947" y="313"/>
                  <a:pt x="944" y="317"/>
                </a:cubicBezTo>
                <a:cubicBezTo>
                  <a:pt x="939" y="326"/>
                  <a:pt x="930" y="329"/>
                  <a:pt x="919" y="328"/>
                </a:cubicBezTo>
                <a:cubicBezTo>
                  <a:pt x="914" y="327"/>
                  <a:pt x="909" y="323"/>
                  <a:pt x="904" y="323"/>
                </a:cubicBezTo>
                <a:cubicBezTo>
                  <a:pt x="898" y="324"/>
                  <a:pt x="893" y="328"/>
                  <a:pt x="891" y="334"/>
                </a:cubicBezTo>
                <a:cubicBezTo>
                  <a:pt x="888" y="341"/>
                  <a:pt x="889" y="344"/>
                  <a:pt x="893" y="350"/>
                </a:cubicBezTo>
                <a:cubicBezTo>
                  <a:pt x="897" y="354"/>
                  <a:pt x="902" y="357"/>
                  <a:pt x="904" y="361"/>
                </a:cubicBezTo>
                <a:cubicBezTo>
                  <a:pt x="911" y="370"/>
                  <a:pt x="893" y="377"/>
                  <a:pt x="887" y="383"/>
                </a:cubicBezTo>
                <a:cubicBezTo>
                  <a:pt x="879" y="391"/>
                  <a:pt x="881" y="402"/>
                  <a:pt x="871" y="408"/>
                </a:cubicBezTo>
                <a:cubicBezTo>
                  <a:pt x="851" y="421"/>
                  <a:pt x="827" y="419"/>
                  <a:pt x="806" y="427"/>
                </a:cubicBezTo>
                <a:cubicBezTo>
                  <a:pt x="795" y="431"/>
                  <a:pt x="785" y="435"/>
                  <a:pt x="775" y="443"/>
                </a:cubicBezTo>
                <a:cubicBezTo>
                  <a:pt x="767" y="450"/>
                  <a:pt x="757" y="461"/>
                  <a:pt x="746" y="455"/>
                </a:cubicBezTo>
                <a:cubicBezTo>
                  <a:pt x="742" y="453"/>
                  <a:pt x="744" y="450"/>
                  <a:pt x="739" y="451"/>
                </a:cubicBezTo>
                <a:cubicBezTo>
                  <a:pt x="736" y="451"/>
                  <a:pt x="734" y="454"/>
                  <a:pt x="731" y="455"/>
                </a:cubicBezTo>
                <a:cubicBezTo>
                  <a:pt x="725" y="458"/>
                  <a:pt x="721" y="455"/>
                  <a:pt x="715" y="452"/>
                </a:cubicBezTo>
                <a:cubicBezTo>
                  <a:pt x="705" y="447"/>
                  <a:pt x="692" y="451"/>
                  <a:pt x="682" y="445"/>
                </a:cubicBezTo>
                <a:cubicBezTo>
                  <a:pt x="677" y="443"/>
                  <a:pt x="677" y="438"/>
                  <a:pt x="673" y="436"/>
                </a:cubicBezTo>
                <a:cubicBezTo>
                  <a:pt x="668" y="433"/>
                  <a:pt x="660" y="434"/>
                  <a:pt x="655" y="434"/>
                </a:cubicBezTo>
                <a:cubicBezTo>
                  <a:pt x="648" y="433"/>
                  <a:pt x="643" y="433"/>
                  <a:pt x="636" y="435"/>
                </a:cubicBezTo>
                <a:cubicBezTo>
                  <a:pt x="631" y="436"/>
                  <a:pt x="626" y="438"/>
                  <a:pt x="621" y="439"/>
                </a:cubicBezTo>
                <a:cubicBezTo>
                  <a:pt x="611" y="439"/>
                  <a:pt x="597" y="438"/>
                  <a:pt x="587" y="437"/>
                </a:cubicBezTo>
                <a:cubicBezTo>
                  <a:pt x="581" y="437"/>
                  <a:pt x="577" y="435"/>
                  <a:pt x="572" y="434"/>
                </a:cubicBezTo>
                <a:cubicBezTo>
                  <a:pt x="570" y="433"/>
                  <a:pt x="566" y="434"/>
                  <a:pt x="563" y="435"/>
                </a:cubicBezTo>
                <a:cubicBezTo>
                  <a:pt x="557" y="436"/>
                  <a:pt x="552" y="437"/>
                  <a:pt x="551" y="434"/>
                </a:cubicBezTo>
                <a:cubicBezTo>
                  <a:pt x="550" y="433"/>
                  <a:pt x="551" y="428"/>
                  <a:pt x="550" y="426"/>
                </a:cubicBezTo>
                <a:cubicBezTo>
                  <a:pt x="548" y="421"/>
                  <a:pt x="543" y="419"/>
                  <a:pt x="540" y="415"/>
                </a:cubicBezTo>
                <a:cubicBezTo>
                  <a:pt x="539" y="413"/>
                  <a:pt x="537" y="410"/>
                  <a:pt x="536" y="408"/>
                </a:cubicBezTo>
                <a:cubicBezTo>
                  <a:pt x="535" y="406"/>
                  <a:pt x="535" y="403"/>
                  <a:pt x="534" y="401"/>
                </a:cubicBezTo>
                <a:cubicBezTo>
                  <a:pt x="532" y="398"/>
                  <a:pt x="530" y="398"/>
                  <a:pt x="529" y="395"/>
                </a:cubicBezTo>
                <a:cubicBezTo>
                  <a:pt x="529" y="394"/>
                  <a:pt x="530" y="390"/>
                  <a:pt x="530" y="388"/>
                </a:cubicBezTo>
                <a:cubicBezTo>
                  <a:pt x="512" y="389"/>
                  <a:pt x="497" y="373"/>
                  <a:pt x="483" y="364"/>
                </a:cubicBezTo>
                <a:cubicBezTo>
                  <a:pt x="477" y="361"/>
                  <a:pt x="469" y="361"/>
                  <a:pt x="461" y="361"/>
                </a:cubicBezTo>
                <a:cubicBezTo>
                  <a:pt x="458" y="361"/>
                  <a:pt x="456" y="361"/>
                  <a:pt x="453" y="361"/>
                </a:cubicBezTo>
                <a:cubicBezTo>
                  <a:pt x="449" y="361"/>
                  <a:pt x="444" y="360"/>
                  <a:pt x="440" y="358"/>
                </a:cubicBezTo>
                <a:cubicBezTo>
                  <a:pt x="438" y="357"/>
                  <a:pt x="435" y="355"/>
                  <a:pt x="434" y="354"/>
                </a:cubicBezTo>
                <a:cubicBezTo>
                  <a:pt x="431" y="353"/>
                  <a:pt x="429" y="354"/>
                  <a:pt x="427" y="353"/>
                </a:cubicBezTo>
                <a:cubicBezTo>
                  <a:pt x="422" y="349"/>
                  <a:pt x="423" y="342"/>
                  <a:pt x="426" y="338"/>
                </a:cubicBezTo>
                <a:cubicBezTo>
                  <a:pt x="431" y="331"/>
                  <a:pt x="435" y="334"/>
                  <a:pt x="432" y="326"/>
                </a:cubicBezTo>
                <a:cubicBezTo>
                  <a:pt x="431" y="321"/>
                  <a:pt x="430" y="317"/>
                  <a:pt x="430" y="311"/>
                </a:cubicBezTo>
                <a:cubicBezTo>
                  <a:pt x="431" y="304"/>
                  <a:pt x="429" y="303"/>
                  <a:pt x="425" y="298"/>
                </a:cubicBezTo>
                <a:cubicBezTo>
                  <a:pt x="421" y="293"/>
                  <a:pt x="421" y="292"/>
                  <a:pt x="420" y="285"/>
                </a:cubicBezTo>
                <a:cubicBezTo>
                  <a:pt x="418" y="279"/>
                  <a:pt x="418" y="275"/>
                  <a:pt x="413" y="271"/>
                </a:cubicBezTo>
                <a:cubicBezTo>
                  <a:pt x="411" y="270"/>
                  <a:pt x="409" y="269"/>
                  <a:pt x="407" y="269"/>
                </a:cubicBezTo>
                <a:cubicBezTo>
                  <a:pt x="406" y="269"/>
                  <a:pt x="406" y="269"/>
                  <a:pt x="405" y="269"/>
                </a:cubicBezTo>
                <a:cubicBezTo>
                  <a:pt x="404" y="269"/>
                  <a:pt x="403" y="269"/>
                  <a:pt x="403" y="269"/>
                </a:cubicBezTo>
                <a:cubicBezTo>
                  <a:pt x="402" y="269"/>
                  <a:pt x="402" y="266"/>
                  <a:pt x="401" y="266"/>
                </a:cubicBezTo>
                <a:cubicBezTo>
                  <a:pt x="394" y="265"/>
                  <a:pt x="388" y="263"/>
                  <a:pt x="383" y="258"/>
                </a:cubicBezTo>
                <a:cubicBezTo>
                  <a:pt x="379" y="254"/>
                  <a:pt x="378" y="248"/>
                  <a:pt x="372" y="247"/>
                </a:cubicBezTo>
                <a:cubicBezTo>
                  <a:pt x="371" y="243"/>
                  <a:pt x="379" y="235"/>
                  <a:pt x="369" y="235"/>
                </a:cubicBezTo>
                <a:cubicBezTo>
                  <a:pt x="368" y="231"/>
                  <a:pt x="368" y="230"/>
                  <a:pt x="367" y="228"/>
                </a:cubicBezTo>
                <a:cubicBezTo>
                  <a:pt x="365" y="229"/>
                  <a:pt x="362" y="229"/>
                  <a:pt x="359" y="228"/>
                </a:cubicBezTo>
                <a:cubicBezTo>
                  <a:pt x="356" y="228"/>
                  <a:pt x="354" y="228"/>
                  <a:pt x="352" y="229"/>
                </a:cubicBezTo>
                <a:cubicBezTo>
                  <a:pt x="343" y="231"/>
                  <a:pt x="347" y="238"/>
                  <a:pt x="341" y="243"/>
                </a:cubicBezTo>
                <a:cubicBezTo>
                  <a:pt x="335" y="248"/>
                  <a:pt x="326" y="245"/>
                  <a:pt x="321" y="252"/>
                </a:cubicBezTo>
                <a:cubicBezTo>
                  <a:pt x="316" y="258"/>
                  <a:pt x="317" y="267"/>
                  <a:pt x="316" y="275"/>
                </a:cubicBezTo>
                <a:cubicBezTo>
                  <a:pt x="315" y="278"/>
                  <a:pt x="315" y="286"/>
                  <a:pt x="312" y="289"/>
                </a:cubicBezTo>
                <a:cubicBezTo>
                  <a:pt x="310" y="291"/>
                  <a:pt x="305" y="289"/>
                  <a:pt x="303" y="290"/>
                </a:cubicBezTo>
                <a:cubicBezTo>
                  <a:pt x="300" y="291"/>
                  <a:pt x="300" y="295"/>
                  <a:pt x="296" y="294"/>
                </a:cubicBezTo>
                <a:cubicBezTo>
                  <a:pt x="295" y="294"/>
                  <a:pt x="294" y="290"/>
                  <a:pt x="292" y="289"/>
                </a:cubicBezTo>
                <a:cubicBezTo>
                  <a:pt x="290" y="287"/>
                  <a:pt x="287" y="288"/>
                  <a:pt x="285" y="287"/>
                </a:cubicBezTo>
                <a:cubicBezTo>
                  <a:pt x="283" y="287"/>
                  <a:pt x="281" y="287"/>
                  <a:pt x="279" y="287"/>
                </a:cubicBezTo>
                <a:cubicBezTo>
                  <a:pt x="275" y="288"/>
                  <a:pt x="271" y="288"/>
                  <a:pt x="268" y="285"/>
                </a:cubicBezTo>
                <a:cubicBezTo>
                  <a:pt x="264" y="282"/>
                  <a:pt x="263" y="275"/>
                  <a:pt x="257" y="280"/>
                </a:cubicBezTo>
                <a:cubicBezTo>
                  <a:pt x="255" y="282"/>
                  <a:pt x="253" y="291"/>
                  <a:pt x="252" y="294"/>
                </a:cubicBezTo>
                <a:cubicBezTo>
                  <a:pt x="248" y="303"/>
                  <a:pt x="237" y="317"/>
                  <a:pt x="238" y="326"/>
                </a:cubicBezTo>
                <a:cubicBezTo>
                  <a:pt x="238" y="327"/>
                  <a:pt x="239" y="327"/>
                  <a:pt x="240" y="327"/>
                </a:cubicBezTo>
                <a:cubicBezTo>
                  <a:pt x="241" y="330"/>
                  <a:pt x="244" y="333"/>
                  <a:pt x="243" y="336"/>
                </a:cubicBezTo>
                <a:cubicBezTo>
                  <a:pt x="242" y="341"/>
                  <a:pt x="240" y="340"/>
                  <a:pt x="239" y="339"/>
                </a:cubicBezTo>
                <a:cubicBezTo>
                  <a:pt x="238" y="339"/>
                  <a:pt x="237" y="338"/>
                  <a:pt x="236" y="338"/>
                </a:cubicBezTo>
                <a:cubicBezTo>
                  <a:pt x="234" y="338"/>
                  <a:pt x="229" y="340"/>
                  <a:pt x="226" y="339"/>
                </a:cubicBezTo>
                <a:cubicBezTo>
                  <a:pt x="221" y="337"/>
                  <a:pt x="225" y="334"/>
                  <a:pt x="221" y="332"/>
                </a:cubicBezTo>
                <a:cubicBezTo>
                  <a:pt x="217" y="329"/>
                  <a:pt x="203" y="334"/>
                  <a:pt x="199" y="335"/>
                </a:cubicBezTo>
                <a:cubicBezTo>
                  <a:pt x="193" y="336"/>
                  <a:pt x="179" y="333"/>
                  <a:pt x="182" y="343"/>
                </a:cubicBezTo>
                <a:cubicBezTo>
                  <a:pt x="197" y="344"/>
                  <a:pt x="187" y="357"/>
                  <a:pt x="187" y="366"/>
                </a:cubicBezTo>
                <a:cubicBezTo>
                  <a:pt x="187" y="373"/>
                  <a:pt x="190" y="380"/>
                  <a:pt x="191" y="387"/>
                </a:cubicBezTo>
                <a:cubicBezTo>
                  <a:pt x="191" y="390"/>
                  <a:pt x="191" y="395"/>
                  <a:pt x="189" y="397"/>
                </a:cubicBezTo>
                <a:cubicBezTo>
                  <a:pt x="188" y="399"/>
                  <a:pt x="185" y="398"/>
                  <a:pt x="183" y="399"/>
                </a:cubicBezTo>
                <a:cubicBezTo>
                  <a:pt x="181" y="400"/>
                  <a:pt x="181" y="403"/>
                  <a:pt x="180" y="404"/>
                </a:cubicBezTo>
                <a:cubicBezTo>
                  <a:pt x="177" y="407"/>
                  <a:pt x="176" y="407"/>
                  <a:pt x="175" y="411"/>
                </a:cubicBezTo>
                <a:cubicBezTo>
                  <a:pt x="173" y="416"/>
                  <a:pt x="175" y="423"/>
                  <a:pt x="172" y="428"/>
                </a:cubicBezTo>
                <a:cubicBezTo>
                  <a:pt x="172" y="429"/>
                  <a:pt x="171" y="430"/>
                  <a:pt x="169" y="431"/>
                </a:cubicBezTo>
                <a:cubicBezTo>
                  <a:pt x="165" y="433"/>
                  <a:pt x="157" y="432"/>
                  <a:pt x="152" y="434"/>
                </a:cubicBezTo>
                <a:cubicBezTo>
                  <a:pt x="147" y="437"/>
                  <a:pt x="141" y="438"/>
                  <a:pt x="136" y="440"/>
                </a:cubicBezTo>
                <a:cubicBezTo>
                  <a:pt x="126" y="443"/>
                  <a:pt x="121" y="454"/>
                  <a:pt x="111" y="455"/>
                </a:cubicBezTo>
                <a:cubicBezTo>
                  <a:pt x="107" y="456"/>
                  <a:pt x="104" y="454"/>
                  <a:pt x="100" y="452"/>
                </a:cubicBezTo>
                <a:cubicBezTo>
                  <a:pt x="95" y="448"/>
                  <a:pt x="89" y="445"/>
                  <a:pt x="84" y="451"/>
                </a:cubicBezTo>
                <a:cubicBezTo>
                  <a:pt x="78" y="458"/>
                  <a:pt x="80" y="464"/>
                  <a:pt x="71" y="467"/>
                </a:cubicBezTo>
                <a:cubicBezTo>
                  <a:pt x="67" y="468"/>
                  <a:pt x="57" y="470"/>
                  <a:pt x="55" y="465"/>
                </a:cubicBezTo>
                <a:cubicBezTo>
                  <a:pt x="53" y="461"/>
                  <a:pt x="57" y="459"/>
                  <a:pt x="52" y="457"/>
                </a:cubicBezTo>
                <a:cubicBezTo>
                  <a:pt x="49" y="456"/>
                  <a:pt x="47" y="458"/>
                  <a:pt x="44" y="458"/>
                </a:cubicBezTo>
                <a:cubicBezTo>
                  <a:pt x="44" y="458"/>
                  <a:pt x="42" y="460"/>
                  <a:pt x="41" y="460"/>
                </a:cubicBezTo>
                <a:cubicBezTo>
                  <a:pt x="40" y="461"/>
                  <a:pt x="39" y="460"/>
                  <a:pt x="39" y="460"/>
                </a:cubicBezTo>
                <a:cubicBezTo>
                  <a:pt x="39" y="459"/>
                  <a:pt x="38" y="459"/>
                  <a:pt x="38" y="459"/>
                </a:cubicBezTo>
                <a:cubicBezTo>
                  <a:pt x="35" y="460"/>
                  <a:pt x="33" y="462"/>
                  <a:pt x="30" y="462"/>
                </a:cubicBezTo>
                <a:cubicBezTo>
                  <a:pt x="26" y="464"/>
                  <a:pt x="18" y="463"/>
                  <a:pt x="14" y="466"/>
                </a:cubicBezTo>
                <a:cubicBezTo>
                  <a:pt x="10" y="468"/>
                  <a:pt x="8" y="476"/>
                  <a:pt x="7" y="481"/>
                </a:cubicBezTo>
                <a:cubicBezTo>
                  <a:pt x="6" y="484"/>
                  <a:pt x="7" y="487"/>
                  <a:pt x="6" y="490"/>
                </a:cubicBezTo>
                <a:cubicBezTo>
                  <a:pt x="5" y="493"/>
                  <a:pt x="4" y="493"/>
                  <a:pt x="3" y="495"/>
                </a:cubicBezTo>
                <a:cubicBezTo>
                  <a:pt x="3" y="495"/>
                  <a:pt x="2" y="495"/>
                  <a:pt x="2" y="495"/>
                </a:cubicBezTo>
                <a:cubicBezTo>
                  <a:pt x="0" y="500"/>
                  <a:pt x="0" y="504"/>
                  <a:pt x="0" y="511"/>
                </a:cubicBezTo>
                <a:cubicBezTo>
                  <a:pt x="2" y="511"/>
                  <a:pt x="3" y="511"/>
                  <a:pt x="4" y="511"/>
                </a:cubicBezTo>
                <a:cubicBezTo>
                  <a:pt x="6" y="511"/>
                  <a:pt x="8" y="511"/>
                  <a:pt x="11" y="512"/>
                </a:cubicBezTo>
                <a:cubicBezTo>
                  <a:pt x="15" y="514"/>
                  <a:pt x="15" y="517"/>
                  <a:pt x="20" y="517"/>
                </a:cubicBezTo>
                <a:cubicBezTo>
                  <a:pt x="19" y="522"/>
                  <a:pt x="23" y="523"/>
                  <a:pt x="24" y="527"/>
                </a:cubicBezTo>
                <a:cubicBezTo>
                  <a:pt x="24" y="528"/>
                  <a:pt x="24" y="538"/>
                  <a:pt x="24" y="538"/>
                </a:cubicBezTo>
                <a:cubicBezTo>
                  <a:pt x="23" y="541"/>
                  <a:pt x="19" y="543"/>
                  <a:pt x="19" y="546"/>
                </a:cubicBezTo>
                <a:cubicBezTo>
                  <a:pt x="19" y="550"/>
                  <a:pt x="24" y="552"/>
                  <a:pt x="23" y="557"/>
                </a:cubicBezTo>
                <a:cubicBezTo>
                  <a:pt x="20" y="557"/>
                  <a:pt x="18" y="557"/>
                  <a:pt x="17" y="556"/>
                </a:cubicBezTo>
                <a:cubicBezTo>
                  <a:pt x="15" y="556"/>
                  <a:pt x="14" y="556"/>
                  <a:pt x="12" y="556"/>
                </a:cubicBezTo>
                <a:cubicBezTo>
                  <a:pt x="11" y="556"/>
                  <a:pt x="9" y="557"/>
                  <a:pt x="8" y="559"/>
                </a:cubicBezTo>
                <a:cubicBezTo>
                  <a:pt x="7" y="560"/>
                  <a:pt x="6" y="561"/>
                  <a:pt x="6" y="563"/>
                </a:cubicBezTo>
                <a:lnTo>
                  <a:pt x="7" y="563"/>
                </a:lnTo>
                <a:cubicBezTo>
                  <a:pt x="11" y="563"/>
                  <a:pt x="17" y="565"/>
                  <a:pt x="21" y="567"/>
                </a:cubicBezTo>
                <a:cubicBezTo>
                  <a:pt x="22" y="568"/>
                  <a:pt x="24" y="570"/>
                  <a:pt x="25" y="571"/>
                </a:cubicBezTo>
                <a:cubicBezTo>
                  <a:pt x="26" y="572"/>
                  <a:pt x="25" y="575"/>
                  <a:pt x="25" y="575"/>
                </a:cubicBezTo>
                <a:cubicBezTo>
                  <a:pt x="26" y="576"/>
                  <a:pt x="29" y="576"/>
                  <a:pt x="30" y="577"/>
                </a:cubicBezTo>
                <a:cubicBezTo>
                  <a:pt x="34" y="581"/>
                  <a:pt x="37" y="583"/>
                  <a:pt x="36" y="591"/>
                </a:cubicBezTo>
                <a:cubicBezTo>
                  <a:pt x="36" y="596"/>
                  <a:pt x="31" y="603"/>
                  <a:pt x="39" y="605"/>
                </a:cubicBezTo>
                <a:cubicBezTo>
                  <a:pt x="38" y="613"/>
                  <a:pt x="45" y="610"/>
                  <a:pt x="49" y="612"/>
                </a:cubicBezTo>
                <a:cubicBezTo>
                  <a:pt x="50" y="613"/>
                  <a:pt x="52" y="616"/>
                  <a:pt x="54" y="617"/>
                </a:cubicBezTo>
                <a:cubicBezTo>
                  <a:pt x="57" y="619"/>
                  <a:pt x="59" y="618"/>
                  <a:pt x="61" y="621"/>
                </a:cubicBezTo>
                <a:cubicBezTo>
                  <a:pt x="63" y="622"/>
                  <a:pt x="64" y="623"/>
                  <a:pt x="66" y="624"/>
                </a:cubicBezTo>
                <a:cubicBezTo>
                  <a:pt x="79" y="632"/>
                  <a:pt x="91" y="622"/>
                  <a:pt x="106" y="618"/>
                </a:cubicBezTo>
                <a:cubicBezTo>
                  <a:pt x="111" y="617"/>
                  <a:pt x="117" y="618"/>
                  <a:pt x="121" y="621"/>
                </a:cubicBezTo>
                <a:cubicBezTo>
                  <a:pt x="127" y="624"/>
                  <a:pt x="126" y="629"/>
                  <a:pt x="130" y="632"/>
                </a:cubicBezTo>
                <a:cubicBezTo>
                  <a:pt x="132" y="634"/>
                  <a:pt x="134" y="634"/>
                  <a:pt x="135" y="633"/>
                </a:cubicBezTo>
                <a:cubicBezTo>
                  <a:pt x="138" y="633"/>
                  <a:pt x="140" y="632"/>
                  <a:pt x="141" y="635"/>
                </a:cubicBezTo>
                <a:cubicBezTo>
                  <a:pt x="144" y="641"/>
                  <a:pt x="136" y="644"/>
                  <a:pt x="135" y="649"/>
                </a:cubicBezTo>
                <a:cubicBezTo>
                  <a:pt x="133" y="654"/>
                  <a:pt x="136" y="660"/>
                  <a:pt x="131" y="663"/>
                </a:cubicBezTo>
                <a:cubicBezTo>
                  <a:pt x="130" y="664"/>
                  <a:pt x="128" y="664"/>
                  <a:pt x="127" y="664"/>
                </a:cubicBezTo>
                <a:cubicBezTo>
                  <a:pt x="125" y="664"/>
                  <a:pt x="124" y="664"/>
                  <a:pt x="123" y="665"/>
                </a:cubicBezTo>
                <a:cubicBezTo>
                  <a:pt x="120" y="666"/>
                  <a:pt x="119" y="668"/>
                  <a:pt x="118" y="670"/>
                </a:cubicBezTo>
                <a:cubicBezTo>
                  <a:pt x="116" y="673"/>
                  <a:pt x="115" y="677"/>
                  <a:pt x="112" y="678"/>
                </a:cubicBezTo>
                <a:cubicBezTo>
                  <a:pt x="108" y="680"/>
                  <a:pt x="104" y="678"/>
                  <a:pt x="101" y="680"/>
                </a:cubicBezTo>
                <a:cubicBezTo>
                  <a:pt x="96" y="683"/>
                  <a:pt x="99" y="684"/>
                  <a:pt x="98" y="689"/>
                </a:cubicBezTo>
                <a:cubicBezTo>
                  <a:pt x="97" y="692"/>
                  <a:pt x="94" y="695"/>
                  <a:pt x="96" y="699"/>
                </a:cubicBezTo>
                <a:cubicBezTo>
                  <a:pt x="97" y="702"/>
                  <a:pt x="103" y="701"/>
                  <a:pt x="105" y="703"/>
                </a:cubicBezTo>
                <a:cubicBezTo>
                  <a:pt x="108" y="706"/>
                  <a:pt x="108" y="709"/>
                  <a:pt x="108" y="713"/>
                </a:cubicBezTo>
                <a:cubicBezTo>
                  <a:pt x="108" y="720"/>
                  <a:pt x="107" y="730"/>
                  <a:pt x="98" y="727"/>
                </a:cubicBezTo>
                <a:cubicBezTo>
                  <a:pt x="98" y="728"/>
                  <a:pt x="97" y="729"/>
                  <a:pt x="97" y="731"/>
                </a:cubicBezTo>
                <a:cubicBezTo>
                  <a:pt x="89" y="736"/>
                  <a:pt x="91" y="728"/>
                  <a:pt x="88" y="724"/>
                </a:cubicBezTo>
                <a:cubicBezTo>
                  <a:pt x="85" y="721"/>
                  <a:pt x="76" y="722"/>
                  <a:pt x="77" y="729"/>
                </a:cubicBezTo>
                <a:cubicBezTo>
                  <a:pt x="77" y="732"/>
                  <a:pt x="80" y="731"/>
                  <a:pt x="81" y="734"/>
                </a:cubicBezTo>
                <a:cubicBezTo>
                  <a:pt x="83" y="736"/>
                  <a:pt x="83" y="738"/>
                  <a:pt x="83" y="741"/>
                </a:cubicBezTo>
                <a:cubicBezTo>
                  <a:pt x="83" y="744"/>
                  <a:pt x="84" y="744"/>
                  <a:pt x="84" y="748"/>
                </a:cubicBezTo>
                <a:cubicBezTo>
                  <a:pt x="84" y="751"/>
                  <a:pt x="84" y="754"/>
                  <a:pt x="84" y="757"/>
                </a:cubicBezTo>
                <a:cubicBezTo>
                  <a:pt x="83" y="758"/>
                  <a:pt x="82" y="763"/>
                  <a:pt x="82" y="764"/>
                </a:cubicBezTo>
                <a:cubicBezTo>
                  <a:pt x="83" y="767"/>
                  <a:pt x="84" y="766"/>
                  <a:pt x="85" y="766"/>
                </a:cubicBezTo>
                <a:cubicBezTo>
                  <a:pt x="86" y="765"/>
                  <a:pt x="86" y="765"/>
                  <a:pt x="87" y="765"/>
                </a:cubicBezTo>
                <a:cubicBezTo>
                  <a:pt x="88" y="765"/>
                  <a:pt x="88" y="765"/>
                  <a:pt x="89" y="765"/>
                </a:cubicBezTo>
                <a:cubicBezTo>
                  <a:pt x="89" y="764"/>
                  <a:pt x="90" y="764"/>
                  <a:pt x="92" y="766"/>
                </a:cubicBezTo>
                <a:cubicBezTo>
                  <a:pt x="94" y="768"/>
                  <a:pt x="93" y="771"/>
                  <a:pt x="95" y="773"/>
                </a:cubicBezTo>
                <a:cubicBezTo>
                  <a:pt x="98" y="778"/>
                  <a:pt x="104" y="777"/>
                  <a:pt x="108" y="778"/>
                </a:cubicBezTo>
                <a:cubicBezTo>
                  <a:pt x="113" y="780"/>
                  <a:pt x="114" y="787"/>
                  <a:pt x="119" y="786"/>
                </a:cubicBezTo>
                <a:cubicBezTo>
                  <a:pt x="120" y="789"/>
                  <a:pt x="120" y="792"/>
                  <a:pt x="119" y="794"/>
                </a:cubicBezTo>
                <a:cubicBezTo>
                  <a:pt x="126" y="797"/>
                  <a:pt x="128" y="794"/>
                  <a:pt x="132" y="801"/>
                </a:cubicBezTo>
                <a:cubicBezTo>
                  <a:pt x="133" y="803"/>
                  <a:pt x="134" y="805"/>
                  <a:pt x="135" y="807"/>
                </a:cubicBezTo>
                <a:cubicBezTo>
                  <a:pt x="136" y="811"/>
                  <a:pt x="137" y="814"/>
                  <a:pt x="139" y="815"/>
                </a:cubicBezTo>
                <a:cubicBezTo>
                  <a:pt x="144" y="817"/>
                  <a:pt x="146" y="807"/>
                  <a:pt x="150" y="806"/>
                </a:cubicBezTo>
                <a:cubicBezTo>
                  <a:pt x="153" y="805"/>
                  <a:pt x="164" y="804"/>
                  <a:pt x="166" y="805"/>
                </a:cubicBezTo>
                <a:cubicBezTo>
                  <a:pt x="169" y="806"/>
                  <a:pt x="169" y="809"/>
                  <a:pt x="170" y="811"/>
                </a:cubicBezTo>
                <a:cubicBezTo>
                  <a:pt x="172" y="816"/>
                  <a:pt x="170" y="815"/>
                  <a:pt x="173" y="818"/>
                </a:cubicBezTo>
                <a:cubicBezTo>
                  <a:pt x="178" y="821"/>
                  <a:pt x="182" y="823"/>
                  <a:pt x="186" y="827"/>
                </a:cubicBezTo>
                <a:cubicBezTo>
                  <a:pt x="190" y="831"/>
                  <a:pt x="196" y="833"/>
                  <a:pt x="199" y="837"/>
                </a:cubicBezTo>
                <a:cubicBezTo>
                  <a:pt x="202" y="843"/>
                  <a:pt x="199" y="849"/>
                  <a:pt x="205" y="852"/>
                </a:cubicBezTo>
                <a:cubicBezTo>
                  <a:pt x="207" y="849"/>
                  <a:pt x="211" y="845"/>
                  <a:pt x="215" y="846"/>
                </a:cubicBezTo>
                <a:cubicBezTo>
                  <a:pt x="221" y="847"/>
                  <a:pt x="220" y="854"/>
                  <a:pt x="223" y="858"/>
                </a:cubicBezTo>
                <a:cubicBezTo>
                  <a:pt x="225" y="861"/>
                  <a:pt x="230" y="866"/>
                  <a:pt x="233" y="868"/>
                </a:cubicBezTo>
                <a:cubicBezTo>
                  <a:pt x="236" y="870"/>
                  <a:pt x="238" y="870"/>
                  <a:pt x="240" y="870"/>
                </a:cubicBezTo>
                <a:cubicBezTo>
                  <a:pt x="242" y="870"/>
                  <a:pt x="244" y="870"/>
                  <a:pt x="247" y="872"/>
                </a:cubicBezTo>
                <a:cubicBezTo>
                  <a:pt x="248" y="876"/>
                  <a:pt x="243" y="880"/>
                  <a:pt x="247" y="883"/>
                </a:cubicBezTo>
                <a:cubicBezTo>
                  <a:pt x="249" y="884"/>
                  <a:pt x="251" y="884"/>
                  <a:pt x="253" y="883"/>
                </a:cubicBezTo>
                <a:cubicBezTo>
                  <a:pt x="255" y="883"/>
                  <a:pt x="257" y="882"/>
                  <a:pt x="259" y="883"/>
                </a:cubicBezTo>
                <a:cubicBezTo>
                  <a:pt x="263" y="885"/>
                  <a:pt x="263" y="889"/>
                  <a:pt x="266" y="893"/>
                </a:cubicBezTo>
                <a:cubicBezTo>
                  <a:pt x="267" y="894"/>
                  <a:pt x="266" y="898"/>
                  <a:pt x="269" y="897"/>
                </a:cubicBezTo>
                <a:cubicBezTo>
                  <a:pt x="271" y="896"/>
                  <a:pt x="272" y="891"/>
                  <a:pt x="271" y="889"/>
                </a:cubicBezTo>
                <a:cubicBezTo>
                  <a:pt x="275" y="891"/>
                  <a:pt x="277" y="895"/>
                  <a:pt x="282" y="894"/>
                </a:cubicBezTo>
                <a:cubicBezTo>
                  <a:pt x="282" y="889"/>
                  <a:pt x="285" y="889"/>
                  <a:pt x="289" y="889"/>
                </a:cubicBezTo>
                <a:cubicBezTo>
                  <a:pt x="296" y="889"/>
                  <a:pt x="295" y="890"/>
                  <a:pt x="299" y="894"/>
                </a:cubicBezTo>
                <a:cubicBezTo>
                  <a:pt x="305" y="899"/>
                  <a:pt x="315" y="901"/>
                  <a:pt x="322" y="899"/>
                </a:cubicBezTo>
                <a:cubicBezTo>
                  <a:pt x="324" y="898"/>
                  <a:pt x="326" y="898"/>
                  <a:pt x="328" y="897"/>
                </a:cubicBezTo>
                <a:cubicBezTo>
                  <a:pt x="333" y="896"/>
                  <a:pt x="339" y="894"/>
                  <a:pt x="344" y="896"/>
                </a:cubicBezTo>
                <a:cubicBezTo>
                  <a:pt x="355" y="899"/>
                  <a:pt x="345" y="908"/>
                  <a:pt x="347" y="914"/>
                </a:cubicBezTo>
                <a:cubicBezTo>
                  <a:pt x="348" y="913"/>
                  <a:pt x="349" y="912"/>
                  <a:pt x="350" y="911"/>
                </a:cubicBezTo>
                <a:cubicBezTo>
                  <a:pt x="353" y="908"/>
                  <a:pt x="357" y="908"/>
                  <a:pt x="360" y="906"/>
                </a:cubicBezTo>
                <a:cubicBezTo>
                  <a:pt x="363" y="904"/>
                  <a:pt x="367" y="901"/>
                  <a:pt x="370" y="898"/>
                </a:cubicBezTo>
                <a:cubicBezTo>
                  <a:pt x="375" y="894"/>
                  <a:pt x="382" y="885"/>
                  <a:pt x="390" y="890"/>
                </a:cubicBezTo>
                <a:cubicBezTo>
                  <a:pt x="394" y="893"/>
                  <a:pt x="393" y="896"/>
                  <a:pt x="397" y="898"/>
                </a:cubicBezTo>
                <a:cubicBezTo>
                  <a:pt x="402" y="900"/>
                  <a:pt x="404" y="898"/>
                  <a:pt x="408" y="902"/>
                </a:cubicBezTo>
                <a:cubicBezTo>
                  <a:pt x="411" y="896"/>
                  <a:pt x="419" y="900"/>
                  <a:pt x="422" y="904"/>
                </a:cubicBezTo>
                <a:cubicBezTo>
                  <a:pt x="426" y="909"/>
                  <a:pt x="421" y="916"/>
                  <a:pt x="427" y="919"/>
                </a:cubicBezTo>
                <a:cubicBezTo>
                  <a:pt x="430" y="912"/>
                  <a:pt x="425" y="913"/>
                  <a:pt x="432" y="910"/>
                </a:cubicBezTo>
                <a:cubicBezTo>
                  <a:pt x="434" y="909"/>
                  <a:pt x="439" y="907"/>
                  <a:pt x="440" y="907"/>
                </a:cubicBezTo>
                <a:cubicBezTo>
                  <a:pt x="442" y="907"/>
                  <a:pt x="443" y="908"/>
                  <a:pt x="444" y="908"/>
                </a:cubicBezTo>
                <a:cubicBezTo>
                  <a:pt x="446" y="909"/>
                  <a:pt x="447" y="909"/>
                  <a:pt x="448" y="909"/>
                </a:cubicBezTo>
                <a:cubicBezTo>
                  <a:pt x="451" y="909"/>
                  <a:pt x="454" y="908"/>
                  <a:pt x="455" y="905"/>
                </a:cubicBezTo>
                <a:cubicBezTo>
                  <a:pt x="456" y="903"/>
                  <a:pt x="455" y="900"/>
                  <a:pt x="456" y="898"/>
                </a:cubicBezTo>
                <a:cubicBezTo>
                  <a:pt x="458" y="896"/>
                  <a:pt x="460" y="897"/>
                  <a:pt x="462" y="895"/>
                </a:cubicBezTo>
                <a:cubicBezTo>
                  <a:pt x="465" y="893"/>
                  <a:pt x="466" y="892"/>
                  <a:pt x="467" y="890"/>
                </a:cubicBezTo>
                <a:cubicBezTo>
                  <a:pt x="474" y="882"/>
                  <a:pt x="486" y="883"/>
                  <a:pt x="492" y="876"/>
                </a:cubicBezTo>
                <a:cubicBezTo>
                  <a:pt x="494" y="874"/>
                  <a:pt x="493" y="872"/>
                  <a:pt x="496" y="870"/>
                </a:cubicBezTo>
                <a:cubicBezTo>
                  <a:pt x="498" y="868"/>
                  <a:pt x="500" y="868"/>
                  <a:pt x="502" y="867"/>
                </a:cubicBezTo>
                <a:cubicBezTo>
                  <a:pt x="508" y="863"/>
                  <a:pt x="507" y="860"/>
                  <a:pt x="513" y="861"/>
                </a:cubicBezTo>
                <a:cubicBezTo>
                  <a:pt x="518" y="862"/>
                  <a:pt x="522" y="867"/>
                  <a:pt x="525" y="869"/>
                </a:cubicBezTo>
                <a:cubicBezTo>
                  <a:pt x="533" y="871"/>
                  <a:pt x="535" y="866"/>
                  <a:pt x="539" y="862"/>
                </a:cubicBezTo>
                <a:cubicBezTo>
                  <a:pt x="542" y="859"/>
                  <a:pt x="548" y="855"/>
                  <a:pt x="553" y="859"/>
                </a:cubicBezTo>
                <a:cubicBezTo>
                  <a:pt x="558" y="864"/>
                  <a:pt x="550" y="868"/>
                  <a:pt x="554" y="872"/>
                </a:cubicBezTo>
                <a:cubicBezTo>
                  <a:pt x="558" y="867"/>
                  <a:pt x="564" y="872"/>
                  <a:pt x="564" y="877"/>
                </a:cubicBezTo>
                <a:cubicBezTo>
                  <a:pt x="565" y="882"/>
                  <a:pt x="556" y="887"/>
                  <a:pt x="559" y="890"/>
                </a:cubicBezTo>
                <a:cubicBezTo>
                  <a:pt x="566" y="882"/>
                  <a:pt x="577" y="891"/>
                  <a:pt x="585" y="895"/>
                </a:cubicBezTo>
                <a:cubicBezTo>
                  <a:pt x="586" y="894"/>
                  <a:pt x="587" y="892"/>
                  <a:pt x="590" y="888"/>
                </a:cubicBezTo>
                <a:cubicBezTo>
                  <a:pt x="593" y="886"/>
                  <a:pt x="592" y="885"/>
                  <a:pt x="596" y="885"/>
                </a:cubicBezTo>
                <a:cubicBezTo>
                  <a:pt x="596" y="885"/>
                  <a:pt x="598" y="886"/>
                  <a:pt x="600" y="887"/>
                </a:cubicBezTo>
                <a:cubicBezTo>
                  <a:pt x="602" y="888"/>
                  <a:pt x="604" y="889"/>
                  <a:pt x="604" y="889"/>
                </a:cubicBezTo>
                <a:cubicBezTo>
                  <a:pt x="610" y="894"/>
                  <a:pt x="610" y="899"/>
                  <a:pt x="612" y="907"/>
                </a:cubicBezTo>
                <a:cubicBezTo>
                  <a:pt x="613" y="912"/>
                  <a:pt x="619" y="921"/>
                  <a:pt x="620" y="910"/>
                </a:cubicBezTo>
                <a:cubicBezTo>
                  <a:pt x="629" y="911"/>
                  <a:pt x="627" y="921"/>
                  <a:pt x="627" y="928"/>
                </a:cubicBezTo>
                <a:cubicBezTo>
                  <a:pt x="627" y="935"/>
                  <a:pt x="629" y="943"/>
                  <a:pt x="628" y="951"/>
                </a:cubicBezTo>
                <a:cubicBezTo>
                  <a:pt x="622" y="952"/>
                  <a:pt x="625" y="956"/>
                  <a:pt x="628" y="959"/>
                </a:cubicBezTo>
                <a:cubicBezTo>
                  <a:pt x="625" y="959"/>
                  <a:pt x="624" y="961"/>
                  <a:pt x="624" y="965"/>
                </a:cubicBezTo>
                <a:cubicBezTo>
                  <a:pt x="627" y="965"/>
                  <a:pt x="627" y="966"/>
                  <a:pt x="628" y="969"/>
                </a:cubicBezTo>
                <a:cubicBezTo>
                  <a:pt x="624" y="972"/>
                  <a:pt x="618" y="969"/>
                  <a:pt x="619" y="977"/>
                </a:cubicBezTo>
                <a:cubicBezTo>
                  <a:pt x="616" y="977"/>
                  <a:pt x="613" y="977"/>
                  <a:pt x="610" y="977"/>
                </a:cubicBezTo>
                <a:cubicBezTo>
                  <a:pt x="612" y="983"/>
                  <a:pt x="613" y="987"/>
                  <a:pt x="606" y="990"/>
                </a:cubicBezTo>
                <a:cubicBezTo>
                  <a:pt x="605" y="991"/>
                  <a:pt x="604" y="991"/>
                  <a:pt x="603" y="991"/>
                </a:cubicBezTo>
                <a:cubicBezTo>
                  <a:pt x="601" y="991"/>
                  <a:pt x="600" y="991"/>
                  <a:pt x="599" y="993"/>
                </a:cubicBezTo>
                <a:cubicBezTo>
                  <a:pt x="599" y="995"/>
                  <a:pt x="603" y="998"/>
                  <a:pt x="602" y="1001"/>
                </a:cubicBezTo>
                <a:cubicBezTo>
                  <a:pt x="597" y="1003"/>
                  <a:pt x="593" y="1010"/>
                  <a:pt x="600" y="1014"/>
                </a:cubicBezTo>
                <a:cubicBezTo>
                  <a:pt x="601" y="1025"/>
                  <a:pt x="592" y="1033"/>
                  <a:pt x="607" y="1025"/>
                </a:cubicBezTo>
                <a:cubicBezTo>
                  <a:pt x="611" y="1023"/>
                  <a:pt x="613" y="1023"/>
                  <a:pt x="616" y="1024"/>
                </a:cubicBezTo>
                <a:cubicBezTo>
                  <a:pt x="617" y="1024"/>
                  <a:pt x="619" y="1024"/>
                  <a:pt x="621" y="1023"/>
                </a:cubicBezTo>
                <a:cubicBezTo>
                  <a:pt x="625" y="1023"/>
                  <a:pt x="629" y="1021"/>
                  <a:pt x="634" y="1021"/>
                </a:cubicBezTo>
                <a:cubicBezTo>
                  <a:pt x="635" y="1026"/>
                  <a:pt x="630" y="1028"/>
                  <a:pt x="630" y="1032"/>
                </a:cubicBezTo>
                <a:cubicBezTo>
                  <a:pt x="635" y="1034"/>
                  <a:pt x="637" y="1045"/>
                  <a:pt x="637" y="1050"/>
                </a:cubicBezTo>
                <a:cubicBezTo>
                  <a:pt x="640" y="1050"/>
                  <a:pt x="643" y="1054"/>
                  <a:pt x="645" y="1054"/>
                </a:cubicBezTo>
                <a:cubicBezTo>
                  <a:pt x="647" y="1054"/>
                  <a:pt x="648" y="1054"/>
                  <a:pt x="650" y="1053"/>
                </a:cubicBezTo>
                <a:cubicBezTo>
                  <a:pt x="652" y="1052"/>
                  <a:pt x="654" y="1051"/>
                  <a:pt x="656" y="1053"/>
                </a:cubicBezTo>
                <a:cubicBezTo>
                  <a:pt x="660" y="1057"/>
                  <a:pt x="654" y="1058"/>
                  <a:pt x="652" y="1060"/>
                </a:cubicBezTo>
                <a:cubicBezTo>
                  <a:pt x="651" y="1063"/>
                  <a:pt x="650" y="1068"/>
                  <a:pt x="651" y="1072"/>
                </a:cubicBezTo>
                <a:cubicBezTo>
                  <a:pt x="650" y="1074"/>
                  <a:pt x="644" y="1079"/>
                  <a:pt x="645" y="1082"/>
                </a:cubicBezTo>
                <a:cubicBezTo>
                  <a:pt x="647" y="1086"/>
                  <a:pt x="655" y="1084"/>
                  <a:pt x="659" y="1084"/>
                </a:cubicBezTo>
                <a:cubicBezTo>
                  <a:pt x="663" y="1084"/>
                  <a:pt x="669" y="1083"/>
                  <a:pt x="671" y="1087"/>
                </a:cubicBezTo>
                <a:cubicBezTo>
                  <a:pt x="673" y="1090"/>
                  <a:pt x="669" y="1100"/>
                  <a:pt x="677" y="1097"/>
                </a:cubicBezTo>
                <a:cubicBezTo>
                  <a:pt x="678" y="1098"/>
                  <a:pt x="678" y="1098"/>
                  <a:pt x="679" y="1099"/>
                </a:cubicBezTo>
                <a:cubicBezTo>
                  <a:pt x="678" y="1105"/>
                  <a:pt x="680" y="1104"/>
                  <a:pt x="684" y="1104"/>
                </a:cubicBezTo>
                <a:cubicBezTo>
                  <a:pt x="686" y="1103"/>
                  <a:pt x="689" y="1103"/>
                  <a:pt x="691" y="1105"/>
                </a:cubicBezTo>
                <a:cubicBezTo>
                  <a:pt x="693" y="1099"/>
                  <a:pt x="701" y="1094"/>
                  <a:pt x="706" y="1098"/>
                </a:cubicBezTo>
                <a:cubicBezTo>
                  <a:pt x="706" y="1098"/>
                  <a:pt x="707" y="1099"/>
                  <a:pt x="707" y="1100"/>
                </a:cubicBezTo>
                <a:cubicBezTo>
                  <a:pt x="709" y="1104"/>
                  <a:pt x="708" y="1110"/>
                  <a:pt x="716" y="1108"/>
                </a:cubicBezTo>
                <a:cubicBezTo>
                  <a:pt x="717" y="1111"/>
                  <a:pt x="724" y="1114"/>
                  <a:pt x="726" y="1111"/>
                </a:cubicBezTo>
                <a:cubicBezTo>
                  <a:pt x="728" y="1109"/>
                  <a:pt x="724" y="1100"/>
                  <a:pt x="723" y="1098"/>
                </a:cubicBezTo>
                <a:cubicBezTo>
                  <a:pt x="728" y="1097"/>
                  <a:pt x="723" y="1088"/>
                  <a:pt x="722" y="1085"/>
                </a:cubicBezTo>
                <a:cubicBezTo>
                  <a:pt x="713" y="1070"/>
                  <a:pt x="722" y="1072"/>
                  <a:pt x="734" y="1068"/>
                </a:cubicBezTo>
                <a:cubicBezTo>
                  <a:pt x="734" y="1067"/>
                  <a:pt x="735" y="1067"/>
                  <a:pt x="736" y="1067"/>
                </a:cubicBezTo>
                <a:cubicBezTo>
                  <a:pt x="741" y="1064"/>
                  <a:pt x="742" y="1055"/>
                  <a:pt x="750" y="1059"/>
                </a:cubicBezTo>
                <a:cubicBezTo>
                  <a:pt x="757" y="1062"/>
                  <a:pt x="757" y="1073"/>
                  <a:pt x="763" y="1062"/>
                </a:cubicBezTo>
                <a:cubicBezTo>
                  <a:pt x="768" y="1053"/>
                  <a:pt x="768" y="1056"/>
                  <a:pt x="770" y="1059"/>
                </a:cubicBezTo>
                <a:cubicBezTo>
                  <a:pt x="771" y="1061"/>
                  <a:pt x="772" y="1063"/>
                  <a:pt x="775" y="1063"/>
                </a:cubicBezTo>
                <a:cubicBezTo>
                  <a:pt x="776" y="1059"/>
                  <a:pt x="776" y="1056"/>
                  <a:pt x="779" y="1053"/>
                </a:cubicBezTo>
                <a:cubicBezTo>
                  <a:pt x="780" y="1057"/>
                  <a:pt x="783" y="1063"/>
                  <a:pt x="788" y="1062"/>
                </a:cubicBezTo>
                <a:cubicBezTo>
                  <a:pt x="794" y="1061"/>
                  <a:pt x="789" y="1053"/>
                  <a:pt x="796" y="1052"/>
                </a:cubicBezTo>
                <a:cubicBezTo>
                  <a:pt x="800" y="1057"/>
                  <a:pt x="802" y="1054"/>
                  <a:pt x="805" y="1052"/>
                </a:cubicBezTo>
                <a:cubicBezTo>
                  <a:pt x="806" y="1050"/>
                  <a:pt x="808" y="1048"/>
                  <a:pt x="811" y="1050"/>
                </a:cubicBezTo>
                <a:cubicBezTo>
                  <a:pt x="814" y="1048"/>
                  <a:pt x="812" y="1045"/>
                  <a:pt x="813" y="1042"/>
                </a:cubicBezTo>
                <a:cubicBezTo>
                  <a:pt x="815" y="1039"/>
                  <a:pt x="817" y="1037"/>
                  <a:pt x="820" y="1036"/>
                </a:cubicBezTo>
                <a:cubicBezTo>
                  <a:pt x="828" y="1032"/>
                  <a:pt x="829" y="1034"/>
                  <a:pt x="833" y="1040"/>
                </a:cubicBezTo>
                <a:cubicBezTo>
                  <a:pt x="834" y="1040"/>
                  <a:pt x="835" y="1040"/>
                  <a:pt x="836" y="1040"/>
                </a:cubicBezTo>
                <a:cubicBezTo>
                  <a:pt x="837" y="1040"/>
                  <a:pt x="838" y="1039"/>
                  <a:pt x="838" y="1039"/>
                </a:cubicBezTo>
                <a:cubicBezTo>
                  <a:pt x="838" y="1039"/>
                  <a:pt x="842" y="1042"/>
                  <a:pt x="842" y="1042"/>
                </a:cubicBezTo>
                <a:cubicBezTo>
                  <a:pt x="844" y="1043"/>
                  <a:pt x="844" y="1043"/>
                  <a:pt x="847" y="1043"/>
                </a:cubicBezTo>
                <a:cubicBezTo>
                  <a:pt x="850" y="1042"/>
                  <a:pt x="848" y="1039"/>
                  <a:pt x="851" y="1039"/>
                </a:cubicBezTo>
                <a:cubicBezTo>
                  <a:pt x="853" y="1039"/>
                  <a:pt x="854" y="1043"/>
                  <a:pt x="855" y="1044"/>
                </a:cubicBezTo>
                <a:cubicBezTo>
                  <a:pt x="858" y="1045"/>
                  <a:pt x="858" y="1043"/>
                  <a:pt x="860" y="1043"/>
                </a:cubicBezTo>
                <a:cubicBezTo>
                  <a:pt x="863" y="1043"/>
                  <a:pt x="871" y="1040"/>
                  <a:pt x="869" y="1047"/>
                </a:cubicBezTo>
                <a:cubicBezTo>
                  <a:pt x="868" y="1052"/>
                  <a:pt x="863" y="1049"/>
                  <a:pt x="865" y="1056"/>
                </a:cubicBezTo>
                <a:cubicBezTo>
                  <a:pt x="865" y="1058"/>
                  <a:pt x="867" y="1060"/>
                  <a:pt x="868" y="1061"/>
                </a:cubicBezTo>
                <a:cubicBezTo>
                  <a:pt x="869" y="1063"/>
                  <a:pt x="868" y="1067"/>
                  <a:pt x="869" y="1068"/>
                </a:cubicBezTo>
                <a:cubicBezTo>
                  <a:pt x="871" y="1072"/>
                  <a:pt x="873" y="1071"/>
                  <a:pt x="875" y="1071"/>
                </a:cubicBezTo>
                <a:cubicBezTo>
                  <a:pt x="876" y="1071"/>
                  <a:pt x="878" y="1071"/>
                  <a:pt x="880" y="1071"/>
                </a:cubicBezTo>
                <a:cubicBezTo>
                  <a:pt x="884" y="1072"/>
                  <a:pt x="885" y="1076"/>
                  <a:pt x="891" y="1075"/>
                </a:cubicBezTo>
                <a:cubicBezTo>
                  <a:pt x="891" y="1079"/>
                  <a:pt x="896" y="1079"/>
                  <a:pt x="901" y="1079"/>
                </a:cubicBezTo>
                <a:cubicBezTo>
                  <a:pt x="904" y="1079"/>
                  <a:pt x="906" y="1078"/>
                  <a:pt x="908" y="1079"/>
                </a:cubicBezTo>
                <a:cubicBezTo>
                  <a:pt x="910" y="1079"/>
                  <a:pt x="912" y="1081"/>
                  <a:pt x="915" y="1084"/>
                </a:cubicBezTo>
                <a:lnTo>
                  <a:pt x="915" y="1084"/>
                </a:lnTo>
                <a:cubicBezTo>
                  <a:pt x="915" y="1076"/>
                  <a:pt x="917" y="1075"/>
                  <a:pt x="923" y="1072"/>
                </a:cubicBezTo>
                <a:cubicBezTo>
                  <a:pt x="929" y="1067"/>
                  <a:pt x="930" y="1067"/>
                  <a:pt x="935" y="1073"/>
                </a:cubicBezTo>
                <a:cubicBezTo>
                  <a:pt x="937" y="1071"/>
                  <a:pt x="939" y="1072"/>
                  <a:pt x="940" y="1071"/>
                </a:cubicBezTo>
                <a:cubicBezTo>
                  <a:pt x="939" y="1084"/>
                  <a:pt x="949" y="1074"/>
                  <a:pt x="955" y="1074"/>
                </a:cubicBezTo>
                <a:cubicBezTo>
                  <a:pt x="955" y="1072"/>
                  <a:pt x="955" y="1070"/>
                  <a:pt x="955" y="1068"/>
                </a:cubicBezTo>
                <a:cubicBezTo>
                  <a:pt x="956" y="1071"/>
                  <a:pt x="961" y="1071"/>
                  <a:pt x="962" y="1072"/>
                </a:cubicBezTo>
                <a:cubicBezTo>
                  <a:pt x="964" y="1076"/>
                  <a:pt x="962" y="1076"/>
                  <a:pt x="961" y="1079"/>
                </a:cubicBezTo>
                <a:cubicBezTo>
                  <a:pt x="960" y="1086"/>
                  <a:pt x="960" y="1090"/>
                  <a:pt x="962" y="1096"/>
                </a:cubicBezTo>
                <a:cubicBezTo>
                  <a:pt x="963" y="1102"/>
                  <a:pt x="964" y="1106"/>
                  <a:pt x="970" y="1110"/>
                </a:cubicBezTo>
                <a:cubicBezTo>
                  <a:pt x="978" y="1116"/>
                  <a:pt x="978" y="1110"/>
                  <a:pt x="986" y="1108"/>
                </a:cubicBezTo>
                <a:cubicBezTo>
                  <a:pt x="987" y="1102"/>
                  <a:pt x="976" y="1094"/>
                  <a:pt x="980" y="1089"/>
                </a:cubicBezTo>
                <a:cubicBezTo>
                  <a:pt x="979" y="1087"/>
                  <a:pt x="978" y="1085"/>
                  <a:pt x="979" y="1082"/>
                </a:cubicBezTo>
                <a:cubicBezTo>
                  <a:pt x="986" y="1083"/>
                  <a:pt x="982" y="1078"/>
                  <a:pt x="985" y="1075"/>
                </a:cubicBezTo>
                <a:cubicBezTo>
                  <a:pt x="987" y="1072"/>
                  <a:pt x="990" y="1072"/>
                  <a:pt x="993" y="1071"/>
                </a:cubicBezTo>
                <a:cubicBezTo>
                  <a:pt x="993" y="1070"/>
                  <a:pt x="994" y="1069"/>
                  <a:pt x="994" y="1068"/>
                </a:cubicBezTo>
                <a:cubicBezTo>
                  <a:pt x="995" y="1070"/>
                  <a:pt x="998" y="1072"/>
                  <a:pt x="1001" y="1072"/>
                </a:cubicBezTo>
                <a:cubicBezTo>
                  <a:pt x="1002" y="1065"/>
                  <a:pt x="1008" y="1064"/>
                  <a:pt x="1014" y="1065"/>
                </a:cubicBezTo>
                <a:cubicBezTo>
                  <a:pt x="1014" y="1064"/>
                  <a:pt x="1015" y="1063"/>
                  <a:pt x="1015" y="1062"/>
                </a:cubicBezTo>
                <a:cubicBezTo>
                  <a:pt x="1017" y="1061"/>
                  <a:pt x="1018" y="1059"/>
                  <a:pt x="1020" y="1058"/>
                </a:cubicBezTo>
                <a:cubicBezTo>
                  <a:pt x="1021" y="1057"/>
                  <a:pt x="1019" y="1055"/>
                  <a:pt x="1021" y="1054"/>
                </a:cubicBezTo>
                <a:cubicBezTo>
                  <a:pt x="1022" y="1053"/>
                  <a:pt x="1022" y="1054"/>
                  <a:pt x="1023" y="1054"/>
                </a:cubicBezTo>
                <a:cubicBezTo>
                  <a:pt x="1023" y="1054"/>
                  <a:pt x="1023" y="1054"/>
                  <a:pt x="1024" y="1054"/>
                </a:cubicBezTo>
                <a:cubicBezTo>
                  <a:pt x="1025" y="1054"/>
                  <a:pt x="1026" y="1054"/>
                  <a:pt x="1027" y="1054"/>
                </a:cubicBezTo>
                <a:cubicBezTo>
                  <a:pt x="1029" y="1054"/>
                  <a:pt x="1030" y="1054"/>
                  <a:pt x="1032" y="1053"/>
                </a:cubicBezTo>
                <a:cubicBezTo>
                  <a:pt x="1034" y="1051"/>
                  <a:pt x="1033" y="1048"/>
                  <a:pt x="1035" y="1046"/>
                </a:cubicBezTo>
                <a:cubicBezTo>
                  <a:pt x="1037" y="1048"/>
                  <a:pt x="1038" y="1050"/>
                  <a:pt x="1038" y="1052"/>
                </a:cubicBezTo>
                <a:cubicBezTo>
                  <a:pt x="1041" y="1051"/>
                  <a:pt x="1043" y="1048"/>
                  <a:pt x="1046" y="1045"/>
                </a:cubicBezTo>
                <a:cubicBezTo>
                  <a:pt x="1047" y="1047"/>
                  <a:pt x="1051" y="1050"/>
                  <a:pt x="1053" y="1047"/>
                </a:cubicBezTo>
                <a:cubicBezTo>
                  <a:pt x="1055" y="1046"/>
                  <a:pt x="1051" y="1040"/>
                  <a:pt x="1052" y="1038"/>
                </a:cubicBezTo>
                <a:cubicBezTo>
                  <a:pt x="1055" y="1038"/>
                  <a:pt x="1058" y="1041"/>
                  <a:pt x="1062" y="1040"/>
                </a:cubicBezTo>
                <a:cubicBezTo>
                  <a:pt x="1062" y="1038"/>
                  <a:pt x="1062" y="1036"/>
                  <a:pt x="1062" y="1034"/>
                </a:cubicBezTo>
                <a:cubicBezTo>
                  <a:pt x="1075" y="1045"/>
                  <a:pt x="1067" y="1022"/>
                  <a:pt x="1066" y="1017"/>
                </a:cubicBezTo>
                <a:cubicBezTo>
                  <a:pt x="1061" y="1015"/>
                  <a:pt x="1054" y="1014"/>
                  <a:pt x="1049" y="1012"/>
                </a:cubicBezTo>
                <a:cubicBezTo>
                  <a:pt x="1049" y="1012"/>
                  <a:pt x="1049" y="1011"/>
                  <a:pt x="1049" y="1010"/>
                </a:cubicBezTo>
                <a:cubicBezTo>
                  <a:pt x="1056" y="1010"/>
                  <a:pt x="1062" y="1009"/>
                  <a:pt x="1068" y="1012"/>
                </a:cubicBezTo>
                <a:cubicBezTo>
                  <a:pt x="1073" y="1015"/>
                  <a:pt x="1073" y="1015"/>
                  <a:pt x="1075" y="1019"/>
                </a:cubicBezTo>
                <a:cubicBezTo>
                  <a:pt x="1076" y="1021"/>
                  <a:pt x="1079" y="1026"/>
                  <a:pt x="1081" y="1026"/>
                </a:cubicBezTo>
                <a:cubicBezTo>
                  <a:pt x="1086" y="1027"/>
                  <a:pt x="1086" y="1023"/>
                  <a:pt x="1088" y="1019"/>
                </a:cubicBezTo>
                <a:cubicBezTo>
                  <a:pt x="1089" y="1018"/>
                  <a:pt x="1094" y="1012"/>
                  <a:pt x="1094" y="1012"/>
                </a:cubicBezTo>
                <a:cubicBezTo>
                  <a:pt x="1100" y="1010"/>
                  <a:pt x="1097" y="1016"/>
                  <a:pt x="1101" y="1017"/>
                </a:cubicBezTo>
                <a:cubicBezTo>
                  <a:pt x="1105" y="1018"/>
                  <a:pt x="1107" y="1014"/>
                  <a:pt x="1103" y="1011"/>
                </a:cubicBezTo>
                <a:cubicBezTo>
                  <a:pt x="1103" y="1007"/>
                  <a:pt x="1120" y="995"/>
                  <a:pt x="1118" y="1008"/>
                </a:cubicBezTo>
                <a:cubicBezTo>
                  <a:pt x="1123" y="1009"/>
                  <a:pt x="1127" y="1006"/>
                  <a:pt x="1122" y="1004"/>
                </a:cubicBezTo>
                <a:cubicBezTo>
                  <a:pt x="1121" y="1000"/>
                  <a:pt x="1122" y="999"/>
                  <a:pt x="1125" y="998"/>
                </a:cubicBezTo>
                <a:cubicBezTo>
                  <a:pt x="1127" y="998"/>
                  <a:pt x="1128" y="998"/>
                  <a:pt x="1128" y="999"/>
                </a:cubicBezTo>
                <a:cubicBezTo>
                  <a:pt x="1129" y="1000"/>
                  <a:pt x="1129" y="1000"/>
                  <a:pt x="1130" y="1000"/>
                </a:cubicBezTo>
                <a:cubicBezTo>
                  <a:pt x="1137" y="1000"/>
                  <a:pt x="1136" y="992"/>
                  <a:pt x="1142" y="992"/>
                </a:cubicBezTo>
                <a:cubicBezTo>
                  <a:pt x="1143" y="997"/>
                  <a:pt x="1148" y="994"/>
                  <a:pt x="1150" y="991"/>
                </a:cubicBezTo>
                <a:cubicBezTo>
                  <a:pt x="1152" y="987"/>
                  <a:pt x="1151" y="983"/>
                  <a:pt x="1150" y="979"/>
                </a:cubicBezTo>
                <a:cubicBezTo>
                  <a:pt x="1151" y="980"/>
                  <a:pt x="1152" y="979"/>
                  <a:pt x="1153" y="979"/>
                </a:cubicBezTo>
                <a:cubicBezTo>
                  <a:pt x="1154" y="979"/>
                  <a:pt x="1155" y="979"/>
                  <a:pt x="1156" y="979"/>
                </a:cubicBezTo>
                <a:cubicBezTo>
                  <a:pt x="1152" y="967"/>
                  <a:pt x="1166" y="971"/>
                  <a:pt x="1168" y="960"/>
                </a:cubicBezTo>
                <a:cubicBezTo>
                  <a:pt x="1172" y="961"/>
                  <a:pt x="1174" y="958"/>
                  <a:pt x="1173" y="954"/>
                </a:cubicBezTo>
                <a:cubicBezTo>
                  <a:pt x="1180" y="957"/>
                  <a:pt x="1180" y="950"/>
                  <a:pt x="1182" y="946"/>
                </a:cubicBezTo>
                <a:cubicBezTo>
                  <a:pt x="1184" y="943"/>
                  <a:pt x="1185" y="944"/>
                  <a:pt x="1187" y="941"/>
                </a:cubicBezTo>
                <a:cubicBezTo>
                  <a:pt x="1188" y="938"/>
                  <a:pt x="1185" y="936"/>
                  <a:pt x="1187" y="934"/>
                </a:cubicBezTo>
                <a:cubicBezTo>
                  <a:pt x="1188" y="934"/>
                  <a:pt x="1189" y="935"/>
                  <a:pt x="1190" y="936"/>
                </a:cubicBezTo>
                <a:cubicBezTo>
                  <a:pt x="1193" y="933"/>
                  <a:pt x="1194" y="930"/>
                  <a:pt x="1196" y="928"/>
                </a:cubicBezTo>
                <a:cubicBezTo>
                  <a:pt x="1196" y="927"/>
                  <a:pt x="1199" y="924"/>
                  <a:pt x="1199" y="924"/>
                </a:cubicBezTo>
                <a:cubicBezTo>
                  <a:pt x="1199" y="924"/>
                  <a:pt x="1201" y="923"/>
                  <a:pt x="1201" y="922"/>
                </a:cubicBezTo>
                <a:cubicBezTo>
                  <a:pt x="1202" y="921"/>
                  <a:pt x="1200" y="920"/>
                  <a:pt x="1201" y="918"/>
                </a:cubicBezTo>
                <a:cubicBezTo>
                  <a:pt x="1201" y="916"/>
                  <a:pt x="1202" y="913"/>
                  <a:pt x="1202" y="911"/>
                </a:cubicBezTo>
                <a:cubicBezTo>
                  <a:pt x="1213" y="910"/>
                  <a:pt x="1209" y="910"/>
                  <a:pt x="1208" y="902"/>
                </a:cubicBezTo>
                <a:cubicBezTo>
                  <a:pt x="1207" y="894"/>
                  <a:pt x="1212" y="893"/>
                  <a:pt x="1218" y="894"/>
                </a:cubicBezTo>
                <a:cubicBezTo>
                  <a:pt x="1220" y="894"/>
                  <a:pt x="1226" y="897"/>
                  <a:pt x="1228" y="895"/>
                </a:cubicBezTo>
                <a:cubicBezTo>
                  <a:pt x="1231" y="891"/>
                  <a:pt x="1225" y="891"/>
                  <a:pt x="1224" y="890"/>
                </a:cubicBezTo>
                <a:cubicBezTo>
                  <a:pt x="1218" y="883"/>
                  <a:pt x="1226" y="881"/>
                  <a:pt x="1222" y="874"/>
                </a:cubicBezTo>
                <a:cubicBezTo>
                  <a:pt x="1216" y="878"/>
                  <a:pt x="1218" y="872"/>
                  <a:pt x="1218" y="869"/>
                </a:cubicBezTo>
                <a:cubicBezTo>
                  <a:pt x="1219" y="865"/>
                  <a:pt x="1222" y="864"/>
                  <a:pt x="1219" y="859"/>
                </a:cubicBezTo>
                <a:cubicBezTo>
                  <a:pt x="1215" y="863"/>
                  <a:pt x="1209" y="860"/>
                  <a:pt x="1211" y="854"/>
                </a:cubicBezTo>
                <a:cubicBezTo>
                  <a:pt x="1212" y="854"/>
                  <a:pt x="1213" y="854"/>
                  <a:pt x="1214" y="854"/>
                </a:cubicBezTo>
                <a:cubicBezTo>
                  <a:pt x="1215" y="853"/>
                  <a:pt x="1216" y="853"/>
                  <a:pt x="1217" y="853"/>
                </a:cubicBezTo>
                <a:cubicBezTo>
                  <a:pt x="1216" y="850"/>
                  <a:pt x="1217" y="847"/>
                  <a:pt x="1220" y="846"/>
                </a:cubicBezTo>
                <a:cubicBezTo>
                  <a:pt x="1225" y="855"/>
                  <a:pt x="1228" y="838"/>
                  <a:pt x="1230" y="836"/>
                </a:cubicBezTo>
                <a:cubicBezTo>
                  <a:pt x="1225" y="834"/>
                  <a:pt x="1221" y="831"/>
                  <a:pt x="1228" y="828"/>
                </a:cubicBezTo>
                <a:cubicBezTo>
                  <a:pt x="1229" y="828"/>
                  <a:pt x="1230" y="828"/>
                  <a:pt x="1231" y="829"/>
                </a:cubicBezTo>
                <a:cubicBezTo>
                  <a:pt x="1232" y="829"/>
                  <a:pt x="1235" y="830"/>
                  <a:pt x="1236" y="828"/>
                </a:cubicBezTo>
                <a:cubicBezTo>
                  <a:pt x="1238" y="825"/>
                  <a:pt x="1235" y="826"/>
                  <a:pt x="1235" y="824"/>
                </a:cubicBezTo>
                <a:cubicBezTo>
                  <a:pt x="1235" y="815"/>
                  <a:pt x="1242" y="810"/>
                  <a:pt x="1234" y="804"/>
                </a:cubicBezTo>
                <a:cubicBezTo>
                  <a:pt x="1238" y="805"/>
                  <a:pt x="1240" y="802"/>
                  <a:pt x="1244" y="801"/>
                </a:cubicBezTo>
                <a:cubicBezTo>
                  <a:pt x="1243" y="796"/>
                  <a:pt x="1241" y="792"/>
                  <a:pt x="1246" y="789"/>
                </a:cubicBezTo>
                <a:cubicBezTo>
                  <a:pt x="1247" y="790"/>
                  <a:pt x="1248" y="791"/>
                  <a:pt x="1248" y="794"/>
                </a:cubicBezTo>
                <a:cubicBezTo>
                  <a:pt x="1254" y="795"/>
                  <a:pt x="1256" y="789"/>
                  <a:pt x="1254" y="785"/>
                </a:cubicBezTo>
                <a:cubicBezTo>
                  <a:pt x="1252" y="781"/>
                  <a:pt x="1247" y="781"/>
                  <a:pt x="1247" y="776"/>
                </a:cubicBezTo>
                <a:cubicBezTo>
                  <a:pt x="1250" y="778"/>
                  <a:pt x="1254" y="778"/>
                  <a:pt x="1254" y="773"/>
                </a:cubicBezTo>
                <a:cubicBezTo>
                  <a:pt x="1254" y="771"/>
                  <a:pt x="1251" y="770"/>
                  <a:pt x="1250" y="768"/>
                </a:cubicBezTo>
                <a:cubicBezTo>
                  <a:pt x="1249" y="767"/>
                  <a:pt x="1251" y="764"/>
                  <a:pt x="1250" y="763"/>
                </a:cubicBezTo>
                <a:cubicBezTo>
                  <a:pt x="1248" y="761"/>
                  <a:pt x="1242" y="763"/>
                  <a:pt x="1244" y="757"/>
                </a:cubicBezTo>
                <a:cubicBezTo>
                  <a:pt x="1246" y="753"/>
                  <a:pt x="1248" y="756"/>
                  <a:pt x="1252" y="757"/>
                </a:cubicBezTo>
                <a:cubicBezTo>
                  <a:pt x="1252" y="753"/>
                  <a:pt x="1249" y="751"/>
                  <a:pt x="1246" y="750"/>
                </a:cubicBezTo>
                <a:cubicBezTo>
                  <a:pt x="1248" y="749"/>
                  <a:pt x="1250" y="748"/>
                  <a:pt x="1252" y="748"/>
                </a:cubicBezTo>
                <a:cubicBezTo>
                  <a:pt x="1251" y="744"/>
                  <a:pt x="1248" y="743"/>
                  <a:pt x="1248" y="740"/>
                </a:cubicBezTo>
                <a:cubicBezTo>
                  <a:pt x="1250" y="741"/>
                  <a:pt x="1253" y="741"/>
                  <a:pt x="1255" y="740"/>
                </a:cubicBezTo>
                <a:cubicBezTo>
                  <a:pt x="1257" y="733"/>
                  <a:pt x="1253" y="734"/>
                  <a:pt x="1249" y="734"/>
                </a:cubicBezTo>
                <a:cubicBezTo>
                  <a:pt x="1247" y="734"/>
                  <a:pt x="1245" y="734"/>
                  <a:pt x="1244" y="734"/>
                </a:cubicBezTo>
                <a:cubicBezTo>
                  <a:pt x="1239" y="733"/>
                  <a:pt x="1236" y="730"/>
                  <a:pt x="1230" y="730"/>
                </a:cubicBezTo>
                <a:cubicBezTo>
                  <a:pt x="1227" y="730"/>
                  <a:pt x="1225" y="730"/>
                  <a:pt x="1223" y="732"/>
                </a:cubicBezTo>
                <a:cubicBezTo>
                  <a:pt x="1221" y="734"/>
                  <a:pt x="1222" y="738"/>
                  <a:pt x="1218" y="738"/>
                </a:cubicBezTo>
                <a:cubicBezTo>
                  <a:pt x="1216" y="739"/>
                  <a:pt x="1215" y="737"/>
                  <a:pt x="1214" y="735"/>
                </a:cubicBezTo>
                <a:cubicBezTo>
                  <a:pt x="1212" y="732"/>
                  <a:pt x="1211" y="730"/>
                  <a:pt x="1207" y="734"/>
                </a:cubicBezTo>
                <a:cubicBezTo>
                  <a:pt x="1210" y="730"/>
                  <a:pt x="1212" y="728"/>
                  <a:pt x="1217" y="726"/>
                </a:cubicBezTo>
                <a:cubicBezTo>
                  <a:pt x="1222" y="723"/>
                  <a:pt x="1222" y="723"/>
                  <a:pt x="1225" y="718"/>
                </a:cubicBezTo>
                <a:cubicBezTo>
                  <a:pt x="1230" y="712"/>
                  <a:pt x="1243" y="708"/>
                  <a:pt x="1236" y="699"/>
                </a:cubicBezTo>
                <a:cubicBezTo>
                  <a:pt x="1231" y="691"/>
                  <a:pt x="1216" y="688"/>
                  <a:pt x="1208" y="683"/>
                </a:cubicBezTo>
                <a:cubicBezTo>
                  <a:pt x="1210" y="682"/>
                  <a:pt x="1211" y="682"/>
                  <a:pt x="1212" y="682"/>
                </a:cubicBezTo>
                <a:cubicBezTo>
                  <a:pt x="1213" y="682"/>
                  <a:pt x="1214" y="682"/>
                  <a:pt x="1215" y="682"/>
                </a:cubicBezTo>
                <a:cubicBezTo>
                  <a:pt x="1217" y="681"/>
                  <a:pt x="1218" y="678"/>
                  <a:pt x="1220" y="678"/>
                </a:cubicBezTo>
                <a:cubicBezTo>
                  <a:pt x="1222" y="678"/>
                  <a:pt x="1224" y="679"/>
                  <a:pt x="1227" y="679"/>
                </a:cubicBezTo>
                <a:cubicBezTo>
                  <a:pt x="1228" y="680"/>
                  <a:pt x="1230" y="681"/>
                  <a:pt x="1232" y="681"/>
                </a:cubicBezTo>
                <a:cubicBezTo>
                  <a:pt x="1232" y="679"/>
                  <a:pt x="1232" y="679"/>
                  <a:pt x="1231" y="678"/>
                </a:cubicBezTo>
                <a:cubicBezTo>
                  <a:pt x="1230" y="669"/>
                  <a:pt x="1224" y="672"/>
                  <a:pt x="1219" y="670"/>
                </a:cubicBezTo>
                <a:cubicBezTo>
                  <a:pt x="1214" y="668"/>
                  <a:pt x="1217" y="661"/>
                  <a:pt x="1211" y="658"/>
                </a:cubicBezTo>
                <a:cubicBezTo>
                  <a:pt x="1210" y="657"/>
                  <a:pt x="1209" y="658"/>
                  <a:pt x="1207" y="658"/>
                </a:cubicBezTo>
                <a:cubicBezTo>
                  <a:pt x="1205" y="658"/>
                  <a:pt x="1203" y="659"/>
                  <a:pt x="1202" y="658"/>
                </a:cubicBezTo>
                <a:cubicBezTo>
                  <a:pt x="1200" y="656"/>
                  <a:pt x="1202" y="653"/>
                  <a:pt x="1201" y="651"/>
                </a:cubicBezTo>
                <a:cubicBezTo>
                  <a:pt x="1199" y="646"/>
                  <a:pt x="1195" y="643"/>
                  <a:pt x="1192" y="638"/>
                </a:cubicBezTo>
                <a:cubicBezTo>
                  <a:pt x="1189" y="634"/>
                  <a:pt x="1185" y="630"/>
                  <a:pt x="1182" y="625"/>
                </a:cubicBezTo>
                <a:cubicBezTo>
                  <a:pt x="1179" y="621"/>
                  <a:pt x="1176" y="615"/>
                  <a:pt x="1173" y="612"/>
                </a:cubicBezTo>
                <a:cubicBezTo>
                  <a:pt x="1169" y="609"/>
                  <a:pt x="1166" y="609"/>
                  <a:pt x="1163" y="609"/>
                </a:cubicBezTo>
                <a:cubicBezTo>
                  <a:pt x="1161" y="609"/>
                  <a:pt x="1159" y="609"/>
                  <a:pt x="1157" y="609"/>
                </a:cubicBezTo>
                <a:cubicBezTo>
                  <a:pt x="1151" y="607"/>
                  <a:pt x="1149" y="602"/>
                  <a:pt x="1143" y="605"/>
                </a:cubicBezTo>
                <a:cubicBezTo>
                  <a:pt x="1142" y="596"/>
                  <a:pt x="1144" y="587"/>
                  <a:pt x="1147" y="579"/>
                </a:cubicBezTo>
                <a:cubicBezTo>
                  <a:pt x="1148" y="579"/>
                  <a:pt x="1148" y="579"/>
                  <a:pt x="1149" y="579"/>
                </a:cubicBezTo>
                <a:cubicBezTo>
                  <a:pt x="1151" y="571"/>
                  <a:pt x="1159" y="562"/>
                  <a:pt x="1164" y="557"/>
                </a:cubicBezTo>
                <a:cubicBezTo>
                  <a:pt x="1166" y="555"/>
                  <a:pt x="1170" y="553"/>
                  <a:pt x="1171" y="551"/>
                </a:cubicBezTo>
                <a:cubicBezTo>
                  <a:pt x="1171" y="548"/>
                  <a:pt x="1168" y="548"/>
                  <a:pt x="1168" y="545"/>
                </a:cubicBezTo>
                <a:cubicBezTo>
                  <a:pt x="1168" y="542"/>
                  <a:pt x="1172" y="537"/>
                  <a:pt x="1174" y="535"/>
                </a:cubicBezTo>
                <a:cubicBezTo>
                  <a:pt x="1176" y="533"/>
                  <a:pt x="1178" y="532"/>
                  <a:pt x="1180" y="531"/>
                </a:cubicBezTo>
                <a:cubicBezTo>
                  <a:pt x="1181" y="529"/>
                  <a:pt x="1181" y="526"/>
                  <a:pt x="1183" y="525"/>
                </a:cubicBezTo>
                <a:cubicBezTo>
                  <a:pt x="1185" y="523"/>
                  <a:pt x="1187" y="524"/>
                  <a:pt x="1189" y="522"/>
                </a:cubicBezTo>
                <a:cubicBezTo>
                  <a:pt x="1190" y="521"/>
                  <a:pt x="1191" y="519"/>
                  <a:pt x="1192" y="518"/>
                </a:cubicBezTo>
                <a:cubicBezTo>
                  <a:pt x="1195" y="516"/>
                  <a:pt x="1197" y="517"/>
                  <a:pt x="1198" y="517"/>
                </a:cubicBezTo>
                <a:cubicBezTo>
                  <a:pt x="1200" y="518"/>
                  <a:pt x="1202" y="519"/>
                  <a:pt x="1203" y="518"/>
                </a:cubicBezTo>
                <a:cubicBezTo>
                  <a:pt x="1207" y="516"/>
                  <a:pt x="1205" y="510"/>
                  <a:pt x="1201" y="509"/>
                </a:cubicBezTo>
                <a:cubicBezTo>
                  <a:pt x="1204" y="507"/>
                  <a:pt x="1208" y="505"/>
                  <a:pt x="1205" y="500"/>
                </a:cubicBezTo>
                <a:cubicBezTo>
                  <a:pt x="1202" y="501"/>
                  <a:pt x="1198" y="501"/>
                  <a:pt x="1194" y="501"/>
                </a:cubicBezTo>
                <a:cubicBezTo>
                  <a:pt x="1190" y="501"/>
                  <a:pt x="1187" y="501"/>
                  <a:pt x="1183" y="502"/>
                </a:cubicBezTo>
                <a:cubicBezTo>
                  <a:pt x="1175" y="503"/>
                  <a:pt x="1174" y="505"/>
                  <a:pt x="1167" y="502"/>
                </a:cubicBezTo>
                <a:cubicBezTo>
                  <a:pt x="1160" y="500"/>
                  <a:pt x="1154" y="499"/>
                  <a:pt x="1149" y="505"/>
                </a:cubicBezTo>
                <a:cubicBezTo>
                  <a:pt x="1146" y="507"/>
                  <a:pt x="1147" y="510"/>
                  <a:pt x="1145" y="513"/>
                </a:cubicBezTo>
                <a:cubicBezTo>
                  <a:pt x="1142" y="517"/>
                  <a:pt x="1140" y="517"/>
                  <a:pt x="1138" y="521"/>
                </a:cubicBezTo>
                <a:cubicBezTo>
                  <a:pt x="1135" y="527"/>
                  <a:pt x="1137" y="530"/>
                  <a:pt x="1128" y="529"/>
                </a:cubicBezTo>
                <a:cubicBezTo>
                  <a:pt x="1123" y="529"/>
                  <a:pt x="1118" y="527"/>
                  <a:pt x="1116" y="523"/>
                </a:cubicBezTo>
                <a:cubicBezTo>
                  <a:pt x="1113" y="517"/>
                  <a:pt x="1114" y="495"/>
                  <a:pt x="1101" y="503"/>
                </a:cubicBezTo>
                <a:cubicBezTo>
                  <a:pt x="1098" y="505"/>
                  <a:pt x="1102" y="507"/>
                  <a:pt x="1097" y="507"/>
                </a:cubicBezTo>
                <a:cubicBezTo>
                  <a:pt x="1097" y="507"/>
                  <a:pt x="1091" y="506"/>
                  <a:pt x="1090" y="506"/>
                </a:cubicBezTo>
                <a:cubicBezTo>
                  <a:pt x="1085" y="505"/>
                  <a:pt x="1080" y="502"/>
                  <a:pt x="1076" y="499"/>
                </a:cubicBezTo>
                <a:cubicBezTo>
                  <a:pt x="1071" y="493"/>
                  <a:pt x="1071" y="472"/>
                  <a:pt x="1083" y="472"/>
                </a:cubicBezTo>
                <a:cubicBezTo>
                  <a:pt x="1086" y="481"/>
                  <a:pt x="1096" y="469"/>
                  <a:pt x="1099" y="467"/>
                </a:cubicBezTo>
                <a:cubicBezTo>
                  <a:pt x="1106" y="459"/>
                  <a:pt x="1102" y="451"/>
                  <a:pt x="1107" y="444"/>
                </a:cubicBezTo>
                <a:cubicBezTo>
                  <a:pt x="1111" y="437"/>
                  <a:pt x="1119" y="435"/>
                  <a:pt x="1124" y="429"/>
                </a:cubicBezTo>
                <a:cubicBezTo>
                  <a:pt x="1129" y="423"/>
                  <a:pt x="1129" y="402"/>
                  <a:pt x="1136" y="399"/>
                </a:cubicBezTo>
                <a:cubicBezTo>
                  <a:pt x="1138" y="399"/>
                  <a:pt x="1140" y="399"/>
                  <a:pt x="1142" y="400"/>
                </a:cubicBezTo>
                <a:cubicBezTo>
                  <a:pt x="1144" y="401"/>
                  <a:pt x="1146" y="401"/>
                  <a:pt x="1148" y="400"/>
                </a:cubicBezTo>
                <a:cubicBezTo>
                  <a:pt x="1150" y="400"/>
                  <a:pt x="1148" y="396"/>
                  <a:pt x="1152" y="396"/>
                </a:cubicBezTo>
                <a:cubicBezTo>
                  <a:pt x="1155" y="396"/>
                  <a:pt x="1153" y="398"/>
                  <a:pt x="1155" y="399"/>
                </a:cubicBezTo>
                <a:cubicBezTo>
                  <a:pt x="1158" y="401"/>
                  <a:pt x="1159" y="403"/>
                  <a:pt x="1163" y="404"/>
                </a:cubicBezTo>
                <a:cubicBezTo>
                  <a:pt x="1164" y="412"/>
                  <a:pt x="1160" y="416"/>
                  <a:pt x="1158" y="423"/>
                </a:cubicBezTo>
                <a:cubicBezTo>
                  <a:pt x="1157" y="427"/>
                  <a:pt x="1156" y="438"/>
                  <a:pt x="1160" y="442"/>
                </a:cubicBezTo>
                <a:cubicBezTo>
                  <a:pt x="1162" y="440"/>
                  <a:pt x="1163" y="441"/>
                  <a:pt x="1165" y="440"/>
                </a:cubicBezTo>
                <a:cubicBezTo>
                  <a:pt x="1165" y="441"/>
                  <a:pt x="1165" y="442"/>
                  <a:pt x="1165" y="443"/>
                </a:cubicBezTo>
                <a:cubicBezTo>
                  <a:pt x="1160" y="444"/>
                  <a:pt x="1163" y="449"/>
                  <a:pt x="1161" y="453"/>
                </a:cubicBezTo>
                <a:cubicBezTo>
                  <a:pt x="1158" y="458"/>
                  <a:pt x="1153" y="459"/>
                  <a:pt x="1156" y="466"/>
                </a:cubicBezTo>
                <a:cubicBezTo>
                  <a:pt x="1161" y="464"/>
                  <a:pt x="1168" y="461"/>
                  <a:pt x="1171" y="457"/>
                </a:cubicBezTo>
                <a:cubicBezTo>
                  <a:pt x="1175" y="452"/>
                  <a:pt x="1174" y="445"/>
                  <a:pt x="1178" y="440"/>
                </a:cubicBezTo>
                <a:cubicBezTo>
                  <a:pt x="1182" y="435"/>
                  <a:pt x="1188" y="430"/>
                  <a:pt x="1192" y="425"/>
                </a:cubicBezTo>
                <a:cubicBezTo>
                  <a:pt x="1195" y="422"/>
                  <a:pt x="1200" y="412"/>
                  <a:pt x="1204" y="416"/>
                </a:cubicBezTo>
                <a:cubicBezTo>
                  <a:pt x="1204" y="416"/>
                  <a:pt x="1211" y="411"/>
                  <a:pt x="1216" y="408"/>
                </a:cubicBezTo>
                <a:cubicBezTo>
                  <a:pt x="1219" y="397"/>
                  <a:pt x="1223" y="385"/>
                  <a:pt x="1230" y="376"/>
                </a:cubicBezTo>
                <a:cubicBezTo>
                  <a:pt x="1238" y="365"/>
                  <a:pt x="1247" y="359"/>
                  <a:pt x="1249" y="345"/>
                </a:cubicBezTo>
                <a:cubicBezTo>
                  <a:pt x="1249" y="342"/>
                  <a:pt x="1249" y="336"/>
                  <a:pt x="1250" y="334"/>
                </a:cubicBezTo>
                <a:cubicBezTo>
                  <a:pt x="1252" y="328"/>
                  <a:pt x="1256" y="331"/>
                  <a:pt x="1261" y="333"/>
                </a:cubicBezTo>
                <a:cubicBezTo>
                  <a:pt x="1264" y="335"/>
                  <a:pt x="1266" y="336"/>
                  <a:pt x="1269" y="336"/>
                </a:cubicBezTo>
                <a:cubicBezTo>
                  <a:pt x="1275" y="336"/>
                  <a:pt x="1287" y="332"/>
                  <a:pt x="1286" y="324"/>
                </a:cubicBezTo>
                <a:cubicBezTo>
                  <a:pt x="1285" y="320"/>
                  <a:pt x="1280" y="320"/>
                  <a:pt x="1280" y="316"/>
                </a:cubicBezTo>
                <a:cubicBezTo>
                  <a:pt x="1279" y="311"/>
                  <a:pt x="1283" y="309"/>
                  <a:pt x="1287" y="307"/>
                </a:cubicBezTo>
                <a:cubicBezTo>
                  <a:pt x="1290" y="305"/>
                  <a:pt x="1292" y="307"/>
                  <a:pt x="1293" y="303"/>
                </a:cubicBezTo>
                <a:cubicBezTo>
                  <a:pt x="1294" y="301"/>
                  <a:pt x="1292" y="297"/>
                  <a:pt x="1294" y="295"/>
                </a:cubicBezTo>
                <a:cubicBezTo>
                  <a:pt x="1299" y="290"/>
                  <a:pt x="1304" y="297"/>
                  <a:pt x="1304" y="286"/>
                </a:cubicBezTo>
                <a:cubicBezTo>
                  <a:pt x="1304" y="280"/>
                  <a:pt x="1297" y="266"/>
                  <a:pt x="1307" y="267"/>
                </a:cubicBezTo>
                <a:cubicBezTo>
                  <a:pt x="1310" y="268"/>
                  <a:pt x="1314" y="273"/>
                  <a:pt x="1317" y="275"/>
                </a:cubicBezTo>
                <a:cubicBezTo>
                  <a:pt x="1320" y="276"/>
                  <a:pt x="1323" y="278"/>
                  <a:pt x="1326" y="279"/>
                </a:cubicBezTo>
                <a:cubicBezTo>
                  <a:pt x="1326" y="277"/>
                  <a:pt x="1326" y="274"/>
                  <a:pt x="1327" y="272"/>
                </a:cubicBezTo>
                <a:cubicBezTo>
                  <a:pt x="1325" y="270"/>
                  <a:pt x="1322" y="268"/>
                  <a:pt x="1322" y="267"/>
                </a:cubicBezTo>
                <a:cubicBezTo>
                  <a:pt x="1319" y="260"/>
                  <a:pt x="1328" y="256"/>
                  <a:pt x="1325" y="247"/>
                </a:cubicBezTo>
                <a:cubicBezTo>
                  <a:pt x="1324" y="243"/>
                  <a:pt x="1322" y="239"/>
                  <a:pt x="1321" y="236"/>
                </a:cubicBezTo>
                <a:cubicBezTo>
                  <a:pt x="1318" y="231"/>
                  <a:pt x="1317" y="228"/>
                  <a:pt x="1315" y="222"/>
                </a:cubicBezTo>
                <a:cubicBezTo>
                  <a:pt x="1313" y="218"/>
                  <a:pt x="1311" y="214"/>
                  <a:pt x="1309" y="210"/>
                </a:cubicBezTo>
                <a:cubicBezTo>
                  <a:pt x="1307" y="208"/>
                  <a:pt x="1308" y="206"/>
                  <a:pt x="1306" y="204"/>
                </a:cubicBezTo>
                <a:cubicBezTo>
                  <a:pt x="1304" y="203"/>
                  <a:pt x="1301" y="204"/>
                  <a:pt x="1299" y="202"/>
                </a:cubicBezTo>
                <a:cubicBezTo>
                  <a:pt x="1296" y="197"/>
                  <a:pt x="1303" y="195"/>
                  <a:pt x="1306" y="192"/>
                </a:cubicBezTo>
                <a:cubicBezTo>
                  <a:pt x="1309" y="188"/>
                  <a:pt x="1307" y="183"/>
                  <a:pt x="1309" y="179"/>
                </a:cubicBezTo>
                <a:cubicBezTo>
                  <a:pt x="1316" y="180"/>
                  <a:pt x="1327" y="181"/>
                  <a:pt x="1335" y="179"/>
                </a:cubicBezTo>
                <a:cubicBezTo>
                  <a:pt x="1335" y="176"/>
                  <a:pt x="1334" y="173"/>
                  <a:pt x="1334" y="170"/>
                </a:cubicBezTo>
                <a:cubicBezTo>
                  <a:pt x="1333" y="168"/>
                  <a:pt x="1334" y="167"/>
                  <a:pt x="1334" y="164"/>
                </a:cubicBezTo>
                <a:cubicBezTo>
                  <a:pt x="1335" y="159"/>
                  <a:pt x="1336" y="154"/>
                  <a:pt x="1336" y="148"/>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77" name="Man2">
            <a:extLst>
              <a:ext uri="{FF2B5EF4-FFF2-40B4-BE49-F238E27FC236}">
                <a16:creationId xmlns:a16="http://schemas.microsoft.com/office/drawing/2014/main" id="{6CDA0045-A89F-45CB-89B8-9C87AB464528}"/>
              </a:ext>
            </a:extLst>
          </p:cNvPr>
          <p:cNvGrpSpPr>
            <a:grpSpLocks noChangeAspect="1"/>
          </p:cNvGrpSpPr>
          <p:nvPr>
            <p:custDataLst>
              <p:tags r:id="rId3"/>
            </p:custDataLst>
          </p:nvPr>
        </p:nvGrpSpPr>
        <p:grpSpPr bwMode="auto">
          <a:xfrm>
            <a:off x="735294" y="3806779"/>
            <a:ext cx="207121" cy="542925"/>
            <a:chOff x="158" y="22"/>
            <a:chExt cx="169" cy="443"/>
          </a:xfrm>
          <a:solidFill>
            <a:schemeClr val="tx2"/>
          </a:solidFill>
        </p:grpSpPr>
        <p:sp>
          <p:nvSpPr>
            <p:cNvPr id="305" name="Man2">
              <a:extLst>
                <a:ext uri="{FF2B5EF4-FFF2-40B4-BE49-F238E27FC236}">
                  <a16:creationId xmlns:a16="http://schemas.microsoft.com/office/drawing/2014/main" id="{117B5456-F24B-4837-B90F-811764AFD821}"/>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6" name="Man2">
              <a:extLst>
                <a:ext uri="{FF2B5EF4-FFF2-40B4-BE49-F238E27FC236}">
                  <a16:creationId xmlns:a16="http://schemas.microsoft.com/office/drawing/2014/main" id="{47BD06AE-B536-4D29-B191-A72C9641232C}"/>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8" name="Man2 - 1">
            <a:extLst>
              <a:ext uri="{FF2B5EF4-FFF2-40B4-BE49-F238E27FC236}">
                <a16:creationId xmlns:a16="http://schemas.microsoft.com/office/drawing/2014/main" id="{DEDCB972-7BE7-40D9-8086-1150CD2DD5D3}"/>
              </a:ext>
            </a:extLst>
          </p:cNvPr>
          <p:cNvGrpSpPr>
            <a:grpSpLocks noChangeAspect="1"/>
          </p:cNvGrpSpPr>
          <p:nvPr>
            <p:custDataLst>
              <p:tags r:id="rId4"/>
            </p:custDataLst>
          </p:nvPr>
        </p:nvGrpSpPr>
        <p:grpSpPr bwMode="auto">
          <a:xfrm>
            <a:off x="942415" y="3806779"/>
            <a:ext cx="207121" cy="542925"/>
            <a:chOff x="158" y="22"/>
            <a:chExt cx="169" cy="443"/>
          </a:xfrm>
          <a:solidFill>
            <a:schemeClr val="tx2"/>
          </a:solidFill>
        </p:grpSpPr>
        <p:sp>
          <p:nvSpPr>
            <p:cNvPr id="303" name="Man2">
              <a:extLst>
                <a:ext uri="{FF2B5EF4-FFF2-40B4-BE49-F238E27FC236}">
                  <a16:creationId xmlns:a16="http://schemas.microsoft.com/office/drawing/2014/main" id="{41805AF5-D2AE-4F09-A4E4-21E014EE6B9B}"/>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4" name="Man2">
              <a:extLst>
                <a:ext uri="{FF2B5EF4-FFF2-40B4-BE49-F238E27FC236}">
                  <a16:creationId xmlns:a16="http://schemas.microsoft.com/office/drawing/2014/main" id="{CA536E0A-8CFF-40B5-8A0E-78F485DB8DA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9" name="Man2 - 2">
            <a:extLst>
              <a:ext uri="{FF2B5EF4-FFF2-40B4-BE49-F238E27FC236}">
                <a16:creationId xmlns:a16="http://schemas.microsoft.com/office/drawing/2014/main" id="{6BDB6239-B9D0-460A-AD10-4C36B0ED0E1A}"/>
              </a:ext>
            </a:extLst>
          </p:cNvPr>
          <p:cNvGrpSpPr>
            <a:grpSpLocks noChangeAspect="1"/>
          </p:cNvGrpSpPr>
          <p:nvPr>
            <p:custDataLst>
              <p:tags r:id="rId5"/>
            </p:custDataLst>
          </p:nvPr>
        </p:nvGrpSpPr>
        <p:grpSpPr bwMode="auto">
          <a:xfrm>
            <a:off x="1149536" y="3806779"/>
            <a:ext cx="207121" cy="542925"/>
            <a:chOff x="158" y="22"/>
            <a:chExt cx="169" cy="443"/>
          </a:xfrm>
          <a:solidFill>
            <a:schemeClr val="tx2"/>
          </a:solidFill>
        </p:grpSpPr>
        <p:sp>
          <p:nvSpPr>
            <p:cNvPr id="301" name="Man2">
              <a:extLst>
                <a:ext uri="{FF2B5EF4-FFF2-40B4-BE49-F238E27FC236}">
                  <a16:creationId xmlns:a16="http://schemas.microsoft.com/office/drawing/2014/main" id="{6723C328-14A7-49EF-B59E-6B55D4C50696}"/>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2" name="Man2">
              <a:extLst>
                <a:ext uri="{FF2B5EF4-FFF2-40B4-BE49-F238E27FC236}">
                  <a16:creationId xmlns:a16="http://schemas.microsoft.com/office/drawing/2014/main" id="{38F810C1-B494-4457-94AC-38171F6D6C76}"/>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0" name="Man2 - 3">
            <a:extLst>
              <a:ext uri="{FF2B5EF4-FFF2-40B4-BE49-F238E27FC236}">
                <a16:creationId xmlns:a16="http://schemas.microsoft.com/office/drawing/2014/main" id="{F5BD06BB-21BC-4084-8F76-6E199311A105}"/>
              </a:ext>
            </a:extLst>
          </p:cNvPr>
          <p:cNvGrpSpPr>
            <a:grpSpLocks noChangeAspect="1"/>
          </p:cNvGrpSpPr>
          <p:nvPr>
            <p:custDataLst>
              <p:tags r:id="rId6"/>
            </p:custDataLst>
          </p:nvPr>
        </p:nvGrpSpPr>
        <p:grpSpPr bwMode="auto">
          <a:xfrm>
            <a:off x="1356657" y="3806779"/>
            <a:ext cx="207121" cy="542925"/>
            <a:chOff x="158" y="22"/>
            <a:chExt cx="169" cy="443"/>
          </a:xfrm>
          <a:solidFill>
            <a:schemeClr val="tx2"/>
          </a:solidFill>
        </p:grpSpPr>
        <p:sp>
          <p:nvSpPr>
            <p:cNvPr id="299" name="Man2">
              <a:extLst>
                <a:ext uri="{FF2B5EF4-FFF2-40B4-BE49-F238E27FC236}">
                  <a16:creationId xmlns:a16="http://schemas.microsoft.com/office/drawing/2014/main" id="{C2928A88-126E-4943-8C78-3B68F5292BB8}"/>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0" name="Man2">
              <a:extLst>
                <a:ext uri="{FF2B5EF4-FFF2-40B4-BE49-F238E27FC236}">
                  <a16:creationId xmlns:a16="http://schemas.microsoft.com/office/drawing/2014/main" id="{D4515A3A-BA85-42EF-ABB5-42ED9B287567}"/>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1" name="Man2 - 4">
            <a:extLst>
              <a:ext uri="{FF2B5EF4-FFF2-40B4-BE49-F238E27FC236}">
                <a16:creationId xmlns:a16="http://schemas.microsoft.com/office/drawing/2014/main" id="{AEDB9248-2431-4377-A51F-1E37F9667115}"/>
              </a:ext>
            </a:extLst>
          </p:cNvPr>
          <p:cNvGrpSpPr>
            <a:grpSpLocks noChangeAspect="1"/>
          </p:cNvGrpSpPr>
          <p:nvPr>
            <p:custDataLst>
              <p:tags r:id="rId7"/>
            </p:custDataLst>
          </p:nvPr>
        </p:nvGrpSpPr>
        <p:grpSpPr bwMode="auto">
          <a:xfrm>
            <a:off x="1563778" y="3806779"/>
            <a:ext cx="207121" cy="542925"/>
            <a:chOff x="158" y="22"/>
            <a:chExt cx="169" cy="443"/>
          </a:xfrm>
          <a:solidFill>
            <a:srgbClr val="BFBFBF"/>
          </a:solidFill>
        </p:grpSpPr>
        <p:sp>
          <p:nvSpPr>
            <p:cNvPr id="297" name="Man2">
              <a:extLst>
                <a:ext uri="{FF2B5EF4-FFF2-40B4-BE49-F238E27FC236}">
                  <a16:creationId xmlns:a16="http://schemas.microsoft.com/office/drawing/2014/main" id="{A5C837F1-388C-4011-8AF3-62016CEE7A39}"/>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8" name="Man2">
              <a:extLst>
                <a:ext uri="{FF2B5EF4-FFF2-40B4-BE49-F238E27FC236}">
                  <a16:creationId xmlns:a16="http://schemas.microsoft.com/office/drawing/2014/main" id="{3C1CF8DC-A533-4343-892B-203D86D52CD2}"/>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e 3">
            <a:extLst>
              <a:ext uri="{FF2B5EF4-FFF2-40B4-BE49-F238E27FC236}">
                <a16:creationId xmlns:a16="http://schemas.microsoft.com/office/drawing/2014/main" id="{3CD66E7B-20C5-E36C-FB2D-554CFA648BBE}"/>
              </a:ext>
            </a:extLst>
          </p:cNvPr>
          <p:cNvGrpSpPr/>
          <p:nvPr/>
        </p:nvGrpSpPr>
        <p:grpSpPr>
          <a:xfrm>
            <a:off x="1770899" y="3806779"/>
            <a:ext cx="207121" cy="542925"/>
            <a:chOff x="1770899" y="3806779"/>
            <a:chExt cx="207121" cy="542925"/>
          </a:xfrm>
        </p:grpSpPr>
        <p:sp>
          <p:nvSpPr>
            <p:cNvPr id="295" name="Man2">
              <a:extLst>
                <a:ext uri="{FF2B5EF4-FFF2-40B4-BE49-F238E27FC236}">
                  <a16:creationId xmlns:a16="http://schemas.microsoft.com/office/drawing/2014/main" id="{E384F1E4-A840-45F6-841C-CAFBA67B45F5}"/>
                </a:ext>
              </a:extLst>
            </p:cNvPr>
            <p:cNvSpPr>
              <a:spLocks noChangeArrowheads="1"/>
            </p:cNvSpPr>
            <p:nvPr>
              <p:custDataLst>
                <p:tags r:id="rId110"/>
              </p:custDataLst>
            </p:nvPr>
          </p:nvSpPr>
          <p:spPr bwMode="auto">
            <a:xfrm>
              <a:off x="1830952" y="3806779"/>
              <a:ext cx="88241" cy="88241"/>
            </a:xfrm>
            <a:prstGeom prst="ellipse">
              <a:avLst/>
            </a:pr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6" name="Man2">
              <a:extLst>
                <a:ext uri="{FF2B5EF4-FFF2-40B4-BE49-F238E27FC236}">
                  <a16:creationId xmlns:a16="http://schemas.microsoft.com/office/drawing/2014/main" id="{0FC68C52-40A0-4B1F-A4AC-6EA2542ACC3B}"/>
                </a:ext>
              </a:extLst>
            </p:cNvPr>
            <p:cNvSpPr>
              <a:spLocks/>
            </p:cNvSpPr>
            <p:nvPr>
              <p:custDataLst>
                <p:tags r:id="rId111"/>
              </p:custDataLst>
            </p:nvPr>
          </p:nvSpPr>
          <p:spPr bwMode="auto">
            <a:xfrm>
              <a:off x="1770899"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e 2">
            <a:extLst>
              <a:ext uri="{FF2B5EF4-FFF2-40B4-BE49-F238E27FC236}">
                <a16:creationId xmlns:a16="http://schemas.microsoft.com/office/drawing/2014/main" id="{51A12B55-0BE0-3D1C-A762-2C9873FF48EB}"/>
              </a:ext>
            </a:extLst>
          </p:cNvPr>
          <p:cNvGrpSpPr/>
          <p:nvPr/>
        </p:nvGrpSpPr>
        <p:grpSpPr>
          <a:xfrm>
            <a:off x="1978020" y="3806779"/>
            <a:ext cx="207121" cy="542925"/>
            <a:chOff x="1978020" y="3806779"/>
            <a:chExt cx="207121" cy="542925"/>
          </a:xfrm>
          <a:solidFill>
            <a:srgbClr val="BFBFBF"/>
          </a:solidFill>
        </p:grpSpPr>
        <p:sp>
          <p:nvSpPr>
            <p:cNvPr id="293" name="Man2">
              <a:extLst>
                <a:ext uri="{FF2B5EF4-FFF2-40B4-BE49-F238E27FC236}">
                  <a16:creationId xmlns:a16="http://schemas.microsoft.com/office/drawing/2014/main" id="{FC7ACFDA-8C77-489F-BC02-EBEC23FDBF82}"/>
                </a:ext>
              </a:extLst>
            </p:cNvPr>
            <p:cNvSpPr>
              <a:spLocks noChangeArrowheads="1"/>
            </p:cNvSpPr>
            <p:nvPr>
              <p:custDataLst>
                <p:tags r:id="rId108"/>
              </p:custDataLst>
            </p:nvPr>
          </p:nvSpPr>
          <p:spPr bwMode="auto">
            <a:xfrm>
              <a:off x="2038073" y="3806779"/>
              <a:ext cx="88241" cy="8824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4" name="Man2">
              <a:extLst>
                <a:ext uri="{FF2B5EF4-FFF2-40B4-BE49-F238E27FC236}">
                  <a16:creationId xmlns:a16="http://schemas.microsoft.com/office/drawing/2014/main" id="{AD9BA012-915E-4402-96E0-38DC3AE59FE3}"/>
                </a:ext>
              </a:extLst>
            </p:cNvPr>
            <p:cNvSpPr>
              <a:spLocks/>
            </p:cNvSpPr>
            <p:nvPr>
              <p:custDataLst>
                <p:tags r:id="rId109"/>
              </p:custDataLst>
            </p:nvPr>
          </p:nvSpPr>
          <p:spPr bwMode="auto">
            <a:xfrm>
              <a:off x="1978020"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4" name="Man2 - 7">
            <a:extLst>
              <a:ext uri="{FF2B5EF4-FFF2-40B4-BE49-F238E27FC236}">
                <a16:creationId xmlns:a16="http://schemas.microsoft.com/office/drawing/2014/main" id="{6003E602-8037-41B9-B1D6-36C7C0AAA183}"/>
              </a:ext>
            </a:extLst>
          </p:cNvPr>
          <p:cNvGrpSpPr>
            <a:grpSpLocks noChangeAspect="1"/>
          </p:cNvGrpSpPr>
          <p:nvPr>
            <p:custDataLst>
              <p:tags r:id="rId8"/>
            </p:custDataLst>
          </p:nvPr>
        </p:nvGrpSpPr>
        <p:grpSpPr bwMode="auto">
          <a:xfrm>
            <a:off x="2185141" y="3806779"/>
            <a:ext cx="207121" cy="542925"/>
            <a:chOff x="158" y="22"/>
            <a:chExt cx="169" cy="443"/>
          </a:xfrm>
          <a:solidFill>
            <a:srgbClr val="BFBFBF"/>
          </a:solidFill>
        </p:grpSpPr>
        <p:sp>
          <p:nvSpPr>
            <p:cNvPr id="291" name="Man2">
              <a:extLst>
                <a:ext uri="{FF2B5EF4-FFF2-40B4-BE49-F238E27FC236}">
                  <a16:creationId xmlns:a16="http://schemas.microsoft.com/office/drawing/2014/main" id="{33D10AA4-0AD1-4A9C-8556-5BC93CEE4057}"/>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2" name="Man2">
              <a:extLst>
                <a:ext uri="{FF2B5EF4-FFF2-40B4-BE49-F238E27FC236}">
                  <a16:creationId xmlns:a16="http://schemas.microsoft.com/office/drawing/2014/main" id="{D6835C55-4A90-4C84-A656-34456E3F1153}"/>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5" name="Man2 - 8">
            <a:extLst>
              <a:ext uri="{FF2B5EF4-FFF2-40B4-BE49-F238E27FC236}">
                <a16:creationId xmlns:a16="http://schemas.microsoft.com/office/drawing/2014/main" id="{A7F2EBEF-FAD3-4CB7-BC34-D31905CB0D90}"/>
              </a:ext>
            </a:extLst>
          </p:cNvPr>
          <p:cNvGrpSpPr>
            <a:grpSpLocks noChangeAspect="1"/>
          </p:cNvGrpSpPr>
          <p:nvPr>
            <p:custDataLst>
              <p:tags r:id="rId9"/>
            </p:custDataLst>
          </p:nvPr>
        </p:nvGrpSpPr>
        <p:grpSpPr bwMode="auto">
          <a:xfrm>
            <a:off x="2392262" y="3806779"/>
            <a:ext cx="207121" cy="542925"/>
            <a:chOff x="158" y="22"/>
            <a:chExt cx="169" cy="443"/>
          </a:xfrm>
          <a:solidFill>
            <a:srgbClr val="BFBFBF"/>
          </a:solidFill>
        </p:grpSpPr>
        <p:sp>
          <p:nvSpPr>
            <p:cNvPr id="289" name="Man2">
              <a:extLst>
                <a:ext uri="{FF2B5EF4-FFF2-40B4-BE49-F238E27FC236}">
                  <a16:creationId xmlns:a16="http://schemas.microsoft.com/office/drawing/2014/main" id="{27F54A67-B914-4397-99C2-DC9958705ABD}"/>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0" name="Man2">
              <a:extLst>
                <a:ext uri="{FF2B5EF4-FFF2-40B4-BE49-F238E27FC236}">
                  <a16:creationId xmlns:a16="http://schemas.microsoft.com/office/drawing/2014/main" id="{B757D1A4-5897-4BD9-905F-9DD56F99A185}"/>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6" name="Man2 - 9">
            <a:extLst>
              <a:ext uri="{FF2B5EF4-FFF2-40B4-BE49-F238E27FC236}">
                <a16:creationId xmlns:a16="http://schemas.microsoft.com/office/drawing/2014/main" id="{18C4075A-157D-469F-8F08-B4AD7CF5030F}"/>
              </a:ext>
            </a:extLst>
          </p:cNvPr>
          <p:cNvGrpSpPr>
            <a:grpSpLocks noChangeAspect="1"/>
          </p:cNvGrpSpPr>
          <p:nvPr>
            <p:custDataLst>
              <p:tags r:id="rId10"/>
            </p:custDataLst>
          </p:nvPr>
        </p:nvGrpSpPr>
        <p:grpSpPr bwMode="auto">
          <a:xfrm>
            <a:off x="2599383" y="3806779"/>
            <a:ext cx="207121" cy="542925"/>
            <a:chOff x="158" y="22"/>
            <a:chExt cx="169" cy="443"/>
          </a:xfrm>
          <a:solidFill>
            <a:srgbClr val="BFBFBF"/>
          </a:solidFill>
        </p:grpSpPr>
        <p:sp>
          <p:nvSpPr>
            <p:cNvPr id="287" name="Man2">
              <a:extLst>
                <a:ext uri="{FF2B5EF4-FFF2-40B4-BE49-F238E27FC236}">
                  <a16:creationId xmlns:a16="http://schemas.microsoft.com/office/drawing/2014/main" id="{83682A7C-98FE-4C3C-9BCA-E411E021EB56}"/>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8" name="Man2">
              <a:extLst>
                <a:ext uri="{FF2B5EF4-FFF2-40B4-BE49-F238E27FC236}">
                  <a16:creationId xmlns:a16="http://schemas.microsoft.com/office/drawing/2014/main" id="{B387C2A5-83D0-43CB-8186-DA6F56F69A30}"/>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8" name="Man2">
            <a:extLst>
              <a:ext uri="{FF2B5EF4-FFF2-40B4-BE49-F238E27FC236}">
                <a16:creationId xmlns:a16="http://schemas.microsoft.com/office/drawing/2014/main" id="{78762E01-BD84-4FCA-A677-81706FA786DB}"/>
              </a:ext>
            </a:extLst>
          </p:cNvPr>
          <p:cNvGrpSpPr>
            <a:grpSpLocks noChangeAspect="1"/>
          </p:cNvGrpSpPr>
          <p:nvPr>
            <p:custDataLst>
              <p:tags r:id="rId11"/>
            </p:custDataLst>
          </p:nvPr>
        </p:nvGrpSpPr>
        <p:grpSpPr bwMode="auto">
          <a:xfrm>
            <a:off x="3618695" y="3806779"/>
            <a:ext cx="207121" cy="542925"/>
            <a:chOff x="158" y="22"/>
            <a:chExt cx="169" cy="443"/>
          </a:xfrm>
          <a:solidFill>
            <a:schemeClr val="accent2"/>
          </a:solidFill>
        </p:grpSpPr>
        <p:sp>
          <p:nvSpPr>
            <p:cNvPr id="336" name="Man2">
              <a:extLst>
                <a:ext uri="{FF2B5EF4-FFF2-40B4-BE49-F238E27FC236}">
                  <a16:creationId xmlns:a16="http://schemas.microsoft.com/office/drawing/2014/main" id="{38CA0D0C-CD3A-4BA5-99FD-5DA04DF0CA37}"/>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7" name="Man2">
              <a:extLst>
                <a:ext uri="{FF2B5EF4-FFF2-40B4-BE49-F238E27FC236}">
                  <a16:creationId xmlns:a16="http://schemas.microsoft.com/office/drawing/2014/main" id="{21D33587-1327-4E9A-897D-E84BBD237ADC}"/>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9" name="Man2 - 1">
            <a:extLst>
              <a:ext uri="{FF2B5EF4-FFF2-40B4-BE49-F238E27FC236}">
                <a16:creationId xmlns:a16="http://schemas.microsoft.com/office/drawing/2014/main" id="{F1E16B46-F46F-435D-B909-F60671D719E9}"/>
              </a:ext>
            </a:extLst>
          </p:cNvPr>
          <p:cNvGrpSpPr>
            <a:grpSpLocks noChangeAspect="1"/>
          </p:cNvGrpSpPr>
          <p:nvPr>
            <p:custDataLst>
              <p:tags r:id="rId12"/>
            </p:custDataLst>
          </p:nvPr>
        </p:nvGrpSpPr>
        <p:grpSpPr bwMode="auto">
          <a:xfrm>
            <a:off x="3825816" y="3806779"/>
            <a:ext cx="207121" cy="542925"/>
            <a:chOff x="158" y="22"/>
            <a:chExt cx="169" cy="443"/>
          </a:xfrm>
          <a:solidFill>
            <a:schemeClr val="accent2"/>
          </a:solidFill>
        </p:grpSpPr>
        <p:sp>
          <p:nvSpPr>
            <p:cNvPr id="334" name="Man2">
              <a:extLst>
                <a:ext uri="{FF2B5EF4-FFF2-40B4-BE49-F238E27FC236}">
                  <a16:creationId xmlns:a16="http://schemas.microsoft.com/office/drawing/2014/main" id="{1F65A328-2996-4E54-AF91-9794DFAAE8B6}"/>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Man2">
              <a:extLst>
                <a:ext uri="{FF2B5EF4-FFF2-40B4-BE49-F238E27FC236}">
                  <a16:creationId xmlns:a16="http://schemas.microsoft.com/office/drawing/2014/main" id="{6EC82BCD-3F21-49B9-AB9F-459BEF5D3104}"/>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0" name="Man2 - 2">
            <a:extLst>
              <a:ext uri="{FF2B5EF4-FFF2-40B4-BE49-F238E27FC236}">
                <a16:creationId xmlns:a16="http://schemas.microsoft.com/office/drawing/2014/main" id="{2F77C8F8-90CB-42AA-BB55-7C15791BB075}"/>
              </a:ext>
            </a:extLst>
          </p:cNvPr>
          <p:cNvGrpSpPr>
            <a:grpSpLocks noChangeAspect="1"/>
          </p:cNvGrpSpPr>
          <p:nvPr>
            <p:custDataLst>
              <p:tags r:id="rId13"/>
            </p:custDataLst>
          </p:nvPr>
        </p:nvGrpSpPr>
        <p:grpSpPr bwMode="auto">
          <a:xfrm>
            <a:off x="4032937" y="3806779"/>
            <a:ext cx="207121" cy="542925"/>
            <a:chOff x="158" y="22"/>
            <a:chExt cx="169" cy="443"/>
          </a:xfrm>
          <a:solidFill>
            <a:schemeClr val="accent2"/>
          </a:solidFill>
        </p:grpSpPr>
        <p:sp>
          <p:nvSpPr>
            <p:cNvPr id="332" name="Man2">
              <a:extLst>
                <a:ext uri="{FF2B5EF4-FFF2-40B4-BE49-F238E27FC236}">
                  <a16:creationId xmlns:a16="http://schemas.microsoft.com/office/drawing/2014/main" id="{364F7903-35A0-4742-AE41-7CEA76ED6105}"/>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3" name="Man2">
              <a:extLst>
                <a:ext uri="{FF2B5EF4-FFF2-40B4-BE49-F238E27FC236}">
                  <a16:creationId xmlns:a16="http://schemas.microsoft.com/office/drawing/2014/main" id="{723F3FBE-E50A-48F9-90B8-8CA1926A11FE}"/>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1" name="Man2 - 3">
            <a:extLst>
              <a:ext uri="{FF2B5EF4-FFF2-40B4-BE49-F238E27FC236}">
                <a16:creationId xmlns:a16="http://schemas.microsoft.com/office/drawing/2014/main" id="{4CED7F21-630D-4C11-8575-8D3DEFF9B262}"/>
              </a:ext>
            </a:extLst>
          </p:cNvPr>
          <p:cNvGrpSpPr>
            <a:grpSpLocks noChangeAspect="1"/>
          </p:cNvGrpSpPr>
          <p:nvPr>
            <p:custDataLst>
              <p:tags r:id="rId14"/>
            </p:custDataLst>
          </p:nvPr>
        </p:nvGrpSpPr>
        <p:grpSpPr bwMode="auto">
          <a:xfrm>
            <a:off x="4240058" y="3806779"/>
            <a:ext cx="207121" cy="542925"/>
            <a:chOff x="158" y="22"/>
            <a:chExt cx="169" cy="443"/>
          </a:xfrm>
          <a:solidFill>
            <a:schemeClr val="accent2"/>
          </a:solidFill>
        </p:grpSpPr>
        <p:sp>
          <p:nvSpPr>
            <p:cNvPr id="330" name="Man2">
              <a:extLst>
                <a:ext uri="{FF2B5EF4-FFF2-40B4-BE49-F238E27FC236}">
                  <a16:creationId xmlns:a16="http://schemas.microsoft.com/office/drawing/2014/main" id="{A3C23336-ECE4-4288-84D4-E96CD4FA5B42}"/>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1" name="Man2">
              <a:extLst>
                <a:ext uri="{FF2B5EF4-FFF2-40B4-BE49-F238E27FC236}">
                  <a16:creationId xmlns:a16="http://schemas.microsoft.com/office/drawing/2014/main" id="{8E2D998E-F51C-41F6-A6F9-5D098427B511}"/>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2" name="Man2 - 4">
            <a:extLst>
              <a:ext uri="{FF2B5EF4-FFF2-40B4-BE49-F238E27FC236}">
                <a16:creationId xmlns:a16="http://schemas.microsoft.com/office/drawing/2014/main" id="{6768C93A-7457-4C67-9487-059A5453FB9B}"/>
              </a:ext>
            </a:extLst>
          </p:cNvPr>
          <p:cNvGrpSpPr>
            <a:grpSpLocks noChangeAspect="1"/>
          </p:cNvGrpSpPr>
          <p:nvPr>
            <p:custDataLst>
              <p:tags r:id="rId15"/>
            </p:custDataLst>
          </p:nvPr>
        </p:nvGrpSpPr>
        <p:grpSpPr bwMode="auto">
          <a:xfrm>
            <a:off x="4447179" y="3806779"/>
            <a:ext cx="207121" cy="542925"/>
            <a:chOff x="158" y="22"/>
            <a:chExt cx="169" cy="443"/>
          </a:xfrm>
          <a:solidFill>
            <a:schemeClr val="accent2"/>
          </a:solidFill>
        </p:grpSpPr>
        <p:sp>
          <p:nvSpPr>
            <p:cNvPr id="328" name="Man2">
              <a:extLst>
                <a:ext uri="{FF2B5EF4-FFF2-40B4-BE49-F238E27FC236}">
                  <a16:creationId xmlns:a16="http://schemas.microsoft.com/office/drawing/2014/main" id="{372F1831-2FA5-4C06-9001-E3B3137023F9}"/>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9" name="Man2">
              <a:extLst>
                <a:ext uri="{FF2B5EF4-FFF2-40B4-BE49-F238E27FC236}">
                  <a16:creationId xmlns:a16="http://schemas.microsoft.com/office/drawing/2014/main" id="{47850C95-22EC-41D3-A2DE-26E0B29579E2}"/>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3" name="Man2 - 5">
            <a:extLst>
              <a:ext uri="{FF2B5EF4-FFF2-40B4-BE49-F238E27FC236}">
                <a16:creationId xmlns:a16="http://schemas.microsoft.com/office/drawing/2014/main" id="{A2A86E37-7065-4901-B580-5561699C44FE}"/>
              </a:ext>
            </a:extLst>
          </p:cNvPr>
          <p:cNvGrpSpPr>
            <a:grpSpLocks noChangeAspect="1"/>
          </p:cNvGrpSpPr>
          <p:nvPr>
            <p:custDataLst>
              <p:tags r:id="rId16"/>
            </p:custDataLst>
          </p:nvPr>
        </p:nvGrpSpPr>
        <p:grpSpPr bwMode="auto">
          <a:xfrm>
            <a:off x="4654300" y="3806779"/>
            <a:ext cx="207121" cy="542925"/>
            <a:chOff x="158" y="22"/>
            <a:chExt cx="169" cy="443"/>
          </a:xfrm>
          <a:solidFill>
            <a:schemeClr val="accent2"/>
          </a:solidFill>
        </p:grpSpPr>
        <p:sp>
          <p:nvSpPr>
            <p:cNvPr id="326" name="Man2">
              <a:extLst>
                <a:ext uri="{FF2B5EF4-FFF2-40B4-BE49-F238E27FC236}">
                  <a16:creationId xmlns:a16="http://schemas.microsoft.com/office/drawing/2014/main" id="{1451F4BB-2290-467A-8E70-137152F0B571}"/>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7" name="Man2">
              <a:extLst>
                <a:ext uri="{FF2B5EF4-FFF2-40B4-BE49-F238E27FC236}">
                  <a16:creationId xmlns:a16="http://schemas.microsoft.com/office/drawing/2014/main" id="{98B57F18-D29F-4E14-A151-94956EE86138}"/>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4" name="Man2 - 6">
            <a:extLst>
              <a:ext uri="{FF2B5EF4-FFF2-40B4-BE49-F238E27FC236}">
                <a16:creationId xmlns:a16="http://schemas.microsoft.com/office/drawing/2014/main" id="{EF800942-6384-43B7-84A3-71727E1D24D9}"/>
              </a:ext>
            </a:extLst>
          </p:cNvPr>
          <p:cNvGrpSpPr>
            <a:grpSpLocks noChangeAspect="1"/>
          </p:cNvGrpSpPr>
          <p:nvPr>
            <p:custDataLst>
              <p:tags r:id="rId17"/>
            </p:custDataLst>
          </p:nvPr>
        </p:nvGrpSpPr>
        <p:grpSpPr bwMode="auto">
          <a:xfrm>
            <a:off x="4861421" y="3806779"/>
            <a:ext cx="207121" cy="542925"/>
            <a:chOff x="158" y="22"/>
            <a:chExt cx="169" cy="443"/>
          </a:xfrm>
          <a:solidFill>
            <a:schemeClr val="accent2"/>
          </a:solidFill>
        </p:grpSpPr>
        <p:sp>
          <p:nvSpPr>
            <p:cNvPr id="324" name="Man2">
              <a:extLst>
                <a:ext uri="{FF2B5EF4-FFF2-40B4-BE49-F238E27FC236}">
                  <a16:creationId xmlns:a16="http://schemas.microsoft.com/office/drawing/2014/main" id="{50B102B2-F9A3-44C0-8740-744FC50FD0AA}"/>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CFC9065A-0492-4E6F-988A-6F056F31A38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5" name="Man2 - 7">
            <a:extLst>
              <a:ext uri="{FF2B5EF4-FFF2-40B4-BE49-F238E27FC236}">
                <a16:creationId xmlns:a16="http://schemas.microsoft.com/office/drawing/2014/main" id="{85B37FF0-9EBC-4FBF-91C5-C38696954A1E}"/>
              </a:ext>
            </a:extLst>
          </p:cNvPr>
          <p:cNvGrpSpPr>
            <a:grpSpLocks noChangeAspect="1"/>
          </p:cNvGrpSpPr>
          <p:nvPr>
            <p:custDataLst>
              <p:tags r:id="rId18"/>
            </p:custDataLst>
          </p:nvPr>
        </p:nvGrpSpPr>
        <p:grpSpPr bwMode="auto">
          <a:xfrm>
            <a:off x="5068542" y="3806779"/>
            <a:ext cx="207121" cy="542925"/>
            <a:chOff x="158" y="22"/>
            <a:chExt cx="169" cy="443"/>
          </a:xfrm>
          <a:solidFill>
            <a:schemeClr val="accent2"/>
          </a:solidFill>
        </p:grpSpPr>
        <p:sp>
          <p:nvSpPr>
            <p:cNvPr id="322" name="Man2">
              <a:extLst>
                <a:ext uri="{FF2B5EF4-FFF2-40B4-BE49-F238E27FC236}">
                  <a16:creationId xmlns:a16="http://schemas.microsoft.com/office/drawing/2014/main" id="{3F5C649E-C8A7-43EE-B13F-C9D6D40C00EA}"/>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38C60E27-E418-405A-A3BB-ACFBD09E7A67}"/>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Man2 - 8">
            <a:extLst>
              <a:ext uri="{FF2B5EF4-FFF2-40B4-BE49-F238E27FC236}">
                <a16:creationId xmlns:a16="http://schemas.microsoft.com/office/drawing/2014/main" id="{2DF64B1F-5A5A-4D05-8B25-7852EE4F05EE}"/>
              </a:ext>
            </a:extLst>
          </p:cNvPr>
          <p:cNvGrpSpPr>
            <a:grpSpLocks noChangeAspect="1"/>
          </p:cNvGrpSpPr>
          <p:nvPr>
            <p:custDataLst>
              <p:tags r:id="rId19"/>
            </p:custDataLst>
          </p:nvPr>
        </p:nvGrpSpPr>
        <p:grpSpPr bwMode="auto">
          <a:xfrm>
            <a:off x="5275663" y="3806779"/>
            <a:ext cx="207121" cy="542925"/>
            <a:chOff x="158" y="22"/>
            <a:chExt cx="169" cy="443"/>
          </a:xfrm>
          <a:solidFill>
            <a:srgbClr val="BFBFBF"/>
          </a:solidFill>
        </p:grpSpPr>
        <p:sp>
          <p:nvSpPr>
            <p:cNvPr id="320" name="Man2">
              <a:extLst>
                <a:ext uri="{FF2B5EF4-FFF2-40B4-BE49-F238E27FC236}">
                  <a16:creationId xmlns:a16="http://schemas.microsoft.com/office/drawing/2014/main" id="{6ED1419C-C32B-4891-B5D6-B8F3A57927DB}"/>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DDB8E6FC-F4C6-4F00-A84E-6CE51ED09E24}"/>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7" name="Man2 - 9">
            <a:extLst>
              <a:ext uri="{FF2B5EF4-FFF2-40B4-BE49-F238E27FC236}">
                <a16:creationId xmlns:a16="http://schemas.microsoft.com/office/drawing/2014/main" id="{49EF6A0C-428F-4234-9B24-9971E7850CCC}"/>
              </a:ext>
            </a:extLst>
          </p:cNvPr>
          <p:cNvGrpSpPr>
            <a:grpSpLocks noChangeAspect="1"/>
          </p:cNvGrpSpPr>
          <p:nvPr>
            <p:custDataLst>
              <p:tags r:id="rId20"/>
            </p:custDataLst>
          </p:nvPr>
        </p:nvGrpSpPr>
        <p:grpSpPr bwMode="auto">
          <a:xfrm>
            <a:off x="5482784" y="3806779"/>
            <a:ext cx="207121" cy="542925"/>
            <a:chOff x="158" y="22"/>
            <a:chExt cx="169" cy="443"/>
          </a:xfrm>
          <a:solidFill>
            <a:srgbClr val="BFBFBF"/>
          </a:solidFill>
        </p:grpSpPr>
        <p:sp>
          <p:nvSpPr>
            <p:cNvPr id="318" name="Man2">
              <a:extLst>
                <a:ext uri="{FF2B5EF4-FFF2-40B4-BE49-F238E27FC236}">
                  <a16:creationId xmlns:a16="http://schemas.microsoft.com/office/drawing/2014/main" id="{B6D05FA2-D7E4-4759-BCEE-983A53317679}"/>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2A7E4827-CCB9-449E-8453-729518DC5CA9}"/>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0" name="Man2">
            <a:extLst>
              <a:ext uri="{FF2B5EF4-FFF2-40B4-BE49-F238E27FC236}">
                <a16:creationId xmlns:a16="http://schemas.microsoft.com/office/drawing/2014/main" id="{3C5BD516-167C-497D-A4DB-AFE8D5F0761E}"/>
              </a:ext>
            </a:extLst>
          </p:cNvPr>
          <p:cNvGrpSpPr>
            <a:grpSpLocks noChangeAspect="1"/>
          </p:cNvGrpSpPr>
          <p:nvPr>
            <p:custDataLst>
              <p:tags r:id="rId21"/>
            </p:custDataLst>
          </p:nvPr>
        </p:nvGrpSpPr>
        <p:grpSpPr bwMode="auto">
          <a:xfrm>
            <a:off x="6502096" y="3806779"/>
            <a:ext cx="207121" cy="542925"/>
            <a:chOff x="158" y="22"/>
            <a:chExt cx="169" cy="443"/>
          </a:xfrm>
          <a:solidFill>
            <a:schemeClr val="accent3"/>
          </a:solidFill>
        </p:grpSpPr>
        <p:sp>
          <p:nvSpPr>
            <p:cNvPr id="398" name="Man2">
              <a:extLst>
                <a:ext uri="{FF2B5EF4-FFF2-40B4-BE49-F238E27FC236}">
                  <a16:creationId xmlns:a16="http://schemas.microsoft.com/office/drawing/2014/main" id="{EE929BD8-21C5-4A20-A574-80A454DF20AD}"/>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9" name="Man2">
              <a:extLst>
                <a:ext uri="{FF2B5EF4-FFF2-40B4-BE49-F238E27FC236}">
                  <a16:creationId xmlns:a16="http://schemas.microsoft.com/office/drawing/2014/main" id="{1F164185-BF8E-473F-B022-D205C2115AF4}"/>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1" name="Man2 - 1">
            <a:extLst>
              <a:ext uri="{FF2B5EF4-FFF2-40B4-BE49-F238E27FC236}">
                <a16:creationId xmlns:a16="http://schemas.microsoft.com/office/drawing/2014/main" id="{093B038B-C4E1-4A29-8A3F-E986E2129C73}"/>
              </a:ext>
            </a:extLst>
          </p:cNvPr>
          <p:cNvGrpSpPr>
            <a:grpSpLocks noChangeAspect="1"/>
          </p:cNvGrpSpPr>
          <p:nvPr>
            <p:custDataLst>
              <p:tags r:id="rId22"/>
            </p:custDataLst>
          </p:nvPr>
        </p:nvGrpSpPr>
        <p:grpSpPr bwMode="auto">
          <a:xfrm>
            <a:off x="6709217" y="3806779"/>
            <a:ext cx="207121" cy="542925"/>
            <a:chOff x="158" y="22"/>
            <a:chExt cx="169" cy="443"/>
          </a:xfrm>
          <a:solidFill>
            <a:schemeClr val="accent3"/>
          </a:solidFill>
        </p:grpSpPr>
        <p:sp>
          <p:nvSpPr>
            <p:cNvPr id="396" name="Man2">
              <a:extLst>
                <a:ext uri="{FF2B5EF4-FFF2-40B4-BE49-F238E27FC236}">
                  <a16:creationId xmlns:a16="http://schemas.microsoft.com/office/drawing/2014/main" id="{63742CB0-39CE-4C49-832F-B86569F8B40F}"/>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7" name="Man2">
              <a:extLst>
                <a:ext uri="{FF2B5EF4-FFF2-40B4-BE49-F238E27FC236}">
                  <a16:creationId xmlns:a16="http://schemas.microsoft.com/office/drawing/2014/main" id="{79EAFF9F-C0CE-496E-880A-2AE19C854507}"/>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2" name="Man2 - 2">
            <a:extLst>
              <a:ext uri="{FF2B5EF4-FFF2-40B4-BE49-F238E27FC236}">
                <a16:creationId xmlns:a16="http://schemas.microsoft.com/office/drawing/2014/main" id="{02AC676E-9B03-44E1-9E94-B261C7415BA9}"/>
              </a:ext>
            </a:extLst>
          </p:cNvPr>
          <p:cNvGrpSpPr>
            <a:grpSpLocks noChangeAspect="1"/>
          </p:cNvGrpSpPr>
          <p:nvPr>
            <p:custDataLst>
              <p:tags r:id="rId23"/>
            </p:custDataLst>
          </p:nvPr>
        </p:nvGrpSpPr>
        <p:grpSpPr bwMode="auto">
          <a:xfrm>
            <a:off x="6916338" y="3806779"/>
            <a:ext cx="207121" cy="542925"/>
            <a:chOff x="158" y="22"/>
            <a:chExt cx="169" cy="443"/>
          </a:xfrm>
          <a:solidFill>
            <a:schemeClr val="accent3"/>
          </a:solidFill>
        </p:grpSpPr>
        <p:sp>
          <p:nvSpPr>
            <p:cNvPr id="394" name="Man2">
              <a:extLst>
                <a:ext uri="{FF2B5EF4-FFF2-40B4-BE49-F238E27FC236}">
                  <a16:creationId xmlns:a16="http://schemas.microsoft.com/office/drawing/2014/main" id="{EDBD563A-E927-497D-B30F-42DA0CCF2DFF}"/>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5" name="Man2">
              <a:extLst>
                <a:ext uri="{FF2B5EF4-FFF2-40B4-BE49-F238E27FC236}">
                  <a16:creationId xmlns:a16="http://schemas.microsoft.com/office/drawing/2014/main" id="{37B57035-E513-41BA-A63F-D68F80A4E647}"/>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3" name="Man2 - 3">
            <a:extLst>
              <a:ext uri="{FF2B5EF4-FFF2-40B4-BE49-F238E27FC236}">
                <a16:creationId xmlns:a16="http://schemas.microsoft.com/office/drawing/2014/main" id="{59EE0133-36C0-4F4B-9581-C7612214CC0F}"/>
              </a:ext>
            </a:extLst>
          </p:cNvPr>
          <p:cNvGrpSpPr>
            <a:grpSpLocks noChangeAspect="1"/>
          </p:cNvGrpSpPr>
          <p:nvPr>
            <p:custDataLst>
              <p:tags r:id="rId24"/>
            </p:custDataLst>
          </p:nvPr>
        </p:nvGrpSpPr>
        <p:grpSpPr bwMode="auto">
          <a:xfrm>
            <a:off x="7123459" y="3806779"/>
            <a:ext cx="207121" cy="542925"/>
            <a:chOff x="158" y="22"/>
            <a:chExt cx="169" cy="443"/>
          </a:xfrm>
          <a:solidFill>
            <a:srgbClr val="BFBFBF"/>
          </a:solidFill>
        </p:grpSpPr>
        <p:sp>
          <p:nvSpPr>
            <p:cNvPr id="392" name="Man2">
              <a:extLst>
                <a:ext uri="{FF2B5EF4-FFF2-40B4-BE49-F238E27FC236}">
                  <a16:creationId xmlns:a16="http://schemas.microsoft.com/office/drawing/2014/main" id="{B7EFCB6C-89E3-42E5-B9C9-B840A5C814FC}"/>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3" name="Man2">
              <a:extLst>
                <a:ext uri="{FF2B5EF4-FFF2-40B4-BE49-F238E27FC236}">
                  <a16:creationId xmlns:a16="http://schemas.microsoft.com/office/drawing/2014/main" id="{D626A729-B1C0-49F1-89E0-45FC1BF31109}"/>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4" name="Man2 - 4">
            <a:extLst>
              <a:ext uri="{FF2B5EF4-FFF2-40B4-BE49-F238E27FC236}">
                <a16:creationId xmlns:a16="http://schemas.microsoft.com/office/drawing/2014/main" id="{C453D5B6-807C-4EEB-8A7D-240D7571FF74}"/>
              </a:ext>
            </a:extLst>
          </p:cNvPr>
          <p:cNvGrpSpPr>
            <a:grpSpLocks noChangeAspect="1"/>
          </p:cNvGrpSpPr>
          <p:nvPr>
            <p:custDataLst>
              <p:tags r:id="rId25"/>
            </p:custDataLst>
          </p:nvPr>
        </p:nvGrpSpPr>
        <p:grpSpPr bwMode="auto">
          <a:xfrm>
            <a:off x="7330580" y="3806779"/>
            <a:ext cx="207121" cy="542925"/>
            <a:chOff x="158" y="22"/>
            <a:chExt cx="169" cy="443"/>
          </a:xfrm>
          <a:solidFill>
            <a:srgbClr val="BFBFBF"/>
          </a:solidFill>
        </p:grpSpPr>
        <p:sp>
          <p:nvSpPr>
            <p:cNvPr id="390" name="Man2">
              <a:extLst>
                <a:ext uri="{FF2B5EF4-FFF2-40B4-BE49-F238E27FC236}">
                  <a16:creationId xmlns:a16="http://schemas.microsoft.com/office/drawing/2014/main" id="{16F0871B-491A-45CD-A681-1F7ADF37D590}"/>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1" name="Man2">
              <a:extLst>
                <a:ext uri="{FF2B5EF4-FFF2-40B4-BE49-F238E27FC236}">
                  <a16:creationId xmlns:a16="http://schemas.microsoft.com/office/drawing/2014/main" id="{ED32D76E-510D-4377-B421-8AD152B2A4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5" name="Man2 - 5">
            <a:extLst>
              <a:ext uri="{FF2B5EF4-FFF2-40B4-BE49-F238E27FC236}">
                <a16:creationId xmlns:a16="http://schemas.microsoft.com/office/drawing/2014/main" id="{D0A2ECC3-3478-49A5-B9B0-41496B8C669F}"/>
              </a:ext>
            </a:extLst>
          </p:cNvPr>
          <p:cNvGrpSpPr>
            <a:grpSpLocks noChangeAspect="1"/>
          </p:cNvGrpSpPr>
          <p:nvPr>
            <p:custDataLst>
              <p:tags r:id="rId26"/>
            </p:custDataLst>
          </p:nvPr>
        </p:nvGrpSpPr>
        <p:grpSpPr bwMode="auto">
          <a:xfrm>
            <a:off x="7537701" y="3806779"/>
            <a:ext cx="207121" cy="542925"/>
            <a:chOff x="158" y="22"/>
            <a:chExt cx="169" cy="443"/>
          </a:xfrm>
          <a:solidFill>
            <a:srgbClr val="BFBFBF"/>
          </a:solidFill>
        </p:grpSpPr>
        <p:sp>
          <p:nvSpPr>
            <p:cNvPr id="388" name="Man2">
              <a:extLst>
                <a:ext uri="{FF2B5EF4-FFF2-40B4-BE49-F238E27FC236}">
                  <a16:creationId xmlns:a16="http://schemas.microsoft.com/office/drawing/2014/main" id="{7ADCF90C-3F55-4FC6-9419-009096A98DEA}"/>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9" name="Man2">
              <a:extLst>
                <a:ext uri="{FF2B5EF4-FFF2-40B4-BE49-F238E27FC236}">
                  <a16:creationId xmlns:a16="http://schemas.microsoft.com/office/drawing/2014/main" id="{F3F14CA4-9F61-442D-989C-2A4936B22A21}"/>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6" name="Man2 - 6">
            <a:extLst>
              <a:ext uri="{FF2B5EF4-FFF2-40B4-BE49-F238E27FC236}">
                <a16:creationId xmlns:a16="http://schemas.microsoft.com/office/drawing/2014/main" id="{A6AC1CF7-7D0F-41B3-BE85-040BB155C9E9}"/>
              </a:ext>
            </a:extLst>
          </p:cNvPr>
          <p:cNvGrpSpPr>
            <a:grpSpLocks noChangeAspect="1"/>
          </p:cNvGrpSpPr>
          <p:nvPr>
            <p:custDataLst>
              <p:tags r:id="rId27"/>
            </p:custDataLst>
          </p:nvPr>
        </p:nvGrpSpPr>
        <p:grpSpPr bwMode="auto">
          <a:xfrm>
            <a:off x="7744822" y="3806779"/>
            <a:ext cx="207121" cy="542925"/>
            <a:chOff x="158" y="22"/>
            <a:chExt cx="169" cy="443"/>
          </a:xfrm>
          <a:solidFill>
            <a:srgbClr val="BFBFBF"/>
          </a:solidFill>
        </p:grpSpPr>
        <p:sp>
          <p:nvSpPr>
            <p:cNvPr id="386" name="Man2">
              <a:extLst>
                <a:ext uri="{FF2B5EF4-FFF2-40B4-BE49-F238E27FC236}">
                  <a16:creationId xmlns:a16="http://schemas.microsoft.com/office/drawing/2014/main" id="{83E30B69-29A6-4455-A7FD-EECCAABC3BE9}"/>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C23F15E7-8891-4547-9113-220C3E639917}"/>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7" name="Man2 - 7">
            <a:extLst>
              <a:ext uri="{FF2B5EF4-FFF2-40B4-BE49-F238E27FC236}">
                <a16:creationId xmlns:a16="http://schemas.microsoft.com/office/drawing/2014/main" id="{552BFC0C-2E21-4294-A9B9-4BB83A6685D0}"/>
              </a:ext>
            </a:extLst>
          </p:cNvPr>
          <p:cNvGrpSpPr>
            <a:grpSpLocks noChangeAspect="1"/>
          </p:cNvGrpSpPr>
          <p:nvPr>
            <p:custDataLst>
              <p:tags r:id="rId28"/>
            </p:custDataLst>
          </p:nvPr>
        </p:nvGrpSpPr>
        <p:grpSpPr bwMode="auto">
          <a:xfrm>
            <a:off x="7951943" y="3806779"/>
            <a:ext cx="207121" cy="542925"/>
            <a:chOff x="158" y="22"/>
            <a:chExt cx="169" cy="443"/>
          </a:xfrm>
          <a:solidFill>
            <a:srgbClr val="BFBFBF"/>
          </a:solidFill>
        </p:grpSpPr>
        <p:sp>
          <p:nvSpPr>
            <p:cNvPr id="384" name="Man2">
              <a:extLst>
                <a:ext uri="{FF2B5EF4-FFF2-40B4-BE49-F238E27FC236}">
                  <a16:creationId xmlns:a16="http://schemas.microsoft.com/office/drawing/2014/main" id="{8F224CE4-A3FD-4D34-9D27-FEB1FD7DE98E}"/>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F18CA476-C056-4E9B-B243-2EC21EB657D3}"/>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8" name="Man2 - 8">
            <a:extLst>
              <a:ext uri="{FF2B5EF4-FFF2-40B4-BE49-F238E27FC236}">
                <a16:creationId xmlns:a16="http://schemas.microsoft.com/office/drawing/2014/main" id="{805DFD8C-AE86-4F8F-A953-7FFF37A3A5FF}"/>
              </a:ext>
            </a:extLst>
          </p:cNvPr>
          <p:cNvGrpSpPr>
            <a:grpSpLocks noChangeAspect="1"/>
          </p:cNvGrpSpPr>
          <p:nvPr>
            <p:custDataLst>
              <p:tags r:id="rId29"/>
            </p:custDataLst>
          </p:nvPr>
        </p:nvGrpSpPr>
        <p:grpSpPr bwMode="auto">
          <a:xfrm>
            <a:off x="8159064" y="3806779"/>
            <a:ext cx="207121" cy="542925"/>
            <a:chOff x="158" y="22"/>
            <a:chExt cx="169" cy="443"/>
          </a:xfrm>
          <a:solidFill>
            <a:srgbClr val="BFBFBF"/>
          </a:solidFill>
        </p:grpSpPr>
        <p:sp>
          <p:nvSpPr>
            <p:cNvPr id="382" name="Man2">
              <a:extLst>
                <a:ext uri="{FF2B5EF4-FFF2-40B4-BE49-F238E27FC236}">
                  <a16:creationId xmlns:a16="http://schemas.microsoft.com/office/drawing/2014/main" id="{B4CE8A07-3654-41E1-A804-082E5283D837}"/>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2973AF0C-3141-4A83-84D6-194CF6BAD222}"/>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9" name="Man2 - 9">
            <a:extLst>
              <a:ext uri="{FF2B5EF4-FFF2-40B4-BE49-F238E27FC236}">
                <a16:creationId xmlns:a16="http://schemas.microsoft.com/office/drawing/2014/main" id="{FC1F5545-D5EC-411F-9F7D-61364E6578F9}"/>
              </a:ext>
            </a:extLst>
          </p:cNvPr>
          <p:cNvGrpSpPr>
            <a:grpSpLocks noChangeAspect="1"/>
          </p:cNvGrpSpPr>
          <p:nvPr>
            <p:custDataLst>
              <p:tags r:id="rId30"/>
            </p:custDataLst>
          </p:nvPr>
        </p:nvGrpSpPr>
        <p:grpSpPr bwMode="auto">
          <a:xfrm>
            <a:off x="8366185" y="3806779"/>
            <a:ext cx="207121" cy="542925"/>
            <a:chOff x="158" y="22"/>
            <a:chExt cx="169" cy="443"/>
          </a:xfrm>
          <a:solidFill>
            <a:srgbClr val="BFBFBF"/>
          </a:solidFill>
        </p:grpSpPr>
        <p:sp>
          <p:nvSpPr>
            <p:cNvPr id="380" name="Man2">
              <a:extLst>
                <a:ext uri="{FF2B5EF4-FFF2-40B4-BE49-F238E27FC236}">
                  <a16:creationId xmlns:a16="http://schemas.microsoft.com/office/drawing/2014/main" id="{4E0F4C2F-851D-4E7F-965E-C54B4BB0FD6D}"/>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019DF50E-A58C-4B39-99C8-9E1394067429}"/>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9" name="Man2">
            <a:extLst>
              <a:ext uri="{FF2B5EF4-FFF2-40B4-BE49-F238E27FC236}">
                <a16:creationId xmlns:a16="http://schemas.microsoft.com/office/drawing/2014/main" id="{A062C781-1C23-4525-8EAC-28C5D5200DB3}"/>
              </a:ext>
            </a:extLst>
          </p:cNvPr>
          <p:cNvGrpSpPr>
            <a:grpSpLocks noChangeAspect="1"/>
          </p:cNvGrpSpPr>
          <p:nvPr>
            <p:custDataLst>
              <p:tags r:id="rId31"/>
            </p:custDataLst>
          </p:nvPr>
        </p:nvGrpSpPr>
        <p:grpSpPr bwMode="auto">
          <a:xfrm>
            <a:off x="9385496" y="3806779"/>
            <a:ext cx="207121" cy="542925"/>
            <a:chOff x="158" y="22"/>
            <a:chExt cx="169" cy="443"/>
          </a:xfrm>
          <a:solidFill>
            <a:schemeClr val="accent1"/>
          </a:solidFill>
        </p:grpSpPr>
        <p:sp>
          <p:nvSpPr>
            <p:cNvPr id="367" name="Man2">
              <a:extLst>
                <a:ext uri="{FF2B5EF4-FFF2-40B4-BE49-F238E27FC236}">
                  <a16:creationId xmlns:a16="http://schemas.microsoft.com/office/drawing/2014/main" id="{C031D2BE-C332-414C-A6E1-D2E5E8672864}"/>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8" name="Man2">
              <a:extLst>
                <a:ext uri="{FF2B5EF4-FFF2-40B4-BE49-F238E27FC236}">
                  <a16:creationId xmlns:a16="http://schemas.microsoft.com/office/drawing/2014/main" id="{7B796E54-7C52-44A6-88D6-82711B1B7D9B}"/>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0" name="Man2 - 1">
            <a:extLst>
              <a:ext uri="{FF2B5EF4-FFF2-40B4-BE49-F238E27FC236}">
                <a16:creationId xmlns:a16="http://schemas.microsoft.com/office/drawing/2014/main" id="{FF8BEE67-9F77-42A5-8A97-C4EB6482E47D}"/>
              </a:ext>
            </a:extLst>
          </p:cNvPr>
          <p:cNvGrpSpPr>
            <a:grpSpLocks noChangeAspect="1"/>
          </p:cNvGrpSpPr>
          <p:nvPr>
            <p:custDataLst>
              <p:tags r:id="rId32"/>
            </p:custDataLst>
          </p:nvPr>
        </p:nvGrpSpPr>
        <p:grpSpPr bwMode="auto">
          <a:xfrm>
            <a:off x="9592617" y="3806779"/>
            <a:ext cx="207121" cy="542925"/>
            <a:chOff x="158" y="22"/>
            <a:chExt cx="169" cy="443"/>
          </a:xfrm>
          <a:solidFill>
            <a:schemeClr val="accent1"/>
          </a:solidFill>
        </p:grpSpPr>
        <p:sp>
          <p:nvSpPr>
            <p:cNvPr id="365" name="Man2">
              <a:extLst>
                <a:ext uri="{FF2B5EF4-FFF2-40B4-BE49-F238E27FC236}">
                  <a16:creationId xmlns:a16="http://schemas.microsoft.com/office/drawing/2014/main" id="{B92FE3F5-291B-44F5-B9FA-674D5E5DBEC3}"/>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6" name="Man2">
              <a:extLst>
                <a:ext uri="{FF2B5EF4-FFF2-40B4-BE49-F238E27FC236}">
                  <a16:creationId xmlns:a16="http://schemas.microsoft.com/office/drawing/2014/main" id="{918BDCF4-05EE-4DF3-8783-F1C1161E2B08}"/>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1" name="Man2 - 2">
            <a:extLst>
              <a:ext uri="{FF2B5EF4-FFF2-40B4-BE49-F238E27FC236}">
                <a16:creationId xmlns:a16="http://schemas.microsoft.com/office/drawing/2014/main" id="{BD97A85B-75B9-45F7-8616-7AE26C114D63}"/>
              </a:ext>
            </a:extLst>
          </p:cNvPr>
          <p:cNvGrpSpPr>
            <a:grpSpLocks noChangeAspect="1"/>
          </p:cNvGrpSpPr>
          <p:nvPr>
            <p:custDataLst>
              <p:tags r:id="rId33"/>
            </p:custDataLst>
          </p:nvPr>
        </p:nvGrpSpPr>
        <p:grpSpPr bwMode="auto">
          <a:xfrm>
            <a:off x="9799738" y="3806779"/>
            <a:ext cx="207121" cy="542925"/>
            <a:chOff x="158" y="22"/>
            <a:chExt cx="169" cy="443"/>
          </a:xfrm>
          <a:solidFill>
            <a:schemeClr val="accent1"/>
          </a:solidFill>
        </p:grpSpPr>
        <p:sp>
          <p:nvSpPr>
            <p:cNvPr id="363" name="Man2">
              <a:extLst>
                <a:ext uri="{FF2B5EF4-FFF2-40B4-BE49-F238E27FC236}">
                  <a16:creationId xmlns:a16="http://schemas.microsoft.com/office/drawing/2014/main" id="{62F77AB6-62FC-41BA-9711-C9EBA9C88B6B}"/>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4" name="Man2">
              <a:extLst>
                <a:ext uri="{FF2B5EF4-FFF2-40B4-BE49-F238E27FC236}">
                  <a16:creationId xmlns:a16="http://schemas.microsoft.com/office/drawing/2014/main" id="{E58E62CD-08A5-45BA-912E-FFAC10B0FD0F}"/>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2" name="Man2 - 3">
            <a:extLst>
              <a:ext uri="{FF2B5EF4-FFF2-40B4-BE49-F238E27FC236}">
                <a16:creationId xmlns:a16="http://schemas.microsoft.com/office/drawing/2014/main" id="{A0B34D34-42EB-469C-8CAF-274D4CCAB141}"/>
              </a:ext>
            </a:extLst>
          </p:cNvPr>
          <p:cNvGrpSpPr>
            <a:grpSpLocks noChangeAspect="1"/>
          </p:cNvGrpSpPr>
          <p:nvPr>
            <p:custDataLst>
              <p:tags r:id="rId34"/>
            </p:custDataLst>
          </p:nvPr>
        </p:nvGrpSpPr>
        <p:grpSpPr bwMode="auto">
          <a:xfrm>
            <a:off x="10006859" y="3806779"/>
            <a:ext cx="207121" cy="542925"/>
            <a:chOff x="158" y="22"/>
            <a:chExt cx="169" cy="443"/>
          </a:xfrm>
          <a:solidFill>
            <a:schemeClr val="accent1"/>
          </a:solidFill>
        </p:grpSpPr>
        <p:sp>
          <p:nvSpPr>
            <p:cNvPr id="361" name="Man2">
              <a:extLst>
                <a:ext uri="{FF2B5EF4-FFF2-40B4-BE49-F238E27FC236}">
                  <a16:creationId xmlns:a16="http://schemas.microsoft.com/office/drawing/2014/main" id="{6DBF2ECB-E9FB-4D50-9477-C0DF8741BF46}"/>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2" name="Man2">
              <a:extLst>
                <a:ext uri="{FF2B5EF4-FFF2-40B4-BE49-F238E27FC236}">
                  <a16:creationId xmlns:a16="http://schemas.microsoft.com/office/drawing/2014/main" id="{D56B2D58-2EA1-4D45-AE9C-C0FA29CA1885}"/>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3" name="Man2 - 4">
            <a:extLst>
              <a:ext uri="{FF2B5EF4-FFF2-40B4-BE49-F238E27FC236}">
                <a16:creationId xmlns:a16="http://schemas.microsoft.com/office/drawing/2014/main" id="{E30D16D0-92E8-49F0-902A-29B0F2508A1E}"/>
              </a:ext>
            </a:extLst>
          </p:cNvPr>
          <p:cNvGrpSpPr>
            <a:grpSpLocks noChangeAspect="1"/>
          </p:cNvGrpSpPr>
          <p:nvPr>
            <p:custDataLst>
              <p:tags r:id="rId35"/>
            </p:custDataLst>
          </p:nvPr>
        </p:nvGrpSpPr>
        <p:grpSpPr bwMode="auto">
          <a:xfrm>
            <a:off x="10213980" y="3806779"/>
            <a:ext cx="207121" cy="542925"/>
            <a:chOff x="158" y="22"/>
            <a:chExt cx="169" cy="443"/>
          </a:xfrm>
          <a:solidFill>
            <a:schemeClr val="accent1"/>
          </a:solidFill>
        </p:grpSpPr>
        <p:sp>
          <p:nvSpPr>
            <p:cNvPr id="359" name="Man2">
              <a:extLst>
                <a:ext uri="{FF2B5EF4-FFF2-40B4-BE49-F238E27FC236}">
                  <a16:creationId xmlns:a16="http://schemas.microsoft.com/office/drawing/2014/main" id="{137A5E44-F054-4D58-BFAC-9F88F095968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0" name="Man2">
              <a:extLst>
                <a:ext uri="{FF2B5EF4-FFF2-40B4-BE49-F238E27FC236}">
                  <a16:creationId xmlns:a16="http://schemas.microsoft.com/office/drawing/2014/main" id="{994A4A77-452B-4D24-AF67-A2EE42A24772}"/>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4" name="Man2 - 5">
            <a:extLst>
              <a:ext uri="{FF2B5EF4-FFF2-40B4-BE49-F238E27FC236}">
                <a16:creationId xmlns:a16="http://schemas.microsoft.com/office/drawing/2014/main" id="{C74B4139-9884-464F-AE79-0F3F9B08E56D}"/>
              </a:ext>
            </a:extLst>
          </p:cNvPr>
          <p:cNvGrpSpPr>
            <a:grpSpLocks noChangeAspect="1"/>
          </p:cNvGrpSpPr>
          <p:nvPr>
            <p:custDataLst>
              <p:tags r:id="rId36"/>
            </p:custDataLst>
          </p:nvPr>
        </p:nvGrpSpPr>
        <p:grpSpPr bwMode="auto">
          <a:xfrm>
            <a:off x="10421101" y="3806779"/>
            <a:ext cx="207121" cy="542925"/>
            <a:chOff x="158" y="22"/>
            <a:chExt cx="169" cy="443"/>
          </a:xfrm>
          <a:solidFill>
            <a:schemeClr val="accent1"/>
          </a:solidFill>
        </p:grpSpPr>
        <p:sp>
          <p:nvSpPr>
            <p:cNvPr id="357" name="Man2">
              <a:extLst>
                <a:ext uri="{FF2B5EF4-FFF2-40B4-BE49-F238E27FC236}">
                  <a16:creationId xmlns:a16="http://schemas.microsoft.com/office/drawing/2014/main" id="{DE2BD82F-6E36-4F11-8548-66963980926B}"/>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8" name="Man2">
              <a:extLst>
                <a:ext uri="{FF2B5EF4-FFF2-40B4-BE49-F238E27FC236}">
                  <a16:creationId xmlns:a16="http://schemas.microsoft.com/office/drawing/2014/main" id="{E22E23D8-32B1-4C61-A02B-750C35681E4D}"/>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5" name="Man2 - 6">
            <a:extLst>
              <a:ext uri="{FF2B5EF4-FFF2-40B4-BE49-F238E27FC236}">
                <a16:creationId xmlns:a16="http://schemas.microsoft.com/office/drawing/2014/main" id="{E8AA2AC5-B336-4956-9241-40D95365A319}"/>
              </a:ext>
            </a:extLst>
          </p:cNvPr>
          <p:cNvGrpSpPr>
            <a:grpSpLocks noChangeAspect="1"/>
          </p:cNvGrpSpPr>
          <p:nvPr>
            <p:custDataLst>
              <p:tags r:id="rId37"/>
            </p:custDataLst>
          </p:nvPr>
        </p:nvGrpSpPr>
        <p:grpSpPr bwMode="auto">
          <a:xfrm>
            <a:off x="10628222" y="3806779"/>
            <a:ext cx="207121" cy="542925"/>
            <a:chOff x="158" y="22"/>
            <a:chExt cx="169" cy="443"/>
          </a:xfrm>
          <a:solidFill>
            <a:srgbClr val="BFBFBF"/>
          </a:solidFill>
        </p:grpSpPr>
        <p:sp>
          <p:nvSpPr>
            <p:cNvPr id="355" name="Man2">
              <a:extLst>
                <a:ext uri="{FF2B5EF4-FFF2-40B4-BE49-F238E27FC236}">
                  <a16:creationId xmlns:a16="http://schemas.microsoft.com/office/drawing/2014/main" id="{8C2DAF63-698A-478F-9453-994FB5A013E7}"/>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8E6DCD04-D3F8-42CB-BDDB-4E2EFBDB2122}"/>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6" name="Man2 - 7">
            <a:extLst>
              <a:ext uri="{FF2B5EF4-FFF2-40B4-BE49-F238E27FC236}">
                <a16:creationId xmlns:a16="http://schemas.microsoft.com/office/drawing/2014/main" id="{C8B3D950-15B6-4020-8D30-B80A8C3AA1B6}"/>
              </a:ext>
            </a:extLst>
          </p:cNvPr>
          <p:cNvGrpSpPr>
            <a:grpSpLocks noChangeAspect="1"/>
          </p:cNvGrpSpPr>
          <p:nvPr>
            <p:custDataLst>
              <p:tags r:id="rId38"/>
            </p:custDataLst>
          </p:nvPr>
        </p:nvGrpSpPr>
        <p:grpSpPr bwMode="auto">
          <a:xfrm>
            <a:off x="10835343" y="3806779"/>
            <a:ext cx="207121" cy="542925"/>
            <a:chOff x="158" y="22"/>
            <a:chExt cx="169" cy="443"/>
          </a:xfrm>
          <a:solidFill>
            <a:srgbClr val="BFBFBF"/>
          </a:solidFill>
        </p:grpSpPr>
        <p:sp>
          <p:nvSpPr>
            <p:cNvPr id="353" name="Man2">
              <a:extLst>
                <a:ext uri="{FF2B5EF4-FFF2-40B4-BE49-F238E27FC236}">
                  <a16:creationId xmlns:a16="http://schemas.microsoft.com/office/drawing/2014/main" id="{EEA3BDD4-7803-4F73-86F9-7AA08DEAA866}"/>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D180EE5F-0AB1-4899-BD95-3BBE5227E1C9}"/>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7" name="Man2 - 8">
            <a:extLst>
              <a:ext uri="{FF2B5EF4-FFF2-40B4-BE49-F238E27FC236}">
                <a16:creationId xmlns:a16="http://schemas.microsoft.com/office/drawing/2014/main" id="{253FDF6D-42B7-4B24-89E9-49D13FA86CDD}"/>
              </a:ext>
            </a:extLst>
          </p:cNvPr>
          <p:cNvGrpSpPr>
            <a:grpSpLocks noChangeAspect="1"/>
          </p:cNvGrpSpPr>
          <p:nvPr>
            <p:custDataLst>
              <p:tags r:id="rId39"/>
            </p:custDataLst>
          </p:nvPr>
        </p:nvGrpSpPr>
        <p:grpSpPr bwMode="auto">
          <a:xfrm>
            <a:off x="11042464" y="3806779"/>
            <a:ext cx="207121" cy="542925"/>
            <a:chOff x="158" y="22"/>
            <a:chExt cx="169" cy="443"/>
          </a:xfrm>
          <a:solidFill>
            <a:srgbClr val="BFBFBF"/>
          </a:solidFill>
        </p:grpSpPr>
        <p:sp>
          <p:nvSpPr>
            <p:cNvPr id="351" name="Man2">
              <a:extLst>
                <a:ext uri="{FF2B5EF4-FFF2-40B4-BE49-F238E27FC236}">
                  <a16:creationId xmlns:a16="http://schemas.microsoft.com/office/drawing/2014/main" id="{7A64CBB2-64C5-42A7-BB81-EF8CBD5FB280}"/>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F0D1D5F6-1F0C-4D7C-91B6-D248DA099B1D}"/>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8" name="Man2 - 9">
            <a:extLst>
              <a:ext uri="{FF2B5EF4-FFF2-40B4-BE49-F238E27FC236}">
                <a16:creationId xmlns:a16="http://schemas.microsoft.com/office/drawing/2014/main" id="{4814057A-FDAE-477E-8B88-0788BCF6DD44}"/>
              </a:ext>
            </a:extLst>
          </p:cNvPr>
          <p:cNvGrpSpPr>
            <a:grpSpLocks noChangeAspect="1"/>
          </p:cNvGrpSpPr>
          <p:nvPr>
            <p:custDataLst>
              <p:tags r:id="rId40"/>
            </p:custDataLst>
          </p:nvPr>
        </p:nvGrpSpPr>
        <p:grpSpPr bwMode="auto">
          <a:xfrm>
            <a:off x="11249585" y="3806779"/>
            <a:ext cx="207121" cy="542925"/>
            <a:chOff x="158" y="22"/>
            <a:chExt cx="169" cy="443"/>
          </a:xfrm>
          <a:solidFill>
            <a:srgbClr val="BFBFBF"/>
          </a:solidFill>
        </p:grpSpPr>
        <p:sp>
          <p:nvSpPr>
            <p:cNvPr id="349" name="Man2">
              <a:extLst>
                <a:ext uri="{FF2B5EF4-FFF2-40B4-BE49-F238E27FC236}">
                  <a16:creationId xmlns:a16="http://schemas.microsoft.com/office/drawing/2014/main" id="{4F602775-4A36-4F21-A5E8-A71F1566593C}"/>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97ED4A89-5F89-4B23-8565-81C9B83DF45C}"/>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400" name="Straight Connector 399">
            <a:extLst>
              <a:ext uri="{FF2B5EF4-FFF2-40B4-BE49-F238E27FC236}">
                <a16:creationId xmlns:a16="http://schemas.microsoft.com/office/drawing/2014/main" id="{8380BE69-E503-4632-9C8B-8475D42708EC}"/>
              </a:ext>
            </a:extLst>
          </p:cNvPr>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2ED99563-57AF-4209-985E-637DF2D905EB}"/>
              </a:ext>
            </a:extLst>
          </p:cNvPr>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36D2C477-E080-4C39-99CF-6E91CB222571}"/>
              </a:ext>
            </a:extLst>
          </p:cNvPr>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03" name="Rectangle 402">
            <a:extLst>
              <a:ext uri="{FF2B5EF4-FFF2-40B4-BE49-F238E27FC236}">
                <a16:creationId xmlns:a16="http://schemas.microsoft.com/office/drawing/2014/main" id="{43453596-06BC-4CD7-A70D-05F68FFEFD06}"/>
              </a:ext>
            </a:extLst>
          </p:cNvPr>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4" name="Rectangle 403">
            <a:extLst>
              <a:ext uri="{FF2B5EF4-FFF2-40B4-BE49-F238E27FC236}">
                <a16:creationId xmlns:a16="http://schemas.microsoft.com/office/drawing/2014/main" id="{5ABF5DF9-C9C3-48E2-9D8B-806E4B5BECF1}"/>
              </a:ext>
            </a:extLst>
          </p:cNvPr>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5" name="Rectangle 404">
            <a:extLst>
              <a:ext uri="{FF2B5EF4-FFF2-40B4-BE49-F238E27FC236}">
                <a16:creationId xmlns:a16="http://schemas.microsoft.com/office/drawing/2014/main" id="{80FA4A73-E5B5-4C18-B6D2-3BC3788A3EAA}"/>
              </a:ext>
            </a:extLst>
          </p:cNvPr>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6" name="Rectangle 405">
            <a:extLst>
              <a:ext uri="{FF2B5EF4-FFF2-40B4-BE49-F238E27FC236}">
                <a16:creationId xmlns:a16="http://schemas.microsoft.com/office/drawing/2014/main" id="{74D37BF3-FD10-431C-AE22-45E732357592}"/>
              </a:ext>
            </a:extLst>
          </p:cNvPr>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7" name="Rectangle 406">
            <a:extLst>
              <a:ext uri="{FF2B5EF4-FFF2-40B4-BE49-F238E27FC236}">
                <a16:creationId xmlns:a16="http://schemas.microsoft.com/office/drawing/2014/main" id="{4ECAD7DE-1C39-49D9-A71C-C9F56BC04EB6}"/>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08" name="Rectangle 407">
            <a:extLst>
              <a:ext uri="{FF2B5EF4-FFF2-40B4-BE49-F238E27FC236}">
                <a16:creationId xmlns:a16="http://schemas.microsoft.com/office/drawing/2014/main" id="{E80FE423-02D3-498B-B06D-70EEA1BB2D89}"/>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09" name="Rectangle 408">
            <a:extLst>
              <a:ext uri="{FF2B5EF4-FFF2-40B4-BE49-F238E27FC236}">
                <a16:creationId xmlns:a16="http://schemas.microsoft.com/office/drawing/2014/main" id="{8441CFFE-98D8-4051-8E06-DD48316ED4C4}"/>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10" name="Rectangle 409">
            <a:extLst>
              <a:ext uri="{FF2B5EF4-FFF2-40B4-BE49-F238E27FC236}">
                <a16:creationId xmlns:a16="http://schemas.microsoft.com/office/drawing/2014/main" id="{43FB8105-B730-48F3-962A-53D56DA03D49}"/>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
        <p:nvSpPr>
          <p:cNvPr id="412" name="United_States">
            <a:extLst>
              <a:ext uri="{FF2B5EF4-FFF2-40B4-BE49-F238E27FC236}">
                <a16:creationId xmlns:a16="http://schemas.microsoft.com/office/drawing/2014/main" id="{8276BB3D-8BC6-487D-9C23-08313EDCCB3C}"/>
              </a:ext>
            </a:extLst>
          </p:cNvPr>
          <p:cNvSpPr>
            <a:spLocks/>
          </p:cNvSpPr>
          <p:nvPr>
            <p:custDataLst>
              <p:tags r:id="rId41"/>
            </p:custDataLst>
          </p:nvPr>
        </p:nvSpPr>
        <p:spPr bwMode="auto">
          <a:xfrm>
            <a:off x="856945" y="2147444"/>
            <a:ext cx="2071324" cy="1285550"/>
          </a:xfrm>
          <a:custGeom>
            <a:avLst/>
            <a:gdLst>
              <a:gd name="T0" fmla="*/ 6980 w 18455"/>
              <a:gd name="T1" fmla="*/ 1005 h 11428"/>
              <a:gd name="T2" fmla="*/ 10269 w 18455"/>
              <a:gd name="T3" fmla="*/ 1256 h 11428"/>
              <a:gd name="T4" fmla="*/ 11204 w 18455"/>
              <a:gd name="T5" fmla="*/ 1594 h 11428"/>
              <a:gd name="T6" fmla="*/ 11019 w 18455"/>
              <a:gd name="T7" fmla="*/ 2129 h 11428"/>
              <a:gd name="T8" fmla="*/ 11828 w 18455"/>
              <a:gd name="T9" fmla="*/ 1903 h 11428"/>
              <a:gd name="T10" fmla="*/ 12797 w 18455"/>
              <a:gd name="T11" fmla="*/ 1893 h 11428"/>
              <a:gd name="T12" fmla="*/ 12766 w 18455"/>
              <a:gd name="T13" fmla="*/ 2236 h 11428"/>
              <a:gd name="T14" fmla="*/ 12052 w 18455"/>
              <a:gd name="T15" fmla="*/ 2745 h 11428"/>
              <a:gd name="T16" fmla="*/ 12079 w 18455"/>
              <a:gd name="T17" fmla="*/ 3755 h 11428"/>
              <a:gd name="T18" fmla="*/ 12600 w 18455"/>
              <a:gd name="T19" fmla="*/ 3726 h 11428"/>
              <a:gd name="T20" fmla="*/ 12683 w 18455"/>
              <a:gd name="T21" fmla="*/ 2606 h 11428"/>
              <a:gd name="T22" fmla="*/ 13091 w 18455"/>
              <a:gd name="T23" fmla="*/ 2366 h 11428"/>
              <a:gd name="T24" fmla="*/ 13316 w 18455"/>
              <a:gd name="T25" fmla="*/ 3246 h 11428"/>
              <a:gd name="T26" fmla="*/ 13755 w 18455"/>
              <a:gd name="T27" fmla="*/ 3295 h 11428"/>
              <a:gd name="T28" fmla="*/ 13777 w 18455"/>
              <a:gd name="T29" fmla="*/ 4121 h 11428"/>
              <a:gd name="T30" fmla="*/ 15144 w 18455"/>
              <a:gd name="T31" fmla="*/ 3071 h 11428"/>
              <a:gd name="T32" fmla="*/ 16415 w 18455"/>
              <a:gd name="T33" fmla="*/ 2058 h 11428"/>
              <a:gd name="T34" fmla="*/ 17307 w 18455"/>
              <a:gd name="T35" fmla="*/ 1186 h 11428"/>
              <a:gd name="T36" fmla="*/ 17913 w 18455"/>
              <a:gd name="T37" fmla="*/ 731 h 11428"/>
              <a:gd name="T38" fmla="*/ 17982 w 18455"/>
              <a:gd name="T39" fmla="*/ 894 h 11428"/>
              <a:gd name="T40" fmla="*/ 18070 w 18455"/>
              <a:gd name="T41" fmla="*/ 1215 h 11428"/>
              <a:gd name="T42" fmla="*/ 18034 w 18455"/>
              <a:gd name="T43" fmla="*/ 1908 h 11428"/>
              <a:gd name="T44" fmla="*/ 17633 w 18455"/>
              <a:gd name="T45" fmla="*/ 2266 h 11428"/>
              <a:gd name="T46" fmla="*/ 17918 w 18455"/>
              <a:gd name="T47" fmla="*/ 3138 h 11428"/>
              <a:gd name="T48" fmla="*/ 17380 w 18455"/>
              <a:gd name="T49" fmla="*/ 3510 h 11428"/>
              <a:gd name="T50" fmla="*/ 17303 w 18455"/>
              <a:gd name="T51" fmla="*/ 3661 h 11428"/>
              <a:gd name="T52" fmla="*/ 16432 w 18455"/>
              <a:gd name="T53" fmla="*/ 4648 h 11428"/>
              <a:gd name="T54" fmla="*/ 16390 w 18455"/>
              <a:gd name="T55" fmla="*/ 5618 h 11428"/>
              <a:gd name="T56" fmla="*/ 16130 w 18455"/>
              <a:gd name="T57" fmla="*/ 4795 h 11428"/>
              <a:gd name="T58" fmla="*/ 16077 w 18455"/>
              <a:gd name="T59" fmla="*/ 5224 h 11428"/>
              <a:gd name="T60" fmla="*/ 16282 w 18455"/>
              <a:gd name="T61" fmla="*/ 5763 h 11428"/>
              <a:gd name="T62" fmla="*/ 16290 w 18455"/>
              <a:gd name="T63" fmla="*/ 6231 h 11428"/>
              <a:gd name="T64" fmla="*/ 16408 w 18455"/>
              <a:gd name="T65" fmla="*/ 6484 h 11428"/>
              <a:gd name="T66" fmla="*/ 16012 w 18455"/>
              <a:gd name="T67" fmla="*/ 7200 h 11428"/>
              <a:gd name="T68" fmla="*/ 15107 w 18455"/>
              <a:gd name="T69" fmla="*/ 8216 h 11428"/>
              <a:gd name="T70" fmla="*/ 15832 w 18455"/>
              <a:gd name="T71" fmla="*/ 10945 h 11428"/>
              <a:gd name="T72" fmla="*/ 15304 w 18455"/>
              <a:gd name="T73" fmla="*/ 10955 h 11428"/>
              <a:gd name="T74" fmla="*/ 14794 w 18455"/>
              <a:gd name="T75" fmla="*/ 10131 h 11428"/>
              <a:gd name="T76" fmla="*/ 14528 w 18455"/>
              <a:gd name="T77" fmla="*/ 9609 h 11428"/>
              <a:gd name="T78" fmla="*/ 13564 w 18455"/>
              <a:gd name="T79" fmla="*/ 9483 h 11428"/>
              <a:gd name="T80" fmla="*/ 12473 w 18455"/>
              <a:gd name="T81" fmla="*/ 9144 h 11428"/>
              <a:gd name="T82" fmla="*/ 11969 w 18455"/>
              <a:gd name="T83" fmla="*/ 9494 h 11428"/>
              <a:gd name="T84" fmla="*/ 11828 w 18455"/>
              <a:gd name="T85" fmla="*/ 9741 h 11428"/>
              <a:gd name="T86" fmla="*/ 11165 w 18455"/>
              <a:gd name="T87" fmla="*/ 9758 h 11428"/>
              <a:gd name="T88" fmla="*/ 10322 w 18455"/>
              <a:gd name="T89" fmla="*/ 9688 h 11428"/>
              <a:gd name="T90" fmla="*/ 9077 w 18455"/>
              <a:gd name="T91" fmla="*/ 10463 h 11428"/>
              <a:gd name="T92" fmla="*/ 8600 w 18455"/>
              <a:gd name="T93" fmla="*/ 11343 h 11428"/>
              <a:gd name="T94" fmla="*/ 8032 w 18455"/>
              <a:gd name="T95" fmla="*/ 10628 h 11428"/>
              <a:gd name="T96" fmla="*/ 6799 w 18455"/>
              <a:gd name="T97" fmla="*/ 9685 h 11428"/>
              <a:gd name="T98" fmla="*/ 5500 w 18455"/>
              <a:gd name="T99" fmla="*/ 8598 h 11428"/>
              <a:gd name="T100" fmla="*/ 5054 w 18455"/>
              <a:gd name="T101" fmla="*/ 8536 h 11428"/>
              <a:gd name="T102" fmla="*/ 4215 w 18455"/>
              <a:gd name="T103" fmla="*/ 8621 h 11428"/>
              <a:gd name="T104" fmla="*/ 3878 w 18455"/>
              <a:gd name="T105" fmla="*/ 8554 h 11428"/>
              <a:gd name="T106" fmla="*/ 2367 w 18455"/>
              <a:gd name="T107" fmla="*/ 7681 h 11428"/>
              <a:gd name="T108" fmla="*/ 1123 w 18455"/>
              <a:gd name="T109" fmla="*/ 6796 h 11428"/>
              <a:gd name="T110" fmla="*/ 487 w 18455"/>
              <a:gd name="T111" fmla="*/ 5884 h 11428"/>
              <a:gd name="T112" fmla="*/ 395 w 18455"/>
              <a:gd name="T113" fmla="*/ 4985 h 11428"/>
              <a:gd name="T114" fmla="*/ 113 w 18455"/>
              <a:gd name="T115" fmla="*/ 3944 h 11428"/>
              <a:gd name="T116" fmla="*/ 335 w 18455"/>
              <a:gd name="T117" fmla="*/ 2401 h 11428"/>
              <a:gd name="T118" fmla="*/ 1009 w 18455"/>
              <a:gd name="T119" fmla="*/ 1066 h 11428"/>
              <a:gd name="T120" fmla="*/ 928 w 18455"/>
              <a:gd name="T121" fmla="*/ 239 h 11428"/>
              <a:gd name="T122" fmla="*/ 1604 w 18455"/>
              <a:gd name="T123" fmla="*/ 0 h 1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55" h="11428">
                <a:moveTo>
                  <a:pt x="1604" y="0"/>
                </a:moveTo>
                <a:cubicBezTo>
                  <a:pt x="1745" y="41"/>
                  <a:pt x="1882" y="100"/>
                  <a:pt x="2027" y="123"/>
                </a:cubicBezTo>
                <a:cubicBezTo>
                  <a:pt x="2240" y="183"/>
                  <a:pt x="2457" y="239"/>
                  <a:pt x="2672" y="293"/>
                </a:cubicBezTo>
                <a:cubicBezTo>
                  <a:pt x="2890" y="356"/>
                  <a:pt x="3113" y="400"/>
                  <a:pt x="3333" y="450"/>
                </a:cubicBezTo>
                <a:cubicBezTo>
                  <a:pt x="3564" y="495"/>
                  <a:pt x="3790" y="561"/>
                  <a:pt x="4025" y="586"/>
                </a:cubicBezTo>
                <a:cubicBezTo>
                  <a:pt x="4153" y="619"/>
                  <a:pt x="4282" y="643"/>
                  <a:pt x="4412" y="664"/>
                </a:cubicBezTo>
                <a:cubicBezTo>
                  <a:pt x="4597" y="713"/>
                  <a:pt x="4790" y="713"/>
                  <a:pt x="4978" y="756"/>
                </a:cubicBezTo>
                <a:cubicBezTo>
                  <a:pt x="5200" y="814"/>
                  <a:pt x="5434" y="815"/>
                  <a:pt x="5658" y="864"/>
                </a:cubicBezTo>
                <a:cubicBezTo>
                  <a:pt x="6099" y="906"/>
                  <a:pt x="6538" y="984"/>
                  <a:pt x="6980" y="1005"/>
                </a:cubicBezTo>
                <a:cubicBezTo>
                  <a:pt x="7154" y="1033"/>
                  <a:pt x="7331" y="1040"/>
                  <a:pt x="7508" y="1041"/>
                </a:cubicBezTo>
                <a:cubicBezTo>
                  <a:pt x="7725" y="1043"/>
                  <a:pt x="7942" y="1091"/>
                  <a:pt x="8160" y="1089"/>
                </a:cubicBezTo>
                <a:cubicBezTo>
                  <a:pt x="8663" y="1096"/>
                  <a:pt x="9167" y="1106"/>
                  <a:pt x="9670" y="1113"/>
                </a:cubicBezTo>
                <a:cubicBezTo>
                  <a:pt x="9670" y="1055"/>
                  <a:pt x="9672" y="998"/>
                  <a:pt x="9672" y="940"/>
                </a:cubicBezTo>
                <a:cubicBezTo>
                  <a:pt x="9707" y="953"/>
                  <a:pt x="9757" y="946"/>
                  <a:pt x="9779" y="979"/>
                </a:cubicBezTo>
                <a:cubicBezTo>
                  <a:pt x="9802" y="1058"/>
                  <a:pt x="9780" y="1155"/>
                  <a:pt x="9839" y="1221"/>
                </a:cubicBezTo>
                <a:cubicBezTo>
                  <a:pt x="9915" y="1245"/>
                  <a:pt x="9997" y="1252"/>
                  <a:pt x="10077" y="1269"/>
                </a:cubicBezTo>
                <a:cubicBezTo>
                  <a:pt x="10082" y="1285"/>
                  <a:pt x="10088" y="1301"/>
                  <a:pt x="10094" y="1318"/>
                </a:cubicBezTo>
                <a:cubicBezTo>
                  <a:pt x="10162" y="1321"/>
                  <a:pt x="10204" y="1256"/>
                  <a:pt x="10269" y="1256"/>
                </a:cubicBezTo>
                <a:cubicBezTo>
                  <a:pt x="10390" y="1281"/>
                  <a:pt x="10487" y="1402"/>
                  <a:pt x="10620" y="1370"/>
                </a:cubicBezTo>
                <a:cubicBezTo>
                  <a:pt x="10618" y="1381"/>
                  <a:pt x="10615" y="1391"/>
                  <a:pt x="10613" y="1401"/>
                </a:cubicBezTo>
                <a:cubicBezTo>
                  <a:pt x="10688" y="1421"/>
                  <a:pt x="10744" y="1498"/>
                  <a:pt x="10828" y="1481"/>
                </a:cubicBezTo>
                <a:cubicBezTo>
                  <a:pt x="10877" y="1454"/>
                  <a:pt x="10923" y="1420"/>
                  <a:pt x="10974" y="1396"/>
                </a:cubicBezTo>
                <a:cubicBezTo>
                  <a:pt x="10994" y="1419"/>
                  <a:pt x="11004" y="1466"/>
                  <a:pt x="11042" y="1464"/>
                </a:cubicBezTo>
                <a:cubicBezTo>
                  <a:pt x="11103" y="1461"/>
                  <a:pt x="11163" y="1452"/>
                  <a:pt x="11224" y="1449"/>
                </a:cubicBezTo>
                <a:cubicBezTo>
                  <a:pt x="11225" y="1461"/>
                  <a:pt x="11228" y="1475"/>
                  <a:pt x="11229" y="1489"/>
                </a:cubicBezTo>
                <a:cubicBezTo>
                  <a:pt x="11287" y="1489"/>
                  <a:pt x="11344" y="1484"/>
                  <a:pt x="11400" y="1477"/>
                </a:cubicBezTo>
                <a:cubicBezTo>
                  <a:pt x="11335" y="1518"/>
                  <a:pt x="11277" y="1568"/>
                  <a:pt x="11204" y="1594"/>
                </a:cubicBezTo>
                <a:cubicBezTo>
                  <a:pt x="11109" y="1620"/>
                  <a:pt x="11019" y="1673"/>
                  <a:pt x="10950" y="1743"/>
                </a:cubicBezTo>
                <a:cubicBezTo>
                  <a:pt x="10885" y="1770"/>
                  <a:pt x="10879" y="1850"/>
                  <a:pt x="10825" y="1889"/>
                </a:cubicBezTo>
                <a:cubicBezTo>
                  <a:pt x="10752" y="1943"/>
                  <a:pt x="10688" y="2006"/>
                  <a:pt x="10617" y="2063"/>
                </a:cubicBezTo>
                <a:cubicBezTo>
                  <a:pt x="10657" y="2089"/>
                  <a:pt x="10709" y="2118"/>
                  <a:pt x="10755" y="2094"/>
                </a:cubicBezTo>
                <a:cubicBezTo>
                  <a:pt x="10800" y="2071"/>
                  <a:pt x="10849" y="2055"/>
                  <a:pt x="10895" y="2036"/>
                </a:cubicBezTo>
                <a:cubicBezTo>
                  <a:pt x="10939" y="2020"/>
                  <a:pt x="10969" y="1979"/>
                  <a:pt x="11015" y="1970"/>
                </a:cubicBezTo>
                <a:cubicBezTo>
                  <a:pt x="11027" y="1980"/>
                  <a:pt x="11038" y="1993"/>
                  <a:pt x="11045" y="2006"/>
                </a:cubicBezTo>
                <a:cubicBezTo>
                  <a:pt x="11013" y="2038"/>
                  <a:pt x="10988" y="2073"/>
                  <a:pt x="10973" y="2115"/>
                </a:cubicBezTo>
                <a:cubicBezTo>
                  <a:pt x="10988" y="2119"/>
                  <a:pt x="11004" y="2124"/>
                  <a:pt x="11019" y="2129"/>
                </a:cubicBezTo>
                <a:cubicBezTo>
                  <a:pt x="11054" y="2094"/>
                  <a:pt x="11095" y="2138"/>
                  <a:pt x="11134" y="2135"/>
                </a:cubicBezTo>
                <a:cubicBezTo>
                  <a:pt x="11208" y="2115"/>
                  <a:pt x="11270" y="2070"/>
                  <a:pt x="11325" y="2018"/>
                </a:cubicBezTo>
                <a:cubicBezTo>
                  <a:pt x="11387" y="1996"/>
                  <a:pt x="11465" y="2009"/>
                  <a:pt x="11512" y="1954"/>
                </a:cubicBezTo>
                <a:cubicBezTo>
                  <a:pt x="11625" y="1874"/>
                  <a:pt x="11693" y="1718"/>
                  <a:pt x="11837" y="1689"/>
                </a:cubicBezTo>
                <a:cubicBezTo>
                  <a:pt x="11878" y="1674"/>
                  <a:pt x="11919" y="1684"/>
                  <a:pt x="11958" y="1698"/>
                </a:cubicBezTo>
                <a:cubicBezTo>
                  <a:pt x="11928" y="1719"/>
                  <a:pt x="11892" y="1730"/>
                  <a:pt x="11855" y="1736"/>
                </a:cubicBezTo>
                <a:cubicBezTo>
                  <a:pt x="11840" y="1790"/>
                  <a:pt x="11779" y="1808"/>
                  <a:pt x="11762" y="1860"/>
                </a:cubicBezTo>
                <a:cubicBezTo>
                  <a:pt x="11743" y="1905"/>
                  <a:pt x="11730" y="1954"/>
                  <a:pt x="11720" y="2001"/>
                </a:cubicBezTo>
                <a:cubicBezTo>
                  <a:pt x="11757" y="1969"/>
                  <a:pt x="11793" y="1935"/>
                  <a:pt x="11828" y="1903"/>
                </a:cubicBezTo>
                <a:cubicBezTo>
                  <a:pt x="11830" y="1909"/>
                  <a:pt x="11837" y="1921"/>
                  <a:pt x="11839" y="1926"/>
                </a:cubicBezTo>
                <a:cubicBezTo>
                  <a:pt x="11882" y="1933"/>
                  <a:pt x="11932" y="1925"/>
                  <a:pt x="11969" y="1953"/>
                </a:cubicBezTo>
                <a:cubicBezTo>
                  <a:pt x="12013" y="1989"/>
                  <a:pt x="12038" y="2044"/>
                  <a:pt x="12078" y="2084"/>
                </a:cubicBezTo>
                <a:cubicBezTo>
                  <a:pt x="12122" y="2094"/>
                  <a:pt x="12165" y="2080"/>
                  <a:pt x="12205" y="2066"/>
                </a:cubicBezTo>
                <a:cubicBezTo>
                  <a:pt x="12203" y="2075"/>
                  <a:pt x="12200" y="2085"/>
                  <a:pt x="12199" y="2095"/>
                </a:cubicBezTo>
                <a:cubicBezTo>
                  <a:pt x="12229" y="2096"/>
                  <a:pt x="12260" y="2104"/>
                  <a:pt x="12292" y="2100"/>
                </a:cubicBezTo>
                <a:cubicBezTo>
                  <a:pt x="12348" y="2071"/>
                  <a:pt x="12389" y="2016"/>
                  <a:pt x="12450" y="1994"/>
                </a:cubicBezTo>
                <a:cubicBezTo>
                  <a:pt x="12518" y="1964"/>
                  <a:pt x="12594" y="1979"/>
                  <a:pt x="12663" y="1959"/>
                </a:cubicBezTo>
                <a:cubicBezTo>
                  <a:pt x="12709" y="1938"/>
                  <a:pt x="12749" y="1909"/>
                  <a:pt x="12797" y="1893"/>
                </a:cubicBezTo>
                <a:cubicBezTo>
                  <a:pt x="12794" y="1939"/>
                  <a:pt x="12793" y="1988"/>
                  <a:pt x="12789" y="2034"/>
                </a:cubicBezTo>
                <a:cubicBezTo>
                  <a:pt x="12891" y="2058"/>
                  <a:pt x="12984" y="2003"/>
                  <a:pt x="13079" y="1975"/>
                </a:cubicBezTo>
                <a:cubicBezTo>
                  <a:pt x="13082" y="2009"/>
                  <a:pt x="13085" y="2078"/>
                  <a:pt x="13088" y="2111"/>
                </a:cubicBezTo>
                <a:cubicBezTo>
                  <a:pt x="13105" y="2154"/>
                  <a:pt x="13137" y="2189"/>
                  <a:pt x="13162" y="2228"/>
                </a:cubicBezTo>
                <a:cubicBezTo>
                  <a:pt x="13087" y="2243"/>
                  <a:pt x="13003" y="2195"/>
                  <a:pt x="12933" y="2239"/>
                </a:cubicBezTo>
                <a:cubicBezTo>
                  <a:pt x="12913" y="2253"/>
                  <a:pt x="12890" y="2263"/>
                  <a:pt x="12868" y="2248"/>
                </a:cubicBezTo>
                <a:lnTo>
                  <a:pt x="12815" y="2248"/>
                </a:lnTo>
                <a:lnTo>
                  <a:pt x="12815" y="2228"/>
                </a:lnTo>
                <a:cubicBezTo>
                  <a:pt x="12799" y="2231"/>
                  <a:pt x="12783" y="2234"/>
                  <a:pt x="12766" y="2236"/>
                </a:cubicBezTo>
                <a:cubicBezTo>
                  <a:pt x="12765" y="2230"/>
                  <a:pt x="12765" y="2219"/>
                  <a:pt x="12765" y="2214"/>
                </a:cubicBezTo>
                <a:cubicBezTo>
                  <a:pt x="12738" y="2218"/>
                  <a:pt x="12712" y="2221"/>
                  <a:pt x="12687" y="2225"/>
                </a:cubicBezTo>
                <a:cubicBezTo>
                  <a:pt x="12670" y="2243"/>
                  <a:pt x="12655" y="2260"/>
                  <a:pt x="12639" y="2278"/>
                </a:cubicBezTo>
                <a:cubicBezTo>
                  <a:pt x="12568" y="2280"/>
                  <a:pt x="12500" y="2300"/>
                  <a:pt x="12429" y="2308"/>
                </a:cubicBezTo>
                <a:cubicBezTo>
                  <a:pt x="12427" y="2338"/>
                  <a:pt x="12439" y="2374"/>
                  <a:pt x="12418" y="2399"/>
                </a:cubicBezTo>
                <a:cubicBezTo>
                  <a:pt x="12390" y="2410"/>
                  <a:pt x="12365" y="2393"/>
                  <a:pt x="12342" y="2381"/>
                </a:cubicBezTo>
                <a:cubicBezTo>
                  <a:pt x="12307" y="2395"/>
                  <a:pt x="12273" y="2409"/>
                  <a:pt x="12238" y="2424"/>
                </a:cubicBezTo>
                <a:cubicBezTo>
                  <a:pt x="12228" y="2406"/>
                  <a:pt x="12217" y="2389"/>
                  <a:pt x="12205" y="2371"/>
                </a:cubicBezTo>
                <a:cubicBezTo>
                  <a:pt x="12173" y="2504"/>
                  <a:pt x="12110" y="2624"/>
                  <a:pt x="12052" y="2745"/>
                </a:cubicBezTo>
                <a:cubicBezTo>
                  <a:pt x="11992" y="2815"/>
                  <a:pt x="11962" y="2903"/>
                  <a:pt x="11948" y="2991"/>
                </a:cubicBezTo>
                <a:cubicBezTo>
                  <a:pt x="12045" y="2921"/>
                  <a:pt x="12090" y="2806"/>
                  <a:pt x="12168" y="2718"/>
                </a:cubicBezTo>
                <a:cubicBezTo>
                  <a:pt x="12195" y="2678"/>
                  <a:pt x="12218" y="2633"/>
                  <a:pt x="12258" y="2603"/>
                </a:cubicBezTo>
                <a:cubicBezTo>
                  <a:pt x="12254" y="2659"/>
                  <a:pt x="12239" y="2715"/>
                  <a:pt x="12212" y="2764"/>
                </a:cubicBezTo>
                <a:cubicBezTo>
                  <a:pt x="12164" y="2864"/>
                  <a:pt x="12128" y="2971"/>
                  <a:pt x="12113" y="3083"/>
                </a:cubicBezTo>
                <a:cubicBezTo>
                  <a:pt x="12123" y="3099"/>
                  <a:pt x="12124" y="3115"/>
                  <a:pt x="12133" y="3134"/>
                </a:cubicBezTo>
                <a:cubicBezTo>
                  <a:pt x="12073" y="3146"/>
                  <a:pt x="12072" y="3213"/>
                  <a:pt x="12085" y="3263"/>
                </a:cubicBezTo>
                <a:cubicBezTo>
                  <a:pt x="12098" y="3351"/>
                  <a:pt x="12055" y="3431"/>
                  <a:pt x="12048" y="3517"/>
                </a:cubicBezTo>
                <a:cubicBezTo>
                  <a:pt x="12055" y="3598"/>
                  <a:pt x="12082" y="3675"/>
                  <a:pt x="12079" y="3755"/>
                </a:cubicBezTo>
                <a:cubicBezTo>
                  <a:pt x="12083" y="3756"/>
                  <a:pt x="12090" y="3756"/>
                  <a:pt x="12093" y="3758"/>
                </a:cubicBezTo>
                <a:cubicBezTo>
                  <a:pt x="12092" y="3769"/>
                  <a:pt x="12089" y="3781"/>
                  <a:pt x="12087" y="3794"/>
                </a:cubicBezTo>
                <a:cubicBezTo>
                  <a:pt x="12092" y="3794"/>
                  <a:pt x="12103" y="3795"/>
                  <a:pt x="12108" y="3796"/>
                </a:cubicBezTo>
                <a:cubicBezTo>
                  <a:pt x="12119" y="3871"/>
                  <a:pt x="12072" y="3968"/>
                  <a:pt x="12129" y="4030"/>
                </a:cubicBezTo>
                <a:cubicBezTo>
                  <a:pt x="12177" y="4088"/>
                  <a:pt x="12193" y="4160"/>
                  <a:pt x="12218" y="4229"/>
                </a:cubicBezTo>
                <a:cubicBezTo>
                  <a:pt x="12269" y="4234"/>
                  <a:pt x="12325" y="4255"/>
                  <a:pt x="12375" y="4234"/>
                </a:cubicBezTo>
                <a:cubicBezTo>
                  <a:pt x="12433" y="4204"/>
                  <a:pt x="12480" y="4161"/>
                  <a:pt x="12525" y="4116"/>
                </a:cubicBezTo>
                <a:cubicBezTo>
                  <a:pt x="12523" y="4058"/>
                  <a:pt x="12543" y="4003"/>
                  <a:pt x="12574" y="3954"/>
                </a:cubicBezTo>
                <a:cubicBezTo>
                  <a:pt x="12616" y="3886"/>
                  <a:pt x="12602" y="3803"/>
                  <a:pt x="12600" y="3726"/>
                </a:cubicBezTo>
                <a:cubicBezTo>
                  <a:pt x="12591" y="3661"/>
                  <a:pt x="12590" y="3590"/>
                  <a:pt x="12552" y="3534"/>
                </a:cubicBezTo>
                <a:cubicBezTo>
                  <a:pt x="12510" y="3470"/>
                  <a:pt x="12492" y="3396"/>
                  <a:pt x="12463" y="3328"/>
                </a:cubicBezTo>
                <a:cubicBezTo>
                  <a:pt x="12492" y="3256"/>
                  <a:pt x="12488" y="3181"/>
                  <a:pt x="12474" y="3109"/>
                </a:cubicBezTo>
                <a:cubicBezTo>
                  <a:pt x="12487" y="3089"/>
                  <a:pt x="12499" y="3069"/>
                  <a:pt x="12509" y="3048"/>
                </a:cubicBezTo>
                <a:cubicBezTo>
                  <a:pt x="12510" y="3046"/>
                  <a:pt x="12512" y="3044"/>
                  <a:pt x="12513" y="3042"/>
                </a:cubicBezTo>
                <a:cubicBezTo>
                  <a:pt x="12529" y="2984"/>
                  <a:pt x="12534" y="2917"/>
                  <a:pt x="12502" y="2864"/>
                </a:cubicBezTo>
                <a:cubicBezTo>
                  <a:pt x="12533" y="2850"/>
                  <a:pt x="12559" y="2824"/>
                  <a:pt x="12559" y="2786"/>
                </a:cubicBezTo>
                <a:cubicBezTo>
                  <a:pt x="12559" y="2735"/>
                  <a:pt x="12609" y="2716"/>
                  <a:pt x="12650" y="2701"/>
                </a:cubicBezTo>
                <a:cubicBezTo>
                  <a:pt x="12663" y="2670"/>
                  <a:pt x="12674" y="2639"/>
                  <a:pt x="12683" y="2606"/>
                </a:cubicBezTo>
                <a:cubicBezTo>
                  <a:pt x="12694" y="2610"/>
                  <a:pt x="12705" y="2613"/>
                  <a:pt x="12716" y="2616"/>
                </a:cubicBezTo>
                <a:cubicBezTo>
                  <a:pt x="12700" y="2674"/>
                  <a:pt x="12691" y="2733"/>
                  <a:pt x="12694" y="2792"/>
                </a:cubicBezTo>
                <a:cubicBezTo>
                  <a:pt x="12727" y="2765"/>
                  <a:pt x="12782" y="2745"/>
                  <a:pt x="12757" y="2688"/>
                </a:cubicBezTo>
                <a:cubicBezTo>
                  <a:pt x="12765" y="2645"/>
                  <a:pt x="12744" y="2594"/>
                  <a:pt x="12770" y="2555"/>
                </a:cubicBezTo>
                <a:cubicBezTo>
                  <a:pt x="12802" y="2518"/>
                  <a:pt x="12855" y="2520"/>
                  <a:pt x="12900" y="2515"/>
                </a:cubicBezTo>
                <a:cubicBezTo>
                  <a:pt x="12862" y="2494"/>
                  <a:pt x="12798" y="2473"/>
                  <a:pt x="12812" y="2416"/>
                </a:cubicBezTo>
                <a:cubicBezTo>
                  <a:pt x="12843" y="2383"/>
                  <a:pt x="12875" y="2341"/>
                  <a:pt x="12923" y="2334"/>
                </a:cubicBezTo>
                <a:cubicBezTo>
                  <a:pt x="12954" y="2336"/>
                  <a:pt x="12980" y="2358"/>
                  <a:pt x="13005" y="2375"/>
                </a:cubicBezTo>
                <a:cubicBezTo>
                  <a:pt x="13034" y="2373"/>
                  <a:pt x="13062" y="2369"/>
                  <a:pt x="13091" y="2366"/>
                </a:cubicBezTo>
                <a:cubicBezTo>
                  <a:pt x="13154" y="2445"/>
                  <a:pt x="13255" y="2468"/>
                  <a:pt x="13350" y="2480"/>
                </a:cubicBezTo>
                <a:cubicBezTo>
                  <a:pt x="13390" y="2514"/>
                  <a:pt x="13414" y="2565"/>
                  <a:pt x="13438" y="2611"/>
                </a:cubicBezTo>
                <a:cubicBezTo>
                  <a:pt x="13430" y="2610"/>
                  <a:pt x="13416" y="2608"/>
                  <a:pt x="13409" y="2608"/>
                </a:cubicBezTo>
                <a:cubicBezTo>
                  <a:pt x="13397" y="2596"/>
                  <a:pt x="13382" y="2589"/>
                  <a:pt x="13366" y="2581"/>
                </a:cubicBezTo>
                <a:cubicBezTo>
                  <a:pt x="13364" y="2599"/>
                  <a:pt x="13364" y="2618"/>
                  <a:pt x="13363" y="2635"/>
                </a:cubicBezTo>
                <a:cubicBezTo>
                  <a:pt x="13464" y="2684"/>
                  <a:pt x="13463" y="2809"/>
                  <a:pt x="13439" y="2904"/>
                </a:cubicBezTo>
                <a:cubicBezTo>
                  <a:pt x="13402" y="2959"/>
                  <a:pt x="13375" y="3021"/>
                  <a:pt x="13352" y="3085"/>
                </a:cubicBezTo>
                <a:cubicBezTo>
                  <a:pt x="13330" y="3084"/>
                  <a:pt x="13309" y="3084"/>
                  <a:pt x="13289" y="3083"/>
                </a:cubicBezTo>
                <a:cubicBezTo>
                  <a:pt x="13287" y="3139"/>
                  <a:pt x="13288" y="3196"/>
                  <a:pt x="13316" y="3246"/>
                </a:cubicBezTo>
                <a:cubicBezTo>
                  <a:pt x="13340" y="3244"/>
                  <a:pt x="13364" y="3246"/>
                  <a:pt x="13385" y="3238"/>
                </a:cubicBezTo>
                <a:cubicBezTo>
                  <a:pt x="13447" y="3186"/>
                  <a:pt x="13444" y="3084"/>
                  <a:pt x="13522" y="3050"/>
                </a:cubicBezTo>
                <a:cubicBezTo>
                  <a:pt x="13560" y="3033"/>
                  <a:pt x="13605" y="2988"/>
                  <a:pt x="13647" y="3024"/>
                </a:cubicBezTo>
                <a:cubicBezTo>
                  <a:pt x="13688" y="3070"/>
                  <a:pt x="13712" y="3133"/>
                  <a:pt x="13719" y="3194"/>
                </a:cubicBezTo>
                <a:cubicBezTo>
                  <a:pt x="13722" y="3194"/>
                  <a:pt x="13729" y="3194"/>
                  <a:pt x="13732" y="3195"/>
                </a:cubicBezTo>
                <a:cubicBezTo>
                  <a:pt x="13729" y="3211"/>
                  <a:pt x="13727" y="3228"/>
                  <a:pt x="13725" y="3244"/>
                </a:cubicBezTo>
                <a:cubicBezTo>
                  <a:pt x="13730" y="3244"/>
                  <a:pt x="13740" y="3244"/>
                  <a:pt x="13745" y="3245"/>
                </a:cubicBezTo>
                <a:lnTo>
                  <a:pt x="13738" y="3294"/>
                </a:lnTo>
                <a:cubicBezTo>
                  <a:pt x="13741" y="3294"/>
                  <a:pt x="13750" y="3294"/>
                  <a:pt x="13755" y="3295"/>
                </a:cubicBezTo>
                <a:cubicBezTo>
                  <a:pt x="13755" y="3309"/>
                  <a:pt x="13755" y="3323"/>
                  <a:pt x="13757" y="3336"/>
                </a:cubicBezTo>
                <a:cubicBezTo>
                  <a:pt x="13814" y="3426"/>
                  <a:pt x="13822" y="3534"/>
                  <a:pt x="13823" y="3638"/>
                </a:cubicBezTo>
                <a:cubicBezTo>
                  <a:pt x="13807" y="3649"/>
                  <a:pt x="13791" y="3663"/>
                  <a:pt x="13775" y="3671"/>
                </a:cubicBezTo>
                <a:cubicBezTo>
                  <a:pt x="13759" y="3655"/>
                  <a:pt x="13748" y="3636"/>
                  <a:pt x="13734" y="3619"/>
                </a:cubicBezTo>
                <a:cubicBezTo>
                  <a:pt x="13718" y="3674"/>
                  <a:pt x="13702" y="3728"/>
                  <a:pt x="13690" y="3784"/>
                </a:cubicBezTo>
                <a:cubicBezTo>
                  <a:pt x="13674" y="3783"/>
                  <a:pt x="13658" y="3783"/>
                  <a:pt x="13641" y="3783"/>
                </a:cubicBezTo>
                <a:cubicBezTo>
                  <a:pt x="13640" y="3825"/>
                  <a:pt x="13640" y="3866"/>
                  <a:pt x="13640" y="3909"/>
                </a:cubicBezTo>
                <a:cubicBezTo>
                  <a:pt x="13578" y="3941"/>
                  <a:pt x="13573" y="4015"/>
                  <a:pt x="13572" y="4076"/>
                </a:cubicBezTo>
                <a:cubicBezTo>
                  <a:pt x="13640" y="4090"/>
                  <a:pt x="13709" y="4105"/>
                  <a:pt x="13777" y="4121"/>
                </a:cubicBezTo>
                <a:cubicBezTo>
                  <a:pt x="13823" y="4133"/>
                  <a:pt x="13859" y="4171"/>
                  <a:pt x="13907" y="4174"/>
                </a:cubicBezTo>
                <a:cubicBezTo>
                  <a:pt x="13962" y="4155"/>
                  <a:pt x="14013" y="4130"/>
                  <a:pt x="14068" y="4110"/>
                </a:cubicBezTo>
                <a:cubicBezTo>
                  <a:pt x="14173" y="4075"/>
                  <a:pt x="14238" y="3976"/>
                  <a:pt x="14328" y="3916"/>
                </a:cubicBezTo>
                <a:cubicBezTo>
                  <a:pt x="14432" y="3830"/>
                  <a:pt x="14568" y="3790"/>
                  <a:pt x="14663" y="3691"/>
                </a:cubicBezTo>
                <a:cubicBezTo>
                  <a:pt x="14759" y="3601"/>
                  <a:pt x="14883" y="3526"/>
                  <a:pt x="14935" y="3400"/>
                </a:cubicBezTo>
                <a:cubicBezTo>
                  <a:pt x="14952" y="3396"/>
                  <a:pt x="14968" y="3394"/>
                  <a:pt x="14984" y="3391"/>
                </a:cubicBezTo>
                <a:cubicBezTo>
                  <a:pt x="14970" y="3349"/>
                  <a:pt x="14958" y="3294"/>
                  <a:pt x="14904" y="3286"/>
                </a:cubicBezTo>
                <a:cubicBezTo>
                  <a:pt x="14893" y="3244"/>
                  <a:pt x="14880" y="3200"/>
                  <a:pt x="14864" y="3159"/>
                </a:cubicBezTo>
                <a:cubicBezTo>
                  <a:pt x="14958" y="3130"/>
                  <a:pt x="15047" y="3083"/>
                  <a:pt x="15144" y="3071"/>
                </a:cubicBezTo>
                <a:cubicBezTo>
                  <a:pt x="15220" y="3060"/>
                  <a:pt x="15298" y="3071"/>
                  <a:pt x="15370" y="3091"/>
                </a:cubicBezTo>
                <a:cubicBezTo>
                  <a:pt x="15443" y="3017"/>
                  <a:pt x="15582" y="3063"/>
                  <a:pt x="15629" y="2958"/>
                </a:cubicBezTo>
                <a:cubicBezTo>
                  <a:pt x="15665" y="2921"/>
                  <a:pt x="15710" y="2896"/>
                  <a:pt x="15745" y="2860"/>
                </a:cubicBezTo>
                <a:cubicBezTo>
                  <a:pt x="15752" y="2816"/>
                  <a:pt x="15730" y="2775"/>
                  <a:pt x="15722" y="2733"/>
                </a:cubicBezTo>
                <a:cubicBezTo>
                  <a:pt x="15729" y="2731"/>
                  <a:pt x="15745" y="2728"/>
                  <a:pt x="15754" y="2726"/>
                </a:cubicBezTo>
                <a:cubicBezTo>
                  <a:pt x="15725" y="2688"/>
                  <a:pt x="15685" y="2659"/>
                  <a:pt x="15639" y="2646"/>
                </a:cubicBezTo>
                <a:cubicBezTo>
                  <a:pt x="15675" y="2546"/>
                  <a:pt x="15760" y="2479"/>
                  <a:pt x="15818" y="2393"/>
                </a:cubicBezTo>
                <a:cubicBezTo>
                  <a:pt x="15878" y="2298"/>
                  <a:pt x="15930" y="2180"/>
                  <a:pt x="16044" y="2143"/>
                </a:cubicBezTo>
                <a:cubicBezTo>
                  <a:pt x="16165" y="2105"/>
                  <a:pt x="16295" y="2101"/>
                  <a:pt x="16415" y="2058"/>
                </a:cubicBezTo>
                <a:cubicBezTo>
                  <a:pt x="16573" y="1995"/>
                  <a:pt x="16739" y="1958"/>
                  <a:pt x="16905" y="1925"/>
                </a:cubicBezTo>
                <a:cubicBezTo>
                  <a:pt x="16947" y="1914"/>
                  <a:pt x="16995" y="1918"/>
                  <a:pt x="17033" y="1896"/>
                </a:cubicBezTo>
                <a:cubicBezTo>
                  <a:pt x="17060" y="1848"/>
                  <a:pt x="17068" y="1791"/>
                  <a:pt x="17082" y="1739"/>
                </a:cubicBezTo>
                <a:cubicBezTo>
                  <a:pt x="17102" y="1749"/>
                  <a:pt x="17120" y="1761"/>
                  <a:pt x="17139" y="1773"/>
                </a:cubicBezTo>
                <a:cubicBezTo>
                  <a:pt x="17144" y="1754"/>
                  <a:pt x="17148" y="1734"/>
                  <a:pt x="17154" y="1715"/>
                </a:cubicBezTo>
                <a:cubicBezTo>
                  <a:pt x="17173" y="1725"/>
                  <a:pt x="17193" y="1735"/>
                  <a:pt x="17213" y="1745"/>
                </a:cubicBezTo>
                <a:cubicBezTo>
                  <a:pt x="17223" y="1691"/>
                  <a:pt x="17239" y="1638"/>
                  <a:pt x="17248" y="1581"/>
                </a:cubicBezTo>
                <a:cubicBezTo>
                  <a:pt x="17260" y="1525"/>
                  <a:pt x="17322" y="1488"/>
                  <a:pt x="17324" y="1429"/>
                </a:cubicBezTo>
                <a:cubicBezTo>
                  <a:pt x="17290" y="1352"/>
                  <a:pt x="17267" y="1264"/>
                  <a:pt x="17307" y="1186"/>
                </a:cubicBezTo>
                <a:cubicBezTo>
                  <a:pt x="17340" y="1125"/>
                  <a:pt x="17299" y="1054"/>
                  <a:pt x="17328" y="991"/>
                </a:cubicBezTo>
                <a:cubicBezTo>
                  <a:pt x="17353" y="935"/>
                  <a:pt x="17378" y="880"/>
                  <a:pt x="17394" y="820"/>
                </a:cubicBezTo>
                <a:cubicBezTo>
                  <a:pt x="17395" y="820"/>
                  <a:pt x="17398" y="819"/>
                  <a:pt x="17400" y="818"/>
                </a:cubicBezTo>
                <a:cubicBezTo>
                  <a:pt x="17412" y="755"/>
                  <a:pt x="17440" y="699"/>
                  <a:pt x="17463" y="640"/>
                </a:cubicBezTo>
                <a:cubicBezTo>
                  <a:pt x="17519" y="661"/>
                  <a:pt x="17533" y="733"/>
                  <a:pt x="17594" y="748"/>
                </a:cubicBezTo>
                <a:cubicBezTo>
                  <a:pt x="17620" y="699"/>
                  <a:pt x="17663" y="658"/>
                  <a:pt x="17715" y="636"/>
                </a:cubicBezTo>
                <a:cubicBezTo>
                  <a:pt x="17717" y="626"/>
                  <a:pt x="17718" y="618"/>
                  <a:pt x="17719" y="609"/>
                </a:cubicBezTo>
                <a:cubicBezTo>
                  <a:pt x="17787" y="631"/>
                  <a:pt x="17852" y="665"/>
                  <a:pt x="17917" y="695"/>
                </a:cubicBezTo>
                <a:cubicBezTo>
                  <a:pt x="17915" y="708"/>
                  <a:pt x="17914" y="719"/>
                  <a:pt x="17913" y="731"/>
                </a:cubicBezTo>
                <a:lnTo>
                  <a:pt x="17932" y="731"/>
                </a:lnTo>
                <a:lnTo>
                  <a:pt x="17924" y="769"/>
                </a:lnTo>
                <a:cubicBezTo>
                  <a:pt x="17930" y="769"/>
                  <a:pt x="17940" y="769"/>
                  <a:pt x="17945" y="770"/>
                </a:cubicBezTo>
                <a:cubicBezTo>
                  <a:pt x="17943" y="786"/>
                  <a:pt x="17939" y="803"/>
                  <a:pt x="17937" y="819"/>
                </a:cubicBezTo>
                <a:lnTo>
                  <a:pt x="17957" y="819"/>
                </a:lnTo>
                <a:lnTo>
                  <a:pt x="17949" y="856"/>
                </a:lnTo>
                <a:lnTo>
                  <a:pt x="17969" y="856"/>
                </a:lnTo>
                <a:lnTo>
                  <a:pt x="17962" y="894"/>
                </a:lnTo>
                <a:lnTo>
                  <a:pt x="17982" y="894"/>
                </a:lnTo>
                <a:lnTo>
                  <a:pt x="17974" y="931"/>
                </a:lnTo>
                <a:cubicBezTo>
                  <a:pt x="17980" y="931"/>
                  <a:pt x="17990" y="931"/>
                  <a:pt x="17995" y="933"/>
                </a:cubicBezTo>
                <a:cubicBezTo>
                  <a:pt x="17993" y="949"/>
                  <a:pt x="17989" y="965"/>
                  <a:pt x="17987" y="981"/>
                </a:cubicBezTo>
                <a:lnTo>
                  <a:pt x="18007" y="981"/>
                </a:lnTo>
                <a:lnTo>
                  <a:pt x="17999" y="1019"/>
                </a:lnTo>
                <a:lnTo>
                  <a:pt x="18019" y="1019"/>
                </a:lnTo>
                <a:cubicBezTo>
                  <a:pt x="18017" y="1031"/>
                  <a:pt x="18014" y="1044"/>
                  <a:pt x="18013" y="1056"/>
                </a:cubicBezTo>
                <a:cubicBezTo>
                  <a:pt x="18015" y="1056"/>
                  <a:pt x="18023" y="1058"/>
                  <a:pt x="18025" y="1058"/>
                </a:cubicBezTo>
                <a:cubicBezTo>
                  <a:pt x="18043" y="1110"/>
                  <a:pt x="18055" y="1163"/>
                  <a:pt x="18070" y="1215"/>
                </a:cubicBezTo>
                <a:cubicBezTo>
                  <a:pt x="18074" y="1234"/>
                  <a:pt x="18078" y="1254"/>
                  <a:pt x="18080" y="1273"/>
                </a:cubicBezTo>
                <a:cubicBezTo>
                  <a:pt x="18124" y="1279"/>
                  <a:pt x="18168" y="1285"/>
                  <a:pt x="18213" y="1290"/>
                </a:cubicBezTo>
                <a:cubicBezTo>
                  <a:pt x="18234" y="1365"/>
                  <a:pt x="18242" y="1458"/>
                  <a:pt x="18323" y="1493"/>
                </a:cubicBezTo>
                <a:cubicBezTo>
                  <a:pt x="18317" y="1470"/>
                  <a:pt x="18309" y="1448"/>
                  <a:pt x="18303" y="1425"/>
                </a:cubicBezTo>
                <a:cubicBezTo>
                  <a:pt x="18370" y="1451"/>
                  <a:pt x="18437" y="1502"/>
                  <a:pt x="18455" y="1576"/>
                </a:cubicBezTo>
                <a:cubicBezTo>
                  <a:pt x="18454" y="1636"/>
                  <a:pt x="18405" y="1681"/>
                  <a:pt x="18354" y="1705"/>
                </a:cubicBezTo>
                <a:cubicBezTo>
                  <a:pt x="18273" y="1744"/>
                  <a:pt x="18234" y="1828"/>
                  <a:pt x="18169" y="1885"/>
                </a:cubicBezTo>
                <a:cubicBezTo>
                  <a:pt x="18167" y="1868"/>
                  <a:pt x="18165" y="1851"/>
                  <a:pt x="18164" y="1834"/>
                </a:cubicBezTo>
                <a:cubicBezTo>
                  <a:pt x="18103" y="1814"/>
                  <a:pt x="18075" y="1879"/>
                  <a:pt x="18034" y="1908"/>
                </a:cubicBezTo>
                <a:cubicBezTo>
                  <a:pt x="18033" y="1925"/>
                  <a:pt x="18033" y="1943"/>
                  <a:pt x="18033" y="1960"/>
                </a:cubicBezTo>
                <a:cubicBezTo>
                  <a:pt x="18009" y="1958"/>
                  <a:pt x="17987" y="1956"/>
                  <a:pt x="17964" y="1954"/>
                </a:cubicBezTo>
                <a:lnTo>
                  <a:pt x="17964" y="1979"/>
                </a:lnTo>
                <a:cubicBezTo>
                  <a:pt x="17955" y="1939"/>
                  <a:pt x="17929" y="1910"/>
                  <a:pt x="17890" y="1898"/>
                </a:cubicBezTo>
                <a:cubicBezTo>
                  <a:pt x="17924" y="1959"/>
                  <a:pt x="17920" y="2028"/>
                  <a:pt x="17899" y="2094"/>
                </a:cubicBezTo>
                <a:lnTo>
                  <a:pt x="17929" y="2099"/>
                </a:lnTo>
                <a:cubicBezTo>
                  <a:pt x="17880" y="2156"/>
                  <a:pt x="17815" y="2198"/>
                  <a:pt x="17760" y="2250"/>
                </a:cubicBezTo>
                <a:cubicBezTo>
                  <a:pt x="17742" y="2261"/>
                  <a:pt x="17724" y="2275"/>
                  <a:pt x="17704" y="2285"/>
                </a:cubicBezTo>
                <a:cubicBezTo>
                  <a:pt x="17679" y="2305"/>
                  <a:pt x="17655" y="2275"/>
                  <a:pt x="17633" y="2266"/>
                </a:cubicBezTo>
                <a:cubicBezTo>
                  <a:pt x="17614" y="2298"/>
                  <a:pt x="17582" y="2329"/>
                  <a:pt x="17597" y="2368"/>
                </a:cubicBezTo>
                <a:cubicBezTo>
                  <a:pt x="17605" y="2388"/>
                  <a:pt x="17597" y="2406"/>
                  <a:pt x="17583" y="2423"/>
                </a:cubicBezTo>
                <a:cubicBezTo>
                  <a:pt x="17567" y="2520"/>
                  <a:pt x="17542" y="2616"/>
                  <a:pt x="17523" y="2713"/>
                </a:cubicBezTo>
                <a:cubicBezTo>
                  <a:pt x="17508" y="2763"/>
                  <a:pt x="17535" y="2803"/>
                  <a:pt x="17558" y="2841"/>
                </a:cubicBezTo>
                <a:cubicBezTo>
                  <a:pt x="17552" y="2895"/>
                  <a:pt x="17494" y="2946"/>
                  <a:pt x="17533" y="3001"/>
                </a:cubicBezTo>
                <a:cubicBezTo>
                  <a:pt x="17552" y="3041"/>
                  <a:pt x="17602" y="3011"/>
                  <a:pt x="17632" y="3028"/>
                </a:cubicBezTo>
                <a:cubicBezTo>
                  <a:pt x="17675" y="3083"/>
                  <a:pt x="17708" y="3144"/>
                  <a:pt x="17740" y="3206"/>
                </a:cubicBezTo>
                <a:cubicBezTo>
                  <a:pt x="17772" y="3205"/>
                  <a:pt x="17804" y="3205"/>
                  <a:pt x="17835" y="3205"/>
                </a:cubicBezTo>
                <a:cubicBezTo>
                  <a:pt x="17863" y="3183"/>
                  <a:pt x="17889" y="3160"/>
                  <a:pt x="17918" y="3138"/>
                </a:cubicBezTo>
                <a:cubicBezTo>
                  <a:pt x="17927" y="3160"/>
                  <a:pt x="17937" y="3181"/>
                  <a:pt x="17947" y="3204"/>
                </a:cubicBezTo>
                <a:cubicBezTo>
                  <a:pt x="17885" y="3213"/>
                  <a:pt x="17829" y="3240"/>
                  <a:pt x="17770" y="3258"/>
                </a:cubicBezTo>
                <a:cubicBezTo>
                  <a:pt x="17754" y="3281"/>
                  <a:pt x="17740" y="3306"/>
                  <a:pt x="17724" y="3329"/>
                </a:cubicBezTo>
                <a:cubicBezTo>
                  <a:pt x="17717" y="3298"/>
                  <a:pt x="17700" y="3269"/>
                  <a:pt x="17674" y="3248"/>
                </a:cubicBezTo>
                <a:cubicBezTo>
                  <a:pt x="17669" y="3261"/>
                  <a:pt x="17665" y="3276"/>
                  <a:pt x="17660" y="3291"/>
                </a:cubicBezTo>
                <a:cubicBezTo>
                  <a:pt x="17648" y="3291"/>
                  <a:pt x="17637" y="3291"/>
                  <a:pt x="17625" y="3292"/>
                </a:cubicBezTo>
                <a:cubicBezTo>
                  <a:pt x="17629" y="3311"/>
                  <a:pt x="17633" y="3330"/>
                  <a:pt x="17638" y="3349"/>
                </a:cubicBezTo>
                <a:cubicBezTo>
                  <a:pt x="17594" y="3376"/>
                  <a:pt x="17549" y="3404"/>
                  <a:pt x="17497" y="3409"/>
                </a:cubicBezTo>
                <a:cubicBezTo>
                  <a:pt x="17488" y="3470"/>
                  <a:pt x="17422" y="3478"/>
                  <a:pt x="17380" y="3510"/>
                </a:cubicBezTo>
                <a:cubicBezTo>
                  <a:pt x="17314" y="3560"/>
                  <a:pt x="17227" y="3561"/>
                  <a:pt x="17152" y="3591"/>
                </a:cubicBezTo>
                <a:cubicBezTo>
                  <a:pt x="17110" y="3608"/>
                  <a:pt x="17068" y="3614"/>
                  <a:pt x="17024" y="3621"/>
                </a:cubicBezTo>
                <a:cubicBezTo>
                  <a:pt x="16988" y="3626"/>
                  <a:pt x="16977" y="3666"/>
                  <a:pt x="16958" y="3693"/>
                </a:cubicBezTo>
                <a:cubicBezTo>
                  <a:pt x="16909" y="3720"/>
                  <a:pt x="16868" y="3759"/>
                  <a:pt x="16819" y="3786"/>
                </a:cubicBezTo>
                <a:cubicBezTo>
                  <a:pt x="16812" y="3821"/>
                  <a:pt x="16804" y="3855"/>
                  <a:pt x="16797" y="3889"/>
                </a:cubicBezTo>
                <a:cubicBezTo>
                  <a:pt x="16828" y="3859"/>
                  <a:pt x="16854" y="3823"/>
                  <a:pt x="16890" y="3798"/>
                </a:cubicBezTo>
                <a:cubicBezTo>
                  <a:pt x="16932" y="3795"/>
                  <a:pt x="16977" y="3813"/>
                  <a:pt x="17015" y="3790"/>
                </a:cubicBezTo>
                <a:cubicBezTo>
                  <a:pt x="17085" y="3748"/>
                  <a:pt x="17187" y="3743"/>
                  <a:pt x="17212" y="3649"/>
                </a:cubicBezTo>
                <a:cubicBezTo>
                  <a:pt x="17243" y="3653"/>
                  <a:pt x="17273" y="3656"/>
                  <a:pt x="17303" y="3661"/>
                </a:cubicBezTo>
                <a:cubicBezTo>
                  <a:pt x="17265" y="3756"/>
                  <a:pt x="17170" y="3791"/>
                  <a:pt x="17100" y="3855"/>
                </a:cubicBezTo>
                <a:cubicBezTo>
                  <a:pt x="17050" y="3895"/>
                  <a:pt x="16992" y="3925"/>
                  <a:pt x="16933" y="3951"/>
                </a:cubicBezTo>
                <a:cubicBezTo>
                  <a:pt x="16848" y="3976"/>
                  <a:pt x="16740" y="3986"/>
                  <a:pt x="16690" y="4073"/>
                </a:cubicBezTo>
                <a:cubicBezTo>
                  <a:pt x="16719" y="4069"/>
                  <a:pt x="16748" y="4066"/>
                  <a:pt x="16777" y="4063"/>
                </a:cubicBezTo>
                <a:cubicBezTo>
                  <a:pt x="16802" y="4199"/>
                  <a:pt x="16824" y="4345"/>
                  <a:pt x="16770" y="4478"/>
                </a:cubicBezTo>
                <a:cubicBezTo>
                  <a:pt x="16738" y="4563"/>
                  <a:pt x="16674" y="4633"/>
                  <a:pt x="16659" y="4725"/>
                </a:cubicBezTo>
                <a:cubicBezTo>
                  <a:pt x="16655" y="4766"/>
                  <a:pt x="16627" y="4794"/>
                  <a:pt x="16594" y="4814"/>
                </a:cubicBezTo>
                <a:cubicBezTo>
                  <a:pt x="16592" y="4778"/>
                  <a:pt x="16592" y="4743"/>
                  <a:pt x="16592" y="4708"/>
                </a:cubicBezTo>
                <a:cubicBezTo>
                  <a:pt x="16537" y="4694"/>
                  <a:pt x="16475" y="4686"/>
                  <a:pt x="16432" y="4648"/>
                </a:cubicBezTo>
                <a:cubicBezTo>
                  <a:pt x="16398" y="4615"/>
                  <a:pt x="16368" y="4580"/>
                  <a:pt x="16330" y="4553"/>
                </a:cubicBezTo>
                <a:cubicBezTo>
                  <a:pt x="16328" y="4571"/>
                  <a:pt x="16327" y="4590"/>
                  <a:pt x="16325" y="4610"/>
                </a:cubicBezTo>
                <a:cubicBezTo>
                  <a:pt x="16347" y="4640"/>
                  <a:pt x="16373" y="4668"/>
                  <a:pt x="16410" y="4675"/>
                </a:cubicBezTo>
                <a:cubicBezTo>
                  <a:pt x="16439" y="4726"/>
                  <a:pt x="16458" y="4784"/>
                  <a:pt x="16485" y="4836"/>
                </a:cubicBezTo>
                <a:cubicBezTo>
                  <a:pt x="16510" y="4856"/>
                  <a:pt x="16543" y="4868"/>
                  <a:pt x="16573" y="4881"/>
                </a:cubicBezTo>
                <a:cubicBezTo>
                  <a:pt x="16587" y="4939"/>
                  <a:pt x="16623" y="4990"/>
                  <a:pt x="16620" y="5051"/>
                </a:cubicBezTo>
                <a:cubicBezTo>
                  <a:pt x="16632" y="5166"/>
                  <a:pt x="16568" y="5265"/>
                  <a:pt x="16512" y="5358"/>
                </a:cubicBezTo>
                <a:cubicBezTo>
                  <a:pt x="16500" y="5463"/>
                  <a:pt x="16507" y="5578"/>
                  <a:pt x="16455" y="5674"/>
                </a:cubicBezTo>
                <a:cubicBezTo>
                  <a:pt x="16423" y="5675"/>
                  <a:pt x="16404" y="5641"/>
                  <a:pt x="16390" y="5618"/>
                </a:cubicBezTo>
                <a:cubicBezTo>
                  <a:pt x="16378" y="5515"/>
                  <a:pt x="16423" y="5421"/>
                  <a:pt x="16440" y="5324"/>
                </a:cubicBezTo>
                <a:cubicBezTo>
                  <a:pt x="16423" y="5255"/>
                  <a:pt x="16369" y="5203"/>
                  <a:pt x="16318" y="5156"/>
                </a:cubicBezTo>
                <a:cubicBezTo>
                  <a:pt x="16317" y="5165"/>
                  <a:pt x="16314" y="5180"/>
                  <a:pt x="16313" y="5189"/>
                </a:cubicBezTo>
                <a:cubicBezTo>
                  <a:pt x="16284" y="5188"/>
                  <a:pt x="16254" y="5188"/>
                  <a:pt x="16224" y="5186"/>
                </a:cubicBezTo>
                <a:cubicBezTo>
                  <a:pt x="16205" y="5140"/>
                  <a:pt x="16187" y="5093"/>
                  <a:pt x="16172" y="5045"/>
                </a:cubicBezTo>
                <a:cubicBezTo>
                  <a:pt x="16192" y="5039"/>
                  <a:pt x="16210" y="5031"/>
                  <a:pt x="16229" y="5025"/>
                </a:cubicBezTo>
                <a:cubicBezTo>
                  <a:pt x="16203" y="5008"/>
                  <a:pt x="16174" y="4995"/>
                  <a:pt x="16149" y="4978"/>
                </a:cubicBezTo>
                <a:cubicBezTo>
                  <a:pt x="16157" y="4941"/>
                  <a:pt x="16185" y="4911"/>
                  <a:pt x="16189" y="4874"/>
                </a:cubicBezTo>
                <a:cubicBezTo>
                  <a:pt x="16175" y="4844"/>
                  <a:pt x="16152" y="4820"/>
                  <a:pt x="16130" y="4795"/>
                </a:cubicBezTo>
                <a:cubicBezTo>
                  <a:pt x="16147" y="4761"/>
                  <a:pt x="16153" y="4724"/>
                  <a:pt x="16158" y="4686"/>
                </a:cubicBezTo>
                <a:cubicBezTo>
                  <a:pt x="16152" y="4688"/>
                  <a:pt x="16140" y="4690"/>
                  <a:pt x="16134" y="4691"/>
                </a:cubicBezTo>
                <a:cubicBezTo>
                  <a:pt x="16114" y="4728"/>
                  <a:pt x="16085" y="4759"/>
                  <a:pt x="16070" y="4799"/>
                </a:cubicBezTo>
                <a:cubicBezTo>
                  <a:pt x="16079" y="4830"/>
                  <a:pt x="16102" y="4860"/>
                  <a:pt x="16093" y="4895"/>
                </a:cubicBezTo>
                <a:cubicBezTo>
                  <a:pt x="16053" y="5006"/>
                  <a:pt x="16149" y="5098"/>
                  <a:pt x="16175" y="5198"/>
                </a:cubicBezTo>
                <a:cubicBezTo>
                  <a:pt x="16185" y="5226"/>
                  <a:pt x="16164" y="5250"/>
                  <a:pt x="16150" y="5271"/>
                </a:cubicBezTo>
                <a:cubicBezTo>
                  <a:pt x="16147" y="5264"/>
                  <a:pt x="16142" y="5249"/>
                  <a:pt x="16139" y="5241"/>
                </a:cubicBezTo>
                <a:cubicBezTo>
                  <a:pt x="16119" y="5244"/>
                  <a:pt x="16099" y="5248"/>
                  <a:pt x="16079" y="5250"/>
                </a:cubicBezTo>
                <a:cubicBezTo>
                  <a:pt x="16078" y="5244"/>
                  <a:pt x="16078" y="5230"/>
                  <a:pt x="16077" y="5224"/>
                </a:cubicBezTo>
                <a:cubicBezTo>
                  <a:pt x="16038" y="5234"/>
                  <a:pt x="15999" y="5241"/>
                  <a:pt x="15962" y="5254"/>
                </a:cubicBezTo>
                <a:cubicBezTo>
                  <a:pt x="16029" y="5270"/>
                  <a:pt x="16103" y="5251"/>
                  <a:pt x="16163" y="5294"/>
                </a:cubicBezTo>
                <a:cubicBezTo>
                  <a:pt x="16199" y="5314"/>
                  <a:pt x="16240" y="5330"/>
                  <a:pt x="16268" y="5364"/>
                </a:cubicBezTo>
                <a:cubicBezTo>
                  <a:pt x="16270" y="5400"/>
                  <a:pt x="16260" y="5436"/>
                  <a:pt x="16249" y="5470"/>
                </a:cubicBezTo>
                <a:cubicBezTo>
                  <a:pt x="16259" y="5469"/>
                  <a:pt x="16269" y="5468"/>
                  <a:pt x="16280" y="5466"/>
                </a:cubicBezTo>
                <a:cubicBezTo>
                  <a:pt x="16289" y="5515"/>
                  <a:pt x="16299" y="5564"/>
                  <a:pt x="16310" y="5611"/>
                </a:cubicBezTo>
                <a:cubicBezTo>
                  <a:pt x="16287" y="5596"/>
                  <a:pt x="16263" y="5580"/>
                  <a:pt x="16237" y="5566"/>
                </a:cubicBezTo>
                <a:cubicBezTo>
                  <a:pt x="16265" y="5630"/>
                  <a:pt x="16302" y="5690"/>
                  <a:pt x="16348" y="5744"/>
                </a:cubicBezTo>
                <a:cubicBezTo>
                  <a:pt x="16330" y="5754"/>
                  <a:pt x="16294" y="5755"/>
                  <a:pt x="16282" y="5763"/>
                </a:cubicBezTo>
                <a:cubicBezTo>
                  <a:pt x="16272" y="5711"/>
                  <a:pt x="16227" y="5689"/>
                  <a:pt x="16183" y="5671"/>
                </a:cubicBezTo>
                <a:cubicBezTo>
                  <a:pt x="16207" y="5739"/>
                  <a:pt x="16258" y="5790"/>
                  <a:pt x="16322" y="5819"/>
                </a:cubicBezTo>
                <a:cubicBezTo>
                  <a:pt x="16323" y="5806"/>
                  <a:pt x="16325" y="5794"/>
                  <a:pt x="16327" y="5781"/>
                </a:cubicBezTo>
                <a:cubicBezTo>
                  <a:pt x="16364" y="5770"/>
                  <a:pt x="16402" y="5756"/>
                  <a:pt x="16440" y="5746"/>
                </a:cubicBezTo>
                <a:cubicBezTo>
                  <a:pt x="16450" y="5786"/>
                  <a:pt x="16463" y="5826"/>
                  <a:pt x="16489" y="5860"/>
                </a:cubicBezTo>
                <a:cubicBezTo>
                  <a:pt x="16543" y="5934"/>
                  <a:pt x="16575" y="6019"/>
                  <a:pt x="16619" y="6099"/>
                </a:cubicBezTo>
                <a:cubicBezTo>
                  <a:pt x="16610" y="6108"/>
                  <a:pt x="16602" y="6115"/>
                  <a:pt x="16594" y="6124"/>
                </a:cubicBezTo>
                <a:cubicBezTo>
                  <a:pt x="16560" y="6106"/>
                  <a:pt x="16524" y="6091"/>
                  <a:pt x="16488" y="6078"/>
                </a:cubicBezTo>
                <a:cubicBezTo>
                  <a:pt x="16433" y="6145"/>
                  <a:pt x="16320" y="6143"/>
                  <a:pt x="16290" y="6231"/>
                </a:cubicBezTo>
                <a:cubicBezTo>
                  <a:pt x="16330" y="6233"/>
                  <a:pt x="16363" y="6209"/>
                  <a:pt x="16394" y="6185"/>
                </a:cubicBezTo>
                <a:cubicBezTo>
                  <a:pt x="16390" y="6197"/>
                  <a:pt x="16385" y="6210"/>
                  <a:pt x="16383" y="6224"/>
                </a:cubicBezTo>
                <a:cubicBezTo>
                  <a:pt x="16437" y="6171"/>
                  <a:pt x="16515" y="6176"/>
                  <a:pt x="16583" y="6159"/>
                </a:cubicBezTo>
                <a:cubicBezTo>
                  <a:pt x="16599" y="6172"/>
                  <a:pt x="16610" y="6191"/>
                  <a:pt x="16623" y="6209"/>
                </a:cubicBezTo>
                <a:cubicBezTo>
                  <a:pt x="16660" y="6235"/>
                  <a:pt x="16654" y="6283"/>
                  <a:pt x="16658" y="6324"/>
                </a:cubicBezTo>
                <a:cubicBezTo>
                  <a:pt x="16633" y="6331"/>
                  <a:pt x="16607" y="6336"/>
                  <a:pt x="16585" y="6351"/>
                </a:cubicBezTo>
                <a:cubicBezTo>
                  <a:pt x="16573" y="6386"/>
                  <a:pt x="16573" y="6426"/>
                  <a:pt x="16557" y="6460"/>
                </a:cubicBezTo>
                <a:cubicBezTo>
                  <a:pt x="16534" y="6471"/>
                  <a:pt x="16508" y="6472"/>
                  <a:pt x="16484" y="6476"/>
                </a:cubicBezTo>
                <a:cubicBezTo>
                  <a:pt x="16459" y="6479"/>
                  <a:pt x="16433" y="6481"/>
                  <a:pt x="16408" y="6484"/>
                </a:cubicBezTo>
                <a:cubicBezTo>
                  <a:pt x="16409" y="6489"/>
                  <a:pt x="16410" y="6500"/>
                  <a:pt x="16410" y="6505"/>
                </a:cubicBezTo>
                <a:cubicBezTo>
                  <a:pt x="16417" y="6505"/>
                  <a:pt x="16429" y="6506"/>
                  <a:pt x="16435" y="6508"/>
                </a:cubicBezTo>
                <a:cubicBezTo>
                  <a:pt x="16422" y="6547"/>
                  <a:pt x="16409" y="6586"/>
                  <a:pt x="16398" y="6626"/>
                </a:cubicBezTo>
                <a:cubicBezTo>
                  <a:pt x="16445" y="6638"/>
                  <a:pt x="16493" y="6654"/>
                  <a:pt x="16539" y="6668"/>
                </a:cubicBezTo>
                <a:cubicBezTo>
                  <a:pt x="16515" y="6724"/>
                  <a:pt x="16495" y="6793"/>
                  <a:pt x="16430" y="6809"/>
                </a:cubicBezTo>
                <a:cubicBezTo>
                  <a:pt x="16430" y="6800"/>
                  <a:pt x="16429" y="6784"/>
                  <a:pt x="16428" y="6776"/>
                </a:cubicBezTo>
                <a:cubicBezTo>
                  <a:pt x="16364" y="6803"/>
                  <a:pt x="16290" y="6806"/>
                  <a:pt x="16235" y="6851"/>
                </a:cubicBezTo>
                <a:cubicBezTo>
                  <a:pt x="16188" y="6916"/>
                  <a:pt x="16110" y="6954"/>
                  <a:pt x="16066" y="7022"/>
                </a:cubicBezTo>
                <a:cubicBezTo>
                  <a:pt x="16033" y="7076"/>
                  <a:pt x="16037" y="7144"/>
                  <a:pt x="16012" y="7200"/>
                </a:cubicBezTo>
                <a:cubicBezTo>
                  <a:pt x="15983" y="7244"/>
                  <a:pt x="15922" y="7234"/>
                  <a:pt x="15879" y="7254"/>
                </a:cubicBezTo>
                <a:cubicBezTo>
                  <a:pt x="15819" y="7286"/>
                  <a:pt x="15752" y="7308"/>
                  <a:pt x="15704" y="7358"/>
                </a:cubicBezTo>
                <a:cubicBezTo>
                  <a:pt x="15657" y="7420"/>
                  <a:pt x="15635" y="7497"/>
                  <a:pt x="15634" y="7575"/>
                </a:cubicBezTo>
                <a:cubicBezTo>
                  <a:pt x="15644" y="7654"/>
                  <a:pt x="15578" y="7725"/>
                  <a:pt x="15502" y="7729"/>
                </a:cubicBezTo>
                <a:cubicBezTo>
                  <a:pt x="15489" y="7789"/>
                  <a:pt x="15439" y="7828"/>
                  <a:pt x="15400" y="7870"/>
                </a:cubicBezTo>
                <a:cubicBezTo>
                  <a:pt x="15345" y="7938"/>
                  <a:pt x="15270" y="7985"/>
                  <a:pt x="15205" y="8041"/>
                </a:cubicBezTo>
                <a:cubicBezTo>
                  <a:pt x="15212" y="8043"/>
                  <a:pt x="15227" y="8044"/>
                  <a:pt x="15234" y="8044"/>
                </a:cubicBezTo>
                <a:cubicBezTo>
                  <a:pt x="15234" y="8051"/>
                  <a:pt x="15234" y="8065"/>
                  <a:pt x="15233" y="8071"/>
                </a:cubicBezTo>
                <a:cubicBezTo>
                  <a:pt x="15182" y="8110"/>
                  <a:pt x="15120" y="8149"/>
                  <a:pt x="15107" y="8216"/>
                </a:cubicBezTo>
                <a:cubicBezTo>
                  <a:pt x="15091" y="8281"/>
                  <a:pt x="15040" y="8331"/>
                  <a:pt x="15033" y="8399"/>
                </a:cubicBezTo>
                <a:cubicBezTo>
                  <a:pt x="15016" y="8528"/>
                  <a:pt x="14944" y="8648"/>
                  <a:pt x="14960" y="8781"/>
                </a:cubicBezTo>
                <a:cubicBezTo>
                  <a:pt x="14969" y="8936"/>
                  <a:pt x="15043" y="9076"/>
                  <a:pt x="15093" y="9220"/>
                </a:cubicBezTo>
                <a:cubicBezTo>
                  <a:pt x="15120" y="9303"/>
                  <a:pt x="15178" y="9370"/>
                  <a:pt x="15219" y="9445"/>
                </a:cubicBezTo>
                <a:cubicBezTo>
                  <a:pt x="15302" y="9561"/>
                  <a:pt x="15414" y="9655"/>
                  <a:pt x="15489" y="9779"/>
                </a:cubicBezTo>
                <a:cubicBezTo>
                  <a:pt x="15477" y="9780"/>
                  <a:pt x="15464" y="9783"/>
                  <a:pt x="15452" y="9784"/>
                </a:cubicBezTo>
                <a:cubicBezTo>
                  <a:pt x="15460" y="9848"/>
                  <a:pt x="15466" y="9914"/>
                  <a:pt x="15505" y="9968"/>
                </a:cubicBezTo>
                <a:cubicBezTo>
                  <a:pt x="15579" y="10070"/>
                  <a:pt x="15645" y="10179"/>
                  <a:pt x="15703" y="10291"/>
                </a:cubicBezTo>
                <a:cubicBezTo>
                  <a:pt x="15853" y="10475"/>
                  <a:pt x="15810" y="10725"/>
                  <a:pt x="15832" y="10945"/>
                </a:cubicBezTo>
                <a:cubicBezTo>
                  <a:pt x="15816" y="10939"/>
                  <a:pt x="15803" y="10934"/>
                  <a:pt x="15788" y="10929"/>
                </a:cubicBezTo>
                <a:cubicBezTo>
                  <a:pt x="15783" y="10983"/>
                  <a:pt x="15739" y="11054"/>
                  <a:pt x="15790" y="11096"/>
                </a:cubicBezTo>
                <a:cubicBezTo>
                  <a:pt x="15769" y="11135"/>
                  <a:pt x="15740" y="11169"/>
                  <a:pt x="15705" y="11195"/>
                </a:cubicBezTo>
                <a:cubicBezTo>
                  <a:pt x="15662" y="11224"/>
                  <a:pt x="15607" y="11219"/>
                  <a:pt x="15557" y="11224"/>
                </a:cubicBezTo>
                <a:cubicBezTo>
                  <a:pt x="15554" y="11234"/>
                  <a:pt x="15550" y="11245"/>
                  <a:pt x="15548" y="11255"/>
                </a:cubicBezTo>
                <a:lnTo>
                  <a:pt x="15504" y="11255"/>
                </a:lnTo>
                <a:cubicBezTo>
                  <a:pt x="15503" y="11263"/>
                  <a:pt x="15499" y="11276"/>
                  <a:pt x="15497" y="11283"/>
                </a:cubicBezTo>
                <a:cubicBezTo>
                  <a:pt x="15434" y="11243"/>
                  <a:pt x="15459" y="11160"/>
                  <a:pt x="15429" y="11101"/>
                </a:cubicBezTo>
                <a:cubicBezTo>
                  <a:pt x="15389" y="11053"/>
                  <a:pt x="15352" y="10999"/>
                  <a:pt x="15304" y="10955"/>
                </a:cubicBezTo>
                <a:cubicBezTo>
                  <a:pt x="15265" y="10959"/>
                  <a:pt x="15230" y="10971"/>
                  <a:pt x="15194" y="10981"/>
                </a:cubicBezTo>
                <a:cubicBezTo>
                  <a:pt x="15159" y="10935"/>
                  <a:pt x="15141" y="10880"/>
                  <a:pt x="15127" y="10825"/>
                </a:cubicBezTo>
                <a:cubicBezTo>
                  <a:pt x="15114" y="10776"/>
                  <a:pt x="15065" y="10753"/>
                  <a:pt x="15033" y="10719"/>
                </a:cubicBezTo>
                <a:cubicBezTo>
                  <a:pt x="14990" y="10670"/>
                  <a:pt x="14991" y="10600"/>
                  <a:pt x="14987" y="10540"/>
                </a:cubicBezTo>
                <a:cubicBezTo>
                  <a:pt x="14970" y="10534"/>
                  <a:pt x="14954" y="10529"/>
                  <a:pt x="14939" y="10523"/>
                </a:cubicBezTo>
                <a:lnTo>
                  <a:pt x="14943" y="10635"/>
                </a:lnTo>
                <a:cubicBezTo>
                  <a:pt x="14898" y="10610"/>
                  <a:pt x="14863" y="10570"/>
                  <a:pt x="14840" y="10524"/>
                </a:cubicBezTo>
                <a:cubicBezTo>
                  <a:pt x="14804" y="10450"/>
                  <a:pt x="14735" y="10399"/>
                  <a:pt x="14690" y="10331"/>
                </a:cubicBezTo>
                <a:cubicBezTo>
                  <a:pt x="14739" y="10274"/>
                  <a:pt x="14780" y="10208"/>
                  <a:pt x="14794" y="10131"/>
                </a:cubicBezTo>
                <a:cubicBezTo>
                  <a:pt x="14749" y="10128"/>
                  <a:pt x="14704" y="10120"/>
                  <a:pt x="14659" y="10115"/>
                </a:cubicBezTo>
                <a:cubicBezTo>
                  <a:pt x="14664" y="10128"/>
                  <a:pt x="14669" y="10141"/>
                  <a:pt x="14674" y="10155"/>
                </a:cubicBezTo>
                <a:cubicBezTo>
                  <a:pt x="14689" y="10154"/>
                  <a:pt x="14705" y="10153"/>
                  <a:pt x="14720" y="10153"/>
                </a:cubicBezTo>
                <a:cubicBezTo>
                  <a:pt x="14713" y="10183"/>
                  <a:pt x="14707" y="10214"/>
                  <a:pt x="14700" y="10244"/>
                </a:cubicBezTo>
                <a:cubicBezTo>
                  <a:pt x="14616" y="10194"/>
                  <a:pt x="14632" y="10089"/>
                  <a:pt x="14613" y="10006"/>
                </a:cubicBezTo>
                <a:lnTo>
                  <a:pt x="14627" y="10006"/>
                </a:lnTo>
                <a:cubicBezTo>
                  <a:pt x="14645" y="9904"/>
                  <a:pt x="14655" y="9789"/>
                  <a:pt x="14600" y="9696"/>
                </a:cubicBezTo>
                <a:cubicBezTo>
                  <a:pt x="14584" y="9668"/>
                  <a:pt x="14573" y="9636"/>
                  <a:pt x="14563" y="9604"/>
                </a:cubicBezTo>
                <a:cubicBezTo>
                  <a:pt x="14552" y="9605"/>
                  <a:pt x="14539" y="9608"/>
                  <a:pt x="14528" y="9609"/>
                </a:cubicBezTo>
                <a:lnTo>
                  <a:pt x="14528" y="9591"/>
                </a:lnTo>
                <a:cubicBezTo>
                  <a:pt x="14512" y="9593"/>
                  <a:pt x="14495" y="9595"/>
                  <a:pt x="14479" y="9598"/>
                </a:cubicBezTo>
                <a:cubicBezTo>
                  <a:pt x="14478" y="9595"/>
                  <a:pt x="14478" y="9589"/>
                  <a:pt x="14478" y="9586"/>
                </a:cubicBezTo>
                <a:cubicBezTo>
                  <a:pt x="14400" y="9589"/>
                  <a:pt x="14374" y="9503"/>
                  <a:pt x="14308" y="9479"/>
                </a:cubicBezTo>
                <a:cubicBezTo>
                  <a:pt x="14295" y="9414"/>
                  <a:pt x="14233" y="9386"/>
                  <a:pt x="14191" y="9344"/>
                </a:cubicBezTo>
                <a:cubicBezTo>
                  <a:pt x="14124" y="9270"/>
                  <a:pt x="14013" y="9246"/>
                  <a:pt x="13919" y="9270"/>
                </a:cubicBezTo>
                <a:cubicBezTo>
                  <a:pt x="13910" y="9298"/>
                  <a:pt x="13908" y="9334"/>
                  <a:pt x="13874" y="9341"/>
                </a:cubicBezTo>
                <a:cubicBezTo>
                  <a:pt x="13819" y="9360"/>
                  <a:pt x="13778" y="9403"/>
                  <a:pt x="13747" y="9451"/>
                </a:cubicBezTo>
                <a:cubicBezTo>
                  <a:pt x="13687" y="9464"/>
                  <a:pt x="13625" y="9478"/>
                  <a:pt x="13564" y="9483"/>
                </a:cubicBezTo>
                <a:lnTo>
                  <a:pt x="13564" y="9503"/>
                </a:lnTo>
                <a:cubicBezTo>
                  <a:pt x="13548" y="9468"/>
                  <a:pt x="13544" y="9424"/>
                  <a:pt x="13512" y="9399"/>
                </a:cubicBezTo>
                <a:cubicBezTo>
                  <a:pt x="13412" y="9338"/>
                  <a:pt x="13308" y="9278"/>
                  <a:pt x="13191" y="9254"/>
                </a:cubicBezTo>
                <a:cubicBezTo>
                  <a:pt x="13191" y="9251"/>
                  <a:pt x="13190" y="9246"/>
                  <a:pt x="13190" y="9244"/>
                </a:cubicBezTo>
                <a:lnTo>
                  <a:pt x="13149" y="9240"/>
                </a:lnTo>
                <a:cubicBezTo>
                  <a:pt x="13041" y="9224"/>
                  <a:pt x="12933" y="9259"/>
                  <a:pt x="12828" y="9276"/>
                </a:cubicBezTo>
                <a:cubicBezTo>
                  <a:pt x="12719" y="9304"/>
                  <a:pt x="12618" y="9364"/>
                  <a:pt x="12503" y="9361"/>
                </a:cubicBezTo>
                <a:cubicBezTo>
                  <a:pt x="12529" y="9349"/>
                  <a:pt x="12555" y="9339"/>
                  <a:pt x="12583" y="9328"/>
                </a:cubicBezTo>
                <a:cubicBezTo>
                  <a:pt x="12555" y="9261"/>
                  <a:pt x="12527" y="9194"/>
                  <a:pt x="12473" y="9144"/>
                </a:cubicBezTo>
                <a:cubicBezTo>
                  <a:pt x="12465" y="9199"/>
                  <a:pt x="12452" y="9259"/>
                  <a:pt x="12410" y="9299"/>
                </a:cubicBezTo>
                <a:cubicBezTo>
                  <a:pt x="12344" y="9321"/>
                  <a:pt x="12273" y="9344"/>
                  <a:pt x="12203" y="9328"/>
                </a:cubicBezTo>
                <a:cubicBezTo>
                  <a:pt x="12169" y="9323"/>
                  <a:pt x="12133" y="9301"/>
                  <a:pt x="12099" y="9320"/>
                </a:cubicBezTo>
                <a:cubicBezTo>
                  <a:pt x="12059" y="9343"/>
                  <a:pt x="12013" y="9333"/>
                  <a:pt x="11970" y="9336"/>
                </a:cubicBezTo>
                <a:cubicBezTo>
                  <a:pt x="11947" y="9366"/>
                  <a:pt x="11937" y="9408"/>
                  <a:pt x="11903" y="9429"/>
                </a:cubicBezTo>
                <a:cubicBezTo>
                  <a:pt x="11857" y="9460"/>
                  <a:pt x="11792" y="9488"/>
                  <a:pt x="11802" y="9559"/>
                </a:cubicBezTo>
                <a:cubicBezTo>
                  <a:pt x="11827" y="9561"/>
                  <a:pt x="11853" y="9564"/>
                  <a:pt x="11879" y="9565"/>
                </a:cubicBezTo>
                <a:cubicBezTo>
                  <a:pt x="11892" y="9536"/>
                  <a:pt x="11905" y="9508"/>
                  <a:pt x="11919" y="9480"/>
                </a:cubicBezTo>
                <a:cubicBezTo>
                  <a:pt x="11935" y="9485"/>
                  <a:pt x="11953" y="9489"/>
                  <a:pt x="11969" y="9494"/>
                </a:cubicBezTo>
                <a:cubicBezTo>
                  <a:pt x="11972" y="9510"/>
                  <a:pt x="11975" y="9526"/>
                  <a:pt x="11978" y="9543"/>
                </a:cubicBezTo>
                <a:cubicBezTo>
                  <a:pt x="11989" y="9543"/>
                  <a:pt x="12002" y="9544"/>
                  <a:pt x="12014" y="9544"/>
                </a:cubicBezTo>
                <a:cubicBezTo>
                  <a:pt x="11998" y="9566"/>
                  <a:pt x="11985" y="9596"/>
                  <a:pt x="11960" y="9610"/>
                </a:cubicBezTo>
                <a:cubicBezTo>
                  <a:pt x="11937" y="9630"/>
                  <a:pt x="11889" y="9633"/>
                  <a:pt x="11877" y="9665"/>
                </a:cubicBezTo>
                <a:cubicBezTo>
                  <a:pt x="11852" y="9706"/>
                  <a:pt x="11899" y="9748"/>
                  <a:pt x="11934" y="9761"/>
                </a:cubicBezTo>
                <a:cubicBezTo>
                  <a:pt x="12010" y="9778"/>
                  <a:pt x="12099" y="9786"/>
                  <a:pt x="12152" y="9853"/>
                </a:cubicBezTo>
                <a:cubicBezTo>
                  <a:pt x="12139" y="9910"/>
                  <a:pt x="12077" y="9939"/>
                  <a:pt x="12023" y="9913"/>
                </a:cubicBezTo>
                <a:cubicBezTo>
                  <a:pt x="11987" y="9835"/>
                  <a:pt x="11890" y="9840"/>
                  <a:pt x="11822" y="9813"/>
                </a:cubicBezTo>
                <a:cubicBezTo>
                  <a:pt x="11824" y="9789"/>
                  <a:pt x="11825" y="9765"/>
                  <a:pt x="11828" y="9741"/>
                </a:cubicBezTo>
                <a:cubicBezTo>
                  <a:pt x="11760" y="9743"/>
                  <a:pt x="11728" y="9824"/>
                  <a:pt x="11739" y="9881"/>
                </a:cubicBezTo>
                <a:cubicBezTo>
                  <a:pt x="11724" y="9894"/>
                  <a:pt x="11709" y="9908"/>
                  <a:pt x="11695" y="9920"/>
                </a:cubicBezTo>
                <a:cubicBezTo>
                  <a:pt x="11693" y="9921"/>
                  <a:pt x="11687" y="9921"/>
                  <a:pt x="11684" y="9921"/>
                </a:cubicBezTo>
                <a:cubicBezTo>
                  <a:pt x="11677" y="9901"/>
                  <a:pt x="11669" y="9880"/>
                  <a:pt x="11657" y="9863"/>
                </a:cubicBezTo>
                <a:cubicBezTo>
                  <a:pt x="11612" y="9861"/>
                  <a:pt x="11568" y="9876"/>
                  <a:pt x="11524" y="9883"/>
                </a:cubicBezTo>
                <a:cubicBezTo>
                  <a:pt x="11522" y="9906"/>
                  <a:pt x="11519" y="9930"/>
                  <a:pt x="11515" y="9954"/>
                </a:cubicBezTo>
                <a:cubicBezTo>
                  <a:pt x="11414" y="9960"/>
                  <a:pt x="11327" y="9900"/>
                  <a:pt x="11237" y="9860"/>
                </a:cubicBezTo>
                <a:cubicBezTo>
                  <a:pt x="11255" y="9840"/>
                  <a:pt x="11273" y="9820"/>
                  <a:pt x="11292" y="9800"/>
                </a:cubicBezTo>
                <a:cubicBezTo>
                  <a:pt x="11249" y="9785"/>
                  <a:pt x="11207" y="9771"/>
                  <a:pt x="11165" y="9758"/>
                </a:cubicBezTo>
                <a:cubicBezTo>
                  <a:pt x="11157" y="9729"/>
                  <a:pt x="11149" y="9700"/>
                  <a:pt x="11142" y="9671"/>
                </a:cubicBezTo>
                <a:cubicBezTo>
                  <a:pt x="11105" y="9655"/>
                  <a:pt x="11065" y="9651"/>
                  <a:pt x="11037" y="9683"/>
                </a:cubicBezTo>
                <a:cubicBezTo>
                  <a:pt x="11010" y="9611"/>
                  <a:pt x="10927" y="9658"/>
                  <a:pt x="10908" y="9711"/>
                </a:cubicBezTo>
                <a:cubicBezTo>
                  <a:pt x="10934" y="9719"/>
                  <a:pt x="10960" y="9726"/>
                  <a:pt x="10987" y="9735"/>
                </a:cubicBezTo>
                <a:cubicBezTo>
                  <a:pt x="10964" y="9751"/>
                  <a:pt x="10942" y="9768"/>
                  <a:pt x="10919" y="9781"/>
                </a:cubicBezTo>
                <a:cubicBezTo>
                  <a:pt x="10918" y="9775"/>
                  <a:pt x="10918" y="9761"/>
                  <a:pt x="10918" y="9755"/>
                </a:cubicBezTo>
                <a:cubicBezTo>
                  <a:pt x="10849" y="9776"/>
                  <a:pt x="10773" y="9780"/>
                  <a:pt x="10712" y="9739"/>
                </a:cubicBezTo>
                <a:cubicBezTo>
                  <a:pt x="10654" y="9719"/>
                  <a:pt x="10597" y="9698"/>
                  <a:pt x="10539" y="9675"/>
                </a:cubicBezTo>
                <a:cubicBezTo>
                  <a:pt x="10467" y="9660"/>
                  <a:pt x="10394" y="9680"/>
                  <a:pt x="10322" y="9688"/>
                </a:cubicBezTo>
                <a:cubicBezTo>
                  <a:pt x="10300" y="9695"/>
                  <a:pt x="10279" y="9704"/>
                  <a:pt x="10259" y="9715"/>
                </a:cubicBezTo>
                <a:cubicBezTo>
                  <a:pt x="10197" y="9734"/>
                  <a:pt x="10130" y="9745"/>
                  <a:pt x="10072" y="9774"/>
                </a:cubicBezTo>
                <a:cubicBezTo>
                  <a:pt x="10022" y="9798"/>
                  <a:pt x="9960" y="9809"/>
                  <a:pt x="9930" y="9860"/>
                </a:cubicBezTo>
                <a:cubicBezTo>
                  <a:pt x="9909" y="9894"/>
                  <a:pt x="9875" y="9913"/>
                  <a:pt x="9844" y="9931"/>
                </a:cubicBezTo>
                <a:cubicBezTo>
                  <a:pt x="9750" y="9986"/>
                  <a:pt x="9685" y="10081"/>
                  <a:pt x="9587" y="10129"/>
                </a:cubicBezTo>
                <a:cubicBezTo>
                  <a:pt x="9472" y="10198"/>
                  <a:pt x="9337" y="10235"/>
                  <a:pt x="9240" y="10331"/>
                </a:cubicBezTo>
                <a:cubicBezTo>
                  <a:pt x="9195" y="10369"/>
                  <a:pt x="9140" y="10390"/>
                  <a:pt x="9097" y="10429"/>
                </a:cubicBezTo>
                <a:cubicBezTo>
                  <a:pt x="9089" y="10430"/>
                  <a:pt x="9083" y="10431"/>
                  <a:pt x="9075" y="10433"/>
                </a:cubicBezTo>
                <a:cubicBezTo>
                  <a:pt x="9075" y="10443"/>
                  <a:pt x="9077" y="10453"/>
                  <a:pt x="9077" y="10463"/>
                </a:cubicBezTo>
                <a:cubicBezTo>
                  <a:pt x="8987" y="10545"/>
                  <a:pt x="8938" y="10659"/>
                  <a:pt x="8882" y="10765"/>
                </a:cubicBezTo>
                <a:cubicBezTo>
                  <a:pt x="8850" y="10819"/>
                  <a:pt x="8845" y="10883"/>
                  <a:pt x="8837" y="10944"/>
                </a:cubicBezTo>
                <a:cubicBezTo>
                  <a:pt x="8837" y="10998"/>
                  <a:pt x="8853" y="11051"/>
                  <a:pt x="8855" y="11105"/>
                </a:cubicBezTo>
                <a:cubicBezTo>
                  <a:pt x="8858" y="11106"/>
                  <a:pt x="8864" y="11108"/>
                  <a:pt x="8868" y="11108"/>
                </a:cubicBezTo>
                <a:cubicBezTo>
                  <a:pt x="8868" y="11120"/>
                  <a:pt x="8868" y="11134"/>
                  <a:pt x="8869" y="11148"/>
                </a:cubicBezTo>
                <a:cubicBezTo>
                  <a:pt x="8897" y="11196"/>
                  <a:pt x="8899" y="11254"/>
                  <a:pt x="8908" y="11309"/>
                </a:cubicBezTo>
                <a:cubicBezTo>
                  <a:pt x="8948" y="11348"/>
                  <a:pt x="8909" y="11428"/>
                  <a:pt x="8852" y="11406"/>
                </a:cubicBezTo>
                <a:cubicBezTo>
                  <a:pt x="8768" y="11380"/>
                  <a:pt x="8695" y="11321"/>
                  <a:pt x="8604" y="11311"/>
                </a:cubicBezTo>
                <a:cubicBezTo>
                  <a:pt x="8603" y="11319"/>
                  <a:pt x="8602" y="11335"/>
                  <a:pt x="8600" y="11343"/>
                </a:cubicBezTo>
                <a:cubicBezTo>
                  <a:pt x="8530" y="11320"/>
                  <a:pt x="8473" y="11271"/>
                  <a:pt x="8403" y="11245"/>
                </a:cubicBezTo>
                <a:cubicBezTo>
                  <a:pt x="8333" y="11228"/>
                  <a:pt x="8277" y="11176"/>
                  <a:pt x="8205" y="11163"/>
                </a:cubicBezTo>
                <a:cubicBezTo>
                  <a:pt x="8152" y="11154"/>
                  <a:pt x="8152" y="11085"/>
                  <a:pt x="8138" y="11046"/>
                </a:cubicBezTo>
                <a:cubicBezTo>
                  <a:pt x="8122" y="10976"/>
                  <a:pt x="8084" y="10915"/>
                  <a:pt x="8044" y="10856"/>
                </a:cubicBezTo>
                <a:lnTo>
                  <a:pt x="8070" y="10856"/>
                </a:lnTo>
                <a:cubicBezTo>
                  <a:pt x="8068" y="10828"/>
                  <a:pt x="8067" y="10799"/>
                  <a:pt x="8067" y="10771"/>
                </a:cubicBezTo>
                <a:cubicBezTo>
                  <a:pt x="8049" y="10765"/>
                  <a:pt x="8033" y="10759"/>
                  <a:pt x="8017" y="10751"/>
                </a:cubicBezTo>
                <a:cubicBezTo>
                  <a:pt x="8023" y="10750"/>
                  <a:pt x="8034" y="10745"/>
                  <a:pt x="8039" y="10744"/>
                </a:cubicBezTo>
                <a:cubicBezTo>
                  <a:pt x="8040" y="10706"/>
                  <a:pt x="8072" y="10654"/>
                  <a:pt x="8032" y="10628"/>
                </a:cubicBezTo>
                <a:cubicBezTo>
                  <a:pt x="7992" y="10598"/>
                  <a:pt x="7937" y="10585"/>
                  <a:pt x="7908" y="10540"/>
                </a:cubicBezTo>
                <a:cubicBezTo>
                  <a:pt x="7875" y="10490"/>
                  <a:pt x="7854" y="10431"/>
                  <a:pt x="7823" y="10380"/>
                </a:cubicBezTo>
                <a:cubicBezTo>
                  <a:pt x="7806" y="10349"/>
                  <a:pt x="7759" y="10351"/>
                  <a:pt x="7744" y="10320"/>
                </a:cubicBezTo>
                <a:cubicBezTo>
                  <a:pt x="7709" y="10190"/>
                  <a:pt x="7655" y="10066"/>
                  <a:pt x="7598" y="9945"/>
                </a:cubicBezTo>
                <a:cubicBezTo>
                  <a:pt x="7528" y="9840"/>
                  <a:pt x="7433" y="9755"/>
                  <a:pt x="7355" y="9655"/>
                </a:cubicBezTo>
                <a:cubicBezTo>
                  <a:pt x="7268" y="9630"/>
                  <a:pt x="7177" y="9611"/>
                  <a:pt x="7085" y="9606"/>
                </a:cubicBezTo>
                <a:cubicBezTo>
                  <a:pt x="7047" y="9601"/>
                  <a:pt x="7015" y="9574"/>
                  <a:pt x="6984" y="9551"/>
                </a:cubicBezTo>
                <a:cubicBezTo>
                  <a:pt x="6977" y="9563"/>
                  <a:pt x="6969" y="9575"/>
                  <a:pt x="6962" y="9588"/>
                </a:cubicBezTo>
                <a:cubicBezTo>
                  <a:pt x="6898" y="9595"/>
                  <a:pt x="6823" y="9619"/>
                  <a:pt x="6799" y="9685"/>
                </a:cubicBezTo>
                <a:cubicBezTo>
                  <a:pt x="6764" y="9784"/>
                  <a:pt x="6705" y="9875"/>
                  <a:pt x="6629" y="9946"/>
                </a:cubicBezTo>
                <a:cubicBezTo>
                  <a:pt x="6537" y="9908"/>
                  <a:pt x="6456" y="9846"/>
                  <a:pt x="6380" y="9785"/>
                </a:cubicBezTo>
                <a:cubicBezTo>
                  <a:pt x="6269" y="9738"/>
                  <a:pt x="6167" y="9655"/>
                  <a:pt x="6117" y="9544"/>
                </a:cubicBezTo>
                <a:cubicBezTo>
                  <a:pt x="6085" y="9468"/>
                  <a:pt x="6097" y="9381"/>
                  <a:pt x="6080" y="9301"/>
                </a:cubicBezTo>
                <a:cubicBezTo>
                  <a:pt x="6059" y="9229"/>
                  <a:pt x="6024" y="9160"/>
                  <a:pt x="5973" y="9103"/>
                </a:cubicBezTo>
                <a:cubicBezTo>
                  <a:pt x="5945" y="9063"/>
                  <a:pt x="5889" y="9060"/>
                  <a:pt x="5852" y="9030"/>
                </a:cubicBezTo>
                <a:cubicBezTo>
                  <a:pt x="5769" y="8963"/>
                  <a:pt x="5717" y="8868"/>
                  <a:pt x="5653" y="8783"/>
                </a:cubicBezTo>
                <a:cubicBezTo>
                  <a:pt x="5638" y="8758"/>
                  <a:pt x="5607" y="8754"/>
                  <a:pt x="5583" y="8746"/>
                </a:cubicBezTo>
                <a:cubicBezTo>
                  <a:pt x="5554" y="8698"/>
                  <a:pt x="5534" y="8643"/>
                  <a:pt x="5500" y="8598"/>
                </a:cubicBezTo>
                <a:cubicBezTo>
                  <a:pt x="5484" y="8575"/>
                  <a:pt x="5452" y="8585"/>
                  <a:pt x="5428" y="8581"/>
                </a:cubicBezTo>
                <a:lnTo>
                  <a:pt x="5428" y="8566"/>
                </a:lnTo>
                <a:cubicBezTo>
                  <a:pt x="5394" y="8569"/>
                  <a:pt x="5362" y="8571"/>
                  <a:pt x="5328" y="8574"/>
                </a:cubicBezTo>
                <a:lnTo>
                  <a:pt x="5328" y="8553"/>
                </a:lnTo>
                <a:cubicBezTo>
                  <a:pt x="5294" y="8556"/>
                  <a:pt x="5262" y="8559"/>
                  <a:pt x="5228" y="8561"/>
                </a:cubicBezTo>
                <a:lnTo>
                  <a:pt x="5228" y="8540"/>
                </a:lnTo>
                <a:cubicBezTo>
                  <a:pt x="5199" y="8544"/>
                  <a:pt x="5169" y="8545"/>
                  <a:pt x="5142" y="8549"/>
                </a:cubicBezTo>
                <a:cubicBezTo>
                  <a:pt x="5140" y="8544"/>
                  <a:pt x="5140" y="8533"/>
                  <a:pt x="5140" y="8528"/>
                </a:cubicBezTo>
                <a:cubicBezTo>
                  <a:pt x="5112" y="8530"/>
                  <a:pt x="5082" y="8533"/>
                  <a:pt x="5054" y="8536"/>
                </a:cubicBezTo>
                <a:cubicBezTo>
                  <a:pt x="5053" y="8531"/>
                  <a:pt x="5053" y="8521"/>
                  <a:pt x="5052" y="8518"/>
                </a:cubicBezTo>
                <a:cubicBezTo>
                  <a:pt x="5030" y="8515"/>
                  <a:pt x="5008" y="8513"/>
                  <a:pt x="4985" y="8510"/>
                </a:cubicBezTo>
                <a:cubicBezTo>
                  <a:pt x="4954" y="8509"/>
                  <a:pt x="4922" y="8509"/>
                  <a:pt x="4890" y="8509"/>
                </a:cubicBezTo>
                <a:lnTo>
                  <a:pt x="4890" y="8485"/>
                </a:lnTo>
                <a:cubicBezTo>
                  <a:pt x="4877" y="8491"/>
                  <a:pt x="4864" y="8498"/>
                  <a:pt x="4852" y="8504"/>
                </a:cubicBezTo>
                <a:cubicBezTo>
                  <a:pt x="4842" y="8570"/>
                  <a:pt x="4832" y="8636"/>
                  <a:pt x="4820" y="8703"/>
                </a:cubicBezTo>
                <a:cubicBezTo>
                  <a:pt x="4799" y="8696"/>
                  <a:pt x="4779" y="8690"/>
                  <a:pt x="4759" y="8684"/>
                </a:cubicBezTo>
                <a:cubicBezTo>
                  <a:pt x="4664" y="8684"/>
                  <a:pt x="4569" y="8668"/>
                  <a:pt x="4473" y="8660"/>
                </a:cubicBezTo>
                <a:cubicBezTo>
                  <a:pt x="4387" y="8651"/>
                  <a:pt x="4305" y="8609"/>
                  <a:pt x="4215" y="8621"/>
                </a:cubicBezTo>
                <a:lnTo>
                  <a:pt x="4215" y="8603"/>
                </a:lnTo>
                <a:cubicBezTo>
                  <a:pt x="4182" y="8606"/>
                  <a:pt x="4149" y="8609"/>
                  <a:pt x="4115" y="8611"/>
                </a:cubicBezTo>
                <a:lnTo>
                  <a:pt x="4115" y="8590"/>
                </a:lnTo>
                <a:cubicBezTo>
                  <a:pt x="4082" y="8594"/>
                  <a:pt x="4049" y="8596"/>
                  <a:pt x="4015" y="8599"/>
                </a:cubicBezTo>
                <a:cubicBezTo>
                  <a:pt x="4015" y="8594"/>
                  <a:pt x="4015" y="8584"/>
                  <a:pt x="4014" y="8578"/>
                </a:cubicBezTo>
                <a:cubicBezTo>
                  <a:pt x="3990" y="8580"/>
                  <a:pt x="3968" y="8583"/>
                  <a:pt x="3944" y="8584"/>
                </a:cubicBezTo>
                <a:cubicBezTo>
                  <a:pt x="3943" y="8580"/>
                  <a:pt x="3940" y="8570"/>
                  <a:pt x="3939" y="8566"/>
                </a:cubicBezTo>
                <a:cubicBezTo>
                  <a:pt x="3919" y="8569"/>
                  <a:pt x="3899" y="8571"/>
                  <a:pt x="3878" y="8575"/>
                </a:cubicBezTo>
                <a:lnTo>
                  <a:pt x="3878" y="8554"/>
                </a:lnTo>
                <a:cubicBezTo>
                  <a:pt x="3858" y="8556"/>
                  <a:pt x="3837" y="8559"/>
                  <a:pt x="3817" y="8563"/>
                </a:cubicBezTo>
                <a:cubicBezTo>
                  <a:pt x="3815" y="8558"/>
                  <a:pt x="3815" y="8549"/>
                  <a:pt x="3815" y="8544"/>
                </a:cubicBezTo>
                <a:cubicBezTo>
                  <a:pt x="3733" y="8563"/>
                  <a:pt x="3676" y="8503"/>
                  <a:pt x="3610" y="8470"/>
                </a:cubicBezTo>
                <a:cubicBezTo>
                  <a:pt x="3472" y="8383"/>
                  <a:pt x="3326" y="8306"/>
                  <a:pt x="3187" y="8220"/>
                </a:cubicBezTo>
                <a:cubicBezTo>
                  <a:pt x="3143" y="8191"/>
                  <a:pt x="3095" y="8168"/>
                  <a:pt x="3049" y="8145"/>
                </a:cubicBezTo>
                <a:cubicBezTo>
                  <a:pt x="2879" y="8050"/>
                  <a:pt x="2720" y="7935"/>
                  <a:pt x="2549" y="7841"/>
                </a:cubicBezTo>
                <a:cubicBezTo>
                  <a:pt x="2510" y="7813"/>
                  <a:pt x="2462" y="7799"/>
                  <a:pt x="2428" y="7764"/>
                </a:cubicBezTo>
                <a:cubicBezTo>
                  <a:pt x="2444" y="7744"/>
                  <a:pt x="2463" y="7725"/>
                  <a:pt x="2478" y="7703"/>
                </a:cubicBezTo>
                <a:cubicBezTo>
                  <a:pt x="2449" y="7672"/>
                  <a:pt x="2404" y="7680"/>
                  <a:pt x="2367" y="7681"/>
                </a:cubicBezTo>
                <a:cubicBezTo>
                  <a:pt x="2365" y="7678"/>
                  <a:pt x="2365" y="7670"/>
                  <a:pt x="2364" y="7665"/>
                </a:cubicBezTo>
                <a:cubicBezTo>
                  <a:pt x="2337" y="7669"/>
                  <a:pt x="2308" y="7670"/>
                  <a:pt x="2279" y="7674"/>
                </a:cubicBezTo>
                <a:cubicBezTo>
                  <a:pt x="2278" y="7669"/>
                  <a:pt x="2278" y="7659"/>
                  <a:pt x="2277" y="7655"/>
                </a:cubicBezTo>
                <a:cubicBezTo>
                  <a:pt x="2049" y="7666"/>
                  <a:pt x="1824" y="7618"/>
                  <a:pt x="1600" y="7585"/>
                </a:cubicBezTo>
                <a:cubicBezTo>
                  <a:pt x="1579" y="7445"/>
                  <a:pt x="1613" y="7276"/>
                  <a:pt x="1507" y="7165"/>
                </a:cubicBezTo>
                <a:cubicBezTo>
                  <a:pt x="1449" y="7099"/>
                  <a:pt x="1411" y="7000"/>
                  <a:pt x="1317" y="6981"/>
                </a:cubicBezTo>
                <a:cubicBezTo>
                  <a:pt x="1297" y="6972"/>
                  <a:pt x="1275" y="6966"/>
                  <a:pt x="1257" y="6954"/>
                </a:cubicBezTo>
                <a:cubicBezTo>
                  <a:pt x="1260" y="6922"/>
                  <a:pt x="1272" y="6893"/>
                  <a:pt x="1280" y="6864"/>
                </a:cubicBezTo>
                <a:cubicBezTo>
                  <a:pt x="1242" y="6813"/>
                  <a:pt x="1178" y="6813"/>
                  <a:pt x="1123" y="6796"/>
                </a:cubicBezTo>
                <a:cubicBezTo>
                  <a:pt x="1012" y="6769"/>
                  <a:pt x="1029" y="6622"/>
                  <a:pt x="934" y="6578"/>
                </a:cubicBezTo>
                <a:cubicBezTo>
                  <a:pt x="869" y="6558"/>
                  <a:pt x="808" y="6528"/>
                  <a:pt x="752" y="6491"/>
                </a:cubicBezTo>
                <a:cubicBezTo>
                  <a:pt x="708" y="6475"/>
                  <a:pt x="659" y="6480"/>
                  <a:pt x="614" y="6469"/>
                </a:cubicBezTo>
                <a:cubicBezTo>
                  <a:pt x="587" y="6453"/>
                  <a:pt x="572" y="6422"/>
                  <a:pt x="553" y="6396"/>
                </a:cubicBezTo>
                <a:cubicBezTo>
                  <a:pt x="560" y="6396"/>
                  <a:pt x="574" y="6395"/>
                  <a:pt x="582" y="6394"/>
                </a:cubicBezTo>
                <a:cubicBezTo>
                  <a:pt x="579" y="6378"/>
                  <a:pt x="575" y="6361"/>
                  <a:pt x="573" y="6345"/>
                </a:cubicBezTo>
                <a:cubicBezTo>
                  <a:pt x="577" y="6344"/>
                  <a:pt x="585" y="6344"/>
                  <a:pt x="589" y="6344"/>
                </a:cubicBezTo>
                <a:cubicBezTo>
                  <a:pt x="598" y="6269"/>
                  <a:pt x="627" y="6191"/>
                  <a:pt x="603" y="6116"/>
                </a:cubicBezTo>
                <a:cubicBezTo>
                  <a:pt x="579" y="6033"/>
                  <a:pt x="538" y="5954"/>
                  <a:pt x="487" y="5884"/>
                </a:cubicBezTo>
                <a:cubicBezTo>
                  <a:pt x="440" y="5824"/>
                  <a:pt x="447" y="5744"/>
                  <a:pt x="424" y="5675"/>
                </a:cubicBezTo>
                <a:cubicBezTo>
                  <a:pt x="408" y="5595"/>
                  <a:pt x="317" y="5558"/>
                  <a:pt x="317" y="5470"/>
                </a:cubicBezTo>
                <a:cubicBezTo>
                  <a:pt x="322" y="5470"/>
                  <a:pt x="333" y="5469"/>
                  <a:pt x="339" y="5469"/>
                </a:cubicBezTo>
                <a:cubicBezTo>
                  <a:pt x="342" y="5441"/>
                  <a:pt x="330" y="5405"/>
                  <a:pt x="362" y="5391"/>
                </a:cubicBezTo>
                <a:cubicBezTo>
                  <a:pt x="384" y="5366"/>
                  <a:pt x="440" y="5353"/>
                  <a:pt x="427" y="5310"/>
                </a:cubicBezTo>
                <a:cubicBezTo>
                  <a:pt x="422" y="5236"/>
                  <a:pt x="327" y="5235"/>
                  <a:pt x="299" y="5173"/>
                </a:cubicBezTo>
                <a:cubicBezTo>
                  <a:pt x="220" y="5066"/>
                  <a:pt x="264" y="4938"/>
                  <a:pt x="298" y="4825"/>
                </a:cubicBezTo>
                <a:lnTo>
                  <a:pt x="344" y="4825"/>
                </a:lnTo>
                <a:cubicBezTo>
                  <a:pt x="343" y="4884"/>
                  <a:pt x="329" y="4955"/>
                  <a:pt x="395" y="4985"/>
                </a:cubicBezTo>
                <a:cubicBezTo>
                  <a:pt x="412" y="4904"/>
                  <a:pt x="387" y="4824"/>
                  <a:pt x="353" y="4750"/>
                </a:cubicBezTo>
                <a:cubicBezTo>
                  <a:pt x="378" y="4748"/>
                  <a:pt x="404" y="4744"/>
                  <a:pt x="429" y="4741"/>
                </a:cubicBezTo>
                <a:cubicBezTo>
                  <a:pt x="410" y="4721"/>
                  <a:pt x="390" y="4701"/>
                  <a:pt x="369" y="4683"/>
                </a:cubicBezTo>
                <a:cubicBezTo>
                  <a:pt x="345" y="4724"/>
                  <a:pt x="335" y="4770"/>
                  <a:pt x="333" y="4818"/>
                </a:cubicBezTo>
                <a:cubicBezTo>
                  <a:pt x="287" y="4794"/>
                  <a:pt x="243" y="4763"/>
                  <a:pt x="214" y="4719"/>
                </a:cubicBezTo>
                <a:cubicBezTo>
                  <a:pt x="168" y="4659"/>
                  <a:pt x="214" y="4579"/>
                  <a:pt x="190" y="4511"/>
                </a:cubicBezTo>
                <a:cubicBezTo>
                  <a:pt x="158" y="4428"/>
                  <a:pt x="114" y="4346"/>
                  <a:pt x="58" y="4275"/>
                </a:cubicBezTo>
                <a:cubicBezTo>
                  <a:pt x="20" y="4230"/>
                  <a:pt x="43" y="4164"/>
                  <a:pt x="45" y="4113"/>
                </a:cubicBezTo>
                <a:cubicBezTo>
                  <a:pt x="50" y="4050"/>
                  <a:pt x="82" y="3996"/>
                  <a:pt x="113" y="3944"/>
                </a:cubicBezTo>
                <a:cubicBezTo>
                  <a:pt x="164" y="3786"/>
                  <a:pt x="0" y="3681"/>
                  <a:pt x="4" y="3533"/>
                </a:cubicBezTo>
                <a:cubicBezTo>
                  <a:pt x="3" y="3480"/>
                  <a:pt x="47" y="3449"/>
                  <a:pt x="83" y="3420"/>
                </a:cubicBezTo>
                <a:cubicBezTo>
                  <a:pt x="137" y="3355"/>
                  <a:pt x="193" y="3288"/>
                  <a:pt x="215" y="3205"/>
                </a:cubicBezTo>
                <a:cubicBezTo>
                  <a:pt x="262" y="3100"/>
                  <a:pt x="244" y="2981"/>
                  <a:pt x="283" y="2875"/>
                </a:cubicBezTo>
                <a:cubicBezTo>
                  <a:pt x="280" y="2830"/>
                  <a:pt x="254" y="2789"/>
                  <a:pt x="242" y="2746"/>
                </a:cubicBezTo>
                <a:cubicBezTo>
                  <a:pt x="249" y="2745"/>
                  <a:pt x="262" y="2744"/>
                  <a:pt x="269" y="2744"/>
                </a:cubicBezTo>
                <a:cubicBezTo>
                  <a:pt x="265" y="2724"/>
                  <a:pt x="263" y="2703"/>
                  <a:pt x="259" y="2683"/>
                </a:cubicBezTo>
                <a:cubicBezTo>
                  <a:pt x="264" y="2683"/>
                  <a:pt x="274" y="2681"/>
                  <a:pt x="279" y="2681"/>
                </a:cubicBezTo>
                <a:cubicBezTo>
                  <a:pt x="270" y="2586"/>
                  <a:pt x="267" y="2476"/>
                  <a:pt x="335" y="2401"/>
                </a:cubicBezTo>
                <a:cubicBezTo>
                  <a:pt x="468" y="2223"/>
                  <a:pt x="574" y="2025"/>
                  <a:pt x="648" y="1815"/>
                </a:cubicBezTo>
                <a:cubicBezTo>
                  <a:pt x="697" y="1693"/>
                  <a:pt x="732" y="1564"/>
                  <a:pt x="803" y="1452"/>
                </a:cubicBezTo>
                <a:cubicBezTo>
                  <a:pt x="802" y="1441"/>
                  <a:pt x="802" y="1430"/>
                  <a:pt x="800" y="1419"/>
                </a:cubicBezTo>
                <a:lnTo>
                  <a:pt x="819" y="1419"/>
                </a:lnTo>
                <a:cubicBezTo>
                  <a:pt x="817" y="1406"/>
                  <a:pt x="814" y="1394"/>
                  <a:pt x="813" y="1381"/>
                </a:cubicBezTo>
                <a:lnTo>
                  <a:pt x="827" y="1381"/>
                </a:lnTo>
                <a:cubicBezTo>
                  <a:pt x="838" y="1293"/>
                  <a:pt x="873" y="1211"/>
                  <a:pt x="907" y="1130"/>
                </a:cubicBezTo>
                <a:cubicBezTo>
                  <a:pt x="937" y="1125"/>
                  <a:pt x="965" y="1120"/>
                  <a:pt x="995" y="1116"/>
                </a:cubicBezTo>
                <a:cubicBezTo>
                  <a:pt x="1000" y="1100"/>
                  <a:pt x="1004" y="1083"/>
                  <a:pt x="1009" y="1066"/>
                </a:cubicBezTo>
                <a:cubicBezTo>
                  <a:pt x="987" y="1073"/>
                  <a:pt x="963" y="1081"/>
                  <a:pt x="939" y="1083"/>
                </a:cubicBezTo>
                <a:cubicBezTo>
                  <a:pt x="922" y="1066"/>
                  <a:pt x="905" y="1049"/>
                  <a:pt x="889" y="1031"/>
                </a:cubicBezTo>
                <a:cubicBezTo>
                  <a:pt x="900" y="1006"/>
                  <a:pt x="910" y="981"/>
                  <a:pt x="918" y="955"/>
                </a:cubicBezTo>
                <a:lnTo>
                  <a:pt x="967" y="970"/>
                </a:lnTo>
                <a:cubicBezTo>
                  <a:pt x="974" y="950"/>
                  <a:pt x="983" y="929"/>
                  <a:pt x="993" y="909"/>
                </a:cubicBezTo>
                <a:cubicBezTo>
                  <a:pt x="972" y="883"/>
                  <a:pt x="947" y="858"/>
                  <a:pt x="934" y="826"/>
                </a:cubicBezTo>
                <a:cubicBezTo>
                  <a:pt x="942" y="788"/>
                  <a:pt x="982" y="774"/>
                  <a:pt x="1017" y="770"/>
                </a:cubicBezTo>
                <a:cubicBezTo>
                  <a:pt x="934" y="686"/>
                  <a:pt x="950" y="558"/>
                  <a:pt x="954" y="449"/>
                </a:cubicBezTo>
                <a:cubicBezTo>
                  <a:pt x="972" y="376"/>
                  <a:pt x="934" y="310"/>
                  <a:pt x="928" y="239"/>
                </a:cubicBezTo>
                <a:cubicBezTo>
                  <a:pt x="930" y="185"/>
                  <a:pt x="948" y="134"/>
                  <a:pt x="962" y="83"/>
                </a:cubicBezTo>
                <a:cubicBezTo>
                  <a:pt x="1058" y="139"/>
                  <a:pt x="1115" y="246"/>
                  <a:pt x="1220" y="289"/>
                </a:cubicBezTo>
                <a:cubicBezTo>
                  <a:pt x="1308" y="329"/>
                  <a:pt x="1404" y="340"/>
                  <a:pt x="1497" y="360"/>
                </a:cubicBezTo>
                <a:cubicBezTo>
                  <a:pt x="1522" y="323"/>
                  <a:pt x="1550" y="288"/>
                  <a:pt x="1580" y="255"/>
                </a:cubicBezTo>
                <a:cubicBezTo>
                  <a:pt x="1568" y="301"/>
                  <a:pt x="1554" y="348"/>
                  <a:pt x="1549" y="396"/>
                </a:cubicBezTo>
                <a:cubicBezTo>
                  <a:pt x="1588" y="426"/>
                  <a:pt x="1615" y="468"/>
                  <a:pt x="1647" y="505"/>
                </a:cubicBezTo>
                <a:cubicBezTo>
                  <a:pt x="1633" y="441"/>
                  <a:pt x="1608" y="378"/>
                  <a:pt x="1617" y="313"/>
                </a:cubicBezTo>
                <a:cubicBezTo>
                  <a:pt x="1619" y="251"/>
                  <a:pt x="1650" y="193"/>
                  <a:pt x="1634" y="131"/>
                </a:cubicBezTo>
                <a:cubicBezTo>
                  <a:pt x="1619" y="89"/>
                  <a:pt x="1584" y="48"/>
                  <a:pt x="1604"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9" name="Freeform: Shape 568" descr="{&quot;Key&quot;:&quot;andaman and nicobar&quot;,&quot;Name&quot;:&quot;Andaman and Nicobar&quot;,&quot;Value&quot;:1.0,&quot;Formula&quot;:&quot;&quot;,&quot;Text&quot;:&quot;&quot;,&quot;OfficeApplication&quot;:1,&quot;HasValue&quot;:true}">
            <a:extLst>
              <a:ext uri="{FF2B5EF4-FFF2-40B4-BE49-F238E27FC236}">
                <a16:creationId xmlns:a16="http://schemas.microsoft.com/office/drawing/2014/main" id="{4F7F3FB6-53B0-2A8E-D657-62CD42CD7F75}"/>
              </a:ext>
            </a:extLst>
          </p:cNvPr>
          <p:cNvSpPr>
            <a:spLocks noChangeAspect="1"/>
          </p:cNvSpPr>
          <p:nvPr/>
        </p:nvSpPr>
        <p:spPr>
          <a:xfrm>
            <a:off x="9646332" y="1494935"/>
            <a:ext cx="2004300" cy="2277432"/>
          </a:xfrm>
          <a:custGeom>
            <a:avLst/>
            <a:gdLst>
              <a:gd name="connsiteX0" fmla="*/ 4075747 w 4641785"/>
              <a:gd name="connsiteY0" fmla="*/ 5196659 h 5274332"/>
              <a:gd name="connsiteX1" fmla="*/ 4076213 w 4641785"/>
              <a:gd name="connsiteY1" fmla="*/ 5200845 h 5274332"/>
              <a:gd name="connsiteX2" fmla="*/ 4079469 w 4641785"/>
              <a:gd name="connsiteY2" fmla="*/ 5200379 h 5274332"/>
              <a:gd name="connsiteX3" fmla="*/ 4081329 w 4641785"/>
              <a:gd name="connsiteY3" fmla="*/ 5205030 h 5274332"/>
              <a:gd name="connsiteX4" fmla="*/ 4080864 w 4641785"/>
              <a:gd name="connsiteY4" fmla="*/ 5206891 h 5274332"/>
              <a:gd name="connsiteX5" fmla="*/ 4082725 w 4641785"/>
              <a:gd name="connsiteY5" fmla="*/ 5215728 h 5274332"/>
              <a:gd name="connsiteX6" fmla="*/ 4082259 w 4641785"/>
              <a:gd name="connsiteY6" fmla="*/ 5221310 h 5274332"/>
              <a:gd name="connsiteX7" fmla="*/ 4084120 w 4641785"/>
              <a:gd name="connsiteY7" fmla="*/ 5222705 h 5274332"/>
              <a:gd name="connsiteX8" fmla="*/ 4086445 w 4641785"/>
              <a:gd name="connsiteY8" fmla="*/ 5227356 h 5274332"/>
              <a:gd name="connsiteX9" fmla="*/ 4087376 w 4641785"/>
              <a:gd name="connsiteY9" fmla="*/ 5233402 h 5274332"/>
              <a:gd name="connsiteX10" fmla="*/ 4086445 w 4641785"/>
              <a:gd name="connsiteY10" fmla="*/ 5234798 h 5274332"/>
              <a:gd name="connsiteX11" fmla="*/ 4088771 w 4641785"/>
              <a:gd name="connsiteY11" fmla="*/ 5237588 h 5274332"/>
              <a:gd name="connsiteX12" fmla="*/ 4089701 w 4641785"/>
              <a:gd name="connsiteY12" fmla="*/ 5240844 h 5274332"/>
              <a:gd name="connsiteX13" fmla="*/ 4086910 w 4641785"/>
              <a:gd name="connsiteY13" fmla="*/ 5244100 h 5274332"/>
              <a:gd name="connsiteX14" fmla="*/ 4083654 w 4641785"/>
              <a:gd name="connsiteY14" fmla="*/ 5250612 h 5274332"/>
              <a:gd name="connsiteX15" fmla="*/ 4084120 w 4641785"/>
              <a:gd name="connsiteY15" fmla="*/ 5253867 h 5274332"/>
              <a:gd name="connsiteX16" fmla="*/ 4083190 w 4641785"/>
              <a:gd name="connsiteY16" fmla="*/ 5259448 h 5274332"/>
              <a:gd name="connsiteX17" fmla="*/ 4085515 w 4641785"/>
              <a:gd name="connsiteY17" fmla="*/ 5260844 h 5274332"/>
              <a:gd name="connsiteX18" fmla="*/ 4083190 w 4641785"/>
              <a:gd name="connsiteY18" fmla="*/ 5266426 h 5274332"/>
              <a:gd name="connsiteX19" fmla="*/ 4081794 w 4641785"/>
              <a:gd name="connsiteY19" fmla="*/ 5267820 h 5274332"/>
              <a:gd name="connsiteX20" fmla="*/ 4079003 w 4641785"/>
              <a:gd name="connsiteY20" fmla="*/ 5264565 h 5274332"/>
              <a:gd name="connsiteX21" fmla="*/ 4076678 w 4641785"/>
              <a:gd name="connsiteY21" fmla="*/ 5264565 h 5274332"/>
              <a:gd name="connsiteX22" fmla="*/ 4075747 w 4641785"/>
              <a:gd name="connsiteY22" fmla="*/ 5270146 h 5274332"/>
              <a:gd name="connsiteX23" fmla="*/ 4072492 w 4641785"/>
              <a:gd name="connsiteY23" fmla="*/ 5274332 h 5274332"/>
              <a:gd name="connsiteX24" fmla="*/ 4069237 w 4641785"/>
              <a:gd name="connsiteY24" fmla="*/ 5272936 h 5274332"/>
              <a:gd name="connsiteX25" fmla="*/ 4070166 w 4641785"/>
              <a:gd name="connsiteY25" fmla="*/ 5265959 h 5274332"/>
              <a:gd name="connsiteX26" fmla="*/ 4065981 w 4641785"/>
              <a:gd name="connsiteY26" fmla="*/ 5261308 h 5274332"/>
              <a:gd name="connsiteX27" fmla="*/ 4067376 w 4641785"/>
              <a:gd name="connsiteY27" fmla="*/ 5258983 h 5274332"/>
              <a:gd name="connsiteX28" fmla="*/ 4064120 w 4641785"/>
              <a:gd name="connsiteY28" fmla="*/ 5256657 h 5274332"/>
              <a:gd name="connsiteX29" fmla="*/ 4065050 w 4641785"/>
              <a:gd name="connsiteY29" fmla="*/ 5253867 h 5274332"/>
              <a:gd name="connsiteX30" fmla="*/ 4062260 w 4641785"/>
              <a:gd name="connsiteY30" fmla="*/ 5249681 h 5274332"/>
              <a:gd name="connsiteX31" fmla="*/ 4059004 w 4641785"/>
              <a:gd name="connsiteY31" fmla="*/ 5246890 h 5274332"/>
              <a:gd name="connsiteX32" fmla="*/ 4060400 w 4641785"/>
              <a:gd name="connsiteY32" fmla="*/ 5244564 h 5274332"/>
              <a:gd name="connsiteX33" fmla="*/ 4059469 w 4641785"/>
              <a:gd name="connsiteY33" fmla="*/ 5241309 h 5274332"/>
              <a:gd name="connsiteX34" fmla="*/ 4057144 w 4641785"/>
              <a:gd name="connsiteY34" fmla="*/ 5239913 h 5274332"/>
              <a:gd name="connsiteX35" fmla="*/ 4055749 w 4641785"/>
              <a:gd name="connsiteY35" fmla="*/ 5236193 h 5274332"/>
              <a:gd name="connsiteX36" fmla="*/ 4053423 w 4641785"/>
              <a:gd name="connsiteY36" fmla="*/ 5236658 h 5274332"/>
              <a:gd name="connsiteX37" fmla="*/ 4052027 w 4641785"/>
              <a:gd name="connsiteY37" fmla="*/ 5233402 h 5274332"/>
              <a:gd name="connsiteX38" fmla="*/ 4047376 w 4641785"/>
              <a:gd name="connsiteY38" fmla="*/ 5232937 h 5274332"/>
              <a:gd name="connsiteX39" fmla="*/ 4045051 w 4641785"/>
              <a:gd name="connsiteY39" fmla="*/ 5214798 h 5274332"/>
              <a:gd name="connsiteX40" fmla="*/ 4048307 w 4641785"/>
              <a:gd name="connsiteY40" fmla="*/ 5212472 h 5274332"/>
              <a:gd name="connsiteX41" fmla="*/ 4048307 w 4641785"/>
              <a:gd name="connsiteY41" fmla="*/ 5206891 h 5274332"/>
              <a:gd name="connsiteX42" fmla="*/ 4050167 w 4641785"/>
              <a:gd name="connsiteY42" fmla="*/ 5204566 h 5274332"/>
              <a:gd name="connsiteX43" fmla="*/ 4054353 w 4641785"/>
              <a:gd name="connsiteY43" fmla="*/ 5204101 h 5274332"/>
              <a:gd name="connsiteX44" fmla="*/ 4057608 w 4641785"/>
              <a:gd name="connsiteY44" fmla="*/ 5205030 h 5274332"/>
              <a:gd name="connsiteX45" fmla="*/ 4060864 w 4641785"/>
              <a:gd name="connsiteY45" fmla="*/ 5201310 h 5274332"/>
              <a:gd name="connsiteX46" fmla="*/ 4069237 w 4641785"/>
              <a:gd name="connsiteY46" fmla="*/ 5200845 h 5274332"/>
              <a:gd name="connsiteX47" fmla="*/ 4069237 w 4641785"/>
              <a:gd name="connsiteY47" fmla="*/ 5198519 h 5274332"/>
              <a:gd name="connsiteX48" fmla="*/ 4054353 w 4641785"/>
              <a:gd name="connsiteY48" fmla="*/ 5164101 h 5274332"/>
              <a:gd name="connsiteX49" fmla="*/ 4056213 w 4641785"/>
              <a:gd name="connsiteY49" fmla="*/ 5171543 h 5274332"/>
              <a:gd name="connsiteX50" fmla="*/ 4061330 w 4641785"/>
              <a:gd name="connsiteY50" fmla="*/ 5175263 h 5274332"/>
              <a:gd name="connsiteX51" fmla="*/ 4056213 w 4641785"/>
              <a:gd name="connsiteY51" fmla="*/ 5185496 h 5274332"/>
              <a:gd name="connsiteX52" fmla="*/ 4048772 w 4641785"/>
              <a:gd name="connsiteY52" fmla="*/ 5189217 h 5274332"/>
              <a:gd name="connsiteX53" fmla="*/ 4047376 w 4641785"/>
              <a:gd name="connsiteY53" fmla="*/ 5193403 h 5274332"/>
              <a:gd name="connsiteX54" fmla="*/ 4044120 w 4641785"/>
              <a:gd name="connsiteY54" fmla="*/ 5196194 h 5274332"/>
              <a:gd name="connsiteX55" fmla="*/ 4040865 w 4641785"/>
              <a:gd name="connsiteY55" fmla="*/ 5192008 h 5274332"/>
              <a:gd name="connsiteX56" fmla="*/ 4041795 w 4641785"/>
              <a:gd name="connsiteY56" fmla="*/ 5188752 h 5274332"/>
              <a:gd name="connsiteX57" fmla="*/ 4040400 w 4641785"/>
              <a:gd name="connsiteY57" fmla="*/ 5185961 h 5274332"/>
              <a:gd name="connsiteX58" fmla="*/ 4042260 w 4641785"/>
              <a:gd name="connsiteY58" fmla="*/ 5183636 h 5274332"/>
              <a:gd name="connsiteX59" fmla="*/ 4041330 w 4641785"/>
              <a:gd name="connsiteY59" fmla="*/ 5177124 h 5274332"/>
              <a:gd name="connsiteX60" fmla="*/ 4045981 w 4641785"/>
              <a:gd name="connsiteY60" fmla="*/ 5173869 h 5274332"/>
              <a:gd name="connsiteX61" fmla="*/ 4053423 w 4641785"/>
              <a:gd name="connsiteY61" fmla="*/ 5172008 h 5274332"/>
              <a:gd name="connsiteX62" fmla="*/ 4053423 w 4641785"/>
              <a:gd name="connsiteY62" fmla="*/ 5165031 h 5274332"/>
              <a:gd name="connsiteX63" fmla="*/ 4001331 w 4641785"/>
              <a:gd name="connsiteY63" fmla="*/ 5070614 h 5274332"/>
              <a:gd name="connsiteX64" fmla="*/ 4005982 w 4641785"/>
              <a:gd name="connsiteY64" fmla="*/ 5073870 h 5274332"/>
              <a:gd name="connsiteX65" fmla="*/ 4005051 w 4641785"/>
              <a:gd name="connsiteY65" fmla="*/ 5078986 h 5274332"/>
              <a:gd name="connsiteX66" fmla="*/ 4007842 w 4641785"/>
              <a:gd name="connsiteY66" fmla="*/ 5081312 h 5274332"/>
              <a:gd name="connsiteX67" fmla="*/ 4009237 w 4641785"/>
              <a:gd name="connsiteY67" fmla="*/ 5079916 h 5274332"/>
              <a:gd name="connsiteX68" fmla="*/ 4014353 w 4641785"/>
              <a:gd name="connsiteY68" fmla="*/ 5085033 h 5274332"/>
              <a:gd name="connsiteX69" fmla="*/ 4016214 w 4641785"/>
              <a:gd name="connsiteY69" fmla="*/ 5091544 h 5274332"/>
              <a:gd name="connsiteX70" fmla="*/ 4014353 w 4641785"/>
              <a:gd name="connsiteY70" fmla="*/ 5095265 h 5274332"/>
              <a:gd name="connsiteX71" fmla="*/ 4009237 w 4641785"/>
              <a:gd name="connsiteY71" fmla="*/ 5090149 h 5274332"/>
              <a:gd name="connsiteX72" fmla="*/ 4004121 w 4641785"/>
              <a:gd name="connsiteY72" fmla="*/ 5090614 h 5274332"/>
              <a:gd name="connsiteX73" fmla="*/ 4000865 w 4641785"/>
              <a:gd name="connsiteY73" fmla="*/ 5093869 h 5274332"/>
              <a:gd name="connsiteX74" fmla="*/ 3995749 w 4641785"/>
              <a:gd name="connsiteY74" fmla="*/ 5090614 h 5274332"/>
              <a:gd name="connsiteX75" fmla="*/ 3996214 w 4641785"/>
              <a:gd name="connsiteY75" fmla="*/ 5086893 h 5274332"/>
              <a:gd name="connsiteX76" fmla="*/ 3991563 w 4641785"/>
              <a:gd name="connsiteY76" fmla="*/ 5084102 h 5274332"/>
              <a:gd name="connsiteX77" fmla="*/ 3990168 w 4641785"/>
              <a:gd name="connsiteY77" fmla="*/ 5080847 h 5274332"/>
              <a:gd name="connsiteX78" fmla="*/ 3992494 w 4641785"/>
              <a:gd name="connsiteY78" fmla="*/ 5078521 h 5274332"/>
              <a:gd name="connsiteX79" fmla="*/ 3992494 w 4641785"/>
              <a:gd name="connsiteY79" fmla="*/ 5075731 h 5274332"/>
              <a:gd name="connsiteX80" fmla="*/ 3994353 w 4641785"/>
              <a:gd name="connsiteY80" fmla="*/ 5072940 h 5274332"/>
              <a:gd name="connsiteX81" fmla="*/ 3997609 w 4641785"/>
              <a:gd name="connsiteY81" fmla="*/ 5073405 h 5274332"/>
              <a:gd name="connsiteX82" fmla="*/ 4027842 w 4641785"/>
              <a:gd name="connsiteY82" fmla="*/ 5070149 h 5274332"/>
              <a:gd name="connsiteX83" fmla="*/ 4030632 w 4641785"/>
              <a:gd name="connsiteY83" fmla="*/ 5070614 h 5274332"/>
              <a:gd name="connsiteX84" fmla="*/ 4033423 w 4641785"/>
              <a:gd name="connsiteY84" fmla="*/ 5076195 h 5274332"/>
              <a:gd name="connsiteX85" fmla="*/ 4032958 w 4641785"/>
              <a:gd name="connsiteY85" fmla="*/ 5085498 h 5274332"/>
              <a:gd name="connsiteX86" fmla="*/ 4032028 w 4641785"/>
              <a:gd name="connsiteY86" fmla="*/ 5086428 h 5274332"/>
              <a:gd name="connsiteX87" fmla="*/ 4021796 w 4641785"/>
              <a:gd name="connsiteY87" fmla="*/ 5077125 h 5274332"/>
              <a:gd name="connsiteX88" fmla="*/ 4027377 w 4641785"/>
              <a:gd name="connsiteY88" fmla="*/ 5072474 h 5274332"/>
              <a:gd name="connsiteX89" fmla="*/ 4032958 w 4641785"/>
              <a:gd name="connsiteY89" fmla="*/ 5054801 h 5274332"/>
              <a:gd name="connsiteX90" fmla="*/ 4034354 w 4641785"/>
              <a:gd name="connsiteY90" fmla="*/ 5057126 h 5274332"/>
              <a:gd name="connsiteX91" fmla="*/ 4035284 w 4641785"/>
              <a:gd name="connsiteY91" fmla="*/ 5068754 h 5274332"/>
              <a:gd name="connsiteX92" fmla="*/ 4032028 w 4641785"/>
              <a:gd name="connsiteY92" fmla="*/ 5064103 h 5274332"/>
              <a:gd name="connsiteX93" fmla="*/ 4030167 w 4641785"/>
              <a:gd name="connsiteY93" fmla="*/ 5055730 h 5274332"/>
              <a:gd name="connsiteX94" fmla="*/ 4024586 w 4641785"/>
              <a:gd name="connsiteY94" fmla="*/ 5037591 h 5274332"/>
              <a:gd name="connsiteX95" fmla="*/ 4027377 w 4641785"/>
              <a:gd name="connsiteY95" fmla="*/ 5038522 h 5274332"/>
              <a:gd name="connsiteX96" fmla="*/ 4027377 w 4641785"/>
              <a:gd name="connsiteY96" fmla="*/ 5043173 h 5274332"/>
              <a:gd name="connsiteX97" fmla="*/ 4024586 w 4641785"/>
              <a:gd name="connsiteY97" fmla="*/ 5047359 h 5274332"/>
              <a:gd name="connsiteX98" fmla="*/ 4021796 w 4641785"/>
              <a:gd name="connsiteY98" fmla="*/ 5048289 h 5274332"/>
              <a:gd name="connsiteX99" fmla="*/ 4021330 w 4641785"/>
              <a:gd name="connsiteY99" fmla="*/ 5051545 h 5274332"/>
              <a:gd name="connsiteX100" fmla="*/ 4024586 w 4641785"/>
              <a:gd name="connsiteY100" fmla="*/ 5055730 h 5274332"/>
              <a:gd name="connsiteX101" fmla="*/ 4025516 w 4641785"/>
              <a:gd name="connsiteY101" fmla="*/ 5058986 h 5274332"/>
              <a:gd name="connsiteX102" fmla="*/ 4028307 w 4641785"/>
              <a:gd name="connsiteY102" fmla="*/ 5060847 h 5274332"/>
              <a:gd name="connsiteX103" fmla="*/ 4028772 w 4641785"/>
              <a:gd name="connsiteY103" fmla="*/ 5064103 h 5274332"/>
              <a:gd name="connsiteX104" fmla="*/ 4026911 w 4641785"/>
              <a:gd name="connsiteY104" fmla="*/ 5068754 h 5274332"/>
              <a:gd name="connsiteX105" fmla="*/ 4021796 w 4641785"/>
              <a:gd name="connsiteY105" fmla="*/ 5069219 h 5274332"/>
              <a:gd name="connsiteX106" fmla="*/ 4021330 w 4641785"/>
              <a:gd name="connsiteY106" fmla="*/ 5074335 h 5274332"/>
              <a:gd name="connsiteX107" fmla="*/ 4019004 w 4641785"/>
              <a:gd name="connsiteY107" fmla="*/ 5074800 h 5274332"/>
              <a:gd name="connsiteX108" fmla="*/ 4018540 w 4641785"/>
              <a:gd name="connsiteY108" fmla="*/ 5068754 h 5274332"/>
              <a:gd name="connsiteX109" fmla="*/ 4020400 w 4641785"/>
              <a:gd name="connsiteY109" fmla="*/ 5068289 h 5274332"/>
              <a:gd name="connsiteX110" fmla="*/ 4024586 w 4641785"/>
              <a:gd name="connsiteY110" fmla="*/ 5062708 h 5274332"/>
              <a:gd name="connsiteX111" fmla="*/ 4023191 w 4641785"/>
              <a:gd name="connsiteY111" fmla="*/ 5061312 h 5274332"/>
              <a:gd name="connsiteX112" fmla="*/ 4018074 w 4641785"/>
              <a:gd name="connsiteY112" fmla="*/ 5066429 h 5274332"/>
              <a:gd name="connsiteX113" fmla="*/ 4017609 w 4641785"/>
              <a:gd name="connsiteY113" fmla="*/ 5062242 h 5274332"/>
              <a:gd name="connsiteX114" fmla="*/ 4013889 w 4641785"/>
              <a:gd name="connsiteY114" fmla="*/ 5054801 h 5274332"/>
              <a:gd name="connsiteX115" fmla="*/ 4013423 w 4641785"/>
              <a:gd name="connsiteY115" fmla="*/ 5046429 h 5274332"/>
              <a:gd name="connsiteX116" fmla="*/ 4019004 w 4641785"/>
              <a:gd name="connsiteY116" fmla="*/ 5042708 h 5274332"/>
              <a:gd name="connsiteX117" fmla="*/ 4019470 w 4641785"/>
              <a:gd name="connsiteY117" fmla="*/ 5038987 h 5274332"/>
              <a:gd name="connsiteX118" fmla="*/ 3978540 w 4641785"/>
              <a:gd name="connsiteY118" fmla="*/ 5032010 h 5274332"/>
              <a:gd name="connsiteX119" fmla="*/ 3980866 w 4641785"/>
              <a:gd name="connsiteY119" fmla="*/ 5038057 h 5274332"/>
              <a:gd name="connsiteX120" fmla="*/ 3979005 w 4641785"/>
              <a:gd name="connsiteY120" fmla="*/ 5039452 h 5274332"/>
              <a:gd name="connsiteX121" fmla="*/ 3976214 w 4641785"/>
              <a:gd name="connsiteY121" fmla="*/ 5035266 h 5274332"/>
              <a:gd name="connsiteX122" fmla="*/ 777197 w 4641785"/>
              <a:gd name="connsiteY122" fmla="*/ 5022243 h 5274332"/>
              <a:gd name="connsiteX123" fmla="*/ 774872 w 4641785"/>
              <a:gd name="connsiteY123" fmla="*/ 5026429 h 5274332"/>
              <a:gd name="connsiteX124" fmla="*/ 774872 w 4641785"/>
              <a:gd name="connsiteY124" fmla="*/ 5028755 h 5274332"/>
              <a:gd name="connsiteX125" fmla="*/ 772081 w 4641785"/>
              <a:gd name="connsiteY125" fmla="*/ 5032011 h 5274332"/>
              <a:gd name="connsiteX126" fmla="*/ 770220 w 4641785"/>
              <a:gd name="connsiteY126" fmla="*/ 5032011 h 5274332"/>
              <a:gd name="connsiteX127" fmla="*/ 773011 w 4641785"/>
              <a:gd name="connsiteY127" fmla="*/ 5029220 h 5274332"/>
              <a:gd name="connsiteX128" fmla="*/ 774406 w 4641785"/>
              <a:gd name="connsiteY128" fmla="*/ 5027360 h 5274332"/>
              <a:gd name="connsiteX129" fmla="*/ 775337 w 4641785"/>
              <a:gd name="connsiteY129" fmla="*/ 5025034 h 5274332"/>
              <a:gd name="connsiteX130" fmla="*/ 1424628 w 4641785"/>
              <a:gd name="connsiteY130" fmla="*/ 5019453 h 5274332"/>
              <a:gd name="connsiteX131" fmla="*/ 1423233 w 4641785"/>
              <a:gd name="connsiteY131" fmla="*/ 5023174 h 5274332"/>
              <a:gd name="connsiteX132" fmla="*/ 1419047 w 4641785"/>
              <a:gd name="connsiteY132" fmla="*/ 5023174 h 5274332"/>
              <a:gd name="connsiteX133" fmla="*/ 1419047 w 4641785"/>
              <a:gd name="connsiteY133" fmla="*/ 5023174 h 5274332"/>
              <a:gd name="connsiteX134" fmla="*/ 1423233 w 4641785"/>
              <a:gd name="connsiteY134" fmla="*/ 5023174 h 5274332"/>
              <a:gd name="connsiteX135" fmla="*/ 1424629 w 4641785"/>
              <a:gd name="connsiteY135" fmla="*/ 5019454 h 5274332"/>
              <a:gd name="connsiteX136" fmla="*/ 3961331 w 4641785"/>
              <a:gd name="connsiteY136" fmla="*/ 5017592 h 5274332"/>
              <a:gd name="connsiteX137" fmla="*/ 3963657 w 4641785"/>
              <a:gd name="connsiteY137" fmla="*/ 5018987 h 5274332"/>
              <a:gd name="connsiteX138" fmla="*/ 3961797 w 4641785"/>
              <a:gd name="connsiteY138" fmla="*/ 5025034 h 5274332"/>
              <a:gd name="connsiteX139" fmla="*/ 3960866 w 4641785"/>
              <a:gd name="connsiteY139" fmla="*/ 5030150 h 5274332"/>
              <a:gd name="connsiteX140" fmla="*/ 3965517 w 4641785"/>
              <a:gd name="connsiteY140" fmla="*/ 5035731 h 5274332"/>
              <a:gd name="connsiteX141" fmla="*/ 3972029 w 4641785"/>
              <a:gd name="connsiteY141" fmla="*/ 5038522 h 5274332"/>
              <a:gd name="connsiteX142" fmla="*/ 3973424 w 4641785"/>
              <a:gd name="connsiteY142" fmla="*/ 5040382 h 5274332"/>
              <a:gd name="connsiteX143" fmla="*/ 3972959 w 4641785"/>
              <a:gd name="connsiteY143" fmla="*/ 5043638 h 5274332"/>
              <a:gd name="connsiteX144" fmla="*/ 3967378 w 4641785"/>
              <a:gd name="connsiteY144" fmla="*/ 5042708 h 5274332"/>
              <a:gd name="connsiteX145" fmla="*/ 3960866 w 4641785"/>
              <a:gd name="connsiteY145" fmla="*/ 5039452 h 5274332"/>
              <a:gd name="connsiteX146" fmla="*/ 3957145 w 4641785"/>
              <a:gd name="connsiteY146" fmla="*/ 5035266 h 5274332"/>
              <a:gd name="connsiteX147" fmla="*/ 3954819 w 4641785"/>
              <a:gd name="connsiteY147" fmla="*/ 5031080 h 5274332"/>
              <a:gd name="connsiteX148" fmla="*/ 3954819 w 4641785"/>
              <a:gd name="connsiteY148" fmla="*/ 5025499 h 5274332"/>
              <a:gd name="connsiteX149" fmla="*/ 3956215 w 4641785"/>
              <a:gd name="connsiteY149" fmla="*/ 5020383 h 5274332"/>
              <a:gd name="connsiteX150" fmla="*/ 1420908 w 4641785"/>
              <a:gd name="connsiteY150" fmla="*/ 5013871 h 5274332"/>
              <a:gd name="connsiteX151" fmla="*/ 1420910 w 4641785"/>
              <a:gd name="connsiteY151" fmla="*/ 5013873 h 5274332"/>
              <a:gd name="connsiteX152" fmla="*/ 1424163 w 4641785"/>
              <a:gd name="connsiteY152" fmla="*/ 5014337 h 5274332"/>
              <a:gd name="connsiteX153" fmla="*/ 1424164 w 4641785"/>
              <a:gd name="connsiteY153" fmla="*/ 5014337 h 5274332"/>
              <a:gd name="connsiteX154" fmla="*/ 1428349 w 4641785"/>
              <a:gd name="connsiteY154" fmla="*/ 5009221 h 5274332"/>
              <a:gd name="connsiteX155" fmla="*/ 1425398 w 4641785"/>
              <a:gd name="connsiteY155" fmla="*/ 5012828 h 5274332"/>
              <a:gd name="connsiteX156" fmla="*/ 1428349 w 4641785"/>
              <a:gd name="connsiteY156" fmla="*/ 5009222 h 5274332"/>
              <a:gd name="connsiteX157" fmla="*/ 1433000 w 4641785"/>
              <a:gd name="connsiteY157" fmla="*/ 5004569 h 5274332"/>
              <a:gd name="connsiteX158" fmla="*/ 1429745 w 4641785"/>
              <a:gd name="connsiteY158" fmla="*/ 5005034 h 5274332"/>
              <a:gd name="connsiteX159" fmla="*/ 1429745 w 4641785"/>
              <a:gd name="connsiteY159" fmla="*/ 5005035 h 5274332"/>
              <a:gd name="connsiteX160" fmla="*/ 1433000 w 4641785"/>
              <a:gd name="connsiteY160" fmla="*/ 5004571 h 5274332"/>
              <a:gd name="connsiteX161" fmla="*/ 3947843 w 4641785"/>
              <a:gd name="connsiteY161" fmla="*/ 4998988 h 5274332"/>
              <a:gd name="connsiteX162" fmla="*/ 3949704 w 4641785"/>
              <a:gd name="connsiteY162" fmla="*/ 5000848 h 5274332"/>
              <a:gd name="connsiteX163" fmla="*/ 3949238 w 4641785"/>
              <a:gd name="connsiteY163" fmla="*/ 5004569 h 5274332"/>
              <a:gd name="connsiteX164" fmla="*/ 3946448 w 4641785"/>
              <a:gd name="connsiteY164" fmla="*/ 5002243 h 5274332"/>
              <a:gd name="connsiteX165" fmla="*/ 1432535 w 4641785"/>
              <a:gd name="connsiteY165" fmla="*/ 4993872 h 5274332"/>
              <a:gd name="connsiteX166" fmla="*/ 1429745 w 4641785"/>
              <a:gd name="connsiteY166" fmla="*/ 4996663 h 5274332"/>
              <a:gd name="connsiteX167" fmla="*/ 1429745 w 4641785"/>
              <a:gd name="connsiteY167" fmla="*/ 4996663 h 5274332"/>
              <a:gd name="connsiteX168" fmla="*/ 1432535 w 4641785"/>
              <a:gd name="connsiteY168" fmla="*/ 4993872 h 5274332"/>
              <a:gd name="connsiteX169" fmla="*/ 1434861 w 4641785"/>
              <a:gd name="connsiteY169" fmla="*/ 4996198 h 5274332"/>
              <a:gd name="connsiteX170" fmla="*/ 1439046 w 4641785"/>
              <a:gd name="connsiteY170" fmla="*/ 4994338 h 5274332"/>
              <a:gd name="connsiteX171" fmla="*/ 1439047 w 4641785"/>
              <a:gd name="connsiteY171" fmla="*/ 4994338 h 5274332"/>
              <a:gd name="connsiteX172" fmla="*/ 1434861 w 4641785"/>
              <a:gd name="connsiteY172" fmla="*/ 4996197 h 5274332"/>
              <a:gd name="connsiteX173" fmla="*/ 1441837 w 4641785"/>
              <a:gd name="connsiteY173" fmla="*/ 4988756 h 5274332"/>
              <a:gd name="connsiteX174" fmla="*/ 1440117 w 4641785"/>
              <a:gd name="connsiteY174" fmla="*/ 4992197 h 5274332"/>
              <a:gd name="connsiteX175" fmla="*/ 1441838 w 4641785"/>
              <a:gd name="connsiteY175" fmla="*/ 4988757 h 5274332"/>
              <a:gd name="connsiteX176" fmla="*/ 4039005 w 4641785"/>
              <a:gd name="connsiteY176" fmla="*/ 4982709 h 5274332"/>
              <a:gd name="connsiteX177" fmla="*/ 4039935 w 4641785"/>
              <a:gd name="connsiteY177" fmla="*/ 4989686 h 5274332"/>
              <a:gd name="connsiteX178" fmla="*/ 4041795 w 4641785"/>
              <a:gd name="connsiteY178" fmla="*/ 4990616 h 5274332"/>
              <a:gd name="connsiteX179" fmla="*/ 4043191 w 4641785"/>
              <a:gd name="connsiteY179" fmla="*/ 4999918 h 5274332"/>
              <a:gd name="connsiteX180" fmla="*/ 4040400 w 4641785"/>
              <a:gd name="connsiteY180" fmla="*/ 4999918 h 5274332"/>
              <a:gd name="connsiteX181" fmla="*/ 4040400 w 4641785"/>
              <a:gd name="connsiteY181" fmla="*/ 4992011 h 5274332"/>
              <a:gd name="connsiteX182" fmla="*/ 4038074 w 4641785"/>
              <a:gd name="connsiteY182" fmla="*/ 4987360 h 5274332"/>
              <a:gd name="connsiteX183" fmla="*/ 1433966 w 4641785"/>
              <a:gd name="connsiteY183" fmla="*/ 4949905 h 5274332"/>
              <a:gd name="connsiteX184" fmla="*/ 1433931 w 4641785"/>
              <a:gd name="connsiteY184" fmla="*/ 4950152 h 5274332"/>
              <a:gd name="connsiteX185" fmla="*/ 1427884 w 4641785"/>
              <a:gd name="connsiteY185" fmla="*/ 4956663 h 5274332"/>
              <a:gd name="connsiteX186" fmla="*/ 1424164 w 4641785"/>
              <a:gd name="connsiteY186" fmla="*/ 4956198 h 5274332"/>
              <a:gd name="connsiteX187" fmla="*/ 1424164 w 4641785"/>
              <a:gd name="connsiteY187" fmla="*/ 4956199 h 5274332"/>
              <a:gd name="connsiteX188" fmla="*/ 1427884 w 4641785"/>
              <a:gd name="connsiteY188" fmla="*/ 4956663 h 5274332"/>
              <a:gd name="connsiteX189" fmla="*/ 1433931 w 4641785"/>
              <a:gd name="connsiteY189" fmla="*/ 4950152 h 5274332"/>
              <a:gd name="connsiteX190" fmla="*/ 1424628 w 4641785"/>
              <a:gd name="connsiteY190" fmla="*/ 4917594 h 5274332"/>
              <a:gd name="connsiteX191" fmla="*/ 1424809 w 4641785"/>
              <a:gd name="connsiteY191" fmla="*/ 4918137 h 5274332"/>
              <a:gd name="connsiteX192" fmla="*/ 1424629 w 4641785"/>
              <a:gd name="connsiteY192" fmla="*/ 4917595 h 5274332"/>
              <a:gd name="connsiteX193" fmla="*/ 1428349 w 4641785"/>
              <a:gd name="connsiteY193" fmla="*/ 4906896 h 5274332"/>
              <a:gd name="connsiteX194" fmla="*/ 1424164 w 4641785"/>
              <a:gd name="connsiteY194" fmla="*/ 4908292 h 5274332"/>
              <a:gd name="connsiteX195" fmla="*/ 1420966 w 4641785"/>
              <a:gd name="connsiteY195" fmla="*/ 4911889 h 5274332"/>
              <a:gd name="connsiteX196" fmla="*/ 1424163 w 4641785"/>
              <a:gd name="connsiteY196" fmla="*/ 4908293 h 5274332"/>
              <a:gd name="connsiteX197" fmla="*/ 1428349 w 4641785"/>
              <a:gd name="connsiteY197" fmla="*/ 4906897 h 5274332"/>
              <a:gd name="connsiteX198" fmla="*/ 1430210 w 4641785"/>
              <a:gd name="connsiteY198" fmla="*/ 4903641 h 5274332"/>
              <a:gd name="connsiteX199" fmla="*/ 1429386 w 4641785"/>
              <a:gd name="connsiteY199" fmla="*/ 4905084 h 5274332"/>
              <a:gd name="connsiteX200" fmla="*/ 1430210 w 4641785"/>
              <a:gd name="connsiteY200" fmla="*/ 4903642 h 5274332"/>
              <a:gd name="connsiteX201" fmla="*/ 1439512 w 4641785"/>
              <a:gd name="connsiteY201" fmla="*/ 4891083 h 5274332"/>
              <a:gd name="connsiteX202" fmla="*/ 1436721 w 4641785"/>
              <a:gd name="connsiteY202" fmla="*/ 4895268 h 5274332"/>
              <a:gd name="connsiteX203" fmla="*/ 1433466 w 4641785"/>
              <a:gd name="connsiteY203" fmla="*/ 4897129 h 5274332"/>
              <a:gd name="connsiteX204" fmla="*/ 1430675 w 4641785"/>
              <a:gd name="connsiteY204" fmla="*/ 4899919 h 5274332"/>
              <a:gd name="connsiteX205" fmla="*/ 1430492 w 4641785"/>
              <a:gd name="connsiteY205" fmla="*/ 4901385 h 5274332"/>
              <a:gd name="connsiteX206" fmla="*/ 1430675 w 4641785"/>
              <a:gd name="connsiteY206" fmla="*/ 4899921 h 5274332"/>
              <a:gd name="connsiteX207" fmla="*/ 1433465 w 4641785"/>
              <a:gd name="connsiteY207" fmla="*/ 4897130 h 5274332"/>
              <a:gd name="connsiteX208" fmla="*/ 1436721 w 4641785"/>
              <a:gd name="connsiteY208" fmla="*/ 4895270 h 5274332"/>
              <a:gd name="connsiteX209" fmla="*/ 1439512 w 4641785"/>
              <a:gd name="connsiteY209" fmla="*/ 4891083 h 5274332"/>
              <a:gd name="connsiteX210" fmla="*/ 1441838 w 4641785"/>
              <a:gd name="connsiteY210" fmla="*/ 4880386 h 5274332"/>
              <a:gd name="connsiteX211" fmla="*/ 1439512 w 4641785"/>
              <a:gd name="connsiteY211" fmla="*/ 4883641 h 5274332"/>
              <a:gd name="connsiteX212" fmla="*/ 1439512 w 4641785"/>
              <a:gd name="connsiteY212" fmla="*/ 4883642 h 5274332"/>
              <a:gd name="connsiteX213" fmla="*/ 1441838 w 4641785"/>
              <a:gd name="connsiteY213" fmla="*/ 4880386 h 5274332"/>
              <a:gd name="connsiteX214" fmla="*/ 3907378 w 4641785"/>
              <a:gd name="connsiteY214" fmla="*/ 4874803 h 5274332"/>
              <a:gd name="connsiteX215" fmla="*/ 3911564 w 4641785"/>
              <a:gd name="connsiteY215" fmla="*/ 4878990 h 5274332"/>
              <a:gd name="connsiteX216" fmla="*/ 3914355 w 4641785"/>
              <a:gd name="connsiteY216" fmla="*/ 4887827 h 5274332"/>
              <a:gd name="connsiteX217" fmla="*/ 3912959 w 4641785"/>
              <a:gd name="connsiteY217" fmla="*/ 4892013 h 5274332"/>
              <a:gd name="connsiteX218" fmla="*/ 3911100 w 4641785"/>
              <a:gd name="connsiteY218" fmla="*/ 4894339 h 5274332"/>
              <a:gd name="connsiteX219" fmla="*/ 3907378 w 4641785"/>
              <a:gd name="connsiteY219" fmla="*/ 4895268 h 5274332"/>
              <a:gd name="connsiteX220" fmla="*/ 3904123 w 4641785"/>
              <a:gd name="connsiteY220" fmla="*/ 4893873 h 5274332"/>
              <a:gd name="connsiteX221" fmla="*/ 3898542 w 4641785"/>
              <a:gd name="connsiteY221" fmla="*/ 4894339 h 5274332"/>
              <a:gd name="connsiteX222" fmla="*/ 3896681 w 4641785"/>
              <a:gd name="connsiteY222" fmla="*/ 4890617 h 5274332"/>
              <a:gd name="connsiteX223" fmla="*/ 3896681 w 4641785"/>
              <a:gd name="connsiteY223" fmla="*/ 4879920 h 5274332"/>
              <a:gd name="connsiteX224" fmla="*/ 3903657 w 4641785"/>
              <a:gd name="connsiteY224" fmla="*/ 4879455 h 5274332"/>
              <a:gd name="connsiteX225" fmla="*/ 1445093 w 4641785"/>
              <a:gd name="connsiteY225" fmla="*/ 4864572 h 5274332"/>
              <a:gd name="connsiteX226" fmla="*/ 1441838 w 4641785"/>
              <a:gd name="connsiteY226" fmla="*/ 4867362 h 5274332"/>
              <a:gd name="connsiteX227" fmla="*/ 1441838 w 4641785"/>
              <a:gd name="connsiteY227" fmla="*/ 4867363 h 5274332"/>
              <a:gd name="connsiteX228" fmla="*/ 1445093 w 4641785"/>
              <a:gd name="connsiteY228" fmla="*/ 4864573 h 5274332"/>
              <a:gd name="connsiteX229" fmla="*/ 1766948 w 4641785"/>
              <a:gd name="connsiteY229" fmla="*/ 4861317 h 5274332"/>
              <a:gd name="connsiteX230" fmla="*/ 1770670 w 4641785"/>
              <a:gd name="connsiteY230" fmla="*/ 4864107 h 5274332"/>
              <a:gd name="connsiteX231" fmla="*/ 1767414 w 4641785"/>
              <a:gd name="connsiteY231" fmla="*/ 4868293 h 5274332"/>
              <a:gd name="connsiteX232" fmla="*/ 1769274 w 4641785"/>
              <a:gd name="connsiteY232" fmla="*/ 4872479 h 5274332"/>
              <a:gd name="connsiteX233" fmla="*/ 1776716 w 4641785"/>
              <a:gd name="connsiteY233" fmla="*/ 4878990 h 5274332"/>
              <a:gd name="connsiteX234" fmla="*/ 1776251 w 4641785"/>
              <a:gd name="connsiteY234" fmla="*/ 4881316 h 5274332"/>
              <a:gd name="connsiteX235" fmla="*/ 1768344 w 4641785"/>
              <a:gd name="connsiteY235" fmla="*/ 4876200 h 5274332"/>
              <a:gd name="connsiteX236" fmla="*/ 1761367 w 4641785"/>
              <a:gd name="connsiteY236" fmla="*/ 4873409 h 5274332"/>
              <a:gd name="connsiteX237" fmla="*/ 1752530 w 4641785"/>
              <a:gd name="connsiteY237" fmla="*/ 4871084 h 5274332"/>
              <a:gd name="connsiteX238" fmla="*/ 1749739 w 4641785"/>
              <a:gd name="connsiteY238" fmla="*/ 4869224 h 5274332"/>
              <a:gd name="connsiteX239" fmla="*/ 1752530 w 4641785"/>
              <a:gd name="connsiteY239" fmla="*/ 4867363 h 5274332"/>
              <a:gd name="connsiteX240" fmla="*/ 1759971 w 4641785"/>
              <a:gd name="connsiteY240" fmla="*/ 4866898 h 5274332"/>
              <a:gd name="connsiteX241" fmla="*/ 1763227 w 4641785"/>
              <a:gd name="connsiteY241" fmla="*/ 4862712 h 5274332"/>
              <a:gd name="connsiteX242" fmla="*/ 1450675 w 4641785"/>
              <a:gd name="connsiteY242" fmla="*/ 4857595 h 5274332"/>
              <a:gd name="connsiteX243" fmla="*/ 1446589 w 4641785"/>
              <a:gd name="connsiteY243" fmla="*/ 4862703 h 5274332"/>
              <a:gd name="connsiteX244" fmla="*/ 1450675 w 4641785"/>
              <a:gd name="connsiteY244" fmla="*/ 4857595 h 5274332"/>
              <a:gd name="connsiteX245" fmla="*/ 1451395 w 4641785"/>
              <a:gd name="connsiteY245" fmla="*/ 4847318 h 5274332"/>
              <a:gd name="connsiteX246" fmla="*/ 1450675 w 4641785"/>
              <a:gd name="connsiteY246" fmla="*/ 4848758 h 5274332"/>
              <a:gd name="connsiteX247" fmla="*/ 1450675 w 4641785"/>
              <a:gd name="connsiteY247" fmla="*/ 4848759 h 5274332"/>
              <a:gd name="connsiteX248" fmla="*/ 1460152 w 4641785"/>
              <a:gd name="connsiteY248" fmla="*/ 4840200 h 5274332"/>
              <a:gd name="connsiteX249" fmla="*/ 1458582 w 4641785"/>
              <a:gd name="connsiteY249" fmla="*/ 4842711 h 5274332"/>
              <a:gd name="connsiteX250" fmla="*/ 1455326 w 4641785"/>
              <a:gd name="connsiteY250" fmla="*/ 4841781 h 5274332"/>
              <a:gd name="connsiteX251" fmla="*/ 1453461 w 4641785"/>
              <a:gd name="connsiteY251" fmla="*/ 4843957 h 5274332"/>
              <a:gd name="connsiteX252" fmla="*/ 1455326 w 4641785"/>
              <a:gd name="connsiteY252" fmla="*/ 4841782 h 5274332"/>
              <a:gd name="connsiteX253" fmla="*/ 1458582 w 4641785"/>
              <a:gd name="connsiteY253" fmla="*/ 4842712 h 5274332"/>
              <a:gd name="connsiteX254" fmla="*/ 1462767 w 4641785"/>
              <a:gd name="connsiteY254" fmla="*/ 4834341 h 5274332"/>
              <a:gd name="connsiteX255" fmla="*/ 1461886 w 4641785"/>
              <a:gd name="connsiteY255" fmla="*/ 4836544 h 5274332"/>
              <a:gd name="connsiteX256" fmla="*/ 1462767 w 4641785"/>
              <a:gd name="connsiteY256" fmla="*/ 4834341 h 5274332"/>
              <a:gd name="connsiteX257" fmla="*/ 1310212 w 4641785"/>
              <a:gd name="connsiteY257" fmla="*/ 4825502 h 5274332"/>
              <a:gd name="connsiteX258" fmla="*/ 1314398 w 4641785"/>
              <a:gd name="connsiteY258" fmla="*/ 4826898 h 5274332"/>
              <a:gd name="connsiteX259" fmla="*/ 1314398 w 4641785"/>
              <a:gd name="connsiteY259" fmla="*/ 4828757 h 5274332"/>
              <a:gd name="connsiteX260" fmla="*/ 1309747 w 4641785"/>
              <a:gd name="connsiteY260" fmla="*/ 4829224 h 5274332"/>
              <a:gd name="connsiteX261" fmla="*/ 1309747 w 4641785"/>
              <a:gd name="connsiteY261" fmla="*/ 4825502 h 5274332"/>
              <a:gd name="connsiteX262" fmla="*/ 1309747 w 4641785"/>
              <a:gd name="connsiteY262" fmla="*/ 4829224 h 5274332"/>
              <a:gd name="connsiteX263" fmla="*/ 1305561 w 4641785"/>
              <a:gd name="connsiteY263" fmla="*/ 4829224 h 5274332"/>
              <a:gd name="connsiteX264" fmla="*/ 1305095 w 4641785"/>
              <a:gd name="connsiteY264" fmla="*/ 4826898 h 5274332"/>
              <a:gd name="connsiteX265" fmla="*/ 1306491 w 4641785"/>
              <a:gd name="connsiteY265" fmla="*/ 4823642 h 5274332"/>
              <a:gd name="connsiteX266" fmla="*/ 1308351 w 4641785"/>
              <a:gd name="connsiteY266" fmla="*/ 4825502 h 5274332"/>
              <a:gd name="connsiteX267" fmla="*/ 1301840 w 4641785"/>
              <a:gd name="connsiteY267" fmla="*/ 4828293 h 5274332"/>
              <a:gd name="connsiteX268" fmla="*/ 1301374 w 4641785"/>
              <a:gd name="connsiteY268" fmla="*/ 4826898 h 5274332"/>
              <a:gd name="connsiteX269" fmla="*/ 1427832 w 4641785"/>
              <a:gd name="connsiteY269" fmla="*/ 4808242 h 5274332"/>
              <a:gd name="connsiteX270" fmla="*/ 1426024 w 4641785"/>
              <a:gd name="connsiteY270" fmla="*/ 4809688 h 5274332"/>
              <a:gd name="connsiteX271" fmla="*/ 1424783 w 4641785"/>
              <a:gd name="connsiteY271" fmla="*/ 4814965 h 5274332"/>
              <a:gd name="connsiteX272" fmla="*/ 1426024 w 4641785"/>
              <a:gd name="connsiteY272" fmla="*/ 4809689 h 5274332"/>
              <a:gd name="connsiteX273" fmla="*/ 1432613 w 4641785"/>
              <a:gd name="connsiteY273" fmla="*/ 4797597 h 5274332"/>
              <a:gd name="connsiteX274" fmla="*/ 1432535 w 4641785"/>
              <a:gd name="connsiteY274" fmla="*/ 4798061 h 5274332"/>
              <a:gd name="connsiteX275" fmla="*/ 1429745 w 4641785"/>
              <a:gd name="connsiteY275" fmla="*/ 4798991 h 5274332"/>
              <a:gd name="connsiteX276" fmla="*/ 1429745 w 4641785"/>
              <a:gd name="connsiteY276" fmla="*/ 4798992 h 5274332"/>
              <a:gd name="connsiteX277" fmla="*/ 1432535 w 4641785"/>
              <a:gd name="connsiteY277" fmla="*/ 4798062 h 5274332"/>
              <a:gd name="connsiteX278" fmla="*/ 1436721 w 4641785"/>
              <a:gd name="connsiteY278" fmla="*/ 4787364 h 5274332"/>
              <a:gd name="connsiteX279" fmla="*/ 1433001 w 4641785"/>
              <a:gd name="connsiteY279" fmla="*/ 4788759 h 5274332"/>
              <a:gd name="connsiteX280" fmla="*/ 1433001 w 4641785"/>
              <a:gd name="connsiteY280" fmla="*/ 4788759 h 5274332"/>
              <a:gd name="connsiteX281" fmla="*/ 1436721 w 4641785"/>
              <a:gd name="connsiteY281" fmla="*/ 4787364 h 5274332"/>
              <a:gd name="connsiteX282" fmla="*/ 1296259 w 4641785"/>
              <a:gd name="connsiteY282" fmla="*/ 4773410 h 5274332"/>
              <a:gd name="connsiteX283" fmla="*/ 1299049 w 4641785"/>
              <a:gd name="connsiteY283" fmla="*/ 4776201 h 5274332"/>
              <a:gd name="connsiteX284" fmla="*/ 1299979 w 4641785"/>
              <a:gd name="connsiteY284" fmla="*/ 4779921 h 5274332"/>
              <a:gd name="connsiteX285" fmla="*/ 1296259 w 4641785"/>
              <a:gd name="connsiteY285" fmla="*/ 4778991 h 5274332"/>
              <a:gd name="connsiteX286" fmla="*/ 1434279 w 4641785"/>
              <a:gd name="connsiteY286" fmla="*/ 4766473 h 5274332"/>
              <a:gd name="connsiteX287" fmla="*/ 1432070 w 4641785"/>
              <a:gd name="connsiteY287" fmla="*/ 4770154 h 5274332"/>
              <a:gd name="connsiteX288" fmla="*/ 1431140 w 4641785"/>
              <a:gd name="connsiteY288" fmla="*/ 4774805 h 5274332"/>
              <a:gd name="connsiteX289" fmla="*/ 1431141 w 4641785"/>
              <a:gd name="connsiteY289" fmla="*/ 4774805 h 5274332"/>
              <a:gd name="connsiteX290" fmla="*/ 1432070 w 4641785"/>
              <a:gd name="connsiteY290" fmla="*/ 4770155 h 5274332"/>
              <a:gd name="connsiteX291" fmla="*/ 1441372 w 4641785"/>
              <a:gd name="connsiteY291" fmla="*/ 4758992 h 5274332"/>
              <a:gd name="connsiteX292" fmla="*/ 1434861 w 4641785"/>
              <a:gd name="connsiteY292" fmla="*/ 4765503 h 5274332"/>
              <a:gd name="connsiteX293" fmla="*/ 1441372 w 4641785"/>
              <a:gd name="connsiteY293" fmla="*/ 4758992 h 5274332"/>
              <a:gd name="connsiteX294" fmla="*/ 1282305 w 4641785"/>
              <a:gd name="connsiteY294" fmla="*/ 4758062 h 5274332"/>
              <a:gd name="connsiteX295" fmla="*/ 1284630 w 4641785"/>
              <a:gd name="connsiteY295" fmla="*/ 4758526 h 5274332"/>
              <a:gd name="connsiteX296" fmla="*/ 1286956 w 4641785"/>
              <a:gd name="connsiteY296" fmla="*/ 4763177 h 5274332"/>
              <a:gd name="connsiteX297" fmla="*/ 1283235 w 4641785"/>
              <a:gd name="connsiteY297" fmla="*/ 4762713 h 5274332"/>
              <a:gd name="connsiteX298" fmla="*/ 1438719 w 4641785"/>
              <a:gd name="connsiteY298" fmla="*/ 4751057 h 5274332"/>
              <a:gd name="connsiteX299" fmla="*/ 1437652 w 4641785"/>
              <a:gd name="connsiteY299" fmla="*/ 4752480 h 5274332"/>
              <a:gd name="connsiteX300" fmla="*/ 1437652 w 4641785"/>
              <a:gd name="connsiteY300" fmla="*/ 4752480 h 5274332"/>
              <a:gd name="connsiteX301" fmla="*/ 1279049 w 4641785"/>
              <a:gd name="connsiteY301" fmla="*/ 4750620 h 5274332"/>
              <a:gd name="connsiteX302" fmla="*/ 1280910 w 4641785"/>
              <a:gd name="connsiteY302" fmla="*/ 4752015 h 5274332"/>
              <a:gd name="connsiteX303" fmla="*/ 1281840 w 4641785"/>
              <a:gd name="connsiteY303" fmla="*/ 4756201 h 5274332"/>
              <a:gd name="connsiteX304" fmla="*/ 1279979 w 4641785"/>
              <a:gd name="connsiteY304" fmla="*/ 4757131 h 5274332"/>
              <a:gd name="connsiteX305" fmla="*/ 1436257 w 4641785"/>
              <a:gd name="connsiteY305" fmla="*/ 4733875 h 5274332"/>
              <a:gd name="connsiteX306" fmla="*/ 1429745 w 4641785"/>
              <a:gd name="connsiteY306" fmla="*/ 4737596 h 5274332"/>
              <a:gd name="connsiteX307" fmla="*/ 1429745 w 4641785"/>
              <a:gd name="connsiteY307" fmla="*/ 4737597 h 5274332"/>
              <a:gd name="connsiteX308" fmla="*/ 1436256 w 4641785"/>
              <a:gd name="connsiteY308" fmla="*/ 4733877 h 5274332"/>
              <a:gd name="connsiteX309" fmla="*/ 1439977 w 4641785"/>
              <a:gd name="connsiteY309" fmla="*/ 4735272 h 5274332"/>
              <a:gd name="connsiteX310" fmla="*/ 1440334 w 4641785"/>
              <a:gd name="connsiteY310" fmla="*/ 4734201 h 5274332"/>
              <a:gd name="connsiteX311" fmla="*/ 1439977 w 4641785"/>
              <a:gd name="connsiteY311" fmla="*/ 4735271 h 5274332"/>
              <a:gd name="connsiteX312" fmla="*/ 1444163 w 4641785"/>
              <a:gd name="connsiteY312" fmla="*/ 4719923 h 5274332"/>
              <a:gd name="connsiteX313" fmla="*/ 1441838 w 4641785"/>
              <a:gd name="connsiteY313" fmla="*/ 4724108 h 5274332"/>
              <a:gd name="connsiteX314" fmla="*/ 1441636 w 4641785"/>
              <a:gd name="connsiteY314" fmla="*/ 4725017 h 5274332"/>
              <a:gd name="connsiteX315" fmla="*/ 1441838 w 4641785"/>
              <a:gd name="connsiteY315" fmla="*/ 4724109 h 5274332"/>
              <a:gd name="connsiteX316" fmla="*/ 1382179 w 4641785"/>
              <a:gd name="connsiteY316" fmla="*/ 4714164 h 5274332"/>
              <a:gd name="connsiteX317" fmla="*/ 1382768 w 4641785"/>
              <a:gd name="connsiteY317" fmla="*/ 4715737 h 5274332"/>
              <a:gd name="connsiteX318" fmla="*/ 1382769 w 4641785"/>
              <a:gd name="connsiteY318" fmla="*/ 4715737 h 5274332"/>
              <a:gd name="connsiteX319" fmla="*/ 1406955 w 4641785"/>
              <a:gd name="connsiteY319" fmla="*/ 4708760 h 5274332"/>
              <a:gd name="connsiteX320" fmla="*/ 1406954 w 4641785"/>
              <a:gd name="connsiteY320" fmla="*/ 4708761 h 5274332"/>
              <a:gd name="connsiteX321" fmla="*/ 1405559 w 4641785"/>
              <a:gd name="connsiteY321" fmla="*/ 4712946 h 5274332"/>
              <a:gd name="connsiteX322" fmla="*/ 1405559 w 4641785"/>
              <a:gd name="connsiteY322" fmla="*/ 4712946 h 5274332"/>
              <a:gd name="connsiteX323" fmla="*/ 1373931 w 4641785"/>
              <a:gd name="connsiteY323" fmla="*/ 4695272 h 5274332"/>
              <a:gd name="connsiteX324" fmla="*/ 1372071 w 4641785"/>
              <a:gd name="connsiteY324" fmla="*/ 4698528 h 5274332"/>
              <a:gd name="connsiteX325" fmla="*/ 1371542 w 4641785"/>
              <a:gd name="connsiteY325" fmla="*/ 4702498 h 5274332"/>
              <a:gd name="connsiteX326" fmla="*/ 1372071 w 4641785"/>
              <a:gd name="connsiteY326" fmla="*/ 4698528 h 5274332"/>
              <a:gd name="connsiteX327" fmla="*/ 1373932 w 4641785"/>
              <a:gd name="connsiteY327" fmla="*/ 4695273 h 5274332"/>
              <a:gd name="connsiteX328" fmla="*/ 1370727 w 4641785"/>
              <a:gd name="connsiteY328" fmla="*/ 4681334 h 5274332"/>
              <a:gd name="connsiteX329" fmla="*/ 1370676 w 4641785"/>
              <a:gd name="connsiteY329" fmla="*/ 4682248 h 5274332"/>
              <a:gd name="connsiteX330" fmla="*/ 1368815 w 4641785"/>
              <a:gd name="connsiteY330" fmla="*/ 4685970 h 5274332"/>
              <a:gd name="connsiteX331" fmla="*/ 1370676 w 4641785"/>
              <a:gd name="connsiteY331" fmla="*/ 4682249 h 5274332"/>
              <a:gd name="connsiteX332" fmla="*/ 1379513 w 4641785"/>
              <a:gd name="connsiteY332" fmla="*/ 4651551 h 5274332"/>
              <a:gd name="connsiteX333" fmla="*/ 1368815 w 4641785"/>
              <a:gd name="connsiteY333" fmla="*/ 4652017 h 5274332"/>
              <a:gd name="connsiteX334" fmla="*/ 1368632 w 4641785"/>
              <a:gd name="connsiteY334" fmla="*/ 4652750 h 5274332"/>
              <a:gd name="connsiteX335" fmla="*/ 1368815 w 4641785"/>
              <a:gd name="connsiteY335" fmla="*/ 4652017 h 5274332"/>
              <a:gd name="connsiteX336" fmla="*/ 1379513 w 4641785"/>
              <a:gd name="connsiteY336" fmla="*/ 4651552 h 5274332"/>
              <a:gd name="connsiteX337" fmla="*/ 1383234 w 4641785"/>
              <a:gd name="connsiteY337" fmla="*/ 4628762 h 5274332"/>
              <a:gd name="connsiteX338" fmla="*/ 1382768 w 4641785"/>
              <a:gd name="connsiteY338" fmla="*/ 4632017 h 5274332"/>
              <a:gd name="connsiteX339" fmla="*/ 1379978 w 4641785"/>
              <a:gd name="connsiteY339" fmla="*/ 4638993 h 5274332"/>
              <a:gd name="connsiteX340" fmla="*/ 1376722 w 4641785"/>
              <a:gd name="connsiteY340" fmla="*/ 4644575 h 5274332"/>
              <a:gd name="connsiteX341" fmla="*/ 1376723 w 4641785"/>
              <a:gd name="connsiteY341" fmla="*/ 4644575 h 5274332"/>
              <a:gd name="connsiteX342" fmla="*/ 1379978 w 4641785"/>
              <a:gd name="connsiteY342" fmla="*/ 4638995 h 5274332"/>
              <a:gd name="connsiteX343" fmla="*/ 1382769 w 4641785"/>
              <a:gd name="connsiteY343" fmla="*/ 4632018 h 5274332"/>
              <a:gd name="connsiteX344" fmla="*/ 1846482 w 4641785"/>
              <a:gd name="connsiteY344" fmla="*/ 4621785 h 5274332"/>
              <a:gd name="connsiteX345" fmla="*/ 1846482 w 4641785"/>
              <a:gd name="connsiteY345" fmla="*/ 4621785 h 5274332"/>
              <a:gd name="connsiteX346" fmla="*/ 1849786 w 4641785"/>
              <a:gd name="connsiteY346" fmla="*/ 4622198 h 5274332"/>
              <a:gd name="connsiteX347" fmla="*/ 1374862 w 4641785"/>
              <a:gd name="connsiteY347" fmla="*/ 4619460 h 5274332"/>
              <a:gd name="connsiteX348" fmla="*/ 1373932 w 4641785"/>
              <a:gd name="connsiteY348" fmla="*/ 4621319 h 5274332"/>
              <a:gd name="connsiteX349" fmla="*/ 1373932 w 4641785"/>
              <a:gd name="connsiteY349" fmla="*/ 4621320 h 5274332"/>
              <a:gd name="connsiteX350" fmla="*/ 1842684 w 4641785"/>
              <a:gd name="connsiteY350" fmla="*/ 4613725 h 5274332"/>
              <a:gd name="connsiteX351" fmla="*/ 1842761 w 4641785"/>
              <a:gd name="connsiteY351" fmla="*/ 4613879 h 5274332"/>
              <a:gd name="connsiteX352" fmla="*/ 1845551 w 4641785"/>
              <a:gd name="connsiteY352" fmla="*/ 4615273 h 5274332"/>
              <a:gd name="connsiteX353" fmla="*/ 1842761 w 4641785"/>
              <a:gd name="connsiteY353" fmla="*/ 4613878 h 5274332"/>
              <a:gd name="connsiteX354" fmla="*/ 1840954 w 4641785"/>
              <a:gd name="connsiteY354" fmla="*/ 4611726 h 5274332"/>
              <a:gd name="connsiteX355" fmla="*/ 1841831 w 4641785"/>
              <a:gd name="connsiteY355" fmla="*/ 4612018 h 5274332"/>
              <a:gd name="connsiteX356" fmla="*/ 1841830 w 4641785"/>
              <a:gd name="connsiteY356" fmla="*/ 4612017 h 5274332"/>
              <a:gd name="connsiteX357" fmla="*/ 1839230 w 4641785"/>
              <a:gd name="connsiteY357" fmla="*/ 4610062 h 5274332"/>
              <a:gd name="connsiteX358" fmla="*/ 1838110 w 4641785"/>
              <a:gd name="connsiteY358" fmla="*/ 4610622 h 5274332"/>
              <a:gd name="connsiteX359" fmla="*/ 1837810 w 4641785"/>
              <a:gd name="connsiteY359" fmla="*/ 4610472 h 5274332"/>
              <a:gd name="connsiteX360" fmla="*/ 1838110 w 4641785"/>
              <a:gd name="connsiteY360" fmla="*/ 4610623 h 5274332"/>
              <a:gd name="connsiteX361" fmla="*/ 3864123 w 4641785"/>
              <a:gd name="connsiteY361" fmla="*/ 4608297 h 5274332"/>
              <a:gd name="connsiteX362" fmla="*/ 3871100 w 4641785"/>
              <a:gd name="connsiteY362" fmla="*/ 4613878 h 5274332"/>
              <a:gd name="connsiteX363" fmla="*/ 3871566 w 4641785"/>
              <a:gd name="connsiteY363" fmla="*/ 4622250 h 5274332"/>
              <a:gd name="connsiteX364" fmla="*/ 3875751 w 4641785"/>
              <a:gd name="connsiteY364" fmla="*/ 4625970 h 5274332"/>
              <a:gd name="connsiteX365" fmla="*/ 3874821 w 4641785"/>
              <a:gd name="connsiteY365" fmla="*/ 4633412 h 5274332"/>
              <a:gd name="connsiteX366" fmla="*/ 3877147 w 4641785"/>
              <a:gd name="connsiteY366" fmla="*/ 4638994 h 5274332"/>
              <a:gd name="connsiteX367" fmla="*/ 3877147 w 4641785"/>
              <a:gd name="connsiteY367" fmla="*/ 4642714 h 5274332"/>
              <a:gd name="connsiteX368" fmla="*/ 3873891 w 4641785"/>
              <a:gd name="connsiteY368" fmla="*/ 4645040 h 5274332"/>
              <a:gd name="connsiteX369" fmla="*/ 3874356 w 4641785"/>
              <a:gd name="connsiteY369" fmla="*/ 4646900 h 5274332"/>
              <a:gd name="connsiteX370" fmla="*/ 3870170 w 4641785"/>
              <a:gd name="connsiteY370" fmla="*/ 4650156 h 5274332"/>
              <a:gd name="connsiteX371" fmla="*/ 3867844 w 4641785"/>
              <a:gd name="connsiteY371" fmla="*/ 4653877 h 5274332"/>
              <a:gd name="connsiteX372" fmla="*/ 3868774 w 4641785"/>
              <a:gd name="connsiteY372" fmla="*/ 4657133 h 5274332"/>
              <a:gd name="connsiteX373" fmla="*/ 3872496 w 4641785"/>
              <a:gd name="connsiteY373" fmla="*/ 4659923 h 5274332"/>
              <a:gd name="connsiteX374" fmla="*/ 3866915 w 4641785"/>
              <a:gd name="connsiteY374" fmla="*/ 4667830 h 5274332"/>
              <a:gd name="connsiteX375" fmla="*/ 3866449 w 4641785"/>
              <a:gd name="connsiteY375" fmla="*/ 4669226 h 5274332"/>
              <a:gd name="connsiteX376" fmla="*/ 3861333 w 4641785"/>
              <a:gd name="connsiteY376" fmla="*/ 4670621 h 5274332"/>
              <a:gd name="connsiteX377" fmla="*/ 3855752 w 4641785"/>
              <a:gd name="connsiteY377" fmla="*/ 4666435 h 5274332"/>
              <a:gd name="connsiteX378" fmla="*/ 3851101 w 4641785"/>
              <a:gd name="connsiteY378" fmla="*/ 4664575 h 5274332"/>
              <a:gd name="connsiteX379" fmla="*/ 3848775 w 4641785"/>
              <a:gd name="connsiteY379" fmla="*/ 4665040 h 5274332"/>
              <a:gd name="connsiteX380" fmla="*/ 3845984 w 4641785"/>
              <a:gd name="connsiteY380" fmla="*/ 4667365 h 5274332"/>
              <a:gd name="connsiteX381" fmla="*/ 3843194 w 4641785"/>
              <a:gd name="connsiteY381" fmla="*/ 4665504 h 5274332"/>
              <a:gd name="connsiteX382" fmla="*/ 3847379 w 4641785"/>
              <a:gd name="connsiteY382" fmla="*/ 4658993 h 5274332"/>
              <a:gd name="connsiteX383" fmla="*/ 3849240 w 4641785"/>
              <a:gd name="connsiteY383" fmla="*/ 4653877 h 5274332"/>
              <a:gd name="connsiteX384" fmla="*/ 3846914 w 4641785"/>
              <a:gd name="connsiteY384" fmla="*/ 4648296 h 5274332"/>
              <a:gd name="connsiteX385" fmla="*/ 3845054 w 4641785"/>
              <a:gd name="connsiteY385" fmla="*/ 4645505 h 5274332"/>
              <a:gd name="connsiteX386" fmla="*/ 3842728 w 4641785"/>
              <a:gd name="connsiteY386" fmla="*/ 4645505 h 5274332"/>
              <a:gd name="connsiteX387" fmla="*/ 3843194 w 4641785"/>
              <a:gd name="connsiteY387" fmla="*/ 4637133 h 5274332"/>
              <a:gd name="connsiteX388" fmla="*/ 3841798 w 4641785"/>
              <a:gd name="connsiteY388" fmla="*/ 4626901 h 5274332"/>
              <a:gd name="connsiteX389" fmla="*/ 3845054 w 4641785"/>
              <a:gd name="connsiteY389" fmla="*/ 4627366 h 5274332"/>
              <a:gd name="connsiteX390" fmla="*/ 3847845 w 4641785"/>
              <a:gd name="connsiteY390" fmla="*/ 4625970 h 5274332"/>
              <a:gd name="connsiteX391" fmla="*/ 3850635 w 4641785"/>
              <a:gd name="connsiteY391" fmla="*/ 4620389 h 5274332"/>
              <a:gd name="connsiteX392" fmla="*/ 3855286 w 4641785"/>
              <a:gd name="connsiteY392" fmla="*/ 4616204 h 5274332"/>
              <a:gd name="connsiteX393" fmla="*/ 3854821 w 4641785"/>
              <a:gd name="connsiteY393" fmla="*/ 4614343 h 5274332"/>
              <a:gd name="connsiteX394" fmla="*/ 3858542 w 4641785"/>
              <a:gd name="connsiteY394" fmla="*/ 4612482 h 5274332"/>
              <a:gd name="connsiteX395" fmla="*/ 3860403 w 4641785"/>
              <a:gd name="connsiteY395" fmla="*/ 4609692 h 5274332"/>
              <a:gd name="connsiteX396" fmla="*/ 1832994 w 4641785"/>
              <a:gd name="connsiteY396" fmla="*/ 4607366 h 5274332"/>
              <a:gd name="connsiteX397" fmla="*/ 1832994 w 4641785"/>
              <a:gd name="connsiteY397" fmla="*/ 4607367 h 5274332"/>
              <a:gd name="connsiteX398" fmla="*/ 1835319 w 4641785"/>
              <a:gd name="connsiteY398" fmla="*/ 4607832 h 5274332"/>
              <a:gd name="connsiteX399" fmla="*/ 1835998 w 4641785"/>
              <a:gd name="connsiteY399" fmla="*/ 4608511 h 5274332"/>
              <a:gd name="connsiteX400" fmla="*/ 1835319 w 4641785"/>
              <a:gd name="connsiteY400" fmla="*/ 4607831 h 5274332"/>
              <a:gd name="connsiteX401" fmla="*/ 1832528 w 4641785"/>
              <a:gd name="connsiteY401" fmla="*/ 4606436 h 5274332"/>
              <a:gd name="connsiteX402" fmla="*/ 1831660 w 4641785"/>
              <a:gd name="connsiteY402" fmla="*/ 4606871 h 5274332"/>
              <a:gd name="connsiteX403" fmla="*/ 1832528 w 4641785"/>
              <a:gd name="connsiteY403" fmla="*/ 4606437 h 5274332"/>
              <a:gd name="connsiteX404" fmla="*/ 1829990 w 4641785"/>
              <a:gd name="connsiteY404" fmla="*/ 4605569 h 5274332"/>
              <a:gd name="connsiteX405" fmla="*/ 1831598 w 4641785"/>
              <a:gd name="connsiteY405" fmla="*/ 4605972 h 5274332"/>
              <a:gd name="connsiteX406" fmla="*/ 1831598 w 4641785"/>
              <a:gd name="connsiteY406" fmla="*/ 4605971 h 5274332"/>
              <a:gd name="connsiteX407" fmla="*/ 1829273 w 4641785"/>
              <a:gd name="connsiteY407" fmla="*/ 4604576 h 5274332"/>
              <a:gd name="connsiteX408" fmla="*/ 1829273 w 4641785"/>
              <a:gd name="connsiteY408" fmla="*/ 4604576 h 5274332"/>
              <a:gd name="connsiteX409" fmla="*/ 1830203 w 4641785"/>
              <a:gd name="connsiteY409" fmla="*/ 4604576 h 5274332"/>
              <a:gd name="connsiteX410" fmla="*/ 1830203 w 4641785"/>
              <a:gd name="connsiteY410" fmla="*/ 4604576 h 5274332"/>
              <a:gd name="connsiteX411" fmla="*/ 1830944 w 4641785"/>
              <a:gd name="connsiteY411" fmla="*/ 4601597 h 5274332"/>
              <a:gd name="connsiteX412" fmla="*/ 1831133 w 4641785"/>
              <a:gd name="connsiteY412" fmla="*/ 4601786 h 5274332"/>
              <a:gd name="connsiteX413" fmla="*/ 1832063 w 4641785"/>
              <a:gd name="connsiteY413" fmla="*/ 4602250 h 5274332"/>
              <a:gd name="connsiteX414" fmla="*/ 1829738 w 4641785"/>
              <a:gd name="connsiteY414" fmla="*/ 4604111 h 5274332"/>
              <a:gd name="connsiteX415" fmla="*/ 1829737 w 4641785"/>
              <a:gd name="connsiteY415" fmla="*/ 4604111 h 5274332"/>
              <a:gd name="connsiteX416" fmla="*/ 1832063 w 4641785"/>
              <a:gd name="connsiteY416" fmla="*/ 4602250 h 5274332"/>
              <a:gd name="connsiteX417" fmla="*/ 1831133 w 4641785"/>
              <a:gd name="connsiteY417" fmla="*/ 4601785 h 5274332"/>
              <a:gd name="connsiteX418" fmla="*/ 1831592 w 4641785"/>
              <a:gd name="connsiteY418" fmla="*/ 4599148 h 5274332"/>
              <a:gd name="connsiteX419" fmla="*/ 1832528 w 4641785"/>
              <a:gd name="connsiteY419" fmla="*/ 4599460 h 5274332"/>
              <a:gd name="connsiteX420" fmla="*/ 1834854 w 4641785"/>
              <a:gd name="connsiteY420" fmla="*/ 4600855 h 5274332"/>
              <a:gd name="connsiteX421" fmla="*/ 1834854 w 4641785"/>
              <a:gd name="connsiteY421" fmla="*/ 4600855 h 5274332"/>
              <a:gd name="connsiteX422" fmla="*/ 1832528 w 4641785"/>
              <a:gd name="connsiteY422" fmla="*/ 4599460 h 5274332"/>
              <a:gd name="connsiteX423" fmla="*/ 1833459 w 4641785"/>
              <a:gd name="connsiteY423" fmla="*/ 4595739 h 5274332"/>
              <a:gd name="connsiteX424" fmla="*/ 1834388 w 4641785"/>
              <a:gd name="connsiteY424" fmla="*/ 4596669 h 5274332"/>
              <a:gd name="connsiteX425" fmla="*/ 1834774 w 4641785"/>
              <a:gd name="connsiteY425" fmla="*/ 4597055 h 5274332"/>
              <a:gd name="connsiteX426" fmla="*/ 1834389 w 4641785"/>
              <a:gd name="connsiteY426" fmla="*/ 4596669 h 5274332"/>
              <a:gd name="connsiteX427" fmla="*/ 1348351 w 4641785"/>
              <a:gd name="connsiteY427" fmla="*/ 4594808 h 5274332"/>
              <a:gd name="connsiteX428" fmla="*/ 1348350 w 4641785"/>
              <a:gd name="connsiteY428" fmla="*/ 4594809 h 5274332"/>
              <a:gd name="connsiteX429" fmla="*/ 1347674 w 4641785"/>
              <a:gd name="connsiteY429" fmla="*/ 4595598 h 5274332"/>
              <a:gd name="connsiteX430" fmla="*/ 1345560 w 4641785"/>
              <a:gd name="connsiteY430" fmla="*/ 4598064 h 5274332"/>
              <a:gd name="connsiteX431" fmla="*/ 1345560 w 4641785"/>
              <a:gd name="connsiteY431" fmla="*/ 4598064 h 5274332"/>
              <a:gd name="connsiteX432" fmla="*/ 1347674 w 4641785"/>
              <a:gd name="connsiteY432" fmla="*/ 4595598 h 5274332"/>
              <a:gd name="connsiteX433" fmla="*/ 1837544 w 4641785"/>
              <a:gd name="connsiteY433" fmla="*/ 4594620 h 5274332"/>
              <a:gd name="connsiteX434" fmla="*/ 1838110 w 4641785"/>
              <a:gd name="connsiteY434" fmla="*/ 4594809 h 5274332"/>
              <a:gd name="connsiteX435" fmla="*/ 1838335 w 4641785"/>
              <a:gd name="connsiteY435" fmla="*/ 4594854 h 5274332"/>
              <a:gd name="connsiteX436" fmla="*/ 1838110 w 4641785"/>
              <a:gd name="connsiteY436" fmla="*/ 4594809 h 5274332"/>
              <a:gd name="connsiteX437" fmla="*/ 1353932 w 4641785"/>
              <a:gd name="connsiteY437" fmla="*/ 4586436 h 5274332"/>
              <a:gd name="connsiteX438" fmla="*/ 1350676 w 4641785"/>
              <a:gd name="connsiteY438" fmla="*/ 4588762 h 5274332"/>
              <a:gd name="connsiteX439" fmla="*/ 1348796 w 4641785"/>
              <a:gd name="connsiteY439" fmla="*/ 4593651 h 5274332"/>
              <a:gd name="connsiteX440" fmla="*/ 1350676 w 4641785"/>
              <a:gd name="connsiteY440" fmla="*/ 4588762 h 5274332"/>
              <a:gd name="connsiteX441" fmla="*/ 1353932 w 4641785"/>
              <a:gd name="connsiteY441" fmla="*/ 4586437 h 5274332"/>
              <a:gd name="connsiteX442" fmla="*/ 1360908 w 4641785"/>
              <a:gd name="connsiteY442" fmla="*/ 4587832 h 5274332"/>
              <a:gd name="connsiteX443" fmla="*/ 1360908 w 4641785"/>
              <a:gd name="connsiteY443" fmla="*/ 4587832 h 5274332"/>
              <a:gd name="connsiteX444" fmla="*/ 1358583 w 4641785"/>
              <a:gd name="connsiteY444" fmla="*/ 4573879 h 5274332"/>
              <a:gd name="connsiteX445" fmla="*/ 1357188 w 4641785"/>
              <a:gd name="connsiteY445" fmla="*/ 4576669 h 5274332"/>
              <a:gd name="connsiteX446" fmla="*/ 1357188 w 4641785"/>
              <a:gd name="connsiteY446" fmla="*/ 4576669 h 5274332"/>
              <a:gd name="connsiteX447" fmla="*/ 1358583 w 4641785"/>
              <a:gd name="connsiteY447" fmla="*/ 4573879 h 5274332"/>
              <a:gd name="connsiteX448" fmla="*/ 1355616 w 4641785"/>
              <a:gd name="connsiteY448" fmla="*/ 4560631 h 5274332"/>
              <a:gd name="connsiteX449" fmla="*/ 1355327 w 4641785"/>
              <a:gd name="connsiteY449" fmla="*/ 4561786 h 5274332"/>
              <a:gd name="connsiteX450" fmla="*/ 1353002 w 4641785"/>
              <a:gd name="connsiteY450" fmla="*/ 4562715 h 5274332"/>
              <a:gd name="connsiteX451" fmla="*/ 1349746 w 4641785"/>
              <a:gd name="connsiteY451" fmla="*/ 4565971 h 5274332"/>
              <a:gd name="connsiteX452" fmla="*/ 1349825 w 4641785"/>
              <a:gd name="connsiteY452" fmla="*/ 4566150 h 5274332"/>
              <a:gd name="connsiteX453" fmla="*/ 1349746 w 4641785"/>
              <a:gd name="connsiteY453" fmla="*/ 4565972 h 5274332"/>
              <a:gd name="connsiteX454" fmla="*/ 1353001 w 4641785"/>
              <a:gd name="connsiteY454" fmla="*/ 4562716 h 5274332"/>
              <a:gd name="connsiteX455" fmla="*/ 1355327 w 4641785"/>
              <a:gd name="connsiteY455" fmla="*/ 4561786 h 5274332"/>
              <a:gd name="connsiteX456" fmla="*/ 1311413 w 4641785"/>
              <a:gd name="connsiteY456" fmla="*/ 4556282 h 5274332"/>
              <a:gd name="connsiteX457" fmla="*/ 1311142 w 4641785"/>
              <a:gd name="connsiteY457" fmla="*/ 4558994 h 5274332"/>
              <a:gd name="connsiteX458" fmla="*/ 1311142 w 4641785"/>
              <a:gd name="connsiteY458" fmla="*/ 4558995 h 5274332"/>
              <a:gd name="connsiteX459" fmla="*/ 1322305 w 4641785"/>
              <a:gd name="connsiteY459" fmla="*/ 4549227 h 5274332"/>
              <a:gd name="connsiteX460" fmla="*/ 1311607 w 4641785"/>
              <a:gd name="connsiteY460" fmla="*/ 4554344 h 5274332"/>
              <a:gd name="connsiteX461" fmla="*/ 1311607 w 4641785"/>
              <a:gd name="connsiteY461" fmla="*/ 4554345 h 5274332"/>
              <a:gd name="connsiteX462" fmla="*/ 1322304 w 4641785"/>
              <a:gd name="connsiteY462" fmla="*/ 4549228 h 5274332"/>
              <a:gd name="connsiteX463" fmla="*/ 1326490 w 4641785"/>
              <a:gd name="connsiteY463" fmla="*/ 4534810 h 5274332"/>
              <a:gd name="connsiteX464" fmla="*/ 1326490 w 4641785"/>
              <a:gd name="connsiteY464" fmla="*/ 4539460 h 5274332"/>
              <a:gd name="connsiteX465" fmla="*/ 1322507 w 4641785"/>
              <a:gd name="connsiteY465" fmla="*/ 4548756 h 5274332"/>
              <a:gd name="connsiteX466" fmla="*/ 1326491 w 4641785"/>
              <a:gd name="connsiteY466" fmla="*/ 4539461 h 5274332"/>
              <a:gd name="connsiteX467" fmla="*/ 1326491 w 4641785"/>
              <a:gd name="connsiteY467" fmla="*/ 4534810 h 5274332"/>
              <a:gd name="connsiteX468" fmla="*/ 1321839 w 4641785"/>
              <a:gd name="connsiteY468" fmla="*/ 4532949 h 5274332"/>
              <a:gd name="connsiteX469" fmla="*/ 1321839 w 4641785"/>
              <a:gd name="connsiteY469" fmla="*/ 4535274 h 5274332"/>
              <a:gd name="connsiteX470" fmla="*/ 1321840 w 4641785"/>
              <a:gd name="connsiteY470" fmla="*/ 4535274 h 5274332"/>
              <a:gd name="connsiteX471" fmla="*/ 1321840 w 4641785"/>
              <a:gd name="connsiteY471" fmla="*/ 4532949 h 5274332"/>
              <a:gd name="connsiteX472" fmla="*/ 1281122 w 4641785"/>
              <a:gd name="connsiteY472" fmla="*/ 4513532 h 5274332"/>
              <a:gd name="connsiteX473" fmla="*/ 1281840 w 4641785"/>
              <a:gd name="connsiteY473" fmla="*/ 4514809 h 5274332"/>
              <a:gd name="connsiteX474" fmla="*/ 1281840 w 4641785"/>
              <a:gd name="connsiteY474" fmla="*/ 4514809 h 5274332"/>
              <a:gd name="connsiteX475" fmla="*/ 3882728 w 4641785"/>
              <a:gd name="connsiteY475" fmla="*/ 4508298 h 5274332"/>
              <a:gd name="connsiteX476" fmla="*/ 3884123 w 4641785"/>
              <a:gd name="connsiteY476" fmla="*/ 4508764 h 5274332"/>
              <a:gd name="connsiteX477" fmla="*/ 3888309 w 4641785"/>
              <a:gd name="connsiteY477" fmla="*/ 4512019 h 5274332"/>
              <a:gd name="connsiteX478" fmla="*/ 3891100 w 4641785"/>
              <a:gd name="connsiteY478" fmla="*/ 4521321 h 5274332"/>
              <a:gd name="connsiteX479" fmla="*/ 3887844 w 4641785"/>
              <a:gd name="connsiteY479" fmla="*/ 4527833 h 5274332"/>
              <a:gd name="connsiteX480" fmla="*/ 3892030 w 4641785"/>
              <a:gd name="connsiteY480" fmla="*/ 4528763 h 5274332"/>
              <a:gd name="connsiteX481" fmla="*/ 3892030 w 4641785"/>
              <a:gd name="connsiteY481" fmla="*/ 4531554 h 5274332"/>
              <a:gd name="connsiteX482" fmla="*/ 3883658 w 4641785"/>
              <a:gd name="connsiteY482" fmla="*/ 4535274 h 5274332"/>
              <a:gd name="connsiteX483" fmla="*/ 3877612 w 4641785"/>
              <a:gd name="connsiteY483" fmla="*/ 4535274 h 5274332"/>
              <a:gd name="connsiteX484" fmla="*/ 3874356 w 4641785"/>
              <a:gd name="connsiteY484" fmla="*/ 4532019 h 5274332"/>
              <a:gd name="connsiteX485" fmla="*/ 3876217 w 4641785"/>
              <a:gd name="connsiteY485" fmla="*/ 4530159 h 5274332"/>
              <a:gd name="connsiteX486" fmla="*/ 3875751 w 4641785"/>
              <a:gd name="connsiteY486" fmla="*/ 4526437 h 5274332"/>
              <a:gd name="connsiteX487" fmla="*/ 3880868 w 4641785"/>
              <a:gd name="connsiteY487" fmla="*/ 4525972 h 5274332"/>
              <a:gd name="connsiteX488" fmla="*/ 3881332 w 4641785"/>
              <a:gd name="connsiteY488" fmla="*/ 4520391 h 5274332"/>
              <a:gd name="connsiteX489" fmla="*/ 3879472 w 4641785"/>
              <a:gd name="connsiteY489" fmla="*/ 4517135 h 5274332"/>
              <a:gd name="connsiteX490" fmla="*/ 3879937 w 4641785"/>
              <a:gd name="connsiteY490" fmla="*/ 4512949 h 5274332"/>
              <a:gd name="connsiteX491" fmla="*/ 1279514 w 4641785"/>
              <a:gd name="connsiteY491" fmla="*/ 4506903 h 5274332"/>
              <a:gd name="connsiteX492" fmla="*/ 1277654 w 4641785"/>
              <a:gd name="connsiteY492" fmla="*/ 4507367 h 5274332"/>
              <a:gd name="connsiteX493" fmla="*/ 1277655 w 4641785"/>
              <a:gd name="connsiteY493" fmla="*/ 4507368 h 5274332"/>
              <a:gd name="connsiteX494" fmla="*/ 1279514 w 4641785"/>
              <a:gd name="connsiteY494" fmla="*/ 4506904 h 5274332"/>
              <a:gd name="connsiteX495" fmla="*/ 3817148 w 4641785"/>
              <a:gd name="connsiteY495" fmla="*/ 4495740 h 5274332"/>
              <a:gd name="connsiteX496" fmla="*/ 3825055 w 4641785"/>
              <a:gd name="connsiteY496" fmla="*/ 4496670 h 5274332"/>
              <a:gd name="connsiteX497" fmla="*/ 3825055 w 4641785"/>
              <a:gd name="connsiteY497" fmla="*/ 4501787 h 5274332"/>
              <a:gd name="connsiteX498" fmla="*/ 3825984 w 4641785"/>
              <a:gd name="connsiteY498" fmla="*/ 4505042 h 5274332"/>
              <a:gd name="connsiteX499" fmla="*/ 3821799 w 4641785"/>
              <a:gd name="connsiteY499" fmla="*/ 4506438 h 5274332"/>
              <a:gd name="connsiteX500" fmla="*/ 3816682 w 4641785"/>
              <a:gd name="connsiteY500" fmla="*/ 4505972 h 5274332"/>
              <a:gd name="connsiteX501" fmla="*/ 3815287 w 4641785"/>
              <a:gd name="connsiteY501" fmla="*/ 4502716 h 5274332"/>
              <a:gd name="connsiteX502" fmla="*/ 1299514 w 4641785"/>
              <a:gd name="connsiteY502" fmla="*/ 4495275 h 5274332"/>
              <a:gd name="connsiteX503" fmla="*/ 1293933 w 4641785"/>
              <a:gd name="connsiteY503" fmla="*/ 4498065 h 5274332"/>
              <a:gd name="connsiteX504" fmla="*/ 1293003 w 4641785"/>
              <a:gd name="connsiteY504" fmla="*/ 4496205 h 5274332"/>
              <a:gd name="connsiteX505" fmla="*/ 1288352 w 4641785"/>
              <a:gd name="connsiteY505" fmla="*/ 4500390 h 5274332"/>
              <a:gd name="connsiteX506" fmla="*/ 1286956 w 4641785"/>
              <a:gd name="connsiteY506" fmla="*/ 4497600 h 5274332"/>
              <a:gd name="connsiteX507" fmla="*/ 1283700 w 4641785"/>
              <a:gd name="connsiteY507" fmla="*/ 4495739 h 5274332"/>
              <a:gd name="connsiteX508" fmla="*/ 1276723 w 4641785"/>
              <a:gd name="connsiteY508" fmla="*/ 4500390 h 5274332"/>
              <a:gd name="connsiteX509" fmla="*/ 1276724 w 4641785"/>
              <a:gd name="connsiteY509" fmla="*/ 4500392 h 5274332"/>
              <a:gd name="connsiteX510" fmla="*/ 1283700 w 4641785"/>
              <a:gd name="connsiteY510" fmla="*/ 4495741 h 5274332"/>
              <a:gd name="connsiteX511" fmla="*/ 1286956 w 4641785"/>
              <a:gd name="connsiteY511" fmla="*/ 4497601 h 5274332"/>
              <a:gd name="connsiteX512" fmla="*/ 1288351 w 4641785"/>
              <a:gd name="connsiteY512" fmla="*/ 4500392 h 5274332"/>
              <a:gd name="connsiteX513" fmla="*/ 1293002 w 4641785"/>
              <a:gd name="connsiteY513" fmla="*/ 4496206 h 5274332"/>
              <a:gd name="connsiteX514" fmla="*/ 1293933 w 4641785"/>
              <a:gd name="connsiteY514" fmla="*/ 4498066 h 5274332"/>
              <a:gd name="connsiteX515" fmla="*/ 1299514 w 4641785"/>
              <a:gd name="connsiteY515" fmla="*/ 4495275 h 5274332"/>
              <a:gd name="connsiteX516" fmla="*/ 3867844 w 4641785"/>
              <a:gd name="connsiteY516" fmla="*/ 4493880 h 5274332"/>
              <a:gd name="connsiteX517" fmla="*/ 3872030 w 4641785"/>
              <a:gd name="connsiteY517" fmla="*/ 4495740 h 5274332"/>
              <a:gd name="connsiteX518" fmla="*/ 3870170 w 4641785"/>
              <a:gd name="connsiteY518" fmla="*/ 4500391 h 5274332"/>
              <a:gd name="connsiteX519" fmla="*/ 3867379 w 4641785"/>
              <a:gd name="connsiteY519" fmla="*/ 4500857 h 5274332"/>
              <a:gd name="connsiteX520" fmla="*/ 3866915 w 4641785"/>
              <a:gd name="connsiteY520" fmla="*/ 4495275 h 5274332"/>
              <a:gd name="connsiteX521" fmla="*/ 1359978 w 4641785"/>
              <a:gd name="connsiteY521" fmla="*/ 4493415 h 5274332"/>
              <a:gd name="connsiteX522" fmla="*/ 1370676 w 4641785"/>
              <a:gd name="connsiteY522" fmla="*/ 4494811 h 5274332"/>
              <a:gd name="connsiteX523" fmla="*/ 1373466 w 4641785"/>
              <a:gd name="connsiteY523" fmla="*/ 4497136 h 5274332"/>
              <a:gd name="connsiteX524" fmla="*/ 1373467 w 4641785"/>
              <a:gd name="connsiteY524" fmla="*/ 4497135 h 5274332"/>
              <a:gd name="connsiteX525" fmla="*/ 1370677 w 4641785"/>
              <a:gd name="connsiteY525" fmla="*/ 4494810 h 5274332"/>
              <a:gd name="connsiteX526" fmla="*/ 1359979 w 4641785"/>
              <a:gd name="connsiteY526" fmla="*/ 4493415 h 5274332"/>
              <a:gd name="connsiteX527" fmla="*/ 1309747 w 4641785"/>
              <a:gd name="connsiteY527" fmla="*/ 4488763 h 5274332"/>
              <a:gd name="connsiteX528" fmla="*/ 1307886 w 4641785"/>
              <a:gd name="connsiteY528" fmla="*/ 4490158 h 5274332"/>
              <a:gd name="connsiteX529" fmla="*/ 1301374 w 4641785"/>
              <a:gd name="connsiteY529" fmla="*/ 4490624 h 5274332"/>
              <a:gd name="connsiteX530" fmla="*/ 1300043 w 4641785"/>
              <a:gd name="connsiteY530" fmla="*/ 4493952 h 5274332"/>
              <a:gd name="connsiteX531" fmla="*/ 1301375 w 4641785"/>
              <a:gd name="connsiteY531" fmla="*/ 4490624 h 5274332"/>
              <a:gd name="connsiteX532" fmla="*/ 1307886 w 4641785"/>
              <a:gd name="connsiteY532" fmla="*/ 4490160 h 5274332"/>
              <a:gd name="connsiteX533" fmla="*/ 1309747 w 4641785"/>
              <a:gd name="connsiteY533" fmla="*/ 4488764 h 5274332"/>
              <a:gd name="connsiteX534" fmla="*/ 1307886 w 4641785"/>
              <a:gd name="connsiteY534" fmla="*/ 4484578 h 5274332"/>
              <a:gd name="connsiteX535" fmla="*/ 1308886 w 4641785"/>
              <a:gd name="connsiteY535" fmla="*/ 4486827 h 5274332"/>
              <a:gd name="connsiteX536" fmla="*/ 1307886 w 4641785"/>
              <a:gd name="connsiteY536" fmla="*/ 4484578 h 5274332"/>
              <a:gd name="connsiteX537" fmla="*/ 1312537 w 4641785"/>
              <a:gd name="connsiteY537" fmla="*/ 4485509 h 5274332"/>
              <a:gd name="connsiteX538" fmla="*/ 1312538 w 4641785"/>
              <a:gd name="connsiteY538" fmla="*/ 4485508 h 5274332"/>
              <a:gd name="connsiteX539" fmla="*/ 1307887 w 4641785"/>
              <a:gd name="connsiteY539" fmla="*/ 4484578 h 5274332"/>
              <a:gd name="connsiteX540" fmla="*/ 1320910 w 4641785"/>
              <a:gd name="connsiteY540" fmla="*/ 4478531 h 5274332"/>
              <a:gd name="connsiteX541" fmla="*/ 1320909 w 4641785"/>
              <a:gd name="connsiteY541" fmla="*/ 4478532 h 5274332"/>
              <a:gd name="connsiteX542" fmla="*/ 1326491 w 4641785"/>
              <a:gd name="connsiteY542" fmla="*/ 4483183 h 5274332"/>
              <a:gd name="connsiteX543" fmla="*/ 1328816 w 4641785"/>
              <a:gd name="connsiteY543" fmla="*/ 4492485 h 5274332"/>
              <a:gd name="connsiteX544" fmla="*/ 1337188 w 4641785"/>
              <a:gd name="connsiteY544" fmla="*/ 4494346 h 5274332"/>
              <a:gd name="connsiteX545" fmla="*/ 1339757 w 4641785"/>
              <a:gd name="connsiteY545" fmla="*/ 4493917 h 5274332"/>
              <a:gd name="connsiteX546" fmla="*/ 1337189 w 4641785"/>
              <a:gd name="connsiteY546" fmla="*/ 4494345 h 5274332"/>
              <a:gd name="connsiteX547" fmla="*/ 1328817 w 4641785"/>
              <a:gd name="connsiteY547" fmla="*/ 4492485 h 5274332"/>
              <a:gd name="connsiteX548" fmla="*/ 1326491 w 4641785"/>
              <a:gd name="connsiteY548" fmla="*/ 4483183 h 5274332"/>
              <a:gd name="connsiteX549" fmla="*/ 1298073 w 4641785"/>
              <a:gd name="connsiteY549" fmla="*/ 4471849 h 5274332"/>
              <a:gd name="connsiteX550" fmla="*/ 1299979 w 4641785"/>
              <a:gd name="connsiteY550" fmla="*/ 4472484 h 5274332"/>
              <a:gd name="connsiteX551" fmla="*/ 1299979 w 4641785"/>
              <a:gd name="connsiteY551" fmla="*/ 4472484 h 5274332"/>
              <a:gd name="connsiteX552" fmla="*/ 1305096 w 4641785"/>
              <a:gd name="connsiteY552" fmla="*/ 4470159 h 5274332"/>
              <a:gd name="connsiteX553" fmla="*/ 1305096 w 4641785"/>
              <a:gd name="connsiteY553" fmla="*/ 4470160 h 5274332"/>
              <a:gd name="connsiteX554" fmla="*/ 1307421 w 4641785"/>
              <a:gd name="connsiteY554" fmla="*/ 4474810 h 5274332"/>
              <a:gd name="connsiteX555" fmla="*/ 1304630 w 4641785"/>
              <a:gd name="connsiteY555" fmla="*/ 4477136 h 5274332"/>
              <a:gd name="connsiteX556" fmla="*/ 1304630 w 4641785"/>
              <a:gd name="connsiteY556" fmla="*/ 4480856 h 5274332"/>
              <a:gd name="connsiteX557" fmla="*/ 1306025 w 4641785"/>
              <a:gd name="connsiteY557" fmla="*/ 4484112 h 5274332"/>
              <a:gd name="connsiteX558" fmla="*/ 1306026 w 4641785"/>
              <a:gd name="connsiteY558" fmla="*/ 4484112 h 5274332"/>
              <a:gd name="connsiteX559" fmla="*/ 1304631 w 4641785"/>
              <a:gd name="connsiteY559" fmla="*/ 4480857 h 5274332"/>
              <a:gd name="connsiteX560" fmla="*/ 1304631 w 4641785"/>
              <a:gd name="connsiteY560" fmla="*/ 4477135 h 5274332"/>
              <a:gd name="connsiteX561" fmla="*/ 1307422 w 4641785"/>
              <a:gd name="connsiteY561" fmla="*/ 4474810 h 5274332"/>
              <a:gd name="connsiteX562" fmla="*/ 1454395 w 4641785"/>
              <a:gd name="connsiteY562" fmla="*/ 4467834 h 5274332"/>
              <a:gd name="connsiteX563" fmla="*/ 1452956 w 4641785"/>
              <a:gd name="connsiteY563" fmla="*/ 4468314 h 5274332"/>
              <a:gd name="connsiteX564" fmla="*/ 1454395 w 4641785"/>
              <a:gd name="connsiteY564" fmla="*/ 4467834 h 5274332"/>
              <a:gd name="connsiteX565" fmla="*/ 1426832 w 4641785"/>
              <a:gd name="connsiteY565" fmla="*/ 4465671 h 5274332"/>
              <a:gd name="connsiteX566" fmla="*/ 1426025 w 4641785"/>
              <a:gd name="connsiteY566" fmla="*/ 4465973 h 5274332"/>
              <a:gd name="connsiteX567" fmla="*/ 1421374 w 4641785"/>
              <a:gd name="connsiteY567" fmla="*/ 4466438 h 5274332"/>
              <a:gd name="connsiteX568" fmla="*/ 1421373 w 4641785"/>
              <a:gd name="connsiteY568" fmla="*/ 4466439 h 5274332"/>
              <a:gd name="connsiteX569" fmla="*/ 1421373 w 4641785"/>
              <a:gd name="connsiteY569" fmla="*/ 4466439 h 5274332"/>
              <a:gd name="connsiteX570" fmla="*/ 1418949 w 4641785"/>
              <a:gd name="connsiteY570" fmla="*/ 4467650 h 5274332"/>
              <a:gd name="connsiteX571" fmla="*/ 1421373 w 4641785"/>
              <a:gd name="connsiteY571" fmla="*/ 4466439 h 5274332"/>
              <a:gd name="connsiteX572" fmla="*/ 1426024 w 4641785"/>
              <a:gd name="connsiteY572" fmla="*/ 4465974 h 5274332"/>
              <a:gd name="connsiteX573" fmla="*/ 1456257 w 4641785"/>
              <a:gd name="connsiteY573" fmla="*/ 4465508 h 5274332"/>
              <a:gd name="connsiteX574" fmla="*/ 1460441 w 4641785"/>
              <a:gd name="connsiteY574" fmla="*/ 4465974 h 5274332"/>
              <a:gd name="connsiteX575" fmla="*/ 1465092 w 4641785"/>
              <a:gd name="connsiteY575" fmla="*/ 4468299 h 5274332"/>
              <a:gd name="connsiteX576" fmla="*/ 1465094 w 4641785"/>
              <a:gd name="connsiteY576" fmla="*/ 4468298 h 5274332"/>
              <a:gd name="connsiteX577" fmla="*/ 1460443 w 4641785"/>
              <a:gd name="connsiteY577" fmla="*/ 4465973 h 5274332"/>
              <a:gd name="connsiteX578" fmla="*/ 1383700 w 4641785"/>
              <a:gd name="connsiteY578" fmla="*/ 4464578 h 5274332"/>
              <a:gd name="connsiteX579" fmla="*/ 1390676 w 4641785"/>
              <a:gd name="connsiteY579" fmla="*/ 4465044 h 5274332"/>
              <a:gd name="connsiteX580" fmla="*/ 1393001 w 4641785"/>
              <a:gd name="connsiteY580" fmla="*/ 4467834 h 5274332"/>
              <a:gd name="connsiteX581" fmla="*/ 1393002 w 4641785"/>
              <a:gd name="connsiteY581" fmla="*/ 4467833 h 5274332"/>
              <a:gd name="connsiteX582" fmla="*/ 1390676 w 4641785"/>
              <a:gd name="connsiteY582" fmla="*/ 4465043 h 5274332"/>
              <a:gd name="connsiteX583" fmla="*/ 1397547 w 4641785"/>
              <a:gd name="connsiteY583" fmla="*/ 4462770 h 5274332"/>
              <a:gd name="connsiteX584" fmla="*/ 1395793 w 4641785"/>
              <a:gd name="connsiteY584" fmla="*/ 4463647 h 5274332"/>
              <a:gd name="connsiteX585" fmla="*/ 1395792 w 4641785"/>
              <a:gd name="connsiteY585" fmla="*/ 4463648 h 5274332"/>
              <a:gd name="connsiteX586" fmla="*/ 1445095 w 4641785"/>
              <a:gd name="connsiteY586" fmla="*/ 4462252 h 5274332"/>
              <a:gd name="connsiteX587" fmla="*/ 1445093 w 4641785"/>
              <a:gd name="connsiteY587" fmla="*/ 4462254 h 5274332"/>
              <a:gd name="connsiteX588" fmla="*/ 1451604 w 4641785"/>
              <a:gd name="connsiteY588" fmla="*/ 4468764 h 5274332"/>
              <a:gd name="connsiteX589" fmla="*/ 1451605 w 4641785"/>
              <a:gd name="connsiteY589" fmla="*/ 4468764 h 5274332"/>
              <a:gd name="connsiteX590" fmla="*/ 1438117 w 4641785"/>
              <a:gd name="connsiteY590" fmla="*/ 4461787 h 5274332"/>
              <a:gd name="connsiteX591" fmla="*/ 1437487 w 4641785"/>
              <a:gd name="connsiteY591" fmla="*/ 4462543 h 5274332"/>
              <a:gd name="connsiteX592" fmla="*/ 1438117 w 4641785"/>
              <a:gd name="connsiteY592" fmla="*/ 4461788 h 5274332"/>
              <a:gd name="connsiteX593" fmla="*/ 1443698 w 4641785"/>
              <a:gd name="connsiteY593" fmla="*/ 4463648 h 5274332"/>
              <a:gd name="connsiteX594" fmla="*/ 1443699 w 4641785"/>
              <a:gd name="connsiteY594" fmla="*/ 4463647 h 5274332"/>
              <a:gd name="connsiteX595" fmla="*/ 1284631 w 4641785"/>
              <a:gd name="connsiteY595" fmla="*/ 4461787 h 5274332"/>
              <a:gd name="connsiteX596" fmla="*/ 1283313 w 4641785"/>
              <a:gd name="connsiteY596" fmla="*/ 4462027 h 5274332"/>
              <a:gd name="connsiteX597" fmla="*/ 1284630 w 4641785"/>
              <a:gd name="connsiteY597" fmla="*/ 4461787 h 5274332"/>
              <a:gd name="connsiteX598" fmla="*/ 1286026 w 4641785"/>
              <a:gd name="connsiteY598" fmla="*/ 4464578 h 5274332"/>
              <a:gd name="connsiteX599" fmla="*/ 1288352 w 4641785"/>
              <a:gd name="connsiteY599" fmla="*/ 4465973 h 5274332"/>
              <a:gd name="connsiteX600" fmla="*/ 1290212 w 4641785"/>
              <a:gd name="connsiteY600" fmla="*/ 4471089 h 5274332"/>
              <a:gd name="connsiteX601" fmla="*/ 1288353 w 4641785"/>
              <a:gd name="connsiteY601" fmla="*/ 4465973 h 5274332"/>
              <a:gd name="connsiteX602" fmla="*/ 1286027 w 4641785"/>
              <a:gd name="connsiteY602" fmla="*/ 4464578 h 5274332"/>
              <a:gd name="connsiteX603" fmla="*/ 1400444 w 4641785"/>
              <a:gd name="connsiteY603" fmla="*/ 4461322 h 5274332"/>
              <a:gd name="connsiteX604" fmla="*/ 1400443 w 4641785"/>
              <a:gd name="connsiteY604" fmla="*/ 4461323 h 5274332"/>
              <a:gd name="connsiteX605" fmla="*/ 1406024 w 4641785"/>
              <a:gd name="connsiteY605" fmla="*/ 4465508 h 5274332"/>
              <a:gd name="connsiteX606" fmla="*/ 1407419 w 4641785"/>
              <a:gd name="connsiteY606" fmla="*/ 4468764 h 5274332"/>
              <a:gd name="connsiteX607" fmla="*/ 1411605 w 4641785"/>
              <a:gd name="connsiteY607" fmla="*/ 4474346 h 5274332"/>
              <a:gd name="connsiteX608" fmla="*/ 1414861 w 4641785"/>
              <a:gd name="connsiteY608" fmla="*/ 4474346 h 5274332"/>
              <a:gd name="connsiteX609" fmla="*/ 1414861 w 4641785"/>
              <a:gd name="connsiteY609" fmla="*/ 4474345 h 5274332"/>
              <a:gd name="connsiteX610" fmla="*/ 1411606 w 4641785"/>
              <a:gd name="connsiteY610" fmla="*/ 4474345 h 5274332"/>
              <a:gd name="connsiteX611" fmla="*/ 1407420 w 4641785"/>
              <a:gd name="connsiteY611" fmla="*/ 4468764 h 5274332"/>
              <a:gd name="connsiteX612" fmla="*/ 1406025 w 4641785"/>
              <a:gd name="connsiteY612" fmla="*/ 4465508 h 5274332"/>
              <a:gd name="connsiteX613" fmla="*/ 1839457 w 4641785"/>
              <a:gd name="connsiteY613" fmla="*/ 4455336 h 5274332"/>
              <a:gd name="connsiteX614" fmla="*/ 1842296 w 4641785"/>
              <a:gd name="connsiteY614" fmla="*/ 4455741 h 5274332"/>
              <a:gd name="connsiteX615" fmla="*/ 1842295 w 4641785"/>
              <a:gd name="connsiteY615" fmla="*/ 4455741 h 5274332"/>
              <a:gd name="connsiteX616" fmla="*/ 3944587 w 4641785"/>
              <a:gd name="connsiteY616" fmla="*/ 4454811 h 5274332"/>
              <a:gd name="connsiteX617" fmla="*/ 3945983 w 4641785"/>
              <a:gd name="connsiteY617" fmla="*/ 4456206 h 5274332"/>
              <a:gd name="connsiteX618" fmla="*/ 3951099 w 4641785"/>
              <a:gd name="connsiteY618" fmla="*/ 4454811 h 5274332"/>
              <a:gd name="connsiteX619" fmla="*/ 3952494 w 4641785"/>
              <a:gd name="connsiteY619" fmla="*/ 4456206 h 5274332"/>
              <a:gd name="connsiteX620" fmla="*/ 3948773 w 4641785"/>
              <a:gd name="connsiteY620" fmla="*/ 4459927 h 5274332"/>
              <a:gd name="connsiteX621" fmla="*/ 3943657 w 4641785"/>
              <a:gd name="connsiteY621" fmla="*/ 4457136 h 5274332"/>
              <a:gd name="connsiteX622" fmla="*/ 1837179 w 4641785"/>
              <a:gd name="connsiteY622" fmla="*/ 4452485 h 5274332"/>
              <a:gd name="connsiteX623" fmla="*/ 1833459 w 4641785"/>
              <a:gd name="connsiteY623" fmla="*/ 4454346 h 5274332"/>
              <a:gd name="connsiteX624" fmla="*/ 1830199 w 4641785"/>
              <a:gd name="connsiteY624" fmla="*/ 4453844 h 5274332"/>
              <a:gd name="connsiteX625" fmla="*/ 1833459 w 4641785"/>
              <a:gd name="connsiteY625" fmla="*/ 4454346 h 5274332"/>
              <a:gd name="connsiteX626" fmla="*/ 1837179 w 4641785"/>
              <a:gd name="connsiteY626" fmla="*/ 4452486 h 5274332"/>
              <a:gd name="connsiteX627" fmla="*/ 1270213 w 4641785"/>
              <a:gd name="connsiteY627" fmla="*/ 4451555 h 5274332"/>
              <a:gd name="connsiteX628" fmla="*/ 1273003 w 4641785"/>
              <a:gd name="connsiteY628" fmla="*/ 4453880 h 5274332"/>
              <a:gd name="connsiteX629" fmla="*/ 1273468 w 4641785"/>
              <a:gd name="connsiteY629" fmla="*/ 4458996 h 5274332"/>
              <a:gd name="connsiteX630" fmla="*/ 1275328 w 4641785"/>
              <a:gd name="connsiteY630" fmla="*/ 4461787 h 5274332"/>
              <a:gd name="connsiteX631" fmla="*/ 1277117 w 4641785"/>
              <a:gd name="connsiteY631" fmla="*/ 4462184 h 5274332"/>
              <a:gd name="connsiteX632" fmla="*/ 1275329 w 4641785"/>
              <a:gd name="connsiteY632" fmla="*/ 4461787 h 5274332"/>
              <a:gd name="connsiteX633" fmla="*/ 1273469 w 4641785"/>
              <a:gd name="connsiteY633" fmla="*/ 4458996 h 5274332"/>
              <a:gd name="connsiteX634" fmla="*/ 1273004 w 4641785"/>
              <a:gd name="connsiteY634" fmla="*/ 4453881 h 5274332"/>
              <a:gd name="connsiteX635" fmla="*/ 1831932 w 4641785"/>
              <a:gd name="connsiteY635" fmla="*/ 4447663 h 5274332"/>
              <a:gd name="connsiteX636" fmla="*/ 1827412 w 4641785"/>
              <a:gd name="connsiteY636" fmla="*/ 4453415 h 5274332"/>
              <a:gd name="connsiteX637" fmla="*/ 1827413 w 4641785"/>
              <a:gd name="connsiteY637" fmla="*/ 4453415 h 5274332"/>
              <a:gd name="connsiteX638" fmla="*/ 1486489 w 4641785"/>
              <a:gd name="connsiteY638" fmla="*/ 4440857 h 5274332"/>
              <a:gd name="connsiteX639" fmla="*/ 1486489 w 4641785"/>
              <a:gd name="connsiteY639" fmla="*/ 4440858 h 5274332"/>
              <a:gd name="connsiteX640" fmla="*/ 1490674 w 4641785"/>
              <a:gd name="connsiteY640" fmla="*/ 4441788 h 5274332"/>
              <a:gd name="connsiteX641" fmla="*/ 1490674 w 4641785"/>
              <a:gd name="connsiteY641" fmla="*/ 4441788 h 5274332"/>
              <a:gd name="connsiteX642" fmla="*/ 1477652 w 4641785"/>
              <a:gd name="connsiteY642" fmla="*/ 4440857 h 5274332"/>
              <a:gd name="connsiteX643" fmla="*/ 1477652 w 4641785"/>
              <a:gd name="connsiteY643" fmla="*/ 4440858 h 5274332"/>
              <a:gd name="connsiteX644" fmla="*/ 1482767 w 4641785"/>
              <a:gd name="connsiteY644" fmla="*/ 4442253 h 5274332"/>
              <a:gd name="connsiteX645" fmla="*/ 1483390 w 4641785"/>
              <a:gd name="connsiteY645" fmla="*/ 4442019 h 5274332"/>
              <a:gd name="connsiteX646" fmla="*/ 1482768 w 4641785"/>
              <a:gd name="connsiteY646" fmla="*/ 4442252 h 5274332"/>
              <a:gd name="connsiteX647" fmla="*/ 1500907 w 4641785"/>
              <a:gd name="connsiteY647" fmla="*/ 4438997 h 5274332"/>
              <a:gd name="connsiteX648" fmla="*/ 1496035 w 4641785"/>
              <a:gd name="connsiteY648" fmla="*/ 4440326 h 5274332"/>
              <a:gd name="connsiteX649" fmla="*/ 1500906 w 4641785"/>
              <a:gd name="connsiteY649" fmla="*/ 4438998 h 5274332"/>
              <a:gd name="connsiteX650" fmla="*/ 1505092 w 4641785"/>
              <a:gd name="connsiteY650" fmla="*/ 4439462 h 5274332"/>
              <a:gd name="connsiteX651" fmla="*/ 1839970 w 4641785"/>
              <a:gd name="connsiteY651" fmla="*/ 4438067 h 5274332"/>
              <a:gd name="connsiteX652" fmla="*/ 1839896 w 4641785"/>
              <a:gd name="connsiteY652" fmla="*/ 4438216 h 5274332"/>
              <a:gd name="connsiteX653" fmla="*/ 1839970 w 4641785"/>
              <a:gd name="connsiteY653" fmla="*/ 4438067 h 5274332"/>
              <a:gd name="connsiteX654" fmla="*/ 1840435 w 4641785"/>
              <a:gd name="connsiteY654" fmla="*/ 4438067 h 5274332"/>
              <a:gd name="connsiteX655" fmla="*/ 1841987 w 4641785"/>
              <a:gd name="connsiteY655" fmla="*/ 4438688 h 5274332"/>
              <a:gd name="connsiteX656" fmla="*/ 1840435 w 4641785"/>
              <a:gd name="connsiteY656" fmla="*/ 4438067 h 5274332"/>
              <a:gd name="connsiteX657" fmla="*/ 1827209 w 4641785"/>
              <a:gd name="connsiteY657" fmla="*/ 4437670 h 5274332"/>
              <a:gd name="connsiteX658" fmla="*/ 1826017 w 4641785"/>
              <a:gd name="connsiteY658" fmla="*/ 4438067 h 5274332"/>
              <a:gd name="connsiteX659" fmla="*/ 1826017 w 4641785"/>
              <a:gd name="connsiteY659" fmla="*/ 4438067 h 5274332"/>
              <a:gd name="connsiteX660" fmla="*/ 1845086 w 4641785"/>
              <a:gd name="connsiteY660" fmla="*/ 4435276 h 5274332"/>
              <a:gd name="connsiteX661" fmla="*/ 1845551 w 4641785"/>
              <a:gd name="connsiteY661" fmla="*/ 4438067 h 5274332"/>
              <a:gd name="connsiteX662" fmla="*/ 1847339 w 4641785"/>
              <a:gd name="connsiteY662" fmla="*/ 4438663 h 5274332"/>
              <a:gd name="connsiteX663" fmla="*/ 1845552 w 4641785"/>
              <a:gd name="connsiteY663" fmla="*/ 4438067 h 5274332"/>
              <a:gd name="connsiteX664" fmla="*/ 1845087 w 4641785"/>
              <a:gd name="connsiteY664" fmla="*/ 4435276 h 5274332"/>
              <a:gd name="connsiteX665" fmla="*/ 1831133 w 4641785"/>
              <a:gd name="connsiteY665" fmla="*/ 4434346 h 5274332"/>
              <a:gd name="connsiteX666" fmla="*/ 1831133 w 4641785"/>
              <a:gd name="connsiteY666" fmla="*/ 4434811 h 5274332"/>
              <a:gd name="connsiteX667" fmla="*/ 1830668 w 4641785"/>
              <a:gd name="connsiteY667" fmla="*/ 4436672 h 5274332"/>
              <a:gd name="connsiteX668" fmla="*/ 1833923 w 4641785"/>
              <a:gd name="connsiteY668" fmla="*/ 4438067 h 5274332"/>
              <a:gd name="connsiteX669" fmla="*/ 1834854 w 4641785"/>
              <a:gd name="connsiteY669" fmla="*/ 4444578 h 5274332"/>
              <a:gd name="connsiteX670" fmla="*/ 1834854 w 4641785"/>
              <a:gd name="connsiteY670" fmla="*/ 4444578 h 5274332"/>
              <a:gd name="connsiteX671" fmla="*/ 1833924 w 4641785"/>
              <a:gd name="connsiteY671" fmla="*/ 4438067 h 5274332"/>
              <a:gd name="connsiteX672" fmla="*/ 1830668 w 4641785"/>
              <a:gd name="connsiteY672" fmla="*/ 4436672 h 5274332"/>
              <a:gd name="connsiteX673" fmla="*/ 1831133 w 4641785"/>
              <a:gd name="connsiteY673" fmla="*/ 4434811 h 5274332"/>
              <a:gd name="connsiteX674" fmla="*/ 1831133 w 4641785"/>
              <a:gd name="connsiteY674" fmla="*/ 4434347 h 5274332"/>
              <a:gd name="connsiteX675" fmla="*/ 1836255 w 4641785"/>
              <a:gd name="connsiteY675" fmla="*/ 4433876 h 5274332"/>
              <a:gd name="connsiteX676" fmla="*/ 1835784 w 4641785"/>
              <a:gd name="connsiteY676" fmla="*/ 4434346 h 5274332"/>
              <a:gd name="connsiteX677" fmla="*/ 1832993 w 4641785"/>
              <a:gd name="connsiteY677" fmla="*/ 4435741 h 5274332"/>
              <a:gd name="connsiteX678" fmla="*/ 1832562 w 4641785"/>
              <a:gd name="connsiteY678" fmla="*/ 4435418 h 5274332"/>
              <a:gd name="connsiteX679" fmla="*/ 1832994 w 4641785"/>
              <a:gd name="connsiteY679" fmla="*/ 4435742 h 5274332"/>
              <a:gd name="connsiteX680" fmla="*/ 1835784 w 4641785"/>
              <a:gd name="connsiteY680" fmla="*/ 4434346 h 5274332"/>
              <a:gd name="connsiteX681" fmla="*/ 1829851 w 4641785"/>
              <a:gd name="connsiteY681" fmla="*/ 4433096 h 5274332"/>
              <a:gd name="connsiteX682" fmla="*/ 1831133 w 4641785"/>
              <a:gd name="connsiteY682" fmla="*/ 4433416 h 5274332"/>
              <a:gd name="connsiteX683" fmla="*/ 1831622 w 4641785"/>
              <a:gd name="connsiteY683" fmla="*/ 4433253 h 5274332"/>
              <a:gd name="connsiteX684" fmla="*/ 1831133 w 4641785"/>
              <a:gd name="connsiteY684" fmla="*/ 4433416 h 5274332"/>
              <a:gd name="connsiteX685" fmla="*/ 1834107 w 4641785"/>
              <a:gd name="connsiteY685" fmla="*/ 4432112 h 5274332"/>
              <a:gd name="connsiteX686" fmla="*/ 1836714 w 4641785"/>
              <a:gd name="connsiteY686" fmla="*/ 4433416 h 5274332"/>
              <a:gd name="connsiteX687" fmla="*/ 1836714 w 4641785"/>
              <a:gd name="connsiteY687" fmla="*/ 4433416 h 5274332"/>
              <a:gd name="connsiteX688" fmla="*/ 1820925 w 4641785"/>
              <a:gd name="connsiteY688" fmla="*/ 4429707 h 5274332"/>
              <a:gd name="connsiteX689" fmla="*/ 1821830 w 4641785"/>
              <a:gd name="connsiteY689" fmla="*/ 4430160 h 5274332"/>
              <a:gd name="connsiteX690" fmla="*/ 1821831 w 4641785"/>
              <a:gd name="connsiteY690" fmla="*/ 4430160 h 5274332"/>
              <a:gd name="connsiteX691" fmla="*/ 1821831 w 4641785"/>
              <a:gd name="connsiteY691" fmla="*/ 4430160 h 5274332"/>
              <a:gd name="connsiteX692" fmla="*/ 1821895 w 4641785"/>
              <a:gd name="connsiteY692" fmla="*/ 4430096 h 5274332"/>
              <a:gd name="connsiteX693" fmla="*/ 1821831 w 4641785"/>
              <a:gd name="connsiteY693" fmla="*/ 4430160 h 5274332"/>
              <a:gd name="connsiteX694" fmla="*/ 1213469 w 4641785"/>
              <a:gd name="connsiteY694" fmla="*/ 4429230 h 5274332"/>
              <a:gd name="connsiteX695" fmla="*/ 1213004 w 4641785"/>
              <a:gd name="connsiteY695" fmla="*/ 4432020 h 5274332"/>
              <a:gd name="connsiteX696" fmla="*/ 1217189 w 4641785"/>
              <a:gd name="connsiteY696" fmla="*/ 4436671 h 5274332"/>
              <a:gd name="connsiteX697" fmla="*/ 1219702 w 4641785"/>
              <a:gd name="connsiteY697" fmla="*/ 4438067 h 5274332"/>
              <a:gd name="connsiteX698" fmla="*/ 1217191 w 4641785"/>
              <a:gd name="connsiteY698" fmla="*/ 4436671 h 5274332"/>
              <a:gd name="connsiteX699" fmla="*/ 1213005 w 4641785"/>
              <a:gd name="connsiteY699" fmla="*/ 4432020 h 5274332"/>
              <a:gd name="connsiteX700" fmla="*/ 1826947 w 4641785"/>
              <a:gd name="connsiteY700" fmla="*/ 4426439 h 5274332"/>
              <a:gd name="connsiteX701" fmla="*/ 1826947 w 4641785"/>
              <a:gd name="connsiteY701" fmla="*/ 4426440 h 5274332"/>
              <a:gd name="connsiteX702" fmla="*/ 1826947 w 4641785"/>
              <a:gd name="connsiteY702" fmla="*/ 4430160 h 5274332"/>
              <a:gd name="connsiteX703" fmla="*/ 1829272 w 4641785"/>
              <a:gd name="connsiteY703" fmla="*/ 4432951 h 5274332"/>
              <a:gd name="connsiteX704" fmla="*/ 1829272 w 4641785"/>
              <a:gd name="connsiteY704" fmla="*/ 4432951 h 5274332"/>
              <a:gd name="connsiteX705" fmla="*/ 1826947 w 4641785"/>
              <a:gd name="connsiteY705" fmla="*/ 4430160 h 5274332"/>
              <a:gd name="connsiteX706" fmla="*/ 3938541 w 4641785"/>
              <a:gd name="connsiteY706" fmla="*/ 4422253 h 5274332"/>
              <a:gd name="connsiteX707" fmla="*/ 3941797 w 4641785"/>
              <a:gd name="connsiteY707" fmla="*/ 4424578 h 5274332"/>
              <a:gd name="connsiteX708" fmla="*/ 3942261 w 4641785"/>
              <a:gd name="connsiteY708" fmla="*/ 4429695 h 5274332"/>
              <a:gd name="connsiteX709" fmla="*/ 3946913 w 4641785"/>
              <a:gd name="connsiteY709" fmla="*/ 4438067 h 5274332"/>
              <a:gd name="connsiteX710" fmla="*/ 3949704 w 4641785"/>
              <a:gd name="connsiteY710" fmla="*/ 4446439 h 5274332"/>
              <a:gd name="connsiteX711" fmla="*/ 3948309 w 4641785"/>
              <a:gd name="connsiteY711" fmla="*/ 4448299 h 5274332"/>
              <a:gd name="connsiteX712" fmla="*/ 3945053 w 4641785"/>
              <a:gd name="connsiteY712" fmla="*/ 4447834 h 5274332"/>
              <a:gd name="connsiteX713" fmla="*/ 3944587 w 4641785"/>
              <a:gd name="connsiteY713" fmla="*/ 4445509 h 5274332"/>
              <a:gd name="connsiteX714" fmla="*/ 3939006 w 4641785"/>
              <a:gd name="connsiteY714" fmla="*/ 4437602 h 5274332"/>
              <a:gd name="connsiteX715" fmla="*/ 3936680 w 4641785"/>
              <a:gd name="connsiteY715" fmla="*/ 4437602 h 5274332"/>
              <a:gd name="connsiteX716" fmla="*/ 3934820 w 4641785"/>
              <a:gd name="connsiteY716" fmla="*/ 4432951 h 5274332"/>
              <a:gd name="connsiteX717" fmla="*/ 3930634 w 4641785"/>
              <a:gd name="connsiteY717" fmla="*/ 4432021 h 5274332"/>
              <a:gd name="connsiteX718" fmla="*/ 3930169 w 4641785"/>
              <a:gd name="connsiteY718" fmla="*/ 4428765 h 5274332"/>
              <a:gd name="connsiteX719" fmla="*/ 3933425 w 4641785"/>
              <a:gd name="connsiteY719" fmla="*/ 4427370 h 5274332"/>
              <a:gd name="connsiteX720" fmla="*/ 3936215 w 4641785"/>
              <a:gd name="connsiteY720" fmla="*/ 4424114 h 5274332"/>
              <a:gd name="connsiteX721" fmla="*/ 1129284 w 4641785"/>
              <a:gd name="connsiteY721" fmla="*/ 4418996 h 5274332"/>
              <a:gd name="connsiteX722" fmla="*/ 1129283 w 4641785"/>
              <a:gd name="connsiteY722" fmla="*/ 4418997 h 5274332"/>
              <a:gd name="connsiteX723" fmla="*/ 1129749 w 4641785"/>
              <a:gd name="connsiteY723" fmla="*/ 4419927 h 5274332"/>
              <a:gd name="connsiteX724" fmla="*/ 1130214 w 4641785"/>
              <a:gd name="connsiteY724" fmla="*/ 4420858 h 5274332"/>
              <a:gd name="connsiteX725" fmla="*/ 1131609 w 4641785"/>
              <a:gd name="connsiteY725" fmla="*/ 4421323 h 5274332"/>
              <a:gd name="connsiteX726" fmla="*/ 1129283 w 4641785"/>
              <a:gd name="connsiteY726" fmla="*/ 4424578 h 5274332"/>
              <a:gd name="connsiteX727" fmla="*/ 1124635 w 4641785"/>
              <a:gd name="connsiteY727" fmla="*/ 4425509 h 5274332"/>
              <a:gd name="connsiteX728" fmla="*/ 1130214 w 4641785"/>
              <a:gd name="connsiteY728" fmla="*/ 4428299 h 5274332"/>
              <a:gd name="connsiteX729" fmla="*/ 1131609 w 4641785"/>
              <a:gd name="connsiteY729" fmla="*/ 4421323 h 5274332"/>
              <a:gd name="connsiteX730" fmla="*/ 1131609 w 4641785"/>
              <a:gd name="connsiteY730" fmla="*/ 4421322 h 5274332"/>
              <a:gd name="connsiteX731" fmla="*/ 1130214 w 4641785"/>
              <a:gd name="connsiteY731" fmla="*/ 4420857 h 5274332"/>
              <a:gd name="connsiteX732" fmla="*/ 1129749 w 4641785"/>
              <a:gd name="connsiteY732" fmla="*/ 4419927 h 5274332"/>
              <a:gd name="connsiteX733" fmla="*/ 1208353 w 4641785"/>
              <a:gd name="connsiteY733" fmla="*/ 4417602 h 5274332"/>
              <a:gd name="connsiteX734" fmla="*/ 1208818 w 4641785"/>
              <a:gd name="connsiteY734" fmla="*/ 4424578 h 5274332"/>
              <a:gd name="connsiteX735" fmla="*/ 1208929 w 4641785"/>
              <a:gd name="connsiteY735" fmla="*/ 4424689 h 5274332"/>
              <a:gd name="connsiteX736" fmla="*/ 1208818 w 4641785"/>
              <a:gd name="connsiteY736" fmla="*/ 4424579 h 5274332"/>
              <a:gd name="connsiteX737" fmla="*/ 1208354 w 4641785"/>
              <a:gd name="connsiteY737" fmla="*/ 4417602 h 5274332"/>
              <a:gd name="connsiteX738" fmla="*/ 1117656 w 4641785"/>
              <a:gd name="connsiteY738" fmla="*/ 4417602 h 5274332"/>
              <a:gd name="connsiteX739" fmla="*/ 1117191 w 4641785"/>
              <a:gd name="connsiteY739" fmla="*/ 4418996 h 5274332"/>
              <a:gd name="connsiteX740" fmla="*/ 1117656 w 4641785"/>
              <a:gd name="connsiteY740" fmla="*/ 4420857 h 5274332"/>
              <a:gd name="connsiteX741" fmla="*/ 1117656 w 4641785"/>
              <a:gd name="connsiteY741" fmla="*/ 4417602 h 5274332"/>
              <a:gd name="connsiteX742" fmla="*/ 1192322 w 4641785"/>
              <a:gd name="connsiteY742" fmla="*/ 4413569 h 5274332"/>
              <a:gd name="connsiteX743" fmla="*/ 1193004 w 4641785"/>
              <a:gd name="connsiteY743" fmla="*/ 4415276 h 5274332"/>
              <a:gd name="connsiteX744" fmla="*/ 1194399 w 4641785"/>
              <a:gd name="connsiteY744" fmla="*/ 4416206 h 5274332"/>
              <a:gd name="connsiteX745" fmla="*/ 1195329 w 4641785"/>
              <a:gd name="connsiteY745" fmla="*/ 4418066 h 5274332"/>
              <a:gd name="connsiteX746" fmla="*/ 1195794 w 4641785"/>
              <a:gd name="connsiteY746" fmla="*/ 4419462 h 5274332"/>
              <a:gd name="connsiteX747" fmla="*/ 1195795 w 4641785"/>
              <a:gd name="connsiteY747" fmla="*/ 4419461 h 5274332"/>
              <a:gd name="connsiteX748" fmla="*/ 1195330 w 4641785"/>
              <a:gd name="connsiteY748" fmla="*/ 4418067 h 5274332"/>
              <a:gd name="connsiteX749" fmla="*/ 1194400 w 4641785"/>
              <a:gd name="connsiteY749" fmla="*/ 4416206 h 5274332"/>
              <a:gd name="connsiteX750" fmla="*/ 1193005 w 4641785"/>
              <a:gd name="connsiteY750" fmla="*/ 4415277 h 5274332"/>
              <a:gd name="connsiteX751" fmla="*/ 1131145 w 4641785"/>
              <a:gd name="connsiteY751" fmla="*/ 4412951 h 5274332"/>
              <a:gd name="connsiteX752" fmla="*/ 1131144 w 4641785"/>
              <a:gd name="connsiteY752" fmla="*/ 4412951 h 5274332"/>
              <a:gd name="connsiteX753" fmla="*/ 1132074 w 4641785"/>
              <a:gd name="connsiteY753" fmla="*/ 4415276 h 5274332"/>
              <a:gd name="connsiteX754" fmla="*/ 1130148 w 4641785"/>
              <a:gd name="connsiteY754" fmla="*/ 4417844 h 5274332"/>
              <a:gd name="connsiteX755" fmla="*/ 1132075 w 4641785"/>
              <a:gd name="connsiteY755" fmla="*/ 4415276 h 5274332"/>
              <a:gd name="connsiteX756" fmla="*/ 3934820 w 4641785"/>
              <a:gd name="connsiteY756" fmla="*/ 4412020 h 5274332"/>
              <a:gd name="connsiteX757" fmla="*/ 3939471 w 4641785"/>
              <a:gd name="connsiteY757" fmla="*/ 4412020 h 5274332"/>
              <a:gd name="connsiteX758" fmla="*/ 3941797 w 4641785"/>
              <a:gd name="connsiteY758" fmla="*/ 4412486 h 5274332"/>
              <a:gd name="connsiteX759" fmla="*/ 3940866 w 4641785"/>
              <a:gd name="connsiteY759" fmla="*/ 4421788 h 5274332"/>
              <a:gd name="connsiteX760" fmla="*/ 3939471 w 4641785"/>
              <a:gd name="connsiteY760" fmla="*/ 4422253 h 5274332"/>
              <a:gd name="connsiteX761" fmla="*/ 3934820 w 4641785"/>
              <a:gd name="connsiteY761" fmla="*/ 4417602 h 5274332"/>
              <a:gd name="connsiteX762" fmla="*/ 1142771 w 4641785"/>
              <a:gd name="connsiteY762" fmla="*/ 4408300 h 5274332"/>
              <a:gd name="connsiteX763" fmla="*/ 1142469 w 4641785"/>
              <a:gd name="connsiteY763" fmla="*/ 4409208 h 5274332"/>
              <a:gd name="connsiteX764" fmla="*/ 1142772 w 4641785"/>
              <a:gd name="connsiteY764" fmla="*/ 4408300 h 5274332"/>
              <a:gd name="connsiteX765" fmla="*/ 1183237 w 4641785"/>
              <a:gd name="connsiteY765" fmla="*/ 4406904 h 5274332"/>
              <a:gd name="connsiteX766" fmla="*/ 1184167 w 4641785"/>
              <a:gd name="connsiteY766" fmla="*/ 4408299 h 5274332"/>
              <a:gd name="connsiteX767" fmla="*/ 1184167 w 4641785"/>
              <a:gd name="connsiteY767" fmla="*/ 4410159 h 5274332"/>
              <a:gd name="connsiteX768" fmla="*/ 1186101 w 4641785"/>
              <a:gd name="connsiteY768" fmla="*/ 4412922 h 5274332"/>
              <a:gd name="connsiteX769" fmla="*/ 1184168 w 4641785"/>
              <a:gd name="connsiteY769" fmla="*/ 4410160 h 5274332"/>
              <a:gd name="connsiteX770" fmla="*/ 1184168 w 4641785"/>
              <a:gd name="connsiteY770" fmla="*/ 4408299 h 5274332"/>
              <a:gd name="connsiteX771" fmla="*/ 1183237 w 4641785"/>
              <a:gd name="connsiteY771" fmla="*/ 4406904 h 5274332"/>
              <a:gd name="connsiteX772" fmla="*/ 1140912 w 4641785"/>
              <a:gd name="connsiteY772" fmla="*/ 4405508 h 5274332"/>
              <a:gd name="connsiteX773" fmla="*/ 1140446 w 4641785"/>
              <a:gd name="connsiteY773" fmla="*/ 4407369 h 5274332"/>
              <a:gd name="connsiteX774" fmla="*/ 1136726 w 4641785"/>
              <a:gd name="connsiteY774" fmla="*/ 4406904 h 5274332"/>
              <a:gd name="connsiteX775" fmla="*/ 1133470 w 4641785"/>
              <a:gd name="connsiteY775" fmla="*/ 4405974 h 5274332"/>
              <a:gd name="connsiteX776" fmla="*/ 1133005 w 4641785"/>
              <a:gd name="connsiteY776" fmla="*/ 4405974 h 5274332"/>
              <a:gd name="connsiteX777" fmla="*/ 1131609 w 4641785"/>
              <a:gd name="connsiteY777" fmla="*/ 4407369 h 5274332"/>
              <a:gd name="connsiteX778" fmla="*/ 1131144 w 4641785"/>
              <a:gd name="connsiteY778" fmla="*/ 4407834 h 5274332"/>
              <a:gd name="connsiteX779" fmla="*/ 1126958 w 4641785"/>
              <a:gd name="connsiteY779" fmla="*/ 4410625 h 5274332"/>
              <a:gd name="connsiteX780" fmla="*/ 1126028 w 4641785"/>
              <a:gd name="connsiteY780" fmla="*/ 4412950 h 5274332"/>
              <a:gd name="connsiteX781" fmla="*/ 1124168 w 4641785"/>
              <a:gd name="connsiteY781" fmla="*/ 4412485 h 5274332"/>
              <a:gd name="connsiteX782" fmla="*/ 1122773 w 4641785"/>
              <a:gd name="connsiteY782" fmla="*/ 4412020 h 5274332"/>
              <a:gd name="connsiteX783" fmla="*/ 1121377 w 4641785"/>
              <a:gd name="connsiteY783" fmla="*/ 4412485 h 5274332"/>
              <a:gd name="connsiteX784" fmla="*/ 1119982 w 4641785"/>
              <a:gd name="connsiteY784" fmla="*/ 4411555 h 5274332"/>
              <a:gd name="connsiteX785" fmla="*/ 1119517 w 4641785"/>
              <a:gd name="connsiteY785" fmla="*/ 4411555 h 5274332"/>
              <a:gd name="connsiteX786" fmla="*/ 1117191 w 4641785"/>
              <a:gd name="connsiteY786" fmla="*/ 4412485 h 5274332"/>
              <a:gd name="connsiteX787" fmla="*/ 1117191 w 4641785"/>
              <a:gd name="connsiteY787" fmla="*/ 4412486 h 5274332"/>
              <a:gd name="connsiteX788" fmla="*/ 1119516 w 4641785"/>
              <a:gd name="connsiteY788" fmla="*/ 4411556 h 5274332"/>
              <a:gd name="connsiteX789" fmla="*/ 1119981 w 4641785"/>
              <a:gd name="connsiteY789" fmla="*/ 4411556 h 5274332"/>
              <a:gd name="connsiteX790" fmla="*/ 1121377 w 4641785"/>
              <a:gd name="connsiteY790" fmla="*/ 4412486 h 5274332"/>
              <a:gd name="connsiteX791" fmla="*/ 1122772 w 4641785"/>
              <a:gd name="connsiteY791" fmla="*/ 4412020 h 5274332"/>
              <a:gd name="connsiteX792" fmla="*/ 1124167 w 4641785"/>
              <a:gd name="connsiteY792" fmla="*/ 4412486 h 5274332"/>
              <a:gd name="connsiteX793" fmla="*/ 1126028 w 4641785"/>
              <a:gd name="connsiteY793" fmla="*/ 4412951 h 5274332"/>
              <a:gd name="connsiteX794" fmla="*/ 1126958 w 4641785"/>
              <a:gd name="connsiteY794" fmla="*/ 4410625 h 5274332"/>
              <a:gd name="connsiteX795" fmla="*/ 1131144 w 4641785"/>
              <a:gd name="connsiteY795" fmla="*/ 4407835 h 5274332"/>
              <a:gd name="connsiteX796" fmla="*/ 1131609 w 4641785"/>
              <a:gd name="connsiteY796" fmla="*/ 4407369 h 5274332"/>
              <a:gd name="connsiteX797" fmla="*/ 1133005 w 4641785"/>
              <a:gd name="connsiteY797" fmla="*/ 4405974 h 5274332"/>
              <a:gd name="connsiteX798" fmla="*/ 1133469 w 4641785"/>
              <a:gd name="connsiteY798" fmla="*/ 4405974 h 5274332"/>
              <a:gd name="connsiteX799" fmla="*/ 1136725 w 4641785"/>
              <a:gd name="connsiteY799" fmla="*/ 4406905 h 5274332"/>
              <a:gd name="connsiteX800" fmla="*/ 1140446 w 4641785"/>
              <a:gd name="connsiteY800" fmla="*/ 4407369 h 5274332"/>
              <a:gd name="connsiteX801" fmla="*/ 1140912 w 4641785"/>
              <a:gd name="connsiteY801" fmla="*/ 4405509 h 5274332"/>
              <a:gd name="connsiteX802" fmla="*/ 1141842 w 4641785"/>
              <a:gd name="connsiteY802" fmla="*/ 4405974 h 5274332"/>
              <a:gd name="connsiteX803" fmla="*/ 1143702 w 4641785"/>
              <a:gd name="connsiteY803" fmla="*/ 4405509 h 5274332"/>
              <a:gd name="connsiteX804" fmla="*/ 1145563 w 4641785"/>
              <a:gd name="connsiteY804" fmla="*/ 4406905 h 5274332"/>
              <a:gd name="connsiteX805" fmla="*/ 1146027 w 4641785"/>
              <a:gd name="connsiteY805" fmla="*/ 4407835 h 5274332"/>
              <a:gd name="connsiteX806" fmla="*/ 1145846 w 4641785"/>
              <a:gd name="connsiteY806" fmla="*/ 4407925 h 5274332"/>
              <a:gd name="connsiteX807" fmla="*/ 1146028 w 4641785"/>
              <a:gd name="connsiteY807" fmla="*/ 4407834 h 5274332"/>
              <a:gd name="connsiteX808" fmla="*/ 1145563 w 4641785"/>
              <a:gd name="connsiteY808" fmla="*/ 4406904 h 5274332"/>
              <a:gd name="connsiteX809" fmla="*/ 1143702 w 4641785"/>
              <a:gd name="connsiteY809" fmla="*/ 4405508 h 5274332"/>
              <a:gd name="connsiteX810" fmla="*/ 1141842 w 4641785"/>
              <a:gd name="connsiteY810" fmla="*/ 4405974 h 5274332"/>
              <a:gd name="connsiteX811" fmla="*/ 3945517 w 4641785"/>
              <a:gd name="connsiteY811" fmla="*/ 4404114 h 5274332"/>
              <a:gd name="connsiteX812" fmla="*/ 3945053 w 4641785"/>
              <a:gd name="connsiteY812" fmla="*/ 4406905 h 5274332"/>
              <a:gd name="connsiteX813" fmla="*/ 3946448 w 4641785"/>
              <a:gd name="connsiteY813" fmla="*/ 4409230 h 5274332"/>
              <a:gd name="connsiteX814" fmla="*/ 3946913 w 4641785"/>
              <a:gd name="connsiteY814" fmla="*/ 4413416 h 5274332"/>
              <a:gd name="connsiteX815" fmla="*/ 3949704 w 4641785"/>
              <a:gd name="connsiteY815" fmla="*/ 4417137 h 5274332"/>
              <a:gd name="connsiteX816" fmla="*/ 3947843 w 4641785"/>
              <a:gd name="connsiteY816" fmla="*/ 4422253 h 5274332"/>
              <a:gd name="connsiteX817" fmla="*/ 3945053 w 4641785"/>
              <a:gd name="connsiteY817" fmla="*/ 4418067 h 5274332"/>
              <a:gd name="connsiteX818" fmla="*/ 3942261 w 4641785"/>
              <a:gd name="connsiteY818" fmla="*/ 4417137 h 5274332"/>
              <a:gd name="connsiteX819" fmla="*/ 3941797 w 4641785"/>
              <a:gd name="connsiteY819" fmla="*/ 4412020 h 5274332"/>
              <a:gd name="connsiteX820" fmla="*/ 3937146 w 4641785"/>
              <a:gd name="connsiteY820" fmla="*/ 4411090 h 5274332"/>
              <a:gd name="connsiteX821" fmla="*/ 3935285 w 4641785"/>
              <a:gd name="connsiteY821" fmla="*/ 4409695 h 5274332"/>
              <a:gd name="connsiteX822" fmla="*/ 3935285 w 4641785"/>
              <a:gd name="connsiteY822" fmla="*/ 4405044 h 5274332"/>
              <a:gd name="connsiteX823" fmla="*/ 3939936 w 4641785"/>
              <a:gd name="connsiteY823" fmla="*/ 4406439 h 5274332"/>
              <a:gd name="connsiteX824" fmla="*/ 1485092 w 4641785"/>
              <a:gd name="connsiteY824" fmla="*/ 4398067 h 5274332"/>
              <a:gd name="connsiteX825" fmla="*/ 1482105 w 4641785"/>
              <a:gd name="connsiteY825" fmla="*/ 4399063 h 5274332"/>
              <a:gd name="connsiteX826" fmla="*/ 1485093 w 4641785"/>
              <a:gd name="connsiteY826" fmla="*/ 4398067 h 5274332"/>
              <a:gd name="connsiteX827" fmla="*/ 3952029 w 4641785"/>
              <a:gd name="connsiteY827" fmla="*/ 4395276 h 5274332"/>
              <a:gd name="connsiteX828" fmla="*/ 3954819 w 4641785"/>
              <a:gd name="connsiteY828" fmla="*/ 4397602 h 5274332"/>
              <a:gd name="connsiteX829" fmla="*/ 3956215 w 4641785"/>
              <a:gd name="connsiteY829" fmla="*/ 4405509 h 5274332"/>
              <a:gd name="connsiteX830" fmla="*/ 3955285 w 4641785"/>
              <a:gd name="connsiteY830" fmla="*/ 4408300 h 5274332"/>
              <a:gd name="connsiteX831" fmla="*/ 3955750 w 4641785"/>
              <a:gd name="connsiteY831" fmla="*/ 4412020 h 5274332"/>
              <a:gd name="connsiteX832" fmla="*/ 3954355 w 4641785"/>
              <a:gd name="connsiteY832" fmla="*/ 4414812 h 5274332"/>
              <a:gd name="connsiteX833" fmla="*/ 3952029 w 4641785"/>
              <a:gd name="connsiteY833" fmla="*/ 4415276 h 5274332"/>
              <a:gd name="connsiteX834" fmla="*/ 3946913 w 4641785"/>
              <a:gd name="connsiteY834" fmla="*/ 4407835 h 5274332"/>
              <a:gd name="connsiteX835" fmla="*/ 3950168 w 4641785"/>
              <a:gd name="connsiteY835" fmla="*/ 4398532 h 5274332"/>
              <a:gd name="connsiteX836" fmla="*/ 3891565 w 4641785"/>
              <a:gd name="connsiteY836" fmla="*/ 4391091 h 5274332"/>
              <a:gd name="connsiteX837" fmla="*/ 3893425 w 4641785"/>
              <a:gd name="connsiteY837" fmla="*/ 4391091 h 5274332"/>
              <a:gd name="connsiteX838" fmla="*/ 3894356 w 4641785"/>
              <a:gd name="connsiteY838" fmla="*/ 4392486 h 5274332"/>
              <a:gd name="connsiteX839" fmla="*/ 3895751 w 4641785"/>
              <a:gd name="connsiteY839" fmla="*/ 4402253 h 5274332"/>
              <a:gd name="connsiteX840" fmla="*/ 3899006 w 4641785"/>
              <a:gd name="connsiteY840" fmla="*/ 4399928 h 5274332"/>
              <a:gd name="connsiteX841" fmla="*/ 3902262 w 4641785"/>
              <a:gd name="connsiteY841" fmla="*/ 4400858 h 5274332"/>
              <a:gd name="connsiteX842" fmla="*/ 3902262 w 4641785"/>
              <a:gd name="connsiteY842" fmla="*/ 4404579 h 5274332"/>
              <a:gd name="connsiteX843" fmla="*/ 3899472 w 4641785"/>
              <a:gd name="connsiteY843" fmla="*/ 4411556 h 5274332"/>
              <a:gd name="connsiteX844" fmla="*/ 3899006 w 4641785"/>
              <a:gd name="connsiteY844" fmla="*/ 4415276 h 5274332"/>
              <a:gd name="connsiteX845" fmla="*/ 3899472 w 4641785"/>
              <a:gd name="connsiteY845" fmla="*/ 4415741 h 5274332"/>
              <a:gd name="connsiteX846" fmla="*/ 3901797 w 4641785"/>
              <a:gd name="connsiteY846" fmla="*/ 4418067 h 5274332"/>
              <a:gd name="connsiteX847" fmla="*/ 3905518 w 4641785"/>
              <a:gd name="connsiteY847" fmla="*/ 4424578 h 5274332"/>
              <a:gd name="connsiteX848" fmla="*/ 3903193 w 4641785"/>
              <a:gd name="connsiteY848" fmla="*/ 4425974 h 5274332"/>
              <a:gd name="connsiteX849" fmla="*/ 3899937 w 4641785"/>
              <a:gd name="connsiteY849" fmla="*/ 4424114 h 5274332"/>
              <a:gd name="connsiteX850" fmla="*/ 3902262 w 4641785"/>
              <a:gd name="connsiteY850" fmla="*/ 4431555 h 5274332"/>
              <a:gd name="connsiteX851" fmla="*/ 3897611 w 4641785"/>
              <a:gd name="connsiteY851" fmla="*/ 4433881 h 5274332"/>
              <a:gd name="connsiteX852" fmla="*/ 3895751 w 4641785"/>
              <a:gd name="connsiteY852" fmla="*/ 4437602 h 5274332"/>
              <a:gd name="connsiteX853" fmla="*/ 3898542 w 4641785"/>
              <a:gd name="connsiteY853" fmla="*/ 4445974 h 5274332"/>
              <a:gd name="connsiteX854" fmla="*/ 3900867 w 4641785"/>
              <a:gd name="connsiteY854" fmla="*/ 4440392 h 5274332"/>
              <a:gd name="connsiteX855" fmla="*/ 3905518 w 4641785"/>
              <a:gd name="connsiteY855" fmla="*/ 4439462 h 5274332"/>
              <a:gd name="connsiteX856" fmla="*/ 3907378 w 4641785"/>
              <a:gd name="connsiteY856" fmla="*/ 4441788 h 5274332"/>
              <a:gd name="connsiteX857" fmla="*/ 3905983 w 4641785"/>
              <a:gd name="connsiteY857" fmla="*/ 4446904 h 5274332"/>
              <a:gd name="connsiteX858" fmla="*/ 3907378 w 4641785"/>
              <a:gd name="connsiteY858" fmla="*/ 4450160 h 5274332"/>
              <a:gd name="connsiteX859" fmla="*/ 3902262 w 4641785"/>
              <a:gd name="connsiteY859" fmla="*/ 4475275 h 5274332"/>
              <a:gd name="connsiteX860" fmla="*/ 3896216 w 4641785"/>
              <a:gd name="connsiteY860" fmla="*/ 4477136 h 5274332"/>
              <a:gd name="connsiteX861" fmla="*/ 3893890 w 4641785"/>
              <a:gd name="connsiteY861" fmla="*/ 4479461 h 5274332"/>
              <a:gd name="connsiteX862" fmla="*/ 3892961 w 4641785"/>
              <a:gd name="connsiteY862" fmla="*/ 4483647 h 5274332"/>
              <a:gd name="connsiteX863" fmla="*/ 3888309 w 4641785"/>
              <a:gd name="connsiteY863" fmla="*/ 4489228 h 5274332"/>
              <a:gd name="connsiteX864" fmla="*/ 3892030 w 4641785"/>
              <a:gd name="connsiteY864" fmla="*/ 4489228 h 5274332"/>
              <a:gd name="connsiteX865" fmla="*/ 3895751 w 4641785"/>
              <a:gd name="connsiteY865" fmla="*/ 4483647 h 5274332"/>
              <a:gd name="connsiteX866" fmla="*/ 3900402 w 4641785"/>
              <a:gd name="connsiteY866" fmla="*/ 4482252 h 5274332"/>
              <a:gd name="connsiteX867" fmla="*/ 3902262 w 4641785"/>
              <a:gd name="connsiteY867" fmla="*/ 4483647 h 5274332"/>
              <a:gd name="connsiteX868" fmla="*/ 3901797 w 4641785"/>
              <a:gd name="connsiteY868" fmla="*/ 4492950 h 5274332"/>
              <a:gd name="connsiteX869" fmla="*/ 3898076 w 4641785"/>
              <a:gd name="connsiteY869" fmla="*/ 4501321 h 5274332"/>
              <a:gd name="connsiteX870" fmla="*/ 3897146 w 4641785"/>
              <a:gd name="connsiteY870" fmla="*/ 4506438 h 5274332"/>
              <a:gd name="connsiteX871" fmla="*/ 3897611 w 4641785"/>
              <a:gd name="connsiteY871" fmla="*/ 4507833 h 5274332"/>
              <a:gd name="connsiteX872" fmla="*/ 3894820 w 4641785"/>
              <a:gd name="connsiteY872" fmla="*/ 4512484 h 5274332"/>
              <a:gd name="connsiteX873" fmla="*/ 3892961 w 4641785"/>
              <a:gd name="connsiteY873" fmla="*/ 4509694 h 5274332"/>
              <a:gd name="connsiteX874" fmla="*/ 3887844 w 4641785"/>
              <a:gd name="connsiteY874" fmla="*/ 4509694 h 5274332"/>
              <a:gd name="connsiteX875" fmla="*/ 3885054 w 4641785"/>
              <a:gd name="connsiteY875" fmla="*/ 4506903 h 5274332"/>
              <a:gd name="connsiteX876" fmla="*/ 3885519 w 4641785"/>
              <a:gd name="connsiteY876" fmla="*/ 4502252 h 5274332"/>
              <a:gd name="connsiteX877" fmla="*/ 3881798 w 4641785"/>
              <a:gd name="connsiteY877" fmla="*/ 4498996 h 5274332"/>
              <a:gd name="connsiteX878" fmla="*/ 3878542 w 4641785"/>
              <a:gd name="connsiteY878" fmla="*/ 4495275 h 5274332"/>
              <a:gd name="connsiteX879" fmla="*/ 3879007 w 4641785"/>
              <a:gd name="connsiteY879" fmla="*/ 4488763 h 5274332"/>
              <a:gd name="connsiteX880" fmla="*/ 3876681 w 4641785"/>
              <a:gd name="connsiteY880" fmla="*/ 4483647 h 5274332"/>
              <a:gd name="connsiteX881" fmla="*/ 3877612 w 4641785"/>
              <a:gd name="connsiteY881" fmla="*/ 4479926 h 5274332"/>
              <a:gd name="connsiteX882" fmla="*/ 3875286 w 4641785"/>
              <a:gd name="connsiteY882" fmla="*/ 4475275 h 5274332"/>
              <a:gd name="connsiteX883" fmla="*/ 3870170 w 4641785"/>
              <a:gd name="connsiteY883" fmla="*/ 4474810 h 5274332"/>
              <a:gd name="connsiteX884" fmla="*/ 3870635 w 4641785"/>
              <a:gd name="connsiteY884" fmla="*/ 4466438 h 5274332"/>
              <a:gd name="connsiteX885" fmla="*/ 3868774 w 4641785"/>
              <a:gd name="connsiteY885" fmla="*/ 4457601 h 5274332"/>
              <a:gd name="connsiteX886" fmla="*/ 3865519 w 4641785"/>
              <a:gd name="connsiteY886" fmla="*/ 4457601 h 5274332"/>
              <a:gd name="connsiteX887" fmla="*/ 3863659 w 4641785"/>
              <a:gd name="connsiteY887" fmla="*/ 4454346 h 5274332"/>
              <a:gd name="connsiteX888" fmla="*/ 3865519 w 4641785"/>
              <a:gd name="connsiteY888" fmla="*/ 4450160 h 5274332"/>
              <a:gd name="connsiteX889" fmla="*/ 3865984 w 4641785"/>
              <a:gd name="connsiteY889" fmla="*/ 4446439 h 5274332"/>
              <a:gd name="connsiteX890" fmla="*/ 3868310 w 4641785"/>
              <a:gd name="connsiteY890" fmla="*/ 4441788 h 5274332"/>
              <a:gd name="connsiteX891" fmla="*/ 3872030 w 4641785"/>
              <a:gd name="connsiteY891" fmla="*/ 4438532 h 5274332"/>
              <a:gd name="connsiteX892" fmla="*/ 3873891 w 4641785"/>
              <a:gd name="connsiteY892" fmla="*/ 4441323 h 5274332"/>
              <a:gd name="connsiteX893" fmla="*/ 3875286 w 4641785"/>
              <a:gd name="connsiteY893" fmla="*/ 4447834 h 5274332"/>
              <a:gd name="connsiteX894" fmla="*/ 3879472 w 4641785"/>
              <a:gd name="connsiteY894" fmla="*/ 4450625 h 5274332"/>
              <a:gd name="connsiteX895" fmla="*/ 3878542 w 4641785"/>
              <a:gd name="connsiteY895" fmla="*/ 4441788 h 5274332"/>
              <a:gd name="connsiteX896" fmla="*/ 3879472 w 4641785"/>
              <a:gd name="connsiteY896" fmla="*/ 4438997 h 5274332"/>
              <a:gd name="connsiteX897" fmla="*/ 3879472 w 4641785"/>
              <a:gd name="connsiteY897" fmla="*/ 4428300 h 5274332"/>
              <a:gd name="connsiteX898" fmla="*/ 3881798 w 4641785"/>
              <a:gd name="connsiteY898" fmla="*/ 4419463 h 5274332"/>
              <a:gd name="connsiteX899" fmla="*/ 3880403 w 4641785"/>
              <a:gd name="connsiteY899" fmla="*/ 4418067 h 5274332"/>
              <a:gd name="connsiteX900" fmla="*/ 3881332 w 4641785"/>
              <a:gd name="connsiteY900" fmla="*/ 4412951 h 5274332"/>
              <a:gd name="connsiteX901" fmla="*/ 3884588 w 4641785"/>
              <a:gd name="connsiteY901" fmla="*/ 4400393 h 5274332"/>
              <a:gd name="connsiteX902" fmla="*/ 3898076 w 4641785"/>
              <a:gd name="connsiteY902" fmla="*/ 4390161 h 5274332"/>
              <a:gd name="connsiteX903" fmla="*/ 3903193 w 4641785"/>
              <a:gd name="connsiteY903" fmla="*/ 4392021 h 5274332"/>
              <a:gd name="connsiteX904" fmla="*/ 3904123 w 4641785"/>
              <a:gd name="connsiteY904" fmla="*/ 4396672 h 5274332"/>
              <a:gd name="connsiteX905" fmla="*/ 3903657 w 4641785"/>
              <a:gd name="connsiteY905" fmla="*/ 4399928 h 5274332"/>
              <a:gd name="connsiteX906" fmla="*/ 3897146 w 4641785"/>
              <a:gd name="connsiteY906" fmla="*/ 4398998 h 5274332"/>
              <a:gd name="connsiteX907" fmla="*/ 3897146 w 4641785"/>
              <a:gd name="connsiteY907" fmla="*/ 4392486 h 5274332"/>
              <a:gd name="connsiteX908" fmla="*/ 3925518 w 4641785"/>
              <a:gd name="connsiteY908" fmla="*/ 4387835 h 5274332"/>
              <a:gd name="connsiteX909" fmla="*/ 3927378 w 4641785"/>
              <a:gd name="connsiteY909" fmla="*/ 4392021 h 5274332"/>
              <a:gd name="connsiteX910" fmla="*/ 3920402 w 4641785"/>
              <a:gd name="connsiteY910" fmla="*/ 4390625 h 5274332"/>
              <a:gd name="connsiteX911" fmla="*/ 3953424 w 4641785"/>
              <a:gd name="connsiteY911" fmla="*/ 4386905 h 5274332"/>
              <a:gd name="connsiteX912" fmla="*/ 3954819 w 4641785"/>
              <a:gd name="connsiteY912" fmla="*/ 4391091 h 5274332"/>
              <a:gd name="connsiteX913" fmla="*/ 3951564 w 4641785"/>
              <a:gd name="connsiteY913" fmla="*/ 4392486 h 5274332"/>
              <a:gd name="connsiteX914" fmla="*/ 1160002 w 4641785"/>
              <a:gd name="connsiteY914" fmla="*/ 4385995 h 5274332"/>
              <a:gd name="connsiteX915" fmla="*/ 1160446 w 4641785"/>
              <a:gd name="connsiteY915" fmla="*/ 4386439 h 5274332"/>
              <a:gd name="connsiteX916" fmla="*/ 1161841 w 4641785"/>
              <a:gd name="connsiteY916" fmla="*/ 4386905 h 5274332"/>
              <a:gd name="connsiteX917" fmla="*/ 1163237 w 4641785"/>
              <a:gd name="connsiteY917" fmla="*/ 4388300 h 5274332"/>
              <a:gd name="connsiteX918" fmla="*/ 1163237 w 4641785"/>
              <a:gd name="connsiteY918" fmla="*/ 4388764 h 5274332"/>
              <a:gd name="connsiteX919" fmla="*/ 1164632 w 4641785"/>
              <a:gd name="connsiteY919" fmla="*/ 4391090 h 5274332"/>
              <a:gd name="connsiteX920" fmla="*/ 1164632 w 4641785"/>
              <a:gd name="connsiteY920" fmla="*/ 4391555 h 5274332"/>
              <a:gd name="connsiteX921" fmla="*/ 1165097 w 4641785"/>
              <a:gd name="connsiteY921" fmla="*/ 4392486 h 5274332"/>
              <a:gd name="connsiteX922" fmla="*/ 1165563 w 4641785"/>
              <a:gd name="connsiteY922" fmla="*/ 4393881 h 5274332"/>
              <a:gd name="connsiteX923" fmla="*/ 1167423 w 4641785"/>
              <a:gd name="connsiteY923" fmla="*/ 4395741 h 5274332"/>
              <a:gd name="connsiteX924" fmla="*/ 1166492 w 4641785"/>
              <a:gd name="connsiteY924" fmla="*/ 4397137 h 5274332"/>
              <a:gd name="connsiteX925" fmla="*/ 1167888 w 4641785"/>
              <a:gd name="connsiteY925" fmla="*/ 4398067 h 5274332"/>
              <a:gd name="connsiteX926" fmla="*/ 1168353 w 4641785"/>
              <a:gd name="connsiteY926" fmla="*/ 4398532 h 5274332"/>
              <a:gd name="connsiteX927" fmla="*/ 1169283 w 4641785"/>
              <a:gd name="connsiteY927" fmla="*/ 4399462 h 5274332"/>
              <a:gd name="connsiteX928" fmla="*/ 1171609 w 4641785"/>
              <a:gd name="connsiteY928" fmla="*/ 4402252 h 5274332"/>
              <a:gd name="connsiteX929" fmla="*/ 1174399 w 4641785"/>
              <a:gd name="connsiteY929" fmla="*/ 4405043 h 5274332"/>
              <a:gd name="connsiteX930" fmla="*/ 1175685 w 4641785"/>
              <a:gd name="connsiteY930" fmla="*/ 4406329 h 5274332"/>
              <a:gd name="connsiteX931" fmla="*/ 1174401 w 4641785"/>
              <a:gd name="connsiteY931" fmla="*/ 4405044 h 5274332"/>
              <a:gd name="connsiteX932" fmla="*/ 1171610 w 4641785"/>
              <a:gd name="connsiteY932" fmla="*/ 4402253 h 5274332"/>
              <a:gd name="connsiteX933" fmla="*/ 1169284 w 4641785"/>
              <a:gd name="connsiteY933" fmla="*/ 4399463 h 5274332"/>
              <a:gd name="connsiteX934" fmla="*/ 1168354 w 4641785"/>
              <a:gd name="connsiteY934" fmla="*/ 4398533 h 5274332"/>
              <a:gd name="connsiteX935" fmla="*/ 1167889 w 4641785"/>
              <a:gd name="connsiteY935" fmla="*/ 4398067 h 5274332"/>
              <a:gd name="connsiteX936" fmla="*/ 1166494 w 4641785"/>
              <a:gd name="connsiteY936" fmla="*/ 4397137 h 5274332"/>
              <a:gd name="connsiteX937" fmla="*/ 1167424 w 4641785"/>
              <a:gd name="connsiteY937" fmla="*/ 4395741 h 5274332"/>
              <a:gd name="connsiteX938" fmla="*/ 1165564 w 4641785"/>
              <a:gd name="connsiteY938" fmla="*/ 4393882 h 5274332"/>
              <a:gd name="connsiteX939" fmla="*/ 1165098 w 4641785"/>
              <a:gd name="connsiteY939" fmla="*/ 4392486 h 5274332"/>
              <a:gd name="connsiteX940" fmla="*/ 1164633 w 4641785"/>
              <a:gd name="connsiteY940" fmla="*/ 4391556 h 5274332"/>
              <a:gd name="connsiteX941" fmla="*/ 1164633 w 4641785"/>
              <a:gd name="connsiteY941" fmla="*/ 4391090 h 5274332"/>
              <a:gd name="connsiteX942" fmla="*/ 1163238 w 4641785"/>
              <a:gd name="connsiteY942" fmla="*/ 4388765 h 5274332"/>
              <a:gd name="connsiteX943" fmla="*/ 1163238 w 4641785"/>
              <a:gd name="connsiteY943" fmla="*/ 4388300 h 5274332"/>
              <a:gd name="connsiteX944" fmla="*/ 1161843 w 4641785"/>
              <a:gd name="connsiteY944" fmla="*/ 4386905 h 5274332"/>
              <a:gd name="connsiteX945" fmla="*/ 1160447 w 4641785"/>
              <a:gd name="connsiteY945" fmla="*/ 4386439 h 5274332"/>
              <a:gd name="connsiteX946" fmla="*/ 1483683 w 4641785"/>
              <a:gd name="connsiteY946" fmla="*/ 4384232 h 5274332"/>
              <a:gd name="connsiteX947" fmla="*/ 1481838 w 4641785"/>
              <a:gd name="connsiteY947" fmla="*/ 4385509 h 5274332"/>
              <a:gd name="connsiteX948" fmla="*/ 1478117 w 4641785"/>
              <a:gd name="connsiteY948" fmla="*/ 4385044 h 5274332"/>
              <a:gd name="connsiteX949" fmla="*/ 1478116 w 4641785"/>
              <a:gd name="connsiteY949" fmla="*/ 4385045 h 5274332"/>
              <a:gd name="connsiteX950" fmla="*/ 1478116 w 4641785"/>
              <a:gd name="connsiteY950" fmla="*/ 4385045 h 5274332"/>
              <a:gd name="connsiteX951" fmla="*/ 1477860 w 4641785"/>
              <a:gd name="connsiteY951" fmla="*/ 4385173 h 5274332"/>
              <a:gd name="connsiteX952" fmla="*/ 1478116 w 4641785"/>
              <a:gd name="connsiteY952" fmla="*/ 4385045 h 5274332"/>
              <a:gd name="connsiteX953" fmla="*/ 1481837 w 4641785"/>
              <a:gd name="connsiteY953" fmla="*/ 4385510 h 5274332"/>
              <a:gd name="connsiteX954" fmla="*/ 1158586 w 4641785"/>
              <a:gd name="connsiteY954" fmla="*/ 4383184 h 5274332"/>
              <a:gd name="connsiteX955" fmla="*/ 1159981 w 4641785"/>
              <a:gd name="connsiteY955" fmla="*/ 4385974 h 5274332"/>
              <a:gd name="connsiteX956" fmla="*/ 1159982 w 4641785"/>
              <a:gd name="connsiteY956" fmla="*/ 4385975 h 5274332"/>
              <a:gd name="connsiteX957" fmla="*/ 1158587 w 4641785"/>
              <a:gd name="connsiteY957" fmla="*/ 4383184 h 5274332"/>
              <a:gd name="connsiteX958" fmla="*/ 3927378 w 4641785"/>
              <a:gd name="connsiteY958" fmla="*/ 4381788 h 5274332"/>
              <a:gd name="connsiteX959" fmla="*/ 3931564 w 4641785"/>
              <a:gd name="connsiteY959" fmla="*/ 4383649 h 5274332"/>
              <a:gd name="connsiteX960" fmla="*/ 3928773 w 4641785"/>
              <a:gd name="connsiteY960" fmla="*/ 4387369 h 5274332"/>
              <a:gd name="connsiteX961" fmla="*/ 3925518 w 4641785"/>
              <a:gd name="connsiteY961" fmla="*/ 4384114 h 5274332"/>
              <a:gd name="connsiteX962" fmla="*/ 3895286 w 4641785"/>
              <a:gd name="connsiteY962" fmla="*/ 4381324 h 5274332"/>
              <a:gd name="connsiteX963" fmla="*/ 3897146 w 4641785"/>
              <a:gd name="connsiteY963" fmla="*/ 4381324 h 5274332"/>
              <a:gd name="connsiteX964" fmla="*/ 3895286 w 4641785"/>
              <a:gd name="connsiteY964" fmla="*/ 4389230 h 5274332"/>
              <a:gd name="connsiteX965" fmla="*/ 3893425 w 4641785"/>
              <a:gd name="connsiteY965" fmla="*/ 4385974 h 5274332"/>
              <a:gd name="connsiteX966" fmla="*/ 4074352 w 4641785"/>
              <a:gd name="connsiteY966" fmla="*/ 4377603 h 5274332"/>
              <a:gd name="connsiteX967" fmla="*/ 4077143 w 4641785"/>
              <a:gd name="connsiteY967" fmla="*/ 4381788 h 5274332"/>
              <a:gd name="connsiteX968" fmla="*/ 4080399 w 4641785"/>
              <a:gd name="connsiteY968" fmla="*/ 4383649 h 5274332"/>
              <a:gd name="connsiteX969" fmla="*/ 4079469 w 4641785"/>
              <a:gd name="connsiteY969" fmla="*/ 4385974 h 5274332"/>
              <a:gd name="connsiteX970" fmla="*/ 4080864 w 4641785"/>
              <a:gd name="connsiteY970" fmla="*/ 4391091 h 5274332"/>
              <a:gd name="connsiteX971" fmla="*/ 4074352 w 4641785"/>
              <a:gd name="connsiteY971" fmla="*/ 4391091 h 5274332"/>
              <a:gd name="connsiteX972" fmla="*/ 4072492 w 4641785"/>
              <a:gd name="connsiteY972" fmla="*/ 4389695 h 5274332"/>
              <a:gd name="connsiteX973" fmla="*/ 4070632 w 4641785"/>
              <a:gd name="connsiteY973" fmla="*/ 4383184 h 5274332"/>
              <a:gd name="connsiteX974" fmla="*/ 4072027 w 4641785"/>
              <a:gd name="connsiteY974" fmla="*/ 4379463 h 5274332"/>
              <a:gd name="connsiteX975" fmla="*/ 1148353 w 4641785"/>
              <a:gd name="connsiteY975" fmla="*/ 4369231 h 5274332"/>
              <a:gd name="connsiteX976" fmla="*/ 1148819 w 4641785"/>
              <a:gd name="connsiteY976" fmla="*/ 4370625 h 5274332"/>
              <a:gd name="connsiteX977" fmla="*/ 1147888 w 4641785"/>
              <a:gd name="connsiteY977" fmla="*/ 4373416 h 5274332"/>
              <a:gd name="connsiteX978" fmla="*/ 1147423 w 4641785"/>
              <a:gd name="connsiteY978" fmla="*/ 4374811 h 5274332"/>
              <a:gd name="connsiteX979" fmla="*/ 1149283 w 4641785"/>
              <a:gd name="connsiteY979" fmla="*/ 4379462 h 5274332"/>
              <a:gd name="connsiteX980" fmla="*/ 1150214 w 4641785"/>
              <a:gd name="connsiteY980" fmla="*/ 4380858 h 5274332"/>
              <a:gd name="connsiteX981" fmla="*/ 1148353 w 4641785"/>
              <a:gd name="connsiteY981" fmla="*/ 4383183 h 5274332"/>
              <a:gd name="connsiteX982" fmla="*/ 1148356 w 4641785"/>
              <a:gd name="connsiteY982" fmla="*/ 4383182 h 5274332"/>
              <a:gd name="connsiteX983" fmla="*/ 1150215 w 4641785"/>
              <a:gd name="connsiteY983" fmla="*/ 4380858 h 5274332"/>
              <a:gd name="connsiteX984" fmla="*/ 1149284 w 4641785"/>
              <a:gd name="connsiteY984" fmla="*/ 4379463 h 5274332"/>
              <a:gd name="connsiteX985" fmla="*/ 1147424 w 4641785"/>
              <a:gd name="connsiteY985" fmla="*/ 4374812 h 5274332"/>
              <a:gd name="connsiteX986" fmla="*/ 1147889 w 4641785"/>
              <a:gd name="connsiteY986" fmla="*/ 4373417 h 5274332"/>
              <a:gd name="connsiteX987" fmla="*/ 1148820 w 4641785"/>
              <a:gd name="connsiteY987" fmla="*/ 4370626 h 5274332"/>
              <a:gd name="connsiteX988" fmla="*/ 1148354 w 4641785"/>
              <a:gd name="connsiteY988" fmla="*/ 4369231 h 5274332"/>
              <a:gd name="connsiteX989" fmla="*/ 1145069 w 4641785"/>
              <a:gd name="connsiteY989" fmla="*/ 4368053 h 5274332"/>
              <a:gd name="connsiteX990" fmla="*/ 1145563 w 4641785"/>
              <a:gd name="connsiteY990" fmla="*/ 4368300 h 5274332"/>
              <a:gd name="connsiteX991" fmla="*/ 1146028 w 4641785"/>
              <a:gd name="connsiteY991" fmla="*/ 4368765 h 5274332"/>
              <a:gd name="connsiteX992" fmla="*/ 1145564 w 4641785"/>
              <a:gd name="connsiteY992" fmla="*/ 4368300 h 5274332"/>
              <a:gd name="connsiteX993" fmla="*/ 3917611 w 4641785"/>
              <a:gd name="connsiteY993" fmla="*/ 4363184 h 5274332"/>
              <a:gd name="connsiteX994" fmla="*/ 3920866 w 4641785"/>
              <a:gd name="connsiteY994" fmla="*/ 4363649 h 5274332"/>
              <a:gd name="connsiteX995" fmla="*/ 3923657 w 4641785"/>
              <a:gd name="connsiteY995" fmla="*/ 4365975 h 5274332"/>
              <a:gd name="connsiteX996" fmla="*/ 3919937 w 4641785"/>
              <a:gd name="connsiteY996" fmla="*/ 4368300 h 5274332"/>
              <a:gd name="connsiteX997" fmla="*/ 3917146 w 4641785"/>
              <a:gd name="connsiteY997" fmla="*/ 4365510 h 5274332"/>
              <a:gd name="connsiteX998" fmla="*/ 3930169 w 4641785"/>
              <a:gd name="connsiteY998" fmla="*/ 4361324 h 5274332"/>
              <a:gd name="connsiteX999" fmla="*/ 3933890 w 4641785"/>
              <a:gd name="connsiteY999" fmla="*/ 4362254 h 5274332"/>
              <a:gd name="connsiteX1000" fmla="*/ 3932029 w 4641785"/>
              <a:gd name="connsiteY1000" fmla="*/ 4364580 h 5274332"/>
              <a:gd name="connsiteX1001" fmla="*/ 3930169 w 4641785"/>
              <a:gd name="connsiteY1001" fmla="*/ 4371091 h 5274332"/>
              <a:gd name="connsiteX1002" fmla="*/ 3928308 w 4641785"/>
              <a:gd name="connsiteY1002" fmla="*/ 4370161 h 5274332"/>
              <a:gd name="connsiteX1003" fmla="*/ 1497650 w 4641785"/>
              <a:gd name="connsiteY1003" fmla="*/ 4350626 h 5274332"/>
              <a:gd name="connsiteX1004" fmla="*/ 1494394 w 4641785"/>
              <a:gd name="connsiteY1004" fmla="*/ 4353882 h 5274332"/>
              <a:gd name="connsiteX1005" fmla="*/ 1494395 w 4641785"/>
              <a:gd name="connsiteY1005" fmla="*/ 4353882 h 5274332"/>
              <a:gd name="connsiteX1006" fmla="*/ 1497651 w 4641785"/>
              <a:gd name="connsiteY1006" fmla="*/ 4350627 h 5274332"/>
              <a:gd name="connsiteX1007" fmla="*/ 1135331 w 4641785"/>
              <a:gd name="connsiteY1007" fmla="*/ 4350626 h 5274332"/>
              <a:gd name="connsiteX1008" fmla="*/ 1136261 w 4641785"/>
              <a:gd name="connsiteY1008" fmla="*/ 4353881 h 5274332"/>
              <a:gd name="connsiteX1009" fmla="*/ 1136261 w 4641785"/>
              <a:gd name="connsiteY1009" fmla="*/ 4355277 h 5274332"/>
              <a:gd name="connsiteX1010" fmla="*/ 1136262 w 4641785"/>
              <a:gd name="connsiteY1010" fmla="*/ 4355277 h 5274332"/>
              <a:gd name="connsiteX1011" fmla="*/ 1136262 w 4641785"/>
              <a:gd name="connsiteY1011" fmla="*/ 4353882 h 5274332"/>
              <a:gd name="connsiteX1012" fmla="*/ 1135331 w 4641785"/>
              <a:gd name="connsiteY1012" fmla="*/ 4350626 h 5274332"/>
              <a:gd name="connsiteX1013" fmla="*/ 1147889 w 4641785"/>
              <a:gd name="connsiteY1013" fmla="*/ 4348766 h 5274332"/>
              <a:gd name="connsiteX1014" fmla="*/ 1147888 w 4641785"/>
              <a:gd name="connsiteY1014" fmla="*/ 4348766 h 5274332"/>
              <a:gd name="connsiteX1015" fmla="*/ 1149283 w 4641785"/>
              <a:gd name="connsiteY1015" fmla="*/ 4353881 h 5274332"/>
              <a:gd name="connsiteX1016" fmla="*/ 1147888 w 4641785"/>
              <a:gd name="connsiteY1016" fmla="*/ 4355742 h 5274332"/>
              <a:gd name="connsiteX1017" fmla="*/ 1146028 w 4641785"/>
              <a:gd name="connsiteY1017" fmla="*/ 4356672 h 5274332"/>
              <a:gd name="connsiteX1018" fmla="*/ 1144168 w 4641785"/>
              <a:gd name="connsiteY1018" fmla="*/ 4357137 h 5274332"/>
              <a:gd name="connsiteX1019" fmla="*/ 1139982 w 4641785"/>
              <a:gd name="connsiteY1019" fmla="*/ 4356207 h 5274332"/>
              <a:gd name="connsiteX1020" fmla="*/ 1140446 w 4641785"/>
              <a:gd name="connsiteY1020" fmla="*/ 4357137 h 5274332"/>
              <a:gd name="connsiteX1021" fmla="*/ 1139982 w 4641785"/>
              <a:gd name="connsiteY1021" fmla="*/ 4363184 h 5274332"/>
              <a:gd name="connsiteX1022" fmla="*/ 1142307 w 4641785"/>
              <a:gd name="connsiteY1022" fmla="*/ 4366440 h 5274332"/>
              <a:gd name="connsiteX1023" fmla="*/ 1143650 w 4641785"/>
              <a:gd name="connsiteY1023" fmla="*/ 4367245 h 5274332"/>
              <a:gd name="connsiteX1024" fmla="*/ 1142308 w 4641785"/>
              <a:gd name="connsiteY1024" fmla="*/ 4366440 h 5274332"/>
              <a:gd name="connsiteX1025" fmla="*/ 1139982 w 4641785"/>
              <a:gd name="connsiteY1025" fmla="*/ 4363184 h 5274332"/>
              <a:gd name="connsiteX1026" fmla="*/ 1140448 w 4641785"/>
              <a:gd name="connsiteY1026" fmla="*/ 4357138 h 5274332"/>
              <a:gd name="connsiteX1027" fmla="*/ 1139982 w 4641785"/>
              <a:gd name="connsiteY1027" fmla="*/ 4356207 h 5274332"/>
              <a:gd name="connsiteX1028" fmla="*/ 1144169 w 4641785"/>
              <a:gd name="connsiteY1028" fmla="*/ 4357138 h 5274332"/>
              <a:gd name="connsiteX1029" fmla="*/ 1146029 w 4641785"/>
              <a:gd name="connsiteY1029" fmla="*/ 4356673 h 5274332"/>
              <a:gd name="connsiteX1030" fmla="*/ 1147889 w 4641785"/>
              <a:gd name="connsiteY1030" fmla="*/ 4355743 h 5274332"/>
              <a:gd name="connsiteX1031" fmla="*/ 1149284 w 4641785"/>
              <a:gd name="connsiteY1031" fmla="*/ 4353882 h 5274332"/>
              <a:gd name="connsiteX1032" fmla="*/ 1130214 w 4641785"/>
              <a:gd name="connsiteY1032" fmla="*/ 4345510 h 5274332"/>
              <a:gd name="connsiteX1033" fmla="*/ 1130214 w 4641785"/>
              <a:gd name="connsiteY1033" fmla="*/ 4348765 h 5274332"/>
              <a:gd name="connsiteX1034" fmla="*/ 1130215 w 4641785"/>
              <a:gd name="connsiteY1034" fmla="*/ 4348765 h 5274332"/>
              <a:gd name="connsiteX1035" fmla="*/ 1130215 w 4641785"/>
              <a:gd name="connsiteY1035" fmla="*/ 4345510 h 5274332"/>
              <a:gd name="connsiteX1036" fmla="*/ 1115331 w 4641785"/>
              <a:gd name="connsiteY1036" fmla="*/ 4332487 h 5274332"/>
              <a:gd name="connsiteX1037" fmla="*/ 1115796 w 4641785"/>
              <a:gd name="connsiteY1037" fmla="*/ 4336207 h 5274332"/>
              <a:gd name="connsiteX1038" fmla="*/ 1115797 w 4641785"/>
              <a:gd name="connsiteY1038" fmla="*/ 4336207 h 5274332"/>
              <a:gd name="connsiteX1039" fmla="*/ 1115331 w 4641785"/>
              <a:gd name="connsiteY1039" fmla="*/ 4332487 h 5274332"/>
              <a:gd name="connsiteX1040" fmla="*/ 1127920 w 4641785"/>
              <a:gd name="connsiteY1040" fmla="*/ 4331107 h 5274332"/>
              <a:gd name="connsiteX1041" fmla="*/ 1129749 w 4641785"/>
              <a:gd name="connsiteY1041" fmla="*/ 4332021 h 5274332"/>
              <a:gd name="connsiteX1042" fmla="*/ 1132075 w 4641785"/>
              <a:gd name="connsiteY1042" fmla="*/ 4337138 h 5274332"/>
              <a:gd name="connsiteX1043" fmla="*/ 1128354 w 4641785"/>
              <a:gd name="connsiteY1043" fmla="*/ 4336207 h 5274332"/>
              <a:gd name="connsiteX1044" fmla="*/ 1125098 w 4641785"/>
              <a:gd name="connsiteY1044" fmla="*/ 4339463 h 5274332"/>
              <a:gd name="connsiteX1045" fmla="*/ 1126493 w 4641785"/>
              <a:gd name="connsiteY1045" fmla="*/ 4345509 h 5274332"/>
              <a:gd name="connsiteX1046" fmla="*/ 1126494 w 4641785"/>
              <a:gd name="connsiteY1046" fmla="*/ 4345509 h 5274332"/>
              <a:gd name="connsiteX1047" fmla="*/ 1125099 w 4641785"/>
              <a:gd name="connsiteY1047" fmla="*/ 4339464 h 5274332"/>
              <a:gd name="connsiteX1048" fmla="*/ 1128355 w 4641785"/>
              <a:gd name="connsiteY1048" fmla="*/ 4336208 h 5274332"/>
              <a:gd name="connsiteX1049" fmla="*/ 1132075 w 4641785"/>
              <a:gd name="connsiteY1049" fmla="*/ 4337138 h 5274332"/>
              <a:gd name="connsiteX1050" fmla="*/ 1129750 w 4641785"/>
              <a:gd name="connsiteY1050" fmla="*/ 4332022 h 5274332"/>
              <a:gd name="connsiteX1051" fmla="*/ 1113935 w 4641785"/>
              <a:gd name="connsiteY1051" fmla="*/ 4327836 h 5274332"/>
              <a:gd name="connsiteX1052" fmla="*/ 1113470 w 4641785"/>
              <a:gd name="connsiteY1052" fmla="*/ 4331091 h 5274332"/>
              <a:gd name="connsiteX1053" fmla="*/ 1113471 w 4641785"/>
              <a:gd name="connsiteY1053" fmla="*/ 4331092 h 5274332"/>
              <a:gd name="connsiteX1054" fmla="*/ 1113936 w 4641785"/>
              <a:gd name="connsiteY1054" fmla="*/ 4327836 h 5274332"/>
              <a:gd name="connsiteX1055" fmla="*/ 1107424 w 4641785"/>
              <a:gd name="connsiteY1055" fmla="*/ 4321324 h 5274332"/>
              <a:gd name="connsiteX1056" fmla="*/ 1106029 w 4641785"/>
              <a:gd name="connsiteY1056" fmla="*/ 4325045 h 5274332"/>
              <a:gd name="connsiteX1057" fmla="*/ 1106493 w 4641785"/>
              <a:gd name="connsiteY1057" fmla="*/ 4328765 h 5274332"/>
              <a:gd name="connsiteX1058" fmla="*/ 1106494 w 4641785"/>
              <a:gd name="connsiteY1058" fmla="*/ 4328765 h 5274332"/>
              <a:gd name="connsiteX1059" fmla="*/ 1106029 w 4641785"/>
              <a:gd name="connsiteY1059" fmla="*/ 4325046 h 5274332"/>
              <a:gd name="connsiteX1060" fmla="*/ 1107424 w 4641785"/>
              <a:gd name="connsiteY1060" fmla="*/ 4321324 h 5274332"/>
              <a:gd name="connsiteX1061" fmla="*/ 1511605 w 4641785"/>
              <a:gd name="connsiteY1061" fmla="*/ 4319929 h 5274332"/>
              <a:gd name="connsiteX1062" fmla="*/ 1511605 w 4641785"/>
              <a:gd name="connsiteY1062" fmla="*/ 4319930 h 5274332"/>
              <a:gd name="connsiteX1063" fmla="*/ 1513929 w 4641785"/>
              <a:gd name="connsiteY1063" fmla="*/ 4321790 h 5274332"/>
              <a:gd name="connsiteX1064" fmla="*/ 1513930 w 4641785"/>
              <a:gd name="connsiteY1064" fmla="*/ 4321789 h 5274332"/>
              <a:gd name="connsiteX1065" fmla="*/ 1503697 w 4641785"/>
              <a:gd name="connsiteY1065" fmla="*/ 4319929 h 5274332"/>
              <a:gd name="connsiteX1066" fmla="*/ 1506023 w 4641785"/>
              <a:gd name="connsiteY1066" fmla="*/ 4320395 h 5274332"/>
              <a:gd name="connsiteX1067" fmla="*/ 1505557 w 4641785"/>
              <a:gd name="connsiteY1067" fmla="*/ 4323650 h 5274332"/>
              <a:gd name="connsiteX1068" fmla="*/ 1510208 w 4641785"/>
              <a:gd name="connsiteY1068" fmla="*/ 4323650 h 5274332"/>
              <a:gd name="connsiteX1069" fmla="*/ 1510208 w 4641785"/>
              <a:gd name="connsiteY1069" fmla="*/ 4323650 h 5274332"/>
              <a:gd name="connsiteX1070" fmla="*/ 1505558 w 4641785"/>
              <a:gd name="connsiteY1070" fmla="*/ 4323650 h 5274332"/>
              <a:gd name="connsiteX1071" fmla="*/ 1506024 w 4641785"/>
              <a:gd name="connsiteY1071" fmla="*/ 4320395 h 5274332"/>
              <a:gd name="connsiteX1072" fmla="*/ 1503698 w 4641785"/>
              <a:gd name="connsiteY1072" fmla="*/ 4319929 h 5274332"/>
              <a:gd name="connsiteX1073" fmla="*/ 1519046 w 4641785"/>
              <a:gd name="connsiteY1073" fmla="*/ 4317604 h 5274332"/>
              <a:gd name="connsiteX1074" fmla="*/ 1517383 w 4641785"/>
              <a:gd name="connsiteY1074" fmla="*/ 4318020 h 5274332"/>
              <a:gd name="connsiteX1075" fmla="*/ 1519045 w 4641785"/>
              <a:gd name="connsiteY1075" fmla="*/ 4317604 h 5274332"/>
              <a:gd name="connsiteX1076" fmla="*/ 1098587 w 4641785"/>
              <a:gd name="connsiteY1076" fmla="*/ 4317139 h 5274332"/>
              <a:gd name="connsiteX1077" fmla="*/ 1099982 w 4641785"/>
              <a:gd name="connsiteY1077" fmla="*/ 4319463 h 5274332"/>
              <a:gd name="connsiteX1078" fmla="*/ 1099983 w 4641785"/>
              <a:gd name="connsiteY1078" fmla="*/ 4319463 h 5274332"/>
              <a:gd name="connsiteX1079" fmla="*/ 1098587 w 4641785"/>
              <a:gd name="connsiteY1079" fmla="*/ 4317139 h 5274332"/>
              <a:gd name="connsiteX1080" fmla="*/ 1600439 w 4641785"/>
              <a:gd name="connsiteY1080" fmla="*/ 4317138 h 5274332"/>
              <a:gd name="connsiteX1081" fmla="*/ 1594392 w 4641785"/>
              <a:gd name="connsiteY1081" fmla="*/ 4317603 h 5274332"/>
              <a:gd name="connsiteX1082" fmla="*/ 1594858 w 4641785"/>
              <a:gd name="connsiteY1082" fmla="*/ 4319929 h 5274332"/>
              <a:gd name="connsiteX1083" fmla="*/ 1590207 w 4641785"/>
              <a:gd name="connsiteY1083" fmla="*/ 4319464 h 5274332"/>
              <a:gd name="connsiteX1084" fmla="*/ 1590207 w 4641785"/>
              <a:gd name="connsiteY1084" fmla="*/ 4319465 h 5274332"/>
              <a:gd name="connsiteX1085" fmla="*/ 1594858 w 4641785"/>
              <a:gd name="connsiteY1085" fmla="*/ 4319929 h 5274332"/>
              <a:gd name="connsiteX1086" fmla="*/ 1594393 w 4641785"/>
              <a:gd name="connsiteY1086" fmla="*/ 4317604 h 5274332"/>
              <a:gd name="connsiteX1087" fmla="*/ 1600439 w 4641785"/>
              <a:gd name="connsiteY1087" fmla="*/ 4317139 h 5274332"/>
              <a:gd name="connsiteX1088" fmla="*/ 1089095 w 4641785"/>
              <a:gd name="connsiteY1088" fmla="*/ 4313089 h 5274332"/>
              <a:gd name="connsiteX1089" fmla="*/ 1089749 w 4641785"/>
              <a:gd name="connsiteY1089" fmla="*/ 4313417 h 5274332"/>
              <a:gd name="connsiteX1090" fmla="*/ 1089284 w 4641785"/>
              <a:gd name="connsiteY1090" fmla="*/ 4317602 h 5274332"/>
              <a:gd name="connsiteX1091" fmla="*/ 1089749 w 4641785"/>
              <a:gd name="connsiteY1091" fmla="*/ 4322254 h 5274332"/>
              <a:gd name="connsiteX1092" fmla="*/ 1089751 w 4641785"/>
              <a:gd name="connsiteY1092" fmla="*/ 4322254 h 5274332"/>
              <a:gd name="connsiteX1093" fmla="*/ 1089285 w 4641785"/>
              <a:gd name="connsiteY1093" fmla="*/ 4317603 h 5274332"/>
              <a:gd name="connsiteX1094" fmla="*/ 1089751 w 4641785"/>
              <a:gd name="connsiteY1094" fmla="*/ 4313417 h 5274332"/>
              <a:gd name="connsiteX1095" fmla="*/ 1638226 w 4641785"/>
              <a:gd name="connsiteY1095" fmla="*/ 4312117 h 5274332"/>
              <a:gd name="connsiteX1096" fmla="*/ 1640438 w 4641785"/>
              <a:gd name="connsiteY1096" fmla="*/ 4315277 h 5274332"/>
              <a:gd name="connsiteX1097" fmla="*/ 1640439 w 4641785"/>
              <a:gd name="connsiteY1097" fmla="*/ 4315278 h 5274332"/>
              <a:gd name="connsiteX1098" fmla="*/ 1637182 w 4641785"/>
              <a:gd name="connsiteY1098" fmla="*/ 4310626 h 5274332"/>
              <a:gd name="connsiteX1099" fmla="*/ 1636717 w 4641785"/>
              <a:gd name="connsiteY1099" fmla="*/ 4320859 h 5274332"/>
              <a:gd name="connsiteX1100" fmla="*/ 1633926 w 4641785"/>
              <a:gd name="connsiteY1100" fmla="*/ 4322255 h 5274332"/>
              <a:gd name="connsiteX1101" fmla="*/ 1631136 w 4641785"/>
              <a:gd name="connsiteY1101" fmla="*/ 4321789 h 5274332"/>
              <a:gd name="connsiteX1102" fmla="*/ 1631601 w 4641785"/>
              <a:gd name="connsiteY1102" fmla="*/ 4329231 h 5274332"/>
              <a:gd name="connsiteX1103" fmla="*/ 1617183 w 4641785"/>
              <a:gd name="connsiteY1103" fmla="*/ 4330161 h 5274332"/>
              <a:gd name="connsiteX1104" fmla="*/ 1607416 w 4641785"/>
              <a:gd name="connsiteY1104" fmla="*/ 4323650 h 5274332"/>
              <a:gd name="connsiteX1105" fmla="*/ 1604625 w 4641785"/>
              <a:gd name="connsiteY1105" fmla="*/ 4323184 h 5274332"/>
              <a:gd name="connsiteX1106" fmla="*/ 1604626 w 4641785"/>
              <a:gd name="connsiteY1106" fmla="*/ 4323185 h 5274332"/>
              <a:gd name="connsiteX1107" fmla="*/ 1607416 w 4641785"/>
              <a:gd name="connsiteY1107" fmla="*/ 4323650 h 5274332"/>
              <a:gd name="connsiteX1108" fmla="*/ 1617183 w 4641785"/>
              <a:gd name="connsiteY1108" fmla="*/ 4330162 h 5274332"/>
              <a:gd name="connsiteX1109" fmla="*/ 1631602 w 4641785"/>
              <a:gd name="connsiteY1109" fmla="*/ 4329231 h 5274332"/>
              <a:gd name="connsiteX1110" fmla="*/ 1631136 w 4641785"/>
              <a:gd name="connsiteY1110" fmla="*/ 4321790 h 5274332"/>
              <a:gd name="connsiteX1111" fmla="*/ 1633927 w 4641785"/>
              <a:gd name="connsiteY1111" fmla="*/ 4322255 h 5274332"/>
              <a:gd name="connsiteX1112" fmla="*/ 1636718 w 4641785"/>
              <a:gd name="connsiteY1112" fmla="*/ 4320860 h 5274332"/>
              <a:gd name="connsiteX1113" fmla="*/ 1637183 w 4641785"/>
              <a:gd name="connsiteY1113" fmla="*/ 4310627 h 5274332"/>
              <a:gd name="connsiteX1114" fmla="*/ 1585092 w 4641785"/>
              <a:gd name="connsiteY1114" fmla="*/ 4305045 h 5274332"/>
              <a:gd name="connsiteX1115" fmla="*/ 1585091 w 4641785"/>
              <a:gd name="connsiteY1115" fmla="*/ 4305046 h 5274332"/>
              <a:gd name="connsiteX1116" fmla="*/ 1593463 w 4641785"/>
              <a:gd name="connsiteY1116" fmla="*/ 4306907 h 5274332"/>
              <a:gd name="connsiteX1117" fmla="*/ 1593803 w 4641785"/>
              <a:gd name="connsiteY1117" fmla="*/ 4308268 h 5274332"/>
              <a:gd name="connsiteX1118" fmla="*/ 1593463 w 4641785"/>
              <a:gd name="connsiteY1118" fmla="*/ 4306906 h 5274332"/>
              <a:gd name="connsiteX1119" fmla="*/ 1593463 w 4641785"/>
              <a:gd name="connsiteY1119" fmla="*/ 4306906 h 5274332"/>
              <a:gd name="connsiteX1120" fmla="*/ 1082774 w 4641785"/>
              <a:gd name="connsiteY1120" fmla="*/ 4301790 h 5274332"/>
              <a:gd name="connsiteX1121" fmla="*/ 1082773 w 4641785"/>
              <a:gd name="connsiteY1121" fmla="*/ 4301791 h 5274332"/>
              <a:gd name="connsiteX1122" fmla="*/ 1083238 w 4641785"/>
              <a:gd name="connsiteY1122" fmla="*/ 4305975 h 5274332"/>
              <a:gd name="connsiteX1123" fmla="*/ 1080447 w 4641785"/>
              <a:gd name="connsiteY1123" fmla="*/ 4309231 h 5274332"/>
              <a:gd name="connsiteX1124" fmla="*/ 1082308 w 4641785"/>
              <a:gd name="connsiteY1124" fmla="*/ 4313417 h 5274332"/>
              <a:gd name="connsiteX1125" fmla="*/ 1082309 w 4641785"/>
              <a:gd name="connsiteY1125" fmla="*/ 4313417 h 5274332"/>
              <a:gd name="connsiteX1126" fmla="*/ 1080448 w 4641785"/>
              <a:gd name="connsiteY1126" fmla="*/ 4309232 h 5274332"/>
              <a:gd name="connsiteX1127" fmla="*/ 1083239 w 4641785"/>
              <a:gd name="connsiteY1127" fmla="*/ 4305976 h 5274332"/>
              <a:gd name="connsiteX1128" fmla="*/ 1653462 w 4641785"/>
              <a:gd name="connsiteY1128" fmla="*/ 4297604 h 5274332"/>
              <a:gd name="connsiteX1129" fmla="*/ 1652066 w 4641785"/>
              <a:gd name="connsiteY1129" fmla="*/ 4298534 h 5274332"/>
              <a:gd name="connsiteX1130" fmla="*/ 1650670 w 4641785"/>
              <a:gd name="connsiteY1130" fmla="*/ 4304580 h 5274332"/>
              <a:gd name="connsiteX1131" fmla="*/ 1646950 w 4641785"/>
              <a:gd name="connsiteY1131" fmla="*/ 4307370 h 5274332"/>
              <a:gd name="connsiteX1132" fmla="*/ 1645089 w 4641785"/>
              <a:gd name="connsiteY1132" fmla="*/ 4311092 h 5274332"/>
              <a:gd name="connsiteX1133" fmla="*/ 1646019 w 4641785"/>
              <a:gd name="connsiteY1133" fmla="*/ 4316208 h 5274332"/>
              <a:gd name="connsiteX1134" fmla="*/ 1641834 w 4641785"/>
              <a:gd name="connsiteY1134" fmla="*/ 4318999 h 5274332"/>
              <a:gd name="connsiteX1135" fmla="*/ 1641834 w 4641785"/>
              <a:gd name="connsiteY1135" fmla="*/ 4318999 h 5274332"/>
              <a:gd name="connsiteX1136" fmla="*/ 1646020 w 4641785"/>
              <a:gd name="connsiteY1136" fmla="*/ 4316209 h 5274332"/>
              <a:gd name="connsiteX1137" fmla="*/ 1645090 w 4641785"/>
              <a:gd name="connsiteY1137" fmla="*/ 4311092 h 5274332"/>
              <a:gd name="connsiteX1138" fmla="*/ 1646950 w 4641785"/>
              <a:gd name="connsiteY1138" fmla="*/ 4307371 h 5274332"/>
              <a:gd name="connsiteX1139" fmla="*/ 1650671 w 4641785"/>
              <a:gd name="connsiteY1139" fmla="*/ 4304581 h 5274332"/>
              <a:gd name="connsiteX1140" fmla="*/ 1652067 w 4641785"/>
              <a:gd name="connsiteY1140" fmla="*/ 4298534 h 5274332"/>
              <a:gd name="connsiteX1141" fmla="*/ 1653462 w 4641785"/>
              <a:gd name="connsiteY1141" fmla="*/ 4297604 h 5274332"/>
              <a:gd name="connsiteX1142" fmla="*/ 3895286 w 4641785"/>
              <a:gd name="connsiteY1142" fmla="*/ 4294813 h 5274332"/>
              <a:gd name="connsiteX1143" fmla="*/ 3895751 w 4641785"/>
              <a:gd name="connsiteY1143" fmla="*/ 4303650 h 5274332"/>
              <a:gd name="connsiteX1144" fmla="*/ 3892495 w 4641785"/>
              <a:gd name="connsiteY1144" fmla="*/ 4299929 h 5274332"/>
              <a:gd name="connsiteX1145" fmla="*/ 1551604 w 4641785"/>
              <a:gd name="connsiteY1145" fmla="*/ 4293418 h 5274332"/>
              <a:gd name="connsiteX1146" fmla="*/ 1551603 w 4641785"/>
              <a:gd name="connsiteY1146" fmla="*/ 4293418 h 5274332"/>
              <a:gd name="connsiteX1147" fmla="*/ 1555324 w 4641785"/>
              <a:gd name="connsiteY1147" fmla="*/ 4297604 h 5274332"/>
              <a:gd name="connsiteX1148" fmla="*/ 1556061 w 4641785"/>
              <a:gd name="connsiteY1148" fmla="*/ 4297457 h 5274332"/>
              <a:gd name="connsiteX1149" fmla="*/ 1555325 w 4641785"/>
              <a:gd name="connsiteY1149" fmla="*/ 4297604 h 5274332"/>
              <a:gd name="connsiteX1150" fmla="*/ 1561837 w 4641785"/>
              <a:gd name="connsiteY1150" fmla="*/ 4292488 h 5274332"/>
              <a:gd name="connsiteX1151" fmla="*/ 1561837 w 4641785"/>
              <a:gd name="connsiteY1151" fmla="*/ 4292488 h 5274332"/>
              <a:gd name="connsiteX1152" fmla="*/ 1568812 w 4641785"/>
              <a:gd name="connsiteY1152" fmla="*/ 4294348 h 5274332"/>
              <a:gd name="connsiteX1153" fmla="*/ 1572068 w 4641785"/>
              <a:gd name="connsiteY1153" fmla="*/ 4299000 h 5274332"/>
              <a:gd name="connsiteX1154" fmla="*/ 1576719 w 4641785"/>
              <a:gd name="connsiteY1154" fmla="*/ 4301325 h 5274332"/>
              <a:gd name="connsiteX1155" fmla="*/ 1577649 w 4641785"/>
              <a:gd name="connsiteY1155" fmla="*/ 4304116 h 5274332"/>
              <a:gd name="connsiteX1156" fmla="*/ 1583695 w 4641785"/>
              <a:gd name="connsiteY1156" fmla="*/ 4305976 h 5274332"/>
              <a:gd name="connsiteX1157" fmla="*/ 1583696 w 4641785"/>
              <a:gd name="connsiteY1157" fmla="*/ 4305975 h 5274332"/>
              <a:gd name="connsiteX1158" fmla="*/ 1577650 w 4641785"/>
              <a:gd name="connsiteY1158" fmla="*/ 4304115 h 5274332"/>
              <a:gd name="connsiteX1159" fmla="*/ 1576720 w 4641785"/>
              <a:gd name="connsiteY1159" fmla="*/ 4301325 h 5274332"/>
              <a:gd name="connsiteX1160" fmla="*/ 1572069 w 4641785"/>
              <a:gd name="connsiteY1160" fmla="*/ 4298999 h 5274332"/>
              <a:gd name="connsiteX1161" fmla="*/ 1568813 w 4641785"/>
              <a:gd name="connsiteY1161" fmla="*/ 4294348 h 5274332"/>
              <a:gd name="connsiteX1162" fmla="*/ 1599976 w 4641785"/>
              <a:gd name="connsiteY1162" fmla="*/ 4290162 h 5274332"/>
              <a:gd name="connsiteX1163" fmla="*/ 1599975 w 4641785"/>
              <a:gd name="connsiteY1163" fmla="*/ 4290163 h 5274332"/>
              <a:gd name="connsiteX1164" fmla="*/ 1606485 w 4641785"/>
              <a:gd name="connsiteY1164" fmla="*/ 4291557 h 5274332"/>
              <a:gd name="connsiteX1165" fmla="*/ 1606485 w 4641785"/>
              <a:gd name="connsiteY1165" fmla="*/ 4291557 h 5274332"/>
              <a:gd name="connsiteX1166" fmla="*/ 1545093 w 4641785"/>
              <a:gd name="connsiteY1166" fmla="*/ 4287371 h 5274332"/>
              <a:gd name="connsiteX1167" fmla="*/ 1545091 w 4641785"/>
              <a:gd name="connsiteY1167" fmla="*/ 4287372 h 5274332"/>
              <a:gd name="connsiteX1168" fmla="*/ 1546952 w 4641785"/>
              <a:gd name="connsiteY1168" fmla="*/ 4291093 h 5274332"/>
              <a:gd name="connsiteX1169" fmla="*/ 1545091 w 4641785"/>
              <a:gd name="connsiteY1169" fmla="*/ 4292022 h 5274332"/>
              <a:gd name="connsiteX1170" fmla="*/ 1544161 w 4641785"/>
              <a:gd name="connsiteY1170" fmla="*/ 4295744 h 5274332"/>
              <a:gd name="connsiteX1171" fmla="*/ 1547882 w 4641785"/>
              <a:gd name="connsiteY1171" fmla="*/ 4297139 h 5274332"/>
              <a:gd name="connsiteX1172" fmla="*/ 1544162 w 4641785"/>
              <a:gd name="connsiteY1172" fmla="*/ 4295744 h 5274332"/>
              <a:gd name="connsiteX1173" fmla="*/ 1545093 w 4641785"/>
              <a:gd name="connsiteY1173" fmla="*/ 4292023 h 5274332"/>
              <a:gd name="connsiteX1174" fmla="*/ 1546953 w 4641785"/>
              <a:gd name="connsiteY1174" fmla="*/ 4291093 h 5274332"/>
              <a:gd name="connsiteX1175" fmla="*/ 1608813 w 4641785"/>
              <a:gd name="connsiteY1175" fmla="*/ 4284116 h 5274332"/>
              <a:gd name="connsiteX1176" fmla="*/ 1610671 w 4641785"/>
              <a:gd name="connsiteY1176" fmla="*/ 4285046 h 5274332"/>
              <a:gd name="connsiteX1177" fmla="*/ 1610671 w 4641785"/>
              <a:gd name="connsiteY1177" fmla="*/ 4285045 h 5274332"/>
              <a:gd name="connsiteX1178" fmla="*/ 1619976 w 4641785"/>
              <a:gd name="connsiteY1178" fmla="*/ 4282256 h 5274332"/>
              <a:gd name="connsiteX1179" fmla="*/ 1619975 w 4641785"/>
              <a:gd name="connsiteY1179" fmla="*/ 4282256 h 5274332"/>
              <a:gd name="connsiteX1180" fmla="*/ 1624624 w 4641785"/>
              <a:gd name="connsiteY1180" fmla="*/ 4285046 h 5274332"/>
              <a:gd name="connsiteX1181" fmla="*/ 1624625 w 4641785"/>
              <a:gd name="connsiteY1181" fmla="*/ 4285045 h 5274332"/>
              <a:gd name="connsiteX1182" fmla="*/ 1613464 w 4641785"/>
              <a:gd name="connsiteY1182" fmla="*/ 4278535 h 5274332"/>
              <a:gd name="connsiteX1183" fmla="*/ 1613464 w 4641785"/>
              <a:gd name="connsiteY1183" fmla="*/ 4278536 h 5274332"/>
              <a:gd name="connsiteX1184" fmla="*/ 1618578 w 4641785"/>
              <a:gd name="connsiteY1184" fmla="*/ 4284115 h 5274332"/>
              <a:gd name="connsiteX1185" fmla="*/ 1618579 w 4641785"/>
              <a:gd name="connsiteY1185" fmla="*/ 4284114 h 5274332"/>
              <a:gd name="connsiteX1186" fmla="*/ 1658114 w 4641785"/>
              <a:gd name="connsiteY1186" fmla="*/ 4273060 h 5274332"/>
              <a:gd name="connsiteX1187" fmla="*/ 1661368 w 4641785"/>
              <a:gd name="connsiteY1187" fmla="*/ 4279929 h 5274332"/>
              <a:gd name="connsiteX1188" fmla="*/ 1657647 w 4641785"/>
              <a:gd name="connsiteY1188" fmla="*/ 4280860 h 5274332"/>
              <a:gd name="connsiteX1189" fmla="*/ 1654857 w 4641785"/>
              <a:gd name="connsiteY1189" fmla="*/ 4287371 h 5274332"/>
              <a:gd name="connsiteX1190" fmla="*/ 1654392 w 4641785"/>
              <a:gd name="connsiteY1190" fmla="*/ 4290162 h 5274332"/>
              <a:gd name="connsiteX1191" fmla="*/ 1652531 w 4641785"/>
              <a:gd name="connsiteY1191" fmla="*/ 4292953 h 5274332"/>
              <a:gd name="connsiteX1192" fmla="*/ 1653254 w 4641785"/>
              <a:gd name="connsiteY1192" fmla="*/ 4296566 h 5274332"/>
              <a:gd name="connsiteX1193" fmla="*/ 1652531 w 4641785"/>
              <a:gd name="connsiteY1193" fmla="*/ 4292953 h 5274332"/>
              <a:gd name="connsiteX1194" fmla="*/ 1654392 w 4641785"/>
              <a:gd name="connsiteY1194" fmla="*/ 4290163 h 5274332"/>
              <a:gd name="connsiteX1195" fmla="*/ 1654857 w 4641785"/>
              <a:gd name="connsiteY1195" fmla="*/ 4287371 h 5274332"/>
              <a:gd name="connsiteX1196" fmla="*/ 1657648 w 4641785"/>
              <a:gd name="connsiteY1196" fmla="*/ 4280860 h 5274332"/>
              <a:gd name="connsiteX1197" fmla="*/ 1661369 w 4641785"/>
              <a:gd name="connsiteY1197" fmla="*/ 4279930 h 5274332"/>
              <a:gd name="connsiteX1198" fmla="*/ 3892495 w 4641785"/>
              <a:gd name="connsiteY1198" fmla="*/ 4268302 h 5274332"/>
              <a:gd name="connsiteX1199" fmla="*/ 3896681 w 4641785"/>
              <a:gd name="connsiteY1199" fmla="*/ 4270163 h 5274332"/>
              <a:gd name="connsiteX1200" fmla="*/ 3896681 w 4641785"/>
              <a:gd name="connsiteY1200" fmla="*/ 4285046 h 5274332"/>
              <a:gd name="connsiteX1201" fmla="*/ 3895751 w 4641785"/>
              <a:gd name="connsiteY1201" fmla="*/ 4289232 h 5274332"/>
              <a:gd name="connsiteX1202" fmla="*/ 3891565 w 4641785"/>
              <a:gd name="connsiteY1202" fmla="*/ 4293883 h 5274332"/>
              <a:gd name="connsiteX1203" fmla="*/ 3891565 w 4641785"/>
              <a:gd name="connsiteY1203" fmla="*/ 4296674 h 5274332"/>
              <a:gd name="connsiteX1204" fmla="*/ 3888774 w 4641785"/>
              <a:gd name="connsiteY1204" fmla="*/ 4300394 h 5274332"/>
              <a:gd name="connsiteX1205" fmla="*/ 3885984 w 4641785"/>
              <a:gd name="connsiteY1205" fmla="*/ 4293418 h 5274332"/>
              <a:gd name="connsiteX1206" fmla="*/ 3885519 w 4641785"/>
              <a:gd name="connsiteY1206" fmla="*/ 4289697 h 5274332"/>
              <a:gd name="connsiteX1207" fmla="*/ 3887844 w 4641785"/>
              <a:gd name="connsiteY1207" fmla="*/ 4286441 h 5274332"/>
              <a:gd name="connsiteX1208" fmla="*/ 3888309 w 4641785"/>
              <a:gd name="connsiteY1208" fmla="*/ 4279930 h 5274332"/>
              <a:gd name="connsiteX1209" fmla="*/ 3890169 w 4641785"/>
              <a:gd name="connsiteY1209" fmla="*/ 4276209 h 5274332"/>
              <a:gd name="connsiteX1210" fmla="*/ 3888774 w 4641785"/>
              <a:gd name="connsiteY1210" fmla="*/ 4274814 h 5274332"/>
              <a:gd name="connsiteX1211" fmla="*/ 3891100 w 4641785"/>
              <a:gd name="connsiteY1211" fmla="*/ 4268767 h 5274332"/>
              <a:gd name="connsiteX1212" fmla="*/ 3942261 w 4641785"/>
              <a:gd name="connsiteY1212" fmla="*/ 4267372 h 5274332"/>
              <a:gd name="connsiteX1213" fmla="*/ 3939936 w 4641785"/>
              <a:gd name="connsiteY1213" fmla="*/ 4269233 h 5274332"/>
              <a:gd name="connsiteX1214" fmla="*/ 3936680 w 4641785"/>
              <a:gd name="connsiteY1214" fmla="*/ 4274348 h 5274332"/>
              <a:gd name="connsiteX1215" fmla="*/ 3934820 w 4641785"/>
              <a:gd name="connsiteY1215" fmla="*/ 4273884 h 5274332"/>
              <a:gd name="connsiteX1216" fmla="*/ 3934820 w 4641785"/>
              <a:gd name="connsiteY1216" fmla="*/ 4268302 h 5274332"/>
              <a:gd name="connsiteX1217" fmla="*/ 3937610 w 4641785"/>
              <a:gd name="connsiteY1217" fmla="*/ 4270163 h 5274332"/>
              <a:gd name="connsiteX1218" fmla="*/ 3929239 w 4641785"/>
              <a:gd name="connsiteY1218" fmla="*/ 4262721 h 5274332"/>
              <a:gd name="connsiteX1219" fmla="*/ 3931099 w 4641785"/>
              <a:gd name="connsiteY1219" fmla="*/ 4262721 h 5274332"/>
              <a:gd name="connsiteX1220" fmla="*/ 3932029 w 4641785"/>
              <a:gd name="connsiteY1220" fmla="*/ 4267372 h 5274332"/>
              <a:gd name="connsiteX1221" fmla="*/ 3928308 w 4641785"/>
              <a:gd name="connsiteY1221" fmla="*/ 4266441 h 5274332"/>
              <a:gd name="connsiteX1222" fmla="*/ 1670205 w 4641785"/>
              <a:gd name="connsiteY1222" fmla="*/ 4257604 h 5274332"/>
              <a:gd name="connsiteX1223" fmla="*/ 1668809 w 4641785"/>
              <a:gd name="connsiteY1223" fmla="*/ 4265976 h 5274332"/>
              <a:gd name="connsiteX1224" fmla="*/ 1668321 w 4641785"/>
              <a:gd name="connsiteY1224" fmla="*/ 4265813 h 5274332"/>
              <a:gd name="connsiteX1225" fmla="*/ 1661833 w 4641785"/>
              <a:gd name="connsiteY1225" fmla="*/ 4263651 h 5274332"/>
              <a:gd name="connsiteX1226" fmla="*/ 1657182 w 4641785"/>
              <a:gd name="connsiteY1226" fmla="*/ 4271092 h 5274332"/>
              <a:gd name="connsiteX1227" fmla="*/ 1657182 w 4641785"/>
              <a:gd name="connsiteY1227" fmla="*/ 4271093 h 5274332"/>
              <a:gd name="connsiteX1228" fmla="*/ 1661833 w 4641785"/>
              <a:gd name="connsiteY1228" fmla="*/ 4263651 h 5274332"/>
              <a:gd name="connsiteX1229" fmla="*/ 1668321 w 4641785"/>
              <a:gd name="connsiteY1229" fmla="*/ 4265813 h 5274332"/>
              <a:gd name="connsiteX1230" fmla="*/ 1668809 w 4641785"/>
              <a:gd name="connsiteY1230" fmla="*/ 4265976 h 5274332"/>
              <a:gd name="connsiteX1231" fmla="*/ 1668809 w 4641785"/>
              <a:gd name="connsiteY1231" fmla="*/ 4265976 h 5274332"/>
              <a:gd name="connsiteX1232" fmla="*/ 1668811 w 4641785"/>
              <a:gd name="connsiteY1232" fmla="*/ 4265976 h 5274332"/>
              <a:gd name="connsiteX1233" fmla="*/ 1670206 w 4641785"/>
              <a:gd name="connsiteY1233" fmla="*/ 4257605 h 5274332"/>
              <a:gd name="connsiteX1234" fmla="*/ 1674119 w 4641785"/>
              <a:gd name="connsiteY1234" fmla="*/ 4258909 h 5274332"/>
              <a:gd name="connsiteX1235" fmla="*/ 1714391 w 4641785"/>
              <a:gd name="connsiteY1235" fmla="*/ 4254348 h 5274332"/>
              <a:gd name="connsiteX1236" fmla="*/ 1708809 w 4641785"/>
              <a:gd name="connsiteY1236" fmla="*/ 4256674 h 5274332"/>
              <a:gd name="connsiteX1237" fmla="*/ 1703693 w 4641785"/>
              <a:gd name="connsiteY1237" fmla="*/ 4255744 h 5274332"/>
              <a:gd name="connsiteX1238" fmla="*/ 1698577 w 4641785"/>
              <a:gd name="connsiteY1238" fmla="*/ 4263651 h 5274332"/>
              <a:gd name="connsiteX1239" fmla="*/ 1698562 w 4641785"/>
              <a:gd name="connsiteY1239" fmla="*/ 4263392 h 5274332"/>
              <a:gd name="connsiteX1240" fmla="*/ 1698577 w 4641785"/>
              <a:gd name="connsiteY1240" fmla="*/ 4263651 h 5274332"/>
              <a:gd name="connsiteX1241" fmla="*/ 1703693 w 4641785"/>
              <a:gd name="connsiteY1241" fmla="*/ 4255744 h 5274332"/>
              <a:gd name="connsiteX1242" fmla="*/ 1708810 w 4641785"/>
              <a:gd name="connsiteY1242" fmla="*/ 4256675 h 5274332"/>
              <a:gd name="connsiteX1243" fmla="*/ 1714391 w 4641785"/>
              <a:gd name="connsiteY1243" fmla="*/ 4254349 h 5274332"/>
              <a:gd name="connsiteX1244" fmla="*/ 1717181 w 4641785"/>
              <a:gd name="connsiteY1244" fmla="*/ 4257140 h 5274332"/>
              <a:gd name="connsiteX1245" fmla="*/ 1725554 w 4641785"/>
              <a:gd name="connsiteY1245" fmla="*/ 4260395 h 5274332"/>
              <a:gd name="connsiteX1246" fmla="*/ 1725553 w 4641785"/>
              <a:gd name="connsiteY1246" fmla="*/ 4260395 h 5274332"/>
              <a:gd name="connsiteX1247" fmla="*/ 1717181 w 4641785"/>
              <a:gd name="connsiteY1247" fmla="*/ 4257139 h 5274332"/>
              <a:gd name="connsiteX1248" fmla="*/ 1685554 w 4641785"/>
              <a:gd name="connsiteY1248" fmla="*/ 4254348 h 5274332"/>
              <a:gd name="connsiteX1249" fmla="*/ 1681833 w 4641785"/>
              <a:gd name="connsiteY1249" fmla="*/ 4258069 h 5274332"/>
              <a:gd name="connsiteX1250" fmla="*/ 1675787 w 4641785"/>
              <a:gd name="connsiteY1250" fmla="*/ 4259465 h 5274332"/>
              <a:gd name="connsiteX1251" fmla="*/ 1681833 w 4641785"/>
              <a:gd name="connsiteY1251" fmla="*/ 4258070 h 5274332"/>
              <a:gd name="connsiteX1252" fmla="*/ 1685554 w 4641785"/>
              <a:gd name="connsiteY1252" fmla="*/ 4254349 h 5274332"/>
              <a:gd name="connsiteX1253" fmla="*/ 1690671 w 4641785"/>
              <a:gd name="connsiteY1253" fmla="*/ 4255279 h 5274332"/>
              <a:gd name="connsiteX1254" fmla="*/ 1698111 w 4641785"/>
              <a:gd name="connsiteY1254" fmla="*/ 4255279 h 5274332"/>
              <a:gd name="connsiteX1255" fmla="*/ 1698111 w 4641785"/>
              <a:gd name="connsiteY1255" fmla="*/ 4255278 h 5274332"/>
              <a:gd name="connsiteX1256" fmla="*/ 1690670 w 4641785"/>
              <a:gd name="connsiteY1256" fmla="*/ 4255278 h 5274332"/>
              <a:gd name="connsiteX1257" fmla="*/ 1760436 w 4641785"/>
              <a:gd name="connsiteY1257" fmla="*/ 4244116 h 5274332"/>
              <a:gd name="connsiteX1258" fmla="*/ 1753459 w 4641785"/>
              <a:gd name="connsiteY1258" fmla="*/ 4245046 h 5274332"/>
              <a:gd name="connsiteX1259" fmla="*/ 1751134 w 4641785"/>
              <a:gd name="connsiteY1259" fmla="*/ 4251093 h 5274332"/>
              <a:gd name="connsiteX1260" fmla="*/ 1747878 w 4641785"/>
              <a:gd name="connsiteY1260" fmla="*/ 4252023 h 5274332"/>
              <a:gd name="connsiteX1261" fmla="*/ 1744157 w 4641785"/>
              <a:gd name="connsiteY1261" fmla="*/ 4258069 h 5274332"/>
              <a:gd name="connsiteX1262" fmla="*/ 1745552 w 4641785"/>
              <a:gd name="connsiteY1262" fmla="*/ 4260395 h 5274332"/>
              <a:gd name="connsiteX1263" fmla="*/ 1744622 w 4641785"/>
              <a:gd name="connsiteY1263" fmla="*/ 4264115 h 5274332"/>
              <a:gd name="connsiteX1264" fmla="*/ 1741367 w 4641785"/>
              <a:gd name="connsiteY1264" fmla="*/ 4265511 h 5274332"/>
              <a:gd name="connsiteX1265" fmla="*/ 1733925 w 4641785"/>
              <a:gd name="connsiteY1265" fmla="*/ 4262720 h 5274332"/>
              <a:gd name="connsiteX1266" fmla="*/ 1730669 w 4641785"/>
              <a:gd name="connsiteY1266" fmla="*/ 4264581 h 5274332"/>
              <a:gd name="connsiteX1267" fmla="*/ 1728344 w 4641785"/>
              <a:gd name="connsiteY1267" fmla="*/ 4264581 h 5274332"/>
              <a:gd name="connsiteX1268" fmla="*/ 1728344 w 4641785"/>
              <a:gd name="connsiteY1268" fmla="*/ 4264581 h 5274332"/>
              <a:gd name="connsiteX1269" fmla="*/ 1730670 w 4641785"/>
              <a:gd name="connsiteY1269" fmla="*/ 4264581 h 5274332"/>
              <a:gd name="connsiteX1270" fmla="*/ 1733925 w 4641785"/>
              <a:gd name="connsiteY1270" fmla="*/ 4262721 h 5274332"/>
              <a:gd name="connsiteX1271" fmla="*/ 1741367 w 4641785"/>
              <a:gd name="connsiteY1271" fmla="*/ 4265512 h 5274332"/>
              <a:gd name="connsiteX1272" fmla="*/ 1744623 w 4641785"/>
              <a:gd name="connsiteY1272" fmla="*/ 4264117 h 5274332"/>
              <a:gd name="connsiteX1273" fmla="*/ 1745553 w 4641785"/>
              <a:gd name="connsiteY1273" fmla="*/ 4260395 h 5274332"/>
              <a:gd name="connsiteX1274" fmla="*/ 1744158 w 4641785"/>
              <a:gd name="connsiteY1274" fmla="*/ 4258070 h 5274332"/>
              <a:gd name="connsiteX1275" fmla="*/ 1747879 w 4641785"/>
              <a:gd name="connsiteY1275" fmla="*/ 4252024 h 5274332"/>
              <a:gd name="connsiteX1276" fmla="*/ 1751134 w 4641785"/>
              <a:gd name="connsiteY1276" fmla="*/ 4251093 h 5274332"/>
              <a:gd name="connsiteX1277" fmla="*/ 1753460 w 4641785"/>
              <a:gd name="connsiteY1277" fmla="*/ 4245047 h 5274332"/>
              <a:gd name="connsiteX1278" fmla="*/ 1760436 w 4641785"/>
              <a:gd name="connsiteY1278" fmla="*/ 4244117 h 5274332"/>
              <a:gd name="connsiteX1279" fmla="*/ 1772565 w 4641785"/>
              <a:gd name="connsiteY1279" fmla="*/ 4240855 h 5274332"/>
              <a:gd name="connsiteX1280" fmla="*/ 1772994 w 4641785"/>
              <a:gd name="connsiteY1280" fmla="*/ 4246442 h 5274332"/>
              <a:gd name="connsiteX1281" fmla="*/ 1764622 w 4641785"/>
              <a:gd name="connsiteY1281" fmla="*/ 4248302 h 5274332"/>
              <a:gd name="connsiteX1282" fmla="*/ 1760902 w 4641785"/>
              <a:gd name="connsiteY1282" fmla="*/ 4246907 h 5274332"/>
              <a:gd name="connsiteX1283" fmla="*/ 1760817 w 4641785"/>
              <a:gd name="connsiteY1283" fmla="*/ 4246400 h 5274332"/>
              <a:gd name="connsiteX1284" fmla="*/ 1760902 w 4641785"/>
              <a:gd name="connsiteY1284" fmla="*/ 4246907 h 5274332"/>
              <a:gd name="connsiteX1285" fmla="*/ 1764622 w 4641785"/>
              <a:gd name="connsiteY1285" fmla="*/ 4248303 h 5274332"/>
              <a:gd name="connsiteX1286" fmla="*/ 1772995 w 4641785"/>
              <a:gd name="connsiteY1286" fmla="*/ 4246442 h 5274332"/>
              <a:gd name="connsiteX1287" fmla="*/ 1787878 w 4641785"/>
              <a:gd name="connsiteY1287" fmla="*/ 4231558 h 5274332"/>
              <a:gd name="connsiteX1288" fmla="*/ 1784157 w 4641785"/>
              <a:gd name="connsiteY1288" fmla="*/ 4232954 h 5274332"/>
              <a:gd name="connsiteX1289" fmla="*/ 1784157 w 4641785"/>
              <a:gd name="connsiteY1289" fmla="*/ 4236675 h 5274332"/>
              <a:gd name="connsiteX1290" fmla="*/ 1778575 w 4641785"/>
              <a:gd name="connsiteY1290" fmla="*/ 4236675 h 5274332"/>
              <a:gd name="connsiteX1291" fmla="*/ 1775785 w 4641785"/>
              <a:gd name="connsiteY1291" fmla="*/ 4238070 h 5274332"/>
              <a:gd name="connsiteX1292" fmla="*/ 1774855 w 4641785"/>
              <a:gd name="connsiteY1292" fmla="*/ 4241326 h 5274332"/>
              <a:gd name="connsiteX1293" fmla="*/ 1772529 w 4641785"/>
              <a:gd name="connsiteY1293" fmla="*/ 4240395 h 5274332"/>
              <a:gd name="connsiteX1294" fmla="*/ 1772529 w 4641785"/>
              <a:gd name="connsiteY1294" fmla="*/ 4240396 h 5274332"/>
              <a:gd name="connsiteX1295" fmla="*/ 1774855 w 4641785"/>
              <a:gd name="connsiteY1295" fmla="*/ 4241326 h 5274332"/>
              <a:gd name="connsiteX1296" fmla="*/ 1775785 w 4641785"/>
              <a:gd name="connsiteY1296" fmla="*/ 4238070 h 5274332"/>
              <a:gd name="connsiteX1297" fmla="*/ 1778576 w 4641785"/>
              <a:gd name="connsiteY1297" fmla="*/ 4236675 h 5274332"/>
              <a:gd name="connsiteX1298" fmla="*/ 1784158 w 4641785"/>
              <a:gd name="connsiteY1298" fmla="*/ 4236675 h 5274332"/>
              <a:gd name="connsiteX1299" fmla="*/ 1784158 w 4641785"/>
              <a:gd name="connsiteY1299" fmla="*/ 4232954 h 5274332"/>
              <a:gd name="connsiteX1300" fmla="*/ 1787878 w 4641785"/>
              <a:gd name="connsiteY1300" fmla="*/ 4231559 h 5274332"/>
              <a:gd name="connsiteX1301" fmla="*/ 1841830 w 4641785"/>
              <a:gd name="connsiteY1301" fmla="*/ 4229698 h 5274332"/>
              <a:gd name="connsiteX1302" fmla="*/ 1835784 w 4641785"/>
              <a:gd name="connsiteY1302" fmla="*/ 4234814 h 5274332"/>
              <a:gd name="connsiteX1303" fmla="*/ 1834991 w 4641785"/>
              <a:gd name="connsiteY1303" fmla="*/ 4233703 h 5274332"/>
              <a:gd name="connsiteX1304" fmla="*/ 1835784 w 4641785"/>
              <a:gd name="connsiteY1304" fmla="*/ 4234815 h 5274332"/>
              <a:gd name="connsiteX1305" fmla="*/ 1841831 w 4641785"/>
              <a:gd name="connsiteY1305" fmla="*/ 4229698 h 5274332"/>
              <a:gd name="connsiteX1306" fmla="*/ 1823692 w 4641785"/>
              <a:gd name="connsiteY1306" fmla="*/ 4228303 h 5274332"/>
              <a:gd name="connsiteX1307" fmla="*/ 1831133 w 4641785"/>
              <a:gd name="connsiteY1307" fmla="*/ 4232024 h 5274332"/>
              <a:gd name="connsiteX1308" fmla="*/ 1833459 w 4641785"/>
              <a:gd name="connsiteY1308" fmla="*/ 4231559 h 5274332"/>
              <a:gd name="connsiteX1309" fmla="*/ 1833458 w 4641785"/>
              <a:gd name="connsiteY1309" fmla="*/ 4231558 h 5274332"/>
              <a:gd name="connsiteX1310" fmla="*/ 1831133 w 4641785"/>
              <a:gd name="connsiteY1310" fmla="*/ 4232024 h 5274332"/>
              <a:gd name="connsiteX1311" fmla="*/ 1812994 w 4641785"/>
              <a:gd name="connsiteY1311" fmla="*/ 4223186 h 5274332"/>
              <a:gd name="connsiteX1312" fmla="*/ 1810203 w 4641785"/>
              <a:gd name="connsiteY1312" fmla="*/ 4226442 h 5274332"/>
              <a:gd name="connsiteX1313" fmla="*/ 1806947 w 4641785"/>
              <a:gd name="connsiteY1313" fmla="*/ 4225976 h 5274332"/>
              <a:gd name="connsiteX1314" fmla="*/ 1806948 w 4641785"/>
              <a:gd name="connsiteY1314" fmla="*/ 4225977 h 5274332"/>
              <a:gd name="connsiteX1315" fmla="*/ 1810204 w 4641785"/>
              <a:gd name="connsiteY1315" fmla="*/ 4226442 h 5274332"/>
              <a:gd name="connsiteX1316" fmla="*/ 1812994 w 4641785"/>
              <a:gd name="connsiteY1316" fmla="*/ 4223186 h 5274332"/>
              <a:gd name="connsiteX1317" fmla="*/ 1642299 w 4641785"/>
              <a:gd name="connsiteY1317" fmla="*/ 4221791 h 5274332"/>
              <a:gd name="connsiteX1318" fmla="*/ 1641369 w 4641785"/>
              <a:gd name="connsiteY1318" fmla="*/ 4225045 h 5274332"/>
              <a:gd name="connsiteX1319" fmla="*/ 1641371 w 4641785"/>
              <a:gd name="connsiteY1319" fmla="*/ 4225047 h 5274332"/>
              <a:gd name="connsiteX1320" fmla="*/ 1642300 w 4641785"/>
              <a:gd name="connsiteY1320" fmla="*/ 4221791 h 5274332"/>
              <a:gd name="connsiteX1321" fmla="*/ 1644574 w 4641785"/>
              <a:gd name="connsiteY1321" fmla="*/ 4221966 h 5274332"/>
              <a:gd name="connsiteX1322" fmla="*/ 1823691 w 4641785"/>
              <a:gd name="connsiteY1322" fmla="*/ 4220861 h 5274332"/>
              <a:gd name="connsiteX1323" fmla="*/ 1817645 w 4641785"/>
              <a:gd name="connsiteY1323" fmla="*/ 4222256 h 5274332"/>
              <a:gd name="connsiteX1324" fmla="*/ 1815784 w 4641785"/>
              <a:gd name="connsiteY1324" fmla="*/ 4224581 h 5274332"/>
              <a:gd name="connsiteX1325" fmla="*/ 1814330 w 4641785"/>
              <a:gd name="connsiteY1325" fmla="*/ 4223854 h 5274332"/>
              <a:gd name="connsiteX1326" fmla="*/ 1815785 w 4641785"/>
              <a:gd name="connsiteY1326" fmla="*/ 4224582 h 5274332"/>
              <a:gd name="connsiteX1327" fmla="*/ 1817645 w 4641785"/>
              <a:gd name="connsiteY1327" fmla="*/ 4222257 h 5274332"/>
              <a:gd name="connsiteX1328" fmla="*/ 1823692 w 4641785"/>
              <a:gd name="connsiteY1328" fmla="*/ 4220861 h 5274332"/>
              <a:gd name="connsiteX1329" fmla="*/ 1784157 w 4641785"/>
              <a:gd name="connsiteY1329" fmla="*/ 4219931 h 5274332"/>
              <a:gd name="connsiteX1330" fmla="*/ 1781831 w 4641785"/>
              <a:gd name="connsiteY1330" fmla="*/ 4227837 h 5274332"/>
              <a:gd name="connsiteX1331" fmla="*/ 1782761 w 4641785"/>
              <a:gd name="connsiteY1331" fmla="*/ 4232024 h 5274332"/>
              <a:gd name="connsiteX1332" fmla="*/ 1782762 w 4641785"/>
              <a:gd name="connsiteY1332" fmla="*/ 4232023 h 5274332"/>
              <a:gd name="connsiteX1333" fmla="*/ 1781832 w 4641785"/>
              <a:gd name="connsiteY1333" fmla="*/ 4227838 h 5274332"/>
              <a:gd name="connsiteX1334" fmla="*/ 1784158 w 4641785"/>
              <a:gd name="connsiteY1334" fmla="*/ 4219931 h 5274332"/>
              <a:gd name="connsiteX1335" fmla="*/ 1837179 w 4641785"/>
              <a:gd name="connsiteY1335" fmla="*/ 4217605 h 5274332"/>
              <a:gd name="connsiteX1336" fmla="*/ 1835784 w 4641785"/>
              <a:gd name="connsiteY1336" fmla="*/ 4221325 h 5274332"/>
              <a:gd name="connsiteX1337" fmla="*/ 1832063 w 4641785"/>
              <a:gd name="connsiteY1337" fmla="*/ 4223651 h 5274332"/>
              <a:gd name="connsiteX1338" fmla="*/ 1832063 w 4641785"/>
              <a:gd name="connsiteY1338" fmla="*/ 4223652 h 5274332"/>
              <a:gd name="connsiteX1339" fmla="*/ 1835784 w 4641785"/>
              <a:gd name="connsiteY1339" fmla="*/ 4221326 h 5274332"/>
              <a:gd name="connsiteX1340" fmla="*/ 1837180 w 4641785"/>
              <a:gd name="connsiteY1340" fmla="*/ 4217606 h 5274332"/>
              <a:gd name="connsiteX1341" fmla="*/ 1632531 w 4641785"/>
              <a:gd name="connsiteY1341" fmla="*/ 4216210 h 5274332"/>
              <a:gd name="connsiteX1342" fmla="*/ 1627882 w 4641785"/>
              <a:gd name="connsiteY1342" fmla="*/ 4218069 h 5274332"/>
              <a:gd name="connsiteX1343" fmla="*/ 1627883 w 4641785"/>
              <a:gd name="connsiteY1343" fmla="*/ 4218070 h 5274332"/>
              <a:gd name="connsiteX1344" fmla="*/ 1632531 w 4641785"/>
              <a:gd name="connsiteY1344" fmla="*/ 4216211 h 5274332"/>
              <a:gd name="connsiteX1345" fmla="*/ 1797185 w 4641785"/>
              <a:gd name="connsiteY1345" fmla="*/ 4215423 h 5274332"/>
              <a:gd name="connsiteX1346" fmla="*/ 1802296 w 4641785"/>
              <a:gd name="connsiteY1346" fmla="*/ 4216210 h 5274332"/>
              <a:gd name="connsiteX1347" fmla="*/ 1802296 w 4641785"/>
              <a:gd name="connsiteY1347" fmla="*/ 4216210 h 5274332"/>
              <a:gd name="connsiteX1348" fmla="*/ 1624624 w 4641785"/>
              <a:gd name="connsiteY1348" fmla="*/ 4215279 h 5274332"/>
              <a:gd name="connsiteX1349" fmla="*/ 1620441 w 4641785"/>
              <a:gd name="connsiteY1349" fmla="*/ 4217139 h 5274332"/>
              <a:gd name="connsiteX1350" fmla="*/ 1620440 w 4641785"/>
              <a:gd name="connsiteY1350" fmla="*/ 4217140 h 5274332"/>
              <a:gd name="connsiteX1351" fmla="*/ 1624627 w 4641785"/>
              <a:gd name="connsiteY1351" fmla="*/ 4215280 h 5274332"/>
              <a:gd name="connsiteX1352" fmla="*/ 1626485 w 4641785"/>
              <a:gd name="connsiteY1352" fmla="*/ 4215280 h 5274332"/>
              <a:gd name="connsiteX1353" fmla="*/ 1626485 w 4641785"/>
              <a:gd name="connsiteY1353" fmla="*/ 4215279 h 5274332"/>
              <a:gd name="connsiteX1354" fmla="*/ 1789738 w 4641785"/>
              <a:gd name="connsiteY1354" fmla="*/ 4213884 h 5274332"/>
              <a:gd name="connsiteX1355" fmla="*/ 1783692 w 4641785"/>
              <a:gd name="connsiteY1355" fmla="*/ 4214349 h 5274332"/>
              <a:gd name="connsiteX1356" fmla="*/ 1776715 w 4641785"/>
              <a:gd name="connsiteY1356" fmla="*/ 4217140 h 5274332"/>
              <a:gd name="connsiteX1357" fmla="*/ 1778332 w 4641785"/>
              <a:gd name="connsiteY1357" fmla="*/ 4218169 h 5274332"/>
              <a:gd name="connsiteX1358" fmla="*/ 1776716 w 4641785"/>
              <a:gd name="connsiteY1358" fmla="*/ 4217140 h 5274332"/>
              <a:gd name="connsiteX1359" fmla="*/ 1783692 w 4641785"/>
              <a:gd name="connsiteY1359" fmla="*/ 4214350 h 5274332"/>
              <a:gd name="connsiteX1360" fmla="*/ 1789739 w 4641785"/>
              <a:gd name="connsiteY1360" fmla="*/ 4213884 h 5274332"/>
              <a:gd name="connsiteX1361" fmla="*/ 1794859 w 4641785"/>
              <a:gd name="connsiteY1361" fmla="*/ 4214981 h 5274332"/>
              <a:gd name="connsiteX1362" fmla="*/ 1868806 w 4641785"/>
              <a:gd name="connsiteY1362" fmla="*/ 4205977 h 5274332"/>
              <a:gd name="connsiteX1363" fmla="*/ 1864155 w 4641785"/>
              <a:gd name="connsiteY1363" fmla="*/ 4212023 h 5274332"/>
              <a:gd name="connsiteX1364" fmla="*/ 1860900 w 4641785"/>
              <a:gd name="connsiteY1364" fmla="*/ 4212489 h 5274332"/>
              <a:gd name="connsiteX1365" fmla="*/ 1852528 w 4641785"/>
              <a:gd name="connsiteY1365" fmla="*/ 4217140 h 5274332"/>
              <a:gd name="connsiteX1366" fmla="*/ 1844621 w 4641785"/>
              <a:gd name="connsiteY1366" fmla="*/ 4217140 h 5274332"/>
              <a:gd name="connsiteX1367" fmla="*/ 1841365 w 4641785"/>
              <a:gd name="connsiteY1367" fmla="*/ 4220861 h 5274332"/>
              <a:gd name="connsiteX1368" fmla="*/ 1839036 w 4641785"/>
              <a:gd name="connsiteY1368" fmla="*/ 4219049 h 5274332"/>
              <a:gd name="connsiteX1369" fmla="*/ 1841365 w 4641785"/>
              <a:gd name="connsiteY1369" fmla="*/ 4220861 h 5274332"/>
              <a:gd name="connsiteX1370" fmla="*/ 1844621 w 4641785"/>
              <a:gd name="connsiteY1370" fmla="*/ 4217140 h 5274332"/>
              <a:gd name="connsiteX1371" fmla="*/ 1852528 w 4641785"/>
              <a:gd name="connsiteY1371" fmla="*/ 4217140 h 5274332"/>
              <a:gd name="connsiteX1372" fmla="*/ 1860900 w 4641785"/>
              <a:gd name="connsiteY1372" fmla="*/ 4212489 h 5274332"/>
              <a:gd name="connsiteX1373" fmla="*/ 1864156 w 4641785"/>
              <a:gd name="connsiteY1373" fmla="*/ 4212024 h 5274332"/>
              <a:gd name="connsiteX1374" fmla="*/ 1868807 w 4641785"/>
              <a:gd name="connsiteY1374" fmla="*/ 4205977 h 5274332"/>
              <a:gd name="connsiteX1375" fmla="*/ 4143189 w 4641785"/>
              <a:gd name="connsiteY1375" fmla="*/ 4191094 h 5274332"/>
              <a:gd name="connsiteX1376" fmla="*/ 4143653 w 4641785"/>
              <a:gd name="connsiteY1376" fmla="*/ 4194815 h 5274332"/>
              <a:gd name="connsiteX1377" fmla="*/ 4140398 w 4641785"/>
              <a:gd name="connsiteY1377" fmla="*/ 4196676 h 5274332"/>
              <a:gd name="connsiteX1378" fmla="*/ 4139468 w 4641785"/>
              <a:gd name="connsiteY1378" fmla="*/ 4193885 h 5274332"/>
              <a:gd name="connsiteX1379" fmla="*/ 1900189 w 4641785"/>
              <a:gd name="connsiteY1379" fmla="*/ 4188523 h 5274332"/>
              <a:gd name="connsiteX1380" fmla="*/ 1900434 w 4641785"/>
              <a:gd name="connsiteY1380" fmla="*/ 4188768 h 5274332"/>
              <a:gd name="connsiteX1381" fmla="*/ 1900900 w 4641785"/>
              <a:gd name="connsiteY1381" fmla="*/ 4188768 h 5274332"/>
              <a:gd name="connsiteX1382" fmla="*/ 1902295 w 4641785"/>
              <a:gd name="connsiteY1382" fmla="*/ 4188768 h 5274332"/>
              <a:gd name="connsiteX1383" fmla="*/ 1906529 w 4641785"/>
              <a:gd name="connsiteY1383" fmla="*/ 4189192 h 5274332"/>
              <a:gd name="connsiteX1384" fmla="*/ 1902295 w 4641785"/>
              <a:gd name="connsiteY1384" fmla="*/ 4188768 h 5274332"/>
              <a:gd name="connsiteX1385" fmla="*/ 1900900 w 4641785"/>
              <a:gd name="connsiteY1385" fmla="*/ 4188768 h 5274332"/>
              <a:gd name="connsiteX1386" fmla="*/ 1900434 w 4641785"/>
              <a:gd name="connsiteY1386" fmla="*/ 4188768 h 5274332"/>
              <a:gd name="connsiteX1387" fmla="*/ 1910666 w 4641785"/>
              <a:gd name="connsiteY1387" fmla="*/ 4188303 h 5274332"/>
              <a:gd name="connsiteX1388" fmla="*/ 1906946 w 4641785"/>
              <a:gd name="connsiteY1388" fmla="*/ 4189233 h 5274332"/>
              <a:gd name="connsiteX1389" fmla="*/ 1906946 w 4641785"/>
              <a:gd name="connsiteY1389" fmla="*/ 4189233 h 5274332"/>
              <a:gd name="connsiteX1390" fmla="*/ 1877179 w 4641785"/>
              <a:gd name="connsiteY1390" fmla="*/ 4187372 h 5274332"/>
              <a:gd name="connsiteX1391" fmla="*/ 1875318 w 4641785"/>
              <a:gd name="connsiteY1391" fmla="*/ 4192023 h 5274332"/>
              <a:gd name="connsiteX1392" fmla="*/ 1870202 w 4641785"/>
              <a:gd name="connsiteY1392" fmla="*/ 4192954 h 5274332"/>
              <a:gd name="connsiteX1393" fmla="*/ 1870202 w 4641785"/>
              <a:gd name="connsiteY1393" fmla="*/ 4198535 h 5274332"/>
              <a:gd name="connsiteX1394" fmla="*/ 1865551 w 4641785"/>
              <a:gd name="connsiteY1394" fmla="*/ 4200861 h 5274332"/>
              <a:gd name="connsiteX1395" fmla="*/ 1866016 w 4641785"/>
              <a:gd name="connsiteY1395" fmla="*/ 4204117 h 5274332"/>
              <a:gd name="connsiteX1396" fmla="*/ 1867921 w 4641785"/>
              <a:gd name="connsiteY1396" fmla="*/ 4205387 h 5274332"/>
              <a:gd name="connsiteX1397" fmla="*/ 1866016 w 4641785"/>
              <a:gd name="connsiteY1397" fmla="*/ 4204117 h 5274332"/>
              <a:gd name="connsiteX1398" fmla="*/ 1865552 w 4641785"/>
              <a:gd name="connsiteY1398" fmla="*/ 4200862 h 5274332"/>
              <a:gd name="connsiteX1399" fmla="*/ 1870203 w 4641785"/>
              <a:gd name="connsiteY1399" fmla="*/ 4198536 h 5274332"/>
              <a:gd name="connsiteX1400" fmla="*/ 1870203 w 4641785"/>
              <a:gd name="connsiteY1400" fmla="*/ 4192955 h 5274332"/>
              <a:gd name="connsiteX1401" fmla="*/ 1875318 w 4641785"/>
              <a:gd name="connsiteY1401" fmla="*/ 4192024 h 5274332"/>
              <a:gd name="connsiteX1402" fmla="*/ 1877179 w 4641785"/>
              <a:gd name="connsiteY1402" fmla="*/ 4187373 h 5274332"/>
              <a:gd name="connsiteX1403" fmla="*/ 1881830 w 4641785"/>
              <a:gd name="connsiteY1403" fmla="*/ 4187838 h 5274332"/>
              <a:gd name="connsiteX1404" fmla="*/ 1881829 w 4641785"/>
              <a:gd name="connsiteY1404" fmla="*/ 4187838 h 5274332"/>
              <a:gd name="connsiteX1405" fmla="*/ 1897189 w 4641785"/>
              <a:gd name="connsiteY1405" fmla="*/ 4185988 h 5274332"/>
              <a:gd name="connsiteX1406" fmla="*/ 1897644 w 4641785"/>
              <a:gd name="connsiteY1406" fmla="*/ 4186443 h 5274332"/>
              <a:gd name="connsiteX1407" fmla="*/ 1899039 w 4641785"/>
              <a:gd name="connsiteY1407" fmla="*/ 4187838 h 5274332"/>
              <a:gd name="connsiteX1408" fmla="*/ 1899552 w 4641785"/>
              <a:gd name="connsiteY1408" fmla="*/ 4188095 h 5274332"/>
              <a:gd name="connsiteX1409" fmla="*/ 1899039 w 4641785"/>
              <a:gd name="connsiteY1409" fmla="*/ 4187838 h 5274332"/>
              <a:gd name="connsiteX1410" fmla="*/ 1897644 w 4641785"/>
              <a:gd name="connsiteY1410" fmla="*/ 4186442 h 5274332"/>
              <a:gd name="connsiteX1411" fmla="*/ 1891132 w 4641785"/>
              <a:gd name="connsiteY1411" fmla="*/ 4183652 h 5274332"/>
              <a:gd name="connsiteX1412" fmla="*/ 1892062 w 4641785"/>
              <a:gd name="connsiteY1412" fmla="*/ 4184582 h 5274332"/>
              <a:gd name="connsiteX1413" fmla="*/ 1892062 w 4641785"/>
              <a:gd name="connsiteY1413" fmla="*/ 4184582 h 5274332"/>
              <a:gd name="connsiteX1414" fmla="*/ 1892062 w 4641785"/>
              <a:gd name="connsiteY1414" fmla="*/ 4184582 h 5274332"/>
              <a:gd name="connsiteX1415" fmla="*/ 1895318 w 4641785"/>
              <a:gd name="connsiteY1415" fmla="*/ 4185048 h 5274332"/>
              <a:gd name="connsiteX1416" fmla="*/ 1897179 w 4641785"/>
              <a:gd name="connsiteY1416" fmla="*/ 4185978 h 5274332"/>
              <a:gd name="connsiteX1417" fmla="*/ 1897178 w 4641785"/>
              <a:gd name="connsiteY1417" fmla="*/ 4185977 h 5274332"/>
              <a:gd name="connsiteX1418" fmla="*/ 1895318 w 4641785"/>
              <a:gd name="connsiteY1418" fmla="*/ 4185047 h 5274332"/>
              <a:gd name="connsiteX1419" fmla="*/ 1892062 w 4641785"/>
              <a:gd name="connsiteY1419" fmla="*/ 4184582 h 5274332"/>
              <a:gd name="connsiteX1420" fmla="*/ 1887887 w 4641785"/>
              <a:gd name="connsiteY1420" fmla="*/ 4179953 h 5274332"/>
              <a:gd name="connsiteX1421" fmla="*/ 1888342 w 4641785"/>
              <a:gd name="connsiteY1421" fmla="*/ 4180862 h 5274332"/>
              <a:gd name="connsiteX1422" fmla="*/ 1888807 w 4641785"/>
              <a:gd name="connsiteY1422" fmla="*/ 4180397 h 5274332"/>
              <a:gd name="connsiteX1423" fmla="*/ 1890201 w 4641785"/>
              <a:gd name="connsiteY1423" fmla="*/ 4180861 h 5274332"/>
              <a:gd name="connsiteX1424" fmla="*/ 1888806 w 4641785"/>
              <a:gd name="connsiteY1424" fmla="*/ 4180396 h 5274332"/>
              <a:gd name="connsiteX1425" fmla="*/ 1888342 w 4641785"/>
              <a:gd name="connsiteY1425" fmla="*/ 4180861 h 5274332"/>
              <a:gd name="connsiteX1426" fmla="*/ 1887411 w 4641785"/>
              <a:gd name="connsiteY1426" fmla="*/ 4179001 h 5274332"/>
              <a:gd name="connsiteX1427" fmla="*/ 1883225 w 4641785"/>
              <a:gd name="connsiteY1427" fmla="*/ 4181791 h 5274332"/>
              <a:gd name="connsiteX1428" fmla="*/ 1874388 w 4641785"/>
              <a:gd name="connsiteY1428" fmla="*/ 4180861 h 5274332"/>
              <a:gd name="connsiteX1429" fmla="*/ 1874389 w 4641785"/>
              <a:gd name="connsiteY1429" fmla="*/ 4180862 h 5274332"/>
              <a:gd name="connsiteX1430" fmla="*/ 1883225 w 4641785"/>
              <a:gd name="connsiteY1430" fmla="*/ 4181792 h 5274332"/>
              <a:gd name="connsiteX1431" fmla="*/ 1887411 w 4641785"/>
              <a:gd name="connsiteY1431" fmla="*/ 4179001 h 5274332"/>
              <a:gd name="connsiteX1432" fmla="*/ 3945517 w 4641785"/>
              <a:gd name="connsiteY1432" fmla="*/ 4173420 h 5274332"/>
              <a:gd name="connsiteX1433" fmla="*/ 3947378 w 4641785"/>
              <a:gd name="connsiteY1433" fmla="*/ 4177606 h 5274332"/>
              <a:gd name="connsiteX1434" fmla="*/ 3947843 w 4641785"/>
              <a:gd name="connsiteY1434" fmla="*/ 4184118 h 5274332"/>
              <a:gd name="connsiteX1435" fmla="*/ 3946448 w 4641785"/>
              <a:gd name="connsiteY1435" fmla="*/ 4192025 h 5274332"/>
              <a:gd name="connsiteX1436" fmla="*/ 3946913 w 4641785"/>
              <a:gd name="connsiteY1436" fmla="*/ 4198536 h 5274332"/>
              <a:gd name="connsiteX1437" fmla="*/ 3949238 w 4641785"/>
              <a:gd name="connsiteY1437" fmla="*/ 4200861 h 5274332"/>
              <a:gd name="connsiteX1438" fmla="*/ 3951099 w 4641785"/>
              <a:gd name="connsiteY1438" fmla="*/ 4207838 h 5274332"/>
              <a:gd name="connsiteX1439" fmla="*/ 3953424 w 4641785"/>
              <a:gd name="connsiteY1439" fmla="*/ 4211094 h 5274332"/>
              <a:gd name="connsiteX1440" fmla="*/ 3952494 w 4641785"/>
              <a:gd name="connsiteY1440" fmla="*/ 4214349 h 5274332"/>
              <a:gd name="connsiteX1441" fmla="*/ 3949704 w 4641785"/>
              <a:gd name="connsiteY1441" fmla="*/ 4212954 h 5274332"/>
              <a:gd name="connsiteX1442" fmla="*/ 3947378 w 4641785"/>
              <a:gd name="connsiteY1442" fmla="*/ 4214349 h 5274332"/>
              <a:gd name="connsiteX1443" fmla="*/ 3945517 w 4641785"/>
              <a:gd name="connsiteY1443" fmla="*/ 4210629 h 5274332"/>
              <a:gd name="connsiteX1444" fmla="*/ 3941797 w 4641785"/>
              <a:gd name="connsiteY1444" fmla="*/ 4209234 h 5274332"/>
              <a:gd name="connsiteX1445" fmla="*/ 3937610 w 4641785"/>
              <a:gd name="connsiteY1445" fmla="*/ 4212024 h 5274332"/>
              <a:gd name="connsiteX1446" fmla="*/ 3935285 w 4641785"/>
              <a:gd name="connsiteY1446" fmla="*/ 4208303 h 5274332"/>
              <a:gd name="connsiteX1447" fmla="*/ 3933890 w 4641785"/>
              <a:gd name="connsiteY1447" fmla="*/ 4210629 h 5274332"/>
              <a:gd name="connsiteX1448" fmla="*/ 3934820 w 4641785"/>
              <a:gd name="connsiteY1448" fmla="*/ 4213420 h 5274332"/>
              <a:gd name="connsiteX1449" fmla="*/ 3937610 w 4641785"/>
              <a:gd name="connsiteY1449" fmla="*/ 4213885 h 5274332"/>
              <a:gd name="connsiteX1450" fmla="*/ 3943192 w 4641785"/>
              <a:gd name="connsiteY1450" fmla="*/ 4216675 h 5274332"/>
              <a:gd name="connsiteX1451" fmla="*/ 3948309 w 4641785"/>
              <a:gd name="connsiteY1451" fmla="*/ 4224582 h 5274332"/>
              <a:gd name="connsiteX1452" fmla="*/ 3950634 w 4641785"/>
              <a:gd name="connsiteY1452" fmla="*/ 4224117 h 5274332"/>
              <a:gd name="connsiteX1453" fmla="*/ 3950168 w 4641785"/>
              <a:gd name="connsiteY1453" fmla="*/ 4228768 h 5274332"/>
              <a:gd name="connsiteX1454" fmla="*/ 3945983 w 4641785"/>
              <a:gd name="connsiteY1454" fmla="*/ 4237605 h 5274332"/>
              <a:gd name="connsiteX1455" fmla="*/ 3946913 w 4641785"/>
              <a:gd name="connsiteY1455" fmla="*/ 4244117 h 5274332"/>
              <a:gd name="connsiteX1456" fmla="*/ 3945983 w 4641785"/>
              <a:gd name="connsiteY1456" fmla="*/ 4245512 h 5274332"/>
              <a:gd name="connsiteX1457" fmla="*/ 3946913 w 4641785"/>
              <a:gd name="connsiteY1457" fmla="*/ 4252024 h 5274332"/>
              <a:gd name="connsiteX1458" fmla="*/ 3945983 w 4641785"/>
              <a:gd name="connsiteY1458" fmla="*/ 4255744 h 5274332"/>
              <a:gd name="connsiteX1459" fmla="*/ 3942261 w 4641785"/>
              <a:gd name="connsiteY1459" fmla="*/ 4261790 h 5274332"/>
              <a:gd name="connsiteX1460" fmla="*/ 3936680 w 4641785"/>
              <a:gd name="connsiteY1460" fmla="*/ 4261790 h 5274332"/>
              <a:gd name="connsiteX1461" fmla="*/ 3934820 w 4641785"/>
              <a:gd name="connsiteY1461" fmla="*/ 4264582 h 5274332"/>
              <a:gd name="connsiteX1462" fmla="*/ 3931099 w 4641785"/>
              <a:gd name="connsiteY1462" fmla="*/ 4260395 h 5274332"/>
              <a:gd name="connsiteX1463" fmla="*/ 3929704 w 4641785"/>
              <a:gd name="connsiteY1463" fmla="*/ 4256675 h 5274332"/>
              <a:gd name="connsiteX1464" fmla="*/ 3927843 w 4641785"/>
              <a:gd name="connsiteY1464" fmla="*/ 4258070 h 5274332"/>
              <a:gd name="connsiteX1465" fmla="*/ 3925518 w 4641785"/>
              <a:gd name="connsiteY1465" fmla="*/ 4263186 h 5274332"/>
              <a:gd name="connsiteX1466" fmla="*/ 3926448 w 4641785"/>
              <a:gd name="connsiteY1466" fmla="*/ 4266907 h 5274332"/>
              <a:gd name="connsiteX1467" fmla="*/ 3931099 w 4641785"/>
              <a:gd name="connsiteY1467" fmla="*/ 4270628 h 5274332"/>
              <a:gd name="connsiteX1468" fmla="*/ 3929239 w 4641785"/>
              <a:gd name="connsiteY1468" fmla="*/ 4273884 h 5274332"/>
              <a:gd name="connsiteX1469" fmla="*/ 3926913 w 4641785"/>
              <a:gd name="connsiteY1469" fmla="*/ 4272953 h 5274332"/>
              <a:gd name="connsiteX1470" fmla="*/ 3926448 w 4641785"/>
              <a:gd name="connsiteY1470" fmla="*/ 4269233 h 5274332"/>
              <a:gd name="connsiteX1471" fmla="*/ 3922262 w 4641785"/>
              <a:gd name="connsiteY1471" fmla="*/ 4269697 h 5274332"/>
              <a:gd name="connsiteX1472" fmla="*/ 3921332 w 4641785"/>
              <a:gd name="connsiteY1472" fmla="*/ 4275744 h 5274332"/>
              <a:gd name="connsiteX1473" fmla="*/ 3918541 w 4641785"/>
              <a:gd name="connsiteY1473" fmla="*/ 4277604 h 5274332"/>
              <a:gd name="connsiteX1474" fmla="*/ 3918541 w 4641785"/>
              <a:gd name="connsiteY1474" fmla="*/ 4282721 h 5274332"/>
              <a:gd name="connsiteX1475" fmla="*/ 3920866 w 4641785"/>
              <a:gd name="connsiteY1475" fmla="*/ 4285977 h 5274332"/>
              <a:gd name="connsiteX1476" fmla="*/ 3918541 w 4641785"/>
              <a:gd name="connsiteY1476" fmla="*/ 4286441 h 5274332"/>
              <a:gd name="connsiteX1477" fmla="*/ 3917611 w 4641785"/>
              <a:gd name="connsiteY1477" fmla="*/ 4286441 h 5274332"/>
              <a:gd name="connsiteX1478" fmla="*/ 3916215 w 4641785"/>
              <a:gd name="connsiteY1478" fmla="*/ 4286907 h 5274332"/>
              <a:gd name="connsiteX1479" fmla="*/ 3915751 w 4641785"/>
              <a:gd name="connsiteY1479" fmla="*/ 4286907 h 5274332"/>
              <a:gd name="connsiteX1480" fmla="*/ 3916215 w 4641785"/>
              <a:gd name="connsiteY1480" fmla="*/ 4285511 h 5274332"/>
              <a:gd name="connsiteX1481" fmla="*/ 3916215 w 4641785"/>
              <a:gd name="connsiteY1481" fmla="*/ 4284581 h 5274332"/>
              <a:gd name="connsiteX1482" fmla="*/ 3912959 w 4641785"/>
              <a:gd name="connsiteY1482" fmla="*/ 4284116 h 5274332"/>
              <a:gd name="connsiteX1483" fmla="*/ 3913890 w 4641785"/>
              <a:gd name="connsiteY1483" fmla="*/ 4285511 h 5274332"/>
              <a:gd name="connsiteX1484" fmla="*/ 3914820 w 4641785"/>
              <a:gd name="connsiteY1484" fmla="*/ 4285511 h 5274332"/>
              <a:gd name="connsiteX1485" fmla="*/ 3915751 w 4641785"/>
              <a:gd name="connsiteY1485" fmla="*/ 4284581 h 5274332"/>
              <a:gd name="connsiteX1486" fmla="*/ 3916215 w 4641785"/>
              <a:gd name="connsiteY1486" fmla="*/ 4285511 h 5274332"/>
              <a:gd name="connsiteX1487" fmla="*/ 3915751 w 4641785"/>
              <a:gd name="connsiteY1487" fmla="*/ 4286441 h 5274332"/>
              <a:gd name="connsiteX1488" fmla="*/ 3915751 w 4641785"/>
              <a:gd name="connsiteY1488" fmla="*/ 4286907 h 5274332"/>
              <a:gd name="connsiteX1489" fmla="*/ 3916215 w 4641785"/>
              <a:gd name="connsiteY1489" fmla="*/ 4287372 h 5274332"/>
              <a:gd name="connsiteX1490" fmla="*/ 3921332 w 4641785"/>
              <a:gd name="connsiteY1490" fmla="*/ 4285977 h 5274332"/>
              <a:gd name="connsiteX1491" fmla="*/ 3923657 w 4641785"/>
              <a:gd name="connsiteY1491" fmla="*/ 4283651 h 5274332"/>
              <a:gd name="connsiteX1492" fmla="*/ 3925053 w 4641785"/>
              <a:gd name="connsiteY1492" fmla="*/ 4280395 h 5274332"/>
              <a:gd name="connsiteX1493" fmla="*/ 3926913 w 4641785"/>
              <a:gd name="connsiteY1493" fmla="*/ 4281790 h 5274332"/>
              <a:gd name="connsiteX1494" fmla="*/ 3926448 w 4641785"/>
              <a:gd name="connsiteY1494" fmla="*/ 4285977 h 5274332"/>
              <a:gd name="connsiteX1495" fmla="*/ 3929704 w 4641785"/>
              <a:gd name="connsiteY1495" fmla="*/ 4285977 h 5274332"/>
              <a:gd name="connsiteX1496" fmla="*/ 3932029 w 4641785"/>
              <a:gd name="connsiteY1496" fmla="*/ 4294813 h 5274332"/>
              <a:gd name="connsiteX1497" fmla="*/ 3933890 w 4641785"/>
              <a:gd name="connsiteY1497" fmla="*/ 4298069 h 5274332"/>
              <a:gd name="connsiteX1498" fmla="*/ 3930634 w 4641785"/>
              <a:gd name="connsiteY1498" fmla="*/ 4302255 h 5274332"/>
              <a:gd name="connsiteX1499" fmla="*/ 3931564 w 4641785"/>
              <a:gd name="connsiteY1499" fmla="*/ 4304580 h 5274332"/>
              <a:gd name="connsiteX1500" fmla="*/ 3934820 w 4641785"/>
              <a:gd name="connsiteY1500" fmla="*/ 4306906 h 5274332"/>
              <a:gd name="connsiteX1501" fmla="*/ 3935285 w 4641785"/>
              <a:gd name="connsiteY1501" fmla="*/ 4311092 h 5274332"/>
              <a:gd name="connsiteX1502" fmla="*/ 3937610 w 4641785"/>
              <a:gd name="connsiteY1502" fmla="*/ 4312487 h 5274332"/>
              <a:gd name="connsiteX1503" fmla="*/ 3935285 w 4641785"/>
              <a:gd name="connsiteY1503" fmla="*/ 4315743 h 5274332"/>
              <a:gd name="connsiteX1504" fmla="*/ 3935750 w 4641785"/>
              <a:gd name="connsiteY1504" fmla="*/ 4318999 h 5274332"/>
              <a:gd name="connsiteX1505" fmla="*/ 3934355 w 4641785"/>
              <a:gd name="connsiteY1505" fmla="*/ 4325045 h 5274332"/>
              <a:gd name="connsiteX1506" fmla="*/ 3933890 w 4641785"/>
              <a:gd name="connsiteY1506" fmla="*/ 4330626 h 5274332"/>
              <a:gd name="connsiteX1507" fmla="*/ 3934820 w 4641785"/>
              <a:gd name="connsiteY1507" fmla="*/ 4335743 h 5274332"/>
              <a:gd name="connsiteX1508" fmla="*/ 3937146 w 4641785"/>
              <a:gd name="connsiteY1508" fmla="*/ 4341325 h 5274332"/>
              <a:gd name="connsiteX1509" fmla="*/ 3934355 w 4641785"/>
              <a:gd name="connsiteY1509" fmla="*/ 4350627 h 5274332"/>
              <a:gd name="connsiteX1510" fmla="*/ 3932495 w 4641785"/>
              <a:gd name="connsiteY1510" fmla="*/ 4348766 h 5274332"/>
              <a:gd name="connsiteX1511" fmla="*/ 3930634 w 4641785"/>
              <a:gd name="connsiteY1511" fmla="*/ 4351091 h 5274332"/>
              <a:gd name="connsiteX1512" fmla="*/ 3932959 w 4641785"/>
              <a:gd name="connsiteY1512" fmla="*/ 4353882 h 5274332"/>
              <a:gd name="connsiteX1513" fmla="*/ 3928773 w 4641785"/>
              <a:gd name="connsiteY1513" fmla="*/ 4358533 h 5274332"/>
              <a:gd name="connsiteX1514" fmla="*/ 3927378 w 4641785"/>
              <a:gd name="connsiteY1514" fmla="*/ 4362719 h 5274332"/>
              <a:gd name="connsiteX1515" fmla="*/ 3924588 w 4641785"/>
              <a:gd name="connsiteY1515" fmla="*/ 4359464 h 5274332"/>
              <a:gd name="connsiteX1516" fmla="*/ 3921797 w 4641785"/>
              <a:gd name="connsiteY1516" fmla="*/ 4361789 h 5274332"/>
              <a:gd name="connsiteX1517" fmla="*/ 3913890 w 4641785"/>
              <a:gd name="connsiteY1517" fmla="*/ 4359929 h 5274332"/>
              <a:gd name="connsiteX1518" fmla="*/ 3915285 w 4641785"/>
              <a:gd name="connsiteY1518" fmla="*/ 4365045 h 5274332"/>
              <a:gd name="connsiteX1519" fmla="*/ 3920866 w 4641785"/>
              <a:gd name="connsiteY1519" fmla="*/ 4372022 h 5274332"/>
              <a:gd name="connsiteX1520" fmla="*/ 3923192 w 4641785"/>
              <a:gd name="connsiteY1520" fmla="*/ 4377137 h 5274332"/>
              <a:gd name="connsiteX1521" fmla="*/ 3921797 w 4641785"/>
              <a:gd name="connsiteY1521" fmla="*/ 4378533 h 5274332"/>
              <a:gd name="connsiteX1522" fmla="*/ 3918541 w 4641785"/>
              <a:gd name="connsiteY1522" fmla="*/ 4378533 h 5274332"/>
              <a:gd name="connsiteX1523" fmla="*/ 3914355 w 4641785"/>
              <a:gd name="connsiteY1523" fmla="*/ 4380393 h 5274332"/>
              <a:gd name="connsiteX1524" fmla="*/ 3910634 w 4641785"/>
              <a:gd name="connsiteY1524" fmla="*/ 4378533 h 5274332"/>
              <a:gd name="connsiteX1525" fmla="*/ 3913890 w 4641785"/>
              <a:gd name="connsiteY1525" fmla="*/ 4380859 h 5274332"/>
              <a:gd name="connsiteX1526" fmla="*/ 3918541 w 4641785"/>
              <a:gd name="connsiteY1526" fmla="*/ 4379928 h 5274332"/>
              <a:gd name="connsiteX1527" fmla="*/ 3920402 w 4641785"/>
              <a:gd name="connsiteY1527" fmla="*/ 4380393 h 5274332"/>
              <a:gd name="connsiteX1528" fmla="*/ 3923192 w 4641785"/>
              <a:gd name="connsiteY1528" fmla="*/ 4387369 h 5274332"/>
              <a:gd name="connsiteX1529" fmla="*/ 3918541 w 4641785"/>
              <a:gd name="connsiteY1529" fmla="*/ 4389230 h 5274332"/>
              <a:gd name="connsiteX1530" fmla="*/ 3920866 w 4641785"/>
              <a:gd name="connsiteY1530" fmla="*/ 4392486 h 5274332"/>
              <a:gd name="connsiteX1531" fmla="*/ 3921332 w 4641785"/>
              <a:gd name="connsiteY1531" fmla="*/ 4398067 h 5274332"/>
              <a:gd name="connsiteX1532" fmla="*/ 3917611 w 4641785"/>
              <a:gd name="connsiteY1532" fmla="*/ 4396207 h 5274332"/>
              <a:gd name="connsiteX1533" fmla="*/ 3917146 w 4641785"/>
              <a:gd name="connsiteY1533" fmla="*/ 4403183 h 5274332"/>
              <a:gd name="connsiteX1534" fmla="*/ 3915285 w 4641785"/>
              <a:gd name="connsiteY1534" fmla="*/ 4402253 h 5274332"/>
              <a:gd name="connsiteX1535" fmla="*/ 3909239 w 4641785"/>
              <a:gd name="connsiteY1535" fmla="*/ 4412020 h 5274332"/>
              <a:gd name="connsiteX1536" fmla="*/ 3908308 w 4641785"/>
              <a:gd name="connsiteY1536" fmla="*/ 4416207 h 5274332"/>
              <a:gd name="connsiteX1537" fmla="*/ 3903657 w 4641785"/>
              <a:gd name="connsiteY1537" fmla="*/ 4418997 h 5274332"/>
              <a:gd name="connsiteX1538" fmla="*/ 3899472 w 4641785"/>
              <a:gd name="connsiteY1538" fmla="*/ 4415741 h 5274332"/>
              <a:gd name="connsiteX1539" fmla="*/ 3899472 w 4641785"/>
              <a:gd name="connsiteY1539" fmla="*/ 4413416 h 5274332"/>
              <a:gd name="connsiteX1540" fmla="*/ 3903657 w 4641785"/>
              <a:gd name="connsiteY1540" fmla="*/ 4400858 h 5274332"/>
              <a:gd name="connsiteX1541" fmla="*/ 3904588 w 4641785"/>
              <a:gd name="connsiteY1541" fmla="*/ 4396672 h 5274332"/>
              <a:gd name="connsiteX1542" fmla="*/ 3904123 w 4641785"/>
              <a:gd name="connsiteY1542" fmla="*/ 4392486 h 5274332"/>
              <a:gd name="connsiteX1543" fmla="*/ 3899937 w 4641785"/>
              <a:gd name="connsiteY1543" fmla="*/ 4389695 h 5274332"/>
              <a:gd name="connsiteX1544" fmla="*/ 3901797 w 4641785"/>
              <a:gd name="connsiteY1544" fmla="*/ 4385044 h 5274332"/>
              <a:gd name="connsiteX1545" fmla="*/ 3903657 w 4641785"/>
              <a:gd name="connsiteY1545" fmla="*/ 4386440 h 5274332"/>
              <a:gd name="connsiteX1546" fmla="*/ 3906449 w 4641785"/>
              <a:gd name="connsiteY1546" fmla="*/ 4383184 h 5274332"/>
              <a:gd name="connsiteX1547" fmla="*/ 3905518 w 4641785"/>
              <a:gd name="connsiteY1547" fmla="*/ 4378998 h 5274332"/>
              <a:gd name="connsiteX1548" fmla="*/ 3908308 w 4641785"/>
              <a:gd name="connsiteY1548" fmla="*/ 4379928 h 5274332"/>
              <a:gd name="connsiteX1549" fmla="*/ 3908774 w 4641785"/>
              <a:gd name="connsiteY1549" fmla="*/ 4379928 h 5274332"/>
              <a:gd name="connsiteX1550" fmla="*/ 3905053 w 4641785"/>
              <a:gd name="connsiteY1550" fmla="*/ 4377603 h 5274332"/>
              <a:gd name="connsiteX1551" fmla="*/ 3900867 w 4641785"/>
              <a:gd name="connsiteY1551" fmla="*/ 4380859 h 5274332"/>
              <a:gd name="connsiteX1552" fmla="*/ 3896216 w 4641785"/>
              <a:gd name="connsiteY1552" fmla="*/ 4380393 h 5274332"/>
              <a:gd name="connsiteX1553" fmla="*/ 3893425 w 4641785"/>
              <a:gd name="connsiteY1553" fmla="*/ 4374812 h 5274332"/>
              <a:gd name="connsiteX1554" fmla="*/ 3892961 w 4641785"/>
              <a:gd name="connsiteY1554" fmla="*/ 4360859 h 5274332"/>
              <a:gd name="connsiteX1555" fmla="*/ 3894356 w 4641785"/>
              <a:gd name="connsiteY1555" fmla="*/ 4356208 h 5274332"/>
              <a:gd name="connsiteX1556" fmla="*/ 3893425 w 4641785"/>
              <a:gd name="connsiteY1556" fmla="*/ 4352952 h 5274332"/>
              <a:gd name="connsiteX1557" fmla="*/ 3894820 w 4641785"/>
              <a:gd name="connsiteY1557" fmla="*/ 4349696 h 5274332"/>
              <a:gd name="connsiteX1558" fmla="*/ 3892495 w 4641785"/>
              <a:gd name="connsiteY1558" fmla="*/ 4345976 h 5274332"/>
              <a:gd name="connsiteX1559" fmla="*/ 3894820 w 4641785"/>
              <a:gd name="connsiteY1559" fmla="*/ 4338999 h 5274332"/>
              <a:gd name="connsiteX1560" fmla="*/ 3894356 w 4641785"/>
              <a:gd name="connsiteY1560" fmla="*/ 4332952 h 5274332"/>
              <a:gd name="connsiteX1561" fmla="*/ 3895751 w 4641785"/>
              <a:gd name="connsiteY1561" fmla="*/ 4325975 h 5274332"/>
              <a:gd name="connsiteX1562" fmla="*/ 3900402 w 4641785"/>
              <a:gd name="connsiteY1562" fmla="*/ 4320394 h 5274332"/>
              <a:gd name="connsiteX1563" fmla="*/ 3899937 w 4641785"/>
              <a:gd name="connsiteY1563" fmla="*/ 4311557 h 5274332"/>
              <a:gd name="connsiteX1564" fmla="*/ 3898542 w 4641785"/>
              <a:gd name="connsiteY1564" fmla="*/ 4308767 h 5274332"/>
              <a:gd name="connsiteX1565" fmla="*/ 3896681 w 4641785"/>
              <a:gd name="connsiteY1565" fmla="*/ 4301324 h 5274332"/>
              <a:gd name="connsiteX1566" fmla="*/ 3897146 w 4641785"/>
              <a:gd name="connsiteY1566" fmla="*/ 4294813 h 5274332"/>
              <a:gd name="connsiteX1567" fmla="*/ 3899472 w 4641785"/>
              <a:gd name="connsiteY1567" fmla="*/ 4294813 h 5274332"/>
              <a:gd name="connsiteX1568" fmla="*/ 3904588 w 4641785"/>
              <a:gd name="connsiteY1568" fmla="*/ 4289232 h 5274332"/>
              <a:gd name="connsiteX1569" fmla="*/ 3908308 w 4641785"/>
              <a:gd name="connsiteY1569" fmla="*/ 4289232 h 5274332"/>
              <a:gd name="connsiteX1570" fmla="*/ 3907844 w 4641785"/>
              <a:gd name="connsiteY1570" fmla="*/ 4284581 h 5274332"/>
              <a:gd name="connsiteX1571" fmla="*/ 3912495 w 4641785"/>
              <a:gd name="connsiteY1571" fmla="*/ 4283651 h 5274332"/>
              <a:gd name="connsiteX1572" fmla="*/ 3909704 w 4641785"/>
              <a:gd name="connsiteY1572" fmla="*/ 4283186 h 5274332"/>
              <a:gd name="connsiteX1573" fmla="*/ 3908308 w 4641785"/>
              <a:gd name="connsiteY1573" fmla="*/ 4280860 h 5274332"/>
              <a:gd name="connsiteX1574" fmla="*/ 3909239 w 4641785"/>
              <a:gd name="connsiteY1574" fmla="*/ 4277139 h 5274332"/>
              <a:gd name="connsiteX1575" fmla="*/ 3908308 w 4641785"/>
              <a:gd name="connsiteY1575" fmla="*/ 4274348 h 5274332"/>
              <a:gd name="connsiteX1576" fmla="*/ 3908308 w 4641785"/>
              <a:gd name="connsiteY1576" fmla="*/ 4270163 h 5274332"/>
              <a:gd name="connsiteX1577" fmla="*/ 3911564 w 4641785"/>
              <a:gd name="connsiteY1577" fmla="*/ 4269697 h 5274332"/>
              <a:gd name="connsiteX1578" fmla="*/ 3912495 w 4641785"/>
              <a:gd name="connsiteY1578" fmla="*/ 4266907 h 5274332"/>
              <a:gd name="connsiteX1579" fmla="*/ 3907844 w 4641785"/>
              <a:gd name="connsiteY1579" fmla="*/ 4264582 h 5274332"/>
              <a:gd name="connsiteX1580" fmla="*/ 3908774 w 4641785"/>
              <a:gd name="connsiteY1580" fmla="*/ 4252024 h 5274332"/>
              <a:gd name="connsiteX1581" fmla="*/ 3912495 w 4641785"/>
              <a:gd name="connsiteY1581" fmla="*/ 4250163 h 5274332"/>
              <a:gd name="connsiteX1582" fmla="*/ 3911100 w 4641785"/>
              <a:gd name="connsiteY1582" fmla="*/ 4245977 h 5274332"/>
              <a:gd name="connsiteX1583" fmla="*/ 3916215 w 4641785"/>
              <a:gd name="connsiteY1583" fmla="*/ 4243186 h 5274332"/>
              <a:gd name="connsiteX1584" fmla="*/ 3910634 w 4641785"/>
              <a:gd name="connsiteY1584" fmla="*/ 4241791 h 5274332"/>
              <a:gd name="connsiteX1585" fmla="*/ 3914355 w 4641785"/>
              <a:gd name="connsiteY1585" fmla="*/ 4232024 h 5274332"/>
              <a:gd name="connsiteX1586" fmla="*/ 3913890 w 4641785"/>
              <a:gd name="connsiteY1586" fmla="*/ 4228303 h 5274332"/>
              <a:gd name="connsiteX1587" fmla="*/ 3917146 w 4641785"/>
              <a:gd name="connsiteY1587" fmla="*/ 4227837 h 5274332"/>
              <a:gd name="connsiteX1588" fmla="*/ 3912959 w 4641785"/>
              <a:gd name="connsiteY1588" fmla="*/ 4221791 h 5274332"/>
              <a:gd name="connsiteX1589" fmla="*/ 3915751 w 4641785"/>
              <a:gd name="connsiteY1589" fmla="*/ 4217605 h 5274332"/>
              <a:gd name="connsiteX1590" fmla="*/ 3913425 w 4641785"/>
              <a:gd name="connsiteY1590" fmla="*/ 4216675 h 5274332"/>
              <a:gd name="connsiteX1591" fmla="*/ 3914820 w 4641785"/>
              <a:gd name="connsiteY1591" fmla="*/ 4211559 h 5274332"/>
              <a:gd name="connsiteX1592" fmla="*/ 3915285 w 4641785"/>
              <a:gd name="connsiteY1592" fmla="*/ 4206908 h 5274332"/>
              <a:gd name="connsiteX1593" fmla="*/ 3917611 w 4641785"/>
              <a:gd name="connsiteY1593" fmla="*/ 4203652 h 5274332"/>
              <a:gd name="connsiteX1594" fmla="*/ 3916681 w 4641785"/>
              <a:gd name="connsiteY1594" fmla="*/ 4199932 h 5274332"/>
              <a:gd name="connsiteX1595" fmla="*/ 3920866 w 4641785"/>
              <a:gd name="connsiteY1595" fmla="*/ 4199001 h 5274332"/>
              <a:gd name="connsiteX1596" fmla="*/ 3922727 w 4641785"/>
              <a:gd name="connsiteY1596" fmla="*/ 4196676 h 5274332"/>
              <a:gd name="connsiteX1597" fmla="*/ 3920866 w 4641785"/>
              <a:gd name="connsiteY1597" fmla="*/ 4193885 h 5274332"/>
              <a:gd name="connsiteX1598" fmla="*/ 3921332 w 4641785"/>
              <a:gd name="connsiteY1598" fmla="*/ 4189234 h 5274332"/>
              <a:gd name="connsiteX1599" fmla="*/ 3925053 w 4641785"/>
              <a:gd name="connsiteY1599" fmla="*/ 4188769 h 5274332"/>
              <a:gd name="connsiteX1600" fmla="*/ 3925983 w 4641785"/>
              <a:gd name="connsiteY1600" fmla="*/ 4185513 h 5274332"/>
              <a:gd name="connsiteX1601" fmla="*/ 3929704 w 4641785"/>
              <a:gd name="connsiteY1601" fmla="*/ 4185048 h 5274332"/>
              <a:gd name="connsiteX1602" fmla="*/ 3927378 w 4641785"/>
              <a:gd name="connsiteY1602" fmla="*/ 4179932 h 5274332"/>
              <a:gd name="connsiteX1603" fmla="*/ 3928308 w 4641785"/>
              <a:gd name="connsiteY1603" fmla="*/ 4179001 h 5274332"/>
              <a:gd name="connsiteX1604" fmla="*/ 3935285 w 4641785"/>
              <a:gd name="connsiteY1604" fmla="*/ 4178071 h 5274332"/>
              <a:gd name="connsiteX1605" fmla="*/ 3937146 w 4641785"/>
              <a:gd name="connsiteY1605" fmla="*/ 4180862 h 5274332"/>
              <a:gd name="connsiteX1606" fmla="*/ 3939936 w 4641785"/>
              <a:gd name="connsiteY1606" fmla="*/ 4179467 h 5274332"/>
              <a:gd name="connsiteX1607" fmla="*/ 3938076 w 4641785"/>
              <a:gd name="connsiteY1607" fmla="*/ 4176676 h 5274332"/>
              <a:gd name="connsiteX1608" fmla="*/ 3939936 w 4641785"/>
              <a:gd name="connsiteY1608" fmla="*/ 4174350 h 5274332"/>
              <a:gd name="connsiteX1609" fmla="*/ 3943657 w 4641785"/>
              <a:gd name="connsiteY1609" fmla="*/ 4177141 h 5274332"/>
              <a:gd name="connsiteX1610" fmla="*/ 1608346 w 4641785"/>
              <a:gd name="connsiteY1610" fmla="*/ 4171559 h 5274332"/>
              <a:gd name="connsiteX1611" fmla="*/ 1598114 w 4641785"/>
              <a:gd name="connsiteY1611" fmla="*/ 4172954 h 5274332"/>
              <a:gd name="connsiteX1612" fmla="*/ 1597252 w 4641785"/>
              <a:gd name="connsiteY1612" fmla="*/ 4172462 h 5274332"/>
              <a:gd name="connsiteX1613" fmla="*/ 1598115 w 4641785"/>
              <a:gd name="connsiteY1613" fmla="*/ 4172955 h 5274332"/>
              <a:gd name="connsiteX1614" fmla="*/ 1608347 w 4641785"/>
              <a:gd name="connsiteY1614" fmla="*/ 4171560 h 5274332"/>
              <a:gd name="connsiteX1615" fmla="*/ 1612999 w 4641785"/>
              <a:gd name="connsiteY1615" fmla="*/ 4172490 h 5274332"/>
              <a:gd name="connsiteX1616" fmla="*/ 1616737 w 4641785"/>
              <a:gd name="connsiteY1616" fmla="*/ 4172202 h 5274332"/>
              <a:gd name="connsiteX1617" fmla="*/ 1612997 w 4641785"/>
              <a:gd name="connsiteY1617" fmla="*/ 4172489 h 5274332"/>
              <a:gd name="connsiteX1618" fmla="*/ 1594858 w 4641785"/>
              <a:gd name="connsiteY1618" fmla="*/ 4171094 h 5274332"/>
              <a:gd name="connsiteX1619" fmla="*/ 1591602 w 4641785"/>
              <a:gd name="connsiteY1619" fmla="*/ 4172025 h 5274332"/>
              <a:gd name="connsiteX1620" fmla="*/ 1588347 w 4641785"/>
              <a:gd name="connsiteY1620" fmla="*/ 4176209 h 5274332"/>
              <a:gd name="connsiteX1621" fmla="*/ 1588348 w 4641785"/>
              <a:gd name="connsiteY1621" fmla="*/ 4176211 h 5274332"/>
              <a:gd name="connsiteX1622" fmla="*/ 1591604 w 4641785"/>
              <a:gd name="connsiteY1622" fmla="*/ 4172024 h 5274332"/>
              <a:gd name="connsiteX1623" fmla="*/ 1594859 w 4641785"/>
              <a:gd name="connsiteY1623" fmla="*/ 4171094 h 5274332"/>
              <a:gd name="connsiteX1624" fmla="*/ 1899969 w 4641785"/>
              <a:gd name="connsiteY1624" fmla="*/ 4165978 h 5274332"/>
              <a:gd name="connsiteX1625" fmla="*/ 1902759 w 4641785"/>
              <a:gd name="connsiteY1625" fmla="*/ 4170629 h 5274332"/>
              <a:gd name="connsiteX1626" fmla="*/ 1899969 w 4641785"/>
              <a:gd name="connsiteY1626" fmla="*/ 4176675 h 5274332"/>
              <a:gd name="connsiteX1627" fmla="*/ 1896249 w 4641785"/>
              <a:gd name="connsiteY1627" fmla="*/ 4172489 h 5274332"/>
              <a:gd name="connsiteX1628" fmla="*/ 1897178 w 4641785"/>
              <a:gd name="connsiteY1628" fmla="*/ 4168769 h 5274332"/>
              <a:gd name="connsiteX1629" fmla="*/ 1581834 w 4641785"/>
              <a:gd name="connsiteY1629" fmla="*/ 4160862 h 5274332"/>
              <a:gd name="connsiteX1630" fmla="*/ 1575323 w 4641785"/>
              <a:gd name="connsiteY1630" fmla="*/ 4161327 h 5274332"/>
              <a:gd name="connsiteX1631" fmla="*/ 1571139 w 4641785"/>
              <a:gd name="connsiteY1631" fmla="*/ 4163186 h 5274332"/>
              <a:gd name="connsiteX1632" fmla="*/ 1571139 w 4641785"/>
              <a:gd name="connsiteY1632" fmla="*/ 4163188 h 5274332"/>
              <a:gd name="connsiteX1633" fmla="*/ 1575325 w 4641785"/>
              <a:gd name="connsiteY1633" fmla="*/ 4161327 h 5274332"/>
              <a:gd name="connsiteX1634" fmla="*/ 1581835 w 4641785"/>
              <a:gd name="connsiteY1634" fmla="*/ 4160862 h 5274332"/>
              <a:gd name="connsiteX1635" fmla="*/ 3943657 w 4641785"/>
              <a:gd name="connsiteY1635" fmla="*/ 4156211 h 5274332"/>
              <a:gd name="connsiteX1636" fmla="*/ 3945053 w 4641785"/>
              <a:gd name="connsiteY1636" fmla="*/ 4159001 h 5274332"/>
              <a:gd name="connsiteX1637" fmla="*/ 3943192 w 4641785"/>
              <a:gd name="connsiteY1637" fmla="*/ 4161792 h 5274332"/>
              <a:gd name="connsiteX1638" fmla="*/ 3939006 w 4641785"/>
              <a:gd name="connsiteY1638" fmla="*/ 4161792 h 5274332"/>
              <a:gd name="connsiteX1639" fmla="*/ 3938076 w 4641785"/>
              <a:gd name="connsiteY1639" fmla="*/ 4158072 h 5274332"/>
              <a:gd name="connsiteX1640" fmla="*/ 1568813 w 4641785"/>
              <a:gd name="connsiteY1640" fmla="*/ 4154351 h 5274332"/>
              <a:gd name="connsiteX1641" fmla="*/ 1572068 w 4641785"/>
              <a:gd name="connsiteY1641" fmla="*/ 4155745 h 5274332"/>
              <a:gd name="connsiteX1642" fmla="*/ 1572068 w 4641785"/>
              <a:gd name="connsiteY1642" fmla="*/ 4155745 h 5274332"/>
              <a:gd name="connsiteX1643" fmla="*/ 1475789 w 4641785"/>
              <a:gd name="connsiteY1643" fmla="*/ 4152025 h 5274332"/>
              <a:gd name="connsiteX1644" fmla="*/ 1475325 w 4641785"/>
              <a:gd name="connsiteY1644" fmla="*/ 4156210 h 5274332"/>
              <a:gd name="connsiteX1645" fmla="*/ 1475326 w 4641785"/>
              <a:gd name="connsiteY1645" fmla="*/ 4156210 h 5274332"/>
              <a:gd name="connsiteX1646" fmla="*/ 1475792 w 4641785"/>
              <a:gd name="connsiteY1646" fmla="*/ 4152025 h 5274332"/>
              <a:gd name="connsiteX1647" fmla="*/ 1494394 w 4641785"/>
              <a:gd name="connsiteY1647" fmla="*/ 4145513 h 5274332"/>
              <a:gd name="connsiteX1648" fmla="*/ 1492069 w 4641785"/>
              <a:gd name="connsiteY1648" fmla="*/ 4147374 h 5274332"/>
              <a:gd name="connsiteX1649" fmla="*/ 1486489 w 4641785"/>
              <a:gd name="connsiteY1649" fmla="*/ 4149233 h 5274332"/>
              <a:gd name="connsiteX1650" fmla="*/ 1486489 w 4641785"/>
              <a:gd name="connsiteY1650" fmla="*/ 4149234 h 5274332"/>
              <a:gd name="connsiteX1651" fmla="*/ 1492070 w 4641785"/>
              <a:gd name="connsiteY1651" fmla="*/ 4147374 h 5274332"/>
              <a:gd name="connsiteX1652" fmla="*/ 1494395 w 4641785"/>
              <a:gd name="connsiteY1652" fmla="*/ 4145514 h 5274332"/>
              <a:gd name="connsiteX1653" fmla="*/ 1482301 w 4641785"/>
              <a:gd name="connsiteY1653" fmla="*/ 4145513 h 5274332"/>
              <a:gd name="connsiteX1654" fmla="*/ 1483696 w 4641785"/>
              <a:gd name="connsiteY1654" fmla="*/ 4151560 h 5274332"/>
              <a:gd name="connsiteX1655" fmla="*/ 1482302 w 4641785"/>
              <a:gd name="connsiteY1655" fmla="*/ 4154350 h 5274332"/>
              <a:gd name="connsiteX1656" fmla="*/ 1482303 w 4641785"/>
              <a:gd name="connsiteY1656" fmla="*/ 4154351 h 5274332"/>
              <a:gd name="connsiteX1657" fmla="*/ 1483699 w 4641785"/>
              <a:gd name="connsiteY1657" fmla="*/ 4151559 h 5274332"/>
              <a:gd name="connsiteX1658" fmla="*/ 1482303 w 4641785"/>
              <a:gd name="connsiteY1658" fmla="*/ 4145513 h 5274332"/>
              <a:gd name="connsiteX1659" fmla="*/ 1414860 w 4641785"/>
              <a:gd name="connsiteY1659" fmla="*/ 4142723 h 5274332"/>
              <a:gd name="connsiteX1660" fmla="*/ 1412535 w 4641785"/>
              <a:gd name="connsiteY1660" fmla="*/ 4143653 h 5274332"/>
              <a:gd name="connsiteX1661" fmla="*/ 1412535 w 4641785"/>
              <a:gd name="connsiteY1661" fmla="*/ 4146443 h 5274332"/>
              <a:gd name="connsiteX1662" fmla="*/ 1411008 w 4641785"/>
              <a:gd name="connsiteY1662" fmla="*/ 4146225 h 5274332"/>
              <a:gd name="connsiteX1663" fmla="*/ 1412537 w 4641785"/>
              <a:gd name="connsiteY1663" fmla="*/ 4146444 h 5274332"/>
              <a:gd name="connsiteX1664" fmla="*/ 1412537 w 4641785"/>
              <a:gd name="connsiteY1664" fmla="*/ 4143653 h 5274332"/>
              <a:gd name="connsiteX1665" fmla="*/ 1414861 w 4641785"/>
              <a:gd name="connsiteY1665" fmla="*/ 4142723 h 5274332"/>
              <a:gd name="connsiteX1666" fmla="*/ 1510208 w 4641785"/>
              <a:gd name="connsiteY1666" fmla="*/ 4142257 h 5274332"/>
              <a:gd name="connsiteX1667" fmla="*/ 1506024 w 4641785"/>
              <a:gd name="connsiteY1667" fmla="*/ 4144117 h 5274332"/>
              <a:gd name="connsiteX1668" fmla="*/ 1506024 w 4641785"/>
              <a:gd name="connsiteY1668" fmla="*/ 4144118 h 5274332"/>
              <a:gd name="connsiteX1669" fmla="*/ 1510208 w 4641785"/>
              <a:gd name="connsiteY1669" fmla="*/ 4142258 h 5274332"/>
              <a:gd name="connsiteX1670" fmla="*/ 1402768 w 4641785"/>
              <a:gd name="connsiteY1670" fmla="*/ 4141327 h 5274332"/>
              <a:gd name="connsiteX1671" fmla="*/ 1401373 w 4641785"/>
              <a:gd name="connsiteY1671" fmla="*/ 4147373 h 5274332"/>
              <a:gd name="connsiteX1672" fmla="*/ 1401374 w 4641785"/>
              <a:gd name="connsiteY1672" fmla="*/ 4147374 h 5274332"/>
              <a:gd name="connsiteX1673" fmla="*/ 1402769 w 4641785"/>
              <a:gd name="connsiteY1673" fmla="*/ 4141327 h 5274332"/>
              <a:gd name="connsiteX1674" fmla="*/ 1502766 w 4641785"/>
              <a:gd name="connsiteY1674" fmla="*/ 4139931 h 5274332"/>
              <a:gd name="connsiteX1675" fmla="*/ 1497184 w 4641785"/>
              <a:gd name="connsiteY1675" fmla="*/ 4142723 h 5274332"/>
              <a:gd name="connsiteX1676" fmla="*/ 1497650 w 4641785"/>
              <a:gd name="connsiteY1676" fmla="*/ 4147838 h 5274332"/>
              <a:gd name="connsiteX1677" fmla="*/ 1497651 w 4641785"/>
              <a:gd name="connsiteY1677" fmla="*/ 4147839 h 5274332"/>
              <a:gd name="connsiteX1678" fmla="*/ 1497187 w 4641785"/>
              <a:gd name="connsiteY1678" fmla="*/ 4142723 h 5274332"/>
              <a:gd name="connsiteX1679" fmla="*/ 1502768 w 4641785"/>
              <a:gd name="connsiteY1679" fmla="*/ 4139932 h 5274332"/>
              <a:gd name="connsiteX1680" fmla="*/ 1506021 w 4641785"/>
              <a:gd name="connsiteY1680" fmla="*/ 4139932 h 5274332"/>
              <a:gd name="connsiteX1681" fmla="*/ 1506021 w 4641785"/>
              <a:gd name="connsiteY1681" fmla="*/ 4139931 h 5274332"/>
              <a:gd name="connsiteX1682" fmla="*/ 1394863 w 4641785"/>
              <a:gd name="connsiteY1682" fmla="*/ 4134351 h 5274332"/>
              <a:gd name="connsiteX1683" fmla="*/ 1394862 w 4641785"/>
              <a:gd name="connsiteY1683" fmla="*/ 4134351 h 5274332"/>
              <a:gd name="connsiteX1684" fmla="*/ 1395884 w 4641785"/>
              <a:gd name="connsiteY1684" fmla="*/ 4134760 h 5274332"/>
              <a:gd name="connsiteX1685" fmla="*/ 1459047 w 4641785"/>
              <a:gd name="connsiteY1685" fmla="*/ 4131094 h 5274332"/>
              <a:gd name="connsiteX1686" fmla="*/ 1459048 w 4641785"/>
              <a:gd name="connsiteY1686" fmla="*/ 4131095 h 5274332"/>
              <a:gd name="connsiteX1687" fmla="*/ 1465527 w 4641785"/>
              <a:gd name="connsiteY1687" fmla="*/ 4131857 h 5274332"/>
              <a:gd name="connsiteX1688" fmla="*/ 1421945 w 4641785"/>
              <a:gd name="connsiteY1688" fmla="*/ 4130277 h 5274332"/>
              <a:gd name="connsiteX1689" fmla="*/ 1422767 w 4641785"/>
              <a:gd name="connsiteY1689" fmla="*/ 4130629 h 5274332"/>
              <a:gd name="connsiteX1690" fmla="*/ 1425558 w 4641785"/>
              <a:gd name="connsiteY1690" fmla="*/ 4133420 h 5274332"/>
              <a:gd name="connsiteX1691" fmla="*/ 1424163 w 4641785"/>
              <a:gd name="connsiteY1691" fmla="*/ 4136211 h 5274332"/>
              <a:gd name="connsiteX1692" fmla="*/ 1426953 w 4641785"/>
              <a:gd name="connsiteY1692" fmla="*/ 4140862 h 5274332"/>
              <a:gd name="connsiteX1693" fmla="*/ 1426023 w 4641785"/>
              <a:gd name="connsiteY1693" fmla="*/ 4143653 h 5274332"/>
              <a:gd name="connsiteX1694" fmla="*/ 1419048 w 4641785"/>
              <a:gd name="connsiteY1694" fmla="*/ 4144118 h 5274332"/>
              <a:gd name="connsiteX1695" fmla="*/ 1426025 w 4641785"/>
              <a:gd name="connsiteY1695" fmla="*/ 4143653 h 5274332"/>
              <a:gd name="connsiteX1696" fmla="*/ 1426955 w 4641785"/>
              <a:gd name="connsiteY1696" fmla="*/ 4140862 h 5274332"/>
              <a:gd name="connsiteX1697" fmla="*/ 1424164 w 4641785"/>
              <a:gd name="connsiteY1697" fmla="*/ 4136211 h 5274332"/>
              <a:gd name="connsiteX1698" fmla="*/ 1425559 w 4641785"/>
              <a:gd name="connsiteY1698" fmla="*/ 4133420 h 5274332"/>
              <a:gd name="connsiteX1699" fmla="*/ 1422769 w 4641785"/>
              <a:gd name="connsiteY1699" fmla="*/ 4130630 h 5274332"/>
              <a:gd name="connsiteX1700" fmla="*/ 1455790 w 4641785"/>
              <a:gd name="connsiteY1700" fmla="*/ 4128769 h 5274332"/>
              <a:gd name="connsiteX1701" fmla="*/ 1450675 w 4641785"/>
              <a:gd name="connsiteY1701" fmla="*/ 4132024 h 5274332"/>
              <a:gd name="connsiteX1702" fmla="*/ 1450676 w 4641785"/>
              <a:gd name="connsiteY1702" fmla="*/ 4132025 h 5274332"/>
              <a:gd name="connsiteX1703" fmla="*/ 1455791 w 4641785"/>
              <a:gd name="connsiteY1703" fmla="*/ 4128770 h 5274332"/>
              <a:gd name="connsiteX1704" fmla="*/ 1448348 w 4641785"/>
              <a:gd name="connsiteY1704" fmla="*/ 4126909 h 5274332"/>
              <a:gd name="connsiteX1705" fmla="*/ 1445092 w 4641785"/>
              <a:gd name="connsiteY1705" fmla="*/ 4128769 h 5274332"/>
              <a:gd name="connsiteX1706" fmla="*/ 1439513 w 4641785"/>
              <a:gd name="connsiteY1706" fmla="*/ 4129699 h 5274332"/>
              <a:gd name="connsiteX1707" fmla="*/ 1439513 w 4641785"/>
              <a:gd name="connsiteY1707" fmla="*/ 4129700 h 5274332"/>
              <a:gd name="connsiteX1708" fmla="*/ 1445095 w 4641785"/>
              <a:gd name="connsiteY1708" fmla="*/ 4128769 h 5274332"/>
              <a:gd name="connsiteX1709" fmla="*/ 1448349 w 4641785"/>
              <a:gd name="connsiteY1709" fmla="*/ 4126909 h 5274332"/>
              <a:gd name="connsiteX1710" fmla="*/ 1556254 w 4641785"/>
              <a:gd name="connsiteY1710" fmla="*/ 4125978 h 5274332"/>
              <a:gd name="connsiteX1711" fmla="*/ 1552998 w 4641785"/>
              <a:gd name="connsiteY1711" fmla="*/ 4132955 h 5274332"/>
              <a:gd name="connsiteX1712" fmla="*/ 1552999 w 4641785"/>
              <a:gd name="connsiteY1712" fmla="*/ 4132955 h 5274332"/>
              <a:gd name="connsiteX1713" fmla="*/ 1556255 w 4641785"/>
              <a:gd name="connsiteY1713" fmla="*/ 4125979 h 5274332"/>
              <a:gd name="connsiteX1714" fmla="*/ 1558297 w 4641785"/>
              <a:gd name="connsiteY1714" fmla="*/ 4126319 h 5274332"/>
              <a:gd name="connsiteX1715" fmla="*/ 1565091 w 4641785"/>
              <a:gd name="connsiteY1715" fmla="*/ 4121792 h 5274332"/>
              <a:gd name="connsiteX1716" fmla="*/ 1564625 w 4641785"/>
              <a:gd name="connsiteY1716" fmla="*/ 4127373 h 5274332"/>
              <a:gd name="connsiteX1717" fmla="*/ 1564628 w 4641785"/>
              <a:gd name="connsiteY1717" fmla="*/ 4127374 h 5274332"/>
              <a:gd name="connsiteX1718" fmla="*/ 1565093 w 4641785"/>
              <a:gd name="connsiteY1718" fmla="*/ 4121793 h 5274332"/>
              <a:gd name="connsiteX1719" fmla="*/ 1461837 w 4641785"/>
              <a:gd name="connsiteY1719" fmla="*/ 4120398 h 5274332"/>
              <a:gd name="connsiteX1720" fmla="*/ 1462767 w 4641785"/>
              <a:gd name="connsiteY1720" fmla="*/ 4123188 h 5274332"/>
              <a:gd name="connsiteX1721" fmla="*/ 1462768 w 4641785"/>
              <a:gd name="connsiteY1721" fmla="*/ 4123187 h 5274332"/>
              <a:gd name="connsiteX1722" fmla="*/ 1461838 w 4641785"/>
              <a:gd name="connsiteY1722" fmla="*/ 4120398 h 5274332"/>
              <a:gd name="connsiteX1723" fmla="*/ 1435326 w 4641785"/>
              <a:gd name="connsiteY1723" fmla="*/ 4120397 h 5274332"/>
              <a:gd name="connsiteX1724" fmla="*/ 1430210 w 4641785"/>
              <a:gd name="connsiteY1724" fmla="*/ 4126909 h 5274332"/>
              <a:gd name="connsiteX1725" fmla="*/ 1430210 w 4641785"/>
              <a:gd name="connsiteY1725" fmla="*/ 4126909 h 5274332"/>
              <a:gd name="connsiteX1726" fmla="*/ 1435327 w 4641785"/>
              <a:gd name="connsiteY1726" fmla="*/ 4120398 h 5274332"/>
              <a:gd name="connsiteX1727" fmla="*/ 1436405 w 4641785"/>
              <a:gd name="connsiteY1727" fmla="*/ 4120613 h 5274332"/>
              <a:gd name="connsiteX1728" fmla="*/ 1427883 w 4641785"/>
              <a:gd name="connsiteY1728" fmla="*/ 4117141 h 5274332"/>
              <a:gd name="connsiteX1729" fmla="*/ 1424627 w 4641785"/>
              <a:gd name="connsiteY1729" fmla="*/ 4119932 h 5274332"/>
              <a:gd name="connsiteX1730" fmla="*/ 1426023 w 4641785"/>
              <a:gd name="connsiteY1730" fmla="*/ 4125513 h 5274332"/>
              <a:gd name="connsiteX1731" fmla="*/ 1421837 w 4641785"/>
              <a:gd name="connsiteY1731" fmla="*/ 4126443 h 5274332"/>
              <a:gd name="connsiteX1732" fmla="*/ 1419512 w 4641785"/>
              <a:gd name="connsiteY1732" fmla="*/ 4129234 h 5274332"/>
              <a:gd name="connsiteX1733" fmla="*/ 1419513 w 4641785"/>
              <a:gd name="connsiteY1733" fmla="*/ 4129234 h 5274332"/>
              <a:gd name="connsiteX1734" fmla="*/ 1421839 w 4641785"/>
              <a:gd name="connsiteY1734" fmla="*/ 4126444 h 5274332"/>
              <a:gd name="connsiteX1735" fmla="*/ 1426025 w 4641785"/>
              <a:gd name="connsiteY1735" fmla="*/ 4125513 h 5274332"/>
              <a:gd name="connsiteX1736" fmla="*/ 1424629 w 4641785"/>
              <a:gd name="connsiteY1736" fmla="*/ 4119932 h 5274332"/>
              <a:gd name="connsiteX1737" fmla="*/ 1427884 w 4641785"/>
              <a:gd name="connsiteY1737" fmla="*/ 4117143 h 5274332"/>
              <a:gd name="connsiteX1738" fmla="*/ 1539559 w 4641785"/>
              <a:gd name="connsiteY1738" fmla="*/ 4114926 h 5274332"/>
              <a:gd name="connsiteX1739" fmla="*/ 1536719 w 4641785"/>
              <a:gd name="connsiteY1739" fmla="*/ 4115281 h 5274332"/>
              <a:gd name="connsiteX1740" fmla="*/ 1533640 w 4641785"/>
              <a:gd name="connsiteY1740" fmla="*/ 4115100 h 5274332"/>
              <a:gd name="connsiteX1741" fmla="*/ 1536721 w 4641785"/>
              <a:gd name="connsiteY1741" fmla="*/ 4115281 h 5274332"/>
              <a:gd name="connsiteX1742" fmla="*/ 1528812 w 4641785"/>
              <a:gd name="connsiteY1742" fmla="*/ 4114816 h 5274332"/>
              <a:gd name="connsiteX1743" fmla="*/ 1527882 w 4641785"/>
              <a:gd name="connsiteY1743" fmla="*/ 4117141 h 5274332"/>
              <a:gd name="connsiteX1744" fmla="*/ 1528347 w 4641785"/>
              <a:gd name="connsiteY1744" fmla="*/ 4120862 h 5274332"/>
              <a:gd name="connsiteX1745" fmla="*/ 1530208 w 4641785"/>
              <a:gd name="connsiteY1745" fmla="*/ 4121792 h 5274332"/>
              <a:gd name="connsiteX1746" fmla="*/ 1531137 w 4641785"/>
              <a:gd name="connsiteY1746" fmla="*/ 4126443 h 5274332"/>
              <a:gd name="connsiteX1747" fmla="*/ 1526952 w 4641785"/>
              <a:gd name="connsiteY1747" fmla="*/ 4129699 h 5274332"/>
              <a:gd name="connsiteX1748" fmla="*/ 1522766 w 4641785"/>
              <a:gd name="connsiteY1748" fmla="*/ 4131094 h 5274332"/>
              <a:gd name="connsiteX1749" fmla="*/ 1521835 w 4641785"/>
              <a:gd name="connsiteY1749" fmla="*/ 4134816 h 5274332"/>
              <a:gd name="connsiteX1750" fmla="*/ 1515324 w 4641785"/>
              <a:gd name="connsiteY1750" fmla="*/ 4135746 h 5274332"/>
              <a:gd name="connsiteX1751" fmla="*/ 1512998 w 4641785"/>
              <a:gd name="connsiteY1751" fmla="*/ 4137606 h 5274332"/>
              <a:gd name="connsiteX1752" fmla="*/ 1512533 w 4641785"/>
              <a:gd name="connsiteY1752" fmla="*/ 4146440 h 5274332"/>
              <a:gd name="connsiteX1753" fmla="*/ 1512535 w 4641785"/>
              <a:gd name="connsiteY1753" fmla="*/ 4146444 h 5274332"/>
              <a:gd name="connsiteX1754" fmla="*/ 1513000 w 4641785"/>
              <a:gd name="connsiteY1754" fmla="*/ 4137606 h 5274332"/>
              <a:gd name="connsiteX1755" fmla="*/ 1515326 w 4641785"/>
              <a:gd name="connsiteY1755" fmla="*/ 4135746 h 5274332"/>
              <a:gd name="connsiteX1756" fmla="*/ 1521838 w 4641785"/>
              <a:gd name="connsiteY1756" fmla="*/ 4134816 h 5274332"/>
              <a:gd name="connsiteX1757" fmla="*/ 1522767 w 4641785"/>
              <a:gd name="connsiteY1757" fmla="*/ 4131095 h 5274332"/>
              <a:gd name="connsiteX1758" fmla="*/ 1526953 w 4641785"/>
              <a:gd name="connsiteY1758" fmla="*/ 4129700 h 5274332"/>
              <a:gd name="connsiteX1759" fmla="*/ 1531140 w 4641785"/>
              <a:gd name="connsiteY1759" fmla="*/ 4126444 h 5274332"/>
              <a:gd name="connsiteX1760" fmla="*/ 1530209 w 4641785"/>
              <a:gd name="connsiteY1760" fmla="*/ 4121793 h 5274332"/>
              <a:gd name="connsiteX1761" fmla="*/ 1528349 w 4641785"/>
              <a:gd name="connsiteY1761" fmla="*/ 4120862 h 5274332"/>
              <a:gd name="connsiteX1762" fmla="*/ 1527884 w 4641785"/>
              <a:gd name="connsiteY1762" fmla="*/ 4117142 h 5274332"/>
              <a:gd name="connsiteX1763" fmla="*/ 1528814 w 4641785"/>
              <a:gd name="connsiteY1763" fmla="*/ 4114816 h 5274332"/>
              <a:gd name="connsiteX1764" fmla="*/ 1552532 w 4641785"/>
              <a:gd name="connsiteY1764" fmla="*/ 4111560 h 5274332"/>
              <a:gd name="connsiteX1765" fmla="*/ 1550672 w 4641785"/>
              <a:gd name="connsiteY1765" fmla="*/ 4115281 h 5274332"/>
              <a:gd name="connsiteX1766" fmla="*/ 1544626 w 4641785"/>
              <a:gd name="connsiteY1766" fmla="*/ 4120397 h 5274332"/>
              <a:gd name="connsiteX1767" fmla="*/ 1544628 w 4641785"/>
              <a:gd name="connsiteY1767" fmla="*/ 4120398 h 5274332"/>
              <a:gd name="connsiteX1768" fmla="*/ 1550674 w 4641785"/>
              <a:gd name="connsiteY1768" fmla="*/ 4115281 h 5274332"/>
              <a:gd name="connsiteX1769" fmla="*/ 1552535 w 4641785"/>
              <a:gd name="connsiteY1769" fmla="*/ 4111561 h 5274332"/>
              <a:gd name="connsiteX1770" fmla="*/ 1466487 w 4641785"/>
              <a:gd name="connsiteY1770" fmla="*/ 4107374 h 5274332"/>
              <a:gd name="connsiteX1771" fmla="*/ 1460906 w 4641785"/>
              <a:gd name="connsiteY1771" fmla="*/ 4107839 h 5274332"/>
              <a:gd name="connsiteX1772" fmla="*/ 1460908 w 4641785"/>
              <a:gd name="connsiteY1772" fmla="*/ 4107840 h 5274332"/>
              <a:gd name="connsiteX1773" fmla="*/ 1466488 w 4641785"/>
              <a:gd name="connsiteY1773" fmla="*/ 4107374 h 5274332"/>
              <a:gd name="connsiteX1774" fmla="*/ 1451606 w 4641785"/>
              <a:gd name="connsiteY1774" fmla="*/ 4099468 h 5274332"/>
              <a:gd name="connsiteX1775" fmla="*/ 1451605 w 4641785"/>
              <a:gd name="connsiteY1775" fmla="*/ 4099468 h 5274332"/>
              <a:gd name="connsiteX1776" fmla="*/ 1460441 w 4641785"/>
              <a:gd name="connsiteY1776" fmla="*/ 4102258 h 5274332"/>
              <a:gd name="connsiteX1777" fmla="*/ 1449279 w 4641785"/>
              <a:gd name="connsiteY1777" fmla="*/ 4099468 h 5274332"/>
              <a:gd name="connsiteX1778" fmla="*/ 1452534 w 4641785"/>
              <a:gd name="connsiteY1778" fmla="*/ 4105514 h 5274332"/>
              <a:gd name="connsiteX1779" fmla="*/ 1455790 w 4641785"/>
              <a:gd name="connsiteY1779" fmla="*/ 4106444 h 5274332"/>
              <a:gd name="connsiteX1780" fmla="*/ 1454395 w 4641785"/>
              <a:gd name="connsiteY1780" fmla="*/ 4111560 h 5274332"/>
              <a:gd name="connsiteX1781" fmla="*/ 1456892 w 4641785"/>
              <a:gd name="connsiteY1781" fmla="*/ 4112809 h 5274332"/>
              <a:gd name="connsiteX1782" fmla="*/ 1457185 w 4641785"/>
              <a:gd name="connsiteY1782" fmla="*/ 4112955 h 5274332"/>
              <a:gd name="connsiteX1783" fmla="*/ 1453929 w 4641785"/>
              <a:gd name="connsiteY1783" fmla="*/ 4117606 h 5274332"/>
              <a:gd name="connsiteX1784" fmla="*/ 1454860 w 4641785"/>
              <a:gd name="connsiteY1784" fmla="*/ 4120397 h 5274332"/>
              <a:gd name="connsiteX1785" fmla="*/ 1454861 w 4641785"/>
              <a:gd name="connsiteY1785" fmla="*/ 4120397 h 5274332"/>
              <a:gd name="connsiteX1786" fmla="*/ 1453931 w 4641785"/>
              <a:gd name="connsiteY1786" fmla="*/ 4117607 h 5274332"/>
              <a:gd name="connsiteX1787" fmla="*/ 1457187 w 4641785"/>
              <a:gd name="connsiteY1787" fmla="*/ 4112956 h 5274332"/>
              <a:gd name="connsiteX1788" fmla="*/ 1457185 w 4641785"/>
              <a:gd name="connsiteY1788" fmla="*/ 4112955 h 5274332"/>
              <a:gd name="connsiteX1789" fmla="*/ 1457185 w 4641785"/>
              <a:gd name="connsiteY1789" fmla="*/ 4112955 h 5274332"/>
              <a:gd name="connsiteX1790" fmla="*/ 1456892 w 4641785"/>
              <a:gd name="connsiteY1790" fmla="*/ 4112809 h 5274332"/>
              <a:gd name="connsiteX1791" fmla="*/ 1454397 w 4641785"/>
              <a:gd name="connsiteY1791" fmla="*/ 4111561 h 5274332"/>
              <a:gd name="connsiteX1792" fmla="*/ 1455792 w 4641785"/>
              <a:gd name="connsiteY1792" fmla="*/ 4106444 h 5274332"/>
              <a:gd name="connsiteX1793" fmla="*/ 1452536 w 4641785"/>
              <a:gd name="connsiteY1793" fmla="*/ 4105514 h 5274332"/>
              <a:gd name="connsiteX1794" fmla="*/ 1449280 w 4641785"/>
              <a:gd name="connsiteY1794" fmla="*/ 4099468 h 5274332"/>
              <a:gd name="connsiteX1795" fmla="*/ 1447885 w 4641785"/>
              <a:gd name="connsiteY1795" fmla="*/ 4099003 h 5274332"/>
              <a:gd name="connsiteX1796" fmla="*/ 1448595 w 4641785"/>
              <a:gd name="connsiteY1796" fmla="*/ 4099240 h 5274332"/>
              <a:gd name="connsiteX1797" fmla="*/ 1447885 w 4641785"/>
              <a:gd name="connsiteY1797" fmla="*/ 4099003 h 5274332"/>
              <a:gd name="connsiteX1798" fmla="*/ 1442769 w 4641785"/>
              <a:gd name="connsiteY1798" fmla="*/ 4099003 h 5274332"/>
              <a:gd name="connsiteX1799" fmla="*/ 1442768 w 4641785"/>
              <a:gd name="connsiteY1799" fmla="*/ 4099004 h 5274332"/>
              <a:gd name="connsiteX1800" fmla="*/ 1443697 w 4641785"/>
              <a:gd name="connsiteY1800" fmla="*/ 4102258 h 5274332"/>
              <a:gd name="connsiteX1801" fmla="*/ 1443699 w 4641785"/>
              <a:gd name="connsiteY1801" fmla="*/ 4102257 h 5274332"/>
              <a:gd name="connsiteX1802" fmla="*/ 1419046 w 4641785"/>
              <a:gd name="connsiteY1802" fmla="*/ 4096677 h 5274332"/>
              <a:gd name="connsiteX1803" fmla="*/ 1420907 w 4641785"/>
              <a:gd name="connsiteY1803" fmla="*/ 4103653 h 5274332"/>
              <a:gd name="connsiteX1804" fmla="*/ 1421989 w 4641785"/>
              <a:gd name="connsiteY1804" fmla="*/ 4104117 h 5274332"/>
              <a:gd name="connsiteX1805" fmla="*/ 1420908 w 4641785"/>
              <a:gd name="connsiteY1805" fmla="*/ 4103654 h 5274332"/>
              <a:gd name="connsiteX1806" fmla="*/ 1419048 w 4641785"/>
              <a:gd name="connsiteY1806" fmla="*/ 4096677 h 5274332"/>
              <a:gd name="connsiteX1807" fmla="*/ 1410675 w 4641785"/>
              <a:gd name="connsiteY1807" fmla="*/ 4095747 h 5274332"/>
              <a:gd name="connsiteX1808" fmla="*/ 1413198 w 4641785"/>
              <a:gd name="connsiteY1808" fmla="*/ 4096828 h 5274332"/>
              <a:gd name="connsiteX1809" fmla="*/ 1410676 w 4641785"/>
              <a:gd name="connsiteY1809" fmla="*/ 4095747 h 5274332"/>
              <a:gd name="connsiteX1810" fmla="*/ 1392072 w 4641785"/>
              <a:gd name="connsiteY1810" fmla="*/ 4089235 h 5274332"/>
              <a:gd name="connsiteX1811" fmla="*/ 1392072 w 4641785"/>
              <a:gd name="connsiteY1811" fmla="*/ 4089235 h 5274332"/>
              <a:gd name="connsiteX1812" fmla="*/ 1393103 w 4641785"/>
              <a:gd name="connsiteY1812" fmla="*/ 4089648 h 5274332"/>
              <a:gd name="connsiteX1813" fmla="*/ 1461372 w 4641785"/>
              <a:gd name="connsiteY1813" fmla="*/ 4084119 h 5274332"/>
              <a:gd name="connsiteX1814" fmla="*/ 1455792 w 4641785"/>
              <a:gd name="connsiteY1814" fmla="*/ 4085979 h 5274332"/>
              <a:gd name="connsiteX1815" fmla="*/ 1455792 w 4641785"/>
              <a:gd name="connsiteY1815" fmla="*/ 4085979 h 5274332"/>
              <a:gd name="connsiteX1816" fmla="*/ 1461372 w 4641785"/>
              <a:gd name="connsiteY1816" fmla="*/ 4084119 h 5274332"/>
              <a:gd name="connsiteX1817" fmla="*/ 1381374 w 4641785"/>
              <a:gd name="connsiteY1817" fmla="*/ 4081793 h 5274332"/>
              <a:gd name="connsiteX1818" fmla="*/ 1381374 w 4641785"/>
              <a:gd name="connsiteY1818" fmla="*/ 4081794 h 5274332"/>
              <a:gd name="connsiteX1819" fmla="*/ 1385560 w 4641785"/>
              <a:gd name="connsiteY1819" fmla="*/ 4083654 h 5274332"/>
              <a:gd name="connsiteX1820" fmla="*/ 1387420 w 4641785"/>
              <a:gd name="connsiteY1820" fmla="*/ 4082259 h 5274332"/>
              <a:gd name="connsiteX1821" fmla="*/ 1387419 w 4641785"/>
              <a:gd name="connsiteY1821" fmla="*/ 4082258 h 5274332"/>
              <a:gd name="connsiteX1822" fmla="*/ 1385559 w 4641785"/>
              <a:gd name="connsiteY1822" fmla="*/ 4083653 h 5274332"/>
              <a:gd name="connsiteX1823" fmla="*/ 3999005 w 4641785"/>
              <a:gd name="connsiteY1823" fmla="*/ 4077608 h 5274332"/>
              <a:gd name="connsiteX1824" fmla="*/ 4001331 w 4641785"/>
              <a:gd name="connsiteY1824" fmla="*/ 4083654 h 5274332"/>
              <a:gd name="connsiteX1825" fmla="*/ 3999470 w 4641785"/>
              <a:gd name="connsiteY1825" fmla="*/ 4092026 h 5274332"/>
              <a:gd name="connsiteX1826" fmla="*/ 3997609 w 4641785"/>
              <a:gd name="connsiteY1826" fmla="*/ 4091561 h 5274332"/>
              <a:gd name="connsiteX1827" fmla="*/ 3999005 w 4641785"/>
              <a:gd name="connsiteY1827" fmla="*/ 4087375 h 5274332"/>
              <a:gd name="connsiteX1828" fmla="*/ 3997145 w 4641785"/>
              <a:gd name="connsiteY1828" fmla="*/ 4079003 h 5274332"/>
              <a:gd name="connsiteX1829" fmla="*/ 1472154 w 4641785"/>
              <a:gd name="connsiteY1829" fmla="*/ 4076627 h 5274332"/>
              <a:gd name="connsiteX1830" fmla="*/ 1473464 w 4641785"/>
              <a:gd name="connsiteY1830" fmla="*/ 4076677 h 5274332"/>
              <a:gd name="connsiteX1831" fmla="*/ 1479045 w 4641785"/>
              <a:gd name="connsiteY1831" fmla="*/ 4078538 h 5274332"/>
              <a:gd name="connsiteX1832" fmla="*/ 1479046 w 4641785"/>
              <a:gd name="connsiteY1832" fmla="*/ 4078537 h 5274332"/>
              <a:gd name="connsiteX1833" fmla="*/ 1473466 w 4641785"/>
              <a:gd name="connsiteY1833" fmla="*/ 4076677 h 5274332"/>
              <a:gd name="connsiteX1834" fmla="*/ 1390211 w 4641785"/>
              <a:gd name="connsiteY1834" fmla="*/ 4072491 h 5274332"/>
              <a:gd name="connsiteX1835" fmla="*/ 1390211 w 4641785"/>
              <a:gd name="connsiteY1835" fmla="*/ 4072492 h 5274332"/>
              <a:gd name="connsiteX1836" fmla="*/ 1393000 w 4641785"/>
              <a:gd name="connsiteY1836" fmla="*/ 4074817 h 5274332"/>
              <a:gd name="connsiteX1837" fmla="*/ 1402768 w 4641785"/>
              <a:gd name="connsiteY1837" fmla="*/ 4075282 h 5274332"/>
              <a:gd name="connsiteX1838" fmla="*/ 1401372 w 4641785"/>
              <a:gd name="connsiteY1838" fmla="*/ 4088305 h 5274332"/>
              <a:gd name="connsiteX1839" fmla="*/ 1403232 w 4641785"/>
              <a:gd name="connsiteY1839" fmla="*/ 4089700 h 5274332"/>
              <a:gd name="connsiteX1840" fmla="*/ 1403232 w 4641785"/>
              <a:gd name="connsiteY1840" fmla="*/ 4094816 h 5274332"/>
              <a:gd name="connsiteX1841" fmla="*/ 1403234 w 4641785"/>
              <a:gd name="connsiteY1841" fmla="*/ 4094816 h 5274332"/>
              <a:gd name="connsiteX1842" fmla="*/ 1403234 w 4641785"/>
              <a:gd name="connsiteY1842" fmla="*/ 4089700 h 5274332"/>
              <a:gd name="connsiteX1843" fmla="*/ 1401374 w 4641785"/>
              <a:gd name="connsiteY1843" fmla="*/ 4088305 h 5274332"/>
              <a:gd name="connsiteX1844" fmla="*/ 1402769 w 4641785"/>
              <a:gd name="connsiteY1844" fmla="*/ 4075282 h 5274332"/>
              <a:gd name="connsiteX1845" fmla="*/ 1393002 w 4641785"/>
              <a:gd name="connsiteY1845" fmla="*/ 4074816 h 5274332"/>
              <a:gd name="connsiteX1846" fmla="*/ 1396721 w 4641785"/>
              <a:gd name="connsiteY1846" fmla="*/ 4064584 h 5274332"/>
              <a:gd name="connsiteX1847" fmla="*/ 1392070 w 4641785"/>
              <a:gd name="connsiteY1847" fmla="*/ 4065049 h 5274332"/>
              <a:gd name="connsiteX1848" fmla="*/ 1392072 w 4641785"/>
              <a:gd name="connsiteY1848" fmla="*/ 4065050 h 5274332"/>
              <a:gd name="connsiteX1849" fmla="*/ 1396722 w 4641785"/>
              <a:gd name="connsiteY1849" fmla="*/ 4064584 h 5274332"/>
              <a:gd name="connsiteX1850" fmla="*/ 1405093 w 4641785"/>
              <a:gd name="connsiteY1850" fmla="*/ 4064119 h 5274332"/>
              <a:gd name="connsiteX1851" fmla="*/ 1400443 w 4641785"/>
              <a:gd name="connsiteY1851" fmla="*/ 4065514 h 5274332"/>
              <a:gd name="connsiteX1852" fmla="*/ 1400444 w 4641785"/>
              <a:gd name="connsiteY1852" fmla="*/ 4065514 h 5274332"/>
              <a:gd name="connsiteX1853" fmla="*/ 1405095 w 4641785"/>
              <a:gd name="connsiteY1853" fmla="*/ 4064119 h 5274332"/>
              <a:gd name="connsiteX1854" fmla="*/ 1462310 w 4641785"/>
              <a:gd name="connsiteY1854" fmla="*/ 4060633 h 5274332"/>
              <a:gd name="connsiteX1855" fmla="*/ 1463231 w 4641785"/>
              <a:gd name="connsiteY1855" fmla="*/ 4060863 h 5274332"/>
              <a:gd name="connsiteX1856" fmla="*/ 1465557 w 4641785"/>
              <a:gd name="connsiteY1856" fmla="*/ 4070165 h 5274332"/>
              <a:gd name="connsiteX1857" fmla="*/ 1460443 w 4641785"/>
              <a:gd name="connsiteY1857" fmla="*/ 4072025 h 5274332"/>
              <a:gd name="connsiteX1858" fmla="*/ 1460443 w 4641785"/>
              <a:gd name="connsiteY1858" fmla="*/ 4072026 h 5274332"/>
              <a:gd name="connsiteX1859" fmla="*/ 1465559 w 4641785"/>
              <a:gd name="connsiteY1859" fmla="*/ 4070165 h 5274332"/>
              <a:gd name="connsiteX1860" fmla="*/ 1463234 w 4641785"/>
              <a:gd name="connsiteY1860" fmla="*/ 4060863 h 5274332"/>
              <a:gd name="connsiteX1861" fmla="*/ 1416988 w 4641785"/>
              <a:gd name="connsiteY1861" fmla="*/ 4060576 h 5274332"/>
              <a:gd name="connsiteX1862" fmla="*/ 1418116 w 4641785"/>
              <a:gd name="connsiteY1862" fmla="*/ 4061329 h 5274332"/>
              <a:gd name="connsiteX1863" fmla="*/ 1417186 w 4641785"/>
              <a:gd name="connsiteY1863" fmla="*/ 4067375 h 5274332"/>
              <a:gd name="connsiteX1864" fmla="*/ 1414861 w 4641785"/>
              <a:gd name="connsiteY1864" fmla="*/ 4069235 h 5274332"/>
              <a:gd name="connsiteX1865" fmla="*/ 1414862 w 4641785"/>
              <a:gd name="connsiteY1865" fmla="*/ 4069235 h 5274332"/>
              <a:gd name="connsiteX1866" fmla="*/ 1417188 w 4641785"/>
              <a:gd name="connsiteY1866" fmla="*/ 4067375 h 5274332"/>
              <a:gd name="connsiteX1867" fmla="*/ 1418118 w 4641785"/>
              <a:gd name="connsiteY1867" fmla="*/ 4061328 h 5274332"/>
              <a:gd name="connsiteX1868" fmla="*/ 1475789 w 4641785"/>
              <a:gd name="connsiteY1868" fmla="*/ 4057142 h 5274332"/>
              <a:gd name="connsiteX1869" fmla="*/ 1472070 w 4641785"/>
              <a:gd name="connsiteY1869" fmla="*/ 4059003 h 5274332"/>
              <a:gd name="connsiteX1870" fmla="*/ 1472071 w 4641785"/>
              <a:gd name="connsiteY1870" fmla="*/ 4059003 h 5274332"/>
              <a:gd name="connsiteX1871" fmla="*/ 1475790 w 4641785"/>
              <a:gd name="connsiteY1871" fmla="*/ 4057143 h 5274332"/>
              <a:gd name="connsiteX1872" fmla="*/ 1462302 w 4641785"/>
              <a:gd name="connsiteY1872" fmla="*/ 4049700 h 5274332"/>
              <a:gd name="connsiteX1873" fmla="*/ 1459976 w 4641785"/>
              <a:gd name="connsiteY1873" fmla="*/ 4051561 h 5274332"/>
              <a:gd name="connsiteX1874" fmla="*/ 1459046 w 4641785"/>
              <a:gd name="connsiteY1874" fmla="*/ 4055282 h 5274332"/>
              <a:gd name="connsiteX1875" fmla="*/ 1461372 w 4641785"/>
              <a:gd name="connsiteY1875" fmla="*/ 4060398 h 5274332"/>
              <a:gd name="connsiteX1876" fmla="*/ 1461373 w 4641785"/>
              <a:gd name="connsiteY1876" fmla="*/ 4060398 h 5274332"/>
              <a:gd name="connsiteX1877" fmla="*/ 1459048 w 4641785"/>
              <a:gd name="connsiteY1877" fmla="*/ 4055282 h 5274332"/>
              <a:gd name="connsiteX1878" fmla="*/ 1459978 w 4641785"/>
              <a:gd name="connsiteY1878" fmla="*/ 4051561 h 5274332"/>
              <a:gd name="connsiteX1879" fmla="*/ 1462303 w 4641785"/>
              <a:gd name="connsiteY1879" fmla="*/ 4049701 h 5274332"/>
              <a:gd name="connsiteX1880" fmla="*/ 1466560 w 4641785"/>
              <a:gd name="connsiteY1880" fmla="*/ 4050862 h 5274332"/>
              <a:gd name="connsiteX1881" fmla="*/ 1467418 w 4641785"/>
              <a:gd name="connsiteY1881" fmla="*/ 4051096 h 5274332"/>
              <a:gd name="connsiteX1882" fmla="*/ 1467418 w 4641785"/>
              <a:gd name="connsiteY1882" fmla="*/ 4051096 h 5274332"/>
              <a:gd name="connsiteX1883" fmla="*/ 1466560 w 4641785"/>
              <a:gd name="connsiteY1883" fmla="*/ 4050862 h 5274332"/>
              <a:gd name="connsiteX1884" fmla="*/ 1444162 w 4641785"/>
              <a:gd name="connsiteY1884" fmla="*/ 4049235 h 5274332"/>
              <a:gd name="connsiteX1885" fmla="*/ 1440441 w 4641785"/>
              <a:gd name="connsiteY1885" fmla="*/ 4050166 h 5274332"/>
              <a:gd name="connsiteX1886" fmla="*/ 1438581 w 4641785"/>
              <a:gd name="connsiteY1886" fmla="*/ 4052026 h 5274332"/>
              <a:gd name="connsiteX1887" fmla="*/ 1438583 w 4641785"/>
              <a:gd name="connsiteY1887" fmla="*/ 4052026 h 5274332"/>
              <a:gd name="connsiteX1888" fmla="*/ 1440443 w 4641785"/>
              <a:gd name="connsiteY1888" fmla="*/ 4050166 h 5274332"/>
              <a:gd name="connsiteX1889" fmla="*/ 1444162 w 4641785"/>
              <a:gd name="connsiteY1889" fmla="*/ 4049236 h 5274332"/>
              <a:gd name="connsiteX1890" fmla="*/ 1423697 w 4641785"/>
              <a:gd name="connsiteY1890" fmla="*/ 4048305 h 5274332"/>
              <a:gd name="connsiteX1891" fmla="*/ 1420442 w 4641785"/>
              <a:gd name="connsiteY1891" fmla="*/ 4049235 h 5274332"/>
              <a:gd name="connsiteX1892" fmla="*/ 1419512 w 4641785"/>
              <a:gd name="connsiteY1892" fmla="*/ 4053886 h 5274332"/>
              <a:gd name="connsiteX1893" fmla="*/ 1417651 w 4641785"/>
              <a:gd name="connsiteY1893" fmla="*/ 4056212 h 5274332"/>
              <a:gd name="connsiteX1894" fmla="*/ 1416721 w 4641785"/>
              <a:gd name="connsiteY1894" fmla="*/ 4060398 h 5274332"/>
              <a:gd name="connsiteX1895" fmla="*/ 1416722 w 4641785"/>
              <a:gd name="connsiteY1895" fmla="*/ 4060398 h 5274332"/>
              <a:gd name="connsiteX1896" fmla="*/ 1417652 w 4641785"/>
              <a:gd name="connsiteY1896" fmla="*/ 4056212 h 5274332"/>
              <a:gd name="connsiteX1897" fmla="*/ 1419513 w 4641785"/>
              <a:gd name="connsiteY1897" fmla="*/ 4053887 h 5274332"/>
              <a:gd name="connsiteX1898" fmla="*/ 1420444 w 4641785"/>
              <a:gd name="connsiteY1898" fmla="*/ 4049236 h 5274332"/>
              <a:gd name="connsiteX1899" fmla="*/ 1423699 w 4641785"/>
              <a:gd name="connsiteY1899" fmla="*/ 4048306 h 5274332"/>
              <a:gd name="connsiteX1900" fmla="*/ 1386025 w 4641785"/>
              <a:gd name="connsiteY1900" fmla="*/ 4035748 h 5274332"/>
              <a:gd name="connsiteX1901" fmla="*/ 1390210 w 4641785"/>
              <a:gd name="connsiteY1901" fmla="*/ 4038073 h 5274332"/>
              <a:gd name="connsiteX1902" fmla="*/ 1390210 w 4641785"/>
              <a:gd name="connsiteY1902" fmla="*/ 4038073 h 5274332"/>
              <a:gd name="connsiteX1903" fmla="*/ 1384629 w 4641785"/>
              <a:gd name="connsiteY1903" fmla="*/ 4024120 h 5274332"/>
              <a:gd name="connsiteX1904" fmla="*/ 1380442 w 4641785"/>
              <a:gd name="connsiteY1904" fmla="*/ 4026445 h 5274332"/>
              <a:gd name="connsiteX1905" fmla="*/ 1379028 w 4641785"/>
              <a:gd name="connsiteY1905" fmla="*/ 4025879 h 5274332"/>
              <a:gd name="connsiteX1906" fmla="*/ 1380444 w 4641785"/>
              <a:gd name="connsiteY1906" fmla="*/ 4026446 h 5274332"/>
              <a:gd name="connsiteX1907" fmla="*/ 1384630 w 4641785"/>
              <a:gd name="connsiteY1907" fmla="*/ 4024120 h 5274332"/>
              <a:gd name="connsiteX1908" fmla="*/ 1395326 w 4641785"/>
              <a:gd name="connsiteY1908" fmla="*/ 4025050 h 5274332"/>
              <a:gd name="connsiteX1909" fmla="*/ 1395326 w 4641785"/>
              <a:gd name="connsiteY1909" fmla="*/ 4025050 h 5274332"/>
              <a:gd name="connsiteX1910" fmla="*/ 4042725 w 4641785"/>
              <a:gd name="connsiteY1910" fmla="*/ 3955284 h 5274332"/>
              <a:gd name="connsiteX1911" fmla="*/ 4041795 w 4641785"/>
              <a:gd name="connsiteY1911" fmla="*/ 3959935 h 5274332"/>
              <a:gd name="connsiteX1912" fmla="*/ 4038539 w 4641785"/>
              <a:gd name="connsiteY1912" fmla="*/ 3959935 h 5274332"/>
              <a:gd name="connsiteX1913" fmla="*/ 4040400 w 4641785"/>
              <a:gd name="connsiteY1913" fmla="*/ 3956214 h 5274332"/>
              <a:gd name="connsiteX1914" fmla="*/ 952543 w 4641785"/>
              <a:gd name="connsiteY1914" fmla="*/ 3946911 h 5274332"/>
              <a:gd name="connsiteX1915" fmla="*/ 950217 w 4641785"/>
              <a:gd name="connsiteY1915" fmla="*/ 3947842 h 5274332"/>
              <a:gd name="connsiteX1916" fmla="*/ 950217 w 4641785"/>
              <a:gd name="connsiteY1916" fmla="*/ 3948772 h 5274332"/>
              <a:gd name="connsiteX1917" fmla="*/ 949287 w 4641785"/>
              <a:gd name="connsiteY1917" fmla="*/ 3949702 h 5274332"/>
              <a:gd name="connsiteX1918" fmla="*/ 951148 w 4641785"/>
              <a:gd name="connsiteY1918" fmla="*/ 3952958 h 5274332"/>
              <a:gd name="connsiteX1919" fmla="*/ 949287 w 4641785"/>
              <a:gd name="connsiteY1919" fmla="*/ 3949702 h 5274332"/>
              <a:gd name="connsiteX1920" fmla="*/ 950218 w 4641785"/>
              <a:gd name="connsiteY1920" fmla="*/ 3948772 h 5274332"/>
              <a:gd name="connsiteX1921" fmla="*/ 950218 w 4641785"/>
              <a:gd name="connsiteY1921" fmla="*/ 3947842 h 5274332"/>
              <a:gd name="connsiteX1922" fmla="*/ 952543 w 4641785"/>
              <a:gd name="connsiteY1922" fmla="*/ 3946912 h 5274332"/>
              <a:gd name="connsiteX1923" fmla="*/ 954085 w 4641785"/>
              <a:gd name="connsiteY1923" fmla="*/ 3948454 h 5274332"/>
              <a:gd name="connsiteX1924" fmla="*/ 952543 w 4641785"/>
              <a:gd name="connsiteY1924" fmla="*/ 3946912 h 5274332"/>
              <a:gd name="connsiteX1925" fmla="*/ 952543 w 4641785"/>
              <a:gd name="connsiteY1925" fmla="*/ 3946912 h 5274332"/>
              <a:gd name="connsiteX1926" fmla="*/ 961782 w 4641785"/>
              <a:gd name="connsiteY1926" fmla="*/ 3946701 h 5274332"/>
              <a:gd name="connsiteX1927" fmla="*/ 961380 w 4641785"/>
              <a:gd name="connsiteY1927" fmla="*/ 3948307 h 5274332"/>
              <a:gd name="connsiteX1928" fmla="*/ 958124 w 4641785"/>
              <a:gd name="connsiteY1928" fmla="*/ 3950632 h 5274332"/>
              <a:gd name="connsiteX1929" fmla="*/ 957252 w 4641785"/>
              <a:gd name="connsiteY1929" fmla="*/ 3950778 h 5274332"/>
              <a:gd name="connsiteX1930" fmla="*/ 958125 w 4641785"/>
              <a:gd name="connsiteY1930" fmla="*/ 3950632 h 5274332"/>
              <a:gd name="connsiteX1931" fmla="*/ 961381 w 4641785"/>
              <a:gd name="connsiteY1931" fmla="*/ 3948307 h 5274332"/>
              <a:gd name="connsiteX1932" fmla="*/ 1374396 w 4641785"/>
              <a:gd name="connsiteY1932" fmla="*/ 3945981 h 5274332"/>
              <a:gd name="connsiteX1933" fmla="*/ 1372536 w 4641785"/>
              <a:gd name="connsiteY1933" fmla="*/ 3947376 h 5274332"/>
              <a:gd name="connsiteX1934" fmla="*/ 1372537 w 4641785"/>
              <a:gd name="connsiteY1934" fmla="*/ 3947377 h 5274332"/>
              <a:gd name="connsiteX1935" fmla="*/ 1374397 w 4641785"/>
              <a:gd name="connsiteY1935" fmla="*/ 3945981 h 5274332"/>
              <a:gd name="connsiteX1936" fmla="*/ 1378117 w 4641785"/>
              <a:gd name="connsiteY1936" fmla="*/ 3945516 h 5274332"/>
              <a:gd name="connsiteX1937" fmla="*/ 1375330 w 4641785"/>
              <a:gd name="connsiteY1937" fmla="*/ 3945864 h 5274332"/>
              <a:gd name="connsiteX1938" fmla="*/ 1378117 w 4641785"/>
              <a:gd name="connsiteY1938" fmla="*/ 3945516 h 5274332"/>
              <a:gd name="connsiteX1939" fmla="*/ 966159 w 4641785"/>
              <a:gd name="connsiteY1939" fmla="*/ 3944162 h 5274332"/>
              <a:gd name="connsiteX1940" fmla="*/ 965566 w 4641785"/>
              <a:gd name="connsiteY1940" fmla="*/ 3945051 h 5274332"/>
              <a:gd name="connsiteX1941" fmla="*/ 965003 w 4641785"/>
              <a:gd name="connsiteY1941" fmla="*/ 3945896 h 5274332"/>
              <a:gd name="connsiteX1942" fmla="*/ 965566 w 4641785"/>
              <a:gd name="connsiteY1942" fmla="*/ 3945051 h 5274332"/>
              <a:gd name="connsiteX1943" fmla="*/ 1362305 w 4641785"/>
              <a:gd name="connsiteY1943" fmla="*/ 3944121 h 5274332"/>
              <a:gd name="connsiteX1944" fmla="*/ 1370210 w 4641785"/>
              <a:gd name="connsiteY1944" fmla="*/ 3945516 h 5274332"/>
              <a:gd name="connsiteX1945" fmla="*/ 1370210 w 4641785"/>
              <a:gd name="connsiteY1945" fmla="*/ 3945516 h 5274332"/>
              <a:gd name="connsiteX1946" fmla="*/ 968810 w 4641785"/>
              <a:gd name="connsiteY1946" fmla="*/ 3936067 h 5274332"/>
              <a:gd name="connsiteX1947" fmla="*/ 967891 w 4641785"/>
              <a:gd name="connsiteY1947" fmla="*/ 3936679 h 5274332"/>
              <a:gd name="connsiteX1948" fmla="*/ 966031 w 4641785"/>
              <a:gd name="connsiteY1948" fmla="*/ 3939470 h 5274332"/>
              <a:gd name="connsiteX1949" fmla="*/ 966496 w 4641785"/>
              <a:gd name="connsiteY1949" fmla="*/ 3939935 h 5274332"/>
              <a:gd name="connsiteX1950" fmla="*/ 966031 w 4641785"/>
              <a:gd name="connsiteY1950" fmla="*/ 3939470 h 5274332"/>
              <a:gd name="connsiteX1951" fmla="*/ 967892 w 4641785"/>
              <a:gd name="connsiteY1951" fmla="*/ 3936680 h 5274332"/>
              <a:gd name="connsiteX1952" fmla="*/ 1391606 w 4641785"/>
              <a:gd name="connsiteY1952" fmla="*/ 3935284 h 5274332"/>
              <a:gd name="connsiteX1953" fmla="*/ 1394395 w 4641785"/>
              <a:gd name="connsiteY1953" fmla="*/ 3937143 h 5274332"/>
              <a:gd name="connsiteX1954" fmla="*/ 1394396 w 4641785"/>
              <a:gd name="connsiteY1954" fmla="*/ 3937143 h 5274332"/>
              <a:gd name="connsiteX1955" fmla="*/ 1391607 w 4641785"/>
              <a:gd name="connsiteY1955" fmla="*/ 3935284 h 5274332"/>
              <a:gd name="connsiteX1956" fmla="*/ 1406954 w 4641785"/>
              <a:gd name="connsiteY1956" fmla="*/ 3934354 h 5274332"/>
              <a:gd name="connsiteX1957" fmla="*/ 1406024 w 4641785"/>
              <a:gd name="connsiteY1957" fmla="*/ 3938539 h 5274332"/>
              <a:gd name="connsiteX1958" fmla="*/ 1406025 w 4641785"/>
              <a:gd name="connsiteY1958" fmla="*/ 3938539 h 5274332"/>
              <a:gd name="connsiteX1959" fmla="*/ 1406955 w 4641785"/>
              <a:gd name="connsiteY1959" fmla="*/ 3934354 h 5274332"/>
              <a:gd name="connsiteX1960" fmla="*/ 971147 w 4641785"/>
              <a:gd name="connsiteY1960" fmla="*/ 3932958 h 5274332"/>
              <a:gd name="connsiteX1961" fmla="*/ 968821 w 4641785"/>
              <a:gd name="connsiteY1961" fmla="*/ 3934354 h 5274332"/>
              <a:gd name="connsiteX1962" fmla="*/ 969287 w 4641785"/>
              <a:gd name="connsiteY1962" fmla="*/ 3935749 h 5274332"/>
              <a:gd name="connsiteX1963" fmla="*/ 968822 w 4641785"/>
              <a:gd name="connsiteY1963" fmla="*/ 3934354 h 5274332"/>
              <a:gd name="connsiteX1964" fmla="*/ 971147 w 4641785"/>
              <a:gd name="connsiteY1964" fmla="*/ 3932958 h 5274332"/>
              <a:gd name="connsiteX1965" fmla="*/ 1373931 w 4641785"/>
              <a:gd name="connsiteY1965" fmla="*/ 3927377 h 5274332"/>
              <a:gd name="connsiteX1966" fmla="*/ 1377652 w 4641785"/>
              <a:gd name="connsiteY1966" fmla="*/ 3930167 h 5274332"/>
              <a:gd name="connsiteX1967" fmla="*/ 1379978 w 4641785"/>
              <a:gd name="connsiteY1967" fmla="*/ 3934818 h 5274332"/>
              <a:gd name="connsiteX1968" fmla="*/ 1379979 w 4641785"/>
              <a:gd name="connsiteY1968" fmla="*/ 3934818 h 5274332"/>
              <a:gd name="connsiteX1969" fmla="*/ 1377654 w 4641785"/>
              <a:gd name="connsiteY1969" fmla="*/ 3930168 h 5274332"/>
              <a:gd name="connsiteX1970" fmla="*/ 1373933 w 4641785"/>
              <a:gd name="connsiteY1970" fmla="*/ 3927377 h 5274332"/>
              <a:gd name="connsiteX1971" fmla="*/ 1367421 w 4641785"/>
              <a:gd name="connsiteY1971" fmla="*/ 3924586 h 5274332"/>
              <a:gd name="connsiteX1972" fmla="*/ 1367420 w 4641785"/>
              <a:gd name="connsiteY1972" fmla="*/ 3924587 h 5274332"/>
              <a:gd name="connsiteX1973" fmla="*/ 1371140 w 4641785"/>
              <a:gd name="connsiteY1973" fmla="*/ 3926911 h 5274332"/>
              <a:gd name="connsiteX1974" fmla="*/ 1371142 w 4641785"/>
              <a:gd name="connsiteY1974" fmla="*/ 3926912 h 5274332"/>
              <a:gd name="connsiteX1975" fmla="*/ 969752 w 4641785"/>
              <a:gd name="connsiteY1975" fmla="*/ 3919470 h 5274332"/>
              <a:gd name="connsiteX1976" fmla="*/ 967891 w 4641785"/>
              <a:gd name="connsiteY1976" fmla="*/ 3922726 h 5274332"/>
              <a:gd name="connsiteX1977" fmla="*/ 968821 w 4641785"/>
              <a:gd name="connsiteY1977" fmla="*/ 3927842 h 5274332"/>
              <a:gd name="connsiteX1978" fmla="*/ 970756 w 4641785"/>
              <a:gd name="connsiteY1978" fmla="*/ 3932097 h 5274332"/>
              <a:gd name="connsiteX1979" fmla="*/ 968822 w 4641785"/>
              <a:gd name="connsiteY1979" fmla="*/ 3927842 h 5274332"/>
              <a:gd name="connsiteX1980" fmla="*/ 967892 w 4641785"/>
              <a:gd name="connsiteY1980" fmla="*/ 3922726 h 5274332"/>
              <a:gd name="connsiteX1981" fmla="*/ 969752 w 4641785"/>
              <a:gd name="connsiteY1981" fmla="*/ 3919470 h 5274332"/>
              <a:gd name="connsiteX1982" fmla="*/ 1420553 w 4641785"/>
              <a:gd name="connsiteY1982" fmla="*/ 3903406 h 5274332"/>
              <a:gd name="connsiteX1983" fmla="*/ 1422303 w 4641785"/>
              <a:gd name="connsiteY1983" fmla="*/ 3903656 h 5274332"/>
              <a:gd name="connsiteX1984" fmla="*/ 1422302 w 4641785"/>
              <a:gd name="connsiteY1984" fmla="*/ 3903656 h 5274332"/>
              <a:gd name="connsiteX1985" fmla="*/ 967196 w 4641785"/>
              <a:gd name="connsiteY1985" fmla="*/ 3900276 h 5274332"/>
              <a:gd name="connsiteX1986" fmla="*/ 971147 w 4641785"/>
              <a:gd name="connsiteY1986" fmla="*/ 3901796 h 5274332"/>
              <a:gd name="connsiteX1987" fmla="*/ 974403 w 4641785"/>
              <a:gd name="connsiteY1987" fmla="*/ 3909237 h 5274332"/>
              <a:gd name="connsiteX1988" fmla="*/ 971147 w 4641785"/>
              <a:gd name="connsiteY1988" fmla="*/ 3901796 h 5274332"/>
              <a:gd name="connsiteX1989" fmla="*/ 971147 w 4641785"/>
              <a:gd name="connsiteY1989" fmla="*/ 3892494 h 5274332"/>
              <a:gd name="connsiteX1990" fmla="*/ 966961 w 4641785"/>
              <a:gd name="connsiteY1990" fmla="*/ 3894354 h 5274332"/>
              <a:gd name="connsiteX1991" fmla="*/ 965101 w 4641785"/>
              <a:gd name="connsiteY1991" fmla="*/ 3899470 h 5274332"/>
              <a:gd name="connsiteX1992" fmla="*/ 965101 w 4641785"/>
              <a:gd name="connsiteY1992" fmla="*/ 3899470 h 5274332"/>
              <a:gd name="connsiteX1993" fmla="*/ 966962 w 4641785"/>
              <a:gd name="connsiteY1993" fmla="*/ 3894354 h 5274332"/>
              <a:gd name="connsiteX1994" fmla="*/ 1418118 w 4641785"/>
              <a:gd name="connsiteY1994" fmla="*/ 3891563 h 5274332"/>
              <a:gd name="connsiteX1995" fmla="*/ 1418118 w 4641785"/>
              <a:gd name="connsiteY1995" fmla="*/ 3891564 h 5274332"/>
              <a:gd name="connsiteX1996" fmla="*/ 1421538 w 4641785"/>
              <a:gd name="connsiteY1996" fmla="*/ 3892185 h 5274332"/>
              <a:gd name="connsiteX1997" fmla="*/ 1417186 w 4641785"/>
              <a:gd name="connsiteY1997" fmla="*/ 3885517 h 5274332"/>
              <a:gd name="connsiteX1998" fmla="*/ 1410676 w 4641785"/>
              <a:gd name="connsiteY1998" fmla="*/ 3886911 h 5274332"/>
              <a:gd name="connsiteX1999" fmla="*/ 1410676 w 4641785"/>
              <a:gd name="connsiteY1999" fmla="*/ 3886913 h 5274332"/>
              <a:gd name="connsiteX2000" fmla="*/ 1417186 w 4641785"/>
              <a:gd name="connsiteY2000" fmla="*/ 3885518 h 5274332"/>
              <a:gd name="connsiteX2001" fmla="*/ 974403 w 4641785"/>
              <a:gd name="connsiteY2001" fmla="*/ 3885052 h 5274332"/>
              <a:gd name="connsiteX2002" fmla="*/ 974403 w 4641785"/>
              <a:gd name="connsiteY2002" fmla="*/ 3885052 h 5274332"/>
              <a:gd name="connsiteX2003" fmla="*/ 977194 w 4641785"/>
              <a:gd name="connsiteY2003" fmla="*/ 3891098 h 5274332"/>
              <a:gd name="connsiteX2004" fmla="*/ 971612 w 4641785"/>
              <a:gd name="connsiteY2004" fmla="*/ 3876680 h 5274332"/>
              <a:gd name="connsiteX2005" fmla="*/ 975333 w 4641785"/>
              <a:gd name="connsiteY2005" fmla="*/ 3879006 h 5274332"/>
              <a:gd name="connsiteX2006" fmla="*/ 971613 w 4641785"/>
              <a:gd name="connsiteY2006" fmla="*/ 3876680 h 5274332"/>
              <a:gd name="connsiteX2007" fmla="*/ 963706 w 4641785"/>
              <a:gd name="connsiteY2007" fmla="*/ 3859006 h 5274332"/>
              <a:gd name="connsiteX2008" fmla="*/ 967891 w 4641785"/>
              <a:gd name="connsiteY2008" fmla="*/ 3866448 h 5274332"/>
              <a:gd name="connsiteX2009" fmla="*/ 966961 w 4641785"/>
              <a:gd name="connsiteY2009" fmla="*/ 3869704 h 5274332"/>
              <a:gd name="connsiteX2010" fmla="*/ 969287 w 4641785"/>
              <a:gd name="connsiteY2010" fmla="*/ 3876680 h 5274332"/>
              <a:gd name="connsiteX2011" fmla="*/ 966962 w 4641785"/>
              <a:gd name="connsiteY2011" fmla="*/ 3869703 h 5274332"/>
              <a:gd name="connsiteX2012" fmla="*/ 967892 w 4641785"/>
              <a:gd name="connsiteY2012" fmla="*/ 3866448 h 5274332"/>
              <a:gd name="connsiteX2013" fmla="*/ 965194 w 4641785"/>
              <a:gd name="connsiteY2013" fmla="*/ 3847223 h 5274332"/>
              <a:gd name="connsiteX2014" fmla="*/ 966496 w 4641785"/>
              <a:gd name="connsiteY2014" fmla="*/ 3848309 h 5274332"/>
              <a:gd name="connsiteX2015" fmla="*/ 968821 w 4641785"/>
              <a:gd name="connsiteY2015" fmla="*/ 3852960 h 5274332"/>
              <a:gd name="connsiteX2016" fmla="*/ 967891 w 4641785"/>
              <a:gd name="connsiteY2016" fmla="*/ 3854820 h 5274332"/>
              <a:gd name="connsiteX2017" fmla="*/ 965026 w 4641785"/>
              <a:gd name="connsiteY2017" fmla="*/ 3857686 h 5274332"/>
              <a:gd name="connsiteX2018" fmla="*/ 967892 w 4641785"/>
              <a:gd name="connsiteY2018" fmla="*/ 3854820 h 5274332"/>
              <a:gd name="connsiteX2019" fmla="*/ 968822 w 4641785"/>
              <a:gd name="connsiteY2019" fmla="*/ 3852960 h 5274332"/>
              <a:gd name="connsiteX2020" fmla="*/ 966496 w 4641785"/>
              <a:gd name="connsiteY2020" fmla="*/ 3848308 h 5274332"/>
              <a:gd name="connsiteX2021" fmla="*/ 965566 w 4641785"/>
              <a:gd name="connsiteY2021" fmla="*/ 3837610 h 5274332"/>
              <a:gd name="connsiteX2022" fmla="*/ 965101 w 4641785"/>
              <a:gd name="connsiteY2022" fmla="*/ 3842261 h 5274332"/>
              <a:gd name="connsiteX2023" fmla="*/ 963706 w 4641785"/>
              <a:gd name="connsiteY2023" fmla="*/ 3845983 h 5274332"/>
              <a:gd name="connsiteX2024" fmla="*/ 965101 w 4641785"/>
              <a:gd name="connsiteY2024" fmla="*/ 3842262 h 5274332"/>
              <a:gd name="connsiteX2025" fmla="*/ 965566 w 4641785"/>
              <a:gd name="connsiteY2025" fmla="*/ 3837611 h 5274332"/>
              <a:gd name="connsiteX2026" fmla="*/ 963750 w 4641785"/>
              <a:gd name="connsiteY2026" fmla="*/ 3832051 h 5274332"/>
              <a:gd name="connsiteX2027" fmla="*/ 964170 w 4641785"/>
              <a:gd name="connsiteY2027" fmla="*/ 3836680 h 5274332"/>
              <a:gd name="connsiteX2028" fmla="*/ 964171 w 4641785"/>
              <a:gd name="connsiteY2028" fmla="*/ 3836681 h 5274332"/>
              <a:gd name="connsiteX2029" fmla="*/ 1412537 w 4641785"/>
              <a:gd name="connsiteY2029" fmla="*/ 3832030 h 5274332"/>
              <a:gd name="connsiteX2030" fmla="*/ 1412536 w 4641785"/>
              <a:gd name="connsiteY2030" fmla="*/ 3832030 h 5274332"/>
              <a:gd name="connsiteX2031" fmla="*/ 1418116 w 4641785"/>
              <a:gd name="connsiteY2031" fmla="*/ 3836215 h 5274332"/>
              <a:gd name="connsiteX2032" fmla="*/ 1418116 w 4641785"/>
              <a:gd name="connsiteY2032" fmla="*/ 3836215 h 5274332"/>
              <a:gd name="connsiteX2033" fmla="*/ 944636 w 4641785"/>
              <a:gd name="connsiteY2033" fmla="*/ 3820402 h 5274332"/>
              <a:gd name="connsiteX2034" fmla="*/ 944635 w 4641785"/>
              <a:gd name="connsiteY2034" fmla="*/ 3820402 h 5274332"/>
              <a:gd name="connsiteX2035" fmla="*/ 945565 w 4641785"/>
              <a:gd name="connsiteY2035" fmla="*/ 3824123 h 5274332"/>
              <a:gd name="connsiteX2036" fmla="*/ 944170 w 4641785"/>
              <a:gd name="connsiteY2036" fmla="*/ 3827844 h 5274332"/>
              <a:gd name="connsiteX2037" fmla="*/ 938588 w 4641785"/>
              <a:gd name="connsiteY2037" fmla="*/ 3829704 h 5274332"/>
              <a:gd name="connsiteX2038" fmla="*/ 943239 w 4641785"/>
              <a:gd name="connsiteY2038" fmla="*/ 3832495 h 5274332"/>
              <a:gd name="connsiteX2039" fmla="*/ 935798 w 4641785"/>
              <a:gd name="connsiteY2039" fmla="*/ 3836215 h 5274332"/>
              <a:gd name="connsiteX2040" fmla="*/ 929287 w 4641785"/>
              <a:gd name="connsiteY2040" fmla="*/ 3837145 h 5274332"/>
              <a:gd name="connsiteX2041" fmla="*/ 927427 w 4641785"/>
              <a:gd name="connsiteY2041" fmla="*/ 3839936 h 5274332"/>
              <a:gd name="connsiteX2042" fmla="*/ 929287 w 4641785"/>
              <a:gd name="connsiteY2042" fmla="*/ 3837146 h 5274332"/>
              <a:gd name="connsiteX2043" fmla="*/ 935799 w 4641785"/>
              <a:gd name="connsiteY2043" fmla="*/ 3836215 h 5274332"/>
              <a:gd name="connsiteX2044" fmla="*/ 943241 w 4641785"/>
              <a:gd name="connsiteY2044" fmla="*/ 3832495 h 5274332"/>
              <a:gd name="connsiteX2045" fmla="*/ 938590 w 4641785"/>
              <a:gd name="connsiteY2045" fmla="*/ 3829704 h 5274332"/>
              <a:gd name="connsiteX2046" fmla="*/ 944171 w 4641785"/>
              <a:gd name="connsiteY2046" fmla="*/ 3827843 h 5274332"/>
              <a:gd name="connsiteX2047" fmla="*/ 945567 w 4641785"/>
              <a:gd name="connsiteY2047" fmla="*/ 3824123 h 5274332"/>
              <a:gd name="connsiteX2048" fmla="*/ 883240 w 4641785"/>
              <a:gd name="connsiteY2048" fmla="*/ 3819006 h 5274332"/>
              <a:gd name="connsiteX2049" fmla="*/ 881845 w 4641785"/>
              <a:gd name="connsiteY2049" fmla="*/ 3820866 h 5274332"/>
              <a:gd name="connsiteX2050" fmla="*/ 881846 w 4641785"/>
              <a:gd name="connsiteY2050" fmla="*/ 3820866 h 5274332"/>
              <a:gd name="connsiteX2051" fmla="*/ 883241 w 4641785"/>
              <a:gd name="connsiteY2051" fmla="*/ 3819007 h 5274332"/>
              <a:gd name="connsiteX2052" fmla="*/ 887427 w 4641785"/>
              <a:gd name="connsiteY2052" fmla="*/ 3819007 h 5274332"/>
              <a:gd name="connsiteX2053" fmla="*/ 887539 w 4641785"/>
              <a:gd name="connsiteY2053" fmla="*/ 3819090 h 5274332"/>
              <a:gd name="connsiteX2054" fmla="*/ 887427 w 4641785"/>
              <a:gd name="connsiteY2054" fmla="*/ 3819006 h 5274332"/>
              <a:gd name="connsiteX2055" fmla="*/ 894403 w 4641785"/>
              <a:gd name="connsiteY2055" fmla="*/ 3817611 h 5274332"/>
              <a:gd name="connsiteX2056" fmla="*/ 890564 w 4641785"/>
              <a:gd name="connsiteY2056" fmla="*/ 3819706 h 5274332"/>
              <a:gd name="connsiteX2057" fmla="*/ 894404 w 4641785"/>
              <a:gd name="connsiteY2057" fmla="*/ 3817611 h 5274332"/>
              <a:gd name="connsiteX2058" fmla="*/ 949751 w 4641785"/>
              <a:gd name="connsiteY2058" fmla="*/ 3815751 h 5274332"/>
              <a:gd name="connsiteX2059" fmla="*/ 948356 w 4641785"/>
              <a:gd name="connsiteY2059" fmla="*/ 3818542 h 5274332"/>
              <a:gd name="connsiteX2060" fmla="*/ 944892 w 4641785"/>
              <a:gd name="connsiteY2060" fmla="*/ 3820274 h 5274332"/>
              <a:gd name="connsiteX2061" fmla="*/ 948357 w 4641785"/>
              <a:gd name="connsiteY2061" fmla="*/ 3818541 h 5274332"/>
              <a:gd name="connsiteX2062" fmla="*/ 949752 w 4641785"/>
              <a:gd name="connsiteY2062" fmla="*/ 3815751 h 5274332"/>
              <a:gd name="connsiteX2063" fmla="*/ 965775 w 4641785"/>
              <a:gd name="connsiteY2063" fmla="*/ 3815502 h 5274332"/>
              <a:gd name="connsiteX2064" fmla="*/ 961845 w 4641785"/>
              <a:gd name="connsiteY2064" fmla="*/ 3816680 h 5274332"/>
              <a:gd name="connsiteX2065" fmla="*/ 961845 w 4641785"/>
              <a:gd name="connsiteY2065" fmla="*/ 3816681 h 5274332"/>
              <a:gd name="connsiteX2066" fmla="*/ 975332 w 4641785"/>
              <a:gd name="connsiteY2066" fmla="*/ 3812495 h 5274332"/>
              <a:gd name="connsiteX2067" fmla="*/ 974402 w 4641785"/>
              <a:gd name="connsiteY2067" fmla="*/ 3814820 h 5274332"/>
              <a:gd name="connsiteX2068" fmla="*/ 969751 w 4641785"/>
              <a:gd name="connsiteY2068" fmla="*/ 3817611 h 5274332"/>
              <a:gd name="connsiteX2069" fmla="*/ 969752 w 4641785"/>
              <a:gd name="connsiteY2069" fmla="*/ 3817611 h 5274332"/>
              <a:gd name="connsiteX2070" fmla="*/ 974403 w 4641785"/>
              <a:gd name="connsiteY2070" fmla="*/ 3814821 h 5274332"/>
              <a:gd name="connsiteX2071" fmla="*/ 975333 w 4641785"/>
              <a:gd name="connsiteY2071" fmla="*/ 3812495 h 5274332"/>
              <a:gd name="connsiteX2072" fmla="*/ 958949 w 4641785"/>
              <a:gd name="connsiteY2072" fmla="*/ 3810938 h 5274332"/>
              <a:gd name="connsiteX2073" fmla="*/ 957658 w 4641785"/>
              <a:gd name="connsiteY2073" fmla="*/ 3811100 h 5274332"/>
              <a:gd name="connsiteX2074" fmla="*/ 956728 w 4641785"/>
              <a:gd name="connsiteY2074" fmla="*/ 3814355 h 5274332"/>
              <a:gd name="connsiteX2075" fmla="*/ 954402 w 4641785"/>
              <a:gd name="connsiteY2075" fmla="*/ 3815751 h 5274332"/>
              <a:gd name="connsiteX2076" fmla="*/ 954404 w 4641785"/>
              <a:gd name="connsiteY2076" fmla="*/ 3815751 h 5274332"/>
              <a:gd name="connsiteX2077" fmla="*/ 956730 w 4641785"/>
              <a:gd name="connsiteY2077" fmla="*/ 3814355 h 5274332"/>
              <a:gd name="connsiteX2078" fmla="*/ 957659 w 4641785"/>
              <a:gd name="connsiteY2078" fmla="*/ 3811100 h 5274332"/>
              <a:gd name="connsiteX2079" fmla="*/ 901845 w 4641785"/>
              <a:gd name="connsiteY2079" fmla="*/ 3807844 h 5274332"/>
              <a:gd name="connsiteX2080" fmla="*/ 897659 w 4641785"/>
              <a:gd name="connsiteY2080" fmla="*/ 3813891 h 5274332"/>
              <a:gd name="connsiteX2081" fmla="*/ 896729 w 4641785"/>
              <a:gd name="connsiteY2081" fmla="*/ 3818076 h 5274332"/>
              <a:gd name="connsiteX2082" fmla="*/ 896729 w 4641785"/>
              <a:gd name="connsiteY2082" fmla="*/ 3818076 h 5274332"/>
              <a:gd name="connsiteX2083" fmla="*/ 897660 w 4641785"/>
              <a:gd name="connsiteY2083" fmla="*/ 3813890 h 5274332"/>
              <a:gd name="connsiteX2084" fmla="*/ 901845 w 4641785"/>
              <a:gd name="connsiteY2084" fmla="*/ 3807845 h 5274332"/>
              <a:gd name="connsiteX2085" fmla="*/ 1405746 w 4641785"/>
              <a:gd name="connsiteY2085" fmla="*/ 3803325 h 5274332"/>
              <a:gd name="connsiteX2086" fmla="*/ 1409744 w 4641785"/>
              <a:gd name="connsiteY2086" fmla="*/ 3803658 h 5274332"/>
              <a:gd name="connsiteX2087" fmla="*/ 1409744 w 4641785"/>
              <a:gd name="connsiteY2087" fmla="*/ 3803657 h 5274332"/>
              <a:gd name="connsiteX2088" fmla="*/ 981422 w 4641785"/>
              <a:gd name="connsiteY2088" fmla="*/ 3799645 h 5274332"/>
              <a:gd name="connsiteX2089" fmla="*/ 984634 w 4641785"/>
              <a:gd name="connsiteY2089" fmla="*/ 3799937 h 5274332"/>
              <a:gd name="connsiteX2090" fmla="*/ 981843 w 4641785"/>
              <a:gd name="connsiteY2090" fmla="*/ 3805518 h 5274332"/>
              <a:gd name="connsiteX2091" fmla="*/ 982774 w 4641785"/>
              <a:gd name="connsiteY2091" fmla="*/ 3808309 h 5274332"/>
              <a:gd name="connsiteX2092" fmla="*/ 980913 w 4641785"/>
              <a:gd name="connsiteY2092" fmla="*/ 3812030 h 5274332"/>
              <a:gd name="connsiteX2093" fmla="*/ 979053 w 4641785"/>
              <a:gd name="connsiteY2093" fmla="*/ 3813425 h 5274332"/>
              <a:gd name="connsiteX2094" fmla="*/ 978638 w 4641785"/>
              <a:gd name="connsiteY2094" fmla="*/ 3813322 h 5274332"/>
              <a:gd name="connsiteX2095" fmla="*/ 979054 w 4641785"/>
              <a:gd name="connsiteY2095" fmla="*/ 3813426 h 5274332"/>
              <a:gd name="connsiteX2096" fmla="*/ 980915 w 4641785"/>
              <a:gd name="connsiteY2096" fmla="*/ 3812030 h 5274332"/>
              <a:gd name="connsiteX2097" fmla="*/ 982776 w 4641785"/>
              <a:gd name="connsiteY2097" fmla="*/ 3808309 h 5274332"/>
              <a:gd name="connsiteX2098" fmla="*/ 981845 w 4641785"/>
              <a:gd name="connsiteY2098" fmla="*/ 3805519 h 5274332"/>
              <a:gd name="connsiteX2099" fmla="*/ 984635 w 4641785"/>
              <a:gd name="connsiteY2099" fmla="*/ 3799937 h 5274332"/>
              <a:gd name="connsiteX2100" fmla="*/ 981843 w 4641785"/>
              <a:gd name="connsiteY2100" fmla="*/ 3795286 h 5274332"/>
              <a:gd name="connsiteX2101" fmla="*/ 979053 w 4641785"/>
              <a:gd name="connsiteY2101" fmla="*/ 3797611 h 5274332"/>
              <a:gd name="connsiteX2102" fmla="*/ 979518 w 4641785"/>
              <a:gd name="connsiteY2102" fmla="*/ 3799472 h 5274332"/>
              <a:gd name="connsiteX2103" fmla="*/ 979520 w 4641785"/>
              <a:gd name="connsiteY2103" fmla="*/ 3799472 h 5274332"/>
              <a:gd name="connsiteX2104" fmla="*/ 979054 w 4641785"/>
              <a:gd name="connsiteY2104" fmla="*/ 3797612 h 5274332"/>
              <a:gd name="connsiteX2105" fmla="*/ 981845 w 4641785"/>
              <a:gd name="connsiteY2105" fmla="*/ 3795286 h 5274332"/>
              <a:gd name="connsiteX2106" fmla="*/ 1564626 w 4641785"/>
              <a:gd name="connsiteY2106" fmla="*/ 3791566 h 5274332"/>
              <a:gd name="connsiteX2107" fmla="*/ 1567290 w 4641785"/>
              <a:gd name="connsiteY2107" fmla="*/ 3797189 h 5274332"/>
              <a:gd name="connsiteX2108" fmla="*/ 1564627 w 4641785"/>
              <a:gd name="connsiteY2108" fmla="*/ 3791566 h 5274332"/>
              <a:gd name="connsiteX2109" fmla="*/ 1474026 w 4641785"/>
              <a:gd name="connsiteY2109" fmla="*/ 3786469 h 5274332"/>
              <a:gd name="connsiteX2110" fmla="*/ 1480441 w 4641785"/>
              <a:gd name="connsiteY2110" fmla="*/ 3787844 h 5274332"/>
              <a:gd name="connsiteX2111" fmla="*/ 1480441 w 4641785"/>
              <a:gd name="connsiteY2111" fmla="*/ 3787844 h 5274332"/>
              <a:gd name="connsiteX2112" fmla="*/ 1480441 w 4641785"/>
              <a:gd name="connsiteY2112" fmla="*/ 3787844 h 5274332"/>
              <a:gd name="connsiteX2113" fmla="*/ 1471153 w 4641785"/>
              <a:gd name="connsiteY2113" fmla="*/ 3785457 h 5274332"/>
              <a:gd name="connsiteX2114" fmla="*/ 1473929 w 4641785"/>
              <a:gd name="connsiteY2114" fmla="*/ 3786448 h 5274332"/>
              <a:gd name="connsiteX2115" fmla="*/ 1473931 w 4641785"/>
              <a:gd name="connsiteY2115" fmla="*/ 3786449 h 5274332"/>
              <a:gd name="connsiteX2116" fmla="*/ 1455791 w 4641785"/>
              <a:gd name="connsiteY2116" fmla="*/ 3783658 h 5274332"/>
              <a:gd name="connsiteX2117" fmla="*/ 1459511 w 4641785"/>
              <a:gd name="connsiteY2117" fmla="*/ 3785518 h 5274332"/>
              <a:gd name="connsiteX2118" fmla="*/ 1459511 w 4641785"/>
              <a:gd name="connsiteY2118" fmla="*/ 3785518 h 5274332"/>
              <a:gd name="connsiteX2119" fmla="*/ 1455792 w 4641785"/>
              <a:gd name="connsiteY2119" fmla="*/ 3783658 h 5274332"/>
              <a:gd name="connsiteX2120" fmla="*/ 1440055 w 4641785"/>
              <a:gd name="connsiteY2120" fmla="*/ 3781669 h 5274332"/>
              <a:gd name="connsiteX2121" fmla="*/ 1444627 w 4641785"/>
              <a:gd name="connsiteY2121" fmla="*/ 3783193 h 5274332"/>
              <a:gd name="connsiteX2122" fmla="*/ 1446979 w 4641785"/>
              <a:gd name="connsiteY2122" fmla="*/ 3783291 h 5274332"/>
              <a:gd name="connsiteX2123" fmla="*/ 1444629 w 4641785"/>
              <a:gd name="connsiteY2123" fmla="*/ 3783193 h 5274332"/>
              <a:gd name="connsiteX2124" fmla="*/ 993008 w 4641785"/>
              <a:gd name="connsiteY2124" fmla="*/ 3765054 h 5274332"/>
              <a:gd name="connsiteX2125" fmla="*/ 997657 w 4641785"/>
              <a:gd name="connsiteY2125" fmla="*/ 3766914 h 5274332"/>
              <a:gd name="connsiteX2126" fmla="*/ 996727 w 4641785"/>
              <a:gd name="connsiteY2126" fmla="*/ 3770635 h 5274332"/>
              <a:gd name="connsiteX2127" fmla="*/ 994401 w 4641785"/>
              <a:gd name="connsiteY2127" fmla="*/ 3774821 h 5274332"/>
              <a:gd name="connsiteX2128" fmla="*/ 994401 w 4641785"/>
              <a:gd name="connsiteY2128" fmla="*/ 3777146 h 5274332"/>
              <a:gd name="connsiteX2129" fmla="*/ 992076 w 4641785"/>
              <a:gd name="connsiteY2129" fmla="*/ 3782728 h 5274332"/>
              <a:gd name="connsiteX2130" fmla="*/ 985564 w 4641785"/>
              <a:gd name="connsiteY2130" fmla="*/ 3791100 h 5274332"/>
              <a:gd name="connsiteX2131" fmla="*/ 986494 w 4641785"/>
              <a:gd name="connsiteY2131" fmla="*/ 3795286 h 5274332"/>
              <a:gd name="connsiteX2132" fmla="*/ 986496 w 4641785"/>
              <a:gd name="connsiteY2132" fmla="*/ 3795286 h 5274332"/>
              <a:gd name="connsiteX2133" fmla="*/ 985566 w 4641785"/>
              <a:gd name="connsiteY2133" fmla="*/ 3791100 h 5274332"/>
              <a:gd name="connsiteX2134" fmla="*/ 992078 w 4641785"/>
              <a:gd name="connsiteY2134" fmla="*/ 3782728 h 5274332"/>
              <a:gd name="connsiteX2135" fmla="*/ 994403 w 4641785"/>
              <a:gd name="connsiteY2135" fmla="*/ 3777147 h 5274332"/>
              <a:gd name="connsiteX2136" fmla="*/ 994403 w 4641785"/>
              <a:gd name="connsiteY2136" fmla="*/ 3774821 h 5274332"/>
              <a:gd name="connsiteX2137" fmla="*/ 996729 w 4641785"/>
              <a:gd name="connsiteY2137" fmla="*/ 3770636 h 5274332"/>
              <a:gd name="connsiteX2138" fmla="*/ 997659 w 4641785"/>
              <a:gd name="connsiteY2138" fmla="*/ 3766914 h 5274332"/>
              <a:gd name="connsiteX2139" fmla="*/ 992076 w 4641785"/>
              <a:gd name="connsiteY2139" fmla="*/ 3756217 h 5274332"/>
              <a:gd name="connsiteX2140" fmla="*/ 987425 w 4641785"/>
              <a:gd name="connsiteY2140" fmla="*/ 3759472 h 5274332"/>
              <a:gd name="connsiteX2141" fmla="*/ 981843 w 4641785"/>
              <a:gd name="connsiteY2141" fmla="*/ 3764589 h 5274332"/>
              <a:gd name="connsiteX2142" fmla="*/ 985099 w 4641785"/>
              <a:gd name="connsiteY2142" fmla="*/ 3768775 h 5274332"/>
              <a:gd name="connsiteX2143" fmla="*/ 985100 w 4641785"/>
              <a:gd name="connsiteY2143" fmla="*/ 3768774 h 5274332"/>
              <a:gd name="connsiteX2144" fmla="*/ 981845 w 4641785"/>
              <a:gd name="connsiteY2144" fmla="*/ 3764589 h 5274332"/>
              <a:gd name="connsiteX2145" fmla="*/ 987427 w 4641785"/>
              <a:gd name="connsiteY2145" fmla="*/ 3759473 h 5274332"/>
              <a:gd name="connsiteX2146" fmla="*/ 992077 w 4641785"/>
              <a:gd name="connsiteY2146" fmla="*/ 3756217 h 5274332"/>
              <a:gd name="connsiteX2147" fmla="*/ 1696252 w 4641785"/>
              <a:gd name="connsiteY2147" fmla="*/ 3750636 h 5274332"/>
              <a:gd name="connsiteX2148" fmla="*/ 1697181 w 4641785"/>
              <a:gd name="connsiteY2148" fmla="*/ 3756216 h 5274332"/>
              <a:gd name="connsiteX2149" fmla="*/ 1697182 w 4641785"/>
              <a:gd name="connsiteY2149" fmla="*/ 3756217 h 5274332"/>
              <a:gd name="connsiteX2150" fmla="*/ 1696252 w 4641785"/>
              <a:gd name="connsiteY2150" fmla="*/ 3750637 h 5274332"/>
              <a:gd name="connsiteX2151" fmla="*/ 991833 w 4641785"/>
              <a:gd name="connsiteY2151" fmla="*/ 3732339 h 5274332"/>
              <a:gd name="connsiteX2152" fmla="*/ 999982 w 4641785"/>
              <a:gd name="connsiteY2152" fmla="*/ 3733892 h 5274332"/>
              <a:gd name="connsiteX2153" fmla="*/ 1003704 w 4641785"/>
              <a:gd name="connsiteY2153" fmla="*/ 3737612 h 5274332"/>
              <a:gd name="connsiteX2154" fmla="*/ 1003238 w 4641785"/>
              <a:gd name="connsiteY2154" fmla="*/ 3739473 h 5274332"/>
              <a:gd name="connsiteX2155" fmla="*/ 1004633 w 4641785"/>
              <a:gd name="connsiteY2155" fmla="*/ 3743194 h 5274332"/>
              <a:gd name="connsiteX2156" fmla="*/ 1002308 w 4641785"/>
              <a:gd name="connsiteY2156" fmla="*/ 3744589 h 5274332"/>
              <a:gd name="connsiteX2157" fmla="*/ 1000913 w 4641785"/>
              <a:gd name="connsiteY2157" fmla="*/ 3751101 h 5274332"/>
              <a:gd name="connsiteX2158" fmla="*/ 1002308 w 4641785"/>
              <a:gd name="connsiteY2158" fmla="*/ 3755751 h 5274332"/>
              <a:gd name="connsiteX2159" fmla="*/ 1000913 w 4641785"/>
              <a:gd name="connsiteY2159" fmla="*/ 3759937 h 5274332"/>
              <a:gd name="connsiteX2160" fmla="*/ 1000915 w 4641785"/>
              <a:gd name="connsiteY2160" fmla="*/ 3759938 h 5274332"/>
              <a:gd name="connsiteX2161" fmla="*/ 1002310 w 4641785"/>
              <a:gd name="connsiteY2161" fmla="*/ 3755752 h 5274332"/>
              <a:gd name="connsiteX2162" fmla="*/ 1000915 w 4641785"/>
              <a:gd name="connsiteY2162" fmla="*/ 3751101 h 5274332"/>
              <a:gd name="connsiteX2163" fmla="*/ 1002310 w 4641785"/>
              <a:gd name="connsiteY2163" fmla="*/ 3744589 h 5274332"/>
              <a:gd name="connsiteX2164" fmla="*/ 1004635 w 4641785"/>
              <a:gd name="connsiteY2164" fmla="*/ 3743194 h 5274332"/>
              <a:gd name="connsiteX2165" fmla="*/ 1003240 w 4641785"/>
              <a:gd name="connsiteY2165" fmla="*/ 3739473 h 5274332"/>
              <a:gd name="connsiteX2166" fmla="*/ 1003705 w 4641785"/>
              <a:gd name="connsiteY2166" fmla="*/ 3737613 h 5274332"/>
              <a:gd name="connsiteX2167" fmla="*/ 999984 w 4641785"/>
              <a:gd name="connsiteY2167" fmla="*/ 3733891 h 5274332"/>
              <a:gd name="connsiteX2168" fmla="*/ 990216 w 4641785"/>
              <a:gd name="connsiteY2168" fmla="*/ 3728310 h 5274332"/>
              <a:gd name="connsiteX2169" fmla="*/ 990216 w 4641785"/>
              <a:gd name="connsiteY2169" fmla="*/ 3732031 h 5274332"/>
              <a:gd name="connsiteX2170" fmla="*/ 990217 w 4641785"/>
              <a:gd name="connsiteY2170" fmla="*/ 3732032 h 5274332"/>
              <a:gd name="connsiteX2171" fmla="*/ 990217 w 4641785"/>
              <a:gd name="connsiteY2171" fmla="*/ 3728310 h 5274332"/>
              <a:gd name="connsiteX2172" fmla="*/ 1485222 w 4641785"/>
              <a:gd name="connsiteY2172" fmla="*/ 3727602 h 5274332"/>
              <a:gd name="connsiteX2173" fmla="*/ 1482768 w 4641785"/>
              <a:gd name="connsiteY2173" fmla="*/ 3729706 h 5274332"/>
              <a:gd name="connsiteX2174" fmla="*/ 1479048 w 4641785"/>
              <a:gd name="connsiteY2174" fmla="*/ 3730171 h 5274332"/>
              <a:gd name="connsiteX2175" fmla="*/ 1479047 w 4641785"/>
              <a:gd name="connsiteY2175" fmla="*/ 3730172 h 5274332"/>
              <a:gd name="connsiteX2176" fmla="*/ 1482767 w 4641785"/>
              <a:gd name="connsiteY2176" fmla="*/ 3729707 h 5274332"/>
              <a:gd name="connsiteX2177" fmla="*/ 983706 w 4641785"/>
              <a:gd name="connsiteY2177" fmla="*/ 3725984 h 5274332"/>
              <a:gd name="connsiteX2178" fmla="*/ 983704 w 4641785"/>
              <a:gd name="connsiteY2178" fmla="*/ 3725985 h 5274332"/>
              <a:gd name="connsiteX2179" fmla="*/ 985099 w 4641785"/>
              <a:gd name="connsiteY2179" fmla="*/ 3728775 h 5274332"/>
              <a:gd name="connsiteX2180" fmla="*/ 985101 w 4641785"/>
              <a:gd name="connsiteY2180" fmla="*/ 3728775 h 5274332"/>
              <a:gd name="connsiteX2181" fmla="*/ 1489280 w 4641785"/>
              <a:gd name="connsiteY2181" fmla="*/ 3725520 h 5274332"/>
              <a:gd name="connsiteX2182" fmla="*/ 1486024 w 4641785"/>
              <a:gd name="connsiteY2182" fmla="*/ 3726915 h 5274332"/>
              <a:gd name="connsiteX2183" fmla="*/ 1489279 w 4641785"/>
              <a:gd name="connsiteY2183" fmla="*/ 3725521 h 5274332"/>
              <a:gd name="connsiteX2184" fmla="*/ 1492069 w 4641785"/>
              <a:gd name="connsiteY2184" fmla="*/ 3727381 h 5274332"/>
              <a:gd name="connsiteX2185" fmla="*/ 1492070 w 4641785"/>
              <a:gd name="connsiteY2185" fmla="*/ 3727380 h 5274332"/>
              <a:gd name="connsiteX2186" fmla="*/ 1751135 w 4641785"/>
              <a:gd name="connsiteY2186" fmla="*/ 3714357 h 5274332"/>
              <a:gd name="connsiteX2187" fmla="*/ 1751135 w 4641785"/>
              <a:gd name="connsiteY2187" fmla="*/ 3714358 h 5274332"/>
              <a:gd name="connsiteX2188" fmla="*/ 1751710 w 4641785"/>
              <a:gd name="connsiteY2188" fmla="*/ 3715508 h 5274332"/>
              <a:gd name="connsiteX2189" fmla="*/ 980915 w 4641785"/>
              <a:gd name="connsiteY2189" fmla="*/ 3707845 h 5274332"/>
              <a:gd name="connsiteX2190" fmla="*/ 980223 w 4641785"/>
              <a:gd name="connsiteY2190" fmla="*/ 3707944 h 5274332"/>
              <a:gd name="connsiteX2191" fmla="*/ 980913 w 4641785"/>
              <a:gd name="connsiteY2191" fmla="*/ 3707846 h 5274332"/>
              <a:gd name="connsiteX2192" fmla="*/ 981843 w 4641785"/>
              <a:gd name="connsiteY2192" fmla="*/ 3709705 h 5274332"/>
              <a:gd name="connsiteX2193" fmla="*/ 976262 w 4641785"/>
              <a:gd name="connsiteY2193" fmla="*/ 3710171 h 5274332"/>
              <a:gd name="connsiteX2194" fmla="*/ 974402 w 4641785"/>
              <a:gd name="connsiteY2194" fmla="*/ 3716217 h 5274332"/>
              <a:gd name="connsiteX2195" fmla="*/ 976262 w 4641785"/>
              <a:gd name="connsiteY2195" fmla="*/ 3718078 h 5274332"/>
              <a:gd name="connsiteX2196" fmla="*/ 978587 w 4641785"/>
              <a:gd name="connsiteY2196" fmla="*/ 3726450 h 5274332"/>
              <a:gd name="connsiteX2197" fmla="*/ 975332 w 4641785"/>
              <a:gd name="connsiteY2197" fmla="*/ 3728310 h 5274332"/>
              <a:gd name="connsiteX2198" fmla="*/ 976728 w 4641785"/>
              <a:gd name="connsiteY2198" fmla="*/ 3730636 h 5274332"/>
              <a:gd name="connsiteX2199" fmla="*/ 976729 w 4641785"/>
              <a:gd name="connsiteY2199" fmla="*/ 3730635 h 5274332"/>
              <a:gd name="connsiteX2200" fmla="*/ 975333 w 4641785"/>
              <a:gd name="connsiteY2200" fmla="*/ 3728310 h 5274332"/>
              <a:gd name="connsiteX2201" fmla="*/ 978589 w 4641785"/>
              <a:gd name="connsiteY2201" fmla="*/ 3726450 h 5274332"/>
              <a:gd name="connsiteX2202" fmla="*/ 976264 w 4641785"/>
              <a:gd name="connsiteY2202" fmla="*/ 3718078 h 5274332"/>
              <a:gd name="connsiteX2203" fmla="*/ 974403 w 4641785"/>
              <a:gd name="connsiteY2203" fmla="*/ 3716218 h 5274332"/>
              <a:gd name="connsiteX2204" fmla="*/ 976264 w 4641785"/>
              <a:gd name="connsiteY2204" fmla="*/ 3710171 h 5274332"/>
              <a:gd name="connsiteX2205" fmla="*/ 981845 w 4641785"/>
              <a:gd name="connsiteY2205" fmla="*/ 3709706 h 5274332"/>
              <a:gd name="connsiteX2206" fmla="*/ 976728 w 4641785"/>
              <a:gd name="connsiteY2206" fmla="*/ 3699939 h 5274332"/>
              <a:gd name="connsiteX2207" fmla="*/ 977658 w 4641785"/>
              <a:gd name="connsiteY2207" fmla="*/ 3708310 h 5274332"/>
              <a:gd name="connsiteX2208" fmla="*/ 977659 w 4641785"/>
              <a:gd name="connsiteY2208" fmla="*/ 3708310 h 5274332"/>
              <a:gd name="connsiteX2209" fmla="*/ 976729 w 4641785"/>
              <a:gd name="connsiteY2209" fmla="*/ 3699939 h 5274332"/>
              <a:gd name="connsiteX2210" fmla="*/ 1446024 w 4641785"/>
              <a:gd name="connsiteY2210" fmla="*/ 3696218 h 5274332"/>
              <a:gd name="connsiteX2211" fmla="*/ 1439513 w 4641785"/>
              <a:gd name="connsiteY2211" fmla="*/ 3697148 h 5274332"/>
              <a:gd name="connsiteX2212" fmla="*/ 1439513 w 4641785"/>
              <a:gd name="connsiteY2212" fmla="*/ 3697149 h 5274332"/>
              <a:gd name="connsiteX2213" fmla="*/ 1446023 w 4641785"/>
              <a:gd name="connsiteY2213" fmla="*/ 3696220 h 5274332"/>
              <a:gd name="connsiteX2214" fmla="*/ 1446954 w 4641785"/>
              <a:gd name="connsiteY2214" fmla="*/ 3693427 h 5274332"/>
              <a:gd name="connsiteX2215" fmla="*/ 1446954 w 4641785"/>
              <a:gd name="connsiteY2215" fmla="*/ 3693428 h 5274332"/>
              <a:gd name="connsiteX2216" fmla="*/ 1451139 w 4641785"/>
              <a:gd name="connsiteY2216" fmla="*/ 3694824 h 5274332"/>
              <a:gd name="connsiteX2217" fmla="*/ 1457651 w 4641785"/>
              <a:gd name="connsiteY2217" fmla="*/ 3694359 h 5274332"/>
              <a:gd name="connsiteX2218" fmla="*/ 1457651 w 4641785"/>
              <a:gd name="connsiteY2218" fmla="*/ 3694357 h 5274332"/>
              <a:gd name="connsiteX2219" fmla="*/ 1451141 w 4641785"/>
              <a:gd name="connsiteY2219" fmla="*/ 3694823 h 5274332"/>
              <a:gd name="connsiteX2220" fmla="*/ 970681 w 4641785"/>
              <a:gd name="connsiteY2220" fmla="*/ 3691566 h 5274332"/>
              <a:gd name="connsiteX2221" fmla="*/ 969751 w 4641785"/>
              <a:gd name="connsiteY2221" fmla="*/ 3696218 h 5274332"/>
              <a:gd name="connsiteX2222" fmla="*/ 974402 w 4641785"/>
              <a:gd name="connsiteY2222" fmla="*/ 3699939 h 5274332"/>
              <a:gd name="connsiteX2223" fmla="*/ 974403 w 4641785"/>
              <a:gd name="connsiteY2223" fmla="*/ 3699939 h 5274332"/>
              <a:gd name="connsiteX2224" fmla="*/ 969752 w 4641785"/>
              <a:gd name="connsiteY2224" fmla="*/ 3696218 h 5274332"/>
              <a:gd name="connsiteX2225" fmla="*/ 970682 w 4641785"/>
              <a:gd name="connsiteY2225" fmla="*/ 3691567 h 5274332"/>
              <a:gd name="connsiteX2226" fmla="*/ 1465558 w 4641785"/>
              <a:gd name="connsiteY2226" fmla="*/ 3688776 h 5274332"/>
              <a:gd name="connsiteX2227" fmla="*/ 1459978 w 4641785"/>
              <a:gd name="connsiteY2227" fmla="*/ 3689706 h 5274332"/>
              <a:gd name="connsiteX2228" fmla="*/ 1458117 w 4641785"/>
              <a:gd name="connsiteY2228" fmla="*/ 3691567 h 5274332"/>
              <a:gd name="connsiteX2229" fmla="*/ 1458117 w 4641785"/>
              <a:gd name="connsiteY2229" fmla="*/ 3691567 h 5274332"/>
              <a:gd name="connsiteX2230" fmla="*/ 1459977 w 4641785"/>
              <a:gd name="connsiteY2230" fmla="*/ 3689708 h 5274332"/>
              <a:gd name="connsiteX2231" fmla="*/ 1465558 w 4641785"/>
              <a:gd name="connsiteY2231" fmla="*/ 3688777 h 5274332"/>
              <a:gd name="connsiteX2232" fmla="*/ 966960 w 4641785"/>
              <a:gd name="connsiteY2232" fmla="*/ 3684590 h 5274332"/>
              <a:gd name="connsiteX2233" fmla="*/ 966960 w 4641785"/>
              <a:gd name="connsiteY2233" fmla="*/ 3688311 h 5274332"/>
              <a:gd name="connsiteX2234" fmla="*/ 968821 w 4641785"/>
              <a:gd name="connsiteY2234" fmla="*/ 3690636 h 5274332"/>
              <a:gd name="connsiteX2235" fmla="*/ 965099 w 4641785"/>
              <a:gd name="connsiteY2235" fmla="*/ 3692032 h 5274332"/>
              <a:gd name="connsiteX2236" fmla="*/ 966030 w 4641785"/>
              <a:gd name="connsiteY2236" fmla="*/ 3695752 h 5274332"/>
              <a:gd name="connsiteX2237" fmla="*/ 966031 w 4641785"/>
              <a:gd name="connsiteY2237" fmla="*/ 3695751 h 5274332"/>
              <a:gd name="connsiteX2238" fmla="*/ 965101 w 4641785"/>
              <a:gd name="connsiteY2238" fmla="*/ 3692032 h 5274332"/>
              <a:gd name="connsiteX2239" fmla="*/ 968822 w 4641785"/>
              <a:gd name="connsiteY2239" fmla="*/ 3690637 h 5274332"/>
              <a:gd name="connsiteX2240" fmla="*/ 966962 w 4641785"/>
              <a:gd name="connsiteY2240" fmla="*/ 3688311 h 5274332"/>
              <a:gd name="connsiteX2241" fmla="*/ 966962 w 4641785"/>
              <a:gd name="connsiteY2241" fmla="*/ 3684591 h 5274332"/>
              <a:gd name="connsiteX2242" fmla="*/ 975797 w 4641785"/>
              <a:gd name="connsiteY2242" fmla="*/ 3682730 h 5274332"/>
              <a:gd name="connsiteX2243" fmla="*/ 972077 w 4641785"/>
              <a:gd name="connsiteY2243" fmla="*/ 3686915 h 5274332"/>
              <a:gd name="connsiteX2244" fmla="*/ 972078 w 4641785"/>
              <a:gd name="connsiteY2244" fmla="*/ 3686916 h 5274332"/>
              <a:gd name="connsiteX2245" fmla="*/ 975798 w 4641785"/>
              <a:gd name="connsiteY2245" fmla="*/ 3682730 h 5274332"/>
              <a:gd name="connsiteX2246" fmla="*/ 1461838 w 4641785"/>
              <a:gd name="connsiteY2246" fmla="*/ 3680869 h 5274332"/>
              <a:gd name="connsiteX2247" fmla="*/ 1461839 w 4641785"/>
              <a:gd name="connsiteY2247" fmla="*/ 3680871 h 5274332"/>
              <a:gd name="connsiteX2248" fmla="*/ 1466488 w 4641785"/>
              <a:gd name="connsiteY2248" fmla="*/ 3680871 h 5274332"/>
              <a:gd name="connsiteX2249" fmla="*/ 1466489 w 4641785"/>
              <a:gd name="connsiteY2249" fmla="*/ 3680869 h 5274332"/>
              <a:gd name="connsiteX2250" fmla="*/ 1468815 w 4641785"/>
              <a:gd name="connsiteY2250" fmla="*/ 3678544 h 5274332"/>
              <a:gd name="connsiteX2251" fmla="*/ 1468814 w 4641785"/>
              <a:gd name="connsiteY2251" fmla="*/ 3678545 h 5274332"/>
              <a:gd name="connsiteX2252" fmla="*/ 1472070 w 4641785"/>
              <a:gd name="connsiteY2252" fmla="*/ 3678545 h 5274332"/>
              <a:gd name="connsiteX2253" fmla="*/ 1472070 w 4641785"/>
              <a:gd name="connsiteY2253" fmla="*/ 3678544 h 5274332"/>
              <a:gd name="connsiteX2254" fmla="*/ 1010682 w 4641785"/>
              <a:gd name="connsiteY2254" fmla="*/ 3676683 h 5274332"/>
              <a:gd name="connsiteX2255" fmla="*/ 1010682 w 4641785"/>
              <a:gd name="connsiteY2255" fmla="*/ 3676684 h 5274332"/>
              <a:gd name="connsiteX2256" fmla="*/ 1013006 w 4641785"/>
              <a:gd name="connsiteY2256" fmla="*/ 3676684 h 5274332"/>
              <a:gd name="connsiteX2257" fmla="*/ 1013006 w 4641785"/>
              <a:gd name="connsiteY2257" fmla="*/ 3676683 h 5274332"/>
              <a:gd name="connsiteX2258" fmla="*/ 1025099 w 4641785"/>
              <a:gd name="connsiteY2258" fmla="*/ 3674357 h 5274332"/>
              <a:gd name="connsiteX2259" fmla="*/ 1025099 w 4641785"/>
              <a:gd name="connsiteY2259" fmla="*/ 3678078 h 5274332"/>
              <a:gd name="connsiteX2260" fmla="*/ 1020913 w 4641785"/>
              <a:gd name="connsiteY2260" fmla="*/ 3680404 h 5274332"/>
              <a:gd name="connsiteX2261" fmla="*/ 1014402 w 4641785"/>
              <a:gd name="connsiteY2261" fmla="*/ 3683195 h 5274332"/>
              <a:gd name="connsiteX2262" fmla="*/ 1014403 w 4641785"/>
              <a:gd name="connsiteY2262" fmla="*/ 3683195 h 5274332"/>
              <a:gd name="connsiteX2263" fmla="*/ 1020915 w 4641785"/>
              <a:gd name="connsiteY2263" fmla="*/ 3680404 h 5274332"/>
              <a:gd name="connsiteX2264" fmla="*/ 1025100 w 4641785"/>
              <a:gd name="connsiteY2264" fmla="*/ 3678079 h 5274332"/>
              <a:gd name="connsiteX2265" fmla="*/ 1025100 w 4641785"/>
              <a:gd name="connsiteY2265" fmla="*/ 3674358 h 5274332"/>
              <a:gd name="connsiteX2266" fmla="*/ 1026940 w 4641785"/>
              <a:gd name="connsiteY2266" fmla="*/ 3674884 h 5274332"/>
              <a:gd name="connsiteX2267" fmla="*/ 1010681 w 4641785"/>
              <a:gd name="connsiteY2267" fmla="*/ 3669707 h 5274332"/>
              <a:gd name="connsiteX2268" fmla="*/ 1001844 w 4641785"/>
              <a:gd name="connsiteY2268" fmla="*/ 3670637 h 5274332"/>
              <a:gd name="connsiteX2269" fmla="*/ 1001845 w 4641785"/>
              <a:gd name="connsiteY2269" fmla="*/ 3670637 h 5274332"/>
              <a:gd name="connsiteX2270" fmla="*/ 999052 w 4641785"/>
              <a:gd name="connsiteY2270" fmla="*/ 3665056 h 5274332"/>
              <a:gd name="connsiteX2271" fmla="*/ 997192 w 4641785"/>
              <a:gd name="connsiteY2271" fmla="*/ 3666451 h 5274332"/>
              <a:gd name="connsiteX2272" fmla="*/ 998123 w 4641785"/>
              <a:gd name="connsiteY2272" fmla="*/ 3674357 h 5274332"/>
              <a:gd name="connsiteX2273" fmla="*/ 993006 w 4641785"/>
              <a:gd name="connsiteY2273" fmla="*/ 3675288 h 5274332"/>
              <a:gd name="connsiteX2274" fmla="*/ 991146 w 4641785"/>
              <a:gd name="connsiteY2274" fmla="*/ 3678078 h 5274332"/>
              <a:gd name="connsiteX2275" fmla="*/ 987425 w 4641785"/>
              <a:gd name="connsiteY2275" fmla="*/ 3679008 h 5274332"/>
              <a:gd name="connsiteX2276" fmla="*/ 986030 w 4641785"/>
              <a:gd name="connsiteY2276" fmla="*/ 3681799 h 5274332"/>
              <a:gd name="connsiteX2277" fmla="*/ 986030 w 4641785"/>
              <a:gd name="connsiteY2277" fmla="*/ 3685985 h 5274332"/>
              <a:gd name="connsiteX2278" fmla="*/ 984170 w 4641785"/>
              <a:gd name="connsiteY2278" fmla="*/ 3687381 h 5274332"/>
              <a:gd name="connsiteX2279" fmla="*/ 984171 w 4641785"/>
              <a:gd name="connsiteY2279" fmla="*/ 3687381 h 5274332"/>
              <a:gd name="connsiteX2280" fmla="*/ 986031 w 4641785"/>
              <a:gd name="connsiteY2280" fmla="*/ 3685986 h 5274332"/>
              <a:gd name="connsiteX2281" fmla="*/ 986031 w 4641785"/>
              <a:gd name="connsiteY2281" fmla="*/ 3681799 h 5274332"/>
              <a:gd name="connsiteX2282" fmla="*/ 987427 w 4641785"/>
              <a:gd name="connsiteY2282" fmla="*/ 3679009 h 5274332"/>
              <a:gd name="connsiteX2283" fmla="*/ 991147 w 4641785"/>
              <a:gd name="connsiteY2283" fmla="*/ 3678079 h 5274332"/>
              <a:gd name="connsiteX2284" fmla="*/ 993008 w 4641785"/>
              <a:gd name="connsiteY2284" fmla="*/ 3675288 h 5274332"/>
              <a:gd name="connsiteX2285" fmla="*/ 998124 w 4641785"/>
              <a:gd name="connsiteY2285" fmla="*/ 3674358 h 5274332"/>
              <a:gd name="connsiteX2286" fmla="*/ 997194 w 4641785"/>
              <a:gd name="connsiteY2286" fmla="*/ 3666451 h 5274332"/>
              <a:gd name="connsiteX2287" fmla="*/ 999053 w 4641785"/>
              <a:gd name="connsiteY2287" fmla="*/ 3665056 h 5274332"/>
              <a:gd name="connsiteX2288" fmla="*/ 1473465 w 4641785"/>
              <a:gd name="connsiteY2288" fmla="*/ 3662265 h 5274332"/>
              <a:gd name="connsiteX2289" fmla="*/ 1466024 w 4641785"/>
              <a:gd name="connsiteY2289" fmla="*/ 3665055 h 5274332"/>
              <a:gd name="connsiteX2290" fmla="*/ 1466025 w 4641785"/>
              <a:gd name="connsiteY2290" fmla="*/ 3665056 h 5274332"/>
              <a:gd name="connsiteX2291" fmla="*/ 1473465 w 4641785"/>
              <a:gd name="connsiteY2291" fmla="*/ 3662266 h 5274332"/>
              <a:gd name="connsiteX2292" fmla="*/ 2225080 w 4641785"/>
              <a:gd name="connsiteY2292" fmla="*/ 3652497 h 5274332"/>
              <a:gd name="connsiteX2293" fmla="*/ 2222289 w 4641785"/>
              <a:gd name="connsiteY2293" fmla="*/ 3655753 h 5274332"/>
              <a:gd name="connsiteX2294" fmla="*/ 2222290 w 4641785"/>
              <a:gd name="connsiteY2294" fmla="*/ 3655754 h 5274332"/>
              <a:gd name="connsiteX2295" fmla="*/ 2225080 w 4641785"/>
              <a:gd name="connsiteY2295" fmla="*/ 3652498 h 5274332"/>
              <a:gd name="connsiteX2296" fmla="*/ 2228801 w 4641785"/>
              <a:gd name="connsiteY2296" fmla="*/ 3655754 h 5274332"/>
              <a:gd name="connsiteX2297" fmla="*/ 2237700 w 4641785"/>
              <a:gd name="connsiteY2297" fmla="*/ 3654906 h 5274332"/>
              <a:gd name="connsiteX2298" fmla="*/ 2228801 w 4641785"/>
              <a:gd name="connsiteY2298" fmla="*/ 3655753 h 5274332"/>
              <a:gd name="connsiteX2299" fmla="*/ 1468815 w 4641785"/>
              <a:gd name="connsiteY2299" fmla="*/ 3645986 h 5274332"/>
              <a:gd name="connsiteX2300" fmla="*/ 1468815 w 4641785"/>
              <a:gd name="connsiteY2300" fmla="*/ 3645987 h 5274332"/>
              <a:gd name="connsiteX2301" fmla="*/ 1473930 w 4641785"/>
              <a:gd name="connsiteY2301" fmla="*/ 3645987 h 5274332"/>
              <a:gd name="connsiteX2302" fmla="*/ 1473930 w 4641785"/>
              <a:gd name="connsiteY2302" fmla="*/ 3645986 h 5274332"/>
              <a:gd name="connsiteX2303" fmla="*/ 1947876 w 4641785"/>
              <a:gd name="connsiteY2303" fmla="*/ 3639475 h 5274332"/>
              <a:gd name="connsiteX2304" fmla="*/ 1948805 w 4641785"/>
              <a:gd name="connsiteY2304" fmla="*/ 3643661 h 5274332"/>
              <a:gd name="connsiteX2305" fmla="*/ 1948806 w 4641785"/>
              <a:gd name="connsiteY2305" fmla="*/ 3643661 h 5274332"/>
              <a:gd name="connsiteX2306" fmla="*/ 1947876 w 4641785"/>
              <a:gd name="connsiteY2306" fmla="*/ 3639475 h 5274332"/>
              <a:gd name="connsiteX2307" fmla="*/ 1964155 w 4641785"/>
              <a:gd name="connsiteY2307" fmla="*/ 3638080 h 5274332"/>
              <a:gd name="connsiteX2308" fmla="*/ 1964155 w 4641785"/>
              <a:gd name="connsiteY2308" fmla="*/ 3638080 h 5274332"/>
              <a:gd name="connsiteX2309" fmla="*/ 1969271 w 4641785"/>
              <a:gd name="connsiteY2309" fmla="*/ 3640871 h 5274332"/>
              <a:gd name="connsiteX2310" fmla="*/ 1969270 w 4641785"/>
              <a:gd name="connsiteY2310" fmla="*/ 3640869 h 5274332"/>
              <a:gd name="connsiteX2311" fmla="*/ 1882760 w 4641785"/>
              <a:gd name="connsiteY2311" fmla="*/ 3637614 h 5274332"/>
              <a:gd name="connsiteX2312" fmla="*/ 1882761 w 4641785"/>
              <a:gd name="connsiteY2312" fmla="*/ 3637615 h 5274332"/>
              <a:gd name="connsiteX2313" fmla="*/ 1887410 w 4641785"/>
              <a:gd name="connsiteY2313" fmla="*/ 3639940 h 5274332"/>
              <a:gd name="connsiteX2314" fmla="*/ 1887411 w 4641785"/>
              <a:gd name="connsiteY2314" fmla="*/ 3639939 h 5274332"/>
              <a:gd name="connsiteX2315" fmla="*/ 1942760 w 4641785"/>
              <a:gd name="connsiteY2315" fmla="*/ 3634824 h 5274332"/>
              <a:gd name="connsiteX2316" fmla="*/ 1942759 w 4641785"/>
              <a:gd name="connsiteY2316" fmla="*/ 3634825 h 5274332"/>
              <a:gd name="connsiteX2317" fmla="*/ 1943224 w 4641785"/>
              <a:gd name="connsiteY2317" fmla="*/ 3637149 h 5274332"/>
              <a:gd name="connsiteX2318" fmla="*/ 1943225 w 4641785"/>
              <a:gd name="connsiteY2318" fmla="*/ 3637149 h 5274332"/>
              <a:gd name="connsiteX2319" fmla="*/ 1932992 w 4641785"/>
              <a:gd name="connsiteY2319" fmla="*/ 3632964 h 5274332"/>
              <a:gd name="connsiteX2320" fmla="*/ 1935317 w 4641785"/>
              <a:gd name="connsiteY2320" fmla="*/ 3640405 h 5274332"/>
              <a:gd name="connsiteX2321" fmla="*/ 1935318 w 4641785"/>
              <a:gd name="connsiteY2321" fmla="*/ 3640404 h 5274332"/>
              <a:gd name="connsiteX2322" fmla="*/ 1932993 w 4641785"/>
              <a:gd name="connsiteY2322" fmla="*/ 3632964 h 5274332"/>
              <a:gd name="connsiteX2323" fmla="*/ 1874855 w 4641785"/>
              <a:gd name="connsiteY2323" fmla="*/ 3631568 h 5274332"/>
              <a:gd name="connsiteX2324" fmla="*/ 1874854 w 4641785"/>
              <a:gd name="connsiteY2324" fmla="*/ 3631568 h 5274332"/>
              <a:gd name="connsiteX2325" fmla="*/ 1878575 w 4641785"/>
              <a:gd name="connsiteY2325" fmla="*/ 3633429 h 5274332"/>
              <a:gd name="connsiteX2326" fmla="*/ 1881365 w 4641785"/>
              <a:gd name="connsiteY2326" fmla="*/ 3633429 h 5274332"/>
              <a:gd name="connsiteX2327" fmla="*/ 1881364 w 4641785"/>
              <a:gd name="connsiteY2327" fmla="*/ 3633428 h 5274332"/>
              <a:gd name="connsiteX2328" fmla="*/ 1878574 w 4641785"/>
              <a:gd name="connsiteY2328" fmla="*/ 3633428 h 5274332"/>
              <a:gd name="connsiteX2329" fmla="*/ 1112539 w 4641785"/>
              <a:gd name="connsiteY2329" fmla="*/ 3630637 h 5274332"/>
              <a:gd name="connsiteX2330" fmla="*/ 1110565 w 4641785"/>
              <a:gd name="connsiteY2330" fmla="*/ 3630919 h 5274332"/>
              <a:gd name="connsiteX2331" fmla="*/ 1112539 w 4641785"/>
              <a:gd name="connsiteY2331" fmla="*/ 3630638 h 5274332"/>
              <a:gd name="connsiteX2332" fmla="*/ 1073935 w 4641785"/>
              <a:gd name="connsiteY2332" fmla="*/ 3628777 h 5274332"/>
              <a:gd name="connsiteX2333" fmla="*/ 1067888 w 4641785"/>
              <a:gd name="connsiteY2333" fmla="*/ 3632963 h 5274332"/>
              <a:gd name="connsiteX2334" fmla="*/ 1068819 w 4641785"/>
              <a:gd name="connsiteY2334" fmla="*/ 3644591 h 5274332"/>
              <a:gd name="connsiteX2335" fmla="*/ 1069749 w 4641785"/>
              <a:gd name="connsiteY2335" fmla="*/ 3646916 h 5274332"/>
              <a:gd name="connsiteX2336" fmla="*/ 1059052 w 4641785"/>
              <a:gd name="connsiteY2336" fmla="*/ 3646916 h 5274332"/>
              <a:gd name="connsiteX2337" fmla="*/ 1058122 w 4641785"/>
              <a:gd name="connsiteY2337" fmla="*/ 3648776 h 5274332"/>
              <a:gd name="connsiteX2338" fmla="*/ 1046959 w 4641785"/>
              <a:gd name="connsiteY2338" fmla="*/ 3650637 h 5274332"/>
              <a:gd name="connsiteX2339" fmla="*/ 1039982 w 4641785"/>
              <a:gd name="connsiteY2339" fmla="*/ 3656218 h 5274332"/>
              <a:gd name="connsiteX2340" fmla="*/ 1033935 w 4641785"/>
              <a:gd name="connsiteY2340" fmla="*/ 3656218 h 5274332"/>
              <a:gd name="connsiteX2341" fmla="*/ 1033471 w 4641785"/>
              <a:gd name="connsiteY2341" fmla="*/ 3662730 h 5274332"/>
              <a:gd name="connsiteX2342" fmla="*/ 1029750 w 4641785"/>
              <a:gd name="connsiteY2342" fmla="*/ 3664590 h 5274332"/>
              <a:gd name="connsiteX2343" fmla="*/ 1027889 w 4641785"/>
              <a:gd name="connsiteY2343" fmla="*/ 3669242 h 5274332"/>
              <a:gd name="connsiteX2344" fmla="*/ 1033471 w 4641785"/>
              <a:gd name="connsiteY2344" fmla="*/ 3672497 h 5274332"/>
              <a:gd name="connsiteX2345" fmla="*/ 1028354 w 4641785"/>
              <a:gd name="connsiteY2345" fmla="*/ 3675288 h 5274332"/>
              <a:gd name="connsiteX2346" fmla="*/ 1028356 w 4641785"/>
              <a:gd name="connsiteY2346" fmla="*/ 3675288 h 5274332"/>
              <a:gd name="connsiteX2347" fmla="*/ 1033473 w 4641785"/>
              <a:gd name="connsiteY2347" fmla="*/ 3672497 h 5274332"/>
              <a:gd name="connsiteX2348" fmla="*/ 1027891 w 4641785"/>
              <a:gd name="connsiteY2348" fmla="*/ 3669242 h 5274332"/>
              <a:gd name="connsiteX2349" fmla="*/ 1029751 w 4641785"/>
              <a:gd name="connsiteY2349" fmla="*/ 3664591 h 5274332"/>
              <a:gd name="connsiteX2350" fmla="*/ 1033473 w 4641785"/>
              <a:gd name="connsiteY2350" fmla="*/ 3662730 h 5274332"/>
              <a:gd name="connsiteX2351" fmla="*/ 1033937 w 4641785"/>
              <a:gd name="connsiteY2351" fmla="*/ 3656219 h 5274332"/>
              <a:gd name="connsiteX2352" fmla="*/ 1039984 w 4641785"/>
              <a:gd name="connsiteY2352" fmla="*/ 3656219 h 5274332"/>
              <a:gd name="connsiteX2353" fmla="*/ 1046961 w 4641785"/>
              <a:gd name="connsiteY2353" fmla="*/ 3650638 h 5274332"/>
              <a:gd name="connsiteX2354" fmla="*/ 1058123 w 4641785"/>
              <a:gd name="connsiteY2354" fmla="*/ 3648777 h 5274332"/>
              <a:gd name="connsiteX2355" fmla="*/ 1059053 w 4641785"/>
              <a:gd name="connsiteY2355" fmla="*/ 3646916 h 5274332"/>
              <a:gd name="connsiteX2356" fmla="*/ 1069751 w 4641785"/>
              <a:gd name="connsiteY2356" fmla="*/ 3646916 h 5274332"/>
              <a:gd name="connsiteX2357" fmla="*/ 1068821 w 4641785"/>
              <a:gd name="connsiteY2357" fmla="*/ 3644590 h 5274332"/>
              <a:gd name="connsiteX2358" fmla="*/ 1067890 w 4641785"/>
              <a:gd name="connsiteY2358" fmla="*/ 3632963 h 5274332"/>
              <a:gd name="connsiteX2359" fmla="*/ 1073937 w 4641785"/>
              <a:gd name="connsiteY2359" fmla="*/ 3628777 h 5274332"/>
              <a:gd name="connsiteX2360" fmla="*/ 1074235 w 4641785"/>
              <a:gd name="connsiteY2360" fmla="*/ 3628837 h 5274332"/>
              <a:gd name="connsiteX2361" fmla="*/ 1076726 w 4641785"/>
              <a:gd name="connsiteY2361" fmla="*/ 3624591 h 5274332"/>
              <a:gd name="connsiteX2362" fmla="*/ 1076261 w 4641785"/>
              <a:gd name="connsiteY2362" fmla="*/ 3629241 h 5274332"/>
              <a:gd name="connsiteX2363" fmla="*/ 1076263 w 4641785"/>
              <a:gd name="connsiteY2363" fmla="*/ 3629242 h 5274332"/>
              <a:gd name="connsiteX2364" fmla="*/ 1076727 w 4641785"/>
              <a:gd name="connsiteY2364" fmla="*/ 3624591 h 5274332"/>
              <a:gd name="connsiteX2365" fmla="*/ 1473930 w 4641785"/>
              <a:gd name="connsiteY2365" fmla="*/ 3622731 h 5274332"/>
              <a:gd name="connsiteX2366" fmla="*/ 1472189 w 4641785"/>
              <a:gd name="connsiteY2366" fmla="*/ 3623776 h 5274332"/>
              <a:gd name="connsiteX2367" fmla="*/ 1473930 w 4641785"/>
              <a:gd name="connsiteY2367" fmla="*/ 3622732 h 5274332"/>
              <a:gd name="connsiteX2368" fmla="*/ 1072075 w 4641785"/>
              <a:gd name="connsiteY2368" fmla="*/ 3618545 h 5274332"/>
              <a:gd name="connsiteX2369" fmla="*/ 1070214 w 4641785"/>
              <a:gd name="connsiteY2369" fmla="*/ 3621335 h 5274332"/>
              <a:gd name="connsiteX2370" fmla="*/ 1074400 w 4641785"/>
              <a:gd name="connsiteY2370" fmla="*/ 3624591 h 5274332"/>
              <a:gd name="connsiteX2371" fmla="*/ 1074401 w 4641785"/>
              <a:gd name="connsiteY2371" fmla="*/ 3624591 h 5274332"/>
              <a:gd name="connsiteX2372" fmla="*/ 1070216 w 4641785"/>
              <a:gd name="connsiteY2372" fmla="*/ 3621336 h 5274332"/>
              <a:gd name="connsiteX2373" fmla="*/ 1072076 w 4641785"/>
              <a:gd name="connsiteY2373" fmla="*/ 3618546 h 5274332"/>
              <a:gd name="connsiteX2374" fmla="*/ 1096726 w 4641785"/>
              <a:gd name="connsiteY2374" fmla="*/ 3617614 h 5274332"/>
              <a:gd name="connsiteX2375" fmla="*/ 1089749 w 4641785"/>
              <a:gd name="connsiteY2375" fmla="*/ 3619009 h 5274332"/>
              <a:gd name="connsiteX2376" fmla="*/ 1082772 w 4641785"/>
              <a:gd name="connsiteY2376" fmla="*/ 3618079 h 5274332"/>
              <a:gd name="connsiteX2377" fmla="*/ 1079517 w 4641785"/>
              <a:gd name="connsiteY2377" fmla="*/ 3620870 h 5274332"/>
              <a:gd name="connsiteX2378" fmla="*/ 1078017 w 4641785"/>
              <a:gd name="connsiteY2378" fmla="*/ 3620720 h 5274332"/>
              <a:gd name="connsiteX2379" fmla="*/ 1079518 w 4641785"/>
              <a:gd name="connsiteY2379" fmla="*/ 3620870 h 5274332"/>
              <a:gd name="connsiteX2380" fmla="*/ 1082774 w 4641785"/>
              <a:gd name="connsiteY2380" fmla="*/ 3618080 h 5274332"/>
              <a:gd name="connsiteX2381" fmla="*/ 1089751 w 4641785"/>
              <a:gd name="connsiteY2381" fmla="*/ 3619010 h 5274332"/>
              <a:gd name="connsiteX2382" fmla="*/ 1096726 w 4641785"/>
              <a:gd name="connsiteY2382" fmla="*/ 3617614 h 5274332"/>
              <a:gd name="connsiteX2383" fmla="*/ 1181023 w 4641785"/>
              <a:gd name="connsiteY2383" fmla="*/ 3614113 h 5274332"/>
              <a:gd name="connsiteX2384" fmla="*/ 1183235 w 4641785"/>
              <a:gd name="connsiteY2384" fmla="*/ 3614359 h 5274332"/>
              <a:gd name="connsiteX2385" fmla="*/ 1183235 w 4641785"/>
              <a:gd name="connsiteY2385" fmla="*/ 3614358 h 5274332"/>
              <a:gd name="connsiteX2386" fmla="*/ 1933459 w 4641785"/>
              <a:gd name="connsiteY2386" fmla="*/ 3613894 h 5274332"/>
              <a:gd name="connsiteX2387" fmla="*/ 1933458 w 4641785"/>
              <a:gd name="connsiteY2387" fmla="*/ 3613895 h 5274332"/>
              <a:gd name="connsiteX2388" fmla="*/ 1946481 w 4641785"/>
              <a:gd name="connsiteY2388" fmla="*/ 3618080 h 5274332"/>
              <a:gd name="connsiteX2389" fmla="*/ 1952062 w 4641785"/>
              <a:gd name="connsiteY2389" fmla="*/ 3621802 h 5274332"/>
              <a:gd name="connsiteX2390" fmla="*/ 1954388 w 4641785"/>
              <a:gd name="connsiteY2390" fmla="*/ 3617616 h 5274332"/>
              <a:gd name="connsiteX2391" fmla="*/ 1959039 w 4641785"/>
              <a:gd name="connsiteY2391" fmla="*/ 3619476 h 5274332"/>
              <a:gd name="connsiteX2392" fmla="*/ 1960434 w 4641785"/>
              <a:gd name="connsiteY2392" fmla="*/ 3617151 h 5274332"/>
              <a:gd name="connsiteX2393" fmla="*/ 1966481 w 4641785"/>
              <a:gd name="connsiteY2393" fmla="*/ 3620872 h 5274332"/>
              <a:gd name="connsiteX2394" fmla="*/ 1968805 w 4641785"/>
              <a:gd name="connsiteY2394" fmla="*/ 3620872 h 5274332"/>
              <a:gd name="connsiteX2395" fmla="*/ 1968805 w 4641785"/>
              <a:gd name="connsiteY2395" fmla="*/ 3620870 h 5274332"/>
              <a:gd name="connsiteX2396" fmla="*/ 1966480 w 4641785"/>
              <a:gd name="connsiteY2396" fmla="*/ 3620870 h 5274332"/>
              <a:gd name="connsiteX2397" fmla="*/ 1960433 w 4641785"/>
              <a:gd name="connsiteY2397" fmla="*/ 3617149 h 5274332"/>
              <a:gd name="connsiteX2398" fmla="*/ 1959038 w 4641785"/>
              <a:gd name="connsiteY2398" fmla="*/ 3619474 h 5274332"/>
              <a:gd name="connsiteX2399" fmla="*/ 1954387 w 4641785"/>
              <a:gd name="connsiteY2399" fmla="*/ 3617614 h 5274332"/>
              <a:gd name="connsiteX2400" fmla="*/ 1952061 w 4641785"/>
              <a:gd name="connsiteY2400" fmla="*/ 3621800 h 5274332"/>
              <a:gd name="connsiteX2401" fmla="*/ 1946480 w 4641785"/>
              <a:gd name="connsiteY2401" fmla="*/ 3618079 h 5274332"/>
              <a:gd name="connsiteX2402" fmla="*/ 1144631 w 4641785"/>
              <a:gd name="connsiteY2402" fmla="*/ 3612963 h 5274332"/>
              <a:gd name="connsiteX2403" fmla="*/ 1140911 w 4641785"/>
              <a:gd name="connsiteY2403" fmla="*/ 3613894 h 5274332"/>
              <a:gd name="connsiteX2404" fmla="*/ 1136724 w 4641785"/>
              <a:gd name="connsiteY2404" fmla="*/ 3616684 h 5274332"/>
              <a:gd name="connsiteX2405" fmla="*/ 1126958 w 4641785"/>
              <a:gd name="connsiteY2405" fmla="*/ 3616684 h 5274332"/>
              <a:gd name="connsiteX2406" fmla="*/ 1127423 w 4641785"/>
              <a:gd name="connsiteY2406" fmla="*/ 3624126 h 5274332"/>
              <a:gd name="connsiteX2407" fmla="*/ 1128353 w 4641785"/>
              <a:gd name="connsiteY2407" fmla="*/ 3625521 h 5274332"/>
              <a:gd name="connsiteX2408" fmla="*/ 1126958 w 4641785"/>
              <a:gd name="connsiteY2408" fmla="*/ 3629707 h 5274332"/>
              <a:gd name="connsiteX2409" fmla="*/ 1124632 w 4641785"/>
              <a:gd name="connsiteY2409" fmla="*/ 3632033 h 5274332"/>
              <a:gd name="connsiteX2410" fmla="*/ 1120446 w 4641785"/>
              <a:gd name="connsiteY2410" fmla="*/ 3631567 h 5274332"/>
              <a:gd name="connsiteX2411" fmla="*/ 1118586 w 4641785"/>
              <a:gd name="connsiteY2411" fmla="*/ 3635288 h 5274332"/>
              <a:gd name="connsiteX2412" fmla="*/ 1118587 w 4641785"/>
              <a:gd name="connsiteY2412" fmla="*/ 3635288 h 5274332"/>
              <a:gd name="connsiteX2413" fmla="*/ 1120448 w 4641785"/>
              <a:gd name="connsiteY2413" fmla="*/ 3631568 h 5274332"/>
              <a:gd name="connsiteX2414" fmla="*/ 1124634 w 4641785"/>
              <a:gd name="connsiteY2414" fmla="*/ 3632033 h 5274332"/>
              <a:gd name="connsiteX2415" fmla="*/ 1126960 w 4641785"/>
              <a:gd name="connsiteY2415" fmla="*/ 3629707 h 5274332"/>
              <a:gd name="connsiteX2416" fmla="*/ 1128355 w 4641785"/>
              <a:gd name="connsiteY2416" fmla="*/ 3625521 h 5274332"/>
              <a:gd name="connsiteX2417" fmla="*/ 1127424 w 4641785"/>
              <a:gd name="connsiteY2417" fmla="*/ 3624126 h 5274332"/>
              <a:gd name="connsiteX2418" fmla="*/ 1126960 w 4641785"/>
              <a:gd name="connsiteY2418" fmla="*/ 3616685 h 5274332"/>
              <a:gd name="connsiteX2419" fmla="*/ 1136726 w 4641785"/>
              <a:gd name="connsiteY2419" fmla="*/ 3616685 h 5274332"/>
              <a:gd name="connsiteX2420" fmla="*/ 1140913 w 4641785"/>
              <a:gd name="connsiteY2420" fmla="*/ 3613894 h 5274332"/>
              <a:gd name="connsiteX2421" fmla="*/ 1144633 w 4641785"/>
              <a:gd name="connsiteY2421" fmla="*/ 3612963 h 5274332"/>
              <a:gd name="connsiteX2422" fmla="*/ 1156259 w 4641785"/>
              <a:gd name="connsiteY2422" fmla="*/ 3611103 h 5274332"/>
              <a:gd name="connsiteX2423" fmla="*/ 1152538 w 4641785"/>
              <a:gd name="connsiteY2423" fmla="*/ 3612498 h 5274332"/>
              <a:gd name="connsiteX2424" fmla="*/ 1150213 w 4641785"/>
              <a:gd name="connsiteY2424" fmla="*/ 3614823 h 5274332"/>
              <a:gd name="connsiteX2425" fmla="*/ 1150215 w 4641785"/>
              <a:gd name="connsiteY2425" fmla="*/ 3614824 h 5274332"/>
              <a:gd name="connsiteX2426" fmla="*/ 1152540 w 4641785"/>
              <a:gd name="connsiteY2426" fmla="*/ 3612499 h 5274332"/>
              <a:gd name="connsiteX2427" fmla="*/ 1156260 w 4641785"/>
              <a:gd name="connsiteY2427" fmla="*/ 3611104 h 5274332"/>
              <a:gd name="connsiteX2428" fmla="*/ 1172538 w 4641785"/>
              <a:gd name="connsiteY2428" fmla="*/ 3607847 h 5274332"/>
              <a:gd name="connsiteX2429" fmla="*/ 1172538 w 4641785"/>
              <a:gd name="connsiteY2429" fmla="*/ 3614823 h 5274332"/>
              <a:gd name="connsiteX2430" fmla="*/ 1166026 w 4641785"/>
              <a:gd name="connsiteY2430" fmla="*/ 3614358 h 5274332"/>
              <a:gd name="connsiteX2431" fmla="*/ 1164166 w 4641785"/>
              <a:gd name="connsiteY2431" fmla="*/ 3616684 h 5274332"/>
              <a:gd name="connsiteX2432" fmla="*/ 1160447 w 4641785"/>
              <a:gd name="connsiteY2432" fmla="*/ 3618079 h 5274332"/>
              <a:gd name="connsiteX2433" fmla="*/ 1160447 w 4641785"/>
              <a:gd name="connsiteY2433" fmla="*/ 3618080 h 5274332"/>
              <a:gd name="connsiteX2434" fmla="*/ 1164168 w 4641785"/>
              <a:gd name="connsiteY2434" fmla="*/ 3616685 h 5274332"/>
              <a:gd name="connsiteX2435" fmla="*/ 1166028 w 4641785"/>
              <a:gd name="connsiteY2435" fmla="*/ 3614359 h 5274332"/>
              <a:gd name="connsiteX2436" fmla="*/ 1172540 w 4641785"/>
              <a:gd name="connsiteY2436" fmla="*/ 3614824 h 5274332"/>
              <a:gd name="connsiteX2437" fmla="*/ 1172540 w 4641785"/>
              <a:gd name="connsiteY2437" fmla="*/ 3607848 h 5274332"/>
              <a:gd name="connsiteX2438" fmla="*/ 1178584 w 4641785"/>
              <a:gd name="connsiteY2438" fmla="*/ 3608312 h 5274332"/>
              <a:gd name="connsiteX2439" fmla="*/ 1178584 w 4641785"/>
              <a:gd name="connsiteY2439" fmla="*/ 3608312 h 5274332"/>
              <a:gd name="connsiteX2440" fmla="*/ 1917644 w 4641785"/>
              <a:gd name="connsiteY2440" fmla="*/ 3606918 h 5274332"/>
              <a:gd name="connsiteX2441" fmla="*/ 1924154 w 4641785"/>
              <a:gd name="connsiteY2441" fmla="*/ 3616218 h 5274332"/>
              <a:gd name="connsiteX2442" fmla="*/ 1926015 w 4641785"/>
              <a:gd name="connsiteY2442" fmla="*/ 3623660 h 5274332"/>
              <a:gd name="connsiteX2443" fmla="*/ 1926945 w 4641785"/>
              <a:gd name="connsiteY2443" fmla="*/ 3630172 h 5274332"/>
              <a:gd name="connsiteX2444" fmla="*/ 1928660 w 4641785"/>
              <a:gd name="connsiteY2444" fmla="*/ 3632229 h 5274332"/>
              <a:gd name="connsiteX2445" fmla="*/ 1926947 w 4641785"/>
              <a:gd name="connsiteY2445" fmla="*/ 3630173 h 5274332"/>
              <a:gd name="connsiteX2446" fmla="*/ 1926016 w 4641785"/>
              <a:gd name="connsiteY2446" fmla="*/ 3623662 h 5274332"/>
              <a:gd name="connsiteX2447" fmla="*/ 1924156 w 4641785"/>
              <a:gd name="connsiteY2447" fmla="*/ 3616221 h 5274332"/>
              <a:gd name="connsiteX2448" fmla="*/ 2006945 w 4641785"/>
              <a:gd name="connsiteY2448" fmla="*/ 3602732 h 5274332"/>
              <a:gd name="connsiteX2449" fmla="*/ 2008339 w 4641785"/>
              <a:gd name="connsiteY2449" fmla="*/ 3604591 h 5274332"/>
              <a:gd name="connsiteX2450" fmla="*/ 2008340 w 4641785"/>
              <a:gd name="connsiteY2450" fmla="*/ 3604591 h 5274332"/>
              <a:gd name="connsiteX2451" fmla="*/ 2006946 w 4641785"/>
              <a:gd name="connsiteY2451" fmla="*/ 3602732 h 5274332"/>
              <a:gd name="connsiteX2452" fmla="*/ 1188819 w 4641785"/>
              <a:gd name="connsiteY2452" fmla="*/ 3602731 h 5274332"/>
              <a:gd name="connsiteX2453" fmla="*/ 1188817 w 4641785"/>
              <a:gd name="connsiteY2453" fmla="*/ 3602732 h 5274332"/>
              <a:gd name="connsiteX2454" fmla="*/ 1188352 w 4641785"/>
              <a:gd name="connsiteY2454" fmla="*/ 3611568 h 5274332"/>
              <a:gd name="connsiteX2455" fmla="*/ 1189747 w 4641785"/>
              <a:gd name="connsiteY2455" fmla="*/ 3614823 h 5274332"/>
              <a:gd name="connsiteX2456" fmla="*/ 1184632 w 4641785"/>
              <a:gd name="connsiteY2456" fmla="*/ 3617148 h 5274332"/>
              <a:gd name="connsiteX2457" fmla="*/ 1184633 w 4641785"/>
              <a:gd name="connsiteY2457" fmla="*/ 3617149 h 5274332"/>
              <a:gd name="connsiteX2458" fmla="*/ 1189749 w 4641785"/>
              <a:gd name="connsiteY2458" fmla="*/ 3614824 h 5274332"/>
              <a:gd name="connsiteX2459" fmla="*/ 1188354 w 4641785"/>
              <a:gd name="connsiteY2459" fmla="*/ 3611568 h 5274332"/>
              <a:gd name="connsiteX2460" fmla="*/ 1906946 w 4641785"/>
              <a:gd name="connsiteY2460" fmla="*/ 3601802 h 5274332"/>
              <a:gd name="connsiteX2461" fmla="*/ 1907411 w 4641785"/>
              <a:gd name="connsiteY2461" fmla="*/ 3605986 h 5274332"/>
              <a:gd name="connsiteX2462" fmla="*/ 1907411 w 4641785"/>
              <a:gd name="connsiteY2462" fmla="*/ 3605986 h 5274332"/>
              <a:gd name="connsiteX2463" fmla="*/ 1906947 w 4641785"/>
              <a:gd name="connsiteY2463" fmla="*/ 3601802 h 5274332"/>
              <a:gd name="connsiteX2464" fmla="*/ 1977658 w 4641785"/>
              <a:gd name="connsiteY2464" fmla="*/ 3597171 h 5274332"/>
              <a:gd name="connsiteX2465" fmla="*/ 1979502 w 4641785"/>
              <a:gd name="connsiteY2465" fmla="*/ 3599940 h 5274332"/>
              <a:gd name="connsiteX2466" fmla="*/ 1979503 w 4641785"/>
              <a:gd name="connsiteY2466" fmla="*/ 3599939 h 5274332"/>
              <a:gd name="connsiteX2467" fmla="*/ 1939039 w 4641785"/>
              <a:gd name="connsiteY2467" fmla="*/ 3596221 h 5274332"/>
              <a:gd name="connsiteX2468" fmla="*/ 1939039 w 4641785"/>
              <a:gd name="connsiteY2468" fmla="*/ 3596221 h 5274332"/>
              <a:gd name="connsiteX2469" fmla="*/ 1939968 w 4641785"/>
              <a:gd name="connsiteY2469" fmla="*/ 3599940 h 5274332"/>
              <a:gd name="connsiteX2470" fmla="*/ 1942759 w 4641785"/>
              <a:gd name="connsiteY2470" fmla="*/ 3604591 h 5274332"/>
              <a:gd name="connsiteX2471" fmla="*/ 1942759 w 4641785"/>
              <a:gd name="connsiteY2471" fmla="*/ 3604591 h 5274332"/>
              <a:gd name="connsiteX2472" fmla="*/ 1939969 w 4641785"/>
              <a:gd name="connsiteY2472" fmla="*/ 3599941 h 5274332"/>
              <a:gd name="connsiteX2473" fmla="*/ 1980432 w 4641785"/>
              <a:gd name="connsiteY2473" fmla="*/ 3594824 h 5274332"/>
              <a:gd name="connsiteX2474" fmla="*/ 1977643 w 4641785"/>
              <a:gd name="connsiteY2474" fmla="*/ 3597149 h 5274332"/>
              <a:gd name="connsiteX2475" fmla="*/ 1977644 w 4641785"/>
              <a:gd name="connsiteY2475" fmla="*/ 3597151 h 5274332"/>
              <a:gd name="connsiteX2476" fmla="*/ 1980434 w 4641785"/>
              <a:gd name="connsiteY2476" fmla="*/ 3594826 h 5274332"/>
              <a:gd name="connsiteX2477" fmla="*/ 2012061 w 4641785"/>
              <a:gd name="connsiteY2477" fmla="*/ 3590175 h 5274332"/>
              <a:gd name="connsiteX2478" fmla="*/ 2013455 w 4641785"/>
              <a:gd name="connsiteY2478" fmla="*/ 3592963 h 5274332"/>
              <a:gd name="connsiteX2479" fmla="*/ 2013455 w 4641785"/>
              <a:gd name="connsiteY2479" fmla="*/ 3592963 h 5274332"/>
              <a:gd name="connsiteX2480" fmla="*/ 1188817 w 4641785"/>
              <a:gd name="connsiteY2480" fmla="*/ 3590173 h 5274332"/>
              <a:gd name="connsiteX2481" fmla="*/ 1190212 w 4641785"/>
              <a:gd name="connsiteY2481" fmla="*/ 3597150 h 5274332"/>
              <a:gd name="connsiteX2482" fmla="*/ 1185096 w 4641785"/>
              <a:gd name="connsiteY2482" fmla="*/ 3601335 h 5274332"/>
              <a:gd name="connsiteX2483" fmla="*/ 1186026 w 4641785"/>
              <a:gd name="connsiteY2483" fmla="*/ 3603661 h 5274332"/>
              <a:gd name="connsiteX2484" fmla="*/ 1186027 w 4641785"/>
              <a:gd name="connsiteY2484" fmla="*/ 3603660 h 5274332"/>
              <a:gd name="connsiteX2485" fmla="*/ 1185098 w 4641785"/>
              <a:gd name="connsiteY2485" fmla="*/ 3601336 h 5274332"/>
              <a:gd name="connsiteX2486" fmla="*/ 1190215 w 4641785"/>
              <a:gd name="connsiteY2486" fmla="*/ 3597150 h 5274332"/>
              <a:gd name="connsiteX2487" fmla="*/ 1188819 w 4641785"/>
              <a:gd name="connsiteY2487" fmla="*/ 3590173 h 5274332"/>
              <a:gd name="connsiteX2488" fmla="*/ 1461837 w 4641785"/>
              <a:gd name="connsiteY2488" fmla="*/ 3576685 h 5274332"/>
              <a:gd name="connsiteX2489" fmla="*/ 1458583 w 4641785"/>
              <a:gd name="connsiteY2489" fmla="*/ 3577150 h 5274332"/>
              <a:gd name="connsiteX2490" fmla="*/ 1458582 w 4641785"/>
              <a:gd name="connsiteY2490" fmla="*/ 3577151 h 5274332"/>
              <a:gd name="connsiteX2491" fmla="*/ 1461837 w 4641785"/>
              <a:gd name="connsiteY2491" fmla="*/ 3576686 h 5274332"/>
              <a:gd name="connsiteX2492" fmla="*/ 1186491 w 4641785"/>
              <a:gd name="connsiteY2492" fmla="*/ 3564127 h 5274332"/>
              <a:gd name="connsiteX2493" fmla="*/ 1187421 w 4641785"/>
              <a:gd name="connsiteY2493" fmla="*/ 3573429 h 5274332"/>
              <a:gd name="connsiteX2494" fmla="*/ 1182305 w 4641785"/>
              <a:gd name="connsiteY2494" fmla="*/ 3578080 h 5274332"/>
              <a:gd name="connsiteX2495" fmla="*/ 1182305 w 4641785"/>
              <a:gd name="connsiteY2495" fmla="*/ 3582266 h 5274332"/>
              <a:gd name="connsiteX2496" fmla="*/ 1185561 w 4641785"/>
              <a:gd name="connsiteY2496" fmla="*/ 3586917 h 5274332"/>
              <a:gd name="connsiteX2497" fmla="*/ 1185561 w 4641785"/>
              <a:gd name="connsiteY2497" fmla="*/ 3590173 h 5274332"/>
              <a:gd name="connsiteX2498" fmla="*/ 1185563 w 4641785"/>
              <a:gd name="connsiteY2498" fmla="*/ 3590173 h 5274332"/>
              <a:gd name="connsiteX2499" fmla="*/ 1185563 w 4641785"/>
              <a:gd name="connsiteY2499" fmla="*/ 3586917 h 5274332"/>
              <a:gd name="connsiteX2500" fmla="*/ 1182308 w 4641785"/>
              <a:gd name="connsiteY2500" fmla="*/ 3582266 h 5274332"/>
              <a:gd name="connsiteX2501" fmla="*/ 1182308 w 4641785"/>
              <a:gd name="connsiteY2501" fmla="*/ 3578080 h 5274332"/>
              <a:gd name="connsiteX2502" fmla="*/ 1187423 w 4641785"/>
              <a:gd name="connsiteY2502" fmla="*/ 3573429 h 5274332"/>
              <a:gd name="connsiteX2503" fmla="*/ 1186493 w 4641785"/>
              <a:gd name="connsiteY2503" fmla="*/ 3564127 h 5274332"/>
              <a:gd name="connsiteX2504" fmla="*/ 1472069 w 4641785"/>
              <a:gd name="connsiteY2504" fmla="*/ 3563197 h 5274332"/>
              <a:gd name="connsiteX2505" fmla="*/ 1459978 w 4641785"/>
              <a:gd name="connsiteY2505" fmla="*/ 3572499 h 5274332"/>
              <a:gd name="connsiteX2506" fmla="*/ 1472070 w 4641785"/>
              <a:gd name="connsiteY2506" fmla="*/ 3563198 h 5274332"/>
              <a:gd name="connsiteX2507" fmla="*/ 1236258 w 4641785"/>
              <a:gd name="connsiteY2507" fmla="*/ 3552965 h 5274332"/>
              <a:gd name="connsiteX2508" fmla="*/ 1229748 w 4641785"/>
              <a:gd name="connsiteY2508" fmla="*/ 3554824 h 5274332"/>
              <a:gd name="connsiteX2509" fmla="*/ 1229749 w 4641785"/>
              <a:gd name="connsiteY2509" fmla="*/ 3554825 h 5274332"/>
              <a:gd name="connsiteX2510" fmla="*/ 1236259 w 4641785"/>
              <a:gd name="connsiteY2510" fmla="*/ 3552965 h 5274332"/>
              <a:gd name="connsiteX2511" fmla="*/ 1295327 w 4641785"/>
              <a:gd name="connsiteY2511" fmla="*/ 3550639 h 5274332"/>
              <a:gd name="connsiteX2512" fmla="*/ 1290675 w 4641785"/>
              <a:gd name="connsiteY2512" fmla="*/ 3552034 h 5274332"/>
              <a:gd name="connsiteX2513" fmla="*/ 1291141 w 4641785"/>
              <a:gd name="connsiteY2513" fmla="*/ 3553894 h 5274332"/>
              <a:gd name="connsiteX2514" fmla="*/ 1291143 w 4641785"/>
              <a:gd name="connsiteY2514" fmla="*/ 3553894 h 5274332"/>
              <a:gd name="connsiteX2515" fmla="*/ 1290678 w 4641785"/>
              <a:gd name="connsiteY2515" fmla="*/ 3552034 h 5274332"/>
              <a:gd name="connsiteX2516" fmla="*/ 1295327 w 4641785"/>
              <a:gd name="connsiteY2516" fmla="*/ 3550640 h 5274332"/>
              <a:gd name="connsiteX2517" fmla="*/ 1250676 w 4641785"/>
              <a:gd name="connsiteY2517" fmla="*/ 3550173 h 5274332"/>
              <a:gd name="connsiteX2518" fmla="*/ 1243234 w 4641785"/>
              <a:gd name="connsiteY2518" fmla="*/ 3550639 h 5274332"/>
              <a:gd name="connsiteX2519" fmla="*/ 1240910 w 4641785"/>
              <a:gd name="connsiteY2519" fmla="*/ 3552499 h 5274332"/>
              <a:gd name="connsiteX2520" fmla="*/ 1240911 w 4641785"/>
              <a:gd name="connsiteY2520" fmla="*/ 3552499 h 5274332"/>
              <a:gd name="connsiteX2521" fmla="*/ 1243237 w 4641785"/>
              <a:gd name="connsiteY2521" fmla="*/ 3550639 h 5274332"/>
              <a:gd name="connsiteX2522" fmla="*/ 1250677 w 4641785"/>
              <a:gd name="connsiteY2522" fmla="*/ 3550174 h 5274332"/>
              <a:gd name="connsiteX2523" fmla="*/ 1269748 w 4641785"/>
              <a:gd name="connsiteY2523" fmla="*/ 3549708 h 5274332"/>
              <a:gd name="connsiteX2524" fmla="*/ 1269746 w 4641785"/>
              <a:gd name="connsiteY2524" fmla="*/ 3549709 h 5274332"/>
              <a:gd name="connsiteX2525" fmla="*/ 1268351 w 4641785"/>
              <a:gd name="connsiteY2525" fmla="*/ 3551104 h 5274332"/>
              <a:gd name="connsiteX2526" fmla="*/ 1269281 w 4641785"/>
              <a:gd name="connsiteY2526" fmla="*/ 3556685 h 5274332"/>
              <a:gd name="connsiteX2527" fmla="*/ 1266958 w 4641785"/>
              <a:gd name="connsiteY2527" fmla="*/ 3559008 h 5274332"/>
              <a:gd name="connsiteX2528" fmla="*/ 1266958 w 4641785"/>
              <a:gd name="connsiteY2528" fmla="*/ 3559011 h 5274332"/>
              <a:gd name="connsiteX2529" fmla="*/ 1269283 w 4641785"/>
              <a:gd name="connsiteY2529" fmla="*/ 3556685 h 5274332"/>
              <a:gd name="connsiteX2530" fmla="*/ 1268353 w 4641785"/>
              <a:gd name="connsiteY2530" fmla="*/ 3551104 h 5274332"/>
              <a:gd name="connsiteX2531" fmla="*/ 1277187 w 4641785"/>
              <a:gd name="connsiteY2531" fmla="*/ 3548313 h 5274332"/>
              <a:gd name="connsiteX2532" fmla="*/ 1269835 w 4641785"/>
              <a:gd name="connsiteY2532" fmla="*/ 3549692 h 5274332"/>
              <a:gd name="connsiteX2533" fmla="*/ 1277188 w 4641785"/>
              <a:gd name="connsiteY2533" fmla="*/ 3548314 h 5274332"/>
              <a:gd name="connsiteX2534" fmla="*/ 1259978 w 4641785"/>
              <a:gd name="connsiteY2534" fmla="*/ 3547848 h 5274332"/>
              <a:gd name="connsiteX2535" fmla="*/ 1257188 w 4641785"/>
              <a:gd name="connsiteY2535" fmla="*/ 3548778 h 5274332"/>
              <a:gd name="connsiteX2536" fmla="*/ 1253468 w 4641785"/>
              <a:gd name="connsiteY2536" fmla="*/ 3553893 h 5274332"/>
              <a:gd name="connsiteX2537" fmla="*/ 1253469 w 4641785"/>
              <a:gd name="connsiteY2537" fmla="*/ 3553894 h 5274332"/>
              <a:gd name="connsiteX2538" fmla="*/ 1257190 w 4641785"/>
              <a:gd name="connsiteY2538" fmla="*/ 3548778 h 5274332"/>
              <a:gd name="connsiteX2539" fmla="*/ 1259979 w 4641785"/>
              <a:gd name="connsiteY2539" fmla="*/ 3547848 h 5274332"/>
              <a:gd name="connsiteX2540" fmla="*/ 1471605 w 4641785"/>
              <a:gd name="connsiteY2540" fmla="*/ 3547383 h 5274332"/>
              <a:gd name="connsiteX2541" fmla="*/ 1471605 w 4641785"/>
              <a:gd name="connsiteY2541" fmla="*/ 3547384 h 5274332"/>
              <a:gd name="connsiteX2542" fmla="*/ 1475325 w 4641785"/>
              <a:gd name="connsiteY2542" fmla="*/ 3547849 h 5274332"/>
              <a:gd name="connsiteX2543" fmla="*/ 1476255 w 4641785"/>
              <a:gd name="connsiteY2543" fmla="*/ 3550174 h 5274332"/>
              <a:gd name="connsiteX2544" fmla="*/ 1482302 w 4641785"/>
              <a:gd name="connsiteY2544" fmla="*/ 3548779 h 5274332"/>
              <a:gd name="connsiteX2545" fmla="*/ 1482302 w 4641785"/>
              <a:gd name="connsiteY2545" fmla="*/ 3548778 h 5274332"/>
              <a:gd name="connsiteX2546" fmla="*/ 1476256 w 4641785"/>
              <a:gd name="connsiteY2546" fmla="*/ 3550174 h 5274332"/>
              <a:gd name="connsiteX2547" fmla="*/ 1475326 w 4641785"/>
              <a:gd name="connsiteY2547" fmla="*/ 3547848 h 5274332"/>
              <a:gd name="connsiteX2548" fmla="*/ 1305559 w 4641785"/>
              <a:gd name="connsiteY2548" fmla="*/ 3547383 h 5274332"/>
              <a:gd name="connsiteX2549" fmla="*/ 1306024 w 4641785"/>
              <a:gd name="connsiteY2549" fmla="*/ 3551104 h 5274332"/>
              <a:gd name="connsiteX2550" fmla="*/ 1303234 w 4641785"/>
              <a:gd name="connsiteY2550" fmla="*/ 3552965 h 5274332"/>
              <a:gd name="connsiteX2551" fmla="*/ 1301373 w 4641785"/>
              <a:gd name="connsiteY2551" fmla="*/ 3557150 h 5274332"/>
              <a:gd name="connsiteX2552" fmla="*/ 1301375 w 4641785"/>
              <a:gd name="connsiteY2552" fmla="*/ 3557150 h 5274332"/>
              <a:gd name="connsiteX2553" fmla="*/ 1303236 w 4641785"/>
              <a:gd name="connsiteY2553" fmla="*/ 3552964 h 5274332"/>
              <a:gd name="connsiteX2554" fmla="*/ 1306026 w 4641785"/>
              <a:gd name="connsiteY2554" fmla="*/ 3551104 h 5274332"/>
              <a:gd name="connsiteX2555" fmla="*/ 1305562 w 4641785"/>
              <a:gd name="connsiteY2555" fmla="*/ 3547383 h 5274332"/>
              <a:gd name="connsiteX2556" fmla="*/ 1173935 w 4641785"/>
              <a:gd name="connsiteY2556" fmla="*/ 3545057 h 5274332"/>
              <a:gd name="connsiteX2557" fmla="*/ 1173933 w 4641785"/>
              <a:gd name="connsiteY2557" fmla="*/ 3545058 h 5274332"/>
              <a:gd name="connsiteX2558" fmla="*/ 1174864 w 4641785"/>
              <a:gd name="connsiteY2558" fmla="*/ 3550639 h 5274332"/>
              <a:gd name="connsiteX2559" fmla="*/ 1179515 w 4641785"/>
              <a:gd name="connsiteY2559" fmla="*/ 3552034 h 5274332"/>
              <a:gd name="connsiteX2560" fmla="*/ 1179980 w 4641785"/>
              <a:gd name="connsiteY2560" fmla="*/ 3554360 h 5274332"/>
              <a:gd name="connsiteX2561" fmla="*/ 1178120 w 4641785"/>
              <a:gd name="connsiteY2561" fmla="*/ 3558546 h 5274332"/>
              <a:gd name="connsiteX2562" fmla="*/ 1181375 w 4641785"/>
              <a:gd name="connsiteY2562" fmla="*/ 3559941 h 5274332"/>
              <a:gd name="connsiteX2563" fmla="*/ 1182305 w 4641785"/>
              <a:gd name="connsiteY2563" fmla="*/ 3563662 h 5274332"/>
              <a:gd name="connsiteX2564" fmla="*/ 1184507 w 4641785"/>
              <a:gd name="connsiteY2564" fmla="*/ 3563906 h 5274332"/>
              <a:gd name="connsiteX2565" fmla="*/ 1182308 w 4641785"/>
              <a:gd name="connsiteY2565" fmla="*/ 3563662 h 5274332"/>
              <a:gd name="connsiteX2566" fmla="*/ 1181377 w 4641785"/>
              <a:gd name="connsiteY2566" fmla="*/ 3559941 h 5274332"/>
              <a:gd name="connsiteX2567" fmla="*/ 1178121 w 4641785"/>
              <a:gd name="connsiteY2567" fmla="*/ 3558545 h 5274332"/>
              <a:gd name="connsiteX2568" fmla="*/ 1179982 w 4641785"/>
              <a:gd name="connsiteY2568" fmla="*/ 3554360 h 5274332"/>
              <a:gd name="connsiteX2569" fmla="*/ 1179517 w 4641785"/>
              <a:gd name="connsiteY2569" fmla="*/ 3552034 h 5274332"/>
              <a:gd name="connsiteX2570" fmla="*/ 1174866 w 4641785"/>
              <a:gd name="connsiteY2570" fmla="*/ 3550639 h 5274332"/>
              <a:gd name="connsiteX2571" fmla="*/ 2089269 w 4641785"/>
              <a:gd name="connsiteY2571" fmla="*/ 3544593 h 5274332"/>
              <a:gd name="connsiteX2572" fmla="*/ 2090664 w 4641785"/>
              <a:gd name="connsiteY2572" fmla="*/ 3547382 h 5274332"/>
              <a:gd name="connsiteX2573" fmla="*/ 2090664 w 4641785"/>
              <a:gd name="connsiteY2573" fmla="*/ 3547382 h 5274332"/>
              <a:gd name="connsiteX2574" fmla="*/ 2089270 w 4641785"/>
              <a:gd name="connsiteY2574" fmla="*/ 3544593 h 5274332"/>
              <a:gd name="connsiteX2575" fmla="*/ 1224165 w 4641785"/>
              <a:gd name="connsiteY2575" fmla="*/ 3541336 h 5274332"/>
              <a:gd name="connsiteX2576" fmla="*/ 1218586 w 4641785"/>
              <a:gd name="connsiteY2576" fmla="*/ 3544126 h 5274332"/>
              <a:gd name="connsiteX2577" fmla="*/ 1218586 w 4641785"/>
              <a:gd name="connsiteY2577" fmla="*/ 3544127 h 5274332"/>
              <a:gd name="connsiteX2578" fmla="*/ 1224165 w 4641785"/>
              <a:gd name="connsiteY2578" fmla="*/ 3541338 h 5274332"/>
              <a:gd name="connsiteX2579" fmla="*/ 1212537 w 4641785"/>
              <a:gd name="connsiteY2579" fmla="*/ 3539011 h 5274332"/>
              <a:gd name="connsiteX2580" fmla="*/ 1210677 w 4641785"/>
              <a:gd name="connsiteY2580" fmla="*/ 3547383 h 5274332"/>
              <a:gd name="connsiteX2581" fmla="*/ 1210679 w 4641785"/>
              <a:gd name="connsiteY2581" fmla="*/ 3547383 h 5274332"/>
              <a:gd name="connsiteX2582" fmla="*/ 1212539 w 4641785"/>
              <a:gd name="connsiteY2582" fmla="*/ 3539011 h 5274332"/>
              <a:gd name="connsiteX2583" fmla="*/ 1199049 w 4641785"/>
              <a:gd name="connsiteY2583" fmla="*/ 3538546 h 5274332"/>
              <a:gd name="connsiteX2584" fmla="*/ 1194398 w 4641785"/>
              <a:gd name="connsiteY2584" fmla="*/ 3540871 h 5274332"/>
              <a:gd name="connsiteX2585" fmla="*/ 1192530 w 4641785"/>
              <a:gd name="connsiteY2585" fmla="*/ 3540560 h 5274332"/>
              <a:gd name="connsiteX2586" fmla="*/ 1194400 w 4641785"/>
              <a:gd name="connsiteY2586" fmla="*/ 3540872 h 5274332"/>
              <a:gd name="connsiteX2587" fmla="*/ 1199051 w 4641785"/>
              <a:gd name="connsiteY2587" fmla="*/ 3538547 h 5274332"/>
              <a:gd name="connsiteX2588" fmla="*/ 1299978 w 4641785"/>
              <a:gd name="connsiteY2588" fmla="*/ 3536686 h 5274332"/>
              <a:gd name="connsiteX2589" fmla="*/ 1298117 w 4641785"/>
              <a:gd name="connsiteY2589" fmla="*/ 3546453 h 5274332"/>
              <a:gd name="connsiteX2590" fmla="*/ 1302009 w 4641785"/>
              <a:gd name="connsiteY2590" fmla="*/ 3546939 h 5274332"/>
              <a:gd name="connsiteX2591" fmla="*/ 1298119 w 4641785"/>
              <a:gd name="connsiteY2591" fmla="*/ 3546453 h 5274332"/>
              <a:gd name="connsiteX2592" fmla="*/ 1299980 w 4641785"/>
              <a:gd name="connsiteY2592" fmla="*/ 3536686 h 5274332"/>
              <a:gd name="connsiteX2593" fmla="*/ 1484163 w 4641785"/>
              <a:gd name="connsiteY2593" fmla="*/ 3535755 h 5274332"/>
              <a:gd name="connsiteX2594" fmla="*/ 1480907 w 4641785"/>
              <a:gd name="connsiteY2594" fmla="*/ 3537616 h 5274332"/>
              <a:gd name="connsiteX2595" fmla="*/ 1480907 w 4641785"/>
              <a:gd name="connsiteY2595" fmla="*/ 3537616 h 5274332"/>
              <a:gd name="connsiteX2596" fmla="*/ 1484162 w 4641785"/>
              <a:gd name="connsiteY2596" fmla="*/ 3535756 h 5274332"/>
              <a:gd name="connsiteX2597" fmla="*/ 1490674 w 4641785"/>
              <a:gd name="connsiteY2597" fmla="*/ 3537617 h 5274332"/>
              <a:gd name="connsiteX2598" fmla="*/ 1490674 w 4641785"/>
              <a:gd name="connsiteY2598" fmla="*/ 3537616 h 5274332"/>
              <a:gd name="connsiteX2599" fmla="*/ 1490675 w 4641785"/>
              <a:gd name="connsiteY2599" fmla="*/ 3533430 h 5274332"/>
              <a:gd name="connsiteX2600" fmla="*/ 1490675 w 4641785"/>
              <a:gd name="connsiteY2600" fmla="*/ 3533431 h 5274332"/>
              <a:gd name="connsiteX2601" fmla="*/ 1494394 w 4641785"/>
              <a:gd name="connsiteY2601" fmla="*/ 3535291 h 5274332"/>
              <a:gd name="connsiteX2602" fmla="*/ 1496720 w 4641785"/>
              <a:gd name="connsiteY2602" fmla="*/ 3534826 h 5274332"/>
              <a:gd name="connsiteX2603" fmla="*/ 1496720 w 4641785"/>
              <a:gd name="connsiteY2603" fmla="*/ 3534825 h 5274332"/>
              <a:gd name="connsiteX2604" fmla="*/ 1494395 w 4641785"/>
              <a:gd name="connsiteY2604" fmla="*/ 3535290 h 5274332"/>
              <a:gd name="connsiteX2605" fmla="*/ 1182771 w 4641785"/>
              <a:gd name="connsiteY2605" fmla="*/ 3529244 h 5274332"/>
              <a:gd name="connsiteX2606" fmla="*/ 1181375 w 4641785"/>
              <a:gd name="connsiteY2606" fmla="*/ 3532500 h 5274332"/>
              <a:gd name="connsiteX2607" fmla="*/ 1179515 w 4641785"/>
              <a:gd name="connsiteY2607" fmla="*/ 3538546 h 5274332"/>
              <a:gd name="connsiteX2608" fmla="*/ 1179980 w 4641785"/>
              <a:gd name="connsiteY2608" fmla="*/ 3543662 h 5274332"/>
              <a:gd name="connsiteX2609" fmla="*/ 1174059 w 4641785"/>
              <a:gd name="connsiteY2609" fmla="*/ 3545029 h 5274332"/>
              <a:gd name="connsiteX2610" fmla="*/ 1179982 w 4641785"/>
              <a:gd name="connsiteY2610" fmla="*/ 3543662 h 5274332"/>
              <a:gd name="connsiteX2611" fmla="*/ 1179517 w 4641785"/>
              <a:gd name="connsiteY2611" fmla="*/ 3538546 h 5274332"/>
              <a:gd name="connsiteX2612" fmla="*/ 1181377 w 4641785"/>
              <a:gd name="connsiteY2612" fmla="*/ 3532500 h 5274332"/>
              <a:gd name="connsiteX2613" fmla="*/ 1182772 w 4641785"/>
              <a:gd name="connsiteY2613" fmla="*/ 3529245 h 5274332"/>
              <a:gd name="connsiteX2614" fmla="*/ 1502768 w 4641785"/>
              <a:gd name="connsiteY2614" fmla="*/ 3528779 h 5274332"/>
              <a:gd name="connsiteX2615" fmla="*/ 1496721 w 4641785"/>
              <a:gd name="connsiteY2615" fmla="*/ 3530639 h 5274332"/>
              <a:gd name="connsiteX2616" fmla="*/ 1502767 w 4641785"/>
              <a:gd name="connsiteY2616" fmla="*/ 3528780 h 5274332"/>
              <a:gd name="connsiteX2617" fmla="*/ 1508348 w 4641785"/>
              <a:gd name="connsiteY2617" fmla="*/ 3530175 h 5274332"/>
              <a:gd name="connsiteX2618" fmla="*/ 1508348 w 4641785"/>
              <a:gd name="connsiteY2618" fmla="*/ 3530174 h 5274332"/>
              <a:gd name="connsiteX2619" fmla="*/ 2114851 w 4641785"/>
              <a:gd name="connsiteY2619" fmla="*/ 3510640 h 5274332"/>
              <a:gd name="connsiteX2620" fmla="*/ 2114850 w 4641785"/>
              <a:gd name="connsiteY2620" fmla="*/ 3510640 h 5274332"/>
              <a:gd name="connsiteX2621" fmla="*/ 2118104 w 4641785"/>
              <a:gd name="connsiteY2621" fmla="*/ 3513430 h 5274332"/>
              <a:gd name="connsiteX2622" fmla="*/ 2118105 w 4641785"/>
              <a:gd name="connsiteY2622" fmla="*/ 3513429 h 5274332"/>
              <a:gd name="connsiteX2623" fmla="*/ 1477887 w 4641785"/>
              <a:gd name="connsiteY2623" fmla="*/ 3490054 h 5274332"/>
              <a:gd name="connsiteX2624" fmla="*/ 1477187 w 4641785"/>
              <a:gd name="connsiteY2624" fmla="*/ 3491105 h 5274332"/>
              <a:gd name="connsiteX2625" fmla="*/ 1472536 w 4641785"/>
              <a:gd name="connsiteY2625" fmla="*/ 3492501 h 5274332"/>
              <a:gd name="connsiteX2626" fmla="*/ 1472536 w 4641785"/>
              <a:gd name="connsiteY2626" fmla="*/ 3492501 h 5274332"/>
              <a:gd name="connsiteX2627" fmla="*/ 1477186 w 4641785"/>
              <a:gd name="connsiteY2627" fmla="*/ 3491106 h 5274332"/>
              <a:gd name="connsiteX2628" fmla="*/ 1320003 w 4641785"/>
              <a:gd name="connsiteY2628" fmla="*/ 3490030 h 5274332"/>
              <a:gd name="connsiteX2629" fmla="*/ 1318117 w 4641785"/>
              <a:gd name="connsiteY2629" fmla="*/ 3490175 h 5274332"/>
              <a:gd name="connsiteX2630" fmla="*/ 1317652 w 4641785"/>
              <a:gd name="connsiteY2630" fmla="*/ 3497617 h 5274332"/>
              <a:gd name="connsiteX2631" fmla="*/ 1308815 w 4641785"/>
              <a:gd name="connsiteY2631" fmla="*/ 3501802 h 5274332"/>
              <a:gd name="connsiteX2632" fmla="*/ 1306955 w 4641785"/>
              <a:gd name="connsiteY2632" fmla="*/ 3508313 h 5274332"/>
              <a:gd name="connsiteX2633" fmla="*/ 1293466 w 4641785"/>
              <a:gd name="connsiteY2633" fmla="*/ 3509709 h 5274332"/>
              <a:gd name="connsiteX2634" fmla="*/ 1294862 w 4641785"/>
              <a:gd name="connsiteY2634" fmla="*/ 3518546 h 5274332"/>
              <a:gd name="connsiteX2635" fmla="*/ 1298117 w 4641785"/>
              <a:gd name="connsiteY2635" fmla="*/ 3519476 h 5274332"/>
              <a:gd name="connsiteX2636" fmla="*/ 1299048 w 4641785"/>
              <a:gd name="connsiteY2636" fmla="*/ 3522732 h 5274332"/>
              <a:gd name="connsiteX2637" fmla="*/ 1295792 w 4641785"/>
              <a:gd name="connsiteY2637" fmla="*/ 3523662 h 5274332"/>
              <a:gd name="connsiteX2638" fmla="*/ 1296257 w 4641785"/>
              <a:gd name="connsiteY2638" fmla="*/ 3530174 h 5274332"/>
              <a:gd name="connsiteX2639" fmla="*/ 1293466 w 4641785"/>
              <a:gd name="connsiteY2639" fmla="*/ 3531104 h 5274332"/>
              <a:gd name="connsiteX2640" fmla="*/ 1293931 w 4641785"/>
              <a:gd name="connsiteY2640" fmla="*/ 3537151 h 5274332"/>
              <a:gd name="connsiteX2641" fmla="*/ 1295954 w 4641785"/>
              <a:gd name="connsiteY2641" fmla="*/ 3536995 h 5274332"/>
              <a:gd name="connsiteX2642" fmla="*/ 1293934 w 4641785"/>
              <a:gd name="connsiteY2642" fmla="*/ 3537150 h 5274332"/>
              <a:gd name="connsiteX2643" fmla="*/ 1293468 w 4641785"/>
              <a:gd name="connsiteY2643" fmla="*/ 3531105 h 5274332"/>
              <a:gd name="connsiteX2644" fmla="*/ 1296260 w 4641785"/>
              <a:gd name="connsiteY2644" fmla="*/ 3530174 h 5274332"/>
              <a:gd name="connsiteX2645" fmla="*/ 1295794 w 4641785"/>
              <a:gd name="connsiteY2645" fmla="*/ 3523662 h 5274332"/>
              <a:gd name="connsiteX2646" fmla="*/ 1299050 w 4641785"/>
              <a:gd name="connsiteY2646" fmla="*/ 3522732 h 5274332"/>
              <a:gd name="connsiteX2647" fmla="*/ 1298119 w 4641785"/>
              <a:gd name="connsiteY2647" fmla="*/ 3519477 h 5274332"/>
              <a:gd name="connsiteX2648" fmla="*/ 1294864 w 4641785"/>
              <a:gd name="connsiteY2648" fmla="*/ 3518547 h 5274332"/>
              <a:gd name="connsiteX2649" fmla="*/ 1293468 w 4641785"/>
              <a:gd name="connsiteY2649" fmla="*/ 3509709 h 5274332"/>
              <a:gd name="connsiteX2650" fmla="*/ 1306957 w 4641785"/>
              <a:gd name="connsiteY2650" fmla="*/ 3508314 h 5274332"/>
              <a:gd name="connsiteX2651" fmla="*/ 1308817 w 4641785"/>
              <a:gd name="connsiteY2651" fmla="*/ 3501803 h 5274332"/>
              <a:gd name="connsiteX2652" fmla="*/ 1317655 w 4641785"/>
              <a:gd name="connsiteY2652" fmla="*/ 3497616 h 5274332"/>
              <a:gd name="connsiteX2653" fmla="*/ 1318119 w 4641785"/>
              <a:gd name="connsiteY2653" fmla="*/ 3490175 h 5274332"/>
              <a:gd name="connsiteX2654" fmla="*/ 1483233 w 4641785"/>
              <a:gd name="connsiteY2654" fmla="*/ 3487849 h 5274332"/>
              <a:gd name="connsiteX2655" fmla="*/ 1478117 w 4641785"/>
              <a:gd name="connsiteY2655" fmla="*/ 3489709 h 5274332"/>
              <a:gd name="connsiteX2656" fmla="*/ 1478116 w 4641785"/>
              <a:gd name="connsiteY2656" fmla="*/ 3489711 h 5274332"/>
              <a:gd name="connsiteX2657" fmla="*/ 1483232 w 4641785"/>
              <a:gd name="connsiteY2657" fmla="*/ 3487850 h 5274332"/>
              <a:gd name="connsiteX2658" fmla="*/ 1485092 w 4641785"/>
              <a:gd name="connsiteY2658" fmla="*/ 3488315 h 5274332"/>
              <a:gd name="connsiteX2659" fmla="*/ 1485093 w 4641785"/>
              <a:gd name="connsiteY2659" fmla="*/ 3488314 h 5274332"/>
              <a:gd name="connsiteX2660" fmla="*/ 1336721 w 4641785"/>
              <a:gd name="connsiteY2660" fmla="*/ 3483198 h 5274332"/>
              <a:gd name="connsiteX2661" fmla="*/ 1335791 w 4641785"/>
              <a:gd name="connsiteY2661" fmla="*/ 3487849 h 5274332"/>
              <a:gd name="connsiteX2662" fmla="*/ 1333931 w 4641785"/>
              <a:gd name="connsiteY2662" fmla="*/ 3491105 h 5274332"/>
              <a:gd name="connsiteX2663" fmla="*/ 1331481 w 4641785"/>
              <a:gd name="connsiteY2663" fmla="*/ 3491513 h 5274332"/>
              <a:gd name="connsiteX2664" fmla="*/ 1333933 w 4641785"/>
              <a:gd name="connsiteY2664" fmla="*/ 3491105 h 5274332"/>
              <a:gd name="connsiteX2665" fmla="*/ 1335794 w 4641785"/>
              <a:gd name="connsiteY2665" fmla="*/ 3487849 h 5274332"/>
              <a:gd name="connsiteX2666" fmla="*/ 1336724 w 4641785"/>
              <a:gd name="connsiteY2666" fmla="*/ 3483198 h 5274332"/>
              <a:gd name="connsiteX2667" fmla="*/ 1340442 w 4641785"/>
              <a:gd name="connsiteY2667" fmla="*/ 3483198 h 5274332"/>
              <a:gd name="connsiteX2668" fmla="*/ 1340442 w 4641785"/>
              <a:gd name="connsiteY2668" fmla="*/ 3483198 h 5274332"/>
              <a:gd name="connsiteX2669" fmla="*/ 1328992 w 4641785"/>
              <a:gd name="connsiteY2669" fmla="*/ 3481928 h 5274332"/>
              <a:gd name="connsiteX2670" fmla="*/ 1324164 w 4641785"/>
              <a:gd name="connsiteY2670" fmla="*/ 3482733 h 5274332"/>
              <a:gd name="connsiteX2671" fmla="*/ 1324164 w 4641785"/>
              <a:gd name="connsiteY2671" fmla="*/ 3489709 h 5274332"/>
              <a:gd name="connsiteX2672" fmla="*/ 1324165 w 4641785"/>
              <a:gd name="connsiteY2672" fmla="*/ 3489709 h 5274332"/>
              <a:gd name="connsiteX2673" fmla="*/ 1324165 w 4641785"/>
              <a:gd name="connsiteY2673" fmla="*/ 3482733 h 5274332"/>
              <a:gd name="connsiteX2674" fmla="*/ 1354860 w 4641785"/>
              <a:gd name="connsiteY2674" fmla="*/ 3478081 h 5274332"/>
              <a:gd name="connsiteX2675" fmla="*/ 1354860 w 4641785"/>
              <a:gd name="connsiteY2675" fmla="*/ 3484593 h 5274332"/>
              <a:gd name="connsiteX2676" fmla="*/ 1350675 w 4641785"/>
              <a:gd name="connsiteY2676" fmla="*/ 3491570 h 5274332"/>
              <a:gd name="connsiteX2677" fmla="*/ 1350675 w 4641785"/>
              <a:gd name="connsiteY2677" fmla="*/ 3495755 h 5274332"/>
              <a:gd name="connsiteX2678" fmla="*/ 1350677 w 4641785"/>
              <a:gd name="connsiteY2678" fmla="*/ 3495756 h 5274332"/>
              <a:gd name="connsiteX2679" fmla="*/ 1350677 w 4641785"/>
              <a:gd name="connsiteY2679" fmla="*/ 3491570 h 5274332"/>
              <a:gd name="connsiteX2680" fmla="*/ 1354863 w 4641785"/>
              <a:gd name="connsiteY2680" fmla="*/ 3484594 h 5274332"/>
              <a:gd name="connsiteX2681" fmla="*/ 1354863 w 4641785"/>
              <a:gd name="connsiteY2681" fmla="*/ 3478082 h 5274332"/>
              <a:gd name="connsiteX2682" fmla="*/ 1487883 w 4641785"/>
              <a:gd name="connsiteY2682" fmla="*/ 3470640 h 5274332"/>
              <a:gd name="connsiteX2683" fmla="*/ 1483233 w 4641785"/>
              <a:gd name="connsiteY2683" fmla="*/ 3471105 h 5274332"/>
              <a:gd name="connsiteX2684" fmla="*/ 1483233 w 4641785"/>
              <a:gd name="connsiteY2684" fmla="*/ 3471106 h 5274332"/>
              <a:gd name="connsiteX2685" fmla="*/ 1487883 w 4641785"/>
              <a:gd name="connsiteY2685" fmla="*/ 3470641 h 5274332"/>
              <a:gd name="connsiteX2686" fmla="*/ 2060432 w 4641785"/>
              <a:gd name="connsiteY2686" fmla="*/ 3466919 h 5274332"/>
              <a:gd name="connsiteX2687" fmla="*/ 2050664 w 4641785"/>
              <a:gd name="connsiteY2687" fmla="*/ 3472965 h 5274332"/>
              <a:gd name="connsiteX2688" fmla="*/ 2046479 w 4641785"/>
              <a:gd name="connsiteY2688" fmla="*/ 3478081 h 5274332"/>
              <a:gd name="connsiteX2689" fmla="*/ 2043688 w 4641785"/>
              <a:gd name="connsiteY2689" fmla="*/ 3478546 h 5274332"/>
              <a:gd name="connsiteX2690" fmla="*/ 2039967 w 4641785"/>
              <a:gd name="connsiteY2690" fmla="*/ 3477617 h 5274332"/>
              <a:gd name="connsiteX2691" fmla="*/ 2039968 w 4641785"/>
              <a:gd name="connsiteY2691" fmla="*/ 3477618 h 5274332"/>
              <a:gd name="connsiteX2692" fmla="*/ 2043689 w 4641785"/>
              <a:gd name="connsiteY2692" fmla="*/ 3478548 h 5274332"/>
              <a:gd name="connsiteX2693" fmla="*/ 2046480 w 4641785"/>
              <a:gd name="connsiteY2693" fmla="*/ 3478082 h 5274332"/>
              <a:gd name="connsiteX2694" fmla="*/ 2050665 w 4641785"/>
              <a:gd name="connsiteY2694" fmla="*/ 3472967 h 5274332"/>
              <a:gd name="connsiteX2695" fmla="*/ 2060433 w 4641785"/>
              <a:gd name="connsiteY2695" fmla="*/ 3466920 h 5274332"/>
              <a:gd name="connsiteX2696" fmla="*/ 2065549 w 4641785"/>
              <a:gd name="connsiteY2696" fmla="*/ 3467850 h 5274332"/>
              <a:gd name="connsiteX2697" fmla="*/ 2075316 w 4641785"/>
              <a:gd name="connsiteY2697" fmla="*/ 3473897 h 5274332"/>
              <a:gd name="connsiteX2698" fmla="*/ 2085084 w 4641785"/>
              <a:gd name="connsiteY2698" fmla="*/ 3473431 h 5274332"/>
              <a:gd name="connsiteX2699" fmla="*/ 2096247 w 4641785"/>
              <a:gd name="connsiteY2699" fmla="*/ 3474827 h 5274332"/>
              <a:gd name="connsiteX2700" fmla="*/ 2099967 w 4641785"/>
              <a:gd name="connsiteY2700" fmla="*/ 3474827 h 5274332"/>
              <a:gd name="connsiteX2701" fmla="*/ 2102758 w 4641785"/>
              <a:gd name="connsiteY2701" fmla="*/ 3472036 h 5274332"/>
              <a:gd name="connsiteX2702" fmla="*/ 2104268 w 4641785"/>
              <a:gd name="connsiteY2702" fmla="*/ 3472792 h 5274332"/>
              <a:gd name="connsiteX2703" fmla="*/ 2104616 w 4641785"/>
              <a:gd name="connsiteY2703" fmla="*/ 3472966 h 5274332"/>
              <a:gd name="connsiteX2704" fmla="*/ 2104616 w 4641785"/>
              <a:gd name="connsiteY2704" fmla="*/ 3472966 h 5274332"/>
              <a:gd name="connsiteX2705" fmla="*/ 2104618 w 4641785"/>
              <a:gd name="connsiteY2705" fmla="*/ 3472967 h 5274332"/>
              <a:gd name="connsiteX2706" fmla="*/ 2109734 w 4641785"/>
              <a:gd name="connsiteY2706" fmla="*/ 3472037 h 5274332"/>
              <a:gd name="connsiteX2707" fmla="*/ 2109733 w 4641785"/>
              <a:gd name="connsiteY2707" fmla="*/ 3472035 h 5274332"/>
              <a:gd name="connsiteX2708" fmla="*/ 2104616 w 4641785"/>
              <a:gd name="connsiteY2708" fmla="*/ 3472966 h 5274332"/>
              <a:gd name="connsiteX2709" fmla="*/ 2104268 w 4641785"/>
              <a:gd name="connsiteY2709" fmla="*/ 3472792 h 5274332"/>
              <a:gd name="connsiteX2710" fmla="*/ 2102756 w 4641785"/>
              <a:gd name="connsiteY2710" fmla="*/ 3472035 h 5274332"/>
              <a:gd name="connsiteX2711" fmla="*/ 2099966 w 4641785"/>
              <a:gd name="connsiteY2711" fmla="*/ 3474826 h 5274332"/>
              <a:gd name="connsiteX2712" fmla="*/ 2096245 w 4641785"/>
              <a:gd name="connsiteY2712" fmla="*/ 3474826 h 5274332"/>
              <a:gd name="connsiteX2713" fmla="*/ 2096245 w 4641785"/>
              <a:gd name="connsiteY2713" fmla="*/ 3474825 h 5274332"/>
              <a:gd name="connsiteX2714" fmla="*/ 2085083 w 4641785"/>
              <a:gd name="connsiteY2714" fmla="*/ 3473430 h 5274332"/>
              <a:gd name="connsiteX2715" fmla="*/ 2075315 w 4641785"/>
              <a:gd name="connsiteY2715" fmla="*/ 3473895 h 5274332"/>
              <a:gd name="connsiteX2716" fmla="*/ 2065548 w 4641785"/>
              <a:gd name="connsiteY2716" fmla="*/ 3467849 h 5274332"/>
              <a:gd name="connsiteX2717" fmla="*/ 1493930 w 4641785"/>
              <a:gd name="connsiteY2717" fmla="*/ 3462269 h 5274332"/>
              <a:gd name="connsiteX2718" fmla="*/ 1489744 w 4641785"/>
              <a:gd name="connsiteY2718" fmla="*/ 3464594 h 5274332"/>
              <a:gd name="connsiteX2719" fmla="*/ 1493930 w 4641785"/>
              <a:gd name="connsiteY2719" fmla="*/ 3462269 h 5274332"/>
              <a:gd name="connsiteX2720" fmla="*/ 2144151 w 4641785"/>
              <a:gd name="connsiteY2720" fmla="*/ 3461338 h 5274332"/>
              <a:gd name="connsiteX2721" fmla="*/ 2140430 w 4641785"/>
              <a:gd name="connsiteY2721" fmla="*/ 3462733 h 5274332"/>
              <a:gd name="connsiteX2722" fmla="*/ 2137639 w 4641785"/>
              <a:gd name="connsiteY2722" fmla="*/ 3466454 h 5274332"/>
              <a:gd name="connsiteX2723" fmla="*/ 2137174 w 4641785"/>
              <a:gd name="connsiteY2723" fmla="*/ 3469245 h 5274332"/>
              <a:gd name="connsiteX2724" fmla="*/ 2132058 w 4641785"/>
              <a:gd name="connsiteY2724" fmla="*/ 3472966 h 5274332"/>
              <a:gd name="connsiteX2725" fmla="*/ 2126477 w 4641785"/>
              <a:gd name="connsiteY2725" fmla="*/ 3471105 h 5274332"/>
              <a:gd name="connsiteX2726" fmla="*/ 2122756 w 4641785"/>
              <a:gd name="connsiteY2726" fmla="*/ 3472966 h 5274332"/>
              <a:gd name="connsiteX2727" fmla="*/ 2111594 w 4641785"/>
              <a:gd name="connsiteY2727" fmla="*/ 3475291 h 5274332"/>
              <a:gd name="connsiteX2728" fmla="*/ 2111594 w 4641785"/>
              <a:gd name="connsiteY2728" fmla="*/ 3475292 h 5274332"/>
              <a:gd name="connsiteX2729" fmla="*/ 2122757 w 4641785"/>
              <a:gd name="connsiteY2729" fmla="*/ 3472967 h 5274332"/>
              <a:gd name="connsiteX2730" fmla="*/ 2126478 w 4641785"/>
              <a:gd name="connsiteY2730" fmla="*/ 3471106 h 5274332"/>
              <a:gd name="connsiteX2731" fmla="*/ 2132060 w 4641785"/>
              <a:gd name="connsiteY2731" fmla="*/ 3472967 h 5274332"/>
              <a:gd name="connsiteX2732" fmla="*/ 2137176 w 4641785"/>
              <a:gd name="connsiteY2732" fmla="*/ 3469246 h 5274332"/>
              <a:gd name="connsiteX2733" fmla="*/ 2137641 w 4641785"/>
              <a:gd name="connsiteY2733" fmla="*/ 3466455 h 5274332"/>
              <a:gd name="connsiteX2734" fmla="*/ 2140432 w 4641785"/>
              <a:gd name="connsiteY2734" fmla="*/ 3462734 h 5274332"/>
              <a:gd name="connsiteX2735" fmla="*/ 2144152 w 4641785"/>
              <a:gd name="connsiteY2735" fmla="*/ 3461339 h 5274332"/>
              <a:gd name="connsiteX2736" fmla="*/ 2098105 w 4641785"/>
              <a:gd name="connsiteY2736" fmla="*/ 3460872 h 5274332"/>
              <a:gd name="connsiteX2737" fmla="*/ 2096710 w 4641785"/>
              <a:gd name="connsiteY2737" fmla="*/ 3465988 h 5274332"/>
              <a:gd name="connsiteX2738" fmla="*/ 2098105 w 4641785"/>
              <a:gd name="connsiteY2738" fmla="*/ 3460872 h 5274332"/>
              <a:gd name="connsiteX2739" fmla="*/ 2104616 w 4641785"/>
              <a:gd name="connsiteY2739" fmla="*/ 3463198 h 5274332"/>
              <a:gd name="connsiteX2740" fmla="*/ 2104617 w 4641785"/>
              <a:gd name="connsiteY2740" fmla="*/ 3463197 h 5274332"/>
              <a:gd name="connsiteX2741" fmla="*/ 1376256 w 4641785"/>
              <a:gd name="connsiteY2741" fmla="*/ 3459477 h 5274332"/>
              <a:gd name="connsiteX2742" fmla="*/ 1369279 w 4641785"/>
              <a:gd name="connsiteY2742" fmla="*/ 3461803 h 5274332"/>
              <a:gd name="connsiteX2743" fmla="*/ 1368349 w 4641785"/>
              <a:gd name="connsiteY2743" fmla="*/ 3464128 h 5274332"/>
              <a:gd name="connsiteX2744" fmla="*/ 1368351 w 4641785"/>
              <a:gd name="connsiteY2744" fmla="*/ 3464129 h 5274332"/>
              <a:gd name="connsiteX2745" fmla="*/ 1369281 w 4641785"/>
              <a:gd name="connsiteY2745" fmla="*/ 3461803 h 5274332"/>
              <a:gd name="connsiteX2746" fmla="*/ 1376258 w 4641785"/>
              <a:gd name="connsiteY2746" fmla="*/ 3459477 h 5274332"/>
              <a:gd name="connsiteX2747" fmla="*/ 1376556 w 4641785"/>
              <a:gd name="connsiteY2747" fmla="*/ 3459537 h 5274332"/>
              <a:gd name="connsiteX2748" fmla="*/ 1358581 w 4641785"/>
              <a:gd name="connsiteY2748" fmla="*/ 3459477 h 5274332"/>
              <a:gd name="connsiteX2749" fmla="*/ 1358116 w 4641785"/>
              <a:gd name="connsiteY2749" fmla="*/ 3465989 h 5274332"/>
              <a:gd name="connsiteX2750" fmla="*/ 1362303 w 4641785"/>
              <a:gd name="connsiteY2750" fmla="*/ 3467384 h 5274332"/>
              <a:gd name="connsiteX2751" fmla="*/ 1366023 w 4641785"/>
              <a:gd name="connsiteY2751" fmla="*/ 3471105 h 5274332"/>
              <a:gd name="connsiteX2752" fmla="*/ 1364162 w 4641785"/>
              <a:gd name="connsiteY2752" fmla="*/ 3475756 h 5274332"/>
              <a:gd name="connsiteX2753" fmla="*/ 1361837 w 4641785"/>
              <a:gd name="connsiteY2753" fmla="*/ 3478081 h 5274332"/>
              <a:gd name="connsiteX2754" fmla="*/ 1358119 w 4641785"/>
              <a:gd name="connsiteY2754" fmla="*/ 3479012 h 5274332"/>
              <a:gd name="connsiteX2755" fmla="*/ 1361840 w 4641785"/>
              <a:gd name="connsiteY2755" fmla="*/ 3478082 h 5274332"/>
              <a:gd name="connsiteX2756" fmla="*/ 1364165 w 4641785"/>
              <a:gd name="connsiteY2756" fmla="*/ 3475756 h 5274332"/>
              <a:gd name="connsiteX2757" fmla="*/ 1366026 w 4641785"/>
              <a:gd name="connsiteY2757" fmla="*/ 3471105 h 5274332"/>
              <a:gd name="connsiteX2758" fmla="*/ 1362305 w 4641785"/>
              <a:gd name="connsiteY2758" fmla="*/ 3467384 h 5274332"/>
              <a:gd name="connsiteX2759" fmla="*/ 1358119 w 4641785"/>
              <a:gd name="connsiteY2759" fmla="*/ 3465989 h 5274332"/>
              <a:gd name="connsiteX2760" fmla="*/ 1358584 w 4641785"/>
              <a:gd name="connsiteY2760" fmla="*/ 3459477 h 5274332"/>
              <a:gd name="connsiteX2761" fmla="*/ 1362303 w 4641785"/>
              <a:gd name="connsiteY2761" fmla="*/ 3459477 h 5274332"/>
              <a:gd name="connsiteX2762" fmla="*/ 1362303 w 4641785"/>
              <a:gd name="connsiteY2762" fmla="*/ 3459477 h 5274332"/>
              <a:gd name="connsiteX2763" fmla="*/ 2158232 w 4641785"/>
              <a:gd name="connsiteY2763" fmla="*/ 3457899 h 5274332"/>
              <a:gd name="connsiteX2764" fmla="*/ 2155313 w 4641785"/>
              <a:gd name="connsiteY2764" fmla="*/ 3459942 h 5274332"/>
              <a:gd name="connsiteX2765" fmla="*/ 2146477 w 4641785"/>
              <a:gd name="connsiteY2765" fmla="*/ 3465523 h 5274332"/>
              <a:gd name="connsiteX2766" fmla="*/ 2146478 w 4641785"/>
              <a:gd name="connsiteY2766" fmla="*/ 3465524 h 5274332"/>
              <a:gd name="connsiteX2767" fmla="*/ 2155315 w 4641785"/>
              <a:gd name="connsiteY2767" fmla="*/ 3459944 h 5274332"/>
              <a:gd name="connsiteX2768" fmla="*/ 2155314 w 4641785"/>
              <a:gd name="connsiteY2768" fmla="*/ 3459942 h 5274332"/>
              <a:gd name="connsiteX2769" fmla="*/ 1492536 w 4641785"/>
              <a:gd name="connsiteY2769" fmla="*/ 3457617 h 5274332"/>
              <a:gd name="connsiteX2770" fmla="*/ 1492536 w 4641785"/>
              <a:gd name="connsiteY2770" fmla="*/ 3457619 h 5274332"/>
              <a:gd name="connsiteX2771" fmla="*/ 1497650 w 4641785"/>
              <a:gd name="connsiteY2771" fmla="*/ 3458548 h 5274332"/>
              <a:gd name="connsiteX2772" fmla="*/ 1497650 w 4641785"/>
              <a:gd name="connsiteY2772" fmla="*/ 3458548 h 5274332"/>
              <a:gd name="connsiteX2773" fmla="*/ 1383698 w 4641785"/>
              <a:gd name="connsiteY2773" fmla="*/ 3456687 h 5274332"/>
              <a:gd name="connsiteX2774" fmla="*/ 1380907 w 4641785"/>
              <a:gd name="connsiteY2774" fmla="*/ 3460407 h 5274332"/>
              <a:gd name="connsiteX2775" fmla="*/ 1380909 w 4641785"/>
              <a:gd name="connsiteY2775" fmla="*/ 3460407 h 5274332"/>
              <a:gd name="connsiteX2776" fmla="*/ 1383700 w 4641785"/>
              <a:gd name="connsiteY2776" fmla="*/ 3456687 h 5274332"/>
              <a:gd name="connsiteX2777" fmla="*/ 2032526 w 4641785"/>
              <a:gd name="connsiteY2777" fmla="*/ 3455292 h 5274332"/>
              <a:gd name="connsiteX2778" fmla="*/ 2032526 w 4641785"/>
              <a:gd name="connsiteY2778" fmla="*/ 3455292 h 5274332"/>
              <a:gd name="connsiteX2779" fmla="*/ 2033921 w 4641785"/>
              <a:gd name="connsiteY2779" fmla="*/ 3456686 h 5274332"/>
              <a:gd name="connsiteX2780" fmla="*/ 1501836 w 4641785"/>
              <a:gd name="connsiteY2780" fmla="*/ 3451106 h 5274332"/>
              <a:gd name="connsiteX2781" fmla="*/ 1498117 w 4641785"/>
              <a:gd name="connsiteY2781" fmla="*/ 3451571 h 5274332"/>
              <a:gd name="connsiteX2782" fmla="*/ 1498117 w 4641785"/>
              <a:gd name="connsiteY2782" fmla="*/ 3451572 h 5274332"/>
              <a:gd name="connsiteX2783" fmla="*/ 1501836 w 4641785"/>
              <a:gd name="connsiteY2783" fmla="*/ 3451106 h 5274332"/>
              <a:gd name="connsiteX2784" fmla="*/ 2108729 w 4641785"/>
              <a:gd name="connsiteY2784" fmla="*/ 3449218 h 5274332"/>
              <a:gd name="connsiteX2785" fmla="*/ 2107408 w 4641785"/>
              <a:gd name="connsiteY2785" fmla="*/ 3451105 h 5274332"/>
              <a:gd name="connsiteX2786" fmla="*/ 2107004 w 4641785"/>
              <a:gd name="connsiteY2786" fmla="*/ 3452014 h 5274332"/>
              <a:gd name="connsiteX2787" fmla="*/ 2107408 w 4641785"/>
              <a:gd name="connsiteY2787" fmla="*/ 3451106 h 5274332"/>
              <a:gd name="connsiteX2788" fmla="*/ 2179964 w 4641785"/>
              <a:gd name="connsiteY2788" fmla="*/ 3445524 h 5274332"/>
              <a:gd name="connsiteX2789" fmla="*/ 2179130 w 4641785"/>
              <a:gd name="connsiteY2789" fmla="*/ 3446191 h 5274332"/>
              <a:gd name="connsiteX2790" fmla="*/ 2179964 w 4641785"/>
              <a:gd name="connsiteY2790" fmla="*/ 3445524 h 5274332"/>
              <a:gd name="connsiteX2791" fmla="*/ 2234847 w 4641785"/>
              <a:gd name="connsiteY2791" fmla="*/ 3436687 h 5274332"/>
              <a:gd name="connsiteX2792" fmla="*/ 2236707 w 4641785"/>
              <a:gd name="connsiteY2792" fmla="*/ 3440408 h 5274332"/>
              <a:gd name="connsiteX2793" fmla="*/ 2236294 w 4641785"/>
              <a:gd name="connsiteY2793" fmla="*/ 3444133 h 5274332"/>
              <a:gd name="connsiteX2794" fmla="*/ 2236708 w 4641785"/>
              <a:gd name="connsiteY2794" fmla="*/ 3440408 h 5274332"/>
              <a:gd name="connsiteX2795" fmla="*/ 2193918 w 4641785"/>
              <a:gd name="connsiteY2795" fmla="*/ 3434826 h 5274332"/>
              <a:gd name="connsiteX2796" fmla="*/ 2193917 w 4641785"/>
              <a:gd name="connsiteY2796" fmla="*/ 3434826 h 5274332"/>
              <a:gd name="connsiteX2797" fmla="*/ 2193917 w 4641785"/>
              <a:gd name="connsiteY2797" fmla="*/ 3438548 h 5274332"/>
              <a:gd name="connsiteX2798" fmla="*/ 2193918 w 4641785"/>
              <a:gd name="connsiteY2798" fmla="*/ 3438547 h 5274332"/>
              <a:gd name="connsiteX2799" fmla="*/ 2205080 w 4641785"/>
              <a:gd name="connsiteY2799" fmla="*/ 3431570 h 5274332"/>
              <a:gd name="connsiteX2800" fmla="*/ 2203220 w 4641785"/>
              <a:gd name="connsiteY2800" fmla="*/ 3434826 h 5274332"/>
              <a:gd name="connsiteX2801" fmla="*/ 2203220 w 4641785"/>
              <a:gd name="connsiteY2801" fmla="*/ 3434826 h 5274332"/>
              <a:gd name="connsiteX2802" fmla="*/ 1494395 w 4641785"/>
              <a:gd name="connsiteY2802" fmla="*/ 3428315 h 5274332"/>
              <a:gd name="connsiteX2803" fmla="*/ 1490654 w 4641785"/>
              <a:gd name="connsiteY2803" fmla="*/ 3429438 h 5274332"/>
              <a:gd name="connsiteX2804" fmla="*/ 1494394 w 4641785"/>
              <a:gd name="connsiteY2804" fmla="*/ 3428316 h 5274332"/>
              <a:gd name="connsiteX2805" fmla="*/ 2115779 w 4641785"/>
              <a:gd name="connsiteY2805" fmla="*/ 3426919 h 5274332"/>
              <a:gd name="connsiteX2806" fmla="*/ 2114312 w 4641785"/>
              <a:gd name="connsiteY2806" fmla="*/ 3429365 h 5274332"/>
              <a:gd name="connsiteX2807" fmla="*/ 2115779 w 4641785"/>
              <a:gd name="connsiteY2807" fmla="*/ 3426920 h 5274332"/>
              <a:gd name="connsiteX2808" fmla="*/ 2246475 w 4641785"/>
              <a:gd name="connsiteY2808" fmla="*/ 3426454 h 5274332"/>
              <a:gd name="connsiteX2809" fmla="*/ 2246475 w 4641785"/>
              <a:gd name="connsiteY2809" fmla="*/ 3426455 h 5274332"/>
              <a:gd name="connsiteX2810" fmla="*/ 2248335 w 4641785"/>
              <a:gd name="connsiteY2810" fmla="*/ 3428315 h 5274332"/>
              <a:gd name="connsiteX2811" fmla="*/ 2248335 w 4641785"/>
              <a:gd name="connsiteY2811" fmla="*/ 3428315 h 5274332"/>
              <a:gd name="connsiteX2812" fmla="*/ 2251620 w 4641785"/>
              <a:gd name="connsiteY2812" fmla="*/ 3419740 h 5274332"/>
              <a:gd name="connsiteX2813" fmla="*/ 2250661 w 4641785"/>
              <a:gd name="connsiteY2813" fmla="*/ 3421337 h 5274332"/>
              <a:gd name="connsiteX2814" fmla="*/ 2250661 w 4641785"/>
              <a:gd name="connsiteY2814" fmla="*/ 3421338 h 5274332"/>
              <a:gd name="connsiteX2815" fmla="*/ 2118105 w 4641785"/>
              <a:gd name="connsiteY2815" fmla="*/ 3416222 h 5274332"/>
              <a:gd name="connsiteX2816" fmla="*/ 2116883 w 4641785"/>
              <a:gd name="connsiteY2816" fmla="*/ 3419277 h 5274332"/>
              <a:gd name="connsiteX2817" fmla="*/ 2118105 w 4641785"/>
              <a:gd name="connsiteY2817" fmla="*/ 3416223 h 5274332"/>
              <a:gd name="connsiteX2818" fmla="*/ 2030665 w 4641785"/>
              <a:gd name="connsiteY2818" fmla="*/ 3414362 h 5274332"/>
              <a:gd name="connsiteX2819" fmla="*/ 2026014 w 4641785"/>
              <a:gd name="connsiteY2819" fmla="*/ 3416221 h 5274332"/>
              <a:gd name="connsiteX2820" fmla="*/ 2019037 w 4641785"/>
              <a:gd name="connsiteY2820" fmla="*/ 3419943 h 5274332"/>
              <a:gd name="connsiteX2821" fmla="*/ 2012991 w 4641785"/>
              <a:gd name="connsiteY2821" fmla="*/ 3419943 h 5274332"/>
              <a:gd name="connsiteX2822" fmla="*/ 2012992 w 4641785"/>
              <a:gd name="connsiteY2822" fmla="*/ 3419944 h 5274332"/>
              <a:gd name="connsiteX2823" fmla="*/ 2019038 w 4641785"/>
              <a:gd name="connsiteY2823" fmla="*/ 3419944 h 5274332"/>
              <a:gd name="connsiteX2824" fmla="*/ 2026015 w 4641785"/>
              <a:gd name="connsiteY2824" fmla="*/ 3416223 h 5274332"/>
              <a:gd name="connsiteX2825" fmla="*/ 2030665 w 4641785"/>
              <a:gd name="connsiteY2825" fmla="*/ 3414363 h 5274332"/>
              <a:gd name="connsiteX2826" fmla="*/ 1405093 w 4641785"/>
              <a:gd name="connsiteY2826" fmla="*/ 3411571 h 5274332"/>
              <a:gd name="connsiteX2827" fmla="*/ 1403232 w 4641785"/>
              <a:gd name="connsiteY2827" fmla="*/ 3415292 h 5274332"/>
              <a:gd name="connsiteX2828" fmla="*/ 1403234 w 4641785"/>
              <a:gd name="connsiteY2828" fmla="*/ 3415292 h 5274332"/>
              <a:gd name="connsiteX2829" fmla="*/ 1405095 w 4641785"/>
              <a:gd name="connsiteY2829" fmla="*/ 3411573 h 5274332"/>
              <a:gd name="connsiteX2830" fmla="*/ 1398115 w 4641785"/>
              <a:gd name="connsiteY2830" fmla="*/ 3411106 h 5274332"/>
              <a:gd name="connsiteX2831" fmla="*/ 1392534 w 4641785"/>
              <a:gd name="connsiteY2831" fmla="*/ 3411571 h 5274332"/>
              <a:gd name="connsiteX2832" fmla="*/ 1390674 w 4641785"/>
              <a:gd name="connsiteY2832" fmla="*/ 3416687 h 5274332"/>
              <a:gd name="connsiteX2833" fmla="*/ 1387418 w 4641785"/>
              <a:gd name="connsiteY2833" fmla="*/ 3422733 h 5274332"/>
              <a:gd name="connsiteX2834" fmla="*/ 1392069 w 4641785"/>
              <a:gd name="connsiteY2834" fmla="*/ 3424129 h 5274332"/>
              <a:gd name="connsiteX2835" fmla="*/ 1394395 w 4641785"/>
              <a:gd name="connsiteY2835" fmla="*/ 3425989 h 5274332"/>
              <a:gd name="connsiteX2836" fmla="*/ 1391605 w 4641785"/>
              <a:gd name="connsiteY2836" fmla="*/ 3428780 h 5274332"/>
              <a:gd name="connsiteX2837" fmla="*/ 1392069 w 4641785"/>
              <a:gd name="connsiteY2837" fmla="*/ 3436221 h 5274332"/>
              <a:gd name="connsiteX2838" fmla="*/ 1386488 w 4641785"/>
              <a:gd name="connsiteY2838" fmla="*/ 3436687 h 5274332"/>
              <a:gd name="connsiteX2839" fmla="*/ 1386953 w 4641785"/>
              <a:gd name="connsiteY2839" fmla="*/ 3444594 h 5274332"/>
              <a:gd name="connsiteX2840" fmla="*/ 1386023 w 4641785"/>
              <a:gd name="connsiteY2840" fmla="*/ 3452966 h 5274332"/>
              <a:gd name="connsiteX2841" fmla="*/ 1386488 w 4641785"/>
              <a:gd name="connsiteY2841" fmla="*/ 3456687 h 5274332"/>
              <a:gd name="connsiteX2842" fmla="*/ 1386491 w 4641785"/>
              <a:gd name="connsiteY2842" fmla="*/ 3456687 h 5274332"/>
              <a:gd name="connsiteX2843" fmla="*/ 1386025 w 4641785"/>
              <a:gd name="connsiteY2843" fmla="*/ 3452966 h 5274332"/>
              <a:gd name="connsiteX2844" fmla="*/ 1386956 w 4641785"/>
              <a:gd name="connsiteY2844" fmla="*/ 3444594 h 5274332"/>
              <a:gd name="connsiteX2845" fmla="*/ 1386491 w 4641785"/>
              <a:gd name="connsiteY2845" fmla="*/ 3436687 h 5274332"/>
              <a:gd name="connsiteX2846" fmla="*/ 1392072 w 4641785"/>
              <a:gd name="connsiteY2846" fmla="*/ 3436222 h 5274332"/>
              <a:gd name="connsiteX2847" fmla="*/ 1391607 w 4641785"/>
              <a:gd name="connsiteY2847" fmla="*/ 3428780 h 5274332"/>
              <a:gd name="connsiteX2848" fmla="*/ 1394398 w 4641785"/>
              <a:gd name="connsiteY2848" fmla="*/ 3425990 h 5274332"/>
              <a:gd name="connsiteX2849" fmla="*/ 1392072 w 4641785"/>
              <a:gd name="connsiteY2849" fmla="*/ 3424129 h 5274332"/>
              <a:gd name="connsiteX2850" fmla="*/ 1387421 w 4641785"/>
              <a:gd name="connsiteY2850" fmla="*/ 3422734 h 5274332"/>
              <a:gd name="connsiteX2851" fmla="*/ 1390676 w 4641785"/>
              <a:gd name="connsiteY2851" fmla="*/ 3416688 h 5274332"/>
              <a:gd name="connsiteX2852" fmla="*/ 1392537 w 4641785"/>
              <a:gd name="connsiteY2852" fmla="*/ 3411571 h 5274332"/>
              <a:gd name="connsiteX2853" fmla="*/ 1398116 w 4641785"/>
              <a:gd name="connsiteY2853" fmla="*/ 3411107 h 5274332"/>
              <a:gd name="connsiteX2854" fmla="*/ 2242289 w 4641785"/>
              <a:gd name="connsiteY2854" fmla="*/ 3409711 h 5274332"/>
              <a:gd name="connsiteX2855" fmla="*/ 2243219 w 4641785"/>
              <a:gd name="connsiteY2855" fmla="*/ 3412967 h 5274332"/>
              <a:gd name="connsiteX2856" fmla="*/ 2249265 w 4641785"/>
              <a:gd name="connsiteY2856" fmla="*/ 3415292 h 5274332"/>
              <a:gd name="connsiteX2857" fmla="*/ 2252057 w 4641785"/>
              <a:gd name="connsiteY2857" fmla="*/ 3419013 h 5274332"/>
              <a:gd name="connsiteX2858" fmla="*/ 2252057 w 4641785"/>
              <a:gd name="connsiteY2858" fmla="*/ 3419013 h 5274332"/>
              <a:gd name="connsiteX2859" fmla="*/ 2249266 w 4641785"/>
              <a:gd name="connsiteY2859" fmla="*/ 3415292 h 5274332"/>
              <a:gd name="connsiteX2860" fmla="*/ 2243220 w 4641785"/>
              <a:gd name="connsiteY2860" fmla="*/ 3412966 h 5274332"/>
              <a:gd name="connsiteX2861" fmla="*/ 2006945 w 4641785"/>
              <a:gd name="connsiteY2861" fmla="*/ 3403199 h 5274332"/>
              <a:gd name="connsiteX2862" fmla="*/ 2006014 w 4641785"/>
              <a:gd name="connsiteY2862" fmla="*/ 3404594 h 5274332"/>
              <a:gd name="connsiteX2863" fmla="*/ 2006014 w 4641785"/>
              <a:gd name="connsiteY2863" fmla="*/ 3410175 h 5274332"/>
              <a:gd name="connsiteX2864" fmla="*/ 2002758 w 4641785"/>
              <a:gd name="connsiteY2864" fmla="*/ 3414362 h 5274332"/>
              <a:gd name="connsiteX2865" fmla="*/ 1997177 w 4641785"/>
              <a:gd name="connsiteY2865" fmla="*/ 3415292 h 5274332"/>
              <a:gd name="connsiteX2866" fmla="*/ 1992992 w 4641785"/>
              <a:gd name="connsiteY2866" fmla="*/ 3413431 h 5274332"/>
              <a:gd name="connsiteX2867" fmla="*/ 1992992 w 4641785"/>
              <a:gd name="connsiteY2867" fmla="*/ 3413433 h 5274332"/>
              <a:gd name="connsiteX2868" fmla="*/ 1997178 w 4641785"/>
              <a:gd name="connsiteY2868" fmla="*/ 3415293 h 5274332"/>
              <a:gd name="connsiteX2869" fmla="*/ 2002759 w 4641785"/>
              <a:gd name="connsiteY2869" fmla="*/ 3414363 h 5274332"/>
              <a:gd name="connsiteX2870" fmla="*/ 2006015 w 4641785"/>
              <a:gd name="connsiteY2870" fmla="*/ 3410177 h 5274332"/>
              <a:gd name="connsiteX2871" fmla="*/ 2006015 w 4641785"/>
              <a:gd name="connsiteY2871" fmla="*/ 3404595 h 5274332"/>
              <a:gd name="connsiteX2872" fmla="*/ 2006946 w 4641785"/>
              <a:gd name="connsiteY2872" fmla="*/ 3403200 h 5274332"/>
              <a:gd name="connsiteX2873" fmla="*/ 2012526 w 4641785"/>
              <a:gd name="connsiteY2873" fmla="*/ 3404595 h 5274332"/>
              <a:gd name="connsiteX2874" fmla="*/ 2012526 w 4641785"/>
              <a:gd name="connsiteY2874" fmla="*/ 3404594 h 5274332"/>
              <a:gd name="connsiteX2875" fmla="*/ 2296242 w 4641785"/>
              <a:gd name="connsiteY2875" fmla="*/ 3399479 h 5274332"/>
              <a:gd name="connsiteX2876" fmla="*/ 2296706 w 4641785"/>
              <a:gd name="connsiteY2876" fmla="*/ 3401339 h 5274332"/>
              <a:gd name="connsiteX2877" fmla="*/ 2294381 w 4641785"/>
              <a:gd name="connsiteY2877" fmla="*/ 3404130 h 5274332"/>
              <a:gd name="connsiteX2878" fmla="*/ 2296707 w 4641785"/>
              <a:gd name="connsiteY2878" fmla="*/ 3401338 h 5274332"/>
              <a:gd name="connsiteX2879" fmla="*/ 1493758 w 4641785"/>
              <a:gd name="connsiteY2879" fmla="*/ 3397952 h 5274332"/>
              <a:gd name="connsiteX2880" fmla="*/ 1490675 w 4641785"/>
              <a:gd name="connsiteY2880" fmla="*/ 3402269 h 5274332"/>
              <a:gd name="connsiteX2881" fmla="*/ 1490675 w 4641785"/>
              <a:gd name="connsiteY2881" fmla="*/ 3402269 h 5274332"/>
              <a:gd name="connsiteX2882" fmla="*/ 1427883 w 4641785"/>
              <a:gd name="connsiteY2882" fmla="*/ 3395292 h 5274332"/>
              <a:gd name="connsiteX2883" fmla="*/ 1424627 w 4641785"/>
              <a:gd name="connsiteY2883" fmla="*/ 3399943 h 5274332"/>
              <a:gd name="connsiteX2884" fmla="*/ 1421836 w 4641785"/>
              <a:gd name="connsiteY2884" fmla="*/ 3407850 h 5274332"/>
              <a:gd name="connsiteX2885" fmla="*/ 1419046 w 4641785"/>
              <a:gd name="connsiteY2885" fmla="*/ 3407850 h 5274332"/>
              <a:gd name="connsiteX2886" fmla="*/ 1414859 w 4641785"/>
              <a:gd name="connsiteY2886" fmla="*/ 3409711 h 5274332"/>
              <a:gd name="connsiteX2887" fmla="*/ 1418115 w 4641785"/>
              <a:gd name="connsiteY2887" fmla="*/ 3414362 h 5274332"/>
              <a:gd name="connsiteX2888" fmla="*/ 1416720 w 4641785"/>
              <a:gd name="connsiteY2888" fmla="*/ 3416687 h 5274332"/>
              <a:gd name="connsiteX2889" fmla="*/ 1408815 w 4641785"/>
              <a:gd name="connsiteY2889" fmla="*/ 3416687 h 5274332"/>
              <a:gd name="connsiteX2890" fmla="*/ 1408815 w 4641785"/>
              <a:gd name="connsiteY2890" fmla="*/ 3416688 h 5274332"/>
              <a:gd name="connsiteX2891" fmla="*/ 1416722 w 4641785"/>
              <a:gd name="connsiteY2891" fmla="*/ 3416688 h 5274332"/>
              <a:gd name="connsiteX2892" fmla="*/ 1418118 w 4641785"/>
              <a:gd name="connsiteY2892" fmla="*/ 3414362 h 5274332"/>
              <a:gd name="connsiteX2893" fmla="*/ 1414862 w 4641785"/>
              <a:gd name="connsiteY2893" fmla="*/ 3409711 h 5274332"/>
              <a:gd name="connsiteX2894" fmla="*/ 1419048 w 4641785"/>
              <a:gd name="connsiteY2894" fmla="*/ 3407851 h 5274332"/>
              <a:gd name="connsiteX2895" fmla="*/ 1421839 w 4641785"/>
              <a:gd name="connsiteY2895" fmla="*/ 3407851 h 5274332"/>
              <a:gd name="connsiteX2896" fmla="*/ 1424629 w 4641785"/>
              <a:gd name="connsiteY2896" fmla="*/ 3399944 h 5274332"/>
              <a:gd name="connsiteX2897" fmla="*/ 1427885 w 4641785"/>
              <a:gd name="connsiteY2897" fmla="*/ 3395293 h 5274332"/>
              <a:gd name="connsiteX2898" fmla="*/ 1428985 w 4641785"/>
              <a:gd name="connsiteY2898" fmla="*/ 3395403 h 5274332"/>
              <a:gd name="connsiteX2899" fmla="*/ 1994387 w 4641785"/>
              <a:gd name="connsiteY2899" fmla="*/ 3392037 h 5274332"/>
              <a:gd name="connsiteX2900" fmla="*/ 1994387 w 4641785"/>
              <a:gd name="connsiteY2900" fmla="*/ 3392037 h 5274332"/>
              <a:gd name="connsiteX2901" fmla="*/ 1998107 w 4641785"/>
              <a:gd name="connsiteY2901" fmla="*/ 3395757 h 5274332"/>
              <a:gd name="connsiteX2902" fmla="*/ 1482301 w 4641785"/>
              <a:gd name="connsiteY2902" fmla="*/ 3391106 h 5274332"/>
              <a:gd name="connsiteX2903" fmla="*/ 1480440 w 4641785"/>
              <a:gd name="connsiteY2903" fmla="*/ 3392036 h 5274332"/>
              <a:gd name="connsiteX2904" fmla="*/ 1480905 w 4641785"/>
              <a:gd name="connsiteY2904" fmla="*/ 3395292 h 5274332"/>
              <a:gd name="connsiteX2905" fmla="*/ 1477650 w 4641785"/>
              <a:gd name="connsiteY2905" fmla="*/ 3398083 h 5274332"/>
              <a:gd name="connsiteX2906" fmla="*/ 1473465 w 4641785"/>
              <a:gd name="connsiteY2906" fmla="*/ 3399013 h 5274332"/>
              <a:gd name="connsiteX2907" fmla="*/ 1473466 w 4641785"/>
              <a:gd name="connsiteY2907" fmla="*/ 3399013 h 5274332"/>
              <a:gd name="connsiteX2908" fmla="*/ 1477652 w 4641785"/>
              <a:gd name="connsiteY2908" fmla="*/ 3398083 h 5274332"/>
              <a:gd name="connsiteX2909" fmla="*/ 1480907 w 4641785"/>
              <a:gd name="connsiteY2909" fmla="*/ 3395293 h 5274332"/>
              <a:gd name="connsiteX2910" fmla="*/ 1480443 w 4641785"/>
              <a:gd name="connsiteY2910" fmla="*/ 3392037 h 5274332"/>
              <a:gd name="connsiteX2911" fmla="*/ 1482302 w 4641785"/>
              <a:gd name="connsiteY2911" fmla="*/ 3391107 h 5274332"/>
              <a:gd name="connsiteX2912" fmla="*/ 1457187 w 4641785"/>
              <a:gd name="connsiteY2912" fmla="*/ 3390642 h 5274332"/>
              <a:gd name="connsiteX2913" fmla="*/ 1464629 w 4641785"/>
              <a:gd name="connsiteY2913" fmla="*/ 3392037 h 5274332"/>
              <a:gd name="connsiteX2914" fmla="*/ 1468812 w 4641785"/>
              <a:gd name="connsiteY2914" fmla="*/ 3391107 h 5274332"/>
              <a:gd name="connsiteX2915" fmla="*/ 1468812 w 4641785"/>
              <a:gd name="connsiteY2915" fmla="*/ 3391106 h 5274332"/>
              <a:gd name="connsiteX2916" fmla="*/ 1464626 w 4641785"/>
              <a:gd name="connsiteY2916" fmla="*/ 3392036 h 5274332"/>
              <a:gd name="connsiteX2917" fmla="*/ 2255653 w 4641785"/>
              <a:gd name="connsiteY2917" fmla="*/ 3390320 h 5274332"/>
              <a:gd name="connsiteX2918" fmla="*/ 2256242 w 4641785"/>
              <a:gd name="connsiteY2918" fmla="*/ 3391107 h 5274332"/>
              <a:gd name="connsiteX2919" fmla="*/ 2256242 w 4641785"/>
              <a:gd name="connsiteY2919" fmla="*/ 3391106 h 5274332"/>
              <a:gd name="connsiteX2920" fmla="*/ 1431560 w 4641785"/>
              <a:gd name="connsiteY2920" fmla="*/ 3389999 h 5274332"/>
              <a:gd name="connsiteX2921" fmla="*/ 1430676 w 4641785"/>
              <a:gd name="connsiteY2921" fmla="*/ 3390176 h 5274332"/>
              <a:gd name="connsiteX2922" fmla="*/ 1430676 w 4641785"/>
              <a:gd name="connsiteY2922" fmla="*/ 3390176 h 5274332"/>
              <a:gd name="connsiteX2923" fmla="*/ 1430673 w 4641785"/>
              <a:gd name="connsiteY2923" fmla="*/ 3390177 h 5274332"/>
              <a:gd name="connsiteX2924" fmla="*/ 1432534 w 4641785"/>
              <a:gd name="connsiteY2924" fmla="*/ 3395757 h 5274332"/>
              <a:gd name="connsiteX2925" fmla="*/ 1432536 w 4641785"/>
              <a:gd name="connsiteY2925" fmla="*/ 3395757 h 5274332"/>
              <a:gd name="connsiteX2926" fmla="*/ 1430676 w 4641785"/>
              <a:gd name="connsiteY2926" fmla="*/ 3390176 h 5274332"/>
              <a:gd name="connsiteX2927" fmla="*/ 2139965 w 4641785"/>
              <a:gd name="connsiteY2927" fmla="*/ 3389711 h 5274332"/>
              <a:gd name="connsiteX2928" fmla="*/ 2132989 w 4641785"/>
              <a:gd name="connsiteY2928" fmla="*/ 3392036 h 5274332"/>
              <a:gd name="connsiteX2929" fmla="*/ 2129268 w 4641785"/>
              <a:gd name="connsiteY2929" fmla="*/ 3392036 h 5274332"/>
              <a:gd name="connsiteX2930" fmla="*/ 2129267 w 4641785"/>
              <a:gd name="connsiteY2930" fmla="*/ 3392036 h 5274332"/>
              <a:gd name="connsiteX2931" fmla="*/ 2132988 w 4641785"/>
              <a:gd name="connsiteY2931" fmla="*/ 3392036 h 5274332"/>
              <a:gd name="connsiteX2932" fmla="*/ 2139965 w 4641785"/>
              <a:gd name="connsiteY2932" fmla="*/ 3389711 h 5274332"/>
              <a:gd name="connsiteX2933" fmla="*/ 1486599 w 4641785"/>
              <a:gd name="connsiteY2933" fmla="*/ 3386648 h 5274332"/>
              <a:gd name="connsiteX2934" fmla="*/ 1487416 w 4641785"/>
              <a:gd name="connsiteY2934" fmla="*/ 3386921 h 5274332"/>
              <a:gd name="connsiteX2935" fmla="*/ 1490207 w 4641785"/>
              <a:gd name="connsiteY2935" fmla="*/ 3390641 h 5274332"/>
              <a:gd name="connsiteX2936" fmla="*/ 1486952 w 4641785"/>
              <a:gd name="connsiteY2936" fmla="*/ 3393431 h 5274332"/>
              <a:gd name="connsiteX2937" fmla="*/ 1486953 w 4641785"/>
              <a:gd name="connsiteY2937" fmla="*/ 3393432 h 5274332"/>
              <a:gd name="connsiteX2938" fmla="*/ 1490209 w 4641785"/>
              <a:gd name="connsiteY2938" fmla="*/ 3390642 h 5274332"/>
              <a:gd name="connsiteX2939" fmla="*/ 1487418 w 4641785"/>
              <a:gd name="connsiteY2939" fmla="*/ 3386921 h 5274332"/>
              <a:gd name="connsiteX2940" fmla="*/ 2153757 w 4641785"/>
              <a:gd name="connsiteY2940" fmla="*/ 3383380 h 5274332"/>
              <a:gd name="connsiteX2941" fmla="*/ 2153453 w 4641785"/>
              <a:gd name="connsiteY2941" fmla="*/ 3384594 h 5274332"/>
              <a:gd name="connsiteX2942" fmla="*/ 2139500 w 4641785"/>
              <a:gd name="connsiteY2942" fmla="*/ 3385525 h 5274332"/>
              <a:gd name="connsiteX2943" fmla="*/ 2153453 w 4641785"/>
              <a:gd name="connsiteY2943" fmla="*/ 3384595 h 5274332"/>
              <a:gd name="connsiteX2944" fmla="*/ 2318626 w 4641785"/>
              <a:gd name="connsiteY2944" fmla="*/ 3377863 h 5274332"/>
              <a:gd name="connsiteX2945" fmla="*/ 2317171 w 4641785"/>
              <a:gd name="connsiteY2945" fmla="*/ 3380409 h 5274332"/>
              <a:gd name="connsiteX2946" fmla="*/ 2318567 w 4641785"/>
              <a:gd name="connsiteY2946" fmla="*/ 3383200 h 5274332"/>
              <a:gd name="connsiteX2947" fmla="*/ 2315776 w 4641785"/>
              <a:gd name="connsiteY2947" fmla="*/ 3386920 h 5274332"/>
              <a:gd name="connsiteX2948" fmla="*/ 2318567 w 4641785"/>
              <a:gd name="connsiteY2948" fmla="*/ 3383199 h 5274332"/>
              <a:gd name="connsiteX2949" fmla="*/ 2317172 w 4641785"/>
              <a:gd name="connsiteY2949" fmla="*/ 3380409 h 5274332"/>
              <a:gd name="connsiteX2950" fmla="*/ 1487882 w 4641785"/>
              <a:gd name="connsiteY2950" fmla="*/ 3372502 h 5274332"/>
              <a:gd name="connsiteX2951" fmla="*/ 1486952 w 4641785"/>
              <a:gd name="connsiteY2951" fmla="*/ 3377618 h 5274332"/>
              <a:gd name="connsiteX2952" fmla="*/ 1482301 w 4641785"/>
              <a:gd name="connsiteY2952" fmla="*/ 3381339 h 5274332"/>
              <a:gd name="connsiteX2953" fmla="*/ 1483231 w 4641785"/>
              <a:gd name="connsiteY2953" fmla="*/ 3385525 h 5274332"/>
              <a:gd name="connsiteX2954" fmla="*/ 1483232 w 4641785"/>
              <a:gd name="connsiteY2954" fmla="*/ 3385526 h 5274332"/>
              <a:gd name="connsiteX2955" fmla="*/ 1482302 w 4641785"/>
              <a:gd name="connsiteY2955" fmla="*/ 3381340 h 5274332"/>
              <a:gd name="connsiteX2956" fmla="*/ 1486953 w 4641785"/>
              <a:gd name="connsiteY2956" fmla="*/ 3377619 h 5274332"/>
              <a:gd name="connsiteX2957" fmla="*/ 1487883 w 4641785"/>
              <a:gd name="connsiteY2957" fmla="*/ 3372503 h 5274332"/>
              <a:gd name="connsiteX2958" fmla="*/ 1986015 w 4641785"/>
              <a:gd name="connsiteY2958" fmla="*/ 3372037 h 5274332"/>
              <a:gd name="connsiteX2959" fmla="*/ 1986015 w 4641785"/>
              <a:gd name="connsiteY2959" fmla="*/ 3372037 h 5274332"/>
              <a:gd name="connsiteX2960" fmla="*/ 1989271 w 4641785"/>
              <a:gd name="connsiteY2960" fmla="*/ 3374363 h 5274332"/>
              <a:gd name="connsiteX2961" fmla="*/ 1989270 w 4641785"/>
              <a:gd name="connsiteY2961" fmla="*/ 3374362 h 5274332"/>
              <a:gd name="connsiteX2962" fmla="*/ 1453931 w 4641785"/>
              <a:gd name="connsiteY2962" fmla="*/ 3370176 h 5274332"/>
              <a:gd name="connsiteX2963" fmla="*/ 1453931 w 4641785"/>
              <a:gd name="connsiteY2963" fmla="*/ 3370177 h 5274332"/>
              <a:gd name="connsiteX2964" fmla="*/ 1457650 w 4641785"/>
              <a:gd name="connsiteY2964" fmla="*/ 3370642 h 5274332"/>
              <a:gd name="connsiteX2965" fmla="*/ 1457650 w 4641785"/>
              <a:gd name="connsiteY2965" fmla="*/ 3370641 h 5274332"/>
              <a:gd name="connsiteX2966" fmla="*/ 2320892 w 4641785"/>
              <a:gd name="connsiteY2966" fmla="*/ 3368781 h 5274332"/>
              <a:gd name="connsiteX2967" fmla="*/ 2317171 w 4641785"/>
              <a:gd name="connsiteY2967" fmla="*/ 3372037 h 5274332"/>
              <a:gd name="connsiteX2968" fmla="*/ 2319032 w 4641785"/>
              <a:gd name="connsiteY2968" fmla="*/ 3377153 h 5274332"/>
              <a:gd name="connsiteX2969" fmla="*/ 2317172 w 4641785"/>
              <a:gd name="connsiteY2969" fmla="*/ 3372036 h 5274332"/>
              <a:gd name="connsiteX2970" fmla="*/ 2355311 w 4641785"/>
              <a:gd name="connsiteY2970" fmla="*/ 3367385 h 5274332"/>
              <a:gd name="connsiteX2971" fmla="*/ 2355310 w 4641785"/>
              <a:gd name="connsiteY2971" fmla="*/ 3367386 h 5274332"/>
              <a:gd name="connsiteX2972" fmla="*/ 2358566 w 4641785"/>
              <a:gd name="connsiteY2972" fmla="*/ 3369712 h 5274332"/>
              <a:gd name="connsiteX2973" fmla="*/ 2359496 w 4641785"/>
              <a:gd name="connsiteY2973" fmla="*/ 3372502 h 5274332"/>
              <a:gd name="connsiteX2974" fmla="*/ 2363217 w 4641785"/>
              <a:gd name="connsiteY2974" fmla="*/ 3376688 h 5274332"/>
              <a:gd name="connsiteX2975" fmla="*/ 2359031 w 4641785"/>
              <a:gd name="connsiteY2975" fmla="*/ 3380409 h 5274332"/>
              <a:gd name="connsiteX2976" fmla="*/ 2363218 w 4641785"/>
              <a:gd name="connsiteY2976" fmla="*/ 3376687 h 5274332"/>
              <a:gd name="connsiteX2977" fmla="*/ 2359497 w 4641785"/>
              <a:gd name="connsiteY2977" fmla="*/ 3372502 h 5274332"/>
              <a:gd name="connsiteX2978" fmla="*/ 2358567 w 4641785"/>
              <a:gd name="connsiteY2978" fmla="*/ 3369711 h 5274332"/>
              <a:gd name="connsiteX2979" fmla="*/ 2257172 w 4641785"/>
              <a:gd name="connsiteY2979" fmla="*/ 3366921 h 5274332"/>
              <a:gd name="connsiteX2980" fmla="*/ 2253916 w 4641785"/>
              <a:gd name="connsiteY2980" fmla="*/ 3371572 h 5274332"/>
              <a:gd name="connsiteX2981" fmla="*/ 2252652 w 4641785"/>
              <a:gd name="connsiteY2981" fmla="*/ 3372626 h 5274332"/>
              <a:gd name="connsiteX2982" fmla="*/ 2253917 w 4641785"/>
              <a:gd name="connsiteY2982" fmla="*/ 3371572 h 5274332"/>
              <a:gd name="connsiteX2983" fmla="*/ 1451138 w 4641785"/>
              <a:gd name="connsiteY2983" fmla="*/ 3365990 h 5274332"/>
              <a:gd name="connsiteX2984" fmla="*/ 1449278 w 4641785"/>
              <a:gd name="connsiteY2984" fmla="*/ 3368781 h 5274332"/>
              <a:gd name="connsiteX2985" fmla="*/ 1437650 w 4641785"/>
              <a:gd name="connsiteY2985" fmla="*/ 3373897 h 5274332"/>
              <a:gd name="connsiteX2986" fmla="*/ 1436720 w 4641785"/>
              <a:gd name="connsiteY2986" fmla="*/ 3377618 h 5274332"/>
              <a:gd name="connsiteX2987" fmla="*/ 1435790 w 4641785"/>
              <a:gd name="connsiteY2987" fmla="*/ 3384595 h 5274332"/>
              <a:gd name="connsiteX2988" fmla="*/ 1432999 w 4641785"/>
              <a:gd name="connsiteY2988" fmla="*/ 3389711 h 5274332"/>
              <a:gd name="connsiteX2989" fmla="*/ 1433002 w 4641785"/>
              <a:gd name="connsiteY2989" fmla="*/ 3389711 h 5274332"/>
              <a:gd name="connsiteX2990" fmla="*/ 1435792 w 4641785"/>
              <a:gd name="connsiteY2990" fmla="*/ 3384595 h 5274332"/>
              <a:gd name="connsiteX2991" fmla="*/ 1436722 w 4641785"/>
              <a:gd name="connsiteY2991" fmla="*/ 3377618 h 5274332"/>
              <a:gd name="connsiteX2992" fmla="*/ 1437653 w 4641785"/>
              <a:gd name="connsiteY2992" fmla="*/ 3373898 h 5274332"/>
              <a:gd name="connsiteX2993" fmla="*/ 1449280 w 4641785"/>
              <a:gd name="connsiteY2993" fmla="*/ 3368781 h 5274332"/>
              <a:gd name="connsiteX2994" fmla="*/ 1451140 w 4641785"/>
              <a:gd name="connsiteY2994" fmla="*/ 3365992 h 5274332"/>
              <a:gd name="connsiteX2995" fmla="*/ 2277637 w 4641785"/>
              <a:gd name="connsiteY2995" fmla="*/ 3364129 h 5274332"/>
              <a:gd name="connsiteX2996" fmla="*/ 2275777 w 4641785"/>
              <a:gd name="connsiteY2996" fmla="*/ 3365990 h 5274332"/>
              <a:gd name="connsiteX2997" fmla="*/ 2275777 w 4641785"/>
              <a:gd name="connsiteY2997" fmla="*/ 3365990 h 5274332"/>
              <a:gd name="connsiteX2998" fmla="*/ 2277637 w 4641785"/>
              <a:gd name="connsiteY2998" fmla="*/ 3364130 h 5274332"/>
              <a:gd name="connsiteX2999" fmla="*/ 1979504 w 4641785"/>
              <a:gd name="connsiteY2999" fmla="*/ 3363200 h 5274332"/>
              <a:gd name="connsiteX3000" fmla="*/ 1979504 w 4641785"/>
              <a:gd name="connsiteY3000" fmla="*/ 3363201 h 5274332"/>
              <a:gd name="connsiteX3001" fmla="*/ 1984155 w 4641785"/>
              <a:gd name="connsiteY3001" fmla="*/ 3366456 h 5274332"/>
              <a:gd name="connsiteX3002" fmla="*/ 1986480 w 4641785"/>
              <a:gd name="connsiteY3002" fmla="*/ 3369712 h 5274332"/>
              <a:gd name="connsiteX3003" fmla="*/ 1986480 w 4641785"/>
              <a:gd name="connsiteY3003" fmla="*/ 3369711 h 5274332"/>
              <a:gd name="connsiteX3004" fmla="*/ 1984154 w 4641785"/>
              <a:gd name="connsiteY3004" fmla="*/ 3366455 h 5274332"/>
              <a:gd name="connsiteX3005" fmla="*/ 1495166 w 4641785"/>
              <a:gd name="connsiteY3005" fmla="*/ 3359818 h 5274332"/>
              <a:gd name="connsiteX3006" fmla="*/ 1495323 w 4641785"/>
              <a:gd name="connsiteY3006" fmla="*/ 3359944 h 5274332"/>
              <a:gd name="connsiteX3007" fmla="*/ 1495323 w 4641785"/>
              <a:gd name="connsiteY3007" fmla="*/ 3363200 h 5274332"/>
              <a:gd name="connsiteX3008" fmla="*/ 1491138 w 4641785"/>
              <a:gd name="connsiteY3008" fmla="*/ 3361339 h 5274332"/>
              <a:gd name="connsiteX3009" fmla="*/ 1490207 w 4641785"/>
              <a:gd name="connsiteY3009" fmla="*/ 3364130 h 5274332"/>
              <a:gd name="connsiteX3010" fmla="*/ 1492068 w 4641785"/>
              <a:gd name="connsiteY3010" fmla="*/ 3368316 h 5274332"/>
              <a:gd name="connsiteX3011" fmla="*/ 1488812 w 4641785"/>
              <a:gd name="connsiteY3011" fmla="*/ 3369711 h 5274332"/>
              <a:gd name="connsiteX3012" fmla="*/ 1483696 w 4641785"/>
              <a:gd name="connsiteY3012" fmla="*/ 3368781 h 5274332"/>
              <a:gd name="connsiteX3013" fmla="*/ 1483231 w 4641785"/>
              <a:gd name="connsiteY3013" fmla="*/ 3370641 h 5274332"/>
              <a:gd name="connsiteX3014" fmla="*/ 1483232 w 4641785"/>
              <a:gd name="connsiteY3014" fmla="*/ 3370642 h 5274332"/>
              <a:gd name="connsiteX3015" fmla="*/ 1483697 w 4641785"/>
              <a:gd name="connsiteY3015" fmla="*/ 3368782 h 5274332"/>
              <a:gd name="connsiteX3016" fmla="*/ 1488813 w 4641785"/>
              <a:gd name="connsiteY3016" fmla="*/ 3369712 h 5274332"/>
              <a:gd name="connsiteX3017" fmla="*/ 1492069 w 4641785"/>
              <a:gd name="connsiteY3017" fmla="*/ 3368317 h 5274332"/>
              <a:gd name="connsiteX3018" fmla="*/ 1490209 w 4641785"/>
              <a:gd name="connsiteY3018" fmla="*/ 3364131 h 5274332"/>
              <a:gd name="connsiteX3019" fmla="*/ 1491139 w 4641785"/>
              <a:gd name="connsiteY3019" fmla="*/ 3361341 h 5274332"/>
              <a:gd name="connsiteX3020" fmla="*/ 1495325 w 4641785"/>
              <a:gd name="connsiteY3020" fmla="*/ 3363201 h 5274332"/>
              <a:gd name="connsiteX3021" fmla="*/ 1495325 w 4641785"/>
              <a:gd name="connsiteY3021" fmla="*/ 3359945 h 5274332"/>
              <a:gd name="connsiteX3022" fmla="*/ 1977178 w 4641785"/>
              <a:gd name="connsiteY3022" fmla="*/ 3359480 h 5274332"/>
              <a:gd name="connsiteX3023" fmla="*/ 1977178 w 4641785"/>
              <a:gd name="connsiteY3023" fmla="*/ 3359480 h 5274332"/>
              <a:gd name="connsiteX3024" fmla="*/ 1978085 w 4641785"/>
              <a:gd name="connsiteY3024" fmla="*/ 3360930 h 5274332"/>
              <a:gd name="connsiteX3025" fmla="*/ 2263219 w 4641785"/>
              <a:gd name="connsiteY3025" fmla="*/ 3359014 h 5274332"/>
              <a:gd name="connsiteX3026" fmla="*/ 2263219 w 4641785"/>
              <a:gd name="connsiteY3026" fmla="*/ 3359014 h 5274332"/>
              <a:gd name="connsiteX3027" fmla="*/ 2262363 w 4641785"/>
              <a:gd name="connsiteY3027" fmla="*/ 3361297 h 5274332"/>
              <a:gd name="connsiteX3028" fmla="*/ 2365474 w 4641785"/>
              <a:gd name="connsiteY3028" fmla="*/ 3354896 h 5274332"/>
              <a:gd name="connsiteX3029" fmla="*/ 2364147 w 4641785"/>
              <a:gd name="connsiteY3029" fmla="*/ 3356223 h 5274332"/>
              <a:gd name="connsiteX3030" fmla="*/ 2360892 w 4641785"/>
              <a:gd name="connsiteY3030" fmla="*/ 3362270 h 5274332"/>
              <a:gd name="connsiteX3031" fmla="*/ 2364148 w 4641785"/>
              <a:gd name="connsiteY3031" fmla="*/ 3356222 h 5274332"/>
              <a:gd name="connsiteX3032" fmla="*/ 1973196 w 4641785"/>
              <a:gd name="connsiteY3032" fmla="*/ 3353907 h 5274332"/>
              <a:gd name="connsiteX3033" fmla="*/ 1973457 w 4641785"/>
              <a:gd name="connsiteY3033" fmla="*/ 3354364 h 5274332"/>
              <a:gd name="connsiteX3034" fmla="*/ 1976712 w 4641785"/>
              <a:gd name="connsiteY3034" fmla="*/ 3355758 h 5274332"/>
              <a:gd name="connsiteX3035" fmla="*/ 1976712 w 4641785"/>
              <a:gd name="connsiteY3035" fmla="*/ 3355758 h 5274332"/>
              <a:gd name="connsiteX3036" fmla="*/ 1973456 w 4641785"/>
              <a:gd name="connsiteY3036" fmla="*/ 3354363 h 5274332"/>
              <a:gd name="connsiteX3037" fmla="*/ 2175314 w 4641785"/>
              <a:gd name="connsiteY3037" fmla="*/ 3353897 h 5274332"/>
              <a:gd name="connsiteX3038" fmla="*/ 2172058 w 4641785"/>
              <a:gd name="connsiteY3038" fmla="*/ 3355758 h 5274332"/>
              <a:gd name="connsiteX3039" fmla="*/ 2171510 w 4641785"/>
              <a:gd name="connsiteY3039" fmla="*/ 3356853 h 5274332"/>
              <a:gd name="connsiteX3040" fmla="*/ 2172058 w 4641785"/>
              <a:gd name="connsiteY3040" fmla="*/ 3355758 h 5274332"/>
              <a:gd name="connsiteX3041" fmla="*/ 2175314 w 4641785"/>
              <a:gd name="connsiteY3041" fmla="*/ 3353898 h 5274332"/>
              <a:gd name="connsiteX3042" fmla="*/ 2177639 w 4641785"/>
              <a:gd name="connsiteY3042" fmla="*/ 3353898 h 5274332"/>
              <a:gd name="connsiteX3043" fmla="*/ 2177639 w 4641785"/>
              <a:gd name="connsiteY3043" fmla="*/ 3353897 h 5274332"/>
              <a:gd name="connsiteX3044" fmla="*/ 2269265 w 4641785"/>
              <a:gd name="connsiteY3044" fmla="*/ 3352502 h 5274332"/>
              <a:gd name="connsiteX3045" fmla="*/ 2263411 w 4641785"/>
              <a:gd name="connsiteY3045" fmla="*/ 3358808 h 5274332"/>
              <a:gd name="connsiteX3046" fmla="*/ 2269265 w 4641785"/>
              <a:gd name="connsiteY3046" fmla="*/ 3352503 h 5274332"/>
              <a:gd name="connsiteX3047" fmla="*/ 1501370 w 4641785"/>
              <a:gd name="connsiteY3047" fmla="*/ 3349712 h 5274332"/>
              <a:gd name="connsiteX3048" fmla="*/ 1494393 w 4641785"/>
              <a:gd name="connsiteY3048" fmla="*/ 3350642 h 5274332"/>
              <a:gd name="connsiteX3049" fmla="*/ 1492998 w 4641785"/>
              <a:gd name="connsiteY3049" fmla="*/ 3358083 h 5274332"/>
              <a:gd name="connsiteX3050" fmla="*/ 1492999 w 4641785"/>
              <a:gd name="connsiteY3050" fmla="*/ 3358084 h 5274332"/>
              <a:gd name="connsiteX3051" fmla="*/ 1494394 w 4641785"/>
              <a:gd name="connsiteY3051" fmla="*/ 3350643 h 5274332"/>
              <a:gd name="connsiteX3052" fmla="*/ 1501371 w 4641785"/>
              <a:gd name="connsiteY3052" fmla="*/ 3349713 h 5274332"/>
              <a:gd name="connsiteX3053" fmla="*/ 2185709 w 4641785"/>
              <a:gd name="connsiteY3053" fmla="*/ 3347967 h 5274332"/>
              <a:gd name="connsiteX3054" fmla="*/ 2185546 w 4641785"/>
              <a:gd name="connsiteY3054" fmla="*/ 3348781 h 5274332"/>
              <a:gd name="connsiteX3055" fmla="*/ 2178104 w 4641785"/>
              <a:gd name="connsiteY3055" fmla="*/ 3349246 h 5274332"/>
              <a:gd name="connsiteX3056" fmla="*/ 2178052 w 4641785"/>
              <a:gd name="connsiteY3056" fmla="*/ 3349766 h 5274332"/>
              <a:gd name="connsiteX3057" fmla="*/ 2178104 w 4641785"/>
              <a:gd name="connsiteY3057" fmla="*/ 3349247 h 5274332"/>
              <a:gd name="connsiteX3058" fmla="*/ 2185546 w 4641785"/>
              <a:gd name="connsiteY3058" fmla="*/ 3348781 h 5274332"/>
              <a:gd name="connsiteX3059" fmla="*/ 2358187 w 4641785"/>
              <a:gd name="connsiteY3059" fmla="*/ 3345999 h 5274332"/>
              <a:gd name="connsiteX3060" fmla="*/ 2356705 w 4641785"/>
              <a:gd name="connsiteY3060" fmla="*/ 3347851 h 5274332"/>
              <a:gd name="connsiteX3061" fmla="*/ 2357636 w 4641785"/>
              <a:gd name="connsiteY3061" fmla="*/ 3350642 h 5274332"/>
              <a:gd name="connsiteX3062" fmla="*/ 2360892 w 4641785"/>
              <a:gd name="connsiteY3062" fmla="*/ 3352968 h 5274332"/>
              <a:gd name="connsiteX3063" fmla="*/ 2364147 w 4641785"/>
              <a:gd name="connsiteY3063" fmla="*/ 3351572 h 5274332"/>
              <a:gd name="connsiteX3064" fmla="*/ 2366938 w 4641785"/>
              <a:gd name="connsiteY3064" fmla="*/ 3353432 h 5274332"/>
              <a:gd name="connsiteX3065" fmla="*/ 2366938 w 4641785"/>
              <a:gd name="connsiteY3065" fmla="*/ 3353432 h 5274332"/>
              <a:gd name="connsiteX3066" fmla="*/ 2364148 w 4641785"/>
              <a:gd name="connsiteY3066" fmla="*/ 3351571 h 5274332"/>
              <a:gd name="connsiteX3067" fmla="*/ 2360892 w 4641785"/>
              <a:gd name="connsiteY3067" fmla="*/ 3352967 h 5274332"/>
              <a:gd name="connsiteX3068" fmla="*/ 2357636 w 4641785"/>
              <a:gd name="connsiteY3068" fmla="*/ 3350641 h 5274332"/>
              <a:gd name="connsiteX3069" fmla="*/ 2356706 w 4641785"/>
              <a:gd name="connsiteY3069" fmla="*/ 3347851 h 5274332"/>
              <a:gd name="connsiteX3070" fmla="*/ 2355775 w 4641785"/>
              <a:gd name="connsiteY3070" fmla="*/ 3340875 h 5274332"/>
              <a:gd name="connsiteX3071" fmla="*/ 2353915 w 4641785"/>
              <a:gd name="connsiteY3071" fmla="*/ 3343666 h 5274332"/>
              <a:gd name="connsiteX3072" fmla="*/ 2358566 w 4641785"/>
              <a:gd name="connsiteY3072" fmla="*/ 3345526 h 5274332"/>
              <a:gd name="connsiteX3073" fmla="*/ 2358567 w 4641785"/>
              <a:gd name="connsiteY3073" fmla="*/ 3345525 h 5274332"/>
              <a:gd name="connsiteX3074" fmla="*/ 2353916 w 4641785"/>
              <a:gd name="connsiteY3074" fmla="*/ 3343665 h 5274332"/>
              <a:gd name="connsiteX3075" fmla="*/ 1947875 w 4641785"/>
              <a:gd name="connsiteY3075" fmla="*/ 3337618 h 5274332"/>
              <a:gd name="connsiteX3076" fmla="*/ 1939968 w 4641785"/>
              <a:gd name="connsiteY3076" fmla="*/ 3340874 h 5274332"/>
              <a:gd name="connsiteX3077" fmla="*/ 1936713 w 4641785"/>
              <a:gd name="connsiteY3077" fmla="*/ 3343200 h 5274332"/>
              <a:gd name="connsiteX3078" fmla="*/ 1934387 w 4641785"/>
              <a:gd name="connsiteY3078" fmla="*/ 3341339 h 5274332"/>
              <a:gd name="connsiteX3079" fmla="*/ 1930666 w 4641785"/>
              <a:gd name="connsiteY3079" fmla="*/ 3344130 h 5274332"/>
              <a:gd name="connsiteX3080" fmla="*/ 1926947 w 4641785"/>
              <a:gd name="connsiteY3080" fmla="*/ 3338084 h 5274332"/>
              <a:gd name="connsiteX3081" fmla="*/ 1926947 w 4641785"/>
              <a:gd name="connsiteY3081" fmla="*/ 3338085 h 5274332"/>
              <a:gd name="connsiteX3082" fmla="*/ 1930667 w 4641785"/>
              <a:gd name="connsiteY3082" fmla="*/ 3344132 h 5274332"/>
              <a:gd name="connsiteX3083" fmla="*/ 1934388 w 4641785"/>
              <a:gd name="connsiteY3083" fmla="*/ 3341341 h 5274332"/>
              <a:gd name="connsiteX3084" fmla="*/ 1936713 w 4641785"/>
              <a:gd name="connsiteY3084" fmla="*/ 3343201 h 5274332"/>
              <a:gd name="connsiteX3085" fmla="*/ 1939969 w 4641785"/>
              <a:gd name="connsiteY3085" fmla="*/ 3340876 h 5274332"/>
              <a:gd name="connsiteX3086" fmla="*/ 1947876 w 4641785"/>
              <a:gd name="connsiteY3086" fmla="*/ 3337620 h 5274332"/>
              <a:gd name="connsiteX3087" fmla="*/ 1953923 w 4641785"/>
              <a:gd name="connsiteY3087" fmla="*/ 3337620 h 5274332"/>
              <a:gd name="connsiteX3088" fmla="*/ 1957178 w 4641785"/>
              <a:gd name="connsiteY3088" fmla="*/ 3339480 h 5274332"/>
              <a:gd name="connsiteX3089" fmla="*/ 1960434 w 4641785"/>
              <a:gd name="connsiteY3089" fmla="*/ 3344132 h 5274332"/>
              <a:gd name="connsiteX3090" fmla="*/ 1971597 w 4641785"/>
              <a:gd name="connsiteY3090" fmla="*/ 3351107 h 5274332"/>
              <a:gd name="connsiteX3091" fmla="*/ 1971596 w 4641785"/>
              <a:gd name="connsiteY3091" fmla="*/ 3351107 h 5274332"/>
              <a:gd name="connsiteX3092" fmla="*/ 1960433 w 4641785"/>
              <a:gd name="connsiteY3092" fmla="*/ 3344130 h 5274332"/>
              <a:gd name="connsiteX3093" fmla="*/ 1957178 w 4641785"/>
              <a:gd name="connsiteY3093" fmla="*/ 3339479 h 5274332"/>
              <a:gd name="connsiteX3094" fmla="*/ 1953922 w 4641785"/>
              <a:gd name="connsiteY3094" fmla="*/ 3337618 h 5274332"/>
              <a:gd name="connsiteX3095" fmla="*/ 2176709 w 4641785"/>
              <a:gd name="connsiteY3095" fmla="*/ 3332968 h 5274332"/>
              <a:gd name="connsiteX3096" fmla="*/ 2176243 w 4641785"/>
              <a:gd name="connsiteY3096" fmla="*/ 3338549 h 5274332"/>
              <a:gd name="connsiteX3097" fmla="*/ 2176244 w 4641785"/>
              <a:gd name="connsiteY3097" fmla="*/ 3338549 h 5274332"/>
              <a:gd name="connsiteX3098" fmla="*/ 2176709 w 4641785"/>
              <a:gd name="connsiteY3098" fmla="*/ 3332968 h 5274332"/>
              <a:gd name="connsiteX3099" fmla="*/ 2180429 w 4641785"/>
              <a:gd name="connsiteY3099" fmla="*/ 3335759 h 5274332"/>
              <a:gd name="connsiteX3100" fmla="*/ 2185546 w 4641785"/>
              <a:gd name="connsiteY3100" fmla="*/ 3337154 h 5274332"/>
              <a:gd name="connsiteX3101" fmla="*/ 2185546 w 4641785"/>
              <a:gd name="connsiteY3101" fmla="*/ 3337153 h 5274332"/>
              <a:gd name="connsiteX3102" fmla="*/ 2180430 w 4641785"/>
              <a:gd name="connsiteY3102" fmla="*/ 3335758 h 5274332"/>
              <a:gd name="connsiteX3103" fmla="*/ 2187406 w 4641785"/>
              <a:gd name="connsiteY3103" fmla="*/ 3330642 h 5274332"/>
              <a:gd name="connsiteX3104" fmla="*/ 2185546 w 4641785"/>
              <a:gd name="connsiteY3104" fmla="*/ 3332502 h 5274332"/>
              <a:gd name="connsiteX3105" fmla="*/ 2185546 w 4641785"/>
              <a:gd name="connsiteY3105" fmla="*/ 3332503 h 5274332"/>
              <a:gd name="connsiteX3106" fmla="*/ 2187406 w 4641785"/>
              <a:gd name="connsiteY3106" fmla="*/ 3330642 h 5274332"/>
              <a:gd name="connsiteX3107" fmla="*/ 1901363 w 4641785"/>
              <a:gd name="connsiteY3107" fmla="*/ 3325991 h 5274332"/>
              <a:gd name="connsiteX3108" fmla="*/ 1892993 w 4641785"/>
              <a:gd name="connsiteY3108" fmla="*/ 3328782 h 5274332"/>
              <a:gd name="connsiteX3109" fmla="*/ 1892994 w 4641785"/>
              <a:gd name="connsiteY3109" fmla="*/ 3328783 h 5274332"/>
              <a:gd name="connsiteX3110" fmla="*/ 1901364 w 4641785"/>
              <a:gd name="connsiteY3110" fmla="*/ 3325992 h 5274332"/>
              <a:gd name="connsiteX3111" fmla="*/ 2199034 w 4641785"/>
              <a:gd name="connsiteY3111" fmla="*/ 3321805 h 5274332"/>
              <a:gd name="connsiteX3112" fmla="*/ 2196683 w 4641785"/>
              <a:gd name="connsiteY3112" fmla="*/ 3323149 h 5274332"/>
              <a:gd name="connsiteX3113" fmla="*/ 2199034 w 4641785"/>
              <a:gd name="connsiteY3113" fmla="*/ 3321805 h 5274332"/>
              <a:gd name="connsiteX3114" fmla="*/ 2206475 w 4641785"/>
              <a:gd name="connsiteY3114" fmla="*/ 3323200 h 5274332"/>
              <a:gd name="connsiteX3115" fmla="*/ 2390658 w 4641785"/>
              <a:gd name="connsiteY3115" fmla="*/ 3315294 h 5274332"/>
              <a:gd name="connsiteX3116" fmla="*/ 2387868 w 4641785"/>
              <a:gd name="connsiteY3116" fmla="*/ 3317154 h 5274332"/>
              <a:gd name="connsiteX3117" fmla="*/ 2387869 w 4641785"/>
              <a:gd name="connsiteY3117" fmla="*/ 3317154 h 5274332"/>
              <a:gd name="connsiteX3118" fmla="*/ 2390659 w 4641785"/>
              <a:gd name="connsiteY3118" fmla="*/ 3315294 h 5274332"/>
              <a:gd name="connsiteX3119" fmla="*/ 1916712 w 4641785"/>
              <a:gd name="connsiteY3119" fmla="*/ 3313898 h 5274332"/>
              <a:gd name="connsiteX3120" fmla="*/ 1914386 w 4641785"/>
              <a:gd name="connsiteY3120" fmla="*/ 3317154 h 5274332"/>
              <a:gd name="connsiteX3121" fmla="*/ 1918573 w 4641785"/>
              <a:gd name="connsiteY3121" fmla="*/ 3322270 h 5274332"/>
              <a:gd name="connsiteX3122" fmla="*/ 1915317 w 4641785"/>
              <a:gd name="connsiteY3122" fmla="*/ 3325061 h 5274332"/>
              <a:gd name="connsiteX3123" fmla="*/ 1908340 w 4641785"/>
              <a:gd name="connsiteY3123" fmla="*/ 3325526 h 5274332"/>
              <a:gd name="connsiteX3124" fmla="*/ 1906015 w 4641785"/>
              <a:gd name="connsiteY3124" fmla="*/ 3329247 h 5274332"/>
              <a:gd name="connsiteX3125" fmla="*/ 1902760 w 4641785"/>
              <a:gd name="connsiteY3125" fmla="*/ 3328317 h 5274332"/>
              <a:gd name="connsiteX3126" fmla="*/ 1902760 w 4641785"/>
              <a:gd name="connsiteY3126" fmla="*/ 3328318 h 5274332"/>
              <a:gd name="connsiteX3127" fmla="*/ 1906016 w 4641785"/>
              <a:gd name="connsiteY3127" fmla="*/ 3329247 h 5274332"/>
              <a:gd name="connsiteX3128" fmla="*/ 1908342 w 4641785"/>
              <a:gd name="connsiteY3128" fmla="*/ 3325527 h 5274332"/>
              <a:gd name="connsiteX3129" fmla="*/ 1915318 w 4641785"/>
              <a:gd name="connsiteY3129" fmla="*/ 3325062 h 5274332"/>
              <a:gd name="connsiteX3130" fmla="*/ 1918574 w 4641785"/>
              <a:gd name="connsiteY3130" fmla="*/ 3322271 h 5274332"/>
              <a:gd name="connsiteX3131" fmla="*/ 1923225 w 4641785"/>
              <a:gd name="connsiteY3131" fmla="*/ 3327388 h 5274332"/>
              <a:gd name="connsiteX3132" fmla="*/ 1924645 w 4641785"/>
              <a:gd name="connsiteY3132" fmla="*/ 3331470 h 5274332"/>
              <a:gd name="connsiteX3133" fmla="*/ 1923225 w 4641785"/>
              <a:gd name="connsiteY3133" fmla="*/ 3327386 h 5274332"/>
              <a:gd name="connsiteX3134" fmla="*/ 1918574 w 4641785"/>
              <a:gd name="connsiteY3134" fmla="*/ 3322270 h 5274332"/>
              <a:gd name="connsiteX3135" fmla="*/ 1914388 w 4641785"/>
              <a:gd name="connsiteY3135" fmla="*/ 3317154 h 5274332"/>
              <a:gd name="connsiteX3136" fmla="*/ 1916712 w 4641785"/>
              <a:gd name="connsiteY3136" fmla="*/ 3313898 h 5274332"/>
              <a:gd name="connsiteX3137" fmla="*/ 2217173 w 4641785"/>
              <a:gd name="connsiteY3137" fmla="*/ 3312968 h 5274332"/>
              <a:gd name="connsiteX3138" fmla="*/ 2213339 w 4641785"/>
              <a:gd name="connsiteY3138" fmla="*/ 3314179 h 5274332"/>
              <a:gd name="connsiteX3139" fmla="*/ 2217173 w 4641785"/>
              <a:gd name="connsiteY3139" fmla="*/ 3312968 h 5274332"/>
              <a:gd name="connsiteX3140" fmla="*/ 2536703 w 4641785"/>
              <a:gd name="connsiteY3140" fmla="*/ 3312503 h 5274332"/>
              <a:gd name="connsiteX3141" fmla="*/ 2534819 w 4641785"/>
              <a:gd name="connsiteY3141" fmla="*/ 3313209 h 5274332"/>
              <a:gd name="connsiteX3142" fmla="*/ 2536703 w 4641785"/>
              <a:gd name="connsiteY3142" fmla="*/ 3312503 h 5274332"/>
              <a:gd name="connsiteX3143" fmla="*/ 2397170 w 4641785"/>
              <a:gd name="connsiteY3143" fmla="*/ 3310178 h 5274332"/>
              <a:gd name="connsiteX3144" fmla="*/ 2395791 w 4641785"/>
              <a:gd name="connsiteY3144" fmla="*/ 3313488 h 5274332"/>
              <a:gd name="connsiteX3145" fmla="*/ 2397171 w 4641785"/>
              <a:gd name="connsiteY3145" fmla="*/ 3310178 h 5274332"/>
              <a:gd name="connsiteX3146" fmla="*/ 2556702 w 4641785"/>
              <a:gd name="connsiteY3146" fmla="*/ 3309712 h 5274332"/>
              <a:gd name="connsiteX3147" fmla="*/ 2550866 w 4641785"/>
              <a:gd name="connsiteY3147" fmla="*/ 3312855 h 5274332"/>
              <a:gd name="connsiteX3148" fmla="*/ 2556703 w 4641785"/>
              <a:gd name="connsiteY3148" fmla="*/ 3309713 h 5274332"/>
              <a:gd name="connsiteX3149" fmla="*/ 2417129 w 4641785"/>
              <a:gd name="connsiteY3149" fmla="*/ 3299132 h 5274332"/>
              <a:gd name="connsiteX3150" fmla="*/ 2415774 w 4641785"/>
              <a:gd name="connsiteY3150" fmla="*/ 3299945 h 5274332"/>
              <a:gd name="connsiteX3151" fmla="*/ 2415774 w 4641785"/>
              <a:gd name="connsiteY3151" fmla="*/ 3302735 h 5274332"/>
              <a:gd name="connsiteX3152" fmla="*/ 2412053 w 4641785"/>
              <a:gd name="connsiteY3152" fmla="*/ 3305061 h 5274332"/>
              <a:gd name="connsiteX3153" fmla="*/ 2410863 w 4641785"/>
              <a:gd name="connsiteY3153" fmla="*/ 3306251 h 5274332"/>
              <a:gd name="connsiteX3154" fmla="*/ 2412054 w 4641785"/>
              <a:gd name="connsiteY3154" fmla="*/ 3305061 h 5274332"/>
              <a:gd name="connsiteX3155" fmla="*/ 2415775 w 4641785"/>
              <a:gd name="connsiteY3155" fmla="*/ 3302735 h 5274332"/>
              <a:gd name="connsiteX3156" fmla="*/ 2415775 w 4641785"/>
              <a:gd name="connsiteY3156" fmla="*/ 3299945 h 5274332"/>
              <a:gd name="connsiteX3157" fmla="*/ 1546486 w 4641785"/>
              <a:gd name="connsiteY3157" fmla="*/ 3298550 h 5274332"/>
              <a:gd name="connsiteX3158" fmla="*/ 1546487 w 4641785"/>
              <a:gd name="connsiteY3158" fmla="*/ 3298550 h 5274332"/>
              <a:gd name="connsiteX3159" fmla="*/ 1546938 w 4641785"/>
              <a:gd name="connsiteY3159" fmla="*/ 3298937 h 5274332"/>
              <a:gd name="connsiteX3160" fmla="*/ 1549741 w 4641785"/>
              <a:gd name="connsiteY3160" fmla="*/ 3301340 h 5274332"/>
              <a:gd name="connsiteX3161" fmla="*/ 1549276 w 4641785"/>
              <a:gd name="connsiteY3161" fmla="*/ 3304596 h 5274332"/>
              <a:gd name="connsiteX3162" fmla="*/ 1543695 w 4641785"/>
              <a:gd name="connsiteY3162" fmla="*/ 3303666 h 5274332"/>
              <a:gd name="connsiteX3163" fmla="*/ 1532532 w 4641785"/>
              <a:gd name="connsiteY3163" fmla="*/ 3306922 h 5274332"/>
              <a:gd name="connsiteX3164" fmla="*/ 1530206 w 4641785"/>
              <a:gd name="connsiteY3164" fmla="*/ 3313898 h 5274332"/>
              <a:gd name="connsiteX3165" fmla="*/ 1526950 w 4641785"/>
              <a:gd name="connsiteY3165" fmla="*/ 3320410 h 5274332"/>
              <a:gd name="connsiteX3166" fmla="*/ 1526950 w 4641785"/>
              <a:gd name="connsiteY3166" fmla="*/ 3322270 h 5274332"/>
              <a:gd name="connsiteX3167" fmla="*/ 1524625 w 4641785"/>
              <a:gd name="connsiteY3167" fmla="*/ 3325991 h 5274332"/>
              <a:gd name="connsiteX3168" fmla="*/ 1518579 w 4641785"/>
              <a:gd name="connsiteY3168" fmla="*/ 3326922 h 5274332"/>
              <a:gd name="connsiteX3169" fmla="*/ 1516253 w 4641785"/>
              <a:gd name="connsiteY3169" fmla="*/ 3329247 h 5274332"/>
              <a:gd name="connsiteX3170" fmla="*/ 1515323 w 4641785"/>
              <a:gd name="connsiteY3170" fmla="*/ 3334829 h 5274332"/>
              <a:gd name="connsiteX3171" fmla="*/ 1517648 w 4641785"/>
              <a:gd name="connsiteY3171" fmla="*/ 3338549 h 5274332"/>
              <a:gd name="connsiteX3172" fmla="*/ 1518114 w 4641785"/>
              <a:gd name="connsiteY3172" fmla="*/ 3343665 h 5274332"/>
              <a:gd name="connsiteX3173" fmla="*/ 1515323 w 4641785"/>
              <a:gd name="connsiteY3173" fmla="*/ 3350176 h 5274332"/>
              <a:gd name="connsiteX3174" fmla="*/ 1512997 w 4641785"/>
              <a:gd name="connsiteY3174" fmla="*/ 3349712 h 5274332"/>
              <a:gd name="connsiteX3175" fmla="*/ 1504161 w 4641785"/>
              <a:gd name="connsiteY3175" fmla="*/ 3354362 h 5274332"/>
              <a:gd name="connsiteX3176" fmla="*/ 1504162 w 4641785"/>
              <a:gd name="connsiteY3176" fmla="*/ 3354364 h 5274332"/>
              <a:gd name="connsiteX3177" fmla="*/ 1512999 w 4641785"/>
              <a:gd name="connsiteY3177" fmla="*/ 3349713 h 5274332"/>
              <a:gd name="connsiteX3178" fmla="*/ 1515325 w 4641785"/>
              <a:gd name="connsiteY3178" fmla="*/ 3350178 h 5274332"/>
              <a:gd name="connsiteX3179" fmla="*/ 1518115 w 4641785"/>
              <a:gd name="connsiteY3179" fmla="*/ 3343666 h 5274332"/>
              <a:gd name="connsiteX3180" fmla="*/ 1517650 w 4641785"/>
              <a:gd name="connsiteY3180" fmla="*/ 3338550 h 5274332"/>
              <a:gd name="connsiteX3181" fmla="*/ 1515325 w 4641785"/>
              <a:gd name="connsiteY3181" fmla="*/ 3334829 h 5274332"/>
              <a:gd name="connsiteX3182" fmla="*/ 1516255 w 4641785"/>
              <a:gd name="connsiteY3182" fmla="*/ 3329247 h 5274332"/>
              <a:gd name="connsiteX3183" fmla="*/ 1518581 w 4641785"/>
              <a:gd name="connsiteY3183" fmla="*/ 3326922 h 5274332"/>
              <a:gd name="connsiteX3184" fmla="*/ 1524627 w 4641785"/>
              <a:gd name="connsiteY3184" fmla="*/ 3325992 h 5274332"/>
              <a:gd name="connsiteX3185" fmla="*/ 1526952 w 4641785"/>
              <a:gd name="connsiteY3185" fmla="*/ 3322271 h 5274332"/>
              <a:gd name="connsiteX3186" fmla="*/ 1526952 w 4641785"/>
              <a:gd name="connsiteY3186" fmla="*/ 3320411 h 5274332"/>
              <a:gd name="connsiteX3187" fmla="*/ 1530208 w 4641785"/>
              <a:gd name="connsiteY3187" fmla="*/ 3313899 h 5274332"/>
              <a:gd name="connsiteX3188" fmla="*/ 1532533 w 4641785"/>
              <a:gd name="connsiteY3188" fmla="*/ 3306923 h 5274332"/>
              <a:gd name="connsiteX3189" fmla="*/ 1543696 w 4641785"/>
              <a:gd name="connsiteY3189" fmla="*/ 3303667 h 5274332"/>
              <a:gd name="connsiteX3190" fmla="*/ 1549278 w 4641785"/>
              <a:gd name="connsiteY3190" fmla="*/ 3304597 h 5274332"/>
              <a:gd name="connsiteX3191" fmla="*/ 1549742 w 4641785"/>
              <a:gd name="connsiteY3191" fmla="*/ 3301341 h 5274332"/>
              <a:gd name="connsiteX3192" fmla="*/ 1546938 w 4641785"/>
              <a:gd name="connsiteY3192" fmla="*/ 3298937 h 5274332"/>
              <a:gd name="connsiteX3193" fmla="*/ 2564609 w 4641785"/>
              <a:gd name="connsiteY3193" fmla="*/ 3297620 h 5274332"/>
              <a:gd name="connsiteX3194" fmla="*/ 2566004 w 4641785"/>
              <a:gd name="connsiteY3194" fmla="*/ 3306457 h 5274332"/>
              <a:gd name="connsiteX3195" fmla="*/ 2564144 w 4641785"/>
              <a:gd name="connsiteY3195" fmla="*/ 3309712 h 5274332"/>
              <a:gd name="connsiteX3196" fmla="*/ 2562040 w 4641785"/>
              <a:gd name="connsiteY3196" fmla="*/ 3310478 h 5274332"/>
              <a:gd name="connsiteX3197" fmla="*/ 2564145 w 4641785"/>
              <a:gd name="connsiteY3197" fmla="*/ 3309712 h 5274332"/>
              <a:gd name="connsiteX3198" fmla="*/ 2566005 w 4641785"/>
              <a:gd name="connsiteY3198" fmla="*/ 3306456 h 5274332"/>
              <a:gd name="connsiteX3199" fmla="*/ 2564610 w 4641785"/>
              <a:gd name="connsiteY3199" fmla="*/ 3297620 h 5274332"/>
              <a:gd name="connsiteX3200" fmla="*/ 2575012 w 4641785"/>
              <a:gd name="connsiteY3200" fmla="*/ 3293602 h 5274332"/>
              <a:gd name="connsiteX3201" fmla="*/ 2572981 w 4641785"/>
              <a:gd name="connsiteY3201" fmla="*/ 3294364 h 5274332"/>
              <a:gd name="connsiteX3202" fmla="*/ 2569260 w 4641785"/>
              <a:gd name="connsiteY3202" fmla="*/ 3299945 h 5274332"/>
              <a:gd name="connsiteX3203" fmla="*/ 2572982 w 4641785"/>
              <a:gd name="connsiteY3203" fmla="*/ 3294364 h 5274332"/>
              <a:gd name="connsiteX3204" fmla="*/ 2225813 w 4641785"/>
              <a:gd name="connsiteY3204" fmla="*/ 3290673 h 5274332"/>
              <a:gd name="connsiteX3205" fmla="*/ 2220894 w 4641785"/>
              <a:gd name="connsiteY3205" fmla="*/ 3292968 h 5274332"/>
              <a:gd name="connsiteX3206" fmla="*/ 2220622 w 4641785"/>
              <a:gd name="connsiteY3206" fmla="*/ 3293919 h 5274332"/>
              <a:gd name="connsiteX3207" fmla="*/ 2220894 w 4641785"/>
              <a:gd name="connsiteY3207" fmla="*/ 3292969 h 5274332"/>
              <a:gd name="connsiteX3208" fmla="*/ 1539509 w 4641785"/>
              <a:gd name="connsiteY3208" fmla="*/ 3290179 h 5274332"/>
              <a:gd name="connsiteX3209" fmla="*/ 1542300 w 4641785"/>
              <a:gd name="connsiteY3209" fmla="*/ 3297154 h 5274332"/>
              <a:gd name="connsiteX3210" fmla="*/ 1542301 w 4641785"/>
              <a:gd name="connsiteY3210" fmla="*/ 3297154 h 5274332"/>
              <a:gd name="connsiteX3211" fmla="*/ 1539510 w 4641785"/>
              <a:gd name="connsiteY3211" fmla="*/ 3290179 h 5274332"/>
              <a:gd name="connsiteX3212" fmla="*/ 2475979 w 4641785"/>
              <a:gd name="connsiteY3212" fmla="*/ 3289226 h 5274332"/>
              <a:gd name="connsiteX3213" fmla="*/ 2475308 w 4641785"/>
              <a:gd name="connsiteY3213" fmla="*/ 3291573 h 5274332"/>
              <a:gd name="connsiteX3214" fmla="*/ 2475309 w 4641785"/>
              <a:gd name="connsiteY3214" fmla="*/ 3291573 h 5274332"/>
              <a:gd name="connsiteX3215" fmla="*/ 2407868 w 4641785"/>
              <a:gd name="connsiteY3215" fmla="*/ 3288318 h 5274332"/>
              <a:gd name="connsiteX3216" fmla="*/ 2414379 w 4641785"/>
              <a:gd name="connsiteY3216" fmla="*/ 3296689 h 5274332"/>
              <a:gd name="connsiteX3217" fmla="*/ 2418100 w 4641785"/>
              <a:gd name="connsiteY3217" fmla="*/ 3298550 h 5274332"/>
              <a:gd name="connsiteX3218" fmla="*/ 2418101 w 4641785"/>
              <a:gd name="connsiteY3218" fmla="*/ 3298549 h 5274332"/>
              <a:gd name="connsiteX3219" fmla="*/ 2414379 w 4641785"/>
              <a:gd name="connsiteY3219" fmla="*/ 3296689 h 5274332"/>
              <a:gd name="connsiteX3220" fmla="*/ 2577633 w 4641785"/>
              <a:gd name="connsiteY3220" fmla="*/ 3285062 h 5274332"/>
              <a:gd name="connsiteX3221" fmla="*/ 2579492 w 4641785"/>
              <a:gd name="connsiteY3221" fmla="*/ 3289247 h 5274332"/>
              <a:gd name="connsiteX3222" fmla="*/ 2576702 w 4641785"/>
              <a:gd name="connsiteY3222" fmla="*/ 3292969 h 5274332"/>
              <a:gd name="connsiteX3223" fmla="*/ 2576703 w 4641785"/>
              <a:gd name="connsiteY3223" fmla="*/ 3292968 h 5274332"/>
              <a:gd name="connsiteX3224" fmla="*/ 2579493 w 4641785"/>
              <a:gd name="connsiteY3224" fmla="*/ 3289247 h 5274332"/>
              <a:gd name="connsiteX3225" fmla="*/ 2473448 w 4641785"/>
              <a:gd name="connsiteY3225" fmla="*/ 3284131 h 5274332"/>
              <a:gd name="connsiteX3226" fmla="*/ 2476239 w 4641785"/>
              <a:gd name="connsiteY3226" fmla="*/ 3288318 h 5274332"/>
              <a:gd name="connsiteX3227" fmla="*/ 2476239 w 4641785"/>
              <a:gd name="connsiteY3227" fmla="*/ 3288317 h 5274332"/>
              <a:gd name="connsiteX3228" fmla="*/ 2473449 w 4641785"/>
              <a:gd name="connsiteY3228" fmla="*/ 3284131 h 5274332"/>
              <a:gd name="connsiteX3229" fmla="*/ 1535322 w 4641785"/>
              <a:gd name="connsiteY3229" fmla="*/ 3282737 h 5274332"/>
              <a:gd name="connsiteX3230" fmla="*/ 1532998 w 4641785"/>
              <a:gd name="connsiteY3230" fmla="*/ 3289713 h 5274332"/>
              <a:gd name="connsiteX3231" fmla="*/ 1532999 w 4641785"/>
              <a:gd name="connsiteY3231" fmla="*/ 3289713 h 5274332"/>
              <a:gd name="connsiteX3232" fmla="*/ 1535325 w 4641785"/>
              <a:gd name="connsiteY3232" fmla="*/ 3282737 h 5274332"/>
              <a:gd name="connsiteX3233" fmla="*/ 2580423 w 4641785"/>
              <a:gd name="connsiteY3233" fmla="*/ 3278550 h 5274332"/>
              <a:gd name="connsiteX3234" fmla="*/ 2581353 w 4641785"/>
              <a:gd name="connsiteY3234" fmla="*/ 3280411 h 5274332"/>
              <a:gd name="connsiteX3235" fmla="*/ 2580174 w 4641785"/>
              <a:gd name="connsiteY3235" fmla="*/ 3281884 h 5274332"/>
              <a:gd name="connsiteX3236" fmla="*/ 2581353 w 4641785"/>
              <a:gd name="connsiteY3236" fmla="*/ 3280410 h 5274332"/>
              <a:gd name="connsiteX3237" fmla="*/ 1529276 w 4641785"/>
              <a:gd name="connsiteY3237" fmla="*/ 3277621 h 5274332"/>
              <a:gd name="connsiteX3238" fmla="*/ 1528811 w 4641785"/>
              <a:gd name="connsiteY3238" fmla="*/ 3283201 h 5274332"/>
              <a:gd name="connsiteX3239" fmla="*/ 1528813 w 4641785"/>
              <a:gd name="connsiteY3239" fmla="*/ 3283201 h 5274332"/>
              <a:gd name="connsiteX3240" fmla="*/ 1529277 w 4641785"/>
              <a:gd name="connsiteY3240" fmla="*/ 3277621 h 5274332"/>
              <a:gd name="connsiteX3241" fmla="*/ 2586821 w 4641785"/>
              <a:gd name="connsiteY3241" fmla="*/ 3276679 h 5274332"/>
              <a:gd name="connsiteX3242" fmla="*/ 2586469 w 4641785"/>
              <a:gd name="connsiteY3242" fmla="*/ 3278084 h 5274332"/>
              <a:gd name="connsiteX3243" fmla="*/ 2586470 w 4641785"/>
              <a:gd name="connsiteY3243" fmla="*/ 3278084 h 5274332"/>
              <a:gd name="connsiteX3244" fmla="*/ 2401356 w 4641785"/>
              <a:gd name="connsiteY3244" fmla="*/ 3276225 h 5274332"/>
              <a:gd name="connsiteX3245" fmla="*/ 2402286 w 4641785"/>
              <a:gd name="connsiteY3245" fmla="*/ 3280411 h 5274332"/>
              <a:gd name="connsiteX3246" fmla="*/ 2404612 w 4641785"/>
              <a:gd name="connsiteY3246" fmla="*/ 3281806 h 5274332"/>
              <a:gd name="connsiteX3247" fmla="*/ 2410193 w 4641785"/>
              <a:gd name="connsiteY3247" fmla="*/ 3282736 h 5274332"/>
              <a:gd name="connsiteX3248" fmla="*/ 2410193 w 4641785"/>
              <a:gd name="connsiteY3248" fmla="*/ 3286457 h 5274332"/>
              <a:gd name="connsiteX3249" fmla="*/ 2409146 w 4641785"/>
              <a:gd name="connsiteY3249" fmla="*/ 3287295 h 5274332"/>
              <a:gd name="connsiteX3250" fmla="*/ 2410194 w 4641785"/>
              <a:gd name="connsiteY3250" fmla="*/ 3286457 h 5274332"/>
              <a:gd name="connsiteX3251" fmla="*/ 2410194 w 4641785"/>
              <a:gd name="connsiteY3251" fmla="*/ 3282735 h 5274332"/>
              <a:gd name="connsiteX3252" fmla="*/ 2404613 w 4641785"/>
              <a:gd name="connsiteY3252" fmla="*/ 3281805 h 5274332"/>
              <a:gd name="connsiteX3253" fmla="*/ 2402287 w 4641785"/>
              <a:gd name="connsiteY3253" fmla="*/ 3280410 h 5274332"/>
              <a:gd name="connsiteX3254" fmla="*/ 2401357 w 4641785"/>
              <a:gd name="connsiteY3254" fmla="*/ 3276225 h 5274332"/>
              <a:gd name="connsiteX3255" fmla="*/ 2406007 w 4641785"/>
              <a:gd name="connsiteY3255" fmla="*/ 3273899 h 5274332"/>
              <a:gd name="connsiteX3256" fmla="*/ 2405077 w 4641785"/>
              <a:gd name="connsiteY3256" fmla="*/ 3276689 h 5274332"/>
              <a:gd name="connsiteX3257" fmla="*/ 2405077 w 4641785"/>
              <a:gd name="connsiteY3257" fmla="*/ 3276689 h 5274332"/>
              <a:gd name="connsiteX3258" fmla="*/ 2406008 w 4641785"/>
              <a:gd name="connsiteY3258" fmla="*/ 3273899 h 5274332"/>
              <a:gd name="connsiteX3259" fmla="*/ 2478099 w 4641785"/>
              <a:gd name="connsiteY3259" fmla="*/ 3273434 h 5274332"/>
              <a:gd name="connsiteX3260" fmla="*/ 2470192 w 4641785"/>
              <a:gd name="connsiteY3260" fmla="*/ 3277620 h 5274332"/>
              <a:gd name="connsiteX3261" fmla="*/ 2472052 w 4641785"/>
              <a:gd name="connsiteY3261" fmla="*/ 3284131 h 5274332"/>
              <a:gd name="connsiteX3262" fmla="*/ 2472053 w 4641785"/>
              <a:gd name="connsiteY3262" fmla="*/ 3284131 h 5274332"/>
              <a:gd name="connsiteX3263" fmla="*/ 2470193 w 4641785"/>
              <a:gd name="connsiteY3263" fmla="*/ 3277620 h 5274332"/>
              <a:gd name="connsiteX3264" fmla="*/ 2589260 w 4641785"/>
              <a:gd name="connsiteY3264" fmla="*/ 3271108 h 5274332"/>
              <a:gd name="connsiteX3265" fmla="*/ 2587399 w 4641785"/>
              <a:gd name="connsiteY3265" fmla="*/ 3273434 h 5274332"/>
              <a:gd name="connsiteX3266" fmla="*/ 2587012 w 4641785"/>
              <a:gd name="connsiteY3266" fmla="*/ 3275760 h 5274332"/>
              <a:gd name="connsiteX3267" fmla="*/ 2587400 w 4641785"/>
              <a:gd name="connsiteY3267" fmla="*/ 3273433 h 5274332"/>
              <a:gd name="connsiteX3268" fmla="*/ 2437570 w 4641785"/>
              <a:gd name="connsiteY3268" fmla="*/ 3270697 h 5274332"/>
              <a:gd name="connsiteX3269" fmla="*/ 2437169 w 4641785"/>
              <a:gd name="connsiteY3269" fmla="*/ 3273898 h 5274332"/>
              <a:gd name="connsiteX3270" fmla="*/ 2437170 w 4641785"/>
              <a:gd name="connsiteY3270" fmla="*/ 3273898 h 5274332"/>
              <a:gd name="connsiteX3271" fmla="*/ 2607894 w 4641785"/>
              <a:gd name="connsiteY3271" fmla="*/ 3267649 h 5274332"/>
              <a:gd name="connsiteX3272" fmla="*/ 2606934 w 4641785"/>
              <a:gd name="connsiteY3272" fmla="*/ 3269248 h 5274332"/>
              <a:gd name="connsiteX3273" fmla="*/ 2605627 w 4641785"/>
              <a:gd name="connsiteY3273" fmla="*/ 3271535 h 5274332"/>
              <a:gd name="connsiteX3274" fmla="*/ 2606935 w 4641785"/>
              <a:gd name="connsiteY3274" fmla="*/ 3269247 h 5274332"/>
              <a:gd name="connsiteX3275" fmla="*/ 1859038 w 4641785"/>
              <a:gd name="connsiteY3275" fmla="*/ 3267387 h 5274332"/>
              <a:gd name="connsiteX3276" fmla="*/ 1855782 w 4641785"/>
              <a:gd name="connsiteY3276" fmla="*/ 3268782 h 5274332"/>
              <a:gd name="connsiteX3277" fmla="*/ 1853459 w 4641785"/>
              <a:gd name="connsiteY3277" fmla="*/ 3267853 h 5274332"/>
              <a:gd name="connsiteX3278" fmla="*/ 1855785 w 4641785"/>
              <a:gd name="connsiteY3278" fmla="*/ 3268784 h 5274332"/>
              <a:gd name="connsiteX3279" fmla="*/ 1859041 w 4641785"/>
              <a:gd name="connsiteY3279" fmla="*/ 3267389 h 5274332"/>
              <a:gd name="connsiteX3280" fmla="*/ 1864620 w 4641785"/>
              <a:gd name="connsiteY3280" fmla="*/ 3267853 h 5274332"/>
              <a:gd name="connsiteX3281" fmla="*/ 1864620 w 4641785"/>
              <a:gd name="connsiteY3281" fmla="*/ 3267852 h 5274332"/>
              <a:gd name="connsiteX3282" fmla="*/ 2608839 w 4641785"/>
              <a:gd name="connsiteY3282" fmla="*/ 3266435 h 5274332"/>
              <a:gd name="connsiteX3283" fmla="*/ 2608794 w 4641785"/>
              <a:gd name="connsiteY3283" fmla="*/ 3266457 h 5274332"/>
              <a:gd name="connsiteX3284" fmla="*/ 2608572 w 4641785"/>
              <a:gd name="connsiteY3284" fmla="*/ 3266680 h 5274332"/>
              <a:gd name="connsiteX3285" fmla="*/ 2608795 w 4641785"/>
              <a:gd name="connsiteY3285" fmla="*/ 3266457 h 5274332"/>
              <a:gd name="connsiteX3286" fmla="*/ 2611944 w 4641785"/>
              <a:gd name="connsiteY3286" fmla="*/ 3265739 h 5274332"/>
              <a:gd name="connsiteX3287" fmla="*/ 2611585 w 4641785"/>
              <a:gd name="connsiteY3287" fmla="*/ 3266456 h 5274332"/>
              <a:gd name="connsiteX3288" fmla="*/ 2611586 w 4641785"/>
              <a:gd name="connsiteY3288" fmla="*/ 3266457 h 5274332"/>
              <a:gd name="connsiteX3289" fmla="*/ 2226940 w 4641785"/>
              <a:gd name="connsiteY3289" fmla="*/ 3261806 h 5274332"/>
              <a:gd name="connsiteX3290" fmla="*/ 2225919 w 4641785"/>
              <a:gd name="connsiteY3290" fmla="*/ 3263032 h 5274332"/>
              <a:gd name="connsiteX3291" fmla="*/ 2226940 w 4641785"/>
              <a:gd name="connsiteY3291" fmla="*/ 3261806 h 5274332"/>
              <a:gd name="connsiteX3292" fmla="*/ 2613911 w 4641785"/>
              <a:gd name="connsiteY3292" fmla="*/ 3260410 h 5274332"/>
              <a:gd name="connsiteX3293" fmla="*/ 2612050 w 4641785"/>
              <a:gd name="connsiteY3293" fmla="*/ 3262271 h 5274332"/>
              <a:gd name="connsiteX3294" fmla="*/ 2613911 w 4641785"/>
              <a:gd name="connsiteY3294" fmla="*/ 3260411 h 5274332"/>
              <a:gd name="connsiteX3295" fmla="*/ 2616701 w 4641785"/>
              <a:gd name="connsiteY3295" fmla="*/ 3264131 h 5274332"/>
              <a:gd name="connsiteX3296" fmla="*/ 2616701 w 4641785"/>
              <a:gd name="connsiteY3296" fmla="*/ 3264131 h 5274332"/>
              <a:gd name="connsiteX3297" fmla="*/ 1529276 w 4641785"/>
              <a:gd name="connsiteY3297" fmla="*/ 3257620 h 5274332"/>
              <a:gd name="connsiteX3298" fmla="*/ 1526950 w 4641785"/>
              <a:gd name="connsiteY3298" fmla="*/ 3258085 h 5274332"/>
              <a:gd name="connsiteX3299" fmla="*/ 1525555 w 4641785"/>
              <a:gd name="connsiteY3299" fmla="*/ 3262736 h 5274332"/>
              <a:gd name="connsiteX3300" fmla="*/ 1526486 w 4641785"/>
              <a:gd name="connsiteY3300" fmla="*/ 3265992 h 5274332"/>
              <a:gd name="connsiteX3301" fmla="*/ 1520440 w 4641785"/>
              <a:gd name="connsiteY3301" fmla="*/ 3264597 h 5274332"/>
              <a:gd name="connsiteX3302" fmla="*/ 1519974 w 4641785"/>
              <a:gd name="connsiteY3302" fmla="*/ 3270178 h 5274332"/>
              <a:gd name="connsiteX3303" fmla="*/ 1520904 w 4641785"/>
              <a:gd name="connsiteY3303" fmla="*/ 3271574 h 5274332"/>
              <a:gd name="connsiteX3304" fmla="*/ 1521369 w 4641785"/>
              <a:gd name="connsiteY3304" fmla="*/ 3278085 h 5274332"/>
              <a:gd name="connsiteX3305" fmla="*/ 1521371 w 4641785"/>
              <a:gd name="connsiteY3305" fmla="*/ 3278085 h 5274332"/>
              <a:gd name="connsiteX3306" fmla="*/ 1520906 w 4641785"/>
              <a:gd name="connsiteY3306" fmla="*/ 3271574 h 5274332"/>
              <a:gd name="connsiteX3307" fmla="*/ 1519976 w 4641785"/>
              <a:gd name="connsiteY3307" fmla="*/ 3270179 h 5274332"/>
              <a:gd name="connsiteX3308" fmla="*/ 1520441 w 4641785"/>
              <a:gd name="connsiteY3308" fmla="*/ 3264598 h 5274332"/>
              <a:gd name="connsiteX3309" fmla="*/ 1526487 w 4641785"/>
              <a:gd name="connsiteY3309" fmla="*/ 3265993 h 5274332"/>
              <a:gd name="connsiteX3310" fmla="*/ 1525557 w 4641785"/>
              <a:gd name="connsiteY3310" fmla="*/ 3262737 h 5274332"/>
              <a:gd name="connsiteX3311" fmla="*/ 1526952 w 4641785"/>
              <a:gd name="connsiteY3311" fmla="*/ 3258086 h 5274332"/>
              <a:gd name="connsiteX3312" fmla="*/ 1529277 w 4641785"/>
              <a:gd name="connsiteY3312" fmla="*/ 3257621 h 5274332"/>
              <a:gd name="connsiteX3313" fmla="*/ 2606004 w 4641785"/>
              <a:gd name="connsiteY3313" fmla="*/ 3255294 h 5274332"/>
              <a:gd name="connsiteX3314" fmla="*/ 2607864 w 4641785"/>
              <a:gd name="connsiteY3314" fmla="*/ 3259481 h 5274332"/>
              <a:gd name="connsiteX3315" fmla="*/ 2607865 w 4641785"/>
              <a:gd name="connsiteY3315" fmla="*/ 3259481 h 5274332"/>
              <a:gd name="connsiteX3316" fmla="*/ 2447100 w 4641785"/>
              <a:gd name="connsiteY3316" fmla="*/ 3254684 h 5274332"/>
              <a:gd name="connsiteX3317" fmla="*/ 2446937 w 4641785"/>
              <a:gd name="connsiteY3317" fmla="*/ 3254829 h 5274332"/>
              <a:gd name="connsiteX3318" fmla="*/ 2446937 w 4641785"/>
              <a:gd name="connsiteY3318" fmla="*/ 3254829 h 5274332"/>
              <a:gd name="connsiteX3319" fmla="*/ 2446936 w 4641785"/>
              <a:gd name="connsiteY3319" fmla="*/ 3254830 h 5274332"/>
              <a:gd name="connsiteX3320" fmla="*/ 2448797 w 4641785"/>
              <a:gd name="connsiteY3320" fmla="*/ 3259016 h 5274332"/>
              <a:gd name="connsiteX3321" fmla="*/ 2445076 w 4641785"/>
              <a:gd name="connsiteY3321" fmla="*/ 3262271 h 5274332"/>
              <a:gd name="connsiteX3322" fmla="*/ 2444652 w 4641785"/>
              <a:gd name="connsiteY3322" fmla="*/ 3266094 h 5274332"/>
              <a:gd name="connsiteX3323" fmla="*/ 2445077 w 4641785"/>
              <a:gd name="connsiteY3323" fmla="*/ 3262271 h 5274332"/>
              <a:gd name="connsiteX3324" fmla="*/ 2448798 w 4641785"/>
              <a:gd name="connsiteY3324" fmla="*/ 3259015 h 5274332"/>
              <a:gd name="connsiteX3325" fmla="*/ 2446937 w 4641785"/>
              <a:gd name="connsiteY3325" fmla="*/ 3254829 h 5274332"/>
              <a:gd name="connsiteX3326" fmla="*/ 2622061 w 4641785"/>
              <a:gd name="connsiteY3326" fmla="*/ 3254121 h 5274332"/>
              <a:gd name="connsiteX3327" fmla="*/ 2621818 w 4641785"/>
              <a:gd name="connsiteY3327" fmla="*/ 3254364 h 5274332"/>
              <a:gd name="connsiteX3328" fmla="*/ 2621818 w 4641785"/>
              <a:gd name="connsiteY3328" fmla="*/ 3254365 h 5274332"/>
              <a:gd name="connsiteX3329" fmla="*/ 2622913 w 4641785"/>
              <a:gd name="connsiteY3329" fmla="*/ 3249398 h 5274332"/>
              <a:gd name="connsiteX3330" fmla="*/ 2622282 w 4641785"/>
              <a:gd name="connsiteY3330" fmla="*/ 3249713 h 5274332"/>
              <a:gd name="connsiteX3331" fmla="*/ 2622283 w 4641785"/>
              <a:gd name="connsiteY3331" fmla="*/ 3249713 h 5274332"/>
              <a:gd name="connsiteX3332" fmla="*/ 2222289 w 4641785"/>
              <a:gd name="connsiteY3332" fmla="*/ 3248318 h 5274332"/>
              <a:gd name="connsiteX3333" fmla="*/ 2221726 w 4641785"/>
              <a:gd name="connsiteY3333" fmla="*/ 3249584 h 5274332"/>
              <a:gd name="connsiteX3334" fmla="*/ 2222289 w 4641785"/>
              <a:gd name="connsiteY3334" fmla="*/ 3248318 h 5274332"/>
              <a:gd name="connsiteX3335" fmla="*/ 1931132 w 4641785"/>
              <a:gd name="connsiteY3335" fmla="*/ 3247387 h 5274332"/>
              <a:gd name="connsiteX3336" fmla="*/ 1931130 w 4641785"/>
              <a:gd name="connsiteY3336" fmla="*/ 3247388 h 5274332"/>
              <a:gd name="connsiteX3337" fmla="*/ 1927874 w 4641785"/>
              <a:gd name="connsiteY3337" fmla="*/ 3251109 h 5274332"/>
              <a:gd name="connsiteX3338" fmla="*/ 1926944 w 4641785"/>
              <a:gd name="connsiteY3338" fmla="*/ 3253899 h 5274332"/>
              <a:gd name="connsiteX3339" fmla="*/ 1928805 w 4641785"/>
              <a:gd name="connsiteY3339" fmla="*/ 3257620 h 5274332"/>
              <a:gd name="connsiteX3340" fmla="*/ 1926944 w 4641785"/>
              <a:gd name="connsiteY3340" fmla="*/ 3259945 h 5274332"/>
              <a:gd name="connsiteX3341" fmla="*/ 1926479 w 4641785"/>
              <a:gd name="connsiteY3341" fmla="*/ 3264131 h 5274332"/>
              <a:gd name="connsiteX3342" fmla="*/ 1921828 w 4641785"/>
              <a:gd name="connsiteY3342" fmla="*/ 3266922 h 5274332"/>
              <a:gd name="connsiteX3343" fmla="*/ 1923223 w 4641785"/>
              <a:gd name="connsiteY3343" fmla="*/ 3270178 h 5274332"/>
              <a:gd name="connsiteX3344" fmla="*/ 1918573 w 4641785"/>
              <a:gd name="connsiteY3344" fmla="*/ 3277155 h 5274332"/>
              <a:gd name="connsiteX3345" fmla="*/ 1918107 w 4641785"/>
              <a:gd name="connsiteY3345" fmla="*/ 3284596 h 5274332"/>
              <a:gd name="connsiteX3346" fmla="*/ 1919037 w 4641785"/>
              <a:gd name="connsiteY3346" fmla="*/ 3287387 h 5274332"/>
              <a:gd name="connsiteX3347" fmla="*/ 1922293 w 4641785"/>
              <a:gd name="connsiteY3347" fmla="*/ 3290178 h 5274332"/>
              <a:gd name="connsiteX3348" fmla="*/ 1929269 w 4641785"/>
              <a:gd name="connsiteY3348" fmla="*/ 3299015 h 5274332"/>
              <a:gd name="connsiteX3349" fmla="*/ 1931595 w 4641785"/>
              <a:gd name="connsiteY3349" fmla="*/ 3304596 h 5274332"/>
              <a:gd name="connsiteX3350" fmla="*/ 1931130 w 4641785"/>
              <a:gd name="connsiteY3350" fmla="*/ 3306457 h 5274332"/>
              <a:gd name="connsiteX3351" fmla="*/ 1926944 w 4641785"/>
              <a:gd name="connsiteY3351" fmla="*/ 3309247 h 5274332"/>
              <a:gd name="connsiteX3352" fmla="*/ 1923688 w 4641785"/>
              <a:gd name="connsiteY3352" fmla="*/ 3309712 h 5274332"/>
              <a:gd name="connsiteX3353" fmla="*/ 1919503 w 4641785"/>
              <a:gd name="connsiteY3353" fmla="*/ 3314828 h 5274332"/>
              <a:gd name="connsiteX3354" fmla="*/ 1919504 w 4641785"/>
              <a:gd name="connsiteY3354" fmla="*/ 3314829 h 5274332"/>
              <a:gd name="connsiteX3355" fmla="*/ 1923690 w 4641785"/>
              <a:gd name="connsiteY3355" fmla="*/ 3309712 h 5274332"/>
              <a:gd name="connsiteX3356" fmla="*/ 1926946 w 4641785"/>
              <a:gd name="connsiteY3356" fmla="*/ 3309247 h 5274332"/>
              <a:gd name="connsiteX3357" fmla="*/ 1931132 w 4641785"/>
              <a:gd name="connsiteY3357" fmla="*/ 3306456 h 5274332"/>
              <a:gd name="connsiteX3358" fmla="*/ 1931597 w 4641785"/>
              <a:gd name="connsiteY3358" fmla="*/ 3304596 h 5274332"/>
              <a:gd name="connsiteX3359" fmla="*/ 1929271 w 4641785"/>
              <a:gd name="connsiteY3359" fmla="*/ 3299015 h 5274332"/>
              <a:gd name="connsiteX3360" fmla="*/ 1922295 w 4641785"/>
              <a:gd name="connsiteY3360" fmla="*/ 3290178 h 5274332"/>
              <a:gd name="connsiteX3361" fmla="*/ 1919039 w 4641785"/>
              <a:gd name="connsiteY3361" fmla="*/ 3287387 h 5274332"/>
              <a:gd name="connsiteX3362" fmla="*/ 1918109 w 4641785"/>
              <a:gd name="connsiteY3362" fmla="*/ 3284596 h 5274332"/>
              <a:gd name="connsiteX3363" fmla="*/ 1918574 w 4641785"/>
              <a:gd name="connsiteY3363" fmla="*/ 3277154 h 5274332"/>
              <a:gd name="connsiteX3364" fmla="*/ 1923225 w 4641785"/>
              <a:gd name="connsiteY3364" fmla="*/ 3270177 h 5274332"/>
              <a:gd name="connsiteX3365" fmla="*/ 1921829 w 4641785"/>
              <a:gd name="connsiteY3365" fmla="*/ 3266922 h 5274332"/>
              <a:gd name="connsiteX3366" fmla="*/ 1926480 w 4641785"/>
              <a:gd name="connsiteY3366" fmla="*/ 3264131 h 5274332"/>
              <a:gd name="connsiteX3367" fmla="*/ 1926946 w 4641785"/>
              <a:gd name="connsiteY3367" fmla="*/ 3259945 h 5274332"/>
              <a:gd name="connsiteX3368" fmla="*/ 1928806 w 4641785"/>
              <a:gd name="connsiteY3368" fmla="*/ 3257620 h 5274332"/>
              <a:gd name="connsiteX3369" fmla="*/ 1926946 w 4641785"/>
              <a:gd name="connsiteY3369" fmla="*/ 3253899 h 5274332"/>
              <a:gd name="connsiteX3370" fmla="*/ 1927876 w 4641785"/>
              <a:gd name="connsiteY3370" fmla="*/ 3251108 h 5274332"/>
              <a:gd name="connsiteX3371" fmla="*/ 1574392 w 4641785"/>
              <a:gd name="connsiteY3371" fmla="*/ 3233435 h 5274332"/>
              <a:gd name="connsiteX3372" fmla="*/ 1574393 w 4641785"/>
              <a:gd name="connsiteY3372" fmla="*/ 3233435 h 5274332"/>
              <a:gd name="connsiteX3373" fmla="*/ 1578578 w 4641785"/>
              <a:gd name="connsiteY3373" fmla="*/ 3233435 h 5274332"/>
              <a:gd name="connsiteX3374" fmla="*/ 1578578 w 4641785"/>
              <a:gd name="connsiteY3374" fmla="*/ 3233435 h 5274332"/>
              <a:gd name="connsiteX3375" fmla="*/ 1571601 w 4641785"/>
              <a:gd name="connsiteY3375" fmla="*/ 3232040 h 5274332"/>
              <a:gd name="connsiteX3376" fmla="*/ 1567416 w 4641785"/>
              <a:gd name="connsiteY3376" fmla="*/ 3234364 h 5274332"/>
              <a:gd name="connsiteX3377" fmla="*/ 1567417 w 4641785"/>
              <a:gd name="connsiteY3377" fmla="*/ 3234365 h 5274332"/>
              <a:gd name="connsiteX3378" fmla="*/ 1571602 w 4641785"/>
              <a:gd name="connsiteY3378" fmla="*/ 3232041 h 5274332"/>
              <a:gd name="connsiteX3379" fmla="*/ 1542764 w 4641785"/>
              <a:gd name="connsiteY3379" fmla="*/ 3228318 h 5274332"/>
              <a:gd name="connsiteX3380" fmla="*/ 1537649 w 4641785"/>
              <a:gd name="connsiteY3380" fmla="*/ 3233435 h 5274332"/>
              <a:gd name="connsiteX3381" fmla="*/ 1533928 w 4641785"/>
              <a:gd name="connsiteY3381" fmla="*/ 3243202 h 5274332"/>
              <a:gd name="connsiteX3382" fmla="*/ 1535323 w 4641785"/>
              <a:gd name="connsiteY3382" fmla="*/ 3245062 h 5274332"/>
              <a:gd name="connsiteX3383" fmla="*/ 1534393 w 4641785"/>
              <a:gd name="connsiteY3383" fmla="*/ 3248783 h 5274332"/>
              <a:gd name="connsiteX3384" fmla="*/ 1532067 w 4641785"/>
              <a:gd name="connsiteY3384" fmla="*/ 3252504 h 5274332"/>
              <a:gd name="connsiteX3385" fmla="*/ 1533928 w 4641785"/>
              <a:gd name="connsiteY3385" fmla="*/ 3255760 h 5274332"/>
              <a:gd name="connsiteX3386" fmla="*/ 1533462 w 4641785"/>
              <a:gd name="connsiteY3386" fmla="*/ 3260411 h 5274332"/>
              <a:gd name="connsiteX3387" fmla="*/ 1531138 w 4641785"/>
              <a:gd name="connsiteY3387" fmla="*/ 3260411 h 5274332"/>
              <a:gd name="connsiteX3388" fmla="*/ 1531138 w 4641785"/>
              <a:gd name="connsiteY3388" fmla="*/ 3260411 h 5274332"/>
              <a:gd name="connsiteX3389" fmla="*/ 1533464 w 4641785"/>
              <a:gd name="connsiteY3389" fmla="*/ 3260411 h 5274332"/>
              <a:gd name="connsiteX3390" fmla="*/ 1533929 w 4641785"/>
              <a:gd name="connsiteY3390" fmla="*/ 3255760 h 5274332"/>
              <a:gd name="connsiteX3391" fmla="*/ 1532069 w 4641785"/>
              <a:gd name="connsiteY3391" fmla="*/ 3252504 h 5274332"/>
              <a:gd name="connsiteX3392" fmla="*/ 1534394 w 4641785"/>
              <a:gd name="connsiteY3392" fmla="*/ 3248784 h 5274332"/>
              <a:gd name="connsiteX3393" fmla="*/ 1535325 w 4641785"/>
              <a:gd name="connsiteY3393" fmla="*/ 3245063 h 5274332"/>
              <a:gd name="connsiteX3394" fmla="*/ 1533929 w 4641785"/>
              <a:gd name="connsiteY3394" fmla="*/ 3243202 h 5274332"/>
              <a:gd name="connsiteX3395" fmla="*/ 1537650 w 4641785"/>
              <a:gd name="connsiteY3395" fmla="*/ 3233435 h 5274332"/>
              <a:gd name="connsiteX3396" fmla="*/ 1542766 w 4641785"/>
              <a:gd name="connsiteY3396" fmla="*/ 3228319 h 5274332"/>
              <a:gd name="connsiteX3397" fmla="*/ 1562766 w 4641785"/>
              <a:gd name="connsiteY3397" fmla="*/ 3227853 h 5274332"/>
              <a:gd name="connsiteX3398" fmla="*/ 1562766 w 4641785"/>
              <a:gd name="connsiteY3398" fmla="*/ 3227854 h 5274332"/>
              <a:gd name="connsiteX3399" fmla="*/ 1564245 w 4641785"/>
              <a:gd name="connsiteY3399" fmla="*/ 3228593 h 5274332"/>
              <a:gd name="connsiteX3400" fmla="*/ 1558239 w 4641785"/>
              <a:gd name="connsiteY3400" fmla="*/ 3223399 h 5274332"/>
              <a:gd name="connsiteX3401" fmla="*/ 1560439 w 4641785"/>
              <a:gd name="connsiteY3401" fmla="*/ 3224133 h 5274332"/>
              <a:gd name="connsiteX3402" fmla="*/ 1560439 w 4641785"/>
              <a:gd name="connsiteY3402" fmla="*/ 3224133 h 5274332"/>
              <a:gd name="connsiteX3403" fmla="*/ 1981827 w 4641785"/>
              <a:gd name="connsiteY3403" fmla="*/ 3219946 h 5274332"/>
              <a:gd name="connsiteX3404" fmla="*/ 1974386 w 4641785"/>
              <a:gd name="connsiteY3404" fmla="*/ 3223667 h 5274332"/>
              <a:gd name="connsiteX3405" fmla="*/ 1974387 w 4641785"/>
              <a:gd name="connsiteY3405" fmla="*/ 3223667 h 5274332"/>
              <a:gd name="connsiteX3406" fmla="*/ 1981827 w 4641785"/>
              <a:gd name="connsiteY3406" fmla="*/ 3219946 h 5274332"/>
              <a:gd name="connsiteX3407" fmla="*/ 1550206 w 4641785"/>
              <a:gd name="connsiteY3407" fmla="*/ 3217621 h 5274332"/>
              <a:gd name="connsiteX3408" fmla="*/ 1546950 w 4641785"/>
              <a:gd name="connsiteY3408" fmla="*/ 3219016 h 5274332"/>
              <a:gd name="connsiteX3409" fmla="*/ 1544625 w 4641785"/>
              <a:gd name="connsiteY3409" fmla="*/ 3221341 h 5274332"/>
              <a:gd name="connsiteX3410" fmla="*/ 1536253 w 4641785"/>
              <a:gd name="connsiteY3410" fmla="*/ 3224133 h 5274332"/>
              <a:gd name="connsiteX3411" fmla="*/ 1536718 w 4641785"/>
              <a:gd name="connsiteY3411" fmla="*/ 3226923 h 5274332"/>
              <a:gd name="connsiteX3412" fmla="*/ 1536720 w 4641785"/>
              <a:gd name="connsiteY3412" fmla="*/ 3226924 h 5274332"/>
              <a:gd name="connsiteX3413" fmla="*/ 1536254 w 4641785"/>
              <a:gd name="connsiteY3413" fmla="*/ 3224133 h 5274332"/>
              <a:gd name="connsiteX3414" fmla="*/ 1544627 w 4641785"/>
              <a:gd name="connsiteY3414" fmla="*/ 3221342 h 5274332"/>
              <a:gd name="connsiteX3415" fmla="*/ 1546952 w 4641785"/>
              <a:gd name="connsiteY3415" fmla="*/ 3219017 h 5274332"/>
              <a:gd name="connsiteX3416" fmla="*/ 1550207 w 4641785"/>
              <a:gd name="connsiteY3416" fmla="*/ 3217622 h 5274332"/>
              <a:gd name="connsiteX3417" fmla="*/ 2216243 w 4641785"/>
              <a:gd name="connsiteY3417" fmla="*/ 3213435 h 5274332"/>
              <a:gd name="connsiteX3418" fmla="*/ 2216243 w 4641785"/>
              <a:gd name="connsiteY3418" fmla="*/ 3213435 h 5274332"/>
              <a:gd name="connsiteX3419" fmla="*/ 2220429 w 4641785"/>
              <a:gd name="connsiteY3419" fmla="*/ 3213435 h 5274332"/>
              <a:gd name="connsiteX3420" fmla="*/ 2220429 w 4641785"/>
              <a:gd name="connsiteY3420" fmla="*/ 3213435 h 5274332"/>
              <a:gd name="connsiteX3421" fmla="*/ 1965083 w 4641785"/>
              <a:gd name="connsiteY3421" fmla="*/ 3207853 h 5274332"/>
              <a:gd name="connsiteX3422" fmla="*/ 1960432 w 4641785"/>
              <a:gd name="connsiteY3422" fmla="*/ 3212039 h 5274332"/>
              <a:gd name="connsiteX3423" fmla="*/ 1957641 w 4641785"/>
              <a:gd name="connsiteY3423" fmla="*/ 3216226 h 5274332"/>
              <a:gd name="connsiteX3424" fmla="*/ 1952525 w 4641785"/>
              <a:gd name="connsiteY3424" fmla="*/ 3218086 h 5274332"/>
              <a:gd name="connsiteX3425" fmla="*/ 1950665 w 4641785"/>
              <a:gd name="connsiteY3425" fmla="*/ 3219481 h 5274332"/>
              <a:gd name="connsiteX3426" fmla="*/ 1946944 w 4641785"/>
              <a:gd name="connsiteY3426" fmla="*/ 3229248 h 5274332"/>
              <a:gd name="connsiteX3427" fmla="*/ 1942758 w 4641785"/>
              <a:gd name="connsiteY3427" fmla="*/ 3232969 h 5274332"/>
              <a:gd name="connsiteX3428" fmla="*/ 1937642 w 4641785"/>
              <a:gd name="connsiteY3428" fmla="*/ 3233899 h 5274332"/>
              <a:gd name="connsiteX3429" fmla="*/ 1936246 w 4641785"/>
              <a:gd name="connsiteY3429" fmla="*/ 3238086 h 5274332"/>
              <a:gd name="connsiteX3430" fmla="*/ 1937642 w 4641785"/>
              <a:gd name="connsiteY3430" fmla="*/ 3241806 h 5274332"/>
              <a:gd name="connsiteX3431" fmla="*/ 1936712 w 4641785"/>
              <a:gd name="connsiteY3431" fmla="*/ 3244597 h 5274332"/>
              <a:gd name="connsiteX3432" fmla="*/ 1931234 w 4641785"/>
              <a:gd name="connsiteY3432" fmla="*/ 3247336 h 5274332"/>
              <a:gd name="connsiteX3433" fmla="*/ 1936713 w 4641785"/>
              <a:gd name="connsiteY3433" fmla="*/ 3244597 h 5274332"/>
              <a:gd name="connsiteX3434" fmla="*/ 1937643 w 4641785"/>
              <a:gd name="connsiteY3434" fmla="*/ 3241806 h 5274332"/>
              <a:gd name="connsiteX3435" fmla="*/ 1936248 w 4641785"/>
              <a:gd name="connsiteY3435" fmla="*/ 3238086 h 5274332"/>
              <a:gd name="connsiteX3436" fmla="*/ 1937643 w 4641785"/>
              <a:gd name="connsiteY3436" fmla="*/ 3233899 h 5274332"/>
              <a:gd name="connsiteX3437" fmla="*/ 1942760 w 4641785"/>
              <a:gd name="connsiteY3437" fmla="*/ 3232969 h 5274332"/>
              <a:gd name="connsiteX3438" fmla="*/ 1946945 w 4641785"/>
              <a:gd name="connsiteY3438" fmla="*/ 3229248 h 5274332"/>
              <a:gd name="connsiteX3439" fmla="*/ 1950666 w 4641785"/>
              <a:gd name="connsiteY3439" fmla="*/ 3219481 h 5274332"/>
              <a:gd name="connsiteX3440" fmla="*/ 1952527 w 4641785"/>
              <a:gd name="connsiteY3440" fmla="*/ 3218086 h 5274332"/>
              <a:gd name="connsiteX3441" fmla="*/ 1957643 w 4641785"/>
              <a:gd name="connsiteY3441" fmla="*/ 3216225 h 5274332"/>
              <a:gd name="connsiteX3442" fmla="*/ 1960433 w 4641785"/>
              <a:gd name="connsiteY3442" fmla="*/ 3212039 h 5274332"/>
              <a:gd name="connsiteX3443" fmla="*/ 1965085 w 4641785"/>
              <a:gd name="connsiteY3443" fmla="*/ 3207853 h 5274332"/>
              <a:gd name="connsiteX3444" fmla="*/ 2008804 w 4641785"/>
              <a:gd name="connsiteY3444" fmla="*/ 3200412 h 5274332"/>
              <a:gd name="connsiteX3445" fmla="*/ 2001362 w 4641785"/>
              <a:gd name="connsiteY3445" fmla="*/ 3203202 h 5274332"/>
              <a:gd name="connsiteX3446" fmla="*/ 2004617 w 4641785"/>
              <a:gd name="connsiteY3446" fmla="*/ 3207853 h 5274332"/>
              <a:gd name="connsiteX3447" fmla="*/ 2005082 w 4641785"/>
              <a:gd name="connsiteY3447" fmla="*/ 3210644 h 5274332"/>
              <a:gd name="connsiteX3448" fmla="*/ 2010199 w 4641785"/>
              <a:gd name="connsiteY3448" fmla="*/ 3213435 h 5274332"/>
              <a:gd name="connsiteX3449" fmla="*/ 2009268 w 4641785"/>
              <a:gd name="connsiteY3449" fmla="*/ 3215295 h 5274332"/>
              <a:gd name="connsiteX3450" fmla="*/ 1997641 w 4641785"/>
              <a:gd name="connsiteY3450" fmla="*/ 3223202 h 5274332"/>
              <a:gd name="connsiteX3451" fmla="*/ 1995316 w 4641785"/>
              <a:gd name="connsiteY3451" fmla="*/ 3226458 h 5274332"/>
              <a:gd name="connsiteX3452" fmla="*/ 1987409 w 4641785"/>
              <a:gd name="connsiteY3452" fmla="*/ 3227388 h 5274332"/>
              <a:gd name="connsiteX3453" fmla="*/ 1995316 w 4641785"/>
              <a:gd name="connsiteY3453" fmla="*/ 3226458 h 5274332"/>
              <a:gd name="connsiteX3454" fmla="*/ 1997642 w 4641785"/>
              <a:gd name="connsiteY3454" fmla="*/ 3223202 h 5274332"/>
              <a:gd name="connsiteX3455" fmla="*/ 2009270 w 4641785"/>
              <a:gd name="connsiteY3455" fmla="*/ 3215295 h 5274332"/>
              <a:gd name="connsiteX3456" fmla="*/ 2010200 w 4641785"/>
              <a:gd name="connsiteY3456" fmla="*/ 3213435 h 5274332"/>
              <a:gd name="connsiteX3457" fmla="*/ 2005084 w 4641785"/>
              <a:gd name="connsiteY3457" fmla="*/ 3210644 h 5274332"/>
              <a:gd name="connsiteX3458" fmla="*/ 2004619 w 4641785"/>
              <a:gd name="connsiteY3458" fmla="*/ 3207853 h 5274332"/>
              <a:gd name="connsiteX3459" fmla="*/ 2001363 w 4641785"/>
              <a:gd name="connsiteY3459" fmla="*/ 3203202 h 5274332"/>
              <a:gd name="connsiteX3460" fmla="*/ 2008804 w 4641785"/>
              <a:gd name="connsiteY3460" fmla="*/ 3200412 h 5274332"/>
              <a:gd name="connsiteX3461" fmla="*/ 2209576 w 4641785"/>
              <a:gd name="connsiteY3461" fmla="*/ 3194055 h 5274332"/>
              <a:gd name="connsiteX3462" fmla="*/ 2210196 w 4641785"/>
              <a:gd name="connsiteY3462" fmla="*/ 3195295 h 5274332"/>
              <a:gd name="connsiteX3463" fmla="*/ 2209901 w 4641785"/>
              <a:gd name="connsiteY3463" fmla="*/ 3195887 h 5274332"/>
              <a:gd name="connsiteX3464" fmla="*/ 2210197 w 4641785"/>
              <a:gd name="connsiteY3464" fmla="*/ 3195295 h 5274332"/>
              <a:gd name="connsiteX3465" fmla="*/ 1856714 w 4641785"/>
              <a:gd name="connsiteY3465" fmla="*/ 3190644 h 5274332"/>
              <a:gd name="connsiteX3466" fmla="*/ 1856715 w 4641785"/>
              <a:gd name="connsiteY3466" fmla="*/ 3190645 h 5274332"/>
              <a:gd name="connsiteX3467" fmla="*/ 1861830 w 4641785"/>
              <a:gd name="connsiteY3467" fmla="*/ 3192041 h 5274332"/>
              <a:gd name="connsiteX3468" fmla="*/ 1861829 w 4641785"/>
              <a:gd name="connsiteY3468" fmla="*/ 3192039 h 5274332"/>
              <a:gd name="connsiteX3469" fmla="*/ 1806948 w 4641785"/>
              <a:gd name="connsiteY3469" fmla="*/ 3188784 h 5274332"/>
              <a:gd name="connsiteX3470" fmla="*/ 1806948 w 4641785"/>
              <a:gd name="connsiteY3470" fmla="*/ 3188785 h 5274332"/>
              <a:gd name="connsiteX3471" fmla="*/ 1808362 w 4641785"/>
              <a:gd name="connsiteY3471" fmla="*/ 3189256 h 5274332"/>
              <a:gd name="connsiteX3472" fmla="*/ 1733926 w 4641785"/>
              <a:gd name="connsiteY3472" fmla="*/ 3188784 h 5274332"/>
              <a:gd name="connsiteX3473" fmla="*/ 1733926 w 4641785"/>
              <a:gd name="connsiteY3473" fmla="*/ 3188785 h 5274332"/>
              <a:gd name="connsiteX3474" fmla="*/ 1738222 w 4641785"/>
              <a:gd name="connsiteY3474" fmla="*/ 3190216 h 5274332"/>
              <a:gd name="connsiteX3475" fmla="*/ 1739505 w 4641785"/>
              <a:gd name="connsiteY3475" fmla="*/ 3190644 h 5274332"/>
              <a:gd name="connsiteX3476" fmla="*/ 1739506 w 4641785"/>
              <a:gd name="connsiteY3476" fmla="*/ 3190644 h 5274332"/>
              <a:gd name="connsiteX3477" fmla="*/ 1738222 w 4641785"/>
              <a:gd name="connsiteY3477" fmla="*/ 3190216 h 5274332"/>
              <a:gd name="connsiteX3478" fmla="*/ 2205080 w 4641785"/>
              <a:gd name="connsiteY3478" fmla="*/ 3187854 h 5274332"/>
              <a:gd name="connsiteX3479" fmla="*/ 2203220 w 4641785"/>
              <a:gd name="connsiteY3479" fmla="*/ 3190179 h 5274332"/>
              <a:gd name="connsiteX3480" fmla="*/ 2203220 w 4641785"/>
              <a:gd name="connsiteY3480" fmla="*/ 3190179 h 5274332"/>
              <a:gd name="connsiteX3481" fmla="*/ 2205081 w 4641785"/>
              <a:gd name="connsiteY3481" fmla="*/ 3187854 h 5274332"/>
              <a:gd name="connsiteX3482" fmla="*/ 1727415 w 4641785"/>
              <a:gd name="connsiteY3482" fmla="*/ 3185529 h 5274332"/>
              <a:gd name="connsiteX3483" fmla="*/ 1727415 w 4641785"/>
              <a:gd name="connsiteY3483" fmla="*/ 3185529 h 5274332"/>
              <a:gd name="connsiteX3484" fmla="*/ 1733459 w 4641785"/>
              <a:gd name="connsiteY3484" fmla="*/ 3185994 h 5274332"/>
              <a:gd name="connsiteX3485" fmla="*/ 1733459 w 4641785"/>
              <a:gd name="connsiteY3485" fmla="*/ 3185993 h 5274332"/>
              <a:gd name="connsiteX3486" fmla="*/ 1783226 w 4641785"/>
              <a:gd name="connsiteY3486" fmla="*/ 3185063 h 5274332"/>
              <a:gd name="connsiteX3487" fmla="*/ 1783227 w 4641785"/>
              <a:gd name="connsiteY3487" fmla="*/ 3185064 h 5274332"/>
              <a:gd name="connsiteX3488" fmla="*/ 1787413 w 4641785"/>
              <a:gd name="connsiteY3488" fmla="*/ 3185064 h 5274332"/>
              <a:gd name="connsiteX3489" fmla="*/ 1787412 w 4641785"/>
              <a:gd name="connsiteY3489" fmla="*/ 3185063 h 5274332"/>
              <a:gd name="connsiteX3490" fmla="*/ 1725552 w 4641785"/>
              <a:gd name="connsiteY3490" fmla="*/ 3183203 h 5274332"/>
              <a:gd name="connsiteX3491" fmla="*/ 1720436 w 4641785"/>
              <a:gd name="connsiteY3491" fmla="*/ 3184133 h 5274332"/>
              <a:gd name="connsiteX3492" fmla="*/ 1720438 w 4641785"/>
              <a:gd name="connsiteY3492" fmla="*/ 3184134 h 5274332"/>
              <a:gd name="connsiteX3493" fmla="*/ 1725553 w 4641785"/>
              <a:gd name="connsiteY3493" fmla="*/ 3183204 h 5274332"/>
              <a:gd name="connsiteX3494" fmla="*/ 1803690 w 4641785"/>
              <a:gd name="connsiteY3494" fmla="*/ 3182737 h 5274332"/>
              <a:gd name="connsiteX3495" fmla="*/ 1799039 w 4641785"/>
              <a:gd name="connsiteY3495" fmla="*/ 3183668 h 5274332"/>
              <a:gd name="connsiteX3496" fmla="*/ 1799039 w 4641785"/>
              <a:gd name="connsiteY3496" fmla="*/ 3187854 h 5274332"/>
              <a:gd name="connsiteX3497" fmla="*/ 1792064 w 4641785"/>
              <a:gd name="connsiteY3497" fmla="*/ 3191109 h 5274332"/>
              <a:gd name="connsiteX3498" fmla="*/ 1792064 w 4641785"/>
              <a:gd name="connsiteY3498" fmla="*/ 3191110 h 5274332"/>
              <a:gd name="connsiteX3499" fmla="*/ 1799041 w 4641785"/>
              <a:gd name="connsiteY3499" fmla="*/ 3187855 h 5274332"/>
              <a:gd name="connsiteX3500" fmla="*/ 1799041 w 4641785"/>
              <a:gd name="connsiteY3500" fmla="*/ 3183669 h 5274332"/>
              <a:gd name="connsiteX3501" fmla="*/ 1803691 w 4641785"/>
              <a:gd name="connsiteY3501" fmla="*/ 3182739 h 5274332"/>
              <a:gd name="connsiteX3502" fmla="*/ 1716250 w 4641785"/>
              <a:gd name="connsiteY3502" fmla="*/ 3180412 h 5274332"/>
              <a:gd name="connsiteX3503" fmla="*/ 1713925 w 4641785"/>
              <a:gd name="connsiteY3503" fmla="*/ 3182273 h 5274332"/>
              <a:gd name="connsiteX3504" fmla="*/ 1712971 w 4641785"/>
              <a:gd name="connsiteY3504" fmla="*/ 3181677 h 5274332"/>
              <a:gd name="connsiteX3505" fmla="*/ 1713926 w 4641785"/>
              <a:gd name="connsiteY3505" fmla="*/ 3182273 h 5274332"/>
              <a:gd name="connsiteX3506" fmla="*/ 1716251 w 4641785"/>
              <a:gd name="connsiteY3506" fmla="*/ 3180413 h 5274332"/>
              <a:gd name="connsiteX3507" fmla="*/ 2006479 w 4641785"/>
              <a:gd name="connsiteY3507" fmla="*/ 3179481 h 5274332"/>
              <a:gd name="connsiteX3508" fmla="*/ 2006478 w 4641785"/>
              <a:gd name="connsiteY3508" fmla="*/ 3179482 h 5274332"/>
              <a:gd name="connsiteX3509" fmla="*/ 2008338 w 4641785"/>
              <a:gd name="connsiteY3509" fmla="*/ 3181342 h 5274332"/>
              <a:gd name="connsiteX3510" fmla="*/ 2009733 w 4641785"/>
              <a:gd name="connsiteY3510" fmla="*/ 3185063 h 5274332"/>
              <a:gd name="connsiteX3511" fmla="*/ 2011594 w 4641785"/>
              <a:gd name="connsiteY3511" fmla="*/ 3186458 h 5274332"/>
              <a:gd name="connsiteX3512" fmla="*/ 2015780 w 4641785"/>
              <a:gd name="connsiteY3512" fmla="*/ 3187388 h 5274332"/>
              <a:gd name="connsiteX3513" fmla="*/ 2017640 w 4641785"/>
              <a:gd name="connsiteY3513" fmla="*/ 3190644 h 5274332"/>
              <a:gd name="connsiteX3514" fmla="*/ 2017640 w 4641785"/>
              <a:gd name="connsiteY3514" fmla="*/ 3196690 h 5274332"/>
              <a:gd name="connsiteX3515" fmla="*/ 2013919 w 4641785"/>
              <a:gd name="connsiteY3515" fmla="*/ 3200412 h 5274332"/>
              <a:gd name="connsiteX3516" fmla="*/ 2013921 w 4641785"/>
              <a:gd name="connsiteY3516" fmla="*/ 3200412 h 5274332"/>
              <a:gd name="connsiteX3517" fmla="*/ 2017642 w 4641785"/>
              <a:gd name="connsiteY3517" fmla="*/ 3196690 h 5274332"/>
              <a:gd name="connsiteX3518" fmla="*/ 2017642 w 4641785"/>
              <a:gd name="connsiteY3518" fmla="*/ 3190644 h 5274332"/>
              <a:gd name="connsiteX3519" fmla="*/ 2015781 w 4641785"/>
              <a:gd name="connsiteY3519" fmla="*/ 3187388 h 5274332"/>
              <a:gd name="connsiteX3520" fmla="*/ 2011596 w 4641785"/>
              <a:gd name="connsiteY3520" fmla="*/ 3186458 h 5274332"/>
              <a:gd name="connsiteX3521" fmla="*/ 2009735 w 4641785"/>
              <a:gd name="connsiteY3521" fmla="*/ 3185063 h 5274332"/>
              <a:gd name="connsiteX3522" fmla="*/ 2008340 w 4641785"/>
              <a:gd name="connsiteY3522" fmla="*/ 3181342 h 5274332"/>
              <a:gd name="connsiteX3523" fmla="*/ 1771598 w 4641785"/>
              <a:gd name="connsiteY3523" fmla="*/ 3178086 h 5274332"/>
              <a:gd name="connsiteX3524" fmla="*/ 1767413 w 4641785"/>
              <a:gd name="connsiteY3524" fmla="*/ 3179481 h 5274332"/>
              <a:gd name="connsiteX3525" fmla="*/ 1767414 w 4641785"/>
              <a:gd name="connsiteY3525" fmla="*/ 3179483 h 5274332"/>
              <a:gd name="connsiteX3526" fmla="*/ 1771600 w 4641785"/>
              <a:gd name="connsiteY3526" fmla="*/ 3178088 h 5274332"/>
              <a:gd name="connsiteX3527" fmla="*/ 1775784 w 4641785"/>
              <a:gd name="connsiteY3527" fmla="*/ 3178553 h 5274332"/>
              <a:gd name="connsiteX3528" fmla="*/ 1775784 w 4641785"/>
              <a:gd name="connsiteY3528" fmla="*/ 3178551 h 5274332"/>
              <a:gd name="connsiteX3529" fmla="*/ 1834853 w 4641785"/>
              <a:gd name="connsiteY3529" fmla="*/ 3173436 h 5274332"/>
              <a:gd name="connsiteX3530" fmla="*/ 1830667 w 4641785"/>
              <a:gd name="connsiteY3530" fmla="*/ 3176691 h 5274332"/>
              <a:gd name="connsiteX3531" fmla="*/ 1825085 w 4641785"/>
              <a:gd name="connsiteY3531" fmla="*/ 3177622 h 5274332"/>
              <a:gd name="connsiteX3532" fmla="*/ 1819039 w 4641785"/>
              <a:gd name="connsiteY3532" fmla="*/ 3178086 h 5274332"/>
              <a:gd name="connsiteX3533" fmla="*/ 1816248 w 4641785"/>
              <a:gd name="connsiteY3533" fmla="*/ 3179947 h 5274332"/>
              <a:gd name="connsiteX3534" fmla="*/ 1813923 w 4641785"/>
              <a:gd name="connsiteY3534" fmla="*/ 3184133 h 5274332"/>
              <a:gd name="connsiteX3535" fmla="*/ 1812528 w 4641785"/>
              <a:gd name="connsiteY3535" fmla="*/ 3189249 h 5274332"/>
              <a:gd name="connsiteX3536" fmla="*/ 1811132 w 4641785"/>
              <a:gd name="connsiteY3536" fmla="*/ 3190180 h 5274332"/>
              <a:gd name="connsiteX3537" fmla="*/ 1811134 w 4641785"/>
              <a:gd name="connsiteY3537" fmla="*/ 3190180 h 5274332"/>
              <a:gd name="connsiteX3538" fmla="*/ 1812529 w 4641785"/>
              <a:gd name="connsiteY3538" fmla="*/ 3189250 h 5274332"/>
              <a:gd name="connsiteX3539" fmla="*/ 1813925 w 4641785"/>
              <a:gd name="connsiteY3539" fmla="*/ 3184134 h 5274332"/>
              <a:gd name="connsiteX3540" fmla="*/ 1816251 w 4641785"/>
              <a:gd name="connsiteY3540" fmla="*/ 3179948 h 5274332"/>
              <a:gd name="connsiteX3541" fmla="*/ 1819041 w 4641785"/>
              <a:gd name="connsiteY3541" fmla="*/ 3178088 h 5274332"/>
              <a:gd name="connsiteX3542" fmla="*/ 1825087 w 4641785"/>
              <a:gd name="connsiteY3542" fmla="*/ 3177622 h 5274332"/>
              <a:gd name="connsiteX3543" fmla="*/ 1830668 w 4641785"/>
              <a:gd name="connsiteY3543" fmla="*/ 3176692 h 5274332"/>
              <a:gd name="connsiteX3544" fmla="*/ 1834855 w 4641785"/>
              <a:gd name="connsiteY3544" fmla="*/ 3173436 h 5274332"/>
              <a:gd name="connsiteX3545" fmla="*/ 1840899 w 4641785"/>
              <a:gd name="connsiteY3545" fmla="*/ 3174366 h 5274332"/>
              <a:gd name="connsiteX3546" fmla="*/ 1840899 w 4641785"/>
              <a:gd name="connsiteY3546" fmla="*/ 3174366 h 5274332"/>
              <a:gd name="connsiteX3547" fmla="*/ 1990664 w 4641785"/>
              <a:gd name="connsiteY3547" fmla="*/ 3172505 h 5274332"/>
              <a:gd name="connsiteX3548" fmla="*/ 1997641 w 4641785"/>
              <a:gd name="connsiteY3548" fmla="*/ 3176226 h 5274332"/>
              <a:gd name="connsiteX3549" fmla="*/ 1998106 w 4641785"/>
              <a:gd name="connsiteY3549" fmla="*/ 3179017 h 5274332"/>
              <a:gd name="connsiteX3550" fmla="*/ 2000897 w 4641785"/>
              <a:gd name="connsiteY3550" fmla="*/ 3180412 h 5274332"/>
              <a:gd name="connsiteX3551" fmla="*/ 2000898 w 4641785"/>
              <a:gd name="connsiteY3551" fmla="*/ 3180412 h 5274332"/>
              <a:gd name="connsiteX3552" fmla="*/ 2000898 w 4641785"/>
              <a:gd name="connsiteY3552" fmla="*/ 3180412 h 5274332"/>
              <a:gd name="connsiteX3553" fmla="*/ 2001450 w 4641785"/>
              <a:gd name="connsiteY3553" fmla="*/ 3180320 h 5274332"/>
              <a:gd name="connsiteX3554" fmla="*/ 2000898 w 4641785"/>
              <a:gd name="connsiteY3554" fmla="*/ 3180412 h 5274332"/>
              <a:gd name="connsiteX3555" fmla="*/ 1998107 w 4641785"/>
              <a:gd name="connsiteY3555" fmla="*/ 3179017 h 5274332"/>
              <a:gd name="connsiteX3556" fmla="*/ 1997642 w 4641785"/>
              <a:gd name="connsiteY3556" fmla="*/ 3176226 h 5274332"/>
              <a:gd name="connsiteX3557" fmla="*/ 1990665 w 4641785"/>
              <a:gd name="connsiteY3557" fmla="*/ 3172505 h 5274332"/>
              <a:gd name="connsiteX3558" fmla="*/ 2201042 w 4641785"/>
              <a:gd name="connsiteY3558" fmla="*/ 3172062 h 5274332"/>
              <a:gd name="connsiteX3559" fmla="*/ 2199499 w 4641785"/>
              <a:gd name="connsiteY3559" fmla="*/ 3176691 h 5274332"/>
              <a:gd name="connsiteX3560" fmla="*/ 2199606 w 4641785"/>
              <a:gd name="connsiteY3560" fmla="*/ 3176942 h 5274332"/>
              <a:gd name="connsiteX3561" fmla="*/ 2199499 w 4641785"/>
              <a:gd name="connsiteY3561" fmla="*/ 3176692 h 5274332"/>
              <a:gd name="connsiteX3562" fmla="*/ 1754854 w 4641785"/>
              <a:gd name="connsiteY3562" fmla="*/ 3172040 h 5274332"/>
              <a:gd name="connsiteX3563" fmla="*/ 1757180 w 4641785"/>
              <a:gd name="connsiteY3563" fmla="*/ 3177622 h 5274332"/>
              <a:gd name="connsiteX3564" fmla="*/ 1755319 w 4641785"/>
              <a:gd name="connsiteY3564" fmla="*/ 3180877 h 5274332"/>
              <a:gd name="connsiteX3565" fmla="*/ 1754854 w 4641785"/>
              <a:gd name="connsiteY3565" fmla="*/ 3185993 h 5274332"/>
              <a:gd name="connsiteX3566" fmla="*/ 1751598 w 4641785"/>
              <a:gd name="connsiteY3566" fmla="*/ 3188784 h 5274332"/>
              <a:gd name="connsiteX3567" fmla="*/ 1750668 w 4641785"/>
              <a:gd name="connsiteY3567" fmla="*/ 3193435 h 5274332"/>
              <a:gd name="connsiteX3568" fmla="*/ 1752063 w 4641785"/>
              <a:gd name="connsiteY3568" fmla="*/ 3196690 h 5274332"/>
              <a:gd name="connsiteX3569" fmla="*/ 1747413 w 4641785"/>
              <a:gd name="connsiteY3569" fmla="*/ 3197621 h 5274332"/>
              <a:gd name="connsiteX3570" fmla="*/ 1747415 w 4641785"/>
              <a:gd name="connsiteY3570" fmla="*/ 3197622 h 5274332"/>
              <a:gd name="connsiteX3571" fmla="*/ 1752066 w 4641785"/>
              <a:gd name="connsiteY3571" fmla="*/ 3196692 h 5274332"/>
              <a:gd name="connsiteX3572" fmla="*/ 1750670 w 4641785"/>
              <a:gd name="connsiteY3572" fmla="*/ 3193436 h 5274332"/>
              <a:gd name="connsiteX3573" fmla="*/ 1751600 w 4641785"/>
              <a:gd name="connsiteY3573" fmla="*/ 3188785 h 5274332"/>
              <a:gd name="connsiteX3574" fmla="*/ 1754856 w 4641785"/>
              <a:gd name="connsiteY3574" fmla="*/ 3185994 h 5274332"/>
              <a:gd name="connsiteX3575" fmla="*/ 1755321 w 4641785"/>
              <a:gd name="connsiteY3575" fmla="*/ 3180878 h 5274332"/>
              <a:gd name="connsiteX3576" fmla="*/ 1757181 w 4641785"/>
              <a:gd name="connsiteY3576" fmla="*/ 3177622 h 5274332"/>
              <a:gd name="connsiteX3577" fmla="*/ 1754856 w 4641785"/>
              <a:gd name="connsiteY3577" fmla="*/ 3172041 h 5274332"/>
              <a:gd name="connsiteX3578" fmla="*/ 1757647 w 4641785"/>
              <a:gd name="connsiteY3578" fmla="*/ 3172041 h 5274332"/>
              <a:gd name="connsiteX3579" fmla="*/ 1765552 w 4641785"/>
              <a:gd name="connsiteY3579" fmla="*/ 3175296 h 5274332"/>
              <a:gd name="connsiteX3580" fmla="*/ 1765551 w 4641785"/>
              <a:gd name="connsiteY3580" fmla="*/ 3175296 h 5274332"/>
              <a:gd name="connsiteX3581" fmla="*/ 1757645 w 4641785"/>
              <a:gd name="connsiteY3581" fmla="*/ 3172040 h 5274332"/>
              <a:gd name="connsiteX3582" fmla="*/ 1604159 w 4641785"/>
              <a:gd name="connsiteY3582" fmla="*/ 3164599 h 5274332"/>
              <a:gd name="connsiteX3583" fmla="*/ 1607880 w 4641785"/>
              <a:gd name="connsiteY3583" fmla="*/ 3172970 h 5274332"/>
              <a:gd name="connsiteX3584" fmla="*/ 1607880 w 4641785"/>
              <a:gd name="connsiteY3584" fmla="*/ 3178551 h 5274332"/>
              <a:gd name="connsiteX3585" fmla="*/ 1605554 w 4641785"/>
              <a:gd name="connsiteY3585" fmla="*/ 3180877 h 5274332"/>
              <a:gd name="connsiteX3586" fmla="*/ 1606019 w 4641785"/>
              <a:gd name="connsiteY3586" fmla="*/ 3190180 h 5274332"/>
              <a:gd name="connsiteX3587" fmla="*/ 1607880 w 4641785"/>
              <a:gd name="connsiteY3587" fmla="*/ 3192970 h 5274332"/>
              <a:gd name="connsiteX3588" fmla="*/ 1607880 w 4641785"/>
              <a:gd name="connsiteY3588" fmla="*/ 3196226 h 5274332"/>
              <a:gd name="connsiteX3589" fmla="*/ 1605554 w 4641785"/>
              <a:gd name="connsiteY3589" fmla="*/ 3199482 h 5274332"/>
              <a:gd name="connsiteX3590" fmla="*/ 1605399 w 4641785"/>
              <a:gd name="connsiteY3590" fmla="*/ 3199443 h 5274332"/>
              <a:gd name="connsiteX3591" fmla="*/ 1601834 w 4641785"/>
              <a:gd name="connsiteY3591" fmla="*/ 3198551 h 5274332"/>
              <a:gd name="connsiteX3592" fmla="*/ 1598578 w 4641785"/>
              <a:gd name="connsiteY3592" fmla="*/ 3202272 h 5274332"/>
              <a:gd name="connsiteX3593" fmla="*/ 1593927 w 4641785"/>
              <a:gd name="connsiteY3593" fmla="*/ 3201807 h 5274332"/>
              <a:gd name="connsiteX3594" fmla="*/ 1588346 w 4641785"/>
              <a:gd name="connsiteY3594" fmla="*/ 3208319 h 5274332"/>
              <a:gd name="connsiteX3595" fmla="*/ 1586950 w 4641785"/>
              <a:gd name="connsiteY3595" fmla="*/ 3215295 h 5274332"/>
              <a:gd name="connsiteX3596" fmla="*/ 1589741 w 4641785"/>
              <a:gd name="connsiteY3596" fmla="*/ 3219016 h 5274332"/>
              <a:gd name="connsiteX3597" fmla="*/ 1589275 w 4641785"/>
              <a:gd name="connsiteY3597" fmla="*/ 3223667 h 5274332"/>
              <a:gd name="connsiteX3598" fmla="*/ 1587415 w 4641785"/>
              <a:gd name="connsiteY3598" fmla="*/ 3227853 h 5274332"/>
              <a:gd name="connsiteX3599" fmla="*/ 1587415 w 4641785"/>
              <a:gd name="connsiteY3599" fmla="*/ 3234365 h 5274332"/>
              <a:gd name="connsiteX3600" fmla="*/ 1582300 w 4641785"/>
              <a:gd name="connsiteY3600" fmla="*/ 3236225 h 5274332"/>
              <a:gd name="connsiteX3601" fmla="*/ 1582300 w 4641785"/>
              <a:gd name="connsiteY3601" fmla="*/ 3236226 h 5274332"/>
              <a:gd name="connsiteX3602" fmla="*/ 1587417 w 4641785"/>
              <a:gd name="connsiteY3602" fmla="*/ 3234365 h 5274332"/>
              <a:gd name="connsiteX3603" fmla="*/ 1587417 w 4641785"/>
              <a:gd name="connsiteY3603" fmla="*/ 3227854 h 5274332"/>
              <a:gd name="connsiteX3604" fmla="*/ 1589277 w 4641785"/>
              <a:gd name="connsiteY3604" fmla="*/ 3223668 h 5274332"/>
              <a:gd name="connsiteX3605" fmla="*/ 1589742 w 4641785"/>
              <a:gd name="connsiteY3605" fmla="*/ 3219017 h 5274332"/>
              <a:gd name="connsiteX3606" fmla="*/ 1586951 w 4641785"/>
              <a:gd name="connsiteY3606" fmla="*/ 3215296 h 5274332"/>
              <a:gd name="connsiteX3607" fmla="*/ 1588347 w 4641785"/>
              <a:gd name="connsiteY3607" fmla="*/ 3208319 h 5274332"/>
              <a:gd name="connsiteX3608" fmla="*/ 1593928 w 4641785"/>
              <a:gd name="connsiteY3608" fmla="*/ 3201808 h 5274332"/>
              <a:gd name="connsiteX3609" fmla="*/ 1598580 w 4641785"/>
              <a:gd name="connsiteY3609" fmla="*/ 3202273 h 5274332"/>
              <a:gd name="connsiteX3610" fmla="*/ 1601835 w 4641785"/>
              <a:gd name="connsiteY3610" fmla="*/ 3198552 h 5274332"/>
              <a:gd name="connsiteX3611" fmla="*/ 1605399 w 4641785"/>
              <a:gd name="connsiteY3611" fmla="*/ 3199443 h 5274332"/>
              <a:gd name="connsiteX3612" fmla="*/ 1605554 w 4641785"/>
              <a:gd name="connsiteY3612" fmla="*/ 3199482 h 5274332"/>
              <a:gd name="connsiteX3613" fmla="*/ 1605554 w 4641785"/>
              <a:gd name="connsiteY3613" fmla="*/ 3199482 h 5274332"/>
              <a:gd name="connsiteX3614" fmla="*/ 1605556 w 4641785"/>
              <a:gd name="connsiteY3614" fmla="*/ 3199482 h 5274332"/>
              <a:gd name="connsiteX3615" fmla="*/ 1607881 w 4641785"/>
              <a:gd name="connsiteY3615" fmla="*/ 3196227 h 5274332"/>
              <a:gd name="connsiteX3616" fmla="*/ 1607881 w 4641785"/>
              <a:gd name="connsiteY3616" fmla="*/ 3192971 h 5274332"/>
              <a:gd name="connsiteX3617" fmla="*/ 1606021 w 4641785"/>
              <a:gd name="connsiteY3617" fmla="*/ 3190180 h 5274332"/>
              <a:gd name="connsiteX3618" fmla="*/ 1605556 w 4641785"/>
              <a:gd name="connsiteY3618" fmla="*/ 3180878 h 5274332"/>
              <a:gd name="connsiteX3619" fmla="*/ 1607881 w 4641785"/>
              <a:gd name="connsiteY3619" fmla="*/ 3178553 h 5274332"/>
              <a:gd name="connsiteX3620" fmla="*/ 1607881 w 4641785"/>
              <a:gd name="connsiteY3620" fmla="*/ 3172971 h 5274332"/>
              <a:gd name="connsiteX3621" fmla="*/ 1604161 w 4641785"/>
              <a:gd name="connsiteY3621" fmla="*/ 3164600 h 5274332"/>
              <a:gd name="connsiteX3622" fmla="*/ 1704157 w 4641785"/>
              <a:gd name="connsiteY3622" fmla="*/ 3162273 h 5274332"/>
              <a:gd name="connsiteX3623" fmla="*/ 1699971 w 4641785"/>
              <a:gd name="connsiteY3623" fmla="*/ 3164598 h 5274332"/>
              <a:gd name="connsiteX3624" fmla="*/ 1694857 w 4641785"/>
              <a:gd name="connsiteY3624" fmla="*/ 3164134 h 5274332"/>
              <a:gd name="connsiteX3625" fmla="*/ 1694857 w 4641785"/>
              <a:gd name="connsiteY3625" fmla="*/ 3164134 h 5274332"/>
              <a:gd name="connsiteX3626" fmla="*/ 1699973 w 4641785"/>
              <a:gd name="connsiteY3626" fmla="*/ 3164600 h 5274332"/>
              <a:gd name="connsiteX3627" fmla="*/ 1704159 w 4641785"/>
              <a:gd name="connsiteY3627" fmla="*/ 3162274 h 5274332"/>
              <a:gd name="connsiteX3628" fmla="*/ 1708343 w 4641785"/>
              <a:gd name="connsiteY3628" fmla="*/ 3162739 h 5274332"/>
              <a:gd name="connsiteX3629" fmla="*/ 1708343 w 4641785"/>
              <a:gd name="connsiteY3629" fmla="*/ 3162738 h 5274332"/>
              <a:gd name="connsiteX3630" fmla="*/ 1692994 w 4641785"/>
              <a:gd name="connsiteY3630" fmla="*/ 3146924 h 5274332"/>
              <a:gd name="connsiteX3631" fmla="*/ 1686949 w 4641785"/>
              <a:gd name="connsiteY3631" fmla="*/ 3147390 h 5274332"/>
              <a:gd name="connsiteX3632" fmla="*/ 1686950 w 4641785"/>
              <a:gd name="connsiteY3632" fmla="*/ 3147390 h 5274332"/>
              <a:gd name="connsiteX3633" fmla="*/ 1692994 w 4641785"/>
              <a:gd name="connsiteY3633" fmla="*/ 3146925 h 5274332"/>
              <a:gd name="connsiteX3634" fmla="*/ 1675786 w 4641785"/>
              <a:gd name="connsiteY3634" fmla="*/ 3143669 h 5274332"/>
              <a:gd name="connsiteX3635" fmla="*/ 1672066 w 4641785"/>
              <a:gd name="connsiteY3635" fmla="*/ 3145529 h 5274332"/>
              <a:gd name="connsiteX3636" fmla="*/ 1672067 w 4641785"/>
              <a:gd name="connsiteY3636" fmla="*/ 3145530 h 5274332"/>
              <a:gd name="connsiteX3637" fmla="*/ 1675787 w 4641785"/>
              <a:gd name="connsiteY3637" fmla="*/ 3143669 h 5274332"/>
              <a:gd name="connsiteX3638" fmla="*/ 1683228 w 4641785"/>
              <a:gd name="connsiteY3638" fmla="*/ 3143669 h 5274332"/>
              <a:gd name="connsiteX3639" fmla="*/ 1683228 w 4641785"/>
              <a:gd name="connsiteY3639" fmla="*/ 3143669 h 5274332"/>
              <a:gd name="connsiteX3640" fmla="*/ 1942294 w 4641785"/>
              <a:gd name="connsiteY3640" fmla="*/ 3140413 h 5274332"/>
              <a:gd name="connsiteX3641" fmla="*/ 1942294 w 4641785"/>
              <a:gd name="connsiteY3641" fmla="*/ 3140413 h 5274332"/>
              <a:gd name="connsiteX3642" fmla="*/ 1947874 w 4641785"/>
              <a:gd name="connsiteY3642" fmla="*/ 3141343 h 5274332"/>
              <a:gd name="connsiteX3643" fmla="*/ 1952990 w 4641785"/>
              <a:gd name="connsiteY3643" fmla="*/ 3143203 h 5274332"/>
              <a:gd name="connsiteX3644" fmla="*/ 1952990 w 4641785"/>
              <a:gd name="connsiteY3644" fmla="*/ 3143202 h 5274332"/>
              <a:gd name="connsiteX3645" fmla="*/ 1947875 w 4641785"/>
              <a:gd name="connsiteY3645" fmla="*/ 3141343 h 5274332"/>
              <a:gd name="connsiteX3646" fmla="*/ 1661842 w 4641785"/>
              <a:gd name="connsiteY3646" fmla="*/ 3140200 h 5274332"/>
              <a:gd name="connsiteX3647" fmla="*/ 1669740 w 4641785"/>
              <a:gd name="connsiteY3647" fmla="*/ 3142739 h 5274332"/>
              <a:gd name="connsiteX3648" fmla="*/ 1669740 w 4641785"/>
              <a:gd name="connsiteY3648" fmla="*/ 3142739 h 5274332"/>
              <a:gd name="connsiteX3649" fmla="*/ 1939502 w 4641785"/>
              <a:gd name="connsiteY3649" fmla="*/ 3137157 h 5274332"/>
              <a:gd name="connsiteX3650" fmla="*/ 1939502 w 4641785"/>
              <a:gd name="connsiteY3650" fmla="*/ 3141343 h 5274332"/>
              <a:gd name="connsiteX3651" fmla="*/ 1939504 w 4641785"/>
              <a:gd name="connsiteY3651" fmla="*/ 3141343 h 5274332"/>
              <a:gd name="connsiteX3652" fmla="*/ 1939504 w 4641785"/>
              <a:gd name="connsiteY3652" fmla="*/ 3137157 h 5274332"/>
              <a:gd name="connsiteX3653" fmla="*/ 1642297 w 4641785"/>
              <a:gd name="connsiteY3653" fmla="*/ 3136227 h 5274332"/>
              <a:gd name="connsiteX3654" fmla="*/ 1636717 w 4641785"/>
              <a:gd name="connsiteY3654" fmla="*/ 3141342 h 5274332"/>
              <a:gd name="connsiteX3655" fmla="*/ 1636718 w 4641785"/>
              <a:gd name="connsiteY3655" fmla="*/ 3141344 h 5274332"/>
              <a:gd name="connsiteX3656" fmla="*/ 1642299 w 4641785"/>
              <a:gd name="connsiteY3656" fmla="*/ 3136227 h 5274332"/>
              <a:gd name="connsiteX3657" fmla="*/ 1651602 w 4641785"/>
              <a:gd name="connsiteY3657" fmla="*/ 3138088 h 5274332"/>
              <a:gd name="connsiteX3658" fmla="*/ 1654392 w 4641785"/>
              <a:gd name="connsiteY3658" fmla="*/ 3137158 h 5274332"/>
              <a:gd name="connsiteX3659" fmla="*/ 1654391 w 4641785"/>
              <a:gd name="connsiteY3659" fmla="*/ 3137157 h 5274332"/>
              <a:gd name="connsiteX3660" fmla="*/ 1651600 w 4641785"/>
              <a:gd name="connsiteY3660" fmla="*/ 3138088 h 5274332"/>
              <a:gd name="connsiteX3661" fmla="*/ 1626485 w 4641785"/>
              <a:gd name="connsiteY3661" fmla="*/ 3136227 h 5274332"/>
              <a:gd name="connsiteX3662" fmla="*/ 1626486 w 4641785"/>
              <a:gd name="connsiteY3662" fmla="*/ 3136227 h 5274332"/>
              <a:gd name="connsiteX3663" fmla="*/ 1633926 w 4641785"/>
              <a:gd name="connsiteY3663" fmla="*/ 3137157 h 5274332"/>
              <a:gd name="connsiteX3664" fmla="*/ 1633926 w 4641785"/>
              <a:gd name="connsiteY3664" fmla="*/ 3137157 h 5274332"/>
              <a:gd name="connsiteX3665" fmla="*/ 1951597 w 4641785"/>
              <a:gd name="connsiteY3665" fmla="*/ 3135296 h 5274332"/>
              <a:gd name="connsiteX3666" fmla="*/ 1951597 w 4641785"/>
              <a:gd name="connsiteY3666" fmla="*/ 3135296 h 5274332"/>
              <a:gd name="connsiteX3667" fmla="*/ 1958572 w 4641785"/>
              <a:gd name="connsiteY3667" fmla="*/ 3135296 h 5274332"/>
              <a:gd name="connsiteX3668" fmla="*/ 1962758 w 4641785"/>
              <a:gd name="connsiteY3668" fmla="*/ 3138088 h 5274332"/>
              <a:gd name="connsiteX3669" fmla="*/ 1961827 w 4641785"/>
              <a:gd name="connsiteY3669" fmla="*/ 3144598 h 5274332"/>
              <a:gd name="connsiteX3670" fmla="*/ 1966944 w 4641785"/>
              <a:gd name="connsiteY3670" fmla="*/ 3147854 h 5274332"/>
              <a:gd name="connsiteX3671" fmla="*/ 1968804 w 4641785"/>
              <a:gd name="connsiteY3671" fmla="*/ 3150646 h 5274332"/>
              <a:gd name="connsiteX3672" fmla="*/ 1976711 w 4641785"/>
              <a:gd name="connsiteY3672" fmla="*/ 3153901 h 5274332"/>
              <a:gd name="connsiteX3673" fmla="*/ 1981827 w 4641785"/>
              <a:gd name="connsiteY3673" fmla="*/ 3158087 h 5274332"/>
              <a:gd name="connsiteX3674" fmla="*/ 1980432 w 4641785"/>
              <a:gd name="connsiteY3674" fmla="*/ 3169715 h 5274332"/>
              <a:gd name="connsiteX3675" fmla="*/ 1981362 w 4641785"/>
              <a:gd name="connsiteY3675" fmla="*/ 3172505 h 5274332"/>
              <a:gd name="connsiteX3676" fmla="*/ 1981363 w 4641785"/>
              <a:gd name="connsiteY3676" fmla="*/ 3172505 h 5274332"/>
              <a:gd name="connsiteX3677" fmla="*/ 1980433 w 4641785"/>
              <a:gd name="connsiteY3677" fmla="*/ 3169715 h 5274332"/>
              <a:gd name="connsiteX3678" fmla="*/ 1981828 w 4641785"/>
              <a:gd name="connsiteY3678" fmla="*/ 3158086 h 5274332"/>
              <a:gd name="connsiteX3679" fmla="*/ 1976712 w 4641785"/>
              <a:gd name="connsiteY3679" fmla="*/ 3153901 h 5274332"/>
              <a:gd name="connsiteX3680" fmla="*/ 1968805 w 4641785"/>
              <a:gd name="connsiteY3680" fmla="*/ 3150645 h 5274332"/>
              <a:gd name="connsiteX3681" fmla="*/ 1966945 w 4641785"/>
              <a:gd name="connsiteY3681" fmla="*/ 3147854 h 5274332"/>
              <a:gd name="connsiteX3682" fmla="*/ 1961829 w 4641785"/>
              <a:gd name="connsiteY3682" fmla="*/ 3144598 h 5274332"/>
              <a:gd name="connsiteX3683" fmla="*/ 1962759 w 4641785"/>
              <a:gd name="connsiteY3683" fmla="*/ 3138087 h 5274332"/>
              <a:gd name="connsiteX3684" fmla="*/ 1958573 w 4641785"/>
              <a:gd name="connsiteY3684" fmla="*/ 3135296 h 5274332"/>
              <a:gd name="connsiteX3685" fmla="*/ 1621834 w 4641785"/>
              <a:gd name="connsiteY3685" fmla="*/ 3133901 h 5274332"/>
              <a:gd name="connsiteX3686" fmla="*/ 1621834 w 4641785"/>
              <a:gd name="connsiteY3686" fmla="*/ 3133902 h 5274332"/>
              <a:gd name="connsiteX3687" fmla="*/ 1623867 w 4641785"/>
              <a:gd name="connsiteY3687" fmla="*/ 3134918 h 5274332"/>
              <a:gd name="connsiteX3688" fmla="*/ 2285955 w 4641785"/>
              <a:gd name="connsiteY3688" fmla="*/ 3133509 h 5274332"/>
              <a:gd name="connsiteX3689" fmla="*/ 2284614 w 4641785"/>
              <a:gd name="connsiteY3689" fmla="*/ 3135296 h 5274332"/>
              <a:gd name="connsiteX3690" fmla="*/ 2284614 w 4641785"/>
              <a:gd name="connsiteY3690" fmla="*/ 3139947 h 5274332"/>
              <a:gd name="connsiteX3691" fmla="*/ 2285544 w 4641785"/>
              <a:gd name="connsiteY3691" fmla="*/ 3144134 h 5274332"/>
              <a:gd name="connsiteX3692" fmla="*/ 2289850 w 4641785"/>
              <a:gd name="connsiteY3692" fmla="*/ 3142904 h 5274332"/>
              <a:gd name="connsiteX3693" fmla="*/ 2285544 w 4641785"/>
              <a:gd name="connsiteY3693" fmla="*/ 3144134 h 5274332"/>
              <a:gd name="connsiteX3694" fmla="*/ 2284614 w 4641785"/>
              <a:gd name="connsiteY3694" fmla="*/ 3139947 h 5274332"/>
              <a:gd name="connsiteX3695" fmla="*/ 2284614 w 4641785"/>
              <a:gd name="connsiteY3695" fmla="*/ 3135296 h 5274332"/>
              <a:gd name="connsiteX3696" fmla="*/ 1612531 w 4641785"/>
              <a:gd name="connsiteY3696" fmla="*/ 3133437 h 5274332"/>
              <a:gd name="connsiteX3697" fmla="*/ 1612531 w 4641785"/>
              <a:gd name="connsiteY3697" fmla="*/ 3137622 h 5274332"/>
              <a:gd name="connsiteX3698" fmla="*/ 1615787 w 4641785"/>
              <a:gd name="connsiteY3698" fmla="*/ 3139017 h 5274332"/>
              <a:gd name="connsiteX3699" fmla="*/ 1616717 w 4641785"/>
              <a:gd name="connsiteY3699" fmla="*/ 3143203 h 5274332"/>
              <a:gd name="connsiteX3700" fmla="*/ 1615787 w 4641785"/>
              <a:gd name="connsiteY3700" fmla="*/ 3147854 h 5274332"/>
              <a:gd name="connsiteX3701" fmla="*/ 1613461 w 4641785"/>
              <a:gd name="connsiteY3701" fmla="*/ 3151110 h 5274332"/>
              <a:gd name="connsiteX3702" fmla="*/ 1613461 w 4641785"/>
              <a:gd name="connsiteY3702" fmla="*/ 3154831 h 5274332"/>
              <a:gd name="connsiteX3703" fmla="*/ 1609740 w 4641785"/>
              <a:gd name="connsiteY3703" fmla="*/ 3156227 h 5274332"/>
              <a:gd name="connsiteX3704" fmla="*/ 1608810 w 4641785"/>
              <a:gd name="connsiteY3704" fmla="*/ 3158552 h 5274332"/>
              <a:gd name="connsiteX3705" fmla="*/ 1603693 w 4641785"/>
              <a:gd name="connsiteY3705" fmla="*/ 3158552 h 5274332"/>
              <a:gd name="connsiteX3706" fmla="*/ 1601368 w 4641785"/>
              <a:gd name="connsiteY3706" fmla="*/ 3163203 h 5274332"/>
              <a:gd name="connsiteX3707" fmla="*/ 1602740 w 4641785"/>
              <a:gd name="connsiteY3707" fmla="*/ 3163889 h 5274332"/>
              <a:gd name="connsiteX3708" fmla="*/ 1601370 w 4641785"/>
              <a:gd name="connsiteY3708" fmla="*/ 3163203 h 5274332"/>
              <a:gd name="connsiteX3709" fmla="*/ 1603695 w 4641785"/>
              <a:gd name="connsiteY3709" fmla="*/ 3158552 h 5274332"/>
              <a:gd name="connsiteX3710" fmla="*/ 1608812 w 4641785"/>
              <a:gd name="connsiteY3710" fmla="*/ 3158552 h 5274332"/>
              <a:gd name="connsiteX3711" fmla="*/ 1609742 w 4641785"/>
              <a:gd name="connsiteY3711" fmla="*/ 3156227 h 5274332"/>
              <a:gd name="connsiteX3712" fmla="*/ 1613463 w 4641785"/>
              <a:gd name="connsiteY3712" fmla="*/ 3154832 h 5274332"/>
              <a:gd name="connsiteX3713" fmla="*/ 1613463 w 4641785"/>
              <a:gd name="connsiteY3713" fmla="*/ 3151111 h 5274332"/>
              <a:gd name="connsiteX3714" fmla="*/ 1615788 w 4641785"/>
              <a:gd name="connsiteY3714" fmla="*/ 3147855 h 5274332"/>
              <a:gd name="connsiteX3715" fmla="*/ 1616719 w 4641785"/>
              <a:gd name="connsiteY3715" fmla="*/ 3143204 h 5274332"/>
              <a:gd name="connsiteX3716" fmla="*/ 1615788 w 4641785"/>
              <a:gd name="connsiteY3716" fmla="*/ 3139018 h 5274332"/>
              <a:gd name="connsiteX3717" fmla="*/ 1612532 w 4641785"/>
              <a:gd name="connsiteY3717" fmla="*/ 3137623 h 5274332"/>
              <a:gd name="connsiteX3718" fmla="*/ 1612532 w 4641785"/>
              <a:gd name="connsiteY3718" fmla="*/ 3133437 h 5274332"/>
              <a:gd name="connsiteX3719" fmla="*/ 2245211 w 4641785"/>
              <a:gd name="connsiteY3719" fmla="*/ 3132658 h 5274332"/>
              <a:gd name="connsiteX3720" fmla="*/ 2245545 w 4641785"/>
              <a:gd name="connsiteY3720" fmla="*/ 3133437 h 5274332"/>
              <a:gd name="connsiteX3721" fmla="*/ 2247870 w 4641785"/>
              <a:gd name="connsiteY3721" fmla="*/ 3134832 h 5274332"/>
              <a:gd name="connsiteX3722" fmla="*/ 2247870 w 4641785"/>
              <a:gd name="connsiteY3722" fmla="*/ 3134831 h 5274332"/>
              <a:gd name="connsiteX3723" fmla="*/ 2245545 w 4641785"/>
              <a:gd name="connsiteY3723" fmla="*/ 3133436 h 5274332"/>
              <a:gd name="connsiteX3724" fmla="*/ 2306939 w 4641785"/>
              <a:gd name="connsiteY3724" fmla="*/ 3132041 h 5274332"/>
              <a:gd name="connsiteX3725" fmla="*/ 2306457 w 4641785"/>
              <a:gd name="connsiteY3725" fmla="*/ 3132813 h 5274332"/>
              <a:gd name="connsiteX3726" fmla="*/ 2306939 w 4641785"/>
              <a:gd name="connsiteY3726" fmla="*/ 3132041 h 5274332"/>
              <a:gd name="connsiteX3727" fmla="*/ 1612067 w 4641785"/>
              <a:gd name="connsiteY3727" fmla="*/ 3125994 h 5274332"/>
              <a:gd name="connsiteX3728" fmla="*/ 1612068 w 4641785"/>
              <a:gd name="connsiteY3728" fmla="*/ 3125995 h 5274332"/>
              <a:gd name="connsiteX3729" fmla="*/ 1619507 w 4641785"/>
              <a:gd name="connsiteY3729" fmla="*/ 3126925 h 5274332"/>
              <a:gd name="connsiteX3730" fmla="*/ 1619507 w 4641785"/>
              <a:gd name="connsiteY3730" fmla="*/ 3126925 h 5274332"/>
              <a:gd name="connsiteX3731" fmla="*/ 2269266 w 4641785"/>
              <a:gd name="connsiteY3731" fmla="*/ 3123203 h 5274332"/>
              <a:gd name="connsiteX3732" fmla="*/ 2269265 w 4641785"/>
              <a:gd name="connsiteY3732" fmla="*/ 3123204 h 5274332"/>
              <a:gd name="connsiteX3733" fmla="*/ 2272986 w 4641785"/>
              <a:gd name="connsiteY3733" fmla="*/ 3125530 h 5274332"/>
              <a:gd name="connsiteX3734" fmla="*/ 2278102 w 4641785"/>
              <a:gd name="connsiteY3734" fmla="*/ 3126459 h 5274332"/>
              <a:gd name="connsiteX3735" fmla="*/ 2280428 w 4641785"/>
              <a:gd name="connsiteY3735" fmla="*/ 3128320 h 5274332"/>
              <a:gd name="connsiteX3736" fmla="*/ 2283684 w 4641785"/>
              <a:gd name="connsiteY3736" fmla="*/ 3127855 h 5274332"/>
              <a:gd name="connsiteX3737" fmla="*/ 2288800 w 4641785"/>
              <a:gd name="connsiteY3737" fmla="*/ 3129715 h 5274332"/>
              <a:gd name="connsiteX3738" fmla="*/ 2283684 w 4641785"/>
              <a:gd name="connsiteY3738" fmla="*/ 3127855 h 5274332"/>
              <a:gd name="connsiteX3739" fmla="*/ 2280428 w 4641785"/>
              <a:gd name="connsiteY3739" fmla="*/ 3128320 h 5274332"/>
              <a:gd name="connsiteX3740" fmla="*/ 2278102 w 4641785"/>
              <a:gd name="connsiteY3740" fmla="*/ 3126459 h 5274332"/>
              <a:gd name="connsiteX3741" fmla="*/ 2272987 w 4641785"/>
              <a:gd name="connsiteY3741" fmla="*/ 3125529 h 5274332"/>
              <a:gd name="connsiteX3742" fmla="*/ 2264149 w 4641785"/>
              <a:gd name="connsiteY3742" fmla="*/ 3122739 h 5274332"/>
              <a:gd name="connsiteX3743" fmla="*/ 2259498 w 4641785"/>
              <a:gd name="connsiteY3743" fmla="*/ 3123669 h 5274332"/>
              <a:gd name="connsiteX3744" fmla="*/ 2264149 w 4641785"/>
              <a:gd name="connsiteY3744" fmla="*/ 3122739 h 5274332"/>
              <a:gd name="connsiteX3745" fmla="*/ 2266474 w 4641785"/>
              <a:gd name="connsiteY3745" fmla="*/ 3124134 h 5274332"/>
              <a:gd name="connsiteX3746" fmla="*/ 2266475 w 4641785"/>
              <a:gd name="connsiteY3746" fmla="*/ 3124134 h 5274332"/>
              <a:gd name="connsiteX3747" fmla="*/ 1949271 w 4641785"/>
              <a:gd name="connsiteY3747" fmla="*/ 3122739 h 5274332"/>
              <a:gd name="connsiteX3748" fmla="*/ 1949270 w 4641785"/>
              <a:gd name="connsiteY3748" fmla="*/ 3122739 h 5274332"/>
              <a:gd name="connsiteX3749" fmla="*/ 1953921 w 4641785"/>
              <a:gd name="connsiteY3749" fmla="*/ 3124134 h 5274332"/>
              <a:gd name="connsiteX3750" fmla="*/ 1955316 w 4641785"/>
              <a:gd name="connsiteY3750" fmla="*/ 3128320 h 5274332"/>
              <a:gd name="connsiteX3751" fmla="*/ 1951595 w 4641785"/>
              <a:gd name="connsiteY3751" fmla="*/ 3130645 h 5274332"/>
              <a:gd name="connsiteX3752" fmla="*/ 1949270 w 4641785"/>
              <a:gd name="connsiteY3752" fmla="*/ 3135296 h 5274332"/>
              <a:gd name="connsiteX3753" fmla="*/ 1944619 w 4641785"/>
              <a:gd name="connsiteY3753" fmla="*/ 3138552 h 5274332"/>
              <a:gd name="connsiteX3754" fmla="*/ 1944620 w 4641785"/>
              <a:gd name="connsiteY3754" fmla="*/ 3138552 h 5274332"/>
              <a:gd name="connsiteX3755" fmla="*/ 1949271 w 4641785"/>
              <a:gd name="connsiteY3755" fmla="*/ 3135296 h 5274332"/>
              <a:gd name="connsiteX3756" fmla="*/ 1951597 w 4641785"/>
              <a:gd name="connsiteY3756" fmla="*/ 3130645 h 5274332"/>
              <a:gd name="connsiteX3757" fmla="*/ 1955317 w 4641785"/>
              <a:gd name="connsiteY3757" fmla="*/ 3128320 h 5274332"/>
              <a:gd name="connsiteX3758" fmla="*/ 1953922 w 4641785"/>
              <a:gd name="connsiteY3758" fmla="*/ 3124134 h 5274332"/>
              <a:gd name="connsiteX3759" fmla="*/ 1607880 w 4641785"/>
              <a:gd name="connsiteY3759" fmla="*/ 3120878 h 5274332"/>
              <a:gd name="connsiteX3760" fmla="*/ 1605089 w 4641785"/>
              <a:gd name="connsiteY3760" fmla="*/ 3131576 h 5274332"/>
              <a:gd name="connsiteX3761" fmla="*/ 1605091 w 4641785"/>
              <a:gd name="connsiteY3761" fmla="*/ 3131576 h 5274332"/>
              <a:gd name="connsiteX3762" fmla="*/ 1607881 w 4641785"/>
              <a:gd name="connsiteY3762" fmla="*/ 3120880 h 5274332"/>
              <a:gd name="connsiteX3763" fmla="*/ 1946479 w 4641785"/>
              <a:gd name="connsiteY3763" fmla="*/ 3114367 h 5274332"/>
              <a:gd name="connsiteX3764" fmla="*/ 1943688 w 4641785"/>
              <a:gd name="connsiteY3764" fmla="*/ 3116692 h 5274332"/>
              <a:gd name="connsiteX3765" fmla="*/ 1940898 w 4641785"/>
              <a:gd name="connsiteY3765" fmla="*/ 3117622 h 5274332"/>
              <a:gd name="connsiteX3766" fmla="*/ 1939968 w 4641785"/>
              <a:gd name="connsiteY3766" fmla="*/ 3121808 h 5274332"/>
              <a:gd name="connsiteX3767" fmla="*/ 1946944 w 4641785"/>
              <a:gd name="connsiteY3767" fmla="*/ 3124134 h 5274332"/>
              <a:gd name="connsiteX3768" fmla="*/ 1946944 w 4641785"/>
              <a:gd name="connsiteY3768" fmla="*/ 3124134 h 5274332"/>
              <a:gd name="connsiteX3769" fmla="*/ 1939968 w 4641785"/>
              <a:gd name="connsiteY3769" fmla="*/ 3121808 h 5274332"/>
              <a:gd name="connsiteX3770" fmla="*/ 1940899 w 4641785"/>
              <a:gd name="connsiteY3770" fmla="*/ 3117622 h 5274332"/>
              <a:gd name="connsiteX3771" fmla="*/ 1943690 w 4641785"/>
              <a:gd name="connsiteY3771" fmla="*/ 3116692 h 5274332"/>
              <a:gd name="connsiteX3772" fmla="*/ 1946480 w 4641785"/>
              <a:gd name="connsiteY3772" fmla="*/ 3114367 h 5274332"/>
              <a:gd name="connsiteX3773" fmla="*/ 2230661 w 4641785"/>
              <a:gd name="connsiteY3773" fmla="*/ 3106460 h 5274332"/>
              <a:gd name="connsiteX3774" fmla="*/ 2230661 w 4641785"/>
              <a:gd name="connsiteY3774" fmla="*/ 3106460 h 5274332"/>
              <a:gd name="connsiteX3775" fmla="*/ 2235312 w 4641785"/>
              <a:gd name="connsiteY3775" fmla="*/ 3111111 h 5274332"/>
              <a:gd name="connsiteX3776" fmla="*/ 2236707 w 4641785"/>
              <a:gd name="connsiteY3776" fmla="*/ 3115762 h 5274332"/>
              <a:gd name="connsiteX3777" fmla="*/ 2240894 w 4641785"/>
              <a:gd name="connsiteY3777" fmla="*/ 3123204 h 5274332"/>
              <a:gd name="connsiteX3778" fmla="*/ 2241358 w 4641785"/>
              <a:gd name="connsiteY3778" fmla="*/ 3125994 h 5274332"/>
              <a:gd name="connsiteX3779" fmla="*/ 2243273 w 4641785"/>
              <a:gd name="connsiteY3779" fmla="*/ 3128866 h 5274332"/>
              <a:gd name="connsiteX3780" fmla="*/ 2241359 w 4641785"/>
              <a:gd name="connsiteY3780" fmla="*/ 3125994 h 5274332"/>
              <a:gd name="connsiteX3781" fmla="*/ 2240894 w 4641785"/>
              <a:gd name="connsiteY3781" fmla="*/ 3123203 h 5274332"/>
              <a:gd name="connsiteX3782" fmla="*/ 2236708 w 4641785"/>
              <a:gd name="connsiteY3782" fmla="*/ 3115762 h 5274332"/>
              <a:gd name="connsiteX3783" fmla="*/ 2235313 w 4641785"/>
              <a:gd name="connsiteY3783" fmla="*/ 3111111 h 5274332"/>
              <a:gd name="connsiteX3784" fmla="*/ 2172302 w 4641785"/>
              <a:gd name="connsiteY3784" fmla="*/ 3101139 h 5274332"/>
              <a:gd name="connsiteX3785" fmla="*/ 2171592 w 4641785"/>
              <a:gd name="connsiteY3785" fmla="*/ 3102274 h 5274332"/>
              <a:gd name="connsiteX3786" fmla="*/ 2171496 w 4641785"/>
              <a:gd name="connsiteY3786" fmla="*/ 3102733 h 5274332"/>
              <a:gd name="connsiteX3787" fmla="*/ 2171592 w 4641785"/>
              <a:gd name="connsiteY3787" fmla="*/ 3102274 h 5274332"/>
              <a:gd name="connsiteX3788" fmla="*/ 2173918 w 4641785"/>
              <a:gd name="connsiteY3788" fmla="*/ 3098553 h 5274332"/>
              <a:gd name="connsiteX3789" fmla="*/ 2173918 w 4641785"/>
              <a:gd name="connsiteY3789" fmla="*/ 3098553 h 5274332"/>
              <a:gd name="connsiteX3790" fmla="*/ 2175720 w 4641785"/>
              <a:gd name="connsiteY3790" fmla="*/ 3098913 h 5274332"/>
              <a:gd name="connsiteX3791" fmla="*/ 2203220 w 4641785"/>
              <a:gd name="connsiteY3791" fmla="*/ 3098087 h 5274332"/>
              <a:gd name="connsiteX3792" fmla="*/ 2203220 w 4641785"/>
              <a:gd name="connsiteY3792" fmla="*/ 3098089 h 5274332"/>
              <a:gd name="connsiteX3793" fmla="*/ 2212057 w 4641785"/>
              <a:gd name="connsiteY3793" fmla="*/ 3104599 h 5274332"/>
              <a:gd name="connsiteX3794" fmla="*/ 2214848 w 4641785"/>
              <a:gd name="connsiteY3794" fmla="*/ 3104135 h 5274332"/>
              <a:gd name="connsiteX3795" fmla="*/ 2220429 w 4641785"/>
              <a:gd name="connsiteY3795" fmla="*/ 3106925 h 5274332"/>
              <a:gd name="connsiteX3796" fmla="*/ 2223219 w 4641785"/>
              <a:gd name="connsiteY3796" fmla="*/ 3109716 h 5274332"/>
              <a:gd name="connsiteX3797" fmla="*/ 2226475 w 4641785"/>
              <a:gd name="connsiteY3797" fmla="*/ 3109716 h 5274332"/>
              <a:gd name="connsiteX3798" fmla="*/ 2226476 w 4641785"/>
              <a:gd name="connsiteY3798" fmla="*/ 3109715 h 5274332"/>
              <a:gd name="connsiteX3799" fmla="*/ 2223220 w 4641785"/>
              <a:gd name="connsiteY3799" fmla="*/ 3109715 h 5274332"/>
              <a:gd name="connsiteX3800" fmla="*/ 2220429 w 4641785"/>
              <a:gd name="connsiteY3800" fmla="*/ 3106925 h 5274332"/>
              <a:gd name="connsiteX3801" fmla="*/ 2214848 w 4641785"/>
              <a:gd name="connsiteY3801" fmla="*/ 3104134 h 5274332"/>
              <a:gd name="connsiteX3802" fmla="*/ 2212057 w 4641785"/>
              <a:gd name="connsiteY3802" fmla="*/ 3104599 h 5274332"/>
              <a:gd name="connsiteX3803" fmla="*/ 2872046 w 4641785"/>
              <a:gd name="connsiteY3803" fmla="*/ 3096693 h 5274332"/>
              <a:gd name="connsiteX3804" fmla="*/ 2875767 w 4641785"/>
              <a:gd name="connsiteY3804" fmla="*/ 3098553 h 5274332"/>
              <a:gd name="connsiteX3805" fmla="*/ 2873441 w 4641785"/>
              <a:gd name="connsiteY3805" fmla="*/ 3101809 h 5274332"/>
              <a:gd name="connsiteX3806" fmla="*/ 2868325 w 4641785"/>
              <a:gd name="connsiteY3806" fmla="*/ 3099948 h 5274332"/>
              <a:gd name="connsiteX3807" fmla="*/ 2178781 w 4641785"/>
              <a:gd name="connsiteY3807" fmla="*/ 3095635 h 5274332"/>
              <a:gd name="connsiteX3808" fmla="*/ 2176243 w 4641785"/>
              <a:gd name="connsiteY3808" fmla="*/ 3099018 h 5274332"/>
              <a:gd name="connsiteX3809" fmla="*/ 2176244 w 4641785"/>
              <a:gd name="connsiteY3809" fmla="*/ 3099018 h 5274332"/>
              <a:gd name="connsiteX3810" fmla="*/ 791149 w 4641785"/>
              <a:gd name="connsiteY3810" fmla="*/ 3095297 h 5274332"/>
              <a:gd name="connsiteX3811" fmla="*/ 792079 w 4641785"/>
              <a:gd name="connsiteY3811" fmla="*/ 3096692 h 5274332"/>
              <a:gd name="connsiteX3812" fmla="*/ 792080 w 4641785"/>
              <a:gd name="connsiteY3812" fmla="*/ 3096693 h 5274332"/>
              <a:gd name="connsiteX3813" fmla="*/ 791151 w 4641785"/>
              <a:gd name="connsiteY3813" fmla="*/ 3095298 h 5274332"/>
              <a:gd name="connsiteX3814" fmla="*/ 786792 w 4641785"/>
              <a:gd name="connsiteY3814" fmla="*/ 3092547 h 5274332"/>
              <a:gd name="connsiteX3815" fmla="*/ 787428 w 4641785"/>
              <a:gd name="connsiteY3815" fmla="*/ 3092972 h 5274332"/>
              <a:gd name="connsiteX3816" fmla="*/ 788978 w 4641785"/>
              <a:gd name="connsiteY3816" fmla="*/ 3093940 h 5274332"/>
              <a:gd name="connsiteX3817" fmla="*/ 787430 w 4641785"/>
              <a:gd name="connsiteY3817" fmla="*/ 3092972 h 5274332"/>
              <a:gd name="connsiteX3818" fmla="*/ 781847 w 4641785"/>
              <a:gd name="connsiteY3818" fmla="*/ 3092042 h 5274332"/>
              <a:gd name="connsiteX3819" fmla="*/ 781847 w 4641785"/>
              <a:gd name="connsiteY3819" fmla="*/ 3092506 h 5274332"/>
              <a:gd name="connsiteX3820" fmla="*/ 781848 w 4641785"/>
              <a:gd name="connsiteY3820" fmla="*/ 3092507 h 5274332"/>
              <a:gd name="connsiteX3821" fmla="*/ 781848 w 4641785"/>
              <a:gd name="connsiteY3821" fmla="*/ 3092042 h 5274332"/>
              <a:gd name="connsiteX3822" fmla="*/ 2185081 w 4641785"/>
              <a:gd name="connsiteY3822" fmla="*/ 3089250 h 5274332"/>
              <a:gd name="connsiteX3823" fmla="*/ 2183665 w 4641785"/>
              <a:gd name="connsiteY3823" fmla="*/ 3089605 h 5274332"/>
              <a:gd name="connsiteX3824" fmla="*/ 2185080 w 4641785"/>
              <a:gd name="connsiteY3824" fmla="*/ 3089251 h 5274332"/>
              <a:gd name="connsiteX3825" fmla="*/ 2189732 w 4641785"/>
              <a:gd name="connsiteY3825" fmla="*/ 3093437 h 5274332"/>
              <a:gd name="connsiteX3826" fmla="*/ 2192522 w 4641785"/>
              <a:gd name="connsiteY3826" fmla="*/ 3098088 h 5274332"/>
              <a:gd name="connsiteX3827" fmla="*/ 2195778 w 4641785"/>
              <a:gd name="connsiteY3827" fmla="*/ 3099484 h 5274332"/>
              <a:gd name="connsiteX3828" fmla="*/ 2196243 w 4641785"/>
              <a:gd name="connsiteY3828" fmla="*/ 3103204 h 5274332"/>
              <a:gd name="connsiteX3829" fmla="*/ 2196244 w 4641785"/>
              <a:gd name="connsiteY3829" fmla="*/ 3103204 h 5274332"/>
              <a:gd name="connsiteX3830" fmla="*/ 2195779 w 4641785"/>
              <a:gd name="connsiteY3830" fmla="*/ 3099483 h 5274332"/>
              <a:gd name="connsiteX3831" fmla="*/ 2192523 w 4641785"/>
              <a:gd name="connsiteY3831" fmla="*/ 3098087 h 5274332"/>
              <a:gd name="connsiteX3832" fmla="*/ 2189732 w 4641785"/>
              <a:gd name="connsiteY3832" fmla="*/ 3093436 h 5274332"/>
              <a:gd name="connsiteX3833" fmla="*/ 766913 w 4641785"/>
              <a:gd name="connsiteY3833" fmla="*/ 3088882 h 5274332"/>
              <a:gd name="connsiteX3834" fmla="*/ 771614 w 4641785"/>
              <a:gd name="connsiteY3834" fmla="*/ 3094367 h 5274332"/>
              <a:gd name="connsiteX3835" fmla="*/ 771615 w 4641785"/>
              <a:gd name="connsiteY3835" fmla="*/ 3094367 h 5274332"/>
              <a:gd name="connsiteX3836" fmla="*/ 766964 w 4641785"/>
              <a:gd name="connsiteY3836" fmla="*/ 3083670 h 5274332"/>
              <a:gd name="connsiteX3837" fmla="*/ 766963 w 4641785"/>
              <a:gd name="connsiteY3837" fmla="*/ 3083670 h 5274332"/>
              <a:gd name="connsiteX3838" fmla="*/ 766963 w 4641785"/>
              <a:gd name="connsiteY3838" fmla="*/ 3084135 h 5274332"/>
              <a:gd name="connsiteX3839" fmla="*/ 766033 w 4641785"/>
              <a:gd name="connsiteY3839" fmla="*/ 3087855 h 5274332"/>
              <a:gd name="connsiteX3840" fmla="*/ 766034 w 4641785"/>
              <a:gd name="connsiteY3840" fmla="*/ 3087857 h 5274332"/>
              <a:gd name="connsiteX3841" fmla="*/ 766964 w 4641785"/>
              <a:gd name="connsiteY3841" fmla="*/ 3084135 h 5274332"/>
              <a:gd name="connsiteX3842" fmla="*/ 724338 w 4641785"/>
              <a:gd name="connsiteY3842" fmla="*/ 3083388 h 5274332"/>
              <a:gd name="connsiteX3843" fmla="*/ 730685 w 4641785"/>
              <a:gd name="connsiteY3843" fmla="*/ 3084135 h 5274332"/>
              <a:gd name="connsiteX3844" fmla="*/ 731092 w 4641785"/>
              <a:gd name="connsiteY3844" fmla="*/ 3083647 h 5274332"/>
              <a:gd name="connsiteX3845" fmla="*/ 730686 w 4641785"/>
              <a:gd name="connsiteY3845" fmla="*/ 3084134 h 5274332"/>
              <a:gd name="connsiteX3846" fmla="*/ 795337 w 4641785"/>
              <a:gd name="connsiteY3846" fmla="*/ 3082740 h 5274332"/>
              <a:gd name="connsiteX3847" fmla="*/ 797662 w 4641785"/>
              <a:gd name="connsiteY3847" fmla="*/ 3085531 h 5274332"/>
              <a:gd name="connsiteX3848" fmla="*/ 799055 w 4641785"/>
              <a:gd name="connsiteY3848" fmla="*/ 3088317 h 5274332"/>
              <a:gd name="connsiteX3849" fmla="*/ 798591 w 4641785"/>
              <a:gd name="connsiteY3849" fmla="*/ 3085530 h 5274332"/>
              <a:gd name="connsiteX3850" fmla="*/ 800117 w 4641785"/>
              <a:gd name="connsiteY3850" fmla="*/ 3085094 h 5274332"/>
              <a:gd name="connsiteX3851" fmla="*/ 798592 w 4641785"/>
              <a:gd name="connsiteY3851" fmla="*/ 3085529 h 5274332"/>
              <a:gd name="connsiteX3852" fmla="*/ 797662 w 4641785"/>
              <a:gd name="connsiteY3852" fmla="*/ 3085529 h 5274332"/>
              <a:gd name="connsiteX3853" fmla="*/ 1947875 w 4641785"/>
              <a:gd name="connsiteY3853" fmla="*/ 3081809 h 5274332"/>
              <a:gd name="connsiteX3854" fmla="*/ 1947875 w 4641785"/>
              <a:gd name="connsiteY3854" fmla="*/ 3081809 h 5274332"/>
              <a:gd name="connsiteX3855" fmla="*/ 1959502 w 4641785"/>
              <a:gd name="connsiteY3855" fmla="*/ 3085065 h 5274332"/>
              <a:gd name="connsiteX3856" fmla="*/ 1961827 w 4641785"/>
              <a:gd name="connsiteY3856" fmla="*/ 3087855 h 5274332"/>
              <a:gd name="connsiteX3857" fmla="*/ 1961363 w 4641785"/>
              <a:gd name="connsiteY3857" fmla="*/ 3092041 h 5274332"/>
              <a:gd name="connsiteX3858" fmla="*/ 1962758 w 4641785"/>
              <a:gd name="connsiteY3858" fmla="*/ 3095297 h 5274332"/>
              <a:gd name="connsiteX3859" fmla="*/ 1960897 w 4641785"/>
              <a:gd name="connsiteY3859" fmla="*/ 3105530 h 5274332"/>
              <a:gd name="connsiteX3860" fmla="*/ 1962758 w 4641785"/>
              <a:gd name="connsiteY3860" fmla="*/ 3109250 h 5274332"/>
              <a:gd name="connsiteX3861" fmla="*/ 1960897 w 4641785"/>
              <a:gd name="connsiteY3861" fmla="*/ 3112041 h 5274332"/>
              <a:gd name="connsiteX3862" fmla="*/ 1959037 w 4641785"/>
              <a:gd name="connsiteY3862" fmla="*/ 3118088 h 5274332"/>
              <a:gd name="connsiteX3863" fmla="*/ 1955782 w 4641785"/>
              <a:gd name="connsiteY3863" fmla="*/ 3119018 h 5274332"/>
              <a:gd name="connsiteX3864" fmla="*/ 1955782 w 4641785"/>
              <a:gd name="connsiteY3864" fmla="*/ 3119018 h 5274332"/>
              <a:gd name="connsiteX3865" fmla="*/ 1959038 w 4641785"/>
              <a:gd name="connsiteY3865" fmla="*/ 3118088 h 5274332"/>
              <a:gd name="connsiteX3866" fmla="*/ 1960899 w 4641785"/>
              <a:gd name="connsiteY3866" fmla="*/ 3112041 h 5274332"/>
              <a:gd name="connsiteX3867" fmla="*/ 1962759 w 4641785"/>
              <a:gd name="connsiteY3867" fmla="*/ 3109250 h 5274332"/>
              <a:gd name="connsiteX3868" fmla="*/ 1960899 w 4641785"/>
              <a:gd name="connsiteY3868" fmla="*/ 3105530 h 5274332"/>
              <a:gd name="connsiteX3869" fmla="*/ 1962759 w 4641785"/>
              <a:gd name="connsiteY3869" fmla="*/ 3095297 h 5274332"/>
              <a:gd name="connsiteX3870" fmla="*/ 1961363 w 4641785"/>
              <a:gd name="connsiteY3870" fmla="*/ 3092041 h 5274332"/>
              <a:gd name="connsiteX3871" fmla="*/ 1961829 w 4641785"/>
              <a:gd name="connsiteY3871" fmla="*/ 3087855 h 5274332"/>
              <a:gd name="connsiteX3872" fmla="*/ 1959504 w 4641785"/>
              <a:gd name="connsiteY3872" fmla="*/ 3085065 h 5274332"/>
              <a:gd name="connsiteX3873" fmla="*/ 810146 w 4641785"/>
              <a:gd name="connsiteY3873" fmla="*/ 3080971 h 5274332"/>
              <a:gd name="connsiteX3874" fmla="*/ 806964 w 4641785"/>
              <a:gd name="connsiteY3874" fmla="*/ 3082739 h 5274332"/>
              <a:gd name="connsiteX3875" fmla="*/ 806964 w 4641785"/>
              <a:gd name="connsiteY3875" fmla="*/ 3082739 h 5274332"/>
              <a:gd name="connsiteX3876" fmla="*/ 737197 w 4641785"/>
              <a:gd name="connsiteY3876" fmla="*/ 3079948 h 5274332"/>
              <a:gd name="connsiteX3877" fmla="*/ 733012 w 4641785"/>
              <a:gd name="connsiteY3877" fmla="*/ 3081344 h 5274332"/>
              <a:gd name="connsiteX3878" fmla="*/ 733012 w 4641785"/>
              <a:gd name="connsiteY3878" fmla="*/ 3081344 h 5274332"/>
              <a:gd name="connsiteX3879" fmla="*/ 737197 w 4641785"/>
              <a:gd name="connsiteY3879" fmla="*/ 3079949 h 5274332"/>
              <a:gd name="connsiteX3880" fmla="*/ 761848 w 4641785"/>
              <a:gd name="connsiteY3880" fmla="*/ 3076228 h 5274332"/>
              <a:gd name="connsiteX3881" fmla="*/ 762312 w 4641785"/>
              <a:gd name="connsiteY3881" fmla="*/ 3077158 h 5274332"/>
              <a:gd name="connsiteX3882" fmla="*/ 762312 w 4641785"/>
              <a:gd name="connsiteY3882" fmla="*/ 3079018 h 5274332"/>
              <a:gd name="connsiteX3883" fmla="*/ 761848 w 4641785"/>
              <a:gd name="connsiteY3883" fmla="*/ 3079484 h 5274332"/>
              <a:gd name="connsiteX3884" fmla="*/ 759987 w 4641785"/>
              <a:gd name="connsiteY3884" fmla="*/ 3084135 h 5274332"/>
              <a:gd name="connsiteX3885" fmla="*/ 761848 w 4641785"/>
              <a:gd name="connsiteY3885" fmla="*/ 3086925 h 5274332"/>
              <a:gd name="connsiteX3886" fmla="*/ 759988 w 4641785"/>
              <a:gd name="connsiteY3886" fmla="*/ 3084135 h 5274332"/>
              <a:gd name="connsiteX3887" fmla="*/ 761848 w 4641785"/>
              <a:gd name="connsiteY3887" fmla="*/ 3079484 h 5274332"/>
              <a:gd name="connsiteX3888" fmla="*/ 762313 w 4641785"/>
              <a:gd name="connsiteY3888" fmla="*/ 3079019 h 5274332"/>
              <a:gd name="connsiteX3889" fmla="*/ 762313 w 4641785"/>
              <a:gd name="connsiteY3889" fmla="*/ 3077158 h 5274332"/>
              <a:gd name="connsiteX3890" fmla="*/ 2258103 w 4641785"/>
              <a:gd name="connsiteY3890" fmla="*/ 3076228 h 5274332"/>
              <a:gd name="connsiteX3891" fmla="*/ 2254847 w 4641785"/>
              <a:gd name="connsiteY3891" fmla="*/ 3079018 h 5274332"/>
              <a:gd name="connsiteX3892" fmla="*/ 2254551 w 4641785"/>
              <a:gd name="connsiteY3892" fmla="*/ 3079906 h 5274332"/>
              <a:gd name="connsiteX3893" fmla="*/ 2254847 w 4641785"/>
              <a:gd name="connsiteY3893" fmla="*/ 3079018 h 5274332"/>
              <a:gd name="connsiteX3894" fmla="*/ 787893 w 4641785"/>
              <a:gd name="connsiteY3894" fmla="*/ 3074833 h 5274332"/>
              <a:gd name="connsiteX3895" fmla="*/ 784174 w 4641785"/>
              <a:gd name="connsiteY3895" fmla="*/ 3079948 h 5274332"/>
              <a:gd name="connsiteX3896" fmla="*/ 782778 w 4641785"/>
              <a:gd name="connsiteY3896" fmla="*/ 3079483 h 5274332"/>
              <a:gd name="connsiteX3897" fmla="*/ 781848 w 4641785"/>
              <a:gd name="connsiteY3897" fmla="*/ 3079483 h 5274332"/>
              <a:gd name="connsiteX3898" fmla="*/ 779987 w 4641785"/>
              <a:gd name="connsiteY3898" fmla="*/ 3077157 h 5274332"/>
              <a:gd name="connsiteX3899" fmla="*/ 778592 w 4641785"/>
              <a:gd name="connsiteY3899" fmla="*/ 3077622 h 5274332"/>
              <a:gd name="connsiteX3900" fmla="*/ 778127 w 4641785"/>
              <a:gd name="connsiteY3900" fmla="*/ 3079948 h 5274332"/>
              <a:gd name="connsiteX3901" fmla="*/ 776267 w 4641785"/>
              <a:gd name="connsiteY3901" fmla="*/ 3079018 h 5274332"/>
              <a:gd name="connsiteX3902" fmla="*/ 775980 w 4641785"/>
              <a:gd name="connsiteY3902" fmla="*/ 3077154 h 5274332"/>
              <a:gd name="connsiteX3903" fmla="*/ 776267 w 4641785"/>
              <a:gd name="connsiteY3903" fmla="*/ 3079019 h 5274332"/>
              <a:gd name="connsiteX3904" fmla="*/ 778127 w 4641785"/>
              <a:gd name="connsiteY3904" fmla="*/ 3079950 h 5274332"/>
              <a:gd name="connsiteX3905" fmla="*/ 778593 w 4641785"/>
              <a:gd name="connsiteY3905" fmla="*/ 3077624 h 5274332"/>
              <a:gd name="connsiteX3906" fmla="*/ 779988 w 4641785"/>
              <a:gd name="connsiteY3906" fmla="*/ 3077158 h 5274332"/>
              <a:gd name="connsiteX3907" fmla="*/ 781848 w 4641785"/>
              <a:gd name="connsiteY3907" fmla="*/ 3079484 h 5274332"/>
              <a:gd name="connsiteX3908" fmla="*/ 782778 w 4641785"/>
              <a:gd name="connsiteY3908" fmla="*/ 3079484 h 5274332"/>
              <a:gd name="connsiteX3909" fmla="*/ 784174 w 4641785"/>
              <a:gd name="connsiteY3909" fmla="*/ 3079950 h 5274332"/>
              <a:gd name="connsiteX3910" fmla="*/ 787895 w 4641785"/>
              <a:gd name="connsiteY3910" fmla="*/ 3074833 h 5274332"/>
              <a:gd name="connsiteX3911" fmla="*/ 787038 w 4641785"/>
              <a:gd name="connsiteY3911" fmla="*/ 3072090 h 5274332"/>
              <a:gd name="connsiteX3912" fmla="*/ 787429 w 4641785"/>
              <a:gd name="connsiteY3912" fmla="*/ 3074832 h 5274332"/>
              <a:gd name="connsiteX3913" fmla="*/ 787430 w 4641785"/>
              <a:gd name="connsiteY3913" fmla="*/ 3074832 h 5274332"/>
              <a:gd name="connsiteX3914" fmla="*/ 775180 w 4641785"/>
              <a:gd name="connsiteY3914" fmla="*/ 3072046 h 5274332"/>
              <a:gd name="connsiteX3915" fmla="*/ 774871 w 4641785"/>
              <a:gd name="connsiteY3915" fmla="*/ 3072972 h 5274332"/>
              <a:gd name="connsiteX3916" fmla="*/ 775336 w 4641785"/>
              <a:gd name="connsiteY3916" fmla="*/ 3072972 h 5274332"/>
              <a:gd name="connsiteX3917" fmla="*/ 775336 w 4641785"/>
              <a:gd name="connsiteY3917" fmla="*/ 3072971 h 5274332"/>
              <a:gd name="connsiteX3918" fmla="*/ 774872 w 4641785"/>
              <a:gd name="connsiteY3918" fmla="*/ 3072971 h 5274332"/>
              <a:gd name="connsiteX3919" fmla="*/ 813940 w 4641785"/>
              <a:gd name="connsiteY3919" fmla="*/ 3071111 h 5274332"/>
              <a:gd name="connsiteX3920" fmla="*/ 813504 w 4641785"/>
              <a:gd name="connsiteY3920" fmla="*/ 3071475 h 5274332"/>
              <a:gd name="connsiteX3921" fmla="*/ 813940 w 4641785"/>
              <a:gd name="connsiteY3921" fmla="*/ 3071111 h 5274332"/>
              <a:gd name="connsiteX3922" fmla="*/ 824172 w 4641785"/>
              <a:gd name="connsiteY3922" fmla="*/ 3073437 h 5274332"/>
              <a:gd name="connsiteX3923" fmla="*/ 832079 w 4641785"/>
              <a:gd name="connsiteY3923" fmla="*/ 3072042 h 5274332"/>
              <a:gd name="connsiteX3924" fmla="*/ 832079 w 4641785"/>
              <a:gd name="connsiteY3924" fmla="*/ 3072041 h 5274332"/>
              <a:gd name="connsiteX3925" fmla="*/ 824172 w 4641785"/>
              <a:gd name="connsiteY3925" fmla="*/ 3073437 h 5274332"/>
              <a:gd name="connsiteX3926" fmla="*/ 793011 w 4641785"/>
              <a:gd name="connsiteY3926" fmla="*/ 3071111 h 5274332"/>
              <a:gd name="connsiteX3927" fmla="*/ 788825 w 4641785"/>
              <a:gd name="connsiteY3927" fmla="*/ 3072041 h 5274332"/>
              <a:gd name="connsiteX3928" fmla="*/ 788360 w 4641785"/>
              <a:gd name="connsiteY3928" fmla="*/ 3072041 h 5274332"/>
              <a:gd name="connsiteX3929" fmla="*/ 787894 w 4641785"/>
              <a:gd name="connsiteY3929" fmla="*/ 3071576 h 5274332"/>
              <a:gd name="connsiteX3930" fmla="*/ 786964 w 4641785"/>
              <a:gd name="connsiteY3930" fmla="*/ 3071576 h 5274332"/>
              <a:gd name="connsiteX3931" fmla="*/ 786964 w 4641785"/>
              <a:gd name="connsiteY3931" fmla="*/ 3071577 h 5274332"/>
              <a:gd name="connsiteX3932" fmla="*/ 787895 w 4641785"/>
              <a:gd name="connsiteY3932" fmla="*/ 3071577 h 5274332"/>
              <a:gd name="connsiteX3933" fmla="*/ 788359 w 4641785"/>
              <a:gd name="connsiteY3933" fmla="*/ 3072043 h 5274332"/>
              <a:gd name="connsiteX3934" fmla="*/ 788825 w 4641785"/>
              <a:gd name="connsiteY3934" fmla="*/ 3072043 h 5274332"/>
              <a:gd name="connsiteX3935" fmla="*/ 793011 w 4641785"/>
              <a:gd name="connsiteY3935" fmla="*/ 3071112 h 5274332"/>
              <a:gd name="connsiteX3936" fmla="*/ 794406 w 4641785"/>
              <a:gd name="connsiteY3936" fmla="*/ 3072507 h 5274332"/>
              <a:gd name="connsiteX3937" fmla="*/ 796732 w 4641785"/>
              <a:gd name="connsiteY3937" fmla="*/ 3072972 h 5274332"/>
              <a:gd name="connsiteX3938" fmla="*/ 797662 w 4641785"/>
              <a:gd name="connsiteY3938" fmla="*/ 3072972 h 5274332"/>
              <a:gd name="connsiteX3939" fmla="*/ 800918 w 4641785"/>
              <a:gd name="connsiteY3939" fmla="*/ 3075298 h 5274332"/>
              <a:gd name="connsiteX3940" fmla="*/ 800918 w 4641785"/>
              <a:gd name="connsiteY3940" fmla="*/ 3075297 h 5274332"/>
              <a:gd name="connsiteX3941" fmla="*/ 797662 w 4641785"/>
              <a:gd name="connsiteY3941" fmla="*/ 3072971 h 5274332"/>
              <a:gd name="connsiteX3942" fmla="*/ 796731 w 4641785"/>
              <a:gd name="connsiteY3942" fmla="*/ 3072971 h 5274332"/>
              <a:gd name="connsiteX3943" fmla="*/ 794406 w 4641785"/>
              <a:gd name="connsiteY3943" fmla="*/ 3072506 h 5274332"/>
              <a:gd name="connsiteX3944" fmla="*/ 740453 w 4641785"/>
              <a:gd name="connsiteY3944" fmla="*/ 3071111 h 5274332"/>
              <a:gd name="connsiteX3945" fmla="*/ 740453 w 4641785"/>
              <a:gd name="connsiteY3945" fmla="*/ 3071111 h 5274332"/>
              <a:gd name="connsiteX3946" fmla="*/ 744173 w 4641785"/>
              <a:gd name="connsiteY3946" fmla="*/ 3071111 h 5274332"/>
              <a:gd name="connsiteX3947" fmla="*/ 744174 w 4641785"/>
              <a:gd name="connsiteY3947" fmla="*/ 3071111 h 5274332"/>
              <a:gd name="connsiteX3948" fmla="*/ 758593 w 4641785"/>
              <a:gd name="connsiteY3948" fmla="*/ 3065996 h 5274332"/>
              <a:gd name="connsiteX3949" fmla="*/ 760453 w 4641785"/>
              <a:gd name="connsiteY3949" fmla="*/ 3070181 h 5274332"/>
              <a:gd name="connsiteX3950" fmla="*/ 759523 w 4641785"/>
              <a:gd name="connsiteY3950" fmla="*/ 3070181 h 5274332"/>
              <a:gd name="connsiteX3951" fmla="*/ 753011 w 4641785"/>
              <a:gd name="connsiteY3951" fmla="*/ 3068320 h 5274332"/>
              <a:gd name="connsiteX3952" fmla="*/ 746034 w 4641785"/>
              <a:gd name="connsiteY3952" fmla="*/ 3067855 h 5274332"/>
              <a:gd name="connsiteX3953" fmla="*/ 746034 w 4641785"/>
              <a:gd name="connsiteY3953" fmla="*/ 3067856 h 5274332"/>
              <a:gd name="connsiteX3954" fmla="*/ 753010 w 4641785"/>
              <a:gd name="connsiteY3954" fmla="*/ 3068321 h 5274332"/>
              <a:gd name="connsiteX3955" fmla="*/ 759522 w 4641785"/>
              <a:gd name="connsiteY3955" fmla="*/ 3070181 h 5274332"/>
              <a:gd name="connsiteX3956" fmla="*/ 760452 w 4641785"/>
              <a:gd name="connsiteY3956" fmla="*/ 3075763 h 5274332"/>
              <a:gd name="connsiteX3957" fmla="*/ 760453 w 4641785"/>
              <a:gd name="connsiteY3957" fmla="*/ 3075763 h 5274332"/>
              <a:gd name="connsiteX3958" fmla="*/ 759522 w 4641785"/>
              <a:gd name="connsiteY3958" fmla="*/ 3070182 h 5274332"/>
              <a:gd name="connsiteX3959" fmla="*/ 760453 w 4641785"/>
              <a:gd name="connsiteY3959" fmla="*/ 3070182 h 5274332"/>
              <a:gd name="connsiteX3960" fmla="*/ 1954851 w 4641785"/>
              <a:gd name="connsiteY3960" fmla="*/ 3059949 h 5274332"/>
              <a:gd name="connsiteX3961" fmla="*/ 1948804 w 4641785"/>
              <a:gd name="connsiteY3961" fmla="*/ 3060879 h 5274332"/>
              <a:gd name="connsiteX3962" fmla="*/ 1942758 w 4641785"/>
              <a:gd name="connsiteY3962" fmla="*/ 3063670 h 5274332"/>
              <a:gd name="connsiteX3963" fmla="*/ 1937176 w 4641785"/>
              <a:gd name="connsiteY3963" fmla="*/ 3065530 h 5274332"/>
              <a:gd name="connsiteX3964" fmla="*/ 1939502 w 4641785"/>
              <a:gd name="connsiteY3964" fmla="*/ 3070181 h 5274332"/>
              <a:gd name="connsiteX3965" fmla="*/ 1941827 w 4641785"/>
              <a:gd name="connsiteY3965" fmla="*/ 3072042 h 5274332"/>
              <a:gd name="connsiteX3966" fmla="*/ 1941827 w 4641785"/>
              <a:gd name="connsiteY3966" fmla="*/ 3074367 h 5274332"/>
              <a:gd name="connsiteX3967" fmla="*/ 1939037 w 4641785"/>
              <a:gd name="connsiteY3967" fmla="*/ 3075763 h 5274332"/>
              <a:gd name="connsiteX3968" fmla="*/ 1937176 w 4641785"/>
              <a:gd name="connsiteY3968" fmla="*/ 3079484 h 5274332"/>
              <a:gd name="connsiteX3969" fmla="*/ 1938572 w 4641785"/>
              <a:gd name="connsiteY3969" fmla="*/ 3081809 h 5274332"/>
              <a:gd name="connsiteX3970" fmla="*/ 1944153 w 4641785"/>
              <a:gd name="connsiteY3970" fmla="*/ 3084135 h 5274332"/>
              <a:gd name="connsiteX3971" fmla="*/ 1946479 w 4641785"/>
              <a:gd name="connsiteY3971" fmla="*/ 3084135 h 5274332"/>
              <a:gd name="connsiteX3972" fmla="*/ 1946479 w 4641785"/>
              <a:gd name="connsiteY3972" fmla="*/ 3084134 h 5274332"/>
              <a:gd name="connsiteX3973" fmla="*/ 1944155 w 4641785"/>
              <a:gd name="connsiteY3973" fmla="*/ 3084134 h 5274332"/>
              <a:gd name="connsiteX3974" fmla="*/ 1938573 w 4641785"/>
              <a:gd name="connsiteY3974" fmla="*/ 3081809 h 5274332"/>
              <a:gd name="connsiteX3975" fmla="*/ 1937178 w 4641785"/>
              <a:gd name="connsiteY3975" fmla="*/ 3079484 h 5274332"/>
              <a:gd name="connsiteX3976" fmla="*/ 1939039 w 4641785"/>
              <a:gd name="connsiteY3976" fmla="*/ 3075762 h 5274332"/>
              <a:gd name="connsiteX3977" fmla="*/ 1941829 w 4641785"/>
              <a:gd name="connsiteY3977" fmla="*/ 3074367 h 5274332"/>
              <a:gd name="connsiteX3978" fmla="*/ 1941829 w 4641785"/>
              <a:gd name="connsiteY3978" fmla="*/ 3072042 h 5274332"/>
              <a:gd name="connsiteX3979" fmla="*/ 1939504 w 4641785"/>
              <a:gd name="connsiteY3979" fmla="*/ 3070181 h 5274332"/>
              <a:gd name="connsiteX3980" fmla="*/ 1937178 w 4641785"/>
              <a:gd name="connsiteY3980" fmla="*/ 3065530 h 5274332"/>
              <a:gd name="connsiteX3981" fmla="*/ 1942760 w 4641785"/>
              <a:gd name="connsiteY3981" fmla="*/ 3063670 h 5274332"/>
              <a:gd name="connsiteX3982" fmla="*/ 1948806 w 4641785"/>
              <a:gd name="connsiteY3982" fmla="*/ 3060879 h 5274332"/>
              <a:gd name="connsiteX3983" fmla="*/ 1954851 w 4641785"/>
              <a:gd name="connsiteY3983" fmla="*/ 3059950 h 5274332"/>
              <a:gd name="connsiteX3984" fmla="*/ 2260870 w 4641785"/>
              <a:gd name="connsiteY3984" fmla="*/ 3059734 h 5274332"/>
              <a:gd name="connsiteX3985" fmla="*/ 2258103 w 4641785"/>
              <a:gd name="connsiteY3985" fmla="*/ 3061809 h 5274332"/>
              <a:gd name="connsiteX3986" fmla="*/ 2258103 w 4641785"/>
              <a:gd name="connsiteY3986" fmla="*/ 3061809 h 5274332"/>
              <a:gd name="connsiteX3987" fmla="*/ 792929 w 4641785"/>
              <a:gd name="connsiteY3987" fmla="*/ 3056668 h 5274332"/>
              <a:gd name="connsiteX3988" fmla="*/ 793011 w 4641785"/>
              <a:gd name="connsiteY3988" fmla="*/ 3057158 h 5274332"/>
              <a:gd name="connsiteX3989" fmla="*/ 793011 w 4641785"/>
              <a:gd name="connsiteY3989" fmla="*/ 3057157 h 5274332"/>
              <a:gd name="connsiteX3990" fmla="*/ 787894 w 4641785"/>
              <a:gd name="connsiteY3990" fmla="*/ 3052506 h 5274332"/>
              <a:gd name="connsiteX3991" fmla="*/ 786499 w 4641785"/>
              <a:gd name="connsiteY3991" fmla="*/ 3053902 h 5274332"/>
              <a:gd name="connsiteX3992" fmla="*/ 782779 w 4641785"/>
              <a:gd name="connsiteY3992" fmla="*/ 3054832 h 5274332"/>
              <a:gd name="connsiteX3993" fmla="*/ 782778 w 4641785"/>
              <a:gd name="connsiteY3993" fmla="*/ 3054833 h 5274332"/>
              <a:gd name="connsiteX3994" fmla="*/ 786500 w 4641785"/>
              <a:gd name="connsiteY3994" fmla="*/ 3053903 h 5274332"/>
              <a:gd name="connsiteX3995" fmla="*/ 787895 w 4641785"/>
              <a:gd name="connsiteY3995" fmla="*/ 3052507 h 5274332"/>
              <a:gd name="connsiteX3996" fmla="*/ 792545 w 4641785"/>
              <a:gd name="connsiteY3996" fmla="*/ 3053438 h 5274332"/>
              <a:gd name="connsiteX3997" fmla="*/ 792545 w 4641785"/>
              <a:gd name="connsiteY3997" fmla="*/ 3053437 h 5274332"/>
              <a:gd name="connsiteX3998" fmla="*/ 767429 w 4641785"/>
              <a:gd name="connsiteY3998" fmla="*/ 3052506 h 5274332"/>
              <a:gd name="connsiteX3999" fmla="*/ 767894 w 4641785"/>
              <a:gd name="connsiteY3999" fmla="*/ 3056693 h 5274332"/>
              <a:gd name="connsiteX4000" fmla="*/ 762778 w 4641785"/>
              <a:gd name="connsiteY4000" fmla="*/ 3056693 h 5274332"/>
              <a:gd name="connsiteX4001" fmla="*/ 762313 w 4641785"/>
              <a:gd name="connsiteY4001" fmla="*/ 3059949 h 5274332"/>
              <a:gd name="connsiteX4002" fmla="*/ 760918 w 4641785"/>
              <a:gd name="connsiteY4002" fmla="*/ 3060413 h 5274332"/>
              <a:gd name="connsiteX4003" fmla="*/ 759523 w 4641785"/>
              <a:gd name="connsiteY4003" fmla="*/ 3059949 h 5274332"/>
              <a:gd name="connsiteX4004" fmla="*/ 756267 w 4641785"/>
              <a:gd name="connsiteY4004" fmla="*/ 3056693 h 5274332"/>
              <a:gd name="connsiteX4005" fmla="*/ 754406 w 4641785"/>
              <a:gd name="connsiteY4005" fmla="*/ 3057623 h 5274332"/>
              <a:gd name="connsiteX4006" fmla="*/ 752546 w 4641785"/>
              <a:gd name="connsiteY4006" fmla="*/ 3059018 h 5274332"/>
              <a:gd name="connsiteX4007" fmla="*/ 752081 w 4641785"/>
              <a:gd name="connsiteY4007" fmla="*/ 3059949 h 5274332"/>
              <a:gd name="connsiteX4008" fmla="*/ 752081 w 4641785"/>
              <a:gd name="connsiteY4008" fmla="*/ 3059949 h 5274332"/>
              <a:gd name="connsiteX4009" fmla="*/ 752546 w 4641785"/>
              <a:gd name="connsiteY4009" fmla="*/ 3059019 h 5274332"/>
              <a:gd name="connsiteX4010" fmla="*/ 754406 w 4641785"/>
              <a:gd name="connsiteY4010" fmla="*/ 3057624 h 5274332"/>
              <a:gd name="connsiteX4011" fmla="*/ 756267 w 4641785"/>
              <a:gd name="connsiteY4011" fmla="*/ 3056694 h 5274332"/>
              <a:gd name="connsiteX4012" fmla="*/ 759522 w 4641785"/>
              <a:gd name="connsiteY4012" fmla="*/ 3059950 h 5274332"/>
              <a:gd name="connsiteX4013" fmla="*/ 760918 w 4641785"/>
              <a:gd name="connsiteY4013" fmla="*/ 3060414 h 5274332"/>
              <a:gd name="connsiteX4014" fmla="*/ 762313 w 4641785"/>
              <a:gd name="connsiteY4014" fmla="*/ 3059950 h 5274332"/>
              <a:gd name="connsiteX4015" fmla="*/ 762778 w 4641785"/>
              <a:gd name="connsiteY4015" fmla="*/ 3056694 h 5274332"/>
              <a:gd name="connsiteX4016" fmla="*/ 767895 w 4641785"/>
              <a:gd name="connsiteY4016" fmla="*/ 3056694 h 5274332"/>
              <a:gd name="connsiteX4017" fmla="*/ 767430 w 4641785"/>
              <a:gd name="connsiteY4017" fmla="*/ 3052510 h 5274332"/>
              <a:gd name="connsiteX4018" fmla="*/ 783525 w 4641785"/>
              <a:gd name="connsiteY4018" fmla="*/ 3049448 h 5274332"/>
              <a:gd name="connsiteX4019" fmla="*/ 783708 w 4641785"/>
              <a:gd name="connsiteY4019" fmla="*/ 3050182 h 5274332"/>
              <a:gd name="connsiteX4020" fmla="*/ 783708 w 4641785"/>
              <a:gd name="connsiteY4020" fmla="*/ 3050181 h 5274332"/>
              <a:gd name="connsiteX4021" fmla="*/ 780453 w 4641785"/>
              <a:gd name="connsiteY4021" fmla="*/ 3045530 h 5274332"/>
              <a:gd name="connsiteX4022" fmla="*/ 779987 w 4641785"/>
              <a:gd name="connsiteY4022" fmla="*/ 3049716 h 5274332"/>
              <a:gd name="connsiteX4023" fmla="*/ 778127 w 4641785"/>
              <a:gd name="connsiteY4023" fmla="*/ 3051111 h 5274332"/>
              <a:gd name="connsiteX4024" fmla="*/ 776267 w 4641785"/>
              <a:gd name="connsiteY4024" fmla="*/ 3050647 h 5274332"/>
              <a:gd name="connsiteX4025" fmla="*/ 774872 w 4641785"/>
              <a:gd name="connsiteY4025" fmla="*/ 3051111 h 5274332"/>
              <a:gd name="connsiteX4026" fmla="*/ 773011 w 4641785"/>
              <a:gd name="connsiteY4026" fmla="*/ 3051111 h 5274332"/>
              <a:gd name="connsiteX4027" fmla="*/ 771150 w 4641785"/>
              <a:gd name="connsiteY4027" fmla="*/ 3057157 h 5274332"/>
              <a:gd name="connsiteX4028" fmla="*/ 770220 w 4641785"/>
              <a:gd name="connsiteY4028" fmla="*/ 3057157 h 5274332"/>
              <a:gd name="connsiteX4029" fmla="*/ 768360 w 4641785"/>
              <a:gd name="connsiteY4029" fmla="*/ 3056693 h 5274332"/>
              <a:gd name="connsiteX4030" fmla="*/ 767693 w 4641785"/>
              <a:gd name="connsiteY4030" fmla="*/ 3053692 h 5274332"/>
              <a:gd name="connsiteX4031" fmla="*/ 768359 w 4641785"/>
              <a:gd name="connsiteY4031" fmla="*/ 3056694 h 5274332"/>
              <a:gd name="connsiteX4032" fmla="*/ 770220 w 4641785"/>
              <a:gd name="connsiteY4032" fmla="*/ 3057158 h 5274332"/>
              <a:gd name="connsiteX4033" fmla="*/ 771151 w 4641785"/>
              <a:gd name="connsiteY4033" fmla="*/ 3057158 h 5274332"/>
              <a:gd name="connsiteX4034" fmla="*/ 773011 w 4641785"/>
              <a:gd name="connsiteY4034" fmla="*/ 3051112 h 5274332"/>
              <a:gd name="connsiteX4035" fmla="*/ 774871 w 4641785"/>
              <a:gd name="connsiteY4035" fmla="*/ 3051112 h 5274332"/>
              <a:gd name="connsiteX4036" fmla="*/ 776267 w 4641785"/>
              <a:gd name="connsiteY4036" fmla="*/ 3050647 h 5274332"/>
              <a:gd name="connsiteX4037" fmla="*/ 778127 w 4641785"/>
              <a:gd name="connsiteY4037" fmla="*/ 3051112 h 5274332"/>
              <a:gd name="connsiteX4038" fmla="*/ 779988 w 4641785"/>
              <a:gd name="connsiteY4038" fmla="*/ 3049717 h 5274332"/>
              <a:gd name="connsiteX4039" fmla="*/ 780453 w 4641785"/>
              <a:gd name="connsiteY4039" fmla="*/ 3045531 h 5274332"/>
              <a:gd name="connsiteX4040" fmla="*/ 780918 w 4641785"/>
              <a:gd name="connsiteY4040" fmla="*/ 3045531 h 5274332"/>
              <a:gd name="connsiteX4041" fmla="*/ 781848 w 4641785"/>
              <a:gd name="connsiteY4041" fmla="*/ 3045996 h 5274332"/>
              <a:gd name="connsiteX4042" fmla="*/ 782313 w 4641785"/>
              <a:gd name="connsiteY4042" fmla="*/ 3046461 h 5274332"/>
              <a:gd name="connsiteX4043" fmla="*/ 783068 w 4641785"/>
              <a:gd name="connsiteY4043" fmla="*/ 3047969 h 5274332"/>
              <a:gd name="connsiteX4044" fmla="*/ 782313 w 4641785"/>
              <a:gd name="connsiteY4044" fmla="*/ 3046460 h 5274332"/>
              <a:gd name="connsiteX4045" fmla="*/ 781848 w 4641785"/>
              <a:gd name="connsiteY4045" fmla="*/ 3045995 h 5274332"/>
              <a:gd name="connsiteX4046" fmla="*/ 780918 w 4641785"/>
              <a:gd name="connsiteY4046" fmla="*/ 3045530 h 5274332"/>
              <a:gd name="connsiteX4047" fmla="*/ 830218 w 4641785"/>
              <a:gd name="connsiteY4047" fmla="*/ 3041809 h 5274332"/>
              <a:gd name="connsiteX4048" fmla="*/ 826498 w 4641785"/>
              <a:gd name="connsiteY4048" fmla="*/ 3043204 h 5274332"/>
              <a:gd name="connsiteX4049" fmla="*/ 826498 w 4641785"/>
              <a:gd name="connsiteY4049" fmla="*/ 3043205 h 5274332"/>
              <a:gd name="connsiteX4050" fmla="*/ 830218 w 4641785"/>
              <a:gd name="connsiteY4050" fmla="*/ 3041810 h 5274332"/>
              <a:gd name="connsiteX4051" fmla="*/ 742917 w 4641785"/>
              <a:gd name="connsiteY4051" fmla="*/ 3039270 h 5274332"/>
              <a:gd name="connsiteX4052" fmla="*/ 743709 w 4641785"/>
              <a:gd name="connsiteY4052" fmla="*/ 3039949 h 5274332"/>
              <a:gd name="connsiteX4053" fmla="*/ 744638 w 4641785"/>
              <a:gd name="connsiteY4053" fmla="*/ 3041808 h 5274332"/>
              <a:gd name="connsiteX4054" fmla="*/ 743710 w 4641785"/>
              <a:gd name="connsiteY4054" fmla="*/ 3039950 h 5274332"/>
              <a:gd name="connsiteX4055" fmla="*/ 739058 w 4641785"/>
              <a:gd name="connsiteY4055" fmla="*/ 3035763 h 5274332"/>
              <a:gd name="connsiteX4056" fmla="*/ 739058 w 4641785"/>
              <a:gd name="connsiteY4056" fmla="*/ 3035764 h 5274332"/>
              <a:gd name="connsiteX4057" fmla="*/ 739524 w 4641785"/>
              <a:gd name="connsiteY4057" fmla="*/ 3035764 h 5274332"/>
              <a:gd name="connsiteX4058" fmla="*/ 740454 w 4641785"/>
              <a:gd name="connsiteY4058" fmla="*/ 3036694 h 5274332"/>
              <a:gd name="connsiteX4059" fmla="*/ 743709 w 4641785"/>
              <a:gd name="connsiteY4059" fmla="*/ 3037624 h 5274332"/>
              <a:gd name="connsiteX4060" fmla="*/ 743709 w 4641785"/>
              <a:gd name="connsiteY4060" fmla="*/ 3037623 h 5274332"/>
              <a:gd name="connsiteX4061" fmla="*/ 740453 w 4641785"/>
              <a:gd name="connsiteY4061" fmla="*/ 3036693 h 5274332"/>
              <a:gd name="connsiteX4062" fmla="*/ 739523 w 4641785"/>
              <a:gd name="connsiteY4062" fmla="*/ 3035763 h 5274332"/>
              <a:gd name="connsiteX4063" fmla="*/ 881381 w 4641785"/>
              <a:gd name="connsiteY4063" fmla="*/ 3009252 h 5274332"/>
              <a:gd name="connsiteX4064" fmla="*/ 883240 w 4641785"/>
              <a:gd name="connsiteY4064" fmla="*/ 3010182 h 5274332"/>
              <a:gd name="connsiteX4065" fmla="*/ 883241 w 4641785"/>
              <a:gd name="connsiteY4065" fmla="*/ 3010182 h 5274332"/>
              <a:gd name="connsiteX4066" fmla="*/ 875800 w 4641785"/>
              <a:gd name="connsiteY4066" fmla="*/ 3008321 h 5274332"/>
              <a:gd name="connsiteX4067" fmla="*/ 875799 w 4641785"/>
              <a:gd name="connsiteY4067" fmla="*/ 3008322 h 5274332"/>
              <a:gd name="connsiteX4068" fmla="*/ 880481 w 4641785"/>
              <a:gd name="connsiteY4068" fmla="*/ 3009102 h 5274332"/>
              <a:gd name="connsiteX4069" fmla="*/ 889288 w 4641785"/>
              <a:gd name="connsiteY4069" fmla="*/ 3004135 h 5274332"/>
              <a:gd name="connsiteX4070" fmla="*/ 888027 w 4641785"/>
              <a:gd name="connsiteY4070" fmla="*/ 3005396 h 5274332"/>
              <a:gd name="connsiteX4071" fmla="*/ 889287 w 4641785"/>
              <a:gd name="connsiteY4071" fmla="*/ 3004136 h 5274332"/>
              <a:gd name="connsiteX4072" fmla="*/ 892345 w 4641785"/>
              <a:gd name="connsiteY4072" fmla="*/ 3004572 h 5274332"/>
              <a:gd name="connsiteX4073" fmla="*/ 1967875 w 4641785"/>
              <a:gd name="connsiteY4073" fmla="*/ 3002275 h 5274332"/>
              <a:gd name="connsiteX4074" fmla="*/ 1967875 w 4641785"/>
              <a:gd name="connsiteY4074" fmla="*/ 3002276 h 5274332"/>
              <a:gd name="connsiteX4075" fmla="*/ 1974851 w 4641785"/>
              <a:gd name="connsiteY4075" fmla="*/ 3004136 h 5274332"/>
              <a:gd name="connsiteX4076" fmla="*/ 1973455 w 4641785"/>
              <a:gd name="connsiteY4076" fmla="*/ 3006461 h 5274332"/>
              <a:gd name="connsiteX4077" fmla="*/ 1974385 w 4641785"/>
              <a:gd name="connsiteY4077" fmla="*/ 3010182 h 5274332"/>
              <a:gd name="connsiteX4078" fmla="*/ 1972990 w 4641785"/>
              <a:gd name="connsiteY4078" fmla="*/ 3012042 h 5274332"/>
              <a:gd name="connsiteX4079" fmla="*/ 1972990 w 4641785"/>
              <a:gd name="connsiteY4079" fmla="*/ 3016229 h 5274332"/>
              <a:gd name="connsiteX4080" fmla="*/ 1972060 w 4641785"/>
              <a:gd name="connsiteY4080" fmla="*/ 3027856 h 5274332"/>
              <a:gd name="connsiteX4081" fmla="*/ 1970665 w 4641785"/>
              <a:gd name="connsiteY4081" fmla="*/ 3030647 h 5274332"/>
              <a:gd name="connsiteX4082" fmla="*/ 1972060 w 4641785"/>
              <a:gd name="connsiteY4082" fmla="*/ 3032973 h 5274332"/>
              <a:gd name="connsiteX4083" fmla="*/ 1969734 w 4641785"/>
              <a:gd name="connsiteY4083" fmla="*/ 3036228 h 5274332"/>
              <a:gd name="connsiteX4084" fmla="*/ 1969269 w 4641785"/>
              <a:gd name="connsiteY4084" fmla="*/ 3039949 h 5274332"/>
              <a:gd name="connsiteX4085" fmla="*/ 1971595 w 4641785"/>
              <a:gd name="connsiteY4085" fmla="*/ 3042740 h 5274332"/>
              <a:gd name="connsiteX4086" fmla="*/ 1973920 w 4641785"/>
              <a:gd name="connsiteY4086" fmla="*/ 3051112 h 5274332"/>
              <a:gd name="connsiteX4087" fmla="*/ 1962292 w 4641785"/>
              <a:gd name="connsiteY4087" fmla="*/ 3054368 h 5274332"/>
              <a:gd name="connsiteX4088" fmla="*/ 1957176 w 4641785"/>
              <a:gd name="connsiteY4088" fmla="*/ 3060879 h 5274332"/>
              <a:gd name="connsiteX4089" fmla="*/ 1957178 w 4641785"/>
              <a:gd name="connsiteY4089" fmla="*/ 3060879 h 5274332"/>
              <a:gd name="connsiteX4090" fmla="*/ 1962294 w 4641785"/>
              <a:gd name="connsiteY4090" fmla="*/ 3054368 h 5274332"/>
              <a:gd name="connsiteX4091" fmla="*/ 1973921 w 4641785"/>
              <a:gd name="connsiteY4091" fmla="*/ 3051112 h 5274332"/>
              <a:gd name="connsiteX4092" fmla="*/ 1971596 w 4641785"/>
              <a:gd name="connsiteY4092" fmla="*/ 3042740 h 5274332"/>
              <a:gd name="connsiteX4093" fmla="*/ 1969270 w 4641785"/>
              <a:gd name="connsiteY4093" fmla="*/ 3039949 h 5274332"/>
              <a:gd name="connsiteX4094" fmla="*/ 1969736 w 4641785"/>
              <a:gd name="connsiteY4094" fmla="*/ 3036228 h 5274332"/>
              <a:gd name="connsiteX4095" fmla="*/ 1972061 w 4641785"/>
              <a:gd name="connsiteY4095" fmla="*/ 3032973 h 5274332"/>
              <a:gd name="connsiteX4096" fmla="*/ 1970666 w 4641785"/>
              <a:gd name="connsiteY4096" fmla="*/ 3030647 h 5274332"/>
              <a:gd name="connsiteX4097" fmla="*/ 1972061 w 4641785"/>
              <a:gd name="connsiteY4097" fmla="*/ 3027856 h 5274332"/>
              <a:gd name="connsiteX4098" fmla="*/ 1972992 w 4641785"/>
              <a:gd name="connsiteY4098" fmla="*/ 3016229 h 5274332"/>
              <a:gd name="connsiteX4099" fmla="*/ 1972992 w 4641785"/>
              <a:gd name="connsiteY4099" fmla="*/ 3012042 h 5274332"/>
              <a:gd name="connsiteX4100" fmla="*/ 1974387 w 4641785"/>
              <a:gd name="connsiteY4100" fmla="*/ 3010182 h 5274332"/>
              <a:gd name="connsiteX4101" fmla="*/ 1973456 w 4641785"/>
              <a:gd name="connsiteY4101" fmla="*/ 3006461 h 5274332"/>
              <a:gd name="connsiteX4102" fmla="*/ 1974852 w 4641785"/>
              <a:gd name="connsiteY4102" fmla="*/ 3004136 h 5274332"/>
              <a:gd name="connsiteX4103" fmla="*/ 858956 w 4641785"/>
              <a:gd name="connsiteY4103" fmla="*/ 2997688 h 5274332"/>
              <a:gd name="connsiteX4104" fmla="*/ 863241 w 4641785"/>
              <a:gd name="connsiteY4104" fmla="*/ 3000415 h 5274332"/>
              <a:gd name="connsiteX4105" fmla="*/ 865566 w 4641785"/>
              <a:gd name="connsiteY4105" fmla="*/ 3008322 h 5274332"/>
              <a:gd name="connsiteX4106" fmla="*/ 870217 w 4641785"/>
              <a:gd name="connsiteY4106" fmla="*/ 3011112 h 5274332"/>
              <a:gd name="connsiteX4107" fmla="*/ 870218 w 4641785"/>
              <a:gd name="connsiteY4107" fmla="*/ 3011112 h 5274332"/>
              <a:gd name="connsiteX4108" fmla="*/ 865568 w 4641785"/>
              <a:gd name="connsiteY4108" fmla="*/ 3008321 h 5274332"/>
              <a:gd name="connsiteX4109" fmla="*/ 863242 w 4641785"/>
              <a:gd name="connsiteY4109" fmla="*/ 3000414 h 5274332"/>
              <a:gd name="connsiteX4110" fmla="*/ 833940 w 4641785"/>
              <a:gd name="connsiteY4110" fmla="*/ 2993903 h 5274332"/>
              <a:gd name="connsiteX4111" fmla="*/ 828359 w 4641785"/>
              <a:gd name="connsiteY4111" fmla="*/ 2995763 h 5274332"/>
              <a:gd name="connsiteX4112" fmla="*/ 828359 w 4641785"/>
              <a:gd name="connsiteY4112" fmla="*/ 2995764 h 5274332"/>
              <a:gd name="connsiteX4113" fmla="*/ 833939 w 4641785"/>
              <a:gd name="connsiteY4113" fmla="*/ 2993904 h 5274332"/>
              <a:gd name="connsiteX4114" fmla="*/ 848359 w 4641785"/>
              <a:gd name="connsiteY4114" fmla="*/ 2992508 h 5274332"/>
              <a:gd name="connsiteX4115" fmla="*/ 848358 w 4641785"/>
              <a:gd name="connsiteY4115" fmla="*/ 2992509 h 5274332"/>
              <a:gd name="connsiteX4116" fmla="*/ 850683 w 4641785"/>
              <a:gd name="connsiteY4116" fmla="*/ 2992973 h 5274332"/>
              <a:gd name="connsiteX4117" fmla="*/ 853939 w 4641785"/>
              <a:gd name="connsiteY4117" fmla="*/ 2996694 h 5274332"/>
              <a:gd name="connsiteX4118" fmla="*/ 856370 w 4641785"/>
              <a:gd name="connsiteY4118" fmla="*/ 2996964 h 5274332"/>
              <a:gd name="connsiteX4119" fmla="*/ 853940 w 4641785"/>
              <a:gd name="connsiteY4119" fmla="*/ 2996694 h 5274332"/>
              <a:gd name="connsiteX4120" fmla="*/ 850684 w 4641785"/>
              <a:gd name="connsiteY4120" fmla="*/ 2992973 h 5274332"/>
              <a:gd name="connsiteX4121" fmla="*/ 2250763 w 4641785"/>
              <a:gd name="connsiteY4121" fmla="*/ 2992105 h 5274332"/>
              <a:gd name="connsiteX4122" fmla="*/ 2252056 w 4641785"/>
              <a:gd name="connsiteY4122" fmla="*/ 2994369 h 5274332"/>
              <a:gd name="connsiteX4123" fmla="*/ 2252056 w 4641785"/>
              <a:gd name="connsiteY4123" fmla="*/ 2999485 h 5274332"/>
              <a:gd name="connsiteX4124" fmla="*/ 2250196 w 4641785"/>
              <a:gd name="connsiteY4124" fmla="*/ 3004136 h 5274332"/>
              <a:gd name="connsiteX4125" fmla="*/ 2252057 w 4641785"/>
              <a:gd name="connsiteY4125" fmla="*/ 2999485 h 5274332"/>
              <a:gd name="connsiteX4126" fmla="*/ 2252057 w 4641785"/>
              <a:gd name="connsiteY4126" fmla="*/ 2994369 h 5274332"/>
              <a:gd name="connsiteX4127" fmla="*/ 898125 w 4641785"/>
              <a:gd name="connsiteY4127" fmla="*/ 2987392 h 5274332"/>
              <a:gd name="connsiteX4128" fmla="*/ 894869 w 4641785"/>
              <a:gd name="connsiteY4128" fmla="*/ 2988787 h 5274332"/>
              <a:gd name="connsiteX4129" fmla="*/ 894869 w 4641785"/>
              <a:gd name="connsiteY4129" fmla="*/ 2988787 h 5274332"/>
              <a:gd name="connsiteX4130" fmla="*/ 898124 w 4641785"/>
              <a:gd name="connsiteY4130" fmla="*/ 2987392 h 5274332"/>
              <a:gd name="connsiteX4131" fmla="*/ 901380 w 4641785"/>
              <a:gd name="connsiteY4131" fmla="*/ 2988787 h 5274332"/>
              <a:gd name="connsiteX4132" fmla="*/ 901380 w 4641785"/>
              <a:gd name="connsiteY4132" fmla="*/ 2988787 h 5274332"/>
              <a:gd name="connsiteX4133" fmla="*/ 840917 w 4641785"/>
              <a:gd name="connsiteY4133" fmla="*/ 2984601 h 5274332"/>
              <a:gd name="connsiteX4134" fmla="*/ 837196 w 4641785"/>
              <a:gd name="connsiteY4134" fmla="*/ 2985066 h 5274332"/>
              <a:gd name="connsiteX4135" fmla="*/ 837196 w 4641785"/>
              <a:gd name="connsiteY4135" fmla="*/ 2985066 h 5274332"/>
              <a:gd name="connsiteX4136" fmla="*/ 840916 w 4641785"/>
              <a:gd name="connsiteY4136" fmla="*/ 2984602 h 5274332"/>
              <a:gd name="connsiteX4137" fmla="*/ 843242 w 4641785"/>
              <a:gd name="connsiteY4137" fmla="*/ 2990183 h 5274332"/>
              <a:gd name="connsiteX4138" fmla="*/ 841846 w 4641785"/>
              <a:gd name="connsiteY4138" fmla="*/ 2992043 h 5274332"/>
              <a:gd name="connsiteX4139" fmla="*/ 843242 w 4641785"/>
              <a:gd name="connsiteY4139" fmla="*/ 2995764 h 5274332"/>
              <a:gd name="connsiteX4140" fmla="*/ 845497 w 4641785"/>
              <a:gd name="connsiteY4140" fmla="*/ 2994329 h 5274332"/>
              <a:gd name="connsiteX4141" fmla="*/ 843242 w 4641785"/>
              <a:gd name="connsiteY4141" fmla="*/ 2995763 h 5274332"/>
              <a:gd name="connsiteX4142" fmla="*/ 841847 w 4641785"/>
              <a:gd name="connsiteY4142" fmla="*/ 2992043 h 5274332"/>
              <a:gd name="connsiteX4143" fmla="*/ 843242 w 4641785"/>
              <a:gd name="connsiteY4143" fmla="*/ 2990182 h 5274332"/>
              <a:gd name="connsiteX4144" fmla="*/ 438597 w 4641785"/>
              <a:gd name="connsiteY4144" fmla="*/ 2981811 h 5274332"/>
              <a:gd name="connsiteX4145" fmla="*/ 440457 w 4641785"/>
              <a:gd name="connsiteY4145" fmla="*/ 2982741 h 5274332"/>
              <a:gd name="connsiteX4146" fmla="*/ 446039 w 4641785"/>
              <a:gd name="connsiteY4146" fmla="*/ 2985067 h 5274332"/>
              <a:gd name="connsiteX4147" fmla="*/ 443249 w 4641785"/>
              <a:gd name="connsiteY4147" fmla="*/ 2986928 h 5274332"/>
              <a:gd name="connsiteX4148" fmla="*/ 433481 w 4641785"/>
              <a:gd name="connsiteY4148" fmla="*/ 2985997 h 5274332"/>
              <a:gd name="connsiteX4149" fmla="*/ 429295 w 4641785"/>
              <a:gd name="connsiteY4149" fmla="*/ 2986462 h 5274332"/>
              <a:gd name="connsiteX4150" fmla="*/ 431620 w 4641785"/>
              <a:gd name="connsiteY4150" fmla="*/ 2983207 h 5274332"/>
              <a:gd name="connsiteX4151" fmla="*/ 435342 w 4641785"/>
              <a:gd name="connsiteY4151" fmla="*/ 2982277 h 5274332"/>
              <a:gd name="connsiteX4152" fmla="*/ 915333 w 4641785"/>
              <a:gd name="connsiteY4152" fmla="*/ 2980415 h 5274332"/>
              <a:gd name="connsiteX4153" fmla="*/ 910683 w 4641785"/>
              <a:gd name="connsiteY4153" fmla="*/ 2983670 h 5274332"/>
              <a:gd name="connsiteX4154" fmla="*/ 905566 w 4641785"/>
              <a:gd name="connsiteY4154" fmla="*/ 2982275 h 5274332"/>
              <a:gd name="connsiteX4155" fmla="*/ 905566 w 4641785"/>
              <a:gd name="connsiteY4155" fmla="*/ 2982276 h 5274332"/>
              <a:gd name="connsiteX4156" fmla="*/ 910682 w 4641785"/>
              <a:gd name="connsiteY4156" fmla="*/ 2983671 h 5274332"/>
              <a:gd name="connsiteX4157" fmla="*/ 2964138 w 4641785"/>
              <a:gd name="connsiteY4157" fmla="*/ 2975300 h 5274332"/>
              <a:gd name="connsiteX4158" fmla="*/ 2967394 w 4641785"/>
              <a:gd name="connsiteY4158" fmla="*/ 2975764 h 5274332"/>
              <a:gd name="connsiteX4159" fmla="*/ 2970649 w 4641785"/>
              <a:gd name="connsiteY4159" fmla="*/ 2976230 h 5274332"/>
              <a:gd name="connsiteX4160" fmla="*/ 2982277 w 4641785"/>
              <a:gd name="connsiteY4160" fmla="*/ 2976230 h 5274332"/>
              <a:gd name="connsiteX4161" fmla="*/ 2986463 w 4641785"/>
              <a:gd name="connsiteY4161" fmla="*/ 2975764 h 5274332"/>
              <a:gd name="connsiteX4162" fmla="*/ 2989254 w 4641785"/>
              <a:gd name="connsiteY4162" fmla="*/ 2980415 h 5274332"/>
              <a:gd name="connsiteX4163" fmla="*/ 2988323 w 4641785"/>
              <a:gd name="connsiteY4163" fmla="*/ 2985066 h 5274332"/>
              <a:gd name="connsiteX4164" fmla="*/ 2977626 w 4641785"/>
              <a:gd name="connsiteY4164" fmla="*/ 2985066 h 5274332"/>
              <a:gd name="connsiteX4165" fmla="*/ 2971114 w 4641785"/>
              <a:gd name="connsiteY4165" fmla="*/ 2988322 h 5274332"/>
              <a:gd name="connsiteX4166" fmla="*/ 2964603 w 4641785"/>
              <a:gd name="connsiteY4166" fmla="*/ 2995299 h 5274332"/>
              <a:gd name="connsiteX4167" fmla="*/ 2962742 w 4641785"/>
              <a:gd name="connsiteY4167" fmla="*/ 2995299 h 5274332"/>
              <a:gd name="connsiteX4168" fmla="*/ 2960882 w 4641785"/>
              <a:gd name="connsiteY4168" fmla="*/ 2992043 h 5274332"/>
              <a:gd name="connsiteX4169" fmla="*/ 2956696 w 4641785"/>
              <a:gd name="connsiteY4169" fmla="*/ 2991578 h 5274332"/>
              <a:gd name="connsiteX4170" fmla="*/ 2959952 w 4641785"/>
              <a:gd name="connsiteY4170" fmla="*/ 2996695 h 5274332"/>
              <a:gd name="connsiteX4171" fmla="*/ 2953905 w 4641785"/>
              <a:gd name="connsiteY4171" fmla="*/ 2997160 h 5274332"/>
              <a:gd name="connsiteX4172" fmla="*/ 2952510 w 4641785"/>
              <a:gd name="connsiteY4172" fmla="*/ 2996229 h 5274332"/>
              <a:gd name="connsiteX4173" fmla="*/ 2956696 w 4641785"/>
              <a:gd name="connsiteY4173" fmla="*/ 2990648 h 5274332"/>
              <a:gd name="connsiteX4174" fmla="*/ 2957161 w 4641785"/>
              <a:gd name="connsiteY4174" fmla="*/ 2986927 h 5274332"/>
              <a:gd name="connsiteX4175" fmla="*/ 2959021 w 4641785"/>
              <a:gd name="connsiteY4175" fmla="*/ 2984602 h 5274332"/>
              <a:gd name="connsiteX4176" fmla="*/ 2960882 w 4641785"/>
              <a:gd name="connsiteY4176" fmla="*/ 2977625 h 5274332"/>
              <a:gd name="connsiteX4177" fmla="*/ 395606 w 4641785"/>
              <a:gd name="connsiteY4177" fmla="*/ 2974550 h 5274332"/>
              <a:gd name="connsiteX4178" fmla="*/ 394877 w 4641785"/>
              <a:gd name="connsiteY4178" fmla="*/ 2975764 h 5274332"/>
              <a:gd name="connsiteX4179" fmla="*/ 394877 w 4641785"/>
              <a:gd name="connsiteY4179" fmla="*/ 2975764 h 5274332"/>
              <a:gd name="connsiteX4180" fmla="*/ 2969254 w 4641785"/>
              <a:gd name="connsiteY4180" fmla="*/ 2972508 h 5274332"/>
              <a:gd name="connsiteX4181" fmla="*/ 2979021 w 4641785"/>
              <a:gd name="connsiteY4181" fmla="*/ 2974369 h 5274332"/>
              <a:gd name="connsiteX4182" fmla="*/ 2969719 w 4641785"/>
              <a:gd name="connsiteY4182" fmla="*/ 2975300 h 5274332"/>
              <a:gd name="connsiteX4183" fmla="*/ 2263219 w 4641785"/>
              <a:gd name="connsiteY4183" fmla="*/ 2965532 h 5274332"/>
              <a:gd name="connsiteX4184" fmla="*/ 2261630 w 4641785"/>
              <a:gd name="connsiteY4184" fmla="*/ 2965986 h 5274332"/>
              <a:gd name="connsiteX4185" fmla="*/ 2263219 w 4641785"/>
              <a:gd name="connsiteY4185" fmla="*/ 2965532 h 5274332"/>
              <a:gd name="connsiteX4186" fmla="*/ 2266009 w 4641785"/>
              <a:gd name="connsiteY4186" fmla="*/ 2966927 h 5274332"/>
              <a:gd name="connsiteX4187" fmla="*/ 2266009 w 4641785"/>
              <a:gd name="connsiteY4187" fmla="*/ 2966927 h 5274332"/>
              <a:gd name="connsiteX4188" fmla="*/ 2258103 w 4641785"/>
              <a:gd name="connsiteY4188" fmla="*/ 2964602 h 5274332"/>
              <a:gd name="connsiteX4189" fmla="*/ 2259963 w 4641785"/>
              <a:gd name="connsiteY4189" fmla="*/ 2966462 h 5274332"/>
              <a:gd name="connsiteX4190" fmla="*/ 2259963 w 4641785"/>
              <a:gd name="connsiteY4190" fmla="*/ 2966462 h 5274332"/>
              <a:gd name="connsiteX4191" fmla="*/ 421389 w 4641785"/>
              <a:gd name="connsiteY4191" fmla="*/ 2960881 h 5274332"/>
              <a:gd name="connsiteX4192" fmla="*/ 421388 w 4641785"/>
              <a:gd name="connsiteY4192" fmla="*/ 2960881 h 5274332"/>
              <a:gd name="connsiteX4193" fmla="*/ 420923 w 4641785"/>
              <a:gd name="connsiteY4193" fmla="*/ 2964602 h 5274332"/>
              <a:gd name="connsiteX4194" fmla="*/ 422783 w 4641785"/>
              <a:gd name="connsiteY4194" fmla="*/ 2965532 h 5274332"/>
              <a:gd name="connsiteX4195" fmla="*/ 429295 w 4641785"/>
              <a:gd name="connsiteY4195" fmla="*/ 2965067 h 5274332"/>
              <a:gd name="connsiteX4196" fmla="*/ 430225 w 4641785"/>
              <a:gd name="connsiteY4196" fmla="*/ 2967858 h 5274332"/>
              <a:gd name="connsiteX4197" fmla="*/ 429760 w 4641785"/>
              <a:gd name="connsiteY4197" fmla="*/ 2971578 h 5274332"/>
              <a:gd name="connsiteX4198" fmla="*/ 429760 w 4641785"/>
              <a:gd name="connsiteY4198" fmla="*/ 2971578 h 5274332"/>
              <a:gd name="connsiteX4199" fmla="*/ 430226 w 4641785"/>
              <a:gd name="connsiteY4199" fmla="*/ 2967857 h 5274332"/>
              <a:gd name="connsiteX4200" fmla="*/ 429296 w 4641785"/>
              <a:gd name="connsiteY4200" fmla="*/ 2965066 h 5274332"/>
              <a:gd name="connsiteX4201" fmla="*/ 422784 w 4641785"/>
              <a:gd name="connsiteY4201" fmla="*/ 2965531 h 5274332"/>
              <a:gd name="connsiteX4202" fmla="*/ 420923 w 4641785"/>
              <a:gd name="connsiteY4202" fmla="*/ 2964601 h 5274332"/>
              <a:gd name="connsiteX4203" fmla="*/ 2256515 w 4641785"/>
              <a:gd name="connsiteY4203" fmla="*/ 2959577 h 5274332"/>
              <a:gd name="connsiteX4204" fmla="*/ 2257637 w 4641785"/>
              <a:gd name="connsiteY4204" fmla="*/ 2959951 h 5274332"/>
              <a:gd name="connsiteX4205" fmla="*/ 2257637 w 4641785"/>
              <a:gd name="connsiteY4205" fmla="*/ 2959951 h 5274332"/>
              <a:gd name="connsiteX4206" fmla="*/ 2248801 w 4641785"/>
              <a:gd name="connsiteY4206" fmla="*/ 2956695 h 5274332"/>
              <a:gd name="connsiteX4207" fmla="*/ 2252521 w 4641785"/>
              <a:gd name="connsiteY4207" fmla="*/ 2959951 h 5274332"/>
              <a:gd name="connsiteX4208" fmla="*/ 2254847 w 4641785"/>
              <a:gd name="connsiteY4208" fmla="*/ 2959021 h 5274332"/>
              <a:gd name="connsiteX4209" fmla="*/ 2254847 w 4641785"/>
              <a:gd name="connsiteY4209" fmla="*/ 2959020 h 5274332"/>
              <a:gd name="connsiteX4210" fmla="*/ 2252522 w 4641785"/>
              <a:gd name="connsiteY4210" fmla="*/ 2959951 h 5274332"/>
              <a:gd name="connsiteX4211" fmla="*/ 431089 w 4641785"/>
              <a:gd name="connsiteY4211" fmla="*/ 2953440 h 5274332"/>
              <a:gd name="connsiteX4212" fmla="*/ 430690 w 4641785"/>
              <a:gd name="connsiteY4212" fmla="*/ 2956230 h 5274332"/>
              <a:gd name="connsiteX4213" fmla="*/ 430691 w 4641785"/>
              <a:gd name="connsiteY4213" fmla="*/ 2956229 h 5274332"/>
              <a:gd name="connsiteX4214" fmla="*/ 1961363 w 4641785"/>
              <a:gd name="connsiteY4214" fmla="*/ 2948323 h 5274332"/>
              <a:gd name="connsiteX4215" fmla="*/ 1963688 w 4641785"/>
              <a:gd name="connsiteY4215" fmla="*/ 2955764 h 5274332"/>
              <a:gd name="connsiteX4216" fmla="*/ 1963688 w 4641785"/>
              <a:gd name="connsiteY4216" fmla="*/ 2963206 h 5274332"/>
              <a:gd name="connsiteX4217" fmla="*/ 1964618 w 4641785"/>
              <a:gd name="connsiteY4217" fmla="*/ 2967393 h 5274332"/>
              <a:gd name="connsiteX4218" fmla="*/ 1962292 w 4641785"/>
              <a:gd name="connsiteY4218" fmla="*/ 2972044 h 5274332"/>
              <a:gd name="connsiteX4219" fmla="*/ 1962758 w 4641785"/>
              <a:gd name="connsiteY4219" fmla="*/ 2976695 h 5274332"/>
              <a:gd name="connsiteX4220" fmla="*/ 1964153 w 4641785"/>
              <a:gd name="connsiteY4220" fmla="*/ 2979951 h 5274332"/>
              <a:gd name="connsiteX4221" fmla="*/ 1965083 w 4641785"/>
              <a:gd name="connsiteY4221" fmla="*/ 2985532 h 5274332"/>
              <a:gd name="connsiteX4222" fmla="*/ 1967409 w 4641785"/>
              <a:gd name="connsiteY4222" fmla="*/ 2987858 h 5274332"/>
              <a:gd name="connsiteX4223" fmla="*/ 1967873 w 4641785"/>
              <a:gd name="connsiteY4223" fmla="*/ 2991113 h 5274332"/>
              <a:gd name="connsiteX4224" fmla="*/ 1958572 w 4641785"/>
              <a:gd name="connsiteY4224" fmla="*/ 2994368 h 5274332"/>
              <a:gd name="connsiteX4225" fmla="*/ 1953921 w 4641785"/>
              <a:gd name="connsiteY4225" fmla="*/ 2998090 h 5274332"/>
              <a:gd name="connsiteX4226" fmla="*/ 1952525 w 4641785"/>
              <a:gd name="connsiteY4226" fmla="*/ 3001810 h 5274332"/>
              <a:gd name="connsiteX4227" fmla="*/ 1955781 w 4641785"/>
              <a:gd name="connsiteY4227" fmla="*/ 3006927 h 5274332"/>
              <a:gd name="connsiteX4228" fmla="*/ 1958572 w 4641785"/>
              <a:gd name="connsiteY4228" fmla="*/ 3007392 h 5274332"/>
              <a:gd name="connsiteX4229" fmla="*/ 1960060 w 4641785"/>
              <a:gd name="connsiteY4229" fmla="*/ 3006573 h 5274332"/>
              <a:gd name="connsiteX4230" fmla="*/ 1958573 w 4641785"/>
              <a:gd name="connsiteY4230" fmla="*/ 3007391 h 5274332"/>
              <a:gd name="connsiteX4231" fmla="*/ 1955782 w 4641785"/>
              <a:gd name="connsiteY4231" fmla="*/ 3006927 h 5274332"/>
              <a:gd name="connsiteX4232" fmla="*/ 1952527 w 4641785"/>
              <a:gd name="connsiteY4232" fmla="*/ 3001810 h 5274332"/>
              <a:gd name="connsiteX4233" fmla="*/ 1953922 w 4641785"/>
              <a:gd name="connsiteY4233" fmla="*/ 2998090 h 5274332"/>
              <a:gd name="connsiteX4234" fmla="*/ 1958573 w 4641785"/>
              <a:gd name="connsiteY4234" fmla="*/ 2994369 h 5274332"/>
              <a:gd name="connsiteX4235" fmla="*/ 1967875 w 4641785"/>
              <a:gd name="connsiteY4235" fmla="*/ 2991113 h 5274332"/>
              <a:gd name="connsiteX4236" fmla="*/ 1967410 w 4641785"/>
              <a:gd name="connsiteY4236" fmla="*/ 2987857 h 5274332"/>
              <a:gd name="connsiteX4237" fmla="*/ 1965085 w 4641785"/>
              <a:gd name="connsiteY4237" fmla="*/ 2985532 h 5274332"/>
              <a:gd name="connsiteX4238" fmla="*/ 1964154 w 4641785"/>
              <a:gd name="connsiteY4238" fmla="*/ 2979951 h 5274332"/>
              <a:gd name="connsiteX4239" fmla="*/ 1962759 w 4641785"/>
              <a:gd name="connsiteY4239" fmla="*/ 2976695 h 5274332"/>
              <a:gd name="connsiteX4240" fmla="*/ 1962294 w 4641785"/>
              <a:gd name="connsiteY4240" fmla="*/ 2972044 h 5274332"/>
              <a:gd name="connsiteX4241" fmla="*/ 1964619 w 4641785"/>
              <a:gd name="connsiteY4241" fmla="*/ 2967393 h 5274332"/>
              <a:gd name="connsiteX4242" fmla="*/ 1963689 w 4641785"/>
              <a:gd name="connsiteY4242" fmla="*/ 2963206 h 5274332"/>
              <a:gd name="connsiteX4243" fmla="*/ 1963689 w 4641785"/>
              <a:gd name="connsiteY4243" fmla="*/ 2955764 h 5274332"/>
              <a:gd name="connsiteX4244" fmla="*/ 1961363 w 4641785"/>
              <a:gd name="connsiteY4244" fmla="*/ 2948323 h 5274332"/>
              <a:gd name="connsiteX4245" fmla="*/ 422319 w 4641785"/>
              <a:gd name="connsiteY4245" fmla="*/ 2941811 h 5274332"/>
              <a:gd name="connsiteX4246" fmla="*/ 422318 w 4641785"/>
              <a:gd name="connsiteY4246" fmla="*/ 2941812 h 5274332"/>
              <a:gd name="connsiteX4247" fmla="*/ 422318 w 4641785"/>
              <a:gd name="connsiteY4247" fmla="*/ 2941812 h 5274332"/>
              <a:gd name="connsiteX4248" fmla="*/ 422218 w 4641785"/>
              <a:gd name="connsiteY4248" fmla="*/ 2941862 h 5274332"/>
              <a:gd name="connsiteX4249" fmla="*/ 418598 w 4641785"/>
              <a:gd name="connsiteY4249" fmla="*/ 2943672 h 5274332"/>
              <a:gd name="connsiteX4250" fmla="*/ 416272 w 4641785"/>
              <a:gd name="connsiteY4250" fmla="*/ 2942741 h 5274332"/>
              <a:gd name="connsiteX4251" fmla="*/ 413947 w 4641785"/>
              <a:gd name="connsiteY4251" fmla="*/ 2943672 h 5274332"/>
              <a:gd name="connsiteX4252" fmla="*/ 411621 w 4641785"/>
              <a:gd name="connsiteY4252" fmla="*/ 2942276 h 5274332"/>
              <a:gd name="connsiteX4253" fmla="*/ 410765 w 4641785"/>
              <a:gd name="connsiteY4253" fmla="*/ 2943133 h 5274332"/>
              <a:gd name="connsiteX4254" fmla="*/ 411621 w 4641785"/>
              <a:gd name="connsiteY4254" fmla="*/ 2942277 h 5274332"/>
              <a:gd name="connsiteX4255" fmla="*/ 413947 w 4641785"/>
              <a:gd name="connsiteY4255" fmla="*/ 2943672 h 5274332"/>
              <a:gd name="connsiteX4256" fmla="*/ 416272 w 4641785"/>
              <a:gd name="connsiteY4256" fmla="*/ 2942742 h 5274332"/>
              <a:gd name="connsiteX4257" fmla="*/ 418598 w 4641785"/>
              <a:gd name="connsiteY4257" fmla="*/ 2943672 h 5274332"/>
              <a:gd name="connsiteX4258" fmla="*/ 422218 w 4641785"/>
              <a:gd name="connsiteY4258" fmla="*/ 2941862 h 5274332"/>
              <a:gd name="connsiteX4259" fmla="*/ 422318 w 4641785"/>
              <a:gd name="connsiteY4259" fmla="*/ 2941812 h 5274332"/>
              <a:gd name="connsiteX4260" fmla="*/ 422783 w 4641785"/>
              <a:gd name="connsiteY4260" fmla="*/ 2943207 h 5274332"/>
              <a:gd name="connsiteX4261" fmla="*/ 424644 w 4641785"/>
              <a:gd name="connsiteY4261" fmla="*/ 2943207 h 5274332"/>
              <a:gd name="connsiteX4262" fmla="*/ 427435 w 4641785"/>
              <a:gd name="connsiteY4262" fmla="*/ 2944137 h 5274332"/>
              <a:gd name="connsiteX4263" fmla="*/ 429295 w 4641785"/>
              <a:gd name="connsiteY4263" fmla="*/ 2947858 h 5274332"/>
              <a:gd name="connsiteX4264" fmla="*/ 431155 w 4641785"/>
              <a:gd name="connsiteY4264" fmla="*/ 2952975 h 5274332"/>
              <a:gd name="connsiteX4265" fmla="*/ 431155 w 4641785"/>
              <a:gd name="connsiteY4265" fmla="*/ 2952974 h 5274332"/>
              <a:gd name="connsiteX4266" fmla="*/ 429296 w 4641785"/>
              <a:gd name="connsiteY4266" fmla="*/ 2947858 h 5274332"/>
              <a:gd name="connsiteX4267" fmla="*/ 427435 w 4641785"/>
              <a:gd name="connsiteY4267" fmla="*/ 2944136 h 5274332"/>
              <a:gd name="connsiteX4268" fmla="*/ 424645 w 4641785"/>
              <a:gd name="connsiteY4268" fmla="*/ 2943207 h 5274332"/>
              <a:gd name="connsiteX4269" fmla="*/ 422784 w 4641785"/>
              <a:gd name="connsiteY4269" fmla="*/ 2943207 h 5274332"/>
              <a:gd name="connsiteX4270" fmla="*/ 404179 w 4641785"/>
              <a:gd name="connsiteY4270" fmla="*/ 2938555 h 5274332"/>
              <a:gd name="connsiteX4271" fmla="*/ 404180 w 4641785"/>
              <a:gd name="connsiteY4271" fmla="*/ 2938556 h 5274332"/>
              <a:gd name="connsiteX4272" fmla="*/ 405574 w 4641785"/>
              <a:gd name="connsiteY4272" fmla="*/ 2938556 h 5274332"/>
              <a:gd name="connsiteX4273" fmla="*/ 407899 w 4641785"/>
              <a:gd name="connsiteY4273" fmla="*/ 2941346 h 5274332"/>
              <a:gd name="connsiteX4274" fmla="*/ 409760 w 4641785"/>
              <a:gd name="connsiteY4274" fmla="*/ 2943207 h 5274332"/>
              <a:gd name="connsiteX4275" fmla="*/ 410691 w 4641785"/>
              <a:gd name="connsiteY4275" fmla="*/ 2943207 h 5274332"/>
              <a:gd name="connsiteX4276" fmla="*/ 410691 w 4641785"/>
              <a:gd name="connsiteY4276" fmla="*/ 2943207 h 5274332"/>
              <a:gd name="connsiteX4277" fmla="*/ 409761 w 4641785"/>
              <a:gd name="connsiteY4277" fmla="*/ 2943207 h 5274332"/>
              <a:gd name="connsiteX4278" fmla="*/ 407900 w 4641785"/>
              <a:gd name="connsiteY4278" fmla="*/ 2941346 h 5274332"/>
              <a:gd name="connsiteX4279" fmla="*/ 405575 w 4641785"/>
              <a:gd name="connsiteY4279" fmla="*/ 2938555 h 5274332"/>
              <a:gd name="connsiteX4280" fmla="*/ 883242 w 4641785"/>
              <a:gd name="connsiteY4280" fmla="*/ 2929718 h 5274332"/>
              <a:gd name="connsiteX4281" fmla="*/ 883242 w 4641785"/>
              <a:gd name="connsiteY4281" fmla="*/ 2929719 h 5274332"/>
              <a:gd name="connsiteX4282" fmla="*/ 886032 w 4641785"/>
              <a:gd name="connsiteY4282" fmla="*/ 2929719 h 5274332"/>
              <a:gd name="connsiteX4283" fmla="*/ 886031 w 4641785"/>
              <a:gd name="connsiteY4283" fmla="*/ 2929718 h 5274332"/>
              <a:gd name="connsiteX4284" fmla="*/ 2293451 w 4641785"/>
              <a:gd name="connsiteY4284" fmla="*/ 2923672 h 5274332"/>
              <a:gd name="connsiteX4285" fmla="*/ 2290661 w 4641785"/>
              <a:gd name="connsiteY4285" fmla="*/ 2925997 h 5274332"/>
              <a:gd name="connsiteX4286" fmla="*/ 2290661 w 4641785"/>
              <a:gd name="connsiteY4286" fmla="*/ 2925997 h 5274332"/>
              <a:gd name="connsiteX4287" fmla="*/ 876491 w 4641785"/>
              <a:gd name="connsiteY4287" fmla="*/ 2917817 h 5274332"/>
              <a:gd name="connsiteX4288" fmla="*/ 874404 w 4641785"/>
              <a:gd name="connsiteY4288" fmla="*/ 2919485 h 5274332"/>
              <a:gd name="connsiteX4289" fmla="*/ 874405 w 4641785"/>
              <a:gd name="connsiteY4289" fmla="*/ 2919486 h 5274332"/>
              <a:gd name="connsiteX4290" fmla="*/ 1263234 w 4641785"/>
              <a:gd name="connsiteY4290" fmla="*/ 2912976 h 5274332"/>
              <a:gd name="connsiteX4291" fmla="*/ 1262304 w 4641785"/>
              <a:gd name="connsiteY4291" fmla="*/ 2915300 h 5274332"/>
              <a:gd name="connsiteX4292" fmla="*/ 1262305 w 4641785"/>
              <a:gd name="connsiteY4292" fmla="*/ 2915301 h 5274332"/>
              <a:gd name="connsiteX4293" fmla="*/ 1263235 w 4641785"/>
              <a:gd name="connsiteY4293" fmla="*/ 2912976 h 5274332"/>
              <a:gd name="connsiteX4294" fmla="*/ 877660 w 4641785"/>
              <a:gd name="connsiteY4294" fmla="*/ 2911114 h 5274332"/>
              <a:gd name="connsiteX4295" fmla="*/ 881380 w 4641785"/>
              <a:gd name="connsiteY4295" fmla="*/ 2912974 h 5274332"/>
              <a:gd name="connsiteX4296" fmla="*/ 881381 w 4641785"/>
              <a:gd name="connsiteY4296" fmla="*/ 2912974 h 5274332"/>
              <a:gd name="connsiteX4297" fmla="*/ 877661 w 4641785"/>
              <a:gd name="connsiteY4297" fmla="*/ 2911114 h 5274332"/>
              <a:gd name="connsiteX4298" fmla="*/ 872544 w 4641785"/>
              <a:gd name="connsiteY4298" fmla="*/ 2910649 h 5274332"/>
              <a:gd name="connsiteX4299" fmla="*/ 872543 w 4641785"/>
              <a:gd name="connsiteY4299" fmla="*/ 2910649 h 5274332"/>
              <a:gd name="connsiteX4300" fmla="*/ 876752 w 4641785"/>
              <a:gd name="connsiteY4300" fmla="*/ 2911032 h 5274332"/>
              <a:gd name="connsiteX4301" fmla="*/ 2334804 w 4641785"/>
              <a:gd name="connsiteY4301" fmla="*/ 2910565 h 5274332"/>
              <a:gd name="connsiteX4302" fmla="*/ 2333450 w 4641785"/>
              <a:gd name="connsiteY4302" fmla="*/ 2911579 h 5274332"/>
              <a:gd name="connsiteX4303" fmla="*/ 2333451 w 4641785"/>
              <a:gd name="connsiteY4303" fmla="*/ 2911579 h 5274332"/>
              <a:gd name="connsiteX4304" fmla="*/ 713012 w 4641785"/>
              <a:gd name="connsiteY4304" fmla="*/ 2910183 h 5274332"/>
              <a:gd name="connsiteX4305" fmla="*/ 717198 w 4641785"/>
              <a:gd name="connsiteY4305" fmla="*/ 2912044 h 5274332"/>
              <a:gd name="connsiteX4306" fmla="*/ 717198 w 4641785"/>
              <a:gd name="connsiteY4306" fmla="*/ 2913905 h 5274332"/>
              <a:gd name="connsiteX4307" fmla="*/ 714872 w 4641785"/>
              <a:gd name="connsiteY4307" fmla="*/ 2921346 h 5274332"/>
              <a:gd name="connsiteX4308" fmla="*/ 713012 w 4641785"/>
              <a:gd name="connsiteY4308" fmla="*/ 2919020 h 5274332"/>
              <a:gd name="connsiteX4309" fmla="*/ 711151 w 4641785"/>
              <a:gd name="connsiteY4309" fmla="*/ 2911579 h 5274332"/>
              <a:gd name="connsiteX4310" fmla="*/ 2349264 w 4641785"/>
              <a:gd name="connsiteY4310" fmla="*/ 2909719 h 5274332"/>
              <a:gd name="connsiteX4311" fmla="*/ 2346939 w 4641785"/>
              <a:gd name="connsiteY4311" fmla="*/ 2910184 h 5274332"/>
              <a:gd name="connsiteX4312" fmla="*/ 2349264 w 4641785"/>
              <a:gd name="connsiteY4312" fmla="*/ 2909719 h 5274332"/>
              <a:gd name="connsiteX4313" fmla="*/ 2354380 w 4641785"/>
              <a:gd name="connsiteY4313" fmla="*/ 2912045 h 5274332"/>
              <a:gd name="connsiteX4314" fmla="*/ 2359031 w 4641785"/>
              <a:gd name="connsiteY4314" fmla="*/ 2916696 h 5274332"/>
              <a:gd name="connsiteX4315" fmla="*/ 2364147 w 4641785"/>
              <a:gd name="connsiteY4315" fmla="*/ 2918556 h 5274332"/>
              <a:gd name="connsiteX4316" fmla="*/ 2371589 w 4641785"/>
              <a:gd name="connsiteY4316" fmla="*/ 2919486 h 5274332"/>
              <a:gd name="connsiteX4317" fmla="*/ 2364148 w 4641785"/>
              <a:gd name="connsiteY4317" fmla="*/ 2918556 h 5274332"/>
              <a:gd name="connsiteX4318" fmla="*/ 2359032 w 4641785"/>
              <a:gd name="connsiteY4318" fmla="*/ 2916696 h 5274332"/>
              <a:gd name="connsiteX4319" fmla="*/ 2354381 w 4641785"/>
              <a:gd name="connsiteY4319" fmla="*/ 2912045 h 5274332"/>
              <a:gd name="connsiteX4320" fmla="*/ 2308334 w 4641785"/>
              <a:gd name="connsiteY4320" fmla="*/ 2909719 h 5274332"/>
              <a:gd name="connsiteX4321" fmla="*/ 2306182 w 4641785"/>
              <a:gd name="connsiteY4321" fmla="*/ 2910334 h 5274332"/>
              <a:gd name="connsiteX4322" fmla="*/ 2308334 w 4641785"/>
              <a:gd name="connsiteY4322" fmla="*/ 2909719 h 5274332"/>
              <a:gd name="connsiteX4323" fmla="*/ 2314381 w 4641785"/>
              <a:gd name="connsiteY4323" fmla="*/ 2909719 h 5274332"/>
              <a:gd name="connsiteX4324" fmla="*/ 2318101 w 4641785"/>
              <a:gd name="connsiteY4324" fmla="*/ 2912510 h 5274332"/>
              <a:gd name="connsiteX4325" fmla="*/ 2322219 w 4641785"/>
              <a:gd name="connsiteY4325" fmla="*/ 2910039 h 5274332"/>
              <a:gd name="connsiteX4326" fmla="*/ 2318102 w 4641785"/>
              <a:gd name="connsiteY4326" fmla="*/ 2912509 h 5274332"/>
              <a:gd name="connsiteX4327" fmla="*/ 2314381 w 4641785"/>
              <a:gd name="connsiteY4327" fmla="*/ 2909719 h 5274332"/>
              <a:gd name="connsiteX4328" fmla="*/ 2302753 w 4641785"/>
              <a:gd name="connsiteY4328" fmla="*/ 2909719 h 5274332"/>
              <a:gd name="connsiteX4329" fmla="*/ 2294846 w 4641785"/>
              <a:gd name="connsiteY4329" fmla="*/ 2911114 h 5274332"/>
              <a:gd name="connsiteX4330" fmla="*/ 2294709 w 4641785"/>
              <a:gd name="connsiteY4330" fmla="*/ 2911800 h 5274332"/>
              <a:gd name="connsiteX4331" fmla="*/ 2294846 w 4641785"/>
              <a:gd name="connsiteY4331" fmla="*/ 2911115 h 5274332"/>
              <a:gd name="connsiteX4332" fmla="*/ 2302753 w 4641785"/>
              <a:gd name="connsiteY4332" fmla="*/ 2909719 h 5274332"/>
              <a:gd name="connsiteX4333" fmla="*/ 2305079 w 4641785"/>
              <a:gd name="connsiteY4333" fmla="*/ 2910649 h 5274332"/>
              <a:gd name="connsiteX4334" fmla="*/ 2305079 w 4641785"/>
              <a:gd name="connsiteY4334" fmla="*/ 2910649 h 5274332"/>
              <a:gd name="connsiteX4335" fmla="*/ 2324853 w 4641785"/>
              <a:gd name="connsiteY4335" fmla="*/ 2909299 h 5274332"/>
              <a:gd name="connsiteX4336" fmla="*/ 2322753 w 4641785"/>
              <a:gd name="connsiteY4336" fmla="*/ 2909719 h 5274332"/>
              <a:gd name="connsiteX4337" fmla="*/ 2322752 w 4641785"/>
              <a:gd name="connsiteY4337" fmla="*/ 2909719 h 5274332"/>
              <a:gd name="connsiteX4338" fmla="*/ 2337172 w 4641785"/>
              <a:gd name="connsiteY4338" fmla="*/ 2908789 h 5274332"/>
              <a:gd name="connsiteX4339" fmla="*/ 2337171 w 4641785"/>
              <a:gd name="connsiteY4339" fmla="*/ 2908789 h 5274332"/>
              <a:gd name="connsiteX4340" fmla="*/ 2340427 w 4641785"/>
              <a:gd name="connsiteY4340" fmla="*/ 2909719 h 5274332"/>
              <a:gd name="connsiteX4341" fmla="*/ 2343683 w 4641785"/>
              <a:gd name="connsiteY4341" fmla="*/ 2908789 h 5274332"/>
              <a:gd name="connsiteX4342" fmla="*/ 2340427 w 4641785"/>
              <a:gd name="connsiteY4342" fmla="*/ 2909719 h 5274332"/>
              <a:gd name="connsiteX4343" fmla="*/ 2327404 w 4641785"/>
              <a:gd name="connsiteY4343" fmla="*/ 2908789 h 5274332"/>
              <a:gd name="connsiteX4344" fmla="*/ 2327404 w 4641785"/>
              <a:gd name="connsiteY4344" fmla="*/ 2908789 h 5274332"/>
              <a:gd name="connsiteX4345" fmla="*/ 2331252 w 4641785"/>
              <a:gd name="connsiteY4345" fmla="*/ 2910565 h 5274332"/>
              <a:gd name="connsiteX4346" fmla="*/ 882312 w 4641785"/>
              <a:gd name="connsiteY4346" fmla="*/ 2908323 h 5274332"/>
              <a:gd name="connsiteX4347" fmla="*/ 882312 w 4641785"/>
              <a:gd name="connsiteY4347" fmla="*/ 2908324 h 5274332"/>
              <a:gd name="connsiteX4348" fmla="*/ 888357 w 4641785"/>
              <a:gd name="connsiteY4348" fmla="*/ 2908789 h 5274332"/>
              <a:gd name="connsiteX4349" fmla="*/ 888357 w 4641785"/>
              <a:gd name="connsiteY4349" fmla="*/ 2908788 h 5274332"/>
              <a:gd name="connsiteX4350" fmla="*/ 860917 w 4641785"/>
              <a:gd name="connsiteY4350" fmla="*/ 2906463 h 5274332"/>
              <a:gd name="connsiteX4351" fmla="*/ 860915 w 4641785"/>
              <a:gd name="connsiteY4351" fmla="*/ 2906464 h 5274332"/>
              <a:gd name="connsiteX4352" fmla="*/ 862776 w 4641785"/>
              <a:gd name="connsiteY4352" fmla="*/ 2909719 h 5274332"/>
              <a:gd name="connsiteX4353" fmla="*/ 865566 w 4641785"/>
              <a:gd name="connsiteY4353" fmla="*/ 2910649 h 5274332"/>
              <a:gd name="connsiteX4354" fmla="*/ 865566 w 4641785"/>
              <a:gd name="connsiteY4354" fmla="*/ 2914370 h 5274332"/>
              <a:gd name="connsiteX4355" fmla="*/ 865568 w 4641785"/>
              <a:gd name="connsiteY4355" fmla="*/ 2914369 h 5274332"/>
              <a:gd name="connsiteX4356" fmla="*/ 865568 w 4641785"/>
              <a:gd name="connsiteY4356" fmla="*/ 2910649 h 5274332"/>
              <a:gd name="connsiteX4357" fmla="*/ 862777 w 4641785"/>
              <a:gd name="connsiteY4357" fmla="*/ 2909718 h 5274332"/>
              <a:gd name="connsiteX4358" fmla="*/ 890683 w 4641785"/>
              <a:gd name="connsiteY4358" fmla="*/ 2905998 h 5274332"/>
              <a:gd name="connsiteX4359" fmla="*/ 890683 w 4641785"/>
              <a:gd name="connsiteY4359" fmla="*/ 2905998 h 5274332"/>
              <a:gd name="connsiteX4360" fmla="*/ 894868 w 4641785"/>
              <a:gd name="connsiteY4360" fmla="*/ 2907393 h 5274332"/>
              <a:gd name="connsiteX4361" fmla="*/ 894868 w 4641785"/>
              <a:gd name="connsiteY4361" fmla="*/ 2907393 h 5274332"/>
              <a:gd name="connsiteX4362" fmla="*/ 1959037 w 4641785"/>
              <a:gd name="connsiteY4362" fmla="*/ 2902277 h 5274332"/>
              <a:gd name="connsiteX4363" fmla="*/ 1957176 w 4641785"/>
              <a:gd name="connsiteY4363" fmla="*/ 2905533 h 5274332"/>
              <a:gd name="connsiteX4364" fmla="*/ 1951595 w 4641785"/>
              <a:gd name="connsiteY4364" fmla="*/ 2907393 h 5274332"/>
              <a:gd name="connsiteX4365" fmla="*/ 1948804 w 4641785"/>
              <a:gd name="connsiteY4365" fmla="*/ 2907393 h 5274332"/>
              <a:gd name="connsiteX4366" fmla="*/ 1945083 w 4641785"/>
              <a:gd name="connsiteY4366" fmla="*/ 2919952 h 5274332"/>
              <a:gd name="connsiteX4367" fmla="*/ 1947409 w 4641785"/>
              <a:gd name="connsiteY4367" fmla="*/ 2928323 h 5274332"/>
              <a:gd name="connsiteX4368" fmla="*/ 1946944 w 4641785"/>
              <a:gd name="connsiteY4368" fmla="*/ 2931579 h 5274332"/>
              <a:gd name="connsiteX4369" fmla="*/ 1943688 w 4641785"/>
              <a:gd name="connsiteY4369" fmla="*/ 2935299 h 5274332"/>
              <a:gd name="connsiteX4370" fmla="*/ 1945549 w 4641785"/>
              <a:gd name="connsiteY4370" fmla="*/ 2938091 h 5274332"/>
              <a:gd name="connsiteX4371" fmla="*/ 1946014 w 4641785"/>
              <a:gd name="connsiteY4371" fmla="*/ 2941346 h 5274332"/>
              <a:gd name="connsiteX4372" fmla="*/ 1949270 w 4641785"/>
              <a:gd name="connsiteY4372" fmla="*/ 2948788 h 5274332"/>
              <a:gd name="connsiteX4373" fmla="*/ 1949271 w 4641785"/>
              <a:gd name="connsiteY4373" fmla="*/ 2948788 h 5274332"/>
              <a:gd name="connsiteX4374" fmla="*/ 1946015 w 4641785"/>
              <a:gd name="connsiteY4374" fmla="*/ 2941347 h 5274332"/>
              <a:gd name="connsiteX4375" fmla="*/ 1945550 w 4641785"/>
              <a:gd name="connsiteY4375" fmla="*/ 2938091 h 5274332"/>
              <a:gd name="connsiteX4376" fmla="*/ 1943690 w 4641785"/>
              <a:gd name="connsiteY4376" fmla="*/ 2935299 h 5274332"/>
              <a:gd name="connsiteX4377" fmla="*/ 1946945 w 4641785"/>
              <a:gd name="connsiteY4377" fmla="*/ 2931579 h 5274332"/>
              <a:gd name="connsiteX4378" fmla="*/ 1947411 w 4641785"/>
              <a:gd name="connsiteY4378" fmla="*/ 2928323 h 5274332"/>
              <a:gd name="connsiteX4379" fmla="*/ 1945085 w 4641785"/>
              <a:gd name="connsiteY4379" fmla="*/ 2919951 h 5274332"/>
              <a:gd name="connsiteX4380" fmla="*/ 1948806 w 4641785"/>
              <a:gd name="connsiteY4380" fmla="*/ 2907394 h 5274332"/>
              <a:gd name="connsiteX4381" fmla="*/ 1951597 w 4641785"/>
              <a:gd name="connsiteY4381" fmla="*/ 2907394 h 5274332"/>
              <a:gd name="connsiteX4382" fmla="*/ 1957178 w 4641785"/>
              <a:gd name="connsiteY4382" fmla="*/ 2905533 h 5274332"/>
              <a:gd name="connsiteX4383" fmla="*/ 1959038 w 4641785"/>
              <a:gd name="connsiteY4383" fmla="*/ 2902277 h 5274332"/>
              <a:gd name="connsiteX4384" fmla="*/ 1266955 w 4641785"/>
              <a:gd name="connsiteY4384" fmla="*/ 2898557 h 5274332"/>
              <a:gd name="connsiteX4385" fmla="*/ 1267420 w 4641785"/>
              <a:gd name="connsiteY4385" fmla="*/ 2907859 h 5274332"/>
              <a:gd name="connsiteX4386" fmla="*/ 1260909 w 4641785"/>
              <a:gd name="connsiteY4386" fmla="*/ 2906464 h 5274332"/>
              <a:gd name="connsiteX4387" fmla="*/ 1259048 w 4641785"/>
              <a:gd name="connsiteY4387" fmla="*/ 2908789 h 5274332"/>
              <a:gd name="connsiteX4388" fmla="*/ 1259049 w 4641785"/>
              <a:gd name="connsiteY4388" fmla="*/ 2908790 h 5274332"/>
              <a:gd name="connsiteX4389" fmla="*/ 1260909 w 4641785"/>
              <a:gd name="connsiteY4389" fmla="*/ 2906465 h 5274332"/>
              <a:gd name="connsiteX4390" fmla="*/ 1267420 w 4641785"/>
              <a:gd name="connsiteY4390" fmla="*/ 2907860 h 5274332"/>
              <a:gd name="connsiteX4391" fmla="*/ 1266956 w 4641785"/>
              <a:gd name="connsiteY4391" fmla="*/ 2898558 h 5274332"/>
              <a:gd name="connsiteX4392" fmla="*/ 1266025 w 4641785"/>
              <a:gd name="connsiteY4392" fmla="*/ 2892510 h 5274332"/>
              <a:gd name="connsiteX4393" fmla="*/ 1263699 w 4641785"/>
              <a:gd name="connsiteY4393" fmla="*/ 2897161 h 5274332"/>
              <a:gd name="connsiteX4394" fmla="*/ 1263700 w 4641785"/>
              <a:gd name="connsiteY4394" fmla="*/ 2897162 h 5274332"/>
              <a:gd name="connsiteX4395" fmla="*/ 1266025 w 4641785"/>
              <a:gd name="connsiteY4395" fmla="*/ 2892511 h 5274332"/>
              <a:gd name="connsiteX4396" fmla="*/ 2391124 w 4641785"/>
              <a:gd name="connsiteY4396" fmla="*/ 2889719 h 5274332"/>
              <a:gd name="connsiteX4397" fmla="*/ 2388333 w 4641785"/>
              <a:gd name="connsiteY4397" fmla="*/ 2891114 h 5274332"/>
              <a:gd name="connsiteX4398" fmla="*/ 2387403 w 4641785"/>
              <a:gd name="connsiteY4398" fmla="*/ 2892510 h 5274332"/>
              <a:gd name="connsiteX4399" fmla="*/ 2388333 w 4641785"/>
              <a:gd name="connsiteY4399" fmla="*/ 2891114 h 5274332"/>
              <a:gd name="connsiteX4400" fmla="*/ 2391124 w 4641785"/>
              <a:gd name="connsiteY4400" fmla="*/ 2889719 h 5274332"/>
              <a:gd name="connsiteX4401" fmla="*/ 2395309 w 4641785"/>
              <a:gd name="connsiteY4401" fmla="*/ 2891114 h 5274332"/>
              <a:gd name="connsiteX4402" fmla="*/ 2395309 w 4641785"/>
              <a:gd name="connsiteY4402" fmla="*/ 2891114 h 5274332"/>
              <a:gd name="connsiteX4403" fmla="*/ 910501 w 4641785"/>
              <a:gd name="connsiteY4403" fmla="*/ 2889490 h 5274332"/>
              <a:gd name="connsiteX4404" fmla="*/ 906032 w 4641785"/>
              <a:gd name="connsiteY4404" fmla="*/ 2892044 h 5274332"/>
              <a:gd name="connsiteX4405" fmla="*/ 900451 w 4641785"/>
              <a:gd name="connsiteY4405" fmla="*/ 2890649 h 5274332"/>
              <a:gd name="connsiteX4406" fmla="*/ 896265 w 4641785"/>
              <a:gd name="connsiteY4406" fmla="*/ 2891114 h 5274332"/>
              <a:gd name="connsiteX4407" fmla="*/ 896265 w 4641785"/>
              <a:gd name="connsiteY4407" fmla="*/ 2891114 h 5274332"/>
              <a:gd name="connsiteX4408" fmla="*/ 900449 w 4641785"/>
              <a:gd name="connsiteY4408" fmla="*/ 2890650 h 5274332"/>
              <a:gd name="connsiteX4409" fmla="*/ 906031 w 4641785"/>
              <a:gd name="connsiteY4409" fmla="*/ 2892045 h 5274332"/>
              <a:gd name="connsiteX4410" fmla="*/ 1340443 w 4641785"/>
              <a:gd name="connsiteY4410" fmla="*/ 2880417 h 5274332"/>
              <a:gd name="connsiteX4411" fmla="*/ 1340443 w 4641785"/>
              <a:gd name="connsiteY4411" fmla="*/ 2880419 h 5274332"/>
              <a:gd name="connsiteX4412" fmla="*/ 1346023 w 4641785"/>
              <a:gd name="connsiteY4412" fmla="*/ 2888789 h 5274332"/>
              <a:gd name="connsiteX4413" fmla="*/ 1346023 w 4641785"/>
              <a:gd name="connsiteY4413" fmla="*/ 2888789 h 5274332"/>
              <a:gd name="connsiteX4414" fmla="*/ 1980433 w 4641785"/>
              <a:gd name="connsiteY4414" fmla="*/ 2880417 h 5274332"/>
              <a:gd name="connsiteX4415" fmla="*/ 1980433 w 4641785"/>
              <a:gd name="connsiteY4415" fmla="*/ 2880418 h 5274332"/>
              <a:gd name="connsiteX4416" fmla="*/ 1983222 w 4641785"/>
              <a:gd name="connsiteY4416" fmla="*/ 2883673 h 5274332"/>
              <a:gd name="connsiteX4417" fmla="*/ 1983222 w 4641785"/>
              <a:gd name="connsiteY4417" fmla="*/ 2885998 h 5274332"/>
              <a:gd name="connsiteX4418" fmla="*/ 1979967 w 4641785"/>
              <a:gd name="connsiteY4418" fmla="*/ 2887394 h 5274332"/>
              <a:gd name="connsiteX4419" fmla="*/ 1977641 w 4641785"/>
              <a:gd name="connsiteY4419" fmla="*/ 2893440 h 5274332"/>
              <a:gd name="connsiteX4420" fmla="*/ 1972060 w 4641785"/>
              <a:gd name="connsiteY4420" fmla="*/ 2898091 h 5274332"/>
              <a:gd name="connsiteX4421" fmla="*/ 1966944 w 4641785"/>
              <a:gd name="connsiteY4421" fmla="*/ 2899952 h 5274332"/>
              <a:gd name="connsiteX4422" fmla="*/ 1965083 w 4641785"/>
              <a:gd name="connsiteY4422" fmla="*/ 2901812 h 5274332"/>
              <a:gd name="connsiteX4423" fmla="*/ 1965085 w 4641785"/>
              <a:gd name="connsiteY4423" fmla="*/ 2901812 h 5274332"/>
              <a:gd name="connsiteX4424" fmla="*/ 1966945 w 4641785"/>
              <a:gd name="connsiteY4424" fmla="*/ 2899952 h 5274332"/>
              <a:gd name="connsiteX4425" fmla="*/ 1972061 w 4641785"/>
              <a:gd name="connsiteY4425" fmla="*/ 2898091 h 5274332"/>
              <a:gd name="connsiteX4426" fmla="*/ 1977643 w 4641785"/>
              <a:gd name="connsiteY4426" fmla="*/ 2893440 h 5274332"/>
              <a:gd name="connsiteX4427" fmla="*/ 1979968 w 4641785"/>
              <a:gd name="connsiteY4427" fmla="*/ 2887394 h 5274332"/>
              <a:gd name="connsiteX4428" fmla="*/ 1983224 w 4641785"/>
              <a:gd name="connsiteY4428" fmla="*/ 2885999 h 5274332"/>
              <a:gd name="connsiteX4429" fmla="*/ 1983224 w 4641785"/>
              <a:gd name="connsiteY4429" fmla="*/ 2883673 h 5274332"/>
              <a:gd name="connsiteX4430" fmla="*/ 1968339 w 4641785"/>
              <a:gd name="connsiteY4430" fmla="*/ 2878558 h 5274332"/>
              <a:gd name="connsiteX4431" fmla="*/ 1970199 w 4641785"/>
              <a:gd name="connsiteY4431" fmla="*/ 2881347 h 5274332"/>
              <a:gd name="connsiteX4432" fmla="*/ 1970200 w 4641785"/>
              <a:gd name="connsiteY4432" fmla="*/ 2881348 h 5274332"/>
              <a:gd name="connsiteX4433" fmla="*/ 1968340 w 4641785"/>
              <a:gd name="connsiteY4433" fmla="*/ 2878558 h 5274332"/>
              <a:gd name="connsiteX4434" fmla="*/ 1965548 w 4641785"/>
              <a:gd name="connsiteY4434" fmla="*/ 2875767 h 5274332"/>
              <a:gd name="connsiteX4435" fmla="*/ 1965548 w 4641785"/>
              <a:gd name="connsiteY4435" fmla="*/ 2878092 h 5274332"/>
              <a:gd name="connsiteX4436" fmla="*/ 1965549 w 4641785"/>
              <a:gd name="connsiteY4436" fmla="*/ 2878092 h 5274332"/>
              <a:gd name="connsiteX4437" fmla="*/ 1965549 w 4641785"/>
              <a:gd name="connsiteY4437" fmla="*/ 2875767 h 5274332"/>
              <a:gd name="connsiteX4438" fmla="*/ 1257654 w 4641785"/>
              <a:gd name="connsiteY4438" fmla="*/ 2875302 h 5274332"/>
              <a:gd name="connsiteX4439" fmla="*/ 1257654 w 4641785"/>
              <a:gd name="connsiteY4439" fmla="*/ 2875302 h 5274332"/>
              <a:gd name="connsiteX4440" fmla="*/ 1258503 w 4641785"/>
              <a:gd name="connsiteY4440" fmla="*/ 2877744 h 5274332"/>
              <a:gd name="connsiteX4441" fmla="*/ 2395775 w 4641785"/>
              <a:gd name="connsiteY4441" fmla="*/ 2872975 h 5274332"/>
              <a:gd name="connsiteX4442" fmla="*/ 2401821 w 4641785"/>
              <a:gd name="connsiteY4442" fmla="*/ 2874836 h 5274332"/>
              <a:gd name="connsiteX4443" fmla="*/ 2412053 w 4641785"/>
              <a:gd name="connsiteY4443" fmla="*/ 2879022 h 5274332"/>
              <a:gd name="connsiteX4444" fmla="*/ 2412054 w 4641785"/>
              <a:gd name="connsiteY4444" fmla="*/ 2879022 h 5274332"/>
              <a:gd name="connsiteX4445" fmla="*/ 2401822 w 4641785"/>
              <a:gd name="connsiteY4445" fmla="*/ 2874836 h 5274332"/>
              <a:gd name="connsiteX4446" fmla="*/ 1511603 w 4641785"/>
              <a:gd name="connsiteY4446" fmla="*/ 2872512 h 5274332"/>
              <a:gd name="connsiteX4447" fmla="*/ 1511602 w 4641785"/>
              <a:gd name="connsiteY4447" fmla="*/ 2872512 h 5274332"/>
              <a:gd name="connsiteX4448" fmla="*/ 1511602 w 4641785"/>
              <a:gd name="connsiteY4448" fmla="*/ 2875766 h 5274332"/>
              <a:gd name="connsiteX4449" fmla="*/ 1511603 w 4641785"/>
              <a:gd name="connsiteY4449" fmla="*/ 2875765 h 5274332"/>
              <a:gd name="connsiteX4450" fmla="*/ 919985 w 4641785"/>
              <a:gd name="connsiteY4450" fmla="*/ 2869254 h 5274332"/>
              <a:gd name="connsiteX4451" fmla="*/ 919102 w 4641785"/>
              <a:gd name="connsiteY4451" fmla="*/ 2869402 h 5274332"/>
              <a:gd name="connsiteX4452" fmla="*/ 919984 w 4641785"/>
              <a:gd name="connsiteY4452" fmla="*/ 2869255 h 5274332"/>
              <a:gd name="connsiteX4453" fmla="*/ 1129889 w 4641785"/>
              <a:gd name="connsiteY4453" fmla="*/ 2866986 h 5274332"/>
              <a:gd name="connsiteX4454" fmla="*/ 1130213 w 4641785"/>
              <a:gd name="connsiteY4454" fmla="*/ 2869255 h 5274332"/>
              <a:gd name="connsiteX4455" fmla="*/ 1130214 w 4641785"/>
              <a:gd name="connsiteY4455" fmla="*/ 2869255 h 5274332"/>
              <a:gd name="connsiteX4456" fmla="*/ 1475072 w 4641785"/>
              <a:gd name="connsiteY4456" fmla="*/ 2863636 h 5274332"/>
              <a:gd name="connsiteX4457" fmla="*/ 1476254 w 4641785"/>
              <a:gd name="connsiteY4457" fmla="*/ 2865999 h 5274332"/>
              <a:gd name="connsiteX4458" fmla="*/ 1477184 w 4641785"/>
              <a:gd name="connsiteY4458" fmla="*/ 2872510 h 5274332"/>
              <a:gd name="connsiteX4459" fmla="*/ 1477185 w 4641785"/>
              <a:gd name="connsiteY4459" fmla="*/ 2872510 h 5274332"/>
              <a:gd name="connsiteX4460" fmla="*/ 1476255 w 4641785"/>
              <a:gd name="connsiteY4460" fmla="*/ 2866000 h 5274332"/>
              <a:gd name="connsiteX4461" fmla="*/ 938195 w 4641785"/>
              <a:gd name="connsiteY4461" fmla="*/ 2859364 h 5274332"/>
              <a:gd name="connsiteX4462" fmla="*/ 942309 w 4641785"/>
              <a:gd name="connsiteY4462" fmla="*/ 2859952 h 5274332"/>
              <a:gd name="connsiteX4463" fmla="*/ 942310 w 4641785"/>
              <a:gd name="connsiteY4463" fmla="*/ 2859952 h 5274332"/>
              <a:gd name="connsiteX4464" fmla="*/ 1474394 w 4641785"/>
              <a:gd name="connsiteY4464" fmla="*/ 2859023 h 5274332"/>
              <a:gd name="connsiteX4465" fmla="*/ 1474394 w 4641785"/>
              <a:gd name="connsiteY4465" fmla="*/ 2862278 h 5274332"/>
              <a:gd name="connsiteX4466" fmla="*/ 1474394 w 4641785"/>
              <a:gd name="connsiteY4466" fmla="*/ 2862279 h 5274332"/>
              <a:gd name="connsiteX4467" fmla="*/ 1474394 w 4641785"/>
              <a:gd name="connsiteY4467" fmla="*/ 2859024 h 5274332"/>
              <a:gd name="connsiteX4468" fmla="*/ 945566 w 4641785"/>
              <a:gd name="connsiteY4468" fmla="*/ 2858091 h 5274332"/>
              <a:gd name="connsiteX4469" fmla="*/ 944490 w 4641785"/>
              <a:gd name="connsiteY4469" fmla="*/ 2858706 h 5274332"/>
              <a:gd name="connsiteX4470" fmla="*/ 945565 w 4641785"/>
              <a:gd name="connsiteY4470" fmla="*/ 2858092 h 5274332"/>
              <a:gd name="connsiteX4471" fmla="*/ 948821 w 4641785"/>
              <a:gd name="connsiteY4471" fmla="*/ 2859487 h 5274332"/>
              <a:gd name="connsiteX4472" fmla="*/ 948822 w 4641785"/>
              <a:gd name="connsiteY4472" fmla="*/ 2859487 h 5274332"/>
              <a:gd name="connsiteX4473" fmla="*/ 1991365 w 4641785"/>
              <a:gd name="connsiteY4473" fmla="*/ 2857972 h 5274332"/>
              <a:gd name="connsiteX4474" fmla="*/ 1990200 w 4641785"/>
              <a:gd name="connsiteY4474" fmla="*/ 2860883 h 5274332"/>
              <a:gd name="connsiteX4475" fmla="*/ 1986944 w 4641785"/>
              <a:gd name="connsiteY4475" fmla="*/ 2864139 h 5274332"/>
              <a:gd name="connsiteX4476" fmla="*/ 1987409 w 4641785"/>
              <a:gd name="connsiteY4476" fmla="*/ 2865999 h 5274332"/>
              <a:gd name="connsiteX4477" fmla="*/ 1987409 w 4641785"/>
              <a:gd name="connsiteY4477" fmla="*/ 2865999 h 5274332"/>
              <a:gd name="connsiteX4478" fmla="*/ 1986945 w 4641785"/>
              <a:gd name="connsiteY4478" fmla="*/ 2864138 h 5274332"/>
              <a:gd name="connsiteX4479" fmla="*/ 1990201 w 4641785"/>
              <a:gd name="connsiteY4479" fmla="*/ 2860882 h 5274332"/>
              <a:gd name="connsiteX4480" fmla="*/ 1940068 w 4641785"/>
              <a:gd name="connsiteY4480" fmla="*/ 2857960 h 5274332"/>
              <a:gd name="connsiteX4481" fmla="*/ 1941363 w 4641785"/>
              <a:gd name="connsiteY4481" fmla="*/ 2862278 h 5274332"/>
              <a:gd name="connsiteX4482" fmla="*/ 1938107 w 4641785"/>
              <a:gd name="connsiteY4482" fmla="*/ 2867394 h 5274332"/>
              <a:gd name="connsiteX4483" fmla="*/ 1939502 w 4641785"/>
              <a:gd name="connsiteY4483" fmla="*/ 2872045 h 5274332"/>
              <a:gd name="connsiteX4484" fmla="*/ 1938108 w 4641785"/>
              <a:gd name="connsiteY4484" fmla="*/ 2867395 h 5274332"/>
              <a:gd name="connsiteX4485" fmla="*/ 1941364 w 4641785"/>
              <a:gd name="connsiteY4485" fmla="*/ 2862279 h 5274332"/>
              <a:gd name="connsiteX4486" fmla="*/ 952543 w 4641785"/>
              <a:gd name="connsiteY4486" fmla="*/ 2857161 h 5274332"/>
              <a:gd name="connsiteX4487" fmla="*/ 952543 w 4641785"/>
              <a:gd name="connsiteY4487" fmla="*/ 2857162 h 5274332"/>
              <a:gd name="connsiteX4488" fmla="*/ 954786 w 4641785"/>
              <a:gd name="connsiteY4488" fmla="*/ 2857679 h 5274332"/>
              <a:gd name="connsiteX4489" fmla="*/ 972077 w 4641785"/>
              <a:gd name="connsiteY4489" fmla="*/ 2854836 h 5274332"/>
              <a:gd name="connsiteX4490" fmla="*/ 971056 w 4641785"/>
              <a:gd name="connsiteY4490" fmla="*/ 2855006 h 5274332"/>
              <a:gd name="connsiteX4491" fmla="*/ 972077 w 4641785"/>
              <a:gd name="connsiteY4491" fmla="*/ 2854836 h 5274332"/>
              <a:gd name="connsiteX4492" fmla="*/ 933938 w 4641785"/>
              <a:gd name="connsiteY4492" fmla="*/ 2854836 h 5274332"/>
              <a:gd name="connsiteX4493" fmla="*/ 933938 w 4641785"/>
              <a:gd name="connsiteY4493" fmla="*/ 2854836 h 5274332"/>
              <a:gd name="connsiteX4494" fmla="*/ 935798 w 4641785"/>
              <a:gd name="connsiteY4494" fmla="*/ 2859022 h 5274332"/>
              <a:gd name="connsiteX4495" fmla="*/ 935799 w 4641785"/>
              <a:gd name="connsiteY4495" fmla="*/ 2859022 h 5274332"/>
              <a:gd name="connsiteX4496" fmla="*/ 1098113 w 4641785"/>
              <a:gd name="connsiteY4496" fmla="*/ 2854195 h 5274332"/>
              <a:gd name="connsiteX4497" fmla="*/ 1099051 w 4641785"/>
              <a:gd name="connsiteY4497" fmla="*/ 2856697 h 5274332"/>
              <a:gd name="connsiteX4498" fmla="*/ 1099051 w 4641785"/>
              <a:gd name="connsiteY4498" fmla="*/ 2856697 h 5274332"/>
              <a:gd name="connsiteX4499" fmla="*/ 1469277 w 4641785"/>
              <a:gd name="connsiteY4499" fmla="*/ 2853441 h 5274332"/>
              <a:gd name="connsiteX4500" fmla="*/ 1469277 w 4641785"/>
              <a:gd name="connsiteY4500" fmla="*/ 2856231 h 5274332"/>
              <a:gd name="connsiteX4501" fmla="*/ 1469278 w 4641785"/>
              <a:gd name="connsiteY4501" fmla="*/ 2856232 h 5274332"/>
              <a:gd name="connsiteX4502" fmla="*/ 1469278 w 4641785"/>
              <a:gd name="connsiteY4502" fmla="*/ 2853442 h 5274332"/>
              <a:gd name="connsiteX4503" fmla="*/ 1990665 w 4641785"/>
              <a:gd name="connsiteY4503" fmla="*/ 2852046 h 5274332"/>
              <a:gd name="connsiteX4504" fmla="*/ 1990665 w 4641785"/>
              <a:gd name="connsiteY4504" fmla="*/ 2852047 h 5274332"/>
              <a:gd name="connsiteX4505" fmla="*/ 1992061 w 4641785"/>
              <a:gd name="connsiteY4505" fmla="*/ 2856232 h 5274332"/>
              <a:gd name="connsiteX4506" fmla="*/ 1992061 w 4641785"/>
              <a:gd name="connsiteY4506" fmla="*/ 2856231 h 5274332"/>
              <a:gd name="connsiteX4507" fmla="*/ 1934852 w 4641785"/>
              <a:gd name="connsiteY4507" fmla="*/ 2847861 h 5274332"/>
              <a:gd name="connsiteX4508" fmla="*/ 1935781 w 4641785"/>
              <a:gd name="connsiteY4508" fmla="*/ 2852975 h 5274332"/>
              <a:gd name="connsiteX4509" fmla="*/ 1935782 w 4641785"/>
              <a:gd name="connsiteY4509" fmla="*/ 2852976 h 5274332"/>
              <a:gd name="connsiteX4510" fmla="*/ 1361839 w 4641785"/>
              <a:gd name="connsiteY4510" fmla="*/ 2847860 h 5274332"/>
              <a:gd name="connsiteX4511" fmla="*/ 1361838 w 4641785"/>
              <a:gd name="connsiteY4511" fmla="*/ 2847861 h 5274332"/>
              <a:gd name="connsiteX4512" fmla="*/ 1366488 w 4641785"/>
              <a:gd name="connsiteY4512" fmla="*/ 2853441 h 5274332"/>
              <a:gd name="connsiteX4513" fmla="*/ 1366488 w 4641785"/>
              <a:gd name="connsiteY4513" fmla="*/ 2853441 h 5274332"/>
              <a:gd name="connsiteX4514" fmla="*/ 913007 w 4641785"/>
              <a:gd name="connsiteY4514" fmla="*/ 2847859 h 5274332"/>
              <a:gd name="connsiteX4515" fmla="*/ 900916 w 4641785"/>
              <a:gd name="connsiteY4515" fmla="*/ 2852045 h 5274332"/>
              <a:gd name="connsiteX4516" fmla="*/ 900916 w 4641785"/>
              <a:gd name="connsiteY4516" fmla="*/ 2852045 h 5274332"/>
              <a:gd name="connsiteX4517" fmla="*/ 913008 w 4641785"/>
              <a:gd name="connsiteY4517" fmla="*/ 2847860 h 5274332"/>
              <a:gd name="connsiteX4518" fmla="*/ 1705088 w 4641785"/>
              <a:gd name="connsiteY4518" fmla="*/ 2847395 h 5274332"/>
              <a:gd name="connsiteX4519" fmla="*/ 1705088 w 4641785"/>
              <a:gd name="connsiteY4519" fmla="*/ 2847395 h 5274332"/>
              <a:gd name="connsiteX4520" fmla="*/ 1707413 w 4641785"/>
              <a:gd name="connsiteY4520" fmla="*/ 2848326 h 5274332"/>
              <a:gd name="connsiteX4521" fmla="*/ 1707413 w 4641785"/>
              <a:gd name="connsiteY4521" fmla="*/ 2848324 h 5274332"/>
              <a:gd name="connsiteX4522" fmla="*/ 2408798 w 4641785"/>
              <a:gd name="connsiteY4522" fmla="*/ 2845534 h 5274332"/>
              <a:gd name="connsiteX4523" fmla="*/ 2406937 w 4641785"/>
              <a:gd name="connsiteY4523" fmla="*/ 2853905 h 5274332"/>
              <a:gd name="connsiteX4524" fmla="*/ 2408333 w 4641785"/>
              <a:gd name="connsiteY4524" fmla="*/ 2860882 h 5274332"/>
              <a:gd name="connsiteX4525" fmla="*/ 2411589 w 4641785"/>
              <a:gd name="connsiteY4525" fmla="*/ 2862278 h 5274332"/>
              <a:gd name="connsiteX4526" fmla="*/ 2413449 w 4641785"/>
              <a:gd name="connsiteY4526" fmla="*/ 2866929 h 5274332"/>
              <a:gd name="connsiteX4527" fmla="*/ 2411589 w 4641785"/>
              <a:gd name="connsiteY4527" fmla="*/ 2862278 h 5274332"/>
              <a:gd name="connsiteX4528" fmla="*/ 2408333 w 4641785"/>
              <a:gd name="connsiteY4528" fmla="*/ 2860882 h 5274332"/>
              <a:gd name="connsiteX4529" fmla="*/ 2406938 w 4641785"/>
              <a:gd name="connsiteY4529" fmla="*/ 2853905 h 5274332"/>
              <a:gd name="connsiteX4530" fmla="*/ 974712 w 4641785"/>
              <a:gd name="connsiteY4530" fmla="*/ 2844160 h 5274332"/>
              <a:gd name="connsiteX4531" fmla="*/ 976262 w 4641785"/>
              <a:gd name="connsiteY4531" fmla="*/ 2844603 h 5274332"/>
              <a:gd name="connsiteX4532" fmla="*/ 976262 w 4641785"/>
              <a:gd name="connsiteY4532" fmla="*/ 2844603 h 5274332"/>
              <a:gd name="connsiteX4533" fmla="*/ 920449 w 4641785"/>
              <a:gd name="connsiteY4533" fmla="*/ 2844138 h 5274332"/>
              <a:gd name="connsiteX4534" fmla="*/ 919054 w 4641785"/>
              <a:gd name="connsiteY4534" fmla="*/ 2847394 h 5274332"/>
              <a:gd name="connsiteX4535" fmla="*/ 913473 w 4641785"/>
              <a:gd name="connsiteY4535" fmla="*/ 2849720 h 5274332"/>
              <a:gd name="connsiteX4536" fmla="*/ 913473 w 4641785"/>
              <a:gd name="connsiteY4536" fmla="*/ 2849720 h 5274332"/>
              <a:gd name="connsiteX4537" fmla="*/ 919055 w 4641785"/>
              <a:gd name="connsiteY4537" fmla="*/ 2847394 h 5274332"/>
              <a:gd name="connsiteX4538" fmla="*/ 920450 w 4641785"/>
              <a:gd name="connsiteY4538" fmla="*/ 2844139 h 5274332"/>
              <a:gd name="connsiteX4539" fmla="*/ 1365191 w 4641785"/>
              <a:gd name="connsiteY4539" fmla="*/ 2843696 h 5274332"/>
              <a:gd name="connsiteX4540" fmla="*/ 1365559 w 4641785"/>
              <a:gd name="connsiteY4540" fmla="*/ 2845534 h 5274332"/>
              <a:gd name="connsiteX4541" fmla="*/ 1365559 w 4641785"/>
              <a:gd name="connsiteY4541" fmla="*/ 2845534 h 5274332"/>
              <a:gd name="connsiteX4542" fmla="*/ 960914 w 4641785"/>
              <a:gd name="connsiteY4542" fmla="*/ 2842743 h 5274332"/>
              <a:gd name="connsiteX4543" fmla="*/ 955798 w 4641785"/>
              <a:gd name="connsiteY4543" fmla="*/ 2846463 h 5274332"/>
              <a:gd name="connsiteX4544" fmla="*/ 955799 w 4641785"/>
              <a:gd name="connsiteY4544" fmla="*/ 2846464 h 5274332"/>
              <a:gd name="connsiteX4545" fmla="*/ 960914 w 4641785"/>
              <a:gd name="connsiteY4545" fmla="*/ 2842744 h 5274332"/>
              <a:gd name="connsiteX4546" fmla="*/ 926961 w 4641785"/>
              <a:gd name="connsiteY4546" fmla="*/ 2842743 h 5274332"/>
              <a:gd name="connsiteX4547" fmla="*/ 924170 w 4641785"/>
              <a:gd name="connsiteY4547" fmla="*/ 2844603 h 5274332"/>
              <a:gd name="connsiteX4548" fmla="*/ 923006 w 4641785"/>
              <a:gd name="connsiteY4548" fmla="*/ 2844458 h 5274332"/>
              <a:gd name="connsiteX4549" fmla="*/ 924171 w 4641785"/>
              <a:gd name="connsiteY4549" fmla="*/ 2844603 h 5274332"/>
              <a:gd name="connsiteX4550" fmla="*/ 926961 w 4641785"/>
              <a:gd name="connsiteY4550" fmla="*/ 2842744 h 5274332"/>
              <a:gd name="connsiteX4551" fmla="*/ 1989271 w 4641785"/>
              <a:gd name="connsiteY4551" fmla="*/ 2841813 h 5274332"/>
              <a:gd name="connsiteX4552" fmla="*/ 1989270 w 4641785"/>
              <a:gd name="connsiteY4552" fmla="*/ 2841814 h 5274332"/>
              <a:gd name="connsiteX4553" fmla="*/ 1992061 w 4641785"/>
              <a:gd name="connsiteY4553" fmla="*/ 2845070 h 5274332"/>
              <a:gd name="connsiteX4554" fmla="*/ 1992061 w 4641785"/>
              <a:gd name="connsiteY4554" fmla="*/ 2845069 h 5274332"/>
              <a:gd name="connsiteX4555" fmla="*/ 1472533 w 4641785"/>
              <a:gd name="connsiteY4555" fmla="*/ 2841813 h 5274332"/>
              <a:gd name="connsiteX4556" fmla="*/ 1469743 w 4641785"/>
              <a:gd name="connsiteY4556" fmla="*/ 2843673 h 5274332"/>
              <a:gd name="connsiteX4557" fmla="*/ 1466951 w 4641785"/>
              <a:gd name="connsiteY4557" fmla="*/ 2844138 h 5274332"/>
              <a:gd name="connsiteX4558" fmla="*/ 1466487 w 4641785"/>
              <a:gd name="connsiteY4558" fmla="*/ 2848790 h 5274332"/>
              <a:gd name="connsiteX4559" fmla="*/ 1466487 w 4641785"/>
              <a:gd name="connsiteY4559" fmla="*/ 2848791 h 5274332"/>
              <a:gd name="connsiteX4560" fmla="*/ 1466953 w 4641785"/>
              <a:gd name="connsiteY4560" fmla="*/ 2844140 h 5274332"/>
              <a:gd name="connsiteX4561" fmla="*/ 1469743 w 4641785"/>
              <a:gd name="connsiteY4561" fmla="*/ 2843675 h 5274332"/>
              <a:gd name="connsiteX4562" fmla="*/ 1472534 w 4641785"/>
              <a:gd name="connsiteY4562" fmla="*/ 2841814 h 5274332"/>
              <a:gd name="connsiteX4563" fmla="*/ 1479975 w 4641785"/>
              <a:gd name="connsiteY4563" fmla="*/ 2842279 h 5274332"/>
              <a:gd name="connsiteX4564" fmla="*/ 1483697 w 4641785"/>
              <a:gd name="connsiteY4564" fmla="*/ 2844605 h 5274332"/>
              <a:gd name="connsiteX4565" fmla="*/ 1489743 w 4641785"/>
              <a:gd name="connsiteY4565" fmla="*/ 2846465 h 5274332"/>
              <a:gd name="connsiteX4566" fmla="*/ 1493463 w 4641785"/>
              <a:gd name="connsiteY4566" fmla="*/ 2846465 h 5274332"/>
              <a:gd name="connsiteX4567" fmla="*/ 1496255 w 4641785"/>
              <a:gd name="connsiteY4567" fmla="*/ 2844140 h 5274332"/>
              <a:gd name="connsiteX4568" fmla="*/ 1496254 w 4641785"/>
              <a:gd name="connsiteY4568" fmla="*/ 2844139 h 5274332"/>
              <a:gd name="connsiteX4569" fmla="*/ 1493463 w 4641785"/>
              <a:gd name="connsiteY4569" fmla="*/ 2846464 h 5274332"/>
              <a:gd name="connsiteX4570" fmla="*/ 1489742 w 4641785"/>
              <a:gd name="connsiteY4570" fmla="*/ 2846464 h 5274332"/>
              <a:gd name="connsiteX4571" fmla="*/ 1483696 w 4641785"/>
              <a:gd name="connsiteY4571" fmla="*/ 2844603 h 5274332"/>
              <a:gd name="connsiteX4572" fmla="*/ 1479975 w 4641785"/>
              <a:gd name="connsiteY4572" fmla="*/ 2842278 h 5274332"/>
              <a:gd name="connsiteX4573" fmla="*/ 949587 w 4641785"/>
              <a:gd name="connsiteY4573" fmla="*/ 2841522 h 5274332"/>
              <a:gd name="connsiteX4574" fmla="*/ 944635 w 4641785"/>
              <a:gd name="connsiteY4574" fmla="*/ 2841813 h 5274332"/>
              <a:gd name="connsiteX4575" fmla="*/ 939736 w 4641785"/>
              <a:gd name="connsiteY4575" fmla="*/ 2841600 h 5274332"/>
              <a:gd name="connsiteX4576" fmla="*/ 944636 w 4641785"/>
              <a:gd name="connsiteY4576" fmla="*/ 2841813 h 5274332"/>
              <a:gd name="connsiteX4577" fmla="*/ 1847411 w 4641785"/>
              <a:gd name="connsiteY4577" fmla="*/ 2841348 h 5274332"/>
              <a:gd name="connsiteX4578" fmla="*/ 1848078 w 4641785"/>
              <a:gd name="connsiteY4578" fmla="*/ 2843016 h 5274332"/>
              <a:gd name="connsiteX4579" fmla="*/ 1847412 w 4641785"/>
              <a:gd name="connsiteY4579" fmla="*/ 2841349 h 5274332"/>
              <a:gd name="connsiteX4580" fmla="*/ 933938 w 4641785"/>
              <a:gd name="connsiteY4580" fmla="*/ 2841348 h 5274332"/>
              <a:gd name="connsiteX4581" fmla="*/ 930682 w 4641785"/>
              <a:gd name="connsiteY4581" fmla="*/ 2843208 h 5274332"/>
              <a:gd name="connsiteX4582" fmla="*/ 930275 w 4641785"/>
              <a:gd name="connsiteY4582" fmla="*/ 2843157 h 5274332"/>
              <a:gd name="connsiteX4583" fmla="*/ 930683 w 4641785"/>
              <a:gd name="connsiteY4583" fmla="*/ 2843208 h 5274332"/>
              <a:gd name="connsiteX4584" fmla="*/ 1625554 w 4641785"/>
              <a:gd name="connsiteY4584" fmla="*/ 2840419 h 5274332"/>
              <a:gd name="connsiteX4585" fmla="*/ 1625554 w 4641785"/>
              <a:gd name="connsiteY4585" fmla="*/ 2840419 h 5274332"/>
              <a:gd name="connsiteX4586" fmla="*/ 1625882 w 4641785"/>
              <a:gd name="connsiteY4586" fmla="*/ 2841621 h 5274332"/>
              <a:gd name="connsiteX4587" fmla="*/ 1628345 w 4641785"/>
              <a:gd name="connsiteY4587" fmla="*/ 2850650 h 5274332"/>
              <a:gd name="connsiteX4588" fmla="*/ 1628345 w 4641785"/>
              <a:gd name="connsiteY4588" fmla="*/ 2850650 h 5274332"/>
              <a:gd name="connsiteX4589" fmla="*/ 1625882 w 4641785"/>
              <a:gd name="connsiteY4589" fmla="*/ 2841621 h 5274332"/>
              <a:gd name="connsiteX4590" fmla="*/ 1803226 w 4641785"/>
              <a:gd name="connsiteY4590" fmla="*/ 2840419 h 5274332"/>
              <a:gd name="connsiteX4591" fmla="*/ 1802760 w 4641785"/>
              <a:gd name="connsiteY4591" fmla="*/ 2844138 h 5274332"/>
              <a:gd name="connsiteX4592" fmla="*/ 1802761 w 4641785"/>
              <a:gd name="connsiteY4592" fmla="*/ 2844138 h 5274332"/>
              <a:gd name="connsiteX4593" fmla="*/ 1803226 w 4641785"/>
              <a:gd name="connsiteY4593" fmla="*/ 2840419 h 5274332"/>
              <a:gd name="connsiteX4594" fmla="*/ 972541 w 4641785"/>
              <a:gd name="connsiteY4594" fmla="*/ 2840417 h 5274332"/>
              <a:gd name="connsiteX4595" fmla="*/ 969285 w 4641785"/>
              <a:gd name="connsiteY4595" fmla="*/ 2841348 h 5274332"/>
              <a:gd name="connsiteX4596" fmla="*/ 966495 w 4641785"/>
              <a:gd name="connsiteY4596" fmla="*/ 2845533 h 5274332"/>
              <a:gd name="connsiteX4597" fmla="*/ 966496 w 4641785"/>
              <a:gd name="connsiteY4597" fmla="*/ 2845533 h 5274332"/>
              <a:gd name="connsiteX4598" fmla="*/ 969287 w 4641785"/>
              <a:gd name="connsiteY4598" fmla="*/ 2841348 h 5274332"/>
              <a:gd name="connsiteX4599" fmla="*/ 972541 w 4641785"/>
              <a:gd name="connsiteY4599" fmla="*/ 2840418 h 5274332"/>
              <a:gd name="connsiteX4600" fmla="*/ 3225994 w 4641785"/>
              <a:gd name="connsiteY4600" fmla="*/ 2834372 h 5274332"/>
              <a:gd name="connsiteX4601" fmla="*/ 3231110 w 4641785"/>
              <a:gd name="connsiteY4601" fmla="*/ 2837163 h 5274332"/>
              <a:gd name="connsiteX4602" fmla="*/ 3231110 w 4641785"/>
              <a:gd name="connsiteY4602" fmla="*/ 2844139 h 5274332"/>
              <a:gd name="connsiteX4603" fmla="*/ 3227389 w 4641785"/>
              <a:gd name="connsiteY4603" fmla="*/ 2844604 h 5274332"/>
              <a:gd name="connsiteX4604" fmla="*/ 3223204 w 4641785"/>
              <a:gd name="connsiteY4604" fmla="*/ 2842278 h 5274332"/>
              <a:gd name="connsiteX4605" fmla="*/ 3224133 w 4641785"/>
              <a:gd name="connsiteY4605" fmla="*/ 2836232 h 5274332"/>
              <a:gd name="connsiteX4606" fmla="*/ 1625554 w 4641785"/>
              <a:gd name="connsiteY4606" fmla="*/ 2833907 h 5274332"/>
              <a:gd name="connsiteX4607" fmla="*/ 1624158 w 4641785"/>
              <a:gd name="connsiteY4607" fmla="*/ 2838092 h 5274332"/>
              <a:gd name="connsiteX4608" fmla="*/ 1624159 w 4641785"/>
              <a:gd name="connsiteY4608" fmla="*/ 2838093 h 5274332"/>
              <a:gd name="connsiteX4609" fmla="*/ 1625554 w 4641785"/>
              <a:gd name="connsiteY4609" fmla="*/ 2833907 h 5274332"/>
              <a:gd name="connsiteX4610" fmla="*/ 1988805 w 4641785"/>
              <a:gd name="connsiteY4610" fmla="*/ 2833907 h 5274332"/>
              <a:gd name="connsiteX4611" fmla="*/ 1988805 w 4641785"/>
              <a:gd name="connsiteY4611" fmla="*/ 2833907 h 5274332"/>
              <a:gd name="connsiteX4612" fmla="*/ 1988805 w 4641785"/>
              <a:gd name="connsiteY4612" fmla="*/ 2837163 h 5274332"/>
              <a:gd name="connsiteX4613" fmla="*/ 1990665 w 4641785"/>
              <a:gd name="connsiteY4613" fmla="*/ 2839488 h 5274332"/>
              <a:gd name="connsiteX4614" fmla="*/ 1990665 w 4641785"/>
              <a:gd name="connsiteY4614" fmla="*/ 2839488 h 5274332"/>
              <a:gd name="connsiteX4615" fmla="*/ 1988805 w 4641785"/>
              <a:gd name="connsiteY4615" fmla="*/ 2837162 h 5274332"/>
              <a:gd name="connsiteX4616" fmla="*/ 3279481 w 4641785"/>
              <a:gd name="connsiteY4616" fmla="*/ 2833441 h 5274332"/>
              <a:gd name="connsiteX4617" fmla="*/ 3285993 w 4641785"/>
              <a:gd name="connsiteY4617" fmla="*/ 2835767 h 5274332"/>
              <a:gd name="connsiteX4618" fmla="*/ 3288784 w 4641785"/>
              <a:gd name="connsiteY4618" fmla="*/ 2838092 h 5274332"/>
              <a:gd name="connsiteX4619" fmla="*/ 3289714 w 4641785"/>
              <a:gd name="connsiteY4619" fmla="*/ 2842744 h 5274332"/>
              <a:gd name="connsiteX4620" fmla="*/ 3282272 w 4641785"/>
              <a:gd name="connsiteY4620" fmla="*/ 2843209 h 5274332"/>
              <a:gd name="connsiteX4621" fmla="*/ 3279481 w 4641785"/>
              <a:gd name="connsiteY4621" fmla="*/ 2841348 h 5274332"/>
              <a:gd name="connsiteX4622" fmla="*/ 3278552 w 4641785"/>
              <a:gd name="connsiteY4622" fmla="*/ 2838558 h 5274332"/>
              <a:gd name="connsiteX4623" fmla="*/ 1919112 w 4641785"/>
              <a:gd name="connsiteY4623" fmla="*/ 2833075 h 5274332"/>
              <a:gd name="connsiteX4624" fmla="*/ 1923223 w 4641785"/>
              <a:gd name="connsiteY4624" fmla="*/ 2838557 h 5274332"/>
              <a:gd name="connsiteX4625" fmla="*/ 1923224 w 4641785"/>
              <a:gd name="connsiteY4625" fmla="*/ 2838558 h 5274332"/>
              <a:gd name="connsiteX4626" fmla="*/ 2424379 w 4641785"/>
              <a:gd name="connsiteY4626" fmla="*/ 2832511 h 5274332"/>
              <a:gd name="connsiteX4627" fmla="*/ 2426007 w 4641785"/>
              <a:gd name="connsiteY4627" fmla="*/ 2833441 h 5274332"/>
              <a:gd name="connsiteX4628" fmla="*/ 2426007 w 4641785"/>
              <a:gd name="connsiteY4628" fmla="*/ 2833441 h 5274332"/>
              <a:gd name="connsiteX4629" fmla="*/ 1732994 w 4641785"/>
              <a:gd name="connsiteY4629" fmla="*/ 2831117 h 5274332"/>
              <a:gd name="connsiteX4630" fmla="*/ 1733752 w 4641785"/>
              <a:gd name="connsiteY4630" fmla="*/ 2832630 h 5274332"/>
              <a:gd name="connsiteX4631" fmla="*/ 1732995 w 4641785"/>
              <a:gd name="connsiteY4631" fmla="*/ 2831117 h 5274332"/>
              <a:gd name="connsiteX4632" fmla="*/ 1798575 w 4641785"/>
              <a:gd name="connsiteY4632" fmla="*/ 2829720 h 5274332"/>
              <a:gd name="connsiteX4633" fmla="*/ 1796249 w 4641785"/>
              <a:gd name="connsiteY4633" fmla="*/ 2832511 h 5274332"/>
              <a:gd name="connsiteX4634" fmla="*/ 1797644 w 4641785"/>
              <a:gd name="connsiteY4634" fmla="*/ 2836232 h 5274332"/>
              <a:gd name="connsiteX4635" fmla="*/ 1797645 w 4641785"/>
              <a:gd name="connsiteY4635" fmla="*/ 2836232 h 5274332"/>
              <a:gd name="connsiteX4636" fmla="*/ 1796249 w 4641785"/>
              <a:gd name="connsiteY4636" fmla="*/ 2832512 h 5274332"/>
              <a:gd name="connsiteX4637" fmla="*/ 1798575 w 4641785"/>
              <a:gd name="connsiteY4637" fmla="*/ 2829722 h 5274332"/>
              <a:gd name="connsiteX4638" fmla="*/ 2428251 w 4641785"/>
              <a:gd name="connsiteY4638" fmla="*/ 2828872 h 5274332"/>
              <a:gd name="connsiteX4639" fmla="*/ 2427402 w 4641785"/>
              <a:gd name="connsiteY4639" fmla="*/ 2829720 h 5274332"/>
              <a:gd name="connsiteX4640" fmla="*/ 2427402 w 4641785"/>
              <a:gd name="connsiteY4640" fmla="*/ 2829721 h 5274332"/>
              <a:gd name="connsiteX4641" fmla="*/ 3232040 w 4641785"/>
              <a:gd name="connsiteY4641" fmla="*/ 2827860 h 5274332"/>
              <a:gd name="connsiteX4642" fmla="*/ 3235296 w 4641785"/>
              <a:gd name="connsiteY4642" fmla="*/ 2829256 h 5274332"/>
              <a:gd name="connsiteX4643" fmla="*/ 3239482 w 4641785"/>
              <a:gd name="connsiteY4643" fmla="*/ 2832511 h 5274332"/>
              <a:gd name="connsiteX4644" fmla="*/ 3239947 w 4641785"/>
              <a:gd name="connsiteY4644" fmla="*/ 2836232 h 5274332"/>
              <a:gd name="connsiteX4645" fmla="*/ 3238087 w 4641785"/>
              <a:gd name="connsiteY4645" fmla="*/ 2839023 h 5274332"/>
              <a:gd name="connsiteX4646" fmla="*/ 3234366 w 4641785"/>
              <a:gd name="connsiteY4646" fmla="*/ 2840883 h 5274332"/>
              <a:gd name="connsiteX4647" fmla="*/ 3232040 w 4641785"/>
              <a:gd name="connsiteY4647" fmla="*/ 2836232 h 5274332"/>
              <a:gd name="connsiteX4648" fmla="*/ 3227855 w 4641785"/>
              <a:gd name="connsiteY4648" fmla="*/ 2834372 h 5274332"/>
              <a:gd name="connsiteX4649" fmla="*/ 895800 w 4641785"/>
              <a:gd name="connsiteY4649" fmla="*/ 2827860 h 5274332"/>
              <a:gd name="connsiteX4650" fmla="*/ 891614 w 4641785"/>
              <a:gd name="connsiteY4650" fmla="*/ 2828324 h 5274332"/>
              <a:gd name="connsiteX4651" fmla="*/ 891613 w 4641785"/>
              <a:gd name="connsiteY4651" fmla="*/ 2828325 h 5274332"/>
              <a:gd name="connsiteX4652" fmla="*/ 895798 w 4641785"/>
              <a:gd name="connsiteY4652" fmla="*/ 2827860 h 5274332"/>
              <a:gd name="connsiteX4653" fmla="*/ 898589 w 4641785"/>
              <a:gd name="connsiteY4653" fmla="*/ 2828790 h 5274332"/>
              <a:gd name="connsiteX4654" fmla="*/ 898590 w 4641785"/>
              <a:gd name="connsiteY4654" fmla="*/ 2828789 h 5274332"/>
              <a:gd name="connsiteX4655" fmla="*/ 905100 w 4641785"/>
              <a:gd name="connsiteY4655" fmla="*/ 2826929 h 5274332"/>
              <a:gd name="connsiteX4656" fmla="*/ 900916 w 4641785"/>
              <a:gd name="connsiteY4656" fmla="*/ 2827394 h 5274332"/>
              <a:gd name="connsiteX4657" fmla="*/ 900916 w 4641785"/>
              <a:gd name="connsiteY4657" fmla="*/ 2827395 h 5274332"/>
              <a:gd name="connsiteX4658" fmla="*/ 905100 w 4641785"/>
              <a:gd name="connsiteY4658" fmla="*/ 2826929 h 5274332"/>
              <a:gd name="connsiteX4659" fmla="*/ 3303667 w 4641785"/>
              <a:gd name="connsiteY4659" fmla="*/ 2826465 h 5274332"/>
              <a:gd name="connsiteX4660" fmla="*/ 3300411 w 4641785"/>
              <a:gd name="connsiteY4660" fmla="*/ 2826930 h 5274332"/>
              <a:gd name="connsiteX4661" fmla="*/ 3300411 w 4641785"/>
              <a:gd name="connsiteY4661" fmla="*/ 2827395 h 5274332"/>
              <a:gd name="connsiteX4662" fmla="*/ 3303667 w 4641785"/>
              <a:gd name="connsiteY4662" fmla="*/ 2826930 h 5274332"/>
              <a:gd name="connsiteX4663" fmla="*/ 3305062 w 4641785"/>
              <a:gd name="connsiteY4663" fmla="*/ 2829256 h 5274332"/>
              <a:gd name="connsiteX4664" fmla="*/ 3304598 w 4641785"/>
              <a:gd name="connsiteY4664" fmla="*/ 2827395 h 5274332"/>
              <a:gd name="connsiteX4665" fmla="*/ 2422751 w 4641785"/>
              <a:gd name="connsiteY4665" fmla="*/ 2826000 h 5274332"/>
              <a:gd name="connsiteX4666" fmla="*/ 2421706 w 4641785"/>
              <a:gd name="connsiteY4666" fmla="*/ 2826580 h 5274332"/>
              <a:gd name="connsiteX4667" fmla="*/ 2422751 w 4641785"/>
              <a:gd name="connsiteY4667" fmla="*/ 2826000 h 5274332"/>
              <a:gd name="connsiteX4668" fmla="*/ 3269249 w 4641785"/>
              <a:gd name="connsiteY4668" fmla="*/ 2825534 h 5274332"/>
              <a:gd name="connsiteX4669" fmla="*/ 3269714 w 4641785"/>
              <a:gd name="connsiteY4669" fmla="*/ 2831116 h 5274332"/>
              <a:gd name="connsiteX4670" fmla="*/ 3273435 w 4641785"/>
              <a:gd name="connsiteY4670" fmla="*/ 2835767 h 5274332"/>
              <a:gd name="connsiteX4671" fmla="*/ 3272040 w 4641785"/>
              <a:gd name="connsiteY4671" fmla="*/ 2837627 h 5274332"/>
              <a:gd name="connsiteX4672" fmla="*/ 3265993 w 4641785"/>
              <a:gd name="connsiteY4672" fmla="*/ 2838092 h 5274332"/>
              <a:gd name="connsiteX4673" fmla="*/ 3265993 w 4641785"/>
              <a:gd name="connsiteY4673" fmla="*/ 2835767 h 5274332"/>
              <a:gd name="connsiteX4674" fmla="*/ 3266923 w 4641785"/>
              <a:gd name="connsiteY4674" fmla="*/ 2835302 h 5274332"/>
              <a:gd name="connsiteX4675" fmla="*/ 3267389 w 4641785"/>
              <a:gd name="connsiteY4675" fmla="*/ 2834372 h 5274332"/>
              <a:gd name="connsiteX4676" fmla="*/ 3266458 w 4641785"/>
              <a:gd name="connsiteY4676" fmla="*/ 2833441 h 5274332"/>
              <a:gd name="connsiteX4677" fmla="*/ 3264133 w 4641785"/>
              <a:gd name="connsiteY4677" fmla="*/ 2832511 h 5274332"/>
              <a:gd name="connsiteX4678" fmla="*/ 3263202 w 4641785"/>
              <a:gd name="connsiteY4678" fmla="*/ 2829256 h 5274332"/>
              <a:gd name="connsiteX4679" fmla="*/ 3263668 w 4641785"/>
              <a:gd name="connsiteY4679" fmla="*/ 2832511 h 5274332"/>
              <a:gd name="connsiteX4680" fmla="*/ 3266923 w 4641785"/>
              <a:gd name="connsiteY4680" fmla="*/ 2834372 h 5274332"/>
              <a:gd name="connsiteX4681" fmla="*/ 3265528 w 4641785"/>
              <a:gd name="connsiteY4681" fmla="*/ 2836232 h 5274332"/>
              <a:gd name="connsiteX4682" fmla="*/ 3264598 w 4641785"/>
              <a:gd name="connsiteY4682" fmla="*/ 2839023 h 5274332"/>
              <a:gd name="connsiteX4683" fmla="*/ 3260412 w 4641785"/>
              <a:gd name="connsiteY4683" fmla="*/ 2838092 h 5274332"/>
              <a:gd name="connsiteX4684" fmla="*/ 3259482 w 4641785"/>
              <a:gd name="connsiteY4684" fmla="*/ 2836232 h 5274332"/>
              <a:gd name="connsiteX4685" fmla="*/ 3259947 w 4641785"/>
              <a:gd name="connsiteY4685" fmla="*/ 2830186 h 5274332"/>
              <a:gd name="connsiteX4686" fmla="*/ 3262738 w 4641785"/>
              <a:gd name="connsiteY4686" fmla="*/ 2828325 h 5274332"/>
              <a:gd name="connsiteX4687" fmla="*/ 3262738 w 4641785"/>
              <a:gd name="connsiteY4687" fmla="*/ 2828790 h 5274332"/>
              <a:gd name="connsiteX4688" fmla="*/ 3263668 w 4641785"/>
              <a:gd name="connsiteY4688" fmla="*/ 2826930 h 5274332"/>
              <a:gd name="connsiteX4689" fmla="*/ 720453 w 4641785"/>
              <a:gd name="connsiteY4689" fmla="*/ 2823208 h 5274332"/>
              <a:gd name="connsiteX4690" fmla="*/ 724175 w 4641785"/>
              <a:gd name="connsiteY4690" fmla="*/ 2824604 h 5274332"/>
              <a:gd name="connsiteX4691" fmla="*/ 724175 w 4641785"/>
              <a:gd name="connsiteY4691" fmla="*/ 2826464 h 5274332"/>
              <a:gd name="connsiteX4692" fmla="*/ 719988 w 4641785"/>
              <a:gd name="connsiteY4692" fmla="*/ 2826929 h 5274332"/>
              <a:gd name="connsiteX4693" fmla="*/ 1988340 w 4641785"/>
              <a:gd name="connsiteY4693" fmla="*/ 2822279 h 5274332"/>
              <a:gd name="connsiteX4694" fmla="*/ 1988339 w 4641785"/>
              <a:gd name="connsiteY4694" fmla="*/ 2822280 h 5274332"/>
              <a:gd name="connsiteX4695" fmla="*/ 1990200 w 4641785"/>
              <a:gd name="connsiteY4695" fmla="*/ 2826931 h 5274332"/>
              <a:gd name="connsiteX4696" fmla="*/ 1990665 w 4641785"/>
              <a:gd name="connsiteY4696" fmla="*/ 2831581 h 5274332"/>
              <a:gd name="connsiteX4697" fmla="*/ 1990665 w 4641785"/>
              <a:gd name="connsiteY4697" fmla="*/ 2831581 h 5274332"/>
              <a:gd name="connsiteX4698" fmla="*/ 1990201 w 4641785"/>
              <a:gd name="connsiteY4698" fmla="*/ 2826929 h 5274332"/>
              <a:gd name="connsiteX4699" fmla="*/ 1794854 w 4641785"/>
              <a:gd name="connsiteY4699" fmla="*/ 2821814 h 5274332"/>
              <a:gd name="connsiteX4700" fmla="*/ 1797213 w 4641785"/>
              <a:gd name="connsiteY4700" fmla="*/ 2826827 h 5274332"/>
              <a:gd name="connsiteX4701" fmla="*/ 1794854 w 4641785"/>
              <a:gd name="connsiteY4701" fmla="*/ 2821815 h 5274332"/>
              <a:gd name="connsiteX4702" fmla="*/ 2420062 w 4641785"/>
              <a:gd name="connsiteY4702" fmla="*/ 2820822 h 5274332"/>
              <a:gd name="connsiteX4703" fmla="*/ 2419496 w 4641785"/>
              <a:gd name="connsiteY4703" fmla="*/ 2821813 h 5274332"/>
              <a:gd name="connsiteX4704" fmla="*/ 2419496 w 4641785"/>
              <a:gd name="connsiteY4704" fmla="*/ 2821813 h 5274332"/>
              <a:gd name="connsiteX4705" fmla="*/ 1752298 w 4641785"/>
              <a:gd name="connsiteY4705" fmla="*/ 2820731 h 5274332"/>
              <a:gd name="connsiteX4706" fmla="*/ 1753458 w 4641785"/>
              <a:gd name="connsiteY4706" fmla="*/ 2822279 h 5274332"/>
              <a:gd name="connsiteX4707" fmla="*/ 1753459 w 4641785"/>
              <a:gd name="connsiteY4707" fmla="*/ 2822278 h 5274332"/>
              <a:gd name="connsiteX4708" fmla="*/ 1015797 w 4641785"/>
              <a:gd name="connsiteY4708" fmla="*/ 2819954 h 5274332"/>
              <a:gd name="connsiteX4709" fmla="*/ 1016727 w 4641785"/>
              <a:gd name="connsiteY4709" fmla="*/ 2823209 h 5274332"/>
              <a:gd name="connsiteX4710" fmla="*/ 1016727 w 4641785"/>
              <a:gd name="connsiteY4710" fmla="*/ 2823209 h 5274332"/>
              <a:gd name="connsiteX4711" fmla="*/ 3240877 w 4641785"/>
              <a:gd name="connsiteY4711" fmla="*/ 2818558 h 5274332"/>
              <a:gd name="connsiteX4712" fmla="*/ 3243202 w 4641785"/>
              <a:gd name="connsiteY4712" fmla="*/ 2820883 h 5274332"/>
              <a:gd name="connsiteX4713" fmla="*/ 3240412 w 4641785"/>
              <a:gd name="connsiteY4713" fmla="*/ 2824605 h 5274332"/>
              <a:gd name="connsiteX4714" fmla="*/ 3239017 w 4641785"/>
              <a:gd name="connsiteY4714" fmla="*/ 2819953 h 5274332"/>
              <a:gd name="connsiteX4715" fmla="*/ 3238551 w 4641785"/>
              <a:gd name="connsiteY4715" fmla="*/ 2818558 h 5274332"/>
              <a:gd name="connsiteX4716" fmla="*/ 3239947 w 4641785"/>
              <a:gd name="connsiteY4716" fmla="*/ 2824605 h 5274332"/>
              <a:gd name="connsiteX4717" fmla="*/ 3241807 w 4641785"/>
              <a:gd name="connsiteY4717" fmla="*/ 2827395 h 5274332"/>
              <a:gd name="connsiteX4718" fmla="*/ 3240877 w 4641785"/>
              <a:gd name="connsiteY4718" fmla="*/ 2831581 h 5274332"/>
              <a:gd name="connsiteX4719" fmla="*/ 3235296 w 4641785"/>
              <a:gd name="connsiteY4719" fmla="*/ 2828325 h 5274332"/>
              <a:gd name="connsiteX4720" fmla="*/ 3234831 w 4641785"/>
              <a:gd name="connsiteY4720" fmla="*/ 2826465 h 5274332"/>
              <a:gd name="connsiteX4721" fmla="*/ 3237621 w 4641785"/>
              <a:gd name="connsiteY4721" fmla="*/ 2823209 h 5274332"/>
              <a:gd name="connsiteX4722" fmla="*/ 1485556 w 4641785"/>
              <a:gd name="connsiteY4722" fmla="*/ 2817164 h 5274332"/>
              <a:gd name="connsiteX4723" fmla="*/ 1488347 w 4641785"/>
              <a:gd name="connsiteY4723" fmla="*/ 2822744 h 5274332"/>
              <a:gd name="connsiteX4724" fmla="*/ 1490672 w 4641785"/>
              <a:gd name="connsiteY4724" fmla="*/ 2836697 h 5274332"/>
              <a:gd name="connsiteX4725" fmla="*/ 1490207 w 4641785"/>
              <a:gd name="connsiteY4725" fmla="*/ 2840883 h 5274332"/>
              <a:gd name="connsiteX4726" fmla="*/ 1490208 w 4641785"/>
              <a:gd name="connsiteY4726" fmla="*/ 2840883 h 5274332"/>
              <a:gd name="connsiteX4727" fmla="*/ 1490673 w 4641785"/>
              <a:gd name="connsiteY4727" fmla="*/ 2836698 h 5274332"/>
              <a:gd name="connsiteX4728" fmla="*/ 1488348 w 4641785"/>
              <a:gd name="connsiteY4728" fmla="*/ 2822745 h 5274332"/>
              <a:gd name="connsiteX4729" fmla="*/ 1488347 w 4641785"/>
              <a:gd name="connsiteY4729" fmla="*/ 2822744 h 5274332"/>
              <a:gd name="connsiteX4730" fmla="*/ 1488347 w 4641785"/>
              <a:gd name="connsiteY4730" fmla="*/ 2822744 h 5274332"/>
              <a:gd name="connsiteX4731" fmla="*/ 3274830 w 4641785"/>
              <a:gd name="connsiteY4731" fmla="*/ 2816232 h 5274332"/>
              <a:gd name="connsiteX4732" fmla="*/ 3274830 w 4641785"/>
              <a:gd name="connsiteY4732" fmla="*/ 2823674 h 5274332"/>
              <a:gd name="connsiteX4733" fmla="*/ 3273435 w 4641785"/>
              <a:gd name="connsiteY4733" fmla="*/ 2825070 h 5274332"/>
              <a:gd name="connsiteX4734" fmla="*/ 3270179 w 4641785"/>
              <a:gd name="connsiteY4734" fmla="*/ 2823674 h 5274332"/>
              <a:gd name="connsiteX4735" fmla="*/ 3267389 w 4641785"/>
              <a:gd name="connsiteY4735" fmla="*/ 2823674 h 5274332"/>
              <a:gd name="connsiteX4736" fmla="*/ 3265993 w 4641785"/>
              <a:gd name="connsiteY4736" fmla="*/ 2821814 h 5274332"/>
              <a:gd name="connsiteX4737" fmla="*/ 3263202 w 4641785"/>
              <a:gd name="connsiteY4737" fmla="*/ 2820419 h 5274332"/>
              <a:gd name="connsiteX4738" fmla="*/ 3267853 w 4641785"/>
              <a:gd name="connsiteY4738" fmla="*/ 2820419 h 5274332"/>
              <a:gd name="connsiteX4739" fmla="*/ 3267853 w 4641785"/>
              <a:gd name="connsiteY4739" fmla="*/ 2819023 h 5274332"/>
              <a:gd name="connsiteX4740" fmla="*/ 3196227 w 4641785"/>
              <a:gd name="connsiteY4740" fmla="*/ 2816232 h 5274332"/>
              <a:gd name="connsiteX4741" fmla="*/ 3199017 w 4641785"/>
              <a:gd name="connsiteY4741" fmla="*/ 2816232 h 5274332"/>
              <a:gd name="connsiteX4742" fmla="*/ 3202739 w 4641785"/>
              <a:gd name="connsiteY4742" fmla="*/ 2820883 h 5274332"/>
              <a:gd name="connsiteX4743" fmla="*/ 3201809 w 4641785"/>
              <a:gd name="connsiteY4743" fmla="*/ 2824139 h 5274332"/>
              <a:gd name="connsiteX4744" fmla="*/ 3203204 w 4641785"/>
              <a:gd name="connsiteY4744" fmla="*/ 2826000 h 5274332"/>
              <a:gd name="connsiteX4745" fmla="*/ 3200413 w 4641785"/>
              <a:gd name="connsiteY4745" fmla="*/ 2830651 h 5274332"/>
              <a:gd name="connsiteX4746" fmla="*/ 3195761 w 4641785"/>
              <a:gd name="connsiteY4746" fmla="*/ 2832511 h 5274332"/>
              <a:gd name="connsiteX4747" fmla="*/ 3195297 w 4641785"/>
              <a:gd name="connsiteY4747" fmla="*/ 2829256 h 5274332"/>
              <a:gd name="connsiteX4748" fmla="*/ 3197158 w 4641785"/>
              <a:gd name="connsiteY4748" fmla="*/ 2823209 h 5274332"/>
              <a:gd name="connsiteX4749" fmla="*/ 3257621 w 4641785"/>
              <a:gd name="connsiteY4749" fmla="*/ 2815302 h 5274332"/>
              <a:gd name="connsiteX4750" fmla="*/ 3258551 w 4641785"/>
              <a:gd name="connsiteY4750" fmla="*/ 2819488 h 5274332"/>
              <a:gd name="connsiteX4751" fmla="*/ 3264598 w 4641785"/>
              <a:gd name="connsiteY4751" fmla="*/ 2825070 h 5274332"/>
              <a:gd name="connsiteX4752" fmla="*/ 3261807 w 4641785"/>
              <a:gd name="connsiteY4752" fmla="*/ 2827860 h 5274332"/>
              <a:gd name="connsiteX4753" fmla="*/ 3256226 w 4641785"/>
              <a:gd name="connsiteY4753" fmla="*/ 2819953 h 5274332"/>
              <a:gd name="connsiteX4754" fmla="*/ 1429744 w 4641785"/>
              <a:gd name="connsiteY4754" fmla="*/ 2813443 h 5274332"/>
              <a:gd name="connsiteX4755" fmla="*/ 1429743 w 4641785"/>
              <a:gd name="connsiteY4755" fmla="*/ 2813443 h 5274332"/>
              <a:gd name="connsiteX4756" fmla="*/ 1428813 w 4641785"/>
              <a:gd name="connsiteY4756" fmla="*/ 2816697 h 5274332"/>
              <a:gd name="connsiteX4757" fmla="*/ 1428814 w 4641785"/>
              <a:gd name="connsiteY4757" fmla="*/ 2816698 h 5274332"/>
              <a:gd name="connsiteX4758" fmla="*/ 3315295 w 4641785"/>
              <a:gd name="connsiteY4758" fmla="*/ 2813442 h 5274332"/>
              <a:gd name="connsiteX4759" fmla="*/ 3317155 w 4641785"/>
              <a:gd name="connsiteY4759" fmla="*/ 2819023 h 5274332"/>
              <a:gd name="connsiteX4760" fmla="*/ 3320411 w 4641785"/>
              <a:gd name="connsiteY4760" fmla="*/ 2823209 h 5274332"/>
              <a:gd name="connsiteX4761" fmla="*/ 3320411 w 4641785"/>
              <a:gd name="connsiteY4761" fmla="*/ 2828325 h 5274332"/>
              <a:gd name="connsiteX4762" fmla="*/ 3316690 w 4641785"/>
              <a:gd name="connsiteY4762" fmla="*/ 2831116 h 5274332"/>
              <a:gd name="connsiteX4763" fmla="*/ 3313434 w 4641785"/>
              <a:gd name="connsiteY4763" fmla="*/ 2831116 h 5274332"/>
              <a:gd name="connsiteX4764" fmla="*/ 3309713 w 4641785"/>
              <a:gd name="connsiteY4764" fmla="*/ 2826930 h 5274332"/>
              <a:gd name="connsiteX4765" fmla="*/ 3309713 w 4641785"/>
              <a:gd name="connsiteY4765" fmla="*/ 2819488 h 5274332"/>
              <a:gd name="connsiteX4766" fmla="*/ 3308783 w 4641785"/>
              <a:gd name="connsiteY4766" fmla="*/ 2815768 h 5274332"/>
              <a:gd name="connsiteX4767" fmla="*/ 3311574 w 4641785"/>
              <a:gd name="connsiteY4767" fmla="*/ 2813907 h 5274332"/>
              <a:gd name="connsiteX4768" fmla="*/ 3302272 w 4641785"/>
              <a:gd name="connsiteY4768" fmla="*/ 2812976 h 5274332"/>
              <a:gd name="connsiteX4769" fmla="*/ 3304598 w 4641785"/>
              <a:gd name="connsiteY4769" fmla="*/ 2813442 h 5274332"/>
              <a:gd name="connsiteX4770" fmla="*/ 3308783 w 4641785"/>
              <a:gd name="connsiteY4770" fmla="*/ 2817627 h 5274332"/>
              <a:gd name="connsiteX4771" fmla="*/ 3309713 w 4641785"/>
              <a:gd name="connsiteY4771" fmla="*/ 2819488 h 5274332"/>
              <a:gd name="connsiteX4772" fmla="*/ 3308318 w 4641785"/>
              <a:gd name="connsiteY4772" fmla="*/ 2824139 h 5274332"/>
              <a:gd name="connsiteX4773" fmla="*/ 3306923 w 4641785"/>
              <a:gd name="connsiteY4773" fmla="*/ 2825534 h 5274332"/>
              <a:gd name="connsiteX4774" fmla="*/ 3304132 w 4641785"/>
              <a:gd name="connsiteY4774" fmla="*/ 2825534 h 5274332"/>
              <a:gd name="connsiteX4775" fmla="*/ 3305062 w 4641785"/>
              <a:gd name="connsiteY4775" fmla="*/ 2822279 h 5274332"/>
              <a:gd name="connsiteX4776" fmla="*/ 3304598 w 4641785"/>
              <a:gd name="connsiteY4776" fmla="*/ 2817163 h 5274332"/>
              <a:gd name="connsiteX4777" fmla="*/ 3301342 w 4641785"/>
              <a:gd name="connsiteY4777" fmla="*/ 2813907 h 5274332"/>
              <a:gd name="connsiteX4778" fmla="*/ 3061810 w 4641785"/>
              <a:gd name="connsiteY4778" fmla="*/ 2812976 h 5274332"/>
              <a:gd name="connsiteX4779" fmla="*/ 3061810 w 4641785"/>
              <a:gd name="connsiteY4779" fmla="*/ 2813441 h 5274332"/>
              <a:gd name="connsiteX4780" fmla="*/ 3061484 w 4641785"/>
              <a:gd name="connsiteY4780" fmla="*/ 2814095 h 5274332"/>
              <a:gd name="connsiteX4781" fmla="*/ 3061811 w 4641785"/>
              <a:gd name="connsiteY4781" fmla="*/ 2813442 h 5274332"/>
              <a:gd name="connsiteX4782" fmla="*/ 3061811 w 4641785"/>
              <a:gd name="connsiteY4782" fmla="*/ 2812976 h 5274332"/>
              <a:gd name="connsiteX4783" fmla="*/ 3212506 w 4641785"/>
              <a:gd name="connsiteY4783" fmla="*/ 2812046 h 5274332"/>
              <a:gd name="connsiteX4784" fmla="*/ 3214831 w 4641785"/>
              <a:gd name="connsiteY4784" fmla="*/ 2816698 h 5274332"/>
              <a:gd name="connsiteX4785" fmla="*/ 3212506 w 4641785"/>
              <a:gd name="connsiteY4785" fmla="*/ 2819023 h 5274332"/>
              <a:gd name="connsiteX4786" fmla="*/ 3212041 w 4641785"/>
              <a:gd name="connsiteY4786" fmla="*/ 2824139 h 5274332"/>
              <a:gd name="connsiteX4787" fmla="*/ 3215297 w 4641785"/>
              <a:gd name="connsiteY4787" fmla="*/ 2829721 h 5274332"/>
              <a:gd name="connsiteX4788" fmla="*/ 3212506 w 4641785"/>
              <a:gd name="connsiteY4788" fmla="*/ 2831116 h 5274332"/>
              <a:gd name="connsiteX4789" fmla="*/ 3210646 w 4641785"/>
              <a:gd name="connsiteY4789" fmla="*/ 2835302 h 5274332"/>
              <a:gd name="connsiteX4790" fmla="*/ 3208320 w 4641785"/>
              <a:gd name="connsiteY4790" fmla="*/ 2832046 h 5274332"/>
              <a:gd name="connsiteX4791" fmla="*/ 3208320 w 4641785"/>
              <a:gd name="connsiteY4791" fmla="*/ 2826465 h 5274332"/>
              <a:gd name="connsiteX4792" fmla="*/ 3207390 w 4641785"/>
              <a:gd name="connsiteY4792" fmla="*/ 2820419 h 5274332"/>
              <a:gd name="connsiteX4793" fmla="*/ 3210180 w 4641785"/>
              <a:gd name="connsiteY4793" fmla="*/ 2817627 h 5274332"/>
              <a:gd name="connsiteX4794" fmla="*/ 1991939 w 4641785"/>
              <a:gd name="connsiteY4794" fmla="*/ 2811429 h 5274332"/>
              <a:gd name="connsiteX4795" fmla="*/ 1991595 w 4641785"/>
              <a:gd name="connsiteY4795" fmla="*/ 2812047 h 5274332"/>
              <a:gd name="connsiteX4796" fmla="*/ 1991130 w 4641785"/>
              <a:gd name="connsiteY4796" fmla="*/ 2818559 h 5274332"/>
              <a:gd name="connsiteX4797" fmla="*/ 1990084 w 4641785"/>
              <a:gd name="connsiteY4797" fmla="*/ 2819953 h 5274332"/>
              <a:gd name="connsiteX4798" fmla="*/ 1991131 w 4641785"/>
              <a:gd name="connsiteY4798" fmla="*/ 2818558 h 5274332"/>
              <a:gd name="connsiteX4799" fmla="*/ 1991596 w 4641785"/>
              <a:gd name="connsiteY4799" fmla="*/ 2812046 h 5274332"/>
              <a:gd name="connsiteX4800" fmla="*/ 3233436 w 4641785"/>
              <a:gd name="connsiteY4800" fmla="*/ 2811117 h 5274332"/>
              <a:gd name="connsiteX4801" fmla="*/ 3237621 w 4641785"/>
              <a:gd name="connsiteY4801" fmla="*/ 2811581 h 5274332"/>
              <a:gd name="connsiteX4802" fmla="*/ 3239947 w 4641785"/>
              <a:gd name="connsiteY4802" fmla="*/ 2815302 h 5274332"/>
              <a:gd name="connsiteX4803" fmla="*/ 3239947 w 4641785"/>
              <a:gd name="connsiteY4803" fmla="*/ 2817627 h 5274332"/>
              <a:gd name="connsiteX4804" fmla="*/ 3236692 w 4641785"/>
              <a:gd name="connsiteY4804" fmla="*/ 2818558 h 5274332"/>
              <a:gd name="connsiteX4805" fmla="*/ 3237156 w 4641785"/>
              <a:gd name="connsiteY4805" fmla="*/ 2823209 h 5274332"/>
              <a:gd name="connsiteX4806" fmla="*/ 3232970 w 4641785"/>
              <a:gd name="connsiteY4806" fmla="*/ 2827860 h 5274332"/>
              <a:gd name="connsiteX4807" fmla="*/ 3230645 w 4641785"/>
              <a:gd name="connsiteY4807" fmla="*/ 2824605 h 5274332"/>
              <a:gd name="connsiteX4808" fmla="*/ 3231110 w 4641785"/>
              <a:gd name="connsiteY4808" fmla="*/ 2821349 h 5274332"/>
              <a:gd name="connsiteX4809" fmla="*/ 3229250 w 4641785"/>
              <a:gd name="connsiteY4809" fmla="*/ 2815302 h 5274332"/>
              <a:gd name="connsiteX4810" fmla="*/ 3230180 w 4641785"/>
              <a:gd name="connsiteY4810" fmla="*/ 2814372 h 5274332"/>
              <a:gd name="connsiteX4811" fmla="*/ 3059485 w 4641785"/>
              <a:gd name="connsiteY4811" fmla="*/ 2811117 h 5274332"/>
              <a:gd name="connsiteX4812" fmla="*/ 3058554 w 4641785"/>
              <a:gd name="connsiteY4812" fmla="*/ 2811581 h 5274332"/>
              <a:gd name="connsiteX4813" fmla="*/ 3058555 w 4641785"/>
              <a:gd name="connsiteY4813" fmla="*/ 2811581 h 5274332"/>
              <a:gd name="connsiteX4814" fmla="*/ 3058555 w 4641785"/>
              <a:gd name="connsiteY4814" fmla="*/ 2811581 h 5274332"/>
              <a:gd name="connsiteX4815" fmla="*/ 3058978 w 4641785"/>
              <a:gd name="connsiteY4815" fmla="*/ 2811762 h 5274332"/>
              <a:gd name="connsiteX4816" fmla="*/ 3058555 w 4641785"/>
              <a:gd name="connsiteY4816" fmla="*/ 2811581 h 5274332"/>
              <a:gd name="connsiteX4817" fmla="*/ 3286923 w 4641785"/>
              <a:gd name="connsiteY4817" fmla="*/ 2809721 h 5274332"/>
              <a:gd name="connsiteX4818" fmla="*/ 3292040 w 4641785"/>
              <a:gd name="connsiteY4818" fmla="*/ 2812976 h 5274332"/>
              <a:gd name="connsiteX4819" fmla="*/ 3292505 w 4641785"/>
              <a:gd name="connsiteY4819" fmla="*/ 2815302 h 5274332"/>
              <a:gd name="connsiteX4820" fmla="*/ 3296691 w 4641785"/>
              <a:gd name="connsiteY4820" fmla="*/ 2819023 h 5274332"/>
              <a:gd name="connsiteX4821" fmla="*/ 3293435 w 4641785"/>
              <a:gd name="connsiteY4821" fmla="*/ 2828790 h 5274332"/>
              <a:gd name="connsiteX4822" fmla="*/ 3287388 w 4641785"/>
              <a:gd name="connsiteY4822" fmla="*/ 2824139 h 5274332"/>
              <a:gd name="connsiteX4823" fmla="*/ 3285528 w 4641785"/>
              <a:gd name="connsiteY4823" fmla="*/ 2818093 h 5274332"/>
              <a:gd name="connsiteX4824" fmla="*/ 3285528 w 4641785"/>
              <a:gd name="connsiteY4824" fmla="*/ 2813907 h 5274332"/>
              <a:gd name="connsiteX4825" fmla="*/ 3181808 w 4641785"/>
              <a:gd name="connsiteY4825" fmla="*/ 2806930 h 5274332"/>
              <a:gd name="connsiteX4826" fmla="*/ 3190180 w 4641785"/>
              <a:gd name="connsiteY4826" fmla="*/ 2807861 h 5274332"/>
              <a:gd name="connsiteX4827" fmla="*/ 3190180 w 4641785"/>
              <a:gd name="connsiteY4827" fmla="*/ 2812512 h 5274332"/>
              <a:gd name="connsiteX4828" fmla="*/ 3196227 w 4641785"/>
              <a:gd name="connsiteY4828" fmla="*/ 2822279 h 5274332"/>
              <a:gd name="connsiteX4829" fmla="*/ 3193436 w 4641785"/>
              <a:gd name="connsiteY4829" fmla="*/ 2828325 h 5274332"/>
              <a:gd name="connsiteX4830" fmla="*/ 3192506 w 4641785"/>
              <a:gd name="connsiteY4830" fmla="*/ 2833907 h 5274332"/>
              <a:gd name="connsiteX4831" fmla="*/ 3195297 w 4641785"/>
              <a:gd name="connsiteY4831" fmla="*/ 2837627 h 5274332"/>
              <a:gd name="connsiteX4832" fmla="*/ 3192971 w 4641785"/>
              <a:gd name="connsiteY4832" fmla="*/ 2840883 h 5274332"/>
              <a:gd name="connsiteX4833" fmla="*/ 3189715 w 4641785"/>
              <a:gd name="connsiteY4833" fmla="*/ 2841814 h 5274332"/>
              <a:gd name="connsiteX4834" fmla="*/ 3186459 w 4641785"/>
              <a:gd name="connsiteY4834" fmla="*/ 2840418 h 5274332"/>
              <a:gd name="connsiteX4835" fmla="*/ 3185995 w 4641785"/>
              <a:gd name="connsiteY4835" fmla="*/ 2835767 h 5274332"/>
              <a:gd name="connsiteX4836" fmla="*/ 3181344 w 4641785"/>
              <a:gd name="connsiteY4836" fmla="*/ 2831116 h 5274332"/>
              <a:gd name="connsiteX4837" fmla="*/ 3184134 w 4641785"/>
              <a:gd name="connsiteY4837" fmla="*/ 2828325 h 5274332"/>
              <a:gd name="connsiteX4838" fmla="*/ 3183669 w 4641785"/>
              <a:gd name="connsiteY4838" fmla="*/ 2822744 h 5274332"/>
              <a:gd name="connsiteX4839" fmla="*/ 3182739 w 4641785"/>
              <a:gd name="connsiteY4839" fmla="*/ 2821814 h 5274332"/>
              <a:gd name="connsiteX4840" fmla="*/ 3179948 w 4641785"/>
              <a:gd name="connsiteY4840" fmla="*/ 2821814 h 5274332"/>
              <a:gd name="connsiteX4841" fmla="*/ 3178553 w 4641785"/>
              <a:gd name="connsiteY4841" fmla="*/ 2820419 h 5274332"/>
              <a:gd name="connsiteX4842" fmla="*/ 3178553 w 4641785"/>
              <a:gd name="connsiteY4842" fmla="*/ 2821349 h 5274332"/>
              <a:gd name="connsiteX4843" fmla="*/ 3180878 w 4641785"/>
              <a:gd name="connsiteY4843" fmla="*/ 2822744 h 5274332"/>
              <a:gd name="connsiteX4844" fmla="*/ 3182739 w 4641785"/>
              <a:gd name="connsiteY4844" fmla="*/ 2822279 h 5274332"/>
              <a:gd name="connsiteX4845" fmla="*/ 3183669 w 4641785"/>
              <a:gd name="connsiteY4845" fmla="*/ 2827395 h 5274332"/>
              <a:gd name="connsiteX4846" fmla="*/ 3179483 w 4641785"/>
              <a:gd name="connsiteY4846" fmla="*/ 2832976 h 5274332"/>
              <a:gd name="connsiteX4847" fmla="*/ 3177622 w 4641785"/>
              <a:gd name="connsiteY4847" fmla="*/ 2828790 h 5274332"/>
              <a:gd name="connsiteX4848" fmla="*/ 3175762 w 4641785"/>
              <a:gd name="connsiteY4848" fmla="*/ 2819023 h 5274332"/>
              <a:gd name="connsiteX4849" fmla="*/ 3176692 w 4641785"/>
              <a:gd name="connsiteY4849" fmla="*/ 2815768 h 5274332"/>
              <a:gd name="connsiteX4850" fmla="*/ 3179483 w 4641785"/>
              <a:gd name="connsiteY4850" fmla="*/ 2813907 h 5274332"/>
              <a:gd name="connsiteX4851" fmla="*/ 3181344 w 4641785"/>
              <a:gd name="connsiteY4851" fmla="*/ 2817163 h 5274332"/>
              <a:gd name="connsiteX4852" fmla="*/ 3178553 w 4641785"/>
              <a:gd name="connsiteY4852" fmla="*/ 2818093 h 5274332"/>
              <a:gd name="connsiteX4853" fmla="*/ 3178553 w 4641785"/>
              <a:gd name="connsiteY4853" fmla="*/ 2819023 h 5274332"/>
              <a:gd name="connsiteX4854" fmla="*/ 3181808 w 4641785"/>
              <a:gd name="connsiteY4854" fmla="*/ 2817163 h 5274332"/>
              <a:gd name="connsiteX4855" fmla="*/ 3180413 w 4641785"/>
              <a:gd name="connsiteY4855" fmla="*/ 2813907 h 5274332"/>
              <a:gd name="connsiteX4856" fmla="*/ 3180878 w 4641785"/>
              <a:gd name="connsiteY4856" fmla="*/ 2808791 h 5274332"/>
              <a:gd name="connsiteX4857" fmla="*/ 3058048 w 4641785"/>
              <a:gd name="connsiteY4857" fmla="*/ 2806677 h 5274332"/>
              <a:gd name="connsiteX4858" fmla="*/ 3058554 w 4641785"/>
              <a:gd name="connsiteY4858" fmla="*/ 2806930 h 5274332"/>
              <a:gd name="connsiteX4859" fmla="*/ 3058554 w 4641785"/>
              <a:gd name="connsiteY4859" fmla="*/ 2810186 h 5274332"/>
              <a:gd name="connsiteX4860" fmla="*/ 3058966 w 4641785"/>
              <a:gd name="connsiteY4860" fmla="*/ 2810598 h 5274332"/>
              <a:gd name="connsiteX4861" fmla="*/ 3058555 w 4641785"/>
              <a:gd name="connsiteY4861" fmla="*/ 2810186 h 5274332"/>
              <a:gd name="connsiteX4862" fmla="*/ 3058555 w 4641785"/>
              <a:gd name="connsiteY4862" fmla="*/ 2806930 h 5274332"/>
              <a:gd name="connsiteX4863" fmla="*/ 3306457 w 4641785"/>
              <a:gd name="connsiteY4863" fmla="*/ 2806465 h 5274332"/>
              <a:gd name="connsiteX4864" fmla="*/ 3309713 w 4641785"/>
              <a:gd name="connsiteY4864" fmla="*/ 2807395 h 5274332"/>
              <a:gd name="connsiteX4865" fmla="*/ 3314364 w 4641785"/>
              <a:gd name="connsiteY4865" fmla="*/ 2812046 h 5274332"/>
              <a:gd name="connsiteX4866" fmla="*/ 3309249 w 4641785"/>
              <a:gd name="connsiteY4866" fmla="*/ 2814372 h 5274332"/>
              <a:gd name="connsiteX4867" fmla="*/ 3308318 w 4641785"/>
              <a:gd name="connsiteY4867" fmla="*/ 2811581 h 5274332"/>
              <a:gd name="connsiteX4868" fmla="*/ 3305993 w 4641785"/>
              <a:gd name="connsiteY4868" fmla="*/ 2808791 h 5274332"/>
              <a:gd name="connsiteX4869" fmla="*/ 3202739 w 4641785"/>
              <a:gd name="connsiteY4869" fmla="*/ 2806465 h 5274332"/>
              <a:gd name="connsiteX4870" fmla="*/ 3205064 w 4641785"/>
              <a:gd name="connsiteY4870" fmla="*/ 2806465 h 5274332"/>
              <a:gd name="connsiteX4871" fmla="*/ 3204599 w 4641785"/>
              <a:gd name="connsiteY4871" fmla="*/ 2808791 h 5274332"/>
              <a:gd name="connsiteX4872" fmla="*/ 3205994 w 4641785"/>
              <a:gd name="connsiteY4872" fmla="*/ 2806465 h 5274332"/>
              <a:gd name="connsiteX4873" fmla="*/ 3207855 w 4641785"/>
              <a:gd name="connsiteY4873" fmla="*/ 2806465 h 5274332"/>
              <a:gd name="connsiteX4874" fmla="*/ 3207390 w 4641785"/>
              <a:gd name="connsiteY4874" fmla="*/ 2811117 h 5274332"/>
              <a:gd name="connsiteX4875" fmla="*/ 3204134 w 4641785"/>
              <a:gd name="connsiteY4875" fmla="*/ 2811581 h 5274332"/>
              <a:gd name="connsiteX4876" fmla="*/ 3205064 w 4641785"/>
              <a:gd name="connsiteY4876" fmla="*/ 2813442 h 5274332"/>
              <a:gd name="connsiteX4877" fmla="*/ 3210180 w 4641785"/>
              <a:gd name="connsiteY4877" fmla="*/ 2815302 h 5274332"/>
              <a:gd name="connsiteX4878" fmla="*/ 3207855 w 4641785"/>
              <a:gd name="connsiteY4878" fmla="*/ 2817163 h 5274332"/>
              <a:gd name="connsiteX4879" fmla="*/ 3203668 w 4641785"/>
              <a:gd name="connsiteY4879" fmla="*/ 2819488 h 5274332"/>
              <a:gd name="connsiteX4880" fmla="*/ 3200413 w 4641785"/>
              <a:gd name="connsiteY4880" fmla="*/ 2815768 h 5274332"/>
              <a:gd name="connsiteX4881" fmla="*/ 3202273 w 4641785"/>
              <a:gd name="connsiteY4881" fmla="*/ 2812976 h 5274332"/>
              <a:gd name="connsiteX4882" fmla="*/ 3201343 w 4641785"/>
              <a:gd name="connsiteY4882" fmla="*/ 2808325 h 5274332"/>
              <a:gd name="connsiteX4883" fmla="*/ 3194366 w 4641785"/>
              <a:gd name="connsiteY4883" fmla="*/ 2806000 h 5274332"/>
              <a:gd name="connsiteX4884" fmla="*/ 3194832 w 4641785"/>
              <a:gd name="connsiteY4884" fmla="*/ 2812976 h 5274332"/>
              <a:gd name="connsiteX4885" fmla="*/ 3193902 w 4641785"/>
              <a:gd name="connsiteY4885" fmla="*/ 2816232 h 5274332"/>
              <a:gd name="connsiteX4886" fmla="*/ 3191110 w 4641785"/>
              <a:gd name="connsiteY4886" fmla="*/ 2812512 h 5274332"/>
              <a:gd name="connsiteX4887" fmla="*/ 3192041 w 4641785"/>
              <a:gd name="connsiteY4887" fmla="*/ 2808325 h 5274332"/>
              <a:gd name="connsiteX4888" fmla="*/ 1005099 w 4641785"/>
              <a:gd name="connsiteY4888" fmla="*/ 2806000 h 5274332"/>
              <a:gd name="connsiteX4889" fmla="*/ 1004169 w 4641785"/>
              <a:gd name="connsiteY4889" fmla="*/ 2812511 h 5274332"/>
              <a:gd name="connsiteX4890" fmla="*/ 1004169 w 4641785"/>
              <a:gd name="connsiteY4890" fmla="*/ 2812512 h 5274332"/>
              <a:gd name="connsiteX4891" fmla="*/ 1005099 w 4641785"/>
              <a:gd name="connsiteY4891" fmla="*/ 2806001 h 5274332"/>
              <a:gd name="connsiteX4892" fmla="*/ 3239482 w 4641785"/>
              <a:gd name="connsiteY4892" fmla="*/ 2804139 h 5274332"/>
              <a:gd name="connsiteX4893" fmla="*/ 3239482 w 4641785"/>
              <a:gd name="connsiteY4893" fmla="*/ 2806930 h 5274332"/>
              <a:gd name="connsiteX4894" fmla="*/ 3239947 w 4641785"/>
              <a:gd name="connsiteY4894" fmla="*/ 2808325 h 5274332"/>
              <a:gd name="connsiteX4895" fmla="*/ 3244597 w 4641785"/>
              <a:gd name="connsiteY4895" fmla="*/ 2810186 h 5274332"/>
              <a:gd name="connsiteX4896" fmla="*/ 3244598 w 4641785"/>
              <a:gd name="connsiteY4896" fmla="*/ 2810186 h 5274332"/>
              <a:gd name="connsiteX4897" fmla="*/ 3244598 w 4641785"/>
              <a:gd name="connsiteY4897" fmla="*/ 2812512 h 5274332"/>
              <a:gd name="connsiteX4898" fmla="*/ 3240877 w 4641785"/>
              <a:gd name="connsiteY4898" fmla="*/ 2813907 h 5274332"/>
              <a:gd name="connsiteX4899" fmla="*/ 3239017 w 4641785"/>
              <a:gd name="connsiteY4899" fmla="*/ 2812976 h 5274332"/>
              <a:gd name="connsiteX4900" fmla="*/ 3239482 w 4641785"/>
              <a:gd name="connsiteY4900" fmla="*/ 2809721 h 5274332"/>
              <a:gd name="connsiteX4901" fmla="*/ 3237156 w 4641785"/>
              <a:gd name="connsiteY4901" fmla="*/ 2805535 h 5274332"/>
              <a:gd name="connsiteX4902" fmla="*/ 3044601 w 4641785"/>
              <a:gd name="connsiteY4902" fmla="*/ 2803674 h 5274332"/>
              <a:gd name="connsiteX4903" fmla="*/ 3046170 w 4641785"/>
              <a:gd name="connsiteY4903" fmla="*/ 2804929 h 5274332"/>
              <a:gd name="connsiteX4904" fmla="*/ 3044602 w 4641785"/>
              <a:gd name="connsiteY4904" fmla="*/ 2803674 h 5274332"/>
              <a:gd name="connsiteX4905" fmla="*/ 3304132 w 4641785"/>
              <a:gd name="connsiteY4905" fmla="*/ 2802279 h 5274332"/>
              <a:gd name="connsiteX4906" fmla="*/ 3305528 w 4641785"/>
              <a:gd name="connsiteY4906" fmla="*/ 2802744 h 5274332"/>
              <a:gd name="connsiteX4907" fmla="*/ 3305528 w 4641785"/>
              <a:gd name="connsiteY4907" fmla="*/ 2808791 h 5274332"/>
              <a:gd name="connsiteX4908" fmla="*/ 3307388 w 4641785"/>
              <a:gd name="connsiteY4908" fmla="*/ 2811581 h 5274332"/>
              <a:gd name="connsiteX4909" fmla="*/ 3306457 w 4641785"/>
              <a:gd name="connsiteY4909" fmla="*/ 2814372 h 5274332"/>
              <a:gd name="connsiteX4910" fmla="*/ 3304598 w 4641785"/>
              <a:gd name="connsiteY4910" fmla="*/ 2813442 h 5274332"/>
              <a:gd name="connsiteX4911" fmla="*/ 3301807 w 4641785"/>
              <a:gd name="connsiteY4911" fmla="*/ 2812512 h 5274332"/>
              <a:gd name="connsiteX4912" fmla="*/ 3304132 w 4641785"/>
              <a:gd name="connsiteY4912" fmla="*/ 2810651 h 5274332"/>
              <a:gd name="connsiteX4913" fmla="*/ 3303202 w 4641785"/>
              <a:gd name="connsiteY4913" fmla="*/ 2809256 h 5274332"/>
              <a:gd name="connsiteX4914" fmla="*/ 3300876 w 4641785"/>
              <a:gd name="connsiteY4914" fmla="*/ 2810651 h 5274332"/>
              <a:gd name="connsiteX4915" fmla="*/ 3300876 w 4641785"/>
              <a:gd name="connsiteY4915" fmla="*/ 2814372 h 5274332"/>
              <a:gd name="connsiteX4916" fmla="*/ 3303202 w 4641785"/>
              <a:gd name="connsiteY4916" fmla="*/ 2816232 h 5274332"/>
              <a:gd name="connsiteX4917" fmla="*/ 3304132 w 4641785"/>
              <a:gd name="connsiteY4917" fmla="*/ 2817163 h 5274332"/>
              <a:gd name="connsiteX4918" fmla="*/ 3304598 w 4641785"/>
              <a:gd name="connsiteY4918" fmla="*/ 2822279 h 5274332"/>
              <a:gd name="connsiteX4919" fmla="*/ 3303667 w 4641785"/>
              <a:gd name="connsiteY4919" fmla="*/ 2823209 h 5274332"/>
              <a:gd name="connsiteX4920" fmla="*/ 3303667 w 4641785"/>
              <a:gd name="connsiteY4920" fmla="*/ 2825534 h 5274332"/>
              <a:gd name="connsiteX4921" fmla="*/ 3304598 w 4641785"/>
              <a:gd name="connsiteY4921" fmla="*/ 2826000 h 5274332"/>
              <a:gd name="connsiteX4922" fmla="*/ 3306923 w 4641785"/>
              <a:gd name="connsiteY4922" fmla="*/ 2825534 h 5274332"/>
              <a:gd name="connsiteX4923" fmla="*/ 3309249 w 4641785"/>
              <a:gd name="connsiteY4923" fmla="*/ 2825070 h 5274332"/>
              <a:gd name="connsiteX4924" fmla="*/ 3309713 w 4641785"/>
              <a:gd name="connsiteY4924" fmla="*/ 2829256 h 5274332"/>
              <a:gd name="connsiteX4925" fmla="*/ 3311574 w 4641785"/>
              <a:gd name="connsiteY4925" fmla="*/ 2830186 h 5274332"/>
              <a:gd name="connsiteX4926" fmla="*/ 3310179 w 4641785"/>
              <a:gd name="connsiteY4926" fmla="*/ 2833441 h 5274332"/>
              <a:gd name="connsiteX4927" fmla="*/ 3305528 w 4641785"/>
              <a:gd name="connsiteY4927" fmla="*/ 2833907 h 5274332"/>
              <a:gd name="connsiteX4928" fmla="*/ 3305062 w 4641785"/>
              <a:gd name="connsiteY4928" fmla="*/ 2829721 h 5274332"/>
              <a:gd name="connsiteX4929" fmla="*/ 3303667 w 4641785"/>
              <a:gd name="connsiteY4929" fmla="*/ 2832046 h 5274332"/>
              <a:gd name="connsiteX4930" fmla="*/ 3298551 w 4641785"/>
              <a:gd name="connsiteY4930" fmla="*/ 2831581 h 5274332"/>
              <a:gd name="connsiteX4931" fmla="*/ 3296225 w 4641785"/>
              <a:gd name="connsiteY4931" fmla="*/ 2826465 h 5274332"/>
              <a:gd name="connsiteX4932" fmla="*/ 3298551 w 4641785"/>
              <a:gd name="connsiteY4932" fmla="*/ 2821349 h 5274332"/>
              <a:gd name="connsiteX4933" fmla="*/ 3299946 w 4641785"/>
              <a:gd name="connsiteY4933" fmla="*/ 2826000 h 5274332"/>
              <a:gd name="connsiteX4934" fmla="*/ 3299946 w 4641785"/>
              <a:gd name="connsiteY4934" fmla="*/ 2823674 h 5274332"/>
              <a:gd name="connsiteX4935" fmla="*/ 3298086 w 4641785"/>
              <a:gd name="connsiteY4935" fmla="*/ 2817163 h 5274332"/>
              <a:gd name="connsiteX4936" fmla="*/ 3297621 w 4641785"/>
              <a:gd name="connsiteY4936" fmla="*/ 2817163 h 5274332"/>
              <a:gd name="connsiteX4937" fmla="*/ 3293435 w 4641785"/>
              <a:gd name="connsiteY4937" fmla="*/ 2813907 h 5274332"/>
              <a:gd name="connsiteX4938" fmla="*/ 3294830 w 4641785"/>
              <a:gd name="connsiteY4938" fmla="*/ 2811117 h 5274332"/>
              <a:gd name="connsiteX4939" fmla="*/ 3293900 w 4641785"/>
              <a:gd name="connsiteY4939" fmla="*/ 2806930 h 5274332"/>
              <a:gd name="connsiteX4940" fmla="*/ 3297621 w 4641785"/>
              <a:gd name="connsiteY4940" fmla="*/ 2807395 h 5274332"/>
              <a:gd name="connsiteX4941" fmla="*/ 3300411 w 4641785"/>
              <a:gd name="connsiteY4941" fmla="*/ 2808791 h 5274332"/>
              <a:gd name="connsiteX4942" fmla="*/ 3299481 w 4641785"/>
              <a:gd name="connsiteY4942" fmla="*/ 2807861 h 5274332"/>
              <a:gd name="connsiteX4943" fmla="*/ 3300411 w 4641785"/>
              <a:gd name="connsiteY4943" fmla="*/ 2805069 h 5274332"/>
              <a:gd name="connsiteX4944" fmla="*/ 3301807 w 4641785"/>
              <a:gd name="connsiteY4944" fmla="*/ 2804605 h 5274332"/>
              <a:gd name="connsiteX4945" fmla="*/ 2429383 w 4641785"/>
              <a:gd name="connsiteY4945" fmla="*/ 2801874 h 5274332"/>
              <a:gd name="connsiteX4946" fmla="*/ 2428332 w 4641785"/>
              <a:gd name="connsiteY4946" fmla="*/ 2804605 h 5274332"/>
              <a:gd name="connsiteX4947" fmla="*/ 2429030 w 4641785"/>
              <a:gd name="connsiteY4947" fmla="*/ 2807395 h 5274332"/>
              <a:gd name="connsiteX4948" fmla="*/ 2428333 w 4641785"/>
              <a:gd name="connsiteY4948" fmla="*/ 2804605 h 5274332"/>
              <a:gd name="connsiteX4949" fmla="*/ 3243668 w 4641785"/>
              <a:gd name="connsiteY4949" fmla="*/ 2801814 h 5274332"/>
              <a:gd name="connsiteX4950" fmla="*/ 3245994 w 4641785"/>
              <a:gd name="connsiteY4950" fmla="*/ 2804605 h 5274332"/>
              <a:gd name="connsiteX4951" fmla="*/ 3246924 w 4641785"/>
              <a:gd name="connsiteY4951" fmla="*/ 2810651 h 5274332"/>
              <a:gd name="connsiteX4952" fmla="*/ 3245528 w 4641785"/>
              <a:gd name="connsiteY4952" fmla="*/ 2810651 h 5274332"/>
              <a:gd name="connsiteX4953" fmla="*/ 3244598 w 4641785"/>
              <a:gd name="connsiteY4953" fmla="*/ 2810186 h 5274332"/>
              <a:gd name="connsiteX4954" fmla="*/ 3244598 w 4641785"/>
              <a:gd name="connsiteY4954" fmla="*/ 2810186 h 5274332"/>
              <a:gd name="connsiteX4955" fmla="*/ 3244597 w 4641785"/>
              <a:gd name="connsiteY4955" fmla="*/ 2810186 h 5274332"/>
              <a:gd name="connsiteX4956" fmla="*/ 3239947 w 4641785"/>
              <a:gd name="connsiteY4956" fmla="*/ 2807861 h 5274332"/>
              <a:gd name="connsiteX4957" fmla="*/ 3240412 w 4641785"/>
              <a:gd name="connsiteY4957" fmla="*/ 2803674 h 5274332"/>
              <a:gd name="connsiteX4958" fmla="*/ 3240877 w 4641785"/>
              <a:gd name="connsiteY4958" fmla="*/ 2802744 h 5274332"/>
              <a:gd name="connsiteX4959" fmla="*/ 3038555 w 4641785"/>
              <a:gd name="connsiteY4959" fmla="*/ 2801814 h 5274332"/>
              <a:gd name="connsiteX4960" fmla="*/ 3038555 w 4641785"/>
              <a:gd name="connsiteY4960" fmla="*/ 2802279 h 5274332"/>
              <a:gd name="connsiteX4961" fmla="*/ 3038555 w 4641785"/>
              <a:gd name="connsiteY4961" fmla="*/ 2802279 h 5274332"/>
              <a:gd name="connsiteX4962" fmla="*/ 3038555 w 4641785"/>
              <a:gd name="connsiteY4962" fmla="*/ 2801814 h 5274332"/>
              <a:gd name="connsiteX4963" fmla="*/ 1003641 w 4641785"/>
              <a:gd name="connsiteY4963" fmla="*/ 2801436 h 5274332"/>
              <a:gd name="connsiteX4964" fmla="*/ 1004169 w 4641785"/>
              <a:gd name="connsiteY4964" fmla="*/ 2804604 h 5274332"/>
              <a:gd name="connsiteX4965" fmla="*/ 1004169 w 4641785"/>
              <a:gd name="connsiteY4965" fmla="*/ 2804605 h 5274332"/>
              <a:gd name="connsiteX4966" fmla="*/ 3034917 w 4641785"/>
              <a:gd name="connsiteY4966" fmla="*/ 2799736 h 5274332"/>
              <a:gd name="connsiteX4967" fmla="*/ 3035299 w 4641785"/>
              <a:gd name="connsiteY4967" fmla="*/ 2800883 h 5274332"/>
              <a:gd name="connsiteX4968" fmla="*/ 3035299 w 4641785"/>
              <a:gd name="connsiteY4968" fmla="*/ 2800884 h 5274332"/>
              <a:gd name="connsiteX4969" fmla="*/ 2430772 w 4641785"/>
              <a:gd name="connsiteY4969" fmla="*/ 2798620 h 5274332"/>
              <a:gd name="connsiteX4970" fmla="*/ 2435774 w 4641785"/>
              <a:gd name="connsiteY4970" fmla="*/ 2801349 h 5274332"/>
              <a:gd name="connsiteX4971" fmla="*/ 2435775 w 4641785"/>
              <a:gd name="connsiteY4971" fmla="*/ 2801349 h 5274332"/>
              <a:gd name="connsiteX4972" fmla="*/ 3233436 w 4641785"/>
              <a:gd name="connsiteY4972" fmla="*/ 2798558 h 5274332"/>
              <a:gd name="connsiteX4973" fmla="*/ 3237156 w 4641785"/>
              <a:gd name="connsiteY4973" fmla="*/ 2801349 h 5274332"/>
              <a:gd name="connsiteX4974" fmla="*/ 3236226 w 4641785"/>
              <a:gd name="connsiteY4974" fmla="*/ 2806930 h 5274332"/>
              <a:gd name="connsiteX4975" fmla="*/ 3237621 w 4641785"/>
              <a:gd name="connsiteY4975" fmla="*/ 2811117 h 5274332"/>
              <a:gd name="connsiteX4976" fmla="*/ 3233436 w 4641785"/>
              <a:gd name="connsiteY4976" fmla="*/ 2811117 h 5274332"/>
              <a:gd name="connsiteX4977" fmla="*/ 3232970 w 4641785"/>
              <a:gd name="connsiteY4977" fmla="*/ 2811117 h 5274332"/>
              <a:gd name="connsiteX4978" fmla="*/ 3230180 w 4641785"/>
              <a:gd name="connsiteY4978" fmla="*/ 2814372 h 5274332"/>
              <a:gd name="connsiteX4979" fmla="*/ 3226924 w 4641785"/>
              <a:gd name="connsiteY4979" fmla="*/ 2808791 h 5274332"/>
              <a:gd name="connsiteX4980" fmla="*/ 3226924 w 4641785"/>
              <a:gd name="connsiteY4980" fmla="*/ 2805069 h 5274332"/>
              <a:gd name="connsiteX4981" fmla="*/ 3230645 w 4641785"/>
              <a:gd name="connsiteY4981" fmla="*/ 2799954 h 5274332"/>
              <a:gd name="connsiteX4982" fmla="*/ 3305528 w 4641785"/>
              <a:gd name="connsiteY4982" fmla="*/ 2798093 h 5274332"/>
              <a:gd name="connsiteX4983" fmla="*/ 3308318 w 4641785"/>
              <a:gd name="connsiteY4983" fmla="*/ 2798093 h 5274332"/>
              <a:gd name="connsiteX4984" fmla="*/ 3307388 w 4641785"/>
              <a:gd name="connsiteY4984" fmla="*/ 2803210 h 5274332"/>
              <a:gd name="connsiteX4985" fmla="*/ 3304132 w 4641785"/>
              <a:gd name="connsiteY4985" fmla="*/ 2801814 h 5274332"/>
              <a:gd name="connsiteX4986" fmla="*/ 3030648 w 4641785"/>
              <a:gd name="connsiteY4986" fmla="*/ 2796698 h 5274332"/>
              <a:gd name="connsiteX4987" fmla="*/ 3029718 w 4641785"/>
              <a:gd name="connsiteY4987" fmla="*/ 2798093 h 5274332"/>
              <a:gd name="connsiteX4988" fmla="*/ 3030368 w 4641785"/>
              <a:gd name="connsiteY4988" fmla="*/ 2798580 h 5274332"/>
              <a:gd name="connsiteX4989" fmla="*/ 3029718 w 4641785"/>
              <a:gd name="connsiteY4989" fmla="*/ 2798093 h 5274332"/>
              <a:gd name="connsiteX4990" fmla="*/ 2009009 w 4641785"/>
              <a:gd name="connsiteY4990" fmla="*/ 2796476 h 5274332"/>
              <a:gd name="connsiteX4991" fmla="*/ 2008339 w 4641785"/>
              <a:gd name="connsiteY4991" fmla="*/ 2799490 h 5274332"/>
              <a:gd name="connsiteX4992" fmla="*/ 2005083 w 4641785"/>
              <a:gd name="connsiteY4992" fmla="*/ 2806466 h 5274332"/>
              <a:gd name="connsiteX4993" fmla="*/ 2005083 w 4641785"/>
              <a:gd name="connsiteY4993" fmla="*/ 2809256 h 5274332"/>
              <a:gd name="connsiteX4994" fmla="*/ 2005084 w 4641785"/>
              <a:gd name="connsiteY4994" fmla="*/ 2809256 h 5274332"/>
              <a:gd name="connsiteX4995" fmla="*/ 2005084 w 4641785"/>
              <a:gd name="connsiteY4995" fmla="*/ 2806465 h 5274332"/>
              <a:gd name="connsiteX4996" fmla="*/ 2008340 w 4641785"/>
              <a:gd name="connsiteY4996" fmla="*/ 2799488 h 5274332"/>
              <a:gd name="connsiteX4997" fmla="*/ 3271574 w 4641785"/>
              <a:gd name="connsiteY4997" fmla="*/ 2796233 h 5274332"/>
              <a:gd name="connsiteX4998" fmla="*/ 3272970 w 4641785"/>
              <a:gd name="connsiteY4998" fmla="*/ 2798558 h 5274332"/>
              <a:gd name="connsiteX4999" fmla="*/ 3271574 w 4641785"/>
              <a:gd name="connsiteY4999" fmla="*/ 2805069 h 5274332"/>
              <a:gd name="connsiteX5000" fmla="*/ 3271574 w 4641785"/>
              <a:gd name="connsiteY5000" fmla="*/ 2805535 h 5274332"/>
              <a:gd name="connsiteX5001" fmla="*/ 3277156 w 4641785"/>
              <a:gd name="connsiteY5001" fmla="*/ 2796698 h 5274332"/>
              <a:gd name="connsiteX5002" fmla="*/ 3278552 w 4641785"/>
              <a:gd name="connsiteY5002" fmla="*/ 2799488 h 5274332"/>
              <a:gd name="connsiteX5003" fmla="*/ 3277156 w 4641785"/>
              <a:gd name="connsiteY5003" fmla="*/ 2803674 h 5274332"/>
              <a:gd name="connsiteX5004" fmla="*/ 3278552 w 4641785"/>
              <a:gd name="connsiteY5004" fmla="*/ 2806000 h 5274332"/>
              <a:gd name="connsiteX5005" fmla="*/ 3275760 w 4641785"/>
              <a:gd name="connsiteY5005" fmla="*/ 2808791 h 5274332"/>
              <a:gd name="connsiteX5006" fmla="*/ 3276226 w 4641785"/>
              <a:gd name="connsiteY5006" fmla="*/ 2808791 h 5274332"/>
              <a:gd name="connsiteX5007" fmla="*/ 3279016 w 4641785"/>
              <a:gd name="connsiteY5007" fmla="*/ 2806000 h 5274332"/>
              <a:gd name="connsiteX5008" fmla="*/ 3283667 w 4641785"/>
              <a:gd name="connsiteY5008" fmla="*/ 2806930 h 5274332"/>
              <a:gd name="connsiteX5009" fmla="*/ 3280411 w 4641785"/>
              <a:gd name="connsiteY5009" fmla="*/ 2814837 h 5274332"/>
              <a:gd name="connsiteX5010" fmla="*/ 3280411 w 4641785"/>
              <a:gd name="connsiteY5010" fmla="*/ 2819488 h 5274332"/>
              <a:gd name="connsiteX5011" fmla="*/ 3283667 w 4641785"/>
              <a:gd name="connsiteY5011" fmla="*/ 2826930 h 5274332"/>
              <a:gd name="connsiteX5012" fmla="*/ 3280411 w 4641785"/>
              <a:gd name="connsiteY5012" fmla="*/ 2831116 h 5274332"/>
              <a:gd name="connsiteX5013" fmla="*/ 3276226 w 4641785"/>
              <a:gd name="connsiteY5013" fmla="*/ 2829256 h 5274332"/>
              <a:gd name="connsiteX5014" fmla="*/ 3275296 w 4641785"/>
              <a:gd name="connsiteY5014" fmla="*/ 2827395 h 5274332"/>
              <a:gd name="connsiteX5015" fmla="*/ 3277621 w 4641785"/>
              <a:gd name="connsiteY5015" fmla="*/ 2822279 h 5274332"/>
              <a:gd name="connsiteX5016" fmla="*/ 3277156 w 4641785"/>
              <a:gd name="connsiteY5016" fmla="*/ 2816698 h 5274332"/>
              <a:gd name="connsiteX5017" fmla="*/ 3274365 w 4641785"/>
              <a:gd name="connsiteY5017" fmla="*/ 2814372 h 5274332"/>
              <a:gd name="connsiteX5018" fmla="*/ 3271574 w 4641785"/>
              <a:gd name="connsiteY5018" fmla="*/ 2815768 h 5274332"/>
              <a:gd name="connsiteX5019" fmla="*/ 3271109 w 4641785"/>
              <a:gd name="connsiteY5019" fmla="*/ 2811581 h 5274332"/>
              <a:gd name="connsiteX5020" fmla="*/ 3272040 w 4641785"/>
              <a:gd name="connsiteY5020" fmla="*/ 2809721 h 5274332"/>
              <a:gd name="connsiteX5021" fmla="*/ 3272504 w 4641785"/>
              <a:gd name="connsiteY5021" fmla="*/ 2808791 h 5274332"/>
              <a:gd name="connsiteX5022" fmla="*/ 3271574 w 4641785"/>
              <a:gd name="connsiteY5022" fmla="*/ 2806000 h 5274332"/>
              <a:gd name="connsiteX5023" fmla="*/ 3272040 w 4641785"/>
              <a:gd name="connsiteY5023" fmla="*/ 2809721 h 5274332"/>
              <a:gd name="connsiteX5024" fmla="*/ 3270179 w 4641785"/>
              <a:gd name="connsiteY5024" fmla="*/ 2812046 h 5274332"/>
              <a:gd name="connsiteX5025" fmla="*/ 3266923 w 4641785"/>
              <a:gd name="connsiteY5025" fmla="*/ 2811581 h 5274332"/>
              <a:gd name="connsiteX5026" fmla="*/ 3268319 w 4641785"/>
              <a:gd name="connsiteY5026" fmla="*/ 2807395 h 5274332"/>
              <a:gd name="connsiteX5027" fmla="*/ 3265993 w 4641785"/>
              <a:gd name="connsiteY5027" fmla="*/ 2805535 h 5274332"/>
              <a:gd name="connsiteX5028" fmla="*/ 3268319 w 4641785"/>
              <a:gd name="connsiteY5028" fmla="*/ 2802744 h 5274332"/>
              <a:gd name="connsiteX5029" fmla="*/ 3223668 w 4641785"/>
              <a:gd name="connsiteY5029" fmla="*/ 2794372 h 5274332"/>
              <a:gd name="connsiteX5030" fmla="*/ 3226459 w 4641785"/>
              <a:gd name="connsiteY5030" fmla="*/ 2798093 h 5274332"/>
              <a:gd name="connsiteX5031" fmla="*/ 3224133 w 4641785"/>
              <a:gd name="connsiteY5031" fmla="*/ 2800418 h 5274332"/>
              <a:gd name="connsiteX5032" fmla="*/ 3219948 w 4641785"/>
              <a:gd name="connsiteY5032" fmla="*/ 2799954 h 5274332"/>
              <a:gd name="connsiteX5033" fmla="*/ 3219017 w 4641785"/>
              <a:gd name="connsiteY5033" fmla="*/ 2797163 h 5274332"/>
              <a:gd name="connsiteX5034" fmla="*/ 898125 w 4641785"/>
              <a:gd name="connsiteY5034" fmla="*/ 2793441 h 5274332"/>
              <a:gd name="connsiteX5035" fmla="*/ 898124 w 4641785"/>
              <a:gd name="connsiteY5035" fmla="*/ 2793442 h 5274332"/>
              <a:gd name="connsiteX5036" fmla="*/ 898124 w 4641785"/>
              <a:gd name="connsiteY5036" fmla="*/ 2793442 h 5274332"/>
              <a:gd name="connsiteX5037" fmla="*/ 898070 w 4641785"/>
              <a:gd name="connsiteY5037" fmla="*/ 2793471 h 5274332"/>
              <a:gd name="connsiteX5038" fmla="*/ 898124 w 4641785"/>
              <a:gd name="connsiteY5038" fmla="*/ 2793442 h 5274332"/>
              <a:gd name="connsiteX5039" fmla="*/ 904170 w 4641785"/>
              <a:gd name="connsiteY5039" fmla="*/ 2793442 h 5274332"/>
              <a:gd name="connsiteX5040" fmla="*/ 904171 w 4641785"/>
              <a:gd name="connsiteY5040" fmla="*/ 2793441 h 5274332"/>
              <a:gd name="connsiteX5041" fmla="*/ 3029002 w 4641785"/>
              <a:gd name="connsiteY5041" fmla="*/ 2792940 h 5274332"/>
              <a:gd name="connsiteX5042" fmla="*/ 3029718 w 4641785"/>
              <a:gd name="connsiteY5042" fmla="*/ 2794372 h 5274332"/>
              <a:gd name="connsiteX5043" fmla="*/ 3030475 w 4641785"/>
              <a:gd name="connsiteY5043" fmla="*/ 2796265 h 5274332"/>
              <a:gd name="connsiteX5044" fmla="*/ 3029718 w 4641785"/>
              <a:gd name="connsiteY5044" fmla="*/ 2794372 h 5274332"/>
              <a:gd name="connsiteX5045" fmla="*/ 3296225 w 4641785"/>
              <a:gd name="connsiteY5045" fmla="*/ 2792047 h 5274332"/>
              <a:gd name="connsiteX5046" fmla="*/ 3297156 w 4641785"/>
              <a:gd name="connsiteY5046" fmla="*/ 2793442 h 5274332"/>
              <a:gd name="connsiteX5047" fmla="*/ 3298551 w 4641785"/>
              <a:gd name="connsiteY5047" fmla="*/ 2795767 h 5274332"/>
              <a:gd name="connsiteX5048" fmla="*/ 3301807 w 4641785"/>
              <a:gd name="connsiteY5048" fmla="*/ 2796233 h 5274332"/>
              <a:gd name="connsiteX5049" fmla="*/ 3300876 w 4641785"/>
              <a:gd name="connsiteY5049" fmla="*/ 2799954 h 5274332"/>
              <a:gd name="connsiteX5050" fmla="*/ 3298551 w 4641785"/>
              <a:gd name="connsiteY5050" fmla="*/ 2799023 h 5274332"/>
              <a:gd name="connsiteX5051" fmla="*/ 3296225 w 4641785"/>
              <a:gd name="connsiteY5051" fmla="*/ 2802279 h 5274332"/>
              <a:gd name="connsiteX5052" fmla="*/ 3297621 w 4641785"/>
              <a:gd name="connsiteY5052" fmla="*/ 2806465 h 5274332"/>
              <a:gd name="connsiteX5053" fmla="*/ 3292969 w 4641785"/>
              <a:gd name="connsiteY5053" fmla="*/ 2804605 h 5274332"/>
              <a:gd name="connsiteX5054" fmla="*/ 3293900 w 4641785"/>
              <a:gd name="connsiteY5054" fmla="*/ 2802279 h 5274332"/>
              <a:gd name="connsiteX5055" fmla="*/ 3292969 w 4641785"/>
              <a:gd name="connsiteY5055" fmla="*/ 2801814 h 5274332"/>
              <a:gd name="connsiteX5056" fmla="*/ 3294365 w 4641785"/>
              <a:gd name="connsiteY5056" fmla="*/ 2800418 h 5274332"/>
              <a:gd name="connsiteX5057" fmla="*/ 3295295 w 4641785"/>
              <a:gd name="connsiteY5057" fmla="*/ 2797628 h 5274332"/>
              <a:gd name="connsiteX5058" fmla="*/ 3296225 w 4641785"/>
              <a:gd name="connsiteY5058" fmla="*/ 2797163 h 5274332"/>
              <a:gd name="connsiteX5059" fmla="*/ 3295760 w 4641785"/>
              <a:gd name="connsiteY5059" fmla="*/ 2796233 h 5274332"/>
              <a:gd name="connsiteX5060" fmla="*/ 3295295 w 4641785"/>
              <a:gd name="connsiteY5060" fmla="*/ 2796233 h 5274332"/>
              <a:gd name="connsiteX5061" fmla="*/ 3295760 w 4641785"/>
              <a:gd name="connsiteY5061" fmla="*/ 2797163 h 5274332"/>
              <a:gd name="connsiteX5062" fmla="*/ 3295295 w 4641785"/>
              <a:gd name="connsiteY5062" fmla="*/ 2797628 h 5274332"/>
              <a:gd name="connsiteX5063" fmla="*/ 3293900 w 4641785"/>
              <a:gd name="connsiteY5063" fmla="*/ 2799488 h 5274332"/>
              <a:gd name="connsiteX5064" fmla="*/ 3294365 w 4641785"/>
              <a:gd name="connsiteY5064" fmla="*/ 2800418 h 5274332"/>
              <a:gd name="connsiteX5065" fmla="*/ 3292505 w 4641785"/>
              <a:gd name="connsiteY5065" fmla="*/ 2801814 h 5274332"/>
              <a:gd name="connsiteX5066" fmla="*/ 3293435 w 4641785"/>
              <a:gd name="connsiteY5066" fmla="*/ 2802279 h 5274332"/>
              <a:gd name="connsiteX5067" fmla="*/ 3290644 w 4641785"/>
              <a:gd name="connsiteY5067" fmla="*/ 2808325 h 5274332"/>
              <a:gd name="connsiteX5068" fmla="*/ 3290179 w 4641785"/>
              <a:gd name="connsiteY5068" fmla="*/ 2804139 h 5274332"/>
              <a:gd name="connsiteX5069" fmla="*/ 3287388 w 4641785"/>
              <a:gd name="connsiteY5069" fmla="*/ 2799954 h 5274332"/>
              <a:gd name="connsiteX5070" fmla="*/ 3287388 w 4641785"/>
              <a:gd name="connsiteY5070" fmla="*/ 2798558 h 5274332"/>
              <a:gd name="connsiteX5071" fmla="*/ 3288784 w 4641785"/>
              <a:gd name="connsiteY5071" fmla="*/ 2798093 h 5274332"/>
              <a:gd name="connsiteX5072" fmla="*/ 3290179 w 4641785"/>
              <a:gd name="connsiteY5072" fmla="*/ 2796698 h 5274332"/>
              <a:gd name="connsiteX5073" fmla="*/ 3292505 w 4641785"/>
              <a:gd name="connsiteY5073" fmla="*/ 2795767 h 5274332"/>
              <a:gd name="connsiteX5074" fmla="*/ 3292969 w 4641785"/>
              <a:gd name="connsiteY5074" fmla="*/ 2796233 h 5274332"/>
              <a:gd name="connsiteX5075" fmla="*/ 3294365 w 4641785"/>
              <a:gd name="connsiteY5075" fmla="*/ 2796233 h 5274332"/>
              <a:gd name="connsiteX5076" fmla="*/ 3293900 w 4641785"/>
              <a:gd name="connsiteY5076" fmla="*/ 2794372 h 5274332"/>
              <a:gd name="connsiteX5077" fmla="*/ 3294830 w 4641785"/>
              <a:gd name="connsiteY5077" fmla="*/ 2793907 h 5274332"/>
              <a:gd name="connsiteX5078" fmla="*/ 3295295 w 4641785"/>
              <a:gd name="connsiteY5078" fmla="*/ 2792512 h 5274332"/>
              <a:gd name="connsiteX5079" fmla="*/ 3240877 w 4641785"/>
              <a:gd name="connsiteY5079" fmla="*/ 2791581 h 5274332"/>
              <a:gd name="connsiteX5080" fmla="*/ 3244598 w 4641785"/>
              <a:gd name="connsiteY5080" fmla="*/ 2794837 h 5274332"/>
              <a:gd name="connsiteX5081" fmla="*/ 3243202 w 4641785"/>
              <a:gd name="connsiteY5081" fmla="*/ 2797628 h 5274332"/>
              <a:gd name="connsiteX5082" fmla="*/ 3239947 w 4641785"/>
              <a:gd name="connsiteY5082" fmla="*/ 2799954 h 5274332"/>
              <a:gd name="connsiteX5083" fmla="*/ 3238551 w 4641785"/>
              <a:gd name="connsiteY5083" fmla="*/ 2797163 h 5274332"/>
              <a:gd name="connsiteX5084" fmla="*/ 3239017 w 4641785"/>
              <a:gd name="connsiteY5084" fmla="*/ 2793442 h 5274332"/>
              <a:gd name="connsiteX5085" fmla="*/ 910683 w 4641785"/>
              <a:gd name="connsiteY5085" fmla="*/ 2790651 h 5274332"/>
              <a:gd name="connsiteX5086" fmla="*/ 909789 w 4641785"/>
              <a:gd name="connsiteY5086" fmla="*/ 2790763 h 5274332"/>
              <a:gd name="connsiteX5087" fmla="*/ 910682 w 4641785"/>
              <a:gd name="connsiteY5087" fmla="*/ 2790651 h 5274332"/>
              <a:gd name="connsiteX5088" fmla="*/ 3026982 w 4641785"/>
              <a:gd name="connsiteY5088" fmla="*/ 2790431 h 5274332"/>
              <a:gd name="connsiteX5089" fmla="*/ 3026927 w 4641785"/>
              <a:gd name="connsiteY5089" fmla="*/ 2790651 h 5274332"/>
              <a:gd name="connsiteX5090" fmla="*/ 3026927 w 4641785"/>
              <a:gd name="connsiteY5090" fmla="*/ 2790652 h 5274332"/>
              <a:gd name="connsiteX5091" fmla="*/ 3198553 w 4641785"/>
              <a:gd name="connsiteY5091" fmla="*/ 2789721 h 5274332"/>
              <a:gd name="connsiteX5092" fmla="*/ 3197622 w 4641785"/>
              <a:gd name="connsiteY5092" fmla="*/ 2790186 h 5274332"/>
              <a:gd name="connsiteX5093" fmla="*/ 3199017 w 4641785"/>
              <a:gd name="connsiteY5093" fmla="*/ 2789721 h 5274332"/>
              <a:gd name="connsiteX5094" fmla="*/ 3282737 w 4641785"/>
              <a:gd name="connsiteY5094" fmla="*/ 2789256 h 5274332"/>
              <a:gd name="connsiteX5095" fmla="*/ 3282737 w 4641785"/>
              <a:gd name="connsiteY5095" fmla="*/ 2790652 h 5274332"/>
              <a:gd name="connsiteX5096" fmla="*/ 3283667 w 4641785"/>
              <a:gd name="connsiteY5096" fmla="*/ 2791116 h 5274332"/>
              <a:gd name="connsiteX5097" fmla="*/ 3285993 w 4641785"/>
              <a:gd name="connsiteY5097" fmla="*/ 2791581 h 5274332"/>
              <a:gd name="connsiteX5098" fmla="*/ 3285993 w 4641785"/>
              <a:gd name="connsiteY5098" fmla="*/ 2792512 h 5274332"/>
              <a:gd name="connsiteX5099" fmla="*/ 3286458 w 4641785"/>
              <a:gd name="connsiteY5099" fmla="*/ 2795303 h 5274332"/>
              <a:gd name="connsiteX5100" fmla="*/ 3286458 w 4641785"/>
              <a:gd name="connsiteY5100" fmla="*/ 2799023 h 5274332"/>
              <a:gd name="connsiteX5101" fmla="*/ 3289249 w 4641785"/>
              <a:gd name="connsiteY5101" fmla="*/ 2803210 h 5274332"/>
              <a:gd name="connsiteX5102" fmla="*/ 3288318 w 4641785"/>
              <a:gd name="connsiteY5102" fmla="*/ 2806465 h 5274332"/>
              <a:gd name="connsiteX5103" fmla="*/ 3289714 w 4641785"/>
              <a:gd name="connsiteY5103" fmla="*/ 2809256 h 5274332"/>
              <a:gd name="connsiteX5104" fmla="*/ 3293435 w 4641785"/>
              <a:gd name="connsiteY5104" fmla="*/ 2810186 h 5274332"/>
              <a:gd name="connsiteX5105" fmla="*/ 3292040 w 4641785"/>
              <a:gd name="connsiteY5105" fmla="*/ 2812512 h 5274332"/>
              <a:gd name="connsiteX5106" fmla="*/ 3286458 w 4641785"/>
              <a:gd name="connsiteY5106" fmla="*/ 2808791 h 5274332"/>
              <a:gd name="connsiteX5107" fmla="*/ 3285993 w 4641785"/>
              <a:gd name="connsiteY5107" fmla="*/ 2805535 h 5274332"/>
              <a:gd name="connsiteX5108" fmla="*/ 3283667 w 4641785"/>
              <a:gd name="connsiteY5108" fmla="*/ 2804139 h 5274332"/>
              <a:gd name="connsiteX5109" fmla="*/ 3279481 w 4641785"/>
              <a:gd name="connsiteY5109" fmla="*/ 2803210 h 5274332"/>
              <a:gd name="connsiteX5110" fmla="*/ 3280411 w 4641785"/>
              <a:gd name="connsiteY5110" fmla="*/ 2797628 h 5274332"/>
              <a:gd name="connsiteX5111" fmla="*/ 3279947 w 4641785"/>
              <a:gd name="connsiteY5111" fmla="*/ 2792047 h 5274332"/>
              <a:gd name="connsiteX5112" fmla="*/ 3168786 w 4641785"/>
              <a:gd name="connsiteY5112" fmla="*/ 2787396 h 5274332"/>
              <a:gd name="connsiteX5113" fmla="*/ 3172041 w 4641785"/>
              <a:gd name="connsiteY5113" fmla="*/ 2794837 h 5274332"/>
              <a:gd name="connsiteX5114" fmla="*/ 3173902 w 4641785"/>
              <a:gd name="connsiteY5114" fmla="*/ 2797163 h 5274332"/>
              <a:gd name="connsiteX5115" fmla="*/ 3172971 w 4641785"/>
              <a:gd name="connsiteY5115" fmla="*/ 2800418 h 5274332"/>
              <a:gd name="connsiteX5116" fmla="*/ 3173902 w 4641785"/>
              <a:gd name="connsiteY5116" fmla="*/ 2806000 h 5274332"/>
              <a:gd name="connsiteX5117" fmla="*/ 3173902 w 4641785"/>
              <a:gd name="connsiteY5117" fmla="*/ 2809721 h 5274332"/>
              <a:gd name="connsiteX5118" fmla="*/ 3171111 w 4641785"/>
              <a:gd name="connsiteY5118" fmla="*/ 2818558 h 5274332"/>
              <a:gd name="connsiteX5119" fmla="*/ 3171576 w 4641785"/>
              <a:gd name="connsiteY5119" fmla="*/ 2825534 h 5274332"/>
              <a:gd name="connsiteX5120" fmla="*/ 3168320 w 4641785"/>
              <a:gd name="connsiteY5120" fmla="*/ 2829256 h 5274332"/>
              <a:gd name="connsiteX5121" fmla="*/ 3161344 w 4641785"/>
              <a:gd name="connsiteY5121" fmla="*/ 2829256 h 5274332"/>
              <a:gd name="connsiteX5122" fmla="*/ 3153437 w 4641785"/>
              <a:gd name="connsiteY5122" fmla="*/ 2826000 h 5274332"/>
              <a:gd name="connsiteX5123" fmla="*/ 3152506 w 4641785"/>
              <a:gd name="connsiteY5123" fmla="*/ 2821814 h 5274332"/>
              <a:gd name="connsiteX5124" fmla="*/ 3153902 w 4641785"/>
              <a:gd name="connsiteY5124" fmla="*/ 2814372 h 5274332"/>
              <a:gd name="connsiteX5125" fmla="*/ 3156693 w 4641785"/>
              <a:gd name="connsiteY5125" fmla="*/ 2811581 h 5274332"/>
              <a:gd name="connsiteX5126" fmla="*/ 3158553 w 4641785"/>
              <a:gd name="connsiteY5126" fmla="*/ 2804139 h 5274332"/>
              <a:gd name="connsiteX5127" fmla="*/ 3166460 w 4641785"/>
              <a:gd name="connsiteY5127" fmla="*/ 2788791 h 5274332"/>
              <a:gd name="connsiteX5128" fmla="*/ 3272040 w 4641785"/>
              <a:gd name="connsiteY5128" fmla="*/ 2786930 h 5274332"/>
              <a:gd name="connsiteX5129" fmla="*/ 3272504 w 4641785"/>
              <a:gd name="connsiteY5129" fmla="*/ 2787861 h 5274332"/>
              <a:gd name="connsiteX5130" fmla="*/ 3271574 w 4641785"/>
              <a:gd name="connsiteY5130" fmla="*/ 2788791 h 5274332"/>
              <a:gd name="connsiteX5131" fmla="*/ 3272040 w 4641785"/>
              <a:gd name="connsiteY5131" fmla="*/ 2789256 h 5274332"/>
              <a:gd name="connsiteX5132" fmla="*/ 3272970 w 4641785"/>
              <a:gd name="connsiteY5132" fmla="*/ 2788791 h 5274332"/>
              <a:gd name="connsiteX5133" fmla="*/ 3273900 w 4641785"/>
              <a:gd name="connsiteY5133" fmla="*/ 2788326 h 5274332"/>
              <a:gd name="connsiteX5134" fmla="*/ 3274365 w 4641785"/>
              <a:gd name="connsiteY5134" fmla="*/ 2788791 h 5274332"/>
              <a:gd name="connsiteX5135" fmla="*/ 3278552 w 4641785"/>
              <a:gd name="connsiteY5135" fmla="*/ 2789256 h 5274332"/>
              <a:gd name="connsiteX5136" fmla="*/ 3277156 w 4641785"/>
              <a:gd name="connsiteY5136" fmla="*/ 2795767 h 5274332"/>
              <a:gd name="connsiteX5137" fmla="*/ 3272970 w 4641785"/>
              <a:gd name="connsiteY5137" fmla="*/ 2798093 h 5274332"/>
              <a:gd name="connsiteX5138" fmla="*/ 3271574 w 4641785"/>
              <a:gd name="connsiteY5138" fmla="*/ 2795767 h 5274332"/>
              <a:gd name="connsiteX5139" fmla="*/ 3268319 w 4641785"/>
              <a:gd name="connsiteY5139" fmla="*/ 2794837 h 5274332"/>
              <a:gd name="connsiteX5140" fmla="*/ 3270179 w 4641785"/>
              <a:gd name="connsiteY5140" fmla="*/ 2789256 h 5274332"/>
              <a:gd name="connsiteX5141" fmla="*/ 3271574 w 4641785"/>
              <a:gd name="connsiteY5141" fmla="*/ 2787396 h 5274332"/>
              <a:gd name="connsiteX5142" fmla="*/ 3002276 w 4641785"/>
              <a:gd name="connsiteY5142" fmla="*/ 2784605 h 5274332"/>
              <a:gd name="connsiteX5143" fmla="*/ 3002276 w 4641785"/>
              <a:gd name="connsiteY5143" fmla="*/ 2784605 h 5274332"/>
              <a:gd name="connsiteX5144" fmla="*/ 3003207 w 4641785"/>
              <a:gd name="connsiteY5144" fmla="*/ 2785535 h 5274332"/>
              <a:gd name="connsiteX5145" fmla="*/ 3003207 w 4641785"/>
              <a:gd name="connsiteY5145" fmla="*/ 2786000 h 5274332"/>
              <a:gd name="connsiteX5146" fmla="*/ 3003207 w 4641785"/>
              <a:gd name="connsiteY5146" fmla="*/ 2789721 h 5274332"/>
              <a:gd name="connsiteX5147" fmla="*/ 3003207 w 4641785"/>
              <a:gd name="connsiteY5147" fmla="*/ 2789721 h 5274332"/>
              <a:gd name="connsiteX5148" fmla="*/ 3003207 w 4641785"/>
              <a:gd name="connsiteY5148" fmla="*/ 2786000 h 5274332"/>
              <a:gd name="connsiteX5149" fmla="*/ 3003207 w 4641785"/>
              <a:gd name="connsiteY5149" fmla="*/ 2785535 h 5274332"/>
              <a:gd name="connsiteX5150" fmla="*/ 3302272 w 4641785"/>
              <a:gd name="connsiteY5150" fmla="*/ 2784140 h 5274332"/>
              <a:gd name="connsiteX5151" fmla="*/ 3307853 w 4641785"/>
              <a:gd name="connsiteY5151" fmla="*/ 2786930 h 5274332"/>
              <a:gd name="connsiteX5152" fmla="*/ 3310644 w 4641785"/>
              <a:gd name="connsiteY5152" fmla="*/ 2789721 h 5274332"/>
              <a:gd name="connsiteX5153" fmla="*/ 3310179 w 4641785"/>
              <a:gd name="connsiteY5153" fmla="*/ 2795303 h 5274332"/>
              <a:gd name="connsiteX5154" fmla="*/ 3308783 w 4641785"/>
              <a:gd name="connsiteY5154" fmla="*/ 2797163 h 5274332"/>
              <a:gd name="connsiteX5155" fmla="*/ 3304598 w 4641785"/>
              <a:gd name="connsiteY5155" fmla="*/ 2798093 h 5274332"/>
              <a:gd name="connsiteX5156" fmla="*/ 3303202 w 4641785"/>
              <a:gd name="connsiteY5156" fmla="*/ 2802279 h 5274332"/>
              <a:gd name="connsiteX5157" fmla="*/ 3301342 w 4641785"/>
              <a:gd name="connsiteY5157" fmla="*/ 2804139 h 5274332"/>
              <a:gd name="connsiteX5158" fmla="*/ 3299481 w 4641785"/>
              <a:gd name="connsiteY5158" fmla="*/ 2803210 h 5274332"/>
              <a:gd name="connsiteX5159" fmla="*/ 3296691 w 4641785"/>
              <a:gd name="connsiteY5159" fmla="*/ 2802744 h 5274332"/>
              <a:gd name="connsiteX5160" fmla="*/ 3298086 w 4641785"/>
              <a:gd name="connsiteY5160" fmla="*/ 2800418 h 5274332"/>
              <a:gd name="connsiteX5161" fmla="*/ 3300411 w 4641785"/>
              <a:gd name="connsiteY5161" fmla="*/ 2800418 h 5274332"/>
              <a:gd name="connsiteX5162" fmla="*/ 3301807 w 4641785"/>
              <a:gd name="connsiteY5162" fmla="*/ 2799488 h 5274332"/>
              <a:gd name="connsiteX5163" fmla="*/ 3302272 w 4641785"/>
              <a:gd name="connsiteY5163" fmla="*/ 2797163 h 5274332"/>
              <a:gd name="connsiteX5164" fmla="*/ 3301807 w 4641785"/>
              <a:gd name="connsiteY5164" fmla="*/ 2796233 h 5274332"/>
              <a:gd name="connsiteX5165" fmla="*/ 3301342 w 4641785"/>
              <a:gd name="connsiteY5165" fmla="*/ 2795767 h 5274332"/>
              <a:gd name="connsiteX5166" fmla="*/ 3298551 w 4641785"/>
              <a:gd name="connsiteY5166" fmla="*/ 2795767 h 5274332"/>
              <a:gd name="connsiteX5167" fmla="*/ 3298086 w 4641785"/>
              <a:gd name="connsiteY5167" fmla="*/ 2792977 h 5274332"/>
              <a:gd name="connsiteX5168" fmla="*/ 3302272 w 4641785"/>
              <a:gd name="connsiteY5168" fmla="*/ 2788326 h 5274332"/>
              <a:gd name="connsiteX5169" fmla="*/ 3276691 w 4641785"/>
              <a:gd name="connsiteY5169" fmla="*/ 2782745 h 5274332"/>
              <a:gd name="connsiteX5170" fmla="*/ 3280411 w 4641785"/>
              <a:gd name="connsiteY5170" fmla="*/ 2785535 h 5274332"/>
              <a:gd name="connsiteX5171" fmla="*/ 3279016 w 4641785"/>
              <a:gd name="connsiteY5171" fmla="*/ 2789256 h 5274332"/>
              <a:gd name="connsiteX5172" fmla="*/ 3275296 w 4641785"/>
              <a:gd name="connsiteY5172" fmla="*/ 2788791 h 5274332"/>
              <a:gd name="connsiteX5173" fmla="*/ 3026510 w 4641785"/>
              <a:gd name="connsiteY5173" fmla="*/ 2782370 h 5274332"/>
              <a:gd name="connsiteX5174" fmla="*/ 3025532 w 4641785"/>
              <a:gd name="connsiteY5174" fmla="*/ 2783674 h 5274332"/>
              <a:gd name="connsiteX5175" fmla="*/ 3025532 w 4641785"/>
              <a:gd name="connsiteY5175" fmla="*/ 2783674 h 5274332"/>
              <a:gd name="connsiteX5176" fmla="*/ 3217622 w 4641785"/>
              <a:gd name="connsiteY5176" fmla="*/ 2782279 h 5274332"/>
              <a:gd name="connsiteX5177" fmla="*/ 3219948 w 4641785"/>
              <a:gd name="connsiteY5177" fmla="*/ 2784140 h 5274332"/>
              <a:gd name="connsiteX5178" fmla="*/ 3223668 w 4641785"/>
              <a:gd name="connsiteY5178" fmla="*/ 2785535 h 5274332"/>
              <a:gd name="connsiteX5179" fmla="*/ 3224599 w 4641785"/>
              <a:gd name="connsiteY5179" fmla="*/ 2791581 h 5274332"/>
              <a:gd name="connsiteX5180" fmla="*/ 3219017 w 4641785"/>
              <a:gd name="connsiteY5180" fmla="*/ 2796698 h 5274332"/>
              <a:gd name="connsiteX5181" fmla="*/ 3217157 w 4641785"/>
              <a:gd name="connsiteY5181" fmla="*/ 2799954 h 5274332"/>
              <a:gd name="connsiteX5182" fmla="*/ 3216692 w 4641785"/>
              <a:gd name="connsiteY5182" fmla="*/ 2799954 h 5274332"/>
              <a:gd name="connsiteX5183" fmla="*/ 3216692 w 4641785"/>
              <a:gd name="connsiteY5183" fmla="*/ 2802279 h 5274332"/>
              <a:gd name="connsiteX5184" fmla="*/ 3213901 w 4641785"/>
              <a:gd name="connsiteY5184" fmla="*/ 2805069 h 5274332"/>
              <a:gd name="connsiteX5185" fmla="*/ 3213901 w 4641785"/>
              <a:gd name="connsiteY5185" fmla="*/ 2806000 h 5274332"/>
              <a:gd name="connsiteX5186" fmla="*/ 3216692 w 4641785"/>
              <a:gd name="connsiteY5186" fmla="*/ 2802279 h 5274332"/>
              <a:gd name="connsiteX5187" fmla="*/ 3218087 w 4641785"/>
              <a:gd name="connsiteY5187" fmla="*/ 2800418 h 5274332"/>
              <a:gd name="connsiteX5188" fmla="*/ 3219482 w 4641785"/>
              <a:gd name="connsiteY5188" fmla="*/ 2802279 h 5274332"/>
              <a:gd name="connsiteX5189" fmla="*/ 3222273 w 4641785"/>
              <a:gd name="connsiteY5189" fmla="*/ 2801814 h 5274332"/>
              <a:gd name="connsiteX5190" fmla="*/ 3220878 w 4641785"/>
              <a:gd name="connsiteY5190" fmla="*/ 2811117 h 5274332"/>
              <a:gd name="connsiteX5191" fmla="*/ 3219017 w 4641785"/>
              <a:gd name="connsiteY5191" fmla="*/ 2815302 h 5274332"/>
              <a:gd name="connsiteX5192" fmla="*/ 3217157 w 4641785"/>
              <a:gd name="connsiteY5192" fmla="*/ 2815768 h 5274332"/>
              <a:gd name="connsiteX5193" fmla="*/ 3216692 w 4641785"/>
              <a:gd name="connsiteY5193" fmla="*/ 2816232 h 5274332"/>
              <a:gd name="connsiteX5194" fmla="*/ 3219017 w 4641785"/>
              <a:gd name="connsiteY5194" fmla="*/ 2815768 h 5274332"/>
              <a:gd name="connsiteX5195" fmla="*/ 3221808 w 4641785"/>
              <a:gd name="connsiteY5195" fmla="*/ 2821814 h 5274332"/>
              <a:gd name="connsiteX5196" fmla="*/ 3218552 w 4641785"/>
              <a:gd name="connsiteY5196" fmla="*/ 2831116 h 5274332"/>
              <a:gd name="connsiteX5197" fmla="*/ 3213901 w 4641785"/>
              <a:gd name="connsiteY5197" fmla="*/ 2825534 h 5274332"/>
              <a:gd name="connsiteX5198" fmla="*/ 3213436 w 4641785"/>
              <a:gd name="connsiteY5198" fmla="*/ 2819023 h 5274332"/>
              <a:gd name="connsiteX5199" fmla="*/ 3215762 w 4641785"/>
              <a:gd name="connsiteY5199" fmla="*/ 2816698 h 5274332"/>
              <a:gd name="connsiteX5200" fmla="*/ 3213901 w 4641785"/>
              <a:gd name="connsiteY5200" fmla="*/ 2810186 h 5274332"/>
              <a:gd name="connsiteX5201" fmla="*/ 3213901 w 4641785"/>
              <a:gd name="connsiteY5201" fmla="*/ 2813907 h 5274332"/>
              <a:gd name="connsiteX5202" fmla="*/ 3212506 w 4641785"/>
              <a:gd name="connsiteY5202" fmla="*/ 2812046 h 5274332"/>
              <a:gd name="connsiteX5203" fmla="*/ 3210646 w 4641785"/>
              <a:gd name="connsiteY5203" fmla="*/ 2809721 h 5274332"/>
              <a:gd name="connsiteX5204" fmla="*/ 3207855 w 4641785"/>
              <a:gd name="connsiteY5204" fmla="*/ 2803674 h 5274332"/>
              <a:gd name="connsiteX5205" fmla="*/ 3209715 w 4641785"/>
              <a:gd name="connsiteY5205" fmla="*/ 2802279 h 5274332"/>
              <a:gd name="connsiteX5206" fmla="*/ 3210646 w 4641785"/>
              <a:gd name="connsiteY5206" fmla="*/ 2801349 h 5274332"/>
              <a:gd name="connsiteX5207" fmla="*/ 3211111 w 4641785"/>
              <a:gd name="connsiteY5207" fmla="*/ 2800884 h 5274332"/>
              <a:gd name="connsiteX5208" fmla="*/ 3212506 w 4641785"/>
              <a:gd name="connsiteY5208" fmla="*/ 2799488 h 5274332"/>
              <a:gd name="connsiteX5209" fmla="*/ 3212971 w 4641785"/>
              <a:gd name="connsiteY5209" fmla="*/ 2799023 h 5274332"/>
              <a:gd name="connsiteX5210" fmla="*/ 3213901 w 4641785"/>
              <a:gd name="connsiteY5210" fmla="*/ 2798558 h 5274332"/>
              <a:gd name="connsiteX5211" fmla="*/ 3214366 w 4641785"/>
              <a:gd name="connsiteY5211" fmla="*/ 2798558 h 5274332"/>
              <a:gd name="connsiteX5212" fmla="*/ 3214831 w 4641785"/>
              <a:gd name="connsiteY5212" fmla="*/ 2799488 h 5274332"/>
              <a:gd name="connsiteX5213" fmla="*/ 3215297 w 4641785"/>
              <a:gd name="connsiteY5213" fmla="*/ 2799954 h 5274332"/>
              <a:gd name="connsiteX5214" fmla="*/ 3214831 w 4641785"/>
              <a:gd name="connsiteY5214" fmla="*/ 2798558 h 5274332"/>
              <a:gd name="connsiteX5215" fmla="*/ 3214366 w 4641785"/>
              <a:gd name="connsiteY5215" fmla="*/ 2798093 h 5274332"/>
              <a:gd name="connsiteX5216" fmla="*/ 3213436 w 4641785"/>
              <a:gd name="connsiteY5216" fmla="*/ 2798093 h 5274332"/>
              <a:gd name="connsiteX5217" fmla="*/ 3211111 w 4641785"/>
              <a:gd name="connsiteY5217" fmla="*/ 2800884 h 5274332"/>
              <a:gd name="connsiteX5218" fmla="*/ 3209250 w 4641785"/>
              <a:gd name="connsiteY5218" fmla="*/ 2794837 h 5274332"/>
              <a:gd name="connsiteX5219" fmla="*/ 3210646 w 4641785"/>
              <a:gd name="connsiteY5219" fmla="*/ 2787861 h 5274332"/>
              <a:gd name="connsiteX5220" fmla="*/ 3212971 w 4641785"/>
              <a:gd name="connsiteY5220" fmla="*/ 2785535 h 5274332"/>
              <a:gd name="connsiteX5221" fmla="*/ 3213436 w 4641785"/>
              <a:gd name="connsiteY5221" fmla="*/ 2782745 h 5274332"/>
              <a:gd name="connsiteX5222" fmla="*/ 3215297 w 4641785"/>
              <a:gd name="connsiteY5222" fmla="*/ 2782745 h 5274332"/>
              <a:gd name="connsiteX5223" fmla="*/ 3216227 w 4641785"/>
              <a:gd name="connsiteY5223" fmla="*/ 2782745 h 5274332"/>
              <a:gd name="connsiteX5224" fmla="*/ 3260877 w 4641785"/>
              <a:gd name="connsiteY5224" fmla="*/ 2781814 h 5274332"/>
              <a:gd name="connsiteX5225" fmla="*/ 3262272 w 4641785"/>
              <a:gd name="connsiteY5225" fmla="*/ 2783210 h 5274332"/>
              <a:gd name="connsiteX5226" fmla="*/ 3265528 w 4641785"/>
              <a:gd name="connsiteY5226" fmla="*/ 2783674 h 5274332"/>
              <a:gd name="connsiteX5227" fmla="*/ 3267389 w 4641785"/>
              <a:gd name="connsiteY5227" fmla="*/ 2786930 h 5274332"/>
              <a:gd name="connsiteX5228" fmla="*/ 3270179 w 4641785"/>
              <a:gd name="connsiteY5228" fmla="*/ 2789256 h 5274332"/>
              <a:gd name="connsiteX5229" fmla="*/ 3268319 w 4641785"/>
              <a:gd name="connsiteY5229" fmla="*/ 2794372 h 5274332"/>
              <a:gd name="connsiteX5230" fmla="*/ 3268319 w 4641785"/>
              <a:gd name="connsiteY5230" fmla="*/ 2794837 h 5274332"/>
              <a:gd name="connsiteX5231" fmla="*/ 3268319 w 4641785"/>
              <a:gd name="connsiteY5231" fmla="*/ 2795767 h 5274332"/>
              <a:gd name="connsiteX5232" fmla="*/ 3270179 w 4641785"/>
              <a:gd name="connsiteY5232" fmla="*/ 2796233 h 5274332"/>
              <a:gd name="connsiteX5233" fmla="*/ 3268319 w 4641785"/>
              <a:gd name="connsiteY5233" fmla="*/ 2802279 h 5274332"/>
              <a:gd name="connsiteX5234" fmla="*/ 3265993 w 4641785"/>
              <a:gd name="connsiteY5234" fmla="*/ 2799954 h 5274332"/>
              <a:gd name="connsiteX5235" fmla="*/ 3266458 w 4641785"/>
              <a:gd name="connsiteY5235" fmla="*/ 2797628 h 5274332"/>
              <a:gd name="connsiteX5236" fmla="*/ 3265993 w 4641785"/>
              <a:gd name="connsiteY5236" fmla="*/ 2797628 h 5274332"/>
              <a:gd name="connsiteX5237" fmla="*/ 3264598 w 4641785"/>
              <a:gd name="connsiteY5237" fmla="*/ 2799023 h 5274332"/>
              <a:gd name="connsiteX5238" fmla="*/ 3264133 w 4641785"/>
              <a:gd name="connsiteY5238" fmla="*/ 2800418 h 5274332"/>
              <a:gd name="connsiteX5239" fmla="*/ 3265528 w 4641785"/>
              <a:gd name="connsiteY5239" fmla="*/ 2798093 h 5274332"/>
              <a:gd name="connsiteX5240" fmla="*/ 3265993 w 4641785"/>
              <a:gd name="connsiteY5240" fmla="*/ 2800884 h 5274332"/>
              <a:gd name="connsiteX5241" fmla="*/ 3265528 w 4641785"/>
              <a:gd name="connsiteY5241" fmla="*/ 2805069 h 5274332"/>
              <a:gd name="connsiteX5242" fmla="*/ 3267389 w 4641785"/>
              <a:gd name="connsiteY5242" fmla="*/ 2807395 h 5274332"/>
              <a:gd name="connsiteX5243" fmla="*/ 3266458 w 4641785"/>
              <a:gd name="connsiteY5243" fmla="*/ 2812046 h 5274332"/>
              <a:gd name="connsiteX5244" fmla="*/ 3270179 w 4641785"/>
              <a:gd name="connsiteY5244" fmla="*/ 2813442 h 5274332"/>
              <a:gd name="connsiteX5245" fmla="*/ 3266923 w 4641785"/>
              <a:gd name="connsiteY5245" fmla="*/ 2816232 h 5274332"/>
              <a:gd name="connsiteX5246" fmla="*/ 3267389 w 4641785"/>
              <a:gd name="connsiteY5246" fmla="*/ 2819953 h 5274332"/>
              <a:gd name="connsiteX5247" fmla="*/ 3265063 w 4641785"/>
              <a:gd name="connsiteY5247" fmla="*/ 2819953 h 5274332"/>
              <a:gd name="connsiteX5248" fmla="*/ 3263202 w 4641785"/>
              <a:gd name="connsiteY5248" fmla="*/ 2819023 h 5274332"/>
              <a:gd name="connsiteX5249" fmla="*/ 3262738 w 4641785"/>
              <a:gd name="connsiteY5249" fmla="*/ 2820419 h 5274332"/>
              <a:gd name="connsiteX5250" fmla="*/ 3266923 w 4641785"/>
              <a:gd name="connsiteY5250" fmla="*/ 2823209 h 5274332"/>
              <a:gd name="connsiteX5251" fmla="*/ 3265528 w 4641785"/>
              <a:gd name="connsiteY5251" fmla="*/ 2824605 h 5274332"/>
              <a:gd name="connsiteX5252" fmla="*/ 3259947 w 4641785"/>
              <a:gd name="connsiteY5252" fmla="*/ 2819023 h 5274332"/>
              <a:gd name="connsiteX5253" fmla="*/ 3257156 w 4641785"/>
              <a:gd name="connsiteY5253" fmla="*/ 2809721 h 5274332"/>
              <a:gd name="connsiteX5254" fmla="*/ 3259947 w 4641785"/>
              <a:gd name="connsiteY5254" fmla="*/ 2802279 h 5274332"/>
              <a:gd name="connsiteX5255" fmla="*/ 3260412 w 4641785"/>
              <a:gd name="connsiteY5255" fmla="*/ 2799023 h 5274332"/>
              <a:gd name="connsiteX5256" fmla="*/ 3262272 w 4641785"/>
              <a:gd name="connsiteY5256" fmla="*/ 2803674 h 5274332"/>
              <a:gd name="connsiteX5257" fmla="*/ 3262738 w 4641785"/>
              <a:gd name="connsiteY5257" fmla="*/ 2804139 h 5274332"/>
              <a:gd name="connsiteX5258" fmla="*/ 3263202 w 4641785"/>
              <a:gd name="connsiteY5258" fmla="*/ 2803674 h 5274332"/>
              <a:gd name="connsiteX5259" fmla="*/ 3263668 w 4641785"/>
              <a:gd name="connsiteY5259" fmla="*/ 2804605 h 5274332"/>
              <a:gd name="connsiteX5260" fmla="*/ 3263668 w 4641785"/>
              <a:gd name="connsiteY5260" fmla="*/ 2803674 h 5274332"/>
              <a:gd name="connsiteX5261" fmla="*/ 3263202 w 4641785"/>
              <a:gd name="connsiteY5261" fmla="*/ 2803674 h 5274332"/>
              <a:gd name="connsiteX5262" fmla="*/ 3262738 w 4641785"/>
              <a:gd name="connsiteY5262" fmla="*/ 2803674 h 5274332"/>
              <a:gd name="connsiteX5263" fmla="*/ 3262738 w 4641785"/>
              <a:gd name="connsiteY5263" fmla="*/ 2801814 h 5274332"/>
              <a:gd name="connsiteX5264" fmla="*/ 3262738 w 4641785"/>
              <a:gd name="connsiteY5264" fmla="*/ 2801349 h 5274332"/>
              <a:gd name="connsiteX5265" fmla="*/ 3262272 w 4641785"/>
              <a:gd name="connsiteY5265" fmla="*/ 2801349 h 5274332"/>
              <a:gd name="connsiteX5266" fmla="*/ 3261342 w 4641785"/>
              <a:gd name="connsiteY5266" fmla="*/ 2799023 h 5274332"/>
              <a:gd name="connsiteX5267" fmla="*/ 3259482 w 4641785"/>
              <a:gd name="connsiteY5267" fmla="*/ 2798558 h 5274332"/>
              <a:gd name="connsiteX5268" fmla="*/ 3257621 w 4641785"/>
              <a:gd name="connsiteY5268" fmla="*/ 2792977 h 5274332"/>
              <a:gd name="connsiteX5269" fmla="*/ 3257621 w 4641785"/>
              <a:gd name="connsiteY5269" fmla="*/ 2790186 h 5274332"/>
              <a:gd name="connsiteX5270" fmla="*/ 1006959 w 4641785"/>
              <a:gd name="connsiteY5270" fmla="*/ 2781814 h 5274332"/>
              <a:gd name="connsiteX5271" fmla="*/ 1005564 w 4641785"/>
              <a:gd name="connsiteY5271" fmla="*/ 2785535 h 5274332"/>
              <a:gd name="connsiteX5272" fmla="*/ 1004633 w 4641785"/>
              <a:gd name="connsiteY5272" fmla="*/ 2796697 h 5274332"/>
              <a:gd name="connsiteX5273" fmla="*/ 1003238 w 4641785"/>
              <a:gd name="connsiteY5273" fmla="*/ 2799023 h 5274332"/>
              <a:gd name="connsiteX5274" fmla="*/ 1003239 w 4641785"/>
              <a:gd name="connsiteY5274" fmla="*/ 2799024 h 5274332"/>
              <a:gd name="connsiteX5275" fmla="*/ 1004635 w 4641785"/>
              <a:gd name="connsiteY5275" fmla="*/ 2796699 h 5274332"/>
              <a:gd name="connsiteX5276" fmla="*/ 1005564 w 4641785"/>
              <a:gd name="connsiteY5276" fmla="*/ 2785536 h 5274332"/>
              <a:gd name="connsiteX5277" fmla="*/ 1006960 w 4641785"/>
              <a:gd name="connsiteY5277" fmla="*/ 2781815 h 5274332"/>
              <a:gd name="connsiteX5278" fmla="*/ 2006945 w 4641785"/>
              <a:gd name="connsiteY5278" fmla="*/ 2781814 h 5274332"/>
              <a:gd name="connsiteX5279" fmla="*/ 2006944 w 4641785"/>
              <a:gd name="connsiteY5279" fmla="*/ 2781815 h 5274332"/>
              <a:gd name="connsiteX5280" fmla="*/ 2007409 w 4641785"/>
              <a:gd name="connsiteY5280" fmla="*/ 2785536 h 5274332"/>
              <a:gd name="connsiteX5281" fmla="*/ 2009734 w 4641785"/>
              <a:gd name="connsiteY5281" fmla="*/ 2787396 h 5274332"/>
              <a:gd name="connsiteX5282" fmla="*/ 2009734 w 4641785"/>
              <a:gd name="connsiteY5282" fmla="*/ 2790652 h 5274332"/>
              <a:gd name="connsiteX5283" fmla="*/ 2008339 w 4641785"/>
              <a:gd name="connsiteY5283" fmla="*/ 2792513 h 5274332"/>
              <a:gd name="connsiteX5284" fmla="*/ 2009270 w 4641785"/>
              <a:gd name="connsiteY5284" fmla="*/ 2795303 h 5274332"/>
              <a:gd name="connsiteX5285" fmla="*/ 2009270 w 4641785"/>
              <a:gd name="connsiteY5285" fmla="*/ 2795302 h 5274332"/>
              <a:gd name="connsiteX5286" fmla="*/ 2008340 w 4641785"/>
              <a:gd name="connsiteY5286" fmla="*/ 2792512 h 5274332"/>
              <a:gd name="connsiteX5287" fmla="*/ 2009735 w 4641785"/>
              <a:gd name="connsiteY5287" fmla="*/ 2790651 h 5274332"/>
              <a:gd name="connsiteX5288" fmla="*/ 2009735 w 4641785"/>
              <a:gd name="connsiteY5288" fmla="*/ 2787395 h 5274332"/>
              <a:gd name="connsiteX5289" fmla="*/ 2007409 w 4641785"/>
              <a:gd name="connsiteY5289" fmla="*/ 2785535 h 5274332"/>
              <a:gd name="connsiteX5290" fmla="*/ 3226924 w 4641785"/>
              <a:gd name="connsiteY5290" fmla="*/ 2780884 h 5274332"/>
              <a:gd name="connsiteX5291" fmla="*/ 3227855 w 4641785"/>
              <a:gd name="connsiteY5291" fmla="*/ 2781349 h 5274332"/>
              <a:gd name="connsiteX5292" fmla="*/ 3224599 w 4641785"/>
              <a:gd name="connsiteY5292" fmla="*/ 2785070 h 5274332"/>
              <a:gd name="connsiteX5293" fmla="*/ 3222738 w 4641785"/>
              <a:gd name="connsiteY5293" fmla="*/ 2783210 h 5274332"/>
              <a:gd name="connsiteX5294" fmla="*/ 3224599 w 4641785"/>
              <a:gd name="connsiteY5294" fmla="*/ 2781349 h 5274332"/>
              <a:gd name="connsiteX5295" fmla="*/ 3248319 w 4641785"/>
              <a:gd name="connsiteY5295" fmla="*/ 2779489 h 5274332"/>
              <a:gd name="connsiteX5296" fmla="*/ 3252970 w 4641785"/>
              <a:gd name="connsiteY5296" fmla="*/ 2780884 h 5274332"/>
              <a:gd name="connsiteX5297" fmla="*/ 3250645 w 4641785"/>
              <a:gd name="connsiteY5297" fmla="*/ 2786465 h 5274332"/>
              <a:gd name="connsiteX5298" fmla="*/ 3248784 w 4641785"/>
              <a:gd name="connsiteY5298" fmla="*/ 2787861 h 5274332"/>
              <a:gd name="connsiteX5299" fmla="*/ 3247854 w 4641785"/>
              <a:gd name="connsiteY5299" fmla="*/ 2786930 h 5274332"/>
              <a:gd name="connsiteX5300" fmla="*/ 3247389 w 4641785"/>
              <a:gd name="connsiteY5300" fmla="*/ 2787861 h 5274332"/>
              <a:gd name="connsiteX5301" fmla="*/ 3248784 w 4641785"/>
              <a:gd name="connsiteY5301" fmla="*/ 2787861 h 5274332"/>
              <a:gd name="connsiteX5302" fmla="*/ 3249249 w 4641785"/>
              <a:gd name="connsiteY5302" fmla="*/ 2787861 h 5274332"/>
              <a:gd name="connsiteX5303" fmla="*/ 3250645 w 4641785"/>
              <a:gd name="connsiteY5303" fmla="*/ 2788326 h 5274332"/>
              <a:gd name="connsiteX5304" fmla="*/ 3250180 w 4641785"/>
              <a:gd name="connsiteY5304" fmla="*/ 2794372 h 5274332"/>
              <a:gd name="connsiteX5305" fmla="*/ 3248319 w 4641785"/>
              <a:gd name="connsiteY5305" fmla="*/ 2802744 h 5274332"/>
              <a:gd name="connsiteX5306" fmla="*/ 3245528 w 4641785"/>
              <a:gd name="connsiteY5306" fmla="*/ 2801349 h 5274332"/>
              <a:gd name="connsiteX5307" fmla="*/ 3244133 w 4641785"/>
              <a:gd name="connsiteY5307" fmla="*/ 2797163 h 5274332"/>
              <a:gd name="connsiteX5308" fmla="*/ 3245528 w 4641785"/>
              <a:gd name="connsiteY5308" fmla="*/ 2796233 h 5274332"/>
              <a:gd name="connsiteX5309" fmla="*/ 3243202 w 4641785"/>
              <a:gd name="connsiteY5309" fmla="*/ 2792512 h 5274332"/>
              <a:gd name="connsiteX5310" fmla="*/ 3241343 w 4641785"/>
              <a:gd name="connsiteY5310" fmla="*/ 2790652 h 5274332"/>
              <a:gd name="connsiteX5311" fmla="*/ 3242738 w 4641785"/>
              <a:gd name="connsiteY5311" fmla="*/ 2787396 h 5274332"/>
              <a:gd name="connsiteX5312" fmla="*/ 3245528 w 4641785"/>
              <a:gd name="connsiteY5312" fmla="*/ 2783674 h 5274332"/>
              <a:gd name="connsiteX5313" fmla="*/ 3246458 w 4641785"/>
              <a:gd name="connsiteY5313" fmla="*/ 2784140 h 5274332"/>
              <a:gd name="connsiteX5314" fmla="*/ 3246458 w 4641785"/>
              <a:gd name="connsiteY5314" fmla="*/ 2785535 h 5274332"/>
              <a:gd name="connsiteX5315" fmla="*/ 3247698 w 4641785"/>
              <a:gd name="connsiteY5315" fmla="*/ 2786774 h 5274332"/>
              <a:gd name="connsiteX5316" fmla="*/ 3246924 w 4641785"/>
              <a:gd name="connsiteY5316" fmla="*/ 2786000 h 5274332"/>
              <a:gd name="connsiteX5317" fmla="*/ 3246924 w 4641785"/>
              <a:gd name="connsiteY5317" fmla="*/ 2784140 h 5274332"/>
              <a:gd name="connsiteX5318" fmla="*/ 3245994 w 4641785"/>
              <a:gd name="connsiteY5318" fmla="*/ 2782745 h 5274332"/>
              <a:gd name="connsiteX5319" fmla="*/ 3168320 w 4641785"/>
              <a:gd name="connsiteY5319" fmla="*/ 2778559 h 5274332"/>
              <a:gd name="connsiteX5320" fmla="*/ 3169715 w 4641785"/>
              <a:gd name="connsiteY5320" fmla="*/ 2780419 h 5274332"/>
              <a:gd name="connsiteX5321" fmla="*/ 3167390 w 4641785"/>
              <a:gd name="connsiteY5321" fmla="*/ 2783210 h 5274332"/>
              <a:gd name="connsiteX5322" fmla="*/ 3165530 w 4641785"/>
              <a:gd name="connsiteY5322" fmla="*/ 2780884 h 5274332"/>
              <a:gd name="connsiteX5323" fmla="*/ 3292040 w 4641785"/>
              <a:gd name="connsiteY5323" fmla="*/ 2778093 h 5274332"/>
              <a:gd name="connsiteX5324" fmla="*/ 3301342 w 4641785"/>
              <a:gd name="connsiteY5324" fmla="*/ 2783210 h 5274332"/>
              <a:gd name="connsiteX5325" fmla="*/ 3299946 w 4641785"/>
              <a:gd name="connsiteY5325" fmla="*/ 2789256 h 5274332"/>
              <a:gd name="connsiteX5326" fmla="*/ 3297621 w 4641785"/>
              <a:gd name="connsiteY5326" fmla="*/ 2792977 h 5274332"/>
              <a:gd name="connsiteX5327" fmla="*/ 3297156 w 4641785"/>
              <a:gd name="connsiteY5327" fmla="*/ 2792977 h 5274332"/>
              <a:gd name="connsiteX5328" fmla="*/ 3295760 w 4641785"/>
              <a:gd name="connsiteY5328" fmla="*/ 2791116 h 5274332"/>
              <a:gd name="connsiteX5329" fmla="*/ 3295760 w 4641785"/>
              <a:gd name="connsiteY5329" fmla="*/ 2792047 h 5274332"/>
              <a:gd name="connsiteX5330" fmla="*/ 3295295 w 4641785"/>
              <a:gd name="connsiteY5330" fmla="*/ 2792512 h 5274332"/>
              <a:gd name="connsiteX5331" fmla="*/ 3294830 w 4641785"/>
              <a:gd name="connsiteY5331" fmla="*/ 2793442 h 5274332"/>
              <a:gd name="connsiteX5332" fmla="*/ 3293435 w 4641785"/>
              <a:gd name="connsiteY5332" fmla="*/ 2794372 h 5274332"/>
              <a:gd name="connsiteX5333" fmla="*/ 3292040 w 4641785"/>
              <a:gd name="connsiteY5333" fmla="*/ 2795767 h 5274332"/>
              <a:gd name="connsiteX5334" fmla="*/ 3290179 w 4641785"/>
              <a:gd name="connsiteY5334" fmla="*/ 2796233 h 5274332"/>
              <a:gd name="connsiteX5335" fmla="*/ 3288318 w 4641785"/>
              <a:gd name="connsiteY5335" fmla="*/ 2798093 h 5274332"/>
              <a:gd name="connsiteX5336" fmla="*/ 3286923 w 4641785"/>
              <a:gd name="connsiteY5336" fmla="*/ 2796698 h 5274332"/>
              <a:gd name="connsiteX5337" fmla="*/ 3286923 w 4641785"/>
              <a:gd name="connsiteY5337" fmla="*/ 2795303 h 5274332"/>
              <a:gd name="connsiteX5338" fmla="*/ 3286458 w 4641785"/>
              <a:gd name="connsiteY5338" fmla="*/ 2792512 h 5274332"/>
              <a:gd name="connsiteX5339" fmla="*/ 3286458 w 4641785"/>
              <a:gd name="connsiteY5339" fmla="*/ 2791581 h 5274332"/>
              <a:gd name="connsiteX5340" fmla="*/ 3285528 w 4641785"/>
              <a:gd name="connsiteY5340" fmla="*/ 2790652 h 5274332"/>
              <a:gd name="connsiteX5341" fmla="*/ 3283667 w 4641785"/>
              <a:gd name="connsiteY5341" fmla="*/ 2790652 h 5274332"/>
              <a:gd name="connsiteX5342" fmla="*/ 3281807 w 4641785"/>
              <a:gd name="connsiteY5342" fmla="*/ 2783674 h 5274332"/>
              <a:gd name="connsiteX5343" fmla="*/ 3279947 w 4641785"/>
              <a:gd name="connsiteY5343" fmla="*/ 2779954 h 5274332"/>
              <a:gd name="connsiteX5344" fmla="*/ 3282737 w 4641785"/>
              <a:gd name="connsiteY5344" fmla="*/ 2781349 h 5274332"/>
              <a:gd name="connsiteX5345" fmla="*/ 3287854 w 4641785"/>
              <a:gd name="connsiteY5345" fmla="*/ 2780884 h 5274332"/>
              <a:gd name="connsiteX5346" fmla="*/ 3261807 w 4641785"/>
              <a:gd name="connsiteY5346" fmla="*/ 2777628 h 5274332"/>
              <a:gd name="connsiteX5347" fmla="*/ 3263202 w 4641785"/>
              <a:gd name="connsiteY5347" fmla="*/ 2779954 h 5274332"/>
              <a:gd name="connsiteX5348" fmla="*/ 3266923 w 4641785"/>
              <a:gd name="connsiteY5348" fmla="*/ 2778559 h 5274332"/>
              <a:gd name="connsiteX5349" fmla="*/ 3270179 w 4641785"/>
              <a:gd name="connsiteY5349" fmla="*/ 2779023 h 5274332"/>
              <a:gd name="connsiteX5350" fmla="*/ 3272970 w 4641785"/>
              <a:gd name="connsiteY5350" fmla="*/ 2780419 h 5274332"/>
              <a:gd name="connsiteX5351" fmla="*/ 3273900 w 4641785"/>
              <a:gd name="connsiteY5351" fmla="*/ 2779954 h 5274332"/>
              <a:gd name="connsiteX5352" fmla="*/ 3276226 w 4641785"/>
              <a:gd name="connsiteY5352" fmla="*/ 2782745 h 5274332"/>
              <a:gd name="connsiteX5353" fmla="*/ 3273435 w 4641785"/>
              <a:gd name="connsiteY5353" fmla="*/ 2786930 h 5274332"/>
              <a:gd name="connsiteX5354" fmla="*/ 3272970 w 4641785"/>
              <a:gd name="connsiteY5354" fmla="*/ 2788791 h 5274332"/>
              <a:gd name="connsiteX5355" fmla="*/ 3272040 w 4641785"/>
              <a:gd name="connsiteY5355" fmla="*/ 2788791 h 5274332"/>
              <a:gd name="connsiteX5356" fmla="*/ 3272970 w 4641785"/>
              <a:gd name="connsiteY5356" fmla="*/ 2787861 h 5274332"/>
              <a:gd name="connsiteX5357" fmla="*/ 3272970 w 4641785"/>
              <a:gd name="connsiteY5357" fmla="*/ 2786930 h 5274332"/>
              <a:gd name="connsiteX5358" fmla="*/ 3272040 w 4641785"/>
              <a:gd name="connsiteY5358" fmla="*/ 2786465 h 5274332"/>
              <a:gd name="connsiteX5359" fmla="*/ 3271574 w 4641785"/>
              <a:gd name="connsiteY5359" fmla="*/ 2786930 h 5274332"/>
              <a:gd name="connsiteX5360" fmla="*/ 3270179 w 4641785"/>
              <a:gd name="connsiteY5360" fmla="*/ 2788326 h 5274332"/>
              <a:gd name="connsiteX5361" fmla="*/ 3269249 w 4641785"/>
              <a:gd name="connsiteY5361" fmla="*/ 2786930 h 5274332"/>
              <a:gd name="connsiteX5362" fmla="*/ 3267389 w 4641785"/>
              <a:gd name="connsiteY5362" fmla="*/ 2786465 h 5274332"/>
              <a:gd name="connsiteX5363" fmla="*/ 3265993 w 4641785"/>
              <a:gd name="connsiteY5363" fmla="*/ 2783674 h 5274332"/>
              <a:gd name="connsiteX5364" fmla="*/ 3264598 w 4641785"/>
              <a:gd name="connsiteY5364" fmla="*/ 2783210 h 5274332"/>
              <a:gd name="connsiteX5365" fmla="*/ 3262738 w 4641785"/>
              <a:gd name="connsiteY5365" fmla="*/ 2783210 h 5274332"/>
              <a:gd name="connsiteX5366" fmla="*/ 3260877 w 4641785"/>
              <a:gd name="connsiteY5366" fmla="*/ 2779954 h 5274332"/>
              <a:gd name="connsiteX5367" fmla="*/ 3025532 w 4641785"/>
              <a:gd name="connsiteY5367" fmla="*/ 2773908 h 5274332"/>
              <a:gd name="connsiteX5368" fmla="*/ 3025067 w 4641785"/>
              <a:gd name="connsiteY5368" fmla="*/ 2776233 h 5274332"/>
              <a:gd name="connsiteX5369" fmla="*/ 3025257 w 4641785"/>
              <a:gd name="connsiteY5369" fmla="*/ 2776613 h 5274332"/>
              <a:gd name="connsiteX5370" fmla="*/ 3025067 w 4641785"/>
              <a:gd name="connsiteY5370" fmla="*/ 2776233 h 5274332"/>
              <a:gd name="connsiteX5371" fmla="*/ 2990230 w 4641785"/>
              <a:gd name="connsiteY5371" fmla="*/ 2773638 h 5274332"/>
              <a:gd name="connsiteX5372" fmla="*/ 2988788 w 4641785"/>
              <a:gd name="connsiteY5372" fmla="*/ 2776233 h 5274332"/>
              <a:gd name="connsiteX5373" fmla="*/ 2988713 w 4641785"/>
              <a:gd name="connsiteY5373" fmla="*/ 2776687 h 5274332"/>
              <a:gd name="connsiteX5374" fmla="*/ 2988788 w 4641785"/>
              <a:gd name="connsiteY5374" fmla="*/ 2776233 h 5274332"/>
              <a:gd name="connsiteX5375" fmla="*/ 3014834 w 4641785"/>
              <a:gd name="connsiteY5375" fmla="*/ 2770652 h 5274332"/>
              <a:gd name="connsiteX5376" fmla="*/ 3013617 w 4641785"/>
              <a:gd name="connsiteY5376" fmla="*/ 2774305 h 5274332"/>
              <a:gd name="connsiteX5377" fmla="*/ 3014835 w 4641785"/>
              <a:gd name="connsiteY5377" fmla="*/ 2770652 h 5274332"/>
              <a:gd name="connsiteX5378" fmla="*/ 3265063 w 4641785"/>
              <a:gd name="connsiteY5378" fmla="*/ 2769257 h 5274332"/>
              <a:gd name="connsiteX5379" fmla="*/ 3265993 w 4641785"/>
              <a:gd name="connsiteY5379" fmla="*/ 2772977 h 5274332"/>
              <a:gd name="connsiteX5380" fmla="*/ 3273900 w 4641785"/>
              <a:gd name="connsiteY5380" fmla="*/ 2778559 h 5274332"/>
              <a:gd name="connsiteX5381" fmla="*/ 3272040 w 4641785"/>
              <a:gd name="connsiteY5381" fmla="*/ 2779489 h 5274332"/>
              <a:gd name="connsiteX5382" fmla="*/ 3267853 w 4641785"/>
              <a:gd name="connsiteY5382" fmla="*/ 2778093 h 5274332"/>
              <a:gd name="connsiteX5383" fmla="*/ 3263202 w 4641785"/>
              <a:gd name="connsiteY5383" fmla="*/ 2779023 h 5274332"/>
              <a:gd name="connsiteX5384" fmla="*/ 3261807 w 4641785"/>
              <a:gd name="connsiteY5384" fmla="*/ 2775768 h 5274332"/>
              <a:gd name="connsiteX5385" fmla="*/ 3261807 w 4641785"/>
              <a:gd name="connsiteY5385" fmla="*/ 2769722 h 5274332"/>
              <a:gd name="connsiteX5386" fmla="*/ 947426 w 4641785"/>
              <a:gd name="connsiteY5386" fmla="*/ 2768327 h 5274332"/>
              <a:gd name="connsiteX5387" fmla="*/ 946031 w 4641785"/>
              <a:gd name="connsiteY5387" fmla="*/ 2771116 h 5274332"/>
              <a:gd name="connsiteX5388" fmla="*/ 946031 w 4641785"/>
              <a:gd name="connsiteY5388" fmla="*/ 2771117 h 5274332"/>
              <a:gd name="connsiteX5389" fmla="*/ 2013076 w 4641785"/>
              <a:gd name="connsiteY5389" fmla="*/ 2766337 h 5274332"/>
              <a:gd name="connsiteX5390" fmla="*/ 2011595 w 4641785"/>
              <a:gd name="connsiteY5390" fmla="*/ 2770187 h 5274332"/>
              <a:gd name="connsiteX5391" fmla="*/ 2008339 w 4641785"/>
              <a:gd name="connsiteY5391" fmla="*/ 2775304 h 5274332"/>
              <a:gd name="connsiteX5392" fmla="*/ 2008804 w 4641785"/>
              <a:gd name="connsiteY5392" fmla="*/ 2778559 h 5274332"/>
              <a:gd name="connsiteX5393" fmla="*/ 2008804 w 4641785"/>
              <a:gd name="connsiteY5393" fmla="*/ 2778559 h 5274332"/>
              <a:gd name="connsiteX5394" fmla="*/ 2008340 w 4641785"/>
              <a:gd name="connsiteY5394" fmla="*/ 2775303 h 5274332"/>
              <a:gd name="connsiteX5395" fmla="*/ 2011596 w 4641785"/>
              <a:gd name="connsiteY5395" fmla="*/ 2770186 h 5274332"/>
              <a:gd name="connsiteX5396" fmla="*/ 2817701 w 4641785"/>
              <a:gd name="connsiteY5396" fmla="*/ 2763072 h 5274332"/>
              <a:gd name="connsiteX5397" fmla="*/ 2815303 w 4641785"/>
              <a:gd name="connsiteY5397" fmla="*/ 2765069 h 5274332"/>
              <a:gd name="connsiteX5398" fmla="*/ 2812512 w 4641785"/>
              <a:gd name="connsiteY5398" fmla="*/ 2769720 h 5274332"/>
              <a:gd name="connsiteX5399" fmla="*/ 2803676 w 4641785"/>
              <a:gd name="connsiteY5399" fmla="*/ 2770186 h 5274332"/>
              <a:gd name="connsiteX5400" fmla="*/ 2794839 w 4641785"/>
              <a:gd name="connsiteY5400" fmla="*/ 2769720 h 5274332"/>
              <a:gd name="connsiteX5401" fmla="*/ 2791118 w 4641785"/>
              <a:gd name="connsiteY5401" fmla="*/ 2767860 h 5274332"/>
              <a:gd name="connsiteX5402" fmla="*/ 2790652 w 4641785"/>
              <a:gd name="connsiteY5402" fmla="*/ 2764605 h 5274332"/>
              <a:gd name="connsiteX5403" fmla="*/ 2791117 w 4641785"/>
              <a:gd name="connsiteY5403" fmla="*/ 2767861 h 5274332"/>
              <a:gd name="connsiteX5404" fmla="*/ 2794838 w 4641785"/>
              <a:gd name="connsiteY5404" fmla="*/ 2769721 h 5274332"/>
              <a:gd name="connsiteX5405" fmla="*/ 2803675 w 4641785"/>
              <a:gd name="connsiteY5405" fmla="*/ 2770186 h 5274332"/>
              <a:gd name="connsiteX5406" fmla="*/ 2812512 w 4641785"/>
              <a:gd name="connsiteY5406" fmla="*/ 2769721 h 5274332"/>
              <a:gd name="connsiteX5407" fmla="*/ 2815303 w 4641785"/>
              <a:gd name="connsiteY5407" fmla="*/ 2765070 h 5274332"/>
              <a:gd name="connsiteX5408" fmla="*/ 3251575 w 4641785"/>
              <a:gd name="connsiteY5408" fmla="*/ 2762745 h 5274332"/>
              <a:gd name="connsiteX5409" fmla="*/ 3253900 w 4641785"/>
              <a:gd name="connsiteY5409" fmla="*/ 2762745 h 5274332"/>
              <a:gd name="connsiteX5410" fmla="*/ 3260412 w 4641785"/>
              <a:gd name="connsiteY5410" fmla="*/ 2766001 h 5274332"/>
              <a:gd name="connsiteX5411" fmla="*/ 3256691 w 4641785"/>
              <a:gd name="connsiteY5411" fmla="*/ 2771117 h 5274332"/>
              <a:gd name="connsiteX5412" fmla="*/ 3254365 w 4641785"/>
              <a:gd name="connsiteY5412" fmla="*/ 2775768 h 5274332"/>
              <a:gd name="connsiteX5413" fmla="*/ 3251109 w 4641785"/>
              <a:gd name="connsiteY5413" fmla="*/ 2773908 h 5274332"/>
              <a:gd name="connsiteX5414" fmla="*/ 3247389 w 4641785"/>
              <a:gd name="connsiteY5414" fmla="*/ 2773908 h 5274332"/>
              <a:gd name="connsiteX5415" fmla="*/ 3246458 w 4641785"/>
              <a:gd name="connsiteY5415" fmla="*/ 2771582 h 5274332"/>
              <a:gd name="connsiteX5416" fmla="*/ 3247854 w 4641785"/>
              <a:gd name="connsiteY5416" fmla="*/ 2766931 h 5274332"/>
              <a:gd name="connsiteX5417" fmla="*/ 3169251 w 4641785"/>
              <a:gd name="connsiteY5417" fmla="*/ 2761350 h 5274332"/>
              <a:gd name="connsiteX5418" fmla="*/ 3166460 w 4641785"/>
              <a:gd name="connsiteY5418" fmla="*/ 2767861 h 5274332"/>
              <a:gd name="connsiteX5419" fmla="*/ 3161808 w 4641785"/>
              <a:gd name="connsiteY5419" fmla="*/ 2774838 h 5274332"/>
              <a:gd name="connsiteX5420" fmla="*/ 3160879 w 4641785"/>
              <a:gd name="connsiteY5420" fmla="*/ 2777628 h 5274332"/>
              <a:gd name="connsiteX5421" fmla="*/ 3155762 w 4641785"/>
              <a:gd name="connsiteY5421" fmla="*/ 2780884 h 5274332"/>
              <a:gd name="connsiteX5422" fmla="*/ 3154367 w 4641785"/>
              <a:gd name="connsiteY5422" fmla="*/ 2780419 h 5274332"/>
              <a:gd name="connsiteX5423" fmla="*/ 3155762 w 4641785"/>
              <a:gd name="connsiteY5423" fmla="*/ 2772977 h 5274332"/>
              <a:gd name="connsiteX5424" fmla="*/ 3158088 w 4641785"/>
              <a:gd name="connsiteY5424" fmla="*/ 2767396 h 5274332"/>
              <a:gd name="connsiteX5425" fmla="*/ 3161808 w 4641785"/>
              <a:gd name="connsiteY5425" fmla="*/ 2764140 h 5274332"/>
              <a:gd name="connsiteX5426" fmla="*/ 992751 w 4641785"/>
              <a:gd name="connsiteY5426" fmla="*/ 2761235 h 5274332"/>
              <a:gd name="connsiteX5427" fmla="*/ 993936 w 4641785"/>
              <a:gd name="connsiteY5427" fmla="*/ 2763209 h 5274332"/>
              <a:gd name="connsiteX5428" fmla="*/ 993471 w 4641785"/>
              <a:gd name="connsiteY5428" fmla="*/ 2768791 h 5274332"/>
              <a:gd name="connsiteX5429" fmla="*/ 993472 w 4641785"/>
              <a:gd name="connsiteY5429" fmla="*/ 2768792 h 5274332"/>
              <a:gd name="connsiteX5430" fmla="*/ 993937 w 4641785"/>
              <a:gd name="connsiteY5430" fmla="*/ 2763211 h 5274332"/>
              <a:gd name="connsiteX5431" fmla="*/ 3274365 w 4641785"/>
              <a:gd name="connsiteY5431" fmla="*/ 2760884 h 5274332"/>
              <a:gd name="connsiteX5432" fmla="*/ 3275760 w 4641785"/>
              <a:gd name="connsiteY5432" fmla="*/ 2762745 h 5274332"/>
              <a:gd name="connsiteX5433" fmla="*/ 3281807 w 4641785"/>
              <a:gd name="connsiteY5433" fmla="*/ 2763210 h 5274332"/>
              <a:gd name="connsiteX5434" fmla="*/ 3284598 w 4641785"/>
              <a:gd name="connsiteY5434" fmla="*/ 2761815 h 5274332"/>
              <a:gd name="connsiteX5435" fmla="*/ 3285993 w 4641785"/>
              <a:gd name="connsiteY5435" fmla="*/ 2764140 h 5274332"/>
              <a:gd name="connsiteX5436" fmla="*/ 3289714 w 4641785"/>
              <a:gd name="connsiteY5436" fmla="*/ 2763676 h 5274332"/>
              <a:gd name="connsiteX5437" fmla="*/ 3291109 w 4641785"/>
              <a:gd name="connsiteY5437" fmla="*/ 2771117 h 5274332"/>
              <a:gd name="connsiteX5438" fmla="*/ 3291109 w 4641785"/>
              <a:gd name="connsiteY5438" fmla="*/ 2778093 h 5274332"/>
              <a:gd name="connsiteX5439" fmla="*/ 3289249 w 4641785"/>
              <a:gd name="connsiteY5439" fmla="*/ 2779023 h 5274332"/>
              <a:gd name="connsiteX5440" fmla="*/ 3282737 w 4641785"/>
              <a:gd name="connsiteY5440" fmla="*/ 2779954 h 5274332"/>
              <a:gd name="connsiteX5441" fmla="*/ 3278086 w 4641785"/>
              <a:gd name="connsiteY5441" fmla="*/ 2776233 h 5274332"/>
              <a:gd name="connsiteX5442" fmla="*/ 3270179 w 4641785"/>
              <a:gd name="connsiteY5442" fmla="*/ 2775768 h 5274332"/>
              <a:gd name="connsiteX5443" fmla="*/ 3266458 w 4641785"/>
              <a:gd name="connsiteY5443" fmla="*/ 2772977 h 5274332"/>
              <a:gd name="connsiteX5444" fmla="*/ 3265993 w 4641785"/>
              <a:gd name="connsiteY5444" fmla="*/ 2769257 h 5274332"/>
              <a:gd name="connsiteX5445" fmla="*/ 3267853 w 4641785"/>
              <a:gd name="connsiteY5445" fmla="*/ 2763676 h 5274332"/>
              <a:gd name="connsiteX5446" fmla="*/ 3270179 w 4641785"/>
              <a:gd name="connsiteY5446" fmla="*/ 2763676 h 5274332"/>
              <a:gd name="connsiteX5447" fmla="*/ 943617 w 4641785"/>
              <a:gd name="connsiteY5447" fmla="*/ 2759295 h 5274332"/>
              <a:gd name="connsiteX5448" fmla="*/ 943241 w 4641785"/>
              <a:gd name="connsiteY5448" fmla="*/ 2759954 h 5274332"/>
              <a:gd name="connsiteX5449" fmla="*/ 939055 w 4641785"/>
              <a:gd name="connsiteY5449" fmla="*/ 2762744 h 5274332"/>
              <a:gd name="connsiteX5450" fmla="*/ 939055 w 4641785"/>
              <a:gd name="connsiteY5450" fmla="*/ 2762745 h 5274332"/>
              <a:gd name="connsiteX5451" fmla="*/ 943240 w 4641785"/>
              <a:gd name="connsiteY5451" fmla="*/ 2759955 h 5274332"/>
              <a:gd name="connsiteX5452" fmla="*/ 3290179 w 4641785"/>
              <a:gd name="connsiteY5452" fmla="*/ 2758094 h 5274332"/>
              <a:gd name="connsiteX5453" fmla="*/ 3290179 w 4641785"/>
              <a:gd name="connsiteY5453" fmla="*/ 2762745 h 5274332"/>
              <a:gd name="connsiteX5454" fmla="*/ 3285993 w 4641785"/>
              <a:gd name="connsiteY5454" fmla="*/ 2763676 h 5274332"/>
              <a:gd name="connsiteX5455" fmla="*/ 3282272 w 4641785"/>
              <a:gd name="connsiteY5455" fmla="*/ 2758559 h 5274332"/>
              <a:gd name="connsiteX5456" fmla="*/ 3268319 w 4641785"/>
              <a:gd name="connsiteY5456" fmla="*/ 2757164 h 5274332"/>
              <a:gd name="connsiteX5457" fmla="*/ 3270179 w 4641785"/>
              <a:gd name="connsiteY5457" fmla="*/ 2757629 h 5274332"/>
              <a:gd name="connsiteX5458" fmla="*/ 3270645 w 4641785"/>
              <a:gd name="connsiteY5458" fmla="*/ 2762745 h 5274332"/>
              <a:gd name="connsiteX5459" fmla="*/ 3267853 w 4641785"/>
              <a:gd name="connsiteY5459" fmla="*/ 2762280 h 5274332"/>
              <a:gd name="connsiteX5460" fmla="*/ 3266458 w 4641785"/>
              <a:gd name="connsiteY5460" fmla="*/ 2757629 h 5274332"/>
              <a:gd name="connsiteX5461" fmla="*/ 2792513 w 4641785"/>
              <a:gd name="connsiteY5461" fmla="*/ 2757163 h 5274332"/>
              <a:gd name="connsiteX5462" fmla="*/ 2792513 w 4641785"/>
              <a:gd name="connsiteY5462" fmla="*/ 2757164 h 5274332"/>
              <a:gd name="connsiteX5463" fmla="*/ 2793908 w 4641785"/>
              <a:gd name="connsiteY5463" fmla="*/ 2759954 h 5274332"/>
              <a:gd name="connsiteX5464" fmla="*/ 2793908 w 4641785"/>
              <a:gd name="connsiteY5464" fmla="*/ 2759953 h 5274332"/>
              <a:gd name="connsiteX5465" fmla="*/ 2015781 w 4641785"/>
              <a:gd name="connsiteY5465" fmla="*/ 2755769 h 5274332"/>
              <a:gd name="connsiteX5466" fmla="*/ 2014385 w 4641785"/>
              <a:gd name="connsiteY5466" fmla="*/ 2760420 h 5274332"/>
              <a:gd name="connsiteX5467" fmla="*/ 2013981 w 4641785"/>
              <a:gd name="connsiteY5467" fmla="*/ 2763659 h 5274332"/>
              <a:gd name="connsiteX5468" fmla="*/ 2014386 w 4641785"/>
              <a:gd name="connsiteY5468" fmla="*/ 2760419 h 5274332"/>
              <a:gd name="connsiteX5469" fmla="*/ 3305993 w 4641785"/>
              <a:gd name="connsiteY5469" fmla="*/ 2755769 h 5274332"/>
              <a:gd name="connsiteX5470" fmla="*/ 3308318 w 4641785"/>
              <a:gd name="connsiteY5470" fmla="*/ 2757164 h 5274332"/>
              <a:gd name="connsiteX5471" fmla="*/ 3312039 w 4641785"/>
              <a:gd name="connsiteY5471" fmla="*/ 2757629 h 5274332"/>
              <a:gd name="connsiteX5472" fmla="*/ 3316690 w 4641785"/>
              <a:gd name="connsiteY5472" fmla="*/ 2763676 h 5274332"/>
              <a:gd name="connsiteX5473" fmla="*/ 3318086 w 4641785"/>
              <a:gd name="connsiteY5473" fmla="*/ 2768326 h 5274332"/>
              <a:gd name="connsiteX5474" fmla="*/ 3315760 w 4641785"/>
              <a:gd name="connsiteY5474" fmla="*/ 2777164 h 5274332"/>
              <a:gd name="connsiteX5475" fmla="*/ 3310644 w 4641785"/>
              <a:gd name="connsiteY5475" fmla="*/ 2778559 h 5274332"/>
              <a:gd name="connsiteX5476" fmla="*/ 3305528 w 4641785"/>
              <a:gd name="connsiteY5476" fmla="*/ 2774838 h 5274332"/>
              <a:gd name="connsiteX5477" fmla="*/ 3308783 w 4641785"/>
              <a:gd name="connsiteY5477" fmla="*/ 2770186 h 5274332"/>
              <a:gd name="connsiteX5478" fmla="*/ 3301807 w 4641785"/>
              <a:gd name="connsiteY5478" fmla="*/ 2766931 h 5274332"/>
              <a:gd name="connsiteX5479" fmla="*/ 3301807 w 4641785"/>
              <a:gd name="connsiteY5479" fmla="*/ 2765071 h 5274332"/>
              <a:gd name="connsiteX5480" fmla="*/ 3301807 w 4641785"/>
              <a:gd name="connsiteY5480" fmla="*/ 2764605 h 5274332"/>
              <a:gd name="connsiteX5481" fmla="*/ 3300411 w 4641785"/>
              <a:gd name="connsiteY5481" fmla="*/ 2763210 h 5274332"/>
              <a:gd name="connsiteX5482" fmla="*/ 3303667 w 4641785"/>
              <a:gd name="connsiteY5482" fmla="*/ 2757629 h 5274332"/>
              <a:gd name="connsiteX5483" fmla="*/ 3275760 w 4641785"/>
              <a:gd name="connsiteY5483" fmla="*/ 2755769 h 5274332"/>
              <a:gd name="connsiteX5484" fmla="*/ 3279016 w 4641785"/>
              <a:gd name="connsiteY5484" fmla="*/ 2757164 h 5274332"/>
              <a:gd name="connsiteX5485" fmla="*/ 3279016 w 4641785"/>
              <a:gd name="connsiteY5485" fmla="*/ 2761350 h 5274332"/>
              <a:gd name="connsiteX5486" fmla="*/ 3275760 w 4641785"/>
              <a:gd name="connsiteY5486" fmla="*/ 2761815 h 5274332"/>
              <a:gd name="connsiteX5487" fmla="*/ 3274830 w 4641785"/>
              <a:gd name="connsiteY5487" fmla="*/ 2760420 h 5274332"/>
              <a:gd name="connsiteX5488" fmla="*/ 3273435 w 4641785"/>
              <a:gd name="connsiteY5488" fmla="*/ 2760884 h 5274332"/>
              <a:gd name="connsiteX5489" fmla="*/ 3270645 w 4641785"/>
              <a:gd name="connsiteY5489" fmla="*/ 2759489 h 5274332"/>
              <a:gd name="connsiteX5490" fmla="*/ 3272504 w 4641785"/>
              <a:gd name="connsiteY5490" fmla="*/ 2756699 h 5274332"/>
              <a:gd name="connsiteX5491" fmla="*/ 948822 w 4641785"/>
              <a:gd name="connsiteY5491" fmla="*/ 2755768 h 5274332"/>
              <a:gd name="connsiteX5492" fmla="*/ 945101 w 4641785"/>
              <a:gd name="connsiteY5492" fmla="*/ 2756698 h 5274332"/>
              <a:gd name="connsiteX5493" fmla="*/ 945101 w 4641785"/>
              <a:gd name="connsiteY5493" fmla="*/ 2756699 h 5274332"/>
              <a:gd name="connsiteX5494" fmla="*/ 948821 w 4641785"/>
              <a:gd name="connsiteY5494" fmla="*/ 2755769 h 5274332"/>
              <a:gd name="connsiteX5495" fmla="*/ 3282737 w 4641785"/>
              <a:gd name="connsiteY5495" fmla="*/ 2752513 h 5274332"/>
              <a:gd name="connsiteX5496" fmla="*/ 3285062 w 4641785"/>
              <a:gd name="connsiteY5496" fmla="*/ 2752513 h 5274332"/>
              <a:gd name="connsiteX5497" fmla="*/ 3285062 w 4641785"/>
              <a:gd name="connsiteY5497" fmla="*/ 2755303 h 5274332"/>
              <a:gd name="connsiteX5498" fmla="*/ 3286923 w 4641785"/>
              <a:gd name="connsiteY5498" fmla="*/ 2758094 h 5274332"/>
              <a:gd name="connsiteX5499" fmla="*/ 3283667 w 4641785"/>
              <a:gd name="connsiteY5499" fmla="*/ 2758094 h 5274332"/>
              <a:gd name="connsiteX5500" fmla="*/ 3281807 w 4641785"/>
              <a:gd name="connsiteY5500" fmla="*/ 2758559 h 5274332"/>
              <a:gd name="connsiteX5501" fmla="*/ 3277156 w 4641785"/>
              <a:gd name="connsiteY5501" fmla="*/ 2755303 h 5274332"/>
              <a:gd name="connsiteX5502" fmla="*/ 3278552 w 4641785"/>
              <a:gd name="connsiteY5502" fmla="*/ 2753908 h 5274332"/>
              <a:gd name="connsiteX5503" fmla="*/ 3279947 w 4641785"/>
              <a:gd name="connsiteY5503" fmla="*/ 2753908 h 5274332"/>
              <a:gd name="connsiteX5504" fmla="*/ 2686003 w 4641785"/>
              <a:gd name="connsiteY5504" fmla="*/ 2751581 h 5274332"/>
              <a:gd name="connsiteX5505" fmla="*/ 2686003 w 4641785"/>
              <a:gd name="connsiteY5505" fmla="*/ 2751582 h 5274332"/>
              <a:gd name="connsiteX5506" fmla="*/ 2689258 w 4641785"/>
              <a:gd name="connsiteY5506" fmla="*/ 2754838 h 5274332"/>
              <a:gd name="connsiteX5507" fmla="*/ 2692514 w 4641785"/>
              <a:gd name="connsiteY5507" fmla="*/ 2753442 h 5274332"/>
              <a:gd name="connsiteX5508" fmla="*/ 2703676 w 4641785"/>
              <a:gd name="connsiteY5508" fmla="*/ 2758559 h 5274332"/>
              <a:gd name="connsiteX5509" fmla="*/ 2704607 w 4641785"/>
              <a:gd name="connsiteY5509" fmla="*/ 2764140 h 5274332"/>
              <a:gd name="connsiteX5510" fmla="*/ 2706932 w 4641785"/>
              <a:gd name="connsiteY5510" fmla="*/ 2766000 h 5274332"/>
              <a:gd name="connsiteX5511" fmla="*/ 2706933 w 4641785"/>
              <a:gd name="connsiteY5511" fmla="*/ 2766000 h 5274332"/>
              <a:gd name="connsiteX5512" fmla="*/ 2704607 w 4641785"/>
              <a:gd name="connsiteY5512" fmla="*/ 2764139 h 5274332"/>
              <a:gd name="connsiteX5513" fmla="*/ 2703677 w 4641785"/>
              <a:gd name="connsiteY5513" fmla="*/ 2758557 h 5274332"/>
              <a:gd name="connsiteX5514" fmla="*/ 2692514 w 4641785"/>
              <a:gd name="connsiteY5514" fmla="*/ 2753442 h 5274332"/>
              <a:gd name="connsiteX5515" fmla="*/ 2689258 w 4641785"/>
              <a:gd name="connsiteY5515" fmla="*/ 2754837 h 5274332"/>
              <a:gd name="connsiteX5516" fmla="*/ 3285062 w 4641785"/>
              <a:gd name="connsiteY5516" fmla="*/ 2751117 h 5274332"/>
              <a:gd name="connsiteX5517" fmla="*/ 3290644 w 4641785"/>
              <a:gd name="connsiteY5517" fmla="*/ 2751582 h 5274332"/>
              <a:gd name="connsiteX5518" fmla="*/ 3288318 w 4641785"/>
              <a:gd name="connsiteY5518" fmla="*/ 2755769 h 5274332"/>
              <a:gd name="connsiteX5519" fmla="*/ 3285528 w 4641785"/>
              <a:gd name="connsiteY5519" fmla="*/ 2755303 h 5274332"/>
              <a:gd name="connsiteX5520" fmla="*/ 2019037 w 4641785"/>
              <a:gd name="connsiteY5520" fmla="*/ 2748792 h 5274332"/>
              <a:gd name="connsiteX5521" fmla="*/ 2019037 w 4641785"/>
              <a:gd name="connsiteY5521" fmla="*/ 2748792 h 5274332"/>
              <a:gd name="connsiteX5522" fmla="*/ 2017641 w 4641785"/>
              <a:gd name="connsiteY5522" fmla="*/ 2754838 h 5274332"/>
              <a:gd name="connsiteX5523" fmla="*/ 2017575 w 4641785"/>
              <a:gd name="connsiteY5523" fmla="*/ 2754871 h 5274332"/>
              <a:gd name="connsiteX5524" fmla="*/ 2017642 w 4641785"/>
              <a:gd name="connsiteY5524" fmla="*/ 2754838 h 5274332"/>
              <a:gd name="connsiteX5525" fmla="*/ 2795768 w 4641785"/>
              <a:gd name="connsiteY5525" fmla="*/ 2748791 h 5274332"/>
              <a:gd name="connsiteX5526" fmla="*/ 2795768 w 4641785"/>
              <a:gd name="connsiteY5526" fmla="*/ 2748791 h 5274332"/>
              <a:gd name="connsiteX5527" fmla="*/ 2795377 w 4641785"/>
              <a:gd name="connsiteY5527" fmla="*/ 2749005 h 5274332"/>
              <a:gd name="connsiteX5528" fmla="*/ 2790652 w 4641785"/>
              <a:gd name="connsiteY5528" fmla="*/ 2751581 h 5274332"/>
              <a:gd name="connsiteX5529" fmla="*/ 2788792 w 4641785"/>
              <a:gd name="connsiteY5529" fmla="*/ 2753906 h 5274332"/>
              <a:gd name="connsiteX5530" fmla="*/ 2785227 w 4641785"/>
              <a:gd name="connsiteY5530" fmla="*/ 2756135 h 5274332"/>
              <a:gd name="connsiteX5531" fmla="*/ 2788792 w 4641785"/>
              <a:gd name="connsiteY5531" fmla="*/ 2753908 h 5274332"/>
              <a:gd name="connsiteX5532" fmla="*/ 2790652 w 4641785"/>
              <a:gd name="connsiteY5532" fmla="*/ 2751582 h 5274332"/>
              <a:gd name="connsiteX5533" fmla="*/ 2795377 w 4641785"/>
              <a:gd name="connsiteY5533" fmla="*/ 2749005 h 5274332"/>
              <a:gd name="connsiteX5534" fmla="*/ 3273435 w 4641785"/>
              <a:gd name="connsiteY5534" fmla="*/ 2747396 h 5274332"/>
              <a:gd name="connsiteX5535" fmla="*/ 3274365 w 4641785"/>
              <a:gd name="connsiteY5535" fmla="*/ 2751582 h 5274332"/>
              <a:gd name="connsiteX5536" fmla="*/ 3274830 w 4641785"/>
              <a:gd name="connsiteY5536" fmla="*/ 2754838 h 5274332"/>
              <a:gd name="connsiteX5537" fmla="*/ 3271109 w 4641785"/>
              <a:gd name="connsiteY5537" fmla="*/ 2757629 h 5274332"/>
              <a:gd name="connsiteX5538" fmla="*/ 3265528 w 4641785"/>
              <a:gd name="connsiteY5538" fmla="*/ 2755769 h 5274332"/>
              <a:gd name="connsiteX5539" fmla="*/ 3267389 w 4641785"/>
              <a:gd name="connsiteY5539" fmla="*/ 2752513 h 5274332"/>
              <a:gd name="connsiteX5540" fmla="*/ 3269249 w 4641785"/>
              <a:gd name="connsiteY5540" fmla="*/ 2750187 h 5274332"/>
              <a:gd name="connsiteX5541" fmla="*/ 3270645 w 4641785"/>
              <a:gd name="connsiteY5541" fmla="*/ 2748327 h 5274332"/>
              <a:gd name="connsiteX5542" fmla="*/ 2797629 w 4641785"/>
              <a:gd name="connsiteY5542" fmla="*/ 2746930 h 5274332"/>
              <a:gd name="connsiteX5543" fmla="*/ 2797628 w 4641785"/>
              <a:gd name="connsiteY5543" fmla="*/ 2746931 h 5274332"/>
              <a:gd name="connsiteX5544" fmla="*/ 2802279 w 4641785"/>
              <a:gd name="connsiteY5544" fmla="*/ 2752977 h 5274332"/>
              <a:gd name="connsiteX5545" fmla="*/ 2802280 w 4641785"/>
              <a:gd name="connsiteY5545" fmla="*/ 2752976 h 5274332"/>
              <a:gd name="connsiteX5546" fmla="*/ 2677166 w 4641785"/>
              <a:gd name="connsiteY5546" fmla="*/ 2746930 h 5274332"/>
              <a:gd name="connsiteX5547" fmla="*/ 2673444 w 4641785"/>
              <a:gd name="connsiteY5547" fmla="*/ 2748325 h 5274332"/>
              <a:gd name="connsiteX5548" fmla="*/ 2670654 w 4641785"/>
              <a:gd name="connsiteY5548" fmla="*/ 2752511 h 5274332"/>
              <a:gd name="connsiteX5549" fmla="*/ 2667399 w 4641785"/>
              <a:gd name="connsiteY5549" fmla="*/ 2750186 h 5274332"/>
              <a:gd name="connsiteX5550" fmla="*/ 2667398 w 4641785"/>
              <a:gd name="connsiteY5550" fmla="*/ 2750187 h 5274332"/>
              <a:gd name="connsiteX5551" fmla="*/ 2670654 w 4641785"/>
              <a:gd name="connsiteY5551" fmla="*/ 2752512 h 5274332"/>
              <a:gd name="connsiteX5552" fmla="*/ 2673445 w 4641785"/>
              <a:gd name="connsiteY5552" fmla="*/ 2748327 h 5274332"/>
              <a:gd name="connsiteX5553" fmla="*/ 2677166 w 4641785"/>
              <a:gd name="connsiteY5553" fmla="*/ 2746931 h 5274332"/>
              <a:gd name="connsiteX5554" fmla="*/ 2681351 w 4641785"/>
              <a:gd name="connsiteY5554" fmla="*/ 2747861 h 5274332"/>
              <a:gd name="connsiteX5555" fmla="*/ 2686003 w 4641785"/>
              <a:gd name="connsiteY5555" fmla="*/ 2749722 h 5274332"/>
              <a:gd name="connsiteX5556" fmla="*/ 2686003 w 4641785"/>
              <a:gd name="connsiteY5556" fmla="*/ 2749721 h 5274332"/>
              <a:gd name="connsiteX5557" fmla="*/ 2681351 w 4641785"/>
              <a:gd name="connsiteY5557" fmla="*/ 2747860 h 5274332"/>
              <a:gd name="connsiteX5558" fmla="*/ 2030201 w 4641785"/>
              <a:gd name="connsiteY5558" fmla="*/ 2746466 h 5274332"/>
              <a:gd name="connsiteX5559" fmla="*/ 2030199 w 4641785"/>
              <a:gd name="connsiteY5559" fmla="*/ 2746467 h 5274332"/>
              <a:gd name="connsiteX5560" fmla="*/ 2033455 w 4641785"/>
              <a:gd name="connsiteY5560" fmla="*/ 2747397 h 5274332"/>
              <a:gd name="connsiteX5561" fmla="*/ 2035780 w 4641785"/>
              <a:gd name="connsiteY5561" fmla="*/ 2749723 h 5274332"/>
              <a:gd name="connsiteX5562" fmla="*/ 2034850 w 4641785"/>
              <a:gd name="connsiteY5562" fmla="*/ 2755304 h 5274332"/>
              <a:gd name="connsiteX5563" fmla="*/ 2034851 w 4641785"/>
              <a:gd name="connsiteY5563" fmla="*/ 2755303 h 5274332"/>
              <a:gd name="connsiteX5564" fmla="*/ 2035781 w 4641785"/>
              <a:gd name="connsiteY5564" fmla="*/ 2749721 h 5274332"/>
              <a:gd name="connsiteX5565" fmla="*/ 2033456 w 4641785"/>
              <a:gd name="connsiteY5565" fmla="*/ 2747396 h 5274332"/>
              <a:gd name="connsiteX5566" fmla="*/ 2829721 w 4641785"/>
              <a:gd name="connsiteY5566" fmla="*/ 2746465 h 5274332"/>
              <a:gd name="connsiteX5567" fmla="*/ 2819954 w 4641785"/>
              <a:gd name="connsiteY5567" fmla="*/ 2762744 h 5274332"/>
              <a:gd name="connsiteX5568" fmla="*/ 2818094 w 4641785"/>
              <a:gd name="connsiteY5568" fmla="*/ 2762744 h 5274332"/>
              <a:gd name="connsiteX5569" fmla="*/ 2818093 w 4641785"/>
              <a:gd name="connsiteY5569" fmla="*/ 2762745 h 5274332"/>
              <a:gd name="connsiteX5570" fmla="*/ 2819954 w 4641785"/>
              <a:gd name="connsiteY5570" fmla="*/ 2762745 h 5274332"/>
              <a:gd name="connsiteX5571" fmla="*/ 2829722 w 4641785"/>
              <a:gd name="connsiteY5571" fmla="*/ 2746466 h 5274332"/>
              <a:gd name="connsiteX5572" fmla="*/ 3276691 w 4641785"/>
              <a:gd name="connsiteY5572" fmla="*/ 2745071 h 5274332"/>
              <a:gd name="connsiteX5573" fmla="*/ 3281342 w 4641785"/>
              <a:gd name="connsiteY5573" fmla="*/ 2746001 h 5274332"/>
              <a:gd name="connsiteX5574" fmla="*/ 3281807 w 4641785"/>
              <a:gd name="connsiteY5574" fmla="*/ 2748327 h 5274332"/>
              <a:gd name="connsiteX5575" fmla="*/ 3284598 w 4641785"/>
              <a:gd name="connsiteY5575" fmla="*/ 2752047 h 5274332"/>
              <a:gd name="connsiteX5576" fmla="*/ 3282272 w 4641785"/>
              <a:gd name="connsiteY5576" fmla="*/ 2752513 h 5274332"/>
              <a:gd name="connsiteX5577" fmla="*/ 3279947 w 4641785"/>
              <a:gd name="connsiteY5577" fmla="*/ 2753443 h 5274332"/>
              <a:gd name="connsiteX5578" fmla="*/ 3278552 w 4641785"/>
              <a:gd name="connsiteY5578" fmla="*/ 2751117 h 5274332"/>
              <a:gd name="connsiteX5579" fmla="*/ 3274830 w 4641785"/>
              <a:gd name="connsiteY5579" fmla="*/ 2751582 h 5274332"/>
              <a:gd name="connsiteX5580" fmla="*/ 3273900 w 4641785"/>
              <a:gd name="connsiteY5580" fmla="*/ 2746931 h 5274332"/>
              <a:gd name="connsiteX5581" fmla="*/ 2721816 w 4641785"/>
              <a:gd name="connsiteY5581" fmla="*/ 2744604 h 5274332"/>
              <a:gd name="connsiteX5582" fmla="*/ 2713909 w 4641785"/>
              <a:gd name="connsiteY5582" fmla="*/ 2752511 h 5274332"/>
              <a:gd name="connsiteX5583" fmla="*/ 2711637 w 4641785"/>
              <a:gd name="connsiteY5583" fmla="*/ 2757470 h 5274332"/>
              <a:gd name="connsiteX5584" fmla="*/ 2713909 w 4641785"/>
              <a:gd name="connsiteY5584" fmla="*/ 2752512 h 5274332"/>
              <a:gd name="connsiteX5585" fmla="*/ 2721816 w 4641785"/>
              <a:gd name="connsiteY5585" fmla="*/ 2744606 h 5274332"/>
              <a:gd name="connsiteX5586" fmla="*/ 2727863 w 4641785"/>
              <a:gd name="connsiteY5586" fmla="*/ 2744606 h 5274332"/>
              <a:gd name="connsiteX5587" fmla="*/ 2727863 w 4641785"/>
              <a:gd name="connsiteY5587" fmla="*/ 2744604 h 5274332"/>
              <a:gd name="connsiteX5588" fmla="*/ 2956305 w 4641785"/>
              <a:gd name="connsiteY5588" fmla="*/ 2741330 h 5274332"/>
              <a:gd name="connsiteX5589" fmla="*/ 2957161 w 4641785"/>
              <a:gd name="connsiteY5589" fmla="*/ 2746466 h 5274332"/>
              <a:gd name="connsiteX5590" fmla="*/ 2957161 w 4641785"/>
              <a:gd name="connsiteY5590" fmla="*/ 2746466 h 5274332"/>
              <a:gd name="connsiteX5591" fmla="*/ 2674375 w 4641785"/>
              <a:gd name="connsiteY5591" fmla="*/ 2739489 h 5274332"/>
              <a:gd name="connsiteX5592" fmla="*/ 2674375 w 4641785"/>
              <a:gd name="connsiteY5592" fmla="*/ 2739489 h 5274332"/>
              <a:gd name="connsiteX5593" fmla="*/ 2675305 w 4641785"/>
              <a:gd name="connsiteY5593" fmla="*/ 2742279 h 5274332"/>
              <a:gd name="connsiteX5594" fmla="*/ 2675305 w 4641785"/>
              <a:gd name="connsiteY5594" fmla="*/ 2742279 h 5274332"/>
              <a:gd name="connsiteX5595" fmla="*/ 2727863 w 4641785"/>
              <a:gd name="connsiteY5595" fmla="*/ 2739488 h 5274332"/>
              <a:gd name="connsiteX5596" fmla="*/ 2727863 w 4641785"/>
              <a:gd name="connsiteY5596" fmla="*/ 2739489 h 5274332"/>
              <a:gd name="connsiteX5597" fmla="*/ 2735304 w 4641785"/>
              <a:gd name="connsiteY5597" fmla="*/ 2739489 h 5274332"/>
              <a:gd name="connsiteX5598" fmla="*/ 2742746 w 4641785"/>
              <a:gd name="connsiteY5598" fmla="*/ 2742745 h 5274332"/>
              <a:gd name="connsiteX5599" fmla="*/ 2747397 w 4641785"/>
              <a:gd name="connsiteY5599" fmla="*/ 2746001 h 5274332"/>
              <a:gd name="connsiteX5600" fmla="*/ 2750653 w 4641785"/>
              <a:gd name="connsiteY5600" fmla="*/ 2746931 h 5274332"/>
              <a:gd name="connsiteX5601" fmla="*/ 2755304 w 4641785"/>
              <a:gd name="connsiteY5601" fmla="*/ 2749722 h 5274332"/>
              <a:gd name="connsiteX5602" fmla="*/ 2762746 w 4641785"/>
              <a:gd name="connsiteY5602" fmla="*/ 2752047 h 5274332"/>
              <a:gd name="connsiteX5603" fmla="*/ 2764141 w 4641785"/>
              <a:gd name="connsiteY5603" fmla="*/ 2753442 h 5274332"/>
              <a:gd name="connsiteX5604" fmla="*/ 2770652 w 4641785"/>
              <a:gd name="connsiteY5604" fmla="*/ 2752047 h 5274332"/>
              <a:gd name="connsiteX5605" fmla="*/ 2772513 w 4641785"/>
              <a:gd name="connsiteY5605" fmla="*/ 2750652 h 5274332"/>
              <a:gd name="connsiteX5606" fmla="*/ 2778559 w 4641785"/>
              <a:gd name="connsiteY5606" fmla="*/ 2757628 h 5274332"/>
              <a:gd name="connsiteX5607" fmla="*/ 2779489 w 4641785"/>
              <a:gd name="connsiteY5607" fmla="*/ 2756233 h 5274332"/>
              <a:gd name="connsiteX5608" fmla="*/ 2785070 w 4641785"/>
              <a:gd name="connsiteY5608" fmla="*/ 2756233 h 5274332"/>
              <a:gd name="connsiteX5609" fmla="*/ 2785071 w 4641785"/>
              <a:gd name="connsiteY5609" fmla="*/ 2756232 h 5274332"/>
              <a:gd name="connsiteX5610" fmla="*/ 2779489 w 4641785"/>
              <a:gd name="connsiteY5610" fmla="*/ 2756232 h 5274332"/>
              <a:gd name="connsiteX5611" fmla="*/ 2778559 w 4641785"/>
              <a:gd name="connsiteY5611" fmla="*/ 2757627 h 5274332"/>
              <a:gd name="connsiteX5612" fmla="*/ 2772513 w 4641785"/>
              <a:gd name="connsiteY5612" fmla="*/ 2750651 h 5274332"/>
              <a:gd name="connsiteX5613" fmla="*/ 2770652 w 4641785"/>
              <a:gd name="connsiteY5613" fmla="*/ 2752046 h 5274332"/>
              <a:gd name="connsiteX5614" fmla="*/ 2764141 w 4641785"/>
              <a:gd name="connsiteY5614" fmla="*/ 2753442 h 5274332"/>
              <a:gd name="connsiteX5615" fmla="*/ 2762745 w 4641785"/>
              <a:gd name="connsiteY5615" fmla="*/ 2752046 h 5274332"/>
              <a:gd name="connsiteX5616" fmla="*/ 2755304 w 4641785"/>
              <a:gd name="connsiteY5616" fmla="*/ 2749721 h 5274332"/>
              <a:gd name="connsiteX5617" fmla="*/ 2750653 w 4641785"/>
              <a:gd name="connsiteY5617" fmla="*/ 2746930 h 5274332"/>
              <a:gd name="connsiteX5618" fmla="*/ 2747397 w 4641785"/>
              <a:gd name="connsiteY5618" fmla="*/ 2746000 h 5274332"/>
              <a:gd name="connsiteX5619" fmla="*/ 2742747 w 4641785"/>
              <a:gd name="connsiteY5619" fmla="*/ 2742744 h 5274332"/>
              <a:gd name="connsiteX5620" fmla="*/ 2735304 w 4641785"/>
              <a:gd name="connsiteY5620" fmla="*/ 2739488 h 5274332"/>
              <a:gd name="connsiteX5621" fmla="*/ 2448797 w 4641785"/>
              <a:gd name="connsiteY5621" fmla="*/ 2739024 h 5274332"/>
              <a:gd name="connsiteX5622" fmla="*/ 2447192 w 4641785"/>
              <a:gd name="connsiteY5622" fmla="*/ 2741131 h 5274332"/>
              <a:gd name="connsiteX5623" fmla="*/ 2448797 w 4641785"/>
              <a:gd name="connsiteY5623" fmla="*/ 2739025 h 5274332"/>
              <a:gd name="connsiteX5624" fmla="*/ 2038054 w 4641785"/>
              <a:gd name="connsiteY5624" fmla="*/ 2738258 h 5274332"/>
              <a:gd name="connsiteX5625" fmla="*/ 2037641 w 4641785"/>
              <a:gd name="connsiteY5625" fmla="*/ 2743211 h 5274332"/>
              <a:gd name="connsiteX5626" fmla="*/ 2037642 w 4641785"/>
              <a:gd name="connsiteY5626" fmla="*/ 2743210 h 5274332"/>
              <a:gd name="connsiteX5627" fmla="*/ 3284133 w 4641785"/>
              <a:gd name="connsiteY5627" fmla="*/ 2737164 h 5274332"/>
              <a:gd name="connsiteX5628" fmla="*/ 3287388 w 4641785"/>
              <a:gd name="connsiteY5628" fmla="*/ 2737629 h 5274332"/>
              <a:gd name="connsiteX5629" fmla="*/ 3290644 w 4641785"/>
              <a:gd name="connsiteY5629" fmla="*/ 2743676 h 5274332"/>
              <a:gd name="connsiteX5630" fmla="*/ 3293435 w 4641785"/>
              <a:gd name="connsiteY5630" fmla="*/ 2747396 h 5274332"/>
              <a:gd name="connsiteX5631" fmla="*/ 3292505 w 4641785"/>
              <a:gd name="connsiteY5631" fmla="*/ 2750187 h 5274332"/>
              <a:gd name="connsiteX5632" fmla="*/ 3285528 w 4641785"/>
              <a:gd name="connsiteY5632" fmla="*/ 2751117 h 5274332"/>
              <a:gd name="connsiteX5633" fmla="*/ 3282272 w 4641785"/>
              <a:gd name="connsiteY5633" fmla="*/ 2748792 h 5274332"/>
              <a:gd name="connsiteX5634" fmla="*/ 3281342 w 4641785"/>
              <a:gd name="connsiteY5634" fmla="*/ 2745071 h 5274332"/>
              <a:gd name="connsiteX5635" fmla="*/ 2036712 w 4641785"/>
              <a:gd name="connsiteY5635" fmla="*/ 2734374 h 5274332"/>
              <a:gd name="connsiteX5636" fmla="*/ 2036711 w 4641785"/>
              <a:gd name="connsiteY5636" fmla="*/ 2734374 h 5274332"/>
              <a:gd name="connsiteX5637" fmla="*/ 2038106 w 4641785"/>
              <a:gd name="connsiteY5637" fmla="*/ 2737630 h 5274332"/>
              <a:gd name="connsiteX5638" fmla="*/ 2038106 w 4641785"/>
              <a:gd name="connsiteY5638" fmla="*/ 2737629 h 5274332"/>
              <a:gd name="connsiteX5639" fmla="*/ 2833442 w 4641785"/>
              <a:gd name="connsiteY5639" fmla="*/ 2734373 h 5274332"/>
              <a:gd name="connsiteX5640" fmla="*/ 2828326 w 4641785"/>
              <a:gd name="connsiteY5640" fmla="*/ 2743209 h 5274332"/>
              <a:gd name="connsiteX5641" fmla="*/ 2828326 w 4641785"/>
              <a:gd name="connsiteY5641" fmla="*/ 2743209 h 5274332"/>
              <a:gd name="connsiteX5642" fmla="*/ 2833442 w 4641785"/>
              <a:gd name="connsiteY5642" fmla="*/ 2734373 h 5274332"/>
              <a:gd name="connsiteX5643" fmla="*/ 2677631 w 4641785"/>
              <a:gd name="connsiteY5643" fmla="*/ 2734373 h 5274332"/>
              <a:gd name="connsiteX5644" fmla="*/ 2677631 w 4641785"/>
              <a:gd name="connsiteY5644" fmla="*/ 2734373 h 5274332"/>
              <a:gd name="connsiteX5645" fmla="*/ 2678096 w 4641785"/>
              <a:gd name="connsiteY5645" fmla="*/ 2735303 h 5274332"/>
              <a:gd name="connsiteX5646" fmla="*/ 2678096 w 4641785"/>
              <a:gd name="connsiteY5646" fmla="*/ 2735303 h 5274332"/>
              <a:gd name="connsiteX5647" fmla="*/ 3297621 w 4641785"/>
              <a:gd name="connsiteY5647" fmla="*/ 2733443 h 5274332"/>
              <a:gd name="connsiteX5648" fmla="*/ 3303202 w 4641785"/>
              <a:gd name="connsiteY5648" fmla="*/ 2740420 h 5274332"/>
              <a:gd name="connsiteX5649" fmla="*/ 3303202 w 4641785"/>
              <a:gd name="connsiteY5649" fmla="*/ 2745536 h 5274332"/>
              <a:gd name="connsiteX5650" fmla="*/ 3300876 w 4641785"/>
              <a:gd name="connsiteY5650" fmla="*/ 2751582 h 5274332"/>
              <a:gd name="connsiteX5651" fmla="*/ 3298551 w 4641785"/>
              <a:gd name="connsiteY5651" fmla="*/ 2753443 h 5274332"/>
              <a:gd name="connsiteX5652" fmla="*/ 3295760 w 4641785"/>
              <a:gd name="connsiteY5652" fmla="*/ 2753443 h 5274332"/>
              <a:gd name="connsiteX5653" fmla="*/ 3293435 w 4641785"/>
              <a:gd name="connsiteY5653" fmla="*/ 2756699 h 5274332"/>
              <a:gd name="connsiteX5654" fmla="*/ 3293435 w 4641785"/>
              <a:gd name="connsiteY5654" fmla="*/ 2761815 h 5274332"/>
              <a:gd name="connsiteX5655" fmla="*/ 3294830 w 4641785"/>
              <a:gd name="connsiteY5655" fmla="*/ 2766001 h 5274332"/>
              <a:gd name="connsiteX5656" fmla="*/ 3297156 w 4641785"/>
              <a:gd name="connsiteY5656" fmla="*/ 2766001 h 5274332"/>
              <a:gd name="connsiteX5657" fmla="*/ 3295295 w 4641785"/>
              <a:gd name="connsiteY5657" fmla="*/ 2761815 h 5274332"/>
              <a:gd name="connsiteX5658" fmla="*/ 3296225 w 4641785"/>
              <a:gd name="connsiteY5658" fmla="*/ 2755303 h 5274332"/>
              <a:gd name="connsiteX5659" fmla="*/ 3299016 w 4641785"/>
              <a:gd name="connsiteY5659" fmla="*/ 2755769 h 5274332"/>
              <a:gd name="connsiteX5660" fmla="*/ 3302272 w 4641785"/>
              <a:gd name="connsiteY5660" fmla="*/ 2759489 h 5274332"/>
              <a:gd name="connsiteX5661" fmla="*/ 3299946 w 4641785"/>
              <a:gd name="connsiteY5661" fmla="*/ 2763210 h 5274332"/>
              <a:gd name="connsiteX5662" fmla="*/ 3301807 w 4641785"/>
              <a:gd name="connsiteY5662" fmla="*/ 2765071 h 5274332"/>
              <a:gd name="connsiteX5663" fmla="*/ 3301342 w 4641785"/>
              <a:gd name="connsiteY5663" fmla="*/ 2768326 h 5274332"/>
              <a:gd name="connsiteX5664" fmla="*/ 3304598 w 4641785"/>
              <a:gd name="connsiteY5664" fmla="*/ 2771117 h 5274332"/>
              <a:gd name="connsiteX5665" fmla="*/ 3305062 w 4641785"/>
              <a:gd name="connsiteY5665" fmla="*/ 2775768 h 5274332"/>
              <a:gd name="connsiteX5666" fmla="*/ 3309249 w 4641785"/>
              <a:gd name="connsiteY5666" fmla="*/ 2779489 h 5274332"/>
              <a:gd name="connsiteX5667" fmla="*/ 3308318 w 4641785"/>
              <a:gd name="connsiteY5667" fmla="*/ 2782745 h 5274332"/>
              <a:gd name="connsiteX5668" fmla="*/ 3304598 w 4641785"/>
              <a:gd name="connsiteY5668" fmla="*/ 2781814 h 5274332"/>
              <a:gd name="connsiteX5669" fmla="*/ 3296691 w 4641785"/>
              <a:gd name="connsiteY5669" fmla="*/ 2778093 h 5274332"/>
              <a:gd name="connsiteX5670" fmla="*/ 3294830 w 4641785"/>
              <a:gd name="connsiteY5670" fmla="*/ 2775768 h 5274332"/>
              <a:gd name="connsiteX5671" fmla="*/ 3292040 w 4641785"/>
              <a:gd name="connsiteY5671" fmla="*/ 2766931 h 5274332"/>
              <a:gd name="connsiteX5672" fmla="*/ 3292505 w 4641785"/>
              <a:gd name="connsiteY5672" fmla="*/ 2764140 h 5274332"/>
              <a:gd name="connsiteX5673" fmla="*/ 3290179 w 4641785"/>
              <a:gd name="connsiteY5673" fmla="*/ 2754838 h 5274332"/>
              <a:gd name="connsiteX5674" fmla="*/ 3291109 w 4641785"/>
              <a:gd name="connsiteY5674" fmla="*/ 2752513 h 5274332"/>
              <a:gd name="connsiteX5675" fmla="*/ 3294830 w 4641785"/>
              <a:gd name="connsiteY5675" fmla="*/ 2749257 h 5274332"/>
              <a:gd name="connsiteX5676" fmla="*/ 3294365 w 4641785"/>
              <a:gd name="connsiteY5676" fmla="*/ 2746931 h 5274332"/>
              <a:gd name="connsiteX5677" fmla="*/ 3291109 w 4641785"/>
              <a:gd name="connsiteY5677" fmla="*/ 2743211 h 5274332"/>
              <a:gd name="connsiteX5678" fmla="*/ 3289249 w 4641785"/>
              <a:gd name="connsiteY5678" fmla="*/ 2736699 h 5274332"/>
              <a:gd name="connsiteX5679" fmla="*/ 3292969 w 4641785"/>
              <a:gd name="connsiteY5679" fmla="*/ 2738559 h 5274332"/>
              <a:gd name="connsiteX5680" fmla="*/ 3305993 w 4641785"/>
              <a:gd name="connsiteY5680" fmla="*/ 2732048 h 5274332"/>
              <a:gd name="connsiteX5681" fmla="*/ 3307853 w 4641785"/>
              <a:gd name="connsiteY5681" fmla="*/ 2732513 h 5274332"/>
              <a:gd name="connsiteX5682" fmla="*/ 3307853 w 4641785"/>
              <a:gd name="connsiteY5682" fmla="*/ 2737629 h 5274332"/>
              <a:gd name="connsiteX5683" fmla="*/ 3309249 w 4641785"/>
              <a:gd name="connsiteY5683" fmla="*/ 2740420 h 5274332"/>
              <a:gd name="connsiteX5684" fmla="*/ 3313434 w 4641785"/>
              <a:gd name="connsiteY5684" fmla="*/ 2743211 h 5274332"/>
              <a:gd name="connsiteX5685" fmla="*/ 3310644 w 4641785"/>
              <a:gd name="connsiteY5685" fmla="*/ 2749722 h 5274332"/>
              <a:gd name="connsiteX5686" fmla="*/ 3312039 w 4641785"/>
              <a:gd name="connsiteY5686" fmla="*/ 2756699 h 5274332"/>
              <a:gd name="connsiteX5687" fmla="*/ 3308783 w 4641785"/>
              <a:gd name="connsiteY5687" fmla="*/ 2757164 h 5274332"/>
              <a:gd name="connsiteX5688" fmla="*/ 3305993 w 4641785"/>
              <a:gd name="connsiteY5688" fmla="*/ 2755769 h 5274332"/>
              <a:gd name="connsiteX5689" fmla="*/ 3299946 w 4641785"/>
              <a:gd name="connsiteY5689" fmla="*/ 2755769 h 5274332"/>
              <a:gd name="connsiteX5690" fmla="*/ 3302737 w 4641785"/>
              <a:gd name="connsiteY5690" fmla="*/ 2752513 h 5274332"/>
              <a:gd name="connsiteX5691" fmla="*/ 3305062 w 4641785"/>
              <a:gd name="connsiteY5691" fmla="*/ 2743211 h 5274332"/>
              <a:gd name="connsiteX5692" fmla="*/ 3304598 w 4641785"/>
              <a:gd name="connsiteY5692" fmla="*/ 2740420 h 5274332"/>
              <a:gd name="connsiteX5693" fmla="*/ 3301807 w 4641785"/>
              <a:gd name="connsiteY5693" fmla="*/ 2737164 h 5274332"/>
              <a:gd name="connsiteX5694" fmla="*/ 3301342 w 4641785"/>
              <a:gd name="connsiteY5694" fmla="*/ 2732978 h 5274332"/>
              <a:gd name="connsiteX5695" fmla="*/ 3283203 w 4641785"/>
              <a:gd name="connsiteY5695" fmla="*/ 2730652 h 5274332"/>
              <a:gd name="connsiteX5696" fmla="*/ 3284133 w 4641785"/>
              <a:gd name="connsiteY5696" fmla="*/ 2732513 h 5274332"/>
              <a:gd name="connsiteX5697" fmla="*/ 3284598 w 4641785"/>
              <a:gd name="connsiteY5697" fmla="*/ 2736233 h 5274332"/>
              <a:gd name="connsiteX5698" fmla="*/ 3282272 w 4641785"/>
              <a:gd name="connsiteY5698" fmla="*/ 2736233 h 5274332"/>
              <a:gd name="connsiteX5699" fmla="*/ 3281807 w 4641785"/>
              <a:gd name="connsiteY5699" fmla="*/ 2741350 h 5274332"/>
              <a:gd name="connsiteX5700" fmla="*/ 3273900 w 4641785"/>
              <a:gd name="connsiteY5700" fmla="*/ 2744606 h 5274332"/>
              <a:gd name="connsiteX5701" fmla="*/ 3272970 w 4641785"/>
              <a:gd name="connsiteY5701" fmla="*/ 2746466 h 5274332"/>
              <a:gd name="connsiteX5702" fmla="*/ 3269249 w 4641785"/>
              <a:gd name="connsiteY5702" fmla="*/ 2747862 h 5274332"/>
              <a:gd name="connsiteX5703" fmla="*/ 3269249 w 4641785"/>
              <a:gd name="connsiteY5703" fmla="*/ 2750187 h 5274332"/>
              <a:gd name="connsiteX5704" fmla="*/ 3265993 w 4641785"/>
              <a:gd name="connsiteY5704" fmla="*/ 2752047 h 5274332"/>
              <a:gd name="connsiteX5705" fmla="*/ 3264133 w 4641785"/>
              <a:gd name="connsiteY5705" fmla="*/ 2756233 h 5274332"/>
              <a:gd name="connsiteX5706" fmla="*/ 3259016 w 4641785"/>
              <a:gd name="connsiteY5706" fmla="*/ 2754838 h 5274332"/>
              <a:gd name="connsiteX5707" fmla="*/ 3258551 w 4641785"/>
              <a:gd name="connsiteY5707" fmla="*/ 2752513 h 5274332"/>
              <a:gd name="connsiteX5708" fmla="*/ 3263668 w 4641785"/>
              <a:gd name="connsiteY5708" fmla="*/ 2747862 h 5274332"/>
              <a:gd name="connsiteX5709" fmla="*/ 3265993 w 4641785"/>
              <a:gd name="connsiteY5709" fmla="*/ 2742745 h 5274332"/>
              <a:gd name="connsiteX5710" fmla="*/ 3269249 w 4641785"/>
              <a:gd name="connsiteY5710" fmla="*/ 2741350 h 5274332"/>
              <a:gd name="connsiteX5711" fmla="*/ 3274830 w 4641785"/>
              <a:gd name="connsiteY5711" fmla="*/ 2735304 h 5274332"/>
              <a:gd name="connsiteX5712" fmla="*/ 3279016 w 4641785"/>
              <a:gd name="connsiteY5712" fmla="*/ 2737629 h 5274332"/>
              <a:gd name="connsiteX5713" fmla="*/ 3280877 w 4641785"/>
              <a:gd name="connsiteY5713" fmla="*/ 2733443 h 5274332"/>
              <a:gd name="connsiteX5714" fmla="*/ 3282272 w 4641785"/>
              <a:gd name="connsiteY5714" fmla="*/ 2732513 h 5274332"/>
              <a:gd name="connsiteX5715" fmla="*/ 3282272 w 4641785"/>
              <a:gd name="connsiteY5715" fmla="*/ 2731118 h 5274332"/>
              <a:gd name="connsiteX5716" fmla="*/ 3257156 w 4641785"/>
              <a:gd name="connsiteY5716" fmla="*/ 2730187 h 5274332"/>
              <a:gd name="connsiteX5717" fmla="*/ 3263202 w 4641785"/>
              <a:gd name="connsiteY5717" fmla="*/ 2732978 h 5274332"/>
              <a:gd name="connsiteX5718" fmla="*/ 3268319 w 4641785"/>
              <a:gd name="connsiteY5718" fmla="*/ 2732978 h 5274332"/>
              <a:gd name="connsiteX5719" fmla="*/ 3268784 w 4641785"/>
              <a:gd name="connsiteY5719" fmla="*/ 2735304 h 5274332"/>
              <a:gd name="connsiteX5720" fmla="*/ 3272040 w 4641785"/>
              <a:gd name="connsiteY5720" fmla="*/ 2737164 h 5274332"/>
              <a:gd name="connsiteX5721" fmla="*/ 3268784 w 4641785"/>
              <a:gd name="connsiteY5721" fmla="*/ 2740885 h 5274332"/>
              <a:gd name="connsiteX5722" fmla="*/ 3263668 w 4641785"/>
              <a:gd name="connsiteY5722" fmla="*/ 2743211 h 5274332"/>
              <a:gd name="connsiteX5723" fmla="*/ 3261807 w 4641785"/>
              <a:gd name="connsiteY5723" fmla="*/ 2746466 h 5274332"/>
              <a:gd name="connsiteX5724" fmla="*/ 3256226 w 4641785"/>
              <a:gd name="connsiteY5724" fmla="*/ 2750652 h 5274332"/>
              <a:gd name="connsiteX5725" fmla="*/ 3256226 w 4641785"/>
              <a:gd name="connsiteY5725" fmla="*/ 2755769 h 5274332"/>
              <a:gd name="connsiteX5726" fmla="*/ 3262738 w 4641785"/>
              <a:gd name="connsiteY5726" fmla="*/ 2759489 h 5274332"/>
              <a:gd name="connsiteX5727" fmla="*/ 3264598 w 4641785"/>
              <a:gd name="connsiteY5727" fmla="*/ 2762745 h 5274332"/>
              <a:gd name="connsiteX5728" fmla="*/ 3261342 w 4641785"/>
              <a:gd name="connsiteY5728" fmla="*/ 2765071 h 5274332"/>
              <a:gd name="connsiteX5729" fmla="*/ 3258551 w 4641785"/>
              <a:gd name="connsiteY5729" fmla="*/ 2764605 h 5274332"/>
              <a:gd name="connsiteX5730" fmla="*/ 3252040 w 4641785"/>
              <a:gd name="connsiteY5730" fmla="*/ 2761815 h 5274332"/>
              <a:gd name="connsiteX5731" fmla="*/ 3252040 w 4641785"/>
              <a:gd name="connsiteY5731" fmla="*/ 2757164 h 5274332"/>
              <a:gd name="connsiteX5732" fmla="*/ 3250645 w 4641785"/>
              <a:gd name="connsiteY5732" fmla="*/ 2752047 h 5274332"/>
              <a:gd name="connsiteX5733" fmla="*/ 3247389 w 4641785"/>
              <a:gd name="connsiteY5733" fmla="*/ 2747862 h 5274332"/>
              <a:gd name="connsiteX5734" fmla="*/ 3250645 w 4641785"/>
              <a:gd name="connsiteY5734" fmla="*/ 2738094 h 5274332"/>
              <a:gd name="connsiteX5735" fmla="*/ 3254365 w 4641785"/>
              <a:gd name="connsiteY5735" fmla="*/ 2734374 h 5274332"/>
              <a:gd name="connsiteX5736" fmla="*/ 2037989 w 4641785"/>
              <a:gd name="connsiteY5736" fmla="*/ 2727521 h 5274332"/>
              <a:gd name="connsiteX5737" fmla="*/ 2037641 w 4641785"/>
              <a:gd name="connsiteY5737" fmla="*/ 2729258 h 5274332"/>
              <a:gd name="connsiteX5738" fmla="*/ 2039036 w 4641785"/>
              <a:gd name="connsiteY5738" fmla="*/ 2732049 h 5274332"/>
              <a:gd name="connsiteX5739" fmla="*/ 2039037 w 4641785"/>
              <a:gd name="connsiteY5739" fmla="*/ 2732048 h 5274332"/>
              <a:gd name="connsiteX5740" fmla="*/ 2037642 w 4641785"/>
              <a:gd name="connsiteY5740" fmla="*/ 2729257 h 5274332"/>
              <a:gd name="connsiteX5741" fmla="*/ 3292969 w 4641785"/>
              <a:gd name="connsiteY5741" fmla="*/ 2726467 h 5274332"/>
              <a:gd name="connsiteX5742" fmla="*/ 3294830 w 4641785"/>
              <a:gd name="connsiteY5742" fmla="*/ 2727397 h 5274332"/>
              <a:gd name="connsiteX5743" fmla="*/ 3298551 w 4641785"/>
              <a:gd name="connsiteY5743" fmla="*/ 2727862 h 5274332"/>
              <a:gd name="connsiteX5744" fmla="*/ 3299481 w 4641785"/>
              <a:gd name="connsiteY5744" fmla="*/ 2732978 h 5274332"/>
              <a:gd name="connsiteX5745" fmla="*/ 3296691 w 4641785"/>
              <a:gd name="connsiteY5745" fmla="*/ 2732978 h 5274332"/>
              <a:gd name="connsiteX5746" fmla="*/ 3294830 w 4641785"/>
              <a:gd name="connsiteY5746" fmla="*/ 2735769 h 5274332"/>
              <a:gd name="connsiteX5747" fmla="*/ 3291109 w 4641785"/>
              <a:gd name="connsiteY5747" fmla="*/ 2732513 h 5274332"/>
              <a:gd name="connsiteX5748" fmla="*/ 3292505 w 4641785"/>
              <a:gd name="connsiteY5748" fmla="*/ 2730652 h 5274332"/>
              <a:gd name="connsiteX5749" fmla="*/ 2959487 w 4641785"/>
              <a:gd name="connsiteY5749" fmla="*/ 2721349 h 5274332"/>
              <a:gd name="connsiteX5750" fmla="*/ 2955766 w 4641785"/>
              <a:gd name="connsiteY5750" fmla="*/ 2723210 h 5274332"/>
              <a:gd name="connsiteX5751" fmla="*/ 2955767 w 4641785"/>
              <a:gd name="connsiteY5751" fmla="*/ 2723210 h 5274332"/>
              <a:gd name="connsiteX5752" fmla="*/ 2959486 w 4641785"/>
              <a:gd name="connsiteY5752" fmla="*/ 2721350 h 5274332"/>
              <a:gd name="connsiteX5753" fmla="*/ 2964137 w 4641785"/>
              <a:gd name="connsiteY5753" fmla="*/ 2721350 h 5274332"/>
              <a:gd name="connsiteX5754" fmla="*/ 2969719 w 4641785"/>
              <a:gd name="connsiteY5754" fmla="*/ 2722746 h 5274332"/>
              <a:gd name="connsiteX5755" fmla="*/ 2969719 w 4641785"/>
              <a:gd name="connsiteY5755" fmla="*/ 2722745 h 5274332"/>
              <a:gd name="connsiteX5756" fmla="*/ 2964138 w 4641785"/>
              <a:gd name="connsiteY5756" fmla="*/ 2721349 h 5274332"/>
              <a:gd name="connsiteX5757" fmla="*/ 2826654 w 4641785"/>
              <a:gd name="connsiteY5757" fmla="*/ 2720863 h 5274332"/>
              <a:gd name="connsiteX5758" fmla="*/ 2824605 w 4641785"/>
              <a:gd name="connsiteY5758" fmla="*/ 2724140 h 5274332"/>
              <a:gd name="connsiteX5759" fmla="*/ 2824605 w 4641785"/>
              <a:gd name="connsiteY5759" fmla="*/ 2724140 h 5274332"/>
              <a:gd name="connsiteX5760" fmla="*/ 2049453 w 4641785"/>
              <a:gd name="connsiteY5760" fmla="*/ 2720610 h 5274332"/>
              <a:gd name="connsiteX5761" fmla="*/ 2048339 w 4641785"/>
              <a:gd name="connsiteY5761" fmla="*/ 2723675 h 5274332"/>
              <a:gd name="connsiteX5762" fmla="*/ 2048339 w 4641785"/>
              <a:gd name="connsiteY5762" fmla="*/ 2723675 h 5274332"/>
              <a:gd name="connsiteX5763" fmla="*/ 2681351 w 4641785"/>
              <a:gd name="connsiteY5763" fmla="*/ 2719489 h 5274332"/>
              <a:gd name="connsiteX5764" fmla="*/ 2682282 w 4641785"/>
              <a:gd name="connsiteY5764" fmla="*/ 2723210 h 5274332"/>
              <a:gd name="connsiteX5765" fmla="*/ 2682282 w 4641785"/>
              <a:gd name="connsiteY5765" fmla="*/ 2723210 h 5274332"/>
              <a:gd name="connsiteX5766" fmla="*/ 2832047 w 4641785"/>
              <a:gd name="connsiteY5766" fmla="*/ 2713908 h 5274332"/>
              <a:gd name="connsiteX5767" fmla="*/ 2827235 w 4641785"/>
              <a:gd name="connsiteY5767" fmla="*/ 2720032 h 5274332"/>
              <a:gd name="connsiteX5768" fmla="*/ 2826931 w 4641785"/>
              <a:gd name="connsiteY5768" fmla="*/ 2720419 h 5274332"/>
              <a:gd name="connsiteX5769" fmla="*/ 2826930 w 4641785"/>
              <a:gd name="connsiteY5769" fmla="*/ 2720420 h 5274332"/>
              <a:gd name="connsiteX5770" fmla="*/ 2827235 w 4641785"/>
              <a:gd name="connsiteY5770" fmla="*/ 2720032 h 5274332"/>
              <a:gd name="connsiteX5771" fmla="*/ 2832047 w 4641785"/>
              <a:gd name="connsiteY5771" fmla="*/ 2713908 h 5274332"/>
              <a:gd name="connsiteX5772" fmla="*/ 2912511 w 4641785"/>
              <a:gd name="connsiteY5772" fmla="*/ 2713908 h 5274332"/>
              <a:gd name="connsiteX5773" fmla="*/ 2912511 w 4641785"/>
              <a:gd name="connsiteY5773" fmla="*/ 2713908 h 5274332"/>
              <a:gd name="connsiteX5774" fmla="*/ 2916697 w 4641785"/>
              <a:gd name="connsiteY5774" fmla="*/ 2715304 h 5274332"/>
              <a:gd name="connsiteX5775" fmla="*/ 2920882 w 4641785"/>
              <a:gd name="connsiteY5775" fmla="*/ 2714838 h 5274332"/>
              <a:gd name="connsiteX5776" fmla="*/ 2922743 w 4641785"/>
              <a:gd name="connsiteY5776" fmla="*/ 2717629 h 5274332"/>
              <a:gd name="connsiteX5777" fmla="*/ 2926929 w 4641785"/>
              <a:gd name="connsiteY5777" fmla="*/ 2718559 h 5274332"/>
              <a:gd name="connsiteX5778" fmla="*/ 2931580 w 4641785"/>
              <a:gd name="connsiteY5778" fmla="*/ 2721350 h 5274332"/>
              <a:gd name="connsiteX5779" fmla="*/ 2932045 w 4641785"/>
              <a:gd name="connsiteY5779" fmla="*/ 2725536 h 5274332"/>
              <a:gd name="connsiteX5780" fmla="*/ 2935766 w 4641785"/>
              <a:gd name="connsiteY5780" fmla="*/ 2725536 h 5274332"/>
              <a:gd name="connsiteX5781" fmla="*/ 2937626 w 4641785"/>
              <a:gd name="connsiteY5781" fmla="*/ 2728326 h 5274332"/>
              <a:gd name="connsiteX5782" fmla="*/ 2944138 w 4641785"/>
              <a:gd name="connsiteY5782" fmla="*/ 2729257 h 5274332"/>
              <a:gd name="connsiteX5783" fmla="*/ 2942277 w 4641785"/>
              <a:gd name="connsiteY5783" fmla="*/ 2735303 h 5274332"/>
              <a:gd name="connsiteX5784" fmla="*/ 2942277 w 4641785"/>
              <a:gd name="connsiteY5784" fmla="*/ 2735304 h 5274332"/>
              <a:gd name="connsiteX5785" fmla="*/ 2944138 w 4641785"/>
              <a:gd name="connsiteY5785" fmla="*/ 2729257 h 5274332"/>
              <a:gd name="connsiteX5786" fmla="*/ 2947859 w 4641785"/>
              <a:gd name="connsiteY5786" fmla="*/ 2730187 h 5274332"/>
              <a:gd name="connsiteX5787" fmla="*/ 2954835 w 4641785"/>
              <a:gd name="connsiteY5787" fmla="*/ 2728792 h 5274332"/>
              <a:gd name="connsiteX5788" fmla="*/ 2957627 w 4641785"/>
              <a:gd name="connsiteY5788" fmla="*/ 2725071 h 5274332"/>
              <a:gd name="connsiteX5789" fmla="*/ 2957626 w 4641785"/>
              <a:gd name="connsiteY5789" fmla="*/ 2725071 h 5274332"/>
              <a:gd name="connsiteX5790" fmla="*/ 2954836 w 4641785"/>
              <a:gd name="connsiteY5790" fmla="*/ 2728791 h 5274332"/>
              <a:gd name="connsiteX5791" fmla="*/ 2947859 w 4641785"/>
              <a:gd name="connsiteY5791" fmla="*/ 2730186 h 5274332"/>
              <a:gd name="connsiteX5792" fmla="*/ 2944138 w 4641785"/>
              <a:gd name="connsiteY5792" fmla="*/ 2729256 h 5274332"/>
              <a:gd name="connsiteX5793" fmla="*/ 2937626 w 4641785"/>
              <a:gd name="connsiteY5793" fmla="*/ 2728326 h 5274332"/>
              <a:gd name="connsiteX5794" fmla="*/ 2935767 w 4641785"/>
              <a:gd name="connsiteY5794" fmla="*/ 2725535 h 5274332"/>
              <a:gd name="connsiteX5795" fmla="*/ 2932045 w 4641785"/>
              <a:gd name="connsiteY5795" fmla="*/ 2725535 h 5274332"/>
              <a:gd name="connsiteX5796" fmla="*/ 2931580 w 4641785"/>
              <a:gd name="connsiteY5796" fmla="*/ 2721349 h 5274332"/>
              <a:gd name="connsiteX5797" fmla="*/ 2926929 w 4641785"/>
              <a:gd name="connsiteY5797" fmla="*/ 2718559 h 5274332"/>
              <a:gd name="connsiteX5798" fmla="*/ 2922743 w 4641785"/>
              <a:gd name="connsiteY5798" fmla="*/ 2717628 h 5274332"/>
              <a:gd name="connsiteX5799" fmla="*/ 2920883 w 4641785"/>
              <a:gd name="connsiteY5799" fmla="*/ 2714838 h 5274332"/>
              <a:gd name="connsiteX5800" fmla="*/ 2916697 w 4641785"/>
              <a:gd name="connsiteY5800" fmla="*/ 2715303 h 5274332"/>
              <a:gd name="connsiteX5801" fmla="*/ 2684142 w 4641785"/>
              <a:gd name="connsiteY5801" fmla="*/ 2711582 h 5274332"/>
              <a:gd name="connsiteX5802" fmla="*/ 2684142 w 4641785"/>
              <a:gd name="connsiteY5802" fmla="*/ 2711582 h 5274332"/>
              <a:gd name="connsiteX5803" fmla="*/ 2688328 w 4641785"/>
              <a:gd name="connsiteY5803" fmla="*/ 2712048 h 5274332"/>
              <a:gd name="connsiteX5804" fmla="*/ 2686933 w 4641785"/>
              <a:gd name="connsiteY5804" fmla="*/ 2716233 h 5274332"/>
              <a:gd name="connsiteX5805" fmla="*/ 2686933 w 4641785"/>
              <a:gd name="connsiteY5805" fmla="*/ 2716233 h 5274332"/>
              <a:gd name="connsiteX5806" fmla="*/ 2688328 w 4641785"/>
              <a:gd name="connsiteY5806" fmla="*/ 2712047 h 5274332"/>
              <a:gd name="connsiteX5807" fmla="*/ 2832512 w 4641785"/>
              <a:gd name="connsiteY5807" fmla="*/ 2709722 h 5274332"/>
              <a:gd name="connsiteX5808" fmla="*/ 2830187 w 4641785"/>
              <a:gd name="connsiteY5808" fmla="*/ 2712047 h 5274332"/>
              <a:gd name="connsiteX5809" fmla="*/ 2830187 w 4641785"/>
              <a:gd name="connsiteY5809" fmla="*/ 2712047 h 5274332"/>
              <a:gd name="connsiteX5810" fmla="*/ 2832512 w 4641785"/>
              <a:gd name="connsiteY5810" fmla="*/ 2709722 h 5274332"/>
              <a:gd name="connsiteX5811" fmla="*/ 2052747 w 4641785"/>
              <a:gd name="connsiteY5811" fmla="*/ 2708701 h 5274332"/>
              <a:gd name="connsiteX5812" fmla="*/ 2052524 w 4641785"/>
              <a:gd name="connsiteY5812" fmla="*/ 2709258 h 5274332"/>
              <a:gd name="connsiteX5813" fmla="*/ 2052990 w 4641785"/>
              <a:gd name="connsiteY5813" fmla="*/ 2715304 h 5274332"/>
              <a:gd name="connsiteX5814" fmla="*/ 2052900 w 4641785"/>
              <a:gd name="connsiteY5814" fmla="*/ 2715409 h 5274332"/>
              <a:gd name="connsiteX5815" fmla="*/ 2052990 w 4641785"/>
              <a:gd name="connsiteY5815" fmla="*/ 2715304 h 5274332"/>
              <a:gd name="connsiteX5816" fmla="*/ 2052525 w 4641785"/>
              <a:gd name="connsiteY5816" fmla="*/ 2709257 h 5274332"/>
              <a:gd name="connsiteX5817" fmla="*/ 935333 w 4641785"/>
              <a:gd name="connsiteY5817" fmla="*/ 2707397 h 5274332"/>
              <a:gd name="connsiteX5818" fmla="*/ 933938 w 4641785"/>
              <a:gd name="connsiteY5818" fmla="*/ 2709257 h 5274332"/>
              <a:gd name="connsiteX5819" fmla="*/ 933938 w 4641785"/>
              <a:gd name="connsiteY5819" fmla="*/ 2709258 h 5274332"/>
              <a:gd name="connsiteX5820" fmla="*/ 935333 w 4641785"/>
              <a:gd name="connsiteY5820" fmla="*/ 2707397 h 5274332"/>
              <a:gd name="connsiteX5821" fmla="*/ 2489262 w 4641785"/>
              <a:gd name="connsiteY5821" fmla="*/ 2706931 h 5274332"/>
              <a:gd name="connsiteX5822" fmla="*/ 2489262 w 4641785"/>
              <a:gd name="connsiteY5822" fmla="*/ 2706932 h 5274332"/>
              <a:gd name="connsiteX5823" fmla="*/ 2495308 w 4641785"/>
              <a:gd name="connsiteY5823" fmla="*/ 2707862 h 5274332"/>
              <a:gd name="connsiteX5824" fmla="*/ 2682282 w 4641785"/>
              <a:gd name="connsiteY5824" fmla="*/ 2706001 h 5274332"/>
              <a:gd name="connsiteX5825" fmla="*/ 2682282 w 4641785"/>
              <a:gd name="connsiteY5825" fmla="*/ 2706001 h 5274332"/>
              <a:gd name="connsiteX5826" fmla="*/ 2685073 w 4641785"/>
              <a:gd name="connsiteY5826" fmla="*/ 2707397 h 5274332"/>
              <a:gd name="connsiteX5827" fmla="*/ 2685073 w 4641785"/>
              <a:gd name="connsiteY5827" fmla="*/ 2707396 h 5274332"/>
              <a:gd name="connsiteX5828" fmla="*/ 2962123 w 4641785"/>
              <a:gd name="connsiteY5828" fmla="*/ 2704293 h 5274332"/>
              <a:gd name="connsiteX5829" fmla="*/ 2960882 w 4641785"/>
              <a:gd name="connsiteY5829" fmla="*/ 2707396 h 5274332"/>
              <a:gd name="connsiteX5830" fmla="*/ 2960882 w 4641785"/>
              <a:gd name="connsiteY5830" fmla="*/ 2707397 h 5274332"/>
              <a:gd name="connsiteX5831" fmla="*/ 3277621 w 4641785"/>
              <a:gd name="connsiteY5831" fmla="*/ 2704141 h 5274332"/>
              <a:gd name="connsiteX5832" fmla="*/ 3276691 w 4641785"/>
              <a:gd name="connsiteY5832" fmla="*/ 2704606 h 5274332"/>
              <a:gd name="connsiteX5833" fmla="*/ 3274365 w 4641785"/>
              <a:gd name="connsiteY5833" fmla="*/ 2709722 h 5274332"/>
              <a:gd name="connsiteX5834" fmla="*/ 3275296 w 4641785"/>
              <a:gd name="connsiteY5834" fmla="*/ 2711118 h 5274332"/>
              <a:gd name="connsiteX5835" fmla="*/ 3274365 w 4641785"/>
              <a:gd name="connsiteY5835" fmla="*/ 2715304 h 5274332"/>
              <a:gd name="connsiteX5836" fmla="*/ 3274830 w 4641785"/>
              <a:gd name="connsiteY5836" fmla="*/ 2717164 h 5274332"/>
              <a:gd name="connsiteX5837" fmla="*/ 3272970 w 4641785"/>
              <a:gd name="connsiteY5837" fmla="*/ 2718560 h 5274332"/>
              <a:gd name="connsiteX5838" fmla="*/ 3275760 w 4641785"/>
              <a:gd name="connsiteY5838" fmla="*/ 2717629 h 5274332"/>
              <a:gd name="connsiteX5839" fmla="*/ 3278086 w 4641785"/>
              <a:gd name="connsiteY5839" fmla="*/ 2720420 h 5274332"/>
              <a:gd name="connsiteX5840" fmla="*/ 3274830 w 4641785"/>
              <a:gd name="connsiteY5840" fmla="*/ 2715304 h 5274332"/>
              <a:gd name="connsiteX5841" fmla="*/ 3275760 w 4641785"/>
              <a:gd name="connsiteY5841" fmla="*/ 2712048 h 5274332"/>
              <a:gd name="connsiteX5842" fmla="*/ 3275296 w 4641785"/>
              <a:gd name="connsiteY5842" fmla="*/ 2708792 h 5274332"/>
              <a:gd name="connsiteX5843" fmla="*/ 3276691 w 4641785"/>
              <a:gd name="connsiteY5843" fmla="*/ 2704606 h 5274332"/>
              <a:gd name="connsiteX5844" fmla="*/ 3279016 w 4641785"/>
              <a:gd name="connsiteY5844" fmla="*/ 2704606 h 5274332"/>
              <a:gd name="connsiteX5845" fmla="*/ 940915 w 4641785"/>
              <a:gd name="connsiteY5845" fmla="*/ 2702281 h 5274332"/>
              <a:gd name="connsiteX5846" fmla="*/ 938124 w 4641785"/>
              <a:gd name="connsiteY5846" fmla="*/ 2703676 h 5274332"/>
              <a:gd name="connsiteX5847" fmla="*/ 934404 w 4641785"/>
              <a:gd name="connsiteY5847" fmla="*/ 2704141 h 5274332"/>
              <a:gd name="connsiteX5848" fmla="*/ 934404 w 4641785"/>
              <a:gd name="connsiteY5848" fmla="*/ 2704142 h 5274332"/>
              <a:gd name="connsiteX5849" fmla="*/ 938124 w 4641785"/>
              <a:gd name="connsiteY5849" fmla="*/ 2703677 h 5274332"/>
              <a:gd name="connsiteX5850" fmla="*/ 940914 w 4641785"/>
              <a:gd name="connsiteY5850" fmla="*/ 2702282 h 5274332"/>
              <a:gd name="connsiteX5851" fmla="*/ 943705 w 4641785"/>
              <a:gd name="connsiteY5851" fmla="*/ 2705538 h 5274332"/>
              <a:gd name="connsiteX5852" fmla="*/ 944635 w 4641785"/>
              <a:gd name="connsiteY5852" fmla="*/ 2708793 h 5274332"/>
              <a:gd name="connsiteX5853" fmla="*/ 953472 w 4641785"/>
              <a:gd name="connsiteY5853" fmla="*/ 2710653 h 5274332"/>
              <a:gd name="connsiteX5854" fmla="*/ 954868 w 4641785"/>
              <a:gd name="connsiteY5854" fmla="*/ 2707397 h 5274332"/>
              <a:gd name="connsiteX5855" fmla="*/ 959053 w 4641785"/>
              <a:gd name="connsiteY5855" fmla="*/ 2704607 h 5274332"/>
              <a:gd name="connsiteX5856" fmla="*/ 959054 w 4641785"/>
              <a:gd name="connsiteY5856" fmla="*/ 2704606 h 5274332"/>
              <a:gd name="connsiteX5857" fmla="*/ 954868 w 4641785"/>
              <a:gd name="connsiteY5857" fmla="*/ 2707396 h 5274332"/>
              <a:gd name="connsiteX5858" fmla="*/ 953473 w 4641785"/>
              <a:gd name="connsiteY5858" fmla="*/ 2710652 h 5274332"/>
              <a:gd name="connsiteX5859" fmla="*/ 944636 w 4641785"/>
              <a:gd name="connsiteY5859" fmla="*/ 2708791 h 5274332"/>
              <a:gd name="connsiteX5860" fmla="*/ 943706 w 4641785"/>
              <a:gd name="connsiteY5860" fmla="*/ 2705536 h 5274332"/>
              <a:gd name="connsiteX5861" fmla="*/ 2832512 w 4641785"/>
              <a:gd name="connsiteY5861" fmla="*/ 2700419 h 5274332"/>
              <a:gd name="connsiteX5862" fmla="*/ 2832047 w 4641785"/>
              <a:gd name="connsiteY5862" fmla="*/ 2703675 h 5274332"/>
              <a:gd name="connsiteX5863" fmla="*/ 2827861 w 4641785"/>
              <a:gd name="connsiteY5863" fmla="*/ 2707861 h 5274332"/>
              <a:gd name="connsiteX5864" fmla="*/ 2827861 w 4641785"/>
              <a:gd name="connsiteY5864" fmla="*/ 2707862 h 5274332"/>
              <a:gd name="connsiteX5865" fmla="*/ 2832047 w 4641785"/>
              <a:gd name="connsiteY5865" fmla="*/ 2703675 h 5274332"/>
              <a:gd name="connsiteX5866" fmla="*/ 2832512 w 4641785"/>
              <a:gd name="connsiteY5866" fmla="*/ 2700420 h 5274332"/>
              <a:gd name="connsiteX5867" fmla="*/ 2512663 w 4641785"/>
              <a:gd name="connsiteY5867" fmla="*/ 2699948 h 5274332"/>
              <a:gd name="connsiteX5868" fmla="*/ 2511587 w 4641785"/>
              <a:gd name="connsiteY5868" fmla="*/ 2702746 h 5274332"/>
              <a:gd name="connsiteX5869" fmla="*/ 2510139 w 4641785"/>
              <a:gd name="connsiteY5869" fmla="*/ 2703272 h 5274332"/>
              <a:gd name="connsiteX5870" fmla="*/ 2511587 w 4641785"/>
              <a:gd name="connsiteY5870" fmla="*/ 2702746 h 5274332"/>
              <a:gd name="connsiteX5871" fmla="*/ 3300411 w 4641785"/>
              <a:gd name="connsiteY5871" fmla="*/ 2699490 h 5274332"/>
              <a:gd name="connsiteX5872" fmla="*/ 3303202 w 4641785"/>
              <a:gd name="connsiteY5872" fmla="*/ 2700420 h 5274332"/>
              <a:gd name="connsiteX5873" fmla="*/ 3303667 w 4641785"/>
              <a:gd name="connsiteY5873" fmla="*/ 2703211 h 5274332"/>
              <a:gd name="connsiteX5874" fmla="*/ 3303202 w 4641785"/>
              <a:gd name="connsiteY5874" fmla="*/ 2710187 h 5274332"/>
              <a:gd name="connsiteX5875" fmla="*/ 3305528 w 4641785"/>
              <a:gd name="connsiteY5875" fmla="*/ 2710653 h 5274332"/>
              <a:gd name="connsiteX5876" fmla="*/ 3309249 w 4641785"/>
              <a:gd name="connsiteY5876" fmla="*/ 2714839 h 5274332"/>
              <a:gd name="connsiteX5877" fmla="*/ 3305528 w 4641785"/>
              <a:gd name="connsiteY5877" fmla="*/ 2714839 h 5274332"/>
              <a:gd name="connsiteX5878" fmla="*/ 3305062 w 4641785"/>
              <a:gd name="connsiteY5878" fmla="*/ 2717629 h 5274332"/>
              <a:gd name="connsiteX5879" fmla="*/ 3311109 w 4641785"/>
              <a:gd name="connsiteY5879" fmla="*/ 2722280 h 5274332"/>
              <a:gd name="connsiteX5880" fmla="*/ 3312039 w 4641785"/>
              <a:gd name="connsiteY5880" fmla="*/ 2727862 h 5274332"/>
              <a:gd name="connsiteX5881" fmla="*/ 3315760 w 4641785"/>
              <a:gd name="connsiteY5881" fmla="*/ 2731582 h 5274332"/>
              <a:gd name="connsiteX5882" fmla="*/ 3316690 w 4641785"/>
              <a:gd name="connsiteY5882" fmla="*/ 2733443 h 5274332"/>
              <a:gd name="connsiteX5883" fmla="*/ 3315295 w 4641785"/>
              <a:gd name="connsiteY5883" fmla="*/ 2737629 h 5274332"/>
              <a:gd name="connsiteX5884" fmla="*/ 3317620 w 4641785"/>
              <a:gd name="connsiteY5884" fmla="*/ 2741350 h 5274332"/>
              <a:gd name="connsiteX5885" fmla="*/ 3315760 w 4641785"/>
              <a:gd name="connsiteY5885" fmla="*/ 2744140 h 5274332"/>
              <a:gd name="connsiteX5886" fmla="*/ 3313900 w 4641785"/>
              <a:gd name="connsiteY5886" fmla="*/ 2740885 h 5274332"/>
              <a:gd name="connsiteX5887" fmla="*/ 3309249 w 4641785"/>
              <a:gd name="connsiteY5887" fmla="*/ 2737629 h 5274332"/>
              <a:gd name="connsiteX5888" fmla="*/ 3310179 w 4641785"/>
              <a:gd name="connsiteY5888" fmla="*/ 2733908 h 5274332"/>
              <a:gd name="connsiteX5889" fmla="*/ 3308783 w 4641785"/>
              <a:gd name="connsiteY5889" fmla="*/ 2730652 h 5274332"/>
              <a:gd name="connsiteX5890" fmla="*/ 3303667 w 4641785"/>
              <a:gd name="connsiteY5890" fmla="*/ 2730652 h 5274332"/>
              <a:gd name="connsiteX5891" fmla="*/ 3300411 w 4641785"/>
              <a:gd name="connsiteY5891" fmla="*/ 2729257 h 5274332"/>
              <a:gd name="connsiteX5892" fmla="*/ 3299481 w 4641785"/>
              <a:gd name="connsiteY5892" fmla="*/ 2724606 h 5274332"/>
              <a:gd name="connsiteX5893" fmla="*/ 3297156 w 4641785"/>
              <a:gd name="connsiteY5893" fmla="*/ 2722280 h 5274332"/>
              <a:gd name="connsiteX5894" fmla="*/ 3298086 w 4641785"/>
              <a:gd name="connsiteY5894" fmla="*/ 2718560 h 5274332"/>
              <a:gd name="connsiteX5895" fmla="*/ 3298086 w 4641785"/>
              <a:gd name="connsiteY5895" fmla="*/ 2714839 h 5274332"/>
              <a:gd name="connsiteX5896" fmla="*/ 3298551 w 4641785"/>
              <a:gd name="connsiteY5896" fmla="*/ 2704141 h 5274332"/>
              <a:gd name="connsiteX5897" fmla="*/ 3299946 w 4641785"/>
              <a:gd name="connsiteY5897" fmla="*/ 2703211 h 5274332"/>
              <a:gd name="connsiteX5898" fmla="*/ 966495 w 4641785"/>
              <a:gd name="connsiteY5898" fmla="*/ 2698560 h 5274332"/>
              <a:gd name="connsiteX5899" fmla="*/ 961380 w 4641785"/>
              <a:gd name="connsiteY5899" fmla="*/ 2701350 h 5274332"/>
              <a:gd name="connsiteX5900" fmla="*/ 960458 w 4641785"/>
              <a:gd name="connsiteY5900" fmla="*/ 2702641 h 5274332"/>
              <a:gd name="connsiteX5901" fmla="*/ 961379 w 4641785"/>
              <a:gd name="connsiteY5901" fmla="*/ 2701351 h 5274332"/>
              <a:gd name="connsiteX5902" fmla="*/ 966495 w 4641785"/>
              <a:gd name="connsiteY5902" fmla="*/ 2698561 h 5274332"/>
              <a:gd name="connsiteX5903" fmla="*/ 3283667 w 4641785"/>
              <a:gd name="connsiteY5903" fmla="*/ 2697629 h 5274332"/>
              <a:gd name="connsiteX5904" fmla="*/ 3287388 w 4641785"/>
              <a:gd name="connsiteY5904" fmla="*/ 2702280 h 5274332"/>
              <a:gd name="connsiteX5905" fmla="*/ 3289249 w 4641785"/>
              <a:gd name="connsiteY5905" fmla="*/ 2703676 h 5274332"/>
              <a:gd name="connsiteX5906" fmla="*/ 3288784 w 4641785"/>
              <a:gd name="connsiteY5906" fmla="*/ 2706932 h 5274332"/>
              <a:gd name="connsiteX5907" fmla="*/ 3283667 w 4641785"/>
              <a:gd name="connsiteY5907" fmla="*/ 2702280 h 5274332"/>
              <a:gd name="connsiteX5908" fmla="*/ 2051595 w 4641785"/>
              <a:gd name="connsiteY5908" fmla="*/ 2691583 h 5274332"/>
              <a:gd name="connsiteX5909" fmla="*/ 2051594 w 4641785"/>
              <a:gd name="connsiteY5909" fmla="*/ 2691584 h 5274332"/>
              <a:gd name="connsiteX5910" fmla="*/ 2051129 w 4641785"/>
              <a:gd name="connsiteY5910" fmla="*/ 2700421 h 5274332"/>
              <a:gd name="connsiteX5911" fmla="*/ 2053455 w 4641785"/>
              <a:gd name="connsiteY5911" fmla="*/ 2706932 h 5274332"/>
              <a:gd name="connsiteX5912" fmla="*/ 2053455 w 4641785"/>
              <a:gd name="connsiteY5912" fmla="*/ 2706931 h 5274332"/>
              <a:gd name="connsiteX5913" fmla="*/ 2051130 w 4641785"/>
              <a:gd name="connsiteY5913" fmla="*/ 2700420 h 5274332"/>
              <a:gd name="connsiteX5914" fmla="*/ 2638843 w 4641785"/>
              <a:gd name="connsiteY5914" fmla="*/ 2690074 h 5274332"/>
              <a:gd name="connsiteX5915" fmla="*/ 2640422 w 4641785"/>
              <a:gd name="connsiteY5915" fmla="*/ 2692048 h 5274332"/>
              <a:gd name="connsiteX5916" fmla="*/ 2644143 w 4641785"/>
              <a:gd name="connsiteY5916" fmla="*/ 2692513 h 5274332"/>
              <a:gd name="connsiteX5917" fmla="*/ 2651120 w 4641785"/>
              <a:gd name="connsiteY5917" fmla="*/ 2690187 h 5274332"/>
              <a:gd name="connsiteX5918" fmla="*/ 2651120 w 4641785"/>
              <a:gd name="connsiteY5918" fmla="*/ 2690187 h 5274332"/>
              <a:gd name="connsiteX5919" fmla="*/ 2644143 w 4641785"/>
              <a:gd name="connsiteY5919" fmla="*/ 2692513 h 5274332"/>
              <a:gd name="connsiteX5920" fmla="*/ 2640422 w 4641785"/>
              <a:gd name="connsiteY5920" fmla="*/ 2692047 h 5274332"/>
              <a:gd name="connsiteX5921" fmla="*/ 2679491 w 4641785"/>
              <a:gd name="connsiteY5921" fmla="*/ 2689722 h 5274332"/>
              <a:gd name="connsiteX5922" fmla="*/ 2682282 w 4641785"/>
              <a:gd name="connsiteY5922" fmla="*/ 2695304 h 5274332"/>
              <a:gd name="connsiteX5923" fmla="*/ 2683677 w 4641785"/>
              <a:gd name="connsiteY5923" fmla="*/ 2700885 h 5274332"/>
              <a:gd name="connsiteX5924" fmla="*/ 2683677 w 4641785"/>
              <a:gd name="connsiteY5924" fmla="*/ 2700884 h 5274332"/>
              <a:gd name="connsiteX5925" fmla="*/ 2682282 w 4641785"/>
              <a:gd name="connsiteY5925" fmla="*/ 2695303 h 5274332"/>
              <a:gd name="connsiteX5926" fmla="*/ 2532517 w 4641785"/>
              <a:gd name="connsiteY5926" fmla="*/ 2689722 h 5274332"/>
              <a:gd name="connsiteX5927" fmla="*/ 2532981 w 4641785"/>
              <a:gd name="connsiteY5927" fmla="*/ 2693909 h 5274332"/>
              <a:gd name="connsiteX5928" fmla="*/ 2535773 w 4641785"/>
              <a:gd name="connsiteY5928" fmla="*/ 2697165 h 5274332"/>
              <a:gd name="connsiteX5929" fmla="*/ 2540424 w 4641785"/>
              <a:gd name="connsiteY5929" fmla="*/ 2700420 h 5274332"/>
              <a:gd name="connsiteX5930" fmla="*/ 2542284 w 4641785"/>
              <a:gd name="connsiteY5930" fmla="*/ 2702280 h 5274332"/>
              <a:gd name="connsiteX5931" fmla="*/ 2550656 w 4641785"/>
              <a:gd name="connsiteY5931" fmla="*/ 2701816 h 5274332"/>
              <a:gd name="connsiteX5932" fmla="*/ 2553912 w 4641785"/>
              <a:gd name="connsiteY5932" fmla="*/ 2706467 h 5274332"/>
              <a:gd name="connsiteX5933" fmla="*/ 2557633 w 4641785"/>
              <a:gd name="connsiteY5933" fmla="*/ 2708327 h 5274332"/>
              <a:gd name="connsiteX5934" fmla="*/ 2562749 w 4641785"/>
              <a:gd name="connsiteY5934" fmla="*/ 2707862 h 5274332"/>
              <a:gd name="connsiteX5935" fmla="*/ 2570656 w 4641785"/>
              <a:gd name="connsiteY5935" fmla="*/ 2706001 h 5274332"/>
              <a:gd name="connsiteX5936" fmla="*/ 2574377 w 4641785"/>
              <a:gd name="connsiteY5936" fmla="*/ 2706931 h 5274332"/>
              <a:gd name="connsiteX5937" fmla="*/ 2579028 w 4641785"/>
              <a:gd name="connsiteY5937" fmla="*/ 2705536 h 5274332"/>
              <a:gd name="connsiteX5938" fmla="*/ 2579106 w 4641785"/>
              <a:gd name="connsiteY5938" fmla="*/ 2705223 h 5274332"/>
              <a:gd name="connsiteX5939" fmla="*/ 2579028 w 4641785"/>
              <a:gd name="connsiteY5939" fmla="*/ 2705535 h 5274332"/>
              <a:gd name="connsiteX5940" fmla="*/ 2574377 w 4641785"/>
              <a:gd name="connsiteY5940" fmla="*/ 2706931 h 5274332"/>
              <a:gd name="connsiteX5941" fmla="*/ 2570656 w 4641785"/>
              <a:gd name="connsiteY5941" fmla="*/ 2706001 h 5274332"/>
              <a:gd name="connsiteX5942" fmla="*/ 2562749 w 4641785"/>
              <a:gd name="connsiteY5942" fmla="*/ 2707861 h 5274332"/>
              <a:gd name="connsiteX5943" fmla="*/ 2557633 w 4641785"/>
              <a:gd name="connsiteY5943" fmla="*/ 2708326 h 5274332"/>
              <a:gd name="connsiteX5944" fmla="*/ 2553912 w 4641785"/>
              <a:gd name="connsiteY5944" fmla="*/ 2706466 h 5274332"/>
              <a:gd name="connsiteX5945" fmla="*/ 2550656 w 4641785"/>
              <a:gd name="connsiteY5945" fmla="*/ 2701815 h 5274332"/>
              <a:gd name="connsiteX5946" fmla="*/ 2542284 w 4641785"/>
              <a:gd name="connsiteY5946" fmla="*/ 2702280 h 5274332"/>
              <a:gd name="connsiteX5947" fmla="*/ 2540424 w 4641785"/>
              <a:gd name="connsiteY5947" fmla="*/ 2700419 h 5274332"/>
              <a:gd name="connsiteX5948" fmla="*/ 2535772 w 4641785"/>
              <a:gd name="connsiteY5948" fmla="*/ 2697164 h 5274332"/>
              <a:gd name="connsiteX5949" fmla="*/ 2532982 w 4641785"/>
              <a:gd name="connsiteY5949" fmla="*/ 2693908 h 5274332"/>
              <a:gd name="connsiteX5950" fmla="*/ 2638561 w 4641785"/>
              <a:gd name="connsiteY5950" fmla="*/ 2689722 h 5274332"/>
              <a:gd name="connsiteX5951" fmla="*/ 2631120 w 4641785"/>
              <a:gd name="connsiteY5951" fmla="*/ 2690187 h 5274332"/>
              <a:gd name="connsiteX5952" fmla="*/ 2629725 w 4641785"/>
              <a:gd name="connsiteY5952" fmla="*/ 2694838 h 5274332"/>
              <a:gd name="connsiteX5953" fmla="*/ 2616701 w 4641785"/>
              <a:gd name="connsiteY5953" fmla="*/ 2694838 h 5274332"/>
              <a:gd name="connsiteX5954" fmla="*/ 2612050 w 4641785"/>
              <a:gd name="connsiteY5954" fmla="*/ 2692513 h 5274332"/>
              <a:gd name="connsiteX5955" fmla="*/ 2602283 w 4641785"/>
              <a:gd name="connsiteY5955" fmla="*/ 2693443 h 5274332"/>
              <a:gd name="connsiteX5956" fmla="*/ 2597632 w 4641785"/>
              <a:gd name="connsiteY5956" fmla="*/ 2694373 h 5274332"/>
              <a:gd name="connsiteX5957" fmla="*/ 2591120 w 4641785"/>
              <a:gd name="connsiteY5957" fmla="*/ 2694838 h 5274332"/>
              <a:gd name="connsiteX5958" fmla="*/ 2586935 w 4641785"/>
              <a:gd name="connsiteY5958" fmla="*/ 2697164 h 5274332"/>
              <a:gd name="connsiteX5959" fmla="*/ 2586469 w 4641785"/>
              <a:gd name="connsiteY5959" fmla="*/ 2700419 h 5274332"/>
              <a:gd name="connsiteX5960" fmla="*/ 2582749 w 4641785"/>
              <a:gd name="connsiteY5960" fmla="*/ 2700884 h 5274332"/>
              <a:gd name="connsiteX5961" fmla="*/ 2581996 w 4641785"/>
              <a:gd name="connsiteY5961" fmla="*/ 2701529 h 5274332"/>
              <a:gd name="connsiteX5962" fmla="*/ 2582748 w 4641785"/>
              <a:gd name="connsiteY5962" fmla="*/ 2700885 h 5274332"/>
              <a:gd name="connsiteX5963" fmla="*/ 2586469 w 4641785"/>
              <a:gd name="connsiteY5963" fmla="*/ 2700420 h 5274332"/>
              <a:gd name="connsiteX5964" fmla="*/ 2586935 w 4641785"/>
              <a:gd name="connsiteY5964" fmla="*/ 2697165 h 5274332"/>
              <a:gd name="connsiteX5965" fmla="*/ 2591121 w 4641785"/>
              <a:gd name="connsiteY5965" fmla="*/ 2694839 h 5274332"/>
              <a:gd name="connsiteX5966" fmla="*/ 2597632 w 4641785"/>
              <a:gd name="connsiteY5966" fmla="*/ 2694373 h 5274332"/>
              <a:gd name="connsiteX5967" fmla="*/ 2602283 w 4641785"/>
              <a:gd name="connsiteY5967" fmla="*/ 2693443 h 5274332"/>
              <a:gd name="connsiteX5968" fmla="*/ 2612050 w 4641785"/>
              <a:gd name="connsiteY5968" fmla="*/ 2692513 h 5274332"/>
              <a:gd name="connsiteX5969" fmla="*/ 2616701 w 4641785"/>
              <a:gd name="connsiteY5969" fmla="*/ 2694839 h 5274332"/>
              <a:gd name="connsiteX5970" fmla="*/ 2629725 w 4641785"/>
              <a:gd name="connsiteY5970" fmla="*/ 2694839 h 5274332"/>
              <a:gd name="connsiteX5971" fmla="*/ 2631120 w 4641785"/>
              <a:gd name="connsiteY5971" fmla="*/ 2690187 h 5274332"/>
              <a:gd name="connsiteX5972" fmla="*/ 2638562 w 4641785"/>
              <a:gd name="connsiteY5972" fmla="*/ 2689722 h 5274332"/>
              <a:gd name="connsiteX5973" fmla="*/ 2661836 w 4641785"/>
              <a:gd name="connsiteY5973" fmla="*/ 2688858 h 5274332"/>
              <a:gd name="connsiteX5974" fmla="*/ 2657166 w 4641785"/>
              <a:gd name="connsiteY5974" fmla="*/ 2691582 h 5274332"/>
              <a:gd name="connsiteX5975" fmla="*/ 2655771 w 4641785"/>
              <a:gd name="connsiteY5975" fmla="*/ 2693908 h 5274332"/>
              <a:gd name="connsiteX5976" fmla="*/ 2651120 w 4641785"/>
              <a:gd name="connsiteY5976" fmla="*/ 2694373 h 5274332"/>
              <a:gd name="connsiteX5977" fmla="*/ 2651120 w 4641785"/>
              <a:gd name="connsiteY5977" fmla="*/ 2694373 h 5274332"/>
              <a:gd name="connsiteX5978" fmla="*/ 2655771 w 4641785"/>
              <a:gd name="connsiteY5978" fmla="*/ 2693909 h 5274332"/>
              <a:gd name="connsiteX5979" fmla="*/ 2657166 w 4641785"/>
              <a:gd name="connsiteY5979" fmla="*/ 2691583 h 5274332"/>
              <a:gd name="connsiteX5980" fmla="*/ 228833 w 4641785"/>
              <a:gd name="connsiteY5980" fmla="*/ 2686932 h 5274332"/>
              <a:gd name="connsiteX5981" fmla="*/ 231159 w 4641785"/>
              <a:gd name="connsiteY5981" fmla="*/ 2688792 h 5274332"/>
              <a:gd name="connsiteX5982" fmla="*/ 233019 w 4641785"/>
              <a:gd name="connsiteY5982" fmla="*/ 2692048 h 5274332"/>
              <a:gd name="connsiteX5983" fmla="*/ 230229 w 4641785"/>
              <a:gd name="connsiteY5983" fmla="*/ 2696234 h 5274332"/>
              <a:gd name="connsiteX5984" fmla="*/ 223717 w 4641785"/>
              <a:gd name="connsiteY5984" fmla="*/ 2692978 h 5274332"/>
              <a:gd name="connsiteX5985" fmla="*/ 223252 w 4641785"/>
              <a:gd name="connsiteY5985" fmla="*/ 2689722 h 5274332"/>
              <a:gd name="connsiteX5986" fmla="*/ 2822328 w 4641785"/>
              <a:gd name="connsiteY5986" fmla="*/ 2686579 h 5274332"/>
              <a:gd name="connsiteX5987" fmla="*/ 2821815 w 4641785"/>
              <a:gd name="connsiteY5987" fmla="*/ 2687862 h 5274332"/>
              <a:gd name="connsiteX5988" fmla="*/ 2821815 w 4641785"/>
              <a:gd name="connsiteY5988" fmla="*/ 2687862 h 5274332"/>
              <a:gd name="connsiteX5989" fmla="*/ 952077 w 4641785"/>
              <a:gd name="connsiteY5989" fmla="*/ 2686468 h 5274332"/>
              <a:gd name="connsiteX5990" fmla="*/ 953007 w 4641785"/>
              <a:gd name="connsiteY5990" fmla="*/ 2689723 h 5274332"/>
              <a:gd name="connsiteX5991" fmla="*/ 953008 w 4641785"/>
              <a:gd name="connsiteY5991" fmla="*/ 2689722 h 5274332"/>
              <a:gd name="connsiteX5992" fmla="*/ 952078 w 4641785"/>
              <a:gd name="connsiteY5992" fmla="*/ 2686468 h 5274332"/>
              <a:gd name="connsiteX5993" fmla="*/ 2101325 w 4641785"/>
              <a:gd name="connsiteY5993" fmla="*/ 2684966 h 5274332"/>
              <a:gd name="connsiteX5994" fmla="*/ 2100896 w 4641785"/>
              <a:gd name="connsiteY5994" fmla="*/ 2689258 h 5274332"/>
              <a:gd name="connsiteX5995" fmla="*/ 2100897 w 4641785"/>
              <a:gd name="connsiteY5995" fmla="*/ 2689258 h 5274332"/>
              <a:gd name="connsiteX5996" fmla="*/ 176741 w 4641785"/>
              <a:gd name="connsiteY5996" fmla="*/ 2684606 h 5274332"/>
              <a:gd name="connsiteX5997" fmla="*/ 180927 w 4641785"/>
              <a:gd name="connsiteY5997" fmla="*/ 2686467 h 5274332"/>
              <a:gd name="connsiteX5998" fmla="*/ 179997 w 4641785"/>
              <a:gd name="connsiteY5998" fmla="*/ 2688792 h 5274332"/>
              <a:gd name="connsiteX5999" fmla="*/ 175346 w 4641785"/>
              <a:gd name="connsiteY5999" fmla="*/ 2686932 h 5274332"/>
              <a:gd name="connsiteX6000" fmla="*/ 2948789 w 4641785"/>
              <a:gd name="connsiteY6000" fmla="*/ 2683675 h 5274332"/>
              <a:gd name="connsiteX6001" fmla="*/ 2947394 w 4641785"/>
              <a:gd name="connsiteY6001" fmla="*/ 2685070 h 5274332"/>
              <a:gd name="connsiteX6002" fmla="*/ 2947394 w 4641785"/>
              <a:gd name="connsiteY6002" fmla="*/ 2685072 h 5274332"/>
              <a:gd name="connsiteX6003" fmla="*/ 2948789 w 4641785"/>
              <a:gd name="connsiteY6003" fmla="*/ 2683677 h 5274332"/>
              <a:gd name="connsiteX6004" fmla="*/ 2954371 w 4641785"/>
              <a:gd name="connsiteY6004" fmla="*/ 2684607 h 5274332"/>
              <a:gd name="connsiteX6005" fmla="*/ 2954421 w 4641785"/>
              <a:gd name="connsiteY6005" fmla="*/ 2683756 h 5274332"/>
              <a:gd name="connsiteX6006" fmla="*/ 2954371 w 4641785"/>
              <a:gd name="connsiteY6006" fmla="*/ 2684606 h 5274332"/>
              <a:gd name="connsiteX6007" fmla="*/ 2678561 w 4641785"/>
              <a:gd name="connsiteY6007" fmla="*/ 2683675 h 5274332"/>
              <a:gd name="connsiteX6008" fmla="*/ 2664143 w 4641785"/>
              <a:gd name="connsiteY6008" fmla="*/ 2689722 h 5274332"/>
              <a:gd name="connsiteX6009" fmla="*/ 2662748 w 4641785"/>
              <a:gd name="connsiteY6009" fmla="*/ 2688326 h 5274332"/>
              <a:gd name="connsiteX6010" fmla="*/ 2662747 w 4641785"/>
              <a:gd name="connsiteY6010" fmla="*/ 2688327 h 5274332"/>
              <a:gd name="connsiteX6011" fmla="*/ 2664142 w 4641785"/>
              <a:gd name="connsiteY6011" fmla="*/ 2689722 h 5274332"/>
              <a:gd name="connsiteX6012" fmla="*/ 2678561 w 4641785"/>
              <a:gd name="connsiteY6012" fmla="*/ 2683676 h 5274332"/>
              <a:gd name="connsiteX6013" fmla="*/ 2681817 w 4641785"/>
              <a:gd name="connsiteY6013" fmla="*/ 2685071 h 5274332"/>
              <a:gd name="connsiteX6014" fmla="*/ 2681817 w 4641785"/>
              <a:gd name="connsiteY6014" fmla="*/ 2685070 h 5274332"/>
              <a:gd name="connsiteX6015" fmla="*/ 2076246 w 4641785"/>
              <a:gd name="connsiteY6015" fmla="*/ 2681351 h 5274332"/>
              <a:gd name="connsiteX6016" fmla="*/ 2076245 w 4641785"/>
              <a:gd name="connsiteY6016" fmla="*/ 2681351 h 5274332"/>
              <a:gd name="connsiteX6017" fmla="*/ 2075780 w 4641785"/>
              <a:gd name="connsiteY6017" fmla="*/ 2685071 h 5274332"/>
              <a:gd name="connsiteX6018" fmla="*/ 2075780 w 4641785"/>
              <a:gd name="connsiteY6018" fmla="*/ 2685071 h 5274332"/>
              <a:gd name="connsiteX6019" fmla="*/ 2112696 w 4641785"/>
              <a:gd name="connsiteY6019" fmla="*/ 2678217 h 5274332"/>
              <a:gd name="connsiteX6020" fmla="*/ 2111128 w 4641785"/>
              <a:gd name="connsiteY6020" fmla="*/ 2681351 h 5274332"/>
              <a:gd name="connsiteX6021" fmla="*/ 2111129 w 4641785"/>
              <a:gd name="connsiteY6021" fmla="*/ 2681351 h 5274332"/>
              <a:gd name="connsiteX6022" fmla="*/ 2085083 w 4641785"/>
              <a:gd name="connsiteY6022" fmla="*/ 2677630 h 5274332"/>
              <a:gd name="connsiteX6023" fmla="*/ 2085082 w 4641785"/>
              <a:gd name="connsiteY6023" fmla="*/ 2677631 h 5274332"/>
              <a:gd name="connsiteX6024" fmla="*/ 2085082 w 4641785"/>
              <a:gd name="connsiteY6024" fmla="*/ 2681816 h 5274332"/>
              <a:gd name="connsiteX6025" fmla="*/ 2085083 w 4641785"/>
              <a:gd name="connsiteY6025" fmla="*/ 2681815 h 5274332"/>
              <a:gd name="connsiteX6026" fmla="*/ 2510700 w 4641785"/>
              <a:gd name="connsiteY6026" fmla="*/ 2676850 h 5274332"/>
              <a:gd name="connsiteX6027" fmla="*/ 2507867 w 4641785"/>
              <a:gd name="connsiteY6027" fmla="*/ 2677164 h 5274332"/>
              <a:gd name="connsiteX6028" fmla="*/ 2507867 w 4641785"/>
              <a:gd name="connsiteY6028" fmla="*/ 2677165 h 5274332"/>
              <a:gd name="connsiteX6029" fmla="*/ 2512052 w 4641785"/>
              <a:gd name="connsiteY6029" fmla="*/ 2676699 h 5274332"/>
              <a:gd name="connsiteX6030" fmla="*/ 2512052 w 4641785"/>
              <a:gd name="connsiteY6030" fmla="*/ 2676700 h 5274332"/>
              <a:gd name="connsiteX6031" fmla="*/ 2520889 w 4641785"/>
              <a:gd name="connsiteY6031" fmla="*/ 2678560 h 5274332"/>
              <a:gd name="connsiteX6032" fmla="*/ 2524144 w 4641785"/>
              <a:gd name="connsiteY6032" fmla="*/ 2682281 h 5274332"/>
              <a:gd name="connsiteX6033" fmla="*/ 2528331 w 4641785"/>
              <a:gd name="connsiteY6033" fmla="*/ 2684606 h 5274332"/>
              <a:gd name="connsiteX6034" fmla="*/ 2533447 w 4641785"/>
              <a:gd name="connsiteY6034" fmla="*/ 2686002 h 5274332"/>
              <a:gd name="connsiteX6035" fmla="*/ 2532752 w 4641785"/>
              <a:gd name="connsiteY6035" fmla="*/ 2688781 h 5274332"/>
              <a:gd name="connsiteX6036" fmla="*/ 2533447 w 4641785"/>
              <a:gd name="connsiteY6036" fmla="*/ 2686001 h 5274332"/>
              <a:gd name="connsiteX6037" fmla="*/ 2528331 w 4641785"/>
              <a:gd name="connsiteY6037" fmla="*/ 2684606 h 5274332"/>
              <a:gd name="connsiteX6038" fmla="*/ 2524145 w 4641785"/>
              <a:gd name="connsiteY6038" fmla="*/ 2682280 h 5274332"/>
              <a:gd name="connsiteX6039" fmla="*/ 2520889 w 4641785"/>
              <a:gd name="connsiteY6039" fmla="*/ 2678559 h 5274332"/>
              <a:gd name="connsiteX6040" fmla="*/ 180462 w 4641785"/>
              <a:gd name="connsiteY6040" fmla="*/ 2675304 h 5274332"/>
              <a:gd name="connsiteX6041" fmla="*/ 185578 w 4641785"/>
              <a:gd name="connsiteY6041" fmla="*/ 2676234 h 5274332"/>
              <a:gd name="connsiteX6042" fmla="*/ 184183 w 4641785"/>
              <a:gd name="connsiteY6042" fmla="*/ 2679490 h 5274332"/>
              <a:gd name="connsiteX6043" fmla="*/ 179066 w 4641785"/>
              <a:gd name="connsiteY6043" fmla="*/ 2676699 h 5274332"/>
              <a:gd name="connsiteX6044" fmla="*/ 3258087 w 4641785"/>
              <a:gd name="connsiteY6044" fmla="*/ 2674839 h 5274332"/>
              <a:gd name="connsiteX6045" fmla="*/ 3256691 w 4641785"/>
              <a:gd name="connsiteY6045" fmla="*/ 2676235 h 5274332"/>
              <a:gd name="connsiteX6046" fmla="*/ 3259947 w 4641785"/>
              <a:gd name="connsiteY6046" fmla="*/ 2675770 h 5274332"/>
              <a:gd name="connsiteX6047" fmla="*/ 3259482 w 4641785"/>
              <a:gd name="connsiteY6047" fmla="*/ 2675305 h 5274332"/>
              <a:gd name="connsiteX6048" fmla="*/ 2833906 w 4641785"/>
              <a:gd name="connsiteY6048" fmla="*/ 2674374 h 5274332"/>
              <a:gd name="connsiteX6049" fmla="*/ 2828326 w 4641785"/>
              <a:gd name="connsiteY6049" fmla="*/ 2678559 h 5274332"/>
              <a:gd name="connsiteX6050" fmla="*/ 2824141 w 4641785"/>
              <a:gd name="connsiteY6050" fmla="*/ 2680419 h 5274332"/>
              <a:gd name="connsiteX6051" fmla="*/ 2824141 w 4641785"/>
              <a:gd name="connsiteY6051" fmla="*/ 2680420 h 5274332"/>
              <a:gd name="connsiteX6052" fmla="*/ 2828326 w 4641785"/>
              <a:gd name="connsiteY6052" fmla="*/ 2678560 h 5274332"/>
              <a:gd name="connsiteX6053" fmla="*/ 2833907 w 4641785"/>
              <a:gd name="connsiteY6053" fmla="*/ 2674374 h 5274332"/>
              <a:gd name="connsiteX6054" fmla="*/ 2511587 w 4641785"/>
              <a:gd name="connsiteY6054" fmla="*/ 2673444 h 5274332"/>
              <a:gd name="connsiteX6055" fmla="*/ 2511587 w 4641785"/>
              <a:gd name="connsiteY6055" fmla="*/ 2673444 h 5274332"/>
              <a:gd name="connsiteX6056" fmla="*/ 2511634 w 4641785"/>
              <a:gd name="connsiteY6056" fmla="*/ 2673776 h 5274332"/>
              <a:gd name="connsiteX6057" fmla="*/ 2124616 w 4641785"/>
              <a:gd name="connsiteY6057" fmla="*/ 2671585 h 5274332"/>
              <a:gd name="connsiteX6058" fmla="*/ 2123687 w 4641785"/>
              <a:gd name="connsiteY6058" fmla="*/ 2674839 h 5274332"/>
              <a:gd name="connsiteX6059" fmla="*/ 2124616 w 4641785"/>
              <a:gd name="connsiteY6059" fmla="*/ 2671585 h 5274332"/>
              <a:gd name="connsiteX6060" fmla="*/ 933938 w 4641785"/>
              <a:gd name="connsiteY6060" fmla="*/ 2671583 h 5274332"/>
              <a:gd name="connsiteX6061" fmla="*/ 930217 w 4641785"/>
              <a:gd name="connsiteY6061" fmla="*/ 2672979 h 5274332"/>
              <a:gd name="connsiteX6062" fmla="*/ 930217 w 4641785"/>
              <a:gd name="connsiteY6062" fmla="*/ 2672980 h 5274332"/>
              <a:gd name="connsiteX6063" fmla="*/ 933938 w 4641785"/>
              <a:gd name="connsiteY6063" fmla="*/ 2671585 h 5274332"/>
              <a:gd name="connsiteX6064" fmla="*/ 936728 w 4641785"/>
              <a:gd name="connsiteY6064" fmla="*/ 2671585 h 5274332"/>
              <a:gd name="connsiteX6065" fmla="*/ 943240 w 4641785"/>
              <a:gd name="connsiteY6065" fmla="*/ 2676236 h 5274332"/>
              <a:gd name="connsiteX6066" fmla="*/ 947426 w 4641785"/>
              <a:gd name="connsiteY6066" fmla="*/ 2677166 h 5274332"/>
              <a:gd name="connsiteX6067" fmla="*/ 947426 w 4641785"/>
              <a:gd name="connsiteY6067" fmla="*/ 2677164 h 5274332"/>
              <a:gd name="connsiteX6068" fmla="*/ 943241 w 4641785"/>
              <a:gd name="connsiteY6068" fmla="*/ 2676234 h 5274332"/>
              <a:gd name="connsiteX6069" fmla="*/ 936729 w 4641785"/>
              <a:gd name="connsiteY6069" fmla="*/ 2671583 h 5274332"/>
              <a:gd name="connsiteX6070" fmla="*/ 274879 w 4641785"/>
              <a:gd name="connsiteY6070" fmla="*/ 2671118 h 5274332"/>
              <a:gd name="connsiteX6071" fmla="*/ 276740 w 4641785"/>
              <a:gd name="connsiteY6071" fmla="*/ 2672513 h 5274332"/>
              <a:gd name="connsiteX6072" fmla="*/ 279065 w 4641785"/>
              <a:gd name="connsiteY6072" fmla="*/ 2676234 h 5274332"/>
              <a:gd name="connsiteX6073" fmla="*/ 274414 w 4641785"/>
              <a:gd name="connsiteY6073" fmla="*/ 2678094 h 5274332"/>
              <a:gd name="connsiteX6074" fmla="*/ 271158 w 4641785"/>
              <a:gd name="connsiteY6074" fmla="*/ 2678094 h 5274332"/>
              <a:gd name="connsiteX6075" fmla="*/ 272089 w 4641785"/>
              <a:gd name="connsiteY6075" fmla="*/ 2672048 h 5274332"/>
              <a:gd name="connsiteX6076" fmla="*/ 2133918 w 4641785"/>
              <a:gd name="connsiteY6076" fmla="*/ 2669259 h 5274332"/>
              <a:gd name="connsiteX6077" fmla="*/ 2133918 w 4641785"/>
              <a:gd name="connsiteY6077" fmla="*/ 2672514 h 5274332"/>
              <a:gd name="connsiteX6078" fmla="*/ 2133919 w 4641785"/>
              <a:gd name="connsiteY6078" fmla="*/ 2672513 h 5274332"/>
              <a:gd name="connsiteX6079" fmla="*/ 2133919 w 4641785"/>
              <a:gd name="connsiteY6079" fmla="*/ 2669259 h 5274332"/>
              <a:gd name="connsiteX6080" fmla="*/ 2835303 w 4641785"/>
              <a:gd name="connsiteY6080" fmla="*/ 2669257 h 5274332"/>
              <a:gd name="connsiteX6081" fmla="*/ 2832047 w 4641785"/>
              <a:gd name="connsiteY6081" fmla="*/ 2672512 h 5274332"/>
              <a:gd name="connsiteX6082" fmla="*/ 2832047 w 4641785"/>
              <a:gd name="connsiteY6082" fmla="*/ 2672513 h 5274332"/>
              <a:gd name="connsiteX6083" fmla="*/ 2835303 w 4641785"/>
              <a:gd name="connsiteY6083" fmla="*/ 2669258 h 5274332"/>
              <a:gd name="connsiteX6084" fmla="*/ 2839954 w 4641785"/>
              <a:gd name="connsiteY6084" fmla="*/ 2672979 h 5274332"/>
              <a:gd name="connsiteX6085" fmla="*/ 2845070 w 4641785"/>
              <a:gd name="connsiteY6085" fmla="*/ 2681816 h 5274332"/>
              <a:gd name="connsiteX6086" fmla="*/ 2852512 w 4641785"/>
              <a:gd name="connsiteY6086" fmla="*/ 2683676 h 5274332"/>
              <a:gd name="connsiteX6087" fmla="*/ 2861349 w 4641785"/>
              <a:gd name="connsiteY6087" fmla="*/ 2685536 h 5274332"/>
              <a:gd name="connsiteX6088" fmla="*/ 2864139 w 4641785"/>
              <a:gd name="connsiteY6088" fmla="*/ 2688792 h 5274332"/>
              <a:gd name="connsiteX6089" fmla="*/ 2871115 w 4641785"/>
              <a:gd name="connsiteY6089" fmla="*/ 2690653 h 5274332"/>
              <a:gd name="connsiteX6090" fmla="*/ 2873441 w 4641785"/>
              <a:gd name="connsiteY6090" fmla="*/ 2689722 h 5274332"/>
              <a:gd name="connsiteX6091" fmla="*/ 2874837 w 4641785"/>
              <a:gd name="connsiteY6091" fmla="*/ 2692978 h 5274332"/>
              <a:gd name="connsiteX6092" fmla="*/ 2879488 w 4641785"/>
              <a:gd name="connsiteY6092" fmla="*/ 2699024 h 5274332"/>
              <a:gd name="connsiteX6093" fmla="*/ 2880883 w 4641785"/>
              <a:gd name="connsiteY6093" fmla="*/ 2701816 h 5274332"/>
              <a:gd name="connsiteX6094" fmla="*/ 2883209 w 4641785"/>
              <a:gd name="connsiteY6094" fmla="*/ 2703211 h 5274332"/>
              <a:gd name="connsiteX6095" fmla="*/ 2885069 w 4641785"/>
              <a:gd name="connsiteY6095" fmla="*/ 2706931 h 5274332"/>
              <a:gd name="connsiteX6096" fmla="*/ 2888790 w 4641785"/>
              <a:gd name="connsiteY6096" fmla="*/ 2708327 h 5274332"/>
              <a:gd name="connsiteX6097" fmla="*/ 2896697 w 4641785"/>
              <a:gd name="connsiteY6097" fmla="*/ 2713443 h 5274332"/>
              <a:gd name="connsiteX6098" fmla="*/ 2899022 w 4641785"/>
              <a:gd name="connsiteY6098" fmla="*/ 2710653 h 5274332"/>
              <a:gd name="connsiteX6099" fmla="*/ 2901813 w 4641785"/>
              <a:gd name="connsiteY6099" fmla="*/ 2710653 h 5274332"/>
              <a:gd name="connsiteX6100" fmla="*/ 2908790 w 4641785"/>
              <a:gd name="connsiteY6100" fmla="*/ 2707397 h 5274332"/>
              <a:gd name="connsiteX6101" fmla="*/ 2909720 w 4641785"/>
              <a:gd name="connsiteY6101" fmla="*/ 2710653 h 5274332"/>
              <a:gd name="connsiteX6102" fmla="*/ 2912511 w 4641785"/>
              <a:gd name="connsiteY6102" fmla="*/ 2711582 h 5274332"/>
              <a:gd name="connsiteX6103" fmla="*/ 2912511 w 4641785"/>
              <a:gd name="connsiteY6103" fmla="*/ 2711582 h 5274332"/>
              <a:gd name="connsiteX6104" fmla="*/ 2909721 w 4641785"/>
              <a:gd name="connsiteY6104" fmla="*/ 2710652 h 5274332"/>
              <a:gd name="connsiteX6105" fmla="*/ 2908790 w 4641785"/>
              <a:gd name="connsiteY6105" fmla="*/ 2707396 h 5274332"/>
              <a:gd name="connsiteX6106" fmla="*/ 2901814 w 4641785"/>
              <a:gd name="connsiteY6106" fmla="*/ 2710652 h 5274332"/>
              <a:gd name="connsiteX6107" fmla="*/ 2899023 w 4641785"/>
              <a:gd name="connsiteY6107" fmla="*/ 2710652 h 5274332"/>
              <a:gd name="connsiteX6108" fmla="*/ 2896697 w 4641785"/>
              <a:gd name="connsiteY6108" fmla="*/ 2713442 h 5274332"/>
              <a:gd name="connsiteX6109" fmla="*/ 2888790 w 4641785"/>
              <a:gd name="connsiteY6109" fmla="*/ 2708326 h 5274332"/>
              <a:gd name="connsiteX6110" fmla="*/ 2885070 w 4641785"/>
              <a:gd name="connsiteY6110" fmla="*/ 2706931 h 5274332"/>
              <a:gd name="connsiteX6111" fmla="*/ 2883209 w 4641785"/>
              <a:gd name="connsiteY6111" fmla="*/ 2703210 h 5274332"/>
              <a:gd name="connsiteX6112" fmla="*/ 2880884 w 4641785"/>
              <a:gd name="connsiteY6112" fmla="*/ 2701815 h 5274332"/>
              <a:gd name="connsiteX6113" fmla="*/ 2879488 w 4641785"/>
              <a:gd name="connsiteY6113" fmla="*/ 2699024 h 5274332"/>
              <a:gd name="connsiteX6114" fmla="*/ 2874837 w 4641785"/>
              <a:gd name="connsiteY6114" fmla="*/ 2692977 h 5274332"/>
              <a:gd name="connsiteX6115" fmla="*/ 2873442 w 4641785"/>
              <a:gd name="connsiteY6115" fmla="*/ 2689722 h 5274332"/>
              <a:gd name="connsiteX6116" fmla="*/ 2871116 w 4641785"/>
              <a:gd name="connsiteY6116" fmla="*/ 2690652 h 5274332"/>
              <a:gd name="connsiteX6117" fmla="*/ 2864139 w 4641785"/>
              <a:gd name="connsiteY6117" fmla="*/ 2688792 h 5274332"/>
              <a:gd name="connsiteX6118" fmla="*/ 2861349 w 4641785"/>
              <a:gd name="connsiteY6118" fmla="*/ 2685536 h 5274332"/>
              <a:gd name="connsiteX6119" fmla="*/ 2852512 w 4641785"/>
              <a:gd name="connsiteY6119" fmla="*/ 2683675 h 5274332"/>
              <a:gd name="connsiteX6120" fmla="*/ 2845070 w 4641785"/>
              <a:gd name="connsiteY6120" fmla="*/ 2681815 h 5274332"/>
              <a:gd name="connsiteX6121" fmla="*/ 2839954 w 4641785"/>
              <a:gd name="connsiteY6121" fmla="*/ 2672978 h 5274332"/>
              <a:gd name="connsiteX6122" fmla="*/ 3292969 w 4641785"/>
              <a:gd name="connsiteY6122" fmla="*/ 2668793 h 5274332"/>
              <a:gd name="connsiteX6123" fmla="*/ 3298551 w 4641785"/>
              <a:gd name="connsiteY6123" fmla="*/ 2671584 h 5274332"/>
              <a:gd name="connsiteX6124" fmla="*/ 3299946 w 4641785"/>
              <a:gd name="connsiteY6124" fmla="*/ 2674375 h 5274332"/>
              <a:gd name="connsiteX6125" fmla="*/ 3302272 w 4641785"/>
              <a:gd name="connsiteY6125" fmla="*/ 2683211 h 5274332"/>
              <a:gd name="connsiteX6126" fmla="*/ 3305062 w 4641785"/>
              <a:gd name="connsiteY6126" fmla="*/ 2685537 h 5274332"/>
              <a:gd name="connsiteX6127" fmla="*/ 3304132 w 4641785"/>
              <a:gd name="connsiteY6127" fmla="*/ 2690653 h 5274332"/>
              <a:gd name="connsiteX6128" fmla="*/ 3305528 w 4641785"/>
              <a:gd name="connsiteY6128" fmla="*/ 2692514 h 5274332"/>
              <a:gd name="connsiteX6129" fmla="*/ 3300876 w 4641785"/>
              <a:gd name="connsiteY6129" fmla="*/ 2695304 h 5274332"/>
              <a:gd name="connsiteX6130" fmla="*/ 3299946 w 4641785"/>
              <a:gd name="connsiteY6130" fmla="*/ 2701816 h 5274332"/>
              <a:gd name="connsiteX6131" fmla="*/ 3297621 w 4641785"/>
              <a:gd name="connsiteY6131" fmla="*/ 2705071 h 5274332"/>
              <a:gd name="connsiteX6132" fmla="*/ 3296691 w 4641785"/>
              <a:gd name="connsiteY6132" fmla="*/ 2712513 h 5274332"/>
              <a:gd name="connsiteX6133" fmla="*/ 3294830 w 4641785"/>
              <a:gd name="connsiteY6133" fmla="*/ 2712513 h 5274332"/>
              <a:gd name="connsiteX6134" fmla="*/ 3291109 w 4641785"/>
              <a:gd name="connsiteY6134" fmla="*/ 2708327 h 5274332"/>
              <a:gd name="connsiteX6135" fmla="*/ 3289249 w 4641785"/>
              <a:gd name="connsiteY6135" fmla="*/ 2700885 h 5274332"/>
              <a:gd name="connsiteX6136" fmla="*/ 3292505 w 4641785"/>
              <a:gd name="connsiteY6136" fmla="*/ 2698560 h 5274332"/>
              <a:gd name="connsiteX6137" fmla="*/ 3293900 w 4641785"/>
              <a:gd name="connsiteY6137" fmla="*/ 2699490 h 5274332"/>
              <a:gd name="connsiteX6138" fmla="*/ 3293900 w 4641785"/>
              <a:gd name="connsiteY6138" fmla="*/ 2696234 h 5274332"/>
              <a:gd name="connsiteX6139" fmla="*/ 3291109 w 4641785"/>
              <a:gd name="connsiteY6139" fmla="*/ 2694839 h 5274332"/>
              <a:gd name="connsiteX6140" fmla="*/ 3292969 w 4641785"/>
              <a:gd name="connsiteY6140" fmla="*/ 2692514 h 5274332"/>
              <a:gd name="connsiteX6141" fmla="*/ 3290644 w 4641785"/>
              <a:gd name="connsiteY6141" fmla="*/ 2689258 h 5274332"/>
              <a:gd name="connsiteX6142" fmla="*/ 3290179 w 4641785"/>
              <a:gd name="connsiteY6142" fmla="*/ 2687863 h 5274332"/>
              <a:gd name="connsiteX6143" fmla="*/ 3288784 w 4641785"/>
              <a:gd name="connsiteY6143" fmla="*/ 2686002 h 5274332"/>
              <a:gd name="connsiteX6144" fmla="*/ 3289249 w 4641785"/>
              <a:gd name="connsiteY6144" fmla="*/ 2687397 h 5274332"/>
              <a:gd name="connsiteX6145" fmla="*/ 3289714 w 4641785"/>
              <a:gd name="connsiteY6145" fmla="*/ 2689723 h 5274332"/>
              <a:gd name="connsiteX6146" fmla="*/ 3291109 w 4641785"/>
              <a:gd name="connsiteY6146" fmla="*/ 2691583 h 5274332"/>
              <a:gd name="connsiteX6147" fmla="*/ 3290644 w 4641785"/>
              <a:gd name="connsiteY6147" fmla="*/ 2695304 h 5274332"/>
              <a:gd name="connsiteX6148" fmla="*/ 3292969 w 4641785"/>
              <a:gd name="connsiteY6148" fmla="*/ 2697629 h 5274332"/>
              <a:gd name="connsiteX6149" fmla="*/ 3287388 w 4641785"/>
              <a:gd name="connsiteY6149" fmla="*/ 2701351 h 5274332"/>
              <a:gd name="connsiteX6150" fmla="*/ 3286923 w 4641785"/>
              <a:gd name="connsiteY6150" fmla="*/ 2696699 h 5274332"/>
              <a:gd name="connsiteX6151" fmla="*/ 3283667 w 4641785"/>
              <a:gd name="connsiteY6151" fmla="*/ 2695304 h 5274332"/>
              <a:gd name="connsiteX6152" fmla="*/ 3282737 w 4641785"/>
              <a:gd name="connsiteY6152" fmla="*/ 2691118 h 5274332"/>
              <a:gd name="connsiteX6153" fmla="*/ 3283667 w 4641785"/>
              <a:gd name="connsiteY6153" fmla="*/ 2689258 h 5274332"/>
              <a:gd name="connsiteX6154" fmla="*/ 3283667 w 4641785"/>
              <a:gd name="connsiteY6154" fmla="*/ 2680421 h 5274332"/>
              <a:gd name="connsiteX6155" fmla="*/ 3284598 w 4641785"/>
              <a:gd name="connsiteY6155" fmla="*/ 2674839 h 5274332"/>
              <a:gd name="connsiteX6156" fmla="*/ 3287388 w 4641785"/>
              <a:gd name="connsiteY6156" fmla="*/ 2671584 h 5274332"/>
              <a:gd name="connsiteX6157" fmla="*/ 3289249 w 4641785"/>
              <a:gd name="connsiteY6157" fmla="*/ 2671584 h 5274332"/>
              <a:gd name="connsiteX6158" fmla="*/ 3290644 w 4641785"/>
              <a:gd name="connsiteY6158" fmla="*/ 2676700 h 5274332"/>
              <a:gd name="connsiteX6159" fmla="*/ 3290644 w 4641785"/>
              <a:gd name="connsiteY6159" fmla="*/ 2680886 h 5274332"/>
              <a:gd name="connsiteX6160" fmla="*/ 3288784 w 4641785"/>
              <a:gd name="connsiteY6160" fmla="*/ 2682282 h 5274332"/>
              <a:gd name="connsiteX6161" fmla="*/ 3289249 w 4641785"/>
              <a:gd name="connsiteY6161" fmla="*/ 2685072 h 5274332"/>
              <a:gd name="connsiteX6162" fmla="*/ 3289714 w 4641785"/>
              <a:gd name="connsiteY6162" fmla="*/ 2684141 h 5274332"/>
              <a:gd name="connsiteX6163" fmla="*/ 3289249 w 4641785"/>
              <a:gd name="connsiteY6163" fmla="*/ 2683211 h 5274332"/>
              <a:gd name="connsiteX6164" fmla="*/ 3290644 w 4641785"/>
              <a:gd name="connsiteY6164" fmla="*/ 2681351 h 5274332"/>
              <a:gd name="connsiteX6165" fmla="*/ 3292040 w 4641785"/>
              <a:gd name="connsiteY6165" fmla="*/ 2677630 h 5274332"/>
              <a:gd name="connsiteX6166" fmla="*/ 3290644 w 4641785"/>
              <a:gd name="connsiteY6166" fmla="*/ 2675770 h 5274332"/>
              <a:gd name="connsiteX6167" fmla="*/ 3289249 w 4641785"/>
              <a:gd name="connsiteY6167" fmla="*/ 2669724 h 5274332"/>
              <a:gd name="connsiteX6168" fmla="*/ 954868 w 4641785"/>
              <a:gd name="connsiteY6168" fmla="*/ 2668328 h 5274332"/>
              <a:gd name="connsiteX6169" fmla="*/ 953473 w 4641785"/>
              <a:gd name="connsiteY6169" fmla="*/ 2671118 h 5274332"/>
              <a:gd name="connsiteX6170" fmla="*/ 948357 w 4641785"/>
              <a:gd name="connsiteY6170" fmla="*/ 2674838 h 5274332"/>
              <a:gd name="connsiteX6171" fmla="*/ 948357 w 4641785"/>
              <a:gd name="connsiteY6171" fmla="*/ 2674839 h 5274332"/>
              <a:gd name="connsiteX6172" fmla="*/ 953472 w 4641785"/>
              <a:gd name="connsiteY6172" fmla="*/ 2671119 h 5274332"/>
              <a:gd name="connsiteX6173" fmla="*/ 954868 w 4641785"/>
              <a:gd name="connsiteY6173" fmla="*/ 2668329 h 5274332"/>
              <a:gd name="connsiteX6174" fmla="*/ 957193 w 4641785"/>
              <a:gd name="connsiteY6174" fmla="*/ 2668793 h 5274332"/>
              <a:gd name="connsiteX6175" fmla="*/ 957194 w 4641785"/>
              <a:gd name="connsiteY6175" fmla="*/ 2668792 h 5274332"/>
              <a:gd name="connsiteX6176" fmla="*/ 2136710 w 4641785"/>
              <a:gd name="connsiteY6176" fmla="*/ 2665537 h 5274332"/>
              <a:gd name="connsiteX6177" fmla="*/ 2136710 w 4641785"/>
              <a:gd name="connsiteY6177" fmla="*/ 2665538 h 5274332"/>
              <a:gd name="connsiteX6178" fmla="*/ 2138104 w 4641785"/>
              <a:gd name="connsiteY6178" fmla="*/ 2666933 h 5274332"/>
              <a:gd name="connsiteX6179" fmla="*/ 2138105 w 4641785"/>
              <a:gd name="connsiteY6179" fmla="*/ 2666932 h 5274332"/>
              <a:gd name="connsiteX6180" fmla="*/ 289298 w 4641785"/>
              <a:gd name="connsiteY6180" fmla="*/ 2664141 h 5274332"/>
              <a:gd name="connsiteX6181" fmla="*/ 291623 w 4641785"/>
              <a:gd name="connsiteY6181" fmla="*/ 2665536 h 5274332"/>
              <a:gd name="connsiteX6182" fmla="*/ 292088 w 4641785"/>
              <a:gd name="connsiteY6182" fmla="*/ 2668328 h 5274332"/>
              <a:gd name="connsiteX6183" fmla="*/ 288832 w 4641785"/>
              <a:gd name="connsiteY6183" fmla="*/ 2671118 h 5274332"/>
              <a:gd name="connsiteX6184" fmla="*/ 281856 w 4641785"/>
              <a:gd name="connsiteY6184" fmla="*/ 2672513 h 5274332"/>
              <a:gd name="connsiteX6185" fmla="*/ 280925 w 4641785"/>
              <a:gd name="connsiteY6185" fmla="*/ 2669723 h 5274332"/>
              <a:gd name="connsiteX6186" fmla="*/ 282321 w 4641785"/>
              <a:gd name="connsiteY6186" fmla="*/ 2666932 h 5274332"/>
              <a:gd name="connsiteX6187" fmla="*/ 964170 w 4641785"/>
              <a:gd name="connsiteY6187" fmla="*/ 2659026 h 5274332"/>
              <a:gd name="connsiteX6188" fmla="*/ 960915 w 4641785"/>
              <a:gd name="connsiteY6188" fmla="*/ 2660421 h 5274332"/>
              <a:gd name="connsiteX6189" fmla="*/ 960915 w 4641785"/>
              <a:gd name="connsiteY6189" fmla="*/ 2660421 h 5274332"/>
              <a:gd name="connsiteX6190" fmla="*/ 964170 w 4641785"/>
              <a:gd name="connsiteY6190" fmla="*/ 2659026 h 5274332"/>
              <a:gd name="connsiteX6191" fmla="*/ 967426 w 4641785"/>
              <a:gd name="connsiteY6191" fmla="*/ 2654839 h 5274332"/>
              <a:gd name="connsiteX6192" fmla="*/ 963706 w 4641785"/>
              <a:gd name="connsiteY6192" fmla="*/ 2656699 h 5274332"/>
              <a:gd name="connsiteX6193" fmla="*/ 963706 w 4641785"/>
              <a:gd name="connsiteY6193" fmla="*/ 2656700 h 5274332"/>
              <a:gd name="connsiteX6194" fmla="*/ 967426 w 4641785"/>
              <a:gd name="connsiteY6194" fmla="*/ 2654841 h 5274332"/>
              <a:gd name="connsiteX6195" fmla="*/ 969751 w 4641785"/>
              <a:gd name="connsiteY6195" fmla="*/ 2655771 h 5274332"/>
              <a:gd name="connsiteX6196" fmla="*/ 975333 w 4641785"/>
              <a:gd name="connsiteY6196" fmla="*/ 2655305 h 5274332"/>
              <a:gd name="connsiteX6197" fmla="*/ 980914 w 4641785"/>
              <a:gd name="connsiteY6197" fmla="*/ 2656701 h 5274332"/>
              <a:gd name="connsiteX6198" fmla="*/ 984169 w 4641785"/>
              <a:gd name="connsiteY6198" fmla="*/ 2655305 h 5274332"/>
              <a:gd name="connsiteX6199" fmla="*/ 984169 w 4641785"/>
              <a:gd name="connsiteY6199" fmla="*/ 2655304 h 5274332"/>
              <a:gd name="connsiteX6200" fmla="*/ 980914 w 4641785"/>
              <a:gd name="connsiteY6200" fmla="*/ 2656699 h 5274332"/>
              <a:gd name="connsiteX6201" fmla="*/ 975333 w 4641785"/>
              <a:gd name="connsiteY6201" fmla="*/ 2655304 h 5274332"/>
              <a:gd name="connsiteX6202" fmla="*/ 969752 w 4641785"/>
              <a:gd name="connsiteY6202" fmla="*/ 2655769 h 5274332"/>
              <a:gd name="connsiteX6203" fmla="*/ 2155710 w 4641785"/>
              <a:gd name="connsiteY6203" fmla="*/ 2651722 h 5274332"/>
              <a:gd name="connsiteX6204" fmla="*/ 2153919 w 4641785"/>
              <a:gd name="connsiteY6204" fmla="*/ 2655304 h 5274332"/>
              <a:gd name="connsiteX6205" fmla="*/ 2153919 w 4641785"/>
              <a:gd name="connsiteY6205" fmla="*/ 2655305 h 5274332"/>
              <a:gd name="connsiteX6206" fmla="*/ 2149732 w 4641785"/>
              <a:gd name="connsiteY6206" fmla="*/ 2649724 h 5274332"/>
              <a:gd name="connsiteX6207" fmla="*/ 2148337 w 4641785"/>
              <a:gd name="connsiteY6207" fmla="*/ 2653445 h 5274332"/>
              <a:gd name="connsiteX6208" fmla="*/ 2148338 w 4641785"/>
              <a:gd name="connsiteY6208" fmla="*/ 2653444 h 5274332"/>
              <a:gd name="connsiteX6209" fmla="*/ 2149732 w 4641785"/>
              <a:gd name="connsiteY6209" fmla="*/ 2649725 h 5274332"/>
              <a:gd name="connsiteX6210" fmla="*/ 986031 w 4641785"/>
              <a:gd name="connsiteY6210" fmla="*/ 2646933 h 5274332"/>
              <a:gd name="connsiteX6211" fmla="*/ 984170 w 4641785"/>
              <a:gd name="connsiteY6211" fmla="*/ 2651118 h 5274332"/>
              <a:gd name="connsiteX6212" fmla="*/ 986030 w 4641785"/>
              <a:gd name="connsiteY6212" fmla="*/ 2646934 h 5274332"/>
              <a:gd name="connsiteX6213" fmla="*/ 2153454 w 4641785"/>
              <a:gd name="connsiteY6213" fmla="*/ 2641352 h 5274332"/>
              <a:gd name="connsiteX6214" fmla="*/ 2153453 w 4641785"/>
              <a:gd name="connsiteY6214" fmla="*/ 2641353 h 5274332"/>
              <a:gd name="connsiteX6215" fmla="*/ 2156709 w 4641785"/>
              <a:gd name="connsiteY6215" fmla="*/ 2649724 h 5274332"/>
              <a:gd name="connsiteX6216" fmla="*/ 2156709 w 4641785"/>
              <a:gd name="connsiteY6216" fmla="*/ 2649724 h 5274332"/>
              <a:gd name="connsiteX6217" fmla="*/ 2158104 w 4641785"/>
              <a:gd name="connsiteY6217" fmla="*/ 2631119 h 5274332"/>
              <a:gd name="connsiteX6218" fmla="*/ 2158104 w 4641785"/>
              <a:gd name="connsiteY6218" fmla="*/ 2631120 h 5274332"/>
              <a:gd name="connsiteX6219" fmla="*/ 2159500 w 4641785"/>
              <a:gd name="connsiteY6219" fmla="*/ 2634375 h 5274332"/>
              <a:gd name="connsiteX6220" fmla="*/ 2159500 w 4641785"/>
              <a:gd name="connsiteY6220" fmla="*/ 2634375 h 5274332"/>
              <a:gd name="connsiteX6221" fmla="*/ 997193 w 4641785"/>
              <a:gd name="connsiteY6221" fmla="*/ 2626003 h 5274332"/>
              <a:gd name="connsiteX6222" fmla="*/ 993008 w 4641785"/>
              <a:gd name="connsiteY6222" fmla="*/ 2626933 h 5274332"/>
              <a:gd name="connsiteX6223" fmla="*/ 993008 w 4641785"/>
              <a:gd name="connsiteY6223" fmla="*/ 2626934 h 5274332"/>
              <a:gd name="connsiteX6224" fmla="*/ 997192 w 4641785"/>
              <a:gd name="connsiteY6224" fmla="*/ 2626003 h 5274332"/>
              <a:gd name="connsiteX6225" fmla="*/ 2898092 w 4641785"/>
              <a:gd name="connsiteY6225" fmla="*/ 2623676 h 5274332"/>
              <a:gd name="connsiteX6226" fmla="*/ 2897415 w 4641785"/>
              <a:gd name="connsiteY6226" fmla="*/ 2624862 h 5274332"/>
              <a:gd name="connsiteX6227" fmla="*/ 2898092 w 4641785"/>
              <a:gd name="connsiteY6227" fmla="*/ 2623677 h 5274332"/>
              <a:gd name="connsiteX6228" fmla="*/ 2155779 w 4641785"/>
              <a:gd name="connsiteY6228" fmla="*/ 2622747 h 5274332"/>
              <a:gd name="connsiteX6229" fmla="*/ 2155779 w 4641785"/>
              <a:gd name="connsiteY6229" fmla="*/ 2622748 h 5274332"/>
              <a:gd name="connsiteX6230" fmla="*/ 2158104 w 4641785"/>
              <a:gd name="connsiteY6230" fmla="*/ 2628329 h 5274332"/>
              <a:gd name="connsiteX6231" fmla="*/ 2158104 w 4641785"/>
              <a:gd name="connsiteY6231" fmla="*/ 2628328 h 5274332"/>
              <a:gd name="connsiteX6232" fmla="*/ 2900155 w 4641785"/>
              <a:gd name="connsiteY6232" fmla="*/ 2617653 h 5274332"/>
              <a:gd name="connsiteX6233" fmla="*/ 2899953 w 4641785"/>
              <a:gd name="connsiteY6233" fmla="*/ 2618560 h 5274332"/>
              <a:gd name="connsiteX6234" fmla="*/ 2898092 w 4641785"/>
              <a:gd name="connsiteY6234" fmla="*/ 2618095 h 5274332"/>
              <a:gd name="connsiteX6235" fmla="*/ 2898092 w 4641785"/>
              <a:gd name="connsiteY6235" fmla="*/ 2618096 h 5274332"/>
              <a:gd name="connsiteX6236" fmla="*/ 2899953 w 4641785"/>
              <a:gd name="connsiteY6236" fmla="*/ 2618561 h 5274332"/>
              <a:gd name="connsiteX6237" fmla="*/ 2157174 w 4641785"/>
              <a:gd name="connsiteY6237" fmla="*/ 2615771 h 5274332"/>
              <a:gd name="connsiteX6238" fmla="*/ 2157174 w 4641785"/>
              <a:gd name="connsiteY6238" fmla="*/ 2619957 h 5274332"/>
              <a:gd name="connsiteX6239" fmla="*/ 2156542 w 4641785"/>
              <a:gd name="connsiteY6239" fmla="*/ 2621222 h 5274332"/>
              <a:gd name="connsiteX6240" fmla="*/ 2157174 w 4641785"/>
              <a:gd name="connsiteY6240" fmla="*/ 2619956 h 5274332"/>
              <a:gd name="connsiteX6241" fmla="*/ 2157174 w 4641785"/>
              <a:gd name="connsiteY6241" fmla="*/ 2615771 h 5274332"/>
              <a:gd name="connsiteX6242" fmla="*/ 2902743 w 4641785"/>
              <a:gd name="connsiteY6242" fmla="*/ 2612049 h 5274332"/>
              <a:gd name="connsiteX6243" fmla="*/ 2901398 w 4641785"/>
              <a:gd name="connsiteY6243" fmla="*/ 2613731 h 5274332"/>
              <a:gd name="connsiteX6244" fmla="*/ 2902743 w 4641785"/>
              <a:gd name="connsiteY6244" fmla="*/ 2612050 h 5274332"/>
              <a:gd name="connsiteX6245" fmla="*/ 989750 w 4641785"/>
              <a:gd name="connsiteY6245" fmla="*/ 2608330 h 5274332"/>
              <a:gd name="connsiteX6246" fmla="*/ 986961 w 4641785"/>
              <a:gd name="connsiteY6246" fmla="*/ 2611584 h 5274332"/>
              <a:gd name="connsiteX6247" fmla="*/ 986961 w 4641785"/>
              <a:gd name="connsiteY6247" fmla="*/ 2611584 h 5274332"/>
              <a:gd name="connsiteX6248" fmla="*/ 989751 w 4641785"/>
              <a:gd name="connsiteY6248" fmla="*/ 2608330 h 5274332"/>
              <a:gd name="connsiteX6249" fmla="*/ 2898267 w 4641785"/>
              <a:gd name="connsiteY6249" fmla="*/ 2607918 h 5274332"/>
              <a:gd name="connsiteX6250" fmla="*/ 2898092 w 4641785"/>
              <a:gd name="connsiteY6250" fmla="*/ 2608793 h 5274332"/>
              <a:gd name="connsiteX6251" fmla="*/ 2898092 w 4641785"/>
              <a:gd name="connsiteY6251" fmla="*/ 2608793 h 5274332"/>
              <a:gd name="connsiteX6252" fmla="*/ 2902577 w 4641785"/>
              <a:gd name="connsiteY6252" fmla="*/ 2604583 h 5274332"/>
              <a:gd name="connsiteX6253" fmla="*/ 2901814 w 4641785"/>
              <a:gd name="connsiteY6253" fmla="*/ 2605537 h 5274332"/>
              <a:gd name="connsiteX6254" fmla="*/ 2898558 w 4641785"/>
              <a:gd name="connsiteY6254" fmla="*/ 2606468 h 5274332"/>
              <a:gd name="connsiteX6255" fmla="*/ 2898558 w 4641785"/>
              <a:gd name="connsiteY6255" fmla="*/ 2606469 h 5274332"/>
              <a:gd name="connsiteX6256" fmla="*/ 2901813 w 4641785"/>
              <a:gd name="connsiteY6256" fmla="*/ 2605538 h 5274332"/>
              <a:gd name="connsiteX6257" fmla="*/ 2903674 w 4641785"/>
              <a:gd name="connsiteY6257" fmla="*/ 2603212 h 5274332"/>
              <a:gd name="connsiteX6258" fmla="*/ 2903673 w 4641785"/>
              <a:gd name="connsiteY6258" fmla="*/ 2603213 h 5274332"/>
              <a:gd name="connsiteX6259" fmla="*/ 2906464 w 4641785"/>
              <a:gd name="connsiteY6259" fmla="*/ 2605073 h 5274332"/>
              <a:gd name="connsiteX6260" fmla="*/ 2908289 w 4641785"/>
              <a:gd name="connsiteY6260" fmla="*/ 2603248 h 5274332"/>
              <a:gd name="connsiteX6261" fmla="*/ 2906465 w 4641785"/>
              <a:gd name="connsiteY6261" fmla="*/ 2605072 h 5274332"/>
              <a:gd name="connsiteX6262" fmla="*/ 2914836 w 4641785"/>
              <a:gd name="connsiteY6262" fmla="*/ 2600887 h 5274332"/>
              <a:gd name="connsiteX6263" fmla="*/ 2911581 w 4641785"/>
              <a:gd name="connsiteY6263" fmla="*/ 2603676 h 5274332"/>
              <a:gd name="connsiteX6264" fmla="*/ 2908325 w 4641785"/>
              <a:gd name="connsiteY6264" fmla="*/ 2603212 h 5274332"/>
              <a:gd name="connsiteX6265" fmla="*/ 2908324 w 4641785"/>
              <a:gd name="connsiteY6265" fmla="*/ 2603213 h 5274332"/>
              <a:gd name="connsiteX6266" fmla="*/ 2911580 w 4641785"/>
              <a:gd name="connsiteY6266" fmla="*/ 2603678 h 5274332"/>
              <a:gd name="connsiteX6267" fmla="*/ 2914836 w 4641785"/>
              <a:gd name="connsiteY6267" fmla="*/ 2600887 h 5274332"/>
              <a:gd name="connsiteX6268" fmla="*/ 2538098 w 4641785"/>
              <a:gd name="connsiteY6268" fmla="*/ 2599025 h 5274332"/>
              <a:gd name="connsiteX6269" fmla="*/ 2534843 w 4641785"/>
              <a:gd name="connsiteY6269" fmla="*/ 2600421 h 5274332"/>
              <a:gd name="connsiteX6270" fmla="*/ 2534843 w 4641785"/>
              <a:gd name="connsiteY6270" fmla="*/ 2600421 h 5274332"/>
              <a:gd name="connsiteX6271" fmla="*/ 2538098 w 4641785"/>
              <a:gd name="connsiteY6271" fmla="*/ 2599026 h 5274332"/>
              <a:gd name="connsiteX6272" fmla="*/ 981844 w 4641785"/>
              <a:gd name="connsiteY6272" fmla="*/ 2597632 h 5274332"/>
              <a:gd name="connsiteX6273" fmla="*/ 977194 w 4641785"/>
              <a:gd name="connsiteY6273" fmla="*/ 2599956 h 5274332"/>
              <a:gd name="connsiteX6274" fmla="*/ 977194 w 4641785"/>
              <a:gd name="connsiteY6274" fmla="*/ 2599957 h 5274332"/>
              <a:gd name="connsiteX6275" fmla="*/ 981844 w 4641785"/>
              <a:gd name="connsiteY6275" fmla="*/ 2597632 h 5274332"/>
              <a:gd name="connsiteX6276" fmla="*/ 2539958 w 4641785"/>
              <a:gd name="connsiteY6276" fmla="*/ 2590188 h 5274332"/>
              <a:gd name="connsiteX6277" fmla="*/ 2538098 w 4641785"/>
              <a:gd name="connsiteY6277" fmla="*/ 2594840 h 5274332"/>
              <a:gd name="connsiteX6278" fmla="*/ 2538098 w 4641785"/>
              <a:gd name="connsiteY6278" fmla="*/ 2594840 h 5274332"/>
              <a:gd name="connsiteX6279" fmla="*/ 2539959 w 4641785"/>
              <a:gd name="connsiteY6279" fmla="*/ 2590189 h 5274332"/>
              <a:gd name="connsiteX6280" fmla="*/ 2546005 w 4641785"/>
              <a:gd name="connsiteY6280" fmla="*/ 2598096 h 5274332"/>
              <a:gd name="connsiteX6281" fmla="*/ 2549261 w 4641785"/>
              <a:gd name="connsiteY6281" fmla="*/ 2597631 h 5274332"/>
              <a:gd name="connsiteX6282" fmla="*/ 2551586 w 4641785"/>
              <a:gd name="connsiteY6282" fmla="*/ 2599026 h 5274332"/>
              <a:gd name="connsiteX6283" fmla="*/ 2554377 w 4641785"/>
              <a:gd name="connsiteY6283" fmla="*/ 2597631 h 5274332"/>
              <a:gd name="connsiteX6284" fmla="*/ 2555772 w 4641785"/>
              <a:gd name="connsiteY6284" fmla="*/ 2600887 h 5274332"/>
              <a:gd name="connsiteX6285" fmla="*/ 2560423 w 4641785"/>
              <a:gd name="connsiteY6285" fmla="*/ 2599491 h 5274332"/>
              <a:gd name="connsiteX6286" fmla="*/ 2564144 w 4641785"/>
              <a:gd name="connsiteY6286" fmla="*/ 2597631 h 5274332"/>
              <a:gd name="connsiteX6287" fmla="*/ 2570191 w 4641785"/>
              <a:gd name="connsiteY6287" fmla="*/ 2598562 h 5274332"/>
              <a:gd name="connsiteX6288" fmla="*/ 2573447 w 4641785"/>
              <a:gd name="connsiteY6288" fmla="*/ 2604608 h 5274332"/>
              <a:gd name="connsiteX6289" fmla="*/ 2573447 w 4641785"/>
              <a:gd name="connsiteY6289" fmla="*/ 2604607 h 5274332"/>
              <a:gd name="connsiteX6290" fmla="*/ 2570191 w 4641785"/>
              <a:gd name="connsiteY6290" fmla="*/ 2598561 h 5274332"/>
              <a:gd name="connsiteX6291" fmla="*/ 2564144 w 4641785"/>
              <a:gd name="connsiteY6291" fmla="*/ 2597630 h 5274332"/>
              <a:gd name="connsiteX6292" fmla="*/ 2560423 w 4641785"/>
              <a:gd name="connsiteY6292" fmla="*/ 2599491 h 5274332"/>
              <a:gd name="connsiteX6293" fmla="*/ 2555772 w 4641785"/>
              <a:gd name="connsiteY6293" fmla="*/ 2600886 h 5274332"/>
              <a:gd name="connsiteX6294" fmla="*/ 2554377 w 4641785"/>
              <a:gd name="connsiteY6294" fmla="*/ 2597630 h 5274332"/>
              <a:gd name="connsiteX6295" fmla="*/ 2551586 w 4641785"/>
              <a:gd name="connsiteY6295" fmla="*/ 2599025 h 5274332"/>
              <a:gd name="connsiteX6296" fmla="*/ 2549260 w 4641785"/>
              <a:gd name="connsiteY6296" fmla="*/ 2597630 h 5274332"/>
              <a:gd name="connsiteX6297" fmla="*/ 2546005 w 4641785"/>
              <a:gd name="connsiteY6297" fmla="*/ 2598095 h 5274332"/>
              <a:gd name="connsiteX6298" fmla="*/ 2180895 w 4641785"/>
              <a:gd name="connsiteY6298" fmla="*/ 2586934 h 5274332"/>
              <a:gd name="connsiteX6299" fmla="*/ 2180895 w 4641785"/>
              <a:gd name="connsiteY6299" fmla="*/ 2586935 h 5274332"/>
              <a:gd name="connsiteX6300" fmla="*/ 2183685 w 4641785"/>
              <a:gd name="connsiteY6300" fmla="*/ 2592516 h 5274332"/>
              <a:gd name="connsiteX6301" fmla="*/ 2183915 w 4641785"/>
              <a:gd name="connsiteY6301" fmla="*/ 2596881 h 5274332"/>
              <a:gd name="connsiteX6302" fmla="*/ 2183686 w 4641785"/>
              <a:gd name="connsiteY6302" fmla="*/ 2592515 h 5274332"/>
              <a:gd name="connsiteX6303" fmla="*/ 359064 w 4641785"/>
              <a:gd name="connsiteY6303" fmla="*/ 2585073 h 5274332"/>
              <a:gd name="connsiteX6304" fmla="*/ 357203 w 4641785"/>
              <a:gd name="connsiteY6304" fmla="*/ 2590654 h 5274332"/>
              <a:gd name="connsiteX6305" fmla="*/ 355343 w 4641785"/>
              <a:gd name="connsiteY6305" fmla="*/ 2594375 h 5274332"/>
              <a:gd name="connsiteX6306" fmla="*/ 353483 w 4641785"/>
              <a:gd name="connsiteY6306" fmla="*/ 2591119 h 5274332"/>
              <a:gd name="connsiteX6307" fmla="*/ 2850869 w 4641785"/>
              <a:gd name="connsiteY6307" fmla="*/ 2581905 h 5274332"/>
              <a:gd name="connsiteX6308" fmla="*/ 2850651 w 4641785"/>
              <a:gd name="connsiteY6308" fmla="*/ 2583212 h 5274332"/>
              <a:gd name="connsiteX6309" fmla="*/ 2850651 w 4641785"/>
              <a:gd name="connsiteY6309" fmla="*/ 2583212 h 5274332"/>
              <a:gd name="connsiteX6310" fmla="*/ 978588 w 4641785"/>
              <a:gd name="connsiteY6310" fmla="*/ 2581818 h 5274332"/>
              <a:gd name="connsiteX6311" fmla="*/ 974403 w 4641785"/>
              <a:gd name="connsiteY6311" fmla="*/ 2583213 h 5274332"/>
              <a:gd name="connsiteX6312" fmla="*/ 974403 w 4641785"/>
              <a:gd name="connsiteY6312" fmla="*/ 2583213 h 5274332"/>
              <a:gd name="connsiteX6313" fmla="*/ 978588 w 4641785"/>
              <a:gd name="connsiteY6313" fmla="*/ 2581818 h 5274332"/>
              <a:gd name="connsiteX6314" fmla="*/ 2529261 w 4641785"/>
              <a:gd name="connsiteY6314" fmla="*/ 2579026 h 5274332"/>
              <a:gd name="connsiteX6315" fmla="*/ 2529262 w 4641785"/>
              <a:gd name="connsiteY6315" fmla="*/ 2579026 h 5274332"/>
              <a:gd name="connsiteX6316" fmla="*/ 2531587 w 4641785"/>
              <a:gd name="connsiteY6316" fmla="*/ 2579492 h 5274332"/>
              <a:gd name="connsiteX6317" fmla="*/ 2532052 w 4641785"/>
              <a:gd name="connsiteY6317" fmla="*/ 2583213 h 5274332"/>
              <a:gd name="connsiteX6318" fmla="*/ 2532052 w 4641785"/>
              <a:gd name="connsiteY6318" fmla="*/ 2583212 h 5274332"/>
              <a:gd name="connsiteX6319" fmla="*/ 2531587 w 4641785"/>
              <a:gd name="connsiteY6319" fmla="*/ 2579491 h 5274332"/>
              <a:gd name="connsiteX6320" fmla="*/ 2203685 w 4641785"/>
              <a:gd name="connsiteY6320" fmla="*/ 2573911 h 5274332"/>
              <a:gd name="connsiteX6321" fmla="*/ 2200601 w 4641785"/>
              <a:gd name="connsiteY6321" fmla="*/ 2577252 h 5274332"/>
              <a:gd name="connsiteX6322" fmla="*/ 2203685 w 4641785"/>
              <a:gd name="connsiteY6322" fmla="*/ 2573912 h 5274332"/>
              <a:gd name="connsiteX6323" fmla="*/ 1010216 w 4641785"/>
              <a:gd name="connsiteY6323" fmla="*/ 2573446 h 5274332"/>
              <a:gd name="connsiteX6324" fmla="*/ 1008355 w 4641785"/>
              <a:gd name="connsiteY6324" fmla="*/ 2576701 h 5274332"/>
              <a:gd name="connsiteX6325" fmla="*/ 1004635 w 4641785"/>
              <a:gd name="connsiteY6325" fmla="*/ 2578562 h 5274332"/>
              <a:gd name="connsiteX6326" fmla="*/ 997193 w 4641785"/>
              <a:gd name="connsiteY6326" fmla="*/ 2579491 h 5274332"/>
              <a:gd name="connsiteX6327" fmla="*/ 993937 w 4641785"/>
              <a:gd name="connsiteY6327" fmla="*/ 2578096 h 5274332"/>
              <a:gd name="connsiteX6328" fmla="*/ 992077 w 4641785"/>
              <a:gd name="connsiteY6328" fmla="*/ 2575771 h 5274332"/>
              <a:gd name="connsiteX6329" fmla="*/ 985101 w 4641785"/>
              <a:gd name="connsiteY6329" fmla="*/ 2574841 h 5274332"/>
              <a:gd name="connsiteX6330" fmla="*/ 985100 w 4641785"/>
              <a:gd name="connsiteY6330" fmla="*/ 2574842 h 5274332"/>
              <a:gd name="connsiteX6331" fmla="*/ 992076 w 4641785"/>
              <a:gd name="connsiteY6331" fmla="*/ 2575772 h 5274332"/>
              <a:gd name="connsiteX6332" fmla="*/ 993937 w 4641785"/>
              <a:gd name="connsiteY6332" fmla="*/ 2578098 h 5274332"/>
              <a:gd name="connsiteX6333" fmla="*/ 997192 w 4641785"/>
              <a:gd name="connsiteY6333" fmla="*/ 2579493 h 5274332"/>
              <a:gd name="connsiteX6334" fmla="*/ 1004635 w 4641785"/>
              <a:gd name="connsiteY6334" fmla="*/ 2578562 h 5274332"/>
              <a:gd name="connsiteX6335" fmla="*/ 1008355 w 4641785"/>
              <a:gd name="connsiteY6335" fmla="*/ 2576702 h 5274332"/>
              <a:gd name="connsiteX6336" fmla="*/ 1010216 w 4641785"/>
              <a:gd name="connsiteY6336" fmla="*/ 2573447 h 5274332"/>
              <a:gd name="connsiteX6337" fmla="*/ 968821 w 4641785"/>
              <a:gd name="connsiteY6337" fmla="*/ 2573445 h 5274332"/>
              <a:gd name="connsiteX6338" fmla="*/ 967891 w 4641785"/>
              <a:gd name="connsiteY6338" fmla="*/ 2577631 h 5274332"/>
              <a:gd name="connsiteX6339" fmla="*/ 967891 w 4641785"/>
              <a:gd name="connsiteY6339" fmla="*/ 2577632 h 5274332"/>
              <a:gd name="connsiteX6340" fmla="*/ 2214681 w 4641785"/>
              <a:gd name="connsiteY6340" fmla="*/ 2572753 h 5274332"/>
              <a:gd name="connsiteX6341" fmla="*/ 2214382 w 4641785"/>
              <a:gd name="connsiteY6341" fmla="*/ 2574841 h 5274332"/>
              <a:gd name="connsiteX6342" fmla="*/ 2214383 w 4641785"/>
              <a:gd name="connsiteY6342" fmla="*/ 2574841 h 5274332"/>
              <a:gd name="connsiteX6343" fmla="*/ 2836698 w 4641785"/>
              <a:gd name="connsiteY6343" fmla="*/ 2571586 h 5274332"/>
              <a:gd name="connsiteX6344" fmla="*/ 2836590 w 4641785"/>
              <a:gd name="connsiteY6344" fmla="*/ 2572338 h 5274332"/>
              <a:gd name="connsiteX6345" fmla="*/ 2836698 w 4641785"/>
              <a:gd name="connsiteY6345" fmla="*/ 2571586 h 5274332"/>
              <a:gd name="connsiteX6346" fmla="*/ 2516703 w 4641785"/>
              <a:gd name="connsiteY6346" fmla="*/ 2570189 h 5274332"/>
              <a:gd name="connsiteX6347" fmla="*/ 2516703 w 4641785"/>
              <a:gd name="connsiteY6347" fmla="*/ 2570190 h 5274332"/>
              <a:gd name="connsiteX6348" fmla="*/ 2522284 w 4641785"/>
              <a:gd name="connsiteY6348" fmla="*/ 2575771 h 5274332"/>
              <a:gd name="connsiteX6349" fmla="*/ 2525540 w 4641785"/>
              <a:gd name="connsiteY6349" fmla="*/ 2575306 h 5274332"/>
              <a:gd name="connsiteX6350" fmla="*/ 2528395 w 4641785"/>
              <a:gd name="connsiteY6350" fmla="*/ 2578160 h 5274332"/>
              <a:gd name="connsiteX6351" fmla="*/ 2525540 w 4641785"/>
              <a:gd name="connsiteY6351" fmla="*/ 2575305 h 5274332"/>
              <a:gd name="connsiteX6352" fmla="*/ 2522284 w 4641785"/>
              <a:gd name="connsiteY6352" fmla="*/ 2575770 h 5274332"/>
              <a:gd name="connsiteX6353" fmla="*/ 2516238 w 4641785"/>
              <a:gd name="connsiteY6353" fmla="*/ 2567399 h 5274332"/>
              <a:gd name="connsiteX6354" fmla="*/ 2516238 w 4641785"/>
              <a:gd name="connsiteY6354" fmla="*/ 2567399 h 5274332"/>
              <a:gd name="connsiteX6355" fmla="*/ 2516357 w 4641785"/>
              <a:gd name="connsiteY6355" fmla="*/ 2568112 h 5274332"/>
              <a:gd name="connsiteX6356" fmla="*/ 1026960 w 4641785"/>
              <a:gd name="connsiteY6356" fmla="*/ 2562748 h 5274332"/>
              <a:gd name="connsiteX6357" fmla="*/ 1022309 w 4641785"/>
              <a:gd name="connsiteY6357" fmla="*/ 2566003 h 5274332"/>
              <a:gd name="connsiteX6358" fmla="*/ 1019518 w 4641785"/>
              <a:gd name="connsiteY6358" fmla="*/ 2569259 h 5274332"/>
              <a:gd name="connsiteX6359" fmla="*/ 1009751 w 4641785"/>
              <a:gd name="connsiteY6359" fmla="*/ 2571120 h 5274332"/>
              <a:gd name="connsiteX6360" fmla="*/ 1009751 w 4641785"/>
              <a:gd name="connsiteY6360" fmla="*/ 2571120 h 5274332"/>
              <a:gd name="connsiteX6361" fmla="*/ 1019518 w 4641785"/>
              <a:gd name="connsiteY6361" fmla="*/ 2569260 h 5274332"/>
              <a:gd name="connsiteX6362" fmla="*/ 1022308 w 4641785"/>
              <a:gd name="connsiteY6362" fmla="*/ 2566005 h 5274332"/>
              <a:gd name="connsiteX6363" fmla="*/ 1026959 w 4641785"/>
              <a:gd name="connsiteY6363" fmla="*/ 2562749 h 5274332"/>
              <a:gd name="connsiteX6364" fmla="*/ 956263 w 4641785"/>
              <a:gd name="connsiteY6364" fmla="*/ 2560888 h 5274332"/>
              <a:gd name="connsiteX6365" fmla="*/ 953007 w 4641785"/>
              <a:gd name="connsiteY6365" fmla="*/ 2564608 h 5274332"/>
              <a:gd name="connsiteX6366" fmla="*/ 952077 w 4641785"/>
              <a:gd name="connsiteY6366" fmla="*/ 2567864 h 5274332"/>
              <a:gd name="connsiteX6367" fmla="*/ 952078 w 4641785"/>
              <a:gd name="connsiteY6367" fmla="*/ 2567864 h 5274332"/>
              <a:gd name="connsiteX6368" fmla="*/ 953008 w 4641785"/>
              <a:gd name="connsiteY6368" fmla="*/ 2564608 h 5274332"/>
              <a:gd name="connsiteX6369" fmla="*/ 2216189 w 4641785"/>
              <a:gd name="connsiteY6369" fmla="*/ 2556073 h 5274332"/>
              <a:gd name="connsiteX6370" fmla="*/ 2215778 w 4641785"/>
              <a:gd name="connsiteY6370" fmla="*/ 2565540 h 5274332"/>
              <a:gd name="connsiteX6371" fmla="*/ 2218103 w 4641785"/>
              <a:gd name="connsiteY6371" fmla="*/ 2566469 h 5274332"/>
              <a:gd name="connsiteX6372" fmla="*/ 2218103 w 4641785"/>
              <a:gd name="connsiteY6372" fmla="*/ 2566469 h 5274332"/>
              <a:gd name="connsiteX6373" fmla="*/ 2215778 w 4641785"/>
              <a:gd name="connsiteY6373" fmla="*/ 2565538 h 5274332"/>
              <a:gd name="connsiteX6374" fmla="*/ 1041857 w 4641785"/>
              <a:gd name="connsiteY6374" fmla="*/ 2555955 h 5274332"/>
              <a:gd name="connsiteX6375" fmla="*/ 1041378 w 4641785"/>
              <a:gd name="connsiteY6375" fmla="*/ 2557632 h 5274332"/>
              <a:gd name="connsiteX6376" fmla="*/ 1036727 w 4641785"/>
              <a:gd name="connsiteY6376" fmla="*/ 2560422 h 5274332"/>
              <a:gd name="connsiteX6377" fmla="*/ 1029286 w 4641785"/>
              <a:gd name="connsiteY6377" fmla="*/ 2559493 h 5274332"/>
              <a:gd name="connsiteX6378" fmla="*/ 1027724 w 4641785"/>
              <a:gd name="connsiteY6378" fmla="*/ 2561679 h 5274332"/>
              <a:gd name="connsiteX6379" fmla="*/ 1029285 w 4641785"/>
              <a:gd name="connsiteY6379" fmla="*/ 2559493 h 5274332"/>
              <a:gd name="connsiteX6380" fmla="*/ 1036727 w 4641785"/>
              <a:gd name="connsiteY6380" fmla="*/ 2560423 h 5274332"/>
              <a:gd name="connsiteX6381" fmla="*/ 1041378 w 4641785"/>
              <a:gd name="connsiteY6381" fmla="*/ 2557633 h 5274332"/>
              <a:gd name="connsiteX6382" fmla="*/ 945101 w 4641785"/>
              <a:gd name="connsiteY6382" fmla="*/ 2554841 h 5274332"/>
              <a:gd name="connsiteX6383" fmla="*/ 942775 w 4641785"/>
              <a:gd name="connsiteY6383" fmla="*/ 2558562 h 5274332"/>
              <a:gd name="connsiteX6384" fmla="*/ 942775 w 4641785"/>
              <a:gd name="connsiteY6384" fmla="*/ 2558562 h 5274332"/>
              <a:gd name="connsiteX6385" fmla="*/ 945101 w 4641785"/>
              <a:gd name="connsiteY6385" fmla="*/ 2554841 h 5274332"/>
              <a:gd name="connsiteX6386" fmla="*/ 2519494 w 4641785"/>
              <a:gd name="connsiteY6386" fmla="*/ 2552516 h 5274332"/>
              <a:gd name="connsiteX6387" fmla="*/ 2519494 w 4641785"/>
              <a:gd name="connsiteY6387" fmla="*/ 2552516 h 5274332"/>
              <a:gd name="connsiteX6388" fmla="*/ 2519577 w 4641785"/>
              <a:gd name="connsiteY6388" fmla="*/ 2553182 h 5274332"/>
              <a:gd name="connsiteX6389" fmla="*/ 1037657 w 4641785"/>
              <a:gd name="connsiteY6389" fmla="*/ 2552051 h 5274332"/>
              <a:gd name="connsiteX6390" fmla="*/ 1033472 w 4641785"/>
              <a:gd name="connsiteY6390" fmla="*/ 2554376 h 5274332"/>
              <a:gd name="connsiteX6391" fmla="*/ 1033472 w 4641785"/>
              <a:gd name="connsiteY6391" fmla="*/ 2554376 h 5274332"/>
              <a:gd name="connsiteX6392" fmla="*/ 1037657 w 4641785"/>
              <a:gd name="connsiteY6392" fmla="*/ 2552052 h 5274332"/>
              <a:gd name="connsiteX6393" fmla="*/ 2520889 w 4641785"/>
              <a:gd name="connsiteY6393" fmla="*/ 2540887 h 5274332"/>
              <a:gd name="connsiteX6394" fmla="*/ 2520889 w 4641785"/>
              <a:gd name="connsiteY6394" fmla="*/ 2540888 h 5274332"/>
              <a:gd name="connsiteX6395" fmla="*/ 2521365 w 4641785"/>
              <a:gd name="connsiteY6395" fmla="*/ 2542314 h 5274332"/>
              <a:gd name="connsiteX6396" fmla="*/ 2807696 w 4641785"/>
              <a:gd name="connsiteY6396" fmla="*/ 2540819 h 5274332"/>
              <a:gd name="connsiteX6397" fmla="*/ 2807396 w 4641785"/>
              <a:gd name="connsiteY6397" fmla="*/ 2541818 h 5274332"/>
              <a:gd name="connsiteX6398" fmla="*/ 2802745 w 4641785"/>
              <a:gd name="connsiteY6398" fmla="*/ 2545538 h 5274332"/>
              <a:gd name="connsiteX6399" fmla="*/ 2801815 w 4641785"/>
              <a:gd name="connsiteY6399" fmla="*/ 2548794 h 5274332"/>
              <a:gd name="connsiteX6400" fmla="*/ 2801815 w 4641785"/>
              <a:gd name="connsiteY6400" fmla="*/ 2548795 h 5274332"/>
              <a:gd name="connsiteX6401" fmla="*/ 2802745 w 4641785"/>
              <a:gd name="connsiteY6401" fmla="*/ 2545539 h 5274332"/>
              <a:gd name="connsiteX6402" fmla="*/ 2807396 w 4641785"/>
              <a:gd name="connsiteY6402" fmla="*/ 2541818 h 5274332"/>
              <a:gd name="connsiteX6403" fmla="*/ 58604 w 4641785"/>
              <a:gd name="connsiteY6403" fmla="*/ 2539957 h 5274332"/>
              <a:gd name="connsiteX6404" fmla="*/ 59999 w 4641785"/>
              <a:gd name="connsiteY6404" fmla="*/ 2541818 h 5274332"/>
              <a:gd name="connsiteX6405" fmla="*/ 63720 w 4641785"/>
              <a:gd name="connsiteY6405" fmla="*/ 2541352 h 5274332"/>
              <a:gd name="connsiteX6406" fmla="*/ 66511 w 4641785"/>
              <a:gd name="connsiteY6406" fmla="*/ 2542748 h 5274332"/>
              <a:gd name="connsiteX6407" fmla="*/ 67906 w 4641785"/>
              <a:gd name="connsiteY6407" fmla="*/ 2546934 h 5274332"/>
              <a:gd name="connsiteX6408" fmla="*/ 60929 w 4641785"/>
              <a:gd name="connsiteY6408" fmla="*/ 2548794 h 5274332"/>
              <a:gd name="connsiteX6409" fmla="*/ 60464 w 4641785"/>
              <a:gd name="connsiteY6409" fmla="*/ 2550655 h 5274332"/>
              <a:gd name="connsiteX6410" fmla="*/ 55813 w 4641785"/>
              <a:gd name="connsiteY6410" fmla="*/ 2547864 h 5274332"/>
              <a:gd name="connsiteX6411" fmla="*/ 59999 w 4641785"/>
              <a:gd name="connsiteY6411" fmla="*/ 2545074 h 5274332"/>
              <a:gd name="connsiteX6412" fmla="*/ 58138 w 4641785"/>
              <a:gd name="connsiteY6412" fmla="*/ 2542748 h 5274332"/>
              <a:gd name="connsiteX6413" fmla="*/ 50697 w 4641785"/>
              <a:gd name="connsiteY6413" fmla="*/ 2534841 h 5274332"/>
              <a:gd name="connsiteX6414" fmla="*/ 53952 w 4641785"/>
              <a:gd name="connsiteY6414" fmla="*/ 2535771 h 5274332"/>
              <a:gd name="connsiteX6415" fmla="*/ 55348 w 4641785"/>
              <a:gd name="connsiteY6415" fmla="*/ 2539493 h 5274332"/>
              <a:gd name="connsiteX6416" fmla="*/ 51162 w 4641785"/>
              <a:gd name="connsiteY6416" fmla="*/ 2539027 h 5274332"/>
              <a:gd name="connsiteX6417" fmla="*/ 2519166 w 4641785"/>
              <a:gd name="connsiteY6417" fmla="*/ 2531973 h 5274332"/>
              <a:gd name="connsiteX6418" fmla="*/ 2519494 w 4641785"/>
              <a:gd name="connsiteY6418" fmla="*/ 2533446 h 5274332"/>
              <a:gd name="connsiteX6419" fmla="*/ 2522749 w 4641785"/>
              <a:gd name="connsiteY6419" fmla="*/ 2537167 h 5274332"/>
              <a:gd name="connsiteX6420" fmla="*/ 2522750 w 4641785"/>
              <a:gd name="connsiteY6420" fmla="*/ 2537167 h 5274332"/>
              <a:gd name="connsiteX6421" fmla="*/ 2519494 w 4641785"/>
              <a:gd name="connsiteY6421" fmla="*/ 2533445 h 5274332"/>
              <a:gd name="connsiteX6422" fmla="*/ 1009751 w 4641785"/>
              <a:gd name="connsiteY6422" fmla="*/ 2531121 h 5274332"/>
              <a:gd name="connsiteX6423" fmla="*/ 1009751 w 4641785"/>
              <a:gd name="connsiteY6423" fmla="*/ 2531121 h 5274332"/>
              <a:gd name="connsiteX6424" fmla="*/ 1012076 w 4641785"/>
              <a:gd name="connsiteY6424" fmla="*/ 2531121 h 5274332"/>
              <a:gd name="connsiteX6425" fmla="*/ 1012077 w 4641785"/>
              <a:gd name="connsiteY6425" fmla="*/ 2531121 h 5274332"/>
              <a:gd name="connsiteX6426" fmla="*/ 2514843 w 4641785"/>
              <a:gd name="connsiteY6426" fmla="*/ 2529260 h 5274332"/>
              <a:gd name="connsiteX6427" fmla="*/ 2512517 w 4641785"/>
              <a:gd name="connsiteY6427" fmla="*/ 2532980 h 5274332"/>
              <a:gd name="connsiteX6428" fmla="*/ 2508796 w 4641785"/>
              <a:gd name="connsiteY6428" fmla="*/ 2532050 h 5274332"/>
              <a:gd name="connsiteX6429" fmla="*/ 2507218 w 4641785"/>
              <a:gd name="connsiteY6429" fmla="*/ 2530157 h 5274332"/>
              <a:gd name="connsiteX6430" fmla="*/ 2508796 w 4641785"/>
              <a:gd name="connsiteY6430" fmla="*/ 2532051 h 5274332"/>
              <a:gd name="connsiteX6431" fmla="*/ 2512518 w 4641785"/>
              <a:gd name="connsiteY6431" fmla="*/ 2532981 h 5274332"/>
              <a:gd name="connsiteX6432" fmla="*/ 2514843 w 4641785"/>
              <a:gd name="connsiteY6432" fmla="*/ 2529260 h 5274332"/>
              <a:gd name="connsiteX6433" fmla="*/ 2518563 w 4641785"/>
              <a:gd name="connsiteY6433" fmla="*/ 2529260 h 5274332"/>
              <a:gd name="connsiteX6434" fmla="*/ 2518563 w 4641785"/>
              <a:gd name="connsiteY6434" fmla="*/ 2529260 h 5274332"/>
              <a:gd name="connsiteX6435" fmla="*/ 63720 w 4641785"/>
              <a:gd name="connsiteY6435" fmla="*/ 2529260 h 5274332"/>
              <a:gd name="connsiteX6436" fmla="*/ 66045 w 4641785"/>
              <a:gd name="connsiteY6436" fmla="*/ 2532516 h 5274332"/>
              <a:gd name="connsiteX6437" fmla="*/ 68370 w 4641785"/>
              <a:gd name="connsiteY6437" fmla="*/ 2532981 h 5274332"/>
              <a:gd name="connsiteX6438" fmla="*/ 68370 w 4641785"/>
              <a:gd name="connsiteY6438" fmla="*/ 2537167 h 5274332"/>
              <a:gd name="connsiteX6439" fmla="*/ 64650 w 4641785"/>
              <a:gd name="connsiteY6439" fmla="*/ 2535771 h 5274332"/>
              <a:gd name="connsiteX6440" fmla="*/ 60929 w 4641785"/>
              <a:gd name="connsiteY6440" fmla="*/ 2529725 h 5274332"/>
              <a:gd name="connsiteX6441" fmla="*/ 2812512 w 4641785"/>
              <a:gd name="connsiteY6441" fmla="*/ 2528794 h 5274332"/>
              <a:gd name="connsiteX6442" fmla="*/ 2807861 w 4641785"/>
              <a:gd name="connsiteY6442" fmla="*/ 2531120 h 5274332"/>
              <a:gd name="connsiteX6443" fmla="*/ 2807861 w 4641785"/>
              <a:gd name="connsiteY6443" fmla="*/ 2531121 h 5274332"/>
              <a:gd name="connsiteX6444" fmla="*/ 2812512 w 4641785"/>
              <a:gd name="connsiteY6444" fmla="*/ 2528795 h 5274332"/>
              <a:gd name="connsiteX6445" fmla="*/ 2209267 w 4641785"/>
              <a:gd name="connsiteY6445" fmla="*/ 2525539 h 5274332"/>
              <a:gd name="connsiteX6446" fmla="*/ 2202755 w 4641785"/>
              <a:gd name="connsiteY6446" fmla="*/ 2526004 h 5274332"/>
              <a:gd name="connsiteX6447" fmla="*/ 2202070 w 4641785"/>
              <a:gd name="connsiteY6447" fmla="*/ 2528058 h 5274332"/>
              <a:gd name="connsiteX6448" fmla="*/ 2202755 w 4641785"/>
              <a:gd name="connsiteY6448" fmla="*/ 2526005 h 5274332"/>
              <a:gd name="connsiteX6449" fmla="*/ 2209266 w 4641785"/>
              <a:gd name="connsiteY6449" fmla="*/ 2525540 h 5274332"/>
              <a:gd name="connsiteX6450" fmla="*/ 2210661 w 4641785"/>
              <a:gd name="connsiteY6450" fmla="*/ 2531121 h 5274332"/>
              <a:gd name="connsiteX6451" fmla="*/ 2212057 w 4641785"/>
              <a:gd name="connsiteY6451" fmla="*/ 2532982 h 5274332"/>
              <a:gd name="connsiteX6452" fmla="*/ 2215778 w 4641785"/>
              <a:gd name="connsiteY6452" fmla="*/ 2531587 h 5274332"/>
              <a:gd name="connsiteX6453" fmla="*/ 2219034 w 4641785"/>
              <a:gd name="connsiteY6453" fmla="*/ 2536703 h 5274332"/>
              <a:gd name="connsiteX6454" fmla="*/ 2223685 w 4641785"/>
              <a:gd name="connsiteY6454" fmla="*/ 2538563 h 5274332"/>
              <a:gd name="connsiteX6455" fmla="*/ 2224150 w 4641785"/>
              <a:gd name="connsiteY6455" fmla="*/ 2545074 h 5274332"/>
              <a:gd name="connsiteX6456" fmla="*/ 2223685 w 4641785"/>
              <a:gd name="connsiteY6456" fmla="*/ 2538563 h 5274332"/>
              <a:gd name="connsiteX6457" fmla="*/ 2219034 w 4641785"/>
              <a:gd name="connsiteY6457" fmla="*/ 2536702 h 5274332"/>
              <a:gd name="connsiteX6458" fmla="*/ 2215778 w 4641785"/>
              <a:gd name="connsiteY6458" fmla="*/ 2531585 h 5274332"/>
              <a:gd name="connsiteX6459" fmla="*/ 2212057 w 4641785"/>
              <a:gd name="connsiteY6459" fmla="*/ 2532981 h 5274332"/>
              <a:gd name="connsiteX6460" fmla="*/ 2210662 w 4641785"/>
              <a:gd name="connsiteY6460" fmla="*/ 2531121 h 5274332"/>
              <a:gd name="connsiteX6461" fmla="*/ 2873907 w 4641785"/>
              <a:gd name="connsiteY6461" fmla="*/ 2520423 h 5274332"/>
              <a:gd name="connsiteX6462" fmla="*/ 2873907 w 4641785"/>
              <a:gd name="connsiteY6462" fmla="*/ 2520424 h 5274332"/>
              <a:gd name="connsiteX6463" fmla="*/ 2876697 w 4641785"/>
              <a:gd name="connsiteY6463" fmla="*/ 2521353 h 5274332"/>
              <a:gd name="connsiteX6464" fmla="*/ 2879023 w 4641785"/>
              <a:gd name="connsiteY6464" fmla="*/ 2520424 h 5274332"/>
              <a:gd name="connsiteX6465" fmla="*/ 2879023 w 4641785"/>
              <a:gd name="connsiteY6465" fmla="*/ 2520423 h 5274332"/>
              <a:gd name="connsiteX6466" fmla="*/ 2876697 w 4641785"/>
              <a:gd name="connsiteY6466" fmla="*/ 2521353 h 5274332"/>
              <a:gd name="connsiteX6467" fmla="*/ 2507618 w 4641785"/>
              <a:gd name="connsiteY6467" fmla="*/ 2518996 h 5274332"/>
              <a:gd name="connsiteX6468" fmla="*/ 2508331 w 4641785"/>
              <a:gd name="connsiteY6468" fmla="*/ 2520423 h 5274332"/>
              <a:gd name="connsiteX6469" fmla="*/ 2508331 w 4641785"/>
              <a:gd name="connsiteY6469" fmla="*/ 2520423 h 5274332"/>
              <a:gd name="connsiteX6470" fmla="*/ 1018648 w 4641785"/>
              <a:gd name="connsiteY6470" fmla="*/ 2518698 h 5274332"/>
              <a:gd name="connsiteX6471" fmla="*/ 1018123 w 4641785"/>
              <a:gd name="connsiteY6471" fmla="*/ 2519958 h 5274332"/>
              <a:gd name="connsiteX6472" fmla="*/ 1014524 w 4641785"/>
              <a:gd name="connsiteY6472" fmla="*/ 2521758 h 5274332"/>
              <a:gd name="connsiteX6473" fmla="*/ 1018123 w 4641785"/>
              <a:gd name="connsiteY6473" fmla="*/ 2519958 h 5274332"/>
              <a:gd name="connsiteX6474" fmla="*/ 883988 w 4641785"/>
              <a:gd name="connsiteY6474" fmla="*/ 2516737 h 5274332"/>
              <a:gd name="connsiteX6475" fmla="*/ 880916 w 4641785"/>
              <a:gd name="connsiteY6475" fmla="*/ 2520423 h 5274332"/>
              <a:gd name="connsiteX6476" fmla="*/ 880850 w 4641785"/>
              <a:gd name="connsiteY6476" fmla="*/ 2520456 h 5274332"/>
              <a:gd name="connsiteX6477" fmla="*/ 880916 w 4641785"/>
              <a:gd name="connsiteY6477" fmla="*/ 2520423 h 5274332"/>
              <a:gd name="connsiteX6478" fmla="*/ 50697 w 4641785"/>
              <a:gd name="connsiteY6478" fmla="*/ 2515306 h 5274332"/>
              <a:gd name="connsiteX6479" fmla="*/ 53022 w 4641785"/>
              <a:gd name="connsiteY6479" fmla="*/ 2518562 h 5274332"/>
              <a:gd name="connsiteX6480" fmla="*/ 50231 w 4641785"/>
              <a:gd name="connsiteY6480" fmla="*/ 2519493 h 5274332"/>
              <a:gd name="connsiteX6481" fmla="*/ 2885069 w 4641785"/>
              <a:gd name="connsiteY6481" fmla="*/ 2513911 h 5274332"/>
              <a:gd name="connsiteX6482" fmla="*/ 2880884 w 4641785"/>
              <a:gd name="connsiteY6482" fmla="*/ 2514841 h 5274332"/>
              <a:gd name="connsiteX6483" fmla="*/ 2876697 w 4641785"/>
              <a:gd name="connsiteY6483" fmla="*/ 2517167 h 5274332"/>
              <a:gd name="connsiteX6484" fmla="*/ 2876698 w 4641785"/>
              <a:gd name="connsiteY6484" fmla="*/ 2517168 h 5274332"/>
              <a:gd name="connsiteX6485" fmla="*/ 2880884 w 4641785"/>
              <a:gd name="connsiteY6485" fmla="*/ 2514842 h 5274332"/>
              <a:gd name="connsiteX6486" fmla="*/ 2885069 w 4641785"/>
              <a:gd name="connsiteY6486" fmla="*/ 2513912 h 5274332"/>
              <a:gd name="connsiteX6487" fmla="*/ 1027890 w 4641785"/>
              <a:gd name="connsiteY6487" fmla="*/ 2513447 h 5274332"/>
              <a:gd name="connsiteX6488" fmla="*/ 1020449 w 4641785"/>
              <a:gd name="connsiteY6488" fmla="*/ 2514377 h 5274332"/>
              <a:gd name="connsiteX6489" fmla="*/ 1020449 w 4641785"/>
              <a:gd name="connsiteY6489" fmla="*/ 2514377 h 5274332"/>
              <a:gd name="connsiteX6490" fmla="*/ 1027889 w 4641785"/>
              <a:gd name="connsiteY6490" fmla="*/ 2513448 h 5274332"/>
              <a:gd name="connsiteX6491" fmla="*/ 2186011 w 4641785"/>
              <a:gd name="connsiteY6491" fmla="*/ 2513447 h 5274332"/>
              <a:gd name="connsiteX6492" fmla="*/ 2186011 w 4641785"/>
              <a:gd name="connsiteY6492" fmla="*/ 2513448 h 5274332"/>
              <a:gd name="connsiteX6493" fmla="*/ 2189266 w 4641785"/>
              <a:gd name="connsiteY6493" fmla="*/ 2516703 h 5274332"/>
              <a:gd name="connsiteX6494" fmla="*/ 2189266 w 4641785"/>
              <a:gd name="connsiteY6494" fmla="*/ 2520889 h 5274332"/>
              <a:gd name="connsiteX6495" fmla="*/ 2193917 w 4641785"/>
              <a:gd name="connsiteY6495" fmla="*/ 2522750 h 5274332"/>
              <a:gd name="connsiteX6496" fmla="*/ 2197639 w 4641785"/>
              <a:gd name="connsiteY6496" fmla="*/ 2523214 h 5274332"/>
              <a:gd name="connsiteX6497" fmla="*/ 2196243 w 4641785"/>
              <a:gd name="connsiteY6497" fmla="*/ 2526005 h 5274332"/>
              <a:gd name="connsiteX6498" fmla="*/ 2197639 w 4641785"/>
              <a:gd name="connsiteY6498" fmla="*/ 2527865 h 5274332"/>
              <a:gd name="connsiteX6499" fmla="*/ 2201824 w 4641785"/>
              <a:gd name="connsiteY6499" fmla="*/ 2528796 h 5274332"/>
              <a:gd name="connsiteX6500" fmla="*/ 2201825 w 4641785"/>
              <a:gd name="connsiteY6500" fmla="*/ 2528795 h 5274332"/>
              <a:gd name="connsiteX6501" fmla="*/ 2197639 w 4641785"/>
              <a:gd name="connsiteY6501" fmla="*/ 2527865 h 5274332"/>
              <a:gd name="connsiteX6502" fmla="*/ 2196244 w 4641785"/>
              <a:gd name="connsiteY6502" fmla="*/ 2526004 h 5274332"/>
              <a:gd name="connsiteX6503" fmla="*/ 2197639 w 4641785"/>
              <a:gd name="connsiteY6503" fmla="*/ 2523214 h 5274332"/>
              <a:gd name="connsiteX6504" fmla="*/ 2193918 w 4641785"/>
              <a:gd name="connsiteY6504" fmla="*/ 2522749 h 5274332"/>
              <a:gd name="connsiteX6505" fmla="*/ 2189267 w 4641785"/>
              <a:gd name="connsiteY6505" fmla="*/ 2520888 h 5274332"/>
              <a:gd name="connsiteX6506" fmla="*/ 2189267 w 4641785"/>
              <a:gd name="connsiteY6506" fmla="*/ 2516702 h 5274332"/>
              <a:gd name="connsiteX6507" fmla="*/ 2852047 w 4641785"/>
              <a:gd name="connsiteY6507" fmla="*/ 2511585 h 5274332"/>
              <a:gd name="connsiteX6508" fmla="*/ 2852046 w 4641785"/>
              <a:gd name="connsiteY6508" fmla="*/ 2511587 h 5274332"/>
              <a:gd name="connsiteX6509" fmla="*/ 2857628 w 4641785"/>
              <a:gd name="connsiteY6509" fmla="*/ 2512051 h 5274332"/>
              <a:gd name="connsiteX6510" fmla="*/ 2861348 w 4641785"/>
              <a:gd name="connsiteY6510" fmla="*/ 2514842 h 5274332"/>
              <a:gd name="connsiteX6511" fmla="*/ 2864139 w 4641785"/>
              <a:gd name="connsiteY6511" fmla="*/ 2515307 h 5274332"/>
              <a:gd name="connsiteX6512" fmla="*/ 2865070 w 4641785"/>
              <a:gd name="connsiteY6512" fmla="*/ 2518563 h 5274332"/>
              <a:gd name="connsiteX6513" fmla="*/ 2868326 w 4641785"/>
              <a:gd name="connsiteY6513" fmla="*/ 2519028 h 5274332"/>
              <a:gd name="connsiteX6514" fmla="*/ 2873907 w 4641785"/>
              <a:gd name="connsiteY6514" fmla="*/ 2518098 h 5274332"/>
              <a:gd name="connsiteX6515" fmla="*/ 2873907 w 4641785"/>
              <a:gd name="connsiteY6515" fmla="*/ 2518097 h 5274332"/>
              <a:gd name="connsiteX6516" fmla="*/ 2868326 w 4641785"/>
              <a:gd name="connsiteY6516" fmla="*/ 2519027 h 5274332"/>
              <a:gd name="connsiteX6517" fmla="*/ 2865070 w 4641785"/>
              <a:gd name="connsiteY6517" fmla="*/ 2518562 h 5274332"/>
              <a:gd name="connsiteX6518" fmla="*/ 2864139 w 4641785"/>
              <a:gd name="connsiteY6518" fmla="*/ 2515306 h 5274332"/>
              <a:gd name="connsiteX6519" fmla="*/ 2861349 w 4641785"/>
              <a:gd name="connsiteY6519" fmla="*/ 2514841 h 5274332"/>
              <a:gd name="connsiteX6520" fmla="*/ 2857628 w 4641785"/>
              <a:gd name="connsiteY6520" fmla="*/ 2512050 h 5274332"/>
              <a:gd name="connsiteX6521" fmla="*/ 45116 w 4641785"/>
              <a:gd name="connsiteY6521" fmla="*/ 2511121 h 5274332"/>
              <a:gd name="connsiteX6522" fmla="*/ 48836 w 4641785"/>
              <a:gd name="connsiteY6522" fmla="*/ 2514842 h 5274332"/>
              <a:gd name="connsiteX6523" fmla="*/ 47441 w 4641785"/>
              <a:gd name="connsiteY6523" fmla="*/ 2524144 h 5274332"/>
              <a:gd name="connsiteX6524" fmla="*/ 44185 w 4641785"/>
              <a:gd name="connsiteY6524" fmla="*/ 2524144 h 5274332"/>
              <a:gd name="connsiteX6525" fmla="*/ 43255 w 4641785"/>
              <a:gd name="connsiteY6525" fmla="*/ 2519028 h 5274332"/>
              <a:gd name="connsiteX6526" fmla="*/ 43255 w 4641785"/>
              <a:gd name="connsiteY6526" fmla="*/ 2515772 h 5274332"/>
              <a:gd name="connsiteX6527" fmla="*/ 39069 w 4641785"/>
              <a:gd name="connsiteY6527" fmla="*/ 2518098 h 5274332"/>
              <a:gd name="connsiteX6528" fmla="*/ 40464 w 4641785"/>
              <a:gd name="connsiteY6528" fmla="*/ 2513447 h 5274332"/>
              <a:gd name="connsiteX6529" fmla="*/ 2835767 w 4641785"/>
              <a:gd name="connsiteY6529" fmla="*/ 2509260 h 5274332"/>
              <a:gd name="connsiteX6530" fmla="*/ 2832512 w 4641785"/>
              <a:gd name="connsiteY6530" fmla="*/ 2509724 h 5274332"/>
              <a:gd name="connsiteX6531" fmla="*/ 2819490 w 4641785"/>
              <a:gd name="connsiteY6531" fmla="*/ 2515306 h 5274332"/>
              <a:gd name="connsiteX6532" fmla="*/ 2814373 w 4641785"/>
              <a:gd name="connsiteY6532" fmla="*/ 2512516 h 5274332"/>
              <a:gd name="connsiteX6533" fmla="*/ 2809257 w 4641785"/>
              <a:gd name="connsiteY6533" fmla="*/ 2511585 h 5274332"/>
              <a:gd name="connsiteX6534" fmla="*/ 2806931 w 4641785"/>
              <a:gd name="connsiteY6534" fmla="*/ 2516236 h 5274332"/>
              <a:gd name="connsiteX6535" fmla="*/ 2806931 w 4641785"/>
              <a:gd name="connsiteY6535" fmla="*/ 2516238 h 5274332"/>
              <a:gd name="connsiteX6536" fmla="*/ 2809256 w 4641785"/>
              <a:gd name="connsiteY6536" fmla="*/ 2511587 h 5274332"/>
              <a:gd name="connsiteX6537" fmla="*/ 2814373 w 4641785"/>
              <a:gd name="connsiteY6537" fmla="*/ 2512517 h 5274332"/>
              <a:gd name="connsiteX6538" fmla="*/ 2819489 w 4641785"/>
              <a:gd name="connsiteY6538" fmla="*/ 2515307 h 5274332"/>
              <a:gd name="connsiteX6539" fmla="*/ 2832512 w 4641785"/>
              <a:gd name="connsiteY6539" fmla="*/ 2509726 h 5274332"/>
              <a:gd name="connsiteX6540" fmla="*/ 2835768 w 4641785"/>
              <a:gd name="connsiteY6540" fmla="*/ 2509261 h 5274332"/>
              <a:gd name="connsiteX6541" fmla="*/ 1036262 w 4641785"/>
              <a:gd name="connsiteY6541" fmla="*/ 2506470 h 5274332"/>
              <a:gd name="connsiteX6542" fmla="*/ 1029286 w 4641785"/>
              <a:gd name="connsiteY6542" fmla="*/ 2510656 h 5274332"/>
              <a:gd name="connsiteX6543" fmla="*/ 1029286 w 4641785"/>
              <a:gd name="connsiteY6543" fmla="*/ 2510656 h 5274332"/>
              <a:gd name="connsiteX6544" fmla="*/ 1036262 w 4641785"/>
              <a:gd name="connsiteY6544" fmla="*/ 2506470 h 5274332"/>
              <a:gd name="connsiteX6545" fmla="*/ 1039517 w 4641785"/>
              <a:gd name="connsiteY6545" fmla="*/ 2507400 h 5274332"/>
              <a:gd name="connsiteX6546" fmla="*/ 1039518 w 4641785"/>
              <a:gd name="connsiteY6546" fmla="*/ 2507400 h 5274332"/>
              <a:gd name="connsiteX6547" fmla="*/ 868823 w 4641785"/>
              <a:gd name="connsiteY6547" fmla="*/ 2505075 h 5274332"/>
              <a:gd name="connsiteX6548" fmla="*/ 866498 w 4641785"/>
              <a:gd name="connsiteY6548" fmla="*/ 2508330 h 5274332"/>
              <a:gd name="connsiteX6549" fmla="*/ 864637 w 4641785"/>
              <a:gd name="connsiteY6549" fmla="*/ 2515772 h 5274332"/>
              <a:gd name="connsiteX6550" fmla="*/ 866498 w 4641785"/>
              <a:gd name="connsiteY6550" fmla="*/ 2508330 h 5274332"/>
              <a:gd name="connsiteX6551" fmla="*/ 2887394 w 4641785"/>
              <a:gd name="connsiteY6551" fmla="*/ 2503679 h 5274332"/>
              <a:gd name="connsiteX6552" fmla="*/ 2886000 w 4641785"/>
              <a:gd name="connsiteY6552" fmla="*/ 2505539 h 5274332"/>
              <a:gd name="connsiteX6553" fmla="*/ 2886000 w 4641785"/>
              <a:gd name="connsiteY6553" fmla="*/ 2505540 h 5274332"/>
              <a:gd name="connsiteX6554" fmla="*/ 2887395 w 4641785"/>
              <a:gd name="connsiteY6554" fmla="*/ 2503680 h 5274332"/>
              <a:gd name="connsiteX6555" fmla="*/ 1044634 w 4641785"/>
              <a:gd name="connsiteY6555" fmla="*/ 2503214 h 5274332"/>
              <a:gd name="connsiteX6556" fmla="*/ 1040913 w 4641785"/>
              <a:gd name="connsiteY6556" fmla="*/ 2504145 h 5274332"/>
              <a:gd name="connsiteX6557" fmla="*/ 1040913 w 4641785"/>
              <a:gd name="connsiteY6557" fmla="*/ 2504145 h 5274332"/>
              <a:gd name="connsiteX6558" fmla="*/ 1044634 w 4641785"/>
              <a:gd name="connsiteY6558" fmla="*/ 2503215 h 5274332"/>
              <a:gd name="connsiteX6559" fmla="*/ 2852469 w 4641785"/>
              <a:gd name="connsiteY6559" fmla="*/ 2501481 h 5274332"/>
              <a:gd name="connsiteX6560" fmla="*/ 2852046 w 4641785"/>
              <a:gd name="connsiteY6560" fmla="*/ 2502749 h 5274332"/>
              <a:gd name="connsiteX6561" fmla="*/ 2853907 w 4641785"/>
              <a:gd name="connsiteY6561" fmla="*/ 2506935 h 5274332"/>
              <a:gd name="connsiteX6562" fmla="*/ 2853907 w 4641785"/>
              <a:gd name="connsiteY6562" fmla="*/ 2506934 h 5274332"/>
              <a:gd name="connsiteX6563" fmla="*/ 2852047 w 4641785"/>
              <a:gd name="connsiteY6563" fmla="*/ 2502748 h 5274332"/>
              <a:gd name="connsiteX6564" fmla="*/ 2178569 w 4641785"/>
              <a:gd name="connsiteY6564" fmla="*/ 2501354 h 5274332"/>
              <a:gd name="connsiteX6565" fmla="*/ 2178569 w 4641785"/>
              <a:gd name="connsiteY6565" fmla="*/ 2501354 h 5274332"/>
              <a:gd name="connsiteX6566" fmla="*/ 2180429 w 4641785"/>
              <a:gd name="connsiteY6566" fmla="*/ 2502285 h 5274332"/>
              <a:gd name="connsiteX6567" fmla="*/ 2183220 w 4641785"/>
              <a:gd name="connsiteY6567" fmla="*/ 2506470 h 5274332"/>
              <a:gd name="connsiteX6568" fmla="*/ 2185546 w 4641785"/>
              <a:gd name="connsiteY6568" fmla="*/ 2508331 h 5274332"/>
              <a:gd name="connsiteX6569" fmla="*/ 2185653 w 4641785"/>
              <a:gd name="connsiteY6569" fmla="*/ 2509513 h 5274332"/>
              <a:gd name="connsiteX6570" fmla="*/ 2185546 w 4641785"/>
              <a:gd name="connsiteY6570" fmla="*/ 2508330 h 5274332"/>
              <a:gd name="connsiteX6571" fmla="*/ 2183221 w 4641785"/>
              <a:gd name="connsiteY6571" fmla="*/ 2506470 h 5274332"/>
              <a:gd name="connsiteX6572" fmla="*/ 2180430 w 4641785"/>
              <a:gd name="connsiteY6572" fmla="*/ 2502284 h 5274332"/>
              <a:gd name="connsiteX6573" fmla="*/ 2148351 w 4641785"/>
              <a:gd name="connsiteY6573" fmla="*/ 2500201 h 5274332"/>
              <a:gd name="connsiteX6574" fmla="*/ 2147407 w 4641785"/>
              <a:gd name="connsiteY6574" fmla="*/ 2501819 h 5274332"/>
              <a:gd name="connsiteX6575" fmla="*/ 2145082 w 4641785"/>
              <a:gd name="connsiteY6575" fmla="*/ 2503679 h 5274332"/>
              <a:gd name="connsiteX6576" fmla="*/ 2139035 w 4641785"/>
              <a:gd name="connsiteY6576" fmla="*/ 2502284 h 5274332"/>
              <a:gd name="connsiteX6577" fmla="*/ 2139035 w 4641785"/>
              <a:gd name="connsiteY6577" fmla="*/ 2502285 h 5274332"/>
              <a:gd name="connsiteX6578" fmla="*/ 2145081 w 4641785"/>
              <a:gd name="connsiteY6578" fmla="*/ 2503680 h 5274332"/>
              <a:gd name="connsiteX6579" fmla="*/ 2147407 w 4641785"/>
              <a:gd name="connsiteY6579" fmla="*/ 2501819 h 5274332"/>
              <a:gd name="connsiteX6580" fmla="*/ 1056805 w 4641785"/>
              <a:gd name="connsiteY6580" fmla="*/ 2498577 h 5274332"/>
              <a:gd name="connsiteX6581" fmla="*/ 1050681 w 4641785"/>
              <a:gd name="connsiteY6581" fmla="*/ 2501819 h 5274332"/>
              <a:gd name="connsiteX6582" fmla="*/ 1049750 w 4641785"/>
              <a:gd name="connsiteY6582" fmla="*/ 2499494 h 5274332"/>
              <a:gd name="connsiteX6583" fmla="*/ 1046030 w 4641785"/>
              <a:gd name="connsiteY6583" fmla="*/ 2499958 h 5274332"/>
              <a:gd name="connsiteX6584" fmla="*/ 1046030 w 4641785"/>
              <a:gd name="connsiteY6584" fmla="*/ 2499959 h 5274332"/>
              <a:gd name="connsiteX6585" fmla="*/ 1049750 w 4641785"/>
              <a:gd name="connsiteY6585" fmla="*/ 2499494 h 5274332"/>
              <a:gd name="connsiteX6586" fmla="*/ 1050680 w 4641785"/>
              <a:gd name="connsiteY6586" fmla="*/ 2501819 h 5274332"/>
              <a:gd name="connsiteX6587" fmla="*/ 2888086 w 4641785"/>
              <a:gd name="connsiteY6587" fmla="*/ 2497640 h 5274332"/>
              <a:gd name="connsiteX6588" fmla="*/ 2886000 w 4641785"/>
              <a:gd name="connsiteY6588" fmla="*/ 2499958 h 5274332"/>
              <a:gd name="connsiteX6589" fmla="*/ 2886000 w 4641785"/>
              <a:gd name="connsiteY6589" fmla="*/ 2499958 h 5274332"/>
              <a:gd name="connsiteX6590" fmla="*/ 2150663 w 4641785"/>
              <a:gd name="connsiteY6590" fmla="*/ 2496237 h 5274332"/>
              <a:gd name="connsiteX6591" fmla="*/ 2150662 w 4641785"/>
              <a:gd name="connsiteY6591" fmla="*/ 2496238 h 5274332"/>
              <a:gd name="connsiteX6592" fmla="*/ 2153918 w 4641785"/>
              <a:gd name="connsiteY6592" fmla="*/ 2496238 h 5274332"/>
              <a:gd name="connsiteX6593" fmla="*/ 2155313 w 4641785"/>
              <a:gd name="connsiteY6593" fmla="*/ 2498563 h 5274332"/>
              <a:gd name="connsiteX6594" fmla="*/ 2161825 w 4641785"/>
              <a:gd name="connsiteY6594" fmla="*/ 2499029 h 5274332"/>
              <a:gd name="connsiteX6595" fmla="*/ 2163686 w 4641785"/>
              <a:gd name="connsiteY6595" fmla="*/ 2503680 h 5274332"/>
              <a:gd name="connsiteX6596" fmla="*/ 2166476 w 4641785"/>
              <a:gd name="connsiteY6596" fmla="*/ 2505541 h 5274332"/>
              <a:gd name="connsiteX6597" fmla="*/ 2174848 w 4641785"/>
              <a:gd name="connsiteY6597" fmla="*/ 2504610 h 5274332"/>
              <a:gd name="connsiteX6598" fmla="*/ 2176924 w 4641785"/>
              <a:gd name="connsiteY6598" fmla="*/ 2502794 h 5274332"/>
              <a:gd name="connsiteX6599" fmla="*/ 2174848 w 4641785"/>
              <a:gd name="connsiteY6599" fmla="*/ 2504610 h 5274332"/>
              <a:gd name="connsiteX6600" fmla="*/ 2166477 w 4641785"/>
              <a:gd name="connsiteY6600" fmla="*/ 2505539 h 5274332"/>
              <a:gd name="connsiteX6601" fmla="*/ 2163686 w 4641785"/>
              <a:gd name="connsiteY6601" fmla="*/ 2503679 h 5274332"/>
              <a:gd name="connsiteX6602" fmla="*/ 2161826 w 4641785"/>
              <a:gd name="connsiteY6602" fmla="*/ 2499028 h 5274332"/>
              <a:gd name="connsiteX6603" fmla="*/ 2155314 w 4641785"/>
              <a:gd name="connsiteY6603" fmla="*/ 2498563 h 5274332"/>
              <a:gd name="connsiteX6604" fmla="*/ 2153919 w 4641785"/>
              <a:gd name="connsiteY6604" fmla="*/ 2496237 h 5274332"/>
              <a:gd name="connsiteX6605" fmla="*/ 1061378 w 4641785"/>
              <a:gd name="connsiteY6605" fmla="*/ 2494843 h 5274332"/>
              <a:gd name="connsiteX6606" fmla="*/ 1061378 w 4641785"/>
              <a:gd name="connsiteY6606" fmla="*/ 2494843 h 5274332"/>
              <a:gd name="connsiteX6607" fmla="*/ 1060682 w 4641785"/>
              <a:gd name="connsiteY6607" fmla="*/ 2495539 h 5274332"/>
              <a:gd name="connsiteX6608" fmla="*/ 867428 w 4641785"/>
              <a:gd name="connsiteY6608" fmla="*/ 2494377 h 5274332"/>
              <a:gd name="connsiteX6609" fmla="*/ 866938 w 4641785"/>
              <a:gd name="connsiteY6609" fmla="*/ 2494989 h 5274332"/>
              <a:gd name="connsiteX6610" fmla="*/ 867428 w 4641785"/>
              <a:gd name="connsiteY6610" fmla="*/ 2494377 h 5274332"/>
              <a:gd name="connsiteX6611" fmla="*/ 2835303 w 4641785"/>
              <a:gd name="connsiteY6611" fmla="*/ 2492981 h 5274332"/>
              <a:gd name="connsiteX6612" fmla="*/ 2831117 w 4641785"/>
              <a:gd name="connsiteY6612" fmla="*/ 2497167 h 5274332"/>
              <a:gd name="connsiteX6613" fmla="*/ 2831117 w 4641785"/>
              <a:gd name="connsiteY6613" fmla="*/ 2497168 h 5274332"/>
              <a:gd name="connsiteX6614" fmla="*/ 2835302 w 4641785"/>
              <a:gd name="connsiteY6614" fmla="*/ 2492982 h 5274332"/>
              <a:gd name="connsiteX6615" fmla="*/ 2840419 w 4641785"/>
              <a:gd name="connsiteY6615" fmla="*/ 2493912 h 5274332"/>
              <a:gd name="connsiteX6616" fmla="*/ 2840883 w 4641785"/>
              <a:gd name="connsiteY6616" fmla="*/ 2495773 h 5274332"/>
              <a:gd name="connsiteX6617" fmla="*/ 2845535 w 4641785"/>
              <a:gd name="connsiteY6617" fmla="*/ 2494843 h 5274332"/>
              <a:gd name="connsiteX6618" fmla="*/ 2851116 w 4641785"/>
              <a:gd name="connsiteY6618" fmla="*/ 2495307 h 5274332"/>
              <a:gd name="connsiteX6619" fmla="*/ 2853441 w 4641785"/>
              <a:gd name="connsiteY6619" fmla="*/ 2498563 h 5274332"/>
              <a:gd name="connsiteX6620" fmla="*/ 2853442 w 4641785"/>
              <a:gd name="connsiteY6620" fmla="*/ 2498562 h 5274332"/>
              <a:gd name="connsiteX6621" fmla="*/ 2851117 w 4641785"/>
              <a:gd name="connsiteY6621" fmla="*/ 2495307 h 5274332"/>
              <a:gd name="connsiteX6622" fmla="*/ 2845535 w 4641785"/>
              <a:gd name="connsiteY6622" fmla="*/ 2494841 h 5274332"/>
              <a:gd name="connsiteX6623" fmla="*/ 2840884 w 4641785"/>
              <a:gd name="connsiteY6623" fmla="*/ 2495771 h 5274332"/>
              <a:gd name="connsiteX6624" fmla="*/ 2840419 w 4641785"/>
              <a:gd name="connsiteY6624" fmla="*/ 2493911 h 5274332"/>
              <a:gd name="connsiteX6625" fmla="*/ 2125547 w 4641785"/>
              <a:gd name="connsiteY6625" fmla="*/ 2492052 h 5274332"/>
              <a:gd name="connsiteX6626" fmla="*/ 2125547 w 4641785"/>
              <a:gd name="connsiteY6626" fmla="*/ 2492053 h 5274332"/>
              <a:gd name="connsiteX6627" fmla="*/ 2126477 w 4641785"/>
              <a:gd name="connsiteY6627" fmla="*/ 2498099 h 5274332"/>
              <a:gd name="connsiteX6628" fmla="*/ 2130663 w 4641785"/>
              <a:gd name="connsiteY6628" fmla="*/ 2498563 h 5274332"/>
              <a:gd name="connsiteX6629" fmla="*/ 2131128 w 4641785"/>
              <a:gd name="connsiteY6629" fmla="*/ 2505541 h 5274332"/>
              <a:gd name="connsiteX6630" fmla="*/ 2132988 w 4641785"/>
              <a:gd name="connsiteY6630" fmla="*/ 2508331 h 5274332"/>
              <a:gd name="connsiteX6631" fmla="*/ 2135314 w 4641785"/>
              <a:gd name="connsiteY6631" fmla="*/ 2509261 h 5274332"/>
              <a:gd name="connsiteX6632" fmla="*/ 2136060 w 4641785"/>
              <a:gd name="connsiteY6632" fmla="*/ 2508664 h 5274332"/>
              <a:gd name="connsiteX6633" fmla="*/ 2135314 w 4641785"/>
              <a:gd name="connsiteY6633" fmla="*/ 2509261 h 5274332"/>
              <a:gd name="connsiteX6634" fmla="*/ 2132989 w 4641785"/>
              <a:gd name="connsiteY6634" fmla="*/ 2508330 h 5274332"/>
              <a:gd name="connsiteX6635" fmla="*/ 2131128 w 4641785"/>
              <a:gd name="connsiteY6635" fmla="*/ 2505539 h 5274332"/>
              <a:gd name="connsiteX6636" fmla="*/ 2130663 w 4641785"/>
              <a:gd name="connsiteY6636" fmla="*/ 2498563 h 5274332"/>
              <a:gd name="connsiteX6637" fmla="*/ 2126477 w 4641785"/>
              <a:gd name="connsiteY6637" fmla="*/ 2498098 h 5274332"/>
              <a:gd name="connsiteX6638" fmla="*/ 46511 w 4641785"/>
              <a:gd name="connsiteY6638" fmla="*/ 2490656 h 5274332"/>
              <a:gd name="connsiteX6639" fmla="*/ 47441 w 4641785"/>
              <a:gd name="connsiteY6639" fmla="*/ 2494842 h 5274332"/>
              <a:gd name="connsiteX6640" fmla="*/ 44650 w 4641785"/>
              <a:gd name="connsiteY6640" fmla="*/ 2498563 h 5274332"/>
              <a:gd name="connsiteX6641" fmla="*/ 40929 w 4641785"/>
              <a:gd name="connsiteY6641" fmla="*/ 2500423 h 5274332"/>
              <a:gd name="connsiteX6642" fmla="*/ 39069 w 4641785"/>
              <a:gd name="connsiteY6642" fmla="*/ 2497633 h 5274332"/>
              <a:gd name="connsiteX6643" fmla="*/ 41860 w 4641785"/>
              <a:gd name="connsiteY6643" fmla="*/ 2496237 h 5274332"/>
              <a:gd name="connsiteX6644" fmla="*/ 44650 w 4641785"/>
              <a:gd name="connsiteY6644" fmla="*/ 2491586 h 5274332"/>
              <a:gd name="connsiteX6645" fmla="*/ 869288 w 4641785"/>
              <a:gd name="connsiteY6645" fmla="*/ 2486470 h 5274332"/>
              <a:gd name="connsiteX6646" fmla="*/ 867428 w 4641785"/>
              <a:gd name="connsiteY6646" fmla="*/ 2488795 h 5274332"/>
              <a:gd name="connsiteX6647" fmla="*/ 867428 w 4641785"/>
              <a:gd name="connsiteY6647" fmla="*/ 2488796 h 5274332"/>
              <a:gd name="connsiteX6648" fmla="*/ 42790 w 4641785"/>
              <a:gd name="connsiteY6648" fmla="*/ 2486004 h 5274332"/>
              <a:gd name="connsiteX6649" fmla="*/ 44185 w 4641785"/>
              <a:gd name="connsiteY6649" fmla="*/ 2489726 h 5274332"/>
              <a:gd name="connsiteX6650" fmla="*/ 39999 w 4641785"/>
              <a:gd name="connsiteY6650" fmla="*/ 2489726 h 5274332"/>
              <a:gd name="connsiteX6651" fmla="*/ 39069 w 4641785"/>
              <a:gd name="connsiteY6651" fmla="*/ 2487400 h 5274332"/>
              <a:gd name="connsiteX6652" fmla="*/ 2471588 w 4641785"/>
              <a:gd name="connsiteY6652" fmla="*/ 2485539 h 5274332"/>
              <a:gd name="connsiteX6653" fmla="*/ 2471588 w 4641785"/>
              <a:gd name="connsiteY6653" fmla="*/ 2485540 h 5274332"/>
              <a:gd name="connsiteX6654" fmla="*/ 2474378 w 4641785"/>
              <a:gd name="connsiteY6654" fmla="*/ 2486470 h 5274332"/>
              <a:gd name="connsiteX6655" fmla="*/ 2475773 w 4641785"/>
              <a:gd name="connsiteY6655" fmla="*/ 2490191 h 5274332"/>
              <a:gd name="connsiteX6656" fmla="*/ 2480890 w 4641785"/>
              <a:gd name="connsiteY6656" fmla="*/ 2493447 h 5274332"/>
              <a:gd name="connsiteX6657" fmla="*/ 2483216 w 4641785"/>
              <a:gd name="connsiteY6657" fmla="*/ 2492981 h 5274332"/>
              <a:gd name="connsiteX6658" fmla="*/ 2501355 w 4641785"/>
              <a:gd name="connsiteY6658" fmla="*/ 2496703 h 5274332"/>
              <a:gd name="connsiteX6659" fmla="*/ 2500690 w 4641785"/>
              <a:gd name="connsiteY6659" fmla="*/ 2493050 h 5274332"/>
              <a:gd name="connsiteX6660" fmla="*/ 2501354 w 4641785"/>
              <a:gd name="connsiteY6660" fmla="*/ 2496702 h 5274332"/>
              <a:gd name="connsiteX6661" fmla="*/ 2483216 w 4641785"/>
              <a:gd name="connsiteY6661" fmla="*/ 2492981 h 5274332"/>
              <a:gd name="connsiteX6662" fmla="*/ 2480890 w 4641785"/>
              <a:gd name="connsiteY6662" fmla="*/ 2493446 h 5274332"/>
              <a:gd name="connsiteX6663" fmla="*/ 2475773 w 4641785"/>
              <a:gd name="connsiteY6663" fmla="*/ 2490190 h 5274332"/>
              <a:gd name="connsiteX6664" fmla="*/ 2474378 w 4641785"/>
              <a:gd name="connsiteY6664" fmla="*/ 2486469 h 5274332"/>
              <a:gd name="connsiteX6665" fmla="*/ 1072540 w 4641785"/>
              <a:gd name="connsiteY6665" fmla="*/ 2485075 h 5274332"/>
              <a:gd name="connsiteX6666" fmla="*/ 1066959 w 4641785"/>
              <a:gd name="connsiteY6666" fmla="*/ 2486470 h 5274332"/>
              <a:gd name="connsiteX6667" fmla="*/ 1063703 w 4641785"/>
              <a:gd name="connsiteY6667" fmla="*/ 2489261 h 5274332"/>
              <a:gd name="connsiteX6668" fmla="*/ 1063070 w 4641785"/>
              <a:gd name="connsiteY6668" fmla="*/ 2490781 h 5274332"/>
              <a:gd name="connsiteX6669" fmla="*/ 1063703 w 4641785"/>
              <a:gd name="connsiteY6669" fmla="*/ 2489262 h 5274332"/>
              <a:gd name="connsiteX6670" fmla="*/ 1066959 w 4641785"/>
              <a:gd name="connsiteY6670" fmla="*/ 2486471 h 5274332"/>
              <a:gd name="connsiteX6671" fmla="*/ 1072540 w 4641785"/>
              <a:gd name="connsiteY6671" fmla="*/ 2485075 h 5274332"/>
              <a:gd name="connsiteX6672" fmla="*/ 2507400 w 4641785"/>
              <a:gd name="connsiteY6672" fmla="*/ 2485074 h 5274332"/>
              <a:gd name="connsiteX6673" fmla="*/ 2501819 w 4641785"/>
              <a:gd name="connsiteY6673" fmla="*/ 2486469 h 5274332"/>
              <a:gd name="connsiteX6674" fmla="*/ 2500424 w 4641785"/>
              <a:gd name="connsiteY6674" fmla="*/ 2491585 h 5274332"/>
              <a:gd name="connsiteX6675" fmla="*/ 2500424 w 4641785"/>
              <a:gd name="connsiteY6675" fmla="*/ 2491586 h 5274332"/>
              <a:gd name="connsiteX6676" fmla="*/ 2501820 w 4641785"/>
              <a:gd name="connsiteY6676" fmla="*/ 2486470 h 5274332"/>
              <a:gd name="connsiteX6677" fmla="*/ 2507401 w 4641785"/>
              <a:gd name="connsiteY6677" fmla="*/ 2485075 h 5274332"/>
              <a:gd name="connsiteX6678" fmla="*/ 2511587 w 4641785"/>
              <a:gd name="connsiteY6678" fmla="*/ 2486935 h 5274332"/>
              <a:gd name="connsiteX6679" fmla="*/ 2514843 w 4641785"/>
              <a:gd name="connsiteY6679" fmla="*/ 2490191 h 5274332"/>
              <a:gd name="connsiteX6680" fmla="*/ 2514872 w 4641785"/>
              <a:gd name="connsiteY6680" fmla="*/ 2490578 h 5274332"/>
              <a:gd name="connsiteX6681" fmla="*/ 2514843 w 4641785"/>
              <a:gd name="connsiteY6681" fmla="*/ 2490190 h 5274332"/>
              <a:gd name="connsiteX6682" fmla="*/ 2511587 w 4641785"/>
              <a:gd name="connsiteY6682" fmla="*/ 2486934 h 5274332"/>
              <a:gd name="connsiteX6683" fmla="*/ 854870 w 4641785"/>
              <a:gd name="connsiteY6683" fmla="*/ 2480889 h 5274332"/>
              <a:gd name="connsiteX6684" fmla="*/ 853117 w 4641785"/>
              <a:gd name="connsiteY6684" fmla="*/ 2483518 h 5274332"/>
              <a:gd name="connsiteX6685" fmla="*/ 854870 w 4641785"/>
              <a:gd name="connsiteY6685" fmla="*/ 2480889 h 5274332"/>
              <a:gd name="connsiteX6686" fmla="*/ 2132523 w 4641785"/>
              <a:gd name="connsiteY6686" fmla="*/ 2479960 h 5274332"/>
              <a:gd name="connsiteX6687" fmla="*/ 2131016 w 4641785"/>
              <a:gd name="connsiteY6687" fmla="*/ 2488253 h 5274332"/>
              <a:gd name="connsiteX6688" fmla="*/ 2132524 w 4641785"/>
              <a:gd name="connsiteY6688" fmla="*/ 2479960 h 5274332"/>
              <a:gd name="connsiteX6689" fmla="*/ 2137981 w 4641785"/>
              <a:gd name="connsiteY6689" fmla="*/ 2476331 h 5274332"/>
              <a:gd name="connsiteX6690" fmla="*/ 2137174 w 4641785"/>
              <a:gd name="connsiteY6690" fmla="*/ 2479959 h 5274332"/>
              <a:gd name="connsiteX6691" fmla="*/ 2137175 w 4641785"/>
              <a:gd name="connsiteY6691" fmla="*/ 2479959 h 5274332"/>
              <a:gd name="connsiteX6692" fmla="*/ 2466099 w 4641785"/>
              <a:gd name="connsiteY6692" fmla="*/ 2475865 h 5274332"/>
              <a:gd name="connsiteX6693" fmla="*/ 2472053 w 4641785"/>
              <a:gd name="connsiteY6693" fmla="*/ 2481819 h 5274332"/>
              <a:gd name="connsiteX6694" fmla="*/ 2472053 w 4641785"/>
              <a:gd name="connsiteY6694" fmla="*/ 2481819 h 5274332"/>
              <a:gd name="connsiteX6695" fmla="*/ 2942278 w 4641785"/>
              <a:gd name="connsiteY6695" fmla="*/ 2473446 h 5274332"/>
              <a:gd name="connsiteX6696" fmla="*/ 2932045 w 4641785"/>
              <a:gd name="connsiteY6696" fmla="*/ 2475772 h 5274332"/>
              <a:gd name="connsiteX6697" fmla="*/ 2923209 w 4641785"/>
              <a:gd name="connsiteY6697" fmla="*/ 2479493 h 5274332"/>
              <a:gd name="connsiteX6698" fmla="*/ 2912976 w 4641785"/>
              <a:gd name="connsiteY6698" fmla="*/ 2485074 h 5274332"/>
              <a:gd name="connsiteX6699" fmla="*/ 2905535 w 4641785"/>
              <a:gd name="connsiteY6699" fmla="*/ 2484144 h 5274332"/>
              <a:gd name="connsiteX6700" fmla="*/ 2899953 w 4641785"/>
              <a:gd name="connsiteY6700" fmla="*/ 2485074 h 5274332"/>
              <a:gd name="connsiteX6701" fmla="*/ 2893907 w 4641785"/>
              <a:gd name="connsiteY6701" fmla="*/ 2492516 h 5274332"/>
              <a:gd name="connsiteX6702" fmla="*/ 2889721 w 4641785"/>
              <a:gd name="connsiteY6702" fmla="*/ 2492981 h 5274332"/>
              <a:gd name="connsiteX6703" fmla="*/ 2889721 w 4641785"/>
              <a:gd name="connsiteY6703" fmla="*/ 2492982 h 5274332"/>
              <a:gd name="connsiteX6704" fmla="*/ 2893906 w 4641785"/>
              <a:gd name="connsiteY6704" fmla="*/ 2492517 h 5274332"/>
              <a:gd name="connsiteX6705" fmla="*/ 2899953 w 4641785"/>
              <a:gd name="connsiteY6705" fmla="*/ 2485075 h 5274332"/>
              <a:gd name="connsiteX6706" fmla="*/ 2905534 w 4641785"/>
              <a:gd name="connsiteY6706" fmla="*/ 2484145 h 5274332"/>
              <a:gd name="connsiteX6707" fmla="*/ 2912975 w 4641785"/>
              <a:gd name="connsiteY6707" fmla="*/ 2485075 h 5274332"/>
              <a:gd name="connsiteX6708" fmla="*/ 2923208 w 4641785"/>
              <a:gd name="connsiteY6708" fmla="*/ 2479494 h 5274332"/>
              <a:gd name="connsiteX6709" fmla="*/ 2932045 w 4641785"/>
              <a:gd name="connsiteY6709" fmla="*/ 2475773 h 5274332"/>
              <a:gd name="connsiteX6710" fmla="*/ 2942277 w 4641785"/>
              <a:gd name="connsiteY6710" fmla="*/ 2473447 h 5274332"/>
              <a:gd name="connsiteX6711" fmla="*/ 2945533 w 4641785"/>
              <a:gd name="connsiteY6711" fmla="*/ 2473912 h 5274332"/>
              <a:gd name="connsiteX6712" fmla="*/ 2946464 w 4641785"/>
              <a:gd name="connsiteY6712" fmla="*/ 2476703 h 5274332"/>
              <a:gd name="connsiteX6713" fmla="*/ 2954835 w 4641785"/>
              <a:gd name="connsiteY6713" fmla="*/ 2475308 h 5274332"/>
              <a:gd name="connsiteX6714" fmla="*/ 2954835 w 4641785"/>
              <a:gd name="connsiteY6714" fmla="*/ 2475307 h 5274332"/>
              <a:gd name="connsiteX6715" fmla="*/ 2946464 w 4641785"/>
              <a:gd name="connsiteY6715" fmla="*/ 2476702 h 5274332"/>
              <a:gd name="connsiteX6716" fmla="*/ 2945533 w 4641785"/>
              <a:gd name="connsiteY6716" fmla="*/ 2473912 h 5274332"/>
              <a:gd name="connsiteX6717" fmla="*/ 2142145 w 4641785"/>
              <a:gd name="connsiteY6717" fmla="*/ 2473274 h 5274332"/>
              <a:gd name="connsiteX6718" fmla="*/ 2141826 w 4641785"/>
              <a:gd name="connsiteY6718" fmla="*/ 2473912 h 5274332"/>
              <a:gd name="connsiteX6719" fmla="*/ 2141826 w 4641785"/>
              <a:gd name="connsiteY6719" fmla="*/ 2473913 h 5274332"/>
              <a:gd name="connsiteX6720" fmla="*/ 2959022 w 4641785"/>
              <a:gd name="connsiteY6720" fmla="*/ 2465075 h 5274332"/>
              <a:gd name="connsiteX6721" fmla="*/ 2957162 w 4641785"/>
              <a:gd name="connsiteY6721" fmla="*/ 2466005 h 5274332"/>
              <a:gd name="connsiteX6722" fmla="*/ 2957161 w 4641785"/>
              <a:gd name="connsiteY6722" fmla="*/ 2466006 h 5274332"/>
              <a:gd name="connsiteX6723" fmla="*/ 2959022 w 4641785"/>
              <a:gd name="connsiteY6723" fmla="*/ 2465076 h 5274332"/>
              <a:gd name="connsiteX6724" fmla="*/ 2466007 w 4641785"/>
              <a:gd name="connsiteY6724" fmla="*/ 2460424 h 5274332"/>
              <a:gd name="connsiteX6725" fmla="*/ 2468332 w 4641785"/>
              <a:gd name="connsiteY6725" fmla="*/ 2463680 h 5274332"/>
              <a:gd name="connsiteX6726" fmla="*/ 2468358 w 4641785"/>
              <a:gd name="connsiteY6726" fmla="*/ 2464149 h 5274332"/>
              <a:gd name="connsiteX6727" fmla="*/ 2468332 w 4641785"/>
              <a:gd name="connsiteY6727" fmla="*/ 2463680 h 5274332"/>
              <a:gd name="connsiteX6728" fmla="*/ 2136245 w 4641785"/>
              <a:gd name="connsiteY6728" fmla="*/ 2459494 h 5274332"/>
              <a:gd name="connsiteX6729" fmla="*/ 2136244 w 4641785"/>
              <a:gd name="connsiteY6729" fmla="*/ 2459495 h 5274332"/>
              <a:gd name="connsiteX6730" fmla="*/ 2137174 w 4641785"/>
              <a:gd name="connsiteY6730" fmla="*/ 2461355 h 5274332"/>
              <a:gd name="connsiteX6731" fmla="*/ 2141361 w 4641785"/>
              <a:gd name="connsiteY6731" fmla="*/ 2463215 h 5274332"/>
              <a:gd name="connsiteX6732" fmla="*/ 2141825 w 4641785"/>
              <a:gd name="connsiteY6732" fmla="*/ 2466006 h 5274332"/>
              <a:gd name="connsiteX6733" fmla="*/ 2144151 w 4641785"/>
              <a:gd name="connsiteY6733" fmla="*/ 2469262 h 5274332"/>
              <a:gd name="connsiteX6734" fmla="*/ 2144151 w 4641785"/>
              <a:gd name="connsiteY6734" fmla="*/ 2469261 h 5274332"/>
              <a:gd name="connsiteX6735" fmla="*/ 2141826 w 4641785"/>
              <a:gd name="connsiteY6735" fmla="*/ 2466005 h 5274332"/>
              <a:gd name="connsiteX6736" fmla="*/ 2141361 w 4641785"/>
              <a:gd name="connsiteY6736" fmla="*/ 2463215 h 5274332"/>
              <a:gd name="connsiteX6737" fmla="*/ 2137175 w 4641785"/>
              <a:gd name="connsiteY6737" fmla="*/ 2461354 h 5274332"/>
              <a:gd name="connsiteX6738" fmla="*/ 2464200 w 4641785"/>
              <a:gd name="connsiteY6738" fmla="*/ 2455757 h 5274332"/>
              <a:gd name="connsiteX6739" fmla="*/ 2465541 w 4641785"/>
              <a:gd name="connsiteY6739" fmla="*/ 2457634 h 5274332"/>
              <a:gd name="connsiteX6740" fmla="*/ 2465660 w 4641785"/>
              <a:gd name="connsiteY6740" fmla="*/ 2458347 h 5274332"/>
              <a:gd name="connsiteX6741" fmla="*/ 2465541 w 4641785"/>
              <a:gd name="connsiteY6741" fmla="*/ 2457633 h 5274332"/>
              <a:gd name="connsiteX6742" fmla="*/ 26976 w 4641785"/>
              <a:gd name="connsiteY6742" fmla="*/ 2454843 h 5274332"/>
              <a:gd name="connsiteX6743" fmla="*/ 33487 w 4641785"/>
              <a:gd name="connsiteY6743" fmla="*/ 2458099 h 5274332"/>
              <a:gd name="connsiteX6744" fmla="*/ 37673 w 4641785"/>
              <a:gd name="connsiteY6744" fmla="*/ 2456238 h 5274332"/>
              <a:gd name="connsiteX6745" fmla="*/ 36278 w 4641785"/>
              <a:gd name="connsiteY6745" fmla="*/ 2463680 h 5274332"/>
              <a:gd name="connsiteX6746" fmla="*/ 36743 w 4641785"/>
              <a:gd name="connsiteY6746" fmla="*/ 2467865 h 5274332"/>
              <a:gd name="connsiteX6747" fmla="*/ 32092 w 4641785"/>
              <a:gd name="connsiteY6747" fmla="*/ 2480889 h 5274332"/>
              <a:gd name="connsiteX6748" fmla="*/ 26976 w 4641785"/>
              <a:gd name="connsiteY6748" fmla="*/ 2485540 h 5274332"/>
              <a:gd name="connsiteX6749" fmla="*/ 25116 w 4641785"/>
              <a:gd name="connsiteY6749" fmla="*/ 2490656 h 5274332"/>
              <a:gd name="connsiteX6750" fmla="*/ 16744 w 4641785"/>
              <a:gd name="connsiteY6750" fmla="*/ 2493911 h 5274332"/>
              <a:gd name="connsiteX6751" fmla="*/ 13953 w 4641785"/>
              <a:gd name="connsiteY6751" fmla="*/ 2492982 h 5274332"/>
              <a:gd name="connsiteX6752" fmla="*/ 12092 w 4641785"/>
              <a:gd name="connsiteY6752" fmla="*/ 2489726 h 5274332"/>
              <a:gd name="connsiteX6753" fmla="*/ 6976 w 4641785"/>
              <a:gd name="connsiteY6753" fmla="*/ 2492051 h 5274332"/>
              <a:gd name="connsiteX6754" fmla="*/ 6046 w 4641785"/>
              <a:gd name="connsiteY6754" fmla="*/ 2490656 h 5274332"/>
              <a:gd name="connsiteX6755" fmla="*/ 930 w 4641785"/>
              <a:gd name="connsiteY6755" fmla="*/ 2489726 h 5274332"/>
              <a:gd name="connsiteX6756" fmla="*/ 0 w 4641785"/>
              <a:gd name="connsiteY6756" fmla="*/ 2485540 h 5274332"/>
              <a:gd name="connsiteX6757" fmla="*/ 3256 w 4641785"/>
              <a:gd name="connsiteY6757" fmla="*/ 2483214 h 5274332"/>
              <a:gd name="connsiteX6758" fmla="*/ 13023 w 4641785"/>
              <a:gd name="connsiteY6758" fmla="*/ 2481819 h 5274332"/>
              <a:gd name="connsiteX6759" fmla="*/ 14883 w 4641785"/>
              <a:gd name="connsiteY6759" fmla="*/ 2478098 h 5274332"/>
              <a:gd name="connsiteX6760" fmla="*/ 19534 w 4641785"/>
              <a:gd name="connsiteY6760" fmla="*/ 2472517 h 5274332"/>
              <a:gd name="connsiteX6761" fmla="*/ 19999 w 4641785"/>
              <a:gd name="connsiteY6761" fmla="*/ 2470656 h 5274332"/>
              <a:gd name="connsiteX6762" fmla="*/ 24185 w 4641785"/>
              <a:gd name="connsiteY6762" fmla="*/ 2467400 h 5274332"/>
              <a:gd name="connsiteX6763" fmla="*/ 23255 w 4641785"/>
              <a:gd name="connsiteY6763" fmla="*/ 2462750 h 5274332"/>
              <a:gd name="connsiteX6764" fmla="*/ 2279498 w 4641785"/>
              <a:gd name="connsiteY6764" fmla="*/ 2453448 h 5274332"/>
              <a:gd name="connsiteX6765" fmla="*/ 2279498 w 4641785"/>
              <a:gd name="connsiteY6765" fmla="*/ 2453448 h 5274332"/>
              <a:gd name="connsiteX6766" fmla="*/ 2280428 w 4641785"/>
              <a:gd name="connsiteY6766" fmla="*/ 2456704 h 5274332"/>
              <a:gd name="connsiteX6767" fmla="*/ 2280428 w 4641785"/>
              <a:gd name="connsiteY6767" fmla="*/ 2456703 h 5274332"/>
              <a:gd name="connsiteX6768" fmla="*/ 3825055 w 4641785"/>
              <a:gd name="connsiteY6768" fmla="*/ 2452517 h 5274332"/>
              <a:gd name="connsiteX6769" fmla="*/ 3825055 w 4641785"/>
              <a:gd name="connsiteY6769" fmla="*/ 2452517 h 5274332"/>
              <a:gd name="connsiteX6770" fmla="*/ 3826915 w 4641785"/>
              <a:gd name="connsiteY6770" fmla="*/ 2452983 h 5274332"/>
              <a:gd name="connsiteX6771" fmla="*/ 1191609 w 4641785"/>
              <a:gd name="connsiteY6771" fmla="*/ 2452053 h 5274332"/>
              <a:gd name="connsiteX6772" fmla="*/ 1191609 w 4641785"/>
              <a:gd name="connsiteY6772" fmla="*/ 2452053 h 5274332"/>
              <a:gd name="connsiteX6773" fmla="*/ 1195329 w 4641785"/>
              <a:gd name="connsiteY6773" fmla="*/ 2452983 h 5274332"/>
              <a:gd name="connsiteX6774" fmla="*/ 1195330 w 4641785"/>
              <a:gd name="connsiteY6774" fmla="*/ 2452982 h 5274332"/>
              <a:gd name="connsiteX6775" fmla="*/ 823708 w 4641785"/>
              <a:gd name="connsiteY6775" fmla="*/ 2451587 h 5274332"/>
              <a:gd name="connsiteX6776" fmla="*/ 821847 w 4641785"/>
              <a:gd name="connsiteY6776" fmla="*/ 2457168 h 5274332"/>
              <a:gd name="connsiteX6777" fmla="*/ 821847 w 4641785"/>
              <a:gd name="connsiteY6777" fmla="*/ 2457168 h 5274332"/>
              <a:gd name="connsiteX6778" fmla="*/ 823708 w 4641785"/>
              <a:gd name="connsiteY6778" fmla="*/ 2451587 h 5274332"/>
              <a:gd name="connsiteX6779" fmla="*/ 2457170 w 4641785"/>
              <a:gd name="connsiteY6779" fmla="*/ 2450657 h 5274332"/>
              <a:gd name="connsiteX6780" fmla="*/ 2459495 w 4641785"/>
              <a:gd name="connsiteY6780" fmla="*/ 2452052 h 5274332"/>
              <a:gd name="connsiteX6781" fmla="*/ 2463215 w 4641785"/>
              <a:gd name="connsiteY6781" fmla="*/ 2452052 h 5274332"/>
              <a:gd name="connsiteX6782" fmla="*/ 2463215 w 4641785"/>
              <a:gd name="connsiteY6782" fmla="*/ 2452051 h 5274332"/>
              <a:gd name="connsiteX6783" fmla="*/ 2459495 w 4641785"/>
              <a:gd name="connsiteY6783" fmla="*/ 2452051 h 5274332"/>
              <a:gd name="connsiteX6784" fmla="*/ 48836 w 4641785"/>
              <a:gd name="connsiteY6784" fmla="*/ 2450192 h 5274332"/>
              <a:gd name="connsiteX6785" fmla="*/ 50697 w 4641785"/>
              <a:gd name="connsiteY6785" fmla="*/ 2451122 h 5274332"/>
              <a:gd name="connsiteX6786" fmla="*/ 53022 w 4641785"/>
              <a:gd name="connsiteY6786" fmla="*/ 2454843 h 5274332"/>
              <a:gd name="connsiteX6787" fmla="*/ 51627 w 4641785"/>
              <a:gd name="connsiteY6787" fmla="*/ 2457633 h 5274332"/>
              <a:gd name="connsiteX6788" fmla="*/ 53022 w 4641785"/>
              <a:gd name="connsiteY6788" fmla="*/ 2460889 h 5274332"/>
              <a:gd name="connsiteX6789" fmla="*/ 52092 w 4641785"/>
              <a:gd name="connsiteY6789" fmla="*/ 2463214 h 5274332"/>
              <a:gd name="connsiteX6790" fmla="*/ 47441 w 4641785"/>
              <a:gd name="connsiteY6790" fmla="*/ 2466470 h 5274332"/>
              <a:gd name="connsiteX6791" fmla="*/ 43720 w 4641785"/>
              <a:gd name="connsiteY6791" fmla="*/ 2465540 h 5274332"/>
              <a:gd name="connsiteX6792" fmla="*/ 39534 w 4641785"/>
              <a:gd name="connsiteY6792" fmla="*/ 2465540 h 5274332"/>
              <a:gd name="connsiteX6793" fmla="*/ 42790 w 4641785"/>
              <a:gd name="connsiteY6793" fmla="*/ 2459958 h 5274332"/>
              <a:gd name="connsiteX6794" fmla="*/ 41394 w 4641785"/>
              <a:gd name="connsiteY6794" fmla="*/ 2454377 h 5274332"/>
              <a:gd name="connsiteX6795" fmla="*/ 42324 w 4641785"/>
              <a:gd name="connsiteY6795" fmla="*/ 2452982 h 5274332"/>
              <a:gd name="connsiteX6796" fmla="*/ 2225636 w 4641785"/>
              <a:gd name="connsiteY6796" fmla="*/ 2449464 h 5274332"/>
              <a:gd name="connsiteX6797" fmla="*/ 2225545 w 4641785"/>
              <a:gd name="connsiteY6797" fmla="*/ 2450192 h 5274332"/>
              <a:gd name="connsiteX6798" fmla="*/ 2225545 w 4641785"/>
              <a:gd name="connsiteY6798" fmla="*/ 2450192 h 5274332"/>
              <a:gd name="connsiteX6799" fmla="*/ 2965998 w 4641785"/>
              <a:gd name="connsiteY6799" fmla="*/ 2448331 h 5274332"/>
              <a:gd name="connsiteX6800" fmla="*/ 2963208 w 4641785"/>
              <a:gd name="connsiteY6800" fmla="*/ 2452051 h 5274332"/>
              <a:gd name="connsiteX6801" fmla="*/ 2959487 w 4641785"/>
              <a:gd name="connsiteY6801" fmla="*/ 2453447 h 5274332"/>
              <a:gd name="connsiteX6802" fmla="*/ 2956231 w 4641785"/>
              <a:gd name="connsiteY6802" fmla="*/ 2453447 h 5274332"/>
              <a:gd name="connsiteX6803" fmla="*/ 2956112 w 4641785"/>
              <a:gd name="connsiteY6803" fmla="*/ 2454160 h 5274332"/>
              <a:gd name="connsiteX6804" fmla="*/ 2956231 w 4641785"/>
              <a:gd name="connsiteY6804" fmla="*/ 2453447 h 5274332"/>
              <a:gd name="connsiteX6805" fmla="*/ 2959486 w 4641785"/>
              <a:gd name="connsiteY6805" fmla="*/ 2453447 h 5274332"/>
              <a:gd name="connsiteX6806" fmla="*/ 2963208 w 4641785"/>
              <a:gd name="connsiteY6806" fmla="*/ 2452052 h 5274332"/>
              <a:gd name="connsiteX6807" fmla="*/ 2965998 w 4641785"/>
              <a:gd name="connsiteY6807" fmla="*/ 2448332 h 5274332"/>
              <a:gd name="connsiteX6808" fmla="*/ 2968789 w 4641785"/>
              <a:gd name="connsiteY6808" fmla="*/ 2448332 h 5274332"/>
              <a:gd name="connsiteX6809" fmla="*/ 2968789 w 4641785"/>
              <a:gd name="connsiteY6809" fmla="*/ 2448331 h 5274332"/>
              <a:gd name="connsiteX6810" fmla="*/ 2199170 w 4641785"/>
              <a:gd name="connsiteY6810" fmla="*/ 2448112 h 5274332"/>
              <a:gd name="connsiteX6811" fmla="*/ 2199499 w 4641785"/>
              <a:gd name="connsiteY6811" fmla="*/ 2448332 h 5274332"/>
              <a:gd name="connsiteX6812" fmla="*/ 2199928 w 4641785"/>
              <a:gd name="connsiteY6812" fmla="*/ 2449474 h 5274332"/>
              <a:gd name="connsiteX6813" fmla="*/ 2199499 w 4641785"/>
              <a:gd name="connsiteY6813" fmla="*/ 2448332 h 5274332"/>
              <a:gd name="connsiteX6814" fmla="*/ 2226010 w 4641785"/>
              <a:gd name="connsiteY6814" fmla="*/ 2446471 h 5274332"/>
              <a:gd name="connsiteX6815" fmla="*/ 2225142 w 4641785"/>
              <a:gd name="connsiteY6815" fmla="*/ 2446992 h 5274332"/>
              <a:gd name="connsiteX6816" fmla="*/ 2226010 w 4641785"/>
              <a:gd name="connsiteY6816" fmla="*/ 2446472 h 5274332"/>
              <a:gd name="connsiteX6817" fmla="*/ 2130198 w 4641785"/>
              <a:gd name="connsiteY6817" fmla="*/ 2446471 h 5274332"/>
              <a:gd name="connsiteX6818" fmla="*/ 2131593 w 4641785"/>
              <a:gd name="connsiteY6818" fmla="*/ 2449262 h 5274332"/>
              <a:gd name="connsiteX6819" fmla="*/ 2134384 w 4641785"/>
              <a:gd name="connsiteY6819" fmla="*/ 2449262 h 5274332"/>
              <a:gd name="connsiteX6820" fmla="*/ 2137174 w 4641785"/>
              <a:gd name="connsiteY6820" fmla="*/ 2454844 h 5274332"/>
              <a:gd name="connsiteX6821" fmla="*/ 2136468 w 4641785"/>
              <a:gd name="connsiteY6821" fmla="*/ 2458374 h 5274332"/>
              <a:gd name="connsiteX6822" fmla="*/ 2137175 w 4641785"/>
              <a:gd name="connsiteY6822" fmla="*/ 2454843 h 5274332"/>
              <a:gd name="connsiteX6823" fmla="*/ 2134384 w 4641785"/>
              <a:gd name="connsiteY6823" fmla="*/ 2449262 h 5274332"/>
              <a:gd name="connsiteX6824" fmla="*/ 2131593 w 4641785"/>
              <a:gd name="connsiteY6824" fmla="*/ 2449262 h 5274332"/>
              <a:gd name="connsiteX6825" fmla="*/ 2445077 w 4641785"/>
              <a:gd name="connsiteY6825" fmla="*/ 2445075 h 5274332"/>
              <a:gd name="connsiteX6826" fmla="*/ 2445077 w 4641785"/>
              <a:gd name="connsiteY6826" fmla="*/ 2445076 h 5274332"/>
              <a:gd name="connsiteX6827" fmla="*/ 2447868 w 4641785"/>
              <a:gd name="connsiteY6827" fmla="*/ 2446471 h 5274332"/>
              <a:gd name="connsiteX6828" fmla="*/ 2456704 w 4641785"/>
              <a:gd name="connsiteY6828" fmla="*/ 2447866 h 5274332"/>
              <a:gd name="connsiteX6829" fmla="*/ 2456764 w 4641785"/>
              <a:gd name="connsiteY6829" fmla="*/ 2448225 h 5274332"/>
              <a:gd name="connsiteX6830" fmla="*/ 2456704 w 4641785"/>
              <a:gd name="connsiteY6830" fmla="*/ 2447866 h 5274332"/>
              <a:gd name="connsiteX6831" fmla="*/ 2447867 w 4641785"/>
              <a:gd name="connsiteY6831" fmla="*/ 2446470 h 5274332"/>
              <a:gd name="connsiteX6832" fmla="*/ 2179417 w 4641785"/>
              <a:gd name="connsiteY6832" fmla="*/ 2444341 h 5274332"/>
              <a:gd name="connsiteX6833" fmla="*/ 2177174 w 4641785"/>
              <a:gd name="connsiteY6833" fmla="*/ 2447867 h 5274332"/>
              <a:gd name="connsiteX6834" fmla="*/ 2177174 w 4641785"/>
              <a:gd name="connsiteY6834" fmla="*/ 2447866 h 5274332"/>
              <a:gd name="connsiteX6835" fmla="*/ 3832961 w 4641785"/>
              <a:gd name="connsiteY6835" fmla="*/ 2444145 h 5274332"/>
              <a:gd name="connsiteX6836" fmla="*/ 3832033 w 4641785"/>
              <a:gd name="connsiteY6836" fmla="*/ 2444378 h 5274332"/>
              <a:gd name="connsiteX6837" fmla="*/ 3832961 w 4641785"/>
              <a:gd name="connsiteY6837" fmla="*/ 2444146 h 5274332"/>
              <a:gd name="connsiteX6838" fmla="*/ 2982278 w 4641785"/>
              <a:gd name="connsiteY6838" fmla="*/ 2444144 h 5274332"/>
              <a:gd name="connsiteX6839" fmla="*/ 2982277 w 4641785"/>
              <a:gd name="connsiteY6839" fmla="*/ 2444146 h 5274332"/>
              <a:gd name="connsiteX6840" fmla="*/ 2988323 w 4641785"/>
              <a:gd name="connsiteY6840" fmla="*/ 2446471 h 5274332"/>
              <a:gd name="connsiteX6841" fmla="*/ 2993439 w 4641785"/>
              <a:gd name="connsiteY6841" fmla="*/ 2449262 h 5274332"/>
              <a:gd name="connsiteX6842" fmla="*/ 2997161 w 4641785"/>
              <a:gd name="connsiteY6842" fmla="*/ 2452983 h 5274332"/>
              <a:gd name="connsiteX6843" fmla="*/ 3005067 w 4641785"/>
              <a:gd name="connsiteY6843" fmla="*/ 2455773 h 5274332"/>
              <a:gd name="connsiteX6844" fmla="*/ 3011578 w 4641785"/>
              <a:gd name="connsiteY6844" fmla="*/ 2456703 h 5274332"/>
              <a:gd name="connsiteX6845" fmla="*/ 3014369 w 4641785"/>
              <a:gd name="connsiteY6845" fmla="*/ 2452052 h 5274332"/>
              <a:gd name="connsiteX6846" fmla="*/ 3011579 w 4641785"/>
              <a:gd name="connsiteY6846" fmla="*/ 2456702 h 5274332"/>
              <a:gd name="connsiteX6847" fmla="*/ 3005068 w 4641785"/>
              <a:gd name="connsiteY6847" fmla="*/ 2455773 h 5274332"/>
              <a:gd name="connsiteX6848" fmla="*/ 2997161 w 4641785"/>
              <a:gd name="connsiteY6848" fmla="*/ 2452982 h 5274332"/>
              <a:gd name="connsiteX6849" fmla="*/ 2993440 w 4641785"/>
              <a:gd name="connsiteY6849" fmla="*/ 2449261 h 5274332"/>
              <a:gd name="connsiteX6850" fmla="*/ 2988324 w 4641785"/>
              <a:gd name="connsiteY6850" fmla="*/ 2446470 h 5274332"/>
              <a:gd name="connsiteX6851" fmla="*/ 3009718 w 4641785"/>
              <a:gd name="connsiteY6851" fmla="*/ 2443680 h 5274332"/>
              <a:gd name="connsiteX6852" fmla="*/ 3009718 w 4641785"/>
              <a:gd name="connsiteY6852" fmla="*/ 2443681 h 5274332"/>
              <a:gd name="connsiteX6853" fmla="*/ 3017625 w 4641785"/>
              <a:gd name="connsiteY6853" fmla="*/ 2445541 h 5274332"/>
              <a:gd name="connsiteX6854" fmla="*/ 3019020 w 4641785"/>
              <a:gd name="connsiteY6854" fmla="*/ 2448332 h 5274332"/>
              <a:gd name="connsiteX6855" fmla="*/ 3023207 w 4641785"/>
              <a:gd name="connsiteY6855" fmla="*/ 2445541 h 5274332"/>
              <a:gd name="connsiteX6856" fmla="*/ 3022741 w 4641785"/>
              <a:gd name="connsiteY6856" fmla="*/ 2451122 h 5274332"/>
              <a:gd name="connsiteX6857" fmla="*/ 3026927 w 4641785"/>
              <a:gd name="connsiteY6857" fmla="*/ 2450657 h 5274332"/>
              <a:gd name="connsiteX6858" fmla="*/ 3028788 w 4641785"/>
              <a:gd name="connsiteY6858" fmla="*/ 2448796 h 5274332"/>
              <a:gd name="connsiteX6859" fmla="*/ 3026927 w 4641785"/>
              <a:gd name="connsiteY6859" fmla="*/ 2450656 h 5274332"/>
              <a:gd name="connsiteX6860" fmla="*/ 3022742 w 4641785"/>
              <a:gd name="connsiteY6860" fmla="*/ 2451121 h 5274332"/>
              <a:gd name="connsiteX6861" fmla="*/ 3023207 w 4641785"/>
              <a:gd name="connsiteY6861" fmla="*/ 2445540 h 5274332"/>
              <a:gd name="connsiteX6862" fmla="*/ 3019021 w 4641785"/>
              <a:gd name="connsiteY6862" fmla="*/ 2448331 h 5274332"/>
              <a:gd name="connsiteX6863" fmla="*/ 3017625 w 4641785"/>
              <a:gd name="connsiteY6863" fmla="*/ 2445540 h 5274332"/>
              <a:gd name="connsiteX6864" fmla="*/ 3829240 w 4641785"/>
              <a:gd name="connsiteY6864" fmla="*/ 2443215 h 5274332"/>
              <a:gd name="connsiteX6865" fmla="*/ 3830171 w 4641785"/>
              <a:gd name="connsiteY6865" fmla="*/ 2444146 h 5274332"/>
              <a:gd name="connsiteX6866" fmla="*/ 3831101 w 4641785"/>
              <a:gd name="connsiteY6866" fmla="*/ 2444610 h 5274332"/>
              <a:gd name="connsiteX6867" fmla="*/ 3831102 w 4641785"/>
              <a:gd name="connsiteY6867" fmla="*/ 2444610 h 5274332"/>
              <a:gd name="connsiteX6868" fmla="*/ 3830171 w 4641785"/>
              <a:gd name="connsiteY6868" fmla="*/ 2444145 h 5274332"/>
              <a:gd name="connsiteX6869" fmla="*/ 3829241 w 4641785"/>
              <a:gd name="connsiteY6869" fmla="*/ 2443215 h 5274332"/>
              <a:gd name="connsiteX6870" fmla="*/ 2970895 w 4641785"/>
              <a:gd name="connsiteY6870" fmla="*/ 2442407 h 5274332"/>
              <a:gd name="connsiteX6871" fmla="*/ 2968324 w 4641785"/>
              <a:gd name="connsiteY6871" fmla="*/ 2444610 h 5274332"/>
              <a:gd name="connsiteX6872" fmla="*/ 2968324 w 4641785"/>
              <a:gd name="connsiteY6872" fmla="*/ 2444610 h 5274332"/>
              <a:gd name="connsiteX6873" fmla="*/ 823132 w 4641785"/>
              <a:gd name="connsiteY6873" fmla="*/ 2442312 h 5274332"/>
              <a:gd name="connsiteX6874" fmla="*/ 821382 w 4641785"/>
              <a:gd name="connsiteY6874" fmla="*/ 2446006 h 5274332"/>
              <a:gd name="connsiteX6875" fmla="*/ 821382 w 4641785"/>
              <a:gd name="connsiteY6875" fmla="*/ 2446006 h 5274332"/>
              <a:gd name="connsiteX6876" fmla="*/ 2971580 w 4641785"/>
              <a:gd name="connsiteY6876" fmla="*/ 2441819 h 5274332"/>
              <a:gd name="connsiteX6877" fmla="*/ 2971579 w 4641785"/>
              <a:gd name="connsiteY6877" fmla="*/ 2441820 h 5274332"/>
              <a:gd name="connsiteX6878" fmla="*/ 2975766 w 4641785"/>
              <a:gd name="connsiteY6878" fmla="*/ 2444145 h 5274332"/>
              <a:gd name="connsiteX6879" fmla="*/ 2976230 w 4641785"/>
              <a:gd name="connsiteY6879" fmla="*/ 2446471 h 5274332"/>
              <a:gd name="connsiteX6880" fmla="*/ 2979021 w 4641785"/>
              <a:gd name="connsiteY6880" fmla="*/ 2448332 h 5274332"/>
              <a:gd name="connsiteX6881" fmla="*/ 2979022 w 4641785"/>
              <a:gd name="connsiteY6881" fmla="*/ 2448331 h 5274332"/>
              <a:gd name="connsiteX6882" fmla="*/ 2976231 w 4641785"/>
              <a:gd name="connsiteY6882" fmla="*/ 2446470 h 5274332"/>
              <a:gd name="connsiteX6883" fmla="*/ 2975766 w 4641785"/>
              <a:gd name="connsiteY6883" fmla="*/ 2444144 h 5274332"/>
              <a:gd name="connsiteX6884" fmla="*/ 9302 w 4641785"/>
              <a:gd name="connsiteY6884" fmla="*/ 2441819 h 5274332"/>
              <a:gd name="connsiteX6885" fmla="*/ 10232 w 4641785"/>
              <a:gd name="connsiteY6885" fmla="*/ 2444610 h 5274332"/>
              <a:gd name="connsiteX6886" fmla="*/ 6976 w 4641785"/>
              <a:gd name="connsiteY6886" fmla="*/ 2448331 h 5274332"/>
              <a:gd name="connsiteX6887" fmla="*/ 4186 w 4641785"/>
              <a:gd name="connsiteY6887" fmla="*/ 2447401 h 5274332"/>
              <a:gd name="connsiteX6888" fmla="*/ 4651 w 4641785"/>
              <a:gd name="connsiteY6888" fmla="*/ 2443680 h 5274332"/>
              <a:gd name="connsiteX6889" fmla="*/ 2130198 w 4641785"/>
              <a:gd name="connsiteY6889" fmla="*/ 2441355 h 5274332"/>
              <a:gd name="connsiteX6890" fmla="*/ 2130198 w 4641785"/>
              <a:gd name="connsiteY6890" fmla="*/ 2441356 h 5274332"/>
              <a:gd name="connsiteX6891" fmla="*/ 2132523 w 4641785"/>
              <a:gd name="connsiteY6891" fmla="*/ 2443215 h 5274332"/>
              <a:gd name="connsiteX6892" fmla="*/ 2130661 w 4641785"/>
              <a:gd name="connsiteY6892" fmla="*/ 2445823 h 5274332"/>
              <a:gd name="connsiteX6893" fmla="*/ 2132524 w 4641785"/>
              <a:gd name="connsiteY6893" fmla="*/ 2443215 h 5274332"/>
              <a:gd name="connsiteX6894" fmla="*/ 2296242 w 4641785"/>
              <a:gd name="connsiteY6894" fmla="*/ 2440425 h 5274332"/>
              <a:gd name="connsiteX6895" fmla="*/ 2298567 w 4641785"/>
              <a:gd name="connsiteY6895" fmla="*/ 2443215 h 5274332"/>
              <a:gd name="connsiteX6896" fmla="*/ 2297120 w 4641785"/>
              <a:gd name="connsiteY6896" fmla="*/ 2444422 h 5274332"/>
              <a:gd name="connsiteX6897" fmla="*/ 2298568 w 4641785"/>
              <a:gd name="connsiteY6897" fmla="*/ 2443215 h 5274332"/>
              <a:gd name="connsiteX6898" fmla="*/ 2439960 w 4641785"/>
              <a:gd name="connsiteY6898" fmla="*/ 2439494 h 5274332"/>
              <a:gd name="connsiteX6899" fmla="*/ 2439961 w 4641785"/>
              <a:gd name="connsiteY6899" fmla="*/ 2439494 h 5274332"/>
              <a:gd name="connsiteX6900" fmla="*/ 2443215 w 4641785"/>
              <a:gd name="connsiteY6900" fmla="*/ 2439959 h 5274332"/>
              <a:gd name="connsiteX6901" fmla="*/ 2443215 w 4641785"/>
              <a:gd name="connsiteY6901" fmla="*/ 2439959 h 5274332"/>
              <a:gd name="connsiteX6902" fmla="*/ 3026927 w 4641785"/>
              <a:gd name="connsiteY6902" fmla="*/ 2438098 h 5274332"/>
              <a:gd name="connsiteX6903" fmla="*/ 3026927 w 4641785"/>
              <a:gd name="connsiteY6903" fmla="*/ 2438099 h 5274332"/>
              <a:gd name="connsiteX6904" fmla="*/ 3029253 w 4641785"/>
              <a:gd name="connsiteY6904" fmla="*/ 2438099 h 5274332"/>
              <a:gd name="connsiteX6905" fmla="*/ 3030183 w 4641785"/>
              <a:gd name="connsiteY6905" fmla="*/ 2442750 h 5274332"/>
              <a:gd name="connsiteX6906" fmla="*/ 3034369 w 4641785"/>
              <a:gd name="connsiteY6906" fmla="*/ 2439959 h 5274332"/>
              <a:gd name="connsiteX6907" fmla="*/ 3034369 w 4641785"/>
              <a:gd name="connsiteY6907" fmla="*/ 2439959 h 5274332"/>
              <a:gd name="connsiteX6908" fmla="*/ 3030183 w 4641785"/>
              <a:gd name="connsiteY6908" fmla="*/ 2442749 h 5274332"/>
              <a:gd name="connsiteX6909" fmla="*/ 3029253 w 4641785"/>
              <a:gd name="connsiteY6909" fmla="*/ 2438098 h 5274332"/>
              <a:gd name="connsiteX6910" fmla="*/ 1228352 w 4641785"/>
              <a:gd name="connsiteY6910" fmla="*/ 2437634 h 5274332"/>
              <a:gd name="connsiteX6911" fmla="*/ 1221376 w 4641785"/>
              <a:gd name="connsiteY6911" fmla="*/ 2440890 h 5274332"/>
              <a:gd name="connsiteX6912" fmla="*/ 1217655 w 4641785"/>
              <a:gd name="connsiteY6912" fmla="*/ 2439029 h 5274332"/>
              <a:gd name="connsiteX6913" fmla="*/ 1209283 w 4641785"/>
              <a:gd name="connsiteY6913" fmla="*/ 2443215 h 5274332"/>
              <a:gd name="connsiteX6914" fmla="*/ 1209283 w 4641785"/>
              <a:gd name="connsiteY6914" fmla="*/ 2443215 h 5274332"/>
              <a:gd name="connsiteX6915" fmla="*/ 1217654 w 4641785"/>
              <a:gd name="connsiteY6915" fmla="*/ 2439030 h 5274332"/>
              <a:gd name="connsiteX6916" fmla="*/ 1221375 w 4641785"/>
              <a:gd name="connsiteY6916" fmla="*/ 2440890 h 5274332"/>
              <a:gd name="connsiteX6917" fmla="*/ 1228352 w 4641785"/>
              <a:gd name="connsiteY6917" fmla="*/ 2437634 h 5274332"/>
              <a:gd name="connsiteX6918" fmla="*/ 1229747 w 4641785"/>
              <a:gd name="connsiteY6918" fmla="*/ 2438100 h 5274332"/>
              <a:gd name="connsiteX6919" fmla="*/ 1229747 w 4641785"/>
              <a:gd name="connsiteY6919" fmla="*/ 2438099 h 5274332"/>
              <a:gd name="connsiteX6920" fmla="*/ 1193469 w 4641785"/>
              <a:gd name="connsiteY6920" fmla="*/ 2437634 h 5274332"/>
              <a:gd name="connsiteX6921" fmla="*/ 1193469 w 4641785"/>
              <a:gd name="connsiteY6921" fmla="*/ 2437634 h 5274332"/>
              <a:gd name="connsiteX6922" fmla="*/ 1197654 w 4641785"/>
              <a:gd name="connsiteY6922" fmla="*/ 2438100 h 5274332"/>
              <a:gd name="connsiteX6923" fmla="*/ 1202771 w 4641785"/>
              <a:gd name="connsiteY6923" fmla="*/ 2441356 h 5274332"/>
              <a:gd name="connsiteX6924" fmla="*/ 1202771 w 4641785"/>
              <a:gd name="connsiteY6924" fmla="*/ 2445541 h 5274332"/>
              <a:gd name="connsiteX6925" fmla="*/ 1206026 w 4641785"/>
              <a:gd name="connsiteY6925" fmla="*/ 2446007 h 5274332"/>
              <a:gd name="connsiteX6926" fmla="*/ 1206026 w 4641785"/>
              <a:gd name="connsiteY6926" fmla="*/ 2446006 h 5274332"/>
              <a:gd name="connsiteX6927" fmla="*/ 1202771 w 4641785"/>
              <a:gd name="connsiteY6927" fmla="*/ 2445541 h 5274332"/>
              <a:gd name="connsiteX6928" fmla="*/ 1202771 w 4641785"/>
              <a:gd name="connsiteY6928" fmla="*/ 2441355 h 5274332"/>
              <a:gd name="connsiteX6929" fmla="*/ 1197655 w 4641785"/>
              <a:gd name="connsiteY6929" fmla="*/ 2438099 h 5274332"/>
              <a:gd name="connsiteX6930" fmla="*/ 3834822 w 4641785"/>
              <a:gd name="connsiteY6930" fmla="*/ 2437169 h 5274332"/>
              <a:gd name="connsiteX6931" fmla="*/ 3833427 w 4641785"/>
              <a:gd name="connsiteY6931" fmla="*/ 2437633 h 5274332"/>
              <a:gd name="connsiteX6932" fmla="*/ 3833427 w 4641785"/>
              <a:gd name="connsiteY6932" fmla="*/ 2437634 h 5274332"/>
              <a:gd name="connsiteX6933" fmla="*/ 2438100 w 4641785"/>
              <a:gd name="connsiteY6933" fmla="*/ 2435773 h 5274332"/>
              <a:gd name="connsiteX6934" fmla="*/ 2438100 w 4641785"/>
              <a:gd name="connsiteY6934" fmla="*/ 2435774 h 5274332"/>
              <a:gd name="connsiteX6935" fmla="*/ 2438766 w 4641785"/>
              <a:gd name="connsiteY6935" fmla="*/ 2437105 h 5274332"/>
              <a:gd name="connsiteX6936" fmla="*/ 831149 w 4641785"/>
              <a:gd name="connsiteY6936" fmla="*/ 2434378 h 5274332"/>
              <a:gd name="connsiteX6937" fmla="*/ 827428 w 4641785"/>
              <a:gd name="connsiteY6937" fmla="*/ 2435308 h 5274332"/>
              <a:gd name="connsiteX6938" fmla="*/ 826391 w 4641785"/>
              <a:gd name="connsiteY6938" fmla="*/ 2436345 h 5274332"/>
              <a:gd name="connsiteX6939" fmla="*/ 827428 w 4641785"/>
              <a:gd name="connsiteY6939" fmla="*/ 2435308 h 5274332"/>
              <a:gd name="connsiteX6940" fmla="*/ 831149 w 4641785"/>
              <a:gd name="connsiteY6940" fmla="*/ 2434378 h 5274332"/>
              <a:gd name="connsiteX6941" fmla="*/ 1069413 w 4641785"/>
              <a:gd name="connsiteY6941" fmla="*/ 2434122 h 5274332"/>
              <a:gd name="connsiteX6942" fmla="*/ 1068354 w 4641785"/>
              <a:gd name="connsiteY6942" fmla="*/ 2436239 h 5274332"/>
              <a:gd name="connsiteX6943" fmla="*/ 1068131 w 4641785"/>
              <a:gd name="connsiteY6943" fmla="*/ 2437431 h 5274332"/>
              <a:gd name="connsiteX6944" fmla="*/ 1068354 w 4641785"/>
              <a:gd name="connsiteY6944" fmla="*/ 2436239 h 5274332"/>
              <a:gd name="connsiteX6945" fmla="*/ 1237188 w 4641785"/>
              <a:gd name="connsiteY6945" fmla="*/ 2432518 h 5274332"/>
              <a:gd name="connsiteX6946" fmla="*/ 1232538 w 4641785"/>
              <a:gd name="connsiteY6946" fmla="*/ 2434378 h 5274332"/>
              <a:gd name="connsiteX6947" fmla="*/ 1232537 w 4641785"/>
              <a:gd name="connsiteY6947" fmla="*/ 2434379 h 5274332"/>
              <a:gd name="connsiteX6948" fmla="*/ 1237188 w 4641785"/>
              <a:gd name="connsiteY6948" fmla="*/ 2432518 h 5274332"/>
              <a:gd name="connsiteX6949" fmla="*/ 2313450 w 4641785"/>
              <a:gd name="connsiteY6949" fmla="*/ 2432053 h 5274332"/>
              <a:gd name="connsiteX6950" fmla="*/ 2312520 w 4641785"/>
              <a:gd name="connsiteY6950" fmla="*/ 2434378 h 5274332"/>
              <a:gd name="connsiteX6951" fmla="*/ 2312521 w 4641785"/>
              <a:gd name="connsiteY6951" fmla="*/ 2434378 h 5274332"/>
              <a:gd name="connsiteX6952" fmla="*/ 41394 w 4641785"/>
              <a:gd name="connsiteY6952" fmla="*/ 2431587 h 5274332"/>
              <a:gd name="connsiteX6953" fmla="*/ 42324 w 4641785"/>
              <a:gd name="connsiteY6953" fmla="*/ 2432517 h 5274332"/>
              <a:gd name="connsiteX6954" fmla="*/ 41394 w 4641785"/>
              <a:gd name="connsiteY6954" fmla="*/ 2439494 h 5274332"/>
              <a:gd name="connsiteX6955" fmla="*/ 41860 w 4641785"/>
              <a:gd name="connsiteY6955" fmla="*/ 2441355 h 5274332"/>
              <a:gd name="connsiteX6956" fmla="*/ 40464 w 4641785"/>
              <a:gd name="connsiteY6956" fmla="*/ 2443215 h 5274332"/>
              <a:gd name="connsiteX6957" fmla="*/ 37673 w 4641785"/>
              <a:gd name="connsiteY6957" fmla="*/ 2444145 h 5274332"/>
              <a:gd name="connsiteX6958" fmla="*/ 36278 w 4641785"/>
              <a:gd name="connsiteY6958" fmla="*/ 2443215 h 5274332"/>
              <a:gd name="connsiteX6959" fmla="*/ 37673 w 4641785"/>
              <a:gd name="connsiteY6959" fmla="*/ 2446006 h 5274332"/>
              <a:gd name="connsiteX6960" fmla="*/ 39534 w 4641785"/>
              <a:gd name="connsiteY6960" fmla="*/ 2448796 h 5274332"/>
              <a:gd name="connsiteX6961" fmla="*/ 37673 w 4641785"/>
              <a:gd name="connsiteY6961" fmla="*/ 2453912 h 5274332"/>
              <a:gd name="connsiteX6962" fmla="*/ 33487 w 4641785"/>
              <a:gd name="connsiteY6962" fmla="*/ 2457633 h 5274332"/>
              <a:gd name="connsiteX6963" fmla="*/ 30232 w 4641785"/>
              <a:gd name="connsiteY6963" fmla="*/ 2456238 h 5274332"/>
              <a:gd name="connsiteX6964" fmla="*/ 28836 w 4641785"/>
              <a:gd name="connsiteY6964" fmla="*/ 2453912 h 5274332"/>
              <a:gd name="connsiteX6965" fmla="*/ 25116 w 4641785"/>
              <a:gd name="connsiteY6965" fmla="*/ 2452517 h 5274332"/>
              <a:gd name="connsiteX6966" fmla="*/ 24651 w 4641785"/>
              <a:gd name="connsiteY6966" fmla="*/ 2449261 h 5274332"/>
              <a:gd name="connsiteX6967" fmla="*/ 29302 w 4641785"/>
              <a:gd name="connsiteY6967" fmla="*/ 2445075 h 5274332"/>
              <a:gd name="connsiteX6968" fmla="*/ 26511 w 4641785"/>
              <a:gd name="connsiteY6968" fmla="*/ 2445075 h 5274332"/>
              <a:gd name="connsiteX6969" fmla="*/ 25580 w 4641785"/>
              <a:gd name="connsiteY6969" fmla="*/ 2439959 h 5274332"/>
              <a:gd name="connsiteX6970" fmla="*/ 27906 w 4641785"/>
              <a:gd name="connsiteY6970" fmla="*/ 2437168 h 5274332"/>
              <a:gd name="connsiteX6971" fmla="*/ 31627 w 4641785"/>
              <a:gd name="connsiteY6971" fmla="*/ 2437168 h 5274332"/>
              <a:gd name="connsiteX6972" fmla="*/ 36743 w 4641785"/>
              <a:gd name="connsiteY6972" fmla="*/ 2434378 h 5274332"/>
              <a:gd name="connsiteX6973" fmla="*/ 38139 w 4641785"/>
              <a:gd name="connsiteY6973" fmla="*/ 2432517 h 5274332"/>
              <a:gd name="connsiteX6974" fmla="*/ 55348 w 4641785"/>
              <a:gd name="connsiteY6974" fmla="*/ 2430192 h 5274332"/>
              <a:gd name="connsiteX6975" fmla="*/ 60929 w 4641785"/>
              <a:gd name="connsiteY6975" fmla="*/ 2436704 h 5274332"/>
              <a:gd name="connsiteX6976" fmla="*/ 57208 w 4641785"/>
              <a:gd name="connsiteY6976" fmla="*/ 2442285 h 5274332"/>
              <a:gd name="connsiteX6977" fmla="*/ 54882 w 4641785"/>
              <a:gd name="connsiteY6977" fmla="*/ 2442285 h 5274332"/>
              <a:gd name="connsiteX6978" fmla="*/ 53022 w 4641785"/>
              <a:gd name="connsiteY6978" fmla="*/ 2445541 h 5274332"/>
              <a:gd name="connsiteX6979" fmla="*/ 47906 w 4641785"/>
              <a:gd name="connsiteY6979" fmla="*/ 2444145 h 5274332"/>
              <a:gd name="connsiteX6980" fmla="*/ 47441 w 4641785"/>
              <a:gd name="connsiteY6980" fmla="*/ 2439959 h 5274332"/>
              <a:gd name="connsiteX6981" fmla="*/ 51627 w 4641785"/>
              <a:gd name="connsiteY6981" fmla="*/ 2437634 h 5274332"/>
              <a:gd name="connsiteX6982" fmla="*/ 54882 w 4641785"/>
              <a:gd name="connsiteY6982" fmla="*/ 2434843 h 5274332"/>
              <a:gd name="connsiteX6983" fmla="*/ 53487 w 4641785"/>
              <a:gd name="connsiteY6983" fmla="*/ 2431122 h 5274332"/>
              <a:gd name="connsiteX6984" fmla="*/ 2435877 w 4641785"/>
              <a:gd name="connsiteY6984" fmla="*/ 2429307 h 5274332"/>
              <a:gd name="connsiteX6985" fmla="*/ 2438100 w 4641785"/>
              <a:gd name="connsiteY6985" fmla="*/ 2432518 h 5274332"/>
              <a:gd name="connsiteX6986" fmla="*/ 2438100 w 4641785"/>
              <a:gd name="connsiteY6986" fmla="*/ 2432517 h 5274332"/>
              <a:gd name="connsiteX6987" fmla="*/ 3030648 w 4641785"/>
              <a:gd name="connsiteY6987" fmla="*/ 2423681 h 5274332"/>
              <a:gd name="connsiteX6988" fmla="*/ 3029374 w 4641785"/>
              <a:gd name="connsiteY6988" fmla="*/ 2425805 h 5274332"/>
              <a:gd name="connsiteX6989" fmla="*/ 3030648 w 4641785"/>
              <a:gd name="connsiteY6989" fmla="*/ 2423681 h 5274332"/>
              <a:gd name="connsiteX6990" fmla="*/ 43720 w 4641785"/>
              <a:gd name="connsiteY6990" fmla="*/ 2422285 h 5274332"/>
              <a:gd name="connsiteX6991" fmla="*/ 46511 w 4641785"/>
              <a:gd name="connsiteY6991" fmla="*/ 2422285 h 5274332"/>
              <a:gd name="connsiteX6992" fmla="*/ 49767 w 4641785"/>
              <a:gd name="connsiteY6992" fmla="*/ 2425541 h 5274332"/>
              <a:gd name="connsiteX6993" fmla="*/ 48836 w 4641785"/>
              <a:gd name="connsiteY6993" fmla="*/ 2427866 h 5274332"/>
              <a:gd name="connsiteX6994" fmla="*/ 52092 w 4641785"/>
              <a:gd name="connsiteY6994" fmla="*/ 2431122 h 5274332"/>
              <a:gd name="connsiteX6995" fmla="*/ 52557 w 4641785"/>
              <a:gd name="connsiteY6995" fmla="*/ 2433912 h 5274332"/>
              <a:gd name="connsiteX6996" fmla="*/ 47441 w 4641785"/>
              <a:gd name="connsiteY6996" fmla="*/ 2438564 h 5274332"/>
              <a:gd name="connsiteX6997" fmla="*/ 45116 w 4641785"/>
              <a:gd name="connsiteY6997" fmla="*/ 2445075 h 5274332"/>
              <a:gd name="connsiteX6998" fmla="*/ 40929 w 4641785"/>
              <a:gd name="connsiteY6998" fmla="*/ 2446936 h 5274332"/>
              <a:gd name="connsiteX6999" fmla="*/ 38604 w 4641785"/>
              <a:gd name="connsiteY6999" fmla="*/ 2446470 h 5274332"/>
              <a:gd name="connsiteX7000" fmla="*/ 42324 w 4641785"/>
              <a:gd name="connsiteY7000" fmla="*/ 2441355 h 5274332"/>
              <a:gd name="connsiteX7001" fmla="*/ 42324 w 4641785"/>
              <a:gd name="connsiteY7001" fmla="*/ 2433448 h 5274332"/>
              <a:gd name="connsiteX7002" fmla="*/ 43255 w 4641785"/>
              <a:gd name="connsiteY7002" fmla="*/ 2432517 h 5274332"/>
              <a:gd name="connsiteX7003" fmla="*/ 41394 w 4641785"/>
              <a:gd name="connsiteY7003" fmla="*/ 2431587 h 5274332"/>
              <a:gd name="connsiteX7004" fmla="*/ 38139 w 4641785"/>
              <a:gd name="connsiteY7004" fmla="*/ 2432053 h 5274332"/>
              <a:gd name="connsiteX7005" fmla="*/ 41394 w 4641785"/>
              <a:gd name="connsiteY7005" fmla="*/ 2424146 h 5274332"/>
              <a:gd name="connsiteX7006" fmla="*/ 1199050 w 4641785"/>
              <a:gd name="connsiteY7006" fmla="*/ 2421821 h 5274332"/>
              <a:gd name="connsiteX7007" fmla="*/ 1198584 w 4641785"/>
              <a:gd name="connsiteY7007" fmla="*/ 2424146 h 5274332"/>
              <a:gd name="connsiteX7008" fmla="*/ 1196502 w 4641785"/>
              <a:gd name="connsiteY7008" fmla="*/ 2425014 h 5274332"/>
              <a:gd name="connsiteX7009" fmla="*/ 1198586 w 4641785"/>
              <a:gd name="connsiteY7009" fmla="*/ 2424146 h 5274332"/>
              <a:gd name="connsiteX7010" fmla="*/ 1199050 w 4641785"/>
              <a:gd name="connsiteY7010" fmla="*/ 2421821 h 5274332"/>
              <a:gd name="connsiteX7011" fmla="*/ 3060880 w 4641785"/>
              <a:gd name="connsiteY7011" fmla="*/ 2421820 h 5274332"/>
              <a:gd name="connsiteX7012" fmla="*/ 3058505 w 4641785"/>
              <a:gd name="connsiteY7012" fmla="*/ 2423856 h 5274332"/>
              <a:gd name="connsiteX7013" fmla="*/ 3060880 w 4641785"/>
              <a:gd name="connsiteY7013" fmla="*/ 2421820 h 5274332"/>
              <a:gd name="connsiteX7014" fmla="*/ 38604 w 4641785"/>
              <a:gd name="connsiteY7014" fmla="*/ 2421820 h 5274332"/>
              <a:gd name="connsiteX7015" fmla="*/ 39534 w 4641785"/>
              <a:gd name="connsiteY7015" fmla="*/ 2423215 h 5274332"/>
              <a:gd name="connsiteX7016" fmla="*/ 38604 w 4641785"/>
              <a:gd name="connsiteY7016" fmla="*/ 2427866 h 5274332"/>
              <a:gd name="connsiteX7017" fmla="*/ 36743 w 4641785"/>
              <a:gd name="connsiteY7017" fmla="*/ 2432517 h 5274332"/>
              <a:gd name="connsiteX7018" fmla="*/ 33953 w 4641785"/>
              <a:gd name="connsiteY7018" fmla="*/ 2434843 h 5274332"/>
              <a:gd name="connsiteX7019" fmla="*/ 25580 w 4641785"/>
              <a:gd name="connsiteY7019" fmla="*/ 2436704 h 5274332"/>
              <a:gd name="connsiteX7020" fmla="*/ 24651 w 4641785"/>
              <a:gd name="connsiteY7020" fmla="*/ 2439959 h 5274332"/>
              <a:gd name="connsiteX7021" fmla="*/ 25116 w 4641785"/>
              <a:gd name="connsiteY7021" fmla="*/ 2445075 h 5274332"/>
              <a:gd name="connsiteX7022" fmla="*/ 23721 w 4641785"/>
              <a:gd name="connsiteY7022" fmla="*/ 2448796 h 5274332"/>
              <a:gd name="connsiteX7023" fmla="*/ 23721 w 4641785"/>
              <a:gd name="connsiteY7023" fmla="*/ 2452052 h 5274332"/>
              <a:gd name="connsiteX7024" fmla="*/ 21395 w 4641785"/>
              <a:gd name="connsiteY7024" fmla="*/ 2454377 h 5274332"/>
              <a:gd name="connsiteX7025" fmla="*/ 19534 w 4641785"/>
              <a:gd name="connsiteY7025" fmla="*/ 2451122 h 5274332"/>
              <a:gd name="connsiteX7026" fmla="*/ 16744 w 4641785"/>
              <a:gd name="connsiteY7026" fmla="*/ 2452052 h 5274332"/>
              <a:gd name="connsiteX7027" fmla="*/ 17209 w 4641785"/>
              <a:gd name="connsiteY7027" fmla="*/ 2454843 h 5274332"/>
              <a:gd name="connsiteX7028" fmla="*/ 19070 w 4641785"/>
              <a:gd name="connsiteY7028" fmla="*/ 2451587 h 5274332"/>
              <a:gd name="connsiteX7029" fmla="*/ 21395 w 4641785"/>
              <a:gd name="connsiteY7029" fmla="*/ 2454843 h 5274332"/>
              <a:gd name="connsiteX7030" fmla="*/ 19999 w 4641785"/>
              <a:gd name="connsiteY7030" fmla="*/ 2457633 h 5274332"/>
              <a:gd name="connsiteX7031" fmla="*/ 19999 w 4641785"/>
              <a:gd name="connsiteY7031" fmla="*/ 2461819 h 5274332"/>
              <a:gd name="connsiteX7032" fmla="*/ 21395 w 4641785"/>
              <a:gd name="connsiteY7032" fmla="*/ 2466935 h 5274332"/>
              <a:gd name="connsiteX7033" fmla="*/ 17674 w 4641785"/>
              <a:gd name="connsiteY7033" fmla="*/ 2467865 h 5274332"/>
              <a:gd name="connsiteX7034" fmla="*/ 12558 w 4641785"/>
              <a:gd name="connsiteY7034" fmla="*/ 2472051 h 5274332"/>
              <a:gd name="connsiteX7035" fmla="*/ 11163 w 4641785"/>
              <a:gd name="connsiteY7035" fmla="*/ 2470191 h 5274332"/>
              <a:gd name="connsiteX7036" fmla="*/ 12092 w 4641785"/>
              <a:gd name="connsiteY7036" fmla="*/ 2468331 h 5274332"/>
              <a:gd name="connsiteX7037" fmla="*/ 13023 w 4641785"/>
              <a:gd name="connsiteY7037" fmla="*/ 2464145 h 5274332"/>
              <a:gd name="connsiteX7038" fmla="*/ 12092 w 4641785"/>
              <a:gd name="connsiteY7038" fmla="*/ 2462750 h 5274332"/>
              <a:gd name="connsiteX7039" fmla="*/ 14418 w 4641785"/>
              <a:gd name="connsiteY7039" fmla="*/ 2456238 h 5274332"/>
              <a:gd name="connsiteX7040" fmla="*/ 13488 w 4641785"/>
              <a:gd name="connsiteY7040" fmla="*/ 2456703 h 5274332"/>
              <a:gd name="connsiteX7041" fmla="*/ 11627 w 4641785"/>
              <a:gd name="connsiteY7041" fmla="*/ 2462750 h 5274332"/>
              <a:gd name="connsiteX7042" fmla="*/ 12092 w 4641785"/>
              <a:gd name="connsiteY7042" fmla="*/ 2464610 h 5274332"/>
              <a:gd name="connsiteX7043" fmla="*/ 10697 w 4641785"/>
              <a:gd name="connsiteY7043" fmla="*/ 2471121 h 5274332"/>
              <a:gd name="connsiteX7044" fmla="*/ 12558 w 4641785"/>
              <a:gd name="connsiteY7044" fmla="*/ 2473912 h 5274332"/>
              <a:gd name="connsiteX7045" fmla="*/ 10697 w 4641785"/>
              <a:gd name="connsiteY7045" fmla="*/ 2476702 h 5274332"/>
              <a:gd name="connsiteX7046" fmla="*/ 7907 w 4641785"/>
              <a:gd name="connsiteY7046" fmla="*/ 2476238 h 5274332"/>
              <a:gd name="connsiteX7047" fmla="*/ 3256 w 4641785"/>
              <a:gd name="connsiteY7047" fmla="*/ 2471587 h 5274332"/>
              <a:gd name="connsiteX7048" fmla="*/ 930 w 4641785"/>
              <a:gd name="connsiteY7048" fmla="*/ 2467400 h 5274332"/>
              <a:gd name="connsiteX7049" fmla="*/ 2790 w 4641785"/>
              <a:gd name="connsiteY7049" fmla="*/ 2463680 h 5274332"/>
              <a:gd name="connsiteX7050" fmla="*/ 6046 w 4641785"/>
              <a:gd name="connsiteY7050" fmla="*/ 2462284 h 5274332"/>
              <a:gd name="connsiteX7051" fmla="*/ 3256 w 4641785"/>
              <a:gd name="connsiteY7051" fmla="*/ 2453912 h 5274332"/>
              <a:gd name="connsiteX7052" fmla="*/ 4186 w 4641785"/>
              <a:gd name="connsiteY7052" fmla="*/ 2449261 h 5274332"/>
              <a:gd name="connsiteX7053" fmla="*/ 7441 w 4641785"/>
              <a:gd name="connsiteY7053" fmla="*/ 2449261 h 5274332"/>
              <a:gd name="connsiteX7054" fmla="*/ 10232 w 4641785"/>
              <a:gd name="connsiteY7054" fmla="*/ 2445541 h 5274332"/>
              <a:gd name="connsiteX7055" fmla="*/ 11163 w 4641785"/>
              <a:gd name="connsiteY7055" fmla="*/ 2441819 h 5274332"/>
              <a:gd name="connsiteX7056" fmla="*/ 13953 w 4641785"/>
              <a:gd name="connsiteY7056" fmla="*/ 2438564 h 5274332"/>
              <a:gd name="connsiteX7057" fmla="*/ 14418 w 4641785"/>
              <a:gd name="connsiteY7057" fmla="*/ 2435308 h 5274332"/>
              <a:gd name="connsiteX7058" fmla="*/ 17209 w 4641785"/>
              <a:gd name="connsiteY7058" fmla="*/ 2434378 h 5274332"/>
              <a:gd name="connsiteX7059" fmla="*/ 21860 w 4641785"/>
              <a:gd name="connsiteY7059" fmla="*/ 2435773 h 5274332"/>
              <a:gd name="connsiteX7060" fmla="*/ 24651 w 4641785"/>
              <a:gd name="connsiteY7060" fmla="*/ 2433912 h 5274332"/>
              <a:gd name="connsiteX7061" fmla="*/ 25116 w 4641785"/>
              <a:gd name="connsiteY7061" fmla="*/ 2427866 h 5274332"/>
              <a:gd name="connsiteX7062" fmla="*/ 29767 w 4641785"/>
              <a:gd name="connsiteY7062" fmla="*/ 2423680 h 5274332"/>
              <a:gd name="connsiteX7063" fmla="*/ 31627 w 4641785"/>
              <a:gd name="connsiteY7063" fmla="*/ 2426936 h 5274332"/>
              <a:gd name="connsiteX7064" fmla="*/ 33953 w 4641785"/>
              <a:gd name="connsiteY7064" fmla="*/ 2426471 h 5274332"/>
              <a:gd name="connsiteX7065" fmla="*/ 2321357 w 4641785"/>
              <a:gd name="connsiteY7065" fmla="*/ 2420891 h 5274332"/>
              <a:gd name="connsiteX7066" fmla="*/ 2320893 w 4641785"/>
              <a:gd name="connsiteY7066" fmla="*/ 2425076 h 5274332"/>
              <a:gd name="connsiteX7067" fmla="*/ 2320893 w 4641785"/>
              <a:gd name="connsiteY7067" fmla="*/ 2425077 h 5274332"/>
              <a:gd name="connsiteX7068" fmla="*/ 2321358 w 4641785"/>
              <a:gd name="connsiteY7068" fmla="*/ 2420892 h 5274332"/>
              <a:gd name="connsiteX7069" fmla="*/ 2433449 w 4641785"/>
              <a:gd name="connsiteY7069" fmla="*/ 2420424 h 5274332"/>
              <a:gd name="connsiteX7070" fmla="*/ 2433449 w 4641785"/>
              <a:gd name="connsiteY7070" fmla="*/ 2420425 h 5274332"/>
              <a:gd name="connsiteX7071" fmla="*/ 2433476 w 4641785"/>
              <a:gd name="connsiteY7071" fmla="*/ 2420781 h 5274332"/>
              <a:gd name="connsiteX7072" fmla="*/ 1077912 w 4641785"/>
              <a:gd name="connsiteY7072" fmla="*/ 2420221 h 5274332"/>
              <a:gd name="connsiteX7073" fmla="*/ 1077657 w 4641785"/>
              <a:gd name="connsiteY7073" fmla="*/ 2420425 h 5274332"/>
              <a:gd name="connsiteX7074" fmla="*/ 1077657 w 4641785"/>
              <a:gd name="connsiteY7074" fmla="*/ 2420425 h 5274332"/>
              <a:gd name="connsiteX7075" fmla="*/ 3044602 w 4641785"/>
              <a:gd name="connsiteY7075" fmla="*/ 2419494 h 5274332"/>
              <a:gd name="connsiteX7076" fmla="*/ 3041812 w 4641785"/>
              <a:gd name="connsiteY7076" fmla="*/ 2421820 h 5274332"/>
              <a:gd name="connsiteX7077" fmla="*/ 3038090 w 4641785"/>
              <a:gd name="connsiteY7077" fmla="*/ 2419959 h 5274332"/>
              <a:gd name="connsiteX7078" fmla="*/ 3038090 w 4641785"/>
              <a:gd name="connsiteY7078" fmla="*/ 2419960 h 5274332"/>
              <a:gd name="connsiteX7079" fmla="*/ 3041811 w 4641785"/>
              <a:gd name="connsiteY7079" fmla="*/ 2421820 h 5274332"/>
              <a:gd name="connsiteX7080" fmla="*/ 3044602 w 4641785"/>
              <a:gd name="connsiteY7080" fmla="*/ 2419495 h 5274332"/>
              <a:gd name="connsiteX7081" fmla="*/ 3049718 w 4641785"/>
              <a:gd name="connsiteY7081" fmla="*/ 2420425 h 5274332"/>
              <a:gd name="connsiteX7082" fmla="*/ 3057624 w 4641785"/>
              <a:gd name="connsiteY7082" fmla="*/ 2424611 h 5274332"/>
              <a:gd name="connsiteX7083" fmla="*/ 3057625 w 4641785"/>
              <a:gd name="connsiteY7083" fmla="*/ 2424610 h 5274332"/>
              <a:gd name="connsiteX7084" fmla="*/ 3049718 w 4641785"/>
              <a:gd name="connsiteY7084" fmla="*/ 2420424 h 5274332"/>
              <a:gd name="connsiteX7085" fmla="*/ 1183702 w 4641785"/>
              <a:gd name="connsiteY7085" fmla="*/ 2417635 h 5274332"/>
              <a:gd name="connsiteX7086" fmla="*/ 1183701 w 4641785"/>
              <a:gd name="connsiteY7086" fmla="*/ 2417635 h 5274332"/>
              <a:gd name="connsiteX7087" fmla="*/ 1182771 w 4641785"/>
              <a:gd name="connsiteY7087" fmla="*/ 2420890 h 5274332"/>
              <a:gd name="connsiteX7088" fmla="*/ 1182772 w 4641785"/>
              <a:gd name="connsiteY7088" fmla="*/ 2420890 h 5274332"/>
              <a:gd name="connsiteX7089" fmla="*/ 3832497 w 4641785"/>
              <a:gd name="connsiteY7089" fmla="*/ 2417633 h 5274332"/>
              <a:gd name="connsiteX7090" fmla="*/ 3832497 w 4641785"/>
              <a:gd name="connsiteY7090" fmla="*/ 2417634 h 5274332"/>
              <a:gd name="connsiteX7091" fmla="*/ 3832961 w 4641785"/>
              <a:gd name="connsiteY7091" fmla="*/ 2417634 h 5274332"/>
              <a:gd name="connsiteX7092" fmla="*/ 3833427 w 4641785"/>
              <a:gd name="connsiteY7092" fmla="*/ 2417634 h 5274332"/>
              <a:gd name="connsiteX7093" fmla="*/ 3833426 w 4641785"/>
              <a:gd name="connsiteY7093" fmla="*/ 2417633 h 5274332"/>
              <a:gd name="connsiteX7094" fmla="*/ 3832963 w 4641785"/>
              <a:gd name="connsiteY7094" fmla="*/ 2417633 h 5274332"/>
              <a:gd name="connsiteX7095" fmla="*/ 3067857 w 4641785"/>
              <a:gd name="connsiteY7095" fmla="*/ 2417169 h 5274332"/>
              <a:gd name="connsiteX7096" fmla="*/ 3062741 w 4641785"/>
              <a:gd name="connsiteY7096" fmla="*/ 2419028 h 5274332"/>
              <a:gd name="connsiteX7097" fmla="*/ 3059485 w 4641785"/>
              <a:gd name="connsiteY7097" fmla="*/ 2418098 h 5274332"/>
              <a:gd name="connsiteX7098" fmla="*/ 3058090 w 4641785"/>
              <a:gd name="connsiteY7098" fmla="*/ 2420424 h 5274332"/>
              <a:gd name="connsiteX7099" fmla="*/ 3058090 w 4641785"/>
              <a:gd name="connsiteY7099" fmla="*/ 2420425 h 5274332"/>
              <a:gd name="connsiteX7100" fmla="*/ 3059485 w 4641785"/>
              <a:gd name="connsiteY7100" fmla="*/ 2418100 h 5274332"/>
              <a:gd name="connsiteX7101" fmla="*/ 3062741 w 4641785"/>
              <a:gd name="connsiteY7101" fmla="*/ 2419030 h 5274332"/>
              <a:gd name="connsiteX7102" fmla="*/ 3067857 w 4641785"/>
              <a:gd name="connsiteY7102" fmla="*/ 2417169 h 5274332"/>
              <a:gd name="connsiteX7103" fmla="*/ 3026927 w 4641785"/>
              <a:gd name="connsiteY7103" fmla="*/ 2413447 h 5274332"/>
              <a:gd name="connsiteX7104" fmla="*/ 3025313 w 4641785"/>
              <a:gd name="connsiteY7104" fmla="*/ 2416274 h 5274332"/>
              <a:gd name="connsiteX7105" fmla="*/ 3026927 w 4641785"/>
              <a:gd name="connsiteY7105" fmla="*/ 2413449 h 5274332"/>
              <a:gd name="connsiteX7106" fmla="*/ 3031578 w 4641785"/>
              <a:gd name="connsiteY7106" fmla="*/ 2415309 h 5274332"/>
              <a:gd name="connsiteX7107" fmla="*/ 3040880 w 4641785"/>
              <a:gd name="connsiteY7107" fmla="*/ 2415309 h 5274332"/>
              <a:gd name="connsiteX7108" fmla="*/ 3040881 w 4641785"/>
              <a:gd name="connsiteY7108" fmla="*/ 2415308 h 5274332"/>
              <a:gd name="connsiteX7109" fmla="*/ 3031579 w 4641785"/>
              <a:gd name="connsiteY7109" fmla="*/ 2415308 h 5274332"/>
              <a:gd name="connsiteX7110" fmla="*/ 1163701 w 4641785"/>
              <a:gd name="connsiteY7110" fmla="*/ 2412518 h 5274332"/>
              <a:gd name="connsiteX7111" fmla="*/ 1159980 w 4641785"/>
              <a:gd name="connsiteY7111" fmla="*/ 2419960 h 5274332"/>
              <a:gd name="connsiteX7112" fmla="*/ 1155794 w 4641785"/>
              <a:gd name="connsiteY7112" fmla="*/ 2424146 h 5274332"/>
              <a:gd name="connsiteX7113" fmla="*/ 1154399 w 4641785"/>
              <a:gd name="connsiteY7113" fmla="*/ 2434844 h 5274332"/>
              <a:gd name="connsiteX7114" fmla="*/ 1159516 w 4641785"/>
              <a:gd name="connsiteY7114" fmla="*/ 2436239 h 5274332"/>
              <a:gd name="connsiteX7115" fmla="*/ 1161841 w 4641785"/>
              <a:gd name="connsiteY7115" fmla="*/ 2439495 h 5274332"/>
              <a:gd name="connsiteX7116" fmla="*/ 1167423 w 4641785"/>
              <a:gd name="connsiteY7116" fmla="*/ 2442286 h 5274332"/>
              <a:gd name="connsiteX7117" fmla="*/ 1171143 w 4641785"/>
              <a:gd name="connsiteY7117" fmla="*/ 2445541 h 5274332"/>
              <a:gd name="connsiteX7118" fmla="*/ 1172538 w 4641785"/>
              <a:gd name="connsiteY7118" fmla="*/ 2449727 h 5274332"/>
              <a:gd name="connsiteX7119" fmla="*/ 1172074 w 4641785"/>
              <a:gd name="connsiteY7119" fmla="*/ 2452983 h 5274332"/>
              <a:gd name="connsiteX7120" fmla="*/ 1174399 w 4641785"/>
              <a:gd name="connsiteY7120" fmla="*/ 2455774 h 5274332"/>
              <a:gd name="connsiteX7121" fmla="*/ 1179980 w 4641785"/>
              <a:gd name="connsiteY7121" fmla="*/ 2454378 h 5274332"/>
              <a:gd name="connsiteX7122" fmla="*/ 1185096 w 4641785"/>
              <a:gd name="connsiteY7122" fmla="*/ 2455774 h 5274332"/>
              <a:gd name="connsiteX7123" fmla="*/ 1191143 w 4641785"/>
              <a:gd name="connsiteY7123" fmla="*/ 2460425 h 5274332"/>
              <a:gd name="connsiteX7124" fmla="*/ 1191143 w 4641785"/>
              <a:gd name="connsiteY7124" fmla="*/ 2460424 h 5274332"/>
              <a:gd name="connsiteX7125" fmla="*/ 1185097 w 4641785"/>
              <a:gd name="connsiteY7125" fmla="*/ 2455773 h 5274332"/>
              <a:gd name="connsiteX7126" fmla="*/ 1179981 w 4641785"/>
              <a:gd name="connsiteY7126" fmla="*/ 2454378 h 5274332"/>
              <a:gd name="connsiteX7127" fmla="*/ 1174399 w 4641785"/>
              <a:gd name="connsiteY7127" fmla="*/ 2455773 h 5274332"/>
              <a:gd name="connsiteX7128" fmla="*/ 1172074 w 4641785"/>
              <a:gd name="connsiteY7128" fmla="*/ 2452982 h 5274332"/>
              <a:gd name="connsiteX7129" fmla="*/ 1172539 w 4641785"/>
              <a:gd name="connsiteY7129" fmla="*/ 2449727 h 5274332"/>
              <a:gd name="connsiteX7130" fmla="*/ 1171143 w 4641785"/>
              <a:gd name="connsiteY7130" fmla="*/ 2445541 h 5274332"/>
              <a:gd name="connsiteX7131" fmla="*/ 1167423 w 4641785"/>
              <a:gd name="connsiteY7131" fmla="*/ 2442285 h 5274332"/>
              <a:gd name="connsiteX7132" fmla="*/ 1161842 w 4641785"/>
              <a:gd name="connsiteY7132" fmla="*/ 2439494 h 5274332"/>
              <a:gd name="connsiteX7133" fmla="*/ 1159516 w 4641785"/>
              <a:gd name="connsiteY7133" fmla="*/ 2436239 h 5274332"/>
              <a:gd name="connsiteX7134" fmla="*/ 1154400 w 4641785"/>
              <a:gd name="connsiteY7134" fmla="*/ 2434843 h 5274332"/>
              <a:gd name="connsiteX7135" fmla="*/ 1155795 w 4641785"/>
              <a:gd name="connsiteY7135" fmla="*/ 2424146 h 5274332"/>
              <a:gd name="connsiteX7136" fmla="*/ 1159981 w 4641785"/>
              <a:gd name="connsiteY7136" fmla="*/ 2419959 h 5274332"/>
              <a:gd name="connsiteX7137" fmla="*/ 1163701 w 4641785"/>
              <a:gd name="connsiteY7137" fmla="*/ 2412519 h 5274332"/>
              <a:gd name="connsiteX7138" fmla="*/ 3987468 w 4641785"/>
              <a:gd name="connsiteY7138" fmla="*/ 2412021 h 5274332"/>
              <a:gd name="connsiteX7139" fmla="*/ 3986912 w 4641785"/>
              <a:gd name="connsiteY7139" fmla="*/ 2412053 h 5274332"/>
              <a:gd name="connsiteX7140" fmla="*/ 3984586 w 4641785"/>
              <a:gd name="connsiteY7140" fmla="*/ 2414844 h 5274332"/>
              <a:gd name="connsiteX7141" fmla="*/ 3984587 w 4641785"/>
              <a:gd name="connsiteY7141" fmla="*/ 2414844 h 5274332"/>
              <a:gd name="connsiteX7142" fmla="*/ 3986913 w 4641785"/>
              <a:gd name="connsiteY7142" fmla="*/ 2412053 h 5274332"/>
              <a:gd name="connsiteX7143" fmla="*/ 2421356 w 4641785"/>
              <a:gd name="connsiteY7143" fmla="*/ 2411587 h 5274332"/>
              <a:gd name="connsiteX7144" fmla="*/ 2421356 w 4641785"/>
              <a:gd name="connsiteY7144" fmla="*/ 2411587 h 5274332"/>
              <a:gd name="connsiteX7145" fmla="*/ 2423681 w 4641785"/>
              <a:gd name="connsiteY7145" fmla="*/ 2413448 h 5274332"/>
              <a:gd name="connsiteX7146" fmla="*/ 2428798 w 4641785"/>
              <a:gd name="connsiteY7146" fmla="*/ 2414379 h 5274332"/>
              <a:gd name="connsiteX7147" fmla="*/ 2433449 w 4641785"/>
              <a:gd name="connsiteY7147" fmla="*/ 2416239 h 5274332"/>
              <a:gd name="connsiteX7148" fmla="*/ 2433449 w 4641785"/>
              <a:gd name="connsiteY7148" fmla="*/ 2416238 h 5274332"/>
              <a:gd name="connsiteX7149" fmla="*/ 2428798 w 4641785"/>
              <a:gd name="connsiteY7149" fmla="*/ 2414377 h 5274332"/>
              <a:gd name="connsiteX7150" fmla="*/ 2423681 w 4641785"/>
              <a:gd name="connsiteY7150" fmla="*/ 2413447 h 5274332"/>
              <a:gd name="connsiteX7151" fmla="*/ 3833427 w 4641785"/>
              <a:gd name="connsiteY7151" fmla="*/ 2410658 h 5274332"/>
              <a:gd name="connsiteX7152" fmla="*/ 3833368 w 4641785"/>
              <a:gd name="connsiteY7152" fmla="*/ 2410836 h 5274332"/>
              <a:gd name="connsiteX7153" fmla="*/ 3833427 w 4641785"/>
              <a:gd name="connsiteY7153" fmla="*/ 2410658 h 5274332"/>
              <a:gd name="connsiteX7154" fmla="*/ 3066762 w 4641785"/>
              <a:gd name="connsiteY7154" fmla="*/ 2410216 h 5274332"/>
              <a:gd name="connsiteX7155" fmla="*/ 3065997 w 4641785"/>
              <a:gd name="connsiteY7155" fmla="*/ 2412052 h 5274332"/>
              <a:gd name="connsiteX7156" fmla="*/ 3065997 w 4641785"/>
              <a:gd name="connsiteY7156" fmla="*/ 2412052 h 5274332"/>
              <a:gd name="connsiteX7157" fmla="*/ 1206027 w 4641785"/>
              <a:gd name="connsiteY7157" fmla="*/ 2410193 h 5274332"/>
              <a:gd name="connsiteX7158" fmla="*/ 1206026 w 4641785"/>
              <a:gd name="connsiteY7158" fmla="*/ 2410193 h 5274332"/>
              <a:gd name="connsiteX7159" fmla="*/ 1206026 w 4641785"/>
              <a:gd name="connsiteY7159" fmla="*/ 2414379 h 5274332"/>
              <a:gd name="connsiteX7160" fmla="*/ 1203235 w 4641785"/>
              <a:gd name="connsiteY7160" fmla="*/ 2421355 h 5274332"/>
              <a:gd name="connsiteX7161" fmla="*/ 1203237 w 4641785"/>
              <a:gd name="connsiteY7161" fmla="*/ 2421355 h 5274332"/>
              <a:gd name="connsiteX7162" fmla="*/ 1206027 w 4641785"/>
              <a:gd name="connsiteY7162" fmla="*/ 2414378 h 5274332"/>
              <a:gd name="connsiteX7163" fmla="*/ 1246795 w 4641785"/>
              <a:gd name="connsiteY7163" fmla="*/ 2409504 h 5274332"/>
              <a:gd name="connsiteX7164" fmla="*/ 1245096 w 4641785"/>
              <a:gd name="connsiteY7164" fmla="*/ 2412052 h 5274332"/>
              <a:gd name="connsiteX7165" fmla="*/ 1239050 w 4641785"/>
              <a:gd name="connsiteY7165" fmla="*/ 2415774 h 5274332"/>
              <a:gd name="connsiteX7166" fmla="*/ 1234398 w 4641785"/>
              <a:gd name="connsiteY7166" fmla="*/ 2416239 h 5274332"/>
              <a:gd name="connsiteX7167" fmla="*/ 1234398 w 4641785"/>
              <a:gd name="connsiteY7167" fmla="*/ 2416239 h 5274332"/>
              <a:gd name="connsiteX7168" fmla="*/ 1239049 w 4641785"/>
              <a:gd name="connsiteY7168" fmla="*/ 2415774 h 5274332"/>
              <a:gd name="connsiteX7169" fmla="*/ 1245095 w 4641785"/>
              <a:gd name="connsiteY7169" fmla="*/ 2412054 h 5274332"/>
              <a:gd name="connsiteX7170" fmla="*/ 2313916 w 4641785"/>
              <a:gd name="connsiteY7170" fmla="*/ 2408333 h 5274332"/>
              <a:gd name="connsiteX7171" fmla="*/ 2313916 w 4641785"/>
              <a:gd name="connsiteY7171" fmla="*/ 2413449 h 5274332"/>
              <a:gd name="connsiteX7172" fmla="*/ 2311590 w 4641785"/>
              <a:gd name="connsiteY7172" fmla="*/ 2415310 h 5274332"/>
              <a:gd name="connsiteX7173" fmla="*/ 2312520 w 4641785"/>
              <a:gd name="connsiteY7173" fmla="*/ 2418565 h 5274332"/>
              <a:gd name="connsiteX7174" fmla="*/ 2312521 w 4641785"/>
              <a:gd name="connsiteY7174" fmla="*/ 2418565 h 5274332"/>
              <a:gd name="connsiteX7175" fmla="*/ 2311591 w 4641785"/>
              <a:gd name="connsiteY7175" fmla="*/ 2415310 h 5274332"/>
              <a:gd name="connsiteX7176" fmla="*/ 2313917 w 4641785"/>
              <a:gd name="connsiteY7176" fmla="*/ 2413450 h 5274332"/>
              <a:gd name="connsiteX7177" fmla="*/ 2313917 w 4641785"/>
              <a:gd name="connsiteY7177" fmla="*/ 2408334 h 5274332"/>
              <a:gd name="connsiteX7178" fmla="*/ 817525 w 4641785"/>
              <a:gd name="connsiteY7178" fmla="*/ 2406835 h 5274332"/>
              <a:gd name="connsiteX7179" fmla="*/ 816265 w 4641785"/>
              <a:gd name="connsiteY7179" fmla="*/ 2410193 h 5274332"/>
              <a:gd name="connsiteX7180" fmla="*/ 814494 w 4641785"/>
              <a:gd name="connsiteY7180" fmla="*/ 2411205 h 5274332"/>
              <a:gd name="connsiteX7181" fmla="*/ 816266 w 4641785"/>
              <a:gd name="connsiteY7181" fmla="*/ 2410192 h 5274332"/>
              <a:gd name="connsiteX7182" fmla="*/ 3977145 w 4641785"/>
              <a:gd name="connsiteY7182" fmla="*/ 2406007 h 5274332"/>
              <a:gd name="connsiteX7183" fmla="*/ 3975284 w 4641785"/>
              <a:gd name="connsiteY7183" fmla="*/ 2412053 h 5274332"/>
              <a:gd name="connsiteX7184" fmla="*/ 3975286 w 4641785"/>
              <a:gd name="connsiteY7184" fmla="*/ 2412053 h 5274332"/>
              <a:gd name="connsiteX7185" fmla="*/ 3977146 w 4641785"/>
              <a:gd name="connsiteY7185" fmla="*/ 2406007 h 5274332"/>
              <a:gd name="connsiteX7186" fmla="*/ 3964587 w 4641785"/>
              <a:gd name="connsiteY7186" fmla="*/ 2405542 h 5274332"/>
              <a:gd name="connsiteX7187" fmla="*/ 3961796 w 4641785"/>
              <a:gd name="connsiteY7187" fmla="*/ 2409728 h 5274332"/>
              <a:gd name="connsiteX7188" fmla="*/ 3961797 w 4641785"/>
              <a:gd name="connsiteY7188" fmla="*/ 2409727 h 5274332"/>
              <a:gd name="connsiteX7189" fmla="*/ 3964587 w 4641785"/>
              <a:gd name="connsiteY7189" fmla="*/ 2405542 h 5274332"/>
              <a:gd name="connsiteX7190" fmla="*/ 1257654 w 4641785"/>
              <a:gd name="connsiteY7190" fmla="*/ 2404146 h 5274332"/>
              <a:gd name="connsiteX7191" fmla="*/ 1256724 w 4641785"/>
              <a:gd name="connsiteY7191" fmla="*/ 2405541 h 5274332"/>
              <a:gd name="connsiteX7192" fmla="*/ 1247886 w 4641785"/>
              <a:gd name="connsiteY7192" fmla="*/ 2407867 h 5274332"/>
              <a:gd name="connsiteX7193" fmla="*/ 1247886 w 4641785"/>
              <a:gd name="connsiteY7193" fmla="*/ 2407867 h 5274332"/>
              <a:gd name="connsiteX7194" fmla="*/ 1256724 w 4641785"/>
              <a:gd name="connsiteY7194" fmla="*/ 2405542 h 5274332"/>
              <a:gd name="connsiteX7195" fmla="*/ 1257654 w 4641785"/>
              <a:gd name="connsiteY7195" fmla="*/ 2404147 h 5274332"/>
              <a:gd name="connsiteX7196" fmla="*/ 1262305 w 4641785"/>
              <a:gd name="connsiteY7196" fmla="*/ 2404147 h 5274332"/>
              <a:gd name="connsiteX7197" fmla="*/ 1262305 w 4641785"/>
              <a:gd name="connsiteY7197" fmla="*/ 2404146 h 5274332"/>
              <a:gd name="connsiteX7198" fmla="*/ 2404149 w 4641785"/>
              <a:gd name="connsiteY7198" fmla="*/ 2403216 h 5274332"/>
              <a:gd name="connsiteX7199" fmla="*/ 2404148 w 4641785"/>
              <a:gd name="connsiteY7199" fmla="*/ 2403216 h 5274332"/>
              <a:gd name="connsiteX7200" fmla="*/ 2407403 w 4641785"/>
              <a:gd name="connsiteY7200" fmla="*/ 2404146 h 5274332"/>
              <a:gd name="connsiteX7201" fmla="*/ 2413449 w 4641785"/>
              <a:gd name="connsiteY7201" fmla="*/ 2403681 h 5274332"/>
              <a:gd name="connsiteX7202" fmla="*/ 2416240 w 4641785"/>
              <a:gd name="connsiteY7202" fmla="*/ 2406472 h 5274332"/>
              <a:gd name="connsiteX7203" fmla="*/ 2420425 w 4641785"/>
              <a:gd name="connsiteY7203" fmla="*/ 2406472 h 5274332"/>
              <a:gd name="connsiteX7204" fmla="*/ 2420425 w 4641785"/>
              <a:gd name="connsiteY7204" fmla="*/ 2406471 h 5274332"/>
              <a:gd name="connsiteX7205" fmla="*/ 2416239 w 4641785"/>
              <a:gd name="connsiteY7205" fmla="*/ 2406471 h 5274332"/>
              <a:gd name="connsiteX7206" fmla="*/ 2413449 w 4641785"/>
              <a:gd name="connsiteY7206" fmla="*/ 2403680 h 5274332"/>
              <a:gd name="connsiteX7207" fmla="*/ 2407403 w 4641785"/>
              <a:gd name="connsiteY7207" fmla="*/ 2404145 h 5274332"/>
              <a:gd name="connsiteX7208" fmla="*/ 3953889 w 4641785"/>
              <a:gd name="connsiteY7208" fmla="*/ 2402751 h 5274332"/>
              <a:gd name="connsiteX7209" fmla="*/ 3950708 w 4641785"/>
              <a:gd name="connsiteY7209" fmla="*/ 2404518 h 5274332"/>
              <a:gd name="connsiteX7210" fmla="*/ 3953889 w 4641785"/>
              <a:gd name="connsiteY7210" fmla="*/ 2402752 h 5274332"/>
              <a:gd name="connsiteX7211" fmla="*/ 3834822 w 4641785"/>
              <a:gd name="connsiteY7211" fmla="*/ 2402751 h 5274332"/>
              <a:gd name="connsiteX7212" fmla="*/ 3834468 w 4641785"/>
              <a:gd name="connsiteY7212" fmla="*/ 2403105 h 5274332"/>
              <a:gd name="connsiteX7213" fmla="*/ 3834822 w 4641785"/>
              <a:gd name="connsiteY7213" fmla="*/ 2402751 h 5274332"/>
              <a:gd name="connsiteX7214" fmla="*/ 3834822 w 4641785"/>
              <a:gd name="connsiteY7214" fmla="*/ 2401355 h 5274332"/>
              <a:gd name="connsiteX7215" fmla="*/ 3834463 w 4641785"/>
              <a:gd name="connsiteY7215" fmla="*/ 2401715 h 5274332"/>
              <a:gd name="connsiteX7216" fmla="*/ 3834822 w 4641785"/>
              <a:gd name="connsiteY7216" fmla="*/ 2401356 h 5274332"/>
              <a:gd name="connsiteX7217" fmla="*/ 3066928 w 4641785"/>
              <a:gd name="connsiteY7217" fmla="*/ 2400889 h 5274332"/>
              <a:gd name="connsiteX7218" fmla="*/ 3066927 w 4641785"/>
              <a:gd name="connsiteY7218" fmla="*/ 2400892 h 5274332"/>
              <a:gd name="connsiteX7219" fmla="*/ 3070648 w 4641785"/>
              <a:gd name="connsiteY7219" fmla="*/ 2402751 h 5274332"/>
              <a:gd name="connsiteX7220" fmla="*/ 3073438 w 4641785"/>
              <a:gd name="connsiteY7220" fmla="*/ 2405542 h 5274332"/>
              <a:gd name="connsiteX7221" fmla="*/ 3078555 w 4641785"/>
              <a:gd name="connsiteY7221" fmla="*/ 2405542 h 5274332"/>
              <a:gd name="connsiteX7222" fmla="*/ 3078555 w 4641785"/>
              <a:gd name="connsiteY7222" fmla="*/ 2405540 h 5274332"/>
              <a:gd name="connsiteX7223" fmla="*/ 3073439 w 4641785"/>
              <a:gd name="connsiteY7223" fmla="*/ 2405540 h 5274332"/>
              <a:gd name="connsiteX7224" fmla="*/ 3070648 w 4641785"/>
              <a:gd name="connsiteY7224" fmla="*/ 2402750 h 5274332"/>
              <a:gd name="connsiteX7225" fmla="*/ 3079846 w 4641785"/>
              <a:gd name="connsiteY7225" fmla="*/ 2400348 h 5274332"/>
              <a:gd name="connsiteX7226" fmla="*/ 3078555 w 4641785"/>
              <a:gd name="connsiteY7226" fmla="*/ 2402284 h 5274332"/>
              <a:gd name="connsiteX7227" fmla="*/ 3078555 w 4641785"/>
              <a:gd name="connsiteY7227" fmla="*/ 2402285 h 5274332"/>
              <a:gd name="connsiteX7228" fmla="*/ 3084135 w 4641785"/>
              <a:gd name="connsiteY7228" fmla="*/ 2398099 h 5274332"/>
              <a:gd name="connsiteX7229" fmla="*/ 3080416 w 4641785"/>
              <a:gd name="connsiteY7229" fmla="*/ 2399494 h 5274332"/>
              <a:gd name="connsiteX7230" fmla="*/ 3080415 w 4641785"/>
              <a:gd name="connsiteY7230" fmla="*/ 2399496 h 5274332"/>
              <a:gd name="connsiteX7231" fmla="*/ 3084136 w 4641785"/>
              <a:gd name="connsiteY7231" fmla="*/ 2398100 h 5274332"/>
              <a:gd name="connsiteX7232" fmla="*/ 1376722 w 4641785"/>
              <a:gd name="connsiteY7232" fmla="*/ 2396705 h 5274332"/>
              <a:gd name="connsiteX7233" fmla="*/ 1376721 w 4641785"/>
              <a:gd name="connsiteY7233" fmla="*/ 2396705 h 5274332"/>
              <a:gd name="connsiteX7234" fmla="*/ 1379512 w 4641785"/>
              <a:gd name="connsiteY7234" fmla="*/ 2396705 h 5274332"/>
              <a:gd name="connsiteX7235" fmla="*/ 1383698 w 4641785"/>
              <a:gd name="connsiteY7235" fmla="*/ 2398100 h 5274332"/>
              <a:gd name="connsiteX7236" fmla="*/ 1383698 w 4641785"/>
              <a:gd name="connsiteY7236" fmla="*/ 2398100 h 5274332"/>
              <a:gd name="connsiteX7237" fmla="*/ 1379513 w 4641785"/>
              <a:gd name="connsiteY7237" fmla="*/ 2396705 h 5274332"/>
              <a:gd name="connsiteX7238" fmla="*/ 2300428 w 4641785"/>
              <a:gd name="connsiteY7238" fmla="*/ 2393449 h 5274332"/>
              <a:gd name="connsiteX7239" fmla="*/ 2298102 w 4641785"/>
              <a:gd name="connsiteY7239" fmla="*/ 2397635 h 5274332"/>
              <a:gd name="connsiteX7240" fmla="*/ 2298103 w 4641785"/>
              <a:gd name="connsiteY7240" fmla="*/ 2397636 h 5274332"/>
              <a:gd name="connsiteX7241" fmla="*/ 2298103 w 4641785"/>
              <a:gd name="connsiteY7241" fmla="*/ 2397636 h 5274332"/>
              <a:gd name="connsiteX7242" fmla="*/ 2298167 w 4641785"/>
              <a:gd name="connsiteY7242" fmla="*/ 2397765 h 5274332"/>
              <a:gd name="connsiteX7243" fmla="*/ 2298103 w 4641785"/>
              <a:gd name="connsiteY7243" fmla="*/ 2397636 h 5274332"/>
              <a:gd name="connsiteX7244" fmla="*/ 2300428 w 4641785"/>
              <a:gd name="connsiteY7244" fmla="*/ 2393450 h 5274332"/>
              <a:gd name="connsiteX7245" fmla="*/ 2302657 w 4641785"/>
              <a:gd name="connsiteY7245" fmla="*/ 2395307 h 5274332"/>
              <a:gd name="connsiteX7246" fmla="*/ 3087857 w 4641785"/>
              <a:gd name="connsiteY7246" fmla="*/ 2392518 h 5274332"/>
              <a:gd name="connsiteX7247" fmla="*/ 3079950 w 4641785"/>
              <a:gd name="connsiteY7247" fmla="*/ 2392983 h 5274332"/>
              <a:gd name="connsiteX7248" fmla="*/ 3079950 w 4641785"/>
              <a:gd name="connsiteY7248" fmla="*/ 2392984 h 5274332"/>
              <a:gd name="connsiteX7249" fmla="*/ 3087857 w 4641785"/>
              <a:gd name="connsiteY7249" fmla="*/ 2392519 h 5274332"/>
              <a:gd name="connsiteX7250" fmla="*/ 3089717 w 4641785"/>
              <a:gd name="connsiteY7250" fmla="*/ 2393914 h 5274332"/>
              <a:gd name="connsiteX7251" fmla="*/ 3097624 w 4641785"/>
              <a:gd name="connsiteY7251" fmla="*/ 2394844 h 5274332"/>
              <a:gd name="connsiteX7252" fmla="*/ 3097624 w 4641785"/>
              <a:gd name="connsiteY7252" fmla="*/ 2394843 h 5274332"/>
              <a:gd name="connsiteX7253" fmla="*/ 3089717 w 4641785"/>
              <a:gd name="connsiteY7253" fmla="*/ 2393913 h 5274332"/>
              <a:gd name="connsiteX7254" fmla="*/ 3942299 w 4641785"/>
              <a:gd name="connsiteY7254" fmla="*/ 2391228 h 5274332"/>
              <a:gd name="connsiteX7255" fmla="*/ 3941797 w 4641785"/>
              <a:gd name="connsiteY7255" fmla="*/ 2392983 h 5274332"/>
              <a:gd name="connsiteX7256" fmla="*/ 3939937 w 4641785"/>
              <a:gd name="connsiteY7256" fmla="*/ 2394379 h 5274332"/>
              <a:gd name="connsiteX7257" fmla="*/ 3941797 w 4641785"/>
              <a:gd name="connsiteY7257" fmla="*/ 2392984 h 5274332"/>
              <a:gd name="connsiteX7258" fmla="*/ 1356723 w 4641785"/>
              <a:gd name="connsiteY7258" fmla="*/ 2391123 h 5274332"/>
              <a:gd name="connsiteX7259" fmla="*/ 1356722 w 4641785"/>
              <a:gd name="connsiteY7259" fmla="*/ 2391123 h 5274332"/>
              <a:gd name="connsiteX7260" fmla="*/ 1360908 w 4641785"/>
              <a:gd name="connsiteY7260" fmla="*/ 2391123 h 5274332"/>
              <a:gd name="connsiteX7261" fmla="*/ 1362768 w 4641785"/>
              <a:gd name="connsiteY7261" fmla="*/ 2392054 h 5274332"/>
              <a:gd name="connsiteX7262" fmla="*/ 1366489 w 4641785"/>
              <a:gd name="connsiteY7262" fmla="*/ 2399030 h 5274332"/>
              <a:gd name="connsiteX7263" fmla="*/ 1367884 w 4641785"/>
              <a:gd name="connsiteY7263" fmla="*/ 2399961 h 5274332"/>
              <a:gd name="connsiteX7264" fmla="*/ 1372070 w 4641785"/>
              <a:gd name="connsiteY7264" fmla="*/ 2399030 h 5274332"/>
              <a:gd name="connsiteX7265" fmla="*/ 1372070 w 4641785"/>
              <a:gd name="connsiteY7265" fmla="*/ 2399030 h 5274332"/>
              <a:gd name="connsiteX7266" fmla="*/ 1367885 w 4641785"/>
              <a:gd name="connsiteY7266" fmla="*/ 2399960 h 5274332"/>
              <a:gd name="connsiteX7267" fmla="*/ 1366489 w 4641785"/>
              <a:gd name="connsiteY7267" fmla="*/ 2399030 h 5274332"/>
              <a:gd name="connsiteX7268" fmla="*/ 1362769 w 4641785"/>
              <a:gd name="connsiteY7268" fmla="*/ 2392053 h 5274332"/>
              <a:gd name="connsiteX7269" fmla="*/ 1360908 w 4641785"/>
              <a:gd name="connsiteY7269" fmla="*/ 2391123 h 5274332"/>
              <a:gd name="connsiteX7270" fmla="*/ 3850138 w 4641785"/>
              <a:gd name="connsiteY7270" fmla="*/ 2389119 h 5274332"/>
              <a:gd name="connsiteX7271" fmla="*/ 3851100 w 4641785"/>
              <a:gd name="connsiteY7271" fmla="*/ 2390658 h 5274332"/>
              <a:gd name="connsiteX7272" fmla="*/ 3851454 w 4641785"/>
              <a:gd name="connsiteY7272" fmla="*/ 2392072 h 5274332"/>
              <a:gd name="connsiteX7273" fmla="*/ 3851101 w 4641785"/>
              <a:gd name="connsiteY7273" fmla="*/ 2390659 h 5274332"/>
              <a:gd name="connsiteX7274" fmla="*/ 1389325 w 4641785"/>
              <a:gd name="connsiteY7274" fmla="*/ 2387823 h 5274332"/>
              <a:gd name="connsiteX7275" fmla="*/ 1388815 w 4641785"/>
              <a:gd name="connsiteY7275" fmla="*/ 2388332 h 5274332"/>
              <a:gd name="connsiteX7276" fmla="*/ 1386489 w 4641785"/>
              <a:gd name="connsiteY7276" fmla="*/ 2387868 h 5274332"/>
              <a:gd name="connsiteX7277" fmla="*/ 1385671 w 4641785"/>
              <a:gd name="connsiteY7277" fmla="*/ 2390867 h 5274332"/>
              <a:gd name="connsiteX7278" fmla="*/ 1386489 w 4641785"/>
              <a:gd name="connsiteY7278" fmla="*/ 2387868 h 5274332"/>
              <a:gd name="connsiteX7279" fmla="*/ 1388815 w 4641785"/>
              <a:gd name="connsiteY7279" fmla="*/ 2388333 h 5274332"/>
              <a:gd name="connsiteX7280" fmla="*/ 1204632 w 4641785"/>
              <a:gd name="connsiteY7280" fmla="*/ 2382286 h 5274332"/>
              <a:gd name="connsiteX7281" fmla="*/ 1204631 w 4641785"/>
              <a:gd name="connsiteY7281" fmla="*/ 2382286 h 5274332"/>
              <a:gd name="connsiteX7282" fmla="*/ 1199980 w 4641785"/>
              <a:gd name="connsiteY7282" fmla="*/ 2396705 h 5274332"/>
              <a:gd name="connsiteX7283" fmla="*/ 1205561 w 4641785"/>
              <a:gd name="connsiteY7283" fmla="*/ 2397635 h 5274332"/>
              <a:gd name="connsiteX7284" fmla="*/ 1207422 w 4641785"/>
              <a:gd name="connsiteY7284" fmla="*/ 2401822 h 5274332"/>
              <a:gd name="connsiteX7285" fmla="*/ 1211142 w 4641785"/>
              <a:gd name="connsiteY7285" fmla="*/ 2402751 h 5274332"/>
              <a:gd name="connsiteX7286" fmla="*/ 1213933 w 4641785"/>
              <a:gd name="connsiteY7286" fmla="*/ 2402286 h 5274332"/>
              <a:gd name="connsiteX7287" fmla="*/ 1213933 w 4641785"/>
              <a:gd name="connsiteY7287" fmla="*/ 2408332 h 5274332"/>
              <a:gd name="connsiteX7288" fmla="*/ 1213934 w 4641785"/>
              <a:gd name="connsiteY7288" fmla="*/ 2408332 h 5274332"/>
              <a:gd name="connsiteX7289" fmla="*/ 1213934 w 4641785"/>
              <a:gd name="connsiteY7289" fmla="*/ 2402286 h 5274332"/>
              <a:gd name="connsiteX7290" fmla="*/ 1211143 w 4641785"/>
              <a:gd name="connsiteY7290" fmla="*/ 2402751 h 5274332"/>
              <a:gd name="connsiteX7291" fmla="*/ 1207422 w 4641785"/>
              <a:gd name="connsiteY7291" fmla="*/ 2401820 h 5274332"/>
              <a:gd name="connsiteX7292" fmla="*/ 1205562 w 4641785"/>
              <a:gd name="connsiteY7292" fmla="*/ 2397634 h 5274332"/>
              <a:gd name="connsiteX7293" fmla="*/ 1199981 w 4641785"/>
              <a:gd name="connsiteY7293" fmla="*/ 2396705 h 5274332"/>
              <a:gd name="connsiteX7294" fmla="*/ 1307886 w 4641785"/>
              <a:gd name="connsiteY7294" fmla="*/ 2381356 h 5274332"/>
              <a:gd name="connsiteX7295" fmla="*/ 1307885 w 4641785"/>
              <a:gd name="connsiteY7295" fmla="*/ 2381357 h 5274332"/>
              <a:gd name="connsiteX7296" fmla="*/ 1313002 w 4641785"/>
              <a:gd name="connsiteY7296" fmla="*/ 2383217 h 5274332"/>
              <a:gd name="connsiteX7297" fmla="*/ 1313614 w 4641785"/>
              <a:gd name="connsiteY7297" fmla="*/ 2382196 h 5274332"/>
              <a:gd name="connsiteX7298" fmla="*/ 1313002 w 4641785"/>
              <a:gd name="connsiteY7298" fmla="*/ 2383217 h 5274332"/>
              <a:gd name="connsiteX7299" fmla="*/ 1314397 w 4641785"/>
              <a:gd name="connsiteY7299" fmla="*/ 2380891 h 5274332"/>
              <a:gd name="connsiteX7300" fmla="*/ 1314397 w 4641785"/>
              <a:gd name="connsiteY7300" fmla="*/ 2380891 h 5274332"/>
              <a:gd name="connsiteX7301" fmla="*/ 1319513 w 4641785"/>
              <a:gd name="connsiteY7301" fmla="*/ 2384147 h 5274332"/>
              <a:gd name="connsiteX7302" fmla="*/ 1321373 w 4641785"/>
              <a:gd name="connsiteY7302" fmla="*/ 2386008 h 5274332"/>
              <a:gd name="connsiteX7303" fmla="*/ 1321838 w 4641785"/>
              <a:gd name="connsiteY7303" fmla="*/ 2389728 h 5274332"/>
              <a:gd name="connsiteX7304" fmla="*/ 1323699 w 4641785"/>
              <a:gd name="connsiteY7304" fmla="*/ 2392519 h 5274332"/>
              <a:gd name="connsiteX7305" fmla="*/ 1327862 w 4641785"/>
              <a:gd name="connsiteY7305" fmla="*/ 2391762 h 5274332"/>
              <a:gd name="connsiteX7306" fmla="*/ 1328816 w 4641785"/>
              <a:gd name="connsiteY7306" fmla="*/ 2391589 h 5274332"/>
              <a:gd name="connsiteX7307" fmla="*/ 1328815 w 4641785"/>
              <a:gd name="connsiteY7307" fmla="*/ 2391589 h 5274332"/>
              <a:gd name="connsiteX7308" fmla="*/ 1327862 w 4641785"/>
              <a:gd name="connsiteY7308" fmla="*/ 2391762 h 5274332"/>
              <a:gd name="connsiteX7309" fmla="*/ 1323699 w 4641785"/>
              <a:gd name="connsiteY7309" fmla="*/ 2392519 h 5274332"/>
              <a:gd name="connsiteX7310" fmla="*/ 1321839 w 4641785"/>
              <a:gd name="connsiteY7310" fmla="*/ 2389728 h 5274332"/>
              <a:gd name="connsiteX7311" fmla="*/ 1321374 w 4641785"/>
              <a:gd name="connsiteY7311" fmla="*/ 2386007 h 5274332"/>
              <a:gd name="connsiteX7312" fmla="*/ 1319514 w 4641785"/>
              <a:gd name="connsiteY7312" fmla="*/ 2384147 h 5274332"/>
              <a:gd name="connsiteX7313" fmla="*/ 1066959 w 4641785"/>
              <a:gd name="connsiteY7313" fmla="*/ 2380426 h 5274332"/>
              <a:gd name="connsiteX7314" fmla="*/ 1062773 w 4641785"/>
              <a:gd name="connsiteY7314" fmla="*/ 2383217 h 5274332"/>
              <a:gd name="connsiteX7315" fmla="*/ 1062773 w 4641785"/>
              <a:gd name="connsiteY7315" fmla="*/ 2383217 h 5274332"/>
              <a:gd name="connsiteX7316" fmla="*/ 1698510 w 4641785"/>
              <a:gd name="connsiteY7316" fmla="*/ 2380294 h 5274332"/>
              <a:gd name="connsiteX7317" fmla="*/ 1698577 w 4641785"/>
              <a:gd name="connsiteY7317" fmla="*/ 2380891 h 5274332"/>
              <a:gd name="connsiteX7318" fmla="*/ 1698577 w 4641785"/>
              <a:gd name="connsiteY7318" fmla="*/ 2380891 h 5274332"/>
              <a:gd name="connsiteX7319" fmla="*/ 1350396 w 4641785"/>
              <a:gd name="connsiteY7319" fmla="*/ 2380203 h 5274332"/>
              <a:gd name="connsiteX7320" fmla="*/ 1350210 w 4641785"/>
              <a:gd name="connsiteY7320" fmla="*/ 2380426 h 5274332"/>
              <a:gd name="connsiteX7321" fmla="*/ 1347884 w 4641785"/>
              <a:gd name="connsiteY7321" fmla="*/ 2387403 h 5274332"/>
              <a:gd name="connsiteX7322" fmla="*/ 1352070 w 4641785"/>
              <a:gd name="connsiteY7322" fmla="*/ 2391123 h 5274332"/>
              <a:gd name="connsiteX7323" fmla="*/ 1355326 w 4641785"/>
              <a:gd name="connsiteY7323" fmla="*/ 2392519 h 5274332"/>
              <a:gd name="connsiteX7324" fmla="*/ 1355327 w 4641785"/>
              <a:gd name="connsiteY7324" fmla="*/ 2392519 h 5274332"/>
              <a:gd name="connsiteX7325" fmla="*/ 1352071 w 4641785"/>
              <a:gd name="connsiteY7325" fmla="*/ 2391123 h 5274332"/>
              <a:gd name="connsiteX7326" fmla="*/ 1347885 w 4641785"/>
              <a:gd name="connsiteY7326" fmla="*/ 2387402 h 5274332"/>
              <a:gd name="connsiteX7327" fmla="*/ 1350211 w 4641785"/>
              <a:gd name="connsiteY7327" fmla="*/ 2380425 h 5274332"/>
              <a:gd name="connsiteX7328" fmla="*/ 2312986 w 4641785"/>
              <a:gd name="connsiteY7328" fmla="*/ 2379961 h 5274332"/>
              <a:gd name="connsiteX7329" fmla="*/ 2309264 w 4641785"/>
              <a:gd name="connsiteY7329" fmla="*/ 2381821 h 5274332"/>
              <a:gd name="connsiteX7330" fmla="*/ 2310660 w 4641785"/>
              <a:gd name="connsiteY7330" fmla="*/ 2391589 h 5274332"/>
              <a:gd name="connsiteX7331" fmla="*/ 2308800 w 4641785"/>
              <a:gd name="connsiteY7331" fmla="*/ 2393449 h 5274332"/>
              <a:gd name="connsiteX7332" fmla="*/ 2308335 w 4641785"/>
              <a:gd name="connsiteY7332" fmla="*/ 2396705 h 5274332"/>
              <a:gd name="connsiteX7333" fmla="*/ 2303218 w 4641785"/>
              <a:gd name="connsiteY7333" fmla="*/ 2395774 h 5274332"/>
              <a:gd name="connsiteX7334" fmla="*/ 2303219 w 4641785"/>
              <a:gd name="connsiteY7334" fmla="*/ 2395775 h 5274332"/>
              <a:gd name="connsiteX7335" fmla="*/ 2308335 w 4641785"/>
              <a:gd name="connsiteY7335" fmla="*/ 2396706 h 5274332"/>
              <a:gd name="connsiteX7336" fmla="*/ 2308800 w 4641785"/>
              <a:gd name="connsiteY7336" fmla="*/ 2393450 h 5274332"/>
              <a:gd name="connsiteX7337" fmla="*/ 2310661 w 4641785"/>
              <a:gd name="connsiteY7337" fmla="*/ 2391590 h 5274332"/>
              <a:gd name="connsiteX7338" fmla="*/ 2309266 w 4641785"/>
              <a:gd name="connsiteY7338" fmla="*/ 2381822 h 5274332"/>
              <a:gd name="connsiteX7339" fmla="*/ 2312986 w 4641785"/>
              <a:gd name="connsiteY7339" fmla="*/ 2379962 h 5274332"/>
              <a:gd name="connsiteX7340" fmla="*/ 1338118 w 4641785"/>
              <a:gd name="connsiteY7340" fmla="*/ 2378566 h 5274332"/>
              <a:gd name="connsiteX7341" fmla="*/ 1333126 w 4641785"/>
              <a:gd name="connsiteY7341" fmla="*/ 2382488 h 5274332"/>
              <a:gd name="connsiteX7342" fmla="*/ 1338118 w 4641785"/>
              <a:gd name="connsiteY7342" fmla="*/ 2378566 h 5274332"/>
              <a:gd name="connsiteX7343" fmla="*/ 1291142 w 4641785"/>
              <a:gd name="connsiteY7343" fmla="*/ 2377169 h 5274332"/>
              <a:gd name="connsiteX7344" fmla="*/ 1286956 w 4641785"/>
              <a:gd name="connsiteY7344" fmla="*/ 2379495 h 5274332"/>
              <a:gd name="connsiteX7345" fmla="*/ 1286956 w 4641785"/>
              <a:gd name="connsiteY7345" fmla="*/ 2379496 h 5274332"/>
              <a:gd name="connsiteX7346" fmla="*/ 1291141 w 4641785"/>
              <a:gd name="connsiteY7346" fmla="*/ 2377170 h 5274332"/>
              <a:gd name="connsiteX7347" fmla="*/ 1296722 w 4641785"/>
              <a:gd name="connsiteY7347" fmla="*/ 2377635 h 5274332"/>
              <a:gd name="connsiteX7348" fmla="*/ 1306024 w 4641785"/>
              <a:gd name="connsiteY7348" fmla="*/ 2384612 h 5274332"/>
              <a:gd name="connsiteX7349" fmla="*/ 1306025 w 4641785"/>
              <a:gd name="connsiteY7349" fmla="*/ 2384611 h 5274332"/>
              <a:gd name="connsiteX7350" fmla="*/ 1296723 w 4641785"/>
              <a:gd name="connsiteY7350" fmla="*/ 2377635 h 5274332"/>
              <a:gd name="connsiteX7351" fmla="*/ 3849240 w 4641785"/>
              <a:gd name="connsiteY7351" fmla="*/ 2376706 h 5274332"/>
              <a:gd name="connsiteX7352" fmla="*/ 3848775 w 4641785"/>
              <a:gd name="connsiteY7352" fmla="*/ 2386937 h 5274332"/>
              <a:gd name="connsiteX7353" fmla="*/ 3848775 w 4641785"/>
              <a:gd name="connsiteY7353" fmla="*/ 2386937 h 5274332"/>
              <a:gd name="connsiteX7354" fmla="*/ 3849241 w 4641785"/>
              <a:gd name="connsiteY7354" fmla="*/ 2376706 h 5274332"/>
              <a:gd name="connsiteX7355" fmla="*/ 1348816 w 4641785"/>
              <a:gd name="connsiteY7355" fmla="*/ 2373914 h 5274332"/>
              <a:gd name="connsiteX7356" fmla="*/ 1342304 w 4641785"/>
              <a:gd name="connsiteY7356" fmla="*/ 2375310 h 5274332"/>
              <a:gd name="connsiteX7357" fmla="*/ 1338583 w 4641785"/>
              <a:gd name="connsiteY7357" fmla="*/ 2375310 h 5274332"/>
              <a:gd name="connsiteX7358" fmla="*/ 1338583 w 4641785"/>
              <a:gd name="connsiteY7358" fmla="*/ 2375310 h 5274332"/>
              <a:gd name="connsiteX7359" fmla="*/ 1342303 w 4641785"/>
              <a:gd name="connsiteY7359" fmla="*/ 2375310 h 5274332"/>
              <a:gd name="connsiteX7360" fmla="*/ 1348815 w 4641785"/>
              <a:gd name="connsiteY7360" fmla="*/ 2373914 h 5274332"/>
              <a:gd name="connsiteX7361" fmla="*/ 1662298 w 4641785"/>
              <a:gd name="connsiteY7361" fmla="*/ 2373450 h 5274332"/>
              <a:gd name="connsiteX7362" fmla="*/ 1663303 w 4641785"/>
              <a:gd name="connsiteY7362" fmla="*/ 2375459 h 5274332"/>
              <a:gd name="connsiteX7363" fmla="*/ 1662299 w 4641785"/>
              <a:gd name="connsiteY7363" fmla="*/ 2373451 h 5274332"/>
              <a:gd name="connsiteX7364" fmla="*/ 3880156 w 4641785"/>
              <a:gd name="connsiteY7364" fmla="*/ 2372604 h 5274332"/>
              <a:gd name="connsiteX7365" fmla="*/ 3879472 w 4641785"/>
              <a:gd name="connsiteY7365" fmla="*/ 2376705 h 5274332"/>
              <a:gd name="connsiteX7366" fmla="*/ 3879473 w 4641785"/>
              <a:gd name="connsiteY7366" fmla="*/ 2376705 h 5274332"/>
              <a:gd name="connsiteX7367" fmla="*/ 3100430 w 4641785"/>
              <a:gd name="connsiteY7367" fmla="*/ 2372216 h 5274332"/>
              <a:gd name="connsiteX7368" fmla="*/ 3099950 w 4641785"/>
              <a:gd name="connsiteY7368" fmla="*/ 2374379 h 5274332"/>
              <a:gd name="connsiteX7369" fmla="*/ 3096229 w 4641785"/>
              <a:gd name="connsiteY7369" fmla="*/ 2378099 h 5274332"/>
              <a:gd name="connsiteX7370" fmla="*/ 3090648 w 4641785"/>
              <a:gd name="connsiteY7370" fmla="*/ 2377634 h 5274332"/>
              <a:gd name="connsiteX7371" fmla="*/ 3090648 w 4641785"/>
              <a:gd name="connsiteY7371" fmla="*/ 2377635 h 5274332"/>
              <a:gd name="connsiteX7372" fmla="*/ 3096228 w 4641785"/>
              <a:gd name="connsiteY7372" fmla="*/ 2378100 h 5274332"/>
              <a:gd name="connsiteX7373" fmla="*/ 3099950 w 4641785"/>
              <a:gd name="connsiteY7373" fmla="*/ 2374379 h 5274332"/>
              <a:gd name="connsiteX7374" fmla="*/ 1623459 w 4641785"/>
              <a:gd name="connsiteY7374" fmla="*/ 2371601 h 5274332"/>
              <a:gd name="connsiteX7375" fmla="*/ 1623229 w 4641785"/>
              <a:gd name="connsiteY7375" fmla="*/ 2372519 h 5274332"/>
              <a:gd name="connsiteX7376" fmla="*/ 1623229 w 4641785"/>
              <a:gd name="connsiteY7376" fmla="*/ 2372519 h 5274332"/>
              <a:gd name="connsiteX7377" fmla="*/ 1350676 w 4641785"/>
              <a:gd name="connsiteY7377" fmla="*/ 2371123 h 5274332"/>
              <a:gd name="connsiteX7378" fmla="*/ 1350675 w 4641785"/>
              <a:gd name="connsiteY7378" fmla="*/ 2371125 h 5274332"/>
              <a:gd name="connsiteX7379" fmla="*/ 1352536 w 4641785"/>
              <a:gd name="connsiteY7379" fmla="*/ 2377635 h 5274332"/>
              <a:gd name="connsiteX7380" fmla="*/ 1352536 w 4641785"/>
              <a:gd name="connsiteY7380" fmla="*/ 2377635 h 5274332"/>
              <a:gd name="connsiteX7381" fmla="*/ 1267886 w 4641785"/>
              <a:gd name="connsiteY7381" fmla="*/ 2369263 h 5274332"/>
              <a:gd name="connsiteX7382" fmla="*/ 1264649 w 4641785"/>
              <a:gd name="connsiteY7382" fmla="*/ 2370188 h 5274332"/>
              <a:gd name="connsiteX7383" fmla="*/ 1267886 w 4641785"/>
              <a:gd name="connsiteY7383" fmla="*/ 2369264 h 5274332"/>
              <a:gd name="connsiteX7384" fmla="*/ 1702763 w 4641785"/>
              <a:gd name="connsiteY7384" fmla="*/ 2368334 h 5274332"/>
              <a:gd name="connsiteX7385" fmla="*/ 1703228 w 4641785"/>
              <a:gd name="connsiteY7385" fmla="*/ 2373450 h 5274332"/>
              <a:gd name="connsiteX7386" fmla="*/ 1703228 w 4641785"/>
              <a:gd name="connsiteY7386" fmla="*/ 2373450 h 5274332"/>
              <a:gd name="connsiteX7387" fmla="*/ 3108321 w 4641785"/>
              <a:gd name="connsiteY7387" fmla="*/ 2367867 h 5274332"/>
              <a:gd name="connsiteX7388" fmla="*/ 3103670 w 4641785"/>
              <a:gd name="connsiteY7388" fmla="*/ 2371123 h 5274332"/>
              <a:gd name="connsiteX7389" fmla="*/ 3100880 w 4641785"/>
              <a:gd name="connsiteY7389" fmla="*/ 2370192 h 5274332"/>
              <a:gd name="connsiteX7390" fmla="*/ 3100879 w 4641785"/>
              <a:gd name="connsiteY7390" fmla="*/ 2370194 h 5274332"/>
              <a:gd name="connsiteX7391" fmla="*/ 3103670 w 4641785"/>
              <a:gd name="connsiteY7391" fmla="*/ 2371124 h 5274332"/>
              <a:gd name="connsiteX7392" fmla="*/ 3108321 w 4641785"/>
              <a:gd name="connsiteY7392" fmla="*/ 2367868 h 5274332"/>
              <a:gd name="connsiteX7393" fmla="*/ 787429 w 4641785"/>
              <a:gd name="connsiteY7393" fmla="*/ 2367402 h 5274332"/>
              <a:gd name="connsiteX7394" fmla="*/ 786499 w 4641785"/>
              <a:gd name="connsiteY7394" fmla="*/ 2372054 h 5274332"/>
              <a:gd name="connsiteX7395" fmla="*/ 782778 w 4641785"/>
              <a:gd name="connsiteY7395" fmla="*/ 2375309 h 5274332"/>
              <a:gd name="connsiteX7396" fmla="*/ 779057 w 4641785"/>
              <a:gd name="connsiteY7396" fmla="*/ 2382286 h 5274332"/>
              <a:gd name="connsiteX7397" fmla="*/ 777662 w 4641785"/>
              <a:gd name="connsiteY7397" fmla="*/ 2388797 h 5274332"/>
              <a:gd name="connsiteX7398" fmla="*/ 779057 w 4641785"/>
              <a:gd name="connsiteY7398" fmla="*/ 2382286 h 5274332"/>
              <a:gd name="connsiteX7399" fmla="*/ 782778 w 4641785"/>
              <a:gd name="connsiteY7399" fmla="*/ 2375310 h 5274332"/>
              <a:gd name="connsiteX7400" fmla="*/ 786499 w 4641785"/>
              <a:gd name="connsiteY7400" fmla="*/ 2372054 h 5274332"/>
              <a:gd name="connsiteX7401" fmla="*/ 787429 w 4641785"/>
              <a:gd name="connsiteY7401" fmla="*/ 2367403 h 5274332"/>
              <a:gd name="connsiteX7402" fmla="*/ 791615 w 4641785"/>
              <a:gd name="connsiteY7402" fmla="*/ 2368333 h 5274332"/>
              <a:gd name="connsiteX7403" fmla="*/ 791615 w 4641785"/>
              <a:gd name="connsiteY7403" fmla="*/ 2368332 h 5274332"/>
              <a:gd name="connsiteX7404" fmla="*/ 2412520 w 4641785"/>
              <a:gd name="connsiteY7404" fmla="*/ 2366473 h 5274332"/>
              <a:gd name="connsiteX7405" fmla="*/ 2412519 w 4641785"/>
              <a:gd name="connsiteY7405" fmla="*/ 2366474 h 5274332"/>
              <a:gd name="connsiteX7406" fmla="*/ 2415774 w 4641785"/>
              <a:gd name="connsiteY7406" fmla="*/ 2369729 h 5274332"/>
              <a:gd name="connsiteX7407" fmla="*/ 2415774 w 4641785"/>
              <a:gd name="connsiteY7407" fmla="*/ 2369728 h 5274332"/>
              <a:gd name="connsiteX7408" fmla="*/ 3946726 w 4641785"/>
              <a:gd name="connsiteY7408" fmla="*/ 2364616 h 5274332"/>
              <a:gd name="connsiteX7409" fmla="*/ 3946448 w 4641785"/>
              <a:gd name="connsiteY7409" fmla="*/ 2365542 h 5274332"/>
              <a:gd name="connsiteX7410" fmla="*/ 3945214 w 4641785"/>
              <a:gd name="connsiteY7410" fmla="*/ 2367462 h 5274332"/>
              <a:gd name="connsiteX7411" fmla="*/ 3946448 w 4641785"/>
              <a:gd name="connsiteY7411" fmla="*/ 2365543 h 5274332"/>
              <a:gd name="connsiteX7412" fmla="*/ 1628346 w 4641785"/>
              <a:gd name="connsiteY7412" fmla="*/ 2364148 h 5274332"/>
              <a:gd name="connsiteX7413" fmla="*/ 1628345 w 4641785"/>
              <a:gd name="connsiteY7413" fmla="*/ 2364148 h 5274332"/>
              <a:gd name="connsiteX7414" fmla="*/ 1627541 w 4641785"/>
              <a:gd name="connsiteY7414" fmla="*/ 2368568 h 5274332"/>
              <a:gd name="connsiteX7415" fmla="*/ 1270212 w 4641785"/>
              <a:gd name="connsiteY7415" fmla="*/ 2363216 h 5274332"/>
              <a:gd name="connsiteX7416" fmla="*/ 1268756 w 4641785"/>
              <a:gd name="connsiteY7416" fmla="*/ 2365400 h 5274332"/>
              <a:gd name="connsiteX7417" fmla="*/ 1270212 w 4641785"/>
              <a:gd name="connsiteY7417" fmla="*/ 2363217 h 5274332"/>
              <a:gd name="connsiteX7418" fmla="*/ 1273467 w 4641785"/>
              <a:gd name="connsiteY7418" fmla="*/ 2366938 h 5274332"/>
              <a:gd name="connsiteX7419" fmla="*/ 1271607 w 4641785"/>
              <a:gd name="connsiteY7419" fmla="*/ 2371124 h 5274332"/>
              <a:gd name="connsiteX7420" fmla="*/ 1273467 w 4641785"/>
              <a:gd name="connsiteY7420" fmla="*/ 2373914 h 5274332"/>
              <a:gd name="connsiteX7421" fmla="*/ 1273467 w 4641785"/>
              <a:gd name="connsiteY7421" fmla="*/ 2380426 h 5274332"/>
              <a:gd name="connsiteX7422" fmla="*/ 1276258 w 4641785"/>
              <a:gd name="connsiteY7422" fmla="*/ 2381821 h 5274332"/>
              <a:gd name="connsiteX7423" fmla="*/ 1279978 w 4641785"/>
              <a:gd name="connsiteY7423" fmla="*/ 2381357 h 5274332"/>
              <a:gd name="connsiteX7424" fmla="*/ 1284630 w 4641785"/>
              <a:gd name="connsiteY7424" fmla="*/ 2383217 h 5274332"/>
              <a:gd name="connsiteX7425" fmla="*/ 1284630 w 4641785"/>
              <a:gd name="connsiteY7425" fmla="*/ 2383217 h 5274332"/>
              <a:gd name="connsiteX7426" fmla="*/ 1279980 w 4641785"/>
              <a:gd name="connsiteY7426" fmla="*/ 2381356 h 5274332"/>
              <a:gd name="connsiteX7427" fmla="*/ 1276258 w 4641785"/>
              <a:gd name="connsiteY7427" fmla="*/ 2381821 h 5274332"/>
              <a:gd name="connsiteX7428" fmla="*/ 1273468 w 4641785"/>
              <a:gd name="connsiteY7428" fmla="*/ 2380425 h 5274332"/>
              <a:gd name="connsiteX7429" fmla="*/ 1273468 w 4641785"/>
              <a:gd name="connsiteY7429" fmla="*/ 2373914 h 5274332"/>
              <a:gd name="connsiteX7430" fmla="*/ 1271607 w 4641785"/>
              <a:gd name="connsiteY7430" fmla="*/ 2371123 h 5274332"/>
              <a:gd name="connsiteX7431" fmla="*/ 1273468 w 4641785"/>
              <a:gd name="connsiteY7431" fmla="*/ 2366937 h 5274332"/>
              <a:gd name="connsiteX7432" fmla="*/ 1652996 w 4641785"/>
              <a:gd name="connsiteY7432" fmla="*/ 2361822 h 5274332"/>
              <a:gd name="connsiteX7433" fmla="*/ 1652996 w 4641785"/>
              <a:gd name="connsiteY7433" fmla="*/ 2361822 h 5274332"/>
              <a:gd name="connsiteX7434" fmla="*/ 1653418 w 4641785"/>
              <a:gd name="connsiteY7434" fmla="*/ 2363089 h 5274332"/>
              <a:gd name="connsiteX7435" fmla="*/ 799738 w 4641785"/>
              <a:gd name="connsiteY7435" fmla="*/ 2358585 h 5274332"/>
              <a:gd name="connsiteX7436" fmla="*/ 798592 w 4641785"/>
              <a:gd name="connsiteY7436" fmla="*/ 2359960 h 5274332"/>
              <a:gd name="connsiteX7437" fmla="*/ 797662 w 4641785"/>
              <a:gd name="connsiteY7437" fmla="*/ 2362751 h 5274332"/>
              <a:gd name="connsiteX7438" fmla="*/ 793941 w 4641785"/>
              <a:gd name="connsiteY7438" fmla="*/ 2362751 h 5274332"/>
              <a:gd name="connsiteX7439" fmla="*/ 793475 w 4641785"/>
              <a:gd name="connsiteY7439" fmla="*/ 2366937 h 5274332"/>
              <a:gd name="connsiteX7440" fmla="*/ 792309 w 4641785"/>
              <a:gd name="connsiteY7440" fmla="*/ 2367812 h 5274332"/>
              <a:gd name="connsiteX7441" fmla="*/ 793475 w 4641785"/>
              <a:gd name="connsiteY7441" fmla="*/ 2366937 h 5274332"/>
              <a:gd name="connsiteX7442" fmla="*/ 793941 w 4641785"/>
              <a:gd name="connsiteY7442" fmla="*/ 2362752 h 5274332"/>
              <a:gd name="connsiteX7443" fmla="*/ 797662 w 4641785"/>
              <a:gd name="connsiteY7443" fmla="*/ 2362752 h 5274332"/>
              <a:gd name="connsiteX7444" fmla="*/ 798592 w 4641785"/>
              <a:gd name="connsiteY7444" fmla="*/ 2359961 h 5274332"/>
              <a:gd name="connsiteX7445" fmla="*/ 1650205 w 4641785"/>
              <a:gd name="connsiteY7445" fmla="*/ 2358567 h 5274332"/>
              <a:gd name="connsiteX7446" fmla="*/ 1651453 w 4641785"/>
              <a:gd name="connsiteY7446" fmla="*/ 2360022 h 5274332"/>
              <a:gd name="connsiteX7447" fmla="*/ 1650206 w 4641785"/>
              <a:gd name="connsiteY7447" fmla="*/ 2358567 h 5274332"/>
              <a:gd name="connsiteX7448" fmla="*/ 2578562 w 4641785"/>
              <a:gd name="connsiteY7448" fmla="*/ 2358566 h 5274332"/>
              <a:gd name="connsiteX7449" fmla="*/ 2577632 w 4641785"/>
              <a:gd name="connsiteY7449" fmla="*/ 2363216 h 5274332"/>
              <a:gd name="connsiteX7450" fmla="*/ 2577633 w 4641785"/>
              <a:gd name="connsiteY7450" fmla="*/ 2363216 h 5274332"/>
              <a:gd name="connsiteX7451" fmla="*/ 2578563 w 4641785"/>
              <a:gd name="connsiteY7451" fmla="*/ 2358566 h 5274332"/>
              <a:gd name="connsiteX7452" fmla="*/ 1375486 w 4641785"/>
              <a:gd name="connsiteY7452" fmla="*/ 2356935 h 5274332"/>
              <a:gd name="connsiteX7453" fmla="*/ 1373931 w 4641785"/>
              <a:gd name="connsiteY7453" fmla="*/ 2358100 h 5274332"/>
              <a:gd name="connsiteX7454" fmla="*/ 1373931 w 4641785"/>
              <a:gd name="connsiteY7454" fmla="*/ 2358101 h 5274332"/>
              <a:gd name="connsiteX7455" fmla="*/ 1633927 w 4641785"/>
              <a:gd name="connsiteY7455" fmla="*/ 2356706 h 5274332"/>
              <a:gd name="connsiteX7456" fmla="*/ 1633926 w 4641785"/>
              <a:gd name="connsiteY7456" fmla="*/ 2356707 h 5274332"/>
              <a:gd name="connsiteX7457" fmla="*/ 1633328 w 4641785"/>
              <a:gd name="connsiteY7457" fmla="*/ 2359999 h 5274332"/>
              <a:gd name="connsiteX7458" fmla="*/ 2314846 w 4641785"/>
              <a:gd name="connsiteY7458" fmla="*/ 2355776 h 5274332"/>
              <a:gd name="connsiteX7459" fmla="*/ 2315311 w 4641785"/>
              <a:gd name="connsiteY7459" fmla="*/ 2360426 h 5274332"/>
              <a:gd name="connsiteX7460" fmla="*/ 2314381 w 4641785"/>
              <a:gd name="connsiteY7460" fmla="*/ 2365543 h 5274332"/>
              <a:gd name="connsiteX7461" fmla="*/ 2315311 w 4641785"/>
              <a:gd name="connsiteY7461" fmla="*/ 2370194 h 5274332"/>
              <a:gd name="connsiteX7462" fmla="*/ 2312986 w 4641785"/>
              <a:gd name="connsiteY7462" fmla="*/ 2374379 h 5274332"/>
              <a:gd name="connsiteX7463" fmla="*/ 2312986 w 4641785"/>
              <a:gd name="connsiteY7463" fmla="*/ 2374380 h 5274332"/>
              <a:gd name="connsiteX7464" fmla="*/ 2315312 w 4641785"/>
              <a:gd name="connsiteY7464" fmla="*/ 2370195 h 5274332"/>
              <a:gd name="connsiteX7465" fmla="*/ 2314381 w 4641785"/>
              <a:gd name="connsiteY7465" fmla="*/ 2365544 h 5274332"/>
              <a:gd name="connsiteX7466" fmla="*/ 2315312 w 4641785"/>
              <a:gd name="connsiteY7466" fmla="*/ 2360427 h 5274332"/>
              <a:gd name="connsiteX7467" fmla="*/ 2314847 w 4641785"/>
              <a:gd name="connsiteY7467" fmla="*/ 2355776 h 5274332"/>
              <a:gd name="connsiteX7468" fmla="*/ 1616252 w 4641785"/>
              <a:gd name="connsiteY7468" fmla="*/ 2354845 h 5274332"/>
              <a:gd name="connsiteX7469" fmla="*/ 1610206 w 4641785"/>
              <a:gd name="connsiteY7469" fmla="*/ 2361821 h 5274332"/>
              <a:gd name="connsiteX7470" fmla="*/ 1610460 w 4641785"/>
              <a:gd name="connsiteY7470" fmla="*/ 2362433 h 5274332"/>
              <a:gd name="connsiteX7471" fmla="*/ 1610206 w 4641785"/>
              <a:gd name="connsiteY7471" fmla="*/ 2361822 h 5274332"/>
              <a:gd name="connsiteX7472" fmla="*/ 1616253 w 4641785"/>
              <a:gd name="connsiteY7472" fmla="*/ 2354846 h 5274332"/>
              <a:gd name="connsiteX7473" fmla="*/ 3114833 w 4641785"/>
              <a:gd name="connsiteY7473" fmla="*/ 2354380 h 5274332"/>
              <a:gd name="connsiteX7474" fmla="*/ 3108787 w 4641785"/>
              <a:gd name="connsiteY7474" fmla="*/ 2362750 h 5274332"/>
              <a:gd name="connsiteX7475" fmla="*/ 3108787 w 4641785"/>
              <a:gd name="connsiteY7475" fmla="*/ 2362751 h 5274332"/>
              <a:gd name="connsiteX7476" fmla="*/ 3114833 w 4641785"/>
              <a:gd name="connsiteY7476" fmla="*/ 2354380 h 5274332"/>
              <a:gd name="connsiteX7477" fmla="*/ 1199483 w 4641785"/>
              <a:gd name="connsiteY7477" fmla="*/ 2353499 h 5274332"/>
              <a:gd name="connsiteX7478" fmla="*/ 1199050 w 4641785"/>
              <a:gd name="connsiteY7478" fmla="*/ 2360426 h 5274332"/>
              <a:gd name="connsiteX7479" fmla="*/ 1203701 w 4641785"/>
              <a:gd name="connsiteY7479" fmla="*/ 2366938 h 5274332"/>
              <a:gd name="connsiteX7480" fmla="*/ 1208817 w 4641785"/>
              <a:gd name="connsiteY7480" fmla="*/ 2366008 h 5274332"/>
              <a:gd name="connsiteX7481" fmla="*/ 1211142 w 4641785"/>
              <a:gd name="connsiteY7481" fmla="*/ 2368333 h 5274332"/>
              <a:gd name="connsiteX7482" fmla="*/ 1211142 w 4641785"/>
              <a:gd name="connsiteY7482" fmla="*/ 2375310 h 5274332"/>
              <a:gd name="connsiteX7483" fmla="*/ 1209747 w 4641785"/>
              <a:gd name="connsiteY7483" fmla="*/ 2380891 h 5274332"/>
              <a:gd name="connsiteX7484" fmla="*/ 1209748 w 4641785"/>
              <a:gd name="connsiteY7484" fmla="*/ 2380891 h 5274332"/>
              <a:gd name="connsiteX7485" fmla="*/ 1211143 w 4641785"/>
              <a:gd name="connsiteY7485" fmla="*/ 2375310 h 5274332"/>
              <a:gd name="connsiteX7486" fmla="*/ 1211143 w 4641785"/>
              <a:gd name="connsiteY7486" fmla="*/ 2368333 h 5274332"/>
              <a:gd name="connsiteX7487" fmla="*/ 1208818 w 4641785"/>
              <a:gd name="connsiteY7487" fmla="*/ 2366007 h 5274332"/>
              <a:gd name="connsiteX7488" fmla="*/ 1203701 w 4641785"/>
              <a:gd name="connsiteY7488" fmla="*/ 2366937 h 5274332"/>
              <a:gd name="connsiteX7489" fmla="*/ 1199050 w 4641785"/>
              <a:gd name="connsiteY7489" fmla="*/ 2360426 h 5274332"/>
              <a:gd name="connsiteX7490" fmla="*/ 3825520 w 4641785"/>
              <a:gd name="connsiteY7490" fmla="*/ 2353450 h 5274332"/>
              <a:gd name="connsiteX7491" fmla="*/ 3824125 w 4641785"/>
              <a:gd name="connsiteY7491" fmla="*/ 2357635 h 5274332"/>
              <a:gd name="connsiteX7492" fmla="*/ 3820944 w 4641785"/>
              <a:gd name="connsiteY7492" fmla="*/ 2365683 h 5274332"/>
              <a:gd name="connsiteX7493" fmla="*/ 3824125 w 4641785"/>
              <a:gd name="connsiteY7493" fmla="*/ 2357636 h 5274332"/>
              <a:gd name="connsiteX7494" fmla="*/ 3825520 w 4641785"/>
              <a:gd name="connsiteY7494" fmla="*/ 2353450 h 5274332"/>
              <a:gd name="connsiteX7495" fmla="*/ 2654375 w 4641785"/>
              <a:gd name="connsiteY7495" fmla="*/ 2352519 h 5274332"/>
              <a:gd name="connsiteX7496" fmla="*/ 2654640 w 4641785"/>
              <a:gd name="connsiteY7496" fmla="*/ 2354636 h 5274332"/>
              <a:gd name="connsiteX7497" fmla="*/ 2654376 w 4641785"/>
              <a:gd name="connsiteY7497" fmla="*/ 2352520 h 5274332"/>
              <a:gd name="connsiteX7498" fmla="*/ 758593 w 4641785"/>
              <a:gd name="connsiteY7498" fmla="*/ 2352519 h 5274332"/>
              <a:gd name="connsiteX7499" fmla="*/ 758592 w 4641785"/>
              <a:gd name="connsiteY7499" fmla="*/ 2352519 h 5274332"/>
              <a:gd name="connsiteX7500" fmla="*/ 762313 w 4641785"/>
              <a:gd name="connsiteY7500" fmla="*/ 2355775 h 5274332"/>
              <a:gd name="connsiteX7501" fmla="*/ 762313 w 4641785"/>
              <a:gd name="connsiteY7501" fmla="*/ 2355774 h 5274332"/>
              <a:gd name="connsiteX7502" fmla="*/ 2600423 w 4641785"/>
              <a:gd name="connsiteY7502" fmla="*/ 2351589 h 5274332"/>
              <a:gd name="connsiteX7503" fmla="*/ 2600423 w 4641785"/>
              <a:gd name="connsiteY7503" fmla="*/ 2351590 h 5274332"/>
              <a:gd name="connsiteX7504" fmla="*/ 2601100 w 4641785"/>
              <a:gd name="connsiteY7504" fmla="*/ 2353281 h 5274332"/>
              <a:gd name="connsiteX7505" fmla="*/ 1199050 w 4641785"/>
              <a:gd name="connsiteY7505" fmla="*/ 2350659 h 5274332"/>
              <a:gd name="connsiteX7506" fmla="*/ 1199515 w 4641785"/>
              <a:gd name="connsiteY7506" fmla="*/ 2352985 h 5274332"/>
              <a:gd name="connsiteX7507" fmla="*/ 1199515 w 4641785"/>
              <a:gd name="connsiteY7507" fmla="*/ 2352984 h 5274332"/>
              <a:gd name="connsiteX7508" fmla="*/ 1199050 w 4641785"/>
              <a:gd name="connsiteY7508" fmla="*/ 2350659 h 5274332"/>
              <a:gd name="connsiteX7509" fmla="*/ 2682282 w 4641785"/>
              <a:gd name="connsiteY7509" fmla="*/ 2349728 h 5274332"/>
              <a:gd name="connsiteX7510" fmla="*/ 2680887 w 4641785"/>
              <a:gd name="connsiteY7510" fmla="*/ 2353448 h 5274332"/>
              <a:gd name="connsiteX7511" fmla="*/ 2680887 w 4641785"/>
              <a:gd name="connsiteY7511" fmla="*/ 2353449 h 5274332"/>
              <a:gd name="connsiteX7512" fmla="*/ 2682282 w 4641785"/>
              <a:gd name="connsiteY7512" fmla="*/ 2349729 h 5274332"/>
              <a:gd name="connsiteX7513" fmla="*/ 2416240 w 4641785"/>
              <a:gd name="connsiteY7513" fmla="*/ 2349263 h 5274332"/>
              <a:gd name="connsiteX7514" fmla="*/ 2416240 w 4641785"/>
              <a:gd name="connsiteY7514" fmla="*/ 2349265 h 5274332"/>
              <a:gd name="connsiteX7515" fmla="*/ 2420892 w 4641785"/>
              <a:gd name="connsiteY7515" fmla="*/ 2350660 h 5274332"/>
              <a:gd name="connsiteX7516" fmla="*/ 2421950 w 4641785"/>
              <a:gd name="connsiteY7516" fmla="*/ 2352989 h 5274332"/>
              <a:gd name="connsiteX7517" fmla="*/ 2420891 w 4641785"/>
              <a:gd name="connsiteY7517" fmla="*/ 2350658 h 5274332"/>
              <a:gd name="connsiteX7518" fmla="*/ 3926913 w 4641785"/>
              <a:gd name="connsiteY7518" fmla="*/ 2348799 h 5274332"/>
              <a:gd name="connsiteX7519" fmla="*/ 3926599 w 4641785"/>
              <a:gd name="connsiteY7519" fmla="*/ 2349901 h 5274332"/>
              <a:gd name="connsiteX7520" fmla="*/ 3926914 w 4641785"/>
              <a:gd name="connsiteY7520" fmla="*/ 2348800 h 5274332"/>
              <a:gd name="connsiteX7521" fmla="*/ 781382 w 4641785"/>
              <a:gd name="connsiteY7521" fmla="*/ 2347867 h 5274332"/>
              <a:gd name="connsiteX7522" fmla="*/ 777662 w 4641785"/>
              <a:gd name="connsiteY7522" fmla="*/ 2352054 h 5274332"/>
              <a:gd name="connsiteX7523" fmla="*/ 777662 w 4641785"/>
              <a:gd name="connsiteY7523" fmla="*/ 2352054 h 5274332"/>
              <a:gd name="connsiteX7524" fmla="*/ 781382 w 4641785"/>
              <a:gd name="connsiteY7524" fmla="*/ 2347868 h 5274332"/>
              <a:gd name="connsiteX7525" fmla="*/ 1202237 w 4641785"/>
              <a:gd name="connsiteY7525" fmla="*/ 2346953 h 5274332"/>
              <a:gd name="connsiteX7526" fmla="*/ 1201840 w 4641785"/>
              <a:gd name="connsiteY7526" fmla="*/ 2349729 h 5274332"/>
              <a:gd name="connsiteX7527" fmla="*/ 1201841 w 4641785"/>
              <a:gd name="connsiteY7527" fmla="*/ 2349728 h 5274332"/>
              <a:gd name="connsiteX7528" fmla="*/ 2564144 w 4641785"/>
              <a:gd name="connsiteY7528" fmla="*/ 2346008 h 5274332"/>
              <a:gd name="connsiteX7529" fmla="*/ 2563214 w 4641785"/>
              <a:gd name="connsiteY7529" fmla="*/ 2349263 h 5274332"/>
              <a:gd name="connsiteX7530" fmla="*/ 2563215 w 4641785"/>
              <a:gd name="connsiteY7530" fmla="*/ 2349264 h 5274332"/>
              <a:gd name="connsiteX7531" fmla="*/ 2564145 w 4641785"/>
              <a:gd name="connsiteY7531" fmla="*/ 2346008 h 5274332"/>
              <a:gd name="connsiteX7532" fmla="*/ 2681352 w 4641785"/>
              <a:gd name="connsiteY7532" fmla="*/ 2345078 h 5274332"/>
              <a:gd name="connsiteX7533" fmla="*/ 2681352 w 4641785"/>
              <a:gd name="connsiteY7533" fmla="*/ 2345079 h 5274332"/>
              <a:gd name="connsiteX7534" fmla="*/ 2682016 w 4641785"/>
              <a:gd name="connsiteY7534" fmla="*/ 2348397 h 5274332"/>
              <a:gd name="connsiteX7535" fmla="*/ 2907306 w 4641785"/>
              <a:gd name="connsiteY7535" fmla="*/ 2342721 h 5274332"/>
              <a:gd name="connsiteX7536" fmla="*/ 2907395 w 4641785"/>
              <a:gd name="connsiteY7536" fmla="*/ 2344147 h 5274332"/>
              <a:gd name="connsiteX7537" fmla="*/ 2907395 w 4641785"/>
              <a:gd name="connsiteY7537" fmla="*/ 2344146 h 5274332"/>
              <a:gd name="connsiteX7538" fmla="*/ 1059171 w 4641785"/>
              <a:gd name="connsiteY7538" fmla="*/ 2342633 h 5274332"/>
              <a:gd name="connsiteX7539" fmla="*/ 1052076 w 4641785"/>
              <a:gd name="connsiteY7539" fmla="*/ 2349728 h 5274332"/>
              <a:gd name="connsiteX7540" fmla="*/ 1051730 w 4641785"/>
              <a:gd name="connsiteY7540" fmla="*/ 2350652 h 5274332"/>
              <a:gd name="connsiteX7541" fmla="*/ 1052076 w 4641785"/>
              <a:gd name="connsiteY7541" fmla="*/ 2349729 h 5274332"/>
              <a:gd name="connsiteX7542" fmla="*/ 761383 w 4641785"/>
              <a:gd name="connsiteY7542" fmla="*/ 2342287 h 5274332"/>
              <a:gd name="connsiteX7543" fmla="*/ 762778 w 4641785"/>
              <a:gd name="connsiteY7543" fmla="*/ 2347403 h 5274332"/>
              <a:gd name="connsiteX7544" fmla="*/ 762778 w 4641785"/>
              <a:gd name="connsiteY7544" fmla="*/ 2347403 h 5274332"/>
              <a:gd name="connsiteX7545" fmla="*/ 1600579 w 4641785"/>
              <a:gd name="connsiteY7545" fmla="*/ 2342104 h 5274332"/>
              <a:gd name="connsiteX7546" fmla="*/ 1600903 w 4641785"/>
              <a:gd name="connsiteY7546" fmla="*/ 2342752 h 5274332"/>
              <a:gd name="connsiteX7547" fmla="*/ 1600904 w 4641785"/>
              <a:gd name="connsiteY7547" fmla="*/ 2342753 h 5274332"/>
              <a:gd name="connsiteX7548" fmla="*/ 2413450 w 4641785"/>
              <a:gd name="connsiteY7548" fmla="*/ 2341357 h 5274332"/>
              <a:gd name="connsiteX7549" fmla="*/ 2413450 w 4641785"/>
              <a:gd name="connsiteY7549" fmla="*/ 2341358 h 5274332"/>
              <a:gd name="connsiteX7550" fmla="*/ 2416239 w 4641785"/>
              <a:gd name="connsiteY7550" fmla="*/ 2344613 h 5274332"/>
              <a:gd name="connsiteX7551" fmla="*/ 2416239 w 4641785"/>
              <a:gd name="connsiteY7551" fmla="*/ 2344611 h 5274332"/>
              <a:gd name="connsiteX7552" fmla="*/ 1703693 w 4641785"/>
              <a:gd name="connsiteY7552" fmla="*/ 2339962 h 5274332"/>
              <a:gd name="connsiteX7553" fmla="*/ 1703693 w 4641785"/>
              <a:gd name="connsiteY7553" fmla="*/ 2339963 h 5274332"/>
              <a:gd name="connsiteX7554" fmla="*/ 1706484 w 4641785"/>
              <a:gd name="connsiteY7554" fmla="*/ 2340893 h 5274332"/>
              <a:gd name="connsiteX7555" fmla="*/ 1708344 w 4641785"/>
              <a:gd name="connsiteY7555" fmla="*/ 2343683 h 5274332"/>
              <a:gd name="connsiteX7556" fmla="*/ 1714391 w 4641785"/>
              <a:gd name="connsiteY7556" fmla="*/ 2342753 h 5274332"/>
              <a:gd name="connsiteX7557" fmla="*/ 1715321 w 4641785"/>
              <a:gd name="connsiteY7557" fmla="*/ 2346473 h 5274332"/>
              <a:gd name="connsiteX7558" fmla="*/ 1715321 w 4641785"/>
              <a:gd name="connsiteY7558" fmla="*/ 2346473 h 5274332"/>
              <a:gd name="connsiteX7559" fmla="*/ 1714391 w 4641785"/>
              <a:gd name="connsiteY7559" fmla="*/ 2342752 h 5274332"/>
              <a:gd name="connsiteX7560" fmla="*/ 1708344 w 4641785"/>
              <a:gd name="connsiteY7560" fmla="*/ 2343682 h 5274332"/>
              <a:gd name="connsiteX7561" fmla="*/ 1706484 w 4641785"/>
              <a:gd name="connsiteY7561" fmla="*/ 2340892 h 5274332"/>
              <a:gd name="connsiteX7562" fmla="*/ 2694840 w 4641785"/>
              <a:gd name="connsiteY7562" fmla="*/ 2339962 h 5274332"/>
              <a:gd name="connsiteX7563" fmla="*/ 2696263 w 4641785"/>
              <a:gd name="connsiteY7563" fmla="*/ 2343661 h 5274332"/>
              <a:gd name="connsiteX7564" fmla="*/ 2694841 w 4641785"/>
              <a:gd name="connsiteY7564" fmla="*/ 2339962 h 5274332"/>
              <a:gd name="connsiteX7565" fmla="*/ 3118088 w 4641785"/>
              <a:gd name="connsiteY7565" fmla="*/ 2339496 h 5274332"/>
              <a:gd name="connsiteX7566" fmla="*/ 3113438 w 4641785"/>
              <a:gd name="connsiteY7566" fmla="*/ 2345541 h 5274332"/>
              <a:gd name="connsiteX7567" fmla="*/ 3113288 w 4641785"/>
              <a:gd name="connsiteY7567" fmla="*/ 2346740 h 5274332"/>
              <a:gd name="connsiteX7568" fmla="*/ 3113438 w 4641785"/>
              <a:gd name="connsiteY7568" fmla="*/ 2345543 h 5274332"/>
              <a:gd name="connsiteX7569" fmla="*/ 3118089 w 4641785"/>
              <a:gd name="connsiteY7569" fmla="*/ 2339497 h 5274332"/>
              <a:gd name="connsiteX7570" fmla="*/ 1207422 w 4641785"/>
              <a:gd name="connsiteY7570" fmla="*/ 2338101 h 5274332"/>
              <a:gd name="connsiteX7571" fmla="*/ 1206957 w 4641785"/>
              <a:gd name="connsiteY7571" fmla="*/ 2340892 h 5274332"/>
              <a:gd name="connsiteX7572" fmla="*/ 1206180 w 4641785"/>
              <a:gd name="connsiteY7572" fmla="*/ 2341824 h 5274332"/>
              <a:gd name="connsiteX7573" fmla="*/ 1206957 w 4641785"/>
              <a:gd name="connsiteY7573" fmla="*/ 2340891 h 5274332"/>
              <a:gd name="connsiteX7574" fmla="*/ 1207422 w 4641785"/>
              <a:gd name="connsiteY7574" fmla="*/ 2338102 h 5274332"/>
              <a:gd name="connsiteX7575" fmla="*/ 1701368 w 4641785"/>
              <a:gd name="connsiteY7575" fmla="*/ 2335776 h 5274332"/>
              <a:gd name="connsiteX7576" fmla="*/ 1701367 w 4641785"/>
              <a:gd name="connsiteY7576" fmla="*/ 2335776 h 5274332"/>
              <a:gd name="connsiteX7577" fmla="*/ 1702588 w 4641785"/>
              <a:gd name="connsiteY7577" fmla="*/ 2337974 h 5274332"/>
              <a:gd name="connsiteX7578" fmla="*/ 676733 w 4641785"/>
              <a:gd name="connsiteY7578" fmla="*/ 2334845 h 5274332"/>
              <a:gd name="connsiteX7579" fmla="*/ 674873 w 4641785"/>
              <a:gd name="connsiteY7579" fmla="*/ 2340891 h 5274332"/>
              <a:gd name="connsiteX7580" fmla="*/ 674873 w 4641785"/>
              <a:gd name="connsiteY7580" fmla="*/ 2340891 h 5274332"/>
              <a:gd name="connsiteX7581" fmla="*/ 3946913 w 4641785"/>
              <a:gd name="connsiteY7581" fmla="*/ 2334381 h 5274332"/>
              <a:gd name="connsiteX7582" fmla="*/ 3946913 w 4641785"/>
              <a:gd name="connsiteY7582" fmla="*/ 2334381 h 5274332"/>
              <a:gd name="connsiteX7583" fmla="*/ 3948013 w 4641785"/>
              <a:gd name="connsiteY7583" fmla="*/ 2336581 h 5274332"/>
              <a:gd name="connsiteX7584" fmla="*/ 2310660 w 4641785"/>
              <a:gd name="connsiteY7584" fmla="*/ 2333915 h 5274332"/>
              <a:gd name="connsiteX7585" fmla="*/ 2308800 w 4641785"/>
              <a:gd name="connsiteY7585" fmla="*/ 2338101 h 5274332"/>
              <a:gd name="connsiteX7586" fmla="*/ 2309264 w 4641785"/>
              <a:gd name="connsiteY7586" fmla="*/ 2346473 h 5274332"/>
              <a:gd name="connsiteX7587" fmla="*/ 2307405 w 4641785"/>
              <a:gd name="connsiteY7587" fmla="*/ 2348333 h 5274332"/>
              <a:gd name="connsiteX7588" fmla="*/ 2306009 w 4641785"/>
              <a:gd name="connsiteY7588" fmla="*/ 2353915 h 5274332"/>
              <a:gd name="connsiteX7589" fmla="*/ 2307869 w 4641785"/>
              <a:gd name="connsiteY7589" fmla="*/ 2356240 h 5274332"/>
              <a:gd name="connsiteX7590" fmla="*/ 2306010 w 4641785"/>
              <a:gd name="connsiteY7590" fmla="*/ 2353916 h 5274332"/>
              <a:gd name="connsiteX7591" fmla="*/ 2307405 w 4641785"/>
              <a:gd name="connsiteY7591" fmla="*/ 2348334 h 5274332"/>
              <a:gd name="connsiteX7592" fmla="*/ 2309266 w 4641785"/>
              <a:gd name="connsiteY7592" fmla="*/ 2346474 h 5274332"/>
              <a:gd name="connsiteX7593" fmla="*/ 2308800 w 4641785"/>
              <a:gd name="connsiteY7593" fmla="*/ 2338102 h 5274332"/>
              <a:gd name="connsiteX7594" fmla="*/ 2310661 w 4641785"/>
              <a:gd name="connsiteY7594" fmla="*/ 2333916 h 5274332"/>
              <a:gd name="connsiteX7595" fmla="*/ 1703693 w 4641785"/>
              <a:gd name="connsiteY7595" fmla="*/ 2333451 h 5274332"/>
              <a:gd name="connsiteX7596" fmla="*/ 1703693 w 4641785"/>
              <a:gd name="connsiteY7596" fmla="*/ 2333452 h 5274332"/>
              <a:gd name="connsiteX7597" fmla="*/ 1704399 w 4641785"/>
              <a:gd name="connsiteY7597" fmla="*/ 2334510 h 5274332"/>
              <a:gd name="connsiteX7598" fmla="*/ 2879023 w 4641785"/>
              <a:gd name="connsiteY7598" fmla="*/ 2332519 h 5274332"/>
              <a:gd name="connsiteX7599" fmla="*/ 2875767 w 4641785"/>
              <a:gd name="connsiteY7599" fmla="*/ 2338100 h 5274332"/>
              <a:gd name="connsiteX7600" fmla="*/ 2875768 w 4641785"/>
              <a:gd name="connsiteY7600" fmla="*/ 2338101 h 5274332"/>
              <a:gd name="connsiteX7601" fmla="*/ 2879023 w 4641785"/>
              <a:gd name="connsiteY7601" fmla="*/ 2332520 h 5274332"/>
              <a:gd name="connsiteX7602" fmla="*/ 1708344 w 4641785"/>
              <a:gd name="connsiteY7602" fmla="*/ 2332055 h 5274332"/>
              <a:gd name="connsiteX7603" fmla="*/ 1708344 w 4641785"/>
              <a:gd name="connsiteY7603" fmla="*/ 2332056 h 5274332"/>
              <a:gd name="connsiteX7604" fmla="*/ 1712064 w 4641785"/>
              <a:gd name="connsiteY7604" fmla="*/ 2334381 h 5274332"/>
              <a:gd name="connsiteX7605" fmla="*/ 1712065 w 4641785"/>
              <a:gd name="connsiteY7605" fmla="*/ 2334380 h 5274332"/>
              <a:gd name="connsiteX7606" fmla="*/ 1596252 w 4641785"/>
              <a:gd name="connsiteY7606" fmla="*/ 2331590 h 5274332"/>
              <a:gd name="connsiteX7607" fmla="*/ 1596629 w 4641785"/>
              <a:gd name="connsiteY7607" fmla="*/ 2334981 h 5274332"/>
              <a:gd name="connsiteX7608" fmla="*/ 1596253 w 4641785"/>
              <a:gd name="connsiteY7608" fmla="*/ 2331591 h 5274332"/>
              <a:gd name="connsiteX7609" fmla="*/ 2643678 w 4641785"/>
              <a:gd name="connsiteY7609" fmla="*/ 2331590 h 5274332"/>
              <a:gd name="connsiteX7610" fmla="*/ 2642748 w 4641785"/>
              <a:gd name="connsiteY7610" fmla="*/ 2339030 h 5274332"/>
              <a:gd name="connsiteX7611" fmla="*/ 2642748 w 4641785"/>
              <a:gd name="connsiteY7611" fmla="*/ 2339031 h 5274332"/>
              <a:gd name="connsiteX7612" fmla="*/ 2643678 w 4641785"/>
              <a:gd name="connsiteY7612" fmla="*/ 2331590 h 5274332"/>
              <a:gd name="connsiteX7613" fmla="*/ 3903659 w 4641785"/>
              <a:gd name="connsiteY7613" fmla="*/ 2330195 h 5274332"/>
              <a:gd name="connsiteX7614" fmla="*/ 3903659 w 4641785"/>
              <a:gd name="connsiteY7614" fmla="*/ 2330196 h 5274332"/>
              <a:gd name="connsiteX7615" fmla="*/ 3907924 w 4641785"/>
              <a:gd name="connsiteY7615" fmla="*/ 2342334 h 5274332"/>
              <a:gd name="connsiteX7616" fmla="*/ 2562284 w 4641785"/>
              <a:gd name="connsiteY7616" fmla="*/ 2329730 h 5274332"/>
              <a:gd name="connsiteX7617" fmla="*/ 2562284 w 4641785"/>
              <a:gd name="connsiteY7617" fmla="*/ 2329730 h 5274332"/>
              <a:gd name="connsiteX7618" fmla="*/ 2562386 w 4641785"/>
              <a:gd name="connsiteY7618" fmla="*/ 2330138 h 5274332"/>
              <a:gd name="connsiteX7619" fmla="*/ 2563214 w 4641785"/>
              <a:gd name="connsiteY7619" fmla="*/ 2333449 h 5274332"/>
              <a:gd name="connsiteX7620" fmla="*/ 2562749 w 4641785"/>
              <a:gd name="connsiteY7620" fmla="*/ 2335775 h 5274332"/>
              <a:gd name="connsiteX7621" fmla="*/ 2558098 w 4641785"/>
              <a:gd name="connsiteY7621" fmla="*/ 2337170 h 5274332"/>
              <a:gd name="connsiteX7622" fmla="*/ 2556703 w 4641785"/>
              <a:gd name="connsiteY7622" fmla="*/ 2339495 h 5274332"/>
              <a:gd name="connsiteX7623" fmla="*/ 2556703 w 4641785"/>
              <a:gd name="connsiteY7623" fmla="*/ 2339496 h 5274332"/>
              <a:gd name="connsiteX7624" fmla="*/ 2558098 w 4641785"/>
              <a:gd name="connsiteY7624" fmla="*/ 2337171 h 5274332"/>
              <a:gd name="connsiteX7625" fmla="*/ 2562749 w 4641785"/>
              <a:gd name="connsiteY7625" fmla="*/ 2335776 h 5274332"/>
              <a:gd name="connsiteX7626" fmla="*/ 2563215 w 4641785"/>
              <a:gd name="connsiteY7626" fmla="*/ 2333451 h 5274332"/>
              <a:gd name="connsiteX7627" fmla="*/ 2562386 w 4641785"/>
              <a:gd name="connsiteY7627" fmla="*/ 2330138 h 5274332"/>
              <a:gd name="connsiteX7628" fmla="*/ 1404628 w 4641785"/>
              <a:gd name="connsiteY7628" fmla="*/ 2328799 h 5274332"/>
              <a:gd name="connsiteX7629" fmla="*/ 1404628 w 4641785"/>
              <a:gd name="connsiteY7629" fmla="*/ 2328799 h 5274332"/>
              <a:gd name="connsiteX7630" fmla="*/ 1407418 w 4641785"/>
              <a:gd name="connsiteY7630" fmla="*/ 2329264 h 5274332"/>
              <a:gd name="connsiteX7631" fmla="*/ 1407419 w 4641785"/>
              <a:gd name="connsiteY7631" fmla="*/ 2329263 h 5274332"/>
              <a:gd name="connsiteX7632" fmla="*/ 2537632 w 4641785"/>
              <a:gd name="connsiteY7632" fmla="*/ 2327869 h 5274332"/>
              <a:gd name="connsiteX7633" fmla="*/ 2535772 w 4641785"/>
              <a:gd name="connsiteY7633" fmla="*/ 2330658 h 5274332"/>
              <a:gd name="connsiteX7634" fmla="*/ 2535774 w 4641785"/>
              <a:gd name="connsiteY7634" fmla="*/ 2330659 h 5274332"/>
              <a:gd name="connsiteX7635" fmla="*/ 2537633 w 4641785"/>
              <a:gd name="connsiteY7635" fmla="*/ 2327869 h 5274332"/>
              <a:gd name="connsiteX7636" fmla="*/ 1386476 w 4641785"/>
              <a:gd name="connsiteY7636" fmla="*/ 2327632 h 5274332"/>
              <a:gd name="connsiteX7637" fmla="*/ 1386023 w 4641785"/>
              <a:gd name="connsiteY7637" fmla="*/ 2335775 h 5274332"/>
              <a:gd name="connsiteX7638" fmla="*/ 1390210 w 4641785"/>
              <a:gd name="connsiteY7638" fmla="*/ 2339497 h 5274332"/>
              <a:gd name="connsiteX7639" fmla="*/ 1393465 w 4641785"/>
              <a:gd name="connsiteY7639" fmla="*/ 2340892 h 5274332"/>
              <a:gd name="connsiteX7640" fmla="*/ 1398581 w 4641785"/>
              <a:gd name="connsiteY7640" fmla="*/ 2338566 h 5274332"/>
              <a:gd name="connsiteX7641" fmla="*/ 1398582 w 4641785"/>
              <a:gd name="connsiteY7641" fmla="*/ 2338565 h 5274332"/>
              <a:gd name="connsiteX7642" fmla="*/ 1393466 w 4641785"/>
              <a:gd name="connsiteY7642" fmla="*/ 2340891 h 5274332"/>
              <a:gd name="connsiteX7643" fmla="*/ 1390210 w 4641785"/>
              <a:gd name="connsiteY7643" fmla="*/ 2339496 h 5274332"/>
              <a:gd name="connsiteX7644" fmla="*/ 1386024 w 4641785"/>
              <a:gd name="connsiteY7644" fmla="*/ 2335775 h 5274332"/>
              <a:gd name="connsiteX7645" fmla="*/ 1041843 w 4641785"/>
              <a:gd name="connsiteY7645" fmla="*/ 2327404 h 5274332"/>
              <a:gd name="connsiteX7646" fmla="*/ 1039053 w 4641785"/>
              <a:gd name="connsiteY7646" fmla="*/ 2327868 h 5274332"/>
              <a:gd name="connsiteX7647" fmla="*/ 1037250 w 4641785"/>
              <a:gd name="connsiteY7647" fmla="*/ 2329311 h 5274332"/>
              <a:gd name="connsiteX7648" fmla="*/ 1039052 w 4641785"/>
              <a:gd name="connsiteY7648" fmla="*/ 2327869 h 5274332"/>
              <a:gd name="connsiteX7649" fmla="*/ 1041843 w 4641785"/>
              <a:gd name="connsiteY7649" fmla="*/ 2327404 h 5274332"/>
              <a:gd name="connsiteX7650" fmla="*/ 1383699 w 4641785"/>
              <a:gd name="connsiteY7650" fmla="*/ 2325543 h 5274332"/>
              <a:gd name="connsiteX7651" fmla="*/ 1383699 w 4641785"/>
              <a:gd name="connsiteY7651" fmla="*/ 2325543 h 5274332"/>
              <a:gd name="connsiteX7652" fmla="*/ 1386489 w 4641785"/>
              <a:gd name="connsiteY7652" fmla="*/ 2327404 h 5274332"/>
              <a:gd name="connsiteX7653" fmla="*/ 1386489 w 4641785"/>
              <a:gd name="connsiteY7653" fmla="*/ 2327403 h 5274332"/>
              <a:gd name="connsiteX7654" fmla="*/ 1375191 w 4641785"/>
              <a:gd name="connsiteY7654" fmla="*/ 2325152 h 5274332"/>
              <a:gd name="connsiteX7655" fmla="*/ 1370211 w 4641785"/>
              <a:gd name="connsiteY7655" fmla="*/ 2327868 h 5274332"/>
              <a:gd name="connsiteX7656" fmla="*/ 1370211 w 4641785"/>
              <a:gd name="connsiteY7656" fmla="*/ 2327869 h 5274332"/>
              <a:gd name="connsiteX7657" fmla="*/ 2748793 w 4641785"/>
              <a:gd name="connsiteY7657" fmla="*/ 2325079 h 5274332"/>
              <a:gd name="connsiteX7658" fmla="*/ 2748793 w 4641785"/>
              <a:gd name="connsiteY7658" fmla="*/ 2325079 h 5274332"/>
              <a:gd name="connsiteX7659" fmla="*/ 2749689 w 4641785"/>
              <a:gd name="connsiteY7659" fmla="*/ 2326870 h 5274332"/>
              <a:gd name="connsiteX7660" fmla="*/ 1375327 w 4641785"/>
              <a:gd name="connsiteY7660" fmla="*/ 2325077 h 5274332"/>
              <a:gd name="connsiteX7661" fmla="*/ 1375326 w 4641785"/>
              <a:gd name="connsiteY7661" fmla="*/ 2325078 h 5274332"/>
              <a:gd name="connsiteX7662" fmla="*/ 1378582 w 4641785"/>
              <a:gd name="connsiteY7662" fmla="*/ 2325078 h 5274332"/>
              <a:gd name="connsiteX7663" fmla="*/ 1379977 w 4641785"/>
              <a:gd name="connsiteY7663" fmla="*/ 2329264 h 5274332"/>
              <a:gd name="connsiteX7664" fmla="*/ 1381837 w 4641785"/>
              <a:gd name="connsiteY7664" fmla="*/ 2329264 h 5274332"/>
              <a:gd name="connsiteX7665" fmla="*/ 1382380 w 4641785"/>
              <a:gd name="connsiteY7665" fmla="*/ 2328180 h 5274332"/>
              <a:gd name="connsiteX7666" fmla="*/ 1381838 w 4641785"/>
              <a:gd name="connsiteY7666" fmla="*/ 2329263 h 5274332"/>
              <a:gd name="connsiteX7667" fmla="*/ 1379978 w 4641785"/>
              <a:gd name="connsiteY7667" fmla="*/ 2329263 h 5274332"/>
              <a:gd name="connsiteX7668" fmla="*/ 1378582 w 4641785"/>
              <a:gd name="connsiteY7668" fmla="*/ 2325077 h 5274332"/>
              <a:gd name="connsiteX7669" fmla="*/ 658594 w 4641785"/>
              <a:gd name="connsiteY7669" fmla="*/ 2324147 h 5274332"/>
              <a:gd name="connsiteX7670" fmla="*/ 658128 w 4641785"/>
              <a:gd name="connsiteY7670" fmla="*/ 2326473 h 5274332"/>
              <a:gd name="connsiteX7671" fmla="*/ 658129 w 4641785"/>
              <a:gd name="connsiteY7671" fmla="*/ 2326472 h 5274332"/>
              <a:gd name="connsiteX7672" fmla="*/ 2307405 w 4641785"/>
              <a:gd name="connsiteY7672" fmla="*/ 2323683 h 5274332"/>
              <a:gd name="connsiteX7673" fmla="*/ 2307405 w 4641785"/>
              <a:gd name="connsiteY7673" fmla="*/ 2323684 h 5274332"/>
              <a:gd name="connsiteX7674" fmla="*/ 2312521 w 4641785"/>
              <a:gd name="connsiteY7674" fmla="*/ 2326474 h 5274332"/>
              <a:gd name="connsiteX7675" fmla="*/ 2320893 w 4641785"/>
              <a:gd name="connsiteY7675" fmla="*/ 2324614 h 5274332"/>
              <a:gd name="connsiteX7676" fmla="*/ 2320893 w 4641785"/>
              <a:gd name="connsiteY7676" fmla="*/ 2324613 h 5274332"/>
              <a:gd name="connsiteX7677" fmla="*/ 2312520 w 4641785"/>
              <a:gd name="connsiteY7677" fmla="*/ 2326473 h 5274332"/>
              <a:gd name="connsiteX7678" fmla="*/ 2962278 w 4641785"/>
              <a:gd name="connsiteY7678" fmla="*/ 2321823 h 5274332"/>
              <a:gd name="connsiteX7679" fmla="*/ 2962278 w 4641785"/>
              <a:gd name="connsiteY7679" fmla="*/ 2321823 h 5274332"/>
              <a:gd name="connsiteX7680" fmla="*/ 2962278 w 4641785"/>
              <a:gd name="connsiteY7680" fmla="*/ 2324146 h 5274332"/>
              <a:gd name="connsiteX7681" fmla="*/ 2962278 w 4641785"/>
              <a:gd name="connsiteY7681" fmla="*/ 2324147 h 5274332"/>
              <a:gd name="connsiteX7682" fmla="*/ 2523215 w 4641785"/>
              <a:gd name="connsiteY7682" fmla="*/ 2321823 h 5274332"/>
              <a:gd name="connsiteX7683" fmla="*/ 2523960 w 4641785"/>
              <a:gd name="connsiteY7683" fmla="*/ 2325177 h 5274332"/>
              <a:gd name="connsiteX7684" fmla="*/ 2524145 w 4641785"/>
              <a:gd name="connsiteY7684" fmla="*/ 2326007 h 5274332"/>
              <a:gd name="connsiteX7685" fmla="*/ 2524145 w 4641785"/>
              <a:gd name="connsiteY7685" fmla="*/ 2326007 h 5274332"/>
              <a:gd name="connsiteX7686" fmla="*/ 2523960 w 4641785"/>
              <a:gd name="connsiteY7686" fmla="*/ 2325177 h 5274332"/>
              <a:gd name="connsiteX7687" fmla="*/ 2523215 w 4641785"/>
              <a:gd name="connsiteY7687" fmla="*/ 2321823 h 5274332"/>
              <a:gd name="connsiteX7688" fmla="*/ 2879952 w 4641785"/>
              <a:gd name="connsiteY7688" fmla="*/ 2320892 h 5274332"/>
              <a:gd name="connsiteX7689" fmla="*/ 2877628 w 4641785"/>
              <a:gd name="connsiteY7689" fmla="*/ 2323682 h 5274332"/>
              <a:gd name="connsiteX7690" fmla="*/ 2877163 w 4641785"/>
              <a:gd name="connsiteY7690" fmla="*/ 2328333 h 5274332"/>
              <a:gd name="connsiteX7691" fmla="*/ 2877163 w 4641785"/>
              <a:gd name="connsiteY7691" fmla="*/ 2328333 h 5274332"/>
              <a:gd name="connsiteX7692" fmla="*/ 2877628 w 4641785"/>
              <a:gd name="connsiteY7692" fmla="*/ 2323683 h 5274332"/>
              <a:gd name="connsiteX7693" fmla="*/ 2879954 w 4641785"/>
              <a:gd name="connsiteY7693" fmla="*/ 2320893 h 5274332"/>
              <a:gd name="connsiteX7694" fmla="*/ 2759947 w 4641785"/>
              <a:gd name="connsiteY7694" fmla="*/ 2320629 h 5274332"/>
              <a:gd name="connsiteX7695" fmla="*/ 2760420 w 4641785"/>
              <a:gd name="connsiteY7695" fmla="*/ 2322286 h 5274332"/>
              <a:gd name="connsiteX7696" fmla="*/ 2760420 w 4641785"/>
              <a:gd name="connsiteY7696" fmla="*/ 2322286 h 5274332"/>
              <a:gd name="connsiteX7697" fmla="*/ 3116694 w 4641785"/>
              <a:gd name="connsiteY7697" fmla="*/ 2320426 h 5274332"/>
              <a:gd name="connsiteX7698" fmla="*/ 3114368 w 4641785"/>
              <a:gd name="connsiteY7698" fmla="*/ 2322751 h 5274332"/>
              <a:gd name="connsiteX7699" fmla="*/ 3114368 w 4641785"/>
              <a:gd name="connsiteY7699" fmla="*/ 2322751 h 5274332"/>
              <a:gd name="connsiteX7700" fmla="*/ 3116693 w 4641785"/>
              <a:gd name="connsiteY7700" fmla="*/ 2320427 h 5274332"/>
              <a:gd name="connsiteX7701" fmla="*/ 3119019 w 4641785"/>
              <a:gd name="connsiteY7701" fmla="*/ 2323217 h 5274332"/>
              <a:gd name="connsiteX7702" fmla="*/ 3122740 w 4641785"/>
              <a:gd name="connsiteY7702" fmla="*/ 2325078 h 5274332"/>
              <a:gd name="connsiteX7703" fmla="*/ 3125530 w 4641785"/>
              <a:gd name="connsiteY7703" fmla="*/ 2323217 h 5274332"/>
              <a:gd name="connsiteX7704" fmla="*/ 3128786 w 4641785"/>
              <a:gd name="connsiteY7704" fmla="*/ 2322752 h 5274332"/>
              <a:gd name="connsiteX7705" fmla="*/ 3128787 w 4641785"/>
              <a:gd name="connsiteY7705" fmla="*/ 2322751 h 5274332"/>
              <a:gd name="connsiteX7706" fmla="*/ 3125531 w 4641785"/>
              <a:gd name="connsiteY7706" fmla="*/ 2323216 h 5274332"/>
              <a:gd name="connsiteX7707" fmla="*/ 3122740 w 4641785"/>
              <a:gd name="connsiteY7707" fmla="*/ 2325077 h 5274332"/>
              <a:gd name="connsiteX7708" fmla="*/ 3119019 w 4641785"/>
              <a:gd name="connsiteY7708" fmla="*/ 2323216 h 5274332"/>
              <a:gd name="connsiteX7709" fmla="*/ 1704123 w 4641785"/>
              <a:gd name="connsiteY7709" fmla="*/ 2319927 h 5274332"/>
              <a:gd name="connsiteX7710" fmla="*/ 1708809 w 4641785"/>
              <a:gd name="connsiteY7710" fmla="*/ 2324614 h 5274332"/>
              <a:gd name="connsiteX7711" fmla="*/ 1708809 w 4641785"/>
              <a:gd name="connsiteY7711" fmla="*/ 2324613 h 5274332"/>
              <a:gd name="connsiteX7712" fmla="*/ 3952960 w 4641785"/>
              <a:gd name="connsiteY7712" fmla="*/ 2317172 h 5274332"/>
              <a:gd name="connsiteX7713" fmla="*/ 3952960 w 4641785"/>
              <a:gd name="connsiteY7713" fmla="*/ 2317172 h 5274332"/>
              <a:gd name="connsiteX7714" fmla="*/ 3954707 w 4641785"/>
              <a:gd name="connsiteY7714" fmla="*/ 2318264 h 5274332"/>
              <a:gd name="connsiteX7715" fmla="*/ 3132507 w 4641785"/>
              <a:gd name="connsiteY7715" fmla="*/ 2317171 h 5274332"/>
              <a:gd name="connsiteX7716" fmla="*/ 3129717 w 4641785"/>
              <a:gd name="connsiteY7716" fmla="*/ 2319961 h 5274332"/>
              <a:gd name="connsiteX7717" fmla="*/ 3129717 w 4641785"/>
              <a:gd name="connsiteY7717" fmla="*/ 2319961 h 5274332"/>
              <a:gd name="connsiteX7718" fmla="*/ 2320427 w 4641785"/>
              <a:gd name="connsiteY7718" fmla="*/ 2316242 h 5274332"/>
              <a:gd name="connsiteX7719" fmla="*/ 2320877 w 4641785"/>
              <a:gd name="connsiteY7719" fmla="*/ 2324323 h 5274332"/>
              <a:gd name="connsiteX7720" fmla="*/ 2320428 w 4641785"/>
              <a:gd name="connsiteY7720" fmla="*/ 2316242 h 5274332"/>
              <a:gd name="connsiteX7721" fmla="*/ 1048820 w 4641785"/>
              <a:gd name="connsiteY7721" fmla="*/ 2314380 h 5274332"/>
              <a:gd name="connsiteX7722" fmla="*/ 1041844 w 4641785"/>
              <a:gd name="connsiteY7722" fmla="*/ 2316706 h 5274332"/>
              <a:gd name="connsiteX7723" fmla="*/ 1041844 w 4641785"/>
              <a:gd name="connsiteY7723" fmla="*/ 2316706 h 5274332"/>
              <a:gd name="connsiteX7724" fmla="*/ 1048820 w 4641785"/>
              <a:gd name="connsiteY7724" fmla="*/ 2314380 h 5274332"/>
              <a:gd name="connsiteX7725" fmla="*/ 1601369 w 4641785"/>
              <a:gd name="connsiteY7725" fmla="*/ 2313451 h 5274332"/>
              <a:gd name="connsiteX7726" fmla="*/ 1599044 w 4641785"/>
              <a:gd name="connsiteY7726" fmla="*/ 2324613 h 5274332"/>
              <a:gd name="connsiteX7727" fmla="*/ 1593927 w 4641785"/>
              <a:gd name="connsiteY7727" fmla="*/ 2326473 h 5274332"/>
              <a:gd name="connsiteX7728" fmla="*/ 1593462 w 4641785"/>
              <a:gd name="connsiteY7728" fmla="*/ 2329729 h 5274332"/>
              <a:gd name="connsiteX7729" fmla="*/ 1593462 w 4641785"/>
              <a:gd name="connsiteY7729" fmla="*/ 2329729 h 5274332"/>
              <a:gd name="connsiteX7730" fmla="*/ 1593927 w 4641785"/>
              <a:gd name="connsiteY7730" fmla="*/ 2326474 h 5274332"/>
              <a:gd name="connsiteX7731" fmla="*/ 1599044 w 4641785"/>
              <a:gd name="connsiteY7731" fmla="*/ 2324614 h 5274332"/>
              <a:gd name="connsiteX7732" fmla="*/ 1601369 w 4641785"/>
              <a:gd name="connsiteY7732" fmla="*/ 2313451 h 5274332"/>
              <a:gd name="connsiteX7733" fmla="*/ 661850 w 4641785"/>
              <a:gd name="connsiteY7733" fmla="*/ 2312985 h 5274332"/>
              <a:gd name="connsiteX7734" fmla="*/ 659989 w 4641785"/>
              <a:gd name="connsiteY7734" fmla="*/ 2317636 h 5274332"/>
              <a:gd name="connsiteX7735" fmla="*/ 655338 w 4641785"/>
              <a:gd name="connsiteY7735" fmla="*/ 2319031 h 5274332"/>
              <a:gd name="connsiteX7736" fmla="*/ 653013 w 4641785"/>
              <a:gd name="connsiteY7736" fmla="*/ 2316240 h 5274332"/>
              <a:gd name="connsiteX7737" fmla="*/ 649292 w 4641785"/>
              <a:gd name="connsiteY7737" fmla="*/ 2316240 h 5274332"/>
              <a:gd name="connsiteX7738" fmla="*/ 645106 w 4641785"/>
              <a:gd name="connsiteY7738" fmla="*/ 2319961 h 5274332"/>
              <a:gd name="connsiteX7739" fmla="*/ 645106 w 4641785"/>
              <a:gd name="connsiteY7739" fmla="*/ 2319961 h 5274332"/>
              <a:gd name="connsiteX7740" fmla="*/ 649292 w 4641785"/>
              <a:gd name="connsiteY7740" fmla="*/ 2316241 h 5274332"/>
              <a:gd name="connsiteX7741" fmla="*/ 653013 w 4641785"/>
              <a:gd name="connsiteY7741" fmla="*/ 2316241 h 5274332"/>
              <a:gd name="connsiteX7742" fmla="*/ 655338 w 4641785"/>
              <a:gd name="connsiteY7742" fmla="*/ 2319031 h 5274332"/>
              <a:gd name="connsiteX7743" fmla="*/ 659989 w 4641785"/>
              <a:gd name="connsiteY7743" fmla="*/ 2317636 h 5274332"/>
              <a:gd name="connsiteX7744" fmla="*/ 2995300 w 4641785"/>
              <a:gd name="connsiteY7744" fmla="*/ 2312054 h 5274332"/>
              <a:gd name="connsiteX7745" fmla="*/ 2995300 w 4641785"/>
              <a:gd name="connsiteY7745" fmla="*/ 2312055 h 5274332"/>
              <a:gd name="connsiteX7746" fmla="*/ 2995716 w 4641785"/>
              <a:gd name="connsiteY7746" fmla="*/ 2313511 h 5274332"/>
              <a:gd name="connsiteX7747" fmla="*/ 2315311 w 4641785"/>
              <a:gd name="connsiteY7747" fmla="*/ 2308800 h 5274332"/>
              <a:gd name="connsiteX7748" fmla="*/ 2315776 w 4641785"/>
              <a:gd name="connsiteY7748" fmla="*/ 2316706 h 5274332"/>
              <a:gd name="connsiteX7749" fmla="*/ 2315777 w 4641785"/>
              <a:gd name="connsiteY7749" fmla="*/ 2316706 h 5274332"/>
              <a:gd name="connsiteX7750" fmla="*/ 2315312 w 4641785"/>
              <a:gd name="connsiteY7750" fmla="*/ 2308800 h 5274332"/>
              <a:gd name="connsiteX7751" fmla="*/ 576270 w 4641785"/>
              <a:gd name="connsiteY7751" fmla="*/ 2308334 h 5274332"/>
              <a:gd name="connsiteX7752" fmla="*/ 575339 w 4641785"/>
              <a:gd name="connsiteY7752" fmla="*/ 2312519 h 5274332"/>
              <a:gd name="connsiteX7753" fmla="*/ 575340 w 4641785"/>
              <a:gd name="connsiteY7753" fmla="*/ 2312519 h 5274332"/>
              <a:gd name="connsiteX7754" fmla="*/ 1676772 w 4641785"/>
              <a:gd name="connsiteY7754" fmla="*/ 2308091 h 5274332"/>
              <a:gd name="connsiteX7755" fmla="*/ 1677182 w 4641785"/>
              <a:gd name="connsiteY7755" fmla="*/ 2309730 h 5274332"/>
              <a:gd name="connsiteX7756" fmla="*/ 1678112 w 4641785"/>
              <a:gd name="connsiteY7756" fmla="*/ 2315777 h 5274332"/>
              <a:gd name="connsiteX7757" fmla="*/ 1681833 w 4641785"/>
              <a:gd name="connsiteY7757" fmla="*/ 2317637 h 5274332"/>
              <a:gd name="connsiteX7758" fmla="*/ 1686019 w 4641785"/>
              <a:gd name="connsiteY7758" fmla="*/ 2314847 h 5274332"/>
              <a:gd name="connsiteX7759" fmla="*/ 1690670 w 4641785"/>
              <a:gd name="connsiteY7759" fmla="*/ 2314847 h 5274332"/>
              <a:gd name="connsiteX7760" fmla="*/ 1692530 w 4641785"/>
              <a:gd name="connsiteY7760" fmla="*/ 2311126 h 5274332"/>
              <a:gd name="connsiteX7761" fmla="*/ 1695321 w 4641785"/>
              <a:gd name="connsiteY7761" fmla="*/ 2309266 h 5274332"/>
              <a:gd name="connsiteX7762" fmla="*/ 1698577 w 4641785"/>
              <a:gd name="connsiteY7762" fmla="*/ 2309266 h 5274332"/>
              <a:gd name="connsiteX7763" fmla="*/ 1700437 w 4641785"/>
              <a:gd name="connsiteY7763" fmla="*/ 2313917 h 5274332"/>
              <a:gd name="connsiteX7764" fmla="*/ 1702298 w 4641785"/>
              <a:gd name="connsiteY7764" fmla="*/ 2315777 h 5274332"/>
              <a:gd name="connsiteX7765" fmla="*/ 1702297 w 4641785"/>
              <a:gd name="connsiteY7765" fmla="*/ 2315776 h 5274332"/>
              <a:gd name="connsiteX7766" fmla="*/ 1700437 w 4641785"/>
              <a:gd name="connsiteY7766" fmla="*/ 2313916 h 5274332"/>
              <a:gd name="connsiteX7767" fmla="*/ 1698577 w 4641785"/>
              <a:gd name="connsiteY7767" fmla="*/ 2309265 h 5274332"/>
              <a:gd name="connsiteX7768" fmla="*/ 1695321 w 4641785"/>
              <a:gd name="connsiteY7768" fmla="*/ 2309265 h 5274332"/>
              <a:gd name="connsiteX7769" fmla="*/ 1692530 w 4641785"/>
              <a:gd name="connsiteY7769" fmla="*/ 2311124 h 5274332"/>
              <a:gd name="connsiteX7770" fmla="*/ 1690670 w 4641785"/>
              <a:gd name="connsiteY7770" fmla="*/ 2314846 h 5274332"/>
              <a:gd name="connsiteX7771" fmla="*/ 1686019 w 4641785"/>
              <a:gd name="connsiteY7771" fmla="*/ 2314846 h 5274332"/>
              <a:gd name="connsiteX7772" fmla="*/ 1681833 w 4641785"/>
              <a:gd name="connsiteY7772" fmla="*/ 2317636 h 5274332"/>
              <a:gd name="connsiteX7773" fmla="*/ 1678112 w 4641785"/>
              <a:gd name="connsiteY7773" fmla="*/ 2315776 h 5274332"/>
              <a:gd name="connsiteX7774" fmla="*/ 1677182 w 4641785"/>
              <a:gd name="connsiteY7774" fmla="*/ 2309729 h 5274332"/>
              <a:gd name="connsiteX7775" fmla="*/ 583711 w 4641785"/>
              <a:gd name="connsiteY7775" fmla="*/ 2307869 h 5274332"/>
              <a:gd name="connsiteX7776" fmla="*/ 583711 w 4641785"/>
              <a:gd name="connsiteY7776" fmla="*/ 2307869 h 5274332"/>
              <a:gd name="connsiteX7777" fmla="*/ 584641 w 4641785"/>
              <a:gd name="connsiteY7777" fmla="*/ 2312055 h 5274332"/>
              <a:gd name="connsiteX7778" fmla="*/ 2431589 w 4641785"/>
              <a:gd name="connsiteY7778" fmla="*/ 2307404 h 5274332"/>
              <a:gd name="connsiteX7779" fmla="*/ 2431589 w 4641785"/>
              <a:gd name="connsiteY7779" fmla="*/ 2307405 h 5274332"/>
              <a:gd name="connsiteX7780" fmla="*/ 2434845 w 4641785"/>
              <a:gd name="connsiteY7780" fmla="*/ 2308800 h 5274332"/>
              <a:gd name="connsiteX7781" fmla="*/ 2437635 w 4641785"/>
              <a:gd name="connsiteY7781" fmla="*/ 2313450 h 5274332"/>
              <a:gd name="connsiteX7782" fmla="*/ 2434844 w 4641785"/>
              <a:gd name="connsiteY7782" fmla="*/ 2308799 h 5274332"/>
              <a:gd name="connsiteX7783" fmla="*/ 2775304 w 4641785"/>
              <a:gd name="connsiteY7783" fmla="*/ 2307404 h 5274332"/>
              <a:gd name="connsiteX7784" fmla="*/ 2777164 w 4641785"/>
              <a:gd name="connsiteY7784" fmla="*/ 2312985 h 5274332"/>
              <a:gd name="connsiteX7785" fmla="*/ 2777164 w 4641785"/>
              <a:gd name="connsiteY7785" fmla="*/ 2312984 h 5274332"/>
              <a:gd name="connsiteX7786" fmla="*/ 593479 w 4641785"/>
              <a:gd name="connsiteY7786" fmla="*/ 2305543 h 5274332"/>
              <a:gd name="connsiteX7787" fmla="*/ 592548 w 4641785"/>
              <a:gd name="connsiteY7787" fmla="*/ 2308333 h 5274332"/>
              <a:gd name="connsiteX7788" fmla="*/ 592548 w 4641785"/>
              <a:gd name="connsiteY7788" fmla="*/ 2308334 h 5274332"/>
              <a:gd name="connsiteX7789" fmla="*/ 2240428 w 4641785"/>
              <a:gd name="connsiteY7789" fmla="*/ 2305078 h 5274332"/>
              <a:gd name="connsiteX7790" fmla="*/ 2241358 w 4641785"/>
              <a:gd name="connsiteY7790" fmla="*/ 2311590 h 5274332"/>
              <a:gd name="connsiteX7791" fmla="*/ 2242443 w 4641785"/>
              <a:gd name="connsiteY7791" fmla="*/ 2313397 h 5274332"/>
              <a:gd name="connsiteX7792" fmla="*/ 2241359 w 4641785"/>
              <a:gd name="connsiteY7792" fmla="*/ 2311591 h 5274332"/>
              <a:gd name="connsiteX7793" fmla="*/ 2240430 w 4641785"/>
              <a:gd name="connsiteY7793" fmla="*/ 2305079 h 5274332"/>
              <a:gd name="connsiteX7794" fmla="*/ 1053005 w 4641785"/>
              <a:gd name="connsiteY7794" fmla="*/ 2303683 h 5274332"/>
              <a:gd name="connsiteX7795" fmla="*/ 1049285 w 4641785"/>
              <a:gd name="connsiteY7795" fmla="*/ 2306938 h 5274332"/>
              <a:gd name="connsiteX7796" fmla="*/ 1047950 w 4641785"/>
              <a:gd name="connsiteY7796" fmla="*/ 2308941 h 5274332"/>
              <a:gd name="connsiteX7797" fmla="*/ 1049285 w 4641785"/>
              <a:gd name="connsiteY7797" fmla="*/ 2306939 h 5274332"/>
              <a:gd name="connsiteX7798" fmla="*/ 2304149 w 4641785"/>
              <a:gd name="connsiteY7798" fmla="*/ 2303219 h 5274332"/>
              <a:gd name="connsiteX7799" fmla="*/ 2303683 w 4641785"/>
              <a:gd name="connsiteY7799" fmla="*/ 2307869 h 5274332"/>
              <a:gd name="connsiteX7800" fmla="*/ 2303684 w 4641785"/>
              <a:gd name="connsiteY7800" fmla="*/ 2307870 h 5274332"/>
              <a:gd name="connsiteX7801" fmla="*/ 2304149 w 4641785"/>
              <a:gd name="connsiteY7801" fmla="*/ 2303219 h 5274332"/>
              <a:gd name="connsiteX7802" fmla="*/ 619990 w 4641785"/>
              <a:gd name="connsiteY7802" fmla="*/ 2303217 h 5274332"/>
              <a:gd name="connsiteX7803" fmla="*/ 619060 w 4641785"/>
              <a:gd name="connsiteY7803" fmla="*/ 2306938 h 5274332"/>
              <a:gd name="connsiteX7804" fmla="*/ 619990 w 4641785"/>
              <a:gd name="connsiteY7804" fmla="*/ 2303218 h 5274332"/>
              <a:gd name="connsiteX7805" fmla="*/ 2276242 w 4641785"/>
              <a:gd name="connsiteY7805" fmla="*/ 2302754 h 5274332"/>
              <a:gd name="connsiteX7806" fmla="*/ 2278102 w 4641785"/>
              <a:gd name="connsiteY7806" fmla="*/ 2307404 h 5274332"/>
              <a:gd name="connsiteX7807" fmla="*/ 2278102 w 4641785"/>
              <a:gd name="connsiteY7807" fmla="*/ 2307404 h 5274332"/>
              <a:gd name="connsiteX7808" fmla="*/ 2257638 w 4641785"/>
              <a:gd name="connsiteY7808" fmla="*/ 2301823 h 5274332"/>
              <a:gd name="connsiteX7809" fmla="*/ 2257638 w 4641785"/>
              <a:gd name="connsiteY7809" fmla="*/ 2301823 h 5274332"/>
              <a:gd name="connsiteX7810" fmla="*/ 2258610 w 4641785"/>
              <a:gd name="connsiteY7810" fmla="*/ 2304741 h 5274332"/>
              <a:gd name="connsiteX7811" fmla="*/ 2773444 w 4641785"/>
              <a:gd name="connsiteY7811" fmla="*/ 2300893 h 5274332"/>
              <a:gd name="connsiteX7812" fmla="*/ 2775304 w 4641785"/>
              <a:gd name="connsiteY7812" fmla="*/ 2303218 h 5274332"/>
              <a:gd name="connsiteX7813" fmla="*/ 2775304 w 4641785"/>
              <a:gd name="connsiteY7813" fmla="*/ 2303217 h 5274332"/>
              <a:gd name="connsiteX7814" fmla="*/ 2265079 w 4641785"/>
              <a:gd name="connsiteY7814" fmla="*/ 2300428 h 5274332"/>
              <a:gd name="connsiteX7815" fmla="*/ 2265079 w 4641785"/>
              <a:gd name="connsiteY7815" fmla="*/ 2302753 h 5274332"/>
              <a:gd name="connsiteX7816" fmla="*/ 2265080 w 4641785"/>
              <a:gd name="connsiteY7816" fmla="*/ 2302753 h 5274332"/>
              <a:gd name="connsiteX7817" fmla="*/ 2265080 w 4641785"/>
              <a:gd name="connsiteY7817" fmla="*/ 2300428 h 5274332"/>
              <a:gd name="connsiteX7818" fmla="*/ 3130647 w 4641785"/>
              <a:gd name="connsiteY7818" fmla="*/ 2300427 h 5274332"/>
              <a:gd name="connsiteX7819" fmla="*/ 3128787 w 4641785"/>
              <a:gd name="connsiteY7819" fmla="*/ 2302751 h 5274332"/>
              <a:gd name="connsiteX7820" fmla="*/ 3128787 w 4641785"/>
              <a:gd name="connsiteY7820" fmla="*/ 2302752 h 5274332"/>
              <a:gd name="connsiteX7821" fmla="*/ 1079219 w 4641785"/>
              <a:gd name="connsiteY7821" fmla="*/ 2297827 h 5274332"/>
              <a:gd name="connsiteX7822" fmla="*/ 1076261 w 4641785"/>
              <a:gd name="connsiteY7822" fmla="*/ 2298567 h 5274332"/>
              <a:gd name="connsiteX7823" fmla="*/ 1076261 w 4641785"/>
              <a:gd name="connsiteY7823" fmla="*/ 2298567 h 5274332"/>
              <a:gd name="connsiteX7824" fmla="*/ 2428798 w 4641785"/>
              <a:gd name="connsiteY7824" fmla="*/ 2297637 h 5274332"/>
              <a:gd name="connsiteX7825" fmla="*/ 2428798 w 4641785"/>
              <a:gd name="connsiteY7825" fmla="*/ 2297638 h 5274332"/>
              <a:gd name="connsiteX7826" fmla="*/ 2430658 w 4641785"/>
              <a:gd name="connsiteY7826" fmla="*/ 2297638 h 5274332"/>
              <a:gd name="connsiteX7827" fmla="*/ 2434380 w 4641785"/>
              <a:gd name="connsiteY7827" fmla="*/ 2302289 h 5274332"/>
              <a:gd name="connsiteX7828" fmla="*/ 2434380 w 4641785"/>
              <a:gd name="connsiteY7828" fmla="*/ 2302288 h 5274332"/>
              <a:gd name="connsiteX7829" fmla="*/ 2430658 w 4641785"/>
              <a:gd name="connsiteY7829" fmla="*/ 2297637 h 5274332"/>
              <a:gd name="connsiteX7830" fmla="*/ 1598010 w 4641785"/>
              <a:gd name="connsiteY7830" fmla="*/ 2297495 h 5274332"/>
              <a:gd name="connsiteX7831" fmla="*/ 1598113 w 4641785"/>
              <a:gd name="connsiteY7831" fmla="*/ 2297636 h 5274332"/>
              <a:gd name="connsiteX7832" fmla="*/ 1600903 w 4641785"/>
              <a:gd name="connsiteY7832" fmla="*/ 2304148 h 5274332"/>
              <a:gd name="connsiteX7833" fmla="*/ 1599044 w 4641785"/>
              <a:gd name="connsiteY7833" fmla="*/ 2307869 h 5274332"/>
              <a:gd name="connsiteX7834" fmla="*/ 1599044 w 4641785"/>
              <a:gd name="connsiteY7834" fmla="*/ 2307870 h 5274332"/>
              <a:gd name="connsiteX7835" fmla="*/ 1600904 w 4641785"/>
              <a:gd name="connsiteY7835" fmla="*/ 2304149 h 5274332"/>
              <a:gd name="connsiteX7836" fmla="*/ 1598114 w 4641785"/>
              <a:gd name="connsiteY7836" fmla="*/ 2297638 h 5274332"/>
              <a:gd name="connsiteX7837" fmla="*/ 1215463 w 4641785"/>
              <a:gd name="connsiteY7837" fmla="*/ 2297032 h 5274332"/>
              <a:gd name="connsiteX7838" fmla="*/ 1213468 w 4641785"/>
              <a:gd name="connsiteY7838" fmla="*/ 2304614 h 5274332"/>
              <a:gd name="connsiteX7839" fmla="*/ 1215794 w 4641785"/>
              <a:gd name="connsiteY7839" fmla="*/ 2304148 h 5274332"/>
              <a:gd name="connsiteX7840" fmla="*/ 1216259 w 4641785"/>
              <a:gd name="connsiteY7840" fmla="*/ 2310660 h 5274332"/>
              <a:gd name="connsiteX7841" fmla="*/ 1217189 w 4641785"/>
              <a:gd name="connsiteY7841" fmla="*/ 2313916 h 5274332"/>
              <a:gd name="connsiteX7842" fmla="*/ 1220910 w 4641785"/>
              <a:gd name="connsiteY7842" fmla="*/ 2314846 h 5274332"/>
              <a:gd name="connsiteX7843" fmla="*/ 1222305 w 4641785"/>
              <a:gd name="connsiteY7843" fmla="*/ 2319497 h 5274332"/>
              <a:gd name="connsiteX7844" fmla="*/ 1226491 w 4641785"/>
              <a:gd name="connsiteY7844" fmla="*/ 2320427 h 5274332"/>
              <a:gd name="connsiteX7845" fmla="*/ 1226026 w 4641785"/>
              <a:gd name="connsiteY7845" fmla="*/ 2325078 h 5274332"/>
              <a:gd name="connsiteX7846" fmla="*/ 1228817 w 4641785"/>
              <a:gd name="connsiteY7846" fmla="*/ 2326938 h 5274332"/>
              <a:gd name="connsiteX7847" fmla="*/ 1226026 w 4641785"/>
              <a:gd name="connsiteY7847" fmla="*/ 2332985 h 5274332"/>
              <a:gd name="connsiteX7848" fmla="*/ 1226956 w 4641785"/>
              <a:gd name="connsiteY7848" fmla="*/ 2335311 h 5274332"/>
              <a:gd name="connsiteX7849" fmla="*/ 1226491 w 4641785"/>
              <a:gd name="connsiteY7849" fmla="*/ 2341357 h 5274332"/>
              <a:gd name="connsiteX7850" fmla="*/ 1225561 w 4641785"/>
              <a:gd name="connsiteY7850" fmla="*/ 2343217 h 5274332"/>
              <a:gd name="connsiteX7851" fmla="*/ 1225562 w 4641785"/>
              <a:gd name="connsiteY7851" fmla="*/ 2343216 h 5274332"/>
              <a:gd name="connsiteX7852" fmla="*/ 1226491 w 4641785"/>
              <a:gd name="connsiteY7852" fmla="*/ 2341357 h 5274332"/>
              <a:gd name="connsiteX7853" fmla="*/ 1226957 w 4641785"/>
              <a:gd name="connsiteY7853" fmla="*/ 2335310 h 5274332"/>
              <a:gd name="connsiteX7854" fmla="*/ 1226027 w 4641785"/>
              <a:gd name="connsiteY7854" fmla="*/ 2332984 h 5274332"/>
              <a:gd name="connsiteX7855" fmla="*/ 1228817 w 4641785"/>
              <a:gd name="connsiteY7855" fmla="*/ 2326938 h 5274332"/>
              <a:gd name="connsiteX7856" fmla="*/ 1226027 w 4641785"/>
              <a:gd name="connsiteY7856" fmla="*/ 2325077 h 5274332"/>
              <a:gd name="connsiteX7857" fmla="*/ 1226491 w 4641785"/>
              <a:gd name="connsiteY7857" fmla="*/ 2320426 h 5274332"/>
              <a:gd name="connsiteX7858" fmla="*/ 1222306 w 4641785"/>
              <a:gd name="connsiteY7858" fmla="*/ 2319496 h 5274332"/>
              <a:gd name="connsiteX7859" fmla="*/ 1220910 w 4641785"/>
              <a:gd name="connsiteY7859" fmla="*/ 2314845 h 5274332"/>
              <a:gd name="connsiteX7860" fmla="*/ 1217190 w 4641785"/>
              <a:gd name="connsiteY7860" fmla="*/ 2313915 h 5274332"/>
              <a:gd name="connsiteX7861" fmla="*/ 1216259 w 4641785"/>
              <a:gd name="connsiteY7861" fmla="*/ 2310660 h 5274332"/>
              <a:gd name="connsiteX7862" fmla="*/ 1215794 w 4641785"/>
              <a:gd name="connsiteY7862" fmla="*/ 2304148 h 5274332"/>
              <a:gd name="connsiteX7863" fmla="*/ 1213469 w 4641785"/>
              <a:gd name="connsiteY7863" fmla="*/ 2304613 h 5274332"/>
              <a:gd name="connsiteX7864" fmla="*/ 1681062 w 4641785"/>
              <a:gd name="connsiteY7864" fmla="*/ 2296265 h 5274332"/>
              <a:gd name="connsiteX7865" fmla="*/ 1681368 w 4641785"/>
              <a:gd name="connsiteY7865" fmla="*/ 2298102 h 5274332"/>
              <a:gd name="connsiteX7866" fmla="*/ 1681368 w 4641785"/>
              <a:gd name="connsiteY7866" fmla="*/ 2298102 h 5274332"/>
              <a:gd name="connsiteX7867" fmla="*/ 1174399 w 4641785"/>
              <a:gd name="connsiteY7867" fmla="*/ 2294846 h 5274332"/>
              <a:gd name="connsiteX7868" fmla="*/ 1169748 w 4641785"/>
              <a:gd name="connsiteY7868" fmla="*/ 2296241 h 5274332"/>
              <a:gd name="connsiteX7869" fmla="*/ 1166958 w 4641785"/>
              <a:gd name="connsiteY7869" fmla="*/ 2295311 h 5274332"/>
              <a:gd name="connsiteX7870" fmla="*/ 1161481 w 4641785"/>
              <a:gd name="connsiteY7870" fmla="*/ 2297745 h 5274332"/>
              <a:gd name="connsiteX7871" fmla="*/ 1166957 w 4641785"/>
              <a:gd name="connsiteY7871" fmla="*/ 2295311 h 5274332"/>
              <a:gd name="connsiteX7872" fmla="*/ 1169748 w 4641785"/>
              <a:gd name="connsiteY7872" fmla="*/ 2296241 h 5274332"/>
              <a:gd name="connsiteX7873" fmla="*/ 1174399 w 4641785"/>
              <a:gd name="connsiteY7873" fmla="*/ 2294846 h 5274332"/>
              <a:gd name="connsiteX7874" fmla="*/ 1179515 w 4641785"/>
              <a:gd name="connsiteY7874" fmla="*/ 2300892 h 5274332"/>
              <a:gd name="connsiteX7875" fmla="*/ 1186492 w 4641785"/>
              <a:gd name="connsiteY7875" fmla="*/ 2298567 h 5274332"/>
              <a:gd name="connsiteX7876" fmla="*/ 1188741 w 4641785"/>
              <a:gd name="connsiteY7876" fmla="*/ 2295756 h 5274332"/>
              <a:gd name="connsiteX7877" fmla="*/ 1186492 w 4641785"/>
              <a:gd name="connsiteY7877" fmla="*/ 2298567 h 5274332"/>
              <a:gd name="connsiteX7878" fmla="*/ 1179516 w 4641785"/>
              <a:gd name="connsiteY7878" fmla="*/ 2300892 h 5274332"/>
              <a:gd name="connsiteX7879" fmla="*/ 2846001 w 4641785"/>
              <a:gd name="connsiteY7879" fmla="*/ 2292521 h 5274332"/>
              <a:gd name="connsiteX7880" fmla="*/ 2848791 w 4641785"/>
              <a:gd name="connsiteY7880" fmla="*/ 2298100 h 5274332"/>
              <a:gd name="connsiteX7881" fmla="*/ 2850186 w 4641785"/>
              <a:gd name="connsiteY7881" fmla="*/ 2303217 h 5274332"/>
              <a:gd name="connsiteX7882" fmla="*/ 2847861 w 4641785"/>
              <a:gd name="connsiteY7882" fmla="*/ 2308798 h 5274332"/>
              <a:gd name="connsiteX7883" fmla="*/ 2847861 w 4641785"/>
              <a:gd name="connsiteY7883" fmla="*/ 2308799 h 5274332"/>
              <a:gd name="connsiteX7884" fmla="*/ 2850187 w 4641785"/>
              <a:gd name="connsiteY7884" fmla="*/ 2303218 h 5274332"/>
              <a:gd name="connsiteX7885" fmla="*/ 2848792 w 4641785"/>
              <a:gd name="connsiteY7885" fmla="*/ 2298102 h 5274332"/>
              <a:gd name="connsiteX7886" fmla="*/ 2846001 w 4641785"/>
              <a:gd name="connsiteY7886" fmla="*/ 2292521 h 5274332"/>
              <a:gd name="connsiteX7887" fmla="*/ 1118121 w 4641785"/>
              <a:gd name="connsiteY7887" fmla="*/ 2292520 h 5274332"/>
              <a:gd name="connsiteX7888" fmla="*/ 1118121 w 4641785"/>
              <a:gd name="connsiteY7888" fmla="*/ 2292520 h 5274332"/>
              <a:gd name="connsiteX7889" fmla="*/ 1121377 w 4641785"/>
              <a:gd name="connsiteY7889" fmla="*/ 2293916 h 5274332"/>
              <a:gd name="connsiteX7890" fmla="*/ 1124632 w 4641785"/>
              <a:gd name="connsiteY7890" fmla="*/ 2292985 h 5274332"/>
              <a:gd name="connsiteX7891" fmla="*/ 1130214 w 4641785"/>
              <a:gd name="connsiteY7891" fmla="*/ 2295311 h 5274332"/>
              <a:gd name="connsiteX7892" fmla="*/ 1137655 w 4641785"/>
              <a:gd name="connsiteY7892" fmla="*/ 2295776 h 5274332"/>
              <a:gd name="connsiteX7893" fmla="*/ 1139981 w 4641785"/>
              <a:gd name="connsiteY7893" fmla="*/ 2297171 h 5274332"/>
              <a:gd name="connsiteX7894" fmla="*/ 1153934 w 4641785"/>
              <a:gd name="connsiteY7894" fmla="*/ 2299962 h 5274332"/>
              <a:gd name="connsiteX7895" fmla="*/ 1158585 w 4641785"/>
              <a:gd name="connsiteY7895" fmla="*/ 2299032 h 5274332"/>
              <a:gd name="connsiteX7896" fmla="*/ 1158586 w 4641785"/>
              <a:gd name="connsiteY7896" fmla="*/ 2299032 h 5274332"/>
              <a:gd name="connsiteX7897" fmla="*/ 1153935 w 4641785"/>
              <a:gd name="connsiteY7897" fmla="*/ 2299962 h 5274332"/>
              <a:gd name="connsiteX7898" fmla="*/ 1139982 w 4641785"/>
              <a:gd name="connsiteY7898" fmla="*/ 2297171 h 5274332"/>
              <a:gd name="connsiteX7899" fmla="*/ 1137656 w 4641785"/>
              <a:gd name="connsiteY7899" fmla="*/ 2295776 h 5274332"/>
              <a:gd name="connsiteX7900" fmla="*/ 1130214 w 4641785"/>
              <a:gd name="connsiteY7900" fmla="*/ 2295311 h 5274332"/>
              <a:gd name="connsiteX7901" fmla="*/ 1124633 w 4641785"/>
              <a:gd name="connsiteY7901" fmla="*/ 2292985 h 5274332"/>
              <a:gd name="connsiteX7902" fmla="*/ 1121377 w 4641785"/>
              <a:gd name="connsiteY7902" fmla="*/ 2293916 h 5274332"/>
              <a:gd name="connsiteX7903" fmla="*/ 2999952 w 4641785"/>
              <a:gd name="connsiteY7903" fmla="*/ 2291125 h 5274332"/>
              <a:gd name="connsiteX7904" fmla="*/ 2999952 w 4641785"/>
              <a:gd name="connsiteY7904" fmla="*/ 2291126 h 5274332"/>
              <a:gd name="connsiteX7905" fmla="*/ 3000332 w 4641785"/>
              <a:gd name="connsiteY7905" fmla="*/ 2292456 h 5274332"/>
              <a:gd name="connsiteX7906" fmla="*/ 2231670 w 4641785"/>
              <a:gd name="connsiteY7906" fmla="*/ 2290048 h 5274332"/>
              <a:gd name="connsiteX7907" fmla="*/ 2232521 w 4641785"/>
              <a:gd name="connsiteY7907" fmla="*/ 2298567 h 5274332"/>
              <a:gd name="connsiteX7908" fmla="*/ 2230196 w 4641785"/>
              <a:gd name="connsiteY7908" fmla="*/ 2300427 h 5274332"/>
              <a:gd name="connsiteX7909" fmla="*/ 2230196 w 4641785"/>
              <a:gd name="connsiteY7909" fmla="*/ 2303218 h 5274332"/>
              <a:gd name="connsiteX7910" fmla="*/ 2230197 w 4641785"/>
              <a:gd name="connsiteY7910" fmla="*/ 2303218 h 5274332"/>
              <a:gd name="connsiteX7911" fmla="*/ 2230197 w 4641785"/>
              <a:gd name="connsiteY7911" fmla="*/ 2300428 h 5274332"/>
              <a:gd name="connsiteX7912" fmla="*/ 2232523 w 4641785"/>
              <a:gd name="connsiteY7912" fmla="*/ 2298568 h 5274332"/>
              <a:gd name="connsiteX7913" fmla="*/ 1197129 w 4641785"/>
              <a:gd name="connsiteY7913" fmla="*/ 2289963 h 5274332"/>
              <a:gd name="connsiteX7914" fmla="*/ 1190213 w 4641785"/>
              <a:gd name="connsiteY7914" fmla="*/ 2293916 h 5274332"/>
              <a:gd name="connsiteX7915" fmla="*/ 1190213 w 4641785"/>
              <a:gd name="connsiteY7915" fmla="*/ 2293916 h 5274332"/>
              <a:gd name="connsiteX7916" fmla="*/ 1080913 w 4641785"/>
              <a:gd name="connsiteY7916" fmla="*/ 2289729 h 5274332"/>
              <a:gd name="connsiteX7917" fmla="*/ 1080913 w 4641785"/>
              <a:gd name="connsiteY7917" fmla="*/ 2289730 h 5274332"/>
              <a:gd name="connsiteX7918" fmla="*/ 1085098 w 4641785"/>
              <a:gd name="connsiteY7918" fmla="*/ 2289730 h 5274332"/>
              <a:gd name="connsiteX7919" fmla="*/ 1085098 w 4641785"/>
              <a:gd name="connsiteY7919" fmla="*/ 2289729 h 5274332"/>
              <a:gd name="connsiteX7920" fmla="*/ 1050680 w 4641785"/>
              <a:gd name="connsiteY7920" fmla="*/ 2289265 h 5274332"/>
              <a:gd name="connsiteX7921" fmla="*/ 1046960 w 4641785"/>
              <a:gd name="connsiteY7921" fmla="*/ 2291124 h 5274332"/>
              <a:gd name="connsiteX7922" fmla="*/ 1046960 w 4641785"/>
              <a:gd name="connsiteY7922" fmla="*/ 2291125 h 5274332"/>
              <a:gd name="connsiteX7923" fmla="*/ 1389967 w 4641785"/>
              <a:gd name="connsiteY7923" fmla="*/ 2288284 h 5274332"/>
              <a:gd name="connsiteX7924" fmla="*/ 1387419 w 4641785"/>
              <a:gd name="connsiteY7924" fmla="*/ 2290194 h 5274332"/>
              <a:gd name="connsiteX7925" fmla="*/ 1387420 w 4641785"/>
              <a:gd name="connsiteY7925" fmla="*/ 2290194 h 5274332"/>
              <a:gd name="connsiteX7926" fmla="*/ 1206957 w 4641785"/>
              <a:gd name="connsiteY7926" fmla="*/ 2287404 h 5274332"/>
              <a:gd name="connsiteX7927" fmla="*/ 1199981 w 4641785"/>
              <a:gd name="connsiteY7927" fmla="*/ 2288334 h 5274332"/>
              <a:gd name="connsiteX7928" fmla="*/ 1199980 w 4641785"/>
              <a:gd name="connsiteY7928" fmla="*/ 2288334 h 5274332"/>
              <a:gd name="connsiteX7929" fmla="*/ 1206957 w 4641785"/>
              <a:gd name="connsiteY7929" fmla="*/ 2287404 h 5274332"/>
              <a:gd name="connsiteX7930" fmla="*/ 1209747 w 4641785"/>
              <a:gd name="connsiteY7930" fmla="*/ 2288800 h 5274332"/>
              <a:gd name="connsiteX7931" fmla="*/ 1215328 w 4641785"/>
              <a:gd name="connsiteY7931" fmla="*/ 2293451 h 5274332"/>
              <a:gd name="connsiteX7932" fmla="*/ 1215794 w 4641785"/>
              <a:gd name="connsiteY7932" fmla="*/ 2295776 h 5274332"/>
              <a:gd name="connsiteX7933" fmla="*/ 1215794 w 4641785"/>
              <a:gd name="connsiteY7933" fmla="*/ 2295776 h 5274332"/>
              <a:gd name="connsiteX7934" fmla="*/ 1215329 w 4641785"/>
              <a:gd name="connsiteY7934" fmla="*/ 2293450 h 5274332"/>
              <a:gd name="connsiteX7935" fmla="*/ 1209748 w 4641785"/>
              <a:gd name="connsiteY7935" fmla="*/ 2288799 h 5274332"/>
              <a:gd name="connsiteX7936" fmla="*/ 1594156 w 4641785"/>
              <a:gd name="connsiteY7936" fmla="*/ 2286373 h 5274332"/>
              <a:gd name="connsiteX7937" fmla="*/ 1593462 w 4641785"/>
              <a:gd name="connsiteY7937" fmla="*/ 2288800 h 5274332"/>
              <a:gd name="connsiteX7938" fmla="*/ 1593673 w 4641785"/>
              <a:gd name="connsiteY7938" fmla="*/ 2289642 h 5274332"/>
              <a:gd name="connsiteX7939" fmla="*/ 1593462 w 4641785"/>
              <a:gd name="connsiteY7939" fmla="*/ 2288801 h 5274332"/>
              <a:gd name="connsiteX7940" fmla="*/ 3125530 w 4641785"/>
              <a:gd name="connsiteY7940" fmla="*/ 2286008 h 5274332"/>
              <a:gd name="connsiteX7941" fmla="*/ 3123206 w 4641785"/>
              <a:gd name="connsiteY7941" fmla="*/ 2288334 h 5274332"/>
              <a:gd name="connsiteX7942" fmla="*/ 3118089 w 4641785"/>
              <a:gd name="connsiteY7942" fmla="*/ 2287403 h 5274332"/>
              <a:gd name="connsiteX7943" fmla="*/ 3118090 w 4641785"/>
              <a:gd name="connsiteY7943" fmla="*/ 2287404 h 5274332"/>
              <a:gd name="connsiteX7944" fmla="*/ 3123205 w 4641785"/>
              <a:gd name="connsiteY7944" fmla="*/ 2288334 h 5274332"/>
              <a:gd name="connsiteX7945" fmla="*/ 3125530 w 4641785"/>
              <a:gd name="connsiteY7945" fmla="*/ 2286008 h 5274332"/>
              <a:gd name="connsiteX7946" fmla="*/ 2836699 w 4641785"/>
              <a:gd name="connsiteY7946" fmla="*/ 2285079 h 5274332"/>
              <a:gd name="connsiteX7947" fmla="*/ 2836699 w 4641785"/>
              <a:gd name="connsiteY7947" fmla="*/ 2285079 h 5274332"/>
              <a:gd name="connsiteX7948" fmla="*/ 2837176 w 4641785"/>
              <a:gd name="connsiteY7948" fmla="*/ 2286034 h 5274332"/>
              <a:gd name="connsiteX7949" fmla="*/ 3001347 w 4641785"/>
              <a:gd name="connsiteY7949" fmla="*/ 2285079 h 5274332"/>
              <a:gd name="connsiteX7950" fmla="*/ 3001347 w 4641785"/>
              <a:gd name="connsiteY7950" fmla="*/ 2285079 h 5274332"/>
              <a:gd name="connsiteX7951" fmla="*/ 3001812 w 4641785"/>
              <a:gd name="connsiteY7951" fmla="*/ 2288799 h 5274332"/>
              <a:gd name="connsiteX7952" fmla="*/ 3001812 w 4641785"/>
              <a:gd name="connsiteY7952" fmla="*/ 2288798 h 5274332"/>
              <a:gd name="connsiteX7953" fmla="*/ 2413915 w 4641785"/>
              <a:gd name="connsiteY7953" fmla="*/ 2284150 h 5274332"/>
              <a:gd name="connsiteX7954" fmla="*/ 2418101 w 4641785"/>
              <a:gd name="connsiteY7954" fmla="*/ 2285545 h 5274332"/>
              <a:gd name="connsiteX7955" fmla="*/ 2418163 w 4641785"/>
              <a:gd name="connsiteY7955" fmla="*/ 2285599 h 5274332"/>
              <a:gd name="connsiteX7956" fmla="*/ 2421821 w 4641785"/>
              <a:gd name="connsiteY7956" fmla="*/ 2288801 h 5274332"/>
              <a:gd name="connsiteX7957" fmla="*/ 2424612 w 4641785"/>
              <a:gd name="connsiteY7957" fmla="*/ 2292986 h 5274332"/>
              <a:gd name="connsiteX7958" fmla="*/ 2428798 w 4641785"/>
              <a:gd name="connsiteY7958" fmla="*/ 2292057 h 5274332"/>
              <a:gd name="connsiteX7959" fmla="*/ 2428798 w 4641785"/>
              <a:gd name="connsiteY7959" fmla="*/ 2292055 h 5274332"/>
              <a:gd name="connsiteX7960" fmla="*/ 2424612 w 4641785"/>
              <a:gd name="connsiteY7960" fmla="*/ 2292986 h 5274332"/>
              <a:gd name="connsiteX7961" fmla="*/ 2421822 w 4641785"/>
              <a:gd name="connsiteY7961" fmla="*/ 2288800 h 5274332"/>
              <a:gd name="connsiteX7962" fmla="*/ 2418163 w 4641785"/>
              <a:gd name="connsiteY7962" fmla="*/ 2285599 h 5274332"/>
              <a:gd name="connsiteX7963" fmla="*/ 2418101 w 4641785"/>
              <a:gd name="connsiteY7963" fmla="*/ 2285545 h 5274332"/>
              <a:gd name="connsiteX7964" fmla="*/ 2418101 w 4641785"/>
              <a:gd name="connsiteY7964" fmla="*/ 2285545 h 5274332"/>
              <a:gd name="connsiteX7965" fmla="*/ 2418100 w 4641785"/>
              <a:gd name="connsiteY7965" fmla="*/ 2285544 h 5274332"/>
              <a:gd name="connsiteX7966" fmla="*/ 2226940 w 4641785"/>
              <a:gd name="connsiteY7966" fmla="*/ 2281824 h 5274332"/>
              <a:gd name="connsiteX7967" fmla="*/ 2225080 w 4641785"/>
              <a:gd name="connsiteY7967" fmla="*/ 2287869 h 5274332"/>
              <a:gd name="connsiteX7968" fmla="*/ 2225081 w 4641785"/>
              <a:gd name="connsiteY7968" fmla="*/ 2287869 h 5274332"/>
              <a:gd name="connsiteX7969" fmla="*/ 2226941 w 4641785"/>
              <a:gd name="connsiteY7969" fmla="*/ 2281824 h 5274332"/>
              <a:gd name="connsiteX7970" fmla="*/ 1051611 w 4641785"/>
              <a:gd name="connsiteY7970" fmla="*/ 2281822 h 5274332"/>
              <a:gd name="connsiteX7971" fmla="*/ 1050215 w 4641785"/>
              <a:gd name="connsiteY7971" fmla="*/ 2282288 h 5274332"/>
              <a:gd name="connsiteX7972" fmla="*/ 1050215 w 4641785"/>
              <a:gd name="connsiteY7972" fmla="*/ 2282288 h 5274332"/>
              <a:gd name="connsiteX7973" fmla="*/ 1051610 w 4641785"/>
              <a:gd name="connsiteY7973" fmla="*/ 2281823 h 5274332"/>
              <a:gd name="connsiteX7974" fmla="*/ 1053005 w 4641785"/>
              <a:gd name="connsiteY7974" fmla="*/ 2287404 h 5274332"/>
              <a:gd name="connsiteX7975" fmla="*/ 1058122 w 4641785"/>
              <a:gd name="connsiteY7975" fmla="*/ 2297171 h 5274332"/>
              <a:gd name="connsiteX7976" fmla="*/ 1060912 w 4641785"/>
              <a:gd name="connsiteY7976" fmla="*/ 2300427 h 5274332"/>
              <a:gd name="connsiteX7977" fmla="*/ 1061842 w 4641785"/>
              <a:gd name="connsiteY7977" fmla="*/ 2304148 h 5274332"/>
              <a:gd name="connsiteX7978" fmla="*/ 1066493 w 4641785"/>
              <a:gd name="connsiteY7978" fmla="*/ 2306473 h 5274332"/>
              <a:gd name="connsiteX7979" fmla="*/ 1073005 w 4641785"/>
              <a:gd name="connsiteY7979" fmla="*/ 2305543 h 5274332"/>
              <a:gd name="connsiteX7980" fmla="*/ 1073005 w 4641785"/>
              <a:gd name="connsiteY7980" fmla="*/ 2305543 h 5274332"/>
              <a:gd name="connsiteX7981" fmla="*/ 1066495 w 4641785"/>
              <a:gd name="connsiteY7981" fmla="*/ 2306473 h 5274332"/>
              <a:gd name="connsiteX7982" fmla="*/ 1061844 w 4641785"/>
              <a:gd name="connsiteY7982" fmla="*/ 2304148 h 5274332"/>
              <a:gd name="connsiteX7983" fmla="*/ 1060913 w 4641785"/>
              <a:gd name="connsiteY7983" fmla="*/ 2300427 h 5274332"/>
              <a:gd name="connsiteX7984" fmla="*/ 1058122 w 4641785"/>
              <a:gd name="connsiteY7984" fmla="*/ 2297171 h 5274332"/>
              <a:gd name="connsiteX7985" fmla="*/ 1053006 w 4641785"/>
              <a:gd name="connsiteY7985" fmla="*/ 2287404 h 5274332"/>
              <a:gd name="connsiteX7986" fmla="*/ 3000417 w 4641785"/>
              <a:gd name="connsiteY7986" fmla="*/ 2279962 h 5274332"/>
              <a:gd name="connsiteX7987" fmla="*/ 3000417 w 4641785"/>
              <a:gd name="connsiteY7987" fmla="*/ 2279963 h 5274332"/>
              <a:gd name="connsiteX7988" fmla="*/ 3003207 w 4641785"/>
              <a:gd name="connsiteY7988" fmla="*/ 2281823 h 5274332"/>
              <a:gd name="connsiteX7989" fmla="*/ 3003207 w 4641785"/>
              <a:gd name="connsiteY7989" fmla="*/ 2281822 h 5274332"/>
              <a:gd name="connsiteX7990" fmla="*/ 1116726 w 4641785"/>
              <a:gd name="connsiteY7990" fmla="*/ 2277637 h 5274332"/>
              <a:gd name="connsiteX7991" fmla="*/ 1112539 w 4641785"/>
              <a:gd name="connsiteY7991" fmla="*/ 2283219 h 5274332"/>
              <a:gd name="connsiteX7992" fmla="*/ 1113005 w 4641785"/>
              <a:gd name="connsiteY7992" fmla="*/ 2288334 h 5274332"/>
              <a:gd name="connsiteX7993" fmla="*/ 1116260 w 4641785"/>
              <a:gd name="connsiteY7993" fmla="*/ 2294846 h 5274332"/>
              <a:gd name="connsiteX7994" fmla="*/ 1116261 w 4641785"/>
              <a:gd name="connsiteY7994" fmla="*/ 2294845 h 5274332"/>
              <a:gd name="connsiteX7995" fmla="*/ 1113005 w 4641785"/>
              <a:gd name="connsiteY7995" fmla="*/ 2288334 h 5274332"/>
              <a:gd name="connsiteX7996" fmla="*/ 1112540 w 4641785"/>
              <a:gd name="connsiteY7996" fmla="*/ 2283217 h 5274332"/>
              <a:gd name="connsiteX7997" fmla="*/ 1134399 w 4641785"/>
              <a:gd name="connsiteY7997" fmla="*/ 2275776 h 5274332"/>
              <a:gd name="connsiteX7998" fmla="*/ 1131609 w 4641785"/>
              <a:gd name="connsiteY7998" fmla="*/ 2279032 h 5274332"/>
              <a:gd name="connsiteX7999" fmla="*/ 1134400 w 4641785"/>
              <a:gd name="connsiteY7999" fmla="*/ 2275776 h 5274332"/>
              <a:gd name="connsiteX8000" fmla="*/ 1373931 w 4641785"/>
              <a:gd name="connsiteY8000" fmla="*/ 2274381 h 5274332"/>
              <a:gd name="connsiteX8001" fmla="*/ 1368350 w 4641785"/>
              <a:gd name="connsiteY8001" fmla="*/ 2276707 h 5274332"/>
              <a:gd name="connsiteX8002" fmla="*/ 1373931 w 4641785"/>
              <a:gd name="connsiteY8002" fmla="*/ 2274381 h 5274332"/>
              <a:gd name="connsiteX8003" fmla="*/ 1382767 w 4641785"/>
              <a:gd name="connsiteY8003" fmla="*/ 2274381 h 5274332"/>
              <a:gd name="connsiteX8004" fmla="*/ 1382768 w 4641785"/>
              <a:gd name="connsiteY8004" fmla="*/ 2274381 h 5274332"/>
              <a:gd name="connsiteX8005" fmla="*/ 2182290 w 4641785"/>
              <a:gd name="connsiteY8005" fmla="*/ 2268335 h 5274332"/>
              <a:gd name="connsiteX8006" fmla="*/ 2182290 w 4641785"/>
              <a:gd name="connsiteY8006" fmla="*/ 2270661 h 5274332"/>
              <a:gd name="connsiteX8007" fmla="*/ 2182290 w 4641785"/>
              <a:gd name="connsiteY8007" fmla="*/ 2270661 h 5274332"/>
              <a:gd name="connsiteX8008" fmla="*/ 2182290 w 4641785"/>
              <a:gd name="connsiteY8008" fmla="*/ 2268336 h 5274332"/>
              <a:gd name="connsiteX8009" fmla="*/ 3141345 w 4641785"/>
              <a:gd name="connsiteY8009" fmla="*/ 2266939 h 5274332"/>
              <a:gd name="connsiteX8010" fmla="*/ 3132972 w 4641785"/>
              <a:gd name="connsiteY8010" fmla="*/ 2271589 h 5274332"/>
              <a:gd name="connsiteX8011" fmla="*/ 3130647 w 4641785"/>
              <a:gd name="connsiteY8011" fmla="*/ 2273915 h 5274332"/>
              <a:gd name="connsiteX8012" fmla="*/ 3130647 w 4641785"/>
              <a:gd name="connsiteY8012" fmla="*/ 2273915 h 5274332"/>
              <a:gd name="connsiteX8013" fmla="*/ 3132972 w 4641785"/>
              <a:gd name="connsiteY8013" fmla="*/ 2271591 h 5274332"/>
              <a:gd name="connsiteX8014" fmla="*/ 3141344 w 4641785"/>
              <a:gd name="connsiteY8014" fmla="*/ 2266939 h 5274332"/>
              <a:gd name="connsiteX8015" fmla="*/ 1100912 w 4641785"/>
              <a:gd name="connsiteY8015" fmla="*/ 2265544 h 5274332"/>
              <a:gd name="connsiteX8016" fmla="*/ 1096261 w 4641785"/>
              <a:gd name="connsiteY8016" fmla="*/ 2267404 h 5274332"/>
              <a:gd name="connsiteX8017" fmla="*/ 1093471 w 4641785"/>
              <a:gd name="connsiteY8017" fmla="*/ 2266009 h 5274332"/>
              <a:gd name="connsiteX8018" fmla="*/ 1093471 w 4641785"/>
              <a:gd name="connsiteY8018" fmla="*/ 2266010 h 5274332"/>
              <a:gd name="connsiteX8019" fmla="*/ 1096261 w 4641785"/>
              <a:gd name="connsiteY8019" fmla="*/ 2267405 h 5274332"/>
              <a:gd name="connsiteX8020" fmla="*/ 1146493 w 4641785"/>
              <a:gd name="connsiteY8020" fmla="*/ 2265078 h 5274332"/>
              <a:gd name="connsiteX8021" fmla="*/ 1140912 w 4641785"/>
              <a:gd name="connsiteY8021" fmla="*/ 2267870 h 5274332"/>
              <a:gd name="connsiteX8022" fmla="*/ 1133935 w 4641785"/>
              <a:gd name="connsiteY8022" fmla="*/ 2266009 h 5274332"/>
              <a:gd name="connsiteX8023" fmla="*/ 1133935 w 4641785"/>
              <a:gd name="connsiteY8023" fmla="*/ 2266010 h 5274332"/>
              <a:gd name="connsiteX8024" fmla="*/ 1140911 w 4641785"/>
              <a:gd name="connsiteY8024" fmla="*/ 2267870 h 5274332"/>
              <a:gd name="connsiteX8025" fmla="*/ 1146492 w 4641785"/>
              <a:gd name="connsiteY8025" fmla="*/ 2265079 h 5274332"/>
              <a:gd name="connsiteX8026" fmla="*/ 1149283 w 4641785"/>
              <a:gd name="connsiteY8026" fmla="*/ 2265079 h 5274332"/>
              <a:gd name="connsiteX8027" fmla="*/ 1148353 w 4641785"/>
              <a:gd name="connsiteY8027" fmla="*/ 2270195 h 5274332"/>
              <a:gd name="connsiteX8028" fmla="*/ 1138243 w 4641785"/>
              <a:gd name="connsiteY8028" fmla="*/ 2275048 h 5274332"/>
              <a:gd name="connsiteX8029" fmla="*/ 1148353 w 4641785"/>
              <a:gd name="connsiteY8029" fmla="*/ 2270195 h 5274332"/>
              <a:gd name="connsiteX8030" fmla="*/ 1148353 w 4641785"/>
              <a:gd name="connsiteY8030" fmla="*/ 2270195 h 5274332"/>
              <a:gd name="connsiteX8031" fmla="*/ 1148353 w 4641785"/>
              <a:gd name="connsiteY8031" fmla="*/ 2270195 h 5274332"/>
              <a:gd name="connsiteX8032" fmla="*/ 1149284 w 4641785"/>
              <a:gd name="connsiteY8032" fmla="*/ 2265078 h 5274332"/>
              <a:gd name="connsiteX8033" fmla="*/ 1121841 w 4641785"/>
              <a:gd name="connsiteY8033" fmla="*/ 2264614 h 5274332"/>
              <a:gd name="connsiteX8034" fmla="*/ 1113934 w 4641785"/>
              <a:gd name="connsiteY8034" fmla="*/ 2266474 h 5274332"/>
              <a:gd name="connsiteX8035" fmla="*/ 1118121 w 4641785"/>
              <a:gd name="connsiteY8035" fmla="*/ 2272986 h 5274332"/>
              <a:gd name="connsiteX8036" fmla="*/ 1121841 w 4641785"/>
              <a:gd name="connsiteY8036" fmla="*/ 2274846 h 5274332"/>
              <a:gd name="connsiteX8037" fmla="*/ 1121377 w 4641785"/>
              <a:gd name="connsiteY8037" fmla="*/ 2277636 h 5274332"/>
              <a:gd name="connsiteX8038" fmla="*/ 1121377 w 4641785"/>
              <a:gd name="connsiteY8038" fmla="*/ 2277636 h 5274332"/>
              <a:gd name="connsiteX8039" fmla="*/ 1121843 w 4641785"/>
              <a:gd name="connsiteY8039" fmla="*/ 2274846 h 5274332"/>
              <a:gd name="connsiteX8040" fmla="*/ 1118121 w 4641785"/>
              <a:gd name="connsiteY8040" fmla="*/ 2272985 h 5274332"/>
              <a:gd name="connsiteX8041" fmla="*/ 1113936 w 4641785"/>
              <a:gd name="connsiteY8041" fmla="*/ 2266474 h 5274332"/>
              <a:gd name="connsiteX8042" fmla="*/ 1121841 w 4641785"/>
              <a:gd name="connsiteY8042" fmla="*/ 2264614 h 5274332"/>
              <a:gd name="connsiteX8043" fmla="*/ 2408593 w 4641785"/>
              <a:gd name="connsiteY8043" fmla="*/ 2263869 h 5274332"/>
              <a:gd name="connsiteX8044" fmla="*/ 2411124 w 4641785"/>
              <a:gd name="connsiteY8044" fmla="*/ 2270196 h 5274332"/>
              <a:gd name="connsiteX8045" fmla="*/ 2413358 w 4641785"/>
              <a:gd name="connsiteY8045" fmla="*/ 2273546 h 5274332"/>
              <a:gd name="connsiteX8046" fmla="*/ 2411124 w 4641785"/>
              <a:gd name="connsiteY8046" fmla="*/ 2270196 h 5274332"/>
              <a:gd name="connsiteX8047" fmla="*/ 1124168 w 4641785"/>
              <a:gd name="connsiteY8047" fmla="*/ 2261358 h 5274332"/>
              <a:gd name="connsiteX8048" fmla="*/ 1124167 w 4641785"/>
              <a:gd name="connsiteY8048" fmla="*/ 2261358 h 5274332"/>
              <a:gd name="connsiteX8049" fmla="*/ 1123702 w 4641785"/>
              <a:gd name="connsiteY8049" fmla="*/ 2265544 h 5274332"/>
              <a:gd name="connsiteX8050" fmla="*/ 1131609 w 4641785"/>
              <a:gd name="connsiteY8050" fmla="*/ 2269265 h 5274332"/>
              <a:gd name="connsiteX8051" fmla="*/ 1131609 w 4641785"/>
              <a:gd name="connsiteY8051" fmla="*/ 2269265 h 5274332"/>
              <a:gd name="connsiteX8052" fmla="*/ 1123702 w 4641785"/>
              <a:gd name="connsiteY8052" fmla="*/ 2265544 h 5274332"/>
              <a:gd name="connsiteX8053" fmla="*/ 1663813 w 4641785"/>
              <a:gd name="connsiteY8053" fmla="*/ 2260787 h 5274332"/>
              <a:gd name="connsiteX8054" fmla="*/ 1664624 w 4641785"/>
              <a:gd name="connsiteY8054" fmla="*/ 2263220 h 5274332"/>
              <a:gd name="connsiteX8055" fmla="*/ 1669275 w 4641785"/>
              <a:gd name="connsiteY8055" fmla="*/ 2264615 h 5274332"/>
              <a:gd name="connsiteX8056" fmla="*/ 1670205 w 4641785"/>
              <a:gd name="connsiteY8056" fmla="*/ 2266475 h 5274332"/>
              <a:gd name="connsiteX8057" fmla="*/ 1673461 w 4641785"/>
              <a:gd name="connsiteY8057" fmla="*/ 2267406 h 5274332"/>
              <a:gd name="connsiteX8058" fmla="*/ 1679972 w 4641785"/>
              <a:gd name="connsiteY8058" fmla="*/ 2270662 h 5274332"/>
              <a:gd name="connsiteX8059" fmla="*/ 1681604 w 4641785"/>
              <a:gd name="connsiteY8059" fmla="*/ 2276209 h 5274332"/>
              <a:gd name="connsiteX8060" fmla="*/ 1679972 w 4641785"/>
              <a:gd name="connsiteY8060" fmla="*/ 2270661 h 5274332"/>
              <a:gd name="connsiteX8061" fmla="*/ 1673461 w 4641785"/>
              <a:gd name="connsiteY8061" fmla="*/ 2267405 h 5274332"/>
              <a:gd name="connsiteX8062" fmla="*/ 1670205 w 4641785"/>
              <a:gd name="connsiteY8062" fmla="*/ 2266474 h 5274332"/>
              <a:gd name="connsiteX8063" fmla="*/ 1669275 w 4641785"/>
              <a:gd name="connsiteY8063" fmla="*/ 2264614 h 5274332"/>
              <a:gd name="connsiteX8064" fmla="*/ 1664624 w 4641785"/>
              <a:gd name="connsiteY8064" fmla="*/ 2263219 h 5274332"/>
              <a:gd name="connsiteX8065" fmla="*/ 1068331 w 4641785"/>
              <a:gd name="connsiteY8065" fmla="*/ 2259292 h 5274332"/>
              <a:gd name="connsiteX8066" fmla="*/ 1067889 w 4641785"/>
              <a:gd name="connsiteY8066" fmla="*/ 2264149 h 5274332"/>
              <a:gd name="connsiteX8067" fmla="*/ 1073935 w 4641785"/>
              <a:gd name="connsiteY8067" fmla="*/ 2264614 h 5274332"/>
              <a:gd name="connsiteX8068" fmla="*/ 1073005 w 4641785"/>
              <a:gd name="connsiteY8068" fmla="*/ 2267870 h 5274332"/>
              <a:gd name="connsiteX8069" fmla="*/ 1084168 w 4641785"/>
              <a:gd name="connsiteY8069" fmla="*/ 2268335 h 5274332"/>
              <a:gd name="connsiteX8070" fmla="*/ 1088819 w 4641785"/>
              <a:gd name="connsiteY8070" fmla="*/ 2271125 h 5274332"/>
              <a:gd name="connsiteX8071" fmla="*/ 1088820 w 4641785"/>
              <a:gd name="connsiteY8071" fmla="*/ 2271125 h 5274332"/>
              <a:gd name="connsiteX8072" fmla="*/ 1084168 w 4641785"/>
              <a:gd name="connsiteY8072" fmla="*/ 2268334 h 5274332"/>
              <a:gd name="connsiteX8073" fmla="*/ 1073006 w 4641785"/>
              <a:gd name="connsiteY8073" fmla="*/ 2267870 h 5274332"/>
              <a:gd name="connsiteX8074" fmla="*/ 1073936 w 4641785"/>
              <a:gd name="connsiteY8074" fmla="*/ 2264614 h 5274332"/>
              <a:gd name="connsiteX8075" fmla="*/ 1067890 w 4641785"/>
              <a:gd name="connsiteY8075" fmla="*/ 2264148 h 5274332"/>
              <a:gd name="connsiteX8076" fmla="*/ 1133419 w 4641785"/>
              <a:gd name="connsiteY8076" fmla="*/ 2257474 h 5274332"/>
              <a:gd name="connsiteX8077" fmla="*/ 1132539 w 4641785"/>
              <a:gd name="connsiteY8077" fmla="*/ 2262751 h 5274332"/>
              <a:gd name="connsiteX8078" fmla="*/ 1132540 w 4641785"/>
              <a:gd name="connsiteY8078" fmla="*/ 2262753 h 5274332"/>
              <a:gd name="connsiteX8079" fmla="*/ 1657648 w 4641785"/>
              <a:gd name="connsiteY8079" fmla="*/ 2252986 h 5274332"/>
              <a:gd name="connsiteX8080" fmla="*/ 1657647 w 4641785"/>
              <a:gd name="connsiteY8080" fmla="*/ 2252987 h 5274332"/>
              <a:gd name="connsiteX8081" fmla="*/ 1662298 w 4641785"/>
              <a:gd name="connsiteY8081" fmla="*/ 2256242 h 5274332"/>
              <a:gd name="connsiteX8082" fmla="*/ 1662298 w 4641785"/>
              <a:gd name="connsiteY8082" fmla="*/ 2256242 h 5274332"/>
              <a:gd name="connsiteX8083" fmla="*/ 2407986 w 4641785"/>
              <a:gd name="connsiteY8083" fmla="*/ 2252959 h 5274332"/>
              <a:gd name="connsiteX8084" fmla="*/ 2409263 w 4641785"/>
              <a:gd name="connsiteY8084" fmla="*/ 2253917 h 5274332"/>
              <a:gd name="connsiteX8085" fmla="*/ 2409263 w 4641785"/>
              <a:gd name="connsiteY8085" fmla="*/ 2253917 h 5274332"/>
              <a:gd name="connsiteX8086" fmla="*/ 2025084 w 4641785"/>
              <a:gd name="connsiteY8086" fmla="*/ 2251126 h 5274332"/>
              <a:gd name="connsiteX8087" fmla="*/ 2025083 w 4641785"/>
              <a:gd name="connsiteY8087" fmla="*/ 2251127 h 5274332"/>
              <a:gd name="connsiteX8088" fmla="*/ 2026359 w 4641785"/>
              <a:gd name="connsiteY8088" fmla="*/ 2254189 h 5274332"/>
              <a:gd name="connsiteX8089" fmla="*/ 1058588 w 4641785"/>
              <a:gd name="connsiteY8089" fmla="*/ 2250660 h 5274332"/>
              <a:gd name="connsiteX8090" fmla="*/ 1058586 w 4641785"/>
              <a:gd name="connsiteY8090" fmla="*/ 2250661 h 5274332"/>
              <a:gd name="connsiteX8091" fmla="*/ 1059982 w 4641785"/>
              <a:gd name="connsiteY8091" fmla="*/ 2252521 h 5274332"/>
              <a:gd name="connsiteX8092" fmla="*/ 1060912 w 4641785"/>
              <a:gd name="connsiteY8092" fmla="*/ 2257172 h 5274332"/>
              <a:gd name="connsiteX8093" fmla="*/ 1066029 w 4641785"/>
              <a:gd name="connsiteY8093" fmla="*/ 2256707 h 5274332"/>
              <a:gd name="connsiteX8094" fmla="*/ 1068354 w 4641785"/>
              <a:gd name="connsiteY8094" fmla="*/ 2259032 h 5274332"/>
              <a:gd name="connsiteX8095" fmla="*/ 1068354 w 4641785"/>
              <a:gd name="connsiteY8095" fmla="*/ 2259032 h 5274332"/>
              <a:gd name="connsiteX8096" fmla="*/ 1066029 w 4641785"/>
              <a:gd name="connsiteY8096" fmla="*/ 2256707 h 5274332"/>
              <a:gd name="connsiteX8097" fmla="*/ 1060913 w 4641785"/>
              <a:gd name="connsiteY8097" fmla="*/ 2257171 h 5274332"/>
              <a:gd name="connsiteX8098" fmla="*/ 1059983 w 4641785"/>
              <a:gd name="connsiteY8098" fmla="*/ 2252520 h 5274332"/>
              <a:gd name="connsiteX8099" fmla="*/ 1127423 w 4641785"/>
              <a:gd name="connsiteY8099" fmla="*/ 2250195 h 5274332"/>
              <a:gd name="connsiteX8100" fmla="*/ 1124167 w 4641785"/>
              <a:gd name="connsiteY8100" fmla="*/ 2252986 h 5274332"/>
              <a:gd name="connsiteX8101" fmla="*/ 1127888 w 4641785"/>
              <a:gd name="connsiteY8101" fmla="*/ 2259032 h 5274332"/>
              <a:gd name="connsiteX8102" fmla="*/ 1126624 w 4641785"/>
              <a:gd name="connsiteY8102" fmla="*/ 2259822 h 5274332"/>
              <a:gd name="connsiteX8103" fmla="*/ 1127889 w 4641785"/>
              <a:gd name="connsiteY8103" fmla="*/ 2259032 h 5274332"/>
              <a:gd name="connsiteX8104" fmla="*/ 1124168 w 4641785"/>
              <a:gd name="connsiteY8104" fmla="*/ 2252986 h 5274332"/>
              <a:gd name="connsiteX8105" fmla="*/ 1127423 w 4641785"/>
              <a:gd name="connsiteY8105" fmla="*/ 2250196 h 5274332"/>
              <a:gd name="connsiteX8106" fmla="*/ 2178133 w 4641785"/>
              <a:gd name="connsiteY8106" fmla="*/ 2249692 h 5274332"/>
              <a:gd name="connsiteX8107" fmla="*/ 2178569 w 4641785"/>
              <a:gd name="connsiteY8107" fmla="*/ 2256242 h 5274332"/>
              <a:gd name="connsiteX8108" fmla="*/ 2179499 w 4641785"/>
              <a:gd name="connsiteY8108" fmla="*/ 2260428 h 5274332"/>
              <a:gd name="connsiteX8109" fmla="*/ 2177639 w 4641785"/>
              <a:gd name="connsiteY8109" fmla="*/ 2262754 h 5274332"/>
              <a:gd name="connsiteX8110" fmla="*/ 2178569 w 4641785"/>
              <a:gd name="connsiteY8110" fmla="*/ 2266474 h 5274332"/>
              <a:gd name="connsiteX8111" fmla="*/ 2178570 w 4641785"/>
              <a:gd name="connsiteY8111" fmla="*/ 2266474 h 5274332"/>
              <a:gd name="connsiteX8112" fmla="*/ 2177639 w 4641785"/>
              <a:gd name="connsiteY8112" fmla="*/ 2262755 h 5274332"/>
              <a:gd name="connsiteX8113" fmla="*/ 2179500 w 4641785"/>
              <a:gd name="connsiteY8113" fmla="*/ 2260429 h 5274332"/>
              <a:gd name="connsiteX8114" fmla="*/ 2178570 w 4641785"/>
              <a:gd name="connsiteY8114" fmla="*/ 2256243 h 5274332"/>
              <a:gd name="connsiteX8115" fmla="*/ 1107889 w 4641785"/>
              <a:gd name="connsiteY8115" fmla="*/ 2247869 h 5274332"/>
              <a:gd name="connsiteX8116" fmla="*/ 1103703 w 4641785"/>
              <a:gd name="connsiteY8116" fmla="*/ 2248800 h 5274332"/>
              <a:gd name="connsiteX8117" fmla="*/ 1103703 w 4641785"/>
              <a:gd name="connsiteY8117" fmla="*/ 2248800 h 5274332"/>
              <a:gd name="connsiteX8118" fmla="*/ 1107888 w 4641785"/>
              <a:gd name="connsiteY8118" fmla="*/ 2247870 h 5274332"/>
              <a:gd name="connsiteX8119" fmla="*/ 2066943 w 4641785"/>
              <a:gd name="connsiteY8119" fmla="*/ 2246941 h 5274332"/>
              <a:gd name="connsiteX8120" fmla="*/ 2068803 w 4641785"/>
              <a:gd name="connsiteY8120" fmla="*/ 2250196 h 5274332"/>
              <a:gd name="connsiteX8121" fmla="*/ 2068803 w 4641785"/>
              <a:gd name="connsiteY8121" fmla="*/ 2250195 h 5274332"/>
              <a:gd name="connsiteX8122" fmla="*/ 3010649 w 4641785"/>
              <a:gd name="connsiteY8122" fmla="*/ 2244614 h 5274332"/>
              <a:gd name="connsiteX8123" fmla="*/ 3010649 w 4641785"/>
              <a:gd name="connsiteY8123" fmla="*/ 2244614 h 5274332"/>
              <a:gd name="connsiteX8124" fmla="*/ 3012510 w 4641785"/>
              <a:gd name="connsiteY8124" fmla="*/ 2247870 h 5274332"/>
              <a:gd name="connsiteX8125" fmla="*/ 3012510 w 4641785"/>
              <a:gd name="connsiteY8125" fmla="*/ 2247869 h 5274332"/>
              <a:gd name="connsiteX8126" fmla="*/ 2403218 w 4641785"/>
              <a:gd name="connsiteY8126" fmla="*/ 2243685 h 5274332"/>
              <a:gd name="connsiteX8127" fmla="*/ 2403218 w 4641785"/>
              <a:gd name="connsiteY8127" fmla="*/ 2243685 h 5274332"/>
              <a:gd name="connsiteX8128" fmla="*/ 2407403 w 4641785"/>
              <a:gd name="connsiteY8128" fmla="*/ 2244615 h 5274332"/>
              <a:gd name="connsiteX8129" fmla="*/ 2407403 w 4641785"/>
              <a:gd name="connsiteY8129" fmla="*/ 2244614 h 5274332"/>
              <a:gd name="connsiteX8130" fmla="*/ 1135002 w 4641785"/>
              <a:gd name="connsiteY8130" fmla="*/ 2243512 h 5274332"/>
              <a:gd name="connsiteX8131" fmla="*/ 1132539 w 4641785"/>
              <a:gd name="connsiteY8131" fmla="*/ 2245079 h 5274332"/>
              <a:gd name="connsiteX8132" fmla="*/ 1133470 w 4641785"/>
              <a:gd name="connsiteY8132" fmla="*/ 2249266 h 5274332"/>
              <a:gd name="connsiteX8133" fmla="*/ 1135795 w 4641785"/>
              <a:gd name="connsiteY8133" fmla="*/ 2252986 h 5274332"/>
              <a:gd name="connsiteX8134" fmla="*/ 1134432 w 4641785"/>
              <a:gd name="connsiteY8134" fmla="*/ 2255439 h 5274332"/>
              <a:gd name="connsiteX8135" fmla="*/ 1135795 w 4641785"/>
              <a:gd name="connsiteY8135" fmla="*/ 2252986 h 5274332"/>
              <a:gd name="connsiteX8136" fmla="*/ 1133470 w 4641785"/>
              <a:gd name="connsiteY8136" fmla="*/ 2249265 h 5274332"/>
              <a:gd name="connsiteX8137" fmla="*/ 1132540 w 4641785"/>
              <a:gd name="connsiteY8137" fmla="*/ 2245079 h 5274332"/>
              <a:gd name="connsiteX8138" fmla="*/ 2009095 w 4641785"/>
              <a:gd name="connsiteY8138" fmla="*/ 2242638 h 5274332"/>
              <a:gd name="connsiteX8139" fmla="*/ 2011130 w 4641785"/>
              <a:gd name="connsiteY8139" fmla="*/ 2245544 h 5274332"/>
              <a:gd name="connsiteX8140" fmla="*/ 2006014 w 4641785"/>
              <a:gd name="connsiteY8140" fmla="*/ 2251125 h 5274332"/>
              <a:gd name="connsiteX8141" fmla="*/ 2003223 w 4641785"/>
              <a:gd name="connsiteY8141" fmla="*/ 2250661 h 5274332"/>
              <a:gd name="connsiteX8142" fmla="*/ 2003688 w 4641785"/>
              <a:gd name="connsiteY8142" fmla="*/ 2256242 h 5274332"/>
              <a:gd name="connsiteX8143" fmla="*/ 2003688 w 4641785"/>
              <a:gd name="connsiteY8143" fmla="*/ 2256242 h 5274332"/>
              <a:gd name="connsiteX8144" fmla="*/ 2003224 w 4641785"/>
              <a:gd name="connsiteY8144" fmla="*/ 2250662 h 5274332"/>
              <a:gd name="connsiteX8145" fmla="*/ 2006014 w 4641785"/>
              <a:gd name="connsiteY8145" fmla="*/ 2251126 h 5274332"/>
              <a:gd name="connsiteX8146" fmla="*/ 2011131 w 4641785"/>
              <a:gd name="connsiteY8146" fmla="*/ 2245545 h 5274332"/>
              <a:gd name="connsiteX8147" fmla="*/ 1934388 w 4641785"/>
              <a:gd name="connsiteY8147" fmla="*/ 2241824 h 5274332"/>
              <a:gd name="connsiteX8148" fmla="*/ 1934387 w 4641785"/>
              <a:gd name="connsiteY8148" fmla="*/ 2241825 h 5274332"/>
              <a:gd name="connsiteX8149" fmla="*/ 1935229 w 4641785"/>
              <a:gd name="connsiteY8149" fmla="*/ 2242834 h 5274332"/>
              <a:gd name="connsiteX8150" fmla="*/ 1611785 w 4641785"/>
              <a:gd name="connsiteY8150" fmla="*/ 2240514 h 5274332"/>
              <a:gd name="connsiteX8151" fmla="*/ 1612066 w 4641785"/>
              <a:gd name="connsiteY8151" fmla="*/ 2241359 h 5274332"/>
              <a:gd name="connsiteX8152" fmla="*/ 1610671 w 4641785"/>
              <a:gd name="connsiteY8152" fmla="*/ 2246474 h 5274332"/>
              <a:gd name="connsiteX8153" fmla="*/ 1607415 w 4641785"/>
              <a:gd name="connsiteY8153" fmla="*/ 2248335 h 5274332"/>
              <a:gd name="connsiteX8154" fmla="*/ 1604625 w 4641785"/>
              <a:gd name="connsiteY8154" fmla="*/ 2252056 h 5274332"/>
              <a:gd name="connsiteX8155" fmla="*/ 1600439 w 4641785"/>
              <a:gd name="connsiteY8155" fmla="*/ 2254847 h 5274332"/>
              <a:gd name="connsiteX8156" fmla="*/ 1599044 w 4641785"/>
              <a:gd name="connsiteY8156" fmla="*/ 2256242 h 5274332"/>
              <a:gd name="connsiteX8157" fmla="*/ 1592532 w 4641785"/>
              <a:gd name="connsiteY8157" fmla="*/ 2260893 h 5274332"/>
              <a:gd name="connsiteX8158" fmla="*/ 1590206 w 4641785"/>
              <a:gd name="connsiteY8158" fmla="*/ 2264614 h 5274332"/>
              <a:gd name="connsiteX8159" fmla="*/ 1585555 w 4641785"/>
              <a:gd name="connsiteY8159" fmla="*/ 2266474 h 5274332"/>
              <a:gd name="connsiteX8160" fmla="*/ 1584625 w 4641785"/>
              <a:gd name="connsiteY8160" fmla="*/ 2268800 h 5274332"/>
              <a:gd name="connsiteX8161" fmla="*/ 1584625 w 4641785"/>
              <a:gd name="connsiteY8161" fmla="*/ 2268801 h 5274332"/>
              <a:gd name="connsiteX8162" fmla="*/ 1585556 w 4641785"/>
              <a:gd name="connsiteY8162" fmla="*/ 2266475 h 5274332"/>
              <a:gd name="connsiteX8163" fmla="*/ 1590207 w 4641785"/>
              <a:gd name="connsiteY8163" fmla="*/ 2264615 h 5274332"/>
              <a:gd name="connsiteX8164" fmla="*/ 1592532 w 4641785"/>
              <a:gd name="connsiteY8164" fmla="*/ 2260894 h 5274332"/>
              <a:gd name="connsiteX8165" fmla="*/ 1599044 w 4641785"/>
              <a:gd name="connsiteY8165" fmla="*/ 2256243 h 5274332"/>
              <a:gd name="connsiteX8166" fmla="*/ 1600439 w 4641785"/>
              <a:gd name="connsiteY8166" fmla="*/ 2254848 h 5274332"/>
              <a:gd name="connsiteX8167" fmla="*/ 1604625 w 4641785"/>
              <a:gd name="connsiteY8167" fmla="*/ 2252057 h 5274332"/>
              <a:gd name="connsiteX8168" fmla="*/ 1607416 w 4641785"/>
              <a:gd name="connsiteY8168" fmla="*/ 2248336 h 5274332"/>
              <a:gd name="connsiteX8169" fmla="*/ 1610671 w 4641785"/>
              <a:gd name="connsiteY8169" fmla="*/ 2246475 h 5274332"/>
              <a:gd name="connsiteX8170" fmla="*/ 1612067 w 4641785"/>
              <a:gd name="connsiteY8170" fmla="*/ 2241360 h 5274332"/>
              <a:gd name="connsiteX8171" fmla="*/ 1387454 w 4641785"/>
              <a:gd name="connsiteY8171" fmla="*/ 2239267 h 5274332"/>
              <a:gd name="connsiteX8172" fmla="*/ 1384164 w 4641785"/>
              <a:gd name="connsiteY8172" fmla="*/ 2240428 h 5274332"/>
              <a:gd name="connsiteX8173" fmla="*/ 1380908 w 4641785"/>
              <a:gd name="connsiteY8173" fmla="*/ 2240428 h 5274332"/>
              <a:gd name="connsiteX8174" fmla="*/ 1380423 w 4641785"/>
              <a:gd name="connsiteY8174" fmla="*/ 2241398 h 5274332"/>
              <a:gd name="connsiteX8175" fmla="*/ 1380908 w 4641785"/>
              <a:gd name="connsiteY8175" fmla="*/ 2240428 h 5274332"/>
              <a:gd name="connsiteX8176" fmla="*/ 1384163 w 4641785"/>
              <a:gd name="connsiteY8176" fmla="*/ 2240428 h 5274332"/>
              <a:gd name="connsiteX8177" fmla="*/ 1108639 w 4641785"/>
              <a:gd name="connsiteY8177" fmla="*/ 2237595 h 5274332"/>
              <a:gd name="connsiteX8178" fmla="*/ 1107424 w 4641785"/>
              <a:gd name="connsiteY8178" fmla="*/ 2238568 h 5274332"/>
              <a:gd name="connsiteX8179" fmla="*/ 1107288 w 4641785"/>
              <a:gd name="connsiteY8179" fmla="*/ 2238976 h 5274332"/>
              <a:gd name="connsiteX8180" fmla="*/ 1107424 w 4641785"/>
              <a:gd name="connsiteY8180" fmla="*/ 2238568 h 5274332"/>
              <a:gd name="connsiteX8181" fmla="*/ 3855348 w 4641785"/>
              <a:gd name="connsiteY8181" fmla="*/ 2237286 h 5274332"/>
              <a:gd name="connsiteX8182" fmla="*/ 3853891 w 4641785"/>
              <a:gd name="connsiteY8182" fmla="*/ 2239034 h 5274332"/>
              <a:gd name="connsiteX8183" fmla="*/ 3852042 w 4641785"/>
              <a:gd name="connsiteY8183" fmla="*/ 2239856 h 5274332"/>
              <a:gd name="connsiteX8184" fmla="*/ 3853892 w 4641785"/>
              <a:gd name="connsiteY8184" fmla="*/ 2239034 h 5274332"/>
              <a:gd name="connsiteX8185" fmla="*/ 1109749 w 4641785"/>
              <a:gd name="connsiteY8185" fmla="*/ 2236707 h 5274332"/>
              <a:gd name="connsiteX8186" fmla="*/ 1109749 w 4641785"/>
              <a:gd name="connsiteY8186" fmla="*/ 2236708 h 5274332"/>
              <a:gd name="connsiteX8187" fmla="*/ 1113934 w 4641785"/>
              <a:gd name="connsiteY8187" fmla="*/ 2240428 h 5274332"/>
              <a:gd name="connsiteX8188" fmla="*/ 1131144 w 4641785"/>
              <a:gd name="connsiteY8188" fmla="*/ 2238103 h 5274332"/>
              <a:gd name="connsiteX8189" fmla="*/ 1137655 w 4641785"/>
              <a:gd name="connsiteY8189" fmla="*/ 2239033 h 5274332"/>
              <a:gd name="connsiteX8190" fmla="*/ 1137655 w 4641785"/>
              <a:gd name="connsiteY8190" fmla="*/ 2241823 h 5274332"/>
              <a:gd name="connsiteX8191" fmla="*/ 1137656 w 4641785"/>
              <a:gd name="connsiteY8191" fmla="*/ 2241823 h 5274332"/>
              <a:gd name="connsiteX8192" fmla="*/ 1137656 w 4641785"/>
              <a:gd name="connsiteY8192" fmla="*/ 2239032 h 5274332"/>
              <a:gd name="connsiteX8193" fmla="*/ 1131144 w 4641785"/>
              <a:gd name="connsiteY8193" fmla="*/ 2238102 h 5274332"/>
              <a:gd name="connsiteX8194" fmla="*/ 1113936 w 4641785"/>
              <a:gd name="connsiteY8194" fmla="*/ 2240428 h 5274332"/>
              <a:gd name="connsiteX8195" fmla="*/ 2142756 w 4641785"/>
              <a:gd name="connsiteY8195" fmla="*/ 2234848 h 5274332"/>
              <a:gd name="connsiteX8196" fmla="*/ 2143220 w 4641785"/>
              <a:gd name="connsiteY8196" fmla="*/ 2238568 h 5274332"/>
              <a:gd name="connsiteX8197" fmla="*/ 2143222 w 4641785"/>
              <a:gd name="connsiteY8197" fmla="*/ 2238569 h 5274332"/>
              <a:gd name="connsiteX8198" fmla="*/ 2142756 w 4641785"/>
              <a:gd name="connsiteY8198" fmla="*/ 2234848 h 5274332"/>
              <a:gd name="connsiteX8199" fmla="*/ 1397187 w 4641785"/>
              <a:gd name="connsiteY8199" fmla="*/ 2232521 h 5274332"/>
              <a:gd name="connsiteX8200" fmla="*/ 1397187 w 4641785"/>
              <a:gd name="connsiteY8200" fmla="*/ 2232522 h 5274332"/>
              <a:gd name="connsiteX8201" fmla="*/ 1402303 w 4641785"/>
              <a:gd name="connsiteY8201" fmla="*/ 2233452 h 5274332"/>
              <a:gd name="connsiteX8202" fmla="*/ 1412069 w 4641785"/>
              <a:gd name="connsiteY8202" fmla="*/ 2236242 h 5274332"/>
              <a:gd name="connsiteX8203" fmla="*/ 1412070 w 4641785"/>
              <a:gd name="connsiteY8203" fmla="*/ 2236242 h 5274332"/>
              <a:gd name="connsiteX8204" fmla="*/ 1402303 w 4641785"/>
              <a:gd name="connsiteY8204" fmla="*/ 2233451 h 5274332"/>
              <a:gd name="connsiteX8205" fmla="*/ 1984154 w 4641785"/>
              <a:gd name="connsiteY8205" fmla="*/ 2232057 h 5274332"/>
              <a:gd name="connsiteX8206" fmla="*/ 1983223 w 4641785"/>
              <a:gd name="connsiteY8206" fmla="*/ 2236707 h 5274332"/>
              <a:gd name="connsiteX8207" fmla="*/ 1983224 w 4641785"/>
              <a:gd name="connsiteY8207" fmla="*/ 2236707 h 5274332"/>
              <a:gd name="connsiteX8208" fmla="*/ 2013730 w 4641785"/>
              <a:gd name="connsiteY8208" fmla="*/ 2231623 h 5274332"/>
              <a:gd name="connsiteX8209" fmla="*/ 2014385 w 4641785"/>
              <a:gd name="connsiteY8209" fmla="*/ 2233917 h 5274332"/>
              <a:gd name="connsiteX8210" fmla="*/ 2009734 w 4641785"/>
              <a:gd name="connsiteY8210" fmla="*/ 2237173 h 5274332"/>
              <a:gd name="connsiteX8211" fmla="*/ 2007874 w 4641785"/>
              <a:gd name="connsiteY8211" fmla="*/ 2240893 h 5274332"/>
              <a:gd name="connsiteX8212" fmla="*/ 2007875 w 4641785"/>
              <a:gd name="connsiteY8212" fmla="*/ 2240894 h 5274332"/>
              <a:gd name="connsiteX8213" fmla="*/ 2009735 w 4641785"/>
              <a:gd name="connsiteY8213" fmla="*/ 2237173 h 5274332"/>
              <a:gd name="connsiteX8214" fmla="*/ 2014386 w 4641785"/>
              <a:gd name="connsiteY8214" fmla="*/ 2233918 h 5274332"/>
              <a:gd name="connsiteX8215" fmla="*/ 1954059 w 4641785"/>
              <a:gd name="connsiteY8215" fmla="*/ 2231522 h 5274332"/>
              <a:gd name="connsiteX8216" fmla="*/ 1955782 w 4641785"/>
              <a:gd name="connsiteY8216" fmla="*/ 2235312 h 5274332"/>
              <a:gd name="connsiteX8217" fmla="*/ 1955782 w 4641785"/>
              <a:gd name="connsiteY8217" fmla="*/ 2235312 h 5274332"/>
              <a:gd name="connsiteX8218" fmla="*/ 1419977 w 4641785"/>
              <a:gd name="connsiteY8218" fmla="*/ 2230661 h 5274332"/>
              <a:gd name="connsiteX8219" fmla="*/ 1419977 w 4641785"/>
              <a:gd name="connsiteY8219" fmla="*/ 2230661 h 5274332"/>
              <a:gd name="connsiteX8220" fmla="*/ 1424627 w 4641785"/>
              <a:gd name="connsiteY8220" fmla="*/ 2230661 h 5274332"/>
              <a:gd name="connsiteX8221" fmla="*/ 1424627 w 4641785"/>
              <a:gd name="connsiteY8221" fmla="*/ 2230661 h 5274332"/>
              <a:gd name="connsiteX8222" fmla="*/ 1971207 w 4641785"/>
              <a:gd name="connsiteY8222" fmla="*/ 2230348 h 5274332"/>
              <a:gd name="connsiteX8223" fmla="*/ 1972526 w 4641785"/>
              <a:gd name="connsiteY8223" fmla="*/ 2232986 h 5274332"/>
              <a:gd name="connsiteX8224" fmla="*/ 1972526 w 4641785"/>
              <a:gd name="connsiteY8224" fmla="*/ 2232986 h 5274332"/>
              <a:gd name="connsiteX8225" fmla="*/ 1653462 w 4641785"/>
              <a:gd name="connsiteY8225" fmla="*/ 2229266 h 5274332"/>
              <a:gd name="connsiteX8226" fmla="*/ 1653462 w 4641785"/>
              <a:gd name="connsiteY8226" fmla="*/ 2229267 h 5274332"/>
              <a:gd name="connsiteX8227" fmla="*/ 1657182 w 4641785"/>
              <a:gd name="connsiteY8227" fmla="*/ 2230197 h 5274332"/>
              <a:gd name="connsiteX8228" fmla="*/ 1660438 w 4641785"/>
              <a:gd name="connsiteY8228" fmla="*/ 2235313 h 5274332"/>
              <a:gd name="connsiteX8229" fmla="*/ 1660550 w 4641785"/>
              <a:gd name="connsiteY8229" fmla="*/ 2236434 h 5274332"/>
              <a:gd name="connsiteX8230" fmla="*/ 1660438 w 4641785"/>
              <a:gd name="connsiteY8230" fmla="*/ 2235312 h 5274332"/>
              <a:gd name="connsiteX8231" fmla="*/ 1657182 w 4641785"/>
              <a:gd name="connsiteY8231" fmla="*/ 2230196 h 5274332"/>
              <a:gd name="connsiteX8232" fmla="*/ 1452535 w 4641785"/>
              <a:gd name="connsiteY8232" fmla="*/ 2229266 h 5274332"/>
              <a:gd name="connsiteX8233" fmla="*/ 1452534 w 4641785"/>
              <a:gd name="connsiteY8233" fmla="*/ 2229266 h 5274332"/>
              <a:gd name="connsiteX8234" fmla="*/ 1454859 w 4641785"/>
              <a:gd name="connsiteY8234" fmla="*/ 2229266 h 5274332"/>
              <a:gd name="connsiteX8235" fmla="*/ 1454860 w 4641785"/>
              <a:gd name="connsiteY8235" fmla="*/ 2229266 h 5274332"/>
              <a:gd name="connsiteX8236" fmla="*/ 2074761 w 4641785"/>
              <a:gd name="connsiteY8236" fmla="*/ 2229050 h 5274332"/>
              <a:gd name="connsiteX8237" fmla="*/ 2076245 w 4641785"/>
              <a:gd name="connsiteY8237" fmla="*/ 2231127 h 5274332"/>
              <a:gd name="connsiteX8238" fmla="*/ 2076245 w 4641785"/>
              <a:gd name="connsiteY8238" fmla="*/ 2231126 h 5274332"/>
              <a:gd name="connsiteX8239" fmla="*/ 1957178 w 4641785"/>
              <a:gd name="connsiteY8239" fmla="*/ 2228802 h 5274332"/>
              <a:gd name="connsiteX8240" fmla="*/ 1957177 w 4641785"/>
              <a:gd name="connsiteY8240" fmla="*/ 2228802 h 5274332"/>
              <a:gd name="connsiteX8241" fmla="*/ 1957936 w 4641785"/>
              <a:gd name="connsiteY8241" fmla="*/ 2230570 h 5274332"/>
              <a:gd name="connsiteX8242" fmla="*/ 2014851 w 4641785"/>
              <a:gd name="connsiteY8242" fmla="*/ 2228336 h 5274332"/>
              <a:gd name="connsiteX8243" fmla="*/ 2013456 w 4641785"/>
              <a:gd name="connsiteY8243" fmla="*/ 2230661 h 5274332"/>
              <a:gd name="connsiteX8244" fmla="*/ 2013456 w 4641785"/>
              <a:gd name="connsiteY8244" fmla="*/ 2230662 h 5274332"/>
              <a:gd name="connsiteX8245" fmla="*/ 2014851 w 4641785"/>
              <a:gd name="connsiteY8245" fmla="*/ 2228336 h 5274332"/>
              <a:gd name="connsiteX8246" fmla="*/ 2135314 w 4641785"/>
              <a:gd name="connsiteY8246" fmla="*/ 2228335 h 5274332"/>
              <a:gd name="connsiteX8247" fmla="*/ 2129267 w 4641785"/>
              <a:gd name="connsiteY8247" fmla="*/ 2232986 h 5274332"/>
              <a:gd name="connsiteX8248" fmla="*/ 2129269 w 4641785"/>
              <a:gd name="connsiteY8248" fmla="*/ 2232987 h 5274332"/>
              <a:gd name="connsiteX8249" fmla="*/ 2135315 w 4641785"/>
              <a:gd name="connsiteY8249" fmla="*/ 2228336 h 5274332"/>
              <a:gd name="connsiteX8250" fmla="*/ 1990200 w 4641785"/>
              <a:gd name="connsiteY8250" fmla="*/ 2227871 h 5274332"/>
              <a:gd name="connsiteX8251" fmla="*/ 1990200 w 4641785"/>
              <a:gd name="connsiteY8251" fmla="*/ 2227872 h 5274332"/>
              <a:gd name="connsiteX8252" fmla="*/ 1994387 w 4641785"/>
              <a:gd name="connsiteY8252" fmla="*/ 2228802 h 5274332"/>
              <a:gd name="connsiteX8253" fmla="*/ 1999502 w 4641785"/>
              <a:gd name="connsiteY8253" fmla="*/ 2231592 h 5274332"/>
              <a:gd name="connsiteX8254" fmla="*/ 1999502 w 4641785"/>
              <a:gd name="connsiteY8254" fmla="*/ 2231591 h 5274332"/>
              <a:gd name="connsiteX8255" fmla="*/ 1994386 w 4641785"/>
              <a:gd name="connsiteY8255" fmla="*/ 2228800 h 5274332"/>
              <a:gd name="connsiteX8256" fmla="*/ 3859007 w 4641785"/>
              <a:gd name="connsiteY8256" fmla="*/ 2227406 h 5274332"/>
              <a:gd name="connsiteX8257" fmla="*/ 3858542 w 4641785"/>
              <a:gd name="connsiteY8257" fmla="*/ 2231128 h 5274332"/>
              <a:gd name="connsiteX8258" fmla="*/ 3856974 w 4641785"/>
              <a:gd name="connsiteY8258" fmla="*/ 2234578 h 5274332"/>
              <a:gd name="connsiteX8259" fmla="*/ 3858543 w 4641785"/>
              <a:gd name="connsiteY8259" fmla="*/ 2231127 h 5274332"/>
              <a:gd name="connsiteX8260" fmla="*/ 3859008 w 4641785"/>
              <a:gd name="connsiteY8260" fmla="*/ 2227406 h 5274332"/>
              <a:gd name="connsiteX8261" fmla="*/ 1851133 w 4641785"/>
              <a:gd name="connsiteY8261" fmla="*/ 2226010 h 5274332"/>
              <a:gd name="connsiteX8262" fmla="*/ 1851133 w 4641785"/>
              <a:gd name="connsiteY8262" fmla="*/ 2226011 h 5274332"/>
              <a:gd name="connsiteX8263" fmla="*/ 1853457 w 4641785"/>
              <a:gd name="connsiteY8263" fmla="*/ 2229266 h 5274332"/>
              <a:gd name="connsiteX8264" fmla="*/ 1853458 w 4641785"/>
              <a:gd name="connsiteY8264" fmla="*/ 2229266 h 5274332"/>
              <a:gd name="connsiteX8265" fmla="*/ 1431140 w 4641785"/>
              <a:gd name="connsiteY8265" fmla="*/ 2226010 h 5274332"/>
              <a:gd name="connsiteX8266" fmla="*/ 1426488 w 4641785"/>
              <a:gd name="connsiteY8266" fmla="*/ 2226475 h 5274332"/>
              <a:gd name="connsiteX8267" fmla="*/ 1426488 w 4641785"/>
              <a:gd name="connsiteY8267" fmla="*/ 2226475 h 5274332"/>
              <a:gd name="connsiteX8268" fmla="*/ 1431139 w 4641785"/>
              <a:gd name="connsiteY8268" fmla="*/ 2226010 h 5274332"/>
              <a:gd name="connsiteX8269" fmla="*/ 1434860 w 4641785"/>
              <a:gd name="connsiteY8269" fmla="*/ 2226940 h 5274332"/>
              <a:gd name="connsiteX8270" fmla="*/ 1434861 w 4641785"/>
              <a:gd name="connsiteY8270" fmla="*/ 2226940 h 5274332"/>
              <a:gd name="connsiteX8271" fmla="*/ 1441372 w 4641785"/>
              <a:gd name="connsiteY8271" fmla="*/ 2225544 h 5274332"/>
              <a:gd name="connsiteX8272" fmla="*/ 1435946 w 4641785"/>
              <a:gd name="connsiteY8272" fmla="*/ 2226707 h 5274332"/>
              <a:gd name="connsiteX8273" fmla="*/ 1441371 w 4641785"/>
              <a:gd name="connsiteY8273" fmla="*/ 2225545 h 5274332"/>
              <a:gd name="connsiteX8274" fmla="*/ 1444627 w 4641785"/>
              <a:gd name="connsiteY8274" fmla="*/ 2227871 h 5274332"/>
              <a:gd name="connsiteX8275" fmla="*/ 1447883 w 4641785"/>
              <a:gd name="connsiteY8275" fmla="*/ 2231591 h 5274332"/>
              <a:gd name="connsiteX8276" fmla="*/ 1447883 w 4641785"/>
              <a:gd name="connsiteY8276" fmla="*/ 2231591 h 5274332"/>
              <a:gd name="connsiteX8277" fmla="*/ 1447883 w 4641785"/>
              <a:gd name="connsiteY8277" fmla="*/ 2231591 h 5274332"/>
              <a:gd name="connsiteX8278" fmla="*/ 1451659 w 4641785"/>
              <a:gd name="connsiteY8278" fmla="*/ 2229703 h 5274332"/>
              <a:gd name="connsiteX8279" fmla="*/ 1447883 w 4641785"/>
              <a:gd name="connsiteY8279" fmla="*/ 2231591 h 5274332"/>
              <a:gd name="connsiteX8280" fmla="*/ 1444628 w 4641785"/>
              <a:gd name="connsiteY8280" fmla="*/ 2227870 h 5274332"/>
              <a:gd name="connsiteX8281" fmla="*/ 2110664 w 4641785"/>
              <a:gd name="connsiteY8281" fmla="*/ 2225080 h 5274332"/>
              <a:gd name="connsiteX8282" fmla="*/ 2110664 w 4641785"/>
              <a:gd name="connsiteY8282" fmla="*/ 2225080 h 5274332"/>
              <a:gd name="connsiteX8283" fmla="*/ 2113454 w 4641785"/>
              <a:gd name="connsiteY8283" fmla="*/ 2226941 h 5274332"/>
              <a:gd name="connsiteX8284" fmla="*/ 2113454 w 4641785"/>
              <a:gd name="connsiteY8284" fmla="*/ 2226940 h 5274332"/>
              <a:gd name="connsiteX8285" fmla="*/ 1974851 w 4641785"/>
              <a:gd name="connsiteY8285" fmla="*/ 2225080 h 5274332"/>
              <a:gd name="connsiteX8286" fmla="*/ 1972991 w 4641785"/>
              <a:gd name="connsiteY8286" fmla="*/ 2228800 h 5274332"/>
              <a:gd name="connsiteX8287" fmla="*/ 1972992 w 4641785"/>
              <a:gd name="connsiteY8287" fmla="*/ 2228801 h 5274332"/>
              <a:gd name="connsiteX8288" fmla="*/ 1974852 w 4641785"/>
              <a:gd name="connsiteY8288" fmla="*/ 2225080 h 5274332"/>
              <a:gd name="connsiteX8289" fmla="*/ 1460906 w 4641785"/>
              <a:gd name="connsiteY8289" fmla="*/ 2225079 h 5274332"/>
              <a:gd name="connsiteX8290" fmla="*/ 1459010 w 4641785"/>
              <a:gd name="connsiteY8290" fmla="*/ 2226393 h 5274332"/>
              <a:gd name="connsiteX8291" fmla="*/ 1460906 w 4641785"/>
              <a:gd name="connsiteY8291" fmla="*/ 2225079 h 5274332"/>
              <a:gd name="connsiteX8292" fmla="*/ 2103746 w 4641785"/>
              <a:gd name="connsiteY8292" fmla="*/ 2224733 h 5274332"/>
              <a:gd name="connsiteX8293" fmla="*/ 2104616 w 4641785"/>
              <a:gd name="connsiteY8293" fmla="*/ 2226475 h 5274332"/>
              <a:gd name="connsiteX8294" fmla="*/ 2104152 w 4641785"/>
              <a:gd name="connsiteY8294" fmla="*/ 2229266 h 5274332"/>
              <a:gd name="connsiteX8295" fmla="*/ 2104152 w 4641785"/>
              <a:gd name="connsiteY8295" fmla="*/ 2229266 h 5274332"/>
              <a:gd name="connsiteX8296" fmla="*/ 2104617 w 4641785"/>
              <a:gd name="connsiteY8296" fmla="*/ 2226476 h 5274332"/>
              <a:gd name="connsiteX8297" fmla="*/ 1620439 w 4641785"/>
              <a:gd name="connsiteY8297" fmla="*/ 2224149 h 5274332"/>
              <a:gd name="connsiteX8298" fmla="*/ 1616717 w 4641785"/>
              <a:gd name="connsiteY8298" fmla="*/ 2227871 h 5274332"/>
              <a:gd name="connsiteX8299" fmla="*/ 1611136 w 4641785"/>
              <a:gd name="connsiteY8299" fmla="*/ 2230196 h 5274332"/>
              <a:gd name="connsiteX8300" fmla="*/ 1610206 w 4641785"/>
              <a:gd name="connsiteY8300" fmla="*/ 2231591 h 5274332"/>
              <a:gd name="connsiteX8301" fmla="*/ 1610856 w 4641785"/>
              <a:gd name="connsiteY8301" fmla="*/ 2236466 h 5274332"/>
              <a:gd name="connsiteX8302" fmla="*/ 1610206 w 4641785"/>
              <a:gd name="connsiteY8302" fmla="*/ 2231592 h 5274332"/>
              <a:gd name="connsiteX8303" fmla="*/ 1611136 w 4641785"/>
              <a:gd name="connsiteY8303" fmla="*/ 2230197 h 5274332"/>
              <a:gd name="connsiteX8304" fmla="*/ 1616717 w 4641785"/>
              <a:gd name="connsiteY8304" fmla="*/ 2227872 h 5274332"/>
              <a:gd name="connsiteX8305" fmla="*/ 1620438 w 4641785"/>
              <a:gd name="connsiteY8305" fmla="*/ 2224150 h 5274332"/>
              <a:gd name="connsiteX8306" fmla="*/ 1626020 w 4641785"/>
              <a:gd name="connsiteY8306" fmla="*/ 2224616 h 5274332"/>
              <a:gd name="connsiteX8307" fmla="*/ 1626020 w 4641785"/>
              <a:gd name="connsiteY8307" fmla="*/ 2224615 h 5274332"/>
              <a:gd name="connsiteX8308" fmla="*/ 1792064 w 4641785"/>
              <a:gd name="connsiteY8308" fmla="*/ 2223221 h 5274332"/>
              <a:gd name="connsiteX8309" fmla="*/ 1792063 w 4641785"/>
              <a:gd name="connsiteY8309" fmla="*/ 2223221 h 5274332"/>
              <a:gd name="connsiteX8310" fmla="*/ 1790668 w 4641785"/>
              <a:gd name="connsiteY8310" fmla="*/ 2229266 h 5274332"/>
              <a:gd name="connsiteX8311" fmla="*/ 1790668 w 4641785"/>
              <a:gd name="connsiteY8311" fmla="*/ 2229266 h 5274332"/>
              <a:gd name="connsiteX8312" fmla="*/ 3865518 w 4641785"/>
              <a:gd name="connsiteY8312" fmla="*/ 2221825 h 5274332"/>
              <a:gd name="connsiteX8313" fmla="*/ 3865518 w 4641785"/>
              <a:gd name="connsiteY8313" fmla="*/ 2224151 h 5274332"/>
              <a:gd name="connsiteX8314" fmla="*/ 3868309 w 4641785"/>
              <a:gd name="connsiteY8314" fmla="*/ 2227871 h 5274332"/>
              <a:gd name="connsiteX8315" fmla="*/ 3868310 w 4641785"/>
              <a:gd name="connsiteY8315" fmla="*/ 2227871 h 5274332"/>
              <a:gd name="connsiteX8316" fmla="*/ 3865519 w 4641785"/>
              <a:gd name="connsiteY8316" fmla="*/ 2224150 h 5274332"/>
              <a:gd name="connsiteX8317" fmla="*/ 3865519 w 4641785"/>
              <a:gd name="connsiteY8317" fmla="*/ 2221826 h 5274332"/>
              <a:gd name="connsiteX8318" fmla="*/ 1759041 w 4641785"/>
              <a:gd name="connsiteY8318" fmla="*/ 2221359 h 5274332"/>
              <a:gd name="connsiteX8319" fmla="*/ 1757645 w 4641785"/>
              <a:gd name="connsiteY8319" fmla="*/ 2223219 h 5274332"/>
              <a:gd name="connsiteX8320" fmla="*/ 1757646 w 4641785"/>
              <a:gd name="connsiteY8320" fmla="*/ 2223220 h 5274332"/>
              <a:gd name="connsiteX8321" fmla="*/ 1759041 w 4641785"/>
              <a:gd name="connsiteY8321" fmla="*/ 2221360 h 5274332"/>
              <a:gd name="connsiteX8322" fmla="*/ 1744157 w 4641785"/>
              <a:gd name="connsiteY8322" fmla="*/ 2220895 h 5274332"/>
              <a:gd name="connsiteX8323" fmla="*/ 1746017 w 4641785"/>
              <a:gd name="connsiteY8323" fmla="*/ 2225545 h 5274332"/>
              <a:gd name="connsiteX8324" fmla="*/ 1746018 w 4641785"/>
              <a:gd name="connsiteY8324" fmla="*/ 2225545 h 5274332"/>
              <a:gd name="connsiteX8325" fmla="*/ 1744158 w 4641785"/>
              <a:gd name="connsiteY8325" fmla="*/ 2220895 h 5274332"/>
              <a:gd name="connsiteX8326" fmla="*/ 3884588 w 4641785"/>
              <a:gd name="connsiteY8326" fmla="*/ 2219965 h 5274332"/>
              <a:gd name="connsiteX8327" fmla="*/ 3882770 w 4641785"/>
              <a:gd name="connsiteY8327" fmla="*/ 2222692 h 5274332"/>
              <a:gd name="connsiteX8328" fmla="*/ 3884589 w 4641785"/>
              <a:gd name="connsiteY8328" fmla="*/ 2219965 h 5274332"/>
              <a:gd name="connsiteX8329" fmla="*/ 2133453 w 4641785"/>
              <a:gd name="connsiteY8329" fmla="*/ 2219033 h 5274332"/>
              <a:gd name="connsiteX8330" fmla="*/ 2129267 w 4641785"/>
              <a:gd name="connsiteY8330" fmla="*/ 2222289 h 5274332"/>
              <a:gd name="connsiteX8331" fmla="*/ 2128803 w 4641785"/>
              <a:gd name="connsiteY8331" fmla="*/ 2224615 h 5274332"/>
              <a:gd name="connsiteX8332" fmla="*/ 2128803 w 4641785"/>
              <a:gd name="connsiteY8332" fmla="*/ 2224615 h 5274332"/>
              <a:gd name="connsiteX8333" fmla="*/ 2129268 w 4641785"/>
              <a:gd name="connsiteY8333" fmla="*/ 2222290 h 5274332"/>
              <a:gd name="connsiteX8334" fmla="*/ 2133454 w 4641785"/>
              <a:gd name="connsiteY8334" fmla="*/ 2219034 h 5274332"/>
              <a:gd name="connsiteX8335" fmla="*/ 2407404 w 4641785"/>
              <a:gd name="connsiteY8335" fmla="*/ 2218569 h 5274332"/>
              <a:gd name="connsiteX8336" fmla="*/ 2408798 w 4641785"/>
              <a:gd name="connsiteY8336" fmla="*/ 2219964 h 5274332"/>
              <a:gd name="connsiteX8337" fmla="*/ 2408798 w 4641785"/>
              <a:gd name="connsiteY8337" fmla="*/ 2219964 h 5274332"/>
              <a:gd name="connsiteX8338" fmla="*/ 1752995 w 4641785"/>
              <a:gd name="connsiteY8338" fmla="*/ 2218569 h 5274332"/>
              <a:gd name="connsiteX8339" fmla="*/ 1754855 w 4641785"/>
              <a:gd name="connsiteY8339" fmla="*/ 2221360 h 5274332"/>
              <a:gd name="connsiteX8340" fmla="*/ 1755320 w 4641785"/>
              <a:gd name="connsiteY8340" fmla="*/ 2226010 h 5274332"/>
              <a:gd name="connsiteX8341" fmla="*/ 1754855 w 4641785"/>
              <a:gd name="connsiteY8341" fmla="*/ 2221359 h 5274332"/>
              <a:gd name="connsiteX8342" fmla="*/ 1752995 w 4641785"/>
              <a:gd name="connsiteY8342" fmla="*/ 2218569 h 5274332"/>
              <a:gd name="connsiteX8343" fmla="*/ 1652603 w 4641785"/>
              <a:gd name="connsiteY8343" fmla="*/ 2217826 h 5274332"/>
              <a:gd name="connsiteX8344" fmla="*/ 1652996 w 4641785"/>
              <a:gd name="connsiteY8344" fmla="*/ 2218569 h 5274332"/>
              <a:gd name="connsiteX8345" fmla="*/ 1652996 w 4641785"/>
              <a:gd name="connsiteY8345" fmla="*/ 2218568 h 5274332"/>
              <a:gd name="connsiteX8346" fmla="*/ 2019967 w 4641785"/>
              <a:gd name="connsiteY8346" fmla="*/ 2217638 h 5274332"/>
              <a:gd name="connsiteX8347" fmla="*/ 2016711 w 4641785"/>
              <a:gd name="connsiteY8347" fmla="*/ 2221824 h 5274332"/>
              <a:gd name="connsiteX8348" fmla="*/ 2013456 w 4641785"/>
              <a:gd name="connsiteY8348" fmla="*/ 2224615 h 5274332"/>
              <a:gd name="connsiteX8349" fmla="*/ 2013456 w 4641785"/>
              <a:gd name="connsiteY8349" fmla="*/ 2224616 h 5274332"/>
              <a:gd name="connsiteX8350" fmla="*/ 2016712 w 4641785"/>
              <a:gd name="connsiteY8350" fmla="*/ 2221825 h 5274332"/>
              <a:gd name="connsiteX8351" fmla="*/ 2019967 w 4641785"/>
              <a:gd name="connsiteY8351" fmla="*/ 2217639 h 5274332"/>
              <a:gd name="connsiteX8352" fmla="*/ 1736250 w 4641785"/>
              <a:gd name="connsiteY8352" fmla="*/ 2217638 h 5274332"/>
              <a:gd name="connsiteX8353" fmla="*/ 1734390 w 4641785"/>
              <a:gd name="connsiteY8353" fmla="*/ 2220894 h 5274332"/>
              <a:gd name="connsiteX8354" fmla="*/ 1734390 w 4641785"/>
              <a:gd name="connsiteY8354" fmla="*/ 2220894 h 5274332"/>
              <a:gd name="connsiteX8355" fmla="*/ 1736251 w 4641785"/>
              <a:gd name="connsiteY8355" fmla="*/ 2217639 h 5274332"/>
              <a:gd name="connsiteX8356" fmla="*/ 1628810 w 4641785"/>
              <a:gd name="connsiteY8356" fmla="*/ 2216243 h 5274332"/>
              <a:gd name="connsiteX8357" fmla="*/ 1628810 w 4641785"/>
              <a:gd name="connsiteY8357" fmla="*/ 2218568 h 5274332"/>
              <a:gd name="connsiteX8358" fmla="*/ 1625554 w 4641785"/>
              <a:gd name="connsiteY8358" fmla="*/ 2220894 h 5274332"/>
              <a:gd name="connsiteX8359" fmla="*/ 1625878 w 4641785"/>
              <a:gd name="connsiteY8359" fmla="*/ 2223481 h 5274332"/>
              <a:gd name="connsiteX8360" fmla="*/ 1625555 w 4641785"/>
              <a:gd name="connsiteY8360" fmla="*/ 2220895 h 5274332"/>
              <a:gd name="connsiteX8361" fmla="*/ 1628811 w 4641785"/>
              <a:gd name="connsiteY8361" fmla="*/ 2218569 h 5274332"/>
              <a:gd name="connsiteX8362" fmla="*/ 1628811 w 4641785"/>
              <a:gd name="connsiteY8362" fmla="*/ 2216243 h 5274332"/>
              <a:gd name="connsiteX8363" fmla="*/ 1723228 w 4641785"/>
              <a:gd name="connsiteY8363" fmla="*/ 2215778 h 5274332"/>
              <a:gd name="connsiteX8364" fmla="*/ 1720902 w 4641785"/>
              <a:gd name="connsiteY8364" fmla="*/ 2221359 h 5274332"/>
              <a:gd name="connsiteX8365" fmla="*/ 1720903 w 4641785"/>
              <a:gd name="connsiteY8365" fmla="*/ 2221359 h 5274332"/>
              <a:gd name="connsiteX8366" fmla="*/ 1723228 w 4641785"/>
              <a:gd name="connsiteY8366" fmla="*/ 2215778 h 5274332"/>
              <a:gd name="connsiteX8367" fmla="*/ 2116245 w 4641785"/>
              <a:gd name="connsiteY8367" fmla="*/ 2215777 h 5274332"/>
              <a:gd name="connsiteX8368" fmla="*/ 2116245 w 4641785"/>
              <a:gd name="connsiteY8368" fmla="*/ 2215778 h 5274332"/>
              <a:gd name="connsiteX8369" fmla="*/ 2118570 w 4641785"/>
              <a:gd name="connsiteY8369" fmla="*/ 2217173 h 5274332"/>
              <a:gd name="connsiteX8370" fmla="*/ 2118570 w 4641785"/>
              <a:gd name="connsiteY8370" fmla="*/ 2217173 h 5274332"/>
              <a:gd name="connsiteX8371" fmla="*/ 1807878 w 4641785"/>
              <a:gd name="connsiteY8371" fmla="*/ 2215314 h 5274332"/>
              <a:gd name="connsiteX8372" fmla="*/ 1807878 w 4641785"/>
              <a:gd name="connsiteY8372" fmla="*/ 2215314 h 5274332"/>
              <a:gd name="connsiteX8373" fmla="*/ 1808342 w 4641785"/>
              <a:gd name="connsiteY8373" fmla="*/ 2218568 h 5274332"/>
              <a:gd name="connsiteX8374" fmla="*/ 1808343 w 4641785"/>
              <a:gd name="connsiteY8374" fmla="*/ 2218569 h 5274332"/>
              <a:gd name="connsiteX8375" fmla="*/ 2128337 w 4641785"/>
              <a:gd name="connsiteY8375" fmla="*/ 2213918 h 5274332"/>
              <a:gd name="connsiteX8376" fmla="*/ 2127407 w 4641785"/>
              <a:gd name="connsiteY8376" fmla="*/ 2216708 h 5274332"/>
              <a:gd name="connsiteX8377" fmla="*/ 2127408 w 4641785"/>
              <a:gd name="connsiteY8377" fmla="*/ 2216708 h 5274332"/>
              <a:gd name="connsiteX8378" fmla="*/ 1762297 w 4641785"/>
              <a:gd name="connsiteY8378" fmla="*/ 2212988 h 5274332"/>
              <a:gd name="connsiteX8379" fmla="*/ 1765088 w 4641785"/>
              <a:gd name="connsiteY8379" fmla="*/ 2215778 h 5274332"/>
              <a:gd name="connsiteX8380" fmla="*/ 1767413 w 4641785"/>
              <a:gd name="connsiteY8380" fmla="*/ 2219499 h 5274332"/>
              <a:gd name="connsiteX8381" fmla="*/ 1767413 w 4641785"/>
              <a:gd name="connsiteY8381" fmla="*/ 2219498 h 5274332"/>
              <a:gd name="connsiteX8382" fmla="*/ 1765088 w 4641785"/>
              <a:gd name="connsiteY8382" fmla="*/ 2215777 h 5274332"/>
              <a:gd name="connsiteX8383" fmla="*/ 1464998 w 4641785"/>
              <a:gd name="connsiteY8383" fmla="*/ 2212749 h 5274332"/>
              <a:gd name="connsiteX8384" fmla="*/ 1461837 w 4641785"/>
              <a:gd name="connsiteY8384" fmla="*/ 2213452 h 5274332"/>
              <a:gd name="connsiteX8385" fmla="*/ 1461837 w 4641785"/>
              <a:gd name="connsiteY8385" fmla="*/ 2213452 h 5274332"/>
              <a:gd name="connsiteX8386" fmla="*/ 1761367 w 4641785"/>
              <a:gd name="connsiteY8386" fmla="*/ 2209267 h 5274332"/>
              <a:gd name="connsiteX8387" fmla="*/ 1761366 w 4641785"/>
              <a:gd name="connsiteY8387" fmla="*/ 2209267 h 5274332"/>
              <a:gd name="connsiteX8388" fmla="*/ 1761644 w 4641785"/>
              <a:gd name="connsiteY8388" fmla="*/ 2210377 h 5274332"/>
              <a:gd name="connsiteX8389" fmla="*/ 1769402 w 4641785"/>
              <a:gd name="connsiteY8389" fmla="*/ 2208991 h 5274332"/>
              <a:gd name="connsiteX8390" fmla="*/ 1770203 w 4641785"/>
              <a:gd name="connsiteY8390" fmla="*/ 2211126 h 5274332"/>
              <a:gd name="connsiteX8391" fmla="*/ 1770204 w 4641785"/>
              <a:gd name="connsiteY8391" fmla="*/ 2211126 h 5274332"/>
              <a:gd name="connsiteX8392" fmla="*/ 1698576 w 4641785"/>
              <a:gd name="connsiteY8392" fmla="*/ 2208336 h 5274332"/>
              <a:gd name="connsiteX8393" fmla="*/ 1696251 w 4641785"/>
              <a:gd name="connsiteY8393" fmla="*/ 2212987 h 5274332"/>
              <a:gd name="connsiteX8394" fmla="*/ 1697646 w 4641785"/>
              <a:gd name="connsiteY8394" fmla="*/ 2218103 h 5274332"/>
              <a:gd name="connsiteX8395" fmla="*/ 1697647 w 4641785"/>
              <a:gd name="connsiteY8395" fmla="*/ 2218103 h 5274332"/>
              <a:gd name="connsiteX8396" fmla="*/ 1696252 w 4641785"/>
              <a:gd name="connsiteY8396" fmla="*/ 2212988 h 5274332"/>
              <a:gd name="connsiteX8397" fmla="*/ 1698577 w 4641785"/>
              <a:gd name="connsiteY8397" fmla="*/ 2208337 h 5274332"/>
              <a:gd name="connsiteX8398" fmla="*/ 4034818 w 4641785"/>
              <a:gd name="connsiteY8398" fmla="*/ 2207870 h 5274332"/>
              <a:gd name="connsiteX8399" fmla="*/ 4035283 w 4641785"/>
              <a:gd name="connsiteY8399" fmla="*/ 2210661 h 5274332"/>
              <a:gd name="connsiteX8400" fmla="*/ 4035284 w 4641785"/>
              <a:gd name="connsiteY8400" fmla="*/ 2210661 h 5274332"/>
              <a:gd name="connsiteX8401" fmla="*/ 1621204 w 4641785"/>
              <a:gd name="connsiteY8401" fmla="*/ 2207819 h 5274332"/>
              <a:gd name="connsiteX8402" fmla="*/ 1619508 w 4641785"/>
              <a:gd name="connsiteY8402" fmla="*/ 2212057 h 5274332"/>
              <a:gd name="connsiteX8403" fmla="*/ 1619509 w 4641785"/>
              <a:gd name="connsiteY8403" fmla="*/ 2212057 h 5274332"/>
              <a:gd name="connsiteX8404" fmla="*/ 1787412 w 4641785"/>
              <a:gd name="connsiteY8404" fmla="*/ 2207407 h 5274332"/>
              <a:gd name="connsiteX8405" fmla="*/ 1786017 w 4641785"/>
              <a:gd name="connsiteY8405" fmla="*/ 2210661 h 5274332"/>
              <a:gd name="connsiteX8406" fmla="*/ 1782296 w 4641785"/>
              <a:gd name="connsiteY8406" fmla="*/ 2209731 h 5274332"/>
              <a:gd name="connsiteX8407" fmla="*/ 1781366 w 4641785"/>
              <a:gd name="connsiteY8407" fmla="*/ 2212987 h 5274332"/>
              <a:gd name="connsiteX8408" fmla="*/ 1778110 w 4641785"/>
              <a:gd name="connsiteY8408" fmla="*/ 2216242 h 5274332"/>
              <a:gd name="connsiteX8409" fmla="*/ 1777645 w 4641785"/>
              <a:gd name="connsiteY8409" fmla="*/ 2219964 h 5274332"/>
              <a:gd name="connsiteX8410" fmla="*/ 1779040 w 4641785"/>
              <a:gd name="connsiteY8410" fmla="*/ 2225079 h 5274332"/>
              <a:gd name="connsiteX8411" fmla="*/ 1779041 w 4641785"/>
              <a:gd name="connsiteY8411" fmla="*/ 2225080 h 5274332"/>
              <a:gd name="connsiteX8412" fmla="*/ 1777646 w 4641785"/>
              <a:gd name="connsiteY8412" fmla="*/ 2219965 h 5274332"/>
              <a:gd name="connsiteX8413" fmla="*/ 1778110 w 4641785"/>
              <a:gd name="connsiteY8413" fmla="*/ 2216243 h 5274332"/>
              <a:gd name="connsiteX8414" fmla="*/ 1781366 w 4641785"/>
              <a:gd name="connsiteY8414" fmla="*/ 2212988 h 5274332"/>
              <a:gd name="connsiteX8415" fmla="*/ 1782297 w 4641785"/>
              <a:gd name="connsiteY8415" fmla="*/ 2209732 h 5274332"/>
              <a:gd name="connsiteX8416" fmla="*/ 1786017 w 4641785"/>
              <a:gd name="connsiteY8416" fmla="*/ 2210662 h 5274332"/>
              <a:gd name="connsiteX8417" fmla="*/ 1787412 w 4641785"/>
              <a:gd name="connsiteY8417" fmla="*/ 2207407 h 5274332"/>
              <a:gd name="connsiteX8418" fmla="*/ 1726483 w 4641785"/>
              <a:gd name="connsiteY8418" fmla="*/ 2206941 h 5274332"/>
              <a:gd name="connsiteX8419" fmla="*/ 1721367 w 4641785"/>
              <a:gd name="connsiteY8419" fmla="*/ 2213452 h 5274332"/>
              <a:gd name="connsiteX8420" fmla="*/ 1721367 w 4641785"/>
              <a:gd name="connsiteY8420" fmla="*/ 2213452 h 5274332"/>
              <a:gd name="connsiteX8421" fmla="*/ 1726483 w 4641785"/>
              <a:gd name="connsiteY8421" fmla="*/ 2206941 h 5274332"/>
              <a:gd name="connsiteX8422" fmla="*/ 1771881 w 4641785"/>
              <a:gd name="connsiteY8422" fmla="*/ 2206856 h 5274332"/>
              <a:gd name="connsiteX8423" fmla="*/ 1772529 w 4641785"/>
              <a:gd name="connsiteY8423" fmla="*/ 2208801 h 5274332"/>
              <a:gd name="connsiteX8424" fmla="*/ 1772529 w 4641785"/>
              <a:gd name="connsiteY8424" fmla="*/ 2208801 h 5274332"/>
              <a:gd name="connsiteX8425" fmla="*/ 1647880 w 4641785"/>
              <a:gd name="connsiteY8425" fmla="*/ 2206475 h 5274332"/>
              <a:gd name="connsiteX8426" fmla="*/ 1647880 w 4641785"/>
              <a:gd name="connsiteY8426" fmla="*/ 2206476 h 5274332"/>
              <a:gd name="connsiteX8427" fmla="*/ 1648082 w 4641785"/>
              <a:gd name="connsiteY8427" fmla="*/ 2207384 h 5274332"/>
              <a:gd name="connsiteX8428" fmla="*/ 3112575 w 4641785"/>
              <a:gd name="connsiteY8428" fmla="*/ 2203815 h 5274332"/>
              <a:gd name="connsiteX8429" fmla="*/ 3112973 w 4641785"/>
              <a:gd name="connsiteY8429" fmla="*/ 2207404 h 5274332"/>
              <a:gd name="connsiteX8430" fmla="*/ 3112972 w 4641785"/>
              <a:gd name="connsiteY8430" fmla="*/ 2207406 h 5274332"/>
              <a:gd name="connsiteX8431" fmla="*/ 3117443 w 4641785"/>
              <a:gd name="connsiteY8431" fmla="*/ 2209492 h 5274332"/>
              <a:gd name="connsiteX8432" fmla="*/ 3112974 w 4641785"/>
              <a:gd name="connsiteY8432" fmla="*/ 2207406 h 5274332"/>
              <a:gd name="connsiteX8433" fmla="*/ 1939503 w 4641785"/>
              <a:gd name="connsiteY8433" fmla="*/ 2203685 h 5274332"/>
              <a:gd name="connsiteX8434" fmla="*/ 1939503 w 4641785"/>
              <a:gd name="connsiteY8434" fmla="*/ 2203686 h 5274332"/>
              <a:gd name="connsiteX8435" fmla="*/ 1939968 w 4641785"/>
              <a:gd name="connsiteY8435" fmla="*/ 2207406 h 5274332"/>
              <a:gd name="connsiteX8436" fmla="*/ 1943689 w 4641785"/>
              <a:gd name="connsiteY8436" fmla="*/ 2215777 h 5274332"/>
              <a:gd name="connsiteX8437" fmla="*/ 1942294 w 4641785"/>
              <a:gd name="connsiteY8437" fmla="*/ 2217173 h 5274332"/>
              <a:gd name="connsiteX8438" fmla="*/ 1937642 w 4641785"/>
              <a:gd name="connsiteY8438" fmla="*/ 2217638 h 5274332"/>
              <a:gd name="connsiteX8439" fmla="*/ 1931596 w 4641785"/>
              <a:gd name="connsiteY8439" fmla="*/ 2221824 h 5274332"/>
              <a:gd name="connsiteX8440" fmla="*/ 1931132 w 4641785"/>
              <a:gd name="connsiteY8440" fmla="*/ 2223684 h 5274332"/>
              <a:gd name="connsiteX8441" fmla="*/ 1927410 w 4641785"/>
              <a:gd name="connsiteY8441" fmla="*/ 2227405 h 5274332"/>
              <a:gd name="connsiteX8442" fmla="*/ 1924620 w 4641785"/>
              <a:gd name="connsiteY8442" fmla="*/ 2232986 h 5274332"/>
              <a:gd name="connsiteX8443" fmla="*/ 1920899 w 4641785"/>
              <a:gd name="connsiteY8443" fmla="*/ 2235312 h 5274332"/>
              <a:gd name="connsiteX8444" fmla="*/ 1918573 w 4641785"/>
              <a:gd name="connsiteY8444" fmla="*/ 2240893 h 5274332"/>
              <a:gd name="connsiteX8445" fmla="*/ 1918574 w 4641785"/>
              <a:gd name="connsiteY8445" fmla="*/ 2240894 h 5274332"/>
              <a:gd name="connsiteX8446" fmla="*/ 1920899 w 4641785"/>
              <a:gd name="connsiteY8446" fmla="*/ 2235313 h 5274332"/>
              <a:gd name="connsiteX8447" fmla="*/ 1924620 w 4641785"/>
              <a:gd name="connsiteY8447" fmla="*/ 2232987 h 5274332"/>
              <a:gd name="connsiteX8448" fmla="*/ 1927410 w 4641785"/>
              <a:gd name="connsiteY8448" fmla="*/ 2227406 h 5274332"/>
              <a:gd name="connsiteX8449" fmla="*/ 1931132 w 4641785"/>
              <a:gd name="connsiteY8449" fmla="*/ 2223685 h 5274332"/>
              <a:gd name="connsiteX8450" fmla="*/ 1931596 w 4641785"/>
              <a:gd name="connsiteY8450" fmla="*/ 2221825 h 5274332"/>
              <a:gd name="connsiteX8451" fmla="*/ 1937643 w 4641785"/>
              <a:gd name="connsiteY8451" fmla="*/ 2217639 h 5274332"/>
              <a:gd name="connsiteX8452" fmla="*/ 1942294 w 4641785"/>
              <a:gd name="connsiteY8452" fmla="*/ 2217174 h 5274332"/>
              <a:gd name="connsiteX8453" fmla="*/ 1943690 w 4641785"/>
              <a:gd name="connsiteY8453" fmla="*/ 2215778 h 5274332"/>
              <a:gd name="connsiteX8454" fmla="*/ 1939969 w 4641785"/>
              <a:gd name="connsiteY8454" fmla="*/ 2207407 h 5274332"/>
              <a:gd name="connsiteX8455" fmla="*/ 1712996 w 4641785"/>
              <a:gd name="connsiteY8455" fmla="*/ 2203685 h 5274332"/>
              <a:gd name="connsiteX8456" fmla="*/ 1712995 w 4641785"/>
              <a:gd name="connsiteY8456" fmla="*/ 2203685 h 5274332"/>
              <a:gd name="connsiteX8457" fmla="*/ 1716716 w 4641785"/>
              <a:gd name="connsiteY8457" fmla="*/ 2205546 h 5274332"/>
              <a:gd name="connsiteX8458" fmla="*/ 1717181 w 4641785"/>
              <a:gd name="connsiteY8458" fmla="*/ 2208336 h 5274332"/>
              <a:gd name="connsiteX8459" fmla="*/ 1717181 w 4641785"/>
              <a:gd name="connsiteY8459" fmla="*/ 2208335 h 5274332"/>
              <a:gd name="connsiteX8460" fmla="*/ 1716716 w 4641785"/>
              <a:gd name="connsiteY8460" fmla="*/ 2205545 h 5274332"/>
              <a:gd name="connsiteX8461" fmla="*/ 4030632 w 4641785"/>
              <a:gd name="connsiteY8461" fmla="*/ 2203219 h 5274332"/>
              <a:gd name="connsiteX8462" fmla="*/ 4032493 w 4641785"/>
              <a:gd name="connsiteY8462" fmla="*/ 2206475 h 5274332"/>
              <a:gd name="connsiteX8463" fmla="*/ 4030633 w 4641785"/>
              <a:gd name="connsiteY8463" fmla="*/ 2203219 h 5274332"/>
              <a:gd name="connsiteX8464" fmla="*/ 1697068 w 4641785"/>
              <a:gd name="connsiteY8464" fmla="*/ 2202686 h 5274332"/>
              <a:gd name="connsiteX8465" fmla="*/ 1696251 w 4641785"/>
              <a:gd name="connsiteY8465" fmla="*/ 2205545 h 5274332"/>
              <a:gd name="connsiteX8466" fmla="*/ 1696252 w 4641785"/>
              <a:gd name="connsiteY8466" fmla="*/ 2205546 h 5274332"/>
              <a:gd name="connsiteX8467" fmla="*/ 4021330 w 4641785"/>
              <a:gd name="connsiteY8467" fmla="*/ 2201824 h 5274332"/>
              <a:gd name="connsiteX8468" fmla="*/ 4021330 w 4641785"/>
              <a:gd name="connsiteY8468" fmla="*/ 2201824 h 5274332"/>
              <a:gd name="connsiteX8469" fmla="*/ 4024177 w 4641785"/>
              <a:gd name="connsiteY8469" fmla="*/ 2202536 h 5274332"/>
              <a:gd name="connsiteX8470" fmla="*/ 1789272 w 4641785"/>
              <a:gd name="connsiteY8470" fmla="*/ 2201360 h 5274332"/>
              <a:gd name="connsiteX8471" fmla="*/ 1786483 w 4641785"/>
              <a:gd name="connsiteY8471" fmla="*/ 2203684 h 5274332"/>
              <a:gd name="connsiteX8472" fmla="*/ 1785087 w 4641785"/>
              <a:gd name="connsiteY8472" fmla="*/ 2206940 h 5274332"/>
              <a:gd name="connsiteX8473" fmla="*/ 1785088 w 4641785"/>
              <a:gd name="connsiteY8473" fmla="*/ 2206940 h 5274332"/>
              <a:gd name="connsiteX8474" fmla="*/ 1786483 w 4641785"/>
              <a:gd name="connsiteY8474" fmla="*/ 2203685 h 5274332"/>
              <a:gd name="connsiteX8475" fmla="*/ 1789273 w 4641785"/>
              <a:gd name="connsiteY8475" fmla="*/ 2201360 h 5274332"/>
              <a:gd name="connsiteX8476" fmla="*/ 1931992 w 4641785"/>
              <a:gd name="connsiteY8476" fmla="*/ 2200623 h 5274332"/>
              <a:gd name="connsiteX8477" fmla="*/ 1932991 w 4641785"/>
              <a:gd name="connsiteY8477" fmla="*/ 2202289 h 5274332"/>
              <a:gd name="connsiteX8478" fmla="*/ 1932992 w 4641785"/>
              <a:gd name="connsiteY8478" fmla="*/ 2202290 h 5274332"/>
              <a:gd name="connsiteX8479" fmla="*/ 1615787 w 4641785"/>
              <a:gd name="connsiteY8479" fmla="*/ 2199965 h 5274332"/>
              <a:gd name="connsiteX8480" fmla="*/ 1614857 w 4641785"/>
              <a:gd name="connsiteY8480" fmla="*/ 2202289 h 5274332"/>
              <a:gd name="connsiteX8481" fmla="*/ 1614857 w 4641785"/>
              <a:gd name="connsiteY8481" fmla="*/ 2202290 h 5274332"/>
              <a:gd name="connsiteX8482" fmla="*/ 1615787 w 4641785"/>
              <a:gd name="connsiteY8482" fmla="*/ 2199965 h 5274332"/>
              <a:gd name="connsiteX8483" fmla="*/ 3100415 w 4641785"/>
              <a:gd name="connsiteY8483" fmla="*/ 2198568 h 5274332"/>
              <a:gd name="connsiteX8484" fmla="*/ 3100415 w 4641785"/>
              <a:gd name="connsiteY8484" fmla="*/ 2201358 h 5274332"/>
              <a:gd name="connsiteX8485" fmla="*/ 3100415 w 4641785"/>
              <a:gd name="connsiteY8485" fmla="*/ 2201358 h 5274332"/>
              <a:gd name="connsiteX8486" fmla="*/ 3100415 w 4641785"/>
              <a:gd name="connsiteY8486" fmla="*/ 2198569 h 5274332"/>
              <a:gd name="connsiteX8487" fmla="*/ 1719506 w 4641785"/>
              <a:gd name="connsiteY8487" fmla="*/ 2198104 h 5274332"/>
              <a:gd name="connsiteX8488" fmla="*/ 1719506 w 4641785"/>
              <a:gd name="connsiteY8488" fmla="*/ 2202754 h 5274332"/>
              <a:gd name="connsiteX8489" fmla="*/ 1719893 w 4641785"/>
              <a:gd name="connsiteY8489" fmla="*/ 2203238 h 5274332"/>
              <a:gd name="connsiteX8490" fmla="*/ 1719507 w 4641785"/>
              <a:gd name="connsiteY8490" fmla="*/ 2202755 h 5274332"/>
              <a:gd name="connsiteX8491" fmla="*/ 1719507 w 4641785"/>
              <a:gd name="connsiteY8491" fmla="*/ 2198104 h 5274332"/>
              <a:gd name="connsiteX8492" fmla="*/ 1456034 w 4641785"/>
              <a:gd name="connsiteY8492" fmla="*/ 2197978 h 5274332"/>
              <a:gd name="connsiteX8493" fmla="*/ 1455325 w 4641785"/>
              <a:gd name="connsiteY8493" fmla="*/ 2198568 h 5274332"/>
              <a:gd name="connsiteX8494" fmla="*/ 1455325 w 4641785"/>
              <a:gd name="connsiteY8494" fmla="*/ 2198569 h 5274332"/>
              <a:gd name="connsiteX8495" fmla="*/ 3906361 w 4641785"/>
              <a:gd name="connsiteY8495" fmla="*/ 2197262 h 5274332"/>
              <a:gd name="connsiteX8496" fmla="*/ 3904588 w 4641785"/>
              <a:gd name="connsiteY8496" fmla="*/ 2199034 h 5274332"/>
              <a:gd name="connsiteX8497" fmla="*/ 3903658 w 4641785"/>
              <a:gd name="connsiteY8497" fmla="*/ 2202756 h 5274332"/>
              <a:gd name="connsiteX8498" fmla="*/ 3905053 w 4641785"/>
              <a:gd name="connsiteY8498" fmla="*/ 2205546 h 5274332"/>
              <a:gd name="connsiteX8499" fmla="*/ 3909704 w 4641785"/>
              <a:gd name="connsiteY8499" fmla="*/ 2207407 h 5274332"/>
              <a:gd name="connsiteX8500" fmla="*/ 3905984 w 4641785"/>
              <a:gd name="connsiteY8500" fmla="*/ 2210662 h 5274332"/>
              <a:gd name="connsiteX8501" fmla="*/ 3909705 w 4641785"/>
              <a:gd name="connsiteY8501" fmla="*/ 2207406 h 5274332"/>
              <a:gd name="connsiteX8502" fmla="*/ 3905054 w 4641785"/>
              <a:gd name="connsiteY8502" fmla="*/ 2205546 h 5274332"/>
              <a:gd name="connsiteX8503" fmla="*/ 3903659 w 4641785"/>
              <a:gd name="connsiteY8503" fmla="*/ 2202755 h 5274332"/>
              <a:gd name="connsiteX8504" fmla="*/ 3904589 w 4641785"/>
              <a:gd name="connsiteY8504" fmla="*/ 2199034 h 5274332"/>
              <a:gd name="connsiteX8505" fmla="*/ 1781366 w 4641785"/>
              <a:gd name="connsiteY8505" fmla="*/ 2197174 h 5274332"/>
              <a:gd name="connsiteX8506" fmla="*/ 1780901 w 4641785"/>
              <a:gd name="connsiteY8506" fmla="*/ 2200428 h 5274332"/>
              <a:gd name="connsiteX8507" fmla="*/ 1780902 w 4641785"/>
              <a:gd name="connsiteY8507" fmla="*/ 2200429 h 5274332"/>
              <a:gd name="connsiteX8508" fmla="*/ 1762762 w 4641785"/>
              <a:gd name="connsiteY8508" fmla="*/ 2197173 h 5274332"/>
              <a:gd name="connsiteX8509" fmla="*/ 1760436 w 4641785"/>
              <a:gd name="connsiteY8509" fmla="*/ 2199499 h 5274332"/>
              <a:gd name="connsiteX8510" fmla="*/ 1758111 w 4641785"/>
              <a:gd name="connsiteY8510" fmla="*/ 2197174 h 5274332"/>
              <a:gd name="connsiteX8511" fmla="*/ 1758111 w 4641785"/>
              <a:gd name="connsiteY8511" fmla="*/ 2197174 h 5274332"/>
              <a:gd name="connsiteX8512" fmla="*/ 1760436 w 4641785"/>
              <a:gd name="connsiteY8512" fmla="*/ 2199500 h 5274332"/>
              <a:gd name="connsiteX8513" fmla="*/ 1762762 w 4641785"/>
              <a:gd name="connsiteY8513" fmla="*/ 2197174 h 5274332"/>
              <a:gd name="connsiteX8514" fmla="*/ 1767413 w 4641785"/>
              <a:gd name="connsiteY8514" fmla="*/ 2200430 h 5274332"/>
              <a:gd name="connsiteX8515" fmla="*/ 1771134 w 4641785"/>
              <a:gd name="connsiteY8515" fmla="*/ 2198570 h 5274332"/>
              <a:gd name="connsiteX8516" fmla="*/ 1771208 w 4641785"/>
              <a:gd name="connsiteY8516" fmla="*/ 2199760 h 5274332"/>
              <a:gd name="connsiteX8517" fmla="*/ 1771134 w 4641785"/>
              <a:gd name="connsiteY8517" fmla="*/ 2198569 h 5274332"/>
              <a:gd name="connsiteX8518" fmla="*/ 1767413 w 4641785"/>
              <a:gd name="connsiteY8518" fmla="*/ 2200428 h 5274332"/>
              <a:gd name="connsiteX8519" fmla="*/ 4016679 w 4641785"/>
              <a:gd name="connsiteY8519" fmla="*/ 2197173 h 5274332"/>
              <a:gd name="connsiteX8520" fmla="*/ 4022260 w 4641785"/>
              <a:gd name="connsiteY8520" fmla="*/ 2198103 h 5274332"/>
              <a:gd name="connsiteX8521" fmla="*/ 4022260 w 4641785"/>
              <a:gd name="connsiteY8521" fmla="*/ 2198103 h 5274332"/>
              <a:gd name="connsiteX8522" fmla="*/ 1712530 w 4641785"/>
              <a:gd name="connsiteY8522" fmla="*/ 2195313 h 5274332"/>
              <a:gd name="connsiteX8523" fmla="*/ 1708344 w 4641785"/>
              <a:gd name="connsiteY8523" fmla="*/ 2197173 h 5274332"/>
              <a:gd name="connsiteX8524" fmla="*/ 1707879 w 4641785"/>
              <a:gd name="connsiteY8524" fmla="*/ 2200428 h 5274332"/>
              <a:gd name="connsiteX8525" fmla="*/ 1702763 w 4641785"/>
              <a:gd name="connsiteY8525" fmla="*/ 2198103 h 5274332"/>
              <a:gd name="connsiteX8526" fmla="*/ 1700902 w 4641785"/>
              <a:gd name="connsiteY8526" fmla="*/ 2202289 h 5274332"/>
              <a:gd name="connsiteX8527" fmla="*/ 1697182 w 4641785"/>
              <a:gd name="connsiteY8527" fmla="*/ 2202289 h 5274332"/>
              <a:gd name="connsiteX8528" fmla="*/ 1697182 w 4641785"/>
              <a:gd name="connsiteY8528" fmla="*/ 2202290 h 5274332"/>
              <a:gd name="connsiteX8529" fmla="*/ 1700903 w 4641785"/>
              <a:gd name="connsiteY8529" fmla="*/ 2202290 h 5274332"/>
              <a:gd name="connsiteX8530" fmla="*/ 1702763 w 4641785"/>
              <a:gd name="connsiteY8530" fmla="*/ 2198104 h 5274332"/>
              <a:gd name="connsiteX8531" fmla="*/ 1707879 w 4641785"/>
              <a:gd name="connsiteY8531" fmla="*/ 2200430 h 5274332"/>
              <a:gd name="connsiteX8532" fmla="*/ 1708344 w 4641785"/>
              <a:gd name="connsiteY8532" fmla="*/ 2197174 h 5274332"/>
              <a:gd name="connsiteX8533" fmla="*/ 1712530 w 4641785"/>
              <a:gd name="connsiteY8533" fmla="*/ 2195314 h 5274332"/>
              <a:gd name="connsiteX8534" fmla="*/ 1687414 w 4641785"/>
              <a:gd name="connsiteY8534" fmla="*/ 2194849 h 5274332"/>
              <a:gd name="connsiteX8535" fmla="*/ 1686484 w 4641785"/>
              <a:gd name="connsiteY8535" fmla="*/ 2198569 h 5274332"/>
              <a:gd name="connsiteX8536" fmla="*/ 1686484 w 4641785"/>
              <a:gd name="connsiteY8536" fmla="*/ 2198569 h 5274332"/>
              <a:gd name="connsiteX8537" fmla="*/ 1636252 w 4641785"/>
              <a:gd name="connsiteY8537" fmla="*/ 2194847 h 5274332"/>
              <a:gd name="connsiteX8538" fmla="*/ 1630671 w 4641785"/>
              <a:gd name="connsiteY8538" fmla="*/ 2199033 h 5274332"/>
              <a:gd name="connsiteX8539" fmla="*/ 1626485 w 4641785"/>
              <a:gd name="connsiteY8539" fmla="*/ 2197174 h 5274332"/>
              <a:gd name="connsiteX8540" fmla="*/ 1626485 w 4641785"/>
              <a:gd name="connsiteY8540" fmla="*/ 2197174 h 5274332"/>
              <a:gd name="connsiteX8541" fmla="*/ 1630671 w 4641785"/>
              <a:gd name="connsiteY8541" fmla="*/ 2199034 h 5274332"/>
              <a:gd name="connsiteX8542" fmla="*/ 1636252 w 4641785"/>
              <a:gd name="connsiteY8542" fmla="*/ 2194849 h 5274332"/>
              <a:gd name="connsiteX8543" fmla="*/ 1638578 w 4641785"/>
              <a:gd name="connsiteY8543" fmla="*/ 2196709 h 5274332"/>
              <a:gd name="connsiteX8544" fmla="*/ 1641368 w 4641785"/>
              <a:gd name="connsiteY8544" fmla="*/ 2195778 h 5274332"/>
              <a:gd name="connsiteX8545" fmla="*/ 1643694 w 4641785"/>
              <a:gd name="connsiteY8545" fmla="*/ 2198570 h 5274332"/>
              <a:gd name="connsiteX8546" fmla="*/ 1646019 w 4641785"/>
              <a:gd name="connsiteY8546" fmla="*/ 2198570 h 5274332"/>
              <a:gd name="connsiteX8547" fmla="*/ 1648810 w 4641785"/>
              <a:gd name="connsiteY8547" fmla="*/ 2200894 h 5274332"/>
              <a:gd name="connsiteX8548" fmla="*/ 1648810 w 4641785"/>
              <a:gd name="connsiteY8548" fmla="*/ 2200894 h 5274332"/>
              <a:gd name="connsiteX8549" fmla="*/ 1646019 w 4641785"/>
              <a:gd name="connsiteY8549" fmla="*/ 2198569 h 5274332"/>
              <a:gd name="connsiteX8550" fmla="*/ 1643693 w 4641785"/>
              <a:gd name="connsiteY8550" fmla="*/ 2198569 h 5274332"/>
              <a:gd name="connsiteX8551" fmla="*/ 1641368 w 4641785"/>
              <a:gd name="connsiteY8551" fmla="*/ 2195778 h 5274332"/>
              <a:gd name="connsiteX8552" fmla="*/ 1638578 w 4641785"/>
              <a:gd name="connsiteY8552" fmla="*/ 2196708 h 5274332"/>
              <a:gd name="connsiteX8553" fmla="*/ 3064602 w 4641785"/>
              <a:gd name="connsiteY8553" fmla="*/ 2194383 h 5274332"/>
              <a:gd name="connsiteX8554" fmla="*/ 3066927 w 4641785"/>
              <a:gd name="connsiteY8554" fmla="*/ 2199963 h 5274332"/>
              <a:gd name="connsiteX8555" fmla="*/ 3066928 w 4641785"/>
              <a:gd name="connsiteY8555" fmla="*/ 2199963 h 5274332"/>
              <a:gd name="connsiteX8556" fmla="*/ 3064602 w 4641785"/>
              <a:gd name="connsiteY8556" fmla="*/ 2194383 h 5274332"/>
              <a:gd name="connsiteX8557" fmla="*/ 1393000 w 4641785"/>
              <a:gd name="connsiteY8557" fmla="*/ 2194382 h 5274332"/>
              <a:gd name="connsiteX8558" fmla="*/ 1392070 w 4641785"/>
              <a:gd name="connsiteY8558" fmla="*/ 2197638 h 5274332"/>
              <a:gd name="connsiteX8559" fmla="*/ 1392071 w 4641785"/>
              <a:gd name="connsiteY8559" fmla="*/ 2197638 h 5274332"/>
              <a:gd name="connsiteX8560" fmla="*/ 1393001 w 4641785"/>
              <a:gd name="connsiteY8560" fmla="*/ 2194382 h 5274332"/>
              <a:gd name="connsiteX8561" fmla="*/ 1613462 w 4641785"/>
              <a:gd name="connsiteY8561" fmla="*/ 2193918 h 5274332"/>
              <a:gd name="connsiteX8562" fmla="*/ 1613462 w 4641785"/>
              <a:gd name="connsiteY8562" fmla="*/ 2196708 h 5274332"/>
              <a:gd name="connsiteX8563" fmla="*/ 1613462 w 4641785"/>
              <a:gd name="connsiteY8563" fmla="*/ 2196709 h 5274332"/>
              <a:gd name="connsiteX8564" fmla="*/ 1613462 w 4641785"/>
              <a:gd name="connsiteY8564" fmla="*/ 2193919 h 5274332"/>
              <a:gd name="connsiteX8565" fmla="*/ 3098089 w 4641785"/>
              <a:gd name="connsiteY8565" fmla="*/ 2192988 h 5274332"/>
              <a:gd name="connsiteX8566" fmla="*/ 3097624 w 4641785"/>
              <a:gd name="connsiteY8566" fmla="*/ 2196707 h 5274332"/>
              <a:gd name="connsiteX8567" fmla="*/ 3097625 w 4641785"/>
              <a:gd name="connsiteY8567" fmla="*/ 2196707 h 5274332"/>
              <a:gd name="connsiteX8568" fmla="*/ 3119485 w 4641785"/>
              <a:gd name="connsiteY8568" fmla="*/ 2192987 h 5274332"/>
              <a:gd name="connsiteX8569" fmla="*/ 3119485 w 4641785"/>
              <a:gd name="connsiteY8569" fmla="*/ 2192988 h 5274332"/>
              <a:gd name="connsiteX8570" fmla="*/ 3123205 w 4641785"/>
              <a:gd name="connsiteY8570" fmla="*/ 2193917 h 5274332"/>
              <a:gd name="connsiteX8571" fmla="*/ 3123205 w 4641785"/>
              <a:gd name="connsiteY8571" fmla="*/ 2193917 h 5274332"/>
              <a:gd name="connsiteX8572" fmla="*/ 1878047 w 4641785"/>
              <a:gd name="connsiteY8572" fmla="*/ 2192894 h 5274332"/>
              <a:gd name="connsiteX8573" fmla="*/ 1878109 w 4641785"/>
              <a:gd name="connsiteY8573" fmla="*/ 2193452 h 5274332"/>
              <a:gd name="connsiteX8574" fmla="*/ 1878109 w 4641785"/>
              <a:gd name="connsiteY8574" fmla="*/ 2193452 h 5274332"/>
              <a:gd name="connsiteX8575" fmla="*/ 1771544 w 4641785"/>
              <a:gd name="connsiteY8575" fmla="*/ 2192589 h 5274332"/>
              <a:gd name="connsiteX8576" fmla="*/ 1772994 w 4641785"/>
              <a:gd name="connsiteY8576" fmla="*/ 2195778 h 5274332"/>
              <a:gd name="connsiteX8577" fmla="*/ 1773413 w 4641785"/>
              <a:gd name="connsiteY8577" fmla="*/ 2199544 h 5274332"/>
              <a:gd name="connsiteX8578" fmla="*/ 1772995 w 4641785"/>
              <a:gd name="connsiteY8578" fmla="*/ 2195778 h 5274332"/>
              <a:gd name="connsiteX8579" fmla="*/ 1925550 w 4641785"/>
              <a:gd name="connsiteY8579" fmla="*/ 2191592 h 5274332"/>
              <a:gd name="connsiteX8580" fmla="*/ 1924154 w 4641785"/>
              <a:gd name="connsiteY8580" fmla="*/ 2194382 h 5274332"/>
              <a:gd name="connsiteX8581" fmla="*/ 1924155 w 4641785"/>
              <a:gd name="connsiteY8581" fmla="*/ 2194383 h 5274332"/>
              <a:gd name="connsiteX8582" fmla="*/ 1925550 w 4641785"/>
              <a:gd name="connsiteY8582" fmla="*/ 2191593 h 5274332"/>
              <a:gd name="connsiteX8583" fmla="*/ 1694391 w 4641785"/>
              <a:gd name="connsiteY8583" fmla="*/ 2190663 h 5274332"/>
              <a:gd name="connsiteX8584" fmla="*/ 1697181 w 4641785"/>
              <a:gd name="connsiteY8584" fmla="*/ 2195313 h 5274332"/>
              <a:gd name="connsiteX8585" fmla="*/ 1697182 w 4641785"/>
              <a:gd name="connsiteY8585" fmla="*/ 2195313 h 5274332"/>
              <a:gd name="connsiteX8586" fmla="*/ 1406023 w 4641785"/>
              <a:gd name="connsiteY8586" fmla="*/ 2189266 h 5274332"/>
              <a:gd name="connsiteX8587" fmla="*/ 1403698 w 4641785"/>
              <a:gd name="connsiteY8587" fmla="*/ 2193452 h 5274332"/>
              <a:gd name="connsiteX8588" fmla="*/ 1403698 w 4641785"/>
              <a:gd name="connsiteY8588" fmla="*/ 2193452 h 5274332"/>
              <a:gd name="connsiteX8589" fmla="*/ 1406023 w 4641785"/>
              <a:gd name="connsiteY8589" fmla="*/ 2189266 h 5274332"/>
              <a:gd name="connsiteX8590" fmla="*/ 4050167 w 4641785"/>
              <a:gd name="connsiteY8590" fmla="*/ 2188336 h 5274332"/>
              <a:gd name="connsiteX8591" fmla="*/ 4047842 w 4641785"/>
              <a:gd name="connsiteY8591" fmla="*/ 2188801 h 5274332"/>
              <a:gd name="connsiteX8592" fmla="*/ 4047842 w 4641785"/>
              <a:gd name="connsiteY8592" fmla="*/ 2188801 h 5274332"/>
              <a:gd name="connsiteX8593" fmla="*/ 1431139 w 4641785"/>
              <a:gd name="connsiteY8593" fmla="*/ 2188336 h 5274332"/>
              <a:gd name="connsiteX8594" fmla="*/ 1429744 w 4641785"/>
              <a:gd name="connsiteY8594" fmla="*/ 2191591 h 5274332"/>
              <a:gd name="connsiteX8595" fmla="*/ 1429744 w 4641785"/>
              <a:gd name="connsiteY8595" fmla="*/ 2191591 h 5274332"/>
              <a:gd name="connsiteX8596" fmla="*/ 1431140 w 4641785"/>
              <a:gd name="connsiteY8596" fmla="*/ 2188336 h 5274332"/>
              <a:gd name="connsiteX8597" fmla="*/ 1772063 w 4641785"/>
              <a:gd name="connsiteY8597" fmla="*/ 2187872 h 5274332"/>
              <a:gd name="connsiteX8598" fmla="*/ 1770669 w 4641785"/>
              <a:gd name="connsiteY8598" fmla="*/ 2190662 h 5274332"/>
              <a:gd name="connsiteX8599" fmla="*/ 1770669 w 4641785"/>
              <a:gd name="connsiteY8599" fmla="*/ 2190662 h 5274332"/>
              <a:gd name="connsiteX8600" fmla="*/ 1772064 w 4641785"/>
              <a:gd name="connsiteY8600" fmla="*/ 2187872 h 5274332"/>
              <a:gd name="connsiteX8601" fmla="*/ 1611136 w 4641785"/>
              <a:gd name="connsiteY8601" fmla="*/ 2187406 h 5274332"/>
              <a:gd name="connsiteX8602" fmla="*/ 1607415 w 4641785"/>
              <a:gd name="connsiteY8602" fmla="*/ 2191592 h 5274332"/>
              <a:gd name="connsiteX8603" fmla="*/ 1607416 w 4641785"/>
              <a:gd name="connsiteY8603" fmla="*/ 2191592 h 5274332"/>
              <a:gd name="connsiteX8604" fmla="*/ 1611136 w 4641785"/>
              <a:gd name="connsiteY8604" fmla="*/ 2187407 h 5274332"/>
              <a:gd name="connsiteX8605" fmla="*/ 1642943 w 4641785"/>
              <a:gd name="connsiteY8605" fmla="*/ 2186480 h 5274332"/>
              <a:gd name="connsiteX8606" fmla="*/ 1643229 w 4641785"/>
              <a:gd name="connsiteY8606" fmla="*/ 2188336 h 5274332"/>
              <a:gd name="connsiteX8607" fmla="*/ 1643229 w 4641785"/>
              <a:gd name="connsiteY8607" fmla="*/ 2188336 h 5274332"/>
              <a:gd name="connsiteX8608" fmla="*/ 1411605 w 4641785"/>
              <a:gd name="connsiteY8608" fmla="*/ 2186476 h 5274332"/>
              <a:gd name="connsiteX8609" fmla="*/ 1409745 w 4641785"/>
              <a:gd name="connsiteY8609" fmla="*/ 2189266 h 5274332"/>
              <a:gd name="connsiteX8610" fmla="*/ 1411605 w 4641785"/>
              <a:gd name="connsiteY8610" fmla="*/ 2186476 h 5274332"/>
              <a:gd name="connsiteX8611" fmla="*/ 1710205 w 4641785"/>
              <a:gd name="connsiteY8611" fmla="*/ 2185081 h 5274332"/>
              <a:gd name="connsiteX8612" fmla="*/ 1710204 w 4641785"/>
              <a:gd name="connsiteY8612" fmla="*/ 2185081 h 5274332"/>
              <a:gd name="connsiteX8613" fmla="*/ 1709740 w 4641785"/>
              <a:gd name="connsiteY8613" fmla="*/ 2191592 h 5274332"/>
              <a:gd name="connsiteX8614" fmla="*/ 1709740 w 4641785"/>
              <a:gd name="connsiteY8614" fmla="*/ 2191592 h 5274332"/>
              <a:gd name="connsiteX8615" fmla="*/ 4051098 w 4641785"/>
              <a:gd name="connsiteY8615" fmla="*/ 2182754 h 5274332"/>
              <a:gd name="connsiteX8616" fmla="*/ 4051098 w 4641785"/>
              <a:gd name="connsiteY8616" fmla="*/ 2182755 h 5274332"/>
              <a:gd name="connsiteX8617" fmla="*/ 4053888 w 4641785"/>
              <a:gd name="connsiteY8617" fmla="*/ 2183685 h 5274332"/>
              <a:gd name="connsiteX8618" fmla="*/ 1926015 w 4641785"/>
              <a:gd name="connsiteY8618" fmla="*/ 2180894 h 5274332"/>
              <a:gd name="connsiteX8619" fmla="*/ 1924154 w 4641785"/>
              <a:gd name="connsiteY8619" fmla="*/ 2183220 h 5274332"/>
              <a:gd name="connsiteX8620" fmla="*/ 1924600 w 4641785"/>
              <a:gd name="connsiteY8620" fmla="*/ 2184705 h 5274332"/>
              <a:gd name="connsiteX8621" fmla="*/ 1924155 w 4641785"/>
              <a:gd name="connsiteY8621" fmla="*/ 2183221 h 5274332"/>
              <a:gd name="connsiteX8622" fmla="*/ 1926015 w 4641785"/>
              <a:gd name="connsiteY8622" fmla="*/ 2180895 h 5274332"/>
              <a:gd name="connsiteX8623" fmla="*/ 1713459 w 4641785"/>
              <a:gd name="connsiteY8623" fmla="*/ 2180894 h 5274332"/>
              <a:gd name="connsiteX8624" fmla="*/ 1709274 w 4641785"/>
              <a:gd name="connsiteY8624" fmla="*/ 2181359 h 5274332"/>
              <a:gd name="connsiteX8625" fmla="*/ 1707414 w 4641785"/>
              <a:gd name="connsiteY8625" fmla="*/ 2184615 h 5274332"/>
              <a:gd name="connsiteX8626" fmla="*/ 1700903 w 4641785"/>
              <a:gd name="connsiteY8626" fmla="*/ 2182290 h 5274332"/>
              <a:gd name="connsiteX8627" fmla="*/ 1700903 w 4641785"/>
              <a:gd name="connsiteY8627" fmla="*/ 2182290 h 5274332"/>
              <a:gd name="connsiteX8628" fmla="*/ 1707414 w 4641785"/>
              <a:gd name="connsiteY8628" fmla="*/ 2184616 h 5274332"/>
              <a:gd name="connsiteX8629" fmla="*/ 1709274 w 4641785"/>
              <a:gd name="connsiteY8629" fmla="*/ 2181361 h 5274332"/>
              <a:gd name="connsiteX8630" fmla="*/ 1713460 w 4641785"/>
              <a:gd name="connsiteY8630" fmla="*/ 2180895 h 5274332"/>
              <a:gd name="connsiteX8631" fmla="*/ 3112179 w 4641785"/>
              <a:gd name="connsiteY8631" fmla="*/ 2180580 h 5274332"/>
              <a:gd name="connsiteX8632" fmla="*/ 3113438 w 4641785"/>
              <a:gd name="connsiteY8632" fmla="*/ 2180895 h 5274332"/>
              <a:gd name="connsiteX8633" fmla="*/ 3113438 w 4641785"/>
              <a:gd name="connsiteY8633" fmla="*/ 2180894 h 5274332"/>
              <a:gd name="connsiteX8634" fmla="*/ 1671135 w 4641785"/>
              <a:gd name="connsiteY8634" fmla="*/ 2180430 h 5274332"/>
              <a:gd name="connsiteX8635" fmla="*/ 1670205 w 4641785"/>
              <a:gd name="connsiteY8635" fmla="*/ 2183220 h 5274332"/>
              <a:gd name="connsiteX8636" fmla="*/ 1670206 w 4641785"/>
              <a:gd name="connsiteY8636" fmla="*/ 2183220 h 5274332"/>
              <a:gd name="connsiteX8637" fmla="*/ 1341738 w 4641785"/>
              <a:gd name="connsiteY8637" fmla="*/ 2179549 h 5274332"/>
              <a:gd name="connsiteX8638" fmla="*/ 1339978 w 4641785"/>
              <a:gd name="connsiteY8638" fmla="*/ 2180428 h 5274332"/>
              <a:gd name="connsiteX8639" fmla="*/ 1339979 w 4641785"/>
              <a:gd name="connsiteY8639" fmla="*/ 2180429 h 5274332"/>
              <a:gd name="connsiteX8640" fmla="*/ 1455253 w 4641785"/>
              <a:gd name="connsiteY8640" fmla="*/ 2176816 h 5274332"/>
              <a:gd name="connsiteX8641" fmla="*/ 1454395 w 4641785"/>
              <a:gd name="connsiteY8641" fmla="*/ 2178103 h 5274332"/>
              <a:gd name="connsiteX8642" fmla="*/ 1454395 w 4641785"/>
              <a:gd name="connsiteY8642" fmla="*/ 2178104 h 5274332"/>
              <a:gd name="connsiteX8643" fmla="*/ 1924248 w 4641785"/>
              <a:gd name="connsiteY8643" fmla="*/ 2176732 h 5274332"/>
              <a:gd name="connsiteX8644" fmla="*/ 1925084 w 4641785"/>
              <a:gd name="connsiteY8644" fmla="*/ 2177638 h 5274332"/>
              <a:gd name="connsiteX8645" fmla="*/ 1925773 w 4641785"/>
              <a:gd name="connsiteY8645" fmla="*/ 2180047 h 5274332"/>
              <a:gd name="connsiteX8646" fmla="*/ 1925085 w 4641785"/>
              <a:gd name="connsiteY8646" fmla="*/ 2177639 h 5274332"/>
              <a:gd name="connsiteX8647" fmla="*/ 1708344 w 4641785"/>
              <a:gd name="connsiteY8647" fmla="*/ 2175778 h 5274332"/>
              <a:gd name="connsiteX8648" fmla="*/ 1703692 w 4641785"/>
              <a:gd name="connsiteY8648" fmla="*/ 2176243 h 5274332"/>
              <a:gd name="connsiteX8649" fmla="*/ 1701833 w 4641785"/>
              <a:gd name="connsiteY8649" fmla="*/ 2178104 h 5274332"/>
              <a:gd name="connsiteX8650" fmla="*/ 1697646 w 4641785"/>
              <a:gd name="connsiteY8650" fmla="*/ 2178104 h 5274332"/>
              <a:gd name="connsiteX8651" fmla="*/ 1691600 w 4641785"/>
              <a:gd name="connsiteY8651" fmla="*/ 2184615 h 5274332"/>
              <a:gd name="connsiteX8652" fmla="*/ 1690670 w 4641785"/>
              <a:gd name="connsiteY8652" fmla="*/ 2188336 h 5274332"/>
              <a:gd name="connsiteX8653" fmla="*/ 1687879 w 4641785"/>
              <a:gd name="connsiteY8653" fmla="*/ 2191592 h 5274332"/>
              <a:gd name="connsiteX8654" fmla="*/ 1684158 w 4641785"/>
              <a:gd name="connsiteY8654" fmla="*/ 2191127 h 5274332"/>
              <a:gd name="connsiteX8655" fmla="*/ 1684485 w 4641785"/>
              <a:gd name="connsiteY8655" fmla="*/ 2193739 h 5274332"/>
              <a:gd name="connsiteX8656" fmla="*/ 1684159 w 4641785"/>
              <a:gd name="connsiteY8656" fmla="*/ 2191128 h 5274332"/>
              <a:gd name="connsiteX8657" fmla="*/ 1687879 w 4641785"/>
              <a:gd name="connsiteY8657" fmla="*/ 2191593 h 5274332"/>
              <a:gd name="connsiteX8658" fmla="*/ 1690670 w 4641785"/>
              <a:gd name="connsiteY8658" fmla="*/ 2188337 h 5274332"/>
              <a:gd name="connsiteX8659" fmla="*/ 1691600 w 4641785"/>
              <a:gd name="connsiteY8659" fmla="*/ 2184616 h 5274332"/>
              <a:gd name="connsiteX8660" fmla="*/ 1697647 w 4641785"/>
              <a:gd name="connsiteY8660" fmla="*/ 2178105 h 5274332"/>
              <a:gd name="connsiteX8661" fmla="*/ 1701833 w 4641785"/>
              <a:gd name="connsiteY8661" fmla="*/ 2178105 h 5274332"/>
              <a:gd name="connsiteX8662" fmla="*/ 1703693 w 4641785"/>
              <a:gd name="connsiteY8662" fmla="*/ 2176244 h 5274332"/>
              <a:gd name="connsiteX8663" fmla="*/ 1708343 w 4641785"/>
              <a:gd name="connsiteY8663" fmla="*/ 2175779 h 5274332"/>
              <a:gd name="connsiteX8664" fmla="*/ 1676717 w 4641785"/>
              <a:gd name="connsiteY8664" fmla="*/ 2173453 h 5274332"/>
              <a:gd name="connsiteX8665" fmla="*/ 1676716 w 4641785"/>
              <a:gd name="connsiteY8665" fmla="*/ 2173454 h 5274332"/>
              <a:gd name="connsiteX8666" fmla="*/ 1679042 w 4641785"/>
              <a:gd name="connsiteY8666" fmla="*/ 2175314 h 5274332"/>
              <a:gd name="connsiteX8667" fmla="*/ 1679972 w 4641785"/>
              <a:gd name="connsiteY8667" fmla="*/ 2183220 h 5274332"/>
              <a:gd name="connsiteX8668" fmla="*/ 1679042 w 4641785"/>
              <a:gd name="connsiteY8668" fmla="*/ 2175313 h 5274332"/>
              <a:gd name="connsiteX8669" fmla="*/ 3889240 w 4641785"/>
              <a:gd name="connsiteY8669" fmla="*/ 2172988 h 5274332"/>
              <a:gd name="connsiteX8670" fmla="*/ 3889239 w 4641785"/>
              <a:gd name="connsiteY8670" fmla="*/ 2172989 h 5274332"/>
              <a:gd name="connsiteX8671" fmla="*/ 3893425 w 4641785"/>
              <a:gd name="connsiteY8671" fmla="*/ 2178105 h 5274332"/>
              <a:gd name="connsiteX8672" fmla="*/ 3896216 w 4641785"/>
              <a:gd name="connsiteY8672" fmla="*/ 2180431 h 5274332"/>
              <a:gd name="connsiteX8673" fmla="*/ 3899007 w 4641785"/>
              <a:gd name="connsiteY8673" fmla="*/ 2180895 h 5274332"/>
              <a:gd name="connsiteX8674" fmla="*/ 3903193 w 4641785"/>
              <a:gd name="connsiteY8674" fmla="*/ 2187407 h 5274332"/>
              <a:gd name="connsiteX8675" fmla="*/ 3906914 w 4641785"/>
              <a:gd name="connsiteY8675" fmla="*/ 2187872 h 5274332"/>
              <a:gd name="connsiteX8676" fmla="*/ 3906914 w 4641785"/>
              <a:gd name="connsiteY8676" fmla="*/ 2192058 h 5274332"/>
              <a:gd name="connsiteX8677" fmla="*/ 3907844 w 4641785"/>
              <a:gd name="connsiteY8677" fmla="*/ 2195779 h 5274332"/>
              <a:gd name="connsiteX8678" fmla="*/ 3907844 w 4641785"/>
              <a:gd name="connsiteY8678" fmla="*/ 2195779 h 5274332"/>
              <a:gd name="connsiteX8679" fmla="*/ 3906915 w 4641785"/>
              <a:gd name="connsiteY8679" fmla="*/ 2192057 h 5274332"/>
              <a:gd name="connsiteX8680" fmla="*/ 3906915 w 4641785"/>
              <a:gd name="connsiteY8680" fmla="*/ 2187872 h 5274332"/>
              <a:gd name="connsiteX8681" fmla="*/ 3903193 w 4641785"/>
              <a:gd name="connsiteY8681" fmla="*/ 2187406 h 5274332"/>
              <a:gd name="connsiteX8682" fmla="*/ 3899008 w 4641785"/>
              <a:gd name="connsiteY8682" fmla="*/ 2180894 h 5274332"/>
              <a:gd name="connsiteX8683" fmla="*/ 3896217 w 4641785"/>
              <a:gd name="connsiteY8683" fmla="*/ 2180430 h 5274332"/>
              <a:gd name="connsiteX8684" fmla="*/ 3893426 w 4641785"/>
              <a:gd name="connsiteY8684" fmla="*/ 2178104 h 5274332"/>
              <a:gd name="connsiteX8685" fmla="*/ 4014454 w 4641785"/>
              <a:gd name="connsiteY8685" fmla="*/ 2172924 h 5274332"/>
              <a:gd name="connsiteX8686" fmla="*/ 4014819 w 4641785"/>
              <a:gd name="connsiteY8686" fmla="*/ 2174384 h 5274332"/>
              <a:gd name="connsiteX8687" fmla="*/ 4017145 w 4641785"/>
              <a:gd name="connsiteY8687" fmla="*/ 2179499 h 5274332"/>
              <a:gd name="connsiteX8688" fmla="*/ 4017145 w 4641785"/>
              <a:gd name="connsiteY8688" fmla="*/ 2179498 h 5274332"/>
              <a:gd name="connsiteX8689" fmla="*/ 4014819 w 4641785"/>
              <a:gd name="connsiteY8689" fmla="*/ 2174383 h 5274332"/>
              <a:gd name="connsiteX8690" fmla="*/ 1712530 w 4641785"/>
              <a:gd name="connsiteY8690" fmla="*/ 2172523 h 5274332"/>
              <a:gd name="connsiteX8691" fmla="*/ 1712065 w 4641785"/>
              <a:gd name="connsiteY8691" fmla="*/ 2176708 h 5274332"/>
              <a:gd name="connsiteX8692" fmla="*/ 1712065 w 4641785"/>
              <a:gd name="connsiteY8692" fmla="*/ 2176709 h 5274332"/>
              <a:gd name="connsiteX8693" fmla="*/ 1712530 w 4641785"/>
              <a:gd name="connsiteY8693" fmla="*/ 2172524 h 5274332"/>
              <a:gd name="connsiteX8694" fmla="*/ 1669740 w 4641785"/>
              <a:gd name="connsiteY8694" fmla="*/ 2171592 h 5274332"/>
              <a:gd name="connsiteX8695" fmla="*/ 1664624 w 4641785"/>
              <a:gd name="connsiteY8695" fmla="*/ 2175313 h 5274332"/>
              <a:gd name="connsiteX8696" fmla="*/ 1662763 w 4641785"/>
              <a:gd name="connsiteY8696" fmla="*/ 2178104 h 5274332"/>
              <a:gd name="connsiteX8697" fmla="*/ 1662764 w 4641785"/>
              <a:gd name="connsiteY8697" fmla="*/ 2178104 h 5274332"/>
              <a:gd name="connsiteX8698" fmla="*/ 1664624 w 4641785"/>
              <a:gd name="connsiteY8698" fmla="*/ 2175314 h 5274332"/>
              <a:gd name="connsiteX8699" fmla="*/ 1669740 w 4641785"/>
              <a:gd name="connsiteY8699" fmla="*/ 2171593 h 5274332"/>
              <a:gd name="connsiteX8700" fmla="*/ 3885520 w 4641785"/>
              <a:gd name="connsiteY8700" fmla="*/ 2170662 h 5274332"/>
              <a:gd name="connsiteX8701" fmla="*/ 3884022 w 4641785"/>
              <a:gd name="connsiteY8701" fmla="*/ 2171162 h 5274332"/>
              <a:gd name="connsiteX8702" fmla="*/ 3885519 w 4641785"/>
              <a:gd name="connsiteY8702" fmla="*/ 2170663 h 5274332"/>
              <a:gd name="connsiteX8703" fmla="*/ 3886914 w 4641785"/>
              <a:gd name="connsiteY8703" fmla="*/ 2174384 h 5274332"/>
              <a:gd name="connsiteX8704" fmla="*/ 3886915 w 4641785"/>
              <a:gd name="connsiteY8704" fmla="*/ 2174384 h 5274332"/>
              <a:gd name="connsiteX8705" fmla="*/ 1448348 w 4641785"/>
              <a:gd name="connsiteY8705" fmla="*/ 2169731 h 5274332"/>
              <a:gd name="connsiteX8706" fmla="*/ 1444628 w 4641785"/>
              <a:gd name="connsiteY8706" fmla="*/ 2172057 h 5274332"/>
              <a:gd name="connsiteX8707" fmla="*/ 1444628 w 4641785"/>
              <a:gd name="connsiteY8707" fmla="*/ 2172057 h 5274332"/>
              <a:gd name="connsiteX8708" fmla="*/ 1444627 w 4641785"/>
              <a:gd name="connsiteY8708" fmla="*/ 2172057 h 5274332"/>
              <a:gd name="connsiteX8709" fmla="*/ 1440906 w 4641785"/>
              <a:gd name="connsiteY8709" fmla="*/ 2176243 h 5274332"/>
              <a:gd name="connsiteX8710" fmla="*/ 1434860 w 4641785"/>
              <a:gd name="connsiteY8710" fmla="*/ 2180894 h 5274332"/>
              <a:gd name="connsiteX8711" fmla="*/ 1434395 w 4641785"/>
              <a:gd name="connsiteY8711" fmla="*/ 2188335 h 5274332"/>
              <a:gd name="connsiteX8712" fmla="*/ 1434395 w 4641785"/>
              <a:gd name="connsiteY8712" fmla="*/ 2188335 h 5274332"/>
              <a:gd name="connsiteX8713" fmla="*/ 1434861 w 4641785"/>
              <a:gd name="connsiteY8713" fmla="*/ 2180894 h 5274332"/>
              <a:gd name="connsiteX8714" fmla="*/ 1440907 w 4641785"/>
              <a:gd name="connsiteY8714" fmla="*/ 2176243 h 5274332"/>
              <a:gd name="connsiteX8715" fmla="*/ 1444628 w 4641785"/>
              <a:gd name="connsiteY8715" fmla="*/ 2172057 h 5274332"/>
              <a:gd name="connsiteX8716" fmla="*/ 3112974 w 4641785"/>
              <a:gd name="connsiteY8716" fmla="*/ 2167407 h 5274332"/>
              <a:gd name="connsiteX8717" fmla="*/ 3112974 w 4641785"/>
              <a:gd name="connsiteY8717" fmla="*/ 2167407 h 5274332"/>
              <a:gd name="connsiteX8718" fmla="*/ 3116107 w 4641785"/>
              <a:gd name="connsiteY8718" fmla="*/ 2169757 h 5274332"/>
              <a:gd name="connsiteX8719" fmla="*/ 1673461 w 4641785"/>
              <a:gd name="connsiteY8719" fmla="*/ 2165080 h 5274332"/>
              <a:gd name="connsiteX8720" fmla="*/ 1673461 w 4641785"/>
              <a:gd name="connsiteY8720" fmla="*/ 2165081 h 5274332"/>
              <a:gd name="connsiteX8721" fmla="*/ 1677182 w 4641785"/>
              <a:gd name="connsiteY8721" fmla="*/ 2167407 h 5274332"/>
              <a:gd name="connsiteX8722" fmla="*/ 1679972 w 4641785"/>
              <a:gd name="connsiteY8722" fmla="*/ 2170663 h 5274332"/>
              <a:gd name="connsiteX8723" fmla="*/ 1683693 w 4641785"/>
              <a:gd name="connsiteY8723" fmla="*/ 2168803 h 5274332"/>
              <a:gd name="connsiteX8724" fmla="*/ 1683693 w 4641785"/>
              <a:gd name="connsiteY8724" fmla="*/ 2168801 h 5274332"/>
              <a:gd name="connsiteX8725" fmla="*/ 1679972 w 4641785"/>
              <a:gd name="connsiteY8725" fmla="*/ 2170662 h 5274332"/>
              <a:gd name="connsiteX8726" fmla="*/ 1677182 w 4641785"/>
              <a:gd name="connsiteY8726" fmla="*/ 2167406 h 5274332"/>
              <a:gd name="connsiteX8727" fmla="*/ 4003192 w 4641785"/>
              <a:gd name="connsiteY8727" fmla="*/ 2164151 h 5274332"/>
              <a:gd name="connsiteX8728" fmla="*/ 4007378 w 4641785"/>
              <a:gd name="connsiteY8728" fmla="*/ 2166942 h 5274332"/>
              <a:gd name="connsiteX8729" fmla="*/ 4010168 w 4641785"/>
              <a:gd name="connsiteY8729" fmla="*/ 2166477 h 5274332"/>
              <a:gd name="connsiteX8730" fmla="*/ 4013423 w 4641785"/>
              <a:gd name="connsiteY8730" fmla="*/ 2168801 h 5274332"/>
              <a:gd name="connsiteX8731" fmla="*/ 4013423 w 4641785"/>
              <a:gd name="connsiteY8731" fmla="*/ 2168801 h 5274332"/>
              <a:gd name="connsiteX8732" fmla="*/ 4010168 w 4641785"/>
              <a:gd name="connsiteY8732" fmla="*/ 2166476 h 5274332"/>
              <a:gd name="connsiteX8733" fmla="*/ 4007377 w 4641785"/>
              <a:gd name="connsiteY8733" fmla="*/ 2166941 h 5274332"/>
              <a:gd name="connsiteX8734" fmla="*/ 1625554 w 4641785"/>
              <a:gd name="connsiteY8734" fmla="*/ 2162290 h 5274332"/>
              <a:gd name="connsiteX8735" fmla="*/ 1620903 w 4641785"/>
              <a:gd name="connsiteY8735" fmla="*/ 2163685 h 5274332"/>
              <a:gd name="connsiteX8736" fmla="*/ 1619973 w 4641785"/>
              <a:gd name="connsiteY8736" fmla="*/ 2166475 h 5274332"/>
              <a:gd name="connsiteX8737" fmla="*/ 1615787 w 4641785"/>
              <a:gd name="connsiteY8737" fmla="*/ 2167871 h 5274332"/>
              <a:gd name="connsiteX8738" fmla="*/ 1613927 w 4641785"/>
              <a:gd name="connsiteY8738" fmla="*/ 2166475 h 5274332"/>
              <a:gd name="connsiteX8739" fmla="*/ 1611601 w 4641785"/>
              <a:gd name="connsiteY8739" fmla="*/ 2170662 h 5274332"/>
              <a:gd name="connsiteX8740" fmla="*/ 1611136 w 4641785"/>
              <a:gd name="connsiteY8740" fmla="*/ 2175313 h 5274332"/>
              <a:gd name="connsiteX8741" fmla="*/ 1605090 w 4641785"/>
              <a:gd name="connsiteY8741" fmla="*/ 2181825 h 5274332"/>
              <a:gd name="connsiteX8742" fmla="*/ 1605090 w 4641785"/>
              <a:gd name="connsiteY8742" fmla="*/ 2181825 h 5274332"/>
              <a:gd name="connsiteX8743" fmla="*/ 1611136 w 4641785"/>
              <a:gd name="connsiteY8743" fmla="*/ 2175314 h 5274332"/>
              <a:gd name="connsiteX8744" fmla="*/ 1611602 w 4641785"/>
              <a:gd name="connsiteY8744" fmla="*/ 2170663 h 5274332"/>
              <a:gd name="connsiteX8745" fmla="*/ 1613927 w 4641785"/>
              <a:gd name="connsiteY8745" fmla="*/ 2166477 h 5274332"/>
              <a:gd name="connsiteX8746" fmla="*/ 1615787 w 4641785"/>
              <a:gd name="connsiteY8746" fmla="*/ 2167873 h 5274332"/>
              <a:gd name="connsiteX8747" fmla="*/ 1619973 w 4641785"/>
              <a:gd name="connsiteY8747" fmla="*/ 2166477 h 5274332"/>
              <a:gd name="connsiteX8748" fmla="*/ 1620904 w 4641785"/>
              <a:gd name="connsiteY8748" fmla="*/ 2163686 h 5274332"/>
              <a:gd name="connsiteX8749" fmla="*/ 1625555 w 4641785"/>
              <a:gd name="connsiteY8749" fmla="*/ 2162291 h 5274332"/>
              <a:gd name="connsiteX8750" fmla="*/ 4193554 w 4641785"/>
              <a:gd name="connsiteY8750" fmla="*/ 2160124 h 5274332"/>
              <a:gd name="connsiteX8751" fmla="*/ 4199002 w 4641785"/>
              <a:gd name="connsiteY8751" fmla="*/ 2164151 h 5274332"/>
              <a:gd name="connsiteX8752" fmla="*/ 4204583 w 4641785"/>
              <a:gd name="connsiteY8752" fmla="*/ 2166010 h 5274332"/>
              <a:gd name="connsiteX8753" fmla="*/ 4204584 w 4641785"/>
              <a:gd name="connsiteY8753" fmla="*/ 2166010 h 5274332"/>
              <a:gd name="connsiteX8754" fmla="*/ 4199002 w 4641785"/>
              <a:gd name="connsiteY8754" fmla="*/ 2164150 h 5274332"/>
              <a:gd name="connsiteX8755" fmla="*/ 1706902 w 4641785"/>
              <a:gd name="connsiteY8755" fmla="*/ 2159437 h 5274332"/>
              <a:gd name="connsiteX8756" fmla="*/ 1706948 w 4641785"/>
              <a:gd name="connsiteY8756" fmla="*/ 2159499 h 5274332"/>
              <a:gd name="connsiteX8757" fmla="*/ 1706018 w 4641785"/>
              <a:gd name="connsiteY8757" fmla="*/ 2164150 h 5274332"/>
              <a:gd name="connsiteX8758" fmla="*/ 1701833 w 4641785"/>
              <a:gd name="connsiteY8758" fmla="*/ 2167871 h 5274332"/>
              <a:gd name="connsiteX8759" fmla="*/ 1701834 w 4641785"/>
              <a:gd name="connsiteY8759" fmla="*/ 2167872 h 5274332"/>
              <a:gd name="connsiteX8760" fmla="*/ 1706018 w 4641785"/>
              <a:gd name="connsiteY8760" fmla="*/ 2164151 h 5274332"/>
              <a:gd name="connsiteX8761" fmla="*/ 1706949 w 4641785"/>
              <a:gd name="connsiteY8761" fmla="*/ 2159500 h 5274332"/>
              <a:gd name="connsiteX8762" fmla="*/ 3875542 w 4641785"/>
              <a:gd name="connsiteY8762" fmla="*/ 2158823 h 5274332"/>
              <a:gd name="connsiteX8763" fmla="*/ 3874356 w 4641785"/>
              <a:gd name="connsiteY8763" fmla="*/ 2159500 h 5274332"/>
              <a:gd name="connsiteX8764" fmla="*/ 3872495 w 4641785"/>
              <a:gd name="connsiteY8764" fmla="*/ 2161826 h 5274332"/>
              <a:gd name="connsiteX8765" fmla="*/ 3872961 w 4641785"/>
              <a:gd name="connsiteY8765" fmla="*/ 2164617 h 5274332"/>
              <a:gd name="connsiteX8766" fmla="*/ 3877146 w 4641785"/>
              <a:gd name="connsiteY8766" fmla="*/ 2163687 h 5274332"/>
              <a:gd name="connsiteX8767" fmla="*/ 3878542 w 4641785"/>
              <a:gd name="connsiteY8767" fmla="*/ 2167407 h 5274332"/>
              <a:gd name="connsiteX8768" fmla="*/ 3878542 w 4641785"/>
              <a:gd name="connsiteY8768" fmla="*/ 2172988 h 5274332"/>
              <a:gd name="connsiteX8769" fmla="*/ 3878543 w 4641785"/>
              <a:gd name="connsiteY8769" fmla="*/ 2172988 h 5274332"/>
              <a:gd name="connsiteX8770" fmla="*/ 3878543 w 4641785"/>
              <a:gd name="connsiteY8770" fmla="*/ 2167406 h 5274332"/>
              <a:gd name="connsiteX8771" fmla="*/ 3877147 w 4641785"/>
              <a:gd name="connsiteY8771" fmla="*/ 2163686 h 5274332"/>
              <a:gd name="connsiteX8772" fmla="*/ 3872961 w 4641785"/>
              <a:gd name="connsiteY8772" fmla="*/ 2164616 h 5274332"/>
              <a:gd name="connsiteX8773" fmla="*/ 3872496 w 4641785"/>
              <a:gd name="connsiteY8773" fmla="*/ 2161825 h 5274332"/>
              <a:gd name="connsiteX8774" fmla="*/ 3874357 w 4641785"/>
              <a:gd name="connsiteY8774" fmla="*/ 2159500 h 5274332"/>
              <a:gd name="connsiteX8775" fmla="*/ 3999936 w 4641785"/>
              <a:gd name="connsiteY8775" fmla="*/ 2158104 h 5274332"/>
              <a:gd name="connsiteX8776" fmla="*/ 3999936 w 4641785"/>
              <a:gd name="connsiteY8776" fmla="*/ 2158104 h 5274332"/>
              <a:gd name="connsiteX8777" fmla="*/ 4003191 w 4641785"/>
              <a:gd name="connsiteY8777" fmla="*/ 2160895 h 5274332"/>
              <a:gd name="connsiteX8778" fmla="*/ 4003191 w 4641785"/>
              <a:gd name="connsiteY8778" fmla="*/ 2160895 h 5274332"/>
              <a:gd name="connsiteX8779" fmla="*/ 1689740 w 4641785"/>
              <a:gd name="connsiteY8779" fmla="*/ 2157639 h 5274332"/>
              <a:gd name="connsiteX8780" fmla="*/ 1689740 w 4641785"/>
              <a:gd name="connsiteY8780" fmla="*/ 2157640 h 5274332"/>
              <a:gd name="connsiteX8781" fmla="*/ 1692995 w 4641785"/>
              <a:gd name="connsiteY8781" fmla="*/ 2159965 h 5274332"/>
              <a:gd name="connsiteX8782" fmla="*/ 1692995 w 4641785"/>
              <a:gd name="connsiteY8782" fmla="*/ 2159964 h 5274332"/>
              <a:gd name="connsiteX8783" fmla="*/ 3157159 w 4641785"/>
              <a:gd name="connsiteY8783" fmla="*/ 2157639 h 5274332"/>
              <a:gd name="connsiteX8784" fmla="*/ 3157159 w 4641785"/>
              <a:gd name="connsiteY8784" fmla="*/ 2157639 h 5274332"/>
              <a:gd name="connsiteX8785" fmla="*/ 3157623 w 4641785"/>
              <a:gd name="connsiteY8785" fmla="*/ 2157639 h 5274332"/>
              <a:gd name="connsiteX8786" fmla="*/ 3157623 w 4641785"/>
              <a:gd name="connsiteY8786" fmla="*/ 2157639 h 5274332"/>
              <a:gd name="connsiteX8787" fmla="*/ 1707879 w 4641785"/>
              <a:gd name="connsiteY8787" fmla="*/ 2152987 h 5274332"/>
              <a:gd name="connsiteX8788" fmla="*/ 1704158 w 4641785"/>
              <a:gd name="connsiteY8788" fmla="*/ 2155779 h 5274332"/>
              <a:gd name="connsiteX8789" fmla="*/ 1704158 w 4641785"/>
              <a:gd name="connsiteY8789" fmla="*/ 2155779 h 5274332"/>
              <a:gd name="connsiteX8790" fmla="*/ 1707879 w 4641785"/>
              <a:gd name="connsiteY8790" fmla="*/ 2152989 h 5274332"/>
              <a:gd name="connsiteX8791" fmla="*/ 3152972 w 4641785"/>
              <a:gd name="connsiteY8791" fmla="*/ 2152522 h 5274332"/>
              <a:gd name="connsiteX8792" fmla="*/ 3152973 w 4641785"/>
              <a:gd name="connsiteY8792" fmla="*/ 2152523 h 5274332"/>
              <a:gd name="connsiteX8793" fmla="*/ 3154368 w 4641785"/>
              <a:gd name="connsiteY8793" fmla="*/ 2152523 h 5274332"/>
              <a:gd name="connsiteX8794" fmla="*/ 3154367 w 4641785"/>
              <a:gd name="connsiteY8794" fmla="*/ 2152522 h 5274332"/>
              <a:gd name="connsiteX8795" fmla="*/ 3139949 w 4641785"/>
              <a:gd name="connsiteY8795" fmla="*/ 2151593 h 5274332"/>
              <a:gd name="connsiteX8796" fmla="*/ 3143669 w 4641785"/>
              <a:gd name="connsiteY8796" fmla="*/ 2155778 h 5274332"/>
              <a:gd name="connsiteX8797" fmla="*/ 3144600 w 4641785"/>
              <a:gd name="connsiteY8797" fmla="*/ 2158104 h 5274332"/>
              <a:gd name="connsiteX8798" fmla="*/ 3144601 w 4641785"/>
              <a:gd name="connsiteY8798" fmla="*/ 2158104 h 5274332"/>
              <a:gd name="connsiteX8799" fmla="*/ 3143671 w 4641785"/>
              <a:gd name="connsiteY8799" fmla="*/ 2155779 h 5274332"/>
              <a:gd name="connsiteX8800" fmla="*/ 4163558 w 4641785"/>
              <a:gd name="connsiteY8800" fmla="*/ 2151175 h 5274332"/>
              <a:gd name="connsiteX8801" fmla="*/ 4161794 w 4641785"/>
              <a:gd name="connsiteY8801" fmla="*/ 2152057 h 5274332"/>
              <a:gd name="connsiteX8802" fmla="*/ 4157607 w 4641785"/>
              <a:gd name="connsiteY8802" fmla="*/ 2154848 h 5274332"/>
              <a:gd name="connsiteX8803" fmla="*/ 4147840 w 4641785"/>
              <a:gd name="connsiteY8803" fmla="*/ 2159499 h 5274332"/>
              <a:gd name="connsiteX8804" fmla="*/ 4145514 w 4641785"/>
              <a:gd name="connsiteY8804" fmla="*/ 2156244 h 5274332"/>
              <a:gd name="connsiteX8805" fmla="*/ 4147840 w 4641785"/>
              <a:gd name="connsiteY8805" fmla="*/ 2159499 h 5274332"/>
              <a:gd name="connsiteX8806" fmla="*/ 4157607 w 4641785"/>
              <a:gd name="connsiteY8806" fmla="*/ 2154848 h 5274332"/>
              <a:gd name="connsiteX8807" fmla="*/ 4161793 w 4641785"/>
              <a:gd name="connsiteY8807" fmla="*/ 2152058 h 5274332"/>
              <a:gd name="connsiteX8808" fmla="*/ 4071097 w 4641785"/>
              <a:gd name="connsiteY8808" fmla="*/ 2150662 h 5274332"/>
              <a:gd name="connsiteX8809" fmla="*/ 4065051 w 4641785"/>
              <a:gd name="connsiteY8809" fmla="*/ 2151592 h 5274332"/>
              <a:gd name="connsiteX8810" fmla="*/ 4062260 w 4641785"/>
              <a:gd name="connsiteY8810" fmla="*/ 2155778 h 5274332"/>
              <a:gd name="connsiteX8811" fmla="*/ 4065051 w 4641785"/>
              <a:gd name="connsiteY8811" fmla="*/ 2151593 h 5274332"/>
              <a:gd name="connsiteX8812" fmla="*/ 3994422 w 4641785"/>
              <a:gd name="connsiteY8812" fmla="*/ 2150206 h 5274332"/>
              <a:gd name="connsiteX8813" fmla="*/ 3998075 w 4641785"/>
              <a:gd name="connsiteY8813" fmla="*/ 2153453 h 5274332"/>
              <a:gd name="connsiteX8814" fmla="*/ 3998705 w 4641785"/>
              <a:gd name="connsiteY8814" fmla="*/ 2155029 h 5274332"/>
              <a:gd name="connsiteX8815" fmla="*/ 3998075 w 4641785"/>
              <a:gd name="connsiteY8815" fmla="*/ 2153452 h 5274332"/>
              <a:gd name="connsiteX8816" fmla="*/ 4130166 w 4641785"/>
              <a:gd name="connsiteY8816" fmla="*/ 2149732 h 5274332"/>
              <a:gd name="connsiteX8817" fmla="*/ 4130165 w 4641785"/>
              <a:gd name="connsiteY8817" fmla="*/ 2149732 h 5274332"/>
              <a:gd name="connsiteX8818" fmla="*/ 4130165 w 4641785"/>
              <a:gd name="connsiteY8818" fmla="*/ 2152988 h 5274332"/>
              <a:gd name="connsiteX8819" fmla="*/ 4135282 w 4641785"/>
              <a:gd name="connsiteY8819" fmla="*/ 2159034 h 5274332"/>
              <a:gd name="connsiteX8820" fmla="*/ 4143654 w 4641785"/>
              <a:gd name="connsiteY8820" fmla="*/ 2158104 h 5274332"/>
              <a:gd name="connsiteX8821" fmla="*/ 4143655 w 4641785"/>
              <a:gd name="connsiteY8821" fmla="*/ 2158103 h 5274332"/>
              <a:gd name="connsiteX8822" fmla="*/ 4135282 w 4641785"/>
              <a:gd name="connsiteY8822" fmla="*/ 2159034 h 5274332"/>
              <a:gd name="connsiteX8823" fmla="*/ 4130166 w 4641785"/>
              <a:gd name="connsiteY8823" fmla="*/ 2152988 h 5274332"/>
              <a:gd name="connsiteX8824" fmla="*/ 4113422 w 4641785"/>
              <a:gd name="connsiteY8824" fmla="*/ 2147871 h 5274332"/>
              <a:gd name="connsiteX8825" fmla="*/ 4113421 w 4641785"/>
              <a:gd name="connsiteY8825" fmla="*/ 2147872 h 5274332"/>
              <a:gd name="connsiteX8826" fmla="*/ 4114352 w 4641785"/>
              <a:gd name="connsiteY8826" fmla="*/ 2152522 h 5274332"/>
              <a:gd name="connsiteX8827" fmla="*/ 4121794 w 4641785"/>
              <a:gd name="connsiteY8827" fmla="*/ 2154383 h 5274332"/>
              <a:gd name="connsiteX8828" fmla="*/ 4124119 w 4641785"/>
              <a:gd name="connsiteY8828" fmla="*/ 2150197 h 5274332"/>
              <a:gd name="connsiteX8829" fmla="*/ 4129724 w 4641785"/>
              <a:gd name="connsiteY8829" fmla="*/ 2149766 h 5274332"/>
              <a:gd name="connsiteX8830" fmla="*/ 4124119 w 4641785"/>
              <a:gd name="connsiteY8830" fmla="*/ 2150196 h 5274332"/>
              <a:gd name="connsiteX8831" fmla="*/ 4121794 w 4641785"/>
              <a:gd name="connsiteY8831" fmla="*/ 2154383 h 5274332"/>
              <a:gd name="connsiteX8832" fmla="*/ 4114352 w 4641785"/>
              <a:gd name="connsiteY8832" fmla="*/ 2152522 h 5274332"/>
              <a:gd name="connsiteX8833" fmla="*/ 4073888 w 4641785"/>
              <a:gd name="connsiteY8833" fmla="*/ 2147406 h 5274332"/>
              <a:gd name="connsiteX8834" fmla="*/ 4073887 w 4641785"/>
              <a:gd name="connsiteY8834" fmla="*/ 2147407 h 5274332"/>
              <a:gd name="connsiteX8835" fmla="*/ 4078073 w 4641785"/>
              <a:gd name="connsiteY8835" fmla="*/ 2148337 h 5274332"/>
              <a:gd name="connsiteX8836" fmla="*/ 4188747 w 4641785"/>
              <a:gd name="connsiteY8836" fmla="*/ 2147202 h 5274332"/>
              <a:gd name="connsiteX8837" fmla="*/ 4189234 w 4641785"/>
              <a:gd name="connsiteY8837" fmla="*/ 2151593 h 5274332"/>
              <a:gd name="connsiteX8838" fmla="*/ 4188766 w 4641785"/>
              <a:gd name="connsiteY8838" fmla="*/ 2153936 h 5274332"/>
              <a:gd name="connsiteX8839" fmla="*/ 4189235 w 4641785"/>
              <a:gd name="connsiteY8839" fmla="*/ 2151592 h 5274332"/>
              <a:gd name="connsiteX8840" fmla="*/ 4082725 w 4641785"/>
              <a:gd name="connsiteY8840" fmla="*/ 2146476 h 5274332"/>
              <a:gd name="connsiteX8841" fmla="*/ 4082725 w 4641785"/>
              <a:gd name="connsiteY8841" fmla="*/ 2146476 h 5274332"/>
              <a:gd name="connsiteX8842" fmla="*/ 4091097 w 4641785"/>
              <a:gd name="connsiteY8842" fmla="*/ 2147407 h 5274332"/>
              <a:gd name="connsiteX8843" fmla="*/ 4094352 w 4641785"/>
              <a:gd name="connsiteY8843" fmla="*/ 2148337 h 5274332"/>
              <a:gd name="connsiteX8844" fmla="*/ 4091096 w 4641785"/>
              <a:gd name="connsiteY8844" fmla="*/ 2147406 h 5274332"/>
              <a:gd name="connsiteX8845" fmla="*/ 3882263 w 4641785"/>
              <a:gd name="connsiteY8845" fmla="*/ 2146012 h 5274332"/>
              <a:gd name="connsiteX8846" fmla="*/ 3881230 w 4641785"/>
              <a:gd name="connsiteY8846" fmla="*/ 2146307 h 5274332"/>
              <a:gd name="connsiteX8847" fmla="*/ 3882263 w 4641785"/>
              <a:gd name="connsiteY8847" fmla="*/ 2146012 h 5274332"/>
              <a:gd name="connsiteX8848" fmla="*/ 3460408 w 4641785"/>
              <a:gd name="connsiteY8848" fmla="*/ 2145546 h 5274332"/>
              <a:gd name="connsiteX8849" fmla="*/ 3451572 w 4641785"/>
              <a:gd name="connsiteY8849" fmla="*/ 2147407 h 5274332"/>
              <a:gd name="connsiteX8850" fmla="*/ 3449324 w 4641785"/>
              <a:gd name="connsiteY8850" fmla="*/ 2147816 h 5274332"/>
              <a:gd name="connsiteX8851" fmla="*/ 3451571 w 4641785"/>
              <a:gd name="connsiteY8851" fmla="*/ 2147407 h 5274332"/>
              <a:gd name="connsiteX8852" fmla="*/ 3460408 w 4641785"/>
              <a:gd name="connsiteY8852" fmla="*/ 2145547 h 5274332"/>
              <a:gd name="connsiteX8853" fmla="*/ 3886914 w 4641785"/>
              <a:gd name="connsiteY8853" fmla="*/ 2143686 h 5274332"/>
              <a:gd name="connsiteX8854" fmla="*/ 3884588 w 4641785"/>
              <a:gd name="connsiteY8854" fmla="*/ 2152058 h 5274332"/>
              <a:gd name="connsiteX8855" fmla="*/ 3882808 w 4641785"/>
              <a:gd name="connsiteY8855" fmla="*/ 2153839 h 5274332"/>
              <a:gd name="connsiteX8856" fmla="*/ 3884589 w 4641785"/>
              <a:gd name="connsiteY8856" fmla="*/ 2152058 h 5274332"/>
              <a:gd name="connsiteX8857" fmla="*/ 3886915 w 4641785"/>
              <a:gd name="connsiteY8857" fmla="*/ 2143686 h 5274332"/>
              <a:gd name="connsiteX8858" fmla="*/ 3884124 w 4641785"/>
              <a:gd name="connsiteY8858" fmla="*/ 2143221 h 5274332"/>
              <a:gd name="connsiteX8859" fmla="*/ 3884124 w 4641785"/>
              <a:gd name="connsiteY8859" fmla="*/ 2143222 h 5274332"/>
              <a:gd name="connsiteX8860" fmla="*/ 3886540 w 4641785"/>
              <a:gd name="connsiteY8860" fmla="*/ 2143624 h 5274332"/>
              <a:gd name="connsiteX8861" fmla="*/ 3461340 w 4641785"/>
              <a:gd name="connsiteY8861" fmla="*/ 2142756 h 5274332"/>
              <a:gd name="connsiteX8862" fmla="*/ 3461339 w 4641785"/>
              <a:gd name="connsiteY8862" fmla="*/ 2142756 h 5274332"/>
              <a:gd name="connsiteX8863" fmla="*/ 3463664 w 4641785"/>
              <a:gd name="connsiteY8863" fmla="*/ 2143221 h 5274332"/>
              <a:gd name="connsiteX8864" fmla="*/ 3465525 w 4641785"/>
              <a:gd name="connsiteY8864" fmla="*/ 2142756 h 5274332"/>
              <a:gd name="connsiteX8865" fmla="*/ 3465525 w 4641785"/>
              <a:gd name="connsiteY8865" fmla="*/ 2142756 h 5274332"/>
              <a:gd name="connsiteX8866" fmla="*/ 3463665 w 4641785"/>
              <a:gd name="connsiteY8866" fmla="*/ 2143221 h 5274332"/>
              <a:gd name="connsiteX8867" fmla="*/ 4168305 w 4641785"/>
              <a:gd name="connsiteY8867" fmla="*/ 2142290 h 5274332"/>
              <a:gd name="connsiteX8868" fmla="*/ 4166909 w 4641785"/>
              <a:gd name="connsiteY8868" fmla="*/ 2145081 h 5274332"/>
              <a:gd name="connsiteX8869" fmla="*/ 4167150 w 4641785"/>
              <a:gd name="connsiteY8869" fmla="*/ 2147246 h 5274332"/>
              <a:gd name="connsiteX8870" fmla="*/ 4166910 w 4641785"/>
              <a:gd name="connsiteY8870" fmla="*/ 2145081 h 5274332"/>
              <a:gd name="connsiteX8871" fmla="*/ 4101329 w 4641785"/>
              <a:gd name="connsiteY8871" fmla="*/ 2141825 h 5274332"/>
              <a:gd name="connsiteX8872" fmla="*/ 4111096 w 4641785"/>
              <a:gd name="connsiteY8872" fmla="*/ 2148337 h 5274332"/>
              <a:gd name="connsiteX8873" fmla="*/ 4111097 w 4641785"/>
              <a:gd name="connsiteY8873" fmla="*/ 2148337 h 5274332"/>
              <a:gd name="connsiteX8874" fmla="*/ 3465059 w 4641785"/>
              <a:gd name="connsiteY8874" fmla="*/ 2136710 h 5274332"/>
              <a:gd name="connsiteX8875" fmla="*/ 3464595 w 4641785"/>
              <a:gd name="connsiteY8875" fmla="*/ 2137175 h 5274332"/>
              <a:gd name="connsiteX8876" fmla="*/ 3465059 w 4641785"/>
              <a:gd name="connsiteY8876" fmla="*/ 2136710 h 5274332"/>
              <a:gd name="connsiteX8877" fmla="*/ 1687414 w 4641785"/>
              <a:gd name="connsiteY8877" fmla="*/ 2132988 h 5274332"/>
              <a:gd name="connsiteX8878" fmla="*/ 1686484 w 4641785"/>
              <a:gd name="connsiteY8878" fmla="*/ 2136709 h 5274332"/>
              <a:gd name="connsiteX8879" fmla="*/ 1684623 w 4641785"/>
              <a:gd name="connsiteY8879" fmla="*/ 2137639 h 5274332"/>
              <a:gd name="connsiteX8880" fmla="*/ 1674856 w 4641785"/>
              <a:gd name="connsiteY8880" fmla="*/ 2140430 h 5274332"/>
              <a:gd name="connsiteX8881" fmla="*/ 1671600 w 4641785"/>
              <a:gd name="connsiteY8881" fmla="*/ 2139965 h 5274332"/>
              <a:gd name="connsiteX8882" fmla="*/ 1666019 w 4641785"/>
              <a:gd name="connsiteY8882" fmla="*/ 2141825 h 5274332"/>
              <a:gd name="connsiteX8883" fmla="*/ 1661368 w 4641785"/>
              <a:gd name="connsiteY8883" fmla="*/ 2146941 h 5274332"/>
              <a:gd name="connsiteX8884" fmla="*/ 1657182 w 4641785"/>
              <a:gd name="connsiteY8884" fmla="*/ 2145546 h 5274332"/>
              <a:gd name="connsiteX8885" fmla="*/ 1654392 w 4641785"/>
              <a:gd name="connsiteY8885" fmla="*/ 2143221 h 5274332"/>
              <a:gd name="connsiteX8886" fmla="*/ 1650670 w 4641785"/>
              <a:gd name="connsiteY8886" fmla="*/ 2147406 h 5274332"/>
              <a:gd name="connsiteX8887" fmla="*/ 1645554 w 4641785"/>
              <a:gd name="connsiteY8887" fmla="*/ 2146941 h 5274332"/>
              <a:gd name="connsiteX8888" fmla="*/ 1642298 w 4641785"/>
              <a:gd name="connsiteY8888" fmla="*/ 2145546 h 5274332"/>
              <a:gd name="connsiteX8889" fmla="*/ 1634857 w 4641785"/>
              <a:gd name="connsiteY8889" fmla="*/ 2144151 h 5274332"/>
              <a:gd name="connsiteX8890" fmla="*/ 1629741 w 4641785"/>
              <a:gd name="connsiteY8890" fmla="*/ 2149267 h 5274332"/>
              <a:gd name="connsiteX8891" fmla="*/ 1626020 w 4641785"/>
              <a:gd name="connsiteY8891" fmla="*/ 2147872 h 5274332"/>
              <a:gd name="connsiteX8892" fmla="*/ 1623229 w 4641785"/>
              <a:gd name="connsiteY8892" fmla="*/ 2152523 h 5274332"/>
              <a:gd name="connsiteX8893" fmla="*/ 1623229 w 4641785"/>
              <a:gd name="connsiteY8893" fmla="*/ 2152523 h 5274332"/>
              <a:gd name="connsiteX8894" fmla="*/ 1626020 w 4641785"/>
              <a:gd name="connsiteY8894" fmla="*/ 2147873 h 5274332"/>
              <a:gd name="connsiteX8895" fmla="*/ 1629741 w 4641785"/>
              <a:gd name="connsiteY8895" fmla="*/ 2149268 h 5274332"/>
              <a:gd name="connsiteX8896" fmla="*/ 1634857 w 4641785"/>
              <a:gd name="connsiteY8896" fmla="*/ 2144152 h 5274332"/>
              <a:gd name="connsiteX8897" fmla="*/ 1642299 w 4641785"/>
              <a:gd name="connsiteY8897" fmla="*/ 2145547 h 5274332"/>
              <a:gd name="connsiteX8898" fmla="*/ 1645555 w 4641785"/>
              <a:gd name="connsiteY8898" fmla="*/ 2146942 h 5274332"/>
              <a:gd name="connsiteX8899" fmla="*/ 1650670 w 4641785"/>
              <a:gd name="connsiteY8899" fmla="*/ 2147407 h 5274332"/>
              <a:gd name="connsiteX8900" fmla="*/ 1654392 w 4641785"/>
              <a:gd name="connsiteY8900" fmla="*/ 2143222 h 5274332"/>
              <a:gd name="connsiteX8901" fmla="*/ 1657182 w 4641785"/>
              <a:gd name="connsiteY8901" fmla="*/ 2145547 h 5274332"/>
              <a:gd name="connsiteX8902" fmla="*/ 1661368 w 4641785"/>
              <a:gd name="connsiteY8902" fmla="*/ 2146942 h 5274332"/>
              <a:gd name="connsiteX8903" fmla="*/ 1666019 w 4641785"/>
              <a:gd name="connsiteY8903" fmla="*/ 2141826 h 5274332"/>
              <a:gd name="connsiteX8904" fmla="*/ 1671601 w 4641785"/>
              <a:gd name="connsiteY8904" fmla="*/ 2139966 h 5274332"/>
              <a:gd name="connsiteX8905" fmla="*/ 1674857 w 4641785"/>
              <a:gd name="connsiteY8905" fmla="*/ 2140431 h 5274332"/>
              <a:gd name="connsiteX8906" fmla="*/ 1684623 w 4641785"/>
              <a:gd name="connsiteY8906" fmla="*/ 2137640 h 5274332"/>
              <a:gd name="connsiteX8907" fmla="*/ 1686484 w 4641785"/>
              <a:gd name="connsiteY8907" fmla="*/ 2136710 h 5274332"/>
              <a:gd name="connsiteX8908" fmla="*/ 1687414 w 4641785"/>
              <a:gd name="connsiteY8908" fmla="*/ 2132989 h 5274332"/>
              <a:gd name="connsiteX8909" fmla="*/ 4185514 w 4641785"/>
              <a:gd name="connsiteY8909" fmla="*/ 2132057 h 5274332"/>
              <a:gd name="connsiteX8910" fmla="*/ 4181793 w 4641785"/>
              <a:gd name="connsiteY8910" fmla="*/ 2135313 h 5274332"/>
              <a:gd name="connsiteX8911" fmla="*/ 4178072 w 4641785"/>
              <a:gd name="connsiteY8911" fmla="*/ 2137639 h 5274332"/>
              <a:gd name="connsiteX8912" fmla="*/ 4175282 w 4641785"/>
              <a:gd name="connsiteY8912" fmla="*/ 2137174 h 5274332"/>
              <a:gd name="connsiteX8913" fmla="*/ 4175282 w 4641785"/>
              <a:gd name="connsiteY8913" fmla="*/ 2137174 h 5274332"/>
              <a:gd name="connsiteX8914" fmla="*/ 4178072 w 4641785"/>
              <a:gd name="connsiteY8914" fmla="*/ 2137639 h 5274332"/>
              <a:gd name="connsiteX8915" fmla="*/ 4181793 w 4641785"/>
              <a:gd name="connsiteY8915" fmla="*/ 2135313 h 5274332"/>
              <a:gd name="connsiteX8916" fmla="*/ 3851852 w 4641785"/>
              <a:gd name="connsiteY8916" fmla="*/ 2125684 h 5274332"/>
              <a:gd name="connsiteX8917" fmla="*/ 3856217 w 4641785"/>
              <a:gd name="connsiteY8917" fmla="*/ 2126478 h 5274332"/>
              <a:gd name="connsiteX8918" fmla="*/ 3858542 w 4641785"/>
              <a:gd name="connsiteY8918" fmla="*/ 2129733 h 5274332"/>
              <a:gd name="connsiteX8919" fmla="*/ 3861332 w 4641785"/>
              <a:gd name="connsiteY8919" fmla="*/ 2136244 h 5274332"/>
              <a:gd name="connsiteX8920" fmla="*/ 3870635 w 4641785"/>
              <a:gd name="connsiteY8920" fmla="*/ 2138570 h 5274332"/>
              <a:gd name="connsiteX8921" fmla="*/ 3871100 w 4641785"/>
              <a:gd name="connsiteY8921" fmla="*/ 2145547 h 5274332"/>
              <a:gd name="connsiteX8922" fmla="*/ 3875751 w 4641785"/>
              <a:gd name="connsiteY8922" fmla="*/ 2149268 h 5274332"/>
              <a:gd name="connsiteX8923" fmla="*/ 3875752 w 4641785"/>
              <a:gd name="connsiteY8923" fmla="*/ 2149267 h 5274332"/>
              <a:gd name="connsiteX8924" fmla="*/ 3871101 w 4641785"/>
              <a:gd name="connsiteY8924" fmla="*/ 2145546 h 5274332"/>
              <a:gd name="connsiteX8925" fmla="*/ 3870636 w 4641785"/>
              <a:gd name="connsiteY8925" fmla="*/ 2138570 h 5274332"/>
              <a:gd name="connsiteX8926" fmla="*/ 3861333 w 4641785"/>
              <a:gd name="connsiteY8926" fmla="*/ 2136244 h 5274332"/>
              <a:gd name="connsiteX8927" fmla="*/ 3858543 w 4641785"/>
              <a:gd name="connsiteY8927" fmla="*/ 2129733 h 5274332"/>
              <a:gd name="connsiteX8928" fmla="*/ 3856217 w 4641785"/>
              <a:gd name="connsiteY8928" fmla="*/ 2126477 h 5274332"/>
              <a:gd name="connsiteX8929" fmla="*/ 4191095 w 4641785"/>
              <a:gd name="connsiteY8929" fmla="*/ 2123686 h 5274332"/>
              <a:gd name="connsiteX8930" fmla="*/ 4194815 w 4641785"/>
              <a:gd name="connsiteY8930" fmla="*/ 2125546 h 5274332"/>
              <a:gd name="connsiteX8931" fmla="*/ 4191560 w 4641785"/>
              <a:gd name="connsiteY8931" fmla="*/ 2132988 h 5274332"/>
              <a:gd name="connsiteX8932" fmla="*/ 4192490 w 4641785"/>
              <a:gd name="connsiteY8932" fmla="*/ 2134849 h 5274332"/>
              <a:gd name="connsiteX8933" fmla="*/ 4190894 w 4641785"/>
              <a:gd name="connsiteY8933" fmla="*/ 2138041 h 5274332"/>
              <a:gd name="connsiteX8934" fmla="*/ 4192491 w 4641785"/>
              <a:gd name="connsiteY8934" fmla="*/ 2134848 h 5274332"/>
              <a:gd name="connsiteX8935" fmla="*/ 4191560 w 4641785"/>
              <a:gd name="connsiteY8935" fmla="*/ 2132988 h 5274332"/>
              <a:gd name="connsiteX8936" fmla="*/ 4194816 w 4641785"/>
              <a:gd name="connsiteY8936" fmla="*/ 2125546 h 5274332"/>
              <a:gd name="connsiteX8937" fmla="*/ 3827607 w 4641785"/>
              <a:gd name="connsiteY8937" fmla="*/ 2120297 h 5274332"/>
              <a:gd name="connsiteX8938" fmla="*/ 3825055 w 4641785"/>
              <a:gd name="connsiteY8938" fmla="*/ 2121361 h 5274332"/>
              <a:gd name="connsiteX8939" fmla="*/ 3819939 w 4641785"/>
              <a:gd name="connsiteY8939" fmla="*/ 2121826 h 5274332"/>
              <a:gd name="connsiteX8940" fmla="*/ 3818218 w 4641785"/>
              <a:gd name="connsiteY8940" fmla="*/ 2120966 h 5274332"/>
              <a:gd name="connsiteX8941" fmla="*/ 3819938 w 4641785"/>
              <a:gd name="connsiteY8941" fmla="*/ 2121826 h 5274332"/>
              <a:gd name="connsiteX8942" fmla="*/ 3825054 w 4641785"/>
              <a:gd name="connsiteY8942" fmla="*/ 2121361 h 5274332"/>
              <a:gd name="connsiteX8943" fmla="*/ 2538971 w 4641785"/>
              <a:gd name="connsiteY8943" fmla="*/ 2120179 h 5274332"/>
              <a:gd name="connsiteX8944" fmla="*/ 2542284 w 4641785"/>
              <a:gd name="connsiteY8944" fmla="*/ 2122756 h 5274332"/>
              <a:gd name="connsiteX8945" fmla="*/ 2542721 w 4641785"/>
              <a:gd name="connsiteY8945" fmla="*/ 2125377 h 5274332"/>
              <a:gd name="connsiteX8946" fmla="*/ 2542285 w 4641785"/>
              <a:gd name="connsiteY8946" fmla="*/ 2122757 h 5274332"/>
              <a:gd name="connsiteX8947" fmla="*/ 3852496 w 4641785"/>
              <a:gd name="connsiteY8947" fmla="*/ 2119501 h 5274332"/>
              <a:gd name="connsiteX8948" fmla="*/ 3850170 w 4641785"/>
              <a:gd name="connsiteY8948" fmla="*/ 2121361 h 5274332"/>
              <a:gd name="connsiteX8949" fmla="*/ 3851100 w 4641785"/>
              <a:gd name="connsiteY8949" fmla="*/ 2125547 h 5274332"/>
              <a:gd name="connsiteX8950" fmla="*/ 3851101 w 4641785"/>
              <a:gd name="connsiteY8950" fmla="*/ 2125547 h 5274332"/>
              <a:gd name="connsiteX8951" fmla="*/ 3850171 w 4641785"/>
              <a:gd name="connsiteY8951" fmla="*/ 2121361 h 5274332"/>
              <a:gd name="connsiteX8952" fmla="*/ 3852496 w 4641785"/>
              <a:gd name="connsiteY8952" fmla="*/ 2119501 h 5274332"/>
              <a:gd name="connsiteX8953" fmla="*/ 1319261 w 4641785"/>
              <a:gd name="connsiteY8953" fmla="*/ 2119046 h 5274332"/>
              <a:gd name="connsiteX8954" fmla="*/ 1317653 w 4641785"/>
              <a:gd name="connsiteY8954" fmla="*/ 2119965 h 5274332"/>
              <a:gd name="connsiteX8955" fmla="*/ 1317614 w 4641785"/>
              <a:gd name="connsiteY8955" fmla="*/ 2120138 h 5274332"/>
              <a:gd name="connsiteX8956" fmla="*/ 1317653 w 4641785"/>
              <a:gd name="connsiteY8956" fmla="*/ 2119965 h 5274332"/>
              <a:gd name="connsiteX8957" fmla="*/ 2574133 w 4641785"/>
              <a:gd name="connsiteY8957" fmla="*/ 2118913 h 5274332"/>
              <a:gd name="connsiteX8958" fmla="*/ 2575307 w 4641785"/>
              <a:gd name="connsiteY8958" fmla="*/ 2123221 h 5274332"/>
              <a:gd name="connsiteX8959" fmla="*/ 2575308 w 4641785"/>
              <a:gd name="connsiteY8959" fmla="*/ 2123221 h 5274332"/>
              <a:gd name="connsiteX8960" fmla="*/ 3836218 w 4641785"/>
              <a:gd name="connsiteY8960" fmla="*/ 2118570 h 5274332"/>
              <a:gd name="connsiteX8961" fmla="*/ 3830636 w 4641785"/>
              <a:gd name="connsiteY8961" fmla="*/ 2119036 h 5274332"/>
              <a:gd name="connsiteX8962" fmla="*/ 3830635 w 4641785"/>
              <a:gd name="connsiteY8962" fmla="*/ 2119036 h 5274332"/>
              <a:gd name="connsiteX8963" fmla="*/ 3836217 w 4641785"/>
              <a:gd name="connsiteY8963" fmla="*/ 2118571 h 5274332"/>
              <a:gd name="connsiteX8964" fmla="*/ 1324629 w 4641785"/>
              <a:gd name="connsiteY8964" fmla="*/ 2117639 h 5274332"/>
              <a:gd name="connsiteX8965" fmla="*/ 1321743 w 4641785"/>
              <a:gd name="connsiteY8965" fmla="*/ 2118000 h 5274332"/>
              <a:gd name="connsiteX8966" fmla="*/ 1324629 w 4641785"/>
              <a:gd name="connsiteY8966" fmla="*/ 2117639 h 5274332"/>
              <a:gd name="connsiteX8967" fmla="*/ 3848310 w 4641785"/>
              <a:gd name="connsiteY8967" fmla="*/ 2116245 h 5274332"/>
              <a:gd name="connsiteX8968" fmla="*/ 3850426 w 4641785"/>
              <a:gd name="connsiteY8968" fmla="*/ 2117891 h 5274332"/>
              <a:gd name="connsiteX8969" fmla="*/ 3848311 w 4641785"/>
              <a:gd name="connsiteY8969" fmla="*/ 2116245 h 5274332"/>
              <a:gd name="connsiteX8970" fmla="*/ 3841334 w 4641785"/>
              <a:gd name="connsiteY8970" fmla="*/ 2115314 h 5274332"/>
              <a:gd name="connsiteX8971" fmla="*/ 3838678 w 4641785"/>
              <a:gd name="connsiteY8971" fmla="*/ 2117005 h 5274332"/>
              <a:gd name="connsiteX8972" fmla="*/ 3841334 w 4641785"/>
              <a:gd name="connsiteY8972" fmla="*/ 2115315 h 5274332"/>
              <a:gd name="connsiteX8973" fmla="*/ 3845448 w 4641785"/>
              <a:gd name="connsiteY8973" fmla="*/ 2115863 h 5274332"/>
              <a:gd name="connsiteX8974" fmla="*/ 3448316 w 4641785"/>
              <a:gd name="connsiteY8974" fmla="*/ 2115314 h 5274332"/>
              <a:gd name="connsiteX8975" fmla="*/ 3448316 w 4641785"/>
              <a:gd name="connsiteY8975" fmla="*/ 2115315 h 5274332"/>
              <a:gd name="connsiteX8976" fmla="*/ 3451106 w 4641785"/>
              <a:gd name="connsiteY8976" fmla="*/ 2116245 h 5274332"/>
              <a:gd name="connsiteX8977" fmla="*/ 2606936 w 4641785"/>
              <a:gd name="connsiteY8977" fmla="*/ 2112524 h 5274332"/>
              <a:gd name="connsiteX8978" fmla="*/ 2606935 w 4641785"/>
              <a:gd name="connsiteY8978" fmla="*/ 2112525 h 5274332"/>
              <a:gd name="connsiteX8979" fmla="*/ 2611121 w 4641785"/>
              <a:gd name="connsiteY8979" fmla="*/ 2115780 h 5274332"/>
              <a:gd name="connsiteX8980" fmla="*/ 2611121 w 4641785"/>
              <a:gd name="connsiteY8980" fmla="*/ 2115779 h 5274332"/>
              <a:gd name="connsiteX8981" fmla="*/ 1692065 w 4641785"/>
              <a:gd name="connsiteY8981" fmla="*/ 2104616 h 5274332"/>
              <a:gd name="connsiteX8982" fmla="*/ 1692065 w 4641785"/>
              <a:gd name="connsiteY8982" fmla="*/ 2104618 h 5274332"/>
              <a:gd name="connsiteX8983" fmla="*/ 1695786 w 4641785"/>
              <a:gd name="connsiteY8983" fmla="*/ 2105083 h 5274332"/>
              <a:gd name="connsiteX8984" fmla="*/ 1695786 w 4641785"/>
              <a:gd name="connsiteY8984" fmla="*/ 2105082 h 5274332"/>
              <a:gd name="connsiteX8985" fmla="*/ 3673260 w 4641785"/>
              <a:gd name="connsiteY8985" fmla="*/ 2104571 h 5274332"/>
              <a:gd name="connsiteX8986" fmla="*/ 3672034 w 4641785"/>
              <a:gd name="connsiteY8986" fmla="*/ 2106477 h 5274332"/>
              <a:gd name="connsiteX8987" fmla="*/ 3669709 w 4641785"/>
              <a:gd name="connsiteY8987" fmla="*/ 2110664 h 5274332"/>
              <a:gd name="connsiteX8988" fmla="*/ 3672034 w 4641785"/>
              <a:gd name="connsiteY8988" fmla="*/ 2106478 h 5274332"/>
              <a:gd name="connsiteX8989" fmla="*/ 1688163 w 4641785"/>
              <a:gd name="connsiteY8989" fmla="*/ 2101669 h 5274332"/>
              <a:gd name="connsiteX8990" fmla="*/ 1688809 w 4641785"/>
              <a:gd name="connsiteY8990" fmla="*/ 2105546 h 5274332"/>
              <a:gd name="connsiteX8991" fmla="*/ 1685553 w 4641785"/>
              <a:gd name="connsiteY8991" fmla="*/ 2105546 h 5274332"/>
              <a:gd name="connsiteX8992" fmla="*/ 1682298 w 4641785"/>
              <a:gd name="connsiteY8992" fmla="*/ 2110197 h 5274332"/>
              <a:gd name="connsiteX8993" fmla="*/ 1681833 w 4641785"/>
              <a:gd name="connsiteY8993" fmla="*/ 2112523 h 5274332"/>
              <a:gd name="connsiteX8994" fmla="*/ 1677182 w 4641785"/>
              <a:gd name="connsiteY8994" fmla="*/ 2114849 h 5274332"/>
              <a:gd name="connsiteX8995" fmla="*/ 1676716 w 4641785"/>
              <a:gd name="connsiteY8995" fmla="*/ 2116709 h 5274332"/>
              <a:gd name="connsiteX8996" fmla="*/ 1676717 w 4641785"/>
              <a:gd name="connsiteY8996" fmla="*/ 2116709 h 5274332"/>
              <a:gd name="connsiteX8997" fmla="*/ 1677182 w 4641785"/>
              <a:gd name="connsiteY8997" fmla="*/ 2114850 h 5274332"/>
              <a:gd name="connsiteX8998" fmla="*/ 1681833 w 4641785"/>
              <a:gd name="connsiteY8998" fmla="*/ 2112525 h 5274332"/>
              <a:gd name="connsiteX8999" fmla="*/ 1682298 w 4641785"/>
              <a:gd name="connsiteY8999" fmla="*/ 2110199 h 5274332"/>
              <a:gd name="connsiteX9000" fmla="*/ 1685554 w 4641785"/>
              <a:gd name="connsiteY9000" fmla="*/ 2105547 h 5274332"/>
              <a:gd name="connsiteX9001" fmla="*/ 1688810 w 4641785"/>
              <a:gd name="connsiteY9001" fmla="*/ 2105547 h 5274332"/>
              <a:gd name="connsiteX9002" fmla="*/ 3457607 w 4641785"/>
              <a:gd name="connsiteY9002" fmla="*/ 2101208 h 5274332"/>
              <a:gd name="connsiteX9003" fmla="*/ 3456689 w 4641785"/>
              <a:gd name="connsiteY9003" fmla="*/ 2101361 h 5274332"/>
              <a:gd name="connsiteX9004" fmla="*/ 3456688 w 4641785"/>
              <a:gd name="connsiteY9004" fmla="*/ 2101361 h 5274332"/>
              <a:gd name="connsiteX9005" fmla="*/ 3624208 w 4641785"/>
              <a:gd name="connsiteY9005" fmla="*/ 2101078 h 5274332"/>
              <a:gd name="connsiteX9006" fmla="*/ 3626452 w 4641785"/>
              <a:gd name="connsiteY9006" fmla="*/ 2101827 h 5274332"/>
              <a:gd name="connsiteX9007" fmla="*/ 3626452 w 4641785"/>
              <a:gd name="connsiteY9007" fmla="*/ 2101826 h 5274332"/>
              <a:gd name="connsiteX9008" fmla="*/ 3642733 w 4641785"/>
              <a:gd name="connsiteY9008" fmla="*/ 2099966 h 5274332"/>
              <a:gd name="connsiteX9009" fmla="*/ 3639335 w 4641785"/>
              <a:gd name="connsiteY9009" fmla="*/ 2100324 h 5274332"/>
              <a:gd name="connsiteX9010" fmla="*/ 3642732 w 4641785"/>
              <a:gd name="connsiteY9010" fmla="*/ 2099966 h 5274332"/>
              <a:gd name="connsiteX9011" fmla="*/ 1687879 w 4641785"/>
              <a:gd name="connsiteY9011" fmla="*/ 2099965 h 5274332"/>
              <a:gd name="connsiteX9012" fmla="*/ 1687880 w 4641785"/>
              <a:gd name="connsiteY9012" fmla="*/ 2099967 h 5274332"/>
              <a:gd name="connsiteX9013" fmla="*/ 1692065 w 4641785"/>
              <a:gd name="connsiteY9013" fmla="*/ 2101827 h 5274332"/>
              <a:gd name="connsiteX9014" fmla="*/ 1692065 w 4641785"/>
              <a:gd name="connsiteY9014" fmla="*/ 2101826 h 5274332"/>
              <a:gd name="connsiteX9015" fmla="*/ 2598563 w 4641785"/>
              <a:gd name="connsiteY9015" fmla="*/ 2098570 h 5274332"/>
              <a:gd name="connsiteX9016" fmla="*/ 2595307 w 4641785"/>
              <a:gd name="connsiteY9016" fmla="*/ 2099501 h 5274332"/>
              <a:gd name="connsiteX9017" fmla="*/ 2595307 w 4641785"/>
              <a:gd name="connsiteY9017" fmla="*/ 2099501 h 5274332"/>
              <a:gd name="connsiteX9018" fmla="*/ 2598563 w 4641785"/>
              <a:gd name="connsiteY9018" fmla="*/ 2098571 h 5274332"/>
              <a:gd name="connsiteX9019" fmla="*/ 2604609 w 4641785"/>
              <a:gd name="connsiteY9019" fmla="*/ 2102292 h 5274332"/>
              <a:gd name="connsiteX9020" fmla="*/ 2607844 w 4641785"/>
              <a:gd name="connsiteY9020" fmla="*/ 2104987 h 5274332"/>
              <a:gd name="connsiteX9021" fmla="*/ 2604609 w 4641785"/>
              <a:gd name="connsiteY9021" fmla="*/ 2102291 h 5274332"/>
              <a:gd name="connsiteX9022" fmla="*/ 3633894 w 4641785"/>
              <a:gd name="connsiteY9022" fmla="*/ 2097641 h 5274332"/>
              <a:gd name="connsiteX9023" fmla="*/ 3633894 w 4641785"/>
              <a:gd name="connsiteY9023" fmla="*/ 2100896 h 5274332"/>
              <a:gd name="connsiteX9024" fmla="*/ 3633895 w 4641785"/>
              <a:gd name="connsiteY9024" fmla="*/ 2100896 h 5274332"/>
              <a:gd name="connsiteX9025" fmla="*/ 3633895 w 4641785"/>
              <a:gd name="connsiteY9025" fmla="*/ 2097641 h 5274332"/>
              <a:gd name="connsiteX9026" fmla="*/ 3684003 w 4641785"/>
              <a:gd name="connsiteY9026" fmla="*/ 2097330 h 5274332"/>
              <a:gd name="connsiteX9027" fmla="*/ 3678545 w 4641785"/>
              <a:gd name="connsiteY9027" fmla="*/ 2098570 h 5274332"/>
              <a:gd name="connsiteX9028" fmla="*/ 3676725 w 4641785"/>
              <a:gd name="connsiteY9028" fmla="*/ 2099663 h 5274332"/>
              <a:gd name="connsiteX9029" fmla="*/ 3678545 w 4641785"/>
              <a:gd name="connsiteY9029" fmla="*/ 2098571 h 5274332"/>
              <a:gd name="connsiteX9030" fmla="*/ 3631104 w 4641785"/>
              <a:gd name="connsiteY9030" fmla="*/ 2097175 h 5274332"/>
              <a:gd name="connsiteX9031" fmla="*/ 3630133 w 4641785"/>
              <a:gd name="connsiteY9031" fmla="*/ 2098147 h 5274332"/>
              <a:gd name="connsiteX9032" fmla="*/ 3631104 w 4641785"/>
              <a:gd name="connsiteY9032" fmla="*/ 2097175 h 5274332"/>
              <a:gd name="connsiteX9033" fmla="*/ 3632229 w 4641785"/>
              <a:gd name="connsiteY9033" fmla="*/ 2097363 h 5274332"/>
              <a:gd name="connsiteX9034" fmla="*/ 3690794 w 4641785"/>
              <a:gd name="connsiteY9034" fmla="*/ 2097052 h 5274332"/>
              <a:gd name="connsiteX9035" fmla="*/ 3693428 w 4641785"/>
              <a:gd name="connsiteY9035" fmla="*/ 2098105 h 5274332"/>
              <a:gd name="connsiteX9036" fmla="*/ 3693429 w 4641785"/>
              <a:gd name="connsiteY9036" fmla="*/ 2098105 h 5274332"/>
              <a:gd name="connsiteX9037" fmla="*/ 3647848 w 4641785"/>
              <a:gd name="connsiteY9037" fmla="*/ 2096710 h 5274332"/>
              <a:gd name="connsiteX9038" fmla="*/ 3647847 w 4641785"/>
              <a:gd name="connsiteY9038" fmla="*/ 2096710 h 5274332"/>
              <a:gd name="connsiteX9039" fmla="*/ 3652034 w 4641785"/>
              <a:gd name="connsiteY9039" fmla="*/ 2098105 h 5274332"/>
              <a:gd name="connsiteX9040" fmla="*/ 3652034 w 4641785"/>
              <a:gd name="connsiteY9040" fmla="*/ 2098105 h 5274332"/>
              <a:gd name="connsiteX9041" fmla="*/ 3625375 w 4641785"/>
              <a:gd name="connsiteY9041" fmla="*/ 2096186 h 5274332"/>
              <a:gd name="connsiteX9042" fmla="*/ 3623662 w 4641785"/>
              <a:gd name="connsiteY9042" fmla="*/ 2100896 h 5274332"/>
              <a:gd name="connsiteX9043" fmla="*/ 3623663 w 4641785"/>
              <a:gd name="connsiteY9043" fmla="*/ 2100896 h 5274332"/>
              <a:gd name="connsiteX9044" fmla="*/ 3653895 w 4641785"/>
              <a:gd name="connsiteY9044" fmla="*/ 2095780 h 5274332"/>
              <a:gd name="connsiteX9045" fmla="*/ 3653894 w 4641785"/>
              <a:gd name="connsiteY9045" fmla="*/ 2095781 h 5274332"/>
              <a:gd name="connsiteX9046" fmla="*/ 3655754 w 4641785"/>
              <a:gd name="connsiteY9046" fmla="*/ 2098571 h 5274332"/>
              <a:gd name="connsiteX9047" fmla="*/ 3652034 w 4641785"/>
              <a:gd name="connsiteY9047" fmla="*/ 2109734 h 5274332"/>
              <a:gd name="connsiteX9048" fmla="*/ 3653429 w 4641785"/>
              <a:gd name="connsiteY9048" fmla="*/ 2112059 h 5274332"/>
              <a:gd name="connsiteX9049" fmla="*/ 3653429 w 4641785"/>
              <a:gd name="connsiteY9049" fmla="*/ 2116245 h 5274332"/>
              <a:gd name="connsiteX9050" fmla="*/ 3659010 w 4641785"/>
              <a:gd name="connsiteY9050" fmla="*/ 2119036 h 5274332"/>
              <a:gd name="connsiteX9051" fmla="*/ 3659011 w 4641785"/>
              <a:gd name="connsiteY9051" fmla="*/ 2119035 h 5274332"/>
              <a:gd name="connsiteX9052" fmla="*/ 3653430 w 4641785"/>
              <a:gd name="connsiteY9052" fmla="*/ 2116245 h 5274332"/>
              <a:gd name="connsiteX9053" fmla="*/ 3653430 w 4641785"/>
              <a:gd name="connsiteY9053" fmla="*/ 2112058 h 5274332"/>
              <a:gd name="connsiteX9054" fmla="*/ 3652035 w 4641785"/>
              <a:gd name="connsiteY9054" fmla="*/ 2109733 h 5274332"/>
              <a:gd name="connsiteX9055" fmla="*/ 3655755 w 4641785"/>
              <a:gd name="connsiteY9055" fmla="*/ 2098570 h 5274332"/>
              <a:gd name="connsiteX9056" fmla="*/ 3128786 w 4641785"/>
              <a:gd name="connsiteY9056" fmla="*/ 2094384 h 5274332"/>
              <a:gd name="connsiteX9057" fmla="*/ 3126728 w 4641785"/>
              <a:gd name="connsiteY9057" fmla="*/ 2095208 h 5274332"/>
              <a:gd name="connsiteX9058" fmla="*/ 3128787 w 4641785"/>
              <a:gd name="connsiteY9058" fmla="*/ 2094384 h 5274332"/>
              <a:gd name="connsiteX9059" fmla="*/ 4052567 w 4641785"/>
              <a:gd name="connsiteY9059" fmla="*/ 2094247 h 5274332"/>
              <a:gd name="connsiteX9060" fmla="*/ 4053423 w 4641785"/>
              <a:gd name="connsiteY9060" fmla="*/ 2096245 h 5274332"/>
              <a:gd name="connsiteX9061" fmla="*/ 4053423 w 4641785"/>
              <a:gd name="connsiteY9061" fmla="*/ 2096245 h 5274332"/>
              <a:gd name="connsiteX9062" fmla="*/ 1335792 w 4641785"/>
              <a:gd name="connsiteY9062" fmla="*/ 2092058 h 5274332"/>
              <a:gd name="connsiteX9063" fmla="*/ 1335792 w 4641785"/>
              <a:gd name="connsiteY9063" fmla="*/ 2092059 h 5274332"/>
              <a:gd name="connsiteX9064" fmla="*/ 1341373 w 4641785"/>
              <a:gd name="connsiteY9064" fmla="*/ 2092524 h 5274332"/>
              <a:gd name="connsiteX9065" fmla="*/ 2590354 w 4641785"/>
              <a:gd name="connsiteY9065" fmla="*/ 2091292 h 5274332"/>
              <a:gd name="connsiteX9066" fmla="*/ 2592051 w 4641785"/>
              <a:gd name="connsiteY9066" fmla="*/ 2092989 h 5274332"/>
              <a:gd name="connsiteX9067" fmla="*/ 2595307 w 4641785"/>
              <a:gd name="connsiteY9067" fmla="*/ 2092059 h 5274332"/>
              <a:gd name="connsiteX9068" fmla="*/ 2595307 w 4641785"/>
              <a:gd name="connsiteY9068" fmla="*/ 2092059 h 5274332"/>
              <a:gd name="connsiteX9069" fmla="*/ 2592051 w 4641785"/>
              <a:gd name="connsiteY9069" fmla="*/ 2092989 h 5274332"/>
              <a:gd name="connsiteX9070" fmla="*/ 3701657 w 4641785"/>
              <a:gd name="connsiteY9070" fmla="*/ 2088998 h 5274332"/>
              <a:gd name="connsiteX9071" fmla="*/ 3699940 w 4641785"/>
              <a:gd name="connsiteY9071" fmla="*/ 2089734 h 5274332"/>
              <a:gd name="connsiteX9072" fmla="*/ 3699670 w 4641785"/>
              <a:gd name="connsiteY9072" fmla="*/ 2090382 h 5274332"/>
              <a:gd name="connsiteX9073" fmla="*/ 3699940 w 4641785"/>
              <a:gd name="connsiteY9073" fmla="*/ 2089734 h 5274332"/>
              <a:gd name="connsiteX9074" fmla="*/ 3472966 w 4641785"/>
              <a:gd name="connsiteY9074" fmla="*/ 2088339 h 5274332"/>
              <a:gd name="connsiteX9075" fmla="*/ 3468781 w 4641785"/>
              <a:gd name="connsiteY9075" fmla="*/ 2088803 h 5274332"/>
              <a:gd name="connsiteX9076" fmla="*/ 3468781 w 4641785"/>
              <a:gd name="connsiteY9076" fmla="*/ 2088803 h 5274332"/>
              <a:gd name="connsiteX9077" fmla="*/ 1699507 w 4641785"/>
              <a:gd name="connsiteY9077" fmla="*/ 2088338 h 5274332"/>
              <a:gd name="connsiteX9078" fmla="*/ 1699041 w 4641785"/>
              <a:gd name="connsiteY9078" fmla="*/ 2092058 h 5274332"/>
              <a:gd name="connsiteX9079" fmla="*/ 1694856 w 4641785"/>
              <a:gd name="connsiteY9079" fmla="*/ 2092988 h 5274332"/>
              <a:gd name="connsiteX9080" fmla="*/ 1692530 w 4641785"/>
              <a:gd name="connsiteY9080" fmla="*/ 2097639 h 5274332"/>
              <a:gd name="connsiteX9081" fmla="*/ 1692531 w 4641785"/>
              <a:gd name="connsiteY9081" fmla="*/ 2097640 h 5274332"/>
              <a:gd name="connsiteX9082" fmla="*/ 1694856 w 4641785"/>
              <a:gd name="connsiteY9082" fmla="*/ 2092989 h 5274332"/>
              <a:gd name="connsiteX9083" fmla="*/ 1699042 w 4641785"/>
              <a:gd name="connsiteY9083" fmla="*/ 2092059 h 5274332"/>
              <a:gd name="connsiteX9084" fmla="*/ 1699507 w 4641785"/>
              <a:gd name="connsiteY9084" fmla="*/ 2088338 h 5274332"/>
              <a:gd name="connsiteX9085" fmla="*/ 4067842 w 4641785"/>
              <a:gd name="connsiteY9085" fmla="*/ 2086477 h 5274332"/>
              <a:gd name="connsiteX9086" fmla="*/ 4065051 w 4641785"/>
              <a:gd name="connsiteY9086" fmla="*/ 2097640 h 5274332"/>
              <a:gd name="connsiteX9087" fmla="*/ 4067376 w 4641785"/>
              <a:gd name="connsiteY9087" fmla="*/ 2103221 h 5274332"/>
              <a:gd name="connsiteX9088" fmla="*/ 4067377 w 4641785"/>
              <a:gd name="connsiteY9088" fmla="*/ 2103221 h 5274332"/>
              <a:gd name="connsiteX9089" fmla="*/ 4065052 w 4641785"/>
              <a:gd name="connsiteY9089" fmla="*/ 2097641 h 5274332"/>
              <a:gd name="connsiteX9090" fmla="*/ 4067842 w 4641785"/>
              <a:gd name="connsiteY9090" fmla="*/ 2086478 h 5274332"/>
              <a:gd name="connsiteX9091" fmla="*/ 2578359 w 4641785"/>
              <a:gd name="connsiteY9091" fmla="*/ 2086269 h 5274332"/>
              <a:gd name="connsiteX9092" fmla="*/ 2579959 w 4641785"/>
              <a:gd name="connsiteY9092" fmla="*/ 2089269 h 5274332"/>
              <a:gd name="connsiteX9093" fmla="*/ 2588796 w 4641785"/>
              <a:gd name="connsiteY9093" fmla="*/ 2089734 h 5274332"/>
              <a:gd name="connsiteX9094" fmla="*/ 2588795 w 4641785"/>
              <a:gd name="connsiteY9094" fmla="*/ 2089733 h 5274332"/>
              <a:gd name="connsiteX9095" fmla="*/ 2579959 w 4641785"/>
              <a:gd name="connsiteY9095" fmla="*/ 2089268 h 5274332"/>
              <a:gd name="connsiteX9096" fmla="*/ 1347885 w 4641785"/>
              <a:gd name="connsiteY9096" fmla="*/ 2086012 h 5274332"/>
              <a:gd name="connsiteX9097" fmla="*/ 1344436 w 4641785"/>
              <a:gd name="connsiteY9097" fmla="*/ 2086639 h 5274332"/>
              <a:gd name="connsiteX9098" fmla="*/ 1347884 w 4641785"/>
              <a:gd name="connsiteY9098" fmla="*/ 2086012 h 5274332"/>
              <a:gd name="connsiteX9099" fmla="*/ 1354396 w 4641785"/>
              <a:gd name="connsiteY9099" fmla="*/ 2087873 h 5274332"/>
              <a:gd name="connsiteX9100" fmla="*/ 1357187 w 4641785"/>
              <a:gd name="connsiteY9100" fmla="*/ 2087407 h 5274332"/>
              <a:gd name="connsiteX9101" fmla="*/ 1357187 w 4641785"/>
              <a:gd name="connsiteY9101" fmla="*/ 2087407 h 5274332"/>
              <a:gd name="connsiteX9102" fmla="*/ 1354397 w 4641785"/>
              <a:gd name="connsiteY9102" fmla="*/ 2087872 h 5274332"/>
              <a:gd name="connsiteX9103" fmla="*/ 3726574 w 4641785"/>
              <a:gd name="connsiteY9103" fmla="*/ 2085600 h 5274332"/>
              <a:gd name="connsiteX9104" fmla="*/ 3729707 w 4641785"/>
              <a:gd name="connsiteY9104" fmla="*/ 2086943 h 5274332"/>
              <a:gd name="connsiteX9105" fmla="*/ 3729707 w 4641785"/>
              <a:gd name="connsiteY9105" fmla="*/ 2086943 h 5274332"/>
              <a:gd name="connsiteX9106" fmla="*/ 3476223 w 4641785"/>
              <a:gd name="connsiteY9106" fmla="*/ 2084617 h 5274332"/>
              <a:gd name="connsiteX9107" fmla="*/ 3474362 w 4641785"/>
              <a:gd name="connsiteY9107" fmla="*/ 2085082 h 5274332"/>
              <a:gd name="connsiteX9108" fmla="*/ 3474362 w 4641785"/>
              <a:gd name="connsiteY9108" fmla="*/ 2085083 h 5274332"/>
              <a:gd name="connsiteX9109" fmla="*/ 3476222 w 4641785"/>
              <a:gd name="connsiteY9109" fmla="*/ 2084617 h 5274332"/>
              <a:gd name="connsiteX9110" fmla="*/ 3477152 w 4641785"/>
              <a:gd name="connsiteY9110" fmla="*/ 2085083 h 5274332"/>
              <a:gd name="connsiteX9111" fmla="*/ 3477152 w 4641785"/>
              <a:gd name="connsiteY9111" fmla="*/ 2085082 h 5274332"/>
              <a:gd name="connsiteX9112" fmla="*/ 3724178 w 4641785"/>
              <a:gd name="connsiteY9112" fmla="*/ 2083799 h 5274332"/>
              <a:gd name="connsiteX9113" fmla="*/ 3726451 w 4641785"/>
              <a:gd name="connsiteY9113" fmla="*/ 2085547 h 5274332"/>
              <a:gd name="connsiteX9114" fmla="*/ 3726452 w 4641785"/>
              <a:gd name="connsiteY9114" fmla="*/ 2085548 h 5274332"/>
              <a:gd name="connsiteX9115" fmla="*/ 3582267 w 4641785"/>
              <a:gd name="connsiteY9115" fmla="*/ 2080896 h 5274332"/>
              <a:gd name="connsiteX9116" fmla="*/ 3582267 w 4641785"/>
              <a:gd name="connsiteY9116" fmla="*/ 2085083 h 5274332"/>
              <a:gd name="connsiteX9117" fmla="*/ 3588314 w 4641785"/>
              <a:gd name="connsiteY9117" fmla="*/ 2086478 h 5274332"/>
              <a:gd name="connsiteX9118" fmla="*/ 3588525 w 4641785"/>
              <a:gd name="connsiteY9118" fmla="*/ 2086056 h 5274332"/>
              <a:gd name="connsiteX9119" fmla="*/ 3588314 w 4641785"/>
              <a:gd name="connsiteY9119" fmla="*/ 2086478 h 5274332"/>
              <a:gd name="connsiteX9120" fmla="*/ 3582268 w 4641785"/>
              <a:gd name="connsiteY9120" fmla="*/ 2085082 h 5274332"/>
              <a:gd name="connsiteX9121" fmla="*/ 3582268 w 4641785"/>
              <a:gd name="connsiteY9121" fmla="*/ 2080897 h 5274332"/>
              <a:gd name="connsiteX9122" fmla="*/ 3610175 w 4641785"/>
              <a:gd name="connsiteY9122" fmla="*/ 2080431 h 5274332"/>
              <a:gd name="connsiteX9123" fmla="*/ 3610175 w 4641785"/>
              <a:gd name="connsiteY9123" fmla="*/ 2080432 h 5274332"/>
              <a:gd name="connsiteX9124" fmla="*/ 3616685 w 4641785"/>
              <a:gd name="connsiteY9124" fmla="*/ 2081827 h 5274332"/>
              <a:gd name="connsiteX9125" fmla="*/ 3618081 w 4641785"/>
              <a:gd name="connsiteY9125" fmla="*/ 2090198 h 5274332"/>
              <a:gd name="connsiteX9126" fmla="*/ 3620871 w 4641785"/>
              <a:gd name="connsiteY9126" fmla="*/ 2089734 h 5274332"/>
              <a:gd name="connsiteX9127" fmla="*/ 3625523 w 4641785"/>
              <a:gd name="connsiteY9127" fmla="*/ 2090664 h 5274332"/>
              <a:gd name="connsiteX9128" fmla="*/ 3627383 w 4641785"/>
              <a:gd name="connsiteY9128" fmla="*/ 2093920 h 5274332"/>
              <a:gd name="connsiteX9129" fmla="*/ 3625978 w 4641785"/>
              <a:gd name="connsiteY9129" fmla="*/ 2095325 h 5274332"/>
              <a:gd name="connsiteX9130" fmla="*/ 3627384 w 4641785"/>
              <a:gd name="connsiteY9130" fmla="*/ 2093919 h 5274332"/>
              <a:gd name="connsiteX9131" fmla="*/ 3625523 w 4641785"/>
              <a:gd name="connsiteY9131" fmla="*/ 2090663 h 5274332"/>
              <a:gd name="connsiteX9132" fmla="*/ 3620872 w 4641785"/>
              <a:gd name="connsiteY9132" fmla="*/ 2089734 h 5274332"/>
              <a:gd name="connsiteX9133" fmla="*/ 3618082 w 4641785"/>
              <a:gd name="connsiteY9133" fmla="*/ 2090198 h 5274332"/>
              <a:gd name="connsiteX9134" fmla="*/ 3616686 w 4641785"/>
              <a:gd name="connsiteY9134" fmla="*/ 2081827 h 5274332"/>
              <a:gd name="connsiteX9135" fmla="*/ 3722773 w 4641785"/>
              <a:gd name="connsiteY9135" fmla="*/ 2080220 h 5274332"/>
              <a:gd name="connsiteX9136" fmla="*/ 3720405 w 4641785"/>
              <a:gd name="connsiteY9136" fmla="*/ 2080896 h 5274332"/>
              <a:gd name="connsiteX9137" fmla="*/ 3720406 w 4641785"/>
              <a:gd name="connsiteY9137" fmla="*/ 2080897 h 5274332"/>
              <a:gd name="connsiteX9138" fmla="*/ 1366677 w 4641785"/>
              <a:gd name="connsiteY9138" fmla="*/ 2079991 h 5274332"/>
              <a:gd name="connsiteX9139" fmla="*/ 1361838 w 4641785"/>
              <a:gd name="connsiteY9139" fmla="*/ 2080430 h 5274332"/>
              <a:gd name="connsiteX9140" fmla="*/ 1361838 w 4641785"/>
              <a:gd name="connsiteY9140" fmla="*/ 2080431 h 5274332"/>
              <a:gd name="connsiteX9141" fmla="*/ 3603378 w 4641785"/>
              <a:gd name="connsiteY9141" fmla="*/ 2079947 h 5274332"/>
              <a:gd name="connsiteX9142" fmla="*/ 3602732 w 4641785"/>
              <a:gd name="connsiteY9142" fmla="*/ 2080431 h 5274332"/>
              <a:gd name="connsiteX9143" fmla="*/ 3599291 w 4641785"/>
              <a:gd name="connsiteY9143" fmla="*/ 2080027 h 5274332"/>
              <a:gd name="connsiteX9144" fmla="*/ 3602732 w 4641785"/>
              <a:gd name="connsiteY9144" fmla="*/ 2080432 h 5274332"/>
              <a:gd name="connsiteX9145" fmla="*/ 2570715 w 4641785"/>
              <a:gd name="connsiteY9145" fmla="*/ 2079851 h 5274332"/>
              <a:gd name="connsiteX9146" fmla="*/ 2572982 w 4641785"/>
              <a:gd name="connsiteY9146" fmla="*/ 2081362 h 5274332"/>
              <a:gd name="connsiteX9147" fmla="*/ 2576237 w 4641785"/>
              <a:gd name="connsiteY9147" fmla="*/ 2082292 h 5274332"/>
              <a:gd name="connsiteX9148" fmla="*/ 2576237 w 4641785"/>
              <a:gd name="connsiteY9148" fmla="*/ 2082291 h 5274332"/>
              <a:gd name="connsiteX9149" fmla="*/ 2572982 w 4641785"/>
              <a:gd name="connsiteY9149" fmla="*/ 2081362 h 5274332"/>
              <a:gd name="connsiteX9150" fmla="*/ 3604593 w 4641785"/>
              <a:gd name="connsiteY9150" fmla="*/ 2079036 h 5274332"/>
              <a:gd name="connsiteX9151" fmla="*/ 3604592 w 4641785"/>
              <a:gd name="connsiteY9151" fmla="*/ 2079037 h 5274332"/>
              <a:gd name="connsiteX9152" fmla="*/ 3609103 w 4641785"/>
              <a:gd name="connsiteY9152" fmla="*/ 2083893 h 5274332"/>
              <a:gd name="connsiteX9153" fmla="*/ 3575878 w 4641785"/>
              <a:gd name="connsiteY9153" fmla="*/ 2078764 h 5274332"/>
              <a:gd name="connsiteX9154" fmla="*/ 3573431 w 4641785"/>
              <a:gd name="connsiteY9154" fmla="*/ 2079036 h 5274332"/>
              <a:gd name="connsiteX9155" fmla="*/ 3573431 w 4641785"/>
              <a:gd name="connsiteY9155" fmla="*/ 2079036 h 5274332"/>
              <a:gd name="connsiteX9156" fmla="*/ 3577617 w 4641785"/>
              <a:gd name="connsiteY9156" fmla="*/ 2078571 h 5274332"/>
              <a:gd name="connsiteX9157" fmla="*/ 3577616 w 4641785"/>
              <a:gd name="connsiteY9157" fmla="*/ 2078571 h 5274332"/>
              <a:gd name="connsiteX9158" fmla="*/ 3582083 w 4641785"/>
              <a:gd name="connsiteY9158" fmla="*/ 2080804 h 5274332"/>
              <a:gd name="connsiteX9159" fmla="*/ 4065982 w 4641785"/>
              <a:gd name="connsiteY9159" fmla="*/ 2077641 h 5274332"/>
              <a:gd name="connsiteX9160" fmla="*/ 4065981 w 4641785"/>
              <a:gd name="connsiteY9160" fmla="*/ 2077641 h 5274332"/>
              <a:gd name="connsiteX9161" fmla="*/ 4067536 w 4641785"/>
              <a:gd name="connsiteY9161" fmla="*/ 2085024 h 5274332"/>
              <a:gd name="connsiteX9162" fmla="*/ 3556687 w 4641785"/>
              <a:gd name="connsiteY9162" fmla="*/ 2077641 h 5274332"/>
              <a:gd name="connsiteX9163" fmla="*/ 3556598 w 4641785"/>
              <a:gd name="connsiteY9163" fmla="*/ 2077850 h 5274332"/>
              <a:gd name="connsiteX9164" fmla="*/ 3556687 w 4641785"/>
              <a:gd name="connsiteY9164" fmla="*/ 2077641 h 5274332"/>
              <a:gd name="connsiteX9165" fmla="*/ 3559942 w 4641785"/>
              <a:gd name="connsiteY9165" fmla="*/ 2079036 h 5274332"/>
              <a:gd name="connsiteX9166" fmla="*/ 3564594 w 4641785"/>
              <a:gd name="connsiteY9166" fmla="*/ 2081361 h 5274332"/>
              <a:gd name="connsiteX9167" fmla="*/ 3564128 w 4641785"/>
              <a:gd name="connsiteY9167" fmla="*/ 2085083 h 5274332"/>
              <a:gd name="connsiteX9168" fmla="*/ 3564129 w 4641785"/>
              <a:gd name="connsiteY9168" fmla="*/ 2085082 h 5274332"/>
              <a:gd name="connsiteX9169" fmla="*/ 3564594 w 4641785"/>
              <a:gd name="connsiteY9169" fmla="*/ 2081361 h 5274332"/>
              <a:gd name="connsiteX9170" fmla="*/ 3559943 w 4641785"/>
              <a:gd name="connsiteY9170" fmla="*/ 2079036 h 5274332"/>
              <a:gd name="connsiteX9171" fmla="*/ 2567400 w 4641785"/>
              <a:gd name="connsiteY9171" fmla="*/ 2077640 h 5274332"/>
              <a:gd name="connsiteX9172" fmla="*/ 2561354 w 4641785"/>
              <a:gd name="connsiteY9172" fmla="*/ 2079501 h 5274332"/>
              <a:gd name="connsiteX9173" fmla="*/ 2557633 w 4641785"/>
              <a:gd name="connsiteY9173" fmla="*/ 2079501 h 5274332"/>
              <a:gd name="connsiteX9174" fmla="*/ 2557634 w 4641785"/>
              <a:gd name="connsiteY9174" fmla="*/ 2079501 h 5274332"/>
              <a:gd name="connsiteX9175" fmla="*/ 2561355 w 4641785"/>
              <a:gd name="connsiteY9175" fmla="*/ 2079501 h 5274332"/>
              <a:gd name="connsiteX9176" fmla="*/ 2567401 w 4641785"/>
              <a:gd name="connsiteY9176" fmla="*/ 2077641 h 5274332"/>
              <a:gd name="connsiteX9177" fmla="*/ 3708777 w 4641785"/>
              <a:gd name="connsiteY9177" fmla="*/ 2077176 h 5274332"/>
              <a:gd name="connsiteX9178" fmla="*/ 3705522 w 4641785"/>
              <a:gd name="connsiteY9178" fmla="*/ 2077641 h 5274332"/>
              <a:gd name="connsiteX9179" fmla="*/ 3705522 w 4641785"/>
              <a:gd name="connsiteY9179" fmla="*/ 2077641 h 5274332"/>
              <a:gd name="connsiteX9180" fmla="*/ 3510176 w 4641785"/>
              <a:gd name="connsiteY9180" fmla="*/ 2076710 h 5274332"/>
              <a:gd name="connsiteX9181" fmla="*/ 3498548 w 4641785"/>
              <a:gd name="connsiteY9181" fmla="*/ 2078571 h 5274332"/>
              <a:gd name="connsiteX9182" fmla="*/ 3495293 w 4641785"/>
              <a:gd name="connsiteY9182" fmla="*/ 2078105 h 5274332"/>
              <a:gd name="connsiteX9183" fmla="*/ 3482735 w 4641785"/>
              <a:gd name="connsiteY9183" fmla="*/ 2077641 h 5274332"/>
              <a:gd name="connsiteX9184" fmla="*/ 3482735 w 4641785"/>
              <a:gd name="connsiteY9184" fmla="*/ 2077641 h 5274332"/>
              <a:gd name="connsiteX9185" fmla="*/ 3495292 w 4641785"/>
              <a:gd name="connsiteY9185" fmla="*/ 2078106 h 5274332"/>
              <a:gd name="connsiteX9186" fmla="*/ 3498548 w 4641785"/>
              <a:gd name="connsiteY9186" fmla="*/ 2078571 h 5274332"/>
              <a:gd name="connsiteX9187" fmla="*/ 3510175 w 4641785"/>
              <a:gd name="connsiteY9187" fmla="*/ 2076710 h 5274332"/>
              <a:gd name="connsiteX9188" fmla="*/ 4093961 w 4641785"/>
              <a:gd name="connsiteY9188" fmla="*/ 2076105 h 5274332"/>
              <a:gd name="connsiteX9189" fmla="*/ 4094818 w 4641785"/>
              <a:gd name="connsiteY9189" fmla="*/ 2077175 h 5274332"/>
              <a:gd name="connsiteX9190" fmla="*/ 4095271 w 4641785"/>
              <a:gd name="connsiteY9190" fmla="*/ 2078352 h 5274332"/>
              <a:gd name="connsiteX9191" fmla="*/ 4094818 w 4641785"/>
              <a:gd name="connsiteY9191" fmla="*/ 2077175 h 5274332"/>
              <a:gd name="connsiteX9192" fmla="*/ 3812496 w 4641785"/>
              <a:gd name="connsiteY9192" fmla="*/ 2072990 h 5274332"/>
              <a:gd name="connsiteX9193" fmla="*/ 3808310 w 4641785"/>
              <a:gd name="connsiteY9193" fmla="*/ 2076710 h 5274332"/>
              <a:gd name="connsiteX9194" fmla="*/ 3806915 w 4641785"/>
              <a:gd name="connsiteY9194" fmla="*/ 2079966 h 5274332"/>
              <a:gd name="connsiteX9195" fmla="*/ 3807845 w 4641785"/>
              <a:gd name="connsiteY9195" fmla="*/ 2085083 h 5274332"/>
              <a:gd name="connsiteX9196" fmla="*/ 3811101 w 4641785"/>
              <a:gd name="connsiteY9196" fmla="*/ 2086478 h 5274332"/>
              <a:gd name="connsiteX9197" fmla="*/ 3817613 w 4641785"/>
              <a:gd name="connsiteY9197" fmla="*/ 2086013 h 5274332"/>
              <a:gd name="connsiteX9198" fmla="*/ 3818078 w 4641785"/>
              <a:gd name="connsiteY9198" fmla="*/ 2087873 h 5274332"/>
              <a:gd name="connsiteX9199" fmla="*/ 3811101 w 4641785"/>
              <a:gd name="connsiteY9199" fmla="*/ 2092990 h 5274332"/>
              <a:gd name="connsiteX9200" fmla="*/ 3811101 w 4641785"/>
              <a:gd name="connsiteY9200" fmla="*/ 2096710 h 5274332"/>
              <a:gd name="connsiteX9201" fmla="*/ 3806450 w 4641785"/>
              <a:gd name="connsiteY9201" fmla="*/ 2103222 h 5274332"/>
              <a:gd name="connsiteX9202" fmla="*/ 3805984 w 4641785"/>
              <a:gd name="connsiteY9202" fmla="*/ 2108338 h 5274332"/>
              <a:gd name="connsiteX9203" fmla="*/ 3808310 w 4641785"/>
              <a:gd name="connsiteY9203" fmla="*/ 2115315 h 5274332"/>
              <a:gd name="connsiteX9204" fmla="*/ 3806915 w 4641785"/>
              <a:gd name="connsiteY9204" fmla="*/ 2121826 h 5274332"/>
              <a:gd name="connsiteX9205" fmla="*/ 3809240 w 4641785"/>
              <a:gd name="connsiteY9205" fmla="*/ 2129268 h 5274332"/>
              <a:gd name="connsiteX9206" fmla="*/ 3809241 w 4641785"/>
              <a:gd name="connsiteY9206" fmla="*/ 2129267 h 5274332"/>
              <a:gd name="connsiteX9207" fmla="*/ 3806916 w 4641785"/>
              <a:gd name="connsiteY9207" fmla="*/ 2121826 h 5274332"/>
              <a:gd name="connsiteX9208" fmla="*/ 3808311 w 4641785"/>
              <a:gd name="connsiteY9208" fmla="*/ 2115314 h 5274332"/>
              <a:gd name="connsiteX9209" fmla="*/ 3805985 w 4641785"/>
              <a:gd name="connsiteY9209" fmla="*/ 2108338 h 5274332"/>
              <a:gd name="connsiteX9210" fmla="*/ 3806451 w 4641785"/>
              <a:gd name="connsiteY9210" fmla="*/ 2103222 h 5274332"/>
              <a:gd name="connsiteX9211" fmla="*/ 3811102 w 4641785"/>
              <a:gd name="connsiteY9211" fmla="*/ 2096710 h 5274332"/>
              <a:gd name="connsiteX9212" fmla="*/ 3811102 w 4641785"/>
              <a:gd name="connsiteY9212" fmla="*/ 2092989 h 5274332"/>
              <a:gd name="connsiteX9213" fmla="*/ 3818079 w 4641785"/>
              <a:gd name="connsiteY9213" fmla="*/ 2087873 h 5274332"/>
              <a:gd name="connsiteX9214" fmla="*/ 3817613 w 4641785"/>
              <a:gd name="connsiteY9214" fmla="*/ 2086012 h 5274332"/>
              <a:gd name="connsiteX9215" fmla="*/ 3811102 w 4641785"/>
              <a:gd name="connsiteY9215" fmla="*/ 2086478 h 5274332"/>
              <a:gd name="connsiteX9216" fmla="*/ 3807846 w 4641785"/>
              <a:gd name="connsiteY9216" fmla="*/ 2085082 h 5274332"/>
              <a:gd name="connsiteX9217" fmla="*/ 3806916 w 4641785"/>
              <a:gd name="connsiteY9217" fmla="*/ 2079966 h 5274332"/>
              <a:gd name="connsiteX9218" fmla="*/ 3808311 w 4641785"/>
              <a:gd name="connsiteY9218" fmla="*/ 2076710 h 5274332"/>
              <a:gd name="connsiteX9219" fmla="*/ 3812497 w 4641785"/>
              <a:gd name="connsiteY9219" fmla="*/ 2072990 h 5274332"/>
              <a:gd name="connsiteX9220" fmla="*/ 3722731 w 4641785"/>
              <a:gd name="connsiteY9220" fmla="*/ 2072990 h 5274332"/>
              <a:gd name="connsiteX9221" fmla="*/ 3724590 w 4641785"/>
              <a:gd name="connsiteY9221" fmla="*/ 2076710 h 5274332"/>
              <a:gd name="connsiteX9222" fmla="*/ 3723718 w 4641785"/>
              <a:gd name="connsiteY9222" fmla="*/ 2079768 h 5274332"/>
              <a:gd name="connsiteX9223" fmla="*/ 3724591 w 4641785"/>
              <a:gd name="connsiteY9223" fmla="*/ 2076710 h 5274332"/>
              <a:gd name="connsiteX9224" fmla="*/ 2538870 w 4641785"/>
              <a:gd name="connsiteY9224" fmla="*/ 2069870 h 5274332"/>
              <a:gd name="connsiteX9225" fmla="*/ 2539029 w 4641785"/>
              <a:gd name="connsiteY9225" fmla="*/ 2070665 h 5274332"/>
              <a:gd name="connsiteX9226" fmla="*/ 2542285 w 4641785"/>
              <a:gd name="connsiteY9226" fmla="*/ 2072060 h 5274332"/>
              <a:gd name="connsiteX9227" fmla="*/ 2543680 w 4641785"/>
              <a:gd name="connsiteY9227" fmla="*/ 2070199 h 5274332"/>
              <a:gd name="connsiteX9228" fmla="*/ 2549727 w 4641785"/>
              <a:gd name="connsiteY9228" fmla="*/ 2073455 h 5274332"/>
              <a:gd name="connsiteX9229" fmla="*/ 2554437 w 4641785"/>
              <a:gd name="connsiteY9229" fmla="*/ 2077057 h 5274332"/>
              <a:gd name="connsiteX9230" fmla="*/ 2549727 w 4641785"/>
              <a:gd name="connsiteY9230" fmla="*/ 2073455 h 5274332"/>
              <a:gd name="connsiteX9231" fmla="*/ 2543680 w 4641785"/>
              <a:gd name="connsiteY9231" fmla="*/ 2070199 h 5274332"/>
              <a:gd name="connsiteX9232" fmla="*/ 2542284 w 4641785"/>
              <a:gd name="connsiteY9232" fmla="*/ 2072059 h 5274332"/>
              <a:gd name="connsiteX9233" fmla="*/ 2539029 w 4641785"/>
              <a:gd name="connsiteY9233" fmla="*/ 2070664 h 5274332"/>
              <a:gd name="connsiteX9234" fmla="*/ 1374396 w 4641785"/>
              <a:gd name="connsiteY9234" fmla="*/ 2068338 h 5274332"/>
              <a:gd name="connsiteX9235" fmla="*/ 1372567 w 4641785"/>
              <a:gd name="connsiteY9235" fmla="*/ 2070624 h 5274332"/>
              <a:gd name="connsiteX9236" fmla="*/ 1374396 w 4641785"/>
              <a:gd name="connsiteY9236" fmla="*/ 2068338 h 5274332"/>
              <a:gd name="connsiteX9237" fmla="*/ 3527385 w 4641785"/>
              <a:gd name="connsiteY9237" fmla="*/ 2067873 h 5274332"/>
              <a:gd name="connsiteX9238" fmla="*/ 3522734 w 4641785"/>
              <a:gd name="connsiteY9238" fmla="*/ 2068339 h 5274332"/>
              <a:gd name="connsiteX9239" fmla="*/ 3517152 w 4641785"/>
              <a:gd name="connsiteY9239" fmla="*/ 2072524 h 5274332"/>
              <a:gd name="connsiteX9240" fmla="*/ 3517079 w 4641785"/>
              <a:gd name="connsiteY9240" fmla="*/ 2072707 h 5274332"/>
              <a:gd name="connsiteX9241" fmla="*/ 3517152 w 4641785"/>
              <a:gd name="connsiteY9241" fmla="*/ 2072525 h 5274332"/>
              <a:gd name="connsiteX9242" fmla="*/ 3522734 w 4641785"/>
              <a:gd name="connsiteY9242" fmla="*/ 2068339 h 5274332"/>
              <a:gd name="connsiteX9243" fmla="*/ 3527385 w 4641785"/>
              <a:gd name="connsiteY9243" fmla="*/ 2067873 h 5274332"/>
              <a:gd name="connsiteX9244" fmla="*/ 3532500 w 4641785"/>
              <a:gd name="connsiteY9244" fmla="*/ 2072059 h 5274332"/>
              <a:gd name="connsiteX9245" fmla="*/ 3532501 w 4641785"/>
              <a:gd name="connsiteY9245" fmla="*/ 2072059 h 5274332"/>
              <a:gd name="connsiteX9246" fmla="*/ 3540408 w 4641785"/>
              <a:gd name="connsiteY9246" fmla="*/ 2067408 h 5274332"/>
              <a:gd name="connsiteX9247" fmla="*/ 3540407 w 4641785"/>
              <a:gd name="connsiteY9247" fmla="*/ 2067408 h 5274332"/>
              <a:gd name="connsiteX9248" fmla="*/ 3545058 w 4641785"/>
              <a:gd name="connsiteY9248" fmla="*/ 2071129 h 5274332"/>
              <a:gd name="connsiteX9249" fmla="*/ 3549244 w 4641785"/>
              <a:gd name="connsiteY9249" fmla="*/ 2077641 h 5274332"/>
              <a:gd name="connsiteX9250" fmla="*/ 3549244 w 4641785"/>
              <a:gd name="connsiteY9250" fmla="*/ 2082292 h 5274332"/>
              <a:gd name="connsiteX9251" fmla="*/ 3546919 w 4641785"/>
              <a:gd name="connsiteY9251" fmla="*/ 2086478 h 5274332"/>
              <a:gd name="connsiteX9252" fmla="*/ 3547849 w 4641785"/>
              <a:gd name="connsiteY9252" fmla="*/ 2087873 h 5274332"/>
              <a:gd name="connsiteX9253" fmla="*/ 3547850 w 4641785"/>
              <a:gd name="connsiteY9253" fmla="*/ 2087872 h 5274332"/>
              <a:gd name="connsiteX9254" fmla="*/ 3546920 w 4641785"/>
              <a:gd name="connsiteY9254" fmla="*/ 2086478 h 5274332"/>
              <a:gd name="connsiteX9255" fmla="*/ 3549245 w 4641785"/>
              <a:gd name="connsiteY9255" fmla="*/ 2082292 h 5274332"/>
              <a:gd name="connsiteX9256" fmla="*/ 3549245 w 4641785"/>
              <a:gd name="connsiteY9256" fmla="*/ 2077641 h 5274332"/>
              <a:gd name="connsiteX9257" fmla="*/ 3545059 w 4641785"/>
              <a:gd name="connsiteY9257" fmla="*/ 2071129 h 5274332"/>
              <a:gd name="connsiteX9258" fmla="*/ 3716043 w 4641785"/>
              <a:gd name="connsiteY9258" fmla="*/ 2066025 h 5274332"/>
              <a:gd name="connsiteX9259" fmla="*/ 3718079 w 4641785"/>
              <a:gd name="connsiteY9259" fmla="*/ 2066478 h 5274332"/>
              <a:gd name="connsiteX9260" fmla="*/ 3718080 w 4641785"/>
              <a:gd name="connsiteY9260" fmla="*/ 2066478 h 5274332"/>
              <a:gd name="connsiteX9261" fmla="*/ 3718080 w 4641785"/>
              <a:gd name="connsiteY9261" fmla="*/ 2066478 h 5274332"/>
              <a:gd name="connsiteX9262" fmla="*/ 3718181 w 4641785"/>
              <a:gd name="connsiteY9262" fmla="*/ 2066453 h 5274332"/>
              <a:gd name="connsiteX9263" fmla="*/ 3718080 w 4641785"/>
              <a:gd name="connsiteY9263" fmla="*/ 2066478 h 5274332"/>
              <a:gd name="connsiteX9264" fmla="*/ 3722644 w 4641785"/>
              <a:gd name="connsiteY9264" fmla="*/ 2065970 h 5274332"/>
              <a:gd name="connsiteX9265" fmla="*/ 3723661 w 4641785"/>
              <a:gd name="connsiteY9265" fmla="*/ 2066478 h 5274332"/>
              <a:gd name="connsiteX9266" fmla="*/ 3723661 w 4641785"/>
              <a:gd name="connsiteY9266" fmla="*/ 2066478 h 5274332"/>
              <a:gd name="connsiteX9267" fmla="*/ 3767381 w 4641785"/>
              <a:gd name="connsiteY9267" fmla="*/ 2065548 h 5274332"/>
              <a:gd name="connsiteX9268" fmla="*/ 3770636 w 4641785"/>
              <a:gd name="connsiteY9268" fmla="*/ 2070199 h 5274332"/>
              <a:gd name="connsiteX9269" fmla="*/ 3770636 w 4641785"/>
              <a:gd name="connsiteY9269" fmla="*/ 2070198 h 5274332"/>
              <a:gd name="connsiteX9270" fmla="*/ 1709274 w 4641785"/>
              <a:gd name="connsiteY9270" fmla="*/ 2065548 h 5274332"/>
              <a:gd name="connsiteX9271" fmla="*/ 1708344 w 4641785"/>
              <a:gd name="connsiteY9271" fmla="*/ 2072059 h 5274332"/>
              <a:gd name="connsiteX9272" fmla="*/ 1703692 w 4641785"/>
              <a:gd name="connsiteY9272" fmla="*/ 2079500 h 5274332"/>
              <a:gd name="connsiteX9273" fmla="*/ 1700437 w 4641785"/>
              <a:gd name="connsiteY9273" fmla="*/ 2083222 h 5274332"/>
              <a:gd name="connsiteX9274" fmla="*/ 1697646 w 4641785"/>
              <a:gd name="connsiteY9274" fmla="*/ 2085081 h 5274332"/>
              <a:gd name="connsiteX9275" fmla="*/ 1697647 w 4641785"/>
              <a:gd name="connsiteY9275" fmla="*/ 2085082 h 5274332"/>
              <a:gd name="connsiteX9276" fmla="*/ 1700437 w 4641785"/>
              <a:gd name="connsiteY9276" fmla="*/ 2083223 h 5274332"/>
              <a:gd name="connsiteX9277" fmla="*/ 1703693 w 4641785"/>
              <a:gd name="connsiteY9277" fmla="*/ 2079501 h 5274332"/>
              <a:gd name="connsiteX9278" fmla="*/ 1708344 w 4641785"/>
              <a:gd name="connsiteY9278" fmla="*/ 2072060 h 5274332"/>
              <a:gd name="connsiteX9279" fmla="*/ 1709274 w 4641785"/>
              <a:gd name="connsiteY9279" fmla="*/ 2065548 h 5274332"/>
              <a:gd name="connsiteX9280" fmla="*/ 3780870 w 4641785"/>
              <a:gd name="connsiteY9280" fmla="*/ 2063222 h 5274332"/>
              <a:gd name="connsiteX9281" fmla="*/ 3780870 w 4641785"/>
              <a:gd name="connsiteY9281" fmla="*/ 2063222 h 5274332"/>
              <a:gd name="connsiteX9282" fmla="*/ 3787845 w 4641785"/>
              <a:gd name="connsiteY9282" fmla="*/ 2063222 h 5274332"/>
              <a:gd name="connsiteX9283" fmla="*/ 3790636 w 4641785"/>
              <a:gd name="connsiteY9283" fmla="*/ 2064618 h 5274332"/>
              <a:gd name="connsiteX9284" fmla="*/ 3790637 w 4641785"/>
              <a:gd name="connsiteY9284" fmla="*/ 2064617 h 5274332"/>
              <a:gd name="connsiteX9285" fmla="*/ 3787846 w 4641785"/>
              <a:gd name="connsiteY9285" fmla="*/ 2063222 h 5274332"/>
              <a:gd name="connsiteX9286" fmla="*/ 3797148 w 4641785"/>
              <a:gd name="connsiteY9286" fmla="*/ 2061827 h 5274332"/>
              <a:gd name="connsiteX9287" fmla="*/ 3793503 w 4641785"/>
              <a:gd name="connsiteY9287" fmla="*/ 2063389 h 5274332"/>
              <a:gd name="connsiteX9288" fmla="*/ 3797148 w 4641785"/>
              <a:gd name="connsiteY9288" fmla="*/ 2061827 h 5274332"/>
              <a:gd name="connsiteX9289" fmla="*/ 3799611 w 4641785"/>
              <a:gd name="connsiteY9289" fmla="*/ 2062016 h 5274332"/>
              <a:gd name="connsiteX9290" fmla="*/ 2533447 w 4641785"/>
              <a:gd name="connsiteY9290" fmla="*/ 2061827 h 5274332"/>
              <a:gd name="connsiteX9291" fmla="*/ 2533448 w 4641785"/>
              <a:gd name="connsiteY9291" fmla="*/ 2061828 h 5274332"/>
              <a:gd name="connsiteX9292" fmla="*/ 2537714 w 4641785"/>
              <a:gd name="connsiteY9292" fmla="*/ 2065667 h 5274332"/>
              <a:gd name="connsiteX9293" fmla="*/ 3761335 w 4641785"/>
              <a:gd name="connsiteY9293" fmla="*/ 2060432 h 5274332"/>
              <a:gd name="connsiteX9294" fmla="*/ 3761335 w 4641785"/>
              <a:gd name="connsiteY9294" fmla="*/ 2060432 h 5274332"/>
              <a:gd name="connsiteX9295" fmla="*/ 3763660 w 4641785"/>
              <a:gd name="connsiteY9295" fmla="*/ 2065083 h 5274332"/>
              <a:gd name="connsiteX9296" fmla="*/ 3765116 w 4641785"/>
              <a:gd name="connsiteY9296" fmla="*/ 2065265 h 5274332"/>
              <a:gd name="connsiteX9297" fmla="*/ 3763661 w 4641785"/>
              <a:gd name="connsiteY9297" fmla="*/ 2065083 h 5274332"/>
              <a:gd name="connsiteX9298" fmla="*/ 3817300 w 4641785"/>
              <a:gd name="connsiteY9298" fmla="*/ 2058260 h 5274332"/>
              <a:gd name="connsiteX9299" fmla="*/ 3820403 w 4641785"/>
              <a:gd name="connsiteY9299" fmla="*/ 2059501 h 5274332"/>
              <a:gd name="connsiteX9300" fmla="*/ 3825520 w 4641785"/>
              <a:gd name="connsiteY9300" fmla="*/ 2058571 h 5274332"/>
              <a:gd name="connsiteX9301" fmla="*/ 3820404 w 4641785"/>
              <a:gd name="connsiteY9301" fmla="*/ 2059501 h 5274332"/>
              <a:gd name="connsiteX9302" fmla="*/ 3811343 w 4641785"/>
              <a:gd name="connsiteY9302" fmla="*/ 2057130 h 5274332"/>
              <a:gd name="connsiteX9303" fmla="*/ 3812496 w 4641785"/>
              <a:gd name="connsiteY9303" fmla="*/ 2058571 h 5274332"/>
              <a:gd name="connsiteX9304" fmla="*/ 3812497 w 4641785"/>
              <a:gd name="connsiteY9304" fmla="*/ 2058571 h 5274332"/>
              <a:gd name="connsiteX9305" fmla="*/ 4098244 w 4641785"/>
              <a:gd name="connsiteY9305" fmla="*/ 2057051 h 5274332"/>
              <a:gd name="connsiteX9306" fmla="*/ 4098539 w 4641785"/>
              <a:gd name="connsiteY9306" fmla="*/ 2057641 h 5274332"/>
              <a:gd name="connsiteX9307" fmla="*/ 4098539 w 4641785"/>
              <a:gd name="connsiteY9307" fmla="*/ 2057640 h 5274332"/>
              <a:gd name="connsiteX9308" fmla="*/ 3830172 w 4641785"/>
              <a:gd name="connsiteY9308" fmla="*/ 2056710 h 5274332"/>
              <a:gd name="connsiteX9309" fmla="*/ 3830171 w 4641785"/>
              <a:gd name="connsiteY9309" fmla="*/ 2056711 h 5274332"/>
              <a:gd name="connsiteX9310" fmla="*/ 3822729 w 4641785"/>
              <a:gd name="connsiteY9310" fmla="*/ 2065083 h 5274332"/>
              <a:gd name="connsiteX9311" fmla="*/ 3814357 w 4641785"/>
              <a:gd name="connsiteY9311" fmla="*/ 2072990 h 5274332"/>
              <a:gd name="connsiteX9312" fmla="*/ 3814358 w 4641785"/>
              <a:gd name="connsiteY9312" fmla="*/ 2072990 h 5274332"/>
              <a:gd name="connsiteX9313" fmla="*/ 3822730 w 4641785"/>
              <a:gd name="connsiteY9313" fmla="*/ 2065083 h 5274332"/>
              <a:gd name="connsiteX9314" fmla="*/ 1717646 w 4641785"/>
              <a:gd name="connsiteY9314" fmla="*/ 2055780 h 5274332"/>
              <a:gd name="connsiteX9315" fmla="*/ 1714391 w 4641785"/>
              <a:gd name="connsiteY9315" fmla="*/ 2057175 h 5274332"/>
              <a:gd name="connsiteX9316" fmla="*/ 1708344 w 4641785"/>
              <a:gd name="connsiteY9316" fmla="*/ 2063687 h 5274332"/>
              <a:gd name="connsiteX9317" fmla="*/ 1708711 w 4641785"/>
              <a:gd name="connsiteY9317" fmla="*/ 2064422 h 5274332"/>
              <a:gd name="connsiteX9318" fmla="*/ 1708344 w 4641785"/>
              <a:gd name="connsiteY9318" fmla="*/ 2063687 h 5274332"/>
              <a:gd name="connsiteX9319" fmla="*/ 1714391 w 4641785"/>
              <a:gd name="connsiteY9319" fmla="*/ 2057177 h 5274332"/>
              <a:gd name="connsiteX9320" fmla="*/ 1717647 w 4641785"/>
              <a:gd name="connsiteY9320" fmla="*/ 2055781 h 5274332"/>
              <a:gd name="connsiteX9321" fmla="*/ 3137159 w 4641785"/>
              <a:gd name="connsiteY9321" fmla="*/ 2055315 h 5274332"/>
              <a:gd name="connsiteX9322" fmla="*/ 3137158 w 4641785"/>
              <a:gd name="connsiteY9322" fmla="*/ 2055315 h 5274332"/>
              <a:gd name="connsiteX9323" fmla="*/ 3140414 w 4641785"/>
              <a:gd name="connsiteY9323" fmla="*/ 2055315 h 5274332"/>
              <a:gd name="connsiteX9324" fmla="*/ 3141749 w 4641785"/>
              <a:gd name="connsiteY9324" fmla="*/ 2055760 h 5274332"/>
              <a:gd name="connsiteX9325" fmla="*/ 3140415 w 4641785"/>
              <a:gd name="connsiteY9325" fmla="*/ 2055315 h 5274332"/>
              <a:gd name="connsiteX9326" fmla="*/ 3133903 w 4641785"/>
              <a:gd name="connsiteY9326" fmla="*/ 2054850 h 5274332"/>
              <a:gd name="connsiteX9327" fmla="*/ 3133903 w 4641785"/>
              <a:gd name="connsiteY9327" fmla="*/ 2054850 h 5274332"/>
              <a:gd name="connsiteX9328" fmla="*/ 3134368 w 4641785"/>
              <a:gd name="connsiteY9328" fmla="*/ 2056711 h 5274332"/>
              <a:gd name="connsiteX9329" fmla="*/ 3135763 w 4641785"/>
              <a:gd name="connsiteY9329" fmla="*/ 2058106 h 5274332"/>
              <a:gd name="connsiteX9330" fmla="*/ 3135763 w 4641785"/>
              <a:gd name="connsiteY9330" fmla="*/ 2058106 h 5274332"/>
              <a:gd name="connsiteX9331" fmla="*/ 3134368 w 4641785"/>
              <a:gd name="connsiteY9331" fmla="*/ 2056711 h 5274332"/>
              <a:gd name="connsiteX9332" fmla="*/ 3746917 w 4641785"/>
              <a:gd name="connsiteY9332" fmla="*/ 2054385 h 5274332"/>
              <a:gd name="connsiteX9333" fmla="*/ 3746917 w 4641785"/>
              <a:gd name="connsiteY9333" fmla="*/ 2054386 h 5274332"/>
              <a:gd name="connsiteX9334" fmla="*/ 3748777 w 4641785"/>
              <a:gd name="connsiteY9334" fmla="*/ 2054850 h 5274332"/>
              <a:gd name="connsiteX9335" fmla="*/ 2519494 w 4641785"/>
              <a:gd name="connsiteY9335" fmla="*/ 2052524 h 5274332"/>
              <a:gd name="connsiteX9336" fmla="*/ 2519495 w 4641785"/>
              <a:gd name="connsiteY9336" fmla="*/ 2052525 h 5274332"/>
              <a:gd name="connsiteX9337" fmla="*/ 2526006 w 4641785"/>
              <a:gd name="connsiteY9337" fmla="*/ 2053455 h 5274332"/>
              <a:gd name="connsiteX9338" fmla="*/ 2529727 w 4641785"/>
              <a:gd name="connsiteY9338" fmla="*/ 2057177 h 5274332"/>
              <a:gd name="connsiteX9339" fmla="*/ 2533288 w 4641785"/>
              <a:gd name="connsiteY9339" fmla="*/ 2061628 h 5274332"/>
              <a:gd name="connsiteX9340" fmla="*/ 2529727 w 4641785"/>
              <a:gd name="connsiteY9340" fmla="*/ 2057175 h 5274332"/>
              <a:gd name="connsiteX9341" fmla="*/ 2526006 w 4641785"/>
              <a:gd name="connsiteY9341" fmla="*/ 2053455 h 5274332"/>
              <a:gd name="connsiteX9342" fmla="*/ 1712713 w 4641785"/>
              <a:gd name="connsiteY9342" fmla="*/ 2050284 h 5274332"/>
              <a:gd name="connsiteX9343" fmla="*/ 1712995 w 4641785"/>
              <a:gd name="connsiteY9343" fmla="*/ 2051129 h 5274332"/>
              <a:gd name="connsiteX9344" fmla="*/ 1712995 w 4641785"/>
              <a:gd name="connsiteY9344" fmla="*/ 2051129 h 5274332"/>
              <a:gd name="connsiteX9345" fmla="*/ 3753428 w 4641785"/>
              <a:gd name="connsiteY9345" fmla="*/ 2049269 h 5274332"/>
              <a:gd name="connsiteX9346" fmla="*/ 3762265 w 4641785"/>
              <a:gd name="connsiteY9346" fmla="*/ 2052990 h 5274332"/>
              <a:gd name="connsiteX9347" fmla="*/ 3762265 w 4641785"/>
              <a:gd name="connsiteY9347" fmla="*/ 2052990 h 5274332"/>
              <a:gd name="connsiteX9348" fmla="*/ 3144136 w 4641785"/>
              <a:gd name="connsiteY9348" fmla="*/ 2042292 h 5274332"/>
              <a:gd name="connsiteX9349" fmla="*/ 3144135 w 4641785"/>
              <a:gd name="connsiteY9349" fmla="*/ 2042293 h 5274332"/>
              <a:gd name="connsiteX9350" fmla="*/ 3146460 w 4641785"/>
              <a:gd name="connsiteY9350" fmla="*/ 2045082 h 5274332"/>
              <a:gd name="connsiteX9351" fmla="*/ 3146461 w 4641785"/>
              <a:gd name="connsiteY9351" fmla="*/ 2045082 h 5274332"/>
              <a:gd name="connsiteX9352" fmla="*/ 1717646 w 4641785"/>
              <a:gd name="connsiteY9352" fmla="*/ 2039967 h 5274332"/>
              <a:gd name="connsiteX9353" fmla="*/ 1717646 w 4641785"/>
              <a:gd name="connsiteY9353" fmla="*/ 2042757 h 5274332"/>
              <a:gd name="connsiteX9354" fmla="*/ 1715321 w 4641785"/>
              <a:gd name="connsiteY9354" fmla="*/ 2043687 h 5274332"/>
              <a:gd name="connsiteX9355" fmla="*/ 1711135 w 4641785"/>
              <a:gd name="connsiteY9355" fmla="*/ 2043222 h 5274332"/>
              <a:gd name="connsiteX9356" fmla="*/ 1708344 w 4641785"/>
              <a:gd name="connsiteY9356" fmla="*/ 2046013 h 5274332"/>
              <a:gd name="connsiteX9357" fmla="*/ 1708345 w 4641785"/>
              <a:gd name="connsiteY9357" fmla="*/ 2046013 h 5274332"/>
              <a:gd name="connsiteX9358" fmla="*/ 1711135 w 4641785"/>
              <a:gd name="connsiteY9358" fmla="*/ 2043223 h 5274332"/>
              <a:gd name="connsiteX9359" fmla="*/ 1715321 w 4641785"/>
              <a:gd name="connsiteY9359" fmla="*/ 2043688 h 5274332"/>
              <a:gd name="connsiteX9360" fmla="*/ 1717647 w 4641785"/>
              <a:gd name="connsiteY9360" fmla="*/ 2042758 h 5274332"/>
              <a:gd name="connsiteX9361" fmla="*/ 1717647 w 4641785"/>
              <a:gd name="connsiteY9361" fmla="*/ 2039967 h 5274332"/>
              <a:gd name="connsiteX9362" fmla="*/ 3152973 w 4641785"/>
              <a:gd name="connsiteY9362" fmla="*/ 2039036 h 5274332"/>
              <a:gd name="connsiteX9363" fmla="*/ 3152973 w 4641785"/>
              <a:gd name="connsiteY9363" fmla="*/ 2039036 h 5274332"/>
              <a:gd name="connsiteX9364" fmla="*/ 3156227 w 4641785"/>
              <a:gd name="connsiteY9364" fmla="*/ 2039501 h 5274332"/>
              <a:gd name="connsiteX9365" fmla="*/ 2512052 w 4641785"/>
              <a:gd name="connsiteY9365" fmla="*/ 2039036 h 5274332"/>
              <a:gd name="connsiteX9366" fmla="*/ 2512052 w 4641785"/>
              <a:gd name="connsiteY9366" fmla="*/ 2039037 h 5274332"/>
              <a:gd name="connsiteX9367" fmla="*/ 2515774 w 4641785"/>
              <a:gd name="connsiteY9367" fmla="*/ 2041363 h 5274332"/>
              <a:gd name="connsiteX9368" fmla="*/ 2515774 w 4641785"/>
              <a:gd name="connsiteY9368" fmla="*/ 2041362 h 5274332"/>
              <a:gd name="connsiteX9369" fmla="*/ 3419445 w 4641785"/>
              <a:gd name="connsiteY9369" fmla="*/ 2036728 h 5274332"/>
              <a:gd name="connsiteX9370" fmla="*/ 3418549 w 4641785"/>
              <a:gd name="connsiteY9370" fmla="*/ 2037175 h 5274332"/>
              <a:gd name="connsiteX9371" fmla="*/ 3416992 w 4641785"/>
              <a:gd name="connsiteY9371" fmla="*/ 2036865 h 5274332"/>
              <a:gd name="connsiteX9372" fmla="*/ 3418549 w 4641785"/>
              <a:gd name="connsiteY9372" fmla="*/ 2037176 h 5274332"/>
              <a:gd name="connsiteX9373" fmla="*/ 3416223 w 4641785"/>
              <a:gd name="connsiteY9373" fmla="*/ 2036711 h 5274332"/>
              <a:gd name="connsiteX9374" fmla="*/ 3417153 w 4641785"/>
              <a:gd name="connsiteY9374" fmla="*/ 2039036 h 5274332"/>
              <a:gd name="connsiteX9375" fmla="*/ 3417154 w 4641785"/>
              <a:gd name="connsiteY9375" fmla="*/ 2039036 h 5274332"/>
              <a:gd name="connsiteX9376" fmla="*/ 3416224 w 4641785"/>
              <a:gd name="connsiteY9376" fmla="*/ 2036711 h 5274332"/>
              <a:gd name="connsiteX9377" fmla="*/ 3419014 w 4641785"/>
              <a:gd name="connsiteY9377" fmla="*/ 2033920 h 5274332"/>
              <a:gd name="connsiteX9378" fmla="*/ 3419479 w 4641785"/>
              <a:gd name="connsiteY9378" fmla="*/ 2036711 h 5274332"/>
              <a:gd name="connsiteX9379" fmla="*/ 3419480 w 4641785"/>
              <a:gd name="connsiteY9379" fmla="*/ 2036711 h 5274332"/>
              <a:gd name="connsiteX9380" fmla="*/ 3419014 w 4641785"/>
              <a:gd name="connsiteY9380" fmla="*/ 2033920 h 5274332"/>
              <a:gd name="connsiteX9381" fmla="*/ 3420875 w 4641785"/>
              <a:gd name="connsiteY9381" fmla="*/ 2033920 h 5274332"/>
              <a:gd name="connsiteX9382" fmla="*/ 3420875 w 4641785"/>
              <a:gd name="connsiteY9382" fmla="*/ 2033920 h 5274332"/>
              <a:gd name="connsiteX9383" fmla="*/ 1720437 w 4641785"/>
              <a:gd name="connsiteY9383" fmla="*/ 2032525 h 5274332"/>
              <a:gd name="connsiteX9384" fmla="*/ 1717646 w 4641785"/>
              <a:gd name="connsiteY9384" fmla="*/ 2035315 h 5274332"/>
              <a:gd name="connsiteX9385" fmla="*/ 1715786 w 4641785"/>
              <a:gd name="connsiteY9385" fmla="*/ 2034385 h 5274332"/>
              <a:gd name="connsiteX9386" fmla="*/ 1713460 w 4641785"/>
              <a:gd name="connsiteY9386" fmla="*/ 2036245 h 5274332"/>
              <a:gd name="connsiteX9387" fmla="*/ 1713460 w 4641785"/>
              <a:gd name="connsiteY9387" fmla="*/ 2036246 h 5274332"/>
              <a:gd name="connsiteX9388" fmla="*/ 1715786 w 4641785"/>
              <a:gd name="connsiteY9388" fmla="*/ 2034386 h 5274332"/>
              <a:gd name="connsiteX9389" fmla="*/ 1717647 w 4641785"/>
              <a:gd name="connsiteY9389" fmla="*/ 2035316 h 5274332"/>
              <a:gd name="connsiteX9390" fmla="*/ 1720437 w 4641785"/>
              <a:gd name="connsiteY9390" fmla="*/ 2032526 h 5274332"/>
              <a:gd name="connsiteX9391" fmla="*/ 3416688 w 4641785"/>
              <a:gd name="connsiteY9391" fmla="*/ 2031594 h 5274332"/>
              <a:gd name="connsiteX9392" fmla="*/ 3416688 w 4641785"/>
              <a:gd name="connsiteY9392" fmla="*/ 2032060 h 5274332"/>
              <a:gd name="connsiteX9393" fmla="*/ 3417754 w 4641785"/>
              <a:gd name="connsiteY9393" fmla="*/ 2032237 h 5274332"/>
              <a:gd name="connsiteX9394" fmla="*/ 3416689 w 4641785"/>
              <a:gd name="connsiteY9394" fmla="*/ 2032060 h 5274332"/>
              <a:gd name="connsiteX9395" fmla="*/ 3416689 w 4641785"/>
              <a:gd name="connsiteY9395" fmla="*/ 2031595 h 5274332"/>
              <a:gd name="connsiteX9396" fmla="*/ 3420040 w 4641785"/>
              <a:gd name="connsiteY9396" fmla="*/ 2027364 h 5274332"/>
              <a:gd name="connsiteX9397" fmla="*/ 3421339 w 4641785"/>
              <a:gd name="connsiteY9397" fmla="*/ 2028339 h 5274332"/>
              <a:gd name="connsiteX9398" fmla="*/ 3419944 w 4641785"/>
              <a:gd name="connsiteY9398" fmla="*/ 2029268 h 5274332"/>
              <a:gd name="connsiteX9399" fmla="*/ 3418549 w 4641785"/>
              <a:gd name="connsiteY9399" fmla="*/ 2030199 h 5274332"/>
              <a:gd name="connsiteX9400" fmla="*/ 3417619 w 4641785"/>
              <a:gd name="connsiteY9400" fmla="*/ 2032060 h 5274332"/>
              <a:gd name="connsiteX9401" fmla="*/ 3417619 w 4641785"/>
              <a:gd name="connsiteY9401" fmla="*/ 2032060 h 5274332"/>
              <a:gd name="connsiteX9402" fmla="*/ 3418549 w 4641785"/>
              <a:gd name="connsiteY9402" fmla="*/ 2030200 h 5274332"/>
              <a:gd name="connsiteX9403" fmla="*/ 3419945 w 4641785"/>
              <a:gd name="connsiteY9403" fmla="*/ 2029269 h 5274332"/>
              <a:gd name="connsiteX9404" fmla="*/ 3421340 w 4641785"/>
              <a:gd name="connsiteY9404" fmla="*/ 2028339 h 5274332"/>
              <a:gd name="connsiteX9405" fmla="*/ 1426024 w 4641785"/>
              <a:gd name="connsiteY9405" fmla="*/ 2026943 h 5274332"/>
              <a:gd name="connsiteX9406" fmla="*/ 1426023 w 4641785"/>
              <a:gd name="connsiteY9406" fmla="*/ 2026943 h 5274332"/>
              <a:gd name="connsiteX9407" fmla="*/ 1430674 w 4641785"/>
              <a:gd name="connsiteY9407" fmla="*/ 2028803 h 5274332"/>
              <a:gd name="connsiteX9408" fmla="*/ 1430674 w 4641785"/>
              <a:gd name="connsiteY9408" fmla="*/ 2028803 h 5274332"/>
              <a:gd name="connsiteX9409" fmla="*/ 1727412 w 4641785"/>
              <a:gd name="connsiteY9409" fmla="*/ 2026479 h 5274332"/>
              <a:gd name="connsiteX9410" fmla="*/ 1723692 w 4641785"/>
              <a:gd name="connsiteY9410" fmla="*/ 2029734 h 5274332"/>
              <a:gd name="connsiteX9411" fmla="*/ 1719972 w 4641785"/>
              <a:gd name="connsiteY9411" fmla="*/ 2029269 h 5274332"/>
              <a:gd name="connsiteX9412" fmla="*/ 1719972 w 4641785"/>
              <a:gd name="connsiteY9412" fmla="*/ 2029270 h 5274332"/>
              <a:gd name="connsiteX9413" fmla="*/ 1723693 w 4641785"/>
              <a:gd name="connsiteY9413" fmla="*/ 2029734 h 5274332"/>
              <a:gd name="connsiteX9414" fmla="*/ 1727413 w 4641785"/>
              <a:gd name="connsiteY9414" fmla="*/ 2026479 h 5274332"/>
              <a:gd name="connsiteX9415" fmla="*/ 3419479 w 4641785"/>
              <a:gd name="connsiteY9415" fmla="*/ 2025083 h 5274332"/>
              <a:gd name="connsiteX9416" fmla="*/ 3419479 w 4641785"/>
              <a:gd name="connsiteY9416" fmla="*/ 2026943 h 5274332"/>
              <a:gd name="connsiteX9417" fmla="*/ 3419480 w 4641785"/>
              <a:gd name="connsiteY9417" fmla="*/ 2026944 h 5274332"/>
              <a:gd name="connsiteX9418" fmla="*/ 3419480 w 4641785"/>
              <a:gd name="connsiteY9418" fmla="*/ 2025083 h 5274332"/>
              <a:gd name="connsiteX9419" fmla="*/ 3421333 w 4641785"/>
              <a:gd name="connsiteY9419" fmla="*/ 2018337 h 5274332"/>
              <a:gd name="connsiteX9420" fmla="*/ 3424131 w 4641785"/>
              <a:gd name="connsiteY9420" fmla="*/ 2019037 h 5274332"/>
              <a:gd name="connsiteX9421" fmla="*/ 3425991 w 4641785"/>
              <a:gd name="connsiteY9421" fmla="*/ 2019502 h 5274332"/>
              <a:gd name="connsiteX9422" fmla="*/ 3426392 w 4641785"/>
              <a:gd name="connsiteY9422" fmla="*/ 2018699 h 5274332"/>
              <a:gd name="connsiteX9423" fmla="*/ 3425990 w 4641785"/>
              <a:gd name="connsiteY9423" fmla="*/ 2019502 h 5274332"/>
              <a:gd name="connsiteX9424" fmla="*/ 3424130 w 4641785"/>
              <a:gd name="connsiteY9424" fmla="*/ 2019036 h 5274332"/>
              <a:gd name="connsiteX9425" fmla="*/ 3420409 w 4641785"/>
              <a:gd name="connsiteY9425" fmla="*/ 2015780 h 5274332"/>
              <a:gd name="connsiteX9426" fmla="*/ 3419479 w 4641785"/>
              <a:gd name="connsiteY9426" fmla="*/ 2016711 h 5274332"/>
              <a:gd name="connsiteX9427" fmla="*/ 3420409 w 4641785"/>
              <a:gd name="connsiteY9427" fmla="*/ 2019502 h 5274332"/>
              <a:gd name="connsiteX9428" fmla="*/ 3422270 w 4641785"/>
              <a:gd name="connsiteY9428" fmla="*/ 2023222 h 5274332"/>
              <a:gd name="connsiteX9429" fmla="*/ 3421804 w 4641785"/>
              <a:gd name="connsiteY9429" fmla="*/ 2024153 h 5274332"/>
              <a:gd name="connsiteX9430" fmla="*/ 3419479 w 4641785"/>
              <a:gd name="connsiteY9430" fmla="*/ 2024617 h 5274332"/>
              <a:gd name="connsiteX9431" fmla="*/ 3419465 w 4641785"/>
              <a:gd name="connsiteY9431" fmla="*/ 2024604 h 5274332"/>
              <a:gd name="connsiteX9432" fmla="*/ 3418549 w 4641785"/>
              <a:gd name="connsiteY9432" fmla="*/ 2023687 h 5274332"/>
              <a:gd name="connsiteX9433" fmla="*/ 3417153 w 4641785"/>
              <a:gd name="connsiteY9433" fmla="*/ 2024153 h 5274332"/>
              <a:gd name="connsiteX9434" fmla="*/ 3417154 w 4641785"/>
              <a:gd name="connsiteY9434" fmla="*/ 2024153 h 5274332"/>
              <a:gd name="connsiteX9435" fmla="*/ 3418549 w 4641785"/>
              <a:gd name="connsiteY9435" fmla="*/ 2023688 h 5274332"/>
              <a:gd name="connsiteX9436" fmla="*/ 3419465 w 4641785"/>
              <a:gd name="connsiteY9436" fmla="*/ 2024604 h 5274332"/>
              <a:gd name="connsiteX9437" fmla="*/ 3419479 w 4641785"/>
              <a:gd name="connsiteY9437" fmla="*/ 2024617 h 5274332"/>
              <a:gd name="connsiteX9438" fmla="*/ 3419479 w 4641785"/>
              <a:gd name="connsiteY9438" fmla="*/ 2024617 h 5274332"/>
              <a:gd name="connsiteX9439" fmla="*/ 3419480 w 4641785"/>
              <a:gd name="connsiteY9439" fmla="*/ 2024618 h 5274332"/>
              <a:gd name="connsiteX9440" fmla="*/ 3421805 w 4641785"/>
              <a:gd name="connsiteY9440" fmla="*/ 2024153 h 5274332"/>
              <a:gd name="connsiteX9441" fmla="*/ 3422270 w 4641785"/>
              <a:gd name="connsiteY9441" fmla="*/ 2023223 h 5274332"/>
              <a:gd name="connsiteX9442" fmla="*/ 3420410 w 4641785"/>
              <a:gd name="connsiteY9442" fmla="*/ 2019502 h 5274332"/>
              <a:gd name="connsiteX9443" fmla="*/ 3419480 w 4641785"/>
              <a:gd name="connsiteY9443" fmla="*/ 2016711 h 5274332"/>
              <a:gd name="connsiteX9444" fmla="*/ 3420409 w 4641785"/>
              <a:gd name="connsiteY9444" fmla="*/ 2015782 h 5274332"/>
              <a:gd name="connsiteX9445" fmla="*/ 3425060 w 4641785"/>
              <a:gd name="connsiteY9445" fmla="*/ 2013455 h 5274332"/>
              <a:gd name="connsiteX9446" fmla="*/ 3426456 w 4641785"/>
              <a:gd name="connsiteY9446" fmla="*/ 2018572 h 5274332"/>
              <a:gd name="connsiteX9447" fmla="*/ 3426456 w 4641785"/>
              <a:gd name="connsiteY9447" fmla="*/ 2018572 h 5274332"/>
              <a:gd name="connsiteX9448" fmla="*/ 3425061 w 4641785"/>
              <a:gd name="connsiteY9448" fmla="*/ 2013456 h 5274332"/>
              <a:gd name="connsiteX9449" fmla="*/ 2538099 w 4641785"/>
              <a:gd name="connsiteY9449" fmla="*/ 2010665 h 5274332"/>
              <a:gd name="connsiteX9450" fmla="*/ 2538099 w 4641785"/>
              <a:gd name="connsiteY9450" fmla="*/ 2010665 h 5274332"/>
              <a:gd name="connsiteX9451" fmla="*/ 2540424 w 4641785"/>
              <a:gd name="connsiteY9451" fmla="*/ 2014386 h 5274332"/>
              <a:gd name="connsiteX9452" fmla="*/ 2540425 w 4641785"/>
              <a:gd name="connsiteY9452" fmla="*/ 2014385 h 5274332"/>
              <a:gd name="connsiteX9453" fmla="*/ 3188786 w 4641785"/>
              <a:gd name="connsiteY9453" fmla="*/ 2010664 h 5274332"/>
              <a:gd name="connsiteX9454" fmla="*/ 3187510 w 4641785"/>
              <a:gd name="connsiteY9454" fmla="*/ 2011824 h 5274332"/>
              <a:gd name="connsiteX9455" fmla="*/ 3188785 w 4641785"/>
              <a:gd name="connsiteY9455" fmla="*/ 2010665 h 5274332"/>
              <a:gd name="connsiteX9456" fmla="*/ 3189715 w 4641785"/>
              <a:gd name="connsiteY9456" fmla="*/ 2011595 h 5274332"/>
              <a:gd name="connsiteX9457" fmla="*/ 3190180 w 4641785"/>
              <a:gd name="connsiteY9457" fmla="*/ 2012060 h 5274332"/>
              <a:gd name="connsiteX9458" fmla="*/ 3190181 w 4641785"/>
              <a:gd name="connsiteY9458" fmla="*/ 2012059 h 5274332"/>
              <a:gd name="connsiteX9459" fmla="*/ 3189716 w 4641785"/>
              <a:gd name="connsiteY9459" fmla="*/ 2011595 h 5274332"/>
              <a:gd name="connsiteX9460" fmla="*/ 1736377 w 4641785"/>
              <a:gd name="connsiteY9460" fmla="*/ 2009943 h 5274332"/>
              <a:gd name="connsiteX9461" fmla="*/ 1737645 w 4641785"/>
              <a:gd name="connsiteY9461" fmla="*/ 2014385 h 5274332"/>
              <a:gd name="connsiteX9462" fmla="*/ 1732994 w 4641785"/>
              <a:gd name="connsiteY9462" fmla="*/ 2014850 h 5274332"/>
              <a:gd name="connsiteX9463" fmla="*/ 1729739 w 4641785"/>
              <a:gd name="connsiteY9463" fmla="*/ 2019501 h 5274332"/>
              <a:gd name="connsiteX9464" fmla="*/ 1726483 w 4641785"/>
              <a:gd name="connsiteY9464" fmla="*/ 2019967 h 5274332"/>
              <a:gd name="connsiteX9465" fmla="*/ 1724623 w 4641785"/>
              <a:gd name="connsiteY9465" fmla="*/ 2025083 h 5274332"/>
              <a:gd name="connsiteX9466" fmla="*/ 1724623 w 4641785"/>
              <a:gd name="connsiteY9466" fmla="*/ 2025083 h 5274332"/>
              <a:gd name="connsiteX9467" fmla="*/ 1726483 w 4641785"/>
              <a:gd name="connsiteY9467" fmla="*/ 2019968 h 5274332"/>
              <a:gd name="connsiteX9468" fmla="*/ 1729739 w 4641785"/>
              <a:gd name="connsiteY9468" fmla="*/ 2019502 h 5274332"/>
              <a:gd name="connsiteX9469" fmla="*/ 1732995 w 4641785"/>
              <a:gd name="connsiteY9469" fmla="*/ 2014851 h 5274332"/>
              <a:gd name="connsiteX9470" fmla="*/ 1737646 w 4641785"/>
              <a:gd name="connsiteY9470" fmla="*/ 2014387 h 5274332"/>
              <a:gd name="connsiteX9471" fmla="*/ 3429711 w 4641785"/>
              <a:gd name="connsiteY9471" fmla="*/ 2007874 h 5274332"/>
              <a:gd name="connsiteX9472" fmla="*/ 3429711 w 4641785"/>
              <a:gd name="connsiteY9472" fmla="*/ 2011595 h 5274332"/>
              <a:gd name="connsiteX9473" fmla="*/ 3426921 w 4641785"/>
              <a:gd name="connsiteY9473" fmla="*/ 2014385 h 5274332"/>
              <a:gd name="connsiteX9474" fmla="*/ 3426032 w 4641785"/>
              <a:gd name="connsiteY9474" fmla="*/ 2013941 h 5274332"/>
              <a:gd name="connsiteX9475" fmla="*/ 3426921 w 4641785"/>
              <a:gd name="connsiteY9475" fmla="*/ 2014386 h 5274332"/>
              <a:gd name="connsiteX9476" fmla="*/ 3429712 w 4641785"/>
              <a:gd name="connsiteY9476" fmla="*/ 2011595 h 5274332"/>
              <a:gd name="connsiteX9477" fmla="*/ 3429712 w 4641785"/>
              <a:gd name="connsiteY9477" fmla="*/ 2007874 h 5274332"/>
              <a:gd name="connsiteX9478" fmla="*/ 1457651 w 4641785"/>
              <a:gd name="connsiteY9478" fmla="*/ 2004618 h 5274332"/>
              <a:gd name="connsiteX9479" fmla="*/ 1460906 w 4641785"/>
              <a:gd name="connsiteY9479" fmla="*/ 2006013 h 5274332"/>
              <a:gd name="connsiteX9480" fmla="*/ 1460907 w 4641785"/>
              <a:gd name="connsiteY9480" fmla="*/ 2006013 h 5274332"/>
              <a:gd name="connsiteX9481" fmla="*/ 3188650 w 4641785"/>
              <a:gd name="connsiteY9481" fmla="*/ 2003649 h 5274332"/>
              <a:gd name="connsiteX9482" fmla="*/ 3187390 w 4641785"/>
              <a:gd name="connsiteY9482" fmla="*/ 2004153 h 5274332"/>
              <a:gd name="connsiteX9483" fmla="*/ 3187391 w 4641785"/>
              <a:gd name="connsiteY9483" fmla="*/ 2004153 h 5274332"/>
              <a:gd name="connsiteX9484" fmla="*/ 3441804 w 4641785"/>
              <a:gd name="connsiteY9484" fmla="*/ 2002293 h 5274332"/>
              <a:gd name="connsiteX9485" fmla="*/ 3437153 w 4641785"/>
              <a:gd name="connsiteY9485" fmla="*/ 2005548 h 5274332"/>
              <a:gd name="connsiteX9486" fmla="*/ 3431206 w 4641785"/>
              <a:gd name="connsiteY9486" fmla="*/ 2007407 h 5274332"/>
              <a:gd name="connsiteX9487" fmla="*/ 3437153 w 4641785"/>
              <a:gd name="connsiteY9487" fmla="*/ 2005549 h 5274332"/>
              <a:gd name="connsiteX9488" fmla="*/ 3441804 w 4641785"/>
              <a:gd name="connsiteY9488" fmla="*/ 2002293 h 5274332"/>
              <a:gd name="connsiteX9489" fmla="*/ 1737645 w 4641785"/>
              <a:gd name="connsiteY9489" fmla="*/ 1991595 h 5274332"/>
              <a:gd name="connsiteX9490" fmla="*/ 1735786 w 4641785"/>
              <a:gd name="connsiteY9490" fmla="*/ 1996711 h 5274332"/>
              <a:gd name="connsiteX9491" fmla="*/ 1730204 w 4641785"/>
              <a:gd name="connsiteY9491" fmla="*/ 1998572 h 5274332"/>
              <a:gd name="connsiteX9492" fmla="*/ 1731599 w 4641785"/>
              <a:gd name="connsiteY9492" fmla="*/ 2003687 h 5274332"/>
              <a:gd name="connsiteX9493" fmla="*/ 1729739 w 4641785"/>
              <a:gd name="connsiteY9493" fmla="*/ 2006013 h 5274332"/>
              <a:gd name="connsiteX9494" fmla="*/ 1729740 w 4641785"/>
              <a:gd name="connsiteY9494" fmla="*/ 2006014 h 5274332"/>
              <a:gd name="connsiteX9495" fmla="*/ 1731600 w 4641785"/>
              <a:gd name="connsiteY9495" fmla="*/ 2003688 h 5274332"/>
              <a:gd name="connsiteX9496" fmla="*/ 1730205 w 4641785"/>
              <a:gd name="connsiteY9496" fmla="*/ 1998573 h 5274332"/>
              <a:gd name="connsiteX9497" fmla="*/ 1735786 w 4641785"/>
              <a:gd name="connsiteY9497" fmla="*/ 1996712 h 5274332"/>
              <a:gd name="connsiteX9498" fmla="*/ 1737646 w 4641785"/>
              <a:gd name="connsiteY9498" fmla="*/ 1991596 h 5274332"/>
              <a:gd name="connsiteX9499" fmla="*/ 2495774 w 4641785"/>
              <a:gd name="connsiteY9499" fmla="*/ 1990665 h 5274332"/>
              <a:gd name="connsiteX9500" fmla="*/ 2495774 w 4641785"/>
              <a:gd name="connsiteY9500" fmla="*/ 1990666 h 5274332"/>
              <a:gd name="connsiteX9501" fmla="*/ 2502751 w 4641785"/>
              <a:gd name="connsiteY9501" fmla="*/ 1992526 h 5274332"/>
              <a:gd name="connsiteX9502" fmla="*/ 2508797 w 4641785"/>
              <a:gd name="connsiteY9502" fmla="*/ 1993456 h 5274332"/>
              <a:gd name="connsiteX9503" fmla="*/ 2510193 w 4641785"/>
              <a:gd name="connsiteY9503" fmla="*/ 1991131 h 5274332"/>
              <a:gd name="connsiteX9504" fmla="*/ 2513913 w 4641785"/>
              <a:gd name="connsiteY9504" fmla="*/ 1992061 h 5274332"/>
              <a:gd name="connsiteX9505" fmla="*/ 2513913 w 4641785"/>
              <a:gd name="connsiteY9505" fmla="*/ 1993922 h 5274332"/>
              <a:gd name="connsiteX9506" fmla="*/ 2517169 w 4641785"/>
              <a:gd name="connsiteY9506" fmla="*/ 1998107 h 5274332"/>
              <a:gd name="connsiteX9507" fmla="*/ 2520425 w 4641785"/>
              <a:gd name="connsiteY9507" fmla="*/ 1999037 h 5274332"/>
              <a:gd name="connsiteX9508" fmla="*/ 2521355 w 4641785"/>
              <a:gd name="connsiteY9508" fmla="*/ 2001363 h 5274332"/>
              <a:gd name="connsiteX9509" fmla="*/ 2530192 w 4641785"/>
              <a:gd name="connsiteY9509" fmla="*/ 2002293 h 5274332"/>
              <a:gd name="connsiteX9510" fmla="*/ 2538564 w 4641785"/>
              <a:gd name="connsiteY9510" fmla="*/ 2004154 h 5274332"/>
              <a:gd name="connsiteX9511" fmla="*/ 2538564 w 4641785"/>
              <a:gd name="connsiteY9511" fmla="*/ 2004153 h 5274332"/>
              <a:gd name="connsiteX9512" fmla="*/ 2530192 w 4641785"/>
              <a:gd name="connsiteY9512" fmla="*/ 2002293 h 5274332"/>
              <a:gd name="connsiteX9513" fmla="*/ 2521355 w 4641785"/>
              <a:gd name="connsiteY9513" fmla="*/ 2001363 h 5274332"/>
              <a:gd name="connsiteX9514" fmla="*/ 2520425 w 4641785"/>
              <a:gd name="connsiteY9514" fmla="*/ 1999037 h 5274332"/>
              <a:gd name="connsiteX9515" fmla="*/ 2517169 w 4641785"/>
              <a:gd name="connsiteY9515" fmla="*/ 1998107 h 5274332"/>
              <a:gd name="connsiteX9516" fmla="*/ 2513913 w 4641785"/>
              <a:gd name="connsiteY9516" fmla="*/ 1993921 h 5274332"/>
              <a:gd name="connsiteX9517" fmla="*/ 2513913 w 4641785"/>
              <a:gd name="connsiteY9517" fmla="*/ 1992060 h 5274332"/>
              <a:gd name="connsiteX9518" fmla="*/ 2510192 w 4641785"/>
              <a:gd name="connsiteY9518" fmla="*/ 1991130 h 5274332"/>
              <a:gd name="connsiteX9519" fmla="*/ 2508797 w 4641785"/>
              <a:gd name="connsiteY9519" fmla="*/ 1993456 h 5274332"/>
              <a:gd name="connsiteX9520" fmla="*/ 2502750 w 4641785"/>
              <a:gd name="connsiteY9520" fmla="*/ 1992525 h 5274332"/>
              <a:gd name="connsiteX9521" fmla="*/ 3185529 w 4641785"/>
              <a:gd name="connsiteY9521" fmla="*/ 1990665 h 5274332"/>
              <a:gd name="connsiteX9522" fmla="*/ 3183205 w 4641785"/>
              <a:gd name="connsiteY9522" fmla="*/ 1991130 h 5274332"/>
              <a:gd name="connsiteX9523" fmla="*/ 3183205 w 4641785"/>
              <a:gd name="connsiteY9523" fmla="*/ 1991130 h 5274332"/>
              <a:gd name="connsiteX9524" fmla="*/ 3185529 w 4641785"/>
              <a:gd name="connsiteY9524" fmla="*/ 1990665 h 5274332"/>
              <a:gd name="connsiteX9525" fmla="*/ 1494859 w 4641785"/>
              <a:gd name="connsiteY9525" fmla="*/ 1989734 h 5274332"/>
              <a:gd name="connsiteX9526" fmla="*/ 1489942 w 4641785"/>
              <a:gd name="connsiteY9526" fmla="*/ 1991578 h 5274332"/>
              <a:gd name="connsiteX9527" fmla="*/ 1494859 w 4641785"/>
              <a:gd name="connsiteY9527" fmla="*/ 1989735 h 5274332"/>
              <a:gd name="connsiteX9528" fmla="*/ 3444130 w 4641785"/>
              <a:gd name="connsiteY9528" fmla="*/ 1988340 h 5274332"/>
              <a:gd name="connsiteX9529" fmla="*/ 3443665 w 4641785"/>
              <a:gd name="connsiteY9529" fmla="*/ 1991130 h 5274332"/>
              <a:gd name="connsiteX9530" fmla="*/ 3441340 w 4641785"/>
              <a:gd name="connsiteY9530" fmla="*/ 1993456 h 5274332"/>
              <a:gd name="connsiteX9531" fmla="*/ 3439944 w 4641785"/>
              <a:gd name="connsiteY9531" fmla="*/ 1997641 h 5274332"/>
              <a:gd name="connsiteX9532" fmla="*/ 3439944 w 4641785"/>
              <a:gd name="connsiteY9532" fmla="*/ 1997642 h 5274332"/>
              <a:gd name="connsiteX9533" fmla="*/ 3441340 w 4641785"/>
              <a:gd name="connsiteY9533" fmla="*/ 1993456 h 5274332"/>
              <a:gd name="connsiteX9534" fmla="*/ 3443665 w 4641785"/>
              <a:gd name="connsiteY9534" fmla="*/ 1991130 h 5274332"/>
              <a:gd name="connsiteX9535" fmla="*/ 1727413 w 4641785"/>
              <a:gd name="connsiteY9535" fmla="*/ 1984618 h 5274332"/>
              <a:gd name="connsiteX9536" fmla="*/ 1724623 w 4641785"/>
              <a:gd name="connsiteY9536" fmla="*/ 1988804 h 5274332"/>
              <a:gd name="connsiteX9537" fmla="*/ 1724623 w 4641785"/>
              <a:gd name="connsiteY9537" fmla="*/ 1988804 h 5274332"/>
              <a:gd name="connsiteX9538" fmla="*/ 1727413 w 4641785"/>
              <a:gd name="connsiteY9538" fmla="*/ 1984619 h 5274332"/>
              <a:gd name="connsiteX9539" fmla="*/ 1726948 w 4641785"/>
              <a:gd name="connsiteY9539" fmla="*/ 1981363 h 5274332"/>
              <a:gd name="connsiteX9540" fmla="*/ 1727332 w 4641785"/>
              <a:gd name="connsiteY9540" fmla="*/ 1984052 h 5274332"/>
              <a:gd name="connsiteX9541" fmla="*/ 1726949 w 4641785"/>
              <a:gd name="connsiteY9541" fmla="*/ 1981363 h 5274332"/>
              <a:gd name="connsiteX9542" fmla="*/ 1506022 w 4641785"/>
              <a:gd name="connsiteY9542" fmla="*/ 1979967 h 5274332"/>
              <a:gd name="connsiteX9543" fmla="*/ 1506022 w 4641785"/>
              <a:gd name="connsiteY9543" fmla="*/ 1979967 h 5274332"/>
              <a:gd name="connsiteX9544" fmla="*/ 1510208 w 4641785"/>
              <a:gd name="connsiteY9544" fmla="*/ 1981828 h 5274332"/>
              <a:gd name="connsiteX9545" fmla="*/ 2506368 w 4641785"/>
              <a:gd name="connsiteY9545" fmla="*/ 1978657 h 5274332"/>
              <a:gd name="connsiteX9546" fmla="*/ 2506006 w 4641785"/>
              <a:gd name="connsiteY9546" fmla="*/ 1979502 h 5274332"/>
              <a:gd name="connsiteX9547" fmla="*/ 2506006 w 4641785"/>
              <a:gd name="connsiteY9547" fmla="*/ 1979502 h 5274332"/>
              <a:gd name="connsiteX9548" fmla="*/ 1722762 w 4641785"/>
              <a:gd name="connsiteY9548" fmla="*/ 1975317 h 5274332"/>
              <a:gd name="connsiteX9549" fmla="*/ 1722297 w 4641785"/>
              <a:gd name="connsiteY9549" fmla="*/ 1977177 h 5274332"/>
              <a:gd name="connsiteX9550" fmla="*/ 1722298 w 4641785"/>
              <a:gd name="connsiteY9550" fmla="*/ 1977178 h 5274332"/>
              <a:gd name="connsiteX9551" fmla="*/ 3174787 w 4641785"/>
              <a:gd name="connsiteY9551" fmla="*/ 1974642 h 5274332"/>
              <a:gd name="connsiteX9552" fmla="*/ 3173437 w 4641785"/>
              <a:gd name="connsiteY9552" fmla="*/ 1975317 h 5274332"/>
              <a:gd name="connsiteX9553" fmla="*/ 3172971 w 4641785"/>
              <a:gd name="connsiteY9553" fmla="*/ 1978107 h 5274332"/>
              <a:gd name="connsiteX9554" fmla="*/ 3170181 w 4641785"/>
              <a:gd name="connsiteY9554" fmla="*/ 1979968 h 5274332"/>
              <a:gd name="connsiteX9555" fmla="*/ 3170181 w 4641785"/>
              <a:gd name="connsiteY9555" fmla="*/ 1979968 h 5274332"/>
              <a:gd name="connsiteX9556" fmla="*/ 3172973 w 4641785"/>
              <a:gd name="connsiteY9556" fmla="*/ 1978107 h 5274332"/>
              <a:gd name="connsiteX9557" fmla="*/ 3173437 w 4641785"/>
              <a:gd name="connsiteY9557" fmla="*/ 1975317 h 5274332"/>
              <a:gd name="connsiteX9558" fmla="*/ 3183669 w 4641785"/>
              <a:gd name="connsiteY9558" fmla="*/ 1972526 h 5274332"/>
              <a:gd name="connsiteX9559" fmla="*/ 3179948 w 4641785"/>
              <a:gd name="connsiteY9559" fmla="*/ 1975317 h 5274332"/>
              <a:gd name="connsiteX9560" fmla="*/ 3179949 w 4641785"/>
              <a:gd name="connsiteY9560" fmla="*/ 1975317 h 5274332"/>
              <a:gd name="connsiteX9561" fmla="*/ 3183669 w 4641785"/>
              <a:gd name="connsiteY9561" fmla="*/ 1972527 h 5274332"/>
              <a:gd name="connsiteX9562" fmla="*/ 4144629 w 4641785"/>
              <a:gd name="connsiteY9562" fmla="*/ 1971131 h 5274332"/>
              <a:gd name="connsiteX9563" fmla="*/ 4145514 w 4641785"/>
              <a:gd name="connsiteY9563" fmla="*/ 1980432 h 5274332"/>
              <a:gd name="connsiteX9564" fmla="*/ 4146445 w 4641785"/>
              <a:gd name="connsiteY9564" fmla="*/ 1985083 h 5274332"/>
              <a:gd name="connsiteX9565" fmla="*/ 4148091 w 4641785"/>
              <a:gd name="connsiteY9565" fmla="*/ 1986524 h 5274332"/>
              <a:gd name="connsiteX9566" fmla="*/ 4146446 w 4641785"/>
              <a:gd name="connsiteY9566" fmla="*/ 1985084 h 5274332"/>
              <a:gd name="connsiteX9567" fmla="*/ 4145515 w 4641785"/>
              <a:gd name="connsiteY9567" fmla="*/ 1980433 h 5274332"/>
              <a:gd name="connsiteX9568" fmla="*/ 4165700 w 4641785"/>
              <a:gd name="connsiteY9568" fmla="*/ 1966291 h 5274332"/>
              <a:gd name="connsiteX9569" fmla="*/ 4165980 w 4641785"/>
              <a:gd name="connsiteY9569" fmla="*/ 1966944 h 5274332"/>
              <a:gd name="connsiteX9570" fmla="*/ 4165980 w 4641785"/>
              <a:gd name="connsiteY9570" fmla="*/ 1966944 h 5274332"/>
              <a:gd name="connsiteX9571" fmla="*/ 1718111 w 4641785"/>
              <a:gd name="connsiteY9571" fmla="*/ 1962293 h 5274332"/>
              <a:gd name="connsiteX9572" fmla="*/ 1714391 w 4641785"/>
              <a:gd name="connsiteY9572" fmla="*/ 1965084 h 5274332"/>
              <a:gd name="connsiteX9573" fmla="*/ 1714391 w 4641785"/>
              <a:gd name="connsiteY9573" fmla="*/ 1965085 h 5274332"/>
              <a:gd name="connsiteX9574" fmla="*/ 1718111 w 4641785"/>
              <a:gd name="connsiteY9574" fmla="*/ 1962294 h 5274332"/>
              <a:gd name="connsiteX9575" fmla="*/ 3445060 w 4641785"/>
              <a:gd name="connsiteY9575" fmla="*/ 1961828 h 5274332"/>
              <a:gd name="connsiteX9576" fmla="*/ 3445060 w 4641785"/>
              <a:gd name="connsiteY9576" fmla="*/ 1966944 h 5274332"/>
              <a:gd name="connsiteX9577" fmla="*/ 3443199 w 4641785"/>
              <a:gd name="connsiteY9577" fmla="*/ 1969270 h 5274332"/>
              <a:gd name="connsiteX9578" fmla="*/ 3442735 w 4641785"/>
              <a:gd name="connsiteY9578" fmla="*/ 1976246 h 5274332"/>
              <a:gd name="connsiteX9579" fmla="*/ 3441611 w 4641785"/>
              <a:gd name="connsiteY9579" fmla="*/ 1977745 h 5274332"/>
              <a:gd name="connsiteX9580" fmla="*/ 3442735 w 4641785"/>
              <a:gd name="connsiteY9580" fmla="*/ 1976247 h 5274332"/>
              <a:gd name="connsiteX9581" fmla="*/ 3443200 w 4641785"/>
              <a:gd name="connsiteY9581" fmla="*/ 1969270 h 5274332"/>
              <a:gd name="connsiteX9582" fmla="*/ 3445060 w 4641785"/>
              <a:gd name="connsiteY9582" fmla="*/ 1966945 h 5274332"/>
              <a:gd name="connsiteX9583" fmla="*/ 3445060 w 4641785"/>
              <a:gd name="connsiteY9583" fmla="*/ 1961828 h 5274332"/>
              <a:gd name="connsiteX9584" fmla="*/ 2524924 w 4641785"/>
              <a:gd name="connsiteY9584" fmla="*/ 1961385 h 5274332"/>
              <a:gd name="connsiteX9585" fmla="*/ 2525076 w 4641785"/>
              <a:gd name="connsiteY9585" fmla="*/ 1962293 h 5274332"/>
              <a:gd name="connsiteX9586" fmla="*/ 2525076 w 4641785"/>
              <a:gd name="connsiteY9586" fmla="*/ 1962293 h 5274332"/>
              <a:gd name="connsiteX9587" fmla="*/ 3441985 w 4641785"/>
              <a:gd name="connsiteY9587" fmla="*/ 1958739 h 5274332"/>
              <a:gd name="connsiteX9588" fmla="*/ 3442735 w 4641785"/>
              <a:gd name="connsiteY9588" fmla="*/ 1961363 h 5274332"/>
              <a:gd name="connsiteX9589" fmla="*/ 3443905 w 4641785"/>
              <a:gd name="connsiteY9589" fmla="*/ 1961597 h 5274332"/>
              <a:gd name="connsiteX9590" fmla="*/ 3442735 w 4641785"/>
              <a:gd name="connsiteY9590" fmla="*/ 1961363 h 5274332"/>
              <a:gd name="connsiteX9591" fmla="*/ 1716961 w 4641785"/>
              <a:gd name="connsiteY9591" fmla="*/ 1958406 h 5274332"/>
              <a:gd name="connsiteX9592" fmla="*/ 1717646 w 4641785"/>
              <a:gd name="connsiteY9592" fmla="*/ 1959502 h 5274332"/>
              <a:gd name="connsiteX9593" fmla="*/ 1718030 w 4641785"/>
              <a:gd name="connsiteY9593" fmla="*/ 1961807 h 5274332"/>
              <a:gd name="connsiteX9594" fmla="*/ 1717647 w 4641785"/>
              <a:gd name="connsiteY9594" fmla="*/ 1959503 h 5274332"/>
              <a:gd name="connsiteX9595" fmla="*/ 1543231 w 4641785"/>
              <a:gd name="connsiteY9595" fmla="*/ 1952060 h 5274332"/>
              <a:gd name="connsiteX9596" fmla="*/ 1543231 w 4641785"/>
              <a:gd name="connsiteY9596" fmla="*/ 1952061 h 5274332"/>
              <a:gd name="connsiteX9597" fmla="*/ 1548811 w 4641785"/>
              <a:gd name="connsiteY9597" fmla="*/ 1952991 h 5274332"/>
              <a:gd name="connsiteX9598" fmla="*/ 1548813 w 4641785"/>
              <a:gd name="connsiteY9598" fmla="*/ 1952990 h 5274332"/>
              <a:gd name="connsiteX9599" fmla="*/ 1717646 w 4641785"/>
              <a:gd name="connsiteY9599" fmla="*/ 1950666 h 5274332"/>
              <a:gd name="connsiteX9600" fmla="*/ 1715321 w 4641785"/>
              <a:gd name="connsiteY9600" fmla="*/ 1955782 h 5274332"/>
              <a:gd name="connsiteX9601" fmla="*/ 1715321 w 4641785"/>
              <a:gd name="connsiteY9601" fmla="*/ 1955782 h 5274332"/>
              <a:gd name="connsiteX9602" fmla="*/ 1717647 w 4641785"/>
              <a:gd name="connsiteY9602" fmla="*/ 1950666 h 5274332"/>
              <a:gd name="connsiteX9603" fmla="*/ 3444082 w 4641785"/>
              <a:gd name="connsiteY9603" fmla="*/ 1949756 h 5274332"/>
              <a:gd name="connsiteX9604" fmla="*/ 3443665 w 4641785"/>
              <a:gd name="connsiteY9604" fmla="*/ 1953922 h 5274332"/>
              <a:gd name="connsiteX9605" fmla="*/ 3444595 w 4641785"/>
              <a:gd name="connsiteY9605" fmla="*/ 1956247 h 5274332"/>
              <a:gd name="connsiteX9606" fmla="*/ 3441804 w 4641785"/>
              <a:gd name="connsiteY9606" fmla="*/ 1958107 h 5274332"/>
              <a:gd name="connsiteX9607" fmla="*/ 3441804 w 4641785"/>
              <a:gd name="connsiteY9607" fmla="*/ 1958108 h 5274332"/>
              <a:gd name="connsiteX9608" fmla="*/ 3444595 w 4641785"/>
              <a:gd name="connsiteY9608" fmla="*/ 1956247 h 5274332"/>
              <a:gd name="connsiteX9609" fmla="*/ 3443665 w 4641785"/>
              <a:gd name="connsiteY9609" fmla="*/ 1953921 h 5274332"/>
              <a:gd name="connsiteX9610" fmla="*/ 2562936 w 4641785"/>
              <a:gd name="connsiteY9610" fmla="*/ 1948452 h 5274332"/>
              <a:gd name="connsiteX9611" fmla="*/ 2565075 w 4641785"/>
              <a:gd name="connsiteY9611" fmla="*/ 1949736 h 5274332"/>
              <a:gd name="connsiteX9612" fmla="*/ 2566936 w 4641785"/>
              <a:gd name="connsiteY9612" fmla="*/ 1949736 h 5274332"/>
              <a:gd name="connsiteX9613" fmla="*/ 2569726 w 4641785"/>
              <a:gd name="connsiteY9613" fmla="*/ 1950201 h 5274332"/>
              <a:gd name="connsiteX9614" fmla="*/ 2575307 w 4641785"/>
              <a:gd name="connsiteY9614" fmla="*/ 1951132 h 5274332"/>
              <a:gd name="connsiteX9615" fmla="*/ 2575307 w 4641785"/>
              <a:gd name="connsiteY9615" fmla="*/ 1951130 h 5274332"/>
              <a:gd name="connsiteX9616" fmla="*/ 2569726 w 4641785"/>
              <a:gd name="connsiteY9616" fmla="*/ 1950200 h 5274332"/>
              <a:gd name="connsiteX9617" fmla="*/ 2566935 w 4641785"/>
              <a:gd name="connsiteY9617" fmla="*/ 1949735 h 5274332"/>
              <a:gd name="connsiteX9618" fmla="*/ 2565075 w 4641785"/>
              <a:gd name="connsiteY9618" fmla="*/ 1949735 h 5274332"/>
              <a:gd name="connsiteX9619" fmla="*/ 3442890 w 4641785"/>
              <a:gd name="connsiteY9619" fmla="*/ 1947286 h 5274332"/>
              <a:gd name="connsiteX9620" fmla="*/ 3444130 w 4641785"/>
              <a:gd name="connsiteY9620" fmla="*/ 1949271 h 5274332"/>
              <a:gd name="connsiteX9621" fmla="*/ 3444130 w 4641785"/>
              <a:gd name="connsiteY9621" fmla="*/ 1949270 h 5274332"/>
              <a:gd name="connsiteX9622" fmla="*/ 1563607 w 4641785"/>
              <a:gd name="connsiteY9622" fmla="*/ 1947155 h 5274332"/>
              <a:gd name="connsiteX9623" fmla="*/ 1566486 w 4641785"/>
              <a:gd name="connsiteY9623" fmla="*/ 1947875 h 5274332"/>
              <a:gd name="connsiteX9624" fmla="*/ 1570672 w 4641785"/>
              <a:gd name="connsiteY9624" fmla="*/ 1950200 h 5274332"/>
              <a:gd name="connsiteX9625" fmla="*/ 1566486 w 4641785"/>
              <a:gd name="connsiteY9625" fmla="*/ 1947875 h 5274332"/>
              <a:gd name="connsiteX9626" fmla="*/ 1709274 w 4641785"/>
              <a:gd name="connsiteY9626" fmla="*/ 1946945 h 5274332"/>
              <a:gd name="connsiteX9627" fmla="*/ 1707414 w 4641785"/>
              <a:gd name="connsiteY9627" fmla="*/ 1951131 h 5274332"/>
              <a:gd name="connsiteX9628" fmla="*/ 1707414 w 4641785"/>
              <a:gd name="connsiteY9628" fmla="*/ 1951131 h 5274332"/>
              <a:gd name="connsiteX9629" fmla="*/ 2561539 w 4641785"/>
              <a:gd name="connsiteY9629" fmla="*/ 1942031 h 5274332"/>
              <a:gd name="connsiteX9630" fmla="*/ 2562284 w 4641785"/>
              <a:gd name="connsiteY9630" fmla="*/ 1943224 h 5274332"/>
              <a:gd name="connsiteX9631" fmla="*/ 2562284 w 4641785"/>
              <a:gd name="connsiteY9631" fmla="*/ 1943223 h 5274332"/>
              <a:gd name="connsiteX9632" fmla="*/ 4197270 w 4641785"/>
              <a:gd name="connsiteY9632" fmla="*/ 1940076 h 5274332"/>
              <a:gd name="connsiteX9633" fmla="*/ 4198537 w 4641785"/>
              <a:gd name="connsiteY9633" fmla="*/ 1942293 h 5274332"/>
              <a:gd name="connsiteX9634" fmla="*/ 4198538 w 4641785"/>
              <a:gd name="connsiteY9634" fmla="*/ 1942293 h 5274332"/>
              <a:gd name="connsiteX9635" fmla="*/ 2559028 w 4641785"/>
              <a:gd name="connsiteY9635" fmla="*/ 1936712 h 5274332"/>
              <a:gd name="connsiteX9636" fmla="*/ 2555773 w 4641785"/>
              <a:gd name="connsiteY9636" fmla="*/ 1937177 h 5274332"/>
              <a:gd name="connsiteX9637" fmla="*/ 2553912 w 4641785"/>
              <a:gd name="connsiteY9637" fmla="*/ 1938572 h 5274332"/>
              <a:gd name="connsiteX9638" fmla="*/ 2552052 w 4641785"/>
              <a:gd name="connsiteY9638" fmla="*/ 1939968 h 5274332"/>
              <a:gd name="connsiteX9639" fmla="*/ 2550191 w 4641785"/>
              <a:gd name="connsiteY9639" fmla="*/ 1940898 h 5274332"/>
              <a:gd name="connsiteX9640" fmla="*/ 2550192 w 4641785"/>
              <a:gd name="connsiteY9640" fmla="*/ 1940899 h 5274332"/>
              <a:gd name="connsiteX9641" fmla="*/ 2552053 w 4641785"/>
              <a:gd name="connsiteY9641" fmla="*/ 1939969 h 5274332"/>
              <a:gd name="connsiteX9642" fmla="*/ 2553912 w 4641785"/>
              <a:gd name="connsiteY9642" fmla="*/ 1938574 h 5274332"/>
              <a:gd name="connsiteX9643" fmla="*/ 2555773 w 4641785"/>
              <a:gd name="connsiteY9643" fmla="*/ 1937178 h 5274332"/>
              <a:gd name="connsiteX9644" fmla="*/ 2559028 w 4641785"/>
              <a:gd name="connsiteY9644" fmla="*/ 1936713 h 5274332"/>
              <a:gd name="connsiteX9645" fmla="*/ 1473464 w 4641785"/>
              <a:gd name="connsiteY9645" fmla="*/ 1933922 h 5274332"/>
              <a:gd name="connsiteX9646" fmla="*/ 1470674 w 4641785"/>
              <a:gd name="connsiteY9646" fmla="*/ 1938107 h 5274332"/>
              <a:gd name="connsiteX9647" fmla="*/ 1470675 w 4641785"/>
              <a:gd name="connsiteY9647" fmla="*/ 1938107 h 5274332"/>
              <a:gd name="connsiteX9648" fmla="*/ 4296747 w 4641785"/>
              <a:gd name="connsiteY9648" fmla="*/ 1931672 h 5274332"/>
              <a:gd name="connsiteX9649" fmla="*/ 4293419 w 4641785"/>
              <a:gd name="connsiteY9649" fmla="*/ 1936247 h 5274332"/>
              <a:gd name="connsiteX9650" fmla="*/ 4292954 w 4641785"/>
              <a:gd name="connsiteY9650" fmla="*/ 1939967 h 5274332"/>
              <a:gd name="connsiteX9651" fmla="*/ 4292954 w 4641785"/>
              <a:gd name="connsiteY9651" fmla="*/ 1939968 h 5274332"/>
              <a:gd name="connsiteX9652" fmla="*/ 4293419 w 4641785"/>
              <a:gd name="connsiteY9652" fmla="*/ 1936248 h 5274332"/>
              <a:gd name="connsiteX9653" fmla="*/ 4218538 w 4641785"/>
              <a:gd name="connsiteY9653" fmla="*/ 1931596 h 5274332"/>
              <a:gd name="connsiteX9654" fmla="*/ 4218538 w 4641785"/>
              <a:gd name="connsiteY9654" fmla="*/ 1931597 h 5274332"/>
              <a:gd name="connsiteX9655" fmla="*/ 4219932 w 4641785"/>
              <a:gd name="connsiteY9655" fmla="*/ 1933457 h 5274332"/>
              <a:gd name="connsiteX9656" fmla="*/ 4219932 w 4641785"/>
              <a:gd name="connsiteY9656" fmla="*/ 1933456 h 5274332"/>
              <a:gd name="connsiteX9657" fmla="*/ 1578022 w 4641785"/>
              <a:gd name="connsiteY9657" fmla="*/ 1928211 h 5274332"/>
              <a:gd name="connsiteX9658" fmla="*/ 1581834 w 4641785"/>
              <a:gd name="connsiteY9658" fmla="*/ 1929736 h 5274332"/>
              <a:gd name="connsiteX9659" fmla="*/ 1586486 w 4641785"/>
              <a:gd name="connsiteY9659" fmla="*/ 1930200 h 5274332"/>
              <a:gd name="connsiteX9660" fmla="*/ 1581835 w 4641785"/>
              <a:gd name="connsiteY9660" fmla="*/ 1929736 h 5274332"/>
              <a:gd name="connsiteX9661" fmla="*/ 2550192 w 4641785"/>
              <a:gd name="connsiteY9661" fmla="*/ 1924620 h 5274332"/>
              <a:gd name="connsiteX9662" fmla="*/ 2550192 w 4641785"/>
              <a:gd name="connsiteY9662" fmla="*/ 1924620 h 5274332"/>
              <a:gd name="connsiteX9663" fmla="*/ 2551122 w 4641785"/>
              <a:gd name="connsiteY9663" fmla="*/ 1924620 h 5274332"/>
              <a:gd name="connsiteX9664" fmla="*/ 2551254 w 4641785"/>
              <a:gd name="connsiteY9664" fmla="*/ 1925279 h 5274332"/>
              <a:gd name="connsiteX9665" fmla="*/ 2551122 w 4641785"/>
              <a:gd name="connsiteY9665" fmla="*/ 1924620 h 5274332"/>
              <a:gd name="connsiteX9666" fmla="*/ 2550988 w 4641785"/>
              <a:gd name="connsiteY9666" fmla="*/ 1920761 h 5274332"/>
              <a:gd name="connsiteX9667" fmla="*/ 2551122 w 4641785"/>
              <a:gd name="connsiteY9667" fmla="*/ 1921829 h 5274332"/>
              <a:gd name="connsiteX9668" fmla="*/ 2551122 w 4641785"/>
              <a:gd name="connsiteY9668" fmla="*/ 1921828 h 5274332"/>
              <a:gd name="connsiteX9669" fmla="*/ 1478580 w 4641785"/>
              <a:gd name="connsiteY9669" fmla="*/ 1919969 h 5274332"/>
              <a:gd name="connsiteX9670" fmla="*/ 1476255 w 4641785"/>
              <a:gd name="connsiteY9670" fmla="*/ 1930667 h 5274332"/>
              <a:gd name="connsiteX9671" fmla="*/ 1478115 w 4641785"/>
              <a:gd name="connsiteY9671" fmla="*/ 1934388 h 5274332"/>
              <a:gd name="connsiteX9672" fmla="*/ 1478116 w 4641785"/>
              <a:gd name="connsiteY9672" fmla="*/ 1934387 h 5274332"/>
              <a:gd name="connsiteX9673" fmla="*/ 1476255 w 4641785"/>
              <a:gd name="connsiteY9673" fmla="*/ 1930666 h 5274332"/>
              <a:gd name="connsiteX9674" fmla="*/ 1478581 w 4641785"/>
              <a:gd name="connsiteY9674" fmla="*/ 1919969 h 5274332"/>
              <a:gd name="connsiteX9675" fmla="*/ 1616252 w 4641785"/>
              <a:gd name="connsiteY9675" fmla="*/ 1915783 h 5274332"/>
              <a:gd name="connsiteX9676" fmla="*/ 1619508 w 4641785"/>
              <a:gd name="connsiteY9676" fmla="*/ 1923689 h 5274332"/>
              <a:gd name="connsiteX9677" fmla="*/ 1619508 w 4641785"/>
              <a:gd name="connsiteY9677" fmla="*/ 1923689 h 5274332"/>
              <a:gd name="connsiteX9678" fmla="*/ 1616253 w 4641785"/>
              <a:gd name="connsiteY9678" fmla="*/ 1915783 h 5274332"/>
              <a:gd name="connsiteX9679" fmla="*/ 2544610 w 4641785"/>
              <a:gd name="connsiteY9679" fmla="*/ 1915782 h 5274332"/>
              <a:gd name="connsiteX9680" fmla="*/ 2539494 w 4641785"/>
              <a:gd name="connsiteY9680" fmla="*/ 1919038 h 5274332"/>
              <a:gd name="connsiteX9681" fmla="*/ 2539494 w 4641785"/>
              <a:gd name="connsiteY9681" fmla="*/ 1920433 h 5274332"/>
              <a:gd name="connsiteX9682" fmla="*/ 2538564 w 4641785"/>
              <a:gd name="connsiteY9682" fmla="*/ 1922294 h 5274332"/>
              <a:gd name="connsiteX9683" fmla="*/ 2535308 w 4641785"/>
              <a:gd name="connsiteY9683" fmla="*/ 1921364 h 5274332"/>
              <a:gd name="connsiteX9684" fmla="*/ 2532518 w 4641785"/>
              <a:gd name="connsiteY9684" fmla="*/ 1918574 h 5274332"/>
              <a:gd name="connsiteX9685" fmla="*/ 2532518 w 4641785"/>
              <a:gd name="connsiteY9685" fmla="*/ 1918574 h 5274332"/>
              <a:gd name="connsiteX9686" fmla="*/ 2535308 w 4641785"/>
              <a:gd name="connsiteY9686" fmla="*/ 1921364 h 5274332"/>
              <a:gd name="connsiteX9687" fmla="*/ 2538564 w 4641785"/>
              <a:gd name="connsiteY9687" fmla="*/ 1922294 h 5274332"/>
              <a:gd name="connsiteX9688" fmla="*/ 2539495 w 4641785"/>
              <a:gd name="connsiteY9688" fmla="*/ 1920434 h 5274332"/>
              <a:gd name="connsiteX9689" fmla="*/ 2539495 w 4641785"/>
              <a:gd name="connsiteY9689" fmla="*/ 1919039 h 5274332"/>
              <a:gd name="connsiteX9690" fmla="*/ 2544610 w 4641785"/>
              <a:gd name="connsiteY9690" fmla="*/ 1915783 h 5274332"/>
              <a:gd name="connsiteX9691" fmla="*/ 2546936 w 4641785"/>
              <a:gd name="connsiteY9691" fmla="*/ 1915783 h 5274332"/>
              <a:gd name="connsiteX9692" fmla="*/ 2548797 w 4641785"/>
              <a:gd name="connsiteY9692" fmla="*/ 1917179 h 5274332"/>
              <a:gd name="connsiteX9693" fmla="*/ 2550657 w 4641785"/>
              <a:gd name="connsiteY9693" fmla="*/ 1918108 h 5274332"/>
              <a:gd name="connsiteX9694" fmla="*/ 2550657 w 4641785"/>
              <a:gd name="connsiteY9694" fmla="*/ 1918108 h 5274332"/>
              <a:gd name="connsiteX9695" fmla="*/ 2548796 w 4641785"/>
              <a:gd name="connsiteY9695" fmla="*/ 1917178 h 5274332"/>
              <a:gd name="connsiteX9696" fmla="*/ 2546935 w 4641785"/>
              <a:gd name="connsiteY9696" fmla="*/ 1915782 h 5274332"/>
              <a:gd name="connsiteX9697" fmla="*/ 1471139 w 4641785"/>
              <a:gd name="connsiteY9697" fmla="*/ 1915317 h 5274332"/>
              <a:gd name="connsiteX9698" fmla="*/ 1466953 w 4641785"/>
              <a:gd name="connsiteY9698" fmla="*/ 1916712 h 5274332"/>
              <a:gd name="connsiteX9699" fmla="*/ 1466953 w 4641785"/>
              <a:gd name="connsiteY9699" fmla="*/ 1916713 h 5274332"/>
              <a:gd name="connsiteX9700" fmla="*/ 1471138 w 4641785"/>
              <a:gd name="connsiteY9700" fmla="*/ 1915318 h 5274332"/>
              <a:gd name="connsiteX9701" fmla="*/ 2532052 w 4641785"/>
              <a:gd name="connsiteY9701" fmla="*/ 1913457 h 5274332"/>
              <a:gd name="connsiteX9702" fmla="*/ 2532053 w 4641785"/>
              <a:gd name="connsiteY9702" fmla="*/ 1913457 h 5274332"/>
              <a:gd name="connsiteX9703" fmla="*/ 2533913 w 4641785"/>
              <a:gd name="connsiteY9703" fmla="*/ 1913457 h 5274332"/>
              <a:gd name="connsiteX9704" fmla="*/ 2533913 w 4641785"/>
              <a:gd name="connsiteY9704" fmla="*/ 1913457 h 5274332"/>
              <a:gd name="connsiteX9705" fmla="*/ 2520890 w 4641785"/>
              <a:gd name="connsiteY9705" fmla="*/ 1912527 h 5274332"/>
              <a:gd name="connsiteX9706" fmla="*/ 2520890 w 4641785"/>
              <a:gd name="connsiteY9706" fmla="*/ 1912527 h 5274332"/>
              <a:gd name="connsiteX9707" fmla="*/ 2523681 w 4641785"/>
              <a:gd name="connsiteY9707" fmla="*/ 1914388 h 5274332"/>
              <a:gd name="connsiteX9708" fmla="*/ 2525541 w 4641785"/>
              <a:gd name="connsiteY9708" fmla="*/ 1913923 h 5274332"/>
              <a:gd name="connsiteX9709" fmla="*/ 2525540 w 4641785"/>
              <a:gd name="connsiteY9709" fmla="*/ 1913922 h 5274332"/>
              <a:gd name="connsiteX9710" fmla="*/ 2523680 w 4641785"/>
              <a:gd name="connsiteY9710" fmla="*/ 1914387 h 5274332"/>
              <a:gd name="connsiteX9711" fmla="*/ 2531122 w 4641785"/>
              <a:gd name="connsiteY9711" fmla="*/ 1912062 h 5274332"/>
              <a:gd name="connsiteX9712" fmla="*/ 2527401 w 4641785"/>
              <a:gd name="connsiteY9712" fmla="*/ 1912991 h 5274332"/>
              <a:gd name="connsiteX9713" fmla="*/ 2526006 w 4641785"/>
              <a:gd name="connsiteY9713" fmla="*/ 1914387 h 5274332"/>
              <a:gd name="connsiteX9714" fmla="*/ 2525602 w 4641785"/>
              <a:gd name="connsiteY9714" fmla="*/ 1913984 h 5274332"/>
              <a:gd name="connsiteX9715" fmla="*/ 2526006 w 4641785"/>
              <a:gd name="connsiteY9715" fmla="*/ 1914388 h 5274332"/>
              <a:gd name="connsiteX9716" fmla="*/ 2527402 w 4641785"/>
              <a:gd name="connsiteY9716" fmla="*/ 1912992 h 5274332"/>
              <a:gd name="connsiteX9717" fmla="*/ 2531122 w 4641785"/>
              <a:gd name="connsiteY9717" fmla="*/ 1912062 h 5274332"/>
              <a:gd name="connsiteX9718" fmla="*/ 2531728 w 4641785"/>
              <a:gd name="connsiteY9718" fmla="*/ 1912970 h 5274332"/>
              <a:gd name="connsiteX9719" fmla="*/ 1598114 w 4641785"/>
              <a:gd name="connsiteY9719" fmla="*/ 1910666 h 5274332"/>
              <a:gd name="connsiteX9720" fmla="*/ 1594393 w 4641785"/>
              <a:gd name="connsiteY9720" fmla="*/ 1913922 h 5274332"/>
              <a:gd name="connsiteX9721" fmla="*/ 1591137 w 4641785"/>
              <a:gd name="connsiteY9721" fmla="*/ 1914852 h 5274332"/>
              <a:gd name="connsiteX9722" fmla="*/ 1591137 w 4641785"/>
              <a:gd name="connsiteY9722" fmla="*/ 1914853 h 5274332"/>
              <a:gd name="connsiteX9723" fmla="*/ 1594392 w 4641785"/>
              <a:gd name="connsiteY9723" fmla="*/ 1913923 h 5274332"/>
              <a:gd name="connsiteX9724" fmla="*/ 1598114 w 4641785"/>
              <a:gd name="connsiteY9724" fmla="*/ 1910667 h 5274332"/>
              <a:gd name="connsiteX9725" fmla="*/ 2518336 w 4641785"/>
              <a:gd name="connsiteY9725" fmla="*/ 1909280 h 5274332"/>
              <a:gd name="connsiteX9726" fmla="*/ 2518564 w 4641785"/>
              <a:gd name="connsiteY9726" fmla="*/ 1909737 h 5274332"/>
              <a:gd name="connsiteX9727" fmla="*/ 2519494 w 4641785"/>
              <a:gd name="connsiteY9727" fmla="*/ 1910201 h 5274332"/>
              <a:gd name="connsiteX9728" fmla="*/ 2519494 w 4641785"/>
              <a:gd name="connsiteY9728" fmla="*/ 1910201 h 5274332"/>
              <a:gd name="connsiteX9729" fmla="*/ 2518564 w 4641785"/>
              <a:gd name="connsiteY9729" fmla="*/ 1909736 h 5274332"/>
              <a:gd name="connsiteX9730" fmla="*/ 1565090 w 4641785"/>
              <a:gd name="connsiteY9730" fmla="*/ 1907876 h 5274332"/>
              <a:gd name="connsiteX9731" fmla="*/ 1565556 w 4641785"/>
              <a:gd name="connsiteY9731" fmla="*/ 1913457 h 5274332"/>
              <a:gd name="connsiteX9732" fmla="*/ 1565556 w 4641785"/>
              <a:gd name="connsiteY9732" fmla="*/ 1913456 h 5274332"/>
              <a:gd name="connsiteX9733" fmla="*/ 1565091 w 4641785"/>
              <a:gd name="connsiteY9733" fmla="*/ 1907876 h 5274332"/>
              <a:gd name="connsiteX9734" fmla="*/ 4295745 w 4641785"/>
              <a:gd name="connsiteY9734" fmla="*/ 1906946 h 5274332"/>
              <a:gd name="connsiteX9735" fmla="*/ 4295280 w 4641785"/>
              <a:gd name="connsiteY9735" fmla="*/ 1912992 h 5274332"/>
              <a:gd name="connsiteX9736" fmla="*/ 4292490 w 4641785"/>
              <a:gd name="connsiteY9736" fmla="*/ 1912992 h 5274332"/>
              <a:gd name="connsiteX9737" fmla="*/ 4287838 w 4641785"/>
              <a:gd name="connsiteY9737" fmla="*/ 1916713 h 5274332"/>
              <a:gd name="connsiteX9738" fmla="*/ 4287838 w 4641785"/>
              <a:gd name="connsiteY9738" fmla="*/ 1916713 h 5274332"/>
              <a:gd name="connsiteX9739" fmla="*/ 4292489 w 4641785"/>
              <a:gd name="connsiteY9739" fmla="*/ 1912993 h 5274332"/>
              <a:gd name="connsiteX9740" fmla="*/ 4295280 w 4641785"/>
              <a:gd name="connsiteY9740" fmla="*/ 1912993 h 5274332"/>
              <a:gd name="connsiteX9741" fmla="*/ 1514859 w 4641785"/>
              <a:gd name="connsiteY9741" fmla="*/ 1906481 h 5274332"/>
              <a:gd name="connsiteX9742" fmla="*/ 1512533 w 4641785"/>
              <a:gd name="connsiteY9742" fmla="*/ 1910202 h 5274332"/>
              <a:gd name="connsiteX9743" fmla="*/ 1513464 w 4641785"/>
              <a:gd name="connsiteY9743" fmla="*/ 1913922 h 5274332"/>
              <a:gd name="connsiteX9744" fmla="*/ 1513464 w 4641785"/>
              <a:gd name="connsiteY9744" fmla="*/ 1913922 h 5274332"/>
              <a:gd name="connsiteX9745" fmla="*/ 1512534 w 4641785"/>
              <a:gd name="connsiteY9745" fmla="*/ 1910200 h 5274332"/>
              <a:gd name="connsiteX9746" fmla="*/ 1514859 w 4641785"/>
              <a:gd name="connsiteY9746" fmla="*/ 1906481 h 5274332"/>
              <a:gd name="connsiteX9747" fmla="*/ 3830172 w 4641785"/>
              <a:gd name="connsiteY9747" fmla="*/ 1906481 h 5274332"/>
              <a:gd name="connsiteX9748" fmla="*/ 3830171 w 4641785"/>
              <a:gd name="connsiteY9748" fmla="*/ 1906481 h 5274332"/>
              <a:gd name="connsiteX9749" fmla="*/ 3830636 w 4641785"/>
              <a:gd name="connsiteY9749" fmla="*/ 1908806 h 5274332"/>
              <a:gd name="connsiteX9750" fmla="*/ 3830636 w 4641785"/>
              <a:gd name="connsiteY9750" fmla="*/ 1908806 h 5274332"/>
              <a:gd name="connsiteX9751" fmla="*/ 2515309 w 4641785"/>
              <a:gd name="connsiteY9751" fmla="*/ 1903225 h 5274332"/>
              <a:gd name="connsiteX9752" fmla="*/ 2515308 w 4641785"/>
              <a:gd name="connsiteY9752" fmla="*/ 1903225 h 5274332"/>
              <a:gd name="connsiteX9753" fmla="*/ 2516239 w 4641785"/>
              <a:gd name="connsiteY9753" fmla="*/ 1903691 h 5274332"/>
              <a:gd name="connsiteX9754" fmla="*/ 2518564 w 4641785"/>
              <a:gd name="connsiteY9754" fmla="*/ 1905086 h 5274332"/>
              <a:gd name="connsiteX9755" fmla="*/ 2519125 w 4641785"/>
              <a:gd name="connsiteY9755" fmla="*/ 1906767 h 5274332"/>
              <a:gd name="connsiteX9756" fmla="*/ 2518564 w 4641785"/>
              <a:gd name="connsiteY9756" fmla="*/ 1905084 h 5274332"/>
              <a:gd name="connsiteX9757" fmla="*/ 2516238 w 4641785"/>
              <a:gd name="connsiteY9757" fmla="*/ 1903689 h 5274332"/>
              <a:gd name="connsiteX9758" fmla="*/ 1576718 w 4641785"/>
              <a:gd name="connsiteY9758" fmla="*/ 1900899 h 5274332"/>
              <a:gd name="connsiteX9759" fmla="*/ 1576253 w 4641785"/>
              <a:gd name="connsiteY9759" fmla="*/ 1905550 h 5274332"/>
              <a:gd name="connsiteX9760" fmla="*/ 1575588 w 4641785"/>
              <a:gd name="connsiteY9760" fmla="*/ 1907104 h 5274332"/>
              <a:gd name="connsiteX9761" fmla="*/ 1574859 w 4641785"/>
              <a:gd name="connsiteY9761" fmla="*/ 1908805 h 5274332"/>
              <a:gd name="connsiteX9762" fmla="*/ 1574859 w 4641785"/>
              <a:gd name="connsiteY9762" fmla="*/ 1908806 h 5274332"/>
              <a:gd name="connsiteX9763" fmla="*/ 1575588 w 4641785"/>
              <a:gd name="connsiteY9763" fmla="*/ 1907104 h 5274332"/>
              <a:gd name="connsiteX9764" fmla="*/ 1576254 w 4641785"/>
              <a:gd name="connsiteY9764" fmla="*/ 1905549 h 5274332"/>
              <a:gd name="connsiteX9765" fmla="*/ 1576718 w 4641785"/>
              <a:gd name="connsiteY9765" fmla="*/ 1900899 h 5274332"/>
              <a:gd name="connsiteX9766" fmla="*/ 4292953 w 4641785"/>
              <a:gd name="connsiteY9766" fmla="*/ 1898109 h 5274332"/>
              <a:gd name="connsiteX9767" fmla="*/ 4291559 w 4641785"/>
              <a:gd name="connsiteY9767" fmla="*/ 1899504 h 5274332"/>
              <a:gd name="connsiteX9768" fmla="*/ 4291559 w 4641785"/>
              <a:gd name="connsiteY9768" fmla="*/ 1899505 h 5274332"/>
              <a:gd name="connsiteX9769" fmla="*/ 4292954 w 4641785"/>
              <a:gd name="connsiteY9769" fmla="*/ 1898110 h 5274332"/>
              <a:gd name="connsiteX9770" fmla="*/ 2517170 w 4641785"/>
              <a:gd name="connsiteY9770" fmla="*/ 1895783 h 5274332"/>
              <a:gd name="connsiteX9771" fmla="*/ 2517169 w 4641785"/>
              <a:gd name="connsiteY9771" fmla="*/ 1895784 h 5274332"/>
              <a:gd name="connsiteX9772" fmla="*/ 2518564 w 4641785"/>
              <a:gd name="connsiteY9772" fmla="*/ 1896249 h 5274332"/>
              <a:gd name="connsiteX9773" fmla="*/ 2518564 w 4641785"/>
              <a:gd name="connsiteY9773" fmla="*/ 1896248 h 5274332"/>
              <a:gd name="connsiteX9774" fmla="*/ 1512999 w 4641785"/>
              <a:gd name="connsiteY9774" fmla="*/ 1894387 h 5274332"/>
              <a:gd name="connsiteX9775" fmla="*/ 1509743 w 4641785"/>
              <a:gd name="connsiteY9775" fmla="*/ 1896713 h 5274332"/>
              <a:gd name="connsiteX9776" fmla="*/ 1506022 w 4641785"/>
              <a:gd name="connsiteY9776" fmla="*/ 1896713 h 5274332"/>
              <a:gd name="connsiteX9777" fmla="*/ 1501836 w 4641785"/>
              <a:gd name="connsiteY9777" fmla="*/ 1898573 h 5274332"/>
              <a:gd name="connsiteX9778" fmla="*/ 1491604 w 4641785"/>
              <a:gd name="connsiteY9778" fmla="*/ 1905085 h 5274332"/>
              <a:gd name="connsiteX9779" fmla="*/ 1481836 w 4641785"/>
              <a:gd name="connsiteY9779" fmla="*/ 1907875 h 5274332"/>
              <a:gd name="connsiteX9780" fmla="*/ 1476255 w 4641785"/>
              <a:gd name="connsiteY9780" fmla="*/ 1910200 h 5274332"/>
              <a:gd name="connsiteX9781" fmla="*/ 1472070 w 4641785"/>
              <a:gd name="connsiteY9781" fmla="*/ 1912526 h 5274332"/>
              <a:gd name="connsiteX9782" fmla="*/ 1472070 w 4641785"/>
              <a:gd name="connsiteY9782" fmla="*/ 1912527 h 5274332"/>
              <a:gd name="connsiteX9783" fmla="*/ 1476255 w 4641785"/>
              <a:gd name="connsiteY9783" fmla="*/ 1910202 h 5274332"/>
              <a:gd name="connsiteX9784" fmla="*/ 1481836 w 4641785"/>
              <a:gd name="connsiteY9784" fmla="*/ 1907876 h 5274332"/>
              <a:gd name="connsiteX9785" fmla="*/ 1491603 w 4641785"/>
              <a:gd name="connsiteY9785" fmla="*/ 1905086 h 5274332"/>
              <a:gd name="connsiteX9786" fmla="*/ 1501835 w 4641785"/>
              <a:gd name="connsiteY9786" fmla="*/ 1898574 h 5274332"/>
              <a:gd name="connsiteX9787" fmla="*/ 1506021 w 4641785"/>
              <a:gd name="connsiteY9787" fmla="*/ 1896714 h 5274332"/>
              <a:gd name="connsiteX9788" fmla="*/ 1509742 w 4641785"/>
              <a:gd name="connsiteY9788" fmla="*/ 1896714 h 5274332"/>
              <a:gd name="connsiteX9789" fmla="*/ 1512998 w 4641785"/>
              <a:gd name="connsiteY9789" fmla="*/ 1894388 h 5274332"/>
              <a:gd name="connsiteX9790" fmla="*/ 1516720 w 4641785"/>
              <a:gd name="connsiteY9790" fmla="*/ 1894853 h 5274332"/>
              <a:gd name="connsiteX9791" fmla="*/ 1516720 w 4641785"/>
              <a:gd name="connsiteY9791" fmla="*/ 1894852 h 5274332"/>
              <a:gd name="connsiteX9792" fmla="*/ 2519111 w 4641785"/>
              <a:gd name="connsiteY9792" fmla="*/ 1893749 h 5274332"/>
              <a:gd name="connsiteX9793" fmla="*/ 2519494 w 4641785"/>
              <a:gd name="connsiteY9793" fmla="*/ 1894387 h 5274332"/>
              <a:gd name="connsiteX9794" fmla="*/ 2519494 w 4641785"/>
              <a:gd name="connsiteY9794" fmla="*/ 1894387 h 5274332"/>
              <a:gd name="connsiteX9795" fmla="*/ 4290629 w 4641785"/>
              <a:gd name="connsiteY9795" fmla="*/ 1891597 h 5274332"/>
              <a:gd name="connsiteX9796" fmla="*/ 4289698 w 4641785"/>
              <a:gd name="connsiteY9796" fmla="*/ 1894387 h 5274332"/>
              <a:gd name="connsiteX9797" fmla="*/ 4289699 w 4641785"/>
              <a:gd name="connsiteY9797" fmla="*/ 1894388 h 5274332"/>
              <a:gd name="connsiteX9798" fmla="*/ 4290629 w 4641785"/>
              <a:gd name="connsiteY9798" fmla="*/ 1891598 h 5274332"/>
              <a:gd name="connsiteX9799" fmla="*/ 4055284 w 4641785"/>
              <a:gd name="connsiteY9799" fmla="*/ 1889272 h 5274332"/>
              <a:gd name="connsiteX9800" fmla="*/ 4055283 w 4641785"/>
              <a:gd name="connsiteY9800" fmla="*/ 1889272 h 5274332"/>
              <a:gd name="connsiteX9801" fmla="*/ 4048308 w 4641785"/>
              <a:gd name="connsiteY9801" fmla="*/ 1898109 h 5274332"/>
              <a:gd name="connsiteX9802" fmla="*/ 2517169 w 4641785"/>
              <a:gd name="connsiteY9802" fmla="*/ 1889271 h 5274332"/>
              <a:gd name="connsiteX9803" fmla="*/ 2517169 w 4641785"/>
              <a:gd name="connsiteY9803" fmla="*/ 1889272 h 5274332"/>
              <a:gd name="connsiteX9804" fmla="*/ 2517327 w 4641785"/>
              <a:gd name="connsiteY9804" fmla="*/ 1889746 h 5274332"/>
              <a:gd name="connsiteX9805" fmla="*/ 1514394 w 4641785"/>
              <a:gd name="connsiteY9805" fmla="*/ 1888342 h 5274332"/>
              <a:gd name="connsiteX9806" fmla="*/ 1514394 w 4641785"/>
              <a:gd name="connsiteY9806" fmla="*/ 1888342 h 5274332"/>
              <a:gd name="connsiteX9807" fmla="*/ 1514394 w 4641785"/>
              <a:gd name="connsiteY9807" fmla="*/ 1892992 h 5274332"/>
              <a:gd name="connsiteX9808" fmla="*/ 1514394 w 4641785"/>
              <a:gd name="connsiteY9808" fmla="*/ 1892992 h 5274332"/>
              <a:gd name="connsiteX9809" fmla="*/ 3886914 w 4641785"/>
              <a:gd name="connsiteY9809" fmla="*/ 1886016 h 5274332"/>
              <a:gd name="connsiteX9810" fmla="*/ 3884588 w 4641785"/>
              <a:gd name="connsiteY9810" fmla="*/ 1891133 h 5274332"/>
              <a:gd name="connsiteX9811" fmla="*/ 3884588 w 4641785"/>
              <a:gd name="connsiteY9811" fmla="*/ 1894853 h 5274332"/>
              <a:gd name="connsiteX9812" fmla="*/ 3884589 w 4641785"/>
              <a:gd name="connsiteY9812" fmla="*/ 1894853 h 5274332"/>
              <a:gd name="connsiteX9813" fmla="*/ 3884589 w 4641785"/>
              <a:gd name="connsiteY9813" fmla="*/ 1891132 h 5274332"/>
              <a:gd name="connsiteX9814" fmla="*/ 3886914 w 4641785"/>
              <a:gd name="connsiteY9814" fmla="*/ 1886016 h 5274332"/>
              <a:gd name="connsiteX9815" fmla="*/ 4302721 w 4641785"/>
              <a:gd name="connsiteY9815" fmla="*/ 1884156 h 5274332"/>
              <a:gd name="connsiteX9816" fmla="*/ 4298071 w 4641785"/>
              <a:gd name="connsiteY9816" fmla="*/ 1887410 h 5274332"/>
              <a:gd name="connsiteX9817" fmla="*/ 4296676 w 4641785"/>
              <a:gd name="connsiteY9817" fmla="*/ 1885085 h 5274332"/>
              <a:gd name="connsiteX9818" fmla="*/ 4292490 w 4641785"/>
              <a:gd name="connsiteY9818" fmla="*/ 1886946 h 5274332"/>
              <a:gd name="connsiteX9819" fmla="*/ 4289699 w 4641785"/>
              <a:gd name="connsiteY9819" fmla="*/ 1885085 h 5274332"/>
              <a:gd name="connsiteX9820" fmla="*/ 4289698 w 4641785"/>
              <a:gd name="connsiteY9820" fmla="*/ 1885086 h 5274332"/>
              <a:gd name="connsiteX9821" fmla="*/ 4290473 w 4641785"/>
              <a:gd name="connsiteY9821" fmla="*/ 1890507 h 5274332"/>
              <a:gd name="connsiteX9822" fmla="*/ 4289699 w 4641785"/>
              <a:gd name="connsiteY9822" fmla="*/ 1885086 h 5274332"/>
              <a:gd name="connsiteX9823" fmla="*/ 4292489 w 4641785"/>
              <a:gd name="connsiteY9823" fmla="*/ 1886947 h 5274332"/>
              <a:gd name="connsiteX9824" fmla="*/ 4296675 w 4641785"/>
              <a:gd name="connsiteY9824" fmla="*/ 1885086 h 5274332"/>
              <a:gd name="connsiteX9825" fmla="*/ 4298070 w 4641785"/>
              <a:gd name="connsiteY9825" fmla="*/ 1887411 h 5274332"/>
              <a:gd name="connsiteX9826" fmla="*/ 4302721 w 4641785"/>
              <a:gd name="connsiteY9826" fmla="*/ 1884156 h 5274332"/>
              <a:gd name="connsiteX9827" fmla="*/ 1506021 w 4641785"/>
              <a:gd name="connsiteY9827" fmla="*/ 1884155 h 5274332"/>
              <a:gd name="connsiteX9828" fmla="*/ 1504162 w 4641785"/>
              <a:gd name="connsiteY9828" fmla="*/ 1888806 h 5274332"/>
              <a:gd name="connsiteX9829" fmla="*/ 1506021 w 4641785"/>
              <a:gd name="connsiteY9829" fmla="*/ 1884156 h 5274332"/>
              <a:gd name="connsiteX9830" fmla="*/ 2510193 w 4641785"/>
              <a:gd name="connsiteY9830" fmla="*/ 1880435 h 5274332"/>
              <a:gd name="connsiteX9831" fmla="*/ 2510193 w 4641785"/>
              <a:gd name="connsiteY9831" fmla="*/ 1880435 h 5274332"/>
              <a:gd name="connsiteX9832" fmla="*/ 2515308 w 4641785"/>
              <a:gd name="connsiteY9832" fmla="*/ 1885086 h 5274332"/>
              <a:gd name="connsiteX9833" fmla="*/ 2517169 w 4641785"/>
              <a:gd name="connsiteY9833" fmla="*/ 1884621 h 5274332"/>
              <a:gd name="connsiteX9834" fmla="*/ 2517169 w 4641785"/>
              <a:gd name="connsiteY9834" fmla="*/ 1884620 h 5274332"/>
              <a:gd name="connsiteX9835" fmla="*/ 2515308 w 4641785"/>
              <a:gd name="connsiteY9835" fmla="*/ 1885085 h 5274332"/>
              <a:gd name="connsiteX9836" fmla="*/ 2501820 w 4641785"/>
              <a:gd name="connsiteY9836" fmla="*/ 1874388 h 5274332"/>
              <a:gd name="connsiteX9837" fmla="*/ 2501820 w 4641785"/>
              <a:gd name="connsiteY9837" fmla="*/ 1874389 h 5274332"/>
              <a:gd name="connsiteX9838" fmla="*/ 2501920 w 4641785"/>
              <a:gd name="connsiteY9838" fmla="*/ 1874887 h 5274332"/>
              <a:gd name="connsiteX9839" fmla="*/ 2512518 w 4641785"/>
              <a:gd name="connsiteY9839" fmla="*/ 1874387 h 5274332"/>
              <a:gd name="connsiteX9840" fmla="*/ 2507867 w 4641785"/>
              <a:gd name="connsiteY9840" fmla="*/ 1876248 h 5274332"/>
              <a:gd name="connsiteX9841" fmla="*/ 2503216 w 4641785"/>
              <a:gd name="connsiteY9841" fmla="*/ 1877643 h 5274332"/>
              <a:gd name="connsiteX9842" fmla="*/ 2502439 w 4641785"/>
              <a:gd name="connsiteY9842" fmla="*/ 1876868 h 5274332"/>
              <a:gd name="connsiteX9843" fmla="*/ 2503216 w 4641785"/>
              <a:gd name="connsiteY9843" fmla="*/ 1877645 h 5274332"/>
              <a:gd name="connsiteX9844" fmla="*/ 2507867 w 4641785"/>
              <a:gd name="connsiteY9844" fmla="*/ 1876248 h 5274332"/>
              <a:gd name="connsiteX9845" fmla="*/ 2512518 w 4641785"/>
              <a:gd name="connsiteY9845" fmla="*/ 1874389 h 5274332"/>
              <a:gd name="connsiteX9846" fmla="*/ 2513913 w 4641785"/>
              <a:gd name="connsiteY9846" fmla="*/ 1874853 h 5274332"/>
              <a:gd name="connsiteX9847" fmla="*/ 2514244 w 4641785"/>
              <a:gd name="connsiteY9847" fmla="*/ 1875847 h 5274332"/>
              <a:gd name="connsiteX9848" fmla="*/ 2513913 w 4641785"/>
              <a:gd name="connsiteY9848" fmla="*/ 1874853 h 5274332"/>
              <a:gd name="connsiteX9849" fmla="*/ 3198087 w 4641785"/>
              <a:gd name="connsiteY9849" fmla="*/ 1873923 h 5274332"/>
              <a:gd name="connsiteX9850" fmla="*/ 3198087 w 4641785"/>
              <a:gd name="connsiteY9850" fmla="*/ 1873923 h 5274332"/>
              <a:gd name="connsiteX9851" fmla="*/ 3201808 w 4641785"/>
              <a:gd name="connsiteY9851" fmla="*/ 1873923 h 5274332"/>
              <a:gd name="connsiteX9852" fmla="*/ 3201808 w 4641785"/>
              <a:gd name="connsiteY9852" fmla="*/ 1873923 h 5274332"/>
              <a:gd name="connsiteX9853" fmla="*/ 3221962 w 4641785"/>
              <a:gd name="connsiteY9853" fmla="*/ 1872094 h 5274332"/>
              <a:gd name="connsiteX9854" fmla="*/ 3220878 w 4641785"/>
              <a:gd name="connsiteY9854" fmla="*/ 1872527 h 5274332"/>
              <a:gd name="connsiteX9855" fmla="*/ 3220320 w 4641785"/>
              <a:gd name="connsiteY9855" fmla="*/ 1873783 h 5274332"/>
              <a:gd name="connsiteX9856" fmla="*/ 3220878 w 4641785"/>
              <a:gd name="connsiteY9856" fmla="*/ 1872528 h 5274332"/>
              <a:gd name="connsiteX9857" fmla="*/ 4323187 w 4641785"/>
              <a:gd name="connsiteY9857" fmla="*/ 1871597 h 5274332"/>
              <a:gd name="connsiteX9858" fmla="*/ 4317141 w 4641785"/>
              <a:gd name="connsiteY9858" fmla="*/ 1872527 h 5274332"/>
              <a:gd name="connsiteX9859" fmla="*/ 4310337 w 4641785"/>
              <a:gd name="connsiteY9859" fmla="*/ 1876950 h 5274332"/>
              <a:gd name="connsiteX9860" fmla="*/ 4307838 w 4641785"/>
              <a:gd name="connsiteY9860" fmla="*/ 1878574 h 5274332"/>
              <a:gd name="connsiteX9861" fmla="*/ 4307839 w 4641785"/>
              <a:gd name="connsiteY9861" fmla="*/ 1878574 h 5274332"/>
              <a:gd name="connsiteX9862" fmla="*/ 4310337 w 4641785"/>
              <a:gd name="connsiteY9862" fmla="*/ 1876950 h 5274332"/>
              <a:gd name="connsiteX9863" fmla="*/ 4317140 w 4641785"/>
              <a:gd name="connsiteY9863" fmla="*/ 1872528 h 5274332"/>
              <a:gd name="connsiteX9864" fmla="*/ 4323186 w 4641785"/>
              <a:gd name="connsiteY9864" fmla="*/ 1871598 h 5274332"/>
              <a:gd name="connsiteX9865" fmla="*/ 1494394 w 4641785"/>
              <a:gd name="connsiteY9865" fmla="*/ 1869737 h 5274332"/>
              <a:gd name="connsiteX9866" fmla="*/ 1486022 w 4641785"/>
              <a:gd name="connsiteY9866" fmla="*/ 1872062 h 5274332"/>
              <a:gd name="connsiteX9867" fmla="*/ 1481836 w 4641785"/>
              <a:gd name="connsiteY9867" fmla="*/ 1877178 h 5274332"/>
              <a:gd name="connsiteX9868" fmla="*/ 1481836 w 4641785"/>
              <a:gd name="connsiteY9868" fmla="*/ 1877178 h 5274332"/>
              <a:gd name="connsiteX9869" fmla="*/ 1486022 w 4641785"/>
              <a:gd name="connsiteY9869" fmla="*/ 1872063 h 5274332"/>
              <a:gd name="connsiteX9870" fmla="*/ 1494394 w 4641785"/>
              <a:gd name="connsiteY9870" fmla="*/ 1869738 h 5274332"/>
              <a:gd name="connsiteX9871" fmla="*/ 3191111 w 4641785"/>
              <a:gd name="connsiteY9871" fmla="*/ 1869272 h 5274332"/>
              <a:gd name="connsiteX9872" fmla="*/ 3190723 w 4641785"/>
              <a:gd name="connsiteY9872" fmla="*/ 1869393 h 5274332"/>
              <a:gd name="connsiteX9873" fmla="*/ 3191110 w 4641785"/>
              <a:gd name="connsiteY9873" fmla="*/ 1869272 h 5274332"/>
              <a:gd name="connsiteX9874" fmla="*/ 3192175 w 4641785"/>
              <a:gd name="connsiteY9874" fmla="*/ 1869576 h 5274332"/>
              <a:gd name="connsiteX9875" fmla="*/ 4331558 w 4641785"/>
              <a:gd name="connsiteY9875" fmla="*/ 1868807 h 5274332"/>
              <a:gd name="connsiteX9876" fmla="*/ 4325512 w 4641785"/>
              <a:gd name="connsiteY9876" fmla="*/ 1869737 h 5274332"/>
              <a:gd name="connsiteX9877" fmla="*/ 4323888 w 4641785"/>
              <a:gd name="connsiteY9877" fmla="*/ 1871037 h 5274332"/>
              <a:gd name="connsiteX9878" fmla="*/ 4325511 w 4641785"/>
              <a:gd name="connsiteY9878" fmla="*/ 1869738 h 5274332"/>
              <a:gd name="connsiteX9879" fmla="*/ 4331558 w 4641785"/>
              <a:gd name="connsiteY9879" fmla="*/ 1868808 h 5274332"/>
              <a:gd name="connsiteX9880" fmla="*/ 3175297 w 4641785"/>
              <a:gd name="connsiteY9880" fmla="*/ 1868807 h 5274332"/>
              <a:gd name="connsiteX9881" fmla="*/ 3172041 w 4641785"/>
              <a:gd name="connsiteY9881" fmla="*/ 1872527 h 5274332"/>
              <a:gd name="connsiteX9882" fmla="*/ 3171465 w 4641785"/>
              <a:gd name="connsiteY9882" fmla="*/ 1872445 h 5274332"/>
              <a:gd name="connsiteX9883" fmla="*/ 3172041 w 4641785"/>
              <a:gd name="connsiteY9883" fmla="*/ 1872528 h 5274332"/>
              <a:gd name="connsiteX9884" fmla="*/ 4069237 w 4641785"/>
              <a:gd name="connsiteY9884" fmla="*/ 1868807 h 5274332"/>
              <a:gd name="connsiteX9885" fmla="*/ 4069237 w 4641785"/>
              <a:gd name="connsiteY9885" fmla="*/ 1868808 h 5274332"/>
              <a:gd name="connsiteX9886" fmla="*/ 4072027 w 4641785"/>
              <a:gd name="connsiteY9886" fmla="*/ 1871598 h 5274332"/>
              <a:gd name="connsiteX9887" fmla="*/ 4072493 w 4641785"/>
              <a:gd name="connsiteY9887" fmla="*/ 1875319 h 5274332"/>
              <a:gd name="connsiteX9888" fmla="*/ 4073888 w 4641785"/>
              <a:gd name="connsiteY9888" fmla="*/ 1879039 h 5274332"/>
              <a:gd name="connsiteX9889" fmla="*/ 4073889 w 4641785"/>
              <a:gd name="connsiteY9889" fmla="*/ 1879039 h 5274332"/>
              <a:gd name="connsiteX9890" fmla="*/ 4072493 w 4641785"/>
              <a:gd name="connsiteY9890" fmla="*/ 1875318 h 5274332"/>
              <a:gd name="connsiteX9891" fmla="*/ 4072028 w 4641785"/>
              <a:gd name="connsiteY9891" fmla="*/ 1871597 h 5274332"/>
              <a:gd name="connsiteX9892" fmla="*/ 1495790 w 4641785"/>
              <a:gd name="connsiteY9892" fmla="*/ 1865550 h 5274332"/>
              <a:gd name="connsiteX9893" fmla="*/ 1493929 w 4641785"/>
              <a:gd name="connsiteY9893" fmla="*/ 1867876 h 5274332"/>
              <a:gd name="connsiteX9894" fmla="*/ 1493929 w 4641785"/>
              <a:gd name="connsiteY9894" fmla="*/ 1867876 h 5274332"/>
              <a:gd name="connsiteX9895" fmla="*/ 1495789 w 4641785"/>
              <a:gd name="connsiteY9895" fmla="*/ 1865551 h 5274332"/>
              <a:gd name="connsiteX9896" fmla="*/ 1497185 w 4641785"/>
              <a:gd name="connsiteY9896" fmla="*/ 1861830 h 5274332"/>
              <a:gd name="connsiteX9897" fmla="*/ 1497184 w 4641785"/>
              <a:gd name="connsiteY9897" fmla="*/ 1861831 h 5274332"/>
              <a:gd name="connsiteX9898" fmla="*/ 1499975 w 4641785"/>
              <a:gd name="connsiteY9898" fmla="*/ 1862295 h 5274332"/>
              <a:gd name="connsiteX9899" fmla="*/ 1499976 w 4641785"/>
              <a:gd name="connsiteY9899" fmla="*/ 1862295 h 5274332"/>
              <a:gd name="connsiteX9900" fmla="*/ 3234633 w 4641785"/>
              <a:gd name="connsiteY9900" fmla="*/ 1859578 h 5274332"/>
              <a:gd name="connsiteX9901" fmla="*/ 3232971 w 4641785"/>
              <a:gd name="connsiteY9901" fmla="*/ 1859969 h 5274332"/>
              <a:gd name="connsiteX9902" fmla="*/ 3232970 w 4641785"/>
              <a:gd name="connsiteY9902" fmla="*/ 1859970 h 5274332"/>
              <a:gd name="connsiteX9903" fmla="*/ 1506487 w 4641785"/>
              <a:gd name="connsiteY9903" fmla="*/ 1857179 h 5274332"/>
              <a:gd name="connsiteX9904" fmla="*/ 1503697 w 4641785"/>
              <a:gd name="connsiteY9904" fmla="*/ 1861364 h 5274332"/>
              <a:gd name="connsiteX9905" fmla="*/ 1500198 w 4641785"/>
              <a:gd name="connsiteY9905" fmla="*/ 1862239 h 5274332"/>
              <a:gd name="connsiteX9906" fmla="*/ 1503696 w 4641785"/>
              <a:gd name="connsiteY9906" fmla="*/ 1861365 h 5274332"/>
              <a:gd name="connsiteX9907" fmla="*/ 3157378 w 4641785"/>
              <a:gd name="connsiteY9907" fmla="*/ 1855812 h 5274332"/>
              <a:gd name="connsiteX9908" fmla="*/ 3159018 w 4641785"/>
              <a:gd name="connsiteY9908" fmla="*/ 1857179 h 5274332"/>
              <a:gd name="connsiteX9909" fmla="*/ 3157623 w 4641785"/>
              <a:gd name="connsiteY9909" fmla="*/ 1859039 h 5274332"/>
              <a:gd name="connsiteX9910" fmla="*/ 3157623 w 4641785"/>
              <a:gd name="connsiteY9910" fmla="*/ 1859039 h 5274332"/>
              <a:gd name="connsiteX9911" fmla="*/ 3159018 w 4641785"/>
              <a:gd name="connsiteY9911" fmla="*/ 1857179 h 5274332"/>
              <a:gd name="connsiteX9912" fmla="*/ 2506862 w 4641785"/>
              <a:gd name="connsiteY9912" fmla="*/ 1855307 h 5274332"/>
              <a:gd name="connsiteX9913" fmla="*/ 2507867 w 4641785"/>
              <a:gd name="connsiteY9913" fmla="*/ 1856714 h 5274332"/>
              <a:gd name="connsiteX9914" fmla="*/ 2509261 w 4641785"/>
              <a:gd name="connsiteY9914" fmla="*/ 1860434 h 5274332"/>
              <a:gd name="connsiteX9915" fmla="*/ 2509262 w 4641785"/>
              <a:gd name="connsiteY9915" fmla="*/ 1860434 h 5274332"/>
              <a:gd name="connsiteX9916" fmla="*/ 2507867 w 4641785"/>
              <a:gd name="connsiteY9916" fmla="*/ 1856714 h 5274332"/>
              <a:gd name="connsiteX9917" fmla="*/ 4084121 w 4641785"/>
              <a:gd name="connsiteY9917" fmla="*/ 1849737 h 5274332"/>
              <a:gd name="connsiteX9918" fmla="*/ 4084120 w 4641785"/>
              <a:gd name="connsiteY9918" fmla="*/ 1849738 h 5274332"/>
              <a:gd name="connsiteX9919" fmla="*/ 4079004 w 4641785"/>
              <a:gd name="connsiteY9919" fmla="*/ 1857179 h 5274332"/>
              <a:gd name="connsiteX9920" fmla="*/ 4074354 w 4641785"/>
              <a:gd name="connsiteY9920" fmla="*/ 1861830 h 5274332"/>
              <a:gd name="connsiteX9921" fmla="*/ 4079005 w 4641785"/>
              <a:gd name="connsiteY9921" fmla="*/ 1857179 h 5274332"/>
              <a:gd name="connsiteX9922" fmla="*/ 2495773 w 4641785"/>
              <a:gd name="connsiteY9922" fmla="*/ 1847876 h 5274332"/>
              <a:gd name="connsiteX9923" fmla="*/ 2495774 w 4641785"/>
              <a:gd name="connsiteY9923" fmla="*/ 1847877 h 5274332"/>
              <a:gd name="connsiteX9924" fmla="*/ 2496705 w 4641785"/>
              <a:gd name="connsiteY9924" fmla="*/ 1848343 h 5274332"/>
              <a:gd name="connsiteX9925" fmla="*/ 2503216 w 4641785"/>
              <a:gd name="connsiteY9925" fmla="*/ 1850202 h 5274332"/>
              <a:gd name="connsiteX9926" fmla="*/ 2505217 w 4641785"/>
              <a:gd name="connsiteY9926" fmla="*/ 1851804 h 5274332"/>
              <a:gd name="connsiteX9927" fmla="*/ 2503216 w 4641785"/>
              <a:gd name="connsiteY9927" fmla="*/ 1850202 h 5274332"/>
              <a:gd name="connsiteX9928" fmla="*/ 2496704 w 4641785"/>
              <a:gd name="connsiteY9928" fmla="*/ 1848341 h 5274332"/>
              <a:gd name="connsiteX9929" fmla="*/ 4343652 w 4641785"/>
              <a:gd name="connsiteY9929" fmla="*/ 1844620 h 5274332"/>
              <a:gd name="connsiteX9930" fmla="*/ 4336210 w 4641785"/>
              <a:gd name="connsiteY9930" fmla="*/ 1848807 h 5274332"/>
              <a:gd name="connsiteX9931" fmla="*/ 4336210 w 4641785"/>
              <a:gd name="connsiteY9931" fmla="*/ 1848808 h 5274332"/>
              <a:gd name="connsiteX9932" fmla="*/ 4343651 w 4641785"/>
              <a:gd name="connsiteY9932" fmla="*/ 1844621 h 5274332"/>
              <a:gd name="connsiteX9933" fmla="*/ 4350162 w 4641785"/>
              <a:gd name="connsiteY9933" fmla="*/ 1847877 h 5274332"/>
              <a:gd name="connsiteX9934" fmla="*/ 4352488 w 4641785"/>
              <a:gd name="connsiteY9934" fmla="*/ 1852064 h 5274332"/>
              <a:gd name="connsiteX9935" fmla="*/ 4359930 w 4641785"/>
              <a:gd name="connsiteY9935" fmla="*/ 1850668 h 5274332"/>
              <a:gd name="connsiteX9936" fmla="*/ 4367371 w 4641785"/>
              <a:gd name="connsiteY9936" fmla="*/ 1846947 h 5274332"/>
              <a:gd name="connsiteX9937" fmla="*/ 4373883 w 4641785"/>
              <a:gd name="connsiteY9937" fmla="*/ 1846482 h 5274332"/>
              <a:gd name="connsiteX9938" fmla="*/ 4373883 w 4641785"/>
              <a:gd name="connsiteY9938" fmla="*/ 1846481 h 5274332"/>
              <a:gd name="connsiteX9939" fmla="*/ 4367372 w 4641785"/>
              <a:gd name="connsiteY9939" fmla="*/ 1846946 h 5274332"/>
              <a:gd name="connsiteX9940" fmla="*/ 4359931 w 4641785"/>
              <a:gd name="connsiteY9940" fmla="*/ 1850667 h 5274332"/>
              <a:gd name="connsiteX9941" fmla="*/ 4352488 w 4641785"/>
              <a:gd name="connsiteY9941" fmla="*/ 1852063 h 5274332"/>
              <a:gd name="connsiteX9942" fmla="*/ 4350163 w 4641785"/>
              <a:gd name="connsiteY9942" fmla="*/ 1847876 h 5274332"/>
              <a:gd name="connsiteX9943" fmla="*/ 4395279 w 4641785"/>
              <a:gd name="connsiteY9943" fmla="*/ 1840435 h 5274332"/>
              <a:gd name="connsiteX9944" fmla="*/ 4387372 w 4641785"/>
              <a:gd name="connsiteY9944" fmla="*/ 1842761 h 5274332"/>
              <a:gd name="connsiteX9945" fmla="*/ 4383186 w 4641785"/>
              <a:gd name="connsiteY9945" fmla="*/ 1843225 h 5274332"/>
              <a:gd name="connsiteX9946" fmla="*/ 4374814 w 4641785"/>
              <a:gd name="connsiteY9946" fmla="*/ 1845086 h 5274332"/>
              <a:gd name="connsiteX9947" fmla="*/ 4374813 w 4641785"/>
              <a:gd name="connsiteY9947" fmla="*/ 1845087 h 5274332"/>
              <a:gd name="connsiteX9948" fmla="*/ 4383185 w 4641785"/>
              <a:gd name="connsiteY9948" fmla="*/ 1843226 h 5274332"/>
              <a:gd name="connsiteX9949" fmla="*/ 4387371 w 4641785"/>
              <a:gd name="connsiteY9949" fmla="*/ 1842762 h 5274332"/>
              <a:gd name="connsiteX9950" fmla="*/ 4395278 w 4641785"/>
              <a:gd name="connsiteY9950" fmla="*/ 1840436 h 5274332"/>
              <a:gd name="connsiteX9951" fmla="*/ 4397139 w 4641785"/>
              <a:gd name="connsiteY9951" fmla="*/ 1845087 h 5274332"/>
              <a:gd name="connsiteX9952" fmla="*/ 4401324 w 4641785"/>
              <a:gd name="connsiteY9952" fmla="*/ 1845552 h 5274332"/>
              <a:gd name="connsiteX9953" fmla="*/ 4401324 w 4641785"/>
              <a:gd name="connsiteY9953" fmla="*/ 1845551 h 5274332"/>
              <a:gd name="connsiteX9954" fmla="*/ 4397140 w 4641785"/>
              <a:gd name="connsiteY9954" fmla="*/ 1845086 h 5274332"/>
              <a:gd name="connsiteX9955" fmla="*/ 1497184 w 4641785"/>
              <a:gd name="connsiteY9955" fmla="*/ 1836714 h 5274332"/>
              <a:gd name="connsiteX9956" fmla="*/ 1493465 w 4641785"/>
              <a:gd name="connsiteY9956" fmla="*/ 1839039 h 5274332"/>
              <a:gd name="connsiteX9957" fmla="*/ 1493465 w 4641785"/>
              <a:gd name="connsiteY9957" fmla="*/ 1839040 h 5274332"/>
              <a:gd name="connsiteX9958" fmla="*/ 1497184 w 4641785"/>
              <a:gd name="connsiteY9958" fmla="*/ 1836714 h 5274332"/>
              <a:gd name="connsiteX9959" fmla="*/ 4411557 w 4641785"/>
              <a:gd name="connsiteY9959" fmla="*/ 1836249 h 5274332"/>
              <a:gd name="connsiteX9960" fmla="*/ 4402721 w 4641785"/>
              <a:gd name="connsiteY9960" fmla="*/ 1840900 h 5274332"/>
              <a:gd name="connsiteX9961" fmla="*/ 4402721 w 4641785"/>
              <a:gd name="connsiteY9961" fmla="*/ 1840900 h 5274332"/>
              <a:gd name="connsiteX9962" fmla="*/ 4411557 w 4641785"/>
              <a:gd name="connsiteY9962" fmla="*/ 1836250 h 5274332"/>
              <a:gd name="connsiteX9963" fmla="*/ 2496704 w 4641785"/>
              <a:gd name="connsiteY9963" fmla="*/ 1833923 h 5274332"/>
              <a:gd name="connsiteX9964" fmla="*/ 2493913 w 4641785"/>
              <a:gd name="connsiteY9964" fmla="*/ 1834388 h 5274332"/>
              <a:gd name="connsiteX9965" fmla="*/ 2488332 w 4641785"/>
              <a:gd name="connsiteY9965" fmla="*/ 1837179 h 5274332"/>
              <a:gd name="connsiteX9966" fmla="*/ 2484613 w 4641785"/>
              <a:gd name="connsiteY9966" fmla="*/ 1834389 h 5274332"/>
              <a:gd name="connsiteX9967" fmla="*/ 2484612 w 4641785"/>
              <a:gd name="connsiteY9967" fmla="*/ 1834389 h 5274332"/>
              <a:gd name="connsiteX9968" fmla="*/ 2488332 w 4641785"/>
              <a:gd name="connsiteY9968" fmla="*/ 1837180 h 5274332"/>
              <a:gd name="connsiteX9969" fmla="*/ 2493914 w 4641785"/>
              <a:gd name="connsiteY9969" fmla="*/ 1834389 h 5274332"/>
              <a:gd name="connsiteX9970" fmla="*/ 2496704 w 4641785"/>
              <a:gd name="connsiteY9970" fmla="*/ 1833924 h 5274332"/>
              <a:gd name="connsiteX9971" fmla="*/ 4416673 w 4641785"/>
              <a:gd name="connsiteY9971" fmla="*/ 1830203 h 5274332"/>
              <a:gd name="connsiteX9972" fmla="*/ 4412953 w 4641785"/>
              <a:gd name="connsiteY9972" fmla="*/ 1832528 h 5274332"/>
              <a:gd name="connsiteX9973" fmla="*/ 4412953 w 4641785"/>
              <a:gd name="connsiteY9973" fmla="*/ 1832528 h 5274332"/>
              <a:gd name="connsiteX9974" fmla="*/ 4418053 w 4641785"/>
              <a:gd name="connsiteY9974" fmla="*/ 1827268 h 5274332"/>
              <a:gd name="connsiteX9975" fmla="*/ 4417139 w 4641785"/>
              <a:gd name="connsiteY9975" fmla="*/ 1827877 h 5274332"/>
              <a:gd name="connsiteX9976" fmla="*/ 4417139 w 4641785"/>
              <a:gd name="connsiteY9976" fmla="*/ 1827877 h 5274332"/>
              <a:gd name="connsiteX9977" fmla="*/ 4403651 w 4641785"/>
              <a:gd name="connsiteY9977" fmla="*/ 1814389 h 5274332"/>
              <a:gd name="connsiteX9978" fmla="*/ 4403650 w 4641785"/>
              <a:gd name="connsiteY9978" fmla="*/ 1814390 h 5274332"/>
              <a:gd name="connsiteX9979" fmla="*/ 4401791 w 4641785"/>
              <a:gd name="connsiteY9979" fmla="*/ 1819504 h 5274332"/>
              <a:gd name="connsiteX9980" fmla="*/ 4401791 w 4641785"/>
              <a:gd name="connsiteY9980" fmla="*/ 1819505 h 5274332"/>
              <a:gd name="connsiteX9981" fmla="*/ 4398069 w 4641785"/>
              <a:gd name="connsiteY9981" fmla="*/ 1808808 h 5274332"/>
              <a:gd name="connsiteX9982" fmla="*/ 4395279 w 4641785"/>
              <a:gd name="connsiteY9982" fmla="*/ 1810203 h 5274332"/>
              <a:gd name="connsiteX9983" fmla="*/ 4395279 w 4641785"/>
              <a:gd name="connsiteY9983" fmla="*/ 1810204 h 5274332"/>
              <a:gd name="connsiteX9984" fmla="*/ 4398069 w 4641785"/>
              <a:gd name="connsiteY9984" fmla="*/ 1808809 h 5274332"/>
              <a:gd name="connsiteX9985" fmla="*/ 4125051 w 4641785"/>
              <a:gd name="connsiteY9985" fmla="*/ 1807413 h 5274332"/>
              <a:gd name="connsiteX9986" fmla="*/ 4125050 w 4641785"/>
              <a:gd name="connsiteY9986" fmla="*/ 1807413 h 5274332"/>
              <a:gd name="connsiteX9987" fmla="*/ 4125515 w 4641785"/>
              <a:gd name="connsiteY9987" fmla="*/ 1809272 h 5274332"/>
              <a:gd name="connsiteX9988" fmla="*/ 4125515 w 4641785"/>
              <a:gd name="connsiteY9988" fmla="*/ 1809272 h 5274332"/>
              <a:gd name="connsiteX9989" fmla="*/ 4161328 w 4641785"/>
              <a:gd name="connsiteY9989" fmla="*/ 1787413 h 5274332"/>
              <a:gd name="connsiteX9990" fmla="*/ 4159267 w 4641785"/>
              <a:gd name="connsiteY9990" fmla="*/ 1788885 h 5274332"/>
              <a:gd name="connsiteX9991" fmla="*/ 4161329 w 4641785"/>
              <a:gd name="connsiteY9991" fmla="*/ 1787413 h 5274332"/>
              <a:gd name="connsiteX9992" fmla="*/ 1455324 w 4641785"/>
              <a:gd name="connsiteY9992" fmla="*/ 1786948 h 5274332"/>
              <a:gd name="connsiteX9993" fmla="*/ 1452070 w 4641785"/>
              <a:gd name="connsiteY9993" fmla="*/ 1790668 h 5274332"/>
              <a:gd name="connsiteX9994" fmla="*/ 1452070 w 4641785"/>
              <a:gd name="connsiteY9994" fmla="*/ 1790668 h 5274332"/>
              <a:gd name="connsiteX9995" fmla="*/ 1455324 w 4641785"/>
              <a:gd name="connsiteY9995" fmla="*/ 1786948 h 5274332"/>
              <a:gd name="connsiteX9996" fmla="*/ 4147375 w 4641785"/>
              <a:gd name="connsiteY9996" fmla="*/ 1784622 h 5274332"/>
              <a:gd name="connsiteX9997" fmla="*/ 4145515 w 4641785"/>
              <a:gd name="connsiteY9997" fmla="*/ 1786947 h 5274332"/>
              <a:gd name="connsiteX9998" fmla="*/ 4147375 w 4641785"/>
              <a:gd name="connsiteY9998" fmla="*/ 1784623 h 5274332"/>
              <a:gd name="connsiteX9999" fmla="*/ 4140864 w 4641785"/>
              <a:gd name="connsiteY9999" fmla="*/ 1781832 h 5274332"/>
              <a:gd name="connsiteX10000" fmla="*/ 4140399 w 4641785"/>
              <a:gd name="connsiteY10000" fmla="*/ 1783226 h 5274332"/>
              <a:gd name="connsiteX10001" fmla="*/ 4140399 w 4641785"/>
              <a:gd name="connsiteY10001" fmla="*/ 1783226 h 5274332"/>
              <a:gd name="connsiteX10002" fmla="*/ 4136534 w 4641785"/>
              <a:gd name="connsiteY10002" fmla="*/ 1780841 h 5274332"/>
              <a:gd name="connsiteX10003" fmla="*/ 4133887 w 4641785"/>
              <a:gd name="connsiteY10003" fmla="*/ 1784622 h 5274332"/>
              <a:gd name="connsiteX10004" fmla="*/ 4135282 w 4641785"/>
              <a:gd name="connsiteY10004" fmla="*/ 1785553 h 5274332"/>
              <a:gd name="connsiteX10005" fmla="*/ 4135747 w 4641785"/>
              <a:gd name="connsiteY10005" fmla="*/ 1789739 h 5274332"/>
              <a:gd name="connsiteX10006" fmla="*/ 4140863 w 4641785"/>
              <a:gd name="connsiteY10006" fmla="*/ 1792995 h 5274332"/>
              <a:gd name="connsiteX10007" fmla="*/ 4140863 w 4641785"/>
              <a:gd name="connsiteY10007" fmla="*/ 1799506 h 5274332"/>
              <a:gd name="connsiteX10008" fmla="*/ 4140864 w 4641785"/>
              <a:gd name="connsiteY10008" fmla="*/ 1799505 h 5274332"/>
              <a:gd name="connsiteX10009" fmla="*/ 4140864 w 4641785"/>
              <a:gd name="connsiteY10009" fmla="*/ 1792994 h 5274332"/>
              <a:gd name="connsiteX10010" fmla="*/ 4135748 w 4641785"/>
              <a:gd name="connsiteY10010" fmla="*/ 1789738 h 5274332"/>
              <a:gd name="connsiteX10011" fmla="*/ 4135283 w 4641785"/>
              <a:gd name="connsiteY10011" fmla="*/ 1785552 h 5274332"/>
              <a:gd name="connsiteX10012" fmla="*/ 4133888 w 4641785"/>
              <a:gd name="connsiteY10012" fmla="*/ 1784622 h 5274332"/>
              <a:gd name="connsiteX10013" fmla="*/ 4384531 w 4641785"/>
              <a:gd name="connsiteY10013" fmla="*/ 1778739 h 5274332"/>
              <a:gd name="connsiteX10014" fmla="*/ 4383651 w 4641785"/>
              <a:gd name="connsiteY10014" fmla="*/ 1779971 h 5274332"/>
              <a:gd name="connsiteX10015" fmla="*/ 4383651 w 4641785"/>
              <a:gd name="connsiteY10015" fmla="*/ 1779971 h 5274332"/>
              <a:gd name="connsiteX10016" fmla="*/ 4202723 w 4641785"/>
              <a:gd name="connsiteY10016" fmla="*/ 1778111 h 5274332"/>
              <a:gd name="connsiteX10017" fmla="*/ 4201970 w 4641785"/>
              <a:gd name="connsiteY10017" fmla="*/ 1779115 h 5274332"/>
              <a:gd name="connsiteX10018" fmla="*/ 4202723 w 4641785"/>
              <a:gd name="connsiteY10018" fmla="*/ 1778111 h 5274332"/>
              <a:gd name="connsiteX10019" fmla="*/ 1389279 w 4641785"/>
              <a:gd name="connsiteY10019" fmla="*/ 1772064 h 5274332"/>
              <a:gd name="connsiteX10020" fmla="*/ 1385094 w 4641785"/>
              <a:gd name="connsiteY10020" fmla="*/ 1775319 h 5274332"/>
              <a:gd name="connsiteX10021" fmla="*/ 1385094 w 4641785"/>
              <a:gd name="connsiteY10021" fmla="*/ 1775319 h 5274332"/>
              <a:gd name="connsiteX10022" fmla="*/ 1389280 w 4641785"/>
              <a:gd name="connsiteY10022" fmla="*/ 1772064 h 5274332"/>
              <a:gd name="connsiteX10023" fmla="*/ 4226444 w 4641785"/>
              <a:gd name="connsiteY10023" fmla="*/ 1767878 h 5274332"/>
              <a:gd name="connsiteX10024" fmla="*/ 4225513 w 4641785"/>
              <a:gd name="connsiteY10024" fmla="*/ 1769738 h 5274332"/>
              <a:gd name="connsiteX10025" fmla="*/ 4225514 w 4641785"/>
              <a:gd name="connsiteY10025" fmla="*/ 1769738 h 5274332"/>
              <a:gd name="connsiteX10026" fmla="*/ 4226444 w 4641785"/>
              <a:gd name="connsiteY10026" fmla="*/ 1767879 h 5274332"/>
              <a:gd name="connsiteX10027" fmla="*/ 1448813 w 4641785"/>
              <a:gd name="connsiteY10027" fmla="*/ 1760902 h 5274332"/>
              <a:gd name="connsiteX10028" fmla="*/ 1446488 w 4641785"/>
              <a:gd name="connsiteY10028" fmla="*/ 1762297 h 5274332"/>
              <a:gd name="connsiteX10029" fmla="*/ 1446488 w 4641785"/>
              <a:gd name="connsiteY10029" fmla="*/ 1762297 h 5274332"/>
              <a:gd name="connsiteX10030" fmla="*/ 1448813 w 4641785"/>
              <a:gd name="connsiteY10030" fmla="*/ 1760902 h 5274332"/>
              <a:gd name="connsiteX10031" fmla="*/ 4236676 w 4641785"/>
              <a:gd name="connsiteY10031" fmla="*/ 1760437 h 5274332"/>
              <a:gd name="connsiteX10032" fmla="*/ 4234815 w 4641785"/>
              <a:gd name="connsiteY10032" fmla="*/ 1765553 h 5274332"/>
              <a:gd name="connsiteX10033" fmla="*/ 4234816 w 4641785"/>
              <a:gd name="connsiteY10033" fmla="*/ 1765552 h 5274332"/>
              <a:gd name="connsiteX10034" fmla="*/ 4236677 w 4641785"/>
              <a:gd name="connsiteY10034" fmla="*/ 1760437 h 5274332"/>
              <a:gd name="connsiteX10035" fmla="*/ 1398445 w 4641785"/>
              <a:gd name="connsiteY10035" fmla="*/ 1760353 h 5274332"/>
              <a:gd name="connsiteX10036" fmla="*/ 1396256 w 4641785"/>
              <a:gd name="connsiteY10036" fmla="*/ 1766482 h 5274332"/>
              <a:gd name="connsiteX10037" fmla="*/ 1394860 w 4641785"/>
              <a:gd name="connsiteY10037" fmla="*/ 1775319 h 5274332"/>
              <a:gd name="connsiteX10038" fmla="*/ 1394861 w 4641785"/>
              <a:gd name="connsiteY10038" fmla="*/ 1775319 h 5274332"/>
              <a:gd name="connsiteX10039" fmla="*/ 1396257 w 4641785"/>
              <a:gd name="connsiteY10039" fmla="*/ 1766482 h 5274332"/>
              <a:gd name="connsiteX10040" fmla="*/ 4383651 w 4641785"/>
              <a:gd name="connsiteY10040" fmla="*/ 1759971 h 5274332"/>
              <a:gd name="connsiteX10041" fmla="*/ 4379000 w 4641785"/>
              <a:gd name="connsiteY10041" fmla="*/ 1762296 h 5274332"/>
              <a:gd name="connsiteX10042" fmla="*/ 4379001 w 4641785"/>
              <a:gd name="connsiteY10042" fmla="*/ 1762297 h 5274332"/>
              <a:gd name="connsiteX10043" fmla="*/ 4383651 w 4641785"/>
              <a:gd name="connsiteY10043" fmla="*/ 1759971 h 5274332"/>
              <a:gd name="connsiteX10044" fmla="*/ 1404628 w 4641785"/>
              <a:gd name="connsiteY10044" fmla="*/ 1759040 h 5274332"/>
              <a:gd name="connsiteX10045" fmla="*/ 1400820 w 4641785"/>
              <a:gd name="connsiteY10045" fmla="*/ 1759626 h 5274332"/>
              <a:gd name="connsiteX10046" fmla="*/ 1404628 w 4641785"/>
              <a:gd name="connsiteY10046" fmla="*/ 1759041 h 5274332"/>
              <a:gd name="connsiteX10047" fmla="*/ 1403233 w 4641785"/>
              <a:gd name="connsiteY10047" fmla="*/ 1752064 h 5274332"/>
              <a:gd name="connsiteX10048" fmla="*/ 1407419 w 4641785"/>
              <a:gd name="connsiteY10048" fmla="*/ 1756715 h 5274332"/>
              <a:gd name="connsiteX10049" fmla="*/ 1410674 w 4641785"/>
              <a:gd name="connsiteY10049" fmla="*/ 1757180 h 5274332"/>
              <a:gd name="connsiteX10050" fmla="*/ 1412070 w 4641785"/>
              <a:gd name="connsiteY10050" fmla="*/ 1760901 h 5274332"/>
              <a:gd name="connsiteX10051" fmla="*/ 1408795 w 4641785"/>
              <a:gd name="connsiteY10051" fmla="*/ 1762356 h 5274332"/>
              <a:gd name="connsiteX10052" fmla="*/ 1412071 w 4641785"/>
              <a:gd name="connsiteY10052" fmla="*/ 1760901 h 5274332"/>
              <a:gd name="connsiteX10053" fmla="*/ 1410675 w 4641785"/>
              <a:gd name="connsiteY10053" fmla="*/ 1757180 h 5274332"/>
              <a:gd name="connsiteX10054" fmla="*/ 1407419 w 4641785"/>
              <a:gd name="connsiteY10054" fmla="*/ 1756715 h 5274332"/>
              <a:gd name="connsiteX10055" fmla="*/ 1383354 w 4641785"/>
              <a:gd name="connsiteY10055" fmla="*/ 1751742 h 5274332"/>
              <a:gd name="connsiteX10056" fmla="*/ 1383233 w 4641785"/>
              <a:gd name="connsiteY10056" fmla="*/ 1752064 h 5274332"/>
              <a:gd name="connsiteX10057" fmla="*/ 1381838 w 4641785"/>
              <a:gd name="connsiteY10057" fmla="*/ 1764156 h 5274332"/>
              <a:gd name="connsiteX10058" fmla="*/ 1383233 w 4641785"/>
              <a:gd name="connsiteY10058" fmla="*/ 1752064 h 5274332"/>
              <a:gd name="connsiteX10059" fmla="*/ 1423232 w 4641785"/>
              <a:gd name="connsiteY10059" fmla="*/ 1747413 h 5274332"/>
              <a:gd name="connsiteX10060" fmla="*/ 1423232 w 4641785"/>
              <a:gd name="connsiteY10060" fmla="*/ 1752064 h 5274332"/>
              <a:gd name="connsiteX10061" fmla="*/ 1423233 w 4641785"/>
              <a:gd name="connsiteY10061" fmla="*/ 1752064 h 5274332"/>
              <a:gd name="connsiteX10062" fmla="*/ 1423233 w 4641785"/>
              <a:gd name="connsiteY10062" fmla="*/ 1747413 h 5274332"/>
              <a:gd name="connsiteX10063" fmla="*/ 1426953 w 4641785"/>
              <a:gd name="connsiteY10063" fmla="*/ 1746948 h 5274332"/>
              <a:gd name="connsiteX10064" fmla="*/ 1424512 w 4641785"/>
              <a:gd name="connsiteY10064" fmla="*/ 1747253 h 5274332"/>
              <a:gd name="connsiteX10065" fmla="*/ 1426953 w 4641785"/>
              <a:gd name="connsiteY10065" fmla="*/ 1746948 h 5274332"/>
              <a:gd name="connsiteX10066" fmla="*/ 1405558 w 4641785"/>
              <a:gd name="connsiteY10066" fmla="*/ 1746018 h 5274332"/>
              <a:gd name="connsiteX10067" fmla="*/ 1403460 w 4641785"/>
              <a:gd name="connsiteY10067" fmla="*/ 1751473 h 5274332"/>
              <a:gd name="connsiteX10068" fmla="*/ 1405559 w 4641785"/>
              <a:gd name="connsiteY10068" fmla="*/ 1746018 h 5274332"/>
              <a:gd name="connsiteX10069" fmla="*/ 4393042 w 4641785"/>
              <a:gd name="connsiteY10069" fmla="*/ 1744534 h 5274332"/>
              <a:gd name="connsiteX10070" fmla="*/ 4389697 w 4641785"/>
              <a:gd name="connsiteY10070" fmla="*/ 1747878 h 5274332"/>
              <a:gd name="connsiteX10071" fmla="*/ 4389697 w 4641785"/>
              <a:gd name="connsiteY10071" fmla="*/ 1747878 h 5274332"/>
              <a:gd name="connsiteX10072" fmla="*/ 1449278 w 4641785"/>
              <a:gd name="connsiteY10072" fmla="*/ 1744157 h 5274332"/>
              <a:gd name="connsiteX10073" fmla="*/ 1443232 w 4641785"/>
              <a:gd name="connsiteY10073" fmla="*/ 1748343 h 5274332"/>
              <a:gd name="connsiteX10074" fmla="*/ 1441372 w 4641785"/>
              <a:gd name="connsiteY10074" fmla="*/ 1746948 h 5274332"/>
              <a:gd name="connsiteX10075" fmla="*/ 1440574 w 4641785"/>
              <a:gd name="connsiteY10075" fmla="*/ 1748808 h 5274332"/>
              <a:gd name="connsiteX10076" fmla="*/ 1441372 w 4641785"/>
              <a:gd name="connsiteY10076" fmla="*/ 1746948 h 5274332"/>
              <a:gd name="connsiteX10077" fmla="*/ 1443232 w 4641785"/>
              <a:gd name="connsiteY10077" fmla="*/ 1748343 h 5274332"/>
              <a:gd name="connsiteX10078" fmla="*/ 1443233 w 4641785"/>
              <a:gd name="connsiteY10078" fmla="*/ 1748343 h 5274332"/>
              <a:gd name="connsiteX10079" fmla="*/ 1449278 w 4641785"/>
              <a:gd name="connsiteY10079" fmla="*/ 1744158 h 5274332"/>
              <a:gd name="connsiteX10080" fmla="*/ 1385094 w 4641785"/>
              <a:gd name="connsiteY10080" fmla="*/ 1743227 h 5274332"/>
              <a:gd name="connsiteX10081" fmla="*/ 1385094 w 4641785"/>
              <a:gd name="connsiteY10081" fmla="*/ 1743227 h 5274332"/>
              <a:gd name="connsiteX10082" fmla="*/ 1386351 w 4641785"/>
              <a:gd name="connsiteY10082" fmla="*/ 1743437 h 5274332"/>
              <a:gd name="connsiteX10083" fmla="*/ 4398070 w 4641785"/>
              <a:gd name="connsiteY10083" fmla="*/ 1742297 h 5274332"/>
              <a:gd name="connsiteX10084" fmla="*/ 4393884 w 4641785"/>
              <a:gd name="connsiteY10084" fmla="*/ 1743692 h 5274332"/>
              <a:gd name="connsiteX10085" fmla="*/ 4393883 w 4641785"/>
              <a:gd name="connsiteY10085" fmla="*/ 1743693 h 5274332"/>
              <a:gd name="connsiteX10086" fmla="*/ 4398069 w 4641785"/>
              <a:gd name="connsiteY10086" fmla="*/ 1742298 h 5274332"/>
              <a:gd name="connsiteX10087" fmla="*/ 1250212 w 4641785"/>
              <a:gd name="connsiteY10087" fmla="*/ 1739506 h 5274332"/>
              <a:gd name="connsiteX10088" fmla="*/ 1248816 w 4641785"/>
              <a:gd name="connsiteY10088" fmla="*/ 1740901 h 5274332"/>
              <a:gd name="connsiteX10089" fmla="*/ 1246635 w 4641785"/>
              <a:gd name="connsiteY10089" fmla="*/ 1740122 h 5274332"/>
              <a:gd name="connsiteX10090" fmla="*/ 1248817 w 4641785"/>
              <a:gd name="connsiteY10090" fmla="*/ 1740902 h 5274332"/>
              <a:gd name="connsiteX10091" fmla="*/ 1250212 w 4641785"/>
              <a:gd name="connsiteY10091" fmla="*/ 1739506 h 5274332"/>
              <a:gd name="connsiteX10092" fmla="*/ 1459045 w 4641785"/>
              <a:gd name="connsiteY10092" fmla="*/ 1738111 h 5274332"/>
              <a:gd name="connsiteX10093" fmla="*/ 1453464 w 4641785"/>
              <a:gd name="connsiteY10093" fmla="*/ 1739041 h 5274332"/>
              <a:gd name="connsiteX10094" fmla="*/ 1449702 w 4641785"/>
              <a:gd name="connsiteY10094" fmla="*/ 1743639 h 5274332"/>
              <a:gd name="connsiteX10095" fmla="*/ 1453465 w 4641785"/>
              <a:gd name="connsiteY10095" fmla="*/ 1739042 h 5274332"/>
              <a:gd name="connsiteX10096" fmla="*/ 1459046 w 4641785"/>
              <a:gd name="connsiteY10096" fmla="*/ 1738111 h 5274332"/>
              <a:gd name="connsiteX10097" fmla="*/ 1465092 w 4641785"/>
              <a:gd name="connsiteY10097" fmla="*/ 1739042 h 5274332"/>
              <a:gd name="connsiteX10098" fmla="*/ 1465091 w 4641785"/>
              <a:gd name="connsiteY10098" fmla="*/ 1739041 h 5274332"/>
              <a:gd name="connsiteX10099" fmla="*/ 1254863 w 4641785"/>
              <a:gd name="connsiteY10099" fmla="*/ 1737181 h 5274332"/>
              <a:gd name="connsiteX10100" fmla="*/ 1253467 w 4641785"/>
              <a:gd name="connsiteY10100" fmla="*/ 1740436 h 5274332"/>
              <a:gd name="connsiteX10101" fmla="*/ 1253468 w 4641785"/>
              <a:gd name="connsiteY10101" fmla="*/ 1740436 h 5274332"/>
              <a:gd name="connsiteX10102" fmla="*/ 1254863 w 4641785"/>
              <a:gd name="connsiteY10102" fmla="*/ 1737181 h 5274332"/>
              <a:gd name="connsiteX10103" fmla="*/ 1271202 w 4641785"/>
              <a:gd name="connsiteY10103" fmla="*/ 1735274 h 5274332"/>
              <a:gd name="connsiteX10104" fmla="*/ 1271607 w 4641785"/>
              <a:gd name="connsiteY10104" fmla="*/ 1738111 h 5274332"/>
              <a:gd name="connsiteX10105" fmla="*/ 1273467 w 4641785"/>
              <a:gd name="connsiteY10105" fmla="*/ 1740901 h 5274332"/>
              <a:gd name="connsiteX10106" fmla="*/ 1268351 w 4641785"/>
              <a:gd name="connsiteY10106" fmla="*/ 1748343 h 5274332"/>
              <a:gd name="connsiteX10107" fmla="*/ 1260910 w 4641785"/>
              <a:gd name="connsiteY10107" fmla="*/ 1743692 h 5274332"/>
              <a:gd name="connsiteX10108" fmla="*/ 1260910 w 4641785"/>
              <a:gd name="connsiteY10108" fmla="*/ 1743692 h 5274332"/>
              <a:gd name="connsiteX10109" fmla="*/ 1268351 w 4641785"/>
              <a:gd name="connsiteY10109" fmla="*/ 1748343 h 5274332"/>
              <a:gd name="connsiteX10110" fmla="*/ 1273468 w 4641785"/>
              <a:gd name="connsiteY10110" fmla="*/ 1740902 h 5274332"/>
              <a:gd name="connsiteX10111" fmla="*/ 1271607 w 4641785"/>
              <a:gd name="connsiteY10111" fmla="*/ 1738110 h 5274332"/>
              <a:gd name="connsiteX10112" fmla="*/ 4405045 w 4641785"/>
              <a:gd name="connsiteY10112" fmla="*/ 1734390 h 5274332"/>
              <a:gd name="connsiteX10113" fmla="*/ 4402832 w 4641785"/>
              <a:gd name="connsiteY10113" fmla="*/ 1736899 h 5274332"/>
              <a:gd name="connsiteX10114" fmla="*/ 4405045 w 4641785"/>
              <a:gd name="connsiteY10114" fmla="*/ 1734391 h 5274332"/>
              <a:gd name="connsiteX10115" fmla="*/ 4341890 w 4641785"/>
              <a:gd name="connsiteY10115" fmla="*/ 1733483 h 5274332"/>
              <a:gd name="connsiteX10116" fmla="*/ 4340861 w 4641785"/>
              <a:gd name="connsiteY10116" fmla="*/ 1734855 h 5274332"/>
              <a:gd name="connsiteX10117" fmla="*/ 4340861 w 4641785"/>
              <a:gd name="connsiteY10117" fmla="*/ 1734855 h 5274332"/>
              <a:gd name="connsiteX10118" fmla="*/ 1271886 w 4641785"/>
              <a:gd name="connsiteY10118" fmla="*/ 1733367 h 5274332"/>
              <a:gd name="connsiteX10119" fmla="*/ 1271142 w 4641785"/>
              <a:gd name="connsiteY10119" fmla="*/ 1734855 h 5274332"/>
              <a:gd name="connsiteX10120" fmla="*/ 1271142 w 4641785"/>
              <a:gd name="connsiteY10120" fmla="*/ 1734855 h 5274332"/>
              <a:gd name="connsiteX10121" fmla="*/ 1466487 w 4641785"/>
              <a:gd name="connsiteY10121" fmla="*/ 1732530 h 5274332"/>
              <a:gd name="connsiteX10122" fmla="*/ 1463232 w 4641785"/>
              <a:gd name="connsiteY10122" fmla="*/ 1734855 h 5274332"/>
              <a:gd name="connsiteX10123" fmla="*/ 1463232 w 4641785"/>
              <a:gd name="connsiteY10123" fmla="*/ 1734856 h 5274332"/>
              <a:gd name="connsiteX10124" fmla="*/ 1466487 w 4641785"/>
              <a:gd name="connsiteY10124" fmla="*/ 1732530 h 5274332"/>
              <a:gd name="connsiteX10125" fmla="*/ 1387884 w 4641785"/>
              <a:gd name="connsiteY10125" fmla="*/ 1732529 h 5274332"/>
              <a:gd name="connsiteX10126" fmla="*/ 1387884 w 4641785"/>
              <a:gd name="connsiteY10126" fmla="*/ 1732530 h 5274332"/>
              <a:gd name="connsiteX10127" fmla="*/ 1389744 w 4641785"/>
              <a:gd name="connsiteY10127" fmla="*/ 1732530 h 5274332"/>
              <a:gd name="connsiteX10128" fmla="*/ 1389744 w 4641785"/>
              <a:gd name="connsiteY10128" fmla="*/ 1732529 h 5274332"/>
              <a:gd name="connsiteX10129" fmla="*/ 1270212 w 4641785"/>
              <a:gd name="connsiteY10129" fmla="*/ 1731134 h 5274332"/>
              <a:gd name="connsiteX10130" fmla="*/ 1272537 w 4641785"/>
              <a:gd name="connsiteY10130" fmla="*/ 1732064 h 5274332"/>
              <a:gd name="connsiteX10131" fmla="*/ 1272537 w 4641785"/>
              <a:gd name="connsiteY10131" fmla="*/ 1732064 h 5274332"/>
              <a:gd name="connsiteX10132" fmla="*/ 1474859 w 4641785"/>
              <a:gd name="connsiteY10132" fmla="*/ 1729739 h 5274332"/>
              <a:gd name="connsiteX10133" fmla="*/ 1474394 w 4641785"/>
              <a:gd name="connsiteY10133" fmla="*/ 1732530 h 5274332"/>
              <a:gd name="connsiteX10134" fmla="*/ 1469743 w 4641785"/>
              <a:gd name="connsiteY10134" fmla="*/ 1735785 h 5274332"/>
              <a:gd name="connsiteX10135" fmla="*/ 1469743 w 4641785"/>
              <a:gd name="connsiteY10135" fmla="*/ 1735786 h 5274332"/>
              <a:gd name="connsiteX10136" fmla="*/ 1474394 w 4641785"/>
              <a:gd name="connsiteY10136" fmla="*/ 1732530 h 5274332"/>
              <a:gd name="connsiteX10137" fmla="*/ 1474859 w 4641785"/>
              <a:gd name="connsiteY10137" fmla="*/ 1729740 h 5274332"/>
              <a:gd name="connsiteX10138" fmla="*/ 1233933 w 4641785"/>
              <a:gd name="connsiteY10138" fmla="*/ 1728343 h 5274332"/>
              <a:gd name="connsiteX10139" fmla="*/ 1229283 w 4641785"/>
              <a:gd name="connsiteY10139" fmla="*/ 1728808 h 5274332"/>
              <a:gd name="connsiteX10140" fmla="*/ 1229283 w 4641785"/>
              <a:gd name="connsiteY10140" fmla="*/ 1728809 h 5274332"/>
              <a:gd name="connsiteX10141" fmla="*/ 1233933 w 4641785"/>
              <a:gd name="connsiteY10141" fmla="*/ 1728344 h 5274332"/>
              <a:gd name="connsiteX10142" fmla="*/ 1237189 w 4641785"/>
              <a:gd name="connsiteY10142" fmla="*/ 1730204 h 5274332"/>
              <a:gd name="connsiteX10143" fmla="*/ 1237189 w 4641785"/>
              <a:gd name="connsiteY10143" fmla="*/ 1730204 h 5274332"/>
              <a:gd name="connsiteX10144" fmla="*/ 1388774 w 4641785"/>
              <a:gd name="connsiteY10144" fmla="*/ 1728020 h 5274332"/>
              <a:gd name="connsiteX10145" fmla="*/ 1389744 w 4641785"/>
              <a:gd name="connsiteY10145" fmla="*/ 1728343 h 5274332"/>
              <a:gd name="connsiteX10146" fmla="*/ 1389744 w 4641785"/>
              <a:gd name="connsiteY10146" fmla="*/ 1728343 h 5274332"/>
              <a:gd name="connsiteX10147" fmla="*/ 1232073 w 4641785"/>
              <a:gd name="connsiteY10147" fmla="*/ 1724622 h 5274332"/>
              <a:gd name="connsiteX10148" fmla="*/ 1232073 w 4641785"/>
              <a:gd name="connsiteY10148" fmla="*/ 1724623 h 5274332"/>
              <a:gd name="connsiteX10149" fmla="*/ 1234302 w 4641785"/>
              <a:gd name="connsiteY10149" fmla="*/ 1724994 h 5274332"/>
              <a:gd name="connsiteX10150" fmla="*/ 4349232 w 4641785"/>
              <a:gd name="connsiteY10150" fmla="*/ 1724159 h 5274332"/>
              <a:gd name="connsiteX10151" fmla="*/ 4348302 w 4641785"/>
              <a:gd name="connsiteY10151" fmla="*/ 1727879 h 5274332"/>
              <a:gd name="connsiteX10152" fmla="*/ 4348303 w 4641785"/>
              <a:gd name="connsiteY10152" fmla="*/ 1727878 h 5274332"/>
              <a:gd name="connsiteX10153" fmla="*/ 4349233 w 4641785"/>
              <a:gd name="connsiteY10153" fmla="*/ 1724159 h 5274332"/>
              <a:gd name="connsiteX10154" fmla="*/ 1484627 w 4641785"/>
              <a:gd name="connsiteY10154" fmla="*/ 1719972 h 5274332"/>
              <a:gd name="connsiteX10155" fmla="*/ 1484627 w 4641785"/>
              <a:gd name="connsiteY10155" fmla="*/ 1722762 h 5274332"/>
              <a:gd name="connsiteX10156" fmla="*/ 1482301 w 4641785"/>
              <a:gd name="connsiteY10156" fmla="*/ 1726018 h 5274332"/>
              <a:gd name="connsiteX10157" fmla="*/ 1473929 w 4641785"/>
              <a:gd name="connsiteY10157" fmla="*/ 1726018 h 5274332"/>
              <a:gd name="connsiteX10158" fmla="*/ 1473929 w 4641785"/>
              <a:gd name="connsiteY10158" fmla="*/ 1726018 h 5274332"/>
              <a:gd name="connsiteX10159" fmla="*/ 1482301 w 4641785"/>
              <a:gd name="connsiteY10159" fmla="*/ 1726018 h 5274332"/>
              <a:gd name="connsiteX10160" fmla="*/ 1484627 w 4641785"/>
              <a:gd name="connsiteY10160" fmla="*/ 1722763 h 5274332"/>
              <a:gd name="connsiteX10161" fmla="*/ 1484627 w 4641785"/>
              <a:gd name="connsiteY10161" fmla="*/ 1719972 h 5274332"/>
              <a:gd name="connsiteX10162" fmla="*/ 1325095 w 4641785"/>
              <a:gd name="connsiteY10162" fmla="*/ 1717646 h 5274332"/>
              <a:gd name="connsiteX10163" fmla="*/ 1325095 w 4641785"/>
              <a:gd name="connsiteY10163" fmla="*/ 1717646 h 5274332"/>
              <a:gd name="connsiteX10164" fmla="*/ 1327032 w 4641785"/>
              <a:gd name="connsiteY10164" fmla="*/ 1718808 h 5274332"/>
              <a:gd name="connsiteX10165" fmla="*/ 1330007 w 4641785"/>
              <a:gd name="connsiteY10165" fmla="*/ 1717425 h 5274332"/>
              <a:gd name="connsiteX10166" fmla="*/ 1327420 w 4641785"/>
              <a:gd name="connsiteY10166" fmla="*/ 1719041 h 5274332"/>
              <a:gd name="connsiteX10167" fmla="*/ 1327421 w 4641785"/>
              <a:gd name="connsiteY10167" fmla="*/ 1719041 h 5274332"/>
              <a:gd name="connsiteX10168" fmla="*/ 1387699 w 4641785"/>
              <a:gd name="connsiteY10168" fmla="*/ 1716996 h 5274332"/>
              <a:gd name="connsiteX10169" fmla="*/ 1387884 w 4641785"/>
              <a:gd name="connsiteY10169" fmla="*/ 1717646 h 5274332"/>
              <a:gd name="connsiteX10170" fmla="*/ 1387884 w 4641785"/>
              <a:gd name="connsiteY10170" fmla="*/ 1717646 h 5274332"/>
              <a:gd name="connsiteX10171" fmla="*/ 1238584 w 4641785"/>
              <a:gd name="connsiteY10171" fmla="*/ 1716716 h 5274332"/>
              <a:gd name="connsiteX10172" fmla="*/ 1235794 w 4641785"/>
              <a:gd name="connsiteY10172" fmla="*/ 1720437 h 5274332"/>
              <a:gd name="connsiteX10173" fmla="*/ 1235747 w 4641785"/>
              <a:gd name="connsiteY10173" fmla="*/ 1720670 h 5274332"/>
              <a:gd name="connsiteX10174" fmla="*/ 1235794 w 4641785"/>
              <a:gd name="connsiteY10174" fmla="*/ 1720437 h 5274332"/>
              <a:gd name="connsiteX10175" fmla="*/ 1238584 w 4641785"/>
              <a:gd name="connsiteY10175" fmla="*/ 1716716 h 5274332"/>
              <a:gd name="connsiteX10176" fmla="*/ 1265096 w 4641785"/>
              <a:gd name="connsiteY10176" fmla="*/ 1715320 h 5274332"/>
              <a:gd name="connsiteX10177" fmla="*/ 1266491 w 4641785"/>
              <a:gd name="connsiteY10177" fmla="*/ 1717181 h 5274332"/>
              <a:gd name="connsiteX10178" fmla="*/ 1269281 w 4641785"/>
              <a:gd name="connsiteY10178" fmla="*/ 1718576 h 5274332"/>
              <a:gd name="connsiteX10179" fmla="*/ 1267886 w 4641785"/>
              <a:gd name="connsiteY10179" fmla="*/ 1730204 h 5274332"/>
              <a:gd name="connsiteX10180" fmla="*/ 1269282 w 4641785"/>
              <a:gd name="connsiteY10180" fmla="*/ 1718576 h 5274332"/>
              <a:gd name="connsiteX10181" fmla="*/ 1266491 w 4641785"/>
              <a:gd name="connsiteY10181" fmla="*/ 1717181 h 5274332"/>
              <a:gd name="connsiteX10182" fmla="*/ 1484626 w 4641785"/>
              <a:gd name="connsiteY10182" fmla="*/ 1714856 h 5274332"/>
              <a:gd name="connsiteX10183" fmla="*/ 1480440 w 4641785"/>
              <a:gd name="connsiteY10183" fmla="*/ 1718576 h 5274332"/>
              <a:gd name="connsiteX10184" fmla="*/ 1480441 w 4641785"/>
              <a:gd name="connsiteY10184" fmla="*/ 1718577 h 5274332"/>
              <a:gd name="connsiteX10185" fmla="*/ 1484627 w 4641785"/>
              <a:gd name="connsiteY10185" fmla="*/ 1714856 h 5274332"/>
              <a:gd name="connsiteX10186" fmla="*/ 1235794 w 4641785"/>
              <a:gd name="connsiteY10186" fmla="*/ 1713291 h 5274332"/>
              <a:gd name="connsiteX10187" fmla="*/ 1233933 w 4641785"/>
              <a:gd name="connsiteY10187" fmla="*/ 1713460 h 5274332"/>
              <a:gd name="connsiteX10188" fmla="*/ 1233933 w 4641785"/>
              <a:gd name="connsiteY10188" fmla="*/ 1713460 h 5274332"/>
              <a:gd name="connsiteX10189" fmla="*/ 1237899 w 4641785"/>
              <a:gd name="connsiteY10189" fmla="*/ 1712036 h 5274332"/>
              <a:gd name="connsiteX10190" fmla="*/ 1239049 w 4641785"/>
              <a:gd name="connsiteY10190" fmla="*/ 1712995 h 5274332"/>
              <a:gd name="connsiteX10191" fmla="*/ 1239050 w 4641785"/>
              <a:gd name="connsiteY10191" fmla="*/ 1712994 h 5274332"/>
              <a:gd name="connsiteX10192" fmla="*/ 1326490 w 4641785"/>
              <a:gd name="connsiteY10192" fmla="*/ 1710669 h 5274332"/>
              <a:gd name="connsiteX10193" fmla="*/ 1326025 w 4641785"/>
              <a:gd name="connsiteY10193" fmla="*/ 1712995 h 5274332"/>
              <a:gd name="connsiteX10194" fmla="*/ 1326490 w 4641785"/>
              <a:gd name="connsiteY10194" fmla="*/ 1710669 h 5274332"/>
              <a:gd name="connsiteX10195" fmla="*/ 1273003 w 4641785"/>
              <a:gd name="connsiteY10195" fmla="*/ 1708344 h 5274332"/>
              <a:gd name="connsiteX10196" fmla="*/ 1272072 w 4641785"/>
              <a:gd name="connsiteY10196" fmla="*/ 1709739 h 5274332"/>
              <a:gd name="connsiteX10197" fmla="*/ 1272073 w 4641785"/>
              <a:gd name="connsiteY10197" fmla="*/ 1709739 h 5274332"/>
              <a:gd name="connsiteX10198" fmla="*/ 1324553 w 4641785"/>
              <a:gd name="connsiteY10198" fmla="*/ 1705786 h 5274332"/>
              <a:gd name="connsiteX10199" fmla="*/ 1326490 w 4641785"/>
              <a:gd name="connsiteY10199" fmla="*/ 1706949 h 5274332"/>
              <a:gd name="connsiteX10200" fmla="*/ 1326490 w 4641785"/>
              <a:gd name="connsiteY10200" fmla="*/ 1706948 h 5274332"/>
              <a:gd name="connsiteX10201" fmla="*/ 1324164 w 4641785"/>
              <a:gd name="connsiteY10201" fmla="*/ 1705553 h 5274332"/>
              <a:gd name="connsiteX10202" fmla="*/ 1322253 w 4641785"/>
              <a:gd name="connsiteY10202" fmla="*/ 1707082 h 5274332"/>
              <a:gd name="connsiteX10203" fmla="*/ 1324165 w 4641785"/>
              <a:gd name="connsiteY10203" fmla="*/ 1705554 h 5274332"/>
              <a:gd name="connsiteX10204" fmla="*/ 1316155 w 4641785"/>
              <a:gd name="connsiteY10204" fmla="*/ 1705311 h 5274332"/>
              <a:gd name="connsiteX10205" fmla="*/ 1313002 w 4641785"/>
              <a:gd name="connsiteY10205" fmla="*/ 1705553 h 5274332"/>
              <a:gd name="connsiteX10206" fmla="*/ 1313002 w 4641785"/>
              <a:gd name="connsiteY10206" fmla="*/ 1705553 h 5274332"/>
              <a:gd name="connsiteX10207" fmla="*/ 1268816 w 4641785"/>
              <a:gd name="connsiteY10207" fmla="*/ 1703228 h 5274332"/>
              <a:gd name="connsiteX10208" fmla="*/ 1268816 w 4641785"/>
              <a:gd name="connsiteY10208" fmla="*/ 1705088 h 5274332"/>
              <a:gd name="connsiteX10209" fmla="*/ 1271873 w 4641785"/>
              <a:gd name="connsiteY10209" fmla="*/ 1707465 h 5274332"/>
              <a:gd name="connsiteX10210" fmla="*/ 1268817 w 4641785"/>
              <a:gd name="connsiteY10210" fmla="*/ 1705088 h 5274332"/>
              <a:gd name="connsiteX10211" fmla="*/ 1268817 w 4641785"/>
              <a:gd name="connsiteY10211" fmla="*/ 1703228 h 5274332"/>
              <a:gd name="connsiteX10212" fmla="*/ 1318912 w 4641785"/>
              <a:gd name="connsiteY10212" fmla="*/ 1702724 h 5274332"/>
              <a:gd name="connsiteX10213" fmla="*/ 1317653 w 4641785"/>
              <a:gd name="connsiteY10213" fmla="*/ 1703227 h 5274332"/>
              <a:gd name="connsiteX10214" fmla="*/ 1313467 w 4641785"/>
              <a:gd name="connsiteY10214" fmla="*/ 1702762 h 5274332"/>
              <a:gd name="connsiteX10215" fmla="*/ 1313467 w 4641785"/>
              <a:gd name="connsiteY10215" fmla="*/ 1702763 h 5274332"/>
              <a:gd name="connsiteX10216" fmla="*/ 1317652 w 4641785"/>
              <a:gd name="connsiteY10216" fmla="*/ 1703228 h 5274332"/>
              <a:gd name="connsiteX10217" fmla="*/ 1475679 w 4641785"/>
              <a:gd name="connsiteY10217" fmla="*/ 1701612 h 5274332"/>
              <a:gd name="connsiteX10218" fmla="*/ 1476254 w 4641785"/>
              <a:gd name="connsiteY10218" fmla="*/ 1702762 h 5274332"/>
              <a:gd name="connsiteX10219" fmla="*/ 1475325 w 4641785"/>
              <a:gd name="connsiteY10219" fmla="*/ 1705088 h 5274332"/>
              <a:gd name="connsiteX10220" fmla="*/ 1475325 w 4641785"/>
              <a:gd name="connsiteY10220" fmla="*/ 1705089 h 5274332"/>
              <a:gd name="connsiteX10221" fmla="*/ 1476255 w 4641785"/>
              <a:gd name="connsiteY10221" fmla="*/ 1702763 h 5274332"/>
              <a:gd name="connsiteX10222" fmla="*/ 1280909 w 4641785"/>
              <a:gd name="connsiteY10222" fmla="*/ 1700902 h 5274332"/>
              <a:gd name="connsiteX10223" fmla="*/ 1277654 w 4641785"/>
              <a:gd name="connsiteY10223" fmla="*/ 1703692 h 5274332"/>
              <a:gd name="connsiteX10224" fmla="*/ 1273448 w 4641785"/>
              <a:gd name="connsiteY10224" fmla="*/ 1703471 h 5274332"/>
              <a:gd name="connsiteX10225" fmla="*/ 1277654 w 4641785"/>
              <a:gd name="connsiteY10225" fmla="*/ 1703693 h 5274332"/>
              <a:gd name="connsiteX10226" fmla="*/ 1280910 w 4641785"/>
              <a:gd name="connsiteY10226" fmla="*/ 1700902 h 5274332"/>
              <a:gd name="connsiteX10227" fmla="*/ 1243235 w 4641785"/>
              <a:gd name="connsiteY10227" fmla="*/ 1699041 h 5274332"/>
              <a:gd name="connsiteX10228" fmla="*/ 1240910 w 4641785"/>
              <a:gd name="connsiteY10228" fmla="*/ 1702762 h 5274332"/>
              <a:gd name="connsiteX10229" fmla="*/ 1240910 w 4641785"/>
              <a:gd name="connsiteY10229" fmla="*/ 1702762 h 5274332"/>
              <a:gd name="connsiteX10230" fmla="*/ 1243235 w 4641785"/>
              <a:gd name="connsiteY10230" fmla="*/ 1699042 h 5274332"/>
              <a:gd name="connsiteX10231" fmla="*/ 1244092 w 4641785"/>
              <a:gd name="connsiteY10231" fmla="*/ 1699755 h 5274332"/>
              <a:gd name="connsiteX10232" fmla="*/ 1343698 w 4641785"/>
              <a:gd name="connsiteY10232" fmla="*/ 1697181 h 5274332"/>
              <a:gd name="connsiteX10233" fmla="*/ 1344164 w 4641785"/>
              <a:gd name="connsiteY10233" fmla="*/ 1705553 h 5274332"/>
              <a:gd name="connsiteX10234" fmla="*/ 1345559 w 4641785"/>
              <a:gd name="connsiteY10234" fmla="*/ 1710204 h 5274332"/>
              <a:gd name="connsiteX10235" fmla="*/ 1341839 w 4641785"/>
              <a:gd name="connsiteY10235" fmla="*/ 1712064 h 5274332"/>
              <a:gd name="connsiteX10236" fmla="*/ 1345560 w 4641785"/>
              <a:gd name="connsiteY10236" fmla="*/ 1710204 h 5274332"/>
              <a:gd name="connsiteX10237" fmla="*/ 1344164 w 4641785"/>
              <a:gd name="connsiteY10237" fmla="*/ 1705553 h 5274332"/>
              <a:gd name="connsiteX10238" fmla="*/ 1343699 w 4641785"/>
              <a:gd name="connsiteY10238" fmla="*/ 1697181 h 5274332"/>
              <a:gd name="connsiteX10239" fmla="*/ 1289746 w 4641785"/>
              <a:gd name="connsiteY10239" fmla="*/ 1693926 h 5274332"/>
              <a:gd name="connsiteX10240" fmla="*/ 1294397 w 4641785"/>
              <a:gd name="connsiteY10240" fmla="*/ 1700437 h 5274332"/>
              <a:gd name="connsiteX10241" fmla="*/ 1296723 w 4641785"/>
              <a:gd name="connsiteY10241" fmla="*/ 1701832 h 5274332"/>
              <a:gd name="connsiteX10242" fmla="*/ 1294397 w 4641785"/>
              <a:gd name="connsiteY10242" fmla="*/ 1708343 h 5274332"/>
              <a:gd name="connsiteX10243" fmla="*/ 1291142 w 4641785"/>
              <a:gd name="connsiteY10243" fmla="*/ 1710204 h 5274332"/>
              <a:gd name="connsiteX10244" fmla="*/ 1286956 w 4641785"/>
              <a:gd name="connsiteY10244" fmla="*/ 1708344 h 5274332"/>
              <a:gd name="connsiteX10245" fmla="*/ 1286956 w 4641785"/>
              <a:gd name="connsiteY10245" fmla="*/ 1708344 h 5274332"/>
              <a:gd name="connsiteX10246" fmla="*/ 1291142 w 4641785"/>
              <a:gd name="connsiteY10246" fmla="*/ 1710204 h 5274332"/>
              <a:gd name="connsiteX10247" fmla="*/ 1294398 w 4641785"/>
              <a:gd name="connsiteY10247" fmla="*/ 1708344 h 5274332"/>
              <a:gd name="connsiteX10248" fmla="*/ 1296723 w 4641785"/>
              <a:gd name="connsiteY10248" fmla="*/ 1701832 h 5274332"/>
              <a:gd name="connsiteX10249" fmla="*/ 1294398 w 4641785"/>
              <a:gd name="connsiteY10249" fmla="*/ 1700437 h 5274332"/>
              <a:gd name="connsiteX10250" fmla="*/ 1289747 w 4641785"/>
              <a:gd name="connsiteY10250" fmla="*/ 1693926 h 5274332"/>
              <a:gd name="connsiteX10251" fmla="*/ 1313467 w 4641785"/>
              <a:gd name="connsiteY10251" fmla="*/ 1693925 h 5274332"/>
              <a:gd name="connsiteX10252" fmla="*/ 1313467 w 4641785"/>
              <a:gd name="connsiteY10252" fmla="*/ 1693926 h 5274332"/>
              <a:gd name="connsiteX10253" fmla="*/ 1316959 w 4641785"/>
              <a:gd name="connsiteY10253" fmla="*/ 1694175 h 5274332"/>
              <a:gd name="connsiteX10254" fmla="*/ 1296748 w 4641785"/>
              <a:gd name="connsiteY10254" fmla="*/ 1691110 h 5274332"/>
              <a:gd name="connsiteX10255" fmla="*/ 1293467 w 4641785"/>
              <a:gd name="connsiteY10255" fmla="*/ 1694390 h 5274332"/>
              <a:gd name="connsiteX10256" fmla="*/ 1291903 w 4641785"/>
              <a:gd name="connsiteY10256" fmla="*/ 1694195 h 5274332"/>
              <a:gd name="connsiteX10257" fmla="*/ 1293468 w 4641785"/>
              <a:gd name="connsiteY10257" fmla="*/ 1694391 h 5274332"/>
              <a:gd name="connsiteX10258" fmla="*/ 1237189 w 4641785"/>
              <a:gd name="connsiteY10258" fmla="*/ 1690669 h 5274332"/>
              <a:gd name="connsiteX10259" fmla="*/ 1236167 w 4641785"/>
              <a:gd name="connsiteY10259" fmla="*/ 1691436 h 5274332"/>
              <a:gd name="connsiteX10260" fmla="*/ 1237189 w 4641785"/>
              <a:gd name="connsiteY10260" fmla="*/ 1690670 h 5274332"/>
              <a:gd name="connsiteX10261" fmla="*/ 1239514 w 4641785"/>
              <a:gd name="connsiteY10261" fmla="*/ 1690670 h 5274332"/>
              <a:gd name="connsiteX10262" fmla="*/ 1239514 w 4641785"/>
              <a:gd name="connsiteY10262" fmla="*/ 1690669 h 5274332"/>
              <a:gd name="connsiteX10263" fmla="*/ 1353466 w 4641785"/>
              <a:gd name="connsiteY10263" fmla="*/ 1689739 h 5274332"/>
              <a:gd name="connsiteX10264" fmla="*/ 1349280 w 4641785"/>
              <a:gd name="connsiteY10264" fmla="*/ 1696251 h 5274332"/>
              <a:gd name="connsiteX10265" fmla="*/ 1344046 w 4641785"/>
              <a:gd name="connsiteY10265" fmla="*/ 1697123 h 5274332"/>
              <a:gd name="connsiteX10266" fmla="*/ 1349281 w 4641785"/>
              <a:gd name="connsiteY10266" fmla="*/ 1696251 h 5274332"/>
              <a:gd name="connsiteX10267" fmla="*/ 1353467 w 4641785"/>
              <a:gd name="connsiteY10267" fmla="*/ 1689739 h 5274332"/>
              <a:gd name="connsiteX10268" fmla="*/ 1355549 w 4641785"/>
              <a:gd name="connsiteY10268" fmla="*/ 1690156 h 5274332"/>
              <a:gd name="connsiteX10269" fmla="*/ 1251142 w 4641785"/>
              <a:gd name="connsiteY10269" fmla="*/ 1687879 h 5274332"/>
              <a:gd name="connsiteX10270" fmla="*/ 1251142 w 4641785"/>
              <a:gd name="connsiteY10270" fmla="*/ 1687879 h 5274332"/>
              <a:gd name="connsiteX10271" fmla="*/ 1252325 w 4641785"/>
              <a:gd name="connsiteY10271" fmla="*/ 1688076 h 5274332"/>
              <a:gd name="connsiteX10272" fmla="*/ 1360908 w 4641785"/>
              <a:gd name="connsiteY10272" fmla="*/ 1687414 h 5274332"/>
              <a:gd name="connsiteX10273" fmla="*/ 1360907 w 4641785"/>
              <a:gd name="connsiteY10273" fmla="*/ 1687414 h 5274332"/>
              <a:gd name="connsiteX10274" fmla="*/ 1358117 w 4641785"/>
              <a:gd name="connsiteY10274" fmla="*/ 1690669 h 5274332"/>
              <a:gd name="connsiteX10275" fmla="*/ 1358118 w 4641785"/>
              <a:gd name="connsiteY10275" fmla="*/ 1690669 h 5274332"/>
              <a:gd name="connsiteX10276" fmla="*/ 1292072 w 4641785"/>
              <a:gd name="connsiteY10276" fmla="*/ 1686949 h 5274332"/>
              <a:gd name="connsiteX10277" fmla="*/ 1293467 w 4641785"/>
              <a:gd name="connsiteY10277" fmla="*/ 1688809 h 5274332"/>
              <a:gd name="connsiteX10278" fmla="*/ 1297188 w 4641785"/>
              <a:gd name="connsiteY10278" fmla="*/ 1690670 h 5274332"/>
              <a:gd name="connsiteX10279" fmla="*/ 1297188 w 4641785"/>
              <a:gd name="connsiteY10279" fmla="*/ 1690669 h 5274332"/>
              <a:gd name="connsiteX10280" fmla="*/ 1293468 w 4641785"/>
              <a:gd name="connsiteY10280" fmla="*/ 1688809 h 5274332"/>
              <a:gd name="connsiteX10281" fmla="*/ 1390210 w 4641785"/>
              <a:gd name="connsiteY10281" fmla="*/ 1686949 h 5274332"/>
              <a:gd name="connsiteX10282" fmla="*/ 1390210 w 4641785"/>
              <a:gd name="connsiteY10282" fmla="*/ 1686949 h 5274332"/>
              <a:gd name="connsiteX10283" fmla="*/ 1391191 w 4641785"/>
              <a:gd name="connsiteY10283" fmla="*/ 1687229 h 5274332"/>
              <a:gd name="connsiteX10284" fmla="*/ 1303699 w 4641785"/>
              <a:gd name="connsiteY10284" fmla="*/ 1686948 h 5274332"/>
              <a:gd name="connsiteX10285" fmla="*/ 1300444 w 4641785"/>
              <a:gd name="connsiteY10285" fmla="*/ 1688809 h 5274332"/>
              <a:gd name="connsiteX10286" fmla="*/ 1299786 w 4641785"/>
              <a:gd name="connsiteY10286" fmla="*/ 1688546 h 5274332"/>
              <a:gd name="connsiteX10287" fmla="*/ 1300444 w 4641785"/>
              <a:gd name="connsiteY10287" fmla="*/ 1688809 h 5274332"/>
              <a:gd name="connsiteX10288" fmla="*/ 1303700 w 4641785"/>
              <a:gd name="connsiteY10288" fmla="*/ 1686949 h 5274332"/>
              <a:gd name="connsiteX10289" fmla="*/ 1305781 w 4641785"/>
              <a:gd name="connsiteY10289" fmla="*/ 1687138 h 5274332"/>
              <a:gd name="connsiteX10290" fmla="*/ 1312424 w 4641785"/>
              <a:gd name="connsiteY10290" fmla="*/ 1686668 h 5274332"/>
              <a:gd name="connsiteX10291" fmla="*/ 1315792 w 4641785"/>
              <a:gd name="connsiteY10291" fmla="*/ 1686949 h 5274332"/>
              <a:gd name="connsiteX10292" fmla="*/ 1318583 w 4641785"/>
              <a:gd name="connsiteY10292" fmla="*/ 1689739 h 5274332"/>
              <a:gd name="connsiteX10293" fmla="*/ 1319978 w 4641785"/>
              <a:gd name="connsiteY10293" fmla="*/ 1694390 h 5274332"/>
              <a:gd name="connsiteX10294" fmla="*/ 1318583 w 4641785"/>
              <a:gd name="connsiteY10294" fmla="*/ 1689739 h 5274332"/>
              <a:gd name="connsiteX10295" fmla="*/ 1315792 w 4641785"/>
              <a:gd name="connsiteY10295" fmla="*/ 1686948 h 5274332"/>
              <a:gd name="connsiteX10296" fmla="*/ 1255793 w 4641785"/>
              <a:gd name="connsiteY10296" fmla="*/ 1686018 h 5274332"/>
              <a:gd name="connsiteX10297" fmla="*/ 1255413 w 4641785"/>
              <a:gd name="connsiteY10297" fmla="*/ 1686494 h 5274332"/>
              <a:gd name="connsiteX10298" fmla="*/ 1255793 w 4641785"/>
              <a:gd name="connsiteY10298" fmla="*/ 1686019 h 5274332"/>
              <a:gd name="connsiteX10299" fmla="*/ 1296281 w 4641785"/>
              <a:gd name="connsiteY10299" fmla="*/ 1683398 h 5274332"/>
              <a:gd name="connsiteX10300" fmla="*/ 1296723 w 4641785"/>
              <a:gd name="connsiteY10300" fmla="*/ 1683693 h 5274332"/>
              <a:gd name="connsiteX10301" fmla="*/ 1296723 w 4641785"/>
              <a:gd name="connsiteY10301" fmla="*/ 1683693 h 5274332"/>
              <a:gd name="connsiteX10302" fmla="*/ 1285095 w 4641785"/>
              <a:gd name="connsiteY10302" fmla="*/ 1683228 h 5274332"/>
              <a:gd name="connsiteX10303" fmla="*/ 1285095 w 4641785"/>
              <a:gd name="connsiteY10303" fmla="*/ 1683228 h 5274332"/>
              <a:gd name="connsiteX10304" fmla="*/ 1289895 w 4641785"/>
              <a:gd name="connsiteY10304" fmla="*/ 1685788 h 5274332"/>
              <a:gd name="connsiteX10305" fmla="*/ 1245096 w 4641785"/>
              <a:gd name="connsiteY10305" fmla="*/ 1682762 h 5274332"/>
              <a:gd name="connsiteX10306" fmla="*/ 1243134 w 4641785"/>
              <a:gd name="connsiteY10306" fmla="*/ 1684189 h 5274332"/>
              <a:gd name="connsiteX10307" fmla="*/ 1245096 w 4641785"/>
              <a:gd name="connsiteY10307" fmla="*/ 1682763 h 5274332"/>
              <a:gd name="connsiteX10308" fmla="*/ 1247295 w 4641785"/>
              <a:gd name="connsiteY10308" fmla="*/ 1683101 h 5274332"/>
              <a:gd name="connsiteX10309" fmla="*/ 1289746 w 4641785"/>
              <a:gd name="connsiteY10309" fmla="*/ 1680902 h 5274332"/>
              <a:gd name="connsiteX10310" fmla="*/ 1286646 w 4641785"/>
              <a:gd name="connsiteY10310" fmla="*/ 1681212 h 5274332"/>
              <a:gd name="connsiteX10311" fmla="*/ 1289746 w 4641785"/>
              <a:gd name="connsiteY10311" fmla="*/ 1680903 h 5274332"/>
              <a:gd name="connsiteX10312" fmla="*/ 1291765 w 4641785"/>
              <a:gd name="connsiteY10312" fmla="*/ 1681351 h 5274332"/>
              <a:gd name="connsiteX10313" fmla="*/ 1485091 w 4641785"/>
              <a:gd name="connsiteY10313" fmla="*/ 1679507 h 5274332"/>
              <a:gd name="connsiteX10314" fmla="*/ 1484161 w 4641785"/>
              <a:gd name="connsiteY10314" fmla="*/ 1683228 h 5274332"/>
              <a:gd name="connsiteX10315" fmla="*/ 1479045 w 4641785"/>
              <a:gd name="connsiteY10315" fmla="*/ 1684623 h 5274332"/>
              <a:gd name="connsiteX10316" fmla="*/ 1479045 w 4641785"/>
              <a:gd name="connsiteY10316" fmla="*/ 1691600 h 5274332"/>
              <a:gd name="connsiteX10317" fmla="*/ 1474859 w 4641785"/>
              <a:gd name="connsiteY10317" fmla="*/ 1695321 h 5274332"/>
              <a:gd name="connsiteX10318" fmla="*/ 1474542 w 4641785"/>
              <a:gd name="connsiteY10318" fmla="*/ 1696273 h 5274332"/>
              <a:gd name="connsiteX10319" fmla="*/ 1474859 w 4641785"/>
              <a:gd name="connsiteY10319" fmla="*/ 1695321 h 5274332"/>
              <a:gd name="connsiteX10320" fmla="*/ 1479045 w 4641785"/>
              <a:gd name="connsiteY10320" fmla="*/ 1691601 h 5274332"/>
              <a:gd name="connsiteX10321" fmla="*/ 1479045 w 4641785"/>
              <a:gd name="connsiteY10321" fmla="*/ 1684624 h 5274332"/>
              <a:gd name="connsiteX10322" fmla="*/ 1484162 w 4641785"/>
              <a:gd name="connsiteY10322" fmla="*/ 1683229 h 5274332"/>
              <a:gd name="connsiteX10323" fmla="*/ 1485092 w 4641785"/>
              <a:gd name="connsiteY10323" fmla="*/ 1679508 h 5274332"/>
              <a:gd name="connsiteX10324" fmla="*/ 1366489 w 4641785"/>
              <a:gd name="connsiteY10324" fmla="*/ 1679042 h 5274332"/>
              <a:gd name="connsiteX10325" fmla="*/ 1367419 w 4641785"/>
              <a:gd name="connsiteY10325" fmla="*/ 1683228 h 5274332"/>
              <a:gd name="connsiteX10326" fmla="*/ 1366489 w 4641785"/>
              <a:gd name="connsiteY10326" fmla="*/ 1685553 h 5274332"/>
              <a:gd name="connsiteX10327" fmla="*/ 1362252 w 4641785"/>
              <a:gd name="connsiteY10327" fmla="*/ 1686966 h 5274332"/>
              <a:gd name="connsiteX10328" fmla="*/ 1366489 w 4641785"/>
              <a:gd name="connsiteY10328" fmla="*/ 1685554 h 5274332"/>
              <a:gd name="connsiteX10329" fmla="*/ 1367420 w 4641785"/>
              <a:gd name="connsiteY10329" fmla="*/ 1683228 h 5274332"/>
              <a:gd name="connsiteX10330" fmla="*/ 1368814 w 4641785"/>
              <a:gd name="connsiteY10330" fmla="*/ 1674856 h 5274332"/>
              <a:gd name="connsiteX10331" fmla="*/ 1368814 w 4641785"/>
              <a:gd name="connsiteY10331" fmla="*/ 1677646 h 5274332"/>
              <a:gd name="connsiteX10332" fmla="*/ 1367392 w 4641785"/>
              <a:gd name="connsiteY10332" fmla="*/ 1678500 h 5274332"/>
              <a:gd name="connsiteX10333" fmla="*/ 1368815 w 4641785"/>
              <a:gd name="connsiteY10333" fmla="*/ 1677647 h 5274332"/>
              <a:gd name="connsiteX10334" fmla="*/ 1368815 w 4641785"/>
              <a:gd name="connsiteY10334" fmla="*/ 1674856 h 5274332"/>
              <a:gd name="connsiteX10335" fmla="*/ 1369099 w 4641785"/>
              <a:gd name="connsiteY10335" fmla="*/ 1674903 h 5274332"/>
              <a:gd name="connsiteX10336" fmla="*/ 1373000 w 4641785"/>
              <a:gd name="connsiteY10336" fmla="*/ 1673460 h 5274332"/>
              <a:gd name="connsiteX10337" fmla="*/ 1371605 w 4641785"/>
              <a:gd name="connsiteY10337" fmla="*/ 1675321 h 5274332"/>
              <a:gd name="connsiteX10338" fmla="*/ 1371606 w 4641785"/>
              <a:gd name="connsiteY10338" fmla="*/ 1675321 h 5274332"/>
              <a:gd name="connsiteX10339" fmla="*/ 1373001 w 4641785"/>
              <a:gd name="connsiteY10339" fmla="*/ 1673460 h 5274332"/>
              <a:gd name="connsiteX10340" fmla="*/ 1485091 w 4641785"/>
              <a:gd name="connsiteY10340" fmla="*/ 1667880 h 5274332"/>
              <a:gd name="connsiteX10341" fmla="*/ 1484627 w 4641785"/>
              <a:gd name="connsiteY10341" fmla="*/ 1670670 h 5274332"/>
              <a:gd name="connsiteX10342" fmla="*/ 1481371 w 4641785"/>
              <a:gd name="connsiteY10342" fmla="*/ 1672531 h 5274332"/>
              <a:gd name="connsiteX10343" fmla="*/ 1481867 w 4641785"/>
              <a:gd name="connsiteY10343" fmla="*/ 1673853 h 5274332"/>
              <a:gd name="connsiteX10344" fmla="*/ 1481371 w 4641785"/>
              <a:gd name="connsiteY10344" fmla="*/ 1672531 h 5274332"/>
              <a:gd name="connsiteX10345" fmla="*/ 1484627 w 4641785"/>
              <a:gd name="connsiteY10345" fmla="*/ 1670670 h 5274332"/>
              <a:gd name="connsiteX10346" fmla="*/ 1485092 w 4641785"/>
              <a:gd name="connsiteY10346" fmla="*/ 1667880 h 5274332"/>
              <a:gd name="connsiteX10347" fmla="*/ 1243701 w 4641785"/>
              <a:gd name="connsiteY10347" fmla="*/ 1663228 h 5274332"/>
              <a:gd name="connsiteX10348" fmla="*/ 1241840 w 4641785"/>
              <a:gd name="connsiteY10348" fmla="*/ 1668344 h 5274332"/>
              <a:gd name="connsiteX10349" fmla="*/ 1242051 w 4641785"/>
              <a:gd name="connsiteY10349" fmla="*/ 1668766 h 5274332"/>
              <a:gd name="connsiteX10350" fmla="*/ 1241840 w 4641785"/>
              <a:gd name="connsiteY10350" fmla="*/ 1668345 h 5274332"/>
              <a:gd name="connsiteX10351" fmla="*/ 1478158 w 4641785"/>
              <a:gd name="connsiteY10351" fmla="*/ 1662799 h 5274332"/>
              <a:gd name="connsiteX10352" fmla="*/ 1478115 w 4641785"/>
              <a:gd name="connsiteY10352" fmla="*/ 1663228 h 5274332"/>
              <a:gd name="connsiteX10353" fmla="*/ 1474859 w 4641785"/>
              <a:gd name="connsiteY10353" fmla="*/ 1663228 h 5274332"/>
              <a:gd name="connsiteX10354" fmla="*/ 1474405 w 4641785"/>
              <a:gd name="connsiteY10354" fmla="*/ 1664137 h 5274332"/>
              <a:gd name="connsiteX10355" fmla="*/ 1474859 w 4641785"/>
              <a:gd name="connsiteY10355" fmla="*/ 1663229 h 5274332"/>
              <a:gd name="connsiteX10356" fmla="*/ 1478115 w 4641785"/>
              <a:gd name="connsiteY10356" fmla="*/ 1663229 h 5274332"/>
              <a:gd name="connsiteX10357" fmla="*/ 1229283 w 4641785"/>
              <a:gd name="connsiteY10357" fmla="*/ 1651600 h 5274332"/>
              <a:gd name="connsiteX10358" fmla="*/ 1229283 w 4641785"/>
              <a:gd name="connsiteY10358" fmla="*/ 1651601 h 5274332"/>
              <a:gd name="connsiteX10359" fmla="*/ 1233933 w 4641785"/>
              <a:gd name="connsiteY10359" fmla="*/ 1652996 h 5274332"/>
              <a:gd name="connsiteX10360" fmla="*/ 1236893 w 4641785"/>
              <a:gd name="connsiteY10360" fmla="*/ 1657732 h 5274332"/>
              <a:gd name="connsiteX10361" fmla="*/ 1233933 w 4641785"/>
              <a:gd name="connsiteY10361" fmla="*/ 1652995 h 5274332"/>
              <a:gd name="connsiteX10362" fmla="*/ 1478115 w 4641785"/>
              <a:gd name="connsiteY10362" fmla="*/ 1649275 h 5274332"/>
              <a:gd name="connsiteX10363" fmla="*/ 1475218 w 4641785"/>
              <a:gd name="connsiteY10363" fmla="*/ 1651206 h 5274332"/>
              <a:gd name="connsiteX10364" fmla="*/ 1478115 w 4641785"/>
              <a:gd name="connsiteY10364" fmla="*/ 1649275 h 5274332"/>
              <a:gd name="connsiteX10365" fmla="*/ 1222447 w 4641785"/>
              <a:gd name="connsiteY10365" fmla="*/ 1644289 h 5274332"/>
              <a:gd name="connsiteX10366" fmla="*/ 1228352 w 4641785"/>
              <a:gd name="connsiteY10366" fmla="*/ 1647415 h 5274332"/>
              <a:gd name="connsiteX10367" fmla="*/ 1228721 w 4641785"/>
              <a:gd name="connsiteY10367" fmla="*/ 1649077 h 5274332"/>
              <a:gd name="connsiteX10368" fmla="*/ 1228352 w 4641785"/>
              <a:gd name="connsiteY10368" fmla="*/ 1647414 h 5274332"/>
              <a:gd name="connsiteX10369" fmla="*/ 1214215 w 4641785"/>
              <a:gd name="connsiteY10369" fmla="*/ 1641839 h 5274332"/>
              <a:gd name="connsiteX10370" fmla="*/ 1214399 w 4641785"/>
              <a:gd name="connsiteY10370" fmla="*/ 1642298 h 5274332"/>
              <a:gd name="connsiteX10371" fmla="*/ 1218247 w 4641785"/>
              <a:gd name="connsiteY10371" fmla="*/ 1642890 h 5274332"/>
              <a:gd name="connsiteX10372" fmla="*/ 1214399 w 4641785"/>
              <a:gd name="connsiteY10372" fmla="*/ 1642298 h 5274332"/>
              <a:gd name="connsiteX10373" fmla="*/ 1474859 w 4641785"/>
              <a:gd name="connsiteY10373" fmla="*/ 1639043 h 5274332"/>
              <a:gd name="connsiteX10374" fmla="*/ 1474394 w 4641785"/>
              <a:gd name="connsiteY10374" fmla="*/ 1642763 h 5274332"/>
              <a:gd name="connsiteX10375" fmla="*/ 1474394 w 4641785"/>
              <a:gd name="connsiteY10375" fmla="*/ 1642764 h 5274332"/>
              <a:gd name="connsiteX10376" fmla="*/ 1209282 w 4641785"/>
              <a:gd name="connsiteY10376" fmla="*/ 1639043 h 5274332"/>
              <a:gd name="connsiteX10377" fmla="*/ 1206956 w 4641785"/>
              <a:gd name="connsiteY10377" fmla="*/ 1640903 h 5274332"/>
              <a:gd name="connsiteX10378" fmla="*/ 1205670 w 4641785"/>
              <a:gd name="connsiteY10378" fmla="*/ 1640689 h 5274332"/>
              <a:gd name="connsiteX10379" fmla="*/ 1206957 w 4641785"/>
              <a:gd name="connsiteY10379" fmla="*/ 1640903 h 5274332"/>
              <a:gd name="connsiteX10380" fmla="*/ 1206492 w 4641785"/>
              <a:gd name="connsiteY10380" fmla="*/ 1634392 h 5274332"/>
              <a:gd name="connsiteX10381" fmla="*/ 1205097 w 4641785"/>
              <a:gd name="connsiteY10381" fmla="*/ 1636252 h 5274332"/>
              <a:gd name="connsiteX10382" fmla="*/ 1206492 w 4641785"/>
              <a:gd name="connsiteY10382" fmla="*/ 1634392 h 5274332"/>
              <a:gd name="connsiteX10383" fmla="*/ 1468106 w 4641785"/>
              <a:gd name="connsiteY10383" fmla="*/ 1633665 h 5274332"/>
              <a:gd name="connsiteX10384" fmla="*/ 1468813 w 4641785"/>
              <a:gd name="connsiteY10384" fmla="*/ 1635787 h 5274332"/>
              <a:gd name="connsiteX10385" fmla="*/ 1469476 w 4641785"/>
              <a:gd name="connsiteY10385" fmla="*/ 1636144 h 5274332"/>
              <a:gd name="connsiteX10386" fmla="*/ 1468813 w 4641785"/>
              <a:gd name="connsiteY10386" fmla="*/ 1635787 h 5274332"/>
              <a:gd name="connsiteX10387" fmla="*/ 1462766 w 4641785"/>
              <a:gd name="connsiteY10387" fmla="*/ 1628811 h 5274332"/>
              <a:gd name="connsiteX10388" fmla="*/ 1462766 w 4641785"/>
              <a:gd name="connsiteY10388" fmla="*/ 1631136 h 5274332"/>
              <a:gd name="connsiteX10389" fmla="*/ 1462767 w 4641785"/>
              <a:gd name="connsiteY10389" fmla="*/ 1631136 h 5274332"/>
              <a:gd name="connsiteX10390" fmla="*/ 1462767 w 4641785"/>
              <a:gd name="connsiteY10390" fmla="*/ 1628811 h 5274332"/>
              <a:gd name="connsiteX10391" fmla="*/ 1440643 w 4641785"/>
              <a:gd name="connsiteY10391" fmla="*/ 1625686 h 5274332"/>
              <a:gd name="connsiteX10392" fmla="*/ 1439977 w 4641785"/>
              <a:gd name="connsiteY10392" fmla="*/ 1626019 h 5274332"/>
              <a:gd name="connsiteX10393" fmla="*/ 1436721 w 4641785"/>
              <a:gd name="connsiteY10393" fmla="*/ 1627880 h 5274332"/>
              <a:gd name="connsiteX10394" fmla="*/ 1436721 w 4641785"/>
              <a:gd name="connsiteY10394" fmla="*/ 1627880 h 5274332"/>
              <a:gd name="connsiteX10395" fmla="*/ 1439976 w 4641785"/>
              <a:gd name="connsiteY10395" fmla="*/ 1626019 h 5274332"/>
              <a:gd name="connsiteX10396" fmla="*/ 1449744 w 4641785"/>
              <a:gd name="connsiteY10396" fmla="*/ 1624624 h 5274332"/>
              <a:gd name="connsiteX10397" fmla="*/ 1449373 w 4641785"/>
              <a:gd name="connsiteY10397" fmla="*/ 1624772 h 5274332"/>
              <a:gd name="connsiteX10398" fmla="*/ 1449744 w 4641785"/>
              <a:gd name="connsiteY10398" fmla="*/ 1624624 h 5274332"/>
              <a:gd name="connsiteX10399" fmla="*/ 1443698 w 4641785"/>
              <a:gd name="connsiteY10399" fmla="*/ 1624159 h 5274332"/>
              <a:gd name="connsiteX10400" fmla="*/ 1443698 w 4641785"/>
              <a:gd name="connsiteY10400" fmla="*/ 1624159 h 5274332"/>
              <a:gd name="connsiteX10401" fmla="*/ 1447418 w 4641785"/>
              <a:gd name="connsiteY10401" fmla="*/ 1625554 h 5274332"/>
              <a:gd name="connsiteX10402" fmla="*/ 1447418 w 4641785"/>
              <a:gd name="connsiteY10402" fmla="*/ 1625554 h 5274332"/>
              <a:gd name="connsiteX10403" fmla="*/ 1452999 w 4641785"/>
              <a:gd name="connsiteY10403" fmla="*/ 1620905 h 5274332"/>
              <a:gd name="connsiteX10404" fmla="*/ 1452072 w 4641785"/>
              <a:gd name="connsiteY10404" fmla="*/ 1622298 h 5274332"/>
              <a:gd name="connsiteX10405" fmla="*/ 1453464 w 4641785"/>
              <a:gd name="connsiteY10405" fmla="*/ 1621834 h 5274332"/>
              <a:gd name="connsiteX10406" fmla="*/ 1453465 w 4641785"/>
              <a:gd name="connsiteY10406" fmla="*/ 1621834 h 5274332"/>
              <a:gd name="connsiteX10407" fmla="*/ 1410210 w 4641785"/>
              <a:gd name="connsiteY10407" fmla="*/ 1619973 h 5274332"/>
              <a:gd name="connsiteX10408" fmla="*/ 1408818 w 4641785"/>
              <a:gd name="connsiteY10408" fmla="*/ 1620901 h 5274332"/>
              <a:gd name="connsiteX10409" fmla="*/ 1411140 w 4641785"/>
              <a:gd name="connsiteY10409" fmla="*/ 1619973 h 5274332"/>
              <a:gd name="connsiteX10410" fmla="*/ 1413930 w 4641785"/>
              <a:gd name="connsiteY10410" fmla="*/ 1622764 h 5274332"/>
              <a:gd name="connsiteX10411" fmla="*/ 1416721 w 4641785"/>
              <a:gd name="connsiteY10411" fmla="*/ 1624624 h 5274332"/>
              <a:gd name="connsiteX10412" fmla="*/ 1416255 w 4641785"/>
              <a:gd name="connsiteY10412" fmla="*/ 1626485 h 5274332"/>
              <a:gd name="connsiteX10413" fmla="*/ 1417651 w 4641785"/>
              <a:gd name="connsiteY10413" fmla="*/ 1632531 h 5274332"/>
              <a:gd name="connsiteX10414" fmla="*/ 1420441 w 4641785"/>
              <a:gd name="connsiteY10414" fmla="*/ 1634856 h 5274332"/>
              <a:gd name="connsiteX10415" fmla="*/ 1423697 w 4641785"/>
              <a:gd name="connsiteY10415" fmla="*/ 1636717 h 5274332"/>
              <a:gd name="connsiteX10416" fmla="*/ 1426023 w 4641785"/>
              <a:gd name="connsiteY10416" fmla="*/ 1639973 h 5274332"/>
              <a:gd name="connsiteX10417" fmla="*/ 1430674 w 4641785"/>
              <a:gd name="connsiteY10417" fmla="*/ 1639507 h 5274332"/>
              <a:gd name="connsiteX10418" fmla="*/ 1433930 w 4641785"/>
              <a:gd name="connsiteY10418" fmla="*/ 1639043 h 5274332"/>
              <a:gd name="connsiteX10419" fmla="*/ 1434238 w 4641785"/>
              <a:gd name="connsiteY10419" fmla="*/ 1638812 h 5274332"/>
              <a:gd name="connsiteX10420" fmla="*/ 1433930 w 4641785"/>
              <a:gd name="connsiteY10420" fmla="*/ 1639042 h 5274332"/>
              <a:gd name="connsiteX10421" fmla="*/ 1430675 w 4641785"/>
              <a:gd name="connsiteY10421" fmla="*/ 1639507 h 5274332"/>
              <a:gd name="connsiteX10422" fmla="*/ 1426023 w 4641785"/>
              <a:gd name="connsiteY10422" fmla="*/ 1639972 h 5274332"/>
              <a:gd name="connsiteX10423" fmla="*/ 1423698 w 4641785"/>
              <a:gd name="connsiteY10423" fmla="*/ 1636716 h 5274332"/>
              <a:gd name="connsiteX10424" fmla="*/ 1420442 w 4641785"/>
              <a:gd name="connsiteY10424" fmla="*/ 1634857 h 5274332"/>
              <a:gd name="connsiteX10425" fmla="*/ 1417652 w 4641785"/>
              <a:gd name="connsiteY10425" fmla="*/ 1632531 h 5274332"/>
              <a:gd name="connsiteX10426" fmla="*/ 1416256 w 4641785"/>
              <a:gd name="connsiteY10426" fmla="*/ 1626484 h 5274332"/>
              <a:gd name="connsiteX10427" fmla="*/ 1416722 w 4641785"/>
              <a:gd name="connsiteY10427" fmla="*/ 1624624 h 5274332"/>
              <a:gd name="connsiteX10428" fmla="*/ 1413931 w 4641785"/>
              <a:gd name="connsiteY10428" fmla="*/ 1622763 h 5274332"/>
              <a:gd name="connsiteX10429" fmla="*/ 1411140 w 4641785"/>
              <a:gd name="connsiteY10429" fmla="*/ 1619973 h 5274332"/>
              <a:gd name="connsiteX10430" fmla="*/ 1401372 w 4641785"/>
              <a:gd name="connsiteY10430" fmla="*/ 1619043 h 5274332"/>
              <a:gd name="connsiteX10431" fmla="*/ 1400907 w 4641785"/>
              <a:gd name="connsiteY10431" fmla="*/ 1619973 h 5274332"/>
              <a:gd name="connsiteX10432" fmla="*/ 1401372 w 4641785"/>
              <a:gd name="connsiteY10432" fmla="*/ 1619043 h 5274332"/>
              <a:gd name="connsiteX10433" fmla="*/ 1394861 w 4641785"/>
              <a:gd name="connsiteY10433" fmla="*/ 1618577 h 5274332"/>
              <a:gd name="connsiteX10434" fmla="*/ 1394860 w 4641785"/>
              <a:gd name="connsiteY10434" fmla="*/ 1618578 h 5274332"/>
              <a:gd name="connsiteX10435" fmla="*/ 1395791 w 4641785"/>
              <a:gd name="connsiteY10435" fmla="*/ 1619508 h 5274332"/>
              <a:gd name="connsiteX10436" fmla="*/ 1402768 w 4641785"/>
              <a:gd name="connsiteY10436" fmla="*/ 1617647 h 5274332"/>
              <a:gd name="connsiteX10437" fmla="*/ 1406489 w 4641785"/>
              <a:gd name="connsiteY10437" fmla="*/ 1619973 h 5274332"/>
              <a:gd name="connsiteX10438" fmla="*/ 1407419 w 4641785"/>
              <a:gd name="connsiteY10438" fmla="*/ 1620903 h 5274332"/>
              <a:gd name="connsiteX10439" fmla="*/ 1407419 w 4641785"/>
              <a:gd name="connsiteY10439" fmla="*/ 1620903 h 5274332"/>
              <a:gd name="connsiteX10440" fmla="*/ 1406489 w 4641785"/>
              <a:gd name="connsiteY10440" fmla="*/ 1619973 h 5274332"/>
              <a:gd name="connsiteX10441" fmla="*/ 1402768 w 4641785"/>
              <a:gd name="connsiteY10441" fmla="*/ 1617647 h 5274332"/>
              <a:gd name="connsiteX10442" fmla="*/ 1187100 w 4641785"/>
              <a:gd name="connsiteY10442" fmla="*/ 1617345 h 5274332"/>
              <a:gd name="connsiteX10443" fmla="*/ 1187887 w 4641785"/>
              <a:gd name="connsiteY10443" fmla="*/ 1617647 h 5274332"/>
              <a:gd name="connsiteX10444" fmla="*/ 1187887 w 4641785"/>
              <a:gd name="connsiteY10444" fmla="*/ 1617647 h 5274332"/>
              <a:gd name="connsiteX10445" fmla="*/ 1377879 w 4641785"/>
              <a:gd name="connsiteY10445" fmla="*/ 1616846 h 5274332"/>
              <a:gd name="connsiteX10446" fmla="*/ 1380442 w 4641785"/>
              <a:gd name="connsiteY10446" fmla="*/ 1619043 h 5274332"/>
              <a:gd name="connsiteX10447" fmla="*/ 1380442 w 4641785"/>
              <a:gd name="connsiteY10447" fmla="*/ 1621834 h 5274332"/>
              <a:gd name="connsiteX10448" fmla="*/ 1381317 w 4641785"/>
              <a:gd name="connsiteY10448" fmla="*/ 1621483 h 5274332"/>
              <a:gd name="connsiteX10449" fmla="*/ 1380442 w 4641785"/>
              <a:gd name="connsiteY10449" fmla="*/ 1621833 h 5274332"/>
              <a:gd name="connsiteX10450" fmla="*/ 1380442 w 4641785"/>
              <a:gd name="connsiteY10450" fmla="*/ 1619043 h 5274332"/>
              <a:gd name="connsiteX10451" fmla="*/ 1399512 w 4641785"/>
              <a:gd name="connsiteY10451" fmla="*/ 1615787 h 5274332"/>
              <a:gd name="connsiteX10452" fmla="*/ 1399513 w 4641785"/>
              <a:gd name="connsiteY10452" fmla="*/ 1615788 h 5274332"/>
              <a:gd name="connsiteX10453" fmla="*/ 1402302 w 4641785"/>
              <a:gd name="connsiteY10453" fmla="*/ 1617647 h 5274332"/>
              <a:gd name="connsiteX10454" fmla="*/ 1179713 w 4641785"/>
              <a:gd name="connsiteY10454" fmla="*/ 1606315 h 5274332"/>
              <a:gd name="connsiteX10455" fmla="*/ 1180446 w 4641785"/>
              <a:gd name="connsiteY10455" fmla="*/ 1607416 h 5274332"/>
              <a:gd name="connsiteX10456" fmla="*/ 1180545 w 4641785"/>
              <a:gd name="connsiteY10456" fmla="*/ 1607980 h 5274332"/>
              <a:gd name="connsiteX10457" fmla="*/ 1180446 w 4641785"/>
              <a:gd name="connsiteY10457" fmla="*/ 1607415 h 5274332"/>
              <a:gd name="connsiteX10458" fmla="*/ 1451604 w 4641785"/>
              <a:gd name="connsiteY10458" fmla="*/ 1604625 h 5274332"/>
              <a:gd name="connsiteX10459" fmla="*/ 1448815 w 4641785"/>
              <a:gd name="connsiteY10459" fmla="*/ 1605555 h 5274332"/>
              <a:gd name="connsiteX10460" fmla="*/ 1448814 w 4641785"/>
              <a:gd name="connsiteY10460" fmla="*/ 1605555 h 5274332"/>
              <a:gd name="connsiteX10461" fmla="*/ 1451604 w 4641785"/>
              <a:gd name="connsiteY10461" fmla="*/ 1604625 h 5274332"/>
              <a:gd name="connsiteX10462" fmla="*/ 1174865 w 4641785"/>
              <a:gd name="connsiteY10462" fmla="*/ 1604159 h 5274332"/>
              <a:gd name="connsiteX10463" fmla="*/ 1174865 w 4641785"/>
              <a:gd name="connsiteY10463" fmla="*/ 1604160 h 5274332"/>
              <a:gd name="connsiteX10464" fmla="*/ 1178039 w 4641785"/>
              <a:gd name="connsiteY10464" fmla="*/ 1604556 h 5274332"/>
              <a:gd name="connsiteX10465" fmla="*/ 1173469 w 4641785"/>
              <a:gd name="connsiteY10465" fmla="*/ 1602299 h 5274332"/>
              <a:gd name="connsiteX10466" fmla="*/ 1170214 w 4641785"/>
              <a:gd name="connsiteY10466" fmla="*/ 1602764 h 5274332"/>
              <a:gd name="connsiteX10467" fmla="*/ 1170214 w 4641785"/>
              <a:gd name="connsiteY10467" fmla="*/ 1602764 h 5274332"/>
              <a:gd name="connsiteX10468" fmla="*/ 1173469 w 4641785"/>
              <a:gd name="connsiteY10468" fmla="*/ 1602299 h 5274332"/>
              <a:gd name="connsiteX10469" fmla="*/ 1383961 w 4641785"/>
              <a:gd name="connsiteY10469" fmla="*/ 1599111 h 5274332"/>
              <a:gd name="connsiteX10470" fmla="*/ 1382768 w 4641785"/>
              <a:gd name="connsiteY10470" fmla="*/ 1599508 h 5274332"/>
              <a:gd name="connsiteX10471" fmla="*/ 1382155 w 4641785"/>
              <a:gd name="connsiteY10471" fmla="*/ 1599263 h 5274332"/>
              <a:gd name="connsiteX10472" fmla="*/ 1382768 w 4641785"/>
              <a:gd name="connsiteY10472" fmla="*/ 1599508 h 5274332"/>
              <a:gd name="connsiteX10473" fmla="*/ 1380442 w 4641785"/>
              <a:gd name="connsiteY10473" fmla="*/ 1598578 h 5274332"/>
              <a:gd name="connsiteX10474" fmla="*/ 1376721 w 4641785"/>
              <a:gd name="connsiteY10474" fmla="*/ 1606950 h 5274332"/>
              <a:gd name="connsiteX10475" fmla="*/ 1373466 w 4641785"/>
              <a:gd name="connsiteY10475" fmla="*/ 1606950 h 5274332"/>
              <a:gd name="connsiteX10476" fmla="*/ 1373000 w 4641785"/>
              <a:gd name="connsiteY10476" fmla="*/ 1608810 h 5274332"/>
              <a:gd name="connsiteX10477" fmla="*/ 1373931 w 4641785"/>
              <a:gd name="connsiteY10477" fmla="*/ 1613461 h 5274332"/>
              <a:gd name="connsiteX10478" fmla="*/ 1376101 w 4641785"/>
              <a:gd name="connsiteY10478" fmla="*/ 1615322 h 5274332"/>
              <a:gd name="connsiteX10479" fmla="*/ 1373931 w 4641785"/>
              <a:gd name="connsiteY10479" fmla="*/ 1613461 h 5274332"/>
              <a:gd name="connsiteX10480" fmla="*/ 1373001 w 4641785"/>
              <a:gd name="connsiteY10480" fmla="*/ 1608810 h 5274332"/>
              <a:gd name="connsiteX10481" fmla="*/ 1373466 w 4641785"/>
              <a:gd name="connsiteY10481" fmla="*/ 1606950 h 5274332"/>
              <a:gd name="connsiteX10482" fmla="*/ 1376722 w 4641785"/>
              <a:gd name="connsiteY10482" fmla="*/ 1606950 h 5274332"/>
              <a:gd name="connsiteX10483" fmla="*/ 1380442 w 4641785"/>
              <a:gd name="connsiteY10483" fmla="*/ 1598578 h 5274332"/>
              <a:gd name="connsiteX10484" fmla="*/ 1386176 w 4641785"/>
              <a:gd name="connsiteY10484" fmla="*/ 1596725 h 5274332"/>
              <a:gd name="connsiteX10485" fmla="*/ 1385558 w 4641785"/>
              <a:gd name="connsiteY10485" fmla="*/ 1598578 h 5274332"/>
              <a:gd name="connsiteX10486" fmla="*/ 1385559 w 4641785"/>
              <a:gd name="connsiteY10486" fmla="*/ 1598578 h 5274332"/>
              <a:gd name="connsiteX10487" fmla="*/ 1392134 w 4641785"/>
              <a:gd name="connsiteY10487" fmla="*/ 1587288 h 5274332"/>
              <a:gd name="connsiteX10488" fmla="*/ 1391605 w 4641785"/>
              <a:gd name="connsiteY10488" fmla="*/ 1588346 h 5274332"/>
              <a:gd name="connsiteX10489" fmla="*/ 1391203 w 4641785"/>
              <a:gd name="connsiteY10489" fmla="*/ 1591165 h 5274332"/>
              <a:gd name="connsiteX10490" fmla="*/ 1391605 w 4641785"/>
              <a:gd name="connsiteY10490" fmla="*/ 1588346 h 5274332"/>
              <a:gd name="connsiteX10491" fmla="*/ 1446487 w 4641785"/>
              <a:gd name="connsiteY10491" fmla="*/ 1585091 h 5274332"/>
              <a:gd name="connsiteX10492" fmla="*/ 1446195 w 4641785"/>
              <a:gd name="connsiteY10492" fmla="*/ 1585384 h 5274332"/>
              <a:gd name="connsiteX10493" fmla="*/ 1446488 w 4641785"/>
              <a:gd name="connsiteY10493" fmla="*/ 1585091 h 5274332"/>
              <a:gd name="connsiteX10494" fmla="*/ 1866093 w 4641785"/>
              <a:gd name="connsiteY10494" fmla="*/ 1582680 h 5274332"/>
              <a:gd name="connsiteX10495" fmla="*/ 1868807 w 4641785"/>
              <a:gd name="connsiteY10495" fmla="*/ 1584161 h 5274332"/>
              <a:gd name="connsiteX10496" fmla="*/ 1874388 w 4641785"/>
              <a:gd name="connsiteY10496" fmla="*/ 1584161 h 5274332"/>
              <a:gd name="connsiteX10497" fmla="*/ 1875157 w 4641785"/>
              <a:gd name="connsiteY10497" fmla="*/ 1583392 h 5274332"/>
              <a:gd name="connsiteX10498" fmla="*/ 1874388 w 4641785"/>
              <a:gd name="connsiteY10498" fmla="*/ 1584160 h 5274332"/>
              <a:gd name="connsiteX10499" fmla="*/ 1868807 w 4641785"/>
              <a:gd name="connsiteY10499" fmla="*/ 1584160 h 5274332"/>
              <a:gd name="connsiteX10500" fmla="*/ 1390812 w 4641785"/>
              <a:gd name="connsiteY10500" fmla="*/ 1574584 h 5274332"/>
              <a:gd name="connsiteX10501" fmla="*/ 1389744 w 4641785"/>
              <a:gd name="connsiteY10501" fmla="*/ 1576718 h 5274332"/>
              <a:gd name="connsiteX10502" fmla="*/ 1391605 w 4641785"/>
              <a:gd name="connsiteY10502" fmla="*/ 1579044 h 5274332"/>
              <a:gd name="connsiteX10503" fmla="*/ 1390209 w 4641785"/>
              <a:gd name="connsiteY10503" fmla="*/ 1584159 h 5274332"/>
              <a:gd name="connsiteX10504" fmla="*/ 1392535 w 4641785"/>
              <a:gd name="connsiteY10504" fmla="*/ 1586485 h 5274332"/>
              <a:gd name="connsiteX10505" fmla="*/ 1392535 w 4641785"/>
              <a:gd name="connsiteY10505" fmla="*/ 1586485 h 5274332"/>
              <a:gd name="connsiteX10506" fmla="*/ 1390210 w 4641785"/>
              <a:gd name="connsiteY10506" fmla="*/ 1584160 h 5274332"/>
              <a:gd name="connsiteX10507" fmla="*/ 1391605 w 4641785"/>
              <a:gd name="connsiteY10507" fmla="*/ 1579043 h 5274332"/>
              <a:gd name="connsiteX10508" fmla="*/ 1389745 w 4641785"/>
              <a:gd name="connsiteY10508" fmla="*/ 1576717 h 5274332"/>
              <a:gd name="connsiteX10509" fmla="*/ 1859457 w 4641785"/>
              <a:gd name="connsiteY10509" fmla="*/ 1573159 h 5274332"/>
              <a:gd name="connsiteX10510" fmla="*/ 1859970 w 4641785"/>
              <a:gd name="connsiteY10510" fmla="*/ 1573928 h 5274332"/>
              <a:gd name="connsiteX10511" fmla="*/ 1861830 w 4641785"/>
              <a:gd name="connsiteY10511" fmla="*/ 1575788 h 5274332"/>
              <a:gd name="connsiteX10512" fmla="*/ 1863226 w 4641785"/>
              <a:gd name="connsiteY10512" fmla="*/ 1578114 h 5274332"/>
              <a:gd name="connsiteX10513" fmla="*/ 1863625 w 4641785"/>
              <a:gd name="connsiteY10513" fmla="*/ 1580907 h 5274332"/>
              <a:gd name="connsiteX10514" fmla="*/ 1863226 w 4641785"/>
              <a:gd name="connsiteY10514" fmla="*/ 1578114 h 5274332"/>
              <a:gd name="connsiteX10515" fmla="*/ 1861830 w 4641785"/>
              <a:gd name="connsiteY10515" fmla="*/ 1575788 h 5274332"/>
              <a:gd name="connsiteX10516" fmla="*/ 1859971 w 4641785"/>
              <a:gd name="connsiteY10516" fmla="*/ 1573928 h 5274332"/>
              <a:gd name="connsiteX10517" fmla="*/ 1860435 w 4641785"/>
              <a:gd name="connsiteY10517" fmla="*/ 1569277 h 5274332"/>
              <a:gd name="connsiteX10518" fmla="*/ 1858574 w 4641785"/>
              <a:gd name="connsiteY10518" fmla="*/ 1572067 h 5274332"/>
              <a:gd name="connsiteX10519" fmla="*/ 1858707 w 4641785"/>
              <a:gd name="connsiteY10519" fmla="*/ 1572200 h 5274332"/>
              <a:gd name="connsiteX10520" fmla="*/ 1858575 w 4641785"/>
              <a:gd name="connsiteY10520" fmla="*/ 1572068 h 5274332"/>
              <a:gd name="connsiteX10521" fmla="*/ 1860435 w 4641785"/>
              <a:gd name="connsiteY10521" fmla="*/ 1569277 h 5274332"/>
              <a:gd name="connsiteX10522" fmla="*/ 1880435 w 4641785"/>
              <a:gd name="connsiteY10522" fmla="*/ 1569277 h 5274332"/>
              <a:gd name="connsiteX10523" fmla="*/ 1880435 w 4641785"/>
              <a:gd name="connsiteY10523" fmla="*/ 1569277 h 5274332"/>
              <a:gd name="connsiteX10524" fmla="*/ 1881624 w 4641785"/>
              <a:gd name="connsiteY10524" fmla="*/ 1570942 h 5274332"/>
              <a:gd name="connsiteX10525" fmla="*/ 1859505 w 4641785"/>
              <a:gd name="connsiteY10525" fmla="*/ 1568812 h 5274332"/>
              <a:gd name="connsiteX10526" fmla="*/ 1859504 w 4641785"/>
              <a:gd name="connsiteY10526" fmla="*/ 1568812 h 5274332"/>
              <a:gd name="connsiteX10527" fmla="*/ 1859974 w 4641785"/>
              <a:gd name="connsiteY10527" fmla="*/ 1569046 h 5274332"/>
              <a:gd name="connsiteX10528" fmla="*/ 1389745 w 4641785"/>
              <a:gd name="connsiteY10528" fmla="*/ 1568809 h 5274332"/>
              <a:gd name="connsiteX10529" fmla="*/ 1389744 w 4641785"/>
              <a:gd name="connsiteY10529" fmla="*/ 1568811 h 5274332"/>
              <a:gd name="connsiteX10530" fmla="*/ 1389746 w 4641785"/>
              <a:gd name="connsiteY10530" fmla="*/ 1568814 h 5274332"/>
              <a:gd name="connsiteX10531" fmla="*/ 1389745 w 4641785"/>
              <a:gd name="connsiteY10531" fmla="*/ 1568810 h 5274332"/>
              <a:gd name="connsiteX10532" fmla="*/ 1851598 w 4641785"/>
              <a:gd name="connsiteY10532" fmla="*/ 1568347 h 5274332"/>
              <a:gd name="connsiteX10533" fmla="*/ 1851598 w 4641785"/>
              <a:gd name="connsiteY10533" fmla="*/ 1568347 h 5274332"/>
              <a:gd name="connsiteX10534" fmla="*/ 1854853 w 4641785"/>
              <a:gd name="connsiteY10534" fmla="*/ 1569742 h 5274332"/>
              <a:gd name="connsiteX10535" fmla="*/ 1854854 w 4641785"/>
              <a:gd name="connsiteY10535" fmla="*/ 1569742 h 5274332"/>
              <a:gd name="connsiteX10536" fmla="*/ 1841831 w 4641785"/>
              <a:gd name="connsiteY10536" fmla="*/ 1568347 h 5274332"/>
              <a:gd name="connsiteX10537" fmla="*/ 1841831 w 4641785"/>
              <a:gd name="connsiteY10537" fmla="*/ 1568347 h 5274332"/>
              <a:gd name="connsiteX10538" fmla="*/ 1845086 w 4641785"/>
              <a:gd name="connsiteY10538" fmla="*/ 1568347 h 5274332"/>
              <a:gd name="connsiteX10539" fmla="*/ 1845086 w 4641785"/>
              <a:gd name="connsiteY10539" fmla="*/ 1568347 h 5274332"/>
              <a:gd name="connsiteX10540" fmla="*/ 1433465 w 4641785"/>
              <a:gd name="connsiteY10540" fmla="*/ 1566951 h 5274332"/>
              <a:gd name="connsiteX10541" fmla="*/ 1430675 w 4641785"/>
              <a:gd name="connsiteY10541" fmla="*/ 1568810 h 5274332"/>
              <a:gd name="connsiteX10542" fmla="*/ 1430675 w 4641785"/>
              <a:gd name="connsiteY10542" fmla="*/ 1568812 h 5274332"/>
              <a:gd name="connsiteX10543" fmla="*/ 1842760 w 4641785"/>
              <a:gd name="connsiteY10543" fmla="*/ 1565556 h 5274332"/>
              <a:gd name="connsiteX10544" fmla="*/ 1841888 w 4641785"/>
              <a:gd name="connsiteY10544" fmla="*/ 1568176 h 5274332"/>
              <a:gd name="connsiteX10545" fmla="*/ 1842761 w 4641785"/>
              <a:gd name="connsiteY10545" fmla="*/ 1565557 h 5274332"/>
              <a:gd name="connsiteX10546" fmla="*/ 1393526 w 4641785"/>
              <a:gd name="connsiteY10546" fmla="*/ 1563545 h 5274332"/>
              <a:gd name="connsiteX10547" fmla="*/ 1393000 w 4641785"/>
              <a:gd name="connsiteY10547" fmla="*/ 1563695 h 5274332"/>
              <a:gd name="connsiteX10548" fmla="*/ 1391605 w 4641785"/>
              <a:gd name="connsiteY10548" fmla="*/ 1566020 h 5274332"/>
              <a:gd name="connsiteX10549" fmla="*/ 1393001 w 4641785"/>
              <a:gd name="connsiteY10549" fmla="*/ 1563695 h 5274332"/>
              <a:gd name="connsiteX10550" fmla="*/ 1397186 w 4641785"/>
              <a:gd name="connsiteY10550" fmla="*/ 1562299 h 5274332"/>
              <a:gd name="connsiteX10551" fmla="*/ 1396366 w 4641785"/>
              <a:gd name="connsiteY10551" fmla="*/ 1562710 h 5274332"/>
              <a:gd name="connsiteX10552" fmla="*/ 1397186 w 4641785"/>
              <a:gd name="connsiteY10552" fmla="*/ 1562300 h 5274332"/>
              <a:gd name="connsiteX10553" fmla="*/ 1397194 w 4641785"/>
              <a:gd name="connsiteY10553" fmla="*/ 1562300 h 5274332"/>
              <a:gd name="connsiteX10554" fmla="*/ 1162703 w 4641785"/>
              <a:gd name="connsiteY10554" fmla="*/ 1561766 h 5274332"/>
              <a:gd name="connsiteX10555" fmla="*/ 1163702 w 4641785"/>
              <a:gd name="connsiteY10555" fmla="*/ 1562765 h 5274332"/>
              <a:gd name="connsiteX10556" fmla="*/ 1163702 w 4641785"/>
              <a:gd name="connsiteY10556" fmla="*/ 1562765 h 5274332"/>
              <a:gd name="connsiteX10557" fmla="*/ 1848342 w 4641785"/>
              <a:gd name="connsiteY10557" fmla="*/ 1561370 h 5274332"/>
              <a:gd name="connsiteX10558" fmla="*/ 1852993 w 4641785"/>
              <a:gd name="connsiteY10558" fmla="*/ 1562300 h 5274332"/>
              <a:gd name="connsiteX10559" fmla="*/ 1856249 w 4641785"/>
              <a:gd name="connsiteY10559" fmla="*/ 1563696 h 5274332"/>
              <a:gd name="connsiteX10560" fmla="*/ 1856249 w 4641785"/>
              <a:gd name="connsiteY10560" fmla="*/ 1563695 h 5274332"/>
              <a:gd name="connsiteX10561" fmla="*/ 1852993 w 4641785"/>
              <a:gd name="connsiteY10561" fmla="*/ 1562300 h 5274332"/>
              <a:gd name="connsiteX10562" fmla="*/ 1786018 w 4641785"/>
              <a:gd name="connsiteY10562" fmla="*/ 1558114 h 5274332"/>
              <a:gd name="connsiteX10563" fmla="*/ 1782941 w 4641785"/>
              <a:gd name="connsiteY10563" fmla="*/ 1558993 h 5274332"/>
              <a:gd name="connsiteX10564" fmla="*/ 1786017 w 4641785"/>
              <a:gd name="connsiteY10564" fmla="*/ 1558115 h 5274332"/>
              <a:gd name="connsiteX10565" fmla="*/ 1787453 w 4641785"/>
              <a:gd name="connsiteY10565" fmla="*/ 1558274 h 5274332"/>
              <a:gd name="connsiteX10566" fmla="*/ 1425558 w 4641785"/>
              <a:gd name="connsiteY10566" fmla="*/ 1558113 h 5274332"/>
              <a:gd name="connsiteX10567" fmla="*/ 1423697 w 4641785"/>
              <a:gd name="connsiteY10567" fmla="*/ 1560439 h 5274332"/>
              <a:gd name="connsiteX10568" fmla="*/ 1423698 w 4641785"/>
              <a:gd name="connsiteY10568" fmla="*/ 1560439 h 5274332"/>
              <a:gd name="connsiteX10569" fmla="*/ 1425559 w 4641785"/>
              <a:gd name="connsiteY10569" fmla="*/ 1558113 h 5274332"/>
              <a:gd name="connsiteX10570" fmla="*/ 1418582 w 4641785"/>
              <a:gd name="connsiteY10570" fmla="*/ 1557416 h 5274332"/>
              <a:gd name="connsiteX10571" fmla="*/ 1419977 w 4641785"/>
              <a:gd name="connsiteY10571" fmla="*/ 1557648 h 5274332"/>
              <a:gd name="connsiteX10572" fmla="*/ 1420240 w 4641785"/>
              <a:gd name="connsiteY10572" fmla="*/ 1558087 h 5274332"/>
              <a:gd name="connsiteX10573" fmla="*/ 1419977 w 4641785"/>
              <a:gd name="connsiteY10573" fmla="*/ 1557648 h 5274332"/>
              <a:gd name="connsiteX10574" fmla="*/ 1429279 w 4641785"/>
              <a:gd name="connsiteY10574" fmla="*/ 1557184 h 5274332"/>
              <a:gd name="connsiteX10575" fmla="*/ 1428813 w 4641785"/>
              <a:gd name="connsiteY10575" fmla="*/ 1558113 h 5274332"/>
              <a:gd name="connsiteX10576" fmla="*/ 1428815 w 4641785"/>
              <a:gd name="connsiteY10576" fmla="*/ 1558113 h 5274332"/>
              <a:gd name="connsiteX10577" fmla="*/ 1430208 w 4641785"/>
              <a:gd name="connsiteY10577" fmla="*/ 1557649 h 5274332"/>
              <a:gd name="connsiteX10578" fmla="*/ 1815784 w 4641785"/>
              <a:gd name="connsiteY10578" fmla="*/ 1557184 h 5274332"/>
              <a:gd name="connsiteX10579" fmla="*/ 1821366 w 4641785"/>
              <a:gd name="connsiteY10579" fmla="*/ 1560440 h 5274332"/>
              <a:gd name="connsiteX10580" fmla="*/ 1823226 w 4641785"/>
              <a:gd name="connsiteY10580" fmla="*/ 1560440 h 5274332"/>
              <a:gd name="connsiteX10581" fmla="*/ 1823227 w 4641785"/>
              <a:gd name="connsiteY10581" fmla="*/ 1560440 h 5274332"/>
              <a:gd name="connsiteX10582" fmla="*/ 1821366 w 4641785"/>
              <a:gd name="connsiteY10582" fmla="*/ 1560440 h 5274332"/>
              <a:gd name="connsiteX10583" fmla="*/ 1792994 w 4641785"/>
              <a:gd name="connsiteY10583" fmla="*/ 1557184 h 5274332"/>
              <a:gd name="connsiteX10584" fmla="*/ 1798110 w 4641785"/>
              <a:gd name="connsiteY10584" fmla="*/ 1557649 h 5274332"/>
              <a:gd name="connsiteX10585" fmla="*/ 1798110 w 4641785"/>
              <a:gd name="connsiteY10585" fmla="*/ 1557649 h 5274332"/>
              <a:gd name="connsiteX10586" fmla="*/ 1414790 w 4641785"/>
              <a:gd name="connsiteY10586" fmla="*/ 1556146 h 5274332"/>
              <a:gd name="connsiteX10587" fmla="*/ 1415326 w 4641785"/>
              <a:gd name="connsiteY10587" fmla="*/ 1556253 h 5274332"/>
              <a:gd name="connsiteX10588" fmla="*/ 1415708 w 4641785"/>
              <a:gd name="connsiteY10588" fmla="*/ 1556444 h 5274332"/>
              <a:gd name="connsiteX10589" fmla="*/ 1415326 w 4641785"/>
              <a:gd name="connsiteY10589" fmla="*/ 1556253 h 5274332"/>
              <a:gd name="connsiteX10590" fmla="*/ 1415326 w 4641785"/>
              <a:gd name="connsiteY10590" fmla="*/ 1556253 h 5274332"/>
              <a:gd name="connsiteX10591" fmla="*/ 1415325 w 4641785"/>
              <a:gd name="connsiteY10591" fmla="*/ 1556253 h 5274332"/>
              <a:gd name="connsiteX10592" fmla="*/ 1410153 w 4641785"/>
              <a:gd name="connsiteY10592" fmla="*/ 1556025 h 5274332"/>
              <a:gd name="connsiteX10593" fmla="*/ 1407419 w 4641785"/>
              <a:gd name="connsiteY10593" fmla="*/ 1556253 h 5274332"/>
              <a:gd name="connsiteX10594" fmla="*/ 1405558 w 4641785"/>
              <a:gd name="connsiteY10594" fmla="*/ 1559509 h 5274332"/>
              <a:gd name="connsiteX10595" fmla="*/ 1404628 w 4641785"/>
              <a:gd name="connsiteY10595" fmla="*/ 1562764 h 5274332"/>
              <a:gd name="connsiteX10596" fmla="*/ 1405559 w 4641785"/>
              <a:gd name="connsiteY10596" fmla="*/ 1559509 h 5274332"/>
              <a:gd name="connsiteX10597" fmla="*/ 1407420 w 4641785"/>
              <a:gd name="connsiteY10597" fmla="*/ 1556253 h 5274332"/>
              <a:gd name="connsiteX10598" fmla="*/ 1805067 w 4641785"/>
              <a:gd name="connsiteY10598" fmla="*/ 1555115 h 5274332"/>
              <a:gd name="connsiteX10599" fmla="*/ 1804622 w 4641785"/>
              <a:gd name="connsiteY10599" fmla="*/ 1560905 h 5274332"/>
              <a:gd name="connsiteX10600" fmla="*/ 1804994 w 4641785"/>
              <a:gd name="connsiteY10600" fmla="*/ 1560822 h 5274332"/>
              <a:gd name="connsiteX10601" fmla="*/ 1804622 w 4641785"/>
              <a:gd name="connsiteY10601" fmla="*/ 1560905 h 5274332"/>
              <a:gd name="connsiteX10602" fmla="*/ 1801831 w 4641785"/>
              <a:gd name="connsiteY10602" fmla="*/ 1552998 h 5274332"/>
              <a:gd name="connsiteX10603" fmla="*/ 1801095 w 4641785"/>
              <a:gd name="connsiteY10603" fmla="*/ 1553919 h 5274332"/>
              <a:gd name="connsiteX10604" fmla="*/ 1801831 w 4641785"/>
              <a:gd name="connsiteY10604" fmla="*/ 1552998 h 5274332"/>
              <a:gd name="connsiteX10605" fmla="*/ 1805087 w 4641785"/>
              <a:gd name="connsiteY10605" fmla="*/ 1554859 h 5274332"/>
              <a:gd name="connsiteX10606" fmla="*/ 1805087 w 4641785"/>
              <a:gd name="connsiteY10606" fmla="*/ 1554859 h 5274332"/>
              <a:gd name="connsiteX10607" fmla="*/ 1840435 w 4641785"/>
              <a:gd name="connsiteY10607" fmla="*/ 1552533 h 5274332"/>
              <a:gd name="connsiteX10608" fmla="*/ 1838575 w 4641785"/>
              <a:gd name="connsiteY10608" fmla="*/ 1552998 h 5274332"/>
              <a:gd name="connsiteX10609" fmla="*/ 1830203 w 4641785"/>
              <a:gd name="connsiteY10609" fmla="*/ 1554859 h 5274332"/>
              <a:gd name="connsiteX10610" fmla="*/ 1838575 w 4641785"/>
              <a:gd name="connsiteY10610" fmla="*/ 1552998 h 5274332"/>
              <a:gd name="connsiteX10611" fmla="*/ 1840435 w 4641785"/>
              <a:gd name="connsiteY10611" fmla="*/ 1552533 h 5274332"/>
              <a:gd name="connsiteX10612" fmla="*/ 1842760 w 4641785"/>
              <a:gd name="connsiteY10612" fmla="*/ 1555323 h 5274332"/>
              <a:gd name="connsiteX10613" fmla="*/ 1843691 w 4641785"/>
              <a:gd name="connsiteY10613" fmla="*/ 1556719 h 5274332"/>
              <a:gd name="connsiteX10614" fmla="*/ 1845086 w 4641785"/>
              <a:gd name="connsiteY10614" fmla="*/ 1556719 h 5274332"/>
              <a:gd name="connsiteX10615" fmla="*/ 1845551 w 4641785"/>
              <a:gd name="connsiteY10615" fmla="*/ 1558115 h 5274332"/>
              <a:gd name="connsiteX10616" fmla="*/ 1846016 w 4641785"/>
              <a:gd name="connsiteY10616" fmla="*/ 1558579 h 5274332"/>
              <a:gd name="connsiteX10617" fmla="*/ 1844156 w 4641785"/>
              <a:gd name="connsiteY10617" fmla="*/ 1559510 h 5274332"/>
              <a:gd name="connsiteX10618" fmla="*/ 1843691 w 4641785"/>
              <a:gd name="connsiteY10618" fmla="*/ 1561370 h 5274332"/>
              <a:gd name="connsiteX10619" fmla="*/ 1844156 w 4641785"/>
              <a:gd name="connsiteY10619" fmla="*/ 1562766 h 5274332"/>
              <a:gd name="connsiteX10620" fmla="*/ 1844621 w 4641785"/>
              <a:gd name="connsiteY10620" fmla="*/ 1563696 h 5274332"/>
              <a:gd name="connsiteX10621" fmla="*/ 1844156 w 4641785"/>
              <a:gd name="connsiteY10621" fmla="*/ 1565556 h 5274332"/>
              <a:gd name="connsiteX10622" fmla="*/ 1843735 w 4641785"/>
              <a:gd name="connsiteY10622" fmla="*/ 1566398 h 5274332"/>
              <a:gd name="connsiteX10623" fmla="*/ 1844157 w 4641785"/>
              <a:gd name="connsiteY10623" fmla="*/ 1565556 h 5274332"/>
              <a:gd name="connsiteX10624" fmla="*/ 1844622 w 4641785"/>
              <a:gd name="connsiteY10624" fmla="*/ 1563695 h 5274332"/>
              <a:gd name="connsiteX10625" fmla="*/ 1844157 w 4641785"/>
              <a:gd name="connsiteY10625" fmla="*/ 1562766 h 5274332"/>
              <a:gd name="connsiteX10626" fmla="*/ 1843691 w 4641785"/>
              <a:gd name="connsiteY10626" fmla="*/ 1561370 h 5274332"/>
              <a:gd name="connsiteX10627" fmla="*/ 1844157 w 4641785"/>
              <a:gd name="connsiteY10627" fmla="*/ 1559510 h 5274332"/>
              <a:gd name="connsiteX10628" fmla="*/ 1846017 w 4641785"/>
              <a:gd name="connsiteY10628" fmla="*/ 1558580 h 5274332"/>
              <a:gd name="connsiteX10629" fmla="*/ 1845552 w 4641785"/>
              <a:gd name="connsiteY10629" fmla="*/ 1558114 h 5274332"/>
              <a:gd name="connsiteX10630" fmla="*/ 1845086 w 4641785"/>
              <a:gd name="connsiteY10630" fmla="*/ 1556719 h 5274332"/>
              <a:gd name="connsiteX10631" fmla="*/ 1843691 w 4641785"/>
              <a:gd name="connsiteY10631" fmla="*/ 1556719 h 5274332"/>
              <a:gd name="connsiteX10632" fmla="*/ 1842761 w 4641785"/>
              <a:gd name="connsiteY10632" fmla="*/ 1555324 h 5274332"/>
              <a:gd name="connsiteX10633" fmla="*/ 1780718 w 4641785"/>
              <a:gd name="connsiteY10633" fmla="*/ 1551316 h 5274332"/>
              <a:gd name="connsiteX10634" fmla="*/ 1779971 w 4641785"/>
              <a:gd name="connsiteY10634" fmla="*/ 1553928 h 5274332"/>
              <a:gd name="connsiteX10635" fmla="*/ 1782761 w 4641785"/>
              <a:gd name="connsiteY10635" fmla="*/ 1559045 h 5274332"/>
              <a:gd name="connsiteX10636" fmla="*/ 1782762 w 4641785"/>
              <a:gd name="connsiteY10636" fmla="*/ 1559044 h 5274332"/>
              <a:gd name="connsiteX10637" fmla="*/ 1779972 w 4641785"/>
              <a:gd name="connsiteY10637" fmla="*/ 1553929 h 5274332"/>
              <a:gd name="connsiteX10638" fmla="*/ 1433930 w 4641785"/>
              <a:gd name="connsiteY10638" fmla="*/ 1551137 h 5274332"/>
              <a:gd name="connsiteX10639" fmla="*/ 1428348 w 4641785"/>
              <a:gd name="connsiteY10639" fmla="*/ 1552998 h 5274332"/>
              <a:gd name="connsiteX10640" fmla="*/ 1428348 w 4641785"/>
              <a:gd name="connsiteY10640" fmla="*/ 1552998 h 5274332"/>
              <a:gd name="connsiteX10641" fmla="*/ 1433929 w 4641785"/>
              <a:gd name="connsiteY10641" fmla="*/ 1551138 h 5274332"/>
              <a:gd name="connsiteX10642" fmla="*/ 1434860 w 4641785"/>
              <a:gd name="connsiteY10642" fmla="*/ 1549742 h 5274332"/>
              <a:gd name="connsiteX10643" fmla="*/ 1434075 w 4641785"/>
              <a:gd name="connsiteY10643" fmla="*/ 1550920 h 5274332"/>
              <a:gd name="connsiteX10644" fmla="*/ 1434860 w 4641785"/>
              <a:gd name="connsiteY10644" fmla="*/ 1549742 h 5274332"/>
              <a:gd name="connsiteX10645" fmla="*/ 1780019 w 4641785"/>
              <a:gd name="connsiteY10645" fmla="*/ 1544965 h 5274332"/>
              <a:gd name="connsiteX10646" fmla="*/ 1780901 w 4641785"/>
              <a:gd name="connsiteY10646" fmla="*/ 1545091 h 5274332"/>
              <a:gd name="connsiteX10647" fmla="*/ 1780901 w 4641785"/>
              <a:gd name="connsiteY10647" fmla="*/ 1545091 h 5274332"/>
              <a:gd name="connsiteX10648" fmla="*/ 1432069 w 4641785"/>
              <a:gd name="connsiteY10648" fmla="*/ 1544626 h 5274332"/>
              <a:gd name="connsiteX10649" fmla="*/ 1430674 w 4641785"/>
              <a:gd name="connsiteY10649" fmla="*/ 1547416 h 5274332"/>
              <a:gd name="connsiteX10650" fmla="*/ 1430675 w 4641785"/>
              <a:gd name="connsiteY10650" fmla="*/ 1547416 h 5274332"/>
              <a:gd name="connsiteX10651" fmla="*/ 1432070 w 4641785"/>
              <a:gd name="connsiteY10651" fmla="*/ 1544626 h 5274332"/>
              <a:gd name="connsiteX10652" fmla="*/ 1766018 w 4641785"/>
              <a:gd name="connsiteY10652" fmla="*/ 1540440 h 5274332"/>
              <a:gd name="connsiteX10653" fmla="*/ 1766018 w 4641785"/>
              <a:gd name="connsiteY10653" fmla="*/ 1540440 h 5274332"/>
              <a:gd name="connsiteX10654" fmla="*/ 1772995 w 4641785"/>
              <a:gd name="connsiteY10654" fmla="*/ 1541835 h 5274332"/>
              <a:gd name="connsiteX10655" fmla="*/ 1773367 w 4641785"/>
              <a:gd name="connsiteY10655" fmla="*/ 1540967 h 5274332"/>
              <a:gd name="connsiteX10656" fmla="*/ 1772995 w 4641785"/>
              <a:gd name="connsiteY10656" fmla="*/ 1541835 h 5274332"/>
              <a:gd name="connsiteX10657" fmla="*/ 1433465 w 4641785"/>
              <a:gd name="connsiteY10657" fmla="*/ 1532068 h 5274332"/>
              <a:gd name="connsiteX10658" fmla="*/ 1430209 w 4641785"/>
              <a:gd name="connsiteY10658" fmla="*/ 1539974 h 5274332"/>
              <a:gd name="connsiteX10659" fmla="*/ 1429743 w 4641785"/>
              <a:gd name="connsiteY10659" fmla="*/ 1542765 h 5274332"/>
              <a:gd name="connsiteX10660" fmla="*/ 1429744 w 4641785"/>
              <a:gd name="connsiteY10660" fmla="*/ 1542765 h 5274332"/>
              <a:gd name="connsiteX10661" fmla="*/ 1430209 w 4641785"/>
              <a:gd name="connsiteY10661" fmla="*/ 1539975 h 5274332"/>
              <a:gd name="connsiteX10662" fmla="*/ 1752523 w 4641785"/>
              <a:gd name="connsiteY10662" fmla="*/ 1529907 h 5274332"/>
              <a:gd name="connsiteX10663" fmla="*/ 1754855 w 4641785"/>
              <a:gd name="connsiteY10663" fmla="*/ 1531603 h 5274332"/>
              <a:gd name="connsiteX10664" fmla="*/ 1761832 w 4641785"/>
              <a:gd name="connsiteY10664" fmla="*/ 1539510 h 5274332"/>
              <a:gd name="connsiteX10665" fmla="*/ 1764157 w 4641785"/>
              <a:gd name="connsiteY10665" fmla="*/ 1541370 h 5274332"/>
              <a:gd name="connsiteX10666" fmla="*/ 1761832 w 4641785"/>
              <a:gd name="connsiteY10666" fmla="*/ 1539510 h 5274332"/>
              <a:gd name="connsiteX10667" fmla="*/ 1754855 w 4641785"/>
              <a:gd name="connsiteY10667" fmla="*/ 1531603 h 5274332"/>
              <a:gd name="connsiteX10668" fmla="*/ 1155421 w 4641785"/>
              <a:gd name="connsiteY10668" fmla="*/ 1529549 h 5274332"/>
              <a:gd name="connsiteX10669" fmla="*/ 1151144 w 4641785"/>
              <a:gd name="connsiteY10669" fmla="*/ 1530207 h 5274332"/>
              <a:gd name="connsiteX10670" fmla="*/ 1151144 w 4641785"/>
              <a:gd name="connsiteY10670" fmla="*/ 1530207 h 5274332"/>
              <a:gd name="connsiteX10671" fmla="*/ 1144642 w 4641785"/>
              <a:gd name="connsiteY10671" fmla="*/ 1520715 h 5274332"/>
              <a:gd name="connsiteX10672" fmla="*/ 1150214 w 4641785"/>
              <a:gd name="connsiteY10672" fmla="*/ 1521370 h 5274332"/>
              <a:gd name="connsiteX10673" fmla="*/ 1150213 w 4641785"/>
              <a:gd name="connsiteY10673" fmla="*/ 1521370 h 5274332"/>
              <a:gd name="connsiteX10674" fmla="*/ 1420879 w 4641785"/>
              <a:gd name="connsiteY10674" fmla="*/ 1510072 h 5274332"/>
              <a:gd name="connsiteX10675" fmla="*/ 1419511 w 4641785"/>
              <a:gd name="connsiteY10675" fmla="*/ 1512533 h 5274332"/>
              <a:gd name="connsiteX10676" fmla="*/ 1419511 w 4641785"/>
              <a:gd name="connsiteY10676" fmla="*/ 1512533 h 5274332"/>
              <a:gd name="connsiteX10677" fmla="*/ 1145097 w 4641785"/>
              <a:gd name="connsiteY10677" fmla="*/ 1509742 h 5274332"/>
              <a:gd name="connsiteX10678" fmla="*/ 1142307 w 4641785"/>
              <a:gd name="connsiteY10678" fmla="*/ 1512998 h 5274332"/>
              <a:gd name="connsiteX10679" fmla="*/ 1142307 w 4641785"/>
              <a:gd name="connsiteY10679" fmla="*/ 1512998 h 5274332"/>
              <a:gd name="connsiteX10680" fmla="*/ 1736251 w 4641785"/>
              <a:gd name="connsiteY10680" fmla="*/ 1508813 h 5274332"/>
              <a:gd name="connsiteX10681" fmla="*/ 1739971 w 4641785"/>
              <a:gd name="connsiteY10681" fmla="*/ 1511138 h 5274332"/>
              <a:gd name="connsiteX10682" fmla="*/ 1739971 w 4641785"/>
              <a:gd name="connsiteY10682" fmla="*/ 1514859 h 5274332"/>
              <a:gd name="connsiteX10683" fmla="*/ 1738576 w 4641785"/>
              <a:gd name="connsiteY10683" fmla="*/ 1518115 h 5274332"/>
              <a:gd name="connsiteX10684" fmla="*/ 1739971 w 4641785"/>
              <a:gd name="connsiteY10684" fmla="*/ 1522301 h 5274332"/>
              <a:gd name="connsiteX10685" fmla="*/ 1743693 w 4641785"/>
              <a:gd name="connsiteY10685" fmla="*/ 1523696 h 5274332"/>
              <a:gd name="connsiteX10686" fmla="*/ 1741832 w 4641785"/>
              <a:gd name="connsiteY10686" fmla="*/ 1527882 h 5274332"/>
              <a:gd name="connsiteX10687" fmla="*/ 1744157 w 4641785"/>
              <a:gd name="connsiteY10687" fmla="*/ 1530208 h 5274332"/>
              <a:gd name="connsiteX10688" fmla="*/ 1744158 w 4641785"/>
              <a:gd name="connsiteY10688" fmla="*/ 1530208 h 5274332"/>
              <a:gd name="connsiteX10689" fmla="*/ 1741833 w 4641785"/>
              <a:gd name="connsiteY10689" fmla="*/ 1527883 h 5274332"/>
              <a:gd name="connsiteX10690" fmla="*/ 1743693 w 4641785"/>
              <a:gd name="connsiteY10690" fmla="*/ 1523696 h 5274332"/>
              <a:gd name="connsiteX10691" fmla="*/ 1739972 w 4641785"/>
              <a:gd name="connsiteY10691" fmla="*/ 1522301 h 5274332"/>
              <a:gd name="connsiteX10692" fmla="*/ 1738577 w 4641785"/>
              <a:gd name="connsiteY10692" fmla="*/ 1518115 h 5274332"/>
              <a:gd name="connsiteX10693" fmla="*/ 1739972 w 4641785"/>
              <a:gd name="connsiteY10693" fmla="*/ 1514859 h 5274332"/>
              <a:gd name="connsiteX10694" fmla="*/ 1739972 w 4641785"/>
              <a:gd name="connsiteY10694" fmla="*/ 1511138 h 5274332"/>
              <a:gd name="connsiteX10695" fmla="*/ 1719507 w 4641785"/>
              <a:gd name="connsiteY10695" fmla="*/ 1506022 h 5274332"/>
              <a:gd name="connsiteX10696" fmla="*/ 1719754 w 4641785"/>
              <a:gd name="connsiteY10696" fmla="*/ 1508980 h 5274332"/>
              <a:gd name="connsiteX10697" fmla="*/ 1719507 w 4641785"/>
              <a:gd name="connsiteY10697" fmla="*/ 1506022 h 5274332"/>
              <a:gd name="connsiteX10698" fmla="*/ 1724623 w 4641785"/>
              <a:gd name="connsiteY10698" fmla="*/ 1505092 h 5274332"/>
              <a:gd name="connsiteX10699" fmla="*/ 1723510 w 4641785"/>
              <a:gd name="connsiteY10699" fmla="*/ 1505294 h 5274332"/>
              <a:gd name="connsiteX10700" fmla="*/ 1724623 w 4641785"/>
              <a:gd name="connsiteY10700" fmla="*/ 1505092 h 5274332"/>
              <a:gd name="connsiteX10701" fmla="*/ 1728809 w 4641785"/>
              <a:gd name="connsiteY10701" fmla="*/ 1505557 h 5274332"/>
              <a:gd name="connsiteX10702" fmla="*/ 1730205 w 4641785"/>
              <a:gd name="connsiteY10702" fmla="*/ 1506673 h 5274332"/>
              <a:gd name="connsiteX10703" fmla="*/ 1728809 w 4641785"/>
              <a:gd name="connsiteY10703" fmla="*/ 1505557 h 5274332"/>
              <a:gd name="connsiteX10704" fmla="*/ 1712065 w 4641785"/>
              <a:gd name="connsiteY10704" fmla="*/ 1502766 h 5274332"/>
              <a:gd name="connsiteX10705" fmla="*/ 1712065 w 4641785"/>
              <a:gd name="connsiteY10705" fmla="*/ 1502767 h 5274332"/>
              <a:gd name="connsiteX10706" fmla="*/ 1713925 w 4641785"/>
              <a:gd name="connsiteY10706" fmla="*/ 1505092 h 5274332"/>
              <a:gd name="connsiteX10707" fmla="*/ 1714652 w 4641785"/>
              <a:gd name="connsiteY10707" fmla="*/ 1507272 h 5274332"/>
              <a:gd name="connsiteX10708" fmla="*/ 1713926 w 4641785"/>
              <a:gd name="connsiteY10708" fmla="*/ 1505092 h 5274332"/>
              <a:gd name="connsiteX10709" fmla="*/ 1144147 w 4641785"/>
              <a:gd name="connsiteY10709" fmla="*/ 1501057 h 5274332"/>
              <a:gd name="connsiteX10710" fmla="*/ 1143702 w 4641785"/>
              <a:gd name="connsiteY10710" fmla="*/ 1501835 h 5274332"/>
              <a:gd name="connsiteX10711" fmla="*/ 1140446 w 4641785"/>
              <a:gd name="connsiteY10711" fmla="*/ 1502301 h 5274332"/>
              <a:gd name="connsiteX10712" fmla="*/ 1140353 w 4641785"/>
              <a:gd name="connsiteY10712" fmla="*/ 1502768 h 5274332"/>
              <a:gd name="connsiteX10713" fmla="*/ 1140446 w 4641785"/>
              <a:gd name="connsiteY10713" fmla="*/ 1502301 h 5274332"/>
              <a:gd name="connsiteX10714" fmla="*/ 1143702 w 4641785"/>
              <a:gd name="connsiteY10714" fmla="*/ 1501836 h 5274332"/>
              <a:gd name="connsiteX10715" fmla="*/ 1132075 w 4641785"/>
              <a:gd name="connsiteY10715" fmla="*/ 1490208 h 5274332"/>
              <a:gd name="connsiteX10716" fmla="*/ 1132075 w 4641785"/>
              <a:gd name="connsiteY10716" fmla="*/ 1490208 h 5274332"/>
              <a:gd name="connsiteX10717" fmla="*/ 1134668 w 4641785"/>
              <a:gd name="connsiteY10717" fmla="*/ 1491245 h 5274332"/>
              <a:gd name="connsiteX10718" fmla="*/ 1144740 w 4641785"/>
              <a:gd name="connsiteY10718" fmla="*/ 1490100 h 5274332"/>
              <a:gd name="connsiteX10719" fmla="*/ 1143702 w 4641785"/>
              <a:gd name="connsiteY10719" fmla="*/ 1491138 h 5274332"/>
              <a:gd name="connsiteX10720" fmla="*/ 1143702 w 4641785"/>
              <a:gd name="connsiteY10720" fmla="*/ 1491138 h 5274332"/>
              <a:gd name="connsiteX10721" fmla="*/ 1422302 w 4641785"/>
              <a:gd name="connsiteY10721" fmla="*/ 1489743 h 5274332"/>
              <a:gd name="connsiteX10722" fmla="*/ 1419977 w 4641785"/>
              <a:gd name="connsiteY10722" fmla="*/ 1491603 h 5274332"/>
              <a:gd name="connsiteX10723" fmla="*/ 1422302 w 4641785"/>
              <a:gd name="connsiteY10723" fmla="*/ 1489743 h 5274332"/>
              <a:gd name="connsiteX10724" fmla="*/ 1103981 w 4641785"/>
              <a:gd name="connsiteY10724" fmla="*/ 1488479 h 5274332"/>
              <a:gd name="connsiteX10725" fmla="*/ 1099982 w 4641785"/>
              <a:gd name="connsiteY10725" fmla="*/ 1488812 h 5274332"/>
              <a:gd name="connsiteX10726" fmla="*/ 1099163 w 4641785"/>
              <a:gd name="connsiteY10726" fmla="*/ 1491270 h 5274332"/>
              <a:gd name="connsiteX10727" fmla="*/ 1099982 w 4641785"/>
              <a:gd name="connsiteY10727" fmla="*/ 1488813 h 5274332"/>
              <a:gd name="connsiteX10728" fmla="*/ 1137586 w 4641785"/>
              <a:gd name="connsiteY10728" fmla="*/ 1488197 h 5274332"/>
              <a:gd name="connsiteX10729" fmla="*/ 1136725 w 4641785"/>
              <a:gd name="connsiteY10729" fmla="*/ 1492068 h 5274332"/>
              <a:gd name="connsiteX10730" fmla="*/ 1136726 w 4641785"/>
              <a:gd name="connsiteY10730" fmla="*/ 1492068 h 5274332"/>
              <a:gd name="connsiteX10731" fmla="*/ 1687109 w 4641785"/>
              <a:gd name="connsiteY10731" fmla="*/ 1486644 h 5274332"/>
              <a:gd name="connsiteX10732" fmla="*/ 1687879 w 4641785"/>
              <a:gd name="connsiteY10732" fmla="*/ 1486953 h 5274332"/>
              <a:gd name="connsiteX10733" fmla="*/ 1688169 w 4641785"/>
              <a:gd name="connsiteY10733" fmla="*/ 1486808 h 5274332"/>
              <a:gd name="connsiteX10734" fmla="*/ 1687880 w 4641785"/>
              <a:gd name="connsiteY10734" fmla="*/ 1486952 h 5274332"/>
              <a:gd name="connsiteX10735" fmla="*/ 1690670 w 4641785"/>
              <a:gd name="connsiteY10735" fmla="*/ 1485557 h 5274332"/>
              <a:gd name="connsiteX10736" fmla="*/ 1690670 w 4641785"/>
              <a:gd name="connsiteY10736" fmla="*/ 1485558 h 5274332"/>
              <a:gd name="connsiteX10737" fmla="*/ 1695786 w 4641785"/>
              <a:gd name="connsiteY10737" fmla="*/ 1487418 h 5274332"/>
              <a:gd name="connsiteX10738" fmla="*/ 1701367 w 4641785"/>
              <a:gd name="connsiteY10738" fmla="*/ 1496255 h 5274332"/>
              <a:gd name="connsiteX10739" fmla="*/ 1702164 w 4641785"/>
              <a:gd name="connsiteY10739" fmla="*/ 1502228 h 5274332"/>
              <a:gd name="connsiteX10740" fmla="*/ 1701368 w 4641785"/>
              <a:gd name="connsiteY10740" fmla="*/ 1496255 h 5274332"/>
              <a:gd name="connsiteX10741" fmla="*/ 1695787 w 4641785"/>
              <a:gd name="connsiteY10741" fmla="*/ 1487418 h 5274332"/>
              <a:gd name="connsiteX10742" fmla="*/ 1143187 w 4641785"/>
              <a:gd name="connsiteY10742" fmla="*/ 1485268 h 5274332"/>
              <a:gd name="connsiteX10743" fmla="*/ 1144632 w 4641785"/>
              <a:gd name="connsiteY10743" fmla="*/ 1485557 h 5274332"/>
              <a:gd name="connsiteX10744" fmla="*/ 1144632 w 4641785"/>
              <a:gd name="connsiteY10744" fmla="*/ 1485556 h 5274332"/>
              <a:gd name="connsiteX10745" fmla="*/ 1107889 w 4641785"/>
              <a:gd name="connsiteY10745" fmla="*/ 1485092 h 5274332"/>
              <a:gd name="connsiteX10746" fmla="*/ 1105563 w 4641785"/>
              <a:gd name="connsiteY10746" fmla="*/ 1488347 h 5274332"/>
              <a:gd name="connsiteX10747" fmla="*/ 1107889 w 4641785"/>
              <a:gd name="connsiteY10747" fmla="*/ 1485092 h 5274332"/>
              <a:gd name="connsiteX10748" fmla="*/ 1110982 w 4641785"/>
              <a:gd name="connsiteY10748" fmla="*/ 1484767 h 5274332"/>
              <a:gd name="connsiteX10749" fmla="*/ 1113005 w 4641785"/>
              <a:gd name="connsiteY10749" fmla="*/ 1488813 h 5274332"/>
              <a:gd name="connsiteX10750" fmla="*/ 1117656 w 4641785"/>
              <a:gd name="connsiteY10750" fmla="*/ 1490208 h 5274332"/>
              <a:gd name="connsiteX10751" fmla="*/ 1119517 w 4641785"/>
              <a:gd name="connsiteY10751" fmla="*/ 1487417 h 5274332"/>
              <a:gd name="connsiteX10752" fmla="*/ 1123173 w 4641785"/>
              <a:gd name="connsiteY10752" fmla="*/ 1487113 h 5274332"/>
              <a:gd name="connsiteX10753" fmla="*/ 1119516 w 4641785"/>
              <a:gd name="connsiteY10753" fmla="*/ 1487417 h 5274332"/>
              <a:gd name="connsiteX10754" fmla="*/ 1117656 w 4641785"/>
              <a:gd name="connsiteY10754" fmla="*/ 1490207 h 5274332"/>
              <a:gd name="connsiteX10755" fmla="*/ 1113005 w 4641785"/>
              <a:gd name="connsiteY10755" fmla="*/ 1488812 h 5274332"/>
              <a:gd name="connsiteX10756" fmla="*/ 1110679 w 4641785"/>
              <a:gd name="connsiteY10756" fmla="*/ 1484161 h 5274332"/>
              <a:gd name="connsiteX10757" fmla="*/ 1108188 w 4641785"/>
              <a:gd name="connsiteY10757" fmla="*/ 1484992 h 5274332"/>
              <a:gd name="connsiteX10758" fmla="*/ 1110680 w 4641785"/>
              <a:gd name="connsiteY10758" fmla="*/ 1484162 h 5274332"/>
              <a:gd name="connsiteX10759" fmla="*/ 1085563 w 4641785"/>
              <a:gd name="connsiteY10759" fmla="*/ 1479975 h 5274332"/>
              <a:gd name="connsiteX10760" fmla="*/ 1080448 w 4641785"/>
              <a:gd name="connsiteY10760" fmla="*/ 1483696 h 5274332"/>
              <a:gd name="connsiteX10761" fmla="*/ 1085564 w 4641785"/>
              <a:gd name="connsiteY10761" fmla="*/ 1479976 h 5274332"/>
              <a:gd name="connsiteX10762" fmla="*/ 1088354 w 4641785"/>
              <a:gd name="connsiteY10762" fmla="*/ 1480906 h 5274332"/>
              <a:gd name="connsiteX10763" fmla="*/ 1088834 w 4641785"/>
              <a:gd name="connsiteY10763" fmla="*/ 1481985 h 5274332"/>
              <a:gd name="connsiteX10764" fmla="*/ 1088354 w 4641785"/>
              <a:gd name="connsiteY10764" fmla="*/ 1480905 h 5274332"/>
              <a:gd name="connsiteX10765" fmla="*/ 1132539 w 4641785"/>
              <a:gd name="connsiteY10765" fmla="*/ 1479510 h 5274332"/>
              <a:gd name="connsiteX10766" fmla="*/ 1126028 w 4641785"/>
              <a:gd name="connsiteY10766" fmla="*/ 1483231 h 5274332"/>
              <a:gd name="connsiteX10767" fmla="*/ 1125223 w 4641785"/>
              <a:gd name="connsiteY10767" fmla="*/ 1486451 h 5274332"/>
              <a:gd name="connsiteX10768" fmla="*/ 1126028 w 4641785"/>
              <a:gd name="connsiteY10768" fmla="*/ 1483231 h 5274332"/>
              <a:gd name="connsiteX10769" fmla="*/ 1132540 w 4641785"/>
              <a:gd name="connsiteY10769" fmla="*/ 1479511 h 5274332"/>
              <a:gd name="connsiteX10770" fmla="*/ 1423722 w 4641785"/>
              <a:gd name="connsiteY10770" fmla="*/ 1473711 h 5274332"/>
              <a:gd name="connsiteX10771" fmla="*/ 1424162 w 4641785"/>
              <a:gd name="connsiteY10771" fmla="*/ 1475324 h 5274332"/>
              <a:gd name="connsiteX10772" fmla="*/ 1420441 w 4641785"/>
              <a:gd name="connsiteY10772" fmla="*/ 1483231 h 5274332"/>
              <a:gd name="connsiteX10773" fmla="*/ 1420441 w 4641785"/>
              <a:gd name="connsiteY10773" fmla="*/ 1483231 h 5274332"/>
              <a:gd name="connsiteX10774" fmla="*/ 1424163 w 4641785"/>
              <a:gd name="connsiteY10774" fmla="*/ 1475325 h 5274332"/>
              <a:gd name="connsiteX10775" fmla="*/ 1023070 w 4641785"/>
              <a:gd name="connsiteY10775" fmla="*/ 1472787 h 5274332"/>
              <a:gd name="connsiteX10776" fmla="*/ 1017658 w 4641785"/>
              <a:gd name="connsiteY10776" fmla="*/ 1473464 h 5274332"/>
              <a:gd name="connsiteX10777" fmla="*/ 1017658 w 4641785"/>
              <a:gd name="connsiteY10777" fmla="*/ 1473464 h 5274332"/>
              <a:gd name="connsiteX10778" fmla="*/ 1678577 w 4641785"/>
              <a:gd name="connsiteY10778" fmla="*/ 1469278 h 5274332"/>
              <a:gd name="connsiteX10779" fmla="*/ 1673926 w 4641785"/>
              <a:gd name="connsiteY10779" fmla="*/ 1472999 h 5274332"/>
              <a:gd name="connsiteX10780" fmla="*/ 1673926 w 4641785"/>
              <a:gd name="connsiteY10780" fmla="*/ 1476255 h 5274332"/>
              <a:gd name="connsiteX10781" fmla="*/ 1679042 w 4641785"/>
              <a:gd name="connsiteY10781" fmla="*/ 1480906 h 5274332"/>
              <a:gd name="connsiteX10782" fmla="*/ 1680305 w 4641785"/>
              <a:gd name="connsiteY10782" fmla="*/ 1481898 h 5274332"/>
              <a:gd name="connsiteX10783" fmla="*/ 1679042 w 4641785"/>
              <a:gd name="connsiteY10783" fmla="*/ 1480906 h 5274332"/>
              <a:gd name="connsiteX10784" fmla="*/ 1673927 w 4641785"/>
              <a:gd name="connsiteY10784" fmla="*/ 1476255 h 5274332"/>
              <a:gd name="connsiteX10785" fmla="*/ 1673927 w 4641785"/>
              <a:gd name="connsiteY10785" fmla="*/ 1472999 h 5274332"/>
              <a:gd name="connsiteX10786" fmla="*/ 1678578 w 4641785"/>
              <a:gd name="connsiteY10786" fmla="*/ 1469279 h 5274332"/>
              <a:gd name="connsiteX10787" fmla="*/ 1680627 w 4641785"/>
              <a:gd name="connsiteY10787" fmla="*/ 1469894 h 5274332"/>
              <a:gd name="connsiteX10788" fmla="*/ 1026495 w 4641785"/>
              <a:gd name="connsiteY10788" fmla="*/ 1465092 h 5274332"/>
              <a:gd name="connsiteX10789" fmla="*/ 1025201 w 4641785"/>
              <a:gd name="connsiteY10789" fmla="*/ 1471992 h 5274332"/>
              <a:gd name="connsiteX10790" fmla="*/ 1026495 w 4641785"/>
              <a:gd name="connsiteY10790" fmla="*/ 1465092 h 5274332"/>
              <a:gd name="connsiteX10791" fmla="*/ 1421837 w 4641785"/>
              <a:gd name="connsiteY10791" fmla="*/ 1463232 h 5274332"/>
              <a:gd name="connsiteX10792" fmla="*/ 1418116 w 4641785"/>
              <a:gd name="connsiteY10792" fmla="*/ 1464627 h 5274332"/>
              <a:gd name="connsiteX10793" fmla="*/ 1418330 w 4641785"/>
              <a:gd name="connsiteY10793" fmla="*/ 1466770 h 5274332"/>
              <a:gd name="connsiteX10794" fmla="*/ 1418116 w 4641785"/>
              <a:gd name="connsiteY10794" fmla="*/ 1464627 h 5274332"/>
              <a:gd name="connsiteX10795" fmla="*/ 1421837 w 4641785"/>
              <a:gd name="connsiteY10795" fmla="*/ 1463232 h 5274332"/>
              <a:gd name="connsiteX10796" fmla="*/ 1050671 w 4641785"/>
              <a:gd name="connsiteY10796" fmla="*/ 1461722 h 5274332"/>
              <a:gd name="connsiteX10797" fmla="*/ 1046494 w 4641785"/>
              <a:gd name="connsiteY10797" fmla="*/ 1467417 h 5274332"/>
              <a:gd name="connsiteX10798" fmla="*/ 1039517 w 4641785"/>
              <a:gd name="connsiteY10798" fmla="*/ 1468812 h 5274332"/>
              <a:gd name="connsiteX10799" fmla="*/ 1036262 w 4641785"/>
              <a:gd name="connsiteY10799" fmla="*/ 1466022 h 5274332"/>
              <a:gd name="connsiteX10800" fmla="*/ 1033640 w 4641785"/>
              <a:gd name="connsiteY10800" fmla="*/ 1466350 h 5274332"/>
              <a:gd name="connsiteX10801" fmla="*/ 1036262 w 4641785"/>
              <a:gd name="connsiteY10801" fmla="*/ 1466022 h 5274332"/>
              <a:gd name="connsiteX10802" fmla="*/ 1039518 w 4641785"/>
              <a:gd name="connsiteY10802" fmla="*/ 1468813 h 5274332"/>
              <a:gd name="connsiteX10803" fmla="*/ 1046495 w 4641785"/>
              <a:gd name="connsiteY10803" fmla="*/ 1467418 h 5274332"/>
              <a:gd name="connsiteX10804" fmla="*/ 1058122 w 4641785"/>
              <a:gd name="connsiteY10804" fmla="*/ 1459510 h 5274332"/>
              <a:gd name="connsiteX10805" fmla="*/ 1053141 w 4641785"/>
              <a:gd name="connsiteY10805" fmla="*/ 1460222 h 5274332"/>
              <a:gd name="connsiteX10806" fmla="*/ 1058122 w 4641785"/>
              <a:gd name="connsiteY10806" fmla="*/ 1459511 h 5274332"/>
              <a:gd name="connsiteX10807" fmla="*/ 1061378 w 4641785"/>
              <a:gd name="connsiteY10807" fmla="*/ 1462767 h 5274332"/>
              <a:gd name="connsiteX10808" fmla="*/ 1064169 w 4641785"/>
              <a:gd name="connsiteY10808" fmla="*/ 1462767 h 5274332"/>
              <a:gd name="connsiteX10809" fmla="*/ 1066739 w 4641785"/>
              <a:gd name="connsiteY10809" fmla="*/ 1464348 h 5274332"/>
              <a:gd name="connsiteX10810" fmla="*/ 1064168 w 4641785"/>
              <a:gd name="connsiteY10810" fmla="*/ 1462766 h 5274332"/>
              <a:gd name="connsiteX10811" fmla="*/ 1061378 w 4641785"/>
              <a:gd name="connsiteY10811" fmla="*/ 1462766 h 5274332"/>
              <a:gd name="connsiteX10812" fmla="*/ 1700604 w 4641785"/>
              <a:gd name="connsiteY10812" fmla="*/ 1456388 h 5274332"/>
              <a:gd name="connsiteX10813" fmla="*/ 1699507 w 4641785"/>
              <a:gd name="connsiteY10813" fmla="*/ 1458581 h 5274332"/>
              <a:gd name="connsiteX10814" fmla="*/ 1694391 w 4641785"/>
              <a:gd name="connsiteY10814" fmla="*/ 1462767 h 5274332"/>
              <a:gd name="connsiteX10815" fmla="*/ 1687879 w 4641785"/>
              <a:gd name="connsiteY10815" fmla="*/ 1465558 h 5274332"/>
              <a:gd name="connsiteX10816" fmla="*/ 1683229 w 4641785"/>
              <a:gd name="connsiteY10816" fmla="*/ 1470674 h 5274332"/>
              <a:gd name="connsiteX10817" fmla="*/ 1687880 w 4641785"/>
              <a:gd name="connsiteY10817" fmla="*/ 1465558 h 5274332"/>
              <a:gd name="connsiteX10818" fmla="*/ 1694391 w 4641785"/>
              <a:gd name="connsiteY10818" fmla="*/ 1462767 h 5274332"/>
              <a:gd name="connsiteX10819" fmla="*/ 1699507 w 4641785"/>
              <a:gd name="connsiteY10819" fmla="*/ 1458581 h 5274332"/>
              <a:gd name="connsiteX10820" fmla="*/ 1420609 w 4641785"/>
              <a:gd name="connsiteY10820" fmla="*/ 1454499 h 5274332"/>
              <a:gd name="connsiteX10821" fmla="*/ 1419511 w 4641785"/>
              <a:gd name="connsiteY10821" fmla="*/ 1456255 h 5274332"/>
              <a:gd name="connsiteX10822" fmla="*/ 1419511 w 4641785"/>
              <a:gd name="connsiteY10822" fmla="*/ 1456255 h 5274332"/>
              <a:gd name="connsiteX10823" fmla="*/ 1007133 w 4641785"/>
              <a:gd name="connsiteY10823" fmla="*/ 1450620 h 5274332"/>
              <a:gd name="connsiteX10824" fmla="*/ 1006960 w 4641785"/>
              <a:gd name="connsiteY10824" fmla="*/ 1451138 h 5274332"/>
              <a:gd name="connsiteX10825" fmla="*/ 1006960 w 4641785"/>
              <a:gd name="connsiteY10825" fmla="*/ 1451139 h 5274332"/>
              <a:gd name="connsiteX10826" fmla="*/ 1699516 w 4641785"/>
              <a:gd name="connsiteY10826" fmla="*/ 1449900 h 5274332"/>
              <a:gd name="connsiteX10827" fmla="*/ 1701367 w 4641785"/>
              <a:gd name="connsiteY10827" fmla="*/ 1450209 h 5274332"/>
              <a:gd name="connsiteX10828" fmla="*/ 1700917 w 4641785"/>
              <a:gd name="connsiteY10828" fmla="*/ 1455618 h 5274332"/>
              <a:gd name="connsiteX10829" fmla="*/ 1701368 w 4641785"/>
              <a:gd name="connsiteY10829" fmla="*/ 1450209 h 5274332"/>
              <a:gd name="connsiteX10830" fmla="*/ 1007891 w 4641785"/>
              <a:gd name="connsiteY10830" fmla="*/ 1448348 h 5274332"/>
              <a:gd name="connsiteX10831" fmla="*/ 1007891 w 4641785"/>
              <a:gd name="connsiteY10831" fmla="*/ 1448348 h 5274332"/>
              <a:gd name="connsiteX10832" fmla="*/ 1014867 w 4641785"/>
              <a:gd name="connsiteY10832" fmla="*/ 1449743 h 5274332"/>
              <a:gd name="connsiteX10833" fmla="*/ 1015136 w 4641785"/>
              <a:gd name="connsiteY10833" fmla="*/ 1448991 h 5274332"/>
              <a:gd name="connsiteX10834" fmla="*/ 1014867 w 4641785"/>
              <a:gd name="connsiteY10834" fmla="*/ 1449743 h 5274332"/>
              <a:gd name="connsiteX10835" fmla="*/ 1418533 w 4641785"/>
              <a:gd name="connsiteY10835" fmla="*/ 1443429 h 5274332"/>
              <a:gd name="connsiteX10836" fmla="*/ 1419046 w 4641785"/>
              <a:gd name="connsiteY10836" fmla="*/ 1444627 h 5274332"/>
              <a:gd name="connsiteX10837" fmla="*/ 1418116 w 4641785"/>
              <a:gd name="connsiteY10837" fmla="*/ 1446488 h 5274332"/>
              <a:gd name="connsiteX10838" fmla="*/ 1418322 w 4641785"/>
              <a:gd name="connsiteY10838" fmla="*/ 1447929 h 5274332"/>
              <a:gd name="connsiteX10839" fmla="*/ 1418116 w 4641785"/>
              <a:gd name="connsiteY10839" fmla="*/ 1446488 h 5274332"/>
              <a:gd name="connsiteX10840" fmla="*/ 1419046 w 4641785"/>
              <a:gd name="connsiteY10840" fmla="*/ 1444627 h 5274332"/>
              <a:gd name="connsiteX10841" fmla="*/ 1673926 w 4641785"/>
              <a:gd name="connsiteY10841" fmla="*/ 1440442 h 5274332"/>
              <a:gd name="connsiteX10842" fmla="*/ 1676409 w 4641785"/>
              <a:gd name="connsiteY10842" fmla="*/ 1442352 h 5274332"/>
              <a:gd name="connsiteX10843" fmla="*/ 1673927 w 4641785"/>
              <a:gd name="connsiteY10843" fmla="*/ 1440442 h 5274332"/>
              <a:gd name="connsiteX10844" fmla="*/ 1413328 w 4641785"/>
              <a:gd name="connsiteY10844" fmla="*/ 1435134 h 5274332"/>
              <a:gd name="connsiteX10845" fmla="*/ 1413000 w 4641785"/>
              <a:gd name="connsiteY10845" fmla="*/ 1435790 h 5274332"/>
              <a:gd name="connsiteX10846" fmla="*/ 1413000 w 4641785"/>
              <a:gd name="connsiteY10846" fmla="*/ 1435790 h 5274332"/>
              <a:gd name="connsiteX10847" fmla="*/ 1658352 w 4641785"/>
              <a:gd name="connsiteY10847" fmla="*/ 1432925 h 5274332"/>
              <a:gd name="connsiteX10848" fmla="*/ 1659973 w 4641785"/>
              <a:gd name="connsiteY10848" fmla="*/ 1433465 h 5274332"/>
              <a:gd name="connsiteX10849" fmla="*/ 1668809 w 4641785"/>
              <a:gd name="connsiteY10849" fmla="*/ 1440442 h 5274332"/>
              <a:gd name="connsiteX10850" fmla="*/ 1668810 w 4641785"/>
              <a:gd name="connsiteY10850" fmla="*/ 1440442 h 5274332"/>
              <a:gd name="connsiteX10851" fmla="*/ 1659973 w 4641785"/>
              <a:gd name="connsiteY10851" fmla="*/ 1433465 h 5274332"/>
              <a:gd name="connsiteX10852" fmla="*/ 1417186 w 4641785"/>
              <a:gd name="connsiteY10852" fmla="*/ 1432534 h 5274332"/>
              <a:gd name="connsiteX10853" fmla="*/ 1413930 w 4641785"/>
              <a:gd name="connsiteY10853" fmla="*/ 1433929 h 5274332"/>
              <a:gd name="connsiteX10854" fmla="*/ 1413930 w 4641785"/>
              <a:gd name="connsiteY10854" fmla="*/ 1433930 h 5274332"/>
              <a:gd name="connsiteX10855" fmla="*/ 1417186 w 4641785"/>
              <a:gd name="connsiteY10855" fmla="*/ 1432535 h 5274332"/>
              <a:gd name="connsiteX10856" fmla="*/ 1013937 w 4641785"/>
              <a:gd name="connsiteY10856" fmla="*/ 1432069 h 5274332"/>
              <a:gd name="connsiteX10857" fmla="*/ 1020448 w 4641785"/>
              <a:gd name="connsiteY10857" fmla="*/ 1436255 h 5274332"/>
              <a:gd name="connsiteX10858" fmla="*/ 1020448 w 4641785"/>
              <a:gd name="connsiteY10858" fmla="*/ 1436255 h 5274332"/>
              <a:gd name="connsiteX10859" fmla="*/ 1559045 w 4641785"/>
              <a:gd name="connsiteY10859" fmla="*/ 1431604 h 5274332"/>
              <a:gd name="connsiteX10860" fmla="*/ 1556157 w 4641785"/>
              <a:gd name="connsiteY10860" fmla="*/ 1431966 h 5274332"/>
              <a:gd name="connsiteX10861" fmla="*/ 1559044 w 4641785"/>
              <a:gd name="connsiteY10861" fmla="*/ 1431605 h 5274332"/>
              <a:gd name="connsiteX10862" fmla="*/ 1561342 w 4641785"/>
              <a:gd name="connsiteY10862" fmla="*/ 1432064 h 5274332"/>
              <a:gd name="connsiteX10863" fmla="*/ 1555857 w 4641785"/>
              <a:gd name="connsiteY10863" fmla="*/ 1428870 h 5274332"/>
              <a:gd name="connsiteX10864" fmla="*/ 1555323 w 4641785"/>
              <a:gd name="connsiteY10864" fmla="*/ 1432070 h 5274332"/>
              <a:gd name="connsiteX10865" fmla="*/ 1555323 w 4641785"/>
              <a:gd name="connsiteY10865" fmla="*/ 1432070 h 5274332"/>
              <a:gd name="connsiteX10866" fmla="*/ 1550207 w 4641785"/>
              <a:gd name="connsiteY10866" fmla="*/ 1425558 h 5274332"/>
              <a:gd name="connsiteX10867" fmla="*/ 1550207 w 4641785"/>
              <a:gd name="connsiteY10867" fmla="*/ 1425558 h 5274332"/>
              <a:gd name="connsiteX10868" fmla="*/ 1551375 w 4641785"/>
              <a:gd name="connsiteY10868" fmla="*/ 1425738 h 5274332"/>
              <a:gd name="connsiteX10869" fmla="*/ 1647644 w 4641785"/>
              <a:gd name="connsiteY10869" fmla="*/ 1424697 h 5274332"/>
              <a:gd name="connsiteX10870" fmla="*/ 1650206 w 4641785"/>
              <a:gd name="connsiteY10870" fmla="*/ 1427419 h 5274332"/>
              <a:gd name="connsiteX10871" fmla="*/ 1655066 w 4641785"/>
              <a:gd name="connsiteY10871" fmla="*/ 1430983 h 5274332"/>
              <a:gd name="connsiteX10872" fmla="*/ 1650206 w 4641785"/>
              <a:gd name="connsiteY10872" fmla="*/ 1427419 h 5274332"/>
              <a:gd name="connsiteX10873" fmla="*/ 1566241 w 4641785"/>
              <a:gd name="connsiteY10873" fmla="*/ 1424545 h 5274332"/>
              <a:gd name="connsiteX10874" fmla="*/ 1565555 w 4641785"/>
              <a:gd name="connsiteY10874" fmla="*/ 1425093 h 5274332"/>
              <a:gd name="connsiteX10875" fmla="*/ 1565317 w 4641785"/>
              <a:gd name="connsiteY10875" fmla="*/ 1427003 h 5274332"/>
              <a:gd name="connsiteX10876" fmla="*/ 1565556 w 4641785"/>
              <a:gd name="connsiteY10876" fmla="*/ 1425093 h 5274332"/>
              <a:gd name="connsiteX10877" fmla="*/ 1126794 w 4641785"/>
              <a:gd name="connsiteY10877" fmla="*/ 1422530 h 5274332"/>
              <a:gd name="connsiteX10878" fmla="*/ 1126493 w 4641785"/>
              <a:gd name="connsiteY10878" fmla="*/ 1423233 h 5274332"/>
              <a:gd name="connsiteX10879" fmla="*/ 1130213 w 4641785"/>
              <a:gd name="connsiteY10879" fmla="*/ 1426023 h 5274332"/>
              <a:gd name="connsiteX10880" fmla="*/ 1130213 w 4641785"/>
              <a:gd name="connsiteY10880" fmla="*/ 1426022 h 5274332"/>
              <a:gd name="connsiteX10881" fmla="*/ 1126493 w 4641785"/>
              <a:gd name="connsiteY10881" fmla="*/ 1423232 h 5274332"/>
              <a:gd name="connsiteX10882" fmla="*/ 1117191 w 4641785"/>
              <a:gd name="connsiteY10882" fmla="*/ 1422302 h 5274332"/>
              <a:gd name="connsiteX10883" fmla="*/ 1115330 w 4641785"/>
              <a:gd name="connsiteY10883" fmla="*/ 1426953 h 5274332"/>
              <a:gd name="connsiteX10884" fmla="*/ 1117503 w 4641785"/>
              <a:gd name="connsiteY10884" fmla="*/ 1429560 h 5274332"/>
              <a:gd name="connsiteX10885" fmla="*/ 1115331 w 4641785"/>
              <a:gd name="connsiteY10885" fmla="*/ 1426953 h 5274332"/>
              <a:gd name="connsiteX10886" fmla="*/ 1553386 w 4641785"/>
              <a:gd name="connsiteY10886" fmla="*/ 1422109 h 5274332"/>
              <a:gd name="connsiteX10887" fmla="*/ 1551137 w 4641785"/>
              <a:gd name="connsiteY10887" fmla="*/ 1423232 h 5274332"/>
              <a:gd name="connsiteX10888" fmla="*/ 1550633 w 4641785"/>
              <a:gd name="connsiteY10888" fmla="*/ 1424493 h 5274332"/>
              <a:gd name="connsiteX10889" fmla="*/ 1551138 w 4641785"/>
              <a:gd name="connsiteY10889" fmla="*/ 1423233 h 5274332"/>
              <a:gd name="connsiteX10890" fmla="*/ 1415787 w 4641785"/>
              <a:gd name="connsiteY10890" fmla="*/ 1418474 h 5274332"/>
              <a:gd name="connsiteX10891" fmla="*/ 1413465 w 4641785"/>
              <a:gd name="connsiteY10891" fmla="*/ 1423697 h 5274332"/>
              <a:gd name="connsiteX10892" fmla="*/ 1414300 w 4641785"/>
              <a:gd name="connsiteY10892" fmla="*/ 1425200 h 5274332"/>
              <a:gd name="connsiteX10893" fmla="*/ 1413465 w 4641785"/>
              <a:gd name="connsiteY10893" fmla="*/ 1423698 h 5274332"/>
              <a:gd name="connsiteX10894" fmla="*/ 1575110 w 4641785"/>
              <a:gd name="connsiteY10894" fmla="*/ 1417779 h 5274332"/>
              <a:gd name="connsiteX10895" fmla="*/ 1572997 w 4641785"/>
              <a:gd name="connsiteY10895" fmla="*/ 1419046 h 5274332"/>
              <a:gd name="connsiteX10896" fmla="*/ 1572731 w 4641785"/>
              <a:gd name="connsiteY10896" fmla="*/ 1419713 h 5274332"/>
              <a:gd name="connsiteX10897" fmla="*/ 1572997 w 4641785"/>
              <a:gd name="connsiteY10897" fmla="*/ 1419047 h 5274332"/>
              <a:gd name="connsiteX10898" fmla="*/ 1015117 w 4641785"/>
              <a:gd name="connsiteY10898" fmla="*/ 1414514 h 5274332"/>
              <a:gd name="connsiteX10899" fmla="*/ 1016262 w 4641785"/>
              <a:gd name="connsiteY10899" fmla="*/ 1417185 h 5274332"/>
              <a:gd name="connsiteX10900" fmla="*/ 1015233 w 4641785"/>
              <a:gd name="connsiteY10900" fmla="*/ 1417958 h 5274332"/>
              <a:gd name="connsiteX10901" fmla="*/ 1016263 w 4641785"/>
              <a:gd name="connsiteY10901" fmla="*/ 1417186 h 5274332"/>
              <a:gd name="connsiteX10902" fmla="*/ 1552055 w 4641785"/>
              <a:gd name="connsiteY10902" fmla="*/ 1410198 h 5274332"/>
              <a:gd name="connsiteX10903" fmla="*/ 1552532 w 4641785"/>
              <a:gd name="connsiteY10903" fmla="*/ 1410675 h 5274332"/>
              <a:gd name="connsiteX10904" fmla="*/ 1553546 w 4641785"/>
              <a:gd name="connsiteY10904" fmla="*/ 1413108 h 5274332"/>
              <a:gd name="connsiteX10905" fmla="*/ 1552533 w 4641785"/>
              <a:gd name="connsiteY10905" fmla="*/ 1410675 h 5274332"/>
              <a:gd name="connsiteX10906" fmla="*/ 1552532 w 4641785"/>
              <a:gd name="connsiteY10906" fmla="*/ 1410675 h 5274332"/>
              <a:gd name="connsiteX10907" fmla="*/ 1552532 w 4641785"/>
              <a:gd name="connsiteY10907" fmla="*/ 1410674 h 5274332"/>
              <a:gd name="connsiteX10908" fmla="*/ 1581557 w 4641785"/>
              <a:gd name="connsiteY10908" fmla="*/ 1409620 h 5274332"/>
              <a:gd name="connsiteX10909" fmla="*/ 1580440 w 4641785"/>
              <a:gd name="connsiteY10909" fmla="*/ 1409744 h 5274332"/>
              <a:gd name="connsiteX10910" fmla="*/ 1580440 w 4641785"/>
              <a:gd name="connsiteY10910" fmla="*/ 1409744 h 5274332"/>
              <a:gd name="connsiteX10911" fmla="*/ 1113470 w 4641785"/>
              <a:gd name="connsiteY10911" fmla="*/ 1406023 h 5274332"/>
              <a:gd name="connsiteX10912" fmla="*/ 1112074 w 4641785"/>
              <a:gd name="connsiteY10912" fmla="*/ 1408813 h 5274332"/>
              <a:gd name="connsiteX10913" fmla="*/ 1107423 w 4641785"/>
              <a:gd name="connsiteY10913" fmla="*/ 1411139 h 5274332"/>
              <a:gd name="connsiteX10914" fmla="*/ 1109284 w 4641785"/>
              <a:gd name="connsiteY10914" fmla="*/ 1414860 h 5274332"/>
              <a:gd name="connsiteX10915" fmla="*/ 1109284 w 4641785"/>
              <a:gd name="connsiteY10915" fmla="*/ 1418116 h 5274332"/>
              <a:gd name="connsiteX10916" fmla="*/ 1109284 w 4641785"/>
              <a:gd name="connsiteY10916" fmla="*/ 1418116 h 5274332"/>
              <a:gd name="connsiteX10917" fmla="*/ 1109284 w 4641785"/>
              <a:gd name="connsiteY10917" fmla="*/ 1414861 h 5274332"/>
              <a:gd name="connsiteX10918" fmla="*/ 1107424 w 4641785"/>
              <a:gd name="connsiteY10918" fmla="*/ 1411140 h 5274332"/>
              <a:gd name="connsiteX10919" fmla="*/ 1112075 w 4641785"/>
              <a:gd name="connsiteY10919" fmla="*/ 1408814 h 5274332"/>
              <a:gd name="connsiteX10920" fmla="*/ 1113470 w 4641785"/>
              <a:gd name="connsiteY10920" fmla="*/ 1406024 h 5274332"/>
              <a:gd name="connsiteX10921" fmla="*/ 1543475 w 4641785"/>
              <a:gd name="connsiteY10921" fmla="*/ 1405173 h 5274332"/>
              <a:gd name="connsiteX10922" fmla="*/ 1542765 w 4641785"/>
              <a:gd name="connsiteY10922" fmla="*/ 1406024 h 5274332"/>
              <a:gd name="connsiteX10923" fmla="*/ 1542766 w 4641785"/>
              <a:gd name="connsiteY10923" fmla="*/ 1406024 h 5274332"/>
              <a:gd name="connsiteX10924" fmla="*/ 1422302 w 4641785"/>
              <a:gd name="connsiteY10924" fmla="*/ 1405093 h 5274332"/>
              <a:gd name="connsiteX10925" fmla="*/ 1419511 w 4641785"/>
              <a:gd name="connsiteY10925" fmla="*/ 1406023 h 5274332"/>
              <a:gd name="connsiteX10926" fmla="*/ 1419106 w 4641785"/>
              <a:gd name="connsiteY10926" fmla="*/ 1407444 h 5274332"/>
              <a:gd name="connsiteX10927" fmla="*/ 1419511 w 4641785"/>
              <a:gd name="connsiteY10927" fmla="*/ 1406024 h 5274332"/>
              <a:gd name="connsiteX10928" fmla="*/ 1422302 w 4641785"/>
              <a:gd name="connsiteY10928" fmla="*/ 1405093 h 5274332"/>
              <a:gd name="connsiteX10929" fmla="*/ 1519975 w 4641785"/>
              <a:gd name="connsiteY10929" fmla="*/ 1402768 h 5274332"/>
              <a:gd name="connsiteX10930" fmla="*/ 1526486 w 4641785"/>
              <a:gd name="connsiteY10930" fmla="*/ 1406024 h 5274332"/>
              <a:gd name="connsiteX10931" fmla="*/ 1525556 w 4641785"/>
              <a:gd name="connsiteY10931" fmla="*/ 1408814 h 5274332"/>
              <a:gd name="connsiteX10932" fmla="*/ 1526487 w 4641785"/>
              <a:gd name="connsiteY10932" fmla="*/ 1406024 h 5274332"/>
              <a:gd name="connsiteX10933" fmla="*/ 1549277 w 4641785"/>
              <a:gd name="connsiteY10933" fmla="*/ 1402768 h 5274332"/>
              <a:gd name="connsiteX10934" fmla="*/ 1548428 w 4641785"/>
              <a:gd name="connsiteY10934" fmla="*/ 1402862 h 5274332"/>
              <a:gd name="connsiteX10935" fmla="*/ 1549277 w 4641785"/>
              <a:gd name="connsiteY10935" fmla="*/ 1402768 h 5274332"/>
              <a:gd name="connsiteX10936" fmla="*/ 1549742 w 4641785"/>
              <a:gd name="connsiteY10936" fmla="*/ 1407884 h 5274332"/>
              <a:gd name="connsiteX10937" fmla="*/ 1549742 w 4641785"/>
              <a:gd name="connsiteY10937" fmla="*/ 1407884 h 5274332"/>
              <a:gd name="connsiteX10938" fmla="*/ 1019254 w 4641785"/>
              <a:gd name="connsiteY10938" fmla="*/ 1398956 h 5274332"/>
              <a:gd name="connsiteX10939" fmla="*/ 1019053 w 4641785"/>
              <a:gd name="connsiteY10939" fmla="*/ 1401372 h 5274332"/>
              <a:gd name="connsiteX10940" fmla="*/ 1014867 w 4641785"/>
              <a:gd name="connsiteY10940" fmla="*/ 1413930 h 5274332"/>
              <a:gd name="connsiteX10941" fmla="*/ 1014867 w 4641785"/>
              <a:gd name="connsiteY10941" fmla="*/ 1413930 h 5274332"/>
              <a:gd name="connsiteX10942" fmla="*/ 1019053 w 4641785"/>
              <a:gd name="connsiteY10942" fmla="*/ 1401372 h 5274332"/>
              <a:gd name="connsiteX10943" fmla="*/ 1118050 w 4641785"/>
              <a:gd name="connsiteY10943" fmla="*/ 1397219 h 5274332"/>
              <a:gd name="connsiteX10944" fmla="*/ 1117191 w 4641785"/>
              <a:gd name="connsiteY10944" fmla="*/ 1399511 h 5274332"/>
              <a:gd name="connsiteX10945" fmla="*/ 1113470 w 4641785"/>
              <a:gd name="connsiteY10945" fmla="*/ 1399976 h 5274332"/>
              <a:gd name="connsiteX10946" fmla="*/ 1111610 w 4641785"/>
              <a:gd name="connsiteY10946" fmla="*/ 1403232 h 5274332"/>
              <a:gd name="connsiteX10947" fmla="*/ 1111610 w 4641785"/>
              <a:gd name="connsiteY10947" fmla="*/ 1403233 h 5274332"/>
              <a:gd name="connsiteX10948" fmla="*/ 1113470 w 4641785"/>
              <a:gd name="connsiteY10948" fmla="*/ 1399977 h 5274332"/>
              <a:gd name="connsiteX10949" fmla="*/ 1117191 w 4641785"/>
              <a:gd name="connsiteY10949" fmla="*/ 1399512 h 5274332"/>
              <a:gd name="connsiteX10950" fmla="*/ 1007635 w 4641785"/>
              <a:gd name="connsiteY10950" fmla="*/ 1396511 h 5274332"/>
              <a:gd name="connsiteX10951" fmla="*/ 1006495 w 4641785"/>
              <a:gd name="connsiteY10951" fmla="*/ 1397651 h 5274332"/>
              <a:gd name="connsiteX10952" fmla="*/ 1006496 w 4641785"/>
              <a:gd name="connsiteY10952" fmla="*/ 1397651 h 5274332"/>
              <a:gd name="connsiteX10953" fmla="*/ 1417945 w 4641785"/>
              <a:gd name="connsiteY10953" fmla="*/ 1395103 h 5274332"/>
              <a:gd name="connsiteX10954" fmla="*/ 1417651 w 4641785"/>
              <a:gd name="connsiteY10954" fmla="*/ 1396721 h 5274332"/>
              <a:gd name="connsiteX10955" fmla="*/ 1417651 w 4641785"/>
              <a:gd name="connsiteY10955" fmla="*/ 1396721 h 5274332"/>
              <a:gd name="connsiteX10956" fmla="*/ 1520666 w 4641785"/>
              <a:gd name="connsiteY10956" fmla="*/ 1393812 h 5274332"/>
              <a:gd name="connsiteX10957" fmla="*/ 1520440 w 4641785"/>
              <a:gd name="connsiteY10957" fmla="*/ 1397652 h 5274332"/>
              <a:gd name="connsiteX10958" fmla="*/ 1521835 w 4641785"/>
              <a:gd name="connsiteY10958" fmla="*/ 1399047 h 5274332"/>
              <a:gd name="connsiteX10959" fmla="*/ 1520338 w 4641785"/>
              <a:gd name="connsiteY10959" fmla="*/ 1402043 h 5274332"/>
              <a:gd name="connsiteX10960" fmla="*/ 1521836 w 4641785"/>
              <a:gd name="connsiteY10960" fmla="*/ 1399047 h 5274332"/>
              <a:gd name="connsiteX10961" fmla="*/ 1520440 w 4641785"/>
              <a:gd name="connsiteY10961" fmla="*/ 1397651 h 5274332"/>
              <a:gd name="connsiteX10962" fmla="*/ 1017192 w 4641785"/>
              <a:gd name="connsiteY10962" fmla="*/ 1393465 h 5274332"/>
              <a:gd name="connsiteX10963" fmla="*/ 1013937 w 4641785"/>
              <a:gd name="connsiteY10963" fmla="*/ 1395791 h 5274332"/>
              <a:gd name="connsiteX10964" fmla="*/ 1013937 w 4641785"/>
              <a:gd name="connsiteY10964" fmla="*/ 1395791 h 5274332"/>
              <a:gd name="connsiteX10965" fmla="*/ 1017193 w 4641785"/>
              <a:gd name="connsiteY10965" fmla="*/ 1393465 h 5274332"/>
              <a:gd name="connsiteX10966" fmla="*/ 1017785 w 4641785"/>
              <a:gd name="connsiteY10966" fmla="*/ 1394058 h 5274332"/>
              <a:gd name="connsiteX10967" fmla="*/ 1624764 w 4641785"/>
              <a:gd name="connsiteY10967" fmla="*/ 1392826 h 5274332"/>
              <a:gd name="connsiteX10968" fmla="*/ 1626020 w 4641785"/>
              <a:gd name="connsiteY10968" fmla="*/ 1394396 h 5274332"/>
              <a:gd name="connsiteX10969" fmla="*/ 1635787 w 4641785"/>
              <a:gd name="connsiteY10969" fmla="*/ 1397652 h 5274332"/>
              <a:gd name="connsiteX10970" fmla="*/ 1639043 w 4641785"/>
              <a:gd name="connsiteY10970" fmla="*/ 1406954 h 5274332"/>
              <a:gd name="connsiteX10971" fmla="*/ 1639508 w 4641785"/>
              <a:gd name="connsiteY10971" fmla="*/ 1414395 h 5274332"/>
              <a:gd name="connsiteX10972" fmla="*/ 1639043 w 4641785"/>
              <a:gd name="connsiteY10972" fmla="*/ 1406954 h 5274332"/>
              <a:gd name="connsiteX10973" fmla="*/ 1635788 w 4641785"/>
              <a:gd name="connsiteY10973" fmla="*/ 1397651 h 5274332"/>
              <a:gd name="connsiteX10974" fmla="*/ 1626020 w 4641785"/>
              <a:gd name="connsiteY10974" fmla="*/ 1394396 h 5274332"/>
              <a:gd name="connsiteX10975" fmla="*/ 1614031 w 4641785"/>
              <a:gd name="connsiteY10975" fmla="*/ 1389256 h 5274332"/>
              <a:gd name="connsiteX10976" fmla="*/ 1619973 w 4641785"/>
              <a:gd name="connsiteY10976" fmla="*/ 1392071 h 5274332"/>
              <a:gd name="connsiteX10977" fmla="*/ 1624160 w 4641785"/>
              <a:gd name="connsiteY10977" fmla="*/ 1392071 h 5274332"/>
              <a:gd name="connsiteX10978" fmla="*/ 1624159 w 4641785"/>
              <a:gd name="connsiteY10978" fmla="*/ 1392070 h 5274332"/>
              <a:gd name="connsiteX10979" fmla="*/ 1619974 w 4641785"/>
              <a:gd name="connsiteY10979" fmla="*/ 1392070 h 5274332"/>
              <a:gd name="connsiteX10980" fmla="*/ 1252714 w 4641785"/>
              <a:gd name="connsiteY10980" fmla="*/ 1388912 h 5274332"/>
              <a:gd name="connsiteX10981" fmla="*/ 1252537 w 4641785"/>
              <a:gd name="connsiteY10981" fmla="*/ 1390674 h 5274332"/>
              <a:gd name="connsiteX10982" fmla="*/ 1252538 w 4641785"/>
              <a:gd name="connsiteY10982" fmla="*/ 1390674 h 5274332"/>
              <a:gd name="connsiteX10983" fmla="*/ 1102486 w 4641785"/>
              <a:gd name="connsiteY10983" fmla="*/ 1388598 h 5274332"/>
              <a:gd name="connsiteX10984" fmla="*/ 1102772 w 4641785"/>
              <a:gd name="connsiteY10984" fmla="*/ 1389744 h 5274332"/>
              <a:gd name="connsiteX10985" fmla="*/ 1102773 w 4641785"/>
              <a:gd name="connsiteY10985" fmla="*/ 1389744 h 5274332"/>
              <a:gd name="connsiteX10986" fmla="*/ 1152539 w 4641785"/>
              <a:gd name="connsiteY10986" fmla="*/ 1385559 h 5274332"/>
              <a:gd name="connsiteX10987" fmla="*/ 1152539 w 4641785"/>
              <a:gd name="connsiteY10987" fmla="*/ 1389745 h 5274332"/>
              <a:gd name="connsiteX10988" fmla="*/ 1152539 w 4641785"/>
              <a:gd name="connsiteY10988" fmla="*/ 1389744 h 5274332"/>
              <a:gd name="connsiteX10989" fmla="*/ 1152539 w 4641785"/>
              <a:gd name="connsiteY10989" fmla="*/ 1385559 h 5274332"/>
              <a:gd name="connsiteX10990" fmla="*/ 1194136 w 4641785"/>
              <a:gd name="connsiteY10990" fmla="*/ 1385545 h 5274332"/>
              <a:gd name="connsiteX10991" fmla="*/ 1193933 w 4641785"/>
              <a:gd name="connsiteY10991" fmla="*/ 1385559 h 5274332"/>
              <a:gd name="connsiteX10992" fmla="*/ 1192808 w 4641785"/>
              <a:gd name="connsiteY10992" fmla="*/ 1393441 h 5274332"/>
              <a:gd name="connsiteX10993" fmla="*/ 1193934 w 4641785"/>
              <a:gd name="connsiteY10993" fmla="*/ 1385559 h 5274332"/>
              <a:gd name="connsiteX10994" fmla="*/ 999785 w 4641785"/>
              <a:gd name="connsiteY10994" fmla="*/ 1384295 h 5274332"/>
              <a:gd name="connsiteX10995" fmla="*/ 997658 w 4641785"/>
              <a:gd name="connsiteY10995" fmla="*/ 1386954 h 5274332"/>
              <a:gd name="connsiteX10996" fmla="*/ 997459 w 4641785"/>
              <a:gd name="connsiteY10996" fmla="*/ 1387949 h 5274332"/>
              <a:gd name="connsiteX10997" fmla="*/ 997658 w 4641785"/>
              <a:gd name="connsiteY10997" fmla="*/ 1386954 h 5274332"/>
              <a:gd name="connsiteX10998" fmla="*/ 1212073 w 4641785"/>
              <a:gd name="connsiteY10998" fmla="*/ 1384163 h 5274332"/>
              <a:gd name="connsiteX10999" fmla="*/ 1212073 w 4641785"/>
              <a:gd name="connsiteY10999" fmla="*/ 1384164 h 5274332"/>
              <a:gd name="connsiteX11000" fmla="*/ 1213892 w 4641785"/>
              <a:gd name="connsiteY11000" fmla="*/ 1387801 h 5274332"/>
              <a:gd name="connsiteX11001" fmla="*/ 1425935 w 4641785"/>
              <a:gd name="connsiteY11001" fmla="*/ 1382391 h 5274332"/>
              <a:gd name="connsiteX11002" fmla="*/ 1424162 w 4641785"/>
              <a:gd name="connsiteY11002" fmla="*/ 1384163 h 5274332"/>
              <a:gd name="connsiteX11003" fmla="*/ 1423697 w 4641785"/>
              <a:gd name="connsiteY11003" fmla="*/ 1388349 h 5274332"/>
              <a:gd name="connsiteX11004" fmla="*/ 1418581 w 4641785"/>
              <a:gd name="connsiteY11004" fmla="*/ 1391605 h 5274332"/>
              <a:gd name="connsiteX11005" fmla="*/ 1418581 w 4641785"/>
              <a:gd name="connsiteY11005" fmla="*/ 1391605 h 5274332"/>
              <a:gd name="connsiteX11006" fmla="*/ 1423697 w 4641785"/>
              <a:gd name="connsiteY11006" fmla="*/ 1388349 h 5274332"/>
              <a:gd name="connsiteX11007" fmla="*/ 1424163 w 4641785"/>
              <a:gd name="connsiteY11007" fmla="*/ 1384164 h 5274332"/>
              <a:gd name="connsiteX11008" fmla="*/ 1113935 w 4641785"/>
              <a:gd name="connsiteY11008" fmla="*/ 1381838 h 5274332"/>
              <a:gd name="connsiteX11009" fmla="*/ 1113470 w 4641785"/>
              <a:gd name="connsiteY11009" fmla="*/ 1387884 h 5274332"/>
              <a:gd name="connsiteX11010" fmla="*/ 1113470 w 4641785"/>
              <a:gd name="connsiteY11010" fmla="*/ 1387884 h 5274332"/>
              <a:gd name="connsiteX11011" fmla="*/ 1113935 w 4641785"/>
              <a:gd name="connsiteY11011" fmla="*/ 1381838 h 5274332"/>
              <a:gd name="connsiteX11012" fmla="*/ 1098586 w 4641785"/>
              <a:gd name="connsiteY11012" fmla="*/ 1379978 h 5274332"/>
              <a:gd name="connsiteX11013" fmla="*/ 1096726 w 4641785"/>
              <a:gd name="connsiteY11013" fmla="*/ 1383698 h 5274332"/>
              <a:gd name="connsiteX11014" fmla="*/ 1097672 w 4641785"/>
              <a:gd name="connsiteY11014" fmla="*/ 1385589 h 5274332"/>
              <a:gd name="connsiteX11015" fmla="*/ 1096726 w 4641785"/>
              <a:gd name="connsiteY11015" fmla="*/ 1383699 h 5274332"/>
              <a:gd name="connsiteX11016" fmla="*/ 1277133 w 4641785"/>
              <a:gd name="connsiteY11016" fmla="*/ 1372098 h 5274332"/>
              <a:gd name="connsiteX11017" fmla="*/ 1279048 w 4641785"/>
              <a:gd name="connsiteY11017" fmla="*/ 1374396 h 5274332"/>
              <a:gd name="connsiteX11018" fmla="*/ 1279049 w 4641785"/>
              <a:gd name="connsiteY11018" fmla="*/ 1374396 h 5274332"/>
              <a:gd name="connsiteX11019" fmla="*/ 1098121 w 4641785"/>
              <a:gd name="connsiteY11019" fmla="*/ 1369280 h 5274332"/>
              <a:gd name="connsiteX11020" fmla="*/ 1098121 w 4641785"/>
              <a:gd name="connsiteY11020" fmla="*/ 1374861 h 5274332"/>
              <a:gd name="connsiteX11021" fmla="*/ 1095331 w 4641785"/>
              <a:gd name="connsiteY11021" fmla="*/ 1376256 h 5274332"/>
              <a:gd name="connsiteX11022" fmla="*/ 1095701 w 4641785"/>
              <a:gd name="connsiteY11022" fmla="*/ 1378479 h 5274332"/>
              <a:gd name="connsiteX11023" fmla="*/ 1095331 w 4641785"/>
              <a:gd name="connsiteY11023" fmla="*/ 1376256 h 5274332"/>
              <a:gd name="connsiteX11024" fmla="*/ 1098122 w 4641785"/>
              <a:gd name="connsiteY11024" fmla="*/ 1374861 h 5274332"/>
              <a:gd name="connsiteX11025" fmla="*/ 1098122 w 4641785"/>
              <a:gd name="connsiteY11025" fmla="*/ 1369280 h 5274332"/>
              <a:gd name="connsiteX11026" fmla="*/ 1428370 w 4641785"/>
              <a:gd name="connsiteY11026" fmla="*/ 1368609 h 5274332"/>
              <a:gd name="connsiteX11027" fmla="*/ 1428813 w 4641785"/>
              <a:gd name="connsiteY11027" fmla="*/ 1373930 h 5274332"/>
              <a:gd name="connsiteX11028" fmla="*/ 1427086 w 4641785"/>
              <a:gd name="connsiteY11028" fmla="*/ 1377387 h 5274332"/>
              <a:gd name="connsiteX11029" fmla="*/ 1428814 w 4641785"/>
              <a:gd name="connsiteY11029" fmla="*/ 1373931 h 5274332"/>
              <a:gd name="connsiteX11030" fmla="*/ 1003240 w 4641785"/>
              <a:gd name="connsiteY11030" fmla="*/ 1367419 h 5274332"/>
              <a:gd name="connsiteX11031" fmla="*/ 1003240 w 4641785"/>
              <a:gd name="connsiteY11031" fmla="*/ 1367419 h 5274332"/>
              <a:gd name="connsiteX11032" fmla="*/ 1006417 w 4641785"/>
              <a:gd name="connsiteY11032" fmla="*/ 1368055 h 5274332"/>
              <a:gd name="connsiteX11033" fmla="*/ 1516254 w 4641785"/>
              <a:gd name="connsiteY11033" fmla="*/ 1366490 h 5274332"/>
              <a:gd name="connsiteX11034" fmla="*/ 1513928 w 4641785"/>
              <a:gd name="connsiteY11034" fmla="*/ 1368350 h 5274332"/>
              <a:gd name="connsiteX11035" fmla="*/ 1511138 w 4641785"/>
              <a:gd name="connsiteY11035" fmla="*/ 1374861 h 5274332"/>
              <a:gd name="connsiteX11036" fmla="*/ 1515789 w 4641785"/>
              <a:gd name="connsiteY11036" fmla="*/ 1377652 h 5274332"/>
              <a:gd name="connsiteX11037" fmla="*/ 1517649 w 4641785"/>
              <a:gd name="connsiteY11037" fmla="*/ 1385559 h 5274332"/>
              <a:gd name="connsiteX11038" fmla="*/ 1518709 w 4641785"/>
              <a:gd name="connsiteY11038" fmla="*/ 1386921 h 5274332"/>
              <a:gd name="connsiteX11039" fmla="*/ 1517649 w 4641785"/>
              <a:gd name="connsiteY11039" fmla="*/ 1385559 h 5274332"/>
              <a:gd name="connsiteX11040" fmla="*/ 1515789 w 4641785"/>
              <a:gd name="connsiteY11040" fmla="*/ 1377652 h 5274332"/>
              <a:gd name="connsiteX11041" fmla="*/ 1511138 w 4641785"/>
              <a:gd name="connsiteY11041" fmla="*/ 1374861 h 5274332"/>
              <a:gd name="connsiteX11042" fmla="*/ 1513929 w 4641785"/>
              <a:gd name="connsiteY11042" fmla="*/ 1368350 h 5274332"/>
              <a:gd name="connsiteX11043" fmla="*/ 1094400 w 4641785"/>
              <a:gd name="connsiteY11043" fmla="*/ 1366490 h 5274332"/>
              <a:gd name="connsiteX11044" fmla="*/ 1092540 w 4641785"/>
              <a:gd name="connsiteY11044" fmla="*/ 1372535 h 5274332"/>
              <a:gd name="connsiteX11045" fmla="*/ 1094401 w 4641785"/>
              <a:gd name="connsiteY11045" fmla="*/ 1366490 h 5274332"/>
              <a:gd name="connsiteX11046" fmla="*/ 1267422 w 4641785"/>
              <a:gd name="connsiteY11046" fmla="*/ 1363699 h 5274332"/>
              <a:gd name="connsiteX11047" fmla="*/ 1267421 w 4641785"/>
              <a:gd name="connsiteY11047" fmla="*/ 1363699 h 5274332"/>
              <a:gd name="connsiteX11048" fmla="*/ 1269746 w 4641785"/>
              <a:gd name="connsiteY11048" fmla="*/ 1364629 h 5274332"/>
              <a:gd name="connsiteX11049" fmla="*/ 1269746 w 4641785"/>
              <a:gd name="connsiteY11049" fmla="*/ 1369745 h 5274332"/>
              <a:gd name="connsiteX11050" fmla="*/ 1272072 w 4641785"/>
              <a:gd name="connsiteY11050" fmla="*/ 1371606 h 5274332"/>
              <a:gd name="connsiteX11051" fmla="*/ 1276724 w 4641785"/>
              <a:gd name="connsiteY11051" fmla="*/ 1371606 h 5274332"/>
              <a:gd name="connsiteX11052" fmla="*/ 1276723 w 4641785"/>
              <a:gd name="connsiteY11052" fmla="*/ 1371605 h 5274332"/>
              <a:gd name="connsiteX11053" fmla="*/ 1272072 w 4641785"/>
              <a:gd name="connsiteY11053" fmla="*/ 1371605 h 5274332"/>
              <a:gd name="connsiteX11054" fmla="*/ 1269747 w 4641785"/>
              <a:gd name="connsiteY11054" fmla="*/ 1369745 h 5274332"/>
              <a:gd name="connsiteX11055" fmla="*/ 1269747 w 4641785"/>
              <a:gd name="connsiteY11055" fmla="*/ 1364628 h 5274332"/>
              <a:gd name="connsiteX11056" fmla="*/ 1005564 w 4641785"/>
              <a:gd name="connsiteY11056" fmla="*/ 1360909 h 5274332"/>
              <a:gd name="connsiteX11057" fmla="*/ 1004808 w 4641785"/>
              <a:gd name="connsiteY11057" fmla="*/ 1363028 h 5274332"/>
              <a:gd name="connsiteX11058" fmla="*/ 1005565 w 4641785"/>
              <a:gd name="connsiteY11058" fmla="*/ 1360909 h 5274332"/>
              <a:gd name="connsiteX11059" fmla="*/ 1031317 w 4641785"/>
              <a:gd name="connsiteY11059" fmla="*/ 1359668 h 5274332"/>
              <a:gd name="connsiteX11060" fmla="*/ 1031146 w 4641785"/>
              <a:gd name="connsiteY11060" fmla="*/ 1359977 h 5274332"/>
              <a:gd name="connsiteX11061" fmla="*/ 1031146 w 4641785"/>
              <a:gd name="connsiteY11061" fmla="*/ 1359977 h 5274332"/>
              <a:gd name="connsiteX11062" fmla="*/ 1437030 w 4641785"/>
              <a:gd name="connsiteY11062" fmla="*/ 1354865 h 5274332"/>
              <a:gd name="connsiteX11063" fmla="*/ 1436720 w 4641785"/>
              <a:gd name="connsiteY11063" fmla="*/ 1356721 h 5274332"/>
              <a:gd name="connsiteX11064" fmla="*/ 1431604 w 4641785"/>
              <a:gd name="connsiteY11064" fmla="*/ 1363233 h 5274332"/>
              <a:gd name="connsiteX11065" fmla="*/ 1429743 w 4641785"/>
              <a:gd name="connsiteY11065" fmla="*/ 1364628 h 5274332"/>
              <a:gd name="connsiteX11066" fmla="*/ 1428348 w 4641785"/>
              <a:gd name="connsiteY11066" fmla="*/ 1368349 h 5274332"/>
              <a:gd name="connsiteX11067" fmla="*/ 1428348 w 4641785"/>
              <a:gd name="connsiteY11067" fmla="*/ 1368350 h 5274332"/>
              <a:gd name="connsiteX11068" fmla="*/ 1429744 w 4641785"/>
              <a:gd name="connsiteY11068" fmla="*/ 1364628 h 5274332"/>
              <a:gd name="connsiteX11069" fmla="*/ 1431604 w 4641785"/>
              <a:gd name="connsiteY11069" fmla="*/ 1363233 h 5274332"/>
              <a:gd name="connsiteX11070" fmla="*/ 1436721 w 4641785"/>
              <a:gd name="connsiteY11070" fmla="*/ 1356722 h 5274332"/>
              <a:gd name="connsiteX11071" fmla="*/ 1271357 w 4641785"/>
              <a:gd name="connsiteY11071" fmla="*/ 1353009 h 5274332"/>
              <a:gd name="connsiteX11072" fmla="*/ 1273002 w 4641785"/>
              <a:gd name="connsiteY11072" fmla="*/ 1360908 h 5274332"/>
              <a:gd name="connsiteX11073" fmla="*/ 1273003 w 4641785"/>
              <a:gd name="connsiteY11073" fmla="*/ 1360908 h 5274332"/>
              <a:gd name="connsiteX11074" fmla="*/ 1442030 w 4641785"/>
              <a:gd name="connsiteY11074" fmla="*/ 1346868 h 5274332"/>
              <a:gd name="connsiteX11075" fmla="*/ 1439511 w 4641785"/>
              <a:gd name="connsiteY11075" fmla="*/ 1352535 h 5274332"/>
              <a:gd name="connsiteX11076" fmla="*/ 1437186 w 4641785"/>
              <a:gd name="connsiteY11076" fmla="*/ 1353931 h 5274332"/>
              <a:gd name="connsiteX11077" fmla="*/ 1437186 w 4641785"/>
              <a:gd name="connsiteY11077" fmla="*/ 1353932 h 5274332"/>
              <a:gd name="connsiteX11078" fmla="*/ 1439511 w 4641785"/>
              <a:gd name="connsiteY11078" fmla="*/ 1352536 h 5274332"/>
              <a:gd name="connsiteX11079" fmla="*/ 1521835 w 4641785"/>
              <a:gd name="connsiteY11079" fmla="*/ 1343699 h 5274332"/>
              <a:gd name="connsiteX11080" fmla="*/ 1522766 w 4641785"/>
              <a:gd name="connsiteY11080" fmla="*/ 1344630 h 5274332"/>
              <a:gd name="connsiteX11081" fmla="*/ 1522766 w 4641785"/>
              <a:gd name="connsiteY11081" fmla="*/ 1344629 h 5274332"/>
              <a:gd name="connsiteX11082" fmla="*/ 1274947 w 4641785"/>
              <a:gd name="connsiteY11082" fmla="*/ 1339826 h 5274332"/>
              <a:gd name="connsiteX11083" fmla="*/ 1272537 w 4641785"/>
              <a:gd name="connsiteY11083" fmla="*/ 1344164 h 5274332"/>
              <a:gd name="connsiteX11084" fmla="*/ 1271835 w 4641785"/>
              <a:gd name="connsiteY11084" fmla="*/ 1346270 h 5274332"/>
              <a:gd name="connsiteX11085" fmla="*/ 1272537 w 4641785"/>
              <a:gd name="connsiteY11085" fmla="*/ 1344164 h 5274332"/>
              <a:gd name="connsiteX11086" fmla="*/ 909547 w 4641785"/>
              <a:gd name="connsiteY11086" fmla="*/ 1338597 h 5274332"/>
              <a:gd name="connsiteX11087" fmla="*/ 906962 w 4641785"/>
              <a:gd name="connsiteY11087" fmla="*/ 1340443 h 5274332"/>
              <a:gd name="connsiteX11088" fmla="*/ 904171 w 4641785"/>
              <a:gd name="connsiteY11088" fmla="*/ 1351140 h 5274332"/>
              <a:gd name="connsiteX11089" fmla="*/ 904171 w 4641785"/>
              <a:gd name="connsiteY11089" fmla="*/ 1351140 h 5274332"/>
              <a:gd name="connsiteX11090" fmla="*/ 906962 w 4641785"/>
              <a:gd name="connsiteY11090" fmla="*/ 1340443 h 5274332"/>
              <a:gd name="connsiteX11091" fmla="*/ 1452534 w 4641785"/>
              <a:gd name="connsiteY11091" fmla="*/ 1338582 h 5274332"/>
              <a:gd name="connsiteX11092" fmla="*/ 1446953 w 4641785"/>
              <a:gd name="connsiteY11092" fmla="*/ 1339513 h 5274332"/>
              <a:gd name="connsiteX11093" fmla="*/ 1442767 w 4641785"/>
              <a:gd name="connsiteY11093" fmla="*/ 1341838 h 5274332"/>
              <a:gd name="connsiteX11094" fmla="*/ 1442962 w 4641785"/>
              <a:gd name="connsiteY11094" fmla="*/ 1342815 h 5274332"/>
              <a:gd name="connsiteX11095" fmla="*/ 1442767 w 4641785"/>
              <a:gd name="connsiteY11095" fmla="*/ 1341838 h 5274332"/>
              <a:gd name="connsiteX11096" fmla="*/ 1446953 w 4641785"/>
              <a:gd name="connsiteY11096" fmla="*/ 1339513 h 5274332"/>
              <a:gd name="connsiteX11097" fmla="*/ 1452534 w 4641785"/>
              <a:gd name="connsiteY11097" fmla="*/ 1338582 h 5274332"/>
              <a:gd name="connsiteX11098" fmla="*/ 1524626 w 4641785"/>
              <a:gd name="connsiteY11098" fmla="*/ 1332071 h 5274332"/>
              <a:gd name="connsiteX11099" fmla="*/ 1519975 w 4641785"/>
              <a:gd name="connsiteY11099" fmla="*/ 1341838 h 5274332"/>
              <a:gd name="connsiteX11100" fmla="*/ 1519975 w 4641785"/>
              <a:gd name="connsiteY11100" fmla="*/ 1341839 h 5274332"/>
              <a:gd name="connsiteX11101" fmla="*/ 1524626 w 4641785"/>
              <a:gd name="connsiteY11101" fmla="*/ 1332072 h 5274332"/>
              <a:gd name="connsiteX11102" fmla="*/ 1340674 w 4641785"/>
              <a:gd name="connsiteY11102" fmla="*/ 1327896 h 5274332"/>
              <a:gd name="connsiteX11103" fmla="*/ 1340443 w 4641785"/>
              <a:gd name="connsiteY11103" fmla="*/ 1330211 h 5274332"/>
              <a:gd name="connsiteX11104" fmla="*/ 1339895 w 4641785"/>
              <a:gd name="connsiteY11104" fmla="*/ 1331307 h 5274332"/>
              <a:gd name="connsiteX11105" fmla="*/ 1340443 w 4641785"/>
              <a:gd name="connsiteY11105" fmla="*/ 1330211 h 5274332"/>
              <a:gd name="connsiteX11106" fmla="*/ 1311606 w 4641785"/>
              <a:gd name="connsiteY11106" fmla="*/ 1327885 h 5274332"/>
              <a:gd name="connsiteX11107" fmla="*/ 1311913 w 4641785"/>
              <a:gd name="connsiteY11107" fmla="*/ 1329264 h 5274332"/>
              <a:gd name="connsiteX11108" fmla="*/ 1311606 w 4641785"/>
              <a:gd name="connsiteY11108" fmla="*/ 1327885 h 5274332"/>
              <a:gd name="connsiteX11109" fmla="*/ 1273468 w 4641785"/>
              <a:gd name="connsiteY11109" fmla="*/ 1326955 h 5274332"/>
              <a:gd name="connsiteX11110" fmla="*/ 1277653 w 4641785"/>
              <a:gd name="connsiteY11110" fmla="*/ 1330676 h 5274332"/>
              <a:gd name="connsiteX11111" fmla="*/ 1280908 w 4641785"/>
              <a:gd name="connsiteY11111" fmla="*/ 1331141 h 5274332"/>
              <a:gd name="connsiteX11112" fmla="*/ 1280909 w 4641785"/>
              <a:gd name="connsiteY11112" fmla="*/ 1331140 h 5274332"/>
              <a:gd name="connsiteX11113" fmla="*/ 1277654 w 4641785"/>
              <a:gd name="connsiteY11113" fmla="*/ 1330675 h 5274332"/>
              <a:gd name="connsiteX11114" fmla="*/ 1278231 w 4641785"/>
              <a:gd name="connsiteY11114" fmla="*/ 1325946 h 5274332"/>
              <a:gd name="connsiteX11115" fmla="*/ 1280909 w 4641785"/>
              <a:gd name="connsiteY11115" fmla="*/ 1328815 h 5274332"/>
              <a:gd name="connsiteX11116" fmla="*/ 1281439 w 4641785"/>
              <a:gd name="connsiteY11116" fmla="*/ 1328933 h 5274332"/>
              <a:gd name="connsiteX11117" fmla="*/ 1280909 w 4641785"/>
              <a:gd name="connsiteY11117" fmla="*/ 1328815 h 5274332"/>
              <a:gd name="connsiteX11118" fmla="*/ 1465106 w 4641785"/>
              <a:gd name="connsiteY11118" fmla="*/ 1323894 h 5274332"/>
              <a:gd name="connsiteX11119" fmla="*/ 1465557 w 4641785"/>
              <a:gd name="connsiteY11119" fmla="*/ 1330211 h 5274332"/>
              <a:gd name="connsiteX11120" fmla="*/ 1461836 w 4641785"/>
              <a:gd name="connsiteY11120" fmla="*/ 1333001 h 5274332"/>
              <a:gd name="connsiteX11121" fmla="*/ 1459045 w 4641785"/>
              <a:gd name="connsiteY11121" fmla="*/ 1333466 h 5274332"/>
              <a:gd name="connsiteX11122" fmla="*/ 1453570 w 4641785"/>
              <a:gd name="connsiteY11122" fmla="*/ 1337768 h 5274332"/>
              <a:gd name="connsiteX11123" fmla="*/ 1459046 w 4641785"/>
              <a:gd name="connsiteY11123" fmla="*/ 1333467 h 5274332"/>
              <a:gd name="connsiteX11124" fmla="*/ 1461836 w 4641785"/>
              <a:gd name="connsiteY11124" fmla="*/ 1333001 h 5274332"/>
              <a:gd name="connsiteX11125" fmla="*/ 1465557 w 4641785"/>
              <a:gd name="connsiteY11125" fmla="*/ 1330211 h 5274332"/>
              <a:gd name="connsiteX11126" fmla="*/ 1301839 w 4641785"/>
              <a:gd name="connsiteY11126" fmla="*/ 1323699 h 5274332"/>
              <a:gd name="connsiteX11127" fmla="*/ 1301839 w 4641785"/>
              <a:gd name="connsiteY11127" fmla="*/ 1323700 h 5274332"/>
              <a:gd name="connsiteX11128" fmla="*/ 1302265 w 4641785"/>
              <a:gd name="connsiteY11128" fmla="*/ 1325189 h 5274332"/>
              <a:gd name="connsiteX11129" fmla="*/ 1292537 w 4641785"/>
              <a:gd name="connsiteY11129" fmla="*/ 1323234 h 5274332"/>
              <a:gd name="connsiteX11130" fmla="*/ 1296257 w 4641785"/>
              <a:gd name="connsiteY11130" fmla="*/ 1326955 h 5274332"/>
              <a:gd name="connsiteX11131" fmla="*/ 1296257 w 4641785"/>
              <a:gd name="connsiteY11131" fmla="*/ 1326955 h 5274332"/>
              <a:gd name="connsiteX11132" fmla="*/ 1292537 w 4641785"/>
              <a:gd name="connsiteY11132" fmla="*/ 1323234 h 5274332"/>
              <a:gd name="connsiteX11133" fmla="*/ 916880 w 4641785"/>
              <a:gd name="connsiteY11133" fmla="*/ 1322654 h 5274332"/>
              <a:gd name="connsiteX11134" fmla="*/ 916729 w 4641785"/>
              <a:gd name="connsiteY11134" fmla="*/ 1324164 h 5274332"/>
              <a:gd name="connsiteX11135" fmla="*/ 916729 w 4641785"/>
              <a:gd name="connsiteY11135" fmla="*/ 1324164 h 5274332"/>
              <a:gd name="connsiteX11136" fmla="*/ 1301374 w 4641785"/>
              <a:gd name="connsiteY11136" fmla="*/ 1316722 h 5274332"/>
              <a:gd name="connsiteX11137" fmla="*/ 1301374 w 4641785"/>
              <a:gd name="connsiteY11137" fmla="*/ 1316723 h 5274332"/>
              <a:gd name="connsiteX11138" fmla="*/ 1304629 w 4641785"/>
              <a:gd name="connsiteY11138" fmla="*/ 1321373 h 5274332"/>
              <a:gd name="connsiteX11139" fmla="*/ 1304630 w 4641785"/>
              <a:gd name="connsiteY11139" fmla="*/ 1321373 h 5274332"/>
              <a:gd name="connsiteX11140" fmla="*/ 1307421 w 4641785"/>
              <a:gd name="connsiteY11140" fmla="*/ 1314397 h 5274332"/>
              <a:gd name="connsiteX11141" fmla="*/ 1308815 w 4641785"/>
              <a:gd name="connsiteY11141" fmla="*/ 1317652 h 5274332"/>
              <a:gd name="connsiteX11142" fmla="*/ 1308350 w 4641785"/>
              <a:gd name="connsiteY11142" fmla="*/ 1323234 h 5274332"/>
              <a:gd name="connsiteX11143" fmla="*/ 1308351 w 4641785"/>
              <a:gd name="connsiteY11143" fmla="*/ 1323234 h 5274332"/>
              <a:gd name="connsiteX11144" fmla="*/ 1308816 w 4641785"/>
              <a:gd name="connsiteY11144" fmla="*/ 1317653 h 5274332"/>
              <a:gd name="connsiteX11145" fmla="*/ 1336722 w 4641785"/>
              <a:gd name="connsiteY11145" fmla="*/ 1311141 h 5274332"/>
              <a:gd name="connsiteX11146" fmla="*/ 1336722 w 4641785"/>
              <a:gd name="connsiteY11146" fmla="*/ 1311142 h 5274332"/>
              <a:gd name="connsiteX11147" fmla="*/ 1342303 w 4641785"/>
              <a:gd name="connsiteY11147" fmla="*/ 1312537 h 5274332"/>
              <a:gd name="connsiteX11148" fmla="*/ 1342303 w 4641785"/>
              <a:gd name="connsiteY11148" fmla="*/ 1312536 h 5274332"/>
              <a:gd name="connsiteX11149" fmla="*/ 1477285 w 4641785"/>
              <a:gd name="connsiteY11149" fmla="*/ 1310334 h 5274332"/>
              <a:gd name="connsiteX11150" fmla="*/ 1474859 w 4641785"/>
              <a:gd name="connsiteY11150" fmla="*/ 1315792 h 5274332"/>
              <a:gd name="connsiteX11151" fmla="*/ 1470673 w 4641785"/>
              <a:gd name="connsiteY11151" fmla="*/ 1319513 h 5274332"/>
              <a:gd name="connsiteX11152" fmla="*/ 1466952 w 4641785"/>
              <a:gd name="connsiteY11152" fmla="*/ 1319513 h 5274332"/>
              <a:gd name="connsiteX11153" fmla="*/ 1465092 w 4641785"/>
              <a:gd name="connsiteY11153" fmla="*/ 1323699 h 5274332"/>
              <a:gd name="connsiteX11154" fmla="*/ 1465092 w 4641785"/>
              <a:gd name="connsiteY11154" fmla="*/ 1323699 h 5274332"/>
              <a:gd name="connsiteX11155" fmla="*/ 1466953 w 4641785"/>
              <a:gd name="connsiteY11155" fmla="*/ 1319513 h 5274332"/>
              <a:gd name="connsiteX11156" fmla="*/ 1470674 w 4641785"/>
              <a:gd name="connsiteY11156" fmla="*/ 1319513 h 5274332"/>
              <a:gd name="connsiteX11157" fmla="*/ 1474859 w 4641785"/>
              <a:gd name="connsiteY11157" fmla="*/ 1315792 h 5274332"/>
              <a:gd name="connsiteX11158" fmla="*/ 1547416 w 4641785"/>
              <a:gd name="connsiteY11158" fmla="*/ 1306491 h 5274332"/>
              <a:gd name="connsiteX11159" fmla="*/ 1543230 w 4641785"/>
              <a:gd name="connsiteY11159" fmla="*/ 1311141 h 5274332"/>
              <a:gd name="connsiteX11160" fmla="*/ 1541835 w 4641785"/>
              <a:gd name="connsiteY11160" fmla="*/ 1316258 h 5274332"/>
              <a:gd name="connsiteX11161" fmla="*/ 1538114 w 4641785"/>
              <a:gd name="connsiteY11161" fmla="*/ 1320443 h 5274332"/>
              <a:gd name="connsiteX11162" fmla="*/ 1535323 w 4641785"/>
              <a:gd name="connsiteY11162" fmla="*/ 1326025 h 5274332"/>
              <a:gd name="connsiteX11163" fmla="*/ 1529742 w 4641785"/>
              <a:gd name="connsiteY11163" fmla="*/ 1333467 h 5274332"/>
              <a:gd name="connsiteX11164" fmla="*/ 1527882 w 4641785"/>
              <a:gd name="connsiteY11164" fmla="*/ 1333931 h 5274332"/>
              <a:gd name="connsiteX11165" fmla="*/ 1525931 w 4641785"/>
              <a:gd name="connsiteY11165" fmla="*/ 1332817 h 5274332"/>
              <a:gd name="connsiteX11166" fmla="*/ 1527882 w 4641785"/>
              <a:gd name="connsiteY11166" fmla="*/ 1333932 h 5274332"/>
              <a:gd name="connsiteX11167" fmla="*/ 1529743 w 4641785"/>
              <a:gd name="connsiteY11167" fmla="*/ 1333467 h 5274332"/>
              <a:gd name="connsiteX11168" fmla="*/ 1535324 w 4641785"/>
              <a:gd name="connsiteY11168" fmla="*/ 1326025 h 5274332"/>
              <a:gd name="connsiteX11169" fmla="*/ 1538114 w 4641785"/>
              <a:gd name="connsiteY11169" fmla="*/ 1320444 h 5274332"/>
              <a:gd name="connsiteX11170" fmla="*/ 1541835 w 4641785"/>
              <a:gd name="connsiteY11170" fmla="*/ 1316257 h 5274332"/>
              <a:gd name="connsiteX11171" fmla="*/ 1543231 w 4641785"/>
              <a:gd name="connsiteY11171" fmla="*/ 1311142 h 5274332"/>
              <a:gd name="connsiteX11172" fmla="*/ 1332071 w 4641785"/>
              <a:gd name="connsiteY11172" fmla="*/ 1303699 h 5274332"/>
              <a:gd name="connsiteX11173" fmla="*/ 1327885 w 4641785"/>
              <a:gd name="connsiteY11173" fmla="*/ 1307420 h 5274332"/>
              <a:gd name="connsiteX11174" fmla="*/ 1327598 w 4641785"/>
              <a:gd name="connsiteY11174" fmla="*/ 1304836 h 5274332"/>
              <a:gd name="connsiteX11175" fmla="*/ 1327885 w 4641785"/>
              <a:gd name="connsiteY11175" fmla="*/ 1307420 h 5274332"/>
              <a:gd name="connsiteX11176" fmla="*/ 1332071 w 4641785"/>
              <a:gd name="connsiteY11176" fmla="*/ 1303700 h 5274332"/>
              <a:gd name="connsiteX11177" fmla="*/ 1334397 w 4641785"/>
              <a:gd name="connsiteY11177" fmla="*/ 1303700 h 5274332"/>
              <a:gd name="connsiteX11178" fmla="*/ 1334988 w 4641785"/>
              <a:gd name="connsiteY11178" fmla="*/ 1304587 h 5274332"/>
              <a:gd name="connsiteX11179" fmla="*/ 1334396 w 4641785"/>
              <a:gd name="connsiteY11179" fmla="*/ 1303699 h 5274332"/>
              <a:gd name="connsiteX11180" fmla="*/ 1538114 w 4641785"/>
              <a:gd name="connsiteY11180" fmla="*/ 1299979 h 5274332"/>
              <a:gd name="connsiteX11181" fmla="*/ 1537809 w 4641785"/>
              <a:gd name="connsiteY11181" fmla="*/ 1300284 h 5274332"/>
              <a:gd name="connsiteX11182" fmla="*/ 1538114 w 4641785"/>
              <a:gd name="connsiteY11182" fmla="*/ 1299979 h 5274332"/>
              <a:gd name="connsiteX11183" fmla="*/ 1545091 w 4641785"/>
              <a:gd name="connsiteY11183" fmla="*/ 1303235 h 5274332"/>
              <a:gd name="connsiteX11184" fmla="*/ 1545981 w 4641785"/>
              <a:gd name="connsiteY11184" fmla="*/ 1304480 h 5274332"/>
              <a:gd name="connsiteX11185" fmla="*/ 1545091 w 4641785"/>
              <a:gd name="connsiteY11185" fmla="*/ 1303235 h 5274332"/>
              <a:gd name="connsiteX11186" fmla="*/ 1534979 w 4641785"/>
              <a:gd name="connsiteY11186" fmla="*/ 1299929 h 5274332"/>
              <a:gd name="connsiteX11187" fmla="*/ 1537184 w 4641785"/>
              <a:gd name="connsiteY11187" fmla="*/ 1300909 h 5274332"/>
              <a:gd name="connsiteX11188" fmla="*/ 1537184 w 4641785"/>
              <a:gd name="connsiteY11188" fmla="*/ 1300909 h 5274332"/>
              <a:gd name="connsiteX11189" fmla="*/ 1493464 w 4641785"/>
              <a:gd name="connsiteY11189" fmla="*/ 1282305 h 5274332"/>
              <a:gd name="connsiteX11190" fmla="*/ 1490208 w 4641785"/>
              <a:gd name="connsiteY11190" fmla="*/ 1288351 h 5274332"/>
              <a:gd name="connsiteX11191" fmla="*/ 1490208 w 4641785"/>
              <a:gd name="connsiteY11191" fmla="*/ 1293467 h 5274332"/>
              <a:gd name="connsiteX11192" fmla="*/ 1484161 w 4641785"/>
              <a:gd name="connsiteY11192" fmla="*/ 1297653 h 5274332"/>
              <a:gd name="connsiteX11193" fmla="*/ 1482301 w 4641785"/>
              <a:gd name="connsiteY11193" fmla="*/ 1302768 h 5274332"/>
              <a:gd name="connsiteX11194" fmla="*/ 1478580 w 4641785"/>
              <a:gd name="connsiteY11194" fmla="*/ 1307420 h 5274332"/>
              <a:gd name="connsiteX11195" fmla="*/ 1478580 w 4641785"/>
              <a:gd name="connsiteY11195" fmla="*/ 1307420 h 5274332"/>
              <a:gd name="connsiteX11196" fmla="*/ 1482301 w 4641785"/>
              <a:gd name="connsiteY11196" fmla="*/ 1302770 h 5274332"/>
              <a:gd name="connsiteX11197" fmla="*/ 1484162 w 4641785"/>
              <a:gd name="connsiteY11197" fmla="*/ 1297653 h 5274332"/>
              <a:gd name="connsiteX11198" fmla="*/ 1490208 w 4641785"/>
              <a:gd name="connsiteY11198" fmla="*/ 1293467 h 5274332"/>
              <a:gd name="connsiteX11199" fmla="*/ 1490208 w 4641785"/>
              <a:gd name="connsiteY11199" fmla="*/ 1288351 h 5274332"/>
              <a:gd name="connsiteX11200" fmla="*/ 1380413 w 4641785"/>
              <a:gd name="connsiteY11200" fmla="*/ 1279950 h 5274332"/>
              <a:gd name="connsiteX11201" fmla="*/ 1380442 w 4641785"/>
              <a:gd name="connsiteY11201" fmla="*/ 1279978 h 5274332"/>
              <a:gd name="connsiteX11202" fmla="*/ 1379977 w 4641785"/>
              <a:gd name="connsiteY11202" fmla="*/ 1283699 h 5274332"/>
              <a:gd name="connsiteX11203" fmla="*/ 1380442 w 4641785"/>
              <a:gd name="connsiteY11203" fmla="*/ 1279979 h 5274332"/>
              <a:gd name="connsiteX11204" fmla="*/ 1385634 w 4641785"/>
              <a:gd name="connsiteY11204" fmla="*/ 1276799 h 5274332"/>
              <a:gd name="connsiteX11205" fmla="*/ 1387884 w 4641785"/>
              <a:gd name="connsiteY11205" fmla="*/ 1279049 h 5274332"/>
              <a:gd name="connsiteX11206" fmla="*/ 1387884 w 4641785"/>
              <a:gd name="connsiteY11206" fmla="*/ 1279048 h 5274332"/>
              <a:gd name="connsiteX11207" fmla="*/ 1496254 w 4641785"/>
              <a:gd name="connsiteY11207" fmla="*/ 1274863 h 5274332"/>
              <a:gd name="connsiteX11208" fmla="*/ 1489279 w 4641785"/>
              <a:gd name="connsiteY11208" fmla="*/ 1276258 h 5274332"/>
              <a:gd name="connsiteX11209" fmla="*/ 1489279 w 4641785"/>
              <a:gd name="connsiteY11209" fmla="*/ 1276258 h 5274332"/>
              <a:gd name="connsiteX11210" fmla="*/ 1496254 w 4641785"/>
              <a:gd name="connsiteY11210" fmla="*/ 1274863 h 5274332"/>
              <a:gd name="connsiteX11211" fmla="*/ 1500440 w 4641785"/>
              <a:gd name="connsiteY11211" fmla="*/ 1275328 h 5274332"/>
              <a:gd name="connsiteX11212" fmla="*/ 1505091 w 4641785"/>
              <a:gd name="connsiteY11212" fmla="*/ 1279979 h 5274332"/>
              <a:gd name="connsiteX11213" fmla="*/ 1506487 w 4641785"/>
              <a:gd name="connsiteY11213" fmla="*/ 1279979 h 5274332"/>
              <a:gd name="connsiteX11214" fmla="*/ 1510672 w 4641785"/>
              <a:gd name="connsiteY11214" fmla="*/ 1286026 h 5274332"/>
              <a:gd name="connsiteX11215" fmla="*/ 1512533 w 4641785"/>
              <a:gd name="connsiteY11215" fmla="*/ 1288351 h 5274332"/>
              <a:gd name="connsiteX11216" fmla="*/ 1519045 w 4641785"/>
              <a:gd name="connsiteY11216" fmla="*/ 1290677 h 5274332"/>
              <a:gd name="connsiteX11217" fmla="*/ 1523216 w 4641785"/>
              <a:gd name="connsiteY11217" fmla="*/ 1293457 h 5274332"/>
              <a:gd name="connsiteX11218" fmla="*/ 1519045 w 4641785"/>
              <a:gd name="connsiteY11218" fmla="*/ 1290677 h 5274332"/>
              <a:gd name="connsiteX11219" fmla="*/ 1512533 w 4641785"/>
              <a:gd name="connsiteY11219" fmla="*/ 1288351 h 5274332"/>
              <a:gd name="connsiteX11220" fmla="*/ 1510673 w 4641785"/>
              <a:gd name="connsiteY11220" fmla="*/ 1286026 h 5274332"/>
              <a:gd name="connsiteX11221" fmla="*/ 1506487 w 4641785"/>
              <a:gd name="connsiteY11221" fmla="*/ 1279979 h 5274332"/>
              <a:gd name="connsiteX11222" fmla="*/ 1505092 w 4641785"/>
              <a:gd name="connsiteY11222" fmla="*/ 1279979 h 5274332"/>
              <a:gd name="connsiteX11223" fmla="*/ 1500441 w 4641785"/>
              <a:gd name="connsiteY11223" fmla="*/ 1275328 h 5274332"/>
              <a:gd name="connsiteX11224" fmla="*/ 1382303 w 4641785"/>
              <a:gd name="connsiteY11224" fmla="*/ 1270212 h 5274332"/>
              <a:gd name="connsiteX11225" fmla="*/ 1382303 w 4641785"/>
              <a:gd name="connsiteY11225" fmla="*/ 1270212 h 5274332"/>
              <a:gd name="connsiteX11226" fmla="*/ 1384163 w 4641785"/>
              <a:gd name="connsiteY11226" fmla="*/ 1271607 h 5274332"/>
              <a:gd name="connsiteX11227" fmla="*/ 1459977 w 4641785"/>
              <a:gd name="connsiteY11227" fmla="*/ 1268351 h 5274332"/>
              <a:gd name="connsiteX11228" fmla="*/ 1459976 w 4641785"/>
              <a:gd name="connsiteY11228" fmla="*/ 1268351 h 5274332"/>
              <a:gd name="connsiteX11229" fmla="*/ 1462301 w 4641785"/>
              <a:gd name="connsiteY11229" fmla="*/ 1273002 h 5274332"/>
              <a:gd name="connsiteX11230" fmla="*/ 1462302 w 4641785"/>
              <a:gd name="connsiteY11230" fmla="*/ 1273001 h 5274332"/>
              <a:gd name="connsiteX11231" fmla="*/ 1480441 w 4641785"/>
              <a:gd name="connsiteY11231" fmla="*/ 1267886 h 5274332"/>
              <a:gd name="connsiteX11232" fmla="*/ 1480441 w 4641785"/>
              <a:gd name="connsiteY11232" fmla="*/ 1267887 h 5274332"/>
              <a:gd name="connsiteX11233" fmla="*/ 1483231 w 4641785"/>
              <a:gd name="connsiteY11233" fmla="*/ 1273932 h 5274332"/>
              <a:gd name="connsiteX11234" fmla="*/ 1486022 w 4641785"/>
              <a:gd name="connsiteY11234" fmla="*/ 1277653 h 5274332"/>
              <a:gd name="connsiteX11235" fmla="*/ 1488927 w 4641785"/>
              <a:gd name="connsiteY11235" fmla="*/ 1278973 h 5274332"/>
              <a:gd name="connsiteX11236" fmla="*/ 1486023 w 4641785"/>
              <a:gd name="connsiteY11236" fmla="*/ 1277653 h 5274332"/>
              <a:gd name="connsiteX11237" fmla="*/ 1483233 w 4641785"/>
              <a:gd name="connsiteY11237" fmla="*/ 1273932 h 5274332"/>
              <a:gd name="connsiteX11238" fmla="*/ 1501372 w 4641785"/>
              <a:gd name="connsiteY11238" fmla="*/ 1267421 h 5274332"/>
              <a:gd name="connsiteX11239" fmla="*/ 1501372 w 4641785"/>
              <a:gd name="connsiteY11239" fmla="*/ 1267421 h 5274332"/>
              <a:gd name="connsiteX11240" fmla="*/ 1504626 w 4641785"/>
              <a:gd name="connsiteY11240" fmla="*/ 1267886 h 5274332"/>
              <a:gd name="connsiteX11241" fmla="*/ 1504627 w 4641785"/>
              <a:gd name="connsiteY11241" fmla="*/ 1267886 h 5274332"/>
              <a:gd name="connsiteX11242" fmla="*/ 1454394 w 4641785"/>
              <a:gd name="connsiteY11242" fmla="*/ 1265561 h 5274332"/>
              <a:gd name="connsiteX11243" fmla="*/ 1456255 w 4641785"/>
              <a:gd name="connsiteY11243" fmla="*/ 1269281 h 5274332"/>
              <a:gd name="connsiteX11244" fmla="*/ 1456256 w 4641785"/>
              <a:gd name="connsiteY11244" fmla="*/ 1269281 h 5274332"/>
              <a:gd name="connsiteX11245" fmla="*/ 1454396 w 4641785"/>
              <a:gd name="connsiteY11245" fmla="*/ 1265561 h 5274332"/>
              <a:gd name="connsiteX11246" fmla="*/ 1470209 w 4641785"/>
              <a:gd name="connsiteY11246" fmla="*/ 1265095 h 5274332"/>
              <a:gd name="connsiteX11247" fmla="*/ 1470209 w 4641785"/>
              <a:gd name="connsiteY11247" fmla="*/ 1265096 h 5274332"/>
              <a:gd name="connsiteX11248" fmla="*/ 1472069 w 4641785"/>
              <a:gd name="connsiteY11248" fmla="*/ 1266490 h 5274332"/>
              <a:gd name="connsiteX11249" fmla="*/ 1471603 w 4641785"/>
              <a:gd name="connsiteY11249" fmla="*/ 1269746 h 5274332"/>
              <a:gd name="connsiteX11250" fmla="*/ 1469278 w 4641785"/>
              <a:gd name="connsiteY11250" fmla="*/ 1272537 h 5274332"/>
              <a:gd name="connsiteX11251" fmla="*/ 1468813 w 4641785"/>
              <a:gd name="connsiteY11251" fmla="*/ 1276258 h 5274332"/>
              <a:gd name="connsiteX11252" fmla="*/ 1468814 w 4641785"/>
              <a:gd name="connsiteY11252" fmla="*/ 1276258 h 5274332"/>
              <a:gd name="connsiteX11253" fmla="*/ 1469279 w 4641785"/>
              <a:gd name="connsiteY11253" fmla="*/ 1272537 h 5274332"/>
              <a:gd name="connsiteX11254" fmla="*/ 1471604 w 4641785"/>
              <a:gd name="connsiteY11254" fmla="*/ 1269746 h 5274332"/>
              <a:gd name="connsiteX11255" fmla="*/ 1472070 w 4641785"/>
              <a:gd name="connsiteY11255" fmla="*/ 1266490 h 5274332"/>
              <a:gd name="connsiteX11256" fmla="*/ 1439511 w 4641785"/>
              <a:gd name="connsiteY11256" fmla="*/ 1261375 h 5274332"/>
              <a:gd name="connsiteX11257" fmla="*/ 1441372 w 4641785"/>
              <a:gd name="connsiteY11257" fmla="*/ 1264630 h 5274332"/>
              <a:gd name="connsiteX11258" fmla="*/ 1441372 w 4641785"/>
              <a:gd name="connsiteY11258" fmla="*/ 1264630 h 5274332"/>
              <a:gd name="connsiteX11259" fmla="*/ 1439512 w 4641785"/>
              <a:gd name="connsiteY11259" fmla="*/ 1261375 h 5274332"/>
              <a:gd name="connsiteX11260" fmla="*/ 1429279 w 4641785"/>
              <a:gd name="connsiteY11260" fmla="*/ 1253933 h 5274332"/>
              <a:gd name="connsiteX11261" fmla="*/ 1431139 w 4641785"/>
              <a:gd name="connsiteY11261" fmla="*/ 1257188 h 5274332"/>
              <a:gd name="connsiteX11262" fmla="*/ 1431604 w 4641785"/>
              <a:gd name="connsiteY11262" fmla="*/ 1262305 h 5274332"/>
              <a:gd name="connsiteX11263" fmla="*/ 1431605 w 4641785"/>
              <a:gd name="connsiteY11263" fmla="*/ 1262304 h 5274332"/>
              <a:gd name="connsiteX11264" fmla="*/ 1431140 w 4641785"/>
              <a:gd name="connsiteY11264" fmla="*/ 1257188 h 5274332"/>
              <a:gd name="connsiteX11265" fmla="*/ 1429280 w 4641785"/>
              <a:gd name="connsiteY11265" fmla="*/ 1253933 h 5274332"/>
              <a:gd name="connsiteX11266" fmla="*/ 1381373 w 4641785"/>
              <a:gd name="connsiteY11266" fmla="*/ 1251142 h 5274332"/>
              <a:gd name="connsiteX11267" fmla="*/ 1381372 w 4641785"/>
              <a:gd name="connsiteY11267" fmla="*/ 1251142 h 5274332"/>
              <a:gd name="connsiteX11268" fmla="*/ 1386954 w 4641785"/>
              <a:gd name="connsiteY11268" fmla="*/ 1253933 h 5274332"/>
              <a:gd name="connsiteX11269" fmla="*/ 1386954 w 4641785"/>
              <a:gd name="connsiteY11269" fmla="*/ 1253932 h 5274332"/>
              <a:gd name="connsiteX11270" fmla="*/ 1527417 w 4641785"/>
              <a:gd name="connsiteY11270" fmla="*/ 1247421 h 5274332"/>
              <a:gd name="connsiteX11271" fmla="*/ 1526537 w 4641785"/>
              <a:gd name="connsiteY11271" fmla="*/ 1247519 h 5274332"/>
              <a:gd name="connsiteX11272" fmla="*/ 1527417 w 4641785"/>
              <a:gd name="connsiteY11272" fmla="*/ 1247422 h 5274332"/>
              <a:gd name="connsiteX11273" fmla="*/ 1515790 w 4641785"/>
              <a:gd name="connsiteY11273" fmla="*/ 1238584 h 5274332"/>
              <a:gd name="connsiteX11274" fmla="*/ 1515790 w 4641785"/>
              <a:gd name="connsiteY11274" fmla="*/ 1238585 h 5274332"/>
              <a:gd name="connsiteX11275" fmla="*/ 1519975 w 4641785"/>
              <a:gd name="connsiteY11275" fmla="*/ 1239050 h 5274332"/>
              <a:gd name="connsiteX11276" fmla="*/ 1519975 w 4641785"/>
              <a:gd name="connsiteY11276" fmla="*/ 1239049 h 5274332"/>
              <a:gd name="connsiteX11277" fmla="*/ 1383746 w 4641785"/>
              <a:gd name="connsiteY11277" fmla="*/ 1236335 h 5274332"/>
              <a:gd name="connsiteX11278" fmla="*/ 1386023 w 4641785"/>
              <a:gd name="connsiteY11278" fmla="*/ 1239980 h 5274332"/>
              <a:gd name="connsiteX11279" fmla="*/ 1385498 w 4641785"/>
              <a:gd name="connsiteY11279" fmla="*/ 1241452 h 5274332"/>
              <a:gd name="connsiteX11280" fmla="*/ 1386024 w 4641785"/>
              <a:gd name="connsiteY11280" fmla="*/ 1239979 h 5274332"/>
              <a:gd name="connsiteX11281" fmla="*/ 1377187 w 4641785"/>
              <a:gd name="connsiteY11281" fmla="*/ 1232537 h 5274332"/>
              <a:gd name="connsiteX11282" fmla="*/ 1377187 w 4641785"/>
              <a:gd name="connsiteY11282" fmla="*/ 1232538 h 5274332"/>
              <a:gd name="connsiteX11283" fmla="*/ 1379512 w 4641785"/>
              <a:gd name="connsiteY11283" fmla="*/ 1232538 h 5274332"/>
              <a:gd name="connsiteX11284" fmla="*/ 1383698 w 4641785"/>
              <a:gd name="connsiteY11284" fmla="*/ 1236259 h 5274332"/>
              <a:gd name="connsiteX11285" fmla="*/ 1383698 w 4641785"/>
              <a:gd name="connsiteY11285" fmla="*/ 1236258 h 5274332"/>
              <a:gd name="connsiteX11286" fmla="*/ 1379512 w 4641785"/>
              <a:gd name="connsiteY11286" fmla="*/ 1232537 h 5274332"/>
              <a:gd name="connsiteX11287" fmla="*/ 1378117 w 4641785"/>
              <a:gd name="connsiteY11287" fmla="*/ 1226956 h 5274332"/>
              <a:gd name="connsiteX11288" fmla="*/ 1370675 w 4641785"/>
              <a:gd name="connsiteY11288" fmla="*/ 1228817 h 5274332"/>
              <a:gd name="connsiteX11289" fmla="*/ 1370675 w 4641785"/>
              <a:gd name="connsiteY11289" fmla="*/ 1228817 h 5274332"/>
              <a:gd name="connsiteX11290" fmla="*/ 1378116 w 4641785"/>
              <a:gd name="connsiteY11290" fmla="*/ 1226957 h 5274332"/>
              <a:gd name="connsiteX11291" fmla="*/ 1377354 w 4641785"/>
              <a:gd name="connsiteY11291" fmla="*/ 1231537 h 5274332"/>
              <a:gd name="connsiteX11292" fmla="*/ 1371140 w 4641785"/>
              <a:gd name="connsiteY11292" fmla="*/ 1222308 h 5274332"/>
              <a:gd name="connsiteX11293" fmla="*/ 1369747 w 4641785"/>
              <a:gd name="connsiteY11293" fmla="*/ 1224630 h 5274332"/>
              <a:gd name="connsiteX11294" fmla="*/ 1371140 w 4641785"/>
              <a:gd name="connsiteY11294" fmla="*/ 1224166 h 5274332"/>
              <a:gd name="connsiteX11295" fmla="*/ 1371140 w 4641785"/>
              <a:gd name="connsiteY11295" fmla="*/ 1224166 h 5274332"/>
              <a:gd name="connsiteX11296" fmla="*/ 1356257 w 4641785"/>
              <a:gd name="connsiteY11296" fmla="*/ 1220445 h 5274332"/>
              <a:gd name="connsiteX11297" fmla="*/ 1355792 w 4641785"/>
              <a:gd name="connsiteY11297" fmla="*/ 1220910 h 5274332"/>
              <a:gd name="connsiteX11298" fmla="*/ 1357187 w 4641785"/>
              <a:gd name="connsiteY11298" fmla="*/ 1222306 h 5274332"/>
              <a:gd name="connsiteX11299" fmla="*/ 1357700 w 4641785"/>
              <a:gd name="connsiteY11299" fmla="*/ 1223075 h 5274332"/>
              <a:gd name="connsiteX11300" fmla="*/ 1357188 w 4641785"/>
              <a:gd name="connsiteY11300" fmla="*/ 1222306 h 5274332"/>
              <a:gd name="connsiteX11301" fmla="*/ 1355792 w 4641785"/>
              <a:gd name="connsiteY11301" fmla="*/ 1220911 h 5274332"/>
              <a:gd name="connsiteX11302" fmla="*/ 1356257 w 4641785"/>
              <a:gd name="connsiteY11302" fmla="*/ 1220446 h 5274332"/>
              <a:gd name="connsiteX11303" fmla="*/ 1353536 w 4641785"/>
              <a:gd name="connsiteY11303" fmla="*/ 1215608 h 5274332"/>
              <a:gd name="connsiteX11304" fmla="*/ 1354396 w 4641785"/>
              <a:gd name="connsiteY11304" fmla="*/ 1219050 h 5274332"/>
              <a:gd name="connsiteX11305" fmla="*/ 1354923 w 4641785"/>
              <a:gd name="connsiteY11305" fmla="*/ 1219445 h 5274332"/>
              <a:gd name="connsiteX11306" fmla="*/ 1354397 w 4641785"/>
              <a:gd name="connsiteY11306" fmla="*/ 1219050 h 5274332"/>
              <a:gd name="connsiteX11307" fmla="*/ 1412070 w 4641785"/>
              <a:gd name="connsiteY11307" fmla="*/ 1213468 h 5274332"/>
              <a:gd name="connsiteX11308" fmla="*/ 1415791 w 4641785"/>
              <a:gd name="connsiteY11308" fmla="*/ 1215793 h 5274332"/>
              <a:gd name="connsiteX11309" fmla="*/ 1419511 w 4641785"/>
              <a:gd name="connsiteY11309" fmla="*/ 1220445 h 5274332"/>
              <a:gd name="connsiteX11310" fmla="*/ 1424162 w 4641785"/>
              <a:gd name="connsiteY11310" fmla="*/ 1223700 h 5274332"/>
              <a:gd name="connsiteX11311" fmla="*/ 1423697 w 4641785"/>
              <a:gd name="connsiteY11311" fmla="*/ 1230212 h 5274332"/>
              <a:gd name="connsiteX11312" fmla="*/ 1425558 w 4641785"/>
              <a:gd name="connsiteY11312" fmla="*/ 1233003 h 5274332"/>
              <a:gd name="connsiteX11313" fmla="*/ 1424628 w 4641785"/>
              <a:gd name="connsiteY11313" fmla="*/ 1239979 h 5274332"/>
              <a:gd name="connsiteX11314" fmla="*/ 1421837 w 4641785"/>
              <a:gd name="connsiteY11314" fmla="*/ 1243235 h 5274332"/>
              <a:gd name="connsiteX11315" fmla="*/ 1417186 w 4641785"/>
              <a:gd name="connsiteY11315" fmla="*/ 1246025 h 5274332"/>
              <a:gd name="connsiteX11316" fmla="*/ 1419046 w 4641785"/>
              <a:gd name="connsiteY11316" fmla="*/ 1249746 h 5274332"/>
              <a:gd name="connsiteX11317" fmla="*/ 1421372 w 4641785"/>
              <a:gd name="connsiteY11317" fmla="*/ 1251607 h 5274332"/>
              <a:gd name="connsiteX11318" fmla="*/ 1423596 w 4641785"/>
              <a:gd name="connsiteY11318" fmla="*/ 1252261 h 5274332"/>
              <a:gd name="connsiteX11319" fmla="*/ 1421373 w 4641785"/>
              <a:gd name="connsiteY11319" fmla="*/ 1251607 h 5274332"/>
              <a:gd name="connsiteX11320" fmla="*/ 1419048 w 4641785"/>
              <a:gd name="connsiteY11320" fmla="*/ 1249747 h 5274332"/>
              <a:gd name="connsiteX11321" fmla="*/ 1417187 w 4641785"/>
              <a:gd name="connsiteY11321" fmla="*/ 1246026 h 5274332"/>
              <a:gd name="connsiteX11322" fmla="*/ 1421838 w 4641785"/>
              <a:gd name="connsiteY11322" fmla="*/ 1243235 h 5274332"/>
              <a:gd name="connsiteX11323" fmla="*/ 1424629 w 4641785"/>
              <a:gd name="connsiteY11323" fmla="*/ 1239980 h 5274332"/>
              <a:gd name="connsiteX11324" fmla="*/ 1425559 w 4641785"/>
              <a:gd name="connsiteY11324" fmla="*/ 1233003 h 5274332"/>
              <a:gd name="connsiteX11325" fmla="*/ 1423698 w 4641785"/>
              <a:gd name="connsiteY11325" fmla="*/ 1230212 h 5274332"/>
              <a:gd name="connsiteX11326" fmla="*/ 1424163 w 4641785"/>
              <a:gd name="connsiteY11326" fmla="*/ 1223701 h 5274332"/>
              <a:gd name="connsiteX11327" fmla="*/ 1419512 w 4641785"/>
              <a:gd name="connsiteY11327" fmla="*/ 1220445 h 5274332"/>
              <a:gd name="connsiteX11328" fmla="*/ 1415792 w 4641785"/>
              <a:gd name="connsiteY11328" fmla="*/ 1215794 h 5274332"/>
              <a:gd name="connsiteX11329" fmla="*/ 1412071 w 4641785"/>
              <a:gd name="connsiteY11329" fmla="*/ 1213468 h 5274332"/>
              <a:gd name="connsiteX11330" fmla="*/ 1400442 w 4641785"/>
              <a:gd name="connsiteY11330" fmla="*/ 1209282 h 5274332"/>
              <a:gd name="connsiteX11331" fmla="*/ 1401838 w 4641785"/>
              <a:gd name="connsiteY11331" fmla="*/ 1213933 h 5274332"/>
              <a:gd name="connsiteX11332" fmla="*/ 1401838 w 4641785"/>
              <a:gd name="connsiteY11332" fmla="*/ 1213933 h 5274332"/>
              <a:gd name="connsiteX11333" fmla="*/ 1400443 w 4641785"/>
              <a:gd name="connsiteY11333" fmla="*/ 1209283 h 5274332"/>
              <a:gd name="connsiteX11334" fmla="*/ 1357404 w 4641785"/>
              <a:gd name="connsiteY11334" fmla="*/ 1206740 h 5274332"/>
              <a:gd name="connsiteX11335" fmla="*/ 1356722 w 4641785"/>
              <a:gd name="connsiteY11335" fmla="*/ 1207422 h 5274332"/>
              <a:gd name="connsiteX11336" fmla="*/ 1354862 w 4641785"/>
              <a:gd name="connsiteY11336" fmla="*/ 1208817 h 5274332"/>
              <a:gd name="connsiteX11337" fmla="*/ 1350675 w 4641785"/>
              <a:gd name="connsiteY11337" fmla="*/ 1210678 h 5274332"/>
              <a:gd name="connsiteX11338" fmla="*/ 1350675 w 4641785"/>
              <a:gd name="connsiteY11338" fmla="*/ 1211143 h 5274332"/>
              <a:gd name="connsiteX11339" fmla="*/ 1352781 w 4641785"/>
              <a:gd name="connsiteY11339" fmla="*/ 1214301 h 5274332"/>
              <a:gd name="connsiteX11340" fmla="*/ 1350676 w 4641785"/>
              <a:gd name="connsiteY11340" fmla="*/ 1211143 h 5274332"/>
              <a:gd name="connsiteX11341" fmla="*/ 1350676 w 4641785"/>
              <a:gd name="connsiteY11341" fmla="*/ 1210678 h 5274332"/>
              <a:gd name="connsiteX11342" fmla="*/ 1354862 w 4641785"/>
              <a:gd name="connsiteY11342" fmla="*/ 1208818 h 5274332"/>
              <a:gd name="connsiteX11343" fmla="*/ 1356722 w 4641785"/>
              <a:gd name="connsiteY11343" fmla="*/ 1207422 h 5274332"/>
              <a:gd name="connsiteX11344" fmla="*/ 1367419 w 4641785"/>
              <a:gd name="connsiteY11344" fmla="*/ 1206026 h 5274332"/>
              <a:gd name="connsiteX11345" fmla="*/ 1364629 w 4641785"/>
              <a:gd name="connsiteY11345" fmla="*/ 1207887 h 5274332"/>
              <a:gd name="connsiteX11346" fmla="*/ 1364629 w 4641785"/>
              <a:gd name="connsiteY11346" fmla="*/ 1207887 h 5274332"/>
              <a:gd name="connsiteX11347" fmla="*/ 1367419 w 4641785"/>
              <a:gd name="connsiteY11347" fmla="*/ 1206027 h 5274332"/>
              <a:gd name="connsiteX11348" fmla="*/ 1359977 w 4641785"/>
              <a:gd name="connsiteY11348" fmla="*/ 1203701 h 5274332"/>
              <a:gd name="connsiteX11349" fmla="*/ 1359047 w 4641785"/>
              <a:gd name="connsiteY11349" fmla="*/ 1204167 h 5274332"/>
              <a:gd name="connsiteX11350" fmla="*/ 1359011 w 4641785"/>
              <a:gd name="connsiteY11350" fmla="*/ 1204185 h 5274332"/>
              <a:gd name="connsiteX11351" fmla="*/ 1359048 w 4641785"/>
              <a:gd name="connsiteY11351" fmla="*/ 1204166 h 5274332"/>
              <a:gd name="connsiteX11352" fmla="*/ 1373025 w 4641785"/>
              <a:gd name="connsiteY11352" fmla="*/ 1202330 h 5274332"/>
              <a:gd name="connsiteX11353" fmla="*/ 1375326 w 4641785"/>
              <a:gd name="connsiteY11353" fmla="*/ 1204631 h 5274332"/>
              <a:gd name="connsiteX11354" fmla="*/ 1372535 w 4641785"/>
              <a:gd name="connsiteY11354" fmla="*/ 1209748 h 5274332"/>
              <a:gd name="connsiteX11355" fmla="*/ 1372536 w 4641785"/>
              <a:gd name="connsiteY11355" fmla="*/ 1209748 h 5274332"/>
              <a:gd name="connsiteX11356" fmla="*/ 1372536 w 4641785"/>
              <a:gd name="connsiteY11356" fmla="*/ 1209747 h 5274332"/>
              <a:gd name="connsiteX11357" fmla="*/ 1375326 w 4641785"/>
              <a:gd name="connsiteY11357" fmla="*/ 1204631 h 5274332"/>
              <a:gd name="connsiteX11358" fmla="*/ 1399513 w 4641785"/>
              <a:gd name="connsiteY11358" fmla="*/ 1200445 h 5274332"/>
              <a:gd name="connsiteX11359" fmla="*/ 1399512 w 4641785"/>
              <a:gd name="connsiteY11359" fmla="*/ 1200445 h 5274332"/>
              <a:gd name="connsiteX11360" fmla="*/ 1399512 w 4641785"/>
              <a:gd name="connsiteY11360" fmla="*/ 1205096 h 5274332"/>
              <a:gd name="connsiteX11361" fmla="*/ 1397651 w 4641785"/>
              <a:gd name="connsiteY11361" fmla="*/ 1207422 h 5274332"/>
              <a:gd name="connsiteX11362" fmla="*/ 1399235 w 4641785"/>
              <a:gd name="connsiteY11362" fmla="*/ 1208477 h 5274332"/>
              <a:gd name="connsiteX11363" fmla="*/ 1397652 w 4641785"/>
              <a:gd name="connsiteY11363" fmla="*/ 1207422 h 5274332"/>
              <a:gd name="connsiteX11364" fmla="*/ 1399513 w 4641785"/>
              <a:gd name="connsiteY11364" fmla="*/ 1205096 h 5274332"/>
              <a:gd name="connsiteX11365" fmla="*/ 1524161 w 4641785"/>
              <a:gd name="connsiteY11365" fmla="*/ 1189748 h 5274332"/>
              <a:gd name="connsiteX11366" fmla="*/ 1521491 w 4641785"/>
              <a:gd name="connsiteY11366" fmla="*/ 1191083 h 5274332"/>
              <a:gd name="connsiteX11367" fmla="*/ 1524161 w 4641785"/>
              <a:gd name="connsiteY11367" fmla="*/ 1189748 h 5274332"/>
              <a:gd name="connsiteX11368" fmla="*/ 1363325 w 4641785"/>
              <a:gd name="connsiteY11368" fmla="*/ 1189526 h 5274332"/>
              <a:gd name="connsiteX11369" fmla="*/ 1367884 w 4641785"/>
              <a:gd name="connsiteY11369" fmla="*/ 1195329 h 5274332"/>
              <a:gd name="connsiteX11370" fmla="*/ 1372070 w 4641785"/>
              <a:gd name="connsiteY11370" fmla="*/ 1197190 h 5274332"/>
              <a:gd name="connsiteX11371" fmla="*/ 1372306 w 4641785"/>
              <a:gd name="connsiteY11371" fmla="*/ 1198485 h 5274332"/>
              <a:gd name="connsiteX11372" fmla="*/ 1372070 w 4641785"/>
              <a:gd name="connsiteY11372" fmla="*/ 1197189 h 5274332"/>
              <a:gd name="connsiteX11373" fmla="*/ 1367885 w 4641785"/>
              <a:gd name="connsiteY11373" fmla="*/ 1195328 h 5274332"/>
              <a:gd name="connsiteX11374" fmla="*/ 1518116 w 4641785"/>
              <a:gd name="connsiteY11374" fmla="*/ 1188352 h 5274332"/>
              <a:gd name="connsiteX11375" fmla="*/ 1518116 w 4641785"/>
              <a:gd name="connsiteY11375" fmla="*/ 1188353 h 5274332"/>
              <a:gd name="connsiteX11376" fmla="*/ 1519975 w 4641785"/>
              <a:gd name="connsiteY11376" fmla="*/ 1188353 h 5274332"/>
              <a:gd name="connsiteX11377" fmla="*/ 1521370 w 4641785"/>
              <a:gd name="connsiteY11377" fmla="*/ 1191143 h 5274332"/>
              <a:gd name="connsiteX11378" fmla="*/ 1521371 w 4641785"/>
              <a:gd name="connsiteY11378" fmla="*/ 1191143 h 5274332"/>
              <a:gd name="connsiteX11379" fmla="*/ 1519976 w 4641785"/>
              <a:gd name="connsiteY11379" fmla="*/ 1188352 h 5274332"/>
              <a:gd name="connsiteX11380" fmla="*/ 1362271 w 4641785"/>
              <a:gd name="connsiteY11380" fmla="*/ 1185305 h 5274332"/>
              <a:gd name="connsiteX11381" fmla="*/ 1361838 w 4641785"/>
              <a:gd name="connsiteY11381" fmla="*/ 1186027 h 5274332"/>
              <a:gd name="connsiteX11382" fmla="*/ 1362455 w 4641785"/>
              <a:gd name="connsiteY11382" fmla="*/ 1187876 h 5274332"/>
              <a:gd name="connsiteX11383" fmla="*/ 1361838 w 4641785"/>
              <a:gd name="connsiteY11383" fmla="*/ 1186026 h 5274332"/>
              <a:gd name="connsiteX11384" fmla="*/ 1384164 w 4641785"/>
              <a:gd name="connsiteY11384" fmla="*/ 1185096 h 5274332"/>
              <a:gd name="connsiteX11385" fmla="*/ 1384163 w 4641785"/>
              <a:gd name="connsiteY11385" fmla="*/ 1185097 h 5274332"/>
              <a:gd name="connsiteX11386" fmla="*/ 1387884 w 4641785"/>
              <a:gd name="connsiteY11386" fmla="*/ 1193003 h 5274332"/>
              <a:gd name="connsiteX11387" fmla="*/ 1388349 w 4641785"/>
              <a:gd name="connsiteY11387" fmla="*/ 1196259 h 5274332"/>
              <a:gd name="connsiteX11388" fmla="*/ 1390675 w 4641785"/>
              <a:gd name="connsiteY11388" fmla="*/ 1197654 h 5274332"/>
              <a:gd name="connsiteX11389" fmla="*/ 1392070 w 4641785"/>
              <a:gd name="connsiteY11389" fmla="*/ 1200910 h 5274332"/>
              <a:gd name="connsiteX11390" fmla="*/ 1394860 w 4641785"/>
              <a:gd name="connsiteY11390" fmla="*/ 1201840 h 5274332"/>
              <a:gd name="connsiteX11391" fmla="*/ 1394861 w 4641785"/>
              <a:gd name="connsiteY11391" fmla="*/ 1201840 h 5274332"/>
              <a:gd name="connsiteX11392" fmla="*/ 1392071 w 4641785"/>
              <a:gd name="connsiteY11392" fmla="*/ 1200910 h 5274332"/>
              <a:gd name="connsiteX11393" fmla="*/ 1390676 w 4641785"/>
              <a:gd name="connsiteY11393" fmla="*/ 1197654 h 5274332"/>
              <a:gd name="connsiteX11394" fmla="*/ 1388350 w 4641785"/>
              <a:gd name="connsiteY11394" fmla="*/ 1196259 h 5274332"/>
              <a:gd name="connsiteX11395" fmla="*/ 1387885 w 4641785"/>
              <a:gd name="connsiteY11395" fmla="*/ 1193003 h 5274332"/>
              <a:gd name="connsiteX11396" fmla="*/ 1525556 w 4641785"/>
              <a:gd name="connsiteY11396" fmla="*/ 1179981 h 5274332"/>
              <a:gd name="connsiteX11397" fmla="*/ 1521371 w 4641785"/>
              <a:gd name="connsiteY11397" fmla="*/ 1180911 h 5274332"/>
              <a:gd name="connsiteX11398" fmla="*/ 1521371 w 4641785"/>
              <a:gd name="connsiteY11398" fmla="*/ 1180911 h 5274332"/>
              <a:gd name="connsiteX11399" fmla="*/ 1525556 w 4641785"/>
              <a:gd name="connsiteY11399" fmla="*/ 1179981 h 5274332"/>
              <a:gd name="connsiteX11400" fmla="*/ 1369281 w 4641785"/>
              <a:gd name="connsiteY11400" fmla="*/ 1179050 h 5274332"/>
              <a:gd name="connsiteX11401" fmla="*/ 1369280 w 4641785"/>
              <a:gd name="connsiteY11401" fmla="*/ 1179051 h 5274332"/>
              <a:gd name="connsiteX11402" fmla="*/ 1369280 w 4641785"/>
              <a:gd name="connsiteY11402" fmla="*/ 1183236 h 5274332"/>
              <a:gd name="connsiteX11403" fmla="*/ 1371605 w 4641785"/>
              <a:gd name="connsiteY11403" fmla="*/ 1186957 h 5274332"/>
              <a:gd name="connsiteX11404" fmla="*/ 1376256 w 4641785"/>
              <a:gd name="connsiteY11404" fmla="*/ 1190213 h 5274332"/>
              <a:gd name="connsiteX11405" fmla="*/ 1371606 w 4641785"/>
              <a:gd name="connsiteY11405" fmla="*/ 1186957 h 5274332"/>
              <a:gd name="connsiteX11406" fmla="*/ 1369281 w 4641785"/>
              <a:gd name="connsiteY11406" fmla="*/ 1183237 h 5274332"/>
              <a:gd name="connsiteX11407" fmla="*/ 1519511 w 4641785"/>
              <a:gd name="connsiteY11407" fmla="*/ 1170213 h 5274332"/>
              <a:gd name="connsiteX11408" fmla="*/ 1519511 w 4641785"/>
              <a:gd name="connsiteY11408" fmla="*/ 1170213 h 5274332"/>
              <a:gd name="connsiteX11409" fmla="*/ 1526021 w 4641785"/>
              <a:gd name="connsiteY11409" fmla="*/ 1171608 h 5274332"/>
              <a:gd name="connsiteX11410" fmla="*/ 1526021 w 4641785"/>
              <a:gd name="connsiteY11410" fmla="*/ 1171608 h 5274332"/>
              <a:gd name="connsiteX11411" fmla="*/ 1337653 w 4641785"/>
              <a:gd name="connsiteY11411" fmla="*/ 1165562 h 5274332"/>
              <a:gd name="connsiteX11412" fmla="*/ 1337653 w 4641785"/>
              <a:gd name="connsiteY11412" fmla="*/ 1165562 h 5274332"/>
              <a:gd name="connsiteX11413" fmla="*/ 1344629 w 4641785"/>
              <a:gd name="connsiteY11413" fmla="*/ 1169748 h 5274332"/>
              <a:gd name="connsiteX11414" fmla="*/ 1346955 w 4641785"/>
              <a:gd name="connsiteY11414" fmla="*/ 1171609 h 5274332"/>
              <a:gd name="connsiteX11415" fmla="*/ 1351140 w 4641785"/>
              <a:gd name="connsiteY11415" fmla="*/ 1171143 h 5274332"/>
              <a:gd name="connsiteX11416" fmla="*/ 1353931 w 4641785"/>
              <a:gd name="connsiteY11416" fmla="*/ 1173004 h 5274332"/>
              <a:gd name="connsiteX11417" fmla="*/ 1356257 w 4641785"/>
              <a:gd name="connsiteY11417" fmla="*/ 1177190 h 5274332"/>
              <a:gd name="connsiteX11418" fmla="*/ 1359513 w 4641785"/>
              <a:gd name="connsiteY11418" fmla="*/ 1179050 h 5274332"/>
              <a:gd name="connsiteX11419" fmla="*/ 1363233 w 4641785"/>
              <a:gd name="connsiteY11419" fmla="*/ 1183701 h 5274332"/>
              <a:gd name="connsiteX11420" fmla="*/ 1363233 w 4641785"/>
              <a:gd name="connsiteY11420" fmla="*/ 1183701 h 5274332"/>
              <a:gd name="connsiteX11421" fmla="*/ 1363234 w 4641785"/>
              <a:gd name="connsiteY11421" fmla="*/ 1183701 h 5274332"/>
              <a:gd name="connsiteX11422" fmla="*/ 1359513 w 4641785"/>
              <a:gd name="connsiteY11422" fmla="*/ 1179050 h 5274332"/>
              <a:gd name="connsiteX11423" fmla="*/ 1356257 w 4641785"/>
              <a:gd name="connsiteY11423" fmla="*/ 1177190 h 5274332"/>
              <a:gd name="connsiteX11424" fmla="*/ 1353932 w 4641785"/>
              <a:gd name="connsiteY11424" fmla="*/ 1173004 h 5274332"/>
              <a:gd name="connsiteX11425" fmla="*/ 1351142 w 4641785"/>
              <a:gd name="connsiteY11425" fmla="*/ 1171143 h 5274332"/>
              <a:gd name="connsiteX11426" fmla="*/ 1346955 w 4641785"/>
              <a:gd name="connsiteY11426" fmla="*/ 1171608 h 5274332"/>
              <a:gd name="connsiteX11427" fmla="*/ 1344630 w 4641785"/>
              <a:gd name="connsiteY11427" fmla="*/ 1169748 h 5274332"/>
              <a:gd name="connsiteX11428" fmla="*/ 1337237 w 4641785"/>
              <a:gd name="connsiteY11428" fmla="*/ 1155177 h 5274332"/>
              <a:gd name="connsiteX11429" fmla="*/ 1335792 w 4641785"/>
              <a:gd name="connsiteY11429" fmla="*/ 1156260 h 5274332"/>
              <a:gd name="connsiteX11430" fmla="*/ 1338118 w 4641785"/>
              <a:gd name="connsiteY11430" fmla="*/ 1162307 h 5274332"/>
              <a:gd name="connsiteX11431" fmla="*/ 1337727 w 4641785"/>
              <a:gd name="connsiteY11431" fmla="*/ 1165043 h 5274332"/>
              <a:gd name="connsiteX11432" fmla="*/ 1338118 w 4641785"/>
              <a:gd name="connsiteY11432" fmla="*/ 1162306 h 5274332"/>
              <a:gd name="connsiteX11433" fmla="*/ 1335793 w 4641785"/>
              <a:gd name="connsiteY11433" fmla="*/ 1156260 h 5274332"/>
              <a:gd name="connsiteX11434" fmla="*/ 1542766 w 4641785"/>
              <a:gd name="connsiteY11434" fmla="*/ 1136725 h 5274332"/>
              <a:gd name="connsiteX11435" fmla="*/ 1542766 w 4641785"/>
              <a:gd name="connsiteY11435" fmla="*/ 1136726 h 5274332"/>
              <a:gd name="connsiteX11436" fmla="*/ 1544378 w 4641785"/>
              <a:gd name="connsiteY11436" fmla="*/ 1137048 h 5274332"/>
              <a:gd name="connsiteX11437" fmla="*/ 1557184 w 4641785"/>
              <a:gd name="connsiteY11437" fmla="*/ 1135330 h 5274332"/>
              <a:gd name="connsiteX11438" fmla="*/ 1559509 w 4641785"/>
              <a:gd name="connsiteY11438" fmla="*/ 1137191 h 5274332"/>
              <a:gd name="connsiteX11439" fmla="*/ 1559510 w 4641785"/>
              <a:gd name="connsiteY11439" fmla="*/ 1137190 h 5274332"/>
              <a:gd name="connsiteX11440" fmla="*/ 1557184 w 4641785"/>
              <a:gd name="connsiteY11440" fmla="*/ 1135330 h 5274332"/>
              <a:gd name="connsiteX11441" fmla="*/ 1551138 w 4641785"/>
              <a:gd name="connsiteY11441" fmla="*/ 1133004 h 5274332"/>
              <a:gd name="connsiteX11442" fmla="*/ 1547628 w 4641785"/>
              <a:gd name="connsiteY11442" fmla="*/ 1135434 h 5274332"/>
              <a:gd name="connsiteX11443" fmla="*/ 1551138 w 4641785"/>
              <a:gd name="connsiteY11443" fmla="*/ 1133005 h 5274332"/>
              <a:gd name="connsiteX11444" fmla="*/ 1553463 w 4641785"/>
              <a:gd name="connsiteY11444" fmla="*/ 1135330 h 5274332"/>
              <a:gd name="connsiteX11445" fmla="*/ 1553464 w 4641785"/>
              <a:gd name="connsiteY11445" fmla="*/ 1135330 h 5274332"/>
              <a:gd name="connsiteX11446" fmla="*/ 1565067 w 4641785"/>
              <a:gd name="connsiteY11446" fmla="*/ 1130920 h 5274332"/>
              <a:gd name="connsiteX11447" fmla="*/ 1563231 w 4641785"/>
              <a:gd name="connsiteY11447" fmla="*/ 1131609 h 5274332"/>
              <a:gd name="connsiteX11448" fmla="*/ 1563231 w 4641785"/>
              <a:gd name="connsiteY11448" fmla="*/ 1131609 h 5274332"/>
              <a:gd name="connsiteX11449" fmla="*/ 1684625 w 4641785"/>
              <a:gd name="connsiteY11449" fmla="*/ 1127889 h 5274332"/>
              <a:gd name="connsiteX11450" fmla="*/ 1684624 w 4641785"/>
              <a:gd name="connsiteY11450" fmla="*/ 1127889 h 5274332"/>
              <a:gd name="connsiteX11451" fmla="*/ 1686019 w 4641785"/>
              <a:gd name="connsiteY11451" fmla="*/ 1129284 h 5274332"/>
              <a:gd name="connsiteX11452" fmla="*/ 1685554 w 4641785"/>
              <a:gd name="connsiteY11452" fmla="*/ 1133005 h 5274332"/>
              <a:gd name="connsiteX11453" fmla="*/ 1688344 w 4641785"/>
              <a:gd name="connsiteY11453" fmla="*/ 1139051 h 5274332"/>
              <a:gd name="connsiteX11454" fmla="*/ 1695321 w 4641785"/>
              <a:gd name="connsiteY11454" fmla="*/ 1145098 h 5274332"/>
              <a:gd name="connsiteX11455" fmla="*/ 1698112 w 4641785"/>
              <a:gd name="connsiteY11455" fmla="*/ 1146958 h 5274332"/>
              <a:gd name="connsiteX11456" fmla="*/ 1701833 w 4641785"/>
              <a:gd name="connsiteY11456" fmla="*/ 1144632 h 5274332"/>
              <a:gd name="connsiteX11457" fmla="*/ 1708344 w 4641785"/>
              <a:gd name="connsiteY11457" fmla="*/ 1146493 h 5274332"/>
              <a:gd name="connsiteX11458" fmla="*/ 1709583 w 4641785"/>
              <a:gd name="connsiteY11458" fmla="*/ 1145874 h 5274332"/>
              <a:gd name="connsiteX11459" fmla="*/ 1708345 w 4641785"/>
              <a:gd name="connsiteY11459" fmla="*/ 1146492 h 5274332"/>
              <a:gd name="connsiteX11460" fmla="*/ 1701833 w 4641785"/>
              <a:gd name="connsiteY11460" fmla="*/ 1144632 h 5274332"/>
              <a:gd name="connsiteX11461" fmla="*/ 1698113 w 4641785"/>
              <a:gd name="connsiteY11461" fmla="*/ 1146958 h 5274332"/>
              <a:gd name="connsiteX11462" fmla="*/ 1695322 w 4641785"/>
              <a:gd name="connsiteY11462" fmla="*/ 1145097 h 5274332"/>
              <a:gd name="connsiteX11463" fmla="*/ 1688345 w 4641785"/>
              <a:gd name="connsiteY11463" fmla="*/ 1139051 h 5274332"/>
              <a:gd name="connsiteX11464" fmla="*/ 1685555 w 4641785"/>
              <a:gd name="connsiteY11464" fmla="*/ 1133004 h 5274332"/>
              <a:gd name="connsiteX11465" fmla="*/ 1686020 w 4641785"/>
              <a:gd name="connsiteY11465" fmla="*/ 1129284 h 5274332"/>
              <a:gd name="connsiteX11466" fmla="*/ 1339660 w 4641785"/>
              <a:gd name="connsiteY11466" fmla="*/ 1127582 h 5274332"/>
              <a:gd name="connsiteX11467" fmla="*/ 1338118 w 4641785"/>
              <a:gd name="connsiteY11467" fmla="*/ 1128353 h 5274332"/>
              <a:gd name="connsiteX11468" fmla="*/ 1334397 w 4641785"/>
              <a:gd name="connsiteY11468" fmla="*/ 1132074 h 5274332"/>
              <a:gd name="connsiteX11469" fmla="*/ 1334397 w 4641785"/>
              <a:gd name="connsiteY11469" fmla="*/ 1137190 h 5274332"/>
              <a:gd name="connsiteX11470" fmla="*/ 1335792 w 4641785"/>
              <a:gd name="connsiteY11470" fmla="*/ 1138121 h 5274332"/>
              <a:gd name="connsiteX11471" fmla="*/ 1334397 w 4641785"/>
              <a:gd name="connsiteY11471" fmla="*/ 1142307 h 5274332"/>
              <a:gd name="connsiteX11472" fmla="*/ 1339978 w 4641785"/>
              <a:gd name="connsiteY11472" fmla="*/ 1145563 h 5274332"/>
              <a:gd name="connsiteX11473" fmla="*/ 1336722 w 4641785"/>
              <a:gd name="connsiteY11473" fmla="*/ 1151609 h 5274332"/>
              <a:gd name="connsiteX11474" fmla="*/ 1337653 w 4641785"/>
              <a:gd name="connsiteY11474" fmla="*/ 1154865 h 5274332"/>
              <a:gd name="connsiteX11475" fmla="*/ 1336723 w 4641785"/>
              <a:gd name="connsiteY11475" fmla="*/ 1151609 h 5274332"/>
              <a:gd name="connsiteX11476" fmla="*/ 1339979 w 4641785"/>
              <a:gd name="connsiteY11476" fmla="*/ 1145562 h 5274332"/>
              <a:gd name="connsiteX11477" fmla="*/ 1334398 w 4641785"/>
              <a:gd name="connsiteY11477" fmla="*/ 1142306 h 5274332"/>
              <a:gd name="connsiteX11478" fmla="*/ 1335793 w 4641785"/>
              <a:gd name="connsiteY11478" fmla="*/ 1138121 h 5274332"/>
              <a:gd name="connsiteX11479" fmla="*/ 1334398 w 4641785"/>
              <a:gd name="connsiteY11479" fmla="*/ 1137191 h 5274332"/>
              <a:gd name="connsiteX11480" fmla="*/ 1334398 w 4641785"/>
              <a:gd name="connsiteY11480" fmla="*/ 1132074 h 5274332"/>
              <a:gd name="connsiteX11481" fmla="*/ 1338118 w 4641785"/>
              <a:gd name="connsiteY11481" fmla="*/ 1128353 h 5274332"/>
              <a:gd name="connsiteX11482" fmla="*/ 1579504 w 4641785"/>
              <a:gd name="connsiteY11482" fmla="*/ 1126106 h 5274332"/>
              <a:gd name="connsiteX11483" fmla="*/ 1577185 w 4641785"/>
              <a:gd name="connsiteY11483" fmla="*/ 1126492 h 5274332"/>
              <a:gd name="connsiteX11484" fmla="*/ 1576555 w 4641785"/>
              <a:gd name="connsiteY11484" fmla="*/ 1127052 h 5274332"/>
              <a:gd name="connsiteX11485" fmla="*/ 1577184 w 4641785"/>
              <a:gd name="connsiteY11485" fmla="*/ 1126493 h 5274332"/>
              <a:gd name="connsiteX11486" fmla="*/ 1338584 w 4641785"/>
              <a:gd name="connsiteY11486" fmla="*/ 1123702 h 5274332"/>
              <a:gd name="connsiteX11487" fmla="*/ 1338583 w 4641785"/>
              <a:gd name="connsiteY11487" fmla="*/ 1123703 h 5274332"/>
              <a:gd name="connsiteX11488" fmla="*/ 1341838 w 4641785"/>
              <a:gd name="connsiteY11488" fmla="*/ 1126493 h 5274332"/>
              <a:gd name="connsiteX11489" fmla="*/ 1341839 w 4641785"/>
              <a:gd name="connsiteY11489" fmla="*/ 1126492 h 5274332"/>
              <a:gd name="connsiteX11490" fmla="*/ 1585555 w 4641785"/>
              <a:gd name="connsiteY11490" fmla="*/ 1123237 h 5274332"/>
              <a:gd name="connsiteX11491" fmla="*/ 1587881 w 4641785"/>
              <a:gd name="connsiteY11491" fmla="*/ 1124633 h 5274332"/>
              <a:gd name="connsiteX11492" fmla="*/ 1587882 w 4641785"/>
              <a:gd name="connsiteY11492" fmla="*/ 1124632 h 5274332"/>
              <a:gd name="connsiteX11493" fmla="*/ 1585556 w 4641785"/>
              <a:gd name="connsiteY11493" fmla="*/ 1123237 h 5274332"/>
              <a:gd name="connsiteX11494" fmla="*/ 1653928 w 4641785"/>
              <a:gd name="connsiteY11494" fmla="*/ 1122307 h 5274332"/>
              <a:gd name="connsiteX11495" fmla="*/ 1648952 w 4641785"/>
              <a:gd name="connsiteY11495" fmla="*/ 1122722 h 5274332"/>
              <a:gd name="connsiteX11496" fmla="*/ 1653927 w 4641785"/>
              <a:gd name="connsiteY11496" fmla="*/ 1122307 h 5274332"/>
              <a:gd name="connsiteX11497" fmla="*/ 1659508 w 4641785"/>
              <a:gd name="connsiteY11497" fmla="*/ 1125563 h 5274332"/>
              <a:gd name="connsiteX11498" fmla="*/ 1661834 w 4641785"/>
              <a:gd name="connsiteY11498" fmla="*/ 1129284 h 5274332"/>
              <a:gd name="connsiteX11499" fmla="*/ 1666020 w 4641785"/>
              <a:gd name="connsiteY11499" fmla="*/ 1128354 h 5274332"/>
              <a:gd name="connsiteX11500" fmla="*/ 1668810 w 4641785"/>
              <a:gd name="connsiteY11500" fmla="*/ 1129749 h 5274332"/>
              <a:gd name="connsiteX11501" fmla="*/ 1677647 w 4641785"/>
              <a:gd name="connsiteY11501" fmla="*/ 1130214 h 5274332"/>
              <a:gd name="connsiteX11502" fmla="*/ 1668811 w 4641785"/>
              <a:gd name="connsiteY11502" fmla="*/ 1129748 h 5274332"/>
              <a:gd name="connsiteX11503" fmla="*/ 1666020 w 4641785"/>
              <a:gd name="connsiteY11503" fmla="*/ 1128353 h 5274332"/>
              <a:gd name="connsiteX11504" fmla="*/ 1661834 w 4641785"/>
              <a:gd name="connsiteY11504" fmla="*/ 1129284 h 5274332"/>
              <a:gd name="connsiteX11505" fmla="*/ 1659509 w 4641785"/>
              <a:gd name="connsiteY11505" fmla="*/ 1125563 h 5274332"/>
              <a:gd name="connsiteX11506" fmla="*/ 1591137 w 4641785"/>
              <a:gd name="connsiteY11506" fmla="*/ 1122307 h 5274332"/>
              <a:gd name="connsiteX11507" fmla="*/ 1589508 w 4641785"/>
              <a:gd name="connsiteY11507" fmla="*/ 1123471 h 5274332"/>
              <a:gd name="connsiteX11508" fmla="*/ 1591137 w 4641785"/>
              <a:gd name="connsiteY11508" fmla="*/ 1122307 h 5274332"/>
              <a:gd name="connsiteX11509" fmla="*/ 1595323 w 4641785"/>
              <a:gd name="connsiteY11509" fmla="*/ 1122772 h 5274332"/>
              <a:gd name="connsiteX11510" fmla="*/ 1625090 w 4641785"/>
              <a:gd name="connsiteY11510" fmla="*/ 1118121 h 5274332"/>
              <a:gd name="connsiteX11511" fmla="*/ 1625090 w 4641785"/>
              <a:gd name="connsiteY11511" fmla="*/ 1118121 h 5274332"/>
              <a:gd name="connsiteX11512" fmla="*/ 1628811 w 4641785"/>
              <a:gd name="connsiteY11512" fmla="*/ 1120911 h 5274332"/>
              <a:gd name="connsiteX11513" fmla="*/ 1632532 w 4641785"/>
              <a:gd name="connsiteY11513" fmla="*/ 1125098 h 5274332"/>
              <a:gd name="connsiteX11514" fmla="*/ 1632996 w 4641785"/>
              <a:gd name="connsiteY11514" fmla="*/ 1128354 h 5274332"/>
              <a:gd name="connsiteX11515" fmla="*/ 1643088 w 4641785"/>
              <a:gd name="connsiteY11515" fmla="*/ 1127915 h 5274332"/>
              <a:gd name="connsiteX11516" fmla="*/ 1632997 w 4641785"/>
              <a:gd name="connsiteY11516" fmla="*/ 1128353 h 5274332"/>
              <a:gd name="connsiteX11517" fmla="*/ 1632533 w 4641785"/>
              <a:gd name="connsiteY11517" fmla="*/ 1125097 h 5274332"/>
              <a:gd name="connsiteX11518" fmla="*/ 1628812 w 4641785"/>
              <a:gd name="connsiteY11518" fmla="*/ 1120911 h 5274332"/>
              <a:gd name="connsiteX11519" fmla="*/ 1601370 w 4641785"/>
              <a:gd name="connsiteY11519" fmla="*/ 1115795 h 5274332"/>
              <a:gd name="connsiteX11520" fmla="*/ 1601369 w 4641785"/>
              <a:gd name="connsiteY11520" fmla="*/ 1115796 h 5274332"/>
              <a:gd name="connsiteX11521" fmla="*/ 1605090 w 4641785"/>
              <a:gd name="connsiteY11521" fmla="*/ 1116726 h 5274332"/>
              <a:gd name="connsiteX11522" fmla="*/ 1332555 w 4641785"/>
              <a:gd name="connsiteY11522" fmla="*/ 1115074 h 5274332"/>
              <a:gd name="connsiteX11523" fmla="*/ 1336257 w 4641785"/>
              <a:gd name="connsiteY11523" fmla="*/ 1119517 h 5274332"/>
              <a:gd name="connsiteX11524" fmla="*/ 1332071 w 4641785"/>
              <a:gd name="connsiteY11524" fmla="*/ 1124168 h 5274332"/>
              <a:gd name="connsiteX11525" fmla="*/ 1333931 w 4641785"/>
              <a:gd name="connsiteY11525" fmla="*/ 1126028 h 5274332"/>
              <a:gd name="connsiteX11526" fmla="*/ 1333932 w 4641785"/>
              <a:gd name="connsiteY11526" fmla="*/ 1126027 h 5274332"/>
              <a:gd name="connsiteX11527" fmla="*/ 1332072 w 4641785"/>
              <a:gd name="connsiteY11527" fmla="*/ 1124167 h 5274332"/>
              <a:gd name="connsiteX11528" fmla="*/ 1336258 w 4641785"/>
              <a:gd name="connsiteY11528" fmla="*/ 1119516 h 5274332"/>
              <a:gd name="connsiteX11529" fmla="*/ 1321840 w 4641785"/>
              <a:gd name="connsiteY11529" fmla="*/ 1113935 h 5274332"/>
              <a:gd name="connsiteX11530" fmla="*/ 1321839 w 4641785"/>
              <a:gd name="connsiteY11530" fmla="*/ 1113935 h 5274332"/>
              <a:gd name="connsiteX11531" fmla="*/ 1326288 w 4641785"/>
              <a:gd name="connsiteY11531" fmla="*/ 1117643 h 5274332"/>
              <a:gd name="connsiteX11532" fmla="*/ 1606021 w 4641785"/>
              <a:gd name="connsiteY11532" fmla="*/ 1112540 h 5274332"/>
              <a:gd name="connsiteX11533" fmla="*/ 1606021 w 4641785"/>
              <a:gd name="connsiteY11533" fmla="*/ 1112540 h 5274332"/>
              <a:gd name="connsiteX11534" fmla="*/ 1608811 w 4641785"/>
              <a:gd name="connsiteY11534" fmla="*/ 1113470 h 5274332"/>
              <a:gd name="connsiteX11535" fmla="*/ 1608811 w 4641785"/>
              <a:gd name="connsiteY11535" fmla="*/ 1113470 h 5274332"/>
              <a:gd name="connsiteX11536" fmla="*/ 1614858 w 4641785"/>
              <a:gd name="connsiteY11536" fmla="*/ 1112075 h 5274332"/>
              <a:gd name="connsiteX11537" fmla="*/ 1614858 w 4641785"/>
              <a:gd name="connsiteY11537" fmla="*/ 1112075 h 5274332"/>
              <a:gd name="connsiteX11538" fmla="*/ 1617183 w 4641785"/>
              <a:gd name="connsiteY11538" fmla="*/ 1112540 h 5274332"/>
              <a:gd name="connsiteX11539" fmla="*/ 1620904 w 4641785"/>
              <a:gd name="connsiteY11539" fmla="*/ 1117656 h 5274332"/>
              <a:gd name="connsiteX11540" fmla="*/ 1621834 w 4641785"/>
              <a:gd name="connsiteY11540" fmla="*/ 1119982 h 5274332"/>
              <a:gd name="connsiteX11541" fmla="*/ 1621835 w 4641785"/>
              <a:gd name="connsiteY11541" fmla="*/ 1119981 h 5274332"/>
              <a:gd name="connsiteX11542" fmla="*/ 1620905 w 4641785"/>
              <a:gd name="connsiteY11542" fmla="*/ 1117656 h 5274332"/>
              <a:gd name="connsiteX11543" fmla="*/ 1617184 w 4641785"/>
              <a:gd name="connsiteY11543" fmla="*/ 1112540 h 5274332"/>
              <a:gd name="connsiteX11544" fmla="*/ 1314863 w 4641785"/>
              <a:gd name="connsiteY11544" fmla="*/ 1108353 h 5274332"/>
              <a:gd name="connsiteX11545" fmla="*/ 1313944 w 4641785"/>
              <a:gd name="connsiteY11545" fmla="*/ 1108660 h 5274332"/>
              <a:gd name="connsiteX11546" fmla="*/ 1314862 w 4641785"/>
              <a:gd name="connsiteY11546" fmla="*/ 1108354 h 5274332"/>
              <a:gd name="connsiteX11547" fmla="*/ 1318583 w 4641785"/>
              <a:gd name="connsiteY11547" fmla="*/ 1115330 h 5274332"/>
              <a:gd name="connsiteX11548" fmla="*/ 1318584 w 4641785"/>
              <a:gd name="connsiteY11548" fmla="*/ 1115330 h 5274332"/>
              <a:gd name="connsiteX11549" fmla="*/ 1281374 w 4641785"/>
              <a:gd name="connsiteY11549" fmla="*/ 1107889 h 5274332"/>
              <a:gd name="connsiteX11550" fmla="*/ 1282305 w 4641785"/>
              <a:gd name="connsiteY11550" fmla="*/ 1109284 h 5274332"/>
              <a:gd name="connsiteX11551" fmla="*/ 1282305 w 4641785"/>
              <a:gd name="connsiteY11551" fmla="*/ 1109283 h 5274332"/>
              <a:gd name="connsiteX11552" fmla="*/ 1281375 w 4641785"/>
              <a:gd name="connsiteY11552" fmla="*/ 1107889 h 5274332"/>
              <a:gd name="connsiteX11553" fmla="*/ 1293467 w 4641785"/>
              <a:gd name="connsiteY11553" fmla="*/ 1101842 h 5274332"/>
              <a:gd name="connsiteX11554" fmla="*/ 1287887 w 4641785"/>
              <a:gd name="connsiteY11554" fmla="*/ 1102772 h 5274332"/>
              <a:gd name="connsiteX11555" fmla="*/ 1287887 w 4641785"/>
              <a:gd name="connsiteY11555" fmla="*/ 1102773 h 5274332"/>
              <a:gd name="connsiteX11556" fmla="*/ 1293467 w 4641785"/>
              <a:gd name="connsiteY11556" fmla="*/ 1101842 h 5274332"/>
              <a:gd name="connsiteX11557" fmla="*/ 1302770 w 4641785"/>
              <a:gd name="connsiteY11557" fmla="*/ 1095795 h 5274332"/>
              <a:gd name="connsiteX11558" fmla="*/ 1302770 w 4641785"/>
              <a:gd name="connsiteY11558" fmla="*/ 1095796 h 5274332"/>
              <a:gd name="connsiteX11559" fmla="*/ 1308816 w 4641785"/>
              <a:gd name="connsiteY11559" fmla="*/ 1105563 h 5274332"/>
              <a:gd name="connsiteX11560" fmla="*/ 1312072 w 4641785"/>
              <a:gd name="connsiteY11560" fmla="*/ 1109284 h 5274332"/>
              <a:gd name="connsiteX11561" fmla="*/ 1308816 w 4641785"/>
              <a:gd name="connsiteY11561" fmla="*/ 1105563 h 5274332"/>
              <a:gd name="connsiteX11562" fmla="*/ 1291541 w 4641785"/>
              <a:gd name="connsiteY11562" fmla="*/ 1091530 h 5274332"/>
              <a:gd name="connsiteX11563" fmla="*/ 1291142 w 4641785"/>
              <a:gd name="connsiteY11563" fmla="*/ 1091610 h 5274332"/>
              <a:gd name="connsiteX11564" fmla="*/ 1291142 w 4641785"/>
              <a:gd name="connsiteY11564" fmla="*/ 1091610 h 5274332"/>
              <a:gd name="connsiteX11565" fmla="*/ 1265561 w 4641785"/>
              <a:gd name="connsiteY11565" fmla="*/ 1091145 h 5274332"/>
              <a:gd name="connsiteX11566" fmla="*/ 1262305 w 4641785"/>
              <a:gd name="connsiteY11566" fmla="*/ 1095330 h 5274332"/>
              <a:gd name="connsiteX11567" fmla="*/ 1262770 w 4641785"/>
              <a:gd name="connsiteY11567" fmla="*/ 1100447 h 5274332"/>
              <a:gd name="connsiteX11568" fmla="*/ 1267421 w 4641785"/>
              <a:gd name="connsiteY11568" fmla="*/ 1102773 h 5274332"/>
              <a:gd name="connsiteX11569" fmla="*/ 1268351 w 4641785"/>
              <a:gd name="connsiteY11569" fmla="*/ 1109284 h 5274332"/>
              <a:gd name="connsiteX11570" fmla="*/ 1268352 w 4641785"/>
              <a:gd name="connsiteY11570" fmla="*/ 1109284 h 5274332"/>
              <a:gd name="connsiteX11571" fmla="*/ 1267422 w 4641785"/>
              <a:gd name="connsiteY11571" fmla="*/ 1102772 h 5274332"/>
              <a:gd name="connsiteX11572" fmla="*/ 1262770 w 4641785"/>
              <a:gd name="connsiteY11572" fmla="*/ 1100446 h 5274332"/>
              <a:gd name="connsiteX11573" fmla="*/ 1262305 w 4641785"/>
              <a:gd name="connsiteY11573" fmla="*/ 1095331 h 5274332"/>
              <a:gd name="connsiteX11574" fmla="*/ 1265561 w 4641785"/>
              <a:gd name="connsiteY11574" fmla="*/ 1091145 h 5274332"/>
              <a:gd name="connsiteX11575" fmla="*/ 1297726 w 4641785"/>
              <a:gd name="connsiteY11575" fmla="*/ 1088457 h 5274332"/>
              <a:gd name="connsiteX11576" fmla="*/ 1297653 w 4641785"/>
              <a:gd name="connsiteY11576" fmla="*/ 1088819 h 5274332"/>
              <a:gd name="connsiteX11577" fmla="*/ 1297245 w 4641785"/>
              <a:gd name="connsiteY11577" fmla="*/ 1089228 h 5274332"/>
              <a:gd name="connsiteX11578" fmla="*/ 1297653 w 4641785"/>
              <a:gd name="connsiteY11578" fmla="*/ 1088820 h 5274332"/>
              <a:gd name="connsiteX11579" fmla="*/ 1298584 w 4641785"/>
              <a:gd name="connsiteY11579" fmla="*/ 1084168 h 5274332"/>
              <a:gd name="connsiteX11580" fmla="*/ 1298584 w 4641785"/>
              <a:gd name="connsiteY11580" fmla="*/ 1084170 h 5274332"/>
              <a:gd name="connsiteX11581" fmla="*/ 1302359 w 4641785"/>
              <a:gd name="connsiteY11581" fmla="*/ 1091718 h 5274332"/>
              <a:gd name="connsiteX11582" fmla="*/ 1259126 w 4641785"/>
              <a:gd name="connsiteY11582" fmla="*/ 1076955 h 5274332"/>
              <a:gd name="connsiteX11583" fmla="*/ 1261375 w 4641785"/>
              <a:gd name="connsiteY11583" fmla="*/ 1083703 h 5274332"/>
              <a:gd name="connsiteX11584" fmla="*/ 1263700 w 4641785"/>
              <a:gd name="connsiteY11584" fmla="*/ 1086028 h 5274332"/>
              <a:gd name="connsiteX11585" fmla="*/ 1265318 w 4641785"/>
              <a:gd name="connsiteY11585" fmla="*/ 1090476 h 5274332"/>
              <a:gd name="connsiteX11586" fmla="*/ 1263701 w 4641785"/>
              <a:gd name="connsiteY11586" fmla="*/ 1086029 h 5274332"/>
              <a:gd name="connsiteX11587" fmla="*/ 1261375 w 4641785"/>
              <a:gd name="connsiteY11587" fmla="*/ 1083703 h 5274332"/>
              <a:gd name="connsiteX11588" fmla="*/ 1232073 w 4641785"/>
              <a:gd name="connsiteY11588" fmla="*/ 1020913 h 5274332"/>
              <a:gd name="connsiteX11589" fmla="*/ 1237189 w 4641785"/>
              <a:gd name="connsiteY11589" fmla="*/ 1034867 h 5274332"/>
              <a:gd name="connsiteX11590" fmla="*/ 1237189 w 4641785"/>
              <a:gd name="connsiteY11590" fmla="*/ 1036728 h 5274332"/>
              <a:gd name="connsiteX11591" fmla="*/ 1239979 w 4641785"/>
              <a:gd name="connsiteY11591" fmla="*/ 1039518 h 5274332"/>
              <a:gd name="connsiteX11592" fmla="*/ 1241375 w 4641785"/>
              <a:gd name="connsiteY11592" fmla="*/ 1042774 h 5274332"/>
              <a:gd name="connsiteX11593" fmla="*/ 1241375 w 4641785"/>
              <a:gd name="connsiteY11593" fmla="*/ 1046029 h 5274332"/>
              <a:gd name="connsiteX11594" fmla="*/ 1244630 w 4641785"/>
              <a:gd name="connsiteY11594" fmla="*/ 1051611 h 5274332"/>
              <a:gd name="connsiteX11595" fmla="*/ 1247886 w 4641785"/>
              <a:gd name="connsiteY11595" fmla="*/ 1053936 h 5274332"/>
              <a:gd name="connsiteX11596" fmla="*/ 1247886 w 4641785"/>
              <a:gd name="connsiteY11596" fmla="*/ 1056262 h 5274332"/>
              <a:gd name="connsiteX11597" fmla="*/ 1253933 w 4641785"/>
              <a:gd name="connsiteY11597" fmla="*/ 1066494 h 5274332"/>
              <a:gd name="connsiteX11598" fmla="*/ 1255328 w 4641785"/>
              <a:gd name="connsiteY11598" fmla="*/ 1069750 h 5274332"/>
              <a:gd name="connsiteX11599" fmla="*/ 1257175 w 4641785"/>
              <a:gd name="connsiteY11599" fmla="*/ 1072520 h 5274332"/>
              <a:gd name="connsiteX11600" fmla="*/ 1255329 w 4641785"/>
              <a:gd name="connsiteY11600" fmla="*/ 1069750 h 5274332"/>
              <a:gd name="connsiteX11601" fmla="*/ 1253934 w 4641785"/>
              <a:gd name="connsiteY11601" fmla="*/ 1066495 h 5274332"/>
              <a:gd name="connsiteX11602" fmla="*/ 1247887 w 4641785"/>
              <a:gd name="connsiteY11602" fmla="*/ 1056261 h 5274332"/>
              <a:gd name="connsiteX11603" fmla="*/ 1247887 w 4641785"/>
              <a:gd name="connsiteY11603" fmla="*/ 1053936 h 5274332"/>
              <a:gd name="connsiteX11604" fmla="*/ 1244631 w 4641785"/>
              <a:gd name="connsiteY11604" fmla="*/ 1051610 h 5274332"/>
              <a:gd name="connsiteX11605" fmla="*/ 1241376 w 4641785"/>
              <a:gd name="connsiteY11605" fmla="*/ 1046029 h 5274332"/>
              <a:gd name="connsiteX11606" fmla="*/ 1241376 w 4641785"/>
              <a:gd name="connsiteY11606" fmla="*/ 1042773 h 5274332"/>
              <a:gd name="connsiteX11607" fmla="*/ 1239980 w 4641785"/>
              <a:gd name="connsiteY11607" fmla="*/ 1039518 h 5274332"/>
              <a:gd name="connsiteX11608" fmla="*/ 1237190 w 4641785"/>
              <a:gd name="connsiteY11608" fmla="*/ 1036727 h 5274332"/>
              <a:gd name="connsiteX11609" fmla="*/ 1237190 w 4641785"/>
              <a:gd name="connsiteY11609" fmla="*/ 1034867 h 5274332"/>
              <a:gd name="connsiteX11610" fmla="*/ 1231789 w 4641785"/>
              <a:gd name="connsiteY11610" fmla="*/ 1013312 h 5274332"/>
              <a:gd name="connsiteX11611" fmla="*/ 1228352 w 4641785"/>
              <a:gd name="connsiteY11611" fmla="*/ 1013937 h 5274332"/>
              <a:gd name="connsiteX11612" fmla="*/ 1230678 w 4641785"/>
              <a:gd name="connsiteY11612" fmla="*/ 1019983 h 5274332"/>
              <a:gd name="connsiteX11613" fmla="*/ 1230678 w 4641785"/>
              <a:gd name="connsiteY11613" fmla="*/ 1019983 h 5274332"/>
              <a:gd name="connsiteX11614" fmla="*/ 1228353 w 4641785"/>
              <a:gd name="connsiteY11614" fmla="*/ 1013937 h 5274332"/>
              <a:gd name="connsiteX11615" fmla="*/ 1225641 w 4641785"/>
              <a:gd name="connsiteY11615" fmla="*/ 992468 h 5274332"/>
              <a:gd name="connsiteX11616" fmla="*/ 1233003 w 4641785"/>
              <a:gd name="connsiteY11616" fmla="*/ 1008356 h 5274332"/>
              <a:gd name="connsiteX11617" fmla="*/ 1233468 w 4641785"/>
              <a:gd name="connsiteY11617" fmla="*/ 1013007 h 5274332"/>
              <a:gd name="connsiteX11618" fmla="*/ 1233469 w 4641785"/>
              <a:gd name="connsiteY11618" fmla="*/ 1013006 h 5274332"/>
              <a:gd name="connsiteX11619" fmla="*/ 1233004 w 4641785"/>
              <a:gd name="connsiteY11619" fmla="*/ 1008355 h 5274332"/>
              <a:gd name="connsiteX11620" fmla="*/ 1217163 w 4641785"/>
              <a:gd name="connsiteY11620" fmla="*/ 984389 h 5274332"/>
              <a:gd name="connsiteX11621" fmla="*/ 1219515 w 4641785"/>
              <a:gd name="connsiteY11621" fmla="*/ 985565 h 5274332"/>
              <a:gd name="connsiteX11622" fmla="*/ 1222221 w 4641785"/>
              <a:gd name="connsiteY11622" fmla="*/ 987730 h 5274332"/>
              <a:gd name="connsiteX11623" fmla="*/ 1219515 w 4641785"/>
              <a:gd name="connsiteY11623" fmla="*/ 985565 h 5274332"/>
              <a:gd name="connsiteX11624" fmla="*/ 1198585 w 4641785"/>
              <a:gd name="connsiteY11624" fmla="*/ 973007 h 5274332"/>
              <a:gd name="connsiteX11625" fmla="*/ 1205096 w 4641785"/>
              <a:gd name="connsiteY11625" fmla="*/ 979519 h 5274332"/>
              <a:gd name="connsiteX11626" fmla="*/ 1207241 w 4641785"/>
              <a:gd name="connsiteY11626" fmla="*/ 981050 h 5274332"/>
              <a:gd name="connsiteX11627" fmla="*/ 1205097 w 4641785"/>
              <a:gd name="connsiteY11627" fmla="*/ 979519 h 5274332"/>
              <a:gd name="connsiteX11628" fmla="*/ 1198586 w 4641785"/>
              <a:gd name="connsiteY11628" fmla="*/ 973007 h 5274332"/>
              <a:gd name="connsiteX11629" fmla="*/ 1185098 w 4641785"/>
              <a:gd name="connsiteY11629" fmla="*/ 965565 h 5274332"/>
              <a:gd name="connsiteX11630" fmla="*/ 1185097 w 4641785"/>
              <a:gd name="connsiteY11630" fmla="*/ 965565 h 5274332"/>
              <a:gd name="connsiteX11631" fmla="*/ 1191031 w 4641785"/>
              <a:gd name="connsiteY11631" fmla="*/ 968335 h 5274332"/>
              <a:gd name="connsiteX11632" fmla="*/ 1184200 w 4641785"/>
              <a:gd name="connsiteY11632" fmla="*/ 946352 h 5274332"/>
              <a:gd name="connsiteX11633" fmla="*/ 1186027 w 4641785"/>
              <a:gd name="connsiteY11633" fmla="*/ 946961 h 5274332"/>
              <a:gd name="connsiteX11634" fmla="*/ 1186957 w 4641785"/>
              <a:gd name="connsiteY11634" fmla="*/ 948821 h 5274332"/>
              <a:gd name="connsiteX11635" fmla="*/ 1186027 w 4641785"/>
              <a:gd name="connsiteY11635" fmla="*/ 952542 h 5274332"/>
              <a:gd name="connsiteX11636" fmla="*/ 1179050 w 4641785"/>
              <a:gd name="connsiteY11636" fmla="*/ 961380 h 5274332"/>
              <a:gd name="connsiteX11637" fmla="*/ 1173934 w 4641785"/>
              <a:gd name="connsiteY11637" fmla="*/ 964635 h 5274332"/>
              <a:gd name="connsiteX11638" fmla="*/ 1177190 w 4641785"/>
              <a:gd name="connsiteY11638" fmla="*/ 967426 h 5274332"/>
              <a:gd name="connsiteX11639" fmla="*/ 1177829 w 4641785"/>
              <a:gd name="connsiteY11639" fmla="*/ 967276 h 5274332"/>
              <a:gd name="connsiteX11640" fmla="*/ 1177191 w 4641785"/>
              <a:gd name="connsiteY11640" fmla="*/ 967426 h 5274332"/>
              <a:gd name="connsiteX11641" fmla="*/ 1173935 w 4641785"/>
              <a:gd name="connsiteY11641" fmla="*/ 964635 h 5274332"/>
              <a:gd name="connsiteX11642" fmla="*/ 1179051 w 4641785"/>
              <a:gd name="connsiteY11642" fmla="*/ 961380 h 5274332"/>
              <a:gd name="connsiteX11643" fmla="*/ 1186027 w 4641785"/>
              <a:gd name="connsiteY11643" fmla="*/ 952543 h 5274332"/>
              <a:gd name="connsiteX11644" fmla="*/ 1186958 w 4641785"/>
              <a:gd name="connsiteY11644" fmla="*/ 948821 h 5274332"/>
              <a:gd name="connsiteX11645" fmla="*/ 1186027 w 4641785"/>
              <a:gd name="connsiteY11645" fmla="*/ 946960 h 5274332"/>
              <a:gd name="connsiteX11646" fmla="*/ 1188153 w 4641785"/>
              <a:gd name="connsiteY11646" fmla="*/ 930782 h 5274332"/>
              <a:gd name="connsiteX11647" fmla="*/ 1185562 w 4641785"/>
              <a:gd name="connsiteY11647" fmla="*/ 932078 h 5274332"/>
              <a:gd name="connsiteX11648" fmla="*/ 1180911 w 4641785"/>
              <a:gd name="connsiteY11648" fmla="*/ 935799 h 5274332"/>
              <a:gd name="connsiteX11649" fmla="*/ 1180445 w 4641785"/>
              <a:gd name="connsiteY11649" fmla="*/ 945100 h 5274332"/>
              <a:gd name="connsiteX11650" fmla="*/ 1180446 w 4641785"/>
              <a:gd name="connsiteY11650" fmla="*/ 945101 h 5274332"/>
              <a:gd name="connsiteX11651" fmla="*/ 1180911 w 4641785"/>
              <a:gd name="connsiteY11651" fmla="*/ 935799 h 5274332"/>
              <a:gd name="connsiteX11652" fmla="*/ 1185562 w 4641785"/>
              <a:gd name="connsiteY11652" fmla="*/ 932078 h 5274332"/>
              <a:gd name="connsiteX11653" fmla="*/ 1158586 w 4641785"/>
              <a:gd name="connsiteY11653" fmla="*/ 916264 h 5274332"/>
              <a:gd name="connsiteX11654" fmla="*/ 1157191 w 4641785"/>
              <a:gd name="connsiteY11654" fmla="*/ 917194 h 5274332"/>
              <a:gd name="connsiteX11655" fmla="*/ 1157190 w 4641785"/>
              <a:gd name="connsiteY11655" fmla="*/ 917194 h 5274332"/>
              <a:gd name="connsiteX11656" fmla="*/ 1156260 w 4641785"/>
              <a:gd name="connsiteY11656" fmla="*/ 920449 h 5274332"/>
              <a:gd name="connsiteX11657" fmla="*/ 1159980 w 4641785"/>
              <a:gd name="connsiteY11657" fmla="*/ 921845 h 5274332"/>
              <a:gd name="connsiteX11658" fmla="*/ 1159980 w 4641785"/>
              <a:gd name="connsiteY11658" fmla="*/ 926031 h 5274332"/>
              <a:gd name="connsiteX11659" fmla="*/ 1162306 w 4641785"/>
              <a:gd name="connsiteY11659" fmla="*/ 927427 h 5274332"/>
              <a:gd name="connsiteX11660" fmla="*/ 1162306 w 4641785"/>
              <a:gd name="connsiteY11660" fmla="*/ 926961 h 5274332"/>
              <a:gd name="connsiteX11661" fmla="*/ 1162306 w 4641785"/>
              <a:gd name="connsiteY11661" fmla="*/ 926497 h 5274332"/>
              <a:gd name="connsiteX11662" fmla="*/ 1162306 w 4641785"/>
              <a:gd name="connsiteY11662" fmla="*/ 926496 h 5274332"/>
              <a:gd name="connsiteX11663" fmla="*/ 1162306 w 4641785"/>
              <a:gd name="connsiteY11663" fmla="*/ 926031 h 5274332"/>
              <a:gd name="connsiteX11664" fmla="*/ 1162306 w 4641785"/>
              <a:gd name="connsiteY11664" fmla="*/ 921380 h 5274332"/>
              <a:gd name="connsiteX11665" fmla="*/ 1158586 w 4641785"/>
              <a:gd name="connsiteY11665" fmla="*/ 919985 h 5274332"/>
              <a:gd name="connsiteX11666" fmla="*/ 1159516 w 4641785"/>
              <a:gd name="connsiteY11666" fmla="*/ 916264 h 5274332"/>
              <a:gd name="connsiteX11667" fmla="*/ 1137191 w 4641785"/>
              <a:gd name="connsiteY11667" fmla="*/ 914868 h 5274332"/>
              <a:gd name="connsiteX11668" fmla="*/ 1136261 w 4641785"/>
              <a:gd name="connsiteY11668" fmla="*/ 915798 h 5274332"/>
              <a:gd name="connsiteX11669" fmla="*/ 1136726 w 4641785"/>
              <a:gd name="connsiteY11669" fmla="*/ 915798 h 5274332"/>
              <a:gd name="connsiteX11670" fmla="*/ 1136726 w 4641785"/>
              <a:gd name="connsiteY11670" fmla="*/ 916264 h 5274332"/>
              <a:gd name="connsiteX11671" fmla="*/ 1142307 w 4641785"/>
              <a:gd name="connsiteY11671" fmla="*/ 918124 h 5274332"/>
              <a:gd name="connsiteX11672" fmla="*/ 1147888 w 4641785"/>
              <a:gd name="connsiteY11672" fmla="*/ 919054 h 5274332"/>
              <a:gd name="connsiteX11673" fmla="*/ 1148816 w 4641785"/>
              <a:gd name="connsiteY11673" fmla="*/ 919054 h 5274332"/>
              <a:gd name="connsiteX11674" fmla="*/ 1147423 w 4641785"/>
              <a:gd name="connsiteY11674" fmla="*/ 918590 h 5274332"/>
              <a:gd name="connsiteX11675" fmla="*/ 1145563 w 4641785"/>
              <a:gd name="connsiteY11675" fmla="*/ 918590 h 5274332"/>
              <a:gd name="connsiteX11676" fmla="*/ 1218585 w 4641785"/>
              <a:gd name="connsiteY11676" fmla="*/ 877661 h 5274332"/>
              <a:gd name="connsiteX11677" fmla="*/ 1218583 w 4641785"/>
              <a:gd name="connsiteY11677" fmla="*/ 877664 h 5274332"/>
              <a:gd name="connsiteX11678" fmla="*/ 1218120 w 4641785"/>
              <a:gd name="connsiteY11678" fmla="*/ 879055 h 5274332"/>
              <a:gd name="connsiteX11679" fmla="*/ 1217189 w 4641785"/>
              <a:gd name="connsiteY11679" fmla="*/ 881845 h 5274332"/>
              <a:gd name="connsiteX11680" fmla="*/ 1217654 w 4641785"/>
              <a:gd name="connsiteY11680" fmla="*/ 886032 h 5274332"/>
              <a:gd name="connsiteX11681" fmla="*/ 1227422 w 4641785"/>
              <a:gd name="connsiteY11681" fmla="*/ 895799 h 5274332"/>
              <a:gd name="connsiteX11682" fmla="*/ 1230212 w 4641785"/>
              <a:gd name="connsiteY11682" fmla="*/ 899985 h 5274332"/>
              <a:gd name="connsiteX11683" fmla="*/ 1228817 w 4641785"/>
              <a:gd name="connsiteY11683" fmla="*/ 902776 h 5274332"/>
              <a:gd name="connsiteX11684" fmla="*/ 1220445 w 4641785"/>
              <a:gd name="connsiteY11684" fmla="*/ 905101 h 5274332"/>
              <a:gd name="connsiteX11685" fmla="*/ 1215826 w 4641785"/>
              <a:gd name="connsiteY11685" fmla="*/ 908797 h 5274332"/>
              <a:gd name="connsiteX11686" fmla="*/ 1215795 w 4641785"/>
              <a:gd name="connsiteY11686" fmla="*/ 908822 h 5274332"/>
              <a:gd name="connsiteX11687" fmla="*/ 1215795 w 4641785"/>
              <a:gd name="connsiteY11687" fmla="*/ 908822 h 5274332"/>
              <a:gd name="connsiteX11688" fmla="*/ 1215794 w 4641785"/>
              <a:gd name="connsiteY11688" fmla="*/ 908823 h 5274332"/>
              <a:gd name="connsiteX11689" fmla="*/ 1203236 w 4641785"/>
              <a:gd name="connsiteY11689" fmla="*/ 923240 h 5274332"/>
              <a:gd name="connsiteX11690" fmla="*/ 1201840 w 4641785"/>
              <a:gd name="connsiteY11690" fmla="*/ 926031 h 5274332"/>
              <a:gd name="connsiteX11691" fmla="*/ 1199050 w 4641785"/>
              <a:gd name="connsiteY11691" fmla="*/ 928357 h 5274332"/>
              <a:gd name="connsiteX11692" fmla="*/ 1190921 w 4641785"/>
              <a:gd name="connsiteY11692" fmla="*/ 929905 h 5274332"/>
              <a:gd name="connsiteX11693" fmla="*/ 1199051 w 4641785"/>
              <a:gd name="connsiteY11693" fmla="*/ 928357 h 5274332"/>
              <a:gd name="connsiteX11694" fmla="*/ 1201841 w 4641785"/>
              <a:gd name="connsiteY11694" fmla="*/ 926031 h 5274332"/>
              <a:gd name="connsiteX11695" fmla="*/ 1203237 w 4641785"/>
              <a:gd name="connsiteY11695" fmla="*/ 923241 h 5274332"/>
              <a:gd name="connsiteX11696" fmla="*/ 1215795 w 4641785"/>
              <a:gd name="connsiteY11696" fmla="*/ 908822 h 5274332"/>
              <a:gd name="connsiteX11697" fmla="*/ 1215826 w 4641785"/>
              <a:gd name="connsiteY11697" fmla="*/ 908797 h 5274332"/>
              <a:gd name="connsiteX11698" fmla="*/ 1220446 w 4641785"/>
              <a:gd name="connsiteY11698" fmla="*/ 905102 h 5274332"/>
              <a:gd name="connsiteX11699" fmla="*/ 1228817 w 4641785"/>
              <a:gd name="connsiteY11699" fmla="*/ 902776 h 5274332"/>
              <a:gd name="connsiteX11700" fmla="*/ 1230213 w 4641785"/>
              <a:gd name="connsiteY11700" fmla="*/ 899985 h 5274332"/>
              <a:gd name="connsiteX11701" fmla="*/ 1227422 w 4641785"/>
              <a:gd name="connsiteY11701" fmla="*/ 895799 h 5274332"/>
              <a:gd name="connsiteX11702" fmla="*/ 1217655 w 4641785"/>
              <a:gd name="connsiteY11702" fmla="*/ 886032 h 5274332"/>
              <a:gd name="connsiteX11703" fmla="*/ 1217190 w 4641785"/>
              <a:gd name="connsiteY11703" fmla="*/ 881846 h 5274332"/>
              <a:gd name="connsiteX11704" fmla="*/ 1218120 w 4641785"/>
              <a:gd name="connsiteY11704" fmla="*/ 879055 h 5274332"/>
              <a:gd name="connsiteX11705" fmla="*/ 1575789 w 4641785"/>
              <a:gd name="connsiteY11705" fmla="*/ 856266 h 5274332"/>
              <a:gd name="connsiteX11706" fmla="*/ 1574859 w 4641785"/>
              <a:gd name="connsiteY11706" fmla="*/ 857195 h 5274332"/>
              <a:gd name="connsiteX11707" fmla="*/ 1575324 w 4641785"/>
              <a:gd name="connsiteY11707" fmla="*/ 857660 h 5274332"/>
              <a:gd name="connsiteX11708" fmla="*/ 1576719 w 4641785"/>
              <a:gd name="connsiteY11708" fmla="*/ 859056 h 5274332"/>
              <a:gd name="connsiteX11709" fmla="*/ 1577649 w 4641785"/>
              <a:gd name="connsiteY11709" fmla="*/ 859056 h 5274332"/>
              <a:gd name="connsiteX11710" fmla="*/ 1578115 w 4641785"/>
              <a:gd name="connsiteY11710" fmla="*/ 858125 h 5274332"/>
              <a:gd name="connsiteX11711" fmla="*/ 1577184 w 4641785"/>
              <a:gd name="connsiteY11711" fmla="*/ 856266 h 5274332"/>
              <a:gd name="connsiteX11712" fmla="*/ 1586023 w 4641785"/>
              <a:gd name="connsiteY11712" fmla="*/ 853010 h 5274332"/>
              <a:gd name="connsiteX11713" fmla="*/ 1586952 w 4641785"/>
              <a:gd name="connsiteY11713" fmla="*/ 853940 h 5274332"/>
              <a:gd name="connsiteX11714" fmla="*/ 1587882 w 4641785"/>
              <a:gd name="connsiteY11714" fmla="*/ 854870 h 5274332"/>
              <a:gd name="connsiteX11715" fmla="*/ 1589278 w 4641785"/>
              <a:gd name="connsiteY11715" fmla="*/ 854405 h 5274332"/>
              <a:gd name="connsiteX11716" fmla="*/ 1589741 w 4641785"/>
              <a:gd name="connsiteY11716" fmla="*/ 854405 h 5274332"/>
              <a:gd name="connsiteX11717" fmla="*/ 1588347 w 4641785"/>
              <a:gd name="connsiteY11717" fmla="*/ 853474 h 5274332"/>
              <a:gd name="connsiteX11718" fmla="*/ 1617649 w 4641785"/>
              <a:gd name="connsiteY11718" fmla="*/ 836730 h 5274332"/>
              <a:gd name="connsiteX11719" fmla="*/ 1617649 w 4641785"/>
              <a:gd name="connsiteY11719" fmla="*/ 841846 h 5274332"/>
              <a:gd name="connsiteX11720" fmla="*/ 1618579 w 4641785"/>
              <a:gd name="connsiteY11720" fmla="*/ 844637 h 5274332"/>
              <a:gd name="connsiteX11721" fmla="*/ 1616719 w 4641785"/>
              <a:gd name="connsiteY11721" fmla="*/ 848358 h 5274332"/>
              <a:gd name="connsiteX11722" fmla="*/ 1616254 w 4641785"/>
              <a:gd name="connsiteY11722" fmla="*/ 853474 h 5274332"/>
              <a:gd name="connsiteX11723" fmla="*/ 1617184 w 4641785"/>
              <a:gd name="connsiteY11723" fmla="*/ 859985 h 5274332"/>
              <a:gd name="connsiteX11724" fmla="*/ 1620439 w 4641785"/>
              <a:gd name="connsiteY11724" fmla="*/ 862776 h 5274332"/>
              <a:gd name="connsiteX11725" fmla="*/ 1611137 w 4641785"/>
              <a:gd name="connsiteY11725" fmla="*/ 869753 h 5274332"/>
              <a:gd name="connsiteX11726" fmla="*/ 1605556 w 4641785"/>
              <a:gd name="connsiteY11726" fmla="*/ 871148 h 5274332"/>
              <a:gd name="connsiteX11727" fmla="*/ 1606021 w 4641785"/>
              <a:gd name="connsiteY11727" fmla="*/ 880451 h 5274332"/>
              <a:gd name="connsiteX11728" fmla="*/ 1602766 w 4641785"/>
              <a:gd name="connsiteY11728" fmla="*/ 884636 h 5274332"/>
              <a:gd name="connsiteX11729" fmla="*/ 1607882 w 4641785"/>
              <a:gd name="connsiteY11729" fmla="*/ 890683 h 5274332"/>
              <a:gd name="connsiteX11730" fmla="*/ 1608812 w 4641785"/>
              <a:gd name="connsiteY11730" fmla="*/ 889753 h 5274332"/>
              <a:gd name="connsiteX11731" fmla="*/ 1605091 w 4641785"/>
              <a:gd name="connsiteY11731" fmla="*/ 885567 h 5274332"/>
              <a:gd name="connsiteX11732" fmla="*/ 1608812 w 4641785"/>
              <a:gd name="connsiteY11732" fmla="*/ 880915 h 5274332"/>
              <a:gd name="connsiteX11733" fmla="*/ 1608346 w 4641785"/>
              <a:gd name="connsiteY11733" fmla="*/ 872079 h 5274332"/>
              <a:gd name="connsiteX11734" fmla="*/ 1611602 w 4641785"/>
              <a:gd name="connsiteY11734" fmla="*/ 871614 h 5274332"/>
              <a:gd name="connsiteX11735" fmla="*/ 1622765 w 4641785"/>
              <a:gd name="connsiteY11735" fmla="*/ 863242 h 5274332"/>
              <a:gd name="connsiteX11736" fmla="*/ 1619974 w 4641785"/>
              <a:gd name="connsiteY11736" fmla="*/ 860917 h 5274332"/>
              <a:gd name="connsiteX11737" fmla="*/ 1619044 w 4641785"/>
              <a:gd name="connsiteY11737" fmla="*/ 853940 h 5274332"/>
              <a:gd name="connsiteX11738" fmla="*/ 1619509 w 4641785"/>
              <a:gd name="connsiteY11738" fmla="*/ 848823 h 5274332"/>
              <a:gd name="connsiteX11739" fmla="*/ 1621370 w 4641785"/>
              <a:gd name="connsiteY11739" fmla="*/ 845568 h 5274332"/>
              <a:gd name="connsiteX11740" fmla="*/ 1619974 w 4641785"/>
              <a:gd name="connsiteY11740" fmla="*/ 842312 h 5274332"/>
              <a:gd name="connsiteX11741" fmla="*/ 1620439 w 4641785"/>
              <a:gd name="connsiteY11741" fmla="*/ 837196 h 5274332"/>
              <a:gd name="connsiteX11742" fmla="*/ 1619044 w 4641785"/>
              <a:gd name="connsiteY11742" fmla="*/ 836730 h 5274332"/>
              <a:gd name="connsiteX11743" fmla="*/ 1544162 w 4641785"/>
              <a:gd name="connsiteY11743" fmla="*/ 834405 h 5274332"/>
              <a:gd name="connsiteX11744" fmla="*/ 1545092 w 4641785"/>
              <a:gd name="connsiteY11744" fmla="*/ 835800 h 5274332"/>
              <a:gd name="connsiteX11745" fmla="*/ 1545557 w 4641785"/>
              <a:gd name="connsiteY11745" fmla="*/ 837661 h 5274332"/>
              <a:gd name="connsiteX11746" fmla="*/ 1543232 w 4641785"/>
              <a:gd name="connsiteY11746" fmla="*/ 849754 h 5274332"/>
              <a:gd name="connsiteX11747" fmla="*/ 1546022 w 4641785"/>
              <a:gd name="connsiteY11747" fmla="*/ 852079 h 5274332"/>
              <a:gd name="connsiteX11748" fmla="*/ 1548813 w 4641785"/>
              <a:gd name="connsiteY11748" fmla="*/ 858125 h 5274332"/>
              <a:gd name="connsiteX11749" fmla="*/ 1551138 w 4641785"/>
              <a:gd name="connsiteY11749" fmla="*/ 859520 h 5274332"/>
              <a:gd name="connsiteX11750" fmla="*/ 1551138 w 4641785"/>
              <a:gd name="connsiteY11750" fmla="*/ 862311 h 5274332"/>
              <a:gd name="connsiteX11751" fmla="*/ 1554859 w 4641785"/>
              <a:gd name="connsiteY11751" fmla="*/ 868822 h 5274332"/>
              <a:gd name="connsiteX11752" fmla="*/ 1556254 w 4641785"/>
              <a:gd name="connsiteY11752" fmla="*/ 869288 h 5274332"/>
              <a:gd name="connsiteX11753" fmla="*/ 1557650 w 4641785"/>
              <a:gd name="connsiteY11753" fmla="*/ 869288 h 5274332"/>
              <a:gd name="connsiteX11754" fmla="*/ 1557650 w 4641785"/>
              <a:gd name="connsiteY11754" fmla="*/ 868358 h 5274332"/>
              <a:gd name="connsiteX11755" fmla="*/ 1555324 w 4641785"/>
              <a:gd name="connsiteY11755" fmla="*/ 864637 h 5274332"/>
              <a:gd name="connsiteX11756" fmla="*/ 1553928 w 4641785"/>
              <a:gd name="connsiteY11756" fmla="*/ 860451 h 5274332"/>
              <a:gd name="connsiteX11757" fmla="*/ 1551603 w 4641785"/>
              <a:gd name="connsiteY11757" fmla="*/ 858591 h 5274332"/>
              <a:gd name="connsiteX11758" fmla="*/ 1548813 w 4641785"/>
              <a:gd name="connsiteY11758" fmla="*/ 853010 h 5274332"/>
              <a:gd name="connsiteX11759" fmla="*/ 1546022 w 4641785"/>
              <a:gd name="connsiteY11759" fmla="*/ 849754 h 5274332"/>
              <a:gd name="connsiteX11760" fmla="*/ 1548347 w 4641785"/>
              <a:gd name="connsiteY11760" fmla="*/ 836730 h 5274332"/>
              <a:gd name="connsiteX11761" fmla="*/ 1545557 w 4641785"/>
              <a:gd name="connsiteY11761" fmla="*/ 834405 h 5274332"/>
              <a:gd name="connsiteX11762" fmla="*/ 1532533 w 4641785"/>
              <a:gd name="connsiteY11762" fmla="*/ 822313 h 5274332"/>
              <a:gd name="connsiteX11763" fmla="*/ 1532069 w 4641785"/>
              <a:gd name="connsiteY11763" fmla="*/ 823242 h 5274332"/>
              <a:gd name="connsiteX11764" fmla="*/ 1534394 w 4641785"/>
              <a:gd name="connsiteY11764" fmla="*/ 824172 h 5274332"/>
              <a:gd name="connsiteX11765" fmla="*/ 1536255 w 4641785"/>
              <a:gd name="connsiteY11765" fmla="*/ 826498 h 5274332"/>
              <a:gd name="connsiteX11766" fmla="*/ 1537185 w 4641785"/>
              <a:gd name="connsiteY11766" fmla="*/ 831149 h 5274332"/>
              <a:gd name="connsiteX11767" fmla="*/ 1539511 w 4641785"/>
              <a:gd name="connsiteY11767" fmla="*/ 833939 h 5274332"/>
              <a:gd name="connsiteX11768" fmla="*/ 1541371 w 4641785"/>
              <a:gd name="connsiteY11768" fmla="*/ 833939 h 5274332"/>
              <a:gd name="connsiteX11769" fmla="*/ 1541836 w 4641785"/>
              <a:gd name="connsiteY11769" fmla="*/ 833939 h 5274332"/>
              <a:gd name="connsiteX11770" fmla="*/ 1540440 w 4641785"/>
              <a:gd name="connsiteY11770" fmla="*/ 831615 h 5274332"/>
              <a:gd name="connsiteX11771" fmla="*/ 1539976 w 4641785"/>
              <a:gd name="connsiteY11771" fmla="*/ 827428 h 5274332"/>
              <a:gd name="connsiteX11772" fmla="*/ 1538115 w 4641785"/>
              <a:gd name="connsiteY11772" fmla="*/ 825568 h 5274332"/>
              <a:gd name="connsiteX11773" fmla="*/ 1533464 w 4641785"/>
              <a:gd name="connsiteY11773" fmla="*/ 822313 h 5274332"/>
              <a:gd name="connsiteX11774" fmla="*/ 1443698 w 4641785"/>
              <a:gd name="connsiteY11774" fmla="*/ 814871 h 5274332"/>
              <a:gd name="connsiteX11775" fmla="*/ 1442303 w 4641785"/>
              <a:gd name="connsiteY11775" fmla="*/ 816265 h 5274332"/>
              <a:gd name="connsiteX11776" fmla="*/ 1442768 w 4641785"/>
              <a:gd name="connsiteY11776" fmla="*/ 816730 h 5274332"/>
              <a:gd name="connsiteX11777" fmla="*/ 1443233 w 4641785"/>
              <a:gd name="connsiteY11777" fmla="*/ 818126 h 5274332"/>
              <a:gd name="connsiteX11778" fmla="*/ 1445558 w 4641785"/>
              <a:gd name="connsiteY11778" fmla="*/ 819521 h 5274332"/>
              <a:gd name="connsiteX11779" fmla="*/ 1448349 w 4641785"/>
              <a:gd name="connsiteY11779" fmla="*/ 819056 h 5274332"/>
              <a:gd name="connsiteX11780" fmla="*/ 1450675 w 4641785"/>
              <a:gd name="connsiteY11780" fmla="*/ 825103 h 5274332"/>
              <a:gd name="connsiteX11781" fmla="*/ 1453000 w 4641785"/>
              <a:gd name="connsiteY11781" fmla="*/ 825567 h 5274332"/>
              <a:gd name="connsiteX11782" fmla="*/ 1453465 w 4641785"/>
              <a:gd name="connsiteY11782" fmla="*/ 825567 h 5274332"/>
              <a:gd name="connsiteX11783" fmla="*/ 1451139 w 4641785"/>
              <a:gd name="connsiteY11783" fmla="*/ 819521 h 5274332"/>
              <a:gd name="connsiteX11784" fmla="*/ 1446024 w 4641785"/>
              <a:gd name="connsiteY11784" fmla="*/ 818591 h 5274332"/>
              <a:gd name="connsiteX11785" fmla="*/ 1470209 w 4641785"/>
              <a:gd name="connsiteY11785" fmla="*/ 813940 h 5274332"/>
              <a:gd name="connsiteX11786" fmla="*/ 1468814 w 4641785"/>
              <a:gd name="connsiteY11786" fmla="*/ 814871 h 5274332"/>
              <a:gd name="connsiteX11787" fmla="*/ 1468349 w 4641785"/>
              <a:gd name="connsiteY11787" fmla="*/ 814871 h 5274332"/>
              <a:gd name="connsiteX11788" fmla="*/ 1468349 w 4641785"/>
              <a:gd name="connsiteY11788" fmla="*/ 816265 h 5274332"/>
              <a:gd name="connsiteX11789" fmla="*/ 1468814 w 4641785"/>
              <a:gd name="connsiteY11789" fmla="*/ 816730 h 5274332"/>
              <a:gd name="connsiteX11790" fmla="*/ 1472070 w 4641785"/>
              <a:gd name="connsiteY11790" fmla="*/ 817661 h 5274332"/>
              <a:gd name="connsiteX11791" fmla="*/ 1472535 w 4641785"/>
              <a:gd name="connsiteY11791" fmla="*/ 817196 h 5274332"/>
              <a:gd name="connsiteX11792" fmla="*/ 1472534 w 4641785"/>
              <a:gd name="connsiteY11792" fmla="*/ 817196 h 5274332"/>
              <a:gd name="connsiteX11793" fmla="*/ 1471604 w 4641785"/>
              <a:gd name="connsiteY11793" fmla="*/ 817196 h 5274332"/>
              <a:gd name="connsiteX11794" fmla="*/ 1465093 w 4641785"/>
              <a:gd name="connsiteY11794" fmla="*/ 813475 h 5274332"/>
              <a:gd name="connsiteX11795" fmla="*/ 1464163 w 4641785"/>
              <a:gd name="connsiteY11795" fmla="*/ 813940 h 5274332"/>
              <a:gd name="connsiteX11796" fmla="*/ 1463698 w 4641785"/>
              <a:gd name="connsiteY11796" fmla="*/ 813940 h 5274332"/>
              <a:gd name="connsiteX11797" fmla="*/ 1464628 w 4641785"/>
              <a:gd name="connsiteY11797" fmla="*/ 814405 h 5274332"/>
              <a:gd name="connsiteX11798" fmla="*/ 1466023 w 4641785"/>
              <a:gd name="connsiteY11798" fmla="*/ 814405 h 5274332"/>
              <a:gd name="connsiteX11799" fmla="*/ 1466487 w 4641785"/>
              <a:gd name="connsiteY11799" fmla="*/ 814405 h 5274332"/>
              <a:gd name="connsiteX11800" fmla="*/ 1466023 w 4641785"/>
              <a:gd name="connsiteY11800" fmla="*/ 813940 h 5274332"/>
              <a:gd name="connsiteX11801" fmla="*/ 1465558 w 4641785"/>
              <a:gd name="connsiteY11801" fmla="*/ 813475 h 5274332"/>
              <a:gd name="connsiteX11802" fmla="*/ 1430210 w 4641785"/>
              <a:gd name="connsiteY11802" fmla="*/ 804638 h 5274332"/>
              <a:gd name="connsiteX11803" fmla="*/ 1428349 w 4641785"/>
              <a:gd name="connsiteY11803" fmla="*/ 806033 h 5274332"/>
              <a:gd name="connsiteX11804" fmla="*/ 1427885 w 4641785"/>
              <a:gd name="connsiteY11804" fmla="*/ 806498 h 5274332"/>
              <a:gd name="connsiteX11805" fmla="*/ 1427885 w 4641785"/>
              <a:gd name="connsiteY11805" fmla="*/ 806498 h 5274332"/>
              <a:gd name="connsiteX11806" fmla="*/ 1428349 w 4641785"/>
              <a:gd name="connsiteY11806" fmla="*/ 807428 h 5274332"/>
              <a:gd name="connsiteX11807" fmla="*/ 1435792 w 4641785"/>
              <a:gd name="connsiteY11807" fmla="*/ 811149 h 5274332"/>
              <a:gd name="connsiteX11808" fmla="*/ 1435326 w 4641785"/>
              <a:gd name="connsiteY11808" fmla="*/ 813940 h 5274332"/>
              <a:gd name="connsiteX11809" fmla="*/ 1439047 w 4641785"/>
              <a:gd name="connsiteY11809" fmla="*/ 817196 h 5274332"/>
              <a:gd name="connsiteX11810" fmla="*/ 1439977 w 4641785"/>
              <a:gd name="connsiteY11810" fmla="*/ 816266 h 5274332"/>
              <a:gd name="connsiteX11811" fmla="*/ 1438581 w 4641785"/>
              <a:gd name="connsiteY11811" fmla="*/ 814871 h 5274332"/>
              <a:gd name="connsiteX11812" fmla="*/ 1438117 w 4641785"/>
              <a:gd name="connsiteY11812" fmla="*/ 814406 h 5274332"/>
              <a:gd name="connsiteX11813" fmla="*/ 1439047 w 4641785"/>
              <a:gd name="connsiteY11813" fmla="*/ 813475 h 5274332"/>
              <a:gd name="connsiteX11814" fmla="*/ 1434861 w 4641785"/>
              <a:gd name="connsiteY11814" fmla="*/ 809754 h 5274332"/>
              <a:gd name="connsiteX11815" fmla="*/ 1431140 w 4641785"/>
              <a:gd name="connsiteY11815" fmla="*/ 808359 h 5274332"/>
              <a:gd name="connsiteX11816" fmla="*/ 1217190 w 4641785"/>
              <a:gd name="connsiteY11816" fmla="*/ 803708 h 5274332"/>
              <a:gd name="connsiteX11817" fmla="*/ 1215795 w 4641785"/>
              <a:gd name="connsiteY11817" fmla="*/ 804173 h 5274332"/>
              <a:gd name="connsiteX11818" fmla="*/ 1217190 w 4641785"/>
              <a:gd name="connsiteY11818" fmla="*/ 804637 h 5274332"/>
              <a:gd name="connsiteX11819" fmla="*/ 1219515 w 4641785"/>
              <a:gd name="connsiteY11819" fmla="*/ 804637 h 5274332"/>
              <a:gd name="connsiteX11820" fmla="*/ 1225097 w 4641785"/>
              <a:gd name="connsiteY11820" fmla="*/ 807428 h 5274332"/>
              <a:gd name="connsiteX11821" fmla="*/ 1230213 w 4641785"/>
              <a:gd name="connsiteY11821" fmla="*/ 813474 h 5274332"/>
              <a:gd name="connsiteX11822" fmla="*/ 1232073 w 4641785"/>
              <a:gd name="connsiteY11822" fmla="*/ 813474 h 5274332"/>
              <a:gd name="connsiteX11823" fmla="*/ 1232538 w 4641785"/>
              <a:gd name="connsiteY11823" fmla="*/ 813010 h 5274332"/>
              <a:gd name="connsiteX11824" fmla="*/ 1232538 w 4641785"/>
              <a:gd name="connsiteY11824" fmla="*/ 813010 h 5274332"/>
              <a:gd name="connsiteX11825" fmla="*/ 1231143 w 4641785"/>
              <a:gd name="connsiteY11825" fmla="*/ 811150 h 5274332"/>
              <a:gd name="connsiteX11826" fmla="*/ 1229747 w 4641785"/>
              <a:gd name="connsiteY11826" fmla="*/ 809289 h 5274332"/>
              <a:gd name="connsiteX11827" fmla="*/ 1227887 w 4641785"/>
              <a:gd name="connsiteY11827" fmla="*/ 807429 h 5274332"/>
              <a:gd name="connsiteX11828" fmla="*/ 1222306 w 4641785"/>
              <a:gd name="connsiteY11828" fmla="*/ 804638 h 5274332"/>
              <a:gd name="connsiteX11829" fmla="*/ 1510209 w 4641785"/>
              <a:gd name="connsiteY11829" fmla="*/ 795802 h 5274332"/>
              <a:gd name="connsiteX11830" fmla="*/ 1510674 w 4641785"/>
              <a:gd name="connsiteY11830" fmla="*/ 797196 h 5274332"/>
              <a:gd name="connsiteX11831" fmla="*/ 1512999 w 4641785"/>
              <a:gd name="connsiteY11831" fmla="*/ 796731 h 5274332"/>
              <a:gd name="connsiteX11832" fmla="*/ 1520441 w 4641785"/>
              <a:gd name="connsiteY11832" fmla="*/ 805103 h 5274332"/>
              <a:gd name="connsiteX11833" fmla="*/ 1525092 w 4641785"/>
              <a:gd name="connsiteY11833" fmla="*/ 809289 h 5274332"/>
              <a:gd name="connsiteX11834" fmla="*/ 1522301 w 4641785"/>
              <a:gd name="connsiteY11834" fmla="*/ 812079 h 5274332"/>
              <a:gd name="connsiteX11835" fmla="*/ 1520441 w 4641785"/>
              <a:gd name="connsiteY11835" fmla="*/ 817196 h 5274332"/>
              <a:gd name="connsiteX11836" fmla="*/ 1526488 w 4641785"/>
              <a:gd name="connsiteY11836" fmla="*/ 820916 h 5274332"/>
              <a:gd name="connsiteX11837" fmla="*/ 1527883 w 4641785"/>
              <a:gd name="connsiteY11837" fmla="*/ 822312 h 5274332"/>
              <a:gd name="connsiteX11838" fmla="*/ 1528813 w 4641785"/>
              <a:gd name="connsiteY11838" fmla="*/ 822312 h 5274332"/>
              <a:gd name="connsiteX11839" fmla="*/ 1529743 w 4641785"/>
              <a:gd name="connsiteY11839" fmla="*/ 821847 h 5274332"/>
              <a:gd name="connsiteX11840" fmla="*/ 1530208 w 4641785"/>
              <a:gd name="connsiteY11840" fmla="*/ 821847 h 5274332"/>
              <a:gd name="connsiteX11841" fmla="*/ 1529743 w 4641785"/>
              <a:gd name="connsiteY11841" fmla="*/ 821382 h 5274332"/>
              <a:gd name="connsiteX11842" fmla="*/ 1527882 w 4641785"/>
              <a:gd name="connsiteY11842" fmla="*/ 819987 h 5274332"/>
              <a:gd name="connsiteX11843" fmla="*/ 1523696 w 4641785"/>
              <a:gd name="connsiteY11843" fmla="*/ 817661 h 5274332"/>
              <a:gd name="connsiteX11844" fmla="*/ 1524162 w 4641785"/>
              <a:gd name="connsiteY11844" fmla="*/ 814406 h 5274332"/>
              <a:gd name="connsiteX11845" fmla="*/ 1527418 w 4641785"/>
              <a:gd name="connsiteY11845" fmla="*/ 812545 h 5274332"/>
              <a:gd name="connsiteX11846" fmla="*/ 1528348 w 4641785"/>
              <a:gd name="connsiteY11846" fmla="*/ 809754 h 5274332"/>
              <a:gd name="connsiteX11847" fmla="*/ 1523231 w 4641785"/>
              <a:gd name="connsiteY11847" fmla="*/ 806033 h 5274332"/>
              <a:gd name="connsiteX11848" fmla="*/ 1515790 w 4641785"/>
              <a:gd name="connsiteY11848" fmla="*/ 797196 h 5274332"/>
              <a:gd name="connsiteX11849" fmla="*/ 1512999 w 4641785"/>
              <a:gd name="connsiteY11849" fmla="*/ 796266 h 5274332"/>
              <a:gd name="connsiteX11850" fmla="*/ 1510674 w 4641785"/>
              <a:gd name="connsiteY11850" fmla="*/ 796266 h 5274332"/>
              <a:gd name="connsiteX11851" fmla="*/ 1508348 w 4641785"/>
              <a:gd name="connsiteY11851" fmla="*/ 794406 h 5274332"/>
              <a:gd name="connsiteX11852" fmla="*/ 1507883 w 4641785"/>
              <a:gd name="connsiteY11852" fmla="*/ 795801 h 5274332"/>
              <a:gd name="connsiteX11853" fmla="*/ 1507883 w 4641785"/>
              <a:gd name="connsiteY11853" fmla="*/ 795801 h 5274332"/>
              <a:gd name="connsiteX11854" fmla="*/ 1509278 w 4641785"/>
              <a:gd name="connsiteY11854" fmla="*/ 795336 h 5274332"/>
              <a:gd name="connsiteX11855" fmla="*/ 1418582 w 4641785"/>
              <a:gd name="connsiteY11855" fmla="*/ 794406 h 5274332"/>
              <a:gd name="connsiteX11856" fmla="*/ 1418582 w 4641785"/>
              <a:gd name="connsiteY11856" fmla="*/ 794870 h 5274332"/>
              <a:gd name="connsiteX11857" fmla="*/ 1421373 w 4641785"/>
              <a:gd name="connsiteY11857" fmla="*/ 795335 h 5274332"/>
              <a:gd name="connsiteX11858" fmla="*/ 1421373 w 4641785"/>
              <a:gd name="connsiteY11858" fmla="*/ 799521 h 5274332"/>
              <a:gd name="connsiteX11859" fmla="*/ 1424629 w 4641785"/>
              <a:gd name="connsiteY11859" fmla="*/ 807893 h 5274332"/>
              <a:gd name="connsiteX11860" fmla="*/ 1425094 w 4641785"/>
              <a:gd name="connsiteY11860" fmla="*/ 807428 h 5274332"/>
              <a:gd name="connsiteX11861" fmla="*/ 1425094 w 4641785"/>
              <a:gd name="connsiteY11861" fmla="*/ 806498 h 5274332"/>
              <a:gd name="connsiteX11862" fmla="*/ 1425559 w 4641785"/>
              <a:gd name="connsiteY11862" fmla="*/ 805567 h 5274332"/>
              <a:gd name="connsiteX11863" fmla="*/ 1426024 w 4641785"/>
              <a:gd name="connsiteY11863" fmla="*/ 805103 h 5274332"/>
              <a:gd name="connsiteX11864" fmla="*/ 1425559 w 4641785"/>
              <a:gd name="connsiteY11864" fmla="*/ 804173 h 5274332"/>
              <a:gd name="connsiteX11865" fmla="*/ 1425559 w 4641785"/>
              <a:gd name="connsiteY11865" fmla="*/ 799987 h 5274332"/>
              <a:gd name="connsiteX11866" fmla="*/ 1424163 w 4641785"/>
              <a:gd name="connsiteY11866" fmla="*/ 799987 h 5274332"/>
              <a:gd name="connsiteX11867" fmla="*/ 1424163 w 4641785"/>
              <a:gd name="connsiteY11867" fmla="*/ 795336 h 5274332"/>
              <a:gd name="connsiteX11868" fmla="*/ 1407885 w 4641785"/>
              <a:gd name="connsiteY11868" fmla="*/ 792080 h 5274332"/>
              <a:gd name="connsiteX11869" fmla="*/ 1406490 w 4641785"/>
              <a:gd name="connsiteY11869" fmla="*/ 792545 h 5274332"/>
              <a:gd name="connsiteX11870" fmla="*/ 1406490 w 4641785"/>
              <a:gd name="connsiteY11870" fmla="*/ 792545 h 5274332"/>
              <a:gd name="connsiteX11871" fmla="*/ 1407885 w 4641785"/>
              <a:gd name="connsiteY11871" fmla="*/ 793475 h 5274332"/>
              <a:gd name="connsiteX11872" fmla="*/ 1408815 w 4641785"/>
              <a:gd name="connsiteY11872" fmla="*/ 793940 h 5274332"/>
              <a:gd name="connsiteX11873" fmla="*/ 1410210 w 4641785"/>
              <a:gd name="connsiteY11873" fmla="*/ 794406 h 5274332"/>
              <a:gd name="connsiteX11874" fmla="*/ 1411605 w 4641785"/>
              <a:gd name="connsiteY11874" fmla="*/ 796731 h 5274332"/>
              <a:gd name="connsiteX11875" fmla="*/ 1413001 w 4641785"/>
              <a:gd name="connsiteY11875" fmla="*/ 796731 h 5274332"/>
              <a:gd name="connsiteX11876" fmla="*/ 1413931 w 4641785"/>
              <a:gd name="connsiteY11876" fmla="*/ 796265 h 5274332"/>
              <a:gd name="connsiteX11877" fmla="*/ 1413000 w 4641785"/>
              <a:gd name="connsiteY11877" fmla="*/ 794406 h 5274332"/>
              <a:gd name="connsiteX11878" fmla="*/ 1411605 w 4641785"/>
              <a:gd name="connsiteY11878" fmla="*/ 794406 h 5274332"/>
              <a:gd name="connsiteX11879" fmla="*/ 1381373 w 4641785"/>
              <a:gd name="connsiteY11879" fmla="*/ 769290 h 5274332"/>
              <a:gd name="connsiteX11880" fmla="*/ 1379978 w 4641785"/>
              <a:gd name="connsiteY11880" fmla="*/ 769755 h 5274332"/>
              <a:gd name="connsiteX11881" fmla="*/ 1379978 w 4641785"/>
              <a:gd name="connsiteY11881" fmla="*/ 771150 h 5274332"/>
              <a:gd name="connsiteX11882" fmla="*/ 1381373 w 4641785"/>
              <a:gd name="connsiteY11882" fmla="*/ 773011 h 5274332"/>
              <a:gd name="connsiteX11883" fmla="*/ 1382769 w 4641785"/>
              <a:gd name="connsiteY11883" fmla="*/ 773475 h 5274332"/>
              <a:gd name="connsiteX11884" fmla="*/ 1382303 w 4641785"/>
              <a:gd name="connsiteY11884" fmla="*/ 776266 h 5274332"/>
              <a:gd name="connsiteX11885" fmla="*/ 1386490 w 4641785"/>
              <a:gd name="connsiteY11885" fmla="*/ 785103 h 5274332"/>
              <a:gd name="connsiteX11886" fmla="*/ 1393466 w 4641785"/>
              <a:gd name="connsiteY11886" fmla="*/ 788824 h 5274332"/>
              <a:gd name="connsiteX11887" fmla="*/ 1399513 w 4641785"/>
              <a:gd name="connsiteY11887" fmla="*/ 793475 h 5274332"/>
              <a:gd name="connsiteX11888" fmla="*/ 1400907 w 4641785"/>
              <a:gd name="connsiteY11888" fmla="*/ 793010 h 5274332"/>
              <a:gd name="connsiteX11889" fmla="*/ 1400442 w 4641785"/>
              <a:gd name="connsiteY11889" fmla="*/ 792545 h 5274332"/>
              <a:gd name="connsiteX11890" fmla="*/ 1399512 w 4641785"/>
              <a:gd name="connsiteY11890" fmla="*/ 791615 h 5274332"/>
              <a:gd name="connsiteX11891" fmla="*/ 1397187 w 4641785"/>
              <a:gd name="connsiteY11891" fmla="*/ 790220 h 5274332"/>
              <a:gd name="connsiteX11892" fmla="*/ 1396257 w 4641785"/>
              <a:gd name="connsiteY11892" fmla="*/ 789289 h 5274332"/>
              <a:gd name="connsiteX11893" fmla="*/ 1388815 w 4641785"/>
              <a:gd name="connsiteY11893" fmla="*/ 784638 h 5274332"/>
              <a:gd name="connsiteX11894" fmla="*/ 1385094 w 4641785"/>
              <a:gd name="connsiteY11894" fmla="*/ 776731 h 5274332"/>
              <a:gd name="connsiteX11895" fmla="*/ 1384164 w 4641785"/>
              <a:gd name="connsiteY11895" fmla="*/ 773011 h 5274332"/>
              <a:gd name="connsiteX11896" fmla="*/ 1353933 w 4641785"/>
              <a:gd name="connsiteY11896" fmla="*/ 757197 h 5274332"/>
              <a:gd name="connsiteX11897" fmla="*/ 1354397 w 4641785"/>
              <a:gd name="connsiteY11897" fmla="*/ 757662 h 5274332"/>
              <a:gd name="connsiteX11898" fmla="*/ 1355791 w 4641785"/>
              <a:gd name="connsiteY11898" fmla="*/ 757662 h 5274332"/>
              <a:gd name="connsiteX11899" fmla="*/ 1308816 w 4641785"/>
              <a:gd name="connsiteY11899" fmla="*/ 755802 h 5274332"/>
              <a:gd name="connsiteX11900" fmla="*/ 1307421 w 4641785"/>
              <a:gd name="connsiteY11900" fmla="*/ 756267 h 5274332"/>
              <a:gd name="connsiteX11901" fmla="*/ 1306492 w 4641785"/>
              <a:gd name="connsiteY11901" fmla="*/ 756267 h 5274332"/>
              <a:gd name="connsiteX11902" fmla="*/ 1307886 w 4641785"/>
              <a:gd name="connsiteY11902" fmla="*/ 757196 h 5274332"/>
              <a:gd name="connsiteX11903" fmla="*/ 1310676 w 4641785"/>
              <a:gd name="connsiteY11903" fmla="*/ 757196 h 5274332"/>
              <a:gd name="connsiteX11904" fmla="*/ 1326025 w 4641785"/>
              <a:gd name="connsiteY11904" fmla="*/ 753476 h 5274332"/>
              <a:gd name="connsiteX11905" fmla="*/ 1322769 w 4641785"/>
              <a:gd name="connsiteY11905" fmla="*/ 753941 h 5274332"/>
              <a:gd name="connsiteX11906" fmla="*/ 1322305 w 4641785"/>
              <a:gd name="connsiteY11906" fmla="*/ 754406 h 5274332"/>
              <a:gd name="connsiteX11907" fmla="*/ 1325560 w 4641785"/>
              <a:gd name="connsiteY11907" fmla="*/ 753941 h 5274332"/>
              <a:gd name="connsiteX11908" fmla="*/ 1330211 w 4641785"/>
              <a:gd name="connsiteY11908" fmla="*/ 751616 h 5274332"/>
              <a:gd name="connsiteX11909" fmla="*/ 1329746 w 4641785"/>
              <a:gd name="connsiteY11909" fmla="*/ 752545 h 5274332"/>
              <a:gd name="connsiteX11910" fmla="*/ 1329747 w 4641785"/>
              <a:gd name="connsiteY11910" fmla="*/ 752545 h 5274332"/>
              <a:gd name="connsiteX11911" fmla="*/ 1330211 w 4641785"/>
              <a:gd name="connsiteY11911" fmla="*/ 752545 h 5274332"/>
              <a:gd name="connsiteX11912" fmla="*/ 1331142 w 4641785"/>
              <a:gd name="connsiteY11912" fmla="*/ 752080 h 5274332"/>
              <a:gd name="connsiteX11913" fmla="*/ 1333932 w 4641785"/>
              <a:gd name="connsiteY11913" fmla="*/ 753011 h 5274332"/>
              <a:gd name="connsiteX11914" fmla="*/ 1336258 w 4641785"/>
              <a:gd name="connsiteY11914" fmla="*/ 758592 h 5274332"/>
              <a:gd name="connsiteX11915" fmla="*/ 1340444 w 4641785"/>
              <a:gd name="connsiteY11915" fmla="*/ 760918 h 5274332"/>
              <a:gd name="connsiteX11916" fmla="*/ 1341838 w 4641785"/>
              <a:gd name="connsiteY11916" fmla="*/ 760453 h 5274332"/>
              <a:gd name="connsiteX11917" fmla="*/ 1340909 w 4641785"/>
              <a:gd name="connsiteY11917" fmla="*/ 760453 h 5274332"/>
              <a:gd name="connsiteX11918" fmla="*/ 1338583 w 4641785"/>
              <a:gd name="connsiteY11918" fmla="*/ 758592 h 5274332"/>
              <a:gd name="connsiteX11919" fmla="*/ 1335792 w 4641785"/>
              <a:gd name="connsiteY11919" fmla="*/ 752546 h 5274332"/>
              <a:gd name="connsiteX11920" fmla="*/ 1373466 w 4641785"/>
              <a:gd name="connsiteY11920" fmla="*/ 744174 h 5274332"/>
              <a:gd name="connsiteX11921" fmla="*/ 1373001 w 4641785"/>
              <a:gd name="connsiteY11921" fmla="*/ 745104 h 5274332"/>
              <a:gd name="connsiteX11922" fmla="*/ 1372537 w 4641785"/>
              <a:gd name="connsiteY11922" fmla="*/ 745104 h 5274332"/>
              <a:gd name="connsiteX11923" fmla="*/ 1372537 w 4641785"/>
              <a:gd name="connsiteY11923" fmla="*/ 745569 h 5274332"/>
              <a:gd name="connsiteX11924" fmla="*/ 1371606 w 4641785"/>
              <a:gd name="connsiteY11924" fmla="*/ 746498 h 5274332"/>
              <a:gd name="connsiteX11925" fmla="*/ 1371606 w 4641785"/>
              <a:gd name="connsiteY11925" fmla="*/ 746499 h 5274332"/>
              <a:gd name="connsiteX11926" fmla="*/ 1371605 w 4641785"/>
              <a:gd name="connsiteY11926" fmla="*/ 746499 h 5274332"/>
              <a:gd name="connsiteX11927" fmla="*/ 1370676 w 4641785"/>
              <a:gd name="connsiteY11927" fmla="*/ 747895 h 5274332"/>
              <a:gd name="connsiteX11928" fmla="*/ 1369746 w 4641785"/>
              <a:gd name="connsiteY11928" fmla="*/ 750685 h 5274332"/>
              <a:gd name="connsiteX11929" fmla="*/ 1370676 w 4641785"/>
              <a:gd name="connsiteY11929" fmla="*/ 752545 h 5274332"/>
              <a:gd name="connsiteX11930" fmla="*/ 1368351 w 4641785"/>
              <a:gd name="connsiteY11930" fmla="*/ 754870 h 5274332"/>
              <a:gd name="connsiteX11931" fmla="*/ 1367420 w 4641785"/>
              <a:gd name="connsiteY11931" fmla="*/ 758592 h 5274332"/>
              <a:gd name="connsiteX11932" fmla="*/ 1368351 w 4641785"/>
              <a:gd name="connsiteY11932" fmla="*/ 761848 h 5274332"/>
              <a:gd name="connsiteX11933" fmla="*/ 1372537 w 4641785"/>
              <a:gd name="connsiteY11933" fmla="*/ 765568 h 5274332"/>
              <a:gd name="connsiteX11934" fmla="*/ 1373466 w 4641785"/>
              <a:gd name="connsiteY11934" fmla="*/ 768824 h 5274332"/>
              <a:gd name="connsiteX11935" fmla="*/ 1376257 w 4641785"/>
              <a:gd name="connsiteY11935" fmla="*/ 770219 h 5274332"/>
              <a:gd name="connsiteX11936" fmla="*/ 1376722 w 4641785"/>
              <a:gd name="connsiteY11936" fmla="*/ 769755 h 5274332"/>
              <a:gd name="connsiteX11937" fmla="*/ 1375792 w 4641785"/>
              <a:gd name="connsiteY11937" fmla="*/ 769290 h 5274332"/>
              <a:gd name="connsiteX11938" fmla="*/ 1371140 w 4641785"/>
              <a:gd name="connsiteY11938" fmla="*/ 762313 h 5274332"/>
              <a:gd name="connsiteX11939" fmla="*/ 1370211 w 4641785"/>
              <a:gd name="connsiteY11939" fmla="*/ 758592 h 5274332"/>
              <a:gd name="connsiteX11940" fmla="*/ 1371140 w 4641785"/>
              <a:gd name="connsiteY11940" fmla="*/ 754872 h 5274332"/>
              <a:gd name="connsiteX11941" fmla="*/ 1373466 w 4641785"/>
              <a:gd name="connsiteY11941" fmla="*/ 753011 h 5274332"/>
              <a:gd name="connsiteX11942" fmla="*/ 1372536 w 4641785"/>
              <a:gd name="connsiteY11942" fmla="*/ 749755 h 5274332"/>
              <a:gd name="connsiteX11943" fmla="*/ 1375327 w 4641785"/>
              <a:gd name="connsiteY11943" fmla="*/ 745569 h 5274332"/>
              <a:gd name="connsiteX11944" fmla="*/ 1373932 w 4641785"/>
              <a:gd name="connsiteY11944" fmla="*/ 744174 h 5274332"/>
              <a:gd name="connsiteX11945" fmla="*/ 1365560 w 4641785"/>
              <a:gd name="connsiteY11945" fmla="*/ 743244 h 5274332"/>
              <a:gd name="connsiteX11946" fmla="*/ 1367420 w 4641785"/>
              <a:gd name="connsiteY11946" fmla="*/ 745569 h 5274332"/>
              <a:gd name="connsiteX11947" fmla="*/ 1368815 w 4641785"/>
              <a:gd name="connsiteY11947" fmla="*/ 746499 h 5274332"/>
              <a:gd name="connsiteX11948" fmla="*/ 1369281 w 4641785"/>
              <a:gd name="connsiteY11948" fmla="*/ 745104 h 5274332"/>
              <a:gd name="connsiteX11949" fmla="*/ 1368350 w 4641785"/>
              <a:gd name="connsiteY11949" fmla="*/ 743709 h 5274332"/>
              <a:gd name="connsiteX11950" fmla="*/ 1366955 w 4641785"/>
              <a:gd name="connsiteY11950" fmla="*/ 743244 h 5274332"/>
              <a:gd name="connsiteX11951" fmla="*/ 1033471 w 4641785"/>
              <a:gd name="connsiteY11951" fmla="*/ 0 h 5274332"/>
              <a:gd name="connsiteX11952" fmla="*/ 1035797 w 4641785"/>
              <a:gd name="connsiteY11952" fmla="*/ 0 h 5274332"/>
              <a:gd name="connsiteX11953" fmla="*/ 1037658 w 4641785"/>
              <a:gd name="connsiteY11953" fmla="*/ 2791 h 5274332"/>
              <a:gd name="connsiteX11954" fmla="*/ 1037658 w 4641785"/>
              <a:gd name="connsiteY11954" fmla="*/ 6512 h 5274332"/>
              <a:gd name="connsiteX11955" fmla="*/ 1039053 w 4641785"/>
              <a:gd name="connsiteY11955" fmla="*/ 10232 h 5274332"/>
              <a:gd name="connsiteX11956" fmla="*/ 1042309 w 4641785"/>
              <a:gd name="connsiteY11956" fmla="*/ 13488 h 5274332"/>
              <a:gd name="connsiteX11957" fmla="*/ 1045564 w 4641785"/>
              <a:gd name="connsiteY11957" fmla="*/ 9768 h 5274332"/>
              <a:gd name="connsiteX11958" fmla="*/ 1049751 w 4641785"/>
              <a:gd name="connsiteY11958" fmla="*/ 10698 h 5274332"/>
              <a:gd name="connsiteX11959" fmla="*/ 1056261 w 4641785"/>
              <a:gd name="connsiteY11959" fmla="*/ 10698 h 5274332"/>
              <a:gd name="connsiteX11960" fmla="*/ 1056727 w 4641785"/>
              <a:gd name="connsiteY11960" fmla="*/ 16279 h 5274332"/>
              <a:gd name="connsiteX11961" fmla="*/ 1061378 w 4641785"/>
              <a:gd name="connsiteY11961" fmla="*/ 23721 h 5274332"/>
              <a:gd name="connsiteX11962" fmla="*/ 1064168 w 4641785"/>
              <a:gd name="connsiteY11962" fmla="*/ 26511 h 5274332"/>
              <a:gd name="connsiteX11963" fmla="*/ 1067424 w 4641785"/>
              <a:gd name="connsiteY11963" fmla="*/ 32092 h 5274332"/>
              <a:gd name="connsiteX11964" fmla="*/ 1070215 w 4641785"/>
              <a:gd name="connsiteY11964" fmla="*/ 33953 h 5274332"/>
              <a:gd name="connsiteX11965" fmla="*/ 1071146 w 4641785"/>
              <a:gd name="connsiteY11965" fmla="*/ 30232 h 5274332"/>
              <a:gd name="connsiteX11966" fmla="*/ 1073471 w 4641785"/>
              <a:gd name="connsiteY11966" fmla="*/ 27907 h 5274332"/>
              <a:gd name="connsiteX11967" fmla="*/ 1079517 w 4641785"/>
              <a:gd name="connsiteY11967" fmla="*/ 24185 h 5274332"/>
              <a:gd name="connsiteX11968" fmla="*/ 1083238 w 4641785"/>
              <a:gd name="connsiteY11968" fmla="*/ 22790 h 5274332"/>
              <a:gd name="connsiteX11969" fmla="*/ 1084634 w 4641785"/>
              <a:gd name="connsiteY11969" fmla="*/ 20465 h 5274332"/>
              <a:gd name="connsiteX11970" fmla="*/ 1091145 w 4641785"/>
              <a:gd name="connsiteY11970" fmla="*/ 22790 h 5274332"/>
              <a:gd name="connsiteX11971" fmla="*/ 1095796 w 4641785"/>
              <a:gd name="connsiteY11971" fmla="*/ 26976 h 5274332"/>
              <a:gd name="connsiteX11972" fmla="*/ 1099982 w 4641785"/>
              <a:gd name="connsiteY11972" fmla="*/ 26046 h 5274332"/>
              <a:gd name="connsiteX11973" fmla="*/ 1106028 w 4641785"/>
              <a:gd name="connsiteY11973" fmla="*/ 22325 h 5274332"/>
              <a:gd name="connsiteX11974" fmla="*/ 1113470 w 4641785"/>
              <a:gd name="connsiteY11974" fmla="*/ 12093 h 5274332"/>
              <a:gd name="connsiteX11975" fmla="*/ 1114865 w 4641785"/>
              <a:gd name="connsiteY11975" fmla="*/ 8372 h 5274332"/>
              <a:gd name="connsiteX11976" fmla="*/ 1118587 w 4641785"/>
              <a:gd name="connsiteY11976" fmla="*/ 7907 h 5274332"/>
              <a:gd name="connsiteX11977" fmla="*/ 1122772 w 4641785"/>
              <a:gd name="connsiteY11977" fmla="*/ 5581 h 5274332"/>
              <a:gd name="connsiteX11978" fmla="*/ 1127889 w 4641785"/>
              <a:gd name="connsiteY11978" fmla="*/ 6046 h 5274332"/>
              <a:gd name="connsiteX11979" fmla="*/ 1130679 w 4641785"/>
              <a:gd name="connsiteY11979" fmla="*/ 4651 h 5274332"/>
              <a:gd name="connsiteX11980" fmla="*/ 1136726 w 4641785"/>
              <a:gd name="connsiteY11980" fmla="*/ 5581 h 5274332"/>
              <a:gd name="connsiteX11981" fmla="*/ 1136726 w 4641785"/>
              <a:gd name="connsiteY11981" fmla="*/ 15814 h 5274332"/>
              <a:gd name="connsiteX11982" fmla="*/ 1137656 w 4641785"/>
              <a:gd name="connsiteY11982" fmla="*/ 19534 h 5274332"/>
              <a:gd name="connsiteX11983" fmla="*/ 1141377 w 4641785"/>
              <a:gd name="connsiteY11983" fmla="*/ 23721 h 5274332"/>
              <a:gd name="connsiteX11984" fmla="*/ 1145563 w 4641785"/>
              <a:gd name="connsiteY11984" fmla="*/ 21860 h 5274332"/>
              <a:gd name="connsiteX11985" fmla="*/ 1149749 w 4641785"/>
              <a:gd name="connsiteY11985" fmla="*/ 24185 h 5274332"/>
              <a:gd name="connsiteX11986" fmla="*/ 1149749 w 4641785"/>
              <a:gd name="connsiteY11986" fmla="*/ 28372 h 5274332"/>
              <a:gd name="connsiteX11987" fmla="*/ 1147423 w 4641785"/>
              <a:gd name="connsiteY11987" fmla="*/ 30697 h 5274332"/>
              <a:gd name="connsiteX11988" fmla="*/ 1147889 w 4641785"/>
              <a:gd name="connsiteY11988" fmla="*/ 38139 h 5274332"/>
              <a:gd name="connsiteX11989" fmla="*/ 1152540 w 4641785"/>
              <a:gd name="connsiteY11989" fmla="*/ 38139 h 5274332"/>
              <a:gd name="connsiteX11990" fmla="*/ 1153935 w 4641785"/>
              <a:gd name="connsiteY11990" fmla="*/ 41395 h 5274332"/>
              <a:gd name="connsiteX11991" fmla="*/ 1154865 w 4641785"/>
              <a:gd name="connsiteY11991" fmla="*/ 49302 h 5274332"/>
              <a:gd name="connsiteX11992" fmla="*/ 1158121 w 4641785"/>
              <a:gd name="connsiteY11992" fmla="*/ 54418 h 5274332"/>
              <a:gd name="connsiteX11993" fmla="*/ 1164167 w 4641785"/>
              <a:gd name="connsiteY11993" fmla="*/ 57209 h 5274332"/>
              <a:gd name="connsiteX11994" fmla="*/ 1167423 w 4641785"/>
              <a:gd name="connsiteY11994" fmla="*/ 57673 h 5274332"/>
              <a:gd name="connsiteX11995" fmla="*/ 1177190 w 4641785"/>
              <a:gd name="connsiteY11995" fmla="*/ 62790 h 5274332"/>
              <a:gd name="connsiteX11996" fmla="*/ 1179981 w 4641785"/>
              <a:gd name="connsiteY11996" fmla="*/ 62790 h 5274332"/>
              <a:gd name="connsiteX11997" fmla="*/ 1180911 w 4641785"/>
              <a:gd name="connsiteY11997" fmla="*/ 65116 h 5274332"/>
              <a:gd name="connsiteX11998" fmla="*/ 1185562 w 4641785"/>
              <a:gd name="connsiteY11998" fmla="*/ 70697 h 5274332"/>
              <a:gd name="connsiteX11999" fmla="*/ 1189283 w 4641785"/>
              <a:gd name="connsiteY11999" fmla="*/ 75813 h 5274332"/>
              <a:gd name="connsiteX12000" fmla="*/ 1199050 w 4641785"/>
              <a:gd name="connsiteY12000" fmla="*/ 94417 h 5274332"/>
              <a:gd name="connsiteX12001" fmla="*/ 1204166 w 4641785"/>
              <a:gd name="connsiteY12001" fmla="*/ 100464 h 5274332"/>
              <a:gd name="connsiteX12002" fmla="*/ 1210213 w 4641785"/>
              <a:gd name="connsiteY12002" fmla="*/ 104184 h 5274332"/>
              <a:gd name="connsiteX12003" fmla="*/ 1215329 w 4641785"/>
              <a:gd name="connsiteY12003" fmla="*/ 105115 h 5274332"/>
              <a:gd name="connsiteX12004" fmla="*/ 1219980 w 4641785"/>
              <a:gd name="connsiteY12004" fmla="*/ 107905 h 5274332"/>
              <a:gd name="connsiteX12005" fmla="*/ 1221376 w 4641785"/>
              <a:gd name="connsiteY12005" fmla="*/ 109301 h 5274332"/>
              <a:gd name="connsiteX12006" fmla="*/ 1228817 w 4641785"/>
              <a:gd name="connsiteY12006" fmla="*/ 114417 h 5274332"/>
              <a:gd name="connsiteX12007" fmla="*/ 1237654 w 4641785"/>
              <a:gd name="connsiteY12007" fmla="*/ 117208 h 5274332"/>
              <a:gd name="connsiteX12008" fmla="*/ 1245097 w 4641785"/>
              <a:gd name="connsiteY12008" fmla="*/ 117208 h 5274332"/>
              <a:gd name="connsiteX12009" fmla="*/ 1253468 w 4641785"/>
              <a:gd name="connsiteY12009" fmla="*/ 119533 h 5274332"/>
              <a:gd name="connsiteX12010" fmla="*/ 1262305 w 4641785"/>
              <a:gd name="connsiteY12010" fmla="*/ 129300 h 5274332"/>
              <a:gd name="connsiteX12011" fmla="*/ 1268351 w 4641785"/>
              <a:gd name="connsiteY12011" fmla="*/ 136277 h 5274332"/>
              <a:gd name="connsiteX12012" fmla="*/ 1274863 w 4641785"/>
              <a:gd name="connsiteY12012" fmla="*/ 138603 h 5274332"/>
              <a:gd name="connsiteX12013" fmla="*/ 1277654 w 4641785"/>
              <a:gd name="connsiteY12013" fmla="*/ 142323 h 5274332"/>
              <a:gd name="connsiteX12014" fmla="*/ 1281375 w 4641785"/>
              <a:gd name="connsiteY12014" fmla="*/ 144649 h 5274332"/>
              <a:gd name="connsiteX12015" fmla="*/ 1286491 w 4641785"/>
              <a:gd name="connsiteY12015" fmla="*/ 144649 h 5274332"/>
              <a:gd name="connsiteX12016" fmla="*/ 1292538 w 4641785"/>
              <a:gd name="connsiteY12016" fmla="*/ 141858 h 5274332"/>
              <a:gd name="connsiteX12017" fmla="*/ 1295793 w 4641785"/>
              <a:gd name="connsiteY12017" fmla="*/ 141858 h 5274332"/>
              <a:gd name="connsiteX12018" fmla="*/ 1301839 w 4641785"/>
              <a:gd name="connsiteY12018" fmla="*/ 146509 h 5274332"/>
              <a:gd name="connsiteX12019" fmla="*/ 1304630 w 4641785"/>
              <a:gd name="connsiteY12019" fmla="*/ 150230 h 5274332"/>
              <a:gd name="connsiteX12020" fmla="*/ 1309281 w 4641785"/>
              <a:gd name="connsiteY12020" fmla="*/ 152091 h 5274332"/>
              <a:gd name="connsiteX12021" fmla="*/ 1310211 w 4641785"/>
              <a:gd name="connsiteY12021" fmla="*/ 156276 h 5274332"/>
              <a:gd name="connsiteX12022" fmla="*/ 1312537 w 4641785"/>
              <a:gd name="connsiteY12022" fmla="*/ 160463 h 5274332"/>
              <a:gd name="connsiteX12023" fmla="*/ 1309746 w 4641785"/>
              <a:gd name="connsiteY12023" fmla="*/ 163253 h 5274332"/>
              <a:gd name="connsiteX12024" fmla="*/ 1312072 w 4641785"/>
              <a:gd name="connsiteY12024" fmla="*/ 164649 h 5274332"/>
              <a:gd name="connsiteX12025" fmla="*/ 1317188 w 4641785"/>
              <a:gd name="connsiteY12025" fmla="*/ 171625 h 5274332"/>
              <a:gd name="connsiteX12026" fmla="*/ 1320909 w 4641785"/>
              <a:gd name="connsiteY12026" fmla="*/ 172090 h 5274332"/>
              <a:gd name="connsiteX12027" fmla="*/ 1322304 w 4641785"/>
              <a:gd name="connsiteY12027" fmla="*/ 173951 h 5274332"/>
              <a:gd name="connsiteX12028" fmla="*/ 1327886 w 4641785"/>
              <a:gd name="connsiteY12028" fmla="*/ 175811 h 5274332"/>
              <a:gd name="connsiteX12029" fmla="*/ 1330211 w 4641785"/>
              <a:gd name="connsiteY12029" fmla="*/ 179532 h 5274332"/>
              <a:gd name="connsiteX12030" fmla="*/ 1335328 w 4641785"/>
              <a:gd name="connsiteY12030" fmla="*/ 180463 h 5274332"/>
              <a:gd name="connsiteX12031" fmla="*/ 1341374 w 4641785"/>
              <a:gd name="connsiteY12031" fmla="*/ 177207 h 5274332"/>
              <a:gd name="connsiteX12032" fmla="*/ 1342769 w 4641785"/>
              <a:gd name="connsiteY12032" fmla="*/ 177207 h 5274332"/>
              <a:gd name="connsiteX12033" fmla="*/ 1346490 w 4641785"/>
              <a:gd name="connsiteY12033" fmla="*/ 182322 h 5274332"/>
              <a:gd name="connsiteX12034" fmla="*/ 1353001 w 4641785"/>
              <a:gd name="connsiteY12034" fmla="*/ 188369 h 5274332"/>
              <a:gd name="connsiteX12035" fmla="*/ 1353001 w 4641785"/>
              <a:gd name="connsiteY12035" fmla="*/ 192090 h 5274332"/>
              <a:gd name="connsiteX12036" fmla="*/ 1354397 w 4641785"/>
              <a:gd name="connsiteY12036" fmla="*/ 196276 h 5274332"/>
              <a:gd name="connsiteX12037" fmla="*/ 1364629 w 4641785"/>
              <a:gd name="connsiteY12037" fmla="*/ 201858 h 5274332"/>
              <a:gd name="connsiteX12038" fmla="*/ 1367420 w 4641785"/>
              <a:gd name="connsiteY12038" fmla="*/ 205113 h 5274332"/>
              <a:gd name="connsiteX12039" fmla="*/ 1369281 w 4641785"/>
              <a:gd name="connsiteY12039" fmla="*/ 209299 h 5274332"/>
              <a:gd name="connsiteX12040" fmla="*/ 1363234 w 4641785"/>
              <a:gd name="connsiteY12040" fmla="*/ 211160 h 5274332"/>
              <a:gd name="connsiteX12041" fmla="*/ 1358583 w 4641785"/>
              <a:gd name="connsiteY12041" fmla="*/ 218601 h 5274332"/>
              <a:gd name="connsiteX12042" fmla="*/ 1355327 w 4641785"/>
              <a:gd name="connsiteY12042" fmla="*/ 222322 h 5274332"/>
              <a:gd name="connsiteX12043" fmla="*/ 1360908 w 4641785"/>
              <a:gd name="connsiteY12043" fmla="*/ 229299 h 5274332"/>
              <a:gd name="connsiteX12044" fmla="*/ 1364629 w 4641785"/>
              <a:gd name="connsiteY12044" fmla="*/ 233019 h 5274332"/>
              <a:gd name="connsiteX12045" fmla="*/ 1367420 w 4641785"/>
              <a:gd name="connsiteY12045" fmla="*/ 241392 h 5274332"/>
              <a:gd name="connsiteX12046" fmla="*/ 1372536 w 4641785"/>
              <a:gd name="connsiteY12046" fmla="*/ 245577 h 5274332"/>
              <a:gd name="connsiteX12047" fmla="*/ 1376722 w 4641785"/>
              <a:gd name="connsiteY12047" fmla="*/ 246043 h 5274332"/>
              <a:gd name="connsiteX12048" fmla="*/ 1382769 w 4641785"/>
              <a:gd name="connsiteY12048" fmla="*/ 252554 h 5274332"/>
              <a:gd name="connsiteX12049" fmla="*/ 1389280 w 4641785"/>
              <a:gd name="connsiteY12049" fmla="*/ 255810 h 5274332"/>
              <a:gd name="connsiteX12050" fmla="*/ 1394396 w 4641785"/>
              <a:gd name="connsiteY12050" fmla="*/ 255810 h 5274332"/>
              <a:gd name="connsiteX12051" fmla="*/ 1399978 w 4641785"/>
              <a:gd name="connsiteY12051" fmla="*/ 257206 h 5274332"/>
              <a:gd name="connsiteX12052" fmla="*/ 1406489 w 4641785"/>
              <a:gd name="connsiteY12052" fmla="*/ 256740 h 5274332"/>
              <a:gd name="connsiteX12053" fmla="*/ 1410675 w 4641785"/>
              <a:gd name="connsiteY12053" fmla="*/ 253950 h 5274332"/>
              <a:gd name="connsiteX12054" fmla="*/ 1418117 w 4641785"/>
              <a:gd name="connsiteY12054" fmla="*/ 252554 h 5274332"/>
              <a:gd name="connsiteX12055" fmla="*/ 1419047 w 4641785"/>
              <a:gd name="connsiteY12055" fmla="*/ 254880 h 5274332"/>
              <a:gd name="connsiteX12056" fmla="*/ 1422303 w 4641785"/>
              <a:gd name="connsiteY12056" fmla="*/ 258135 h 5274332"/>
              <a:gd name="connsiteX12057" fmla="*/ 1426024 w 4641785"/>
              <a:gd name="connsiteY12057" fmla="*/ 259065 h 5274332"/>
              <a:gd name="connsiteX12058" fmla="*/ 1425559 w 4641785"/>
              <a:gd name="connsiteY12058" fmla="*/ 263252 h 5274332"/>
              <a:gd name="connsiteX12059" fmla="*/ 1426488 w 4641785"/>
              <a:gd name="connsiteY12059" fmla="*/ 265577 h 5274332"/>
              <a:gd name="connsiteX12060" fmla="*/ 1434861 w 4641785"/>
              <a:gd name="connsiteY12060" fmla="*/ 266507 h 5274332"/>
              <a:gd name="connsiteX12061" fmla="*/ 1435326 w 4641785"/>
              <a:gd name="connsiteY12061" fmla="*/ 269298 h 5274332"/>
              <a:gd name="connsiteX12062" fmla="*/ 1445093 w 4641785"/>
              <a:gd name="connsiteY12062" fmla="*/ 269763 h 5274332"/>
              <a:gd name="connsiteX12063" fmla="*/ 1449744 w 4641785"/>
              <a:gd name="connsiteY12063" fmla="*/ 272089 h 5274332"/>
              <a:gd name="connsiteX12064" fmla="*/ 1451605 w 4641785"/>
              <a:gd name="connsiteY12064" fmla="*/ 267903 h 5274332"/>
              <a:gd name="connsiteX12065" fmla="*/ 1456721 w 4641785"/>
              <a:gd name="connsiteY12065" fmla="*/ 268833 h 5274332"/>
              <a:gd name="connsiteX12066" fmla="*/ 1459046 w 4641785"/>
              <a:gd name="connsiteY12066" fmla="*/ 273484 h 5274332"/>
              <a:gd name="connsiteX12067" fmla="*/ 1460441 w 4641785"/>
              <a:gd name="connsiteY12067" fmla="*/ 273484 h 5274332"/>
              <a:gd name="connsiteX12068" fmla="*/ 1463232 w 4641785"/>
              <a:gd name="connsiteY12068" fmla="*/ 279530 h 5274332"/>
              <a:gd name="connsiteX12069" fmla="*/ 1466953 w 4641785"/>
              <a:gd name="connsiteY12069" fmla="*/ 279530 h 5274332"/>
              <a:gd name="connsiteX12070" fmla="*/ 1469278 w 4641785"/>
              <a:gd name="connsiteY12070" fmla="*/ 283716 h 5274332"/>
              <a:gd name="connsiteX12071" fmla="*/ 1469278 w 4641785"/>
              <a:gd name="connsiteY12071" fmla="*/ 286972 h 5274332"/>
              <a:gd name="connsiteX12072" fmla="*/ 1467419 w 4641785"/>
              <a:gd name="connsiteY12072" fmla="*/ 289298 h 5274332"/>
              <a:gd name="connsiteX12073" fmla="*/ 1472070 w 4641785"/>
              <a:gd name="connsiteY12073" fmla="*/ 293018 h 5274332"/>
              <a:gd name="connsiteX12074" fmla="*/ 1473465 w 4641785"/>
              <a:gd name="connsiteY12074" fmla="*/ 295344 h 5274332"/>
              <a:gd name="connsiteX12075" fmla="*/ 1472534 w 4641785"/>
              <a:gd name="connsiteY12075" fmla="*/ 299995 h 5274332"/>
              <a:gd name="connsiteX12076" fmla="*/ 1473465 w 4641785"/>
              <a:gd name="connsiteY12076" fmla="*/ 302320 h 5274332"/>
              <a:gd name="connsiteX12077" fmla="*/ 1477185 w 4641785"/>
              <a:gd name="connsiteY12077" fmla="*/ 304647 h 5274332"/>
              <a:gd name="connsiteX12078" fmla="*/ 1468814 w 4641785"/>
              <a:gd name="connsiteY12078" fmla="*/ 307902 h 5274332"/>
              <a:gd name="connsiteX12079" fmla="*/ 1465093 w 4641785"/>
              <a:gd name="connsiteY12079" fmla="*/ 306042 h 5274332"/>
              <a:gd name="connsiteX12080" fmla="*/ 1461837 w 4641785"/>
              <a:gd name="connsiteY12080" fmla="*/ 301855 h 5274332"/>
              <a:gd name="connsiteX12081" fmla="*/ 1456721 w 4641785"/>
              <a:gd name="connsiteY12081" fmla="*/ 301391 h 5274332"/>
              <a:gd name="connsiteX12082" fmla="*/ 1450675 w 4641785"/>
              <a:gd name="connsiteY12082" fmla="*/ 304647 h 5274332"/>
              <a:gd name="connsiteX12083" fmla="*/ 1454395 w 4641785"/>
              <a:gd name="connsiteY12083" fmla="*/ 308832 h 5274332"/>
              <a:gd name="connsiteX12084" fmla="*/ 1454860 w 4641785"/>
              <a:gd name="connsiteY12084" fmla="*/ 312554 h 5274332"/>
              <a:gd name="connsiteX12085" fmla="*/ 1458116 w 4641785"/>
              <a:gd name="connsiteY12085" fmla="*/ 312554 h 5274332"/>
              <a:gd name="connsiteX12086" fmla="*/ 1459512 w 4641785"/>
              <a:gd name="connsiteY12086" fmla="*/ 315344 h 5274332"/>
              <a:gd name="connsiteX12087" fmla="*/ 1465558 w 4641785"/>
              <a:gd name="connsiteY12087" fmla="*/ 316274 h 5274332"/>
              <a:gd name="connsiteX12088" fmla="*/ 1471139 w 4641785"/>
              <a:gd name="connsiteY12088" fmla="*/ 318600 h 5274332"/>
              <a:gd name="connsiteX12089" fmla="*/ 1475326 w 4641785"/>
              <a:gd name="connsiteY12089" fmla="*/ 315344 h 5274332"/>
              <a:gd name="connsiteX12090" fmla="*/ 1481836 w 4641785"/>
              <a:gd name="connsiteY12090" fmla="*/ 313018 h 5274332"/>
              <a:gd name="connsiteX12091" fmla="*/ 1485558 w 4641785"/>
              <a:gd name="connsiteY12091" fmla="*/ 314879 h 5274332"/>
              <a:gd name="connsiteX12092" fmla="*/ 1490209 w 4641785"/>
              <a:gd name="connsiteY12092" fmla="*/ 313483 h 5274332"/>
              <a:gd name="connsiteX12093" fmla="*/ 1497185 w 4641785"/>
              <a:gd name="connsiteY12093" fmla="*/ 317204 h 5274332"/>
              <a:gd name="connsiteX12094" fmla="*/ 1502767 w 4641785"/>
              <a:gd name="connsiteY12094" fmla="*/ 313018 h 5274332"/>
              <a:gd name="connsiteX12095" fmla="*/ 1505557 w 4641785"/>
              <a:gd name="connsiteY12095" fmla="*/ 316739 h 5274332"/>
              <a:gd name="connsiteX12096" fmla="*/ 1508348 w 4641785"/>
              <a:gd name="connsiteY12096" fmla="*/ 315344 h 5274332"/>
              <a:gd name="connsiteX12097" fmla="*/ 1514394 w 4641785"/>
              <a:gd name="connsiteY12097" fmla="*/ 316274 h 5274332"/>
              <a:gd name="connsiteX12098" fmla="*/ 1514394 w 4641785"/>
              <a:gd name="connsiteY12098" fmla="*/ 310693 h 5274332"/>
              <a:gd name="connsiteX12099" fmla="*/ 1515325 w 4641785"/>
              <a:gd name="connsiteY12099" fmla="*/ 306506 h 5274332"/>
              <a:gd name="connsiteX12100" fmla="*/ 1522301 w 4641785"/>
              <a:gd name="connsiteY12100" fmla="*/ 312088 h 5274332"/>
              <a:gd name="connsiteX12101" fmla="*/ 1525092 w 4641785"/>
              <a:gd name="connsiteY12101" fmla="*/ 312088 h 5274332"/>
              <a:gd name="connsiteX12102" fmla="*/ 1528813 w 4641785"/>
              <a:gd name="connsiteY12102" fmla="*/ 308367 h 5274332"/>
              <a:gd name="connsiteX12103" fmla="*/ 1534859 w 4641785"/>
              <a:gd name="connsiteY12103" fmla="*/ 312088 h 5274332"/>
              <a:gd name="connsiteX12104" fmla="*/ 1537184 w 4641785"/>
              <a:gd name="connsiteY12104" fmla="*/ 314879 h 5274332"/>
              <a:gd name="connsiteX12105" fmla="*/ 1539510 w 4641785"/>
              <a:gd name="connsiteY12105" fmla="*/ 313483 h 5274332"/>
              <a:gd name="connsiteX12106" fmla="*/ 1543696 w 4641785"/>
              <a:gd name="connsiteY12106" fmla="*/ 317204 h 5274332"/>
              <a:gd name="connsiteX12107" fmla="*/ 1545557 w 4641785"/>
              <a:gd name="connsiteY12107" fmla="*/ 313018 h 5274332"/>
              <a:gd name="connsiteX12108" fmla="*/ 1553928 w 4641785"/>
              <a:gd name="connsiteY12108" fmla="*/ 316274 h 5274332"/>
              <a:gd name="connsiteX12109" fmla="*/ 1552998 w 4641785"/>
              <a:gd name="connsiteY12109" fmla="*/ 311157 h 5274332"/>
              <a:gd name="connsiteX12110" fmla="*/ 1549743 w 4641785"/>
              <a:gd name="connsiteY12110" fmla="*/ 310227 h 5274332"/>
              <a:gd name="connsiteX12111" fmla="*/ 1547882 w 4641785"/>
              <a:gd name="connsiteY12111" fmla="*/ 307902 h 5274332"/>
              <a:gd name="connsiteX12112" fmla="*/ 1553464 w 4641785"/>
              <a:gd name="connsiteY12112" fmla="*/ 297205 h 5274332"/>
              <a:gd name="connsiteX12113" fmla="*/ 1556254 w 4641785"/>
              <a:gd name="connsiteY12113" fmla="*/ 294879 h 5274332"/>
              <a:gd name="connsiteX12114" fmla="*/ 1566022 w 4641785"/>
              <a:gd name="connsiteY12114" fmla="*/ 293949 h 5274332"/>
              <a:gd name="connsiteX12115" fmla="*/ 1571138 w 4641785"/>
              <a:gd name="connsiteY12115" fmla="*/ 301391 h 5274332"/>
              <a:gd name="connsiteX12116" fmla="*/ 1572533 w 4641785"/>
              <a:gd name="connsiteY12116" fmla="*/ 299995 h 5274332"/>
              <a:gd name="connsiteX12117" fmla="*/ 1577184 w 4641785"/>
              <a:gd name="connsiteY12117" fmla="*/ 301391 h 5274332"/>
              <a:gd name="connsiteX12118" fmla="*/ 1579510 w 4641785"/>
              <a:gd name="connsiteY12118" fmla="*/ 303716 h 5274332"/>
              <a:gd name="connsiteX12119" fmla="*/ 1583696 w 4641785"/>
              <a:gd name="connsiteY12119" fmla="*/ 300460 h 5274332"/>
              <a:gd name="connsiteX12120" fmla="*/ 1582766 w 4641785"/>
              <a:gd name="connsiteY12120" fmla="*/ 295809 h 5274332"/>
              <a:gd name="connsiteX12121" fmla="*/ 1585091 w 4641785"/>
              <a:gd name="connsiteY12121" fmla="*/ 288833 h 5274332"/>
              <a:gd name="connsiteX12122" fmla="*/ 1587881 w 4641785"/>
              <a:gd name="connsiteY12122" fmla="*/ 286972 h 5274332"/>
              <a:gd name="connsiteX12123" fmla="*/ 1589742 w 4641785"/>
              <a:gd name="connsiteY12123" fmla="*/ 282321 h 5274332"/>
              <a:gd name="connsiteX12124" fmla="*/ 1589742 w 4641785"/>
              <a:gd name="connsiteY12124" fmla="*/ 278135 h 5274332"/>
              <a:gd name="connsiteX12125" fmla="*/ 1596719 w 4641785"/>
              <a:gd name="connsiteY12125" fmla="*/ 282321 h 5274332"/>
              <a:gd name="connsiteX12126" fmla="*/ 1599044 w 4641785"/>
              <a:gd name="connsiteY12126" fmla="*/ 281855 h 5274332"/>
              <a:gd name="connsiteX12127" fmla="*/ 1601369 w 4641785"/>
              <a:gd name="connsiteY12127" fmla="*/ 278135 h 5274332"/>
              <a:gd name="connsiteX12128" fmla="*/ 1600905 w 4641785"/>
              <a:gd name="connsiteY12128" fmla="*/ 268833 h 5274332"/>
              <a:gd name="connsiteX12129" fmla="*/ 1602765 w 4641785"/>
              <a:gd name="connsiteY12129" fmla="*/ 266972 h 5274332"/>
              <a:gd name="connsiteX12130" fmla="*/ 1606486 w 4641785"/>
              <a:gd name="connsiteY12130" fmla="*/ 267903 h 5274332"/>
              <a:gd name="connsiteX12131" fmla="*/ 1612068 w 4641785"/>
              <a:gd name="connsiteY12131" fmla="*/ 267903 h 5274332"/>
              <a:gd name="connsiteX12132" fmla="*/ 1618579 w 4641785"/>
              <a:gd name="connsiteY12132" fmla="*/ 265577 h 5274332"/>
              <a:gd name="connsiteX12133" fmla="*/ 1621370 w 4641785"/>
              <a:gd name="connsiteY12133" fmla="*/ 263252 h 5274332"/>
              <a:gd name="connsiteX12134" fmla="*/ 1624625 w 4641785"/>
              <a:gd name="connsiteY12134" fmla="*/ 256275 h 5274332"/>
              <a:gd name="connsiteX12135" fmla="*/ 1628346 w 4641785"/>
              <a:gd name="connsiteY12135" fmla="*/ 255810 h 5274332"/>
              <a:gd name="connsiteX12136" fmla="*/ 1631137 w 4641785"/>
              <a:gd name="connsiteY12136" fmla="*/ 257206 h 5274332"/>
              <a:gd name="connsiteX12137" fmla="*/ 1639974 w 4641785"/>
              <a:gd name="connsiteY12137" fmla="*/ 258135 h 5274332"/>
              <a:gd name="connsiteX12138" fmla="*/ 1643229 w 4641785"/>
              <a:gd name="connsiteY12138" fmla="*/ 257206 h 5274332"/>
              <a:gd name="connsiteX12139" fmla="*/ 1650206 w 4641785"/>
              <a:gd name="connsiteY12139" fmla="*/ 251624 h 5274332"/>
              <a:gd name="connsiteX12140" fmla="*/ 1656718 w 4641785"/>
              <a:gd name="connsiteY12140" fmla="*/ 249299 h 5274332"/>
              <a:gd name="connsiteX12141" fmla="*/ 1659509 w 4641785"/>
              <a:gd name="connsiteY12141" fmla="*/ 246508 h 5274332"/>
              <a:gd name="connsiteX12142" fmla="*/ 1663229 w 4641785"/>
              <a:gd name="connsiteY12142" fmla="*/ 241392 h 5274332"/>
              <a:gd name="connsiteX12143" fmla="*/ 1668346 w 4641785"/>
              <a:gd name="connsiteY12143" fmla="*/ 241392 h 5274332"/>
              <a:gd name="connsiteX12144" fmla="*/ 1672531 w 4641785"/>
              <a:gd name="connsiteY12144" fmla="*/ 239066 h 5274332"/>
              <a:gd name="connsiteX12145" fmla="*/ 1681834 w 4641785"/>
              <a:gd name="connsiteY12145" fmla="*/ 239066 h 5274332"/>
              <a:gd name="connsiteX12146" fmla="*/ 1683229 w 4641785"/>
              <a:gd name="connsiteY12146" fmla="*/ 240926 h 5274332"/>
              <a:gd name="connsiteX12147" fmla="*/ 1690670 w 4641785"/>
              <a:gd name="connsiteY12147" fmla="*/ 241392 h 5274332"/>
              <a:gd name="connsiteX12148" fmla="*/ 1698577 w 4641785"/>
              <a:gd name="connsiteY12148" fmla="*/ 239066 h 5274332"/>
              <a:gd name="connsiteX12149" fmla="*/ 1708810 w 4641785"/>
              <a:gd name="connsiteY12149" fmla="*/ 236740 h 5274332"/>
              <a:gd name="connsiteX12150" fmla="*/ 1710670 w 4641785"/>
              <a:gd name="connsiteY12150" fmla="*/ 234415 h 5274332"/>
              <a:gd name="connsiteX12151" fmla="*/ 1720903 w 4641785"/>
              <a:gd name="connsiteY12151" fmla="*/ 243252 h 5274332"/>
              <a:gd name="connsiteX12152" fmla="*/ 1727414 w 4641785"/>
              <a:gd name="connsiteY12152" fmla="*/ 243252 h 5274332"/>
              <a:gd name="connsiteX12153" fmla="*/ 1736252 w 4641785"/>
              <a:gd name="connsiteY12153" fmla="*/ 245577 h 5274332"/>
              <a:gd name="connsiteX12154" fmla="*/ 1740437 w 4641785"/>
              <a:gd name="connsiteY12154" fmla="*/ 244182 h 5274332"/>
              <a:gd name="connsiteX12155" fmla="*/ 1748344 w 4641785"/>
              <a:gd name="connsiteY12155" fmla="*/ 235345 h 5274332"/>
              <a:gd name="connsiteX12156" fmla="*/ 1748810 w 4641785"/>
              <a:gd name="connsiteY12156" fmla="*/ 233019 h 5274332"/>
              <a:gd name="connsiteX12157" fmla="*/ 1747415 w 4641785"/>
              <a:gd name="connsiteY12157" fmla="*/ 227904 h 5274332"/>
              <a:gd name="connsiteX12158" fmla="*/ 1747415 w 4641785"/>
              <a:gd name="connsiteY12158" fmla="*/ 223717 h 5274332"/>
              <a:gd name="connsiteX12159" fmla="*/ 1751135 w 4641785"/>
              <a:gd name="connsiteY12159" fmla="*/ 217671 h 5274332"/>
              <a:gd name="connsiteX12160" fmla="*/ 1754391 w 4641785"/>
              <a:gd name="connsiteY12160" fmla="*/ 215811 h 5274332"/>
              <a:gd name="connsiteX12161" fmla="*/ 1763693 w 4641785"/>
              <a:gd name="connsiteY12161" fmla="*/ 215346 h 5274332"/>
              <a:gd name="connsiteX12162" fmla="*/ 1775320 w 4641785"/>
              <a:gd name="connsiteY12162" fmla="*/ 215346 h 5274332"/>
              <a:gd name="connsiteX12163" fmla="*/ 1777646 w 4641785"/>
              <a:gd name="connsiteY12163" fmla="*/ 213950 h 5274332"/>
              <a:gd name="connsiteX12164" fmla="*/ 1779042 w 4641785"/>
              <a:gd name="connsiteY12164" fmla="*/ 217671 h 5274332"/>
              <a:gd name="connsiteX12165" fmla="*/ 1781832 w 4641785"/>
              <a:gd name="connsiteY12165" fmla="*/ 230229 h 5274332"/>
              <a:gd name="connsiteX12166" fmla="*/ 1784623 w 4641785"/>
              <a:gd name="connsiteY12166" fmla="*/ 233485 h 5274332"/>
              <a:gd name="connsiteX12167" fmla="*/ 1789739 w 4641785"/>
              <a:gd name="connsiteY12167" fmla="*/ 234880 h 5274332"/>
              <a:gd name="connsiteX12168" fmla="*/ 1798111 w 4641785"/>
              <a:gd name="connsiteY12168" fmla="*/ 235345 h 5274332"/>
              <a:gd name="connsiteX12169" fmla="*/ 1806948 w 4641785"/>
              <a:gd name="connsiteY12169" fmla="*/ 240926 h 5274332"/>
              <a:gd name="connsiteX12170" fmla="*/ 1811134 w 4641785"/>
              <a:gd name="connsiteY12170" fmla="*/ 241392 h 5274332"/>
              <a:gd name="connsiteX12171" fmla="*/ 1829273 w 4641785"/>
              <a:gd name="connsiteY12171" fmla="*/ 248368 h 5274332"/>
              <a:gd name="connsiteX12172" fmla="*/ 1832529 w 4641785"/>
              <a:gd name="connsiteY12172" fmla="*/ 251624 h 5274332"/>
              <a:gd name="connsiteX12173" fmla="*/ 1837180 w 4641785"/>
              <a:gd name="connsiteY12173" fmla="*/ 252554 h 5274332"/>
              <a:gd name="connsiteX12174" fmla="*/ 1844156 w 4641785"/>
              <a:gd name="connsiteY12174" fmla="*/ 252554 h 5274332"/>
              <a:gd name="connsiteX12175" fmla="*/ 1851134 w 4641785"/>
              <a:gd name="connsiteY12175" fmla="*/ 254880 h 5274332"/>
              <a:gd name="connsiteX12176" fmla="*/ 1856715 w 4641785"/>
              <a:gd name="connsiteY12176" fmla="*/ 255810 h 5274332"/>
              <a:gd name="connsiteX12177" fmla="*/ 1860901 w 4641785"/>
              <a:gd name="connsiteY12177" fmla="*/ 249763 h 5274332"/>
              <a:gd name="connsiteX12178" fmla="*/ 1865552 w 4641785"/>
              <a:gd name="connsiteY12178" fmla="*/ 246508 h 5274332"/>
              <a:gd name="connsiteX12179" fmla="*/ 1871599 w 4641785"/>
              <a:gd name="connsiteY12179" fmla="*/ 244182 h 5274332"/>
              <a:gd name="connsiteX12180" fmla="*/ 1877645 w 4641785"/>
              <a:gd name="connsiteY12180" fmla="*/ 246043 h 5274332"/>
              <a:gd name="connsiteX12181" fmla="*/ 1880435 w 4641785"/>
              <a:gd name="connsiteY12181" fmla="*/ 249763 h 5274332"/>
              <a:gd name="connsiteX12182" fmla="*/ 1883226 w 4641785"/>
              <a:gd name="connsiteY12182" fmla="*/ 254880 h 5274332"/>
              <a:gd name="connsiteX12183" fmla="*/ 1886016 w 4641785"/>
              <a:gd name="connsiteY12183" fmla="*/ 263252 h 5274332"/>
              <a:gd name="connsiteX12184" fmla="*/ 1890202 w 4641785"/>
              <a:gd name="connsiteY12184" fmla="*/ 266972 h 5274332"/>
              <a:gd name="connsiteX12185" fmla="*/ 1891133 w 4641785"/>
              <a:gd name="connsiteY12185" fmla="*/ 271623 h 5274332"/>
              <a:gd name="connsiteX12186" fmla="*/ 1893923 w 4641785"/>
              <a:gd name="connsiteY12186" fmla="*/ 276275 h 5274332"/>
              <a:gd name="connsiteX12187" fmla="*/ 1903691 w 4641785"/>
              <a:gd name="connsiteY12187" fmla="*/ 279996 h 5274332"/>
              <a:gd name="connsiteX12188" fmla="*/ 1906947 w 4641785"/>
              <a:gd name="connsiteY12188" fmla="*/ 280460 h 5274332"/>
              <a:gd name="connsiteX12189" fmla="*/ 1919970 w 4641785"/>
              <a:gd name="connsiteY12189" fmla="*/ 286972 h 5274332"/>
              <a:gd name="connsiteX12190" fmla="*/ 1922295 w 4641785"/>
              <a:gd name="connsiteY12190" fmla="*/ 290228 h 5274332"/>
              <a:gd name="connsiteX12191" fmla="*/ 1925551 w 4641785"/>
              <a:gd name="connsiteY12191" fmla="*/ 300460 h 5274332"/>
              <a:gd name="connsiteX12192" fmla="*/ 1926947 w 4641785"/>
              <a:gd name="connsiteY12192" fmla="*/ 311157 h 5274332"/>
              <a:gd name="connsiteX12193" fmla="*/ 1928342 w 4641785"/>
              <a:gd name="connsiteY12193" fmla="*/ 317204 h 5274332"/>
              <a:gd name="connsiteX12194" fmla="*/ 1923225 w 4641785"/>
              <a:gd name="connsiteY12194" fmla="*/ 318600 h 5274332"/>
              <a:gd name="connsiteX12195" fmla="*/ 1920900 w 4641785"/>
              <a:gd name="connsiteY12195" fmla="*/ 322785 h 5274332"/>
              <a:gd name="connsiteX12196" fmla="*/ 1921365 w 4641785"/>
              <a:gd name="connsiteY12196" fmla="*/ 331622 h 5274332"/>
              <a:gd name="connsiteX12197" fmla="*/ 1918574 w 4641785"/>
              <a:gd name="connsiteY12197" fmla="*/ 343251 h 5274332"/>
              <a:gd name="connsiteX12198" fmla="*/ 1913458 w 4641785"/>
              <a:gd name="connsiteY12198" fmla="*/ 354413 h 5274332"/>
              <a:gd name="connsiteX12199" fmla="*/ 1912528 w 4641785"/>
              <a:gd name="connsiteY12199" fmla="*/ 363715 h 5274332"/>
              <a:gd name="connsiteX12200" fmla="*/ 1911133 w 4641785"/>
              <a:gd name="connsiteY12200" fmla="*/ 367436 h 5274332"/>
              <a:gd name="connsiteX12201" fmla="*/ 1905086 w 4641785"/>
              <a:gd name="connsiteY12201" fmla="*/ 375808 h 5274332"/>
              <a:gd name="connsiteX12202" fmla="*/ 1904156 w 4641785"/>
              <a:gd name="connsiteY12202" fmla="*/ 379994 h 5274332"/>
              <a:gd name="connsiteX12203" fmla="*/ 1905552 w 4641785"/>
              <a:gd name="connsiteY12203" fmla="*/ 396273 h 5274332"/>
              <a:gd name="connsiteX12204" fmla="*/ 1903226 w 4641785"/>
              <a:gd name="connsiteY12204" fmla="*/ 410226 h 5274332"/>
              <a:gd name="connsiteX12205" fmla="*/ 1899970 w 4641785"/>
              <a:gd name="connsiteY12205" fmla="*/ 418598 h 5274332"/>
              <a:gd name="connsiteX12206" fmla="*/ 1892994 w 4641785"/>
              <a:gd name="connsiteY12206" fmla="*/ 433947 h 5274332"/>
              <a:gd name="connsiteX12207" fmla="*/ 1889272 w 4641785"/>
              <a:gd name="connsiteY12207" fmla="*/ 437202 h 5274332"/>
              <a:gd name="connsiteX12208" fmla="*/ 1886947 w 4641785"/>
              <a:gd name="connsiteY12208" fmla="*/ 445109 h 5274332"/>
              <a:gd name="connsiteX12209" fmla="*/ 1887412 w 4641785"/>
              <a:gd name="connsiteY12209" fmla="*/ 462783 h 5274332"/>
              <a:gd name="connsiteX12210" fmla="*/ 1886016 w 4641785"/>
              <a:gd name="connsiteY12210" fmla="*/ 464179 h 5274332"/>
              <a:gd name="connsiteX12211" fmla="*/ 1866947 w 4641785"/>
              <a:gd name="connsiteY12211" fmla="*/ 470225 h 5274332"/>
              <a:gd name="connsiteX12212" fmla="*/ 1862761 w 4641785"/>
              <a:gd name="connsiteY12212" fmla="*/ 468364 h 5274332"/>
              <a:gd name="connsiteX12213" fmla="*/ 1857180 w 4641785"/>
              <a:gd name="connsiteY12213" fmla="*/ 467899 h 5274332"/>
              <a:gd name="connsiteX12214" fmla="*/ 1853924 w 4641785"/>
              <a:gd name="connsiteY12214" fmla="*/ 468364 h 5274332"/>
              <a:gd name="connsiteX12215" fmla="*/ 1848343 w 4641785"/>
              <a:gd name="connsiteY12215" fmla="*/ 473946 h 5274332"/>
              <a:gd name="connsiteX12216" fmla="*/ 1847412 w 4641785"/>
              <a:gd name="connsiteY12216" fmla="*/ 477201 h 5274332"/>
              <a:gd name="connsiteX12217" fmla="*/ 1845087 w 4641785"/>
              <a:gd name="connsiteY12217" fmla="*/ 477201 h 5274332"/>
              <a:gd name="connsiteX12218" fmla="*/ 1839971 w 4641785"/>
              <a:gd name="connsiteY12218" fmla="*/ 481388 h 5274332"/>
              <a:gd name="connsiteX12219" fmla="*/ 1842297 w 4641785"/>
              <a:gd name="connsiteY12219" fmla="*/ 484178 h 5274332"/>
              <a:gd name="connsiteX12220" fmla="*/ 1842761 w 4641785"/>
              <a:gd name="connsiteY12220" fmla="*/ 488364 h 5274332"/>
              <a:gd name="connsiteX12221" fmla="*/ 1839971 w 4641785"/>
              <a:gd name="connsiteY12221" fmla="*/ 488830 h 5274332"/>
              <a:gd name="connsiteX12222" fmla="*/ 1838111 w 4641785"/>
              <a:gd name="connsiteY12222" fmla="*/ 492550 h 5274332"/>
              <a:gd name="connsiteX12223" fmla="*/ 1843227 w 4641785"/>
              <a:gd name="connsiteY12223" fmla="*/ 497666 h 5274332"/>
              <a:gd name="connsiteX12224" fmla="*/ 1846948 w 4641785"/>
              <a:gd name="connsiteY12224" fmla="*/ 500457 h 5274332"/>
              <a:gd name="connsiteX12225" fmla="*/ 1846948 w 4641785"/>
              <a:gd name="connsiteY12225" fmla="*/ 503713 h 5274332"/>
              <a:gd name="connsiteX12226" fmla="*/ 1844156 w 4641785"/>
              <a:gd name="connsiteY12226" fmla="*/ 507898 h 5274332"/>
              <a:gd name="connsiteX12227" fmla="*/ 1839506 w 4641785"/>
              <a:gd name="connsiteY12227" fmla="*/ 508829 h 5274332"/>
              <a:gd name="connsiteX12228" fmla="*/ 1825553 w 4641785"/>
              <a:gd name="connsiteY12228" fmla="*/ 508829 h 5274332"/>
              <a:gd name="connsiteX12229" fmla="*/ 1820902 w 4641785"/>
              <a:gd name="connsiteY12229" fmla="*/ 506968 h 5274332"/>
              <a:gd name="connsiteX12230" fmla="*/ 1813925 w 4641785"/>
              <a:gd name="connsiteY12230" fmla="*/ 506503 h 5274332"/>
              <a:gd name="connsiteX12231" fmla="*/ 1811134 w 4641785"/>
              <a:gd name="connsiteY12231" fmla="*/ 504643 h 5274332"/>
              <a:gd name="connsiteX12232" fmla="*/ 1809739 w 4641785"/>
              <a:gd name="connsiteY12232" fmla="*/ 506968 h 5274332"/>
              <a:gd name="connsiteX12233" fmla="*/ 1802762 w 4641785"/>
              <a:gd name="connsiteY12233" fmla="*/ 509294 h 5274332"/>
              <a:gd name="connsiteX12234" fmla="*/ 1798111 w 4641785"/>
              <a:gd name="connsiteY12234" fmla="*/ 510224 h 5274332"/>
              <a:gd name="connsiteX12235" fmla="*/ 1801367 w 4641785"/>
              <a:gd name="connsiteY12235" fmla="*/ 515341 h 5274332"/>
              <a:gd name="connsiteX12236" fmla="*/ 1801367 w 4641785"/>
              <a:gd name="connsiteY12236" fmla="*/ 520456 h 5274332"/>
              <a:gd name="connsiteX12237" fmla="*/ 1803227 w 4641785"/>
              <a:gd name="connsiteY12237" fmla="*/ 522317 h 5274332"/>
              <a:gd name="connsiteX12238" fmla="*/ 1806483 w 4641785"/>
              <a:gd name="connsiteY12238" fmla="*/ 522317 h 5274332"/>
              <a:gd name="connsiteX12239" fmla="*/ 1805553 w 4641785"/>
              <a:gd name="connsiteY12239" fmla="*/ 526503 h 5274332"/>
              <a:gd name="connsiteX12240" fmla="*/ 1806948 w 4641785"/>
              <a:gd name="connsiteY12240" fmla="*/ 532085 h 5274332"/>
              <a:gd name="connsiteX12241" fmla="*/ 1806483 w 4641785"/>
              <a:gd name="connsiteY12241" fmla="*/ 537666 h 5274332"/>
              <a:gd name="connsiteX12242" fmla="*/ 1808808 w 4641785"/>
              <a:gd name="connsiteY12242" fmla="*/ 542782 h 5274332"/>
              <a:gd name="connsiteX12243" fmla="*/ 1811599 w 4641785"/>
              <a:gd name="connsiteY12243" fmla="*/ 546968 h 5274332"/>
              <a:gd name="connsiteX12244" fmla="*/ 1810669 w 4641785"/>
              <a:gd name="connsiteY12244" fmla="*/ 554410 h 5274332"/>
              <a:gd name="connsiteX12245" fmla="*/ 1809273 w 4641785"/>
              <a:gd name="connsiteY12245" fmla="*/ 557200 h 5274332"/>
              <a:gd name="connsiteX12246" fmla="*/ 1804157 w 4641785"/>
              <a:gd name="connsiteY12246" fmla="*/ 561386 h 5274332"/>
              <a:gd name="connsiteX12247" fmla="*/ 1799971 w 4641785"/>
              <a:gd name="connsiteY12247" fmla="*/ 559991 h 5274332"/>
              <a:gd name="connsiteX12248" fmla="*/ 1798111 w 4641785"/>
              <a:gd name="connsiteY12248" fmla="*/ 561386 h 5274332"/>
              <a:gd name="connsiteX12249" fmla="*/ 1795320 w 4641785"/>
              <a:gd name="connsiteY12249" fmla="*/ 570223 h 5274332"/>
              <a:gd name="connsiteX12250" fmla="*/ 1796251 w 4641785"/>
              <a:gd name="connsiteY12250" fmla="*/ 574875 h 5274332"/>
              <a:gd name="connsiteX12251" fmla="*/ 1790669 w 4641785"/>
              <a:gd name="connsiteY12251" fmla="*/ 581851 h 5274332"/>
              <a:gd name="connsiteX12252" fmla="*/ 1786483 w 4641785"/>
              <a:gd name="connsiteY12252" fmla="*/ 582782 h 5274332"/>
              <a:gd name="connsiteX12253" fmla="*/ 1784158 w 4641785"/>
              <a:gd name="connsiteY12253" fmla="*/ 585572 h 5274332"/>
              <a:gd name="connsiteX12254" fmla="*/ 1783227 w 4641785"/>
              <a:gd name="connsiteY12254" fmla="*/ 590223 h 5274332"/>
              <a:gd name="connsiteX12255" fmla="*/ 1786949 w 4641785"/>
              <a:gd name="connsiteY12255" fmla="*/ 594409 h 5274332"/>
              <a:gd name="connsiteX12256" fmla="*/ 1786483 w 4641785"/>
              <a:gd name="connsiteY12256" fmla="*/ 596735 h 5274332"/>
              <a:gd name="connsiteX12257" fmla="*/ 1782762 w 4641785"/>
              <a:gd name="connsiteY12257" fmla="*/ 598130 h 5274332"/>
              <a:gd name="connsiteX12258" fmla="*/ 1780902 w 4641785"/>
              <a:gd name="connsiteY12258" fmla="*/ 595804 h 5274332"/>
              <a:gd name="connsiteX12259" fmla="*/ 1777181 w 4641785"/>
              <a:gd name="connsiteY12259" fmla="*/ 594409 h 5274332"/>
              <a:gd name="connsiteX12260" fmla="*/ 1766018 w 4641785"/>
              <a:gd name="connsiteY12260" fmla="*/ 592548 h 5274332"/>
              <a:gd name="connsiteX12261" fmla="*/ 1760437 w 4641785"/>
              <a:gd name="connsiteY12261" fmla="*/ 593479 h 5274332"/>
              <a:gd name="connsiteX12262" fmla="*/ 1756716 w 4641785"/>
              <a:gd name="connsiteY12262" fmla="*/ 591153 h 5274332"/>
              <a:gd name="connsiteX12263" fmla="*/ 1748810 w 4641785"/>
              <a:gd name="connsiteY12263" fmla="*/ 591153 h 5274332"/>
              <a:gd name="connsiteX12264" fmla="*/ 1745554 w 4641785"/>
              <a:gd name="connsiteY12264" fmla="*/ 586967 h 5274332"/>
              <a:gd name="connsiteX12265" fmla="*/ 1740903 w 4641785"/>
              <a:gd name="connsiteY12265" fmla="*/ 588828 h 5274332"/>
              <a:gd name="connsiteX12266" fmla="*/ 1740903 w 4641785"/>
              <a:gd name="connsiteY12266" fmla="*/ 592084 h 5274332"/>
              <a:gd name="connsiteX12267" fmla="*/ 1738577 w 4641785"/>
              <a:gd name="connsiteY12267" fmla="*/ 596270 h 5274332"/>
              <a:gd name="connsiteX12268" fmla="*/ 1732530 w 4641785"/>
              <a:gd name="connsiteY12268" fmla="*/ 597200 h 5274332"/>
              <a:gd name="connsiteX12269" fmla="*/ 1724624 w 4641785"/>
              <a:gd name="connsiteY12269" fmla="*/ 594409 h 5274332"/>
              <a:gd name="connsiteX12270" fmla="*/ 1720903 w 4641785"/>
              <a:gd name="connsiteY12270" fmla="*/ 591153 h 5274332"/>
              <a:gd name="connsiteX12271" fmla="*/ 1707415 w 4641785"/>
              <a:gd name="connsiteY12271" fmla="*/ 596735 h 5274332"/>
              <a:gd name="connsiteX12272" fmla="*/ 1704624 w 4641785"/>
              <a:gd name="connsiteY12272" fmla="*/ 603246 h 5274332"/>
              <a:gd name="connsiteX12273" fmla="*/ 1702299 w 4641785"/>
              <a:gd name="connsiteY12273" fmla="*/ 606502 h 5274332"/>
              <a:gd name="connsiteX12274" fmla="*/ 1705089 w 4641785"/>
              <a:gd name="connsiteY12274" fmla="*/ 609758 h 5274332"/>
              <a:gd name="connsiteX12275" fmla="*/ 1707880 w 4641785"/>
              <a:gd name="connsiteY12275" fmla="*/ 615339 h 5274332"/>
              <a:gd name="connsiteX12276" fmla="*/ 1708345 w 4641785"/>
              <a:gd name="connsiteY12276" fmla="*/ 618130 h 5274332"/>
              <a:gd name="connsiteX12277" fmla="*/ 1712066 w 4641785"/>
              <a:gd name="connsiteY12277" fmla="*/ 628362 h 5274332"/>
              <a:gd name="connsiteX12278" fmla="*/ 1713461 w 4641785"/>
              <a:gd name="connsiteY12278" fmla="*/ 629757 h 5274332"/>
              <a:gd name="connsiteX12279" fmla="*/ 1720438 w 4641785"/>
              <a:gd name="connsiteY12279" fmla="*/ 643711 h 5274332"/>
              <a:gd name="connsiteX12280" fmla="*/ 1722298 w 4641785"/>
              <a:gd name="connsiteY12280" fmla="*/ 642781 h 5274332"/>
              <a:gd name="connsiteX12281" fmla="*/ 1724159 w 4641785"/>
              <a:gd name="connsiteY12281" fmla="*/ 645571 h 5274332"/>
              <a:gd name="connsiteX12282" fmla="*/ 1726949 w 4641785"/>
              <a:gd name="connsiteY12282" fmla="*/ 645106 h 5274332"/>
              <a:gd name="connsiteX12283" fmla="*/ 1728345 w 4641785"/>
              <a:gd name="connsiteY12283" fmla="*/ 647896 h 5274332"/>
              <a:gd name="connsiteX12284" fmla="*/ 1724159 w 4641785"/>
              <a:gd name="connsiteY12284" fmla="*/ 648827 h 5274332"/>
              <a:gd name="connsiteX12285" fmla="*/ 1724159 w 4641785"/>
              <a:gd name="connsiteY12285" fmla="*/ 651152 h 5274332"/>
              <a:gd name="connsiteX12286" fmla="*/ 1721368 w 4641785"/>
              <a:gd name="connsiteY12286" fmla="*/ 654408 h 5274332"/>
              <a:gd name="connsiteX12287" fmla="*/ 1720438 w 4641785"/>
              <a:gd name="connsiteY12287" fmla="*/ 657199 h 5274332"/>
              <a:gd name="connsiteX12288" fmla="*/ 1723228 w 4641785"/>
              <a:gd name="connsiteY12288" fmla="*/ 661384 h 5274332"/>
              <a:gd name="connsiteX12289" fmla="*/ 1727414 w 4641785"/>
              <a:gd name="connsiteY12289" fmla="*/ 662780 h 5274332"/>
              <a:gd name="connsiteX12290" fmla="*/ 1730670 w 4641785"/>
              <a:gd name="connsiteY12290" fmla="*/ 660454 h 5274332"/>
              <a:gd name="connsiteX12291" fmla="*/ 1732065 w 4641785"/>
              <a:gd name="connsiteY12291" fmla="*/ 662780 h 5274332"/>
              <a:gd name="connsiteX12292" fmla="*/ 1731601 w 4641785"/>
              <a:gd name="connsiteY12292" fmla="*/ 666501 h 5274332"/>
              <a:gd name="connsiteX12293" fmla="*/ 1734391 w 4641785"/>
              <a:gd name="connsiteY12293" fmla="*/ 674873 h 5274332"/>
              <a:gd name="connsiteX12294" fmla="*/ 1728810 w 4641785"/>
              <a:gd name="connsiteY12294" fmla="*/ 673478 h 5274332"/>
              <a:gd name="connsiteX12295" fmla="*/ 1727879 w 4641785"/>
              <a:gd name="connsiteY12295" fmla="*/ 672082 h 5274332"/>
              <a:gd name="connsiteX12296" fmla="*/ 1720438 w 4641785"/>
              <a:gd name="connsiteY12296" fmla="*/ 672547 h 5274332"/>
              <a:gd name="connsiteX12297" fmla="*/ 1717182 w 4641785"/>
              <a:gd name="connsiteY12297" fmla="*/ 674873 h 5274332"/>
              <a:gd name="connsiteX12298" fmla="*/ 1713926 w 4641785"/>
              <a:gd name="connsiteY12298" fmla="*/ 674873 h 5274332"/>
              <a:gd name="connsiteX12299" fmla="*/ 1708810 w 4641785"/>
              <a:gd name="connsiteY12299" fmla="*/ 673478 h 5274332"/>
              <a:gd name="connsiteX12300" fmla="*/ 1705089 w 4641785"/>
              <a:gd name="connsiteY12300" fmla="*/ 671152 h 5274332"/>
              <a:gd name="connsiteX12301" fmla="*/ 1704159 w 4641785"/>
              <a:gd name="connsiteY12301" fmla="*/ 673478 h 5274332"/>
              <a:gd name="connsiteX12302" fmla="*/ 1704159 w 4641785"/>
              <a:gd name="connsiteY12302" fmla="*/ 681384 h 5274332"/>
              <a:gd name="connsiteX12303" fmla="*/ 1707880 w 4641785"/>
              <a:gd name="connsiteY12303" fmla="*/ 691152 h 5274332"/>
              <a:gd name="connsiteX12304" fmla="*/ 1708345 w 4641785"/>
              <a:gd name="connsiteY12304" fmla="*/ 694873 h 5274332"/>
              <a:gd name="connsiteX12305" fmla="*/ 1706484 w 4641785"/>
              <a:gd name="connsiteY12305" fmla="*/ 700454 h 5274332"/>
              <a:gd name="connsiteX12306" fmla="*/ 1706484 w 4641785"/>
              <a:gd name="connsiteY12306" fmla="*/ 709291 h 5274332"/>
              <a:gd name="connsiteX12307" fmla="*/ 1707880 w 4641785"/>
              <a:gd name="connsiteY12307" fmla="*/ 713012 h 5274332"/>
              <a:gd name="connsiteX12308" fmla="*/ 1709740 w 4641785"/>
              <a:gd name="connsiteY12308" fmla="*/ 714872 h 5274332"/>
              <a:gd name="connsiteX12309" fmla="*/ 1709740 w 4641785"/>
              <a:gd name="connsiteY12309" fmla="*/ 719058 h 5274332"/>
              <a:gd name="connsiteX12310" fmla="*/ 1712996 w 4641785"/>
              <a:gd name="connsiteY12310" fmla="*/ 721383 h 5274332"/>
              <a:gd name="connsiteX12311" fmla="*/ 1714857 w 4641785"/>
              <a:gd name="connsiteY12311" fmla="*/ 726965 h 5274332"/>
              <a:gd name="connsiteX12312" fmla="*/ 1716252 w 4641785"/>
              <a:gd name="connsiteY12312" fmla="*/ 728825 h 5274332"/>
              <a:gd name="connsiteX12313" fmla="*/ 1721368 w 4641785"/>
              <a:gd name="connsiteY12313" fmla="*/ 728825 h 5274332"/>
              <a:gd name="connsiteX12314" fmla="*/ 1726949 w 4641785"/>
              <a:gd name="connsiteY12314" fmla="*/ 733011 h 5274332"/>
              <a:gd name="connsiteX12315" fmla="*/ 1734856 w 4641785"/>
              <a:gd name="connsiteY12315" fmla="*/ 736267 h 5274332"/>
              <a:gd name="connsiteX12316" fmla="*/ 1750670 w 4641785"/>
              <a:gd name="connsiteY12316" fmla="*/ 736267 h 5274332"/>
              <a:gd name="connsiteX12317" fmla="*/ 1757181 w 4641785"/>
              <a:gd name="connsiteY12317" fmla="*/ 735337 h 5274332"/>
              <a:gd name="connsiteX12318" fmla="*/ 1760903 w 4641785"/>
              <a:gd name="connsiteY12318" fmla="*/ 737197 h 5274332"/>
              <a:gd name="connsiteX12319" fmla="*/ 1764623 w 4641785"/>
              <a:gd name="connsiteY12319" fmla="*/ 738127 h 5274332"/>
              <a:gd name="connsiteX12320" fmla="*/ 1766949 w 4641785"/>
              <a:gd name="connsiteY12320" fmla="*/ 739523 h 5274332"/>
              <a:gd name="connsiteX12321" fmla="*/ 1770205 w 4641785"/>
              <a:gd name="connsiteY12321" fmla="*/ 739523 h 5274332"/>
              <a:gd name="connsiteX12322" fmla="*/ 1774391 w 4641785"/>
              <a:gd name="connsiteY12322" fmla="*/ 738127 h 5274332"/>
              <a:gd name="connsiteX12323" fmla="*/ 1777181 w 4641785"/>
              <a:gd name="connsiteY12323" fmla="*/ 738127 h 5274332"/>
              <a:gd name="connsiteX12324" fmla="*/ 1789739 w 4641785"/>
              <a:gd name="connsiteY12324" fmla="*/ 742778 h 5274332"/>
              <a:gd name="connsiteX12325" fmla="*/ 1789274 w 4641785"/>
              <a:gd name="connsiteY12325" fmla="*/ 748825 h 5274332"/>
              <a:gd name="connsiteX12326" fmla="*/ 1787413 w 4641785"/>
              <a:gd name="connsiteY12326" fmla="*/ 755336 h 5274332"/>
              <a:gd name="connsiteX12327" fmla="*/ 1783693 w 4641785"/>
              <a:gd name="connsiteY12327" fmla="*/ 760918 h 5274332"/>
              <a:gd name="connsiteX12328" fmla="*/ 1779042 w 4641785"/>
              <a:gd name="connsiteY12328" fmla="*/ 769755 h 5274332"/>
              <a:gd name="connsiteX12329" fmla="*/ 1777181 w 4641785"/>
              <a:gd name="connsiteY12329" fmla="*/ 775336 h 5274332"/>
              <a:gd name="connsiteX12330" fmla="*/ 1779972 w 4641785"/>
              <a:gd name="connsiteY12330" fmla="*/ 781382 h 5274332"/>
              <a:gd name="connsiteX12331" fmla="*/ 1779972 w 4641785"/>
              <a:gd name="connsiteY12331" fmla="*/ 784638 h 5274332"/>
              <a:gd name="connsiteX12332" fmla="*/ 1775320 w 4641785"/>
              <a:gd name="connsiteY12332" fmla="*/ 787429 h 5274332"/>
              <a:gd name="connsiteX12333" fmla="*/ 1772530 w 4641785"/>
              <a:gd name="connsiteY12333" fmla="*/ 787429 h 5274332"/>
              <a:gd name="connsiteX12334" fmla="*/ 1774856 w 4641785"/>
              <a:gd name="connsiteY12334" fmla="*/ 792545 h 5274332"/>
              <a:gd name="connsiteX12335" fmla="*/ 1778576 w 4641785"/>
              <a:gd name="connsiteY12335" fmla="*/ 793941 h 5274332"/>
              <a:gd name="connsiteX12336" fmla="*/ 1778576 w 4641785"/>
              <a:gd name="connsiteY12336" fmla="*/ 797662 h 5274332"/>
              <a:gd name="connsiteX12337" fmla="*/ 1782297 w 4641785"/>
              <a:gd name="connsiteY12337" fmla="*/ 797196 h 5274332"/>
              <a:gd name="connsiteX12338" fmla="*/ 1784158 w 4641785"/>
              <a:gd name="connsiteY12338" fmla="*/ 798592 h 5274332"/>
              <a:gd name="connsiteX12339" fmla="*/ 1791134 w 4641785"/>
              <a:gd name="connsiteY12339" fmla="*/ 806499 h 5274332"/>
              <a:gd name="connsiteX12340" fmla="*/ 1793925 w 4641785"/>
              <a:gd name="connsiteY12340" fmla="*/ 812080 h 5274332"/>
              <a:gd name="connsiteX12341" fmla="*/ 1799507 w 4641785"/>
              <a:gd name="connsiteY12341" fmla="*/ 819057 h 5274332"/>
              <a:gd name="connsiteX12342" fmla="*/ 1807878 w 4641785"/>
              <a:gd name="connsiteY12342" fmla="*/ 831615 h 5274332"/>
              <a:gd name="connsiteX12343" fmla="*/ 1812995 w 4641785"/>
              <a:gd name="connsiteY12343" fmla="*/ 833475 h 5274332"/>
              <a:gd name="connsiteX12344" fmla="*/ 1815320 w 4641785"/>
              <a:gd name="connsiteY12344" fmla="*/ 836266 h 5274332"/>
              <a:gd name="connsiteX12345" fmla="*/ 1817180 w 4641785"/>
              <a:gd name="connsiteY12345" fmla="*/ 841382 h 5274332"/>
              <a:gd name="connsiteX12346" fmla="*/ 1812995 w 4641785"/>
              <a:gd name="connsiteY12346" fmla="*/ 846498 h 5274332"/>
              <a:gd name="connsiteX12347" fmla="*/ 1808808 w 4641785"/>
              <a:gd name="connsiteY12347" fmla="*/ 853010 h 5274332"/>
              <a:gd name="connsiteX12348" fmla="*/ 1807413 w 4641785"/>
              <a:gd name="connsiteY12348" fmla="*/ 853474 h 5274332"/>
              <a:gd name="connsiteX12349" fmla="*/ 1799507 w 4641785"/>
              <a:gd name="connsiteY12349" fmla="*/ 865568 h 5274332"/>
              <a:gd name="connsiteX12350" fmla="*/ 1791600 w 4641785"/>
              <a:gd name="connsiteY12350" fmla="*/ 872079 h 5274332"/>
              <a:gd name="connsiteX12351" fmla="*/ 1791600 w 4641785"/>
              <a:gd name="connsiteY12351" fmla="*/ 873939 h 5274332"/>
              <a:gd name="connsiteX12352" fmla="*/ 1788344 w 4641785"/>
              <a:gd name="connsiteY12352" fmla="*/ 880451 h 5274332"/>
              <a:gd name="connsiteX12353" fmla="*/ 1783227 w 4641785"/>
              <a:gd name="connsiteY12353" fmla="*/ 880915 h 5274332"/>
              <a:gd name="connsiteX12354" fmla="*/ 1780902 w 4641785"/>
              <a:gd name="connsiteY12354" fmla="*/ 879520 h 5274332"/>
              <a:gd name="connsiteX12355" fmla="*/ 1780437 w 4641785"/>
              <a:gd name="connsiteY12355" fmla="*/ 873009 h 5274332"/>
              <a:gd name="connsiteX12356" fmla="*/ 1772065 w 4641785"/>
              <a:gd name="connsiteY12356" fmla="*/ 868823 h 5274332"/>
              <a:gd name="connsiteX12357" fmla="*/ 1768344 w 4641785"/>
              <a:gd name="connsiteY12357" fmla="*/ 868358 h 5274332"/>
              <a:gd name="connsiteX12358" fmla="*/ 1766018 w 4641785"/>
              <a:gd name="connsiteY12358" fmla="*/ 873939 h 5274332"/>
              <a:gd name="connsiteX12359" fmla="*/ 1761367 w 4641785"/>
              <a:gd name="connsiteY12359" fmla="*/ 879520 h 5274332"/>
              <a:gd name="connsiteX12360" fmla="*/ 1757181 w 4641785"/>
              <a:gd name="connsiteY12360" fmla="*/ 879520 h 5274332"/>
              <a:gd name="connsiteX12361" fmla="*/ 1755786 w 4641785"/>
              <a:gd name="connsiteY12361" fmla="*/ 884171 h 5274332"/>
              <a:gd name="connsiteX12362" fmla="*/ 1748344 w 4641785"/>
              <a:gd name="connsiteY12362" fmla="*/ 889288 h 5274332"/>
              <a:gd name="connsiteX12363" fmla="*/ 1740903 w 4641785"/>
              <a:gd name="connsiteY12363" fmla="*/ 889288 h 5274332"/>
              <a:gd name="connsiteX12364" fmla="*/ 1738112 w 4641785"/>
              <a:gd name="connsiteY12364" fmla="*/ 891614 h 5274332"/>
              <a:gd name="connsiteX12365" fmla="*/ 1740903 w 4641785"/>
              <a:gd name="connsiteY12365" fmla="*/ 898125 h 5274332"/>
              <a:gd name="connsiteX12366" fmla="*/ 1739972 w 4641785"/>
              <a:gd name="connsiteY12366" fmla="*/ 901380 h 5274332"/>
              <a:gd name="connsiteX12367" fmla="*/ 1737182 w 4641785"/>
              <a:gd name="connsiteY12367" fmla="*/ 901846 h 5274332"/>
              <a:gd name="connsiteX12368" fmla="*/ 1736716 w 4641785"/>
              <a:gd name="connsiteY12368" fmla="*/ 906032 h 5274332"/>
              <a:gd name="connsiteX12369" fmla="*/ 1732996 w 4641785"/>
              <a:gd name="connsiteY12369" fmla="*/ 906962 h 5274332"/>
              <a:gd name="connsiteX12370" fmla="*/ 1726949 w 4641785"/>
              <a:gd name="connsiteY12370" fmla="*/ 906497 h 5274332"/>
              <a:gd name="connsiteX12371" fmla="*/ 1719508 w 4641785"/>
              <a:gd name="connsiteY12371" fmla="*/ 908822 h 5274332"/>
              <a:gd name="connsiteX12372" fmla="*/ 1715787 w 4641785"/>
              <a:gd name="connsiteY12372" fmla="*/ 916264 h 5274332"/>
              <a:gd name="connsiteX12373" fmla="*/ 1713926 w 4641785"/>
              <a:gd name="connsiteY12373" fmla="*/ 915799 h 5274332"/>
              <a:gd name="connsiteX12374" fmla="*/ 1711136 w 4641785"/>
              <a:gd name="connsiteY12374" fmla="*/ 911148 h 5274332"/>
              <a:gd name="connsiteX12375" fmla="*/ 1702299 w 4641785"/>
              <a:gd name="connsiteY12375" fmla="*/ 906497 h 5274332"/>
              <a:gd name="connsiteX12376" fmla="*/ 1693926 w 4641785"/>
              <a:gd name="connsiteY12376" fmla="*/ 896730 h 5274332"/>
              <a:gd name="connsiteX12377" fmla="*/ 1689741 w 4641785"/>
              <a:gd name="connsiteY12377" fmla="*/ 897195 h 5274332"/>
              <a:gd name="connsiteX12378" fmla="*/ 1688811 w 4641785"/>
              <a:gd name="connsiteY12378" fmla="*/ 893009 h 5274332"/>
              <a:gd name="connsiteX12379" fmla="*/ 1686485 w 4641785"/>
              <a:gd name="connsiteY12379" fmla="*/ 889288 h 5274332"/>
              <a:gd name="connsiteX12380" fmla="*/ 1684160 w 4641785"/>
              <a:gd name="connsiteY12380" fmla="*/ 880451 h 5274332"/>
              <a:gd name="connsiteX12381" fmla="*/ 1681834 w 4641785"/>
              <a:gd name="connsiteY12381" fmla="*/ 875335 h 5274332"/>
              <a:gd name="connsiteX12382" fmla="*/ 1681834 w 4641785"/>
              <a:gd name="connsiteY12382" fmla="*/ 872079 h 5274332"/>
              <a:gd name="connsiteX12383" fmla="*/ 1684624 w 4641785"/>
              <a:gd name="connsiteY12383" fmla="*/ 869288 h 5274332"/>
              <a:gd name="connsiteX12384" fmla="*/ 1684160 w 4641785"/>
              <a:gd name="connsiteY12384" fmla="*/ 863707 h 5274332"/>
              <a:gd name="connsiteX12385" fmla="*/ 1682299 w 4641785"/>
              <a:gd name="connsiteY12385" fmla="*/ 861847 h 5274332"/>
              <a:gd name="connsiteX12386" fmla="*/ 1679508 w 4641785"/>
              <a:gd name="connsiteY12386" fmla="*/ 856266 h 5274332"/>
              <a:gd name="connsiteX12387" fmla="*/ 1680438 w 4641785"/>
              <a:gd name="connsiteY12387" fmla="*/ 850684 h 5274332"/>
              <a:gd name="connsiteX12388" fmla="*/ 1672067 w 4641785"/>
              <a:gd name="connsiteY12388" fmla="*/ 856266 h 5274332"/>
              <a:gd name="connsiteX12389" fmla="*/ 1664624 w 4641785"/>
              <a:gd name="connsiteY12389" fmla="*/ 856266 h 5274332"/>
              <a:gd name="connsiteX12390" fmla="*/ 1662299 w 4641785"/>
              <a:gd name="connsiteY12390" fmla="*/ 859056 h 5274332"/>
              <a:gd name="connsiteX12391" fmla="*/ 1659973 w 4641785"/>
              <a:gd name="connsiteY12391" fmla="*/ 865568 h 5274332"/>
              <a:gd name="connsiteX12392" fmla="*/ 1657648 w 4641785"/>
              <a:gd name="connsiteY12392" fmla="*/ 867893 h 5274332"/>
              <a:gd name="connsiteX12393" fmla="*/ 1652067 w 4641785"/>
              <a:gd name="connsiteY12393" fmla="*/ 864172 h 5274332"/>
              <a:gd name="connsiteX12394" fmla="*/ 1649276 w 4641785"/>
              <a:gd name="connsiteY12394" fmla="*/ 863707 h 5274332"/>
              <a:gd name="connsiteX12395" fmla="*/ 1643229 w 4641785"/>
              <a:gd name="connsiteY12395" fmla="*/ 865568 h 5274332"/>
              <a:gd name="connsiteX12396" fmla="*/ 1637648 w 4641785"/>
              <a:gd name="connsiteY12396" fmla="*/ 870683 h 5274332"/>
              <a:gd name="connsiteX12397" fmla="*/ 1633463 w 4641785"/>
              <a:gd name="connsiteY12397" fmla="*/ 870219 h 5274332"/>
              <a:gd name="connsiteX12398" fmla="*/ 1628811 w 4641785"/>
              <a:gd name="connsiteY12398" fmla="*/ 873009 h 5274332"/>
              <a:gd name="connsiteX12399" fmla="*/ 1626486 w 4641785"/>
              <a:gd name="connsiteY12399" fmla="*/ 876730 h 5274332"/>
              <a:gd name="connsiteX12400" fmla="*/ 1626021 w 4641785"/>
              <a:gd name="connsiteY12400" fmla="*/ 880451 h 5274332"/>
              <a:gd name="connsiteX12401" fmla="*/ 1622765 w 4641785"/>
              <a:gd name="connsiteY12401" fmla="*/ 880451 h 5274332"/>
              <a:gd name="connsiteX12402" fmla="*/ 1621835 w 4641785"/>
              <a:gd name="connsiteY12402" fmla="*/ 880915 h 5274332"/>
              <a:gd name="connsiteX12403" fmla="*/ 1621835 w 4641785"/>
              <a:gd name="connsiteY12403" fmla="*/ 880915 h 5274332"/>
              <a:gd name="connsiteX12404" fmla="*/ 1621835 w 4641785"/>
              <a:gd name="connsiteY12404" fmla="*/ 881381 h 5274332"/>
              <a:gd name="connsiteX12405" fmla="*/ 1622300 w 4641785"/>
              <a:gd name="connsiteY12405" fmla="*/ 882311 h 5274332"/>
              <a:gd name="connsiteX12406" fmla="*/ 1623695 w 4641785"/>
              <a:gd name="connsiteY12406" fmla="*/ 883706 h 5274332"/>
              <a:gd name="connsiteX12407" fmla="*/ 1626951 w 4641785"/>
              <a:gd name="connsiteY12407" fmla="*/ 884171 h 5274332"/>
              <a:gd name="connsiteX12408" fmla="*/ 1629742 w 4641785"/>
              <a:gd name="connsiteY12408" fmla="*/ 887892 h 5274332"/>
              <a:gd name="connsiteX12409" fmla="*/ 1627882 w 4641785"/>
              <a:gd name="connsiteY12409" fmla="*/ 891613 h 5274332"/>
              <a:gd name="connsiteX12410" fmla="*/ 1627882 w 4641785"/>
              <a:gd name="connsiteY12410" fmla="*/ 893939 h 5274332"/>
              <a:gd name="connsiteX12411" fmla="*/ 1632067 w 4641785"/>
              <a:gd name="connsiteY12411" fmla="*/ 895799 h 5274332"/>
              <a:gd name="connsiteX12412" fmla="*/ 1634393 w 4641785"/>
              <a:gd name="connsiteY12412" fmla="*/ 899985 h 5274332"/>
              <a:gd name="connsiteX12413" fmla="*/ 1638114 w 4641785"/>
              <a:gd name="connsiteY12413" fmla="*/ 899985 h 5274332"/>
              <a:gd name="connsiteX12414" fmla="*/ 1640904 w 4641785"/>
              <a:gd name="connsiteY12414" fmla="*/ 901380 h 5274332"/>
              <a:gd name="connsiteX12415" fmla="*/ 1637183 w 4641785"/>
              <a:gd name="connsiteY12415" fmla="*/ 906497 h 5274332"/>
              <a:gd name="connsiteX12416" fmla="*/ 1636719 w 4641785"/>
              <a:gd name="connsiteY12416" fmla="*/ 908822 h 5274332"/>
              <a:gd name="connsiteX12417" fmla="*/ 1632997 w 4641785"/>
              <a:gd name="connsiteY12417" fmla="*/ 912543 h 5274332"/>
              <a:gd name="connsiteX12418" fmla="*/ 1631602 w 4641785"/>
              <a:gd name="connsiteY12418" fmla="*/ 916729 h 5274332"/>
              <a:gd name="connsiteX12419" fmla="*/ 1632533 w 4641785"/>
              <a:gd name="connsiteY12419" fmla="*/ 925101 h 5274332"/>
              <a:gd name="connsiteX12420" fmla="*/ 1632067 w 4641785"/>
              <a:gd name="connsiteY12420" fmla="*/ 927892 h 5274332"/>
              <a:gd name="connsiteX12421" fmla="*/ 1628346 w 4641785"/>
              <a:gd name="connsiteY12421" fmla="*/ 933473 h 5274332"/>
              <a:gd name="connsiteX12422" fmla="*/ 1635323 w 4641785"/>
              <a:gd name="connsiteY12422" fmla="*/ 934403 h 5274332"/>
              <a:gd name="connsiteX12423" fmla="*/ 1641834 w 4641785"/>
              <a:gd name="connsiteY12423" fmla="*/ 933008 h 5274332"/>
              <a:gd name="connsiteX12424" fmla="*/ 1644626 w 4641785"/>
              <a:gd name="connsiteY12424" fmla="*/ 933008 h 5274332"/>
              <a:gd name="connsiteX12425" fmla="*/ 1652532 w 4641785"/>
              <a:gd name="connsiteY12425" fmla="*/ 939054 h 5274332"/>
              <a:gd name="connsiteX12426" fmla="*/ 1652997 w 4641785"/>
              <a:gd name="connsiteY12426" fmla="*/ 944635 h 5274332"/>
              <a:gd name="connsiteX12427" fmla="*/ 1652067 w 4641785"/>
              <a:gd name="connsiteY12427" fmla="*/ 947891 h 5274332"/>
              <a:gd name="connsiteX12428" fmla="*/ 1649741 w 4641785"/>
              <a:gd name="connsiteY12428" fmla="*/ 950216 h 5274332"/>
              <a:gd name="connsiteX12429" fmla="*/ 1652067 w 4641785"/>
              <a:gd name="connsiteY12429" fmla="*/ 952077 h 5274332"/>
              <a:gd name="connsiteX12430" fmla="*/ 1652997 w 4641785"/>
              <a:gd name="connsiteY12430" fmla="*/ 956729 h 5274332"/>
              <a:gd name="connsiteX12431" fmla="*/ 1661369 w 4641785"/>
              <a:gd name="connsiteY12431" fmla="*/ 959984 h 5274332"/>
              <a:gd name="connsiteX12432" fmla="*/ 1662299 w 4641785"/>
              <a:gd name="connsiteY12432" fmla="*/ 963240 h 5274332"/>
              <a:gd name="connsiteX12433" fmla="*/ 1667416 w 4641785"/>
              <a:gd name="connsiteY12433" fmla="*/ 969286 h 5274332"/>
              <a:gd name="connsiteX12434" fmla="*/ 1667881 w 4641785"/>
              <a:gd name="connsiteY12434" fmla="*/ 971147 h 5274332"/>
              <a:gd name="connsiteX12435" fmla="*/ 1675787 w 4641785"/>
              <a:gd name="connsiteY12435" fmla="*/ 979053 h 5274332"/>
              <a:gd name="connsiteX12436" fmla="*/ 1680904 w 4641785"/>
              <a:gd name="connsiteY12436" fmla="*/ 979984 h 5274332"/>
              <a:gd name="connsiteX12437" fmla="*/ 1679508 w 4641785"/>
              <a:gd name="connsiteY12437" fmla="*/ 986496 h 5274332"/>
              <a:gd name="connsiteX12438" fmla="*/ 1676718 w 4641785"/>
              <a:gd name="connsiteY12438" fmla="*/ 993937 h 5274332"/>
              <a:gd name="connsiteX12439" fmla="*/ 1674857 w 4641785"/>
              <a:gd name="connsiteY12439" fmla="*/ 996262 h 5274332"/>
              <a:gd name="connsiteX12440" fmla="*/ 1673462 w 4641785"/>
              <a:gd name="connsiteY12440" fmla="*/ 1001379 h 5274332"/>
              <a:gd name="connsiteX12441" fmla="*/ 1672997 w 4641785"/>
              <a:gd name="connsiteY12441" fmla="*/ 1010681 h 5274332"/>
              <a:gd name="connsiteX12442" fmla="*/ 1668346 w 4641785"/>
              <a:gd name="connsiteY12442" fmla="*/ 1014402 h 5274332"/>
              <a:gd name="connsiteX12443" fmla="*/ 1668346 w 4641785"/>
              <a:gd name="connsiteY12443" fmla="*/ 1018588 h 5274332"/>
              <a:gd name="connsiteX12444" fmla="*/ 1670206 w 4641785"/>
              <a:gd name="connsiteY12444" fmla="*/ 1022774 h 5274332"/>
              <a:gd name="connsiteX12445" fmla="*/ 1673462 w 4641785"/>
              <a:gd name="connsiteY12445" fmla="*/ 1024169 h 5274332"/>
              <a:gd name="connsiteX12446" fmla="*/ 1671602 w 4641785"/>
              <a:gd name="connsiteY12446" fmla="*/ 1027425 h 5274332"/>
              <a:gd name="connsiteX12447" fmla="*/ 1672997 w 4641785"/>
              <a:gd name="connsiteY12447" fmla="*/ 1030215 h 5274332"/>
              <a:gd name="connsiteX12448" fmla="*/ 1675323 w 4641785"/>
              <a:gd name="connsiteY12448" fmla="*/ 1037657 h 5274332"/>
              <a:gd name="connsiteX12449" fmla="*/ 1677183 w 4641785"/>
              <a:gd name="connsiteY12449" fmla="*/ 1038588 h 5274332"/>
              <a:gd name="connsiteX12450" fmla="*/ 1682299 w 4641785"/>
              <a:gd name="connsiteY12450" fmla="*/ 1037657 h 5274332"/>
              <a:gd name="connsiteX12451" fmla="*/ 1683229 w 4641785"/>
              <a:gd name="connsiteY12451" fmla="*/ 1043239 h 5274332"/>
              <a:gd name="connsiteX12452" fmla="*/ 1689741 w 4641785"/>
              <a:gd name="connsiteY12452" fmla="*/ 1049285 h 5274332"/>
              <a:gd name="connsiteX12453" fmla="*/ 1690671 w 4641785"/>
              <a:gd name="connsiteY12453" fmla="*/ 1051610 h 5274332"/>
              <a:gd name="connsiteX12454" fmla="*/ 1689276 w 4641785"/>
              <a:gd name="connsiteY12454" fmla="*/ 1054401 h 5274332"/>
              <a:gd name="connsiteX12455" fmla="*/ 1685090 w 4641785"/>
              <a:gd name="connsiteY12455" fmla="*/ 1059052 h 5274332"/>
              <a:gd name="connsiteX12456" fmla="*/ 1680438 w 4641785"/>
              <a:gd name="connsiteY12456" fmla="*/ 1060913 h 5274332"/>
              <a:gd name="connsiteX12457" fmla="*/ 1677648 w 4641785"/>
              <a:gd name="connsiteY12457" fmla="*/ 1064169 h 5274332"/>
              <a:gd name="connsiteX12458" fmla="*/ 1672997 w 4641785"/>
              <a:gd name="connsiteY12458" fmla="*/ 1065564 h 5274332"/>
              <a:gd name="connsiteX12459" fmla="*/ 1670672 w 4641785"/>
              <a:gd name="connsiteY12459" fmla="*/ 1069285 h 5274332"/>
              <a:gd name="connsiteX12460" fmla="*/ 1672067 w 4641785"/>
              <a:gd name="connsiteY12460" fmla="*/ 1071610 h 5274332"/>
              <a:gd name="connsiteX12461" fmla="*/ 1672067 w 4641785"/>
              <a:gd name="connsiteY12461" fmla="*/ 1075796 h 5274332"/>
              <a:gd name="connsiteX12462" fmla="*/ 1676718 w 4641785"/>
              <a:gd name="connsiteY12462" fmla="*/ 1074866 h 5274332"/>
              <a:gd name="connsiteX12463" fmla="*/ 1684625 w 4641785"/>
              <a:gd name="connsiteY12463" fmla="*/ 1081843 h 5274332"/>
              <a:gd name="connsiteX12464" fmla="*/ 1684160 w 4641785"/>
              <a:gd name="connsiteY12464" fmla="*/ 1088354 h 5274332"/>
              <a:gd name="connsiteX12465" fmla="*/ 1681834 w 4641785"/>
              <a:gd name="connsiteY12465" fmla="*/ 1091610 h 5274332"/>
              <a:gd name="connsiteX12466" fmla="*/ 1686950 w 4641785"/>
              <a:gd name="connsiteY12466" fmla="*/ 1093470 h 5274332"/>
              <a:gd name="connsiteX12467" fmla="*/ 1689741 w 4641785"/>
              <a:gd name="connsiteY12467" fmla="*/ 1095331 h 5274332"/>
              <a:gd name="connsiteX12468" fmla="*/ 1692067 w 4641785"/>
              <a:gd name="connsiteY12468" fmla="*/ 1100446 h 5274332"/>
              <a:gd name="connsiteX12469" fmla="*/ 1690206 w 4641785"/>
              <a:gd name="connsiteY12469" fmla="*/ 1104633 h 5274332"/>
              <a:gd name="connsiteX12470" fmla="*/ 1693462 w 4641785"/>
              <a:gd name="connsiteY12470" fmla="*/ 1106493 h 5274332"/>
              <a:gd name="connsiteX12471" fmla="*/ 1696252 w 4641785"/>
              <a:gd name="connsiteY12471" fmla="*/ 1110214 h 5274332"/>
              <a:gd name="connsiteX12472" fmla="*/ 1698113 w 4641785"/>
              <a:gd name="connsiteY12472" fmla="*/ 1115795 h 5274332"/>
              <a:gd name="connsiteX12473" fmla="*/ 1702764 w 4641785"/>
              <a:gd name="connsiteY12473" fmla="*/ 1118121 h 5274332"/>
              <a:gd name="connsiteX12474" fmla="*/ 1704158 w 4641785"/>
              <a:gd name="connsiteY12474" fmla="*/ 1116726 h 5274332"/>
              <a:gd name="connsiteX12475" fmla="*/ 1704158 w 4641785"/>
              <a:gd name="connsiteY12475" fmla="*/ 1113005 h 5274332"/>
              <a:gd name="connsiteX12476" fmla="*/ 1705088 w 4641785"/>
              <a:gd name="connsiteY12476" fmla="*/ 1110214 h 5274332"/>
              <a:gd name="connsiteX12477" fmla="*/ 1705088 w 4641785"/>
              <a:gd name="connsiteY12477" fmla="*/ 1105563 h 5274332"/>
              <a:gd name="connsiteX12478" fmla="*/ 1706019 w 4641785"/>
              <a:gd name="connsiteY12478" fmla="*/ 1103238 h 5274332"/>
              <a:gd name="connsiteX12479" fmla="*/ 1714391 w 4641785"/>
              <a:gd name="connsiteY12479" fmla="*/ 1099982 h 5274332"/>
              <a:gd name="connsiteX12480" fmla="*/ 1716251 w 4641785"/>
              <a:gd name="connsiteY12480" fmla="*/ 1098121 h 5274332"/>
              <a:gd name="connsiteX12481" fmla="*/ 1718577 w 4641785"/>
              <a:gd name="connsiteY12481" fmla="*/ 1091611 h 5274332"/>
              <a:gd name="connsiteX12482" fmla="*/ 1722763 w 4641785"/>
              <a:gd name="connsiteY12482" fmla="*/ 1086494 h 5274332"/>
              <a:gd name="connsiteX12483" fmla="*/ 1723228 w 4641785"/>
              <a:gd name="connsiteY12483" fmla="*/ 1081378 h 5274332"/>
              <a:gd name="connsiteX12484" fmla="*/ 1726484 w 4641785"/>
              <a:gd name="connsiteY12484" fmla="*/ 1078587 h 5274332"/>
              <a:gd name="connsiteX12485" fmla="*/ 1729275 w 4641785"/>
              <a:gd name="connsiteY12485" fmla="*/ 1080912 h 5274332"/>
              <a:gd name="connsiteX12486" fmla="*/ 1737646 w 4641785"/>
              <a:gd name="connsiteY12486" fmla="*/ 1084634 h 5274332"/>
              <a:gd name="connsiteX12487" fmla="*/ 1740902 w 4641785"/>
              <a:gd name="connsiteY12487" fmla="*/ 1089750 h 5274332"/>
              <a:gd name="connsiteX12488" fmla="*/ 1743228 w 4641785"/>
              <a:gd name="connsiteY12488" fmla="*/ 1092075 h 5274332"/>
              <a:gd name="connsiteX12489" fmla="*/ 1745553 w 4641785"/>
              <a:gd name="connsiteY12489" fmla="*/ 1097191 h 5274332"/>
              <a:gd name="connsiteX12490" fmla="*/ 1748809 w 4641785"/>
              <a:gd name="connsiteY12490" fmla="*/ 1100912 h 5274332"/>
              <a:gd name="connsiteX12491" fmla="*/ 1752529 w 4641785"/>
              <a:gd name="connsiteY12491" fmla="*/ 1103703 h 5274332"/>
              <a:gd name="connsiteX12492" fmla="*/ 1752529 w 4641785"/>
              <a:gd name="connsiteY12492" fmla="*/ 1106494 h 5274332"/>
              <a:gd name="connsiteX12493" fmla="*/ 1756716 w 4641785"/>
              <a:gd name="connsiteY12493" fmla="*/ 1111145 h 5274332"/>
              <a:gd name="connsiteX12494" fmla="*/ 1754390 w 4641785"/>
              <a:gd name="connsiteY12494" fmla="*/ 1116261 h 5274332"/>
              <a:gd name="connsiteX12495" fmla="*/ 1754390 w 4641785"/>
              <a:gd name="connsiteY12495" fmla="*/ 1119052 h 5274332"/>
              <a:gd name="connsiteX12496" fmla="*/ 1759041 w 4641785"/>
              <a:gd name="connsiteY12496" fmla="*/ 1120447 h 5274332"/>
              <a:gd name="connsiteX12497" fmla="*/ 1763228 w 4641785"/>
              <a:gd name="connsiteY12497" fmla="*/ 1129749 h 5274332"/>
              <a:gd name="connsiteX12498" fmla="*/ 1762297 w 4641785"/>
              <a:gd name="connsiteY12498" fmla="*/ 1132540 h 5274332"/>
              <a:gd name="connsiteX12499" fmla="*/ 1765088 w 4641785"/>
              <a:gd name="connsiteY12499" fmla="*/ 1138586 h 5274332"/>
              <a:gd name="connsiteX12500" fmla="*/ 1768809 w 4641785"/>
              <a:gd name="connsiteY12500" fmla="*/ 1142307 h 5274332"/>
              <a:gd name="connsiteX12501" fmla="*/ 1778111 w 4641785"/>
              <a:gd name="connsiteY12501" fmla="*/ 1144167 h 5274332"/>
              <a:gd name="connsiteX12502" fmla="*/ 1779506 w 4641785"/>
              <a:gd name="connsiteY12502" fmla="*/ 1150679 h 5274332"/>
              <a:gd name="connsiteX12503" fmla="*/ 1781832 w 4641785"/>
              <a:gd name="connsiteY12503" fmla="*/ 1152074 h 5274332"/>
              <a:gd name="connsiteX12504" fmla="*/ 1782762 w 4641785"/>
              <a:gd name="connsiteY12504" fmla="*/ 1159051 h 5274332"/>
              <a:gd name="connsiteX12505" fmla="*/ 1796250 w 4641785"/>
              <a:gd name="connsiteY12505" fmla="*/ 1158586 h 5274332"/>
              <a:gd name="connsiteX12506" fmla="*/ 1797645 w 4641785"/>
              <a:gd name="connsiteY12506" fmla="*/ 1161842 h 5274332"/>
              <a:gd name="connsiteX12507" fmla="*/ 1800436 w 4641785"/>
              <a:gd name="connsiteY12507" fmla="*/ 1164632 h 5274332"/>
              <a:gd name="connsiteX12508" fmla="*/ 1799971 w 4641785"/>
              <a:gd name="connsiteY12508" fmla="*/ 1167423 h 5274332"/>
              <a:gd name="connsiteX12509" fmla="*/ 1802762 w 4641785"/>
              <a:gd name="connsiteY12509" fmla="*/ 1167888 h 5274332"/>
              <a:gd name="connsiteX12510" fmla="*/ 1801831 w 4641785"/>
              <a:gd name="connsiteY12510" fmla="*/ 1171144 h 5274332"/>
              <a:gd name="connsiteX12511" fmla="*/ 1810203 w 4641785"/>
              <a:gd name="connsiteY12511" fmla="*/ 1176725 h 5274332"/>
              <a:gd name="connsiteX12512" fmla="*/ 1816250 w 4641785"/>
              <a:gd name="connsiteY12512" fmla="*/ 1172539 h 5274332"/>
              <a:gd name="connsiteX12513" fmla="*/ 1820436 w 4641785"/>
              <a:gd name="connsiteY12513" fmla="*/ 1171608 h 5274332"/>
              <a:gd name="connsiteX12514" fmla="*/ 1821366 w 4641785"/>
              <a:gd name="connsiteY12514" fmla="*/ 1168818 h 5274332"/>
              <a:gd name="connsiteX12515" fmla="*/ 1827878 w 4641785"/>
              <a:gd name="connsiteY12515" fmla="*/ 1169749 h 5274332"/>
              <a:gd name="connsiteX12516" fmla="*/ 1832528 w 4641785"/>
              <a:gd name="connsiteY12516" fmla="*/ 1167888 h 5274332"/>
              <a:gd name="connsiteX12517" fmla="*/ 1835784 w 4641785"/>
              <a:gd name="connsiteY12517" fmla="*/ 1165097 h 5274332"/>
              <a:gd name="connsiteX12518" fmla="*/ 1838110 w 4641785"/>
              <a:gd name="connsiteY12518" fmla="*/ 1167423 h 5274332"/>
              <a:gd name="connsiteX12519" fmla="*/ 1846017 w 4641785"/>
              <a:gd name="connsiteY12519" fmla="*/ 1170213 h 5274332"/>
              <a:gd name="connsiteX12520" fmla="*/ 1849273 w 4641785"/>
              <a:gd name="connsiteY12520" fmla="*/ 1169283 h 5274332"/>
              <a:gd name="connsiteX12521" fmla="*/ 1852993 w 4641785"/>
              <a:gd name="connsiteY12521" fmla="*/ 1170213 h 5274332"/>
              <a:gd name="connsiteX12522" fmla="*/ 1857179 w 4641785"/>
              <a:gd name="connsiteY12522" fmla="*/ 1179981 h 5274332"/>
              <a:gd name="connsiteX12523" fmla="*/ 1859971 w 4641785"/>
              <a:gd name="connsiteY12523" fmla="*/ 1180446 h 5274332"/>
              <a:gd name="connsiteX12524" fmla="*/ 1862761 w 4641785"/>
              <a:gd name="connsiteY12524" fmla="*/ 1186027 h 5274332"/>
              <a:gd name="connsiteX12525" fmla="*/ 1866947 w 4641785"/>
              <a:gd name="connsiteY12525" fmla="*/ 1186027 h 5274332"/>
              <a:gd name="connsiteX12526" fmla="*/ 1875319 w 4641785"/>
              <a:gd name="connsiteY12526" fmla="*/ 1190678 h 5274332"/>
              <a:gd name="connsiteX12527" fmla="*/ 1879970 w 4641785"/>
              <a:gd name="connsiteY12527" fmla="*/ 1194864 h 5274332"/>
              <a:gd name="connsiteX12528" fmla="*/ 1883225 w 4641785"/>
              <a:gd name="connsiteY12528" fmla="*/ 1194864 h 5274332"/>
              <a:gd name="connsiteX12529" fmla="*/ 1887412 w 4641785"/>
              <a:gd name="connsiteY12529" fmla="*/ 1199515 h 5274332"/>
              <a:gd name="connsiteX12530" fmla="*/ 1887876 w 4641785"/>
              <a:gd name="connsiteY12530" fmla="*/ 1203236 h 5274332"/>
              <a:gd name="connsiteX12531" fmla="*/ 1892528 w 4641785"/>
              <a:gd name="connsiteY12531" fmla="*/ 1206957 h 5274332"/>
              <a:gd name="connsiteX12532" fmla="*/ 1898109 w 4641785"/>
              <a:gd name="connsiteY12532" fmla="*/ 1203702 h 5274332"/>
              <a:gd name="connsiteX12533" fmla="*/ 1898109 w 4641785"/>
              <a:gd name="connsiteY12533" fmla="*/ 1200910 h 5274332"/>
              <a:gd name="connsiteX12534" fmla="*/ 1901365 w 4641785"/>
              <a:gd name="connsiteY12534" fmla="*/ 1200910 h 5274332"/>
              <a:gd name="connsiteX12535" fmla="*/ 1905551 w 4641785"/>
              <a:gd name="connsiteY12535" fmla="*/ 1205561 h 5274332"/>
              <a:gd name="connsiteX12536" fmla="*/ 1906481 w 4641785"/>
              <a:gd name="connsiteY12536" fmla="*/ 1209748 h 5274332"/>
              <a:gd name="connsiteX12537" fmla="*/ 1909272 w 4641785"/>
              <a:gd name="connsiteY12537" fmla="*/ 1211143 h 5274332"/>
              <a:gd name="connsiteX12538" fmla="*/ 1911597 w 4641785"/>
              <a:gd name="connsiteY12538" fmla="*/ 1209748 h 5274332"/>
              <a:gd name="connsiteX12539" fmla="*/ 1913923 w 4641785"/>
              <a:gd name="connsiteY12539" fmla="*/ 1213934 h 5274332"/>
              <a:gd name="connsiteX12540" fmla="*/ 1911132 w 4641785"/>
              <a:gd name="connsiteY12540" fmla="*/ 1222305 h 5274332"/>
              <a:gd name="connsiteX12541" fmla="*/ 1905086 w 4641785"/>
              <a:gd name="connsiteY12541" fmla="*/ 1225561 h 5274332"/>
              <a:gd name="connsiteX12542" fmla="*/ 1904621 w 4641785"/>
              <a:gd name="connsiteY12542" fmla="*/ 1227422 h 5274332"/>
              <a:gd name="connsiteX12543" fmla="*/ 1909272 w 4641785"/>
              <a:gd name="connsiteY12543" fmla="*/ 1231607 h 5274332"/>
              <a:gd name="connsiteX12544" fmla="*/ 1907877 w 4641785"/>
              <a:gd name="connsiteY12544" fmla="*/ 1234863 h 5274332"/>
              <a:gd name="connsiteX12545" fmla="*/ 1909737 w 4641785"/>
              <a:gd name="connsiteY12545" fmla="*/ 1237189 h 5274332"/>
              <a:gd name="connsiteX12546" fmla="*/ 1908807 w 4641785"/>
              <a:gd name="connsiteY12546" fmla="*/ 1240445 h 5274332"/>
              <a:gd name="connsiteX12547" fmla="*/ 1909737 w 4641785"/>
              <a:gd name="connsiteY12547" fmla="*/ 1243236 h 5274332"/>
              <a:gd name="connsiteX12548" fmla="*/ 1914388 w 4641785"/>
              <a:gd name="connsiteY12548" fmla="*/ 1246491 h 5274332"/>
              <a:gd name="connsiteX12549" fmla="*/ 1920434 w 4641785"/>
              <a:gd name="connsiteY12549" fmla="*/ 1244631 h 5274332"/>
              <a:gd name="connsiteX12550" fmla="*/ 1924620 w 4641785"/>
              <a:gd name="connsiteY12550" fmla="*/ 1246026 h 5274332"/>
              <a:gd name="connsiteX12551" fmla="*/ 1926481 w 4641785"/>
              <a:gd name="connsiteY12551" fmla="*/ 1248817 h 5274332"/>
              <a:gd name="connsiteX12552" fmla="*/ 1934853 w 4641785"/>
              <a:gd name="connsiteY12552" fmla="*/ 1253468 h 5274332"/>
              <a:gd name="connsiteX12553" fmla="*/ 1939969 w 4641785"/>
              <a:gd name="connsiteY12553" fmla="*/ 1253002 h 5274332"/>
              <a:gd name="connsiteX12554" fmla="*/ 1943225 w 4641785"/>
              <a:gd name="connsiteY12554" fmla="*/ 1257654 h 5274332"/>
              <a:gd name="connsiteX12555" fmla="*/ 1948806 w 4641785"/>
              <a:gd name="connsiteY12555" fmla="*/ 1259514 h 5274332"/>
              <a:gd name="connsiteX12556" fmla="*/ 1953457 w 4641785"/>
              <a:gd name="connsiteY12556" fmla="*/ 1260445 h 5274332"/>
              <a:gd name="connsiteX12557" fmla="*/ 1956248 w 4641785"/>
              <a:gd name="connsiteY12557" fmla="*/ 1264165 h 5274332"/>
              <a:gd name="connsiteX12558" fmla="*/ 1960434 w 4641785"/>
              <a:gd name="connsiteY12558" fmla="*/ 1265560 h 5274332"/>
              <a:gd name="connsiteX12559" fmla="*/ 1964620 w 4641785"/>
              <a:gd name="connsiteY12559" fmla="*/ 1264631 h 5274332"/>
              <a:gd name="connsiteX12560" fmla="*/ 1966016 w 4641785"/>
              <a:gd name="connsiteY12560" fmla="*/ 1260445 h 5274332"/>
              <a:gd name="connsiteX12561" fmla="*/ 1970667 w 4641785"/>
              <a:gd name="connsiteY12561" fmla="*/ 1261840 h 5274332"/>
              <a:gd name="connsiteX12562" fmla="*/ 1979038 w 4641785"/>
              <a:gd name="connsiteY12562" fmla="*/ 1268816 h 5274332"/>
              <a:gd name="connsiteX12563" fmla="*/ 1980899 w 4641785"/>
              <a:gd name="connsiteY12563" fmla="*/ 1268352 h 5274332"/>
              <a:gd name="connsiteX12564" fmla="*/ 1987411 w 4641785"/>
              <a:gd name="connsiteY12564" fmla="*/ 1273467 h 5274332"/>
              <a:gd name="connsiteX12565" fmla="*/ 1992526 w 4641785"/>
              <a:gd name="connsiteY12565" fmla="*/ 1276723 h 5274332"/>
              <a:gd name="connsiteX12566" fmla="*/ 1996713 w 4641785"/>
              <a:gd name="connsiteY12566" fmla="*/ 1281374 h 5274332"/>
              <a:gd name="connsiteX12567" fmla="*/ 1999038 w 4641785"/>
              <a:gd name="connsiteY12567" fmla="*/ 1286491 h 5274332"/>
              <a:gd name="connsiteX12568" fmla="*/ 2005084 w 4641785"/>
              <a:gd name="connsiteY12568" fmla="*/ 1291607 h 5274332"/>
              <a:gd name="connsiteX12569" fmla="*/ 2010665 w 4641785"/>
              <a:gd name="connsiteY12569" fmla="*/ 1293932 h 5274332"/>
              <a:gd name="connsiteX12570" fmla="*/ 2016713 w 4641785"/>
              <a:gd name="connsiteY12570" fmla="*/ 1295328 h 5274332"/>
              <a:gd name="connsiteX12571" fmla="*/ 2021828 w 4641785"/>
              <a:gd name="connsiteY12571" fmla="*/ 1297653 h 5274332"/>
              <a:gd name="connsiteX12572" fmla="*/ 2033921 w 4641785"/>
              <a:gd name="connsiteY12572" fmla="*/ 1300909 h 5274332"/>
              <a:gd name="connsiteX12573" fmla="*/ 2036712 w 4641785"/>
              <a:gd name="connsiteY12573" fmla="*/ 1302304 h 5274332"/>
              <a:gd name="connsiteX12574" fmla="*/ 2038108 w 4641785"/>
              <a:gd name="connsiteY12574" fmla="*/ 1306955 h 5274332"/>
              <a:gd name="connsiteX12575" fmla="*/ 2033456 w 4641785"/>
              <a:gd name="connsiteY12575" fmla="*/ 1305095 h 5274332"/>
              <a:gd name="connsiteX12576" fmla="*/ 2031596 w 4641785"/>
              <a:gd name="connsiteY12576" fmla="*/ 1306955 h 5274332"/>
              <a:gd name="connsiteX12577" fmla="*/ 2023689 w 4641785"/>
              <a:gd name="connsiteY12577" fmla="*/ 1306955 h 5274332"/>
              <a:gd name="connsiteX12578" fmla="*/ 2020898 w 4641785"/>
              <a:gd name="connsiteY12578" fmla="*/ 1309746 h 5274332"/>
              <a:gd name="connsiteX12579" fmla="*/ 2016713 w 4641785"/>
              <a:gd name="connsiteY12579" fmla="*/ 1314862 h 5274332"/>
              <a:gd name="connsiteX12580" fmla="*/ 2016247 w 4641785"/>
              <a:gd name="connsiteY12580" fmla="*/ 1317188 h 5274332"/>
              <a:gd name="connsiteX12581" fmla="*/ 2013457 w 4641785"/>
              <a:gd name="connsiteY12581" fmla="*/ 1319513 h 5274332"/>
              <a:gd name="connsiteX12582" fmla="*/ 2016247 w 4641785"/>
              <a:gd name="connsiteY12582" fmla="*/ 1326025 h 5274332"/>
              <a:gd name="connsiteX12583" fmla="*/ 2010665 w 4641785"/>
              <a:gd name="connsiteY12583" fmla="*/ 1329281 h 5274332"/>
              <a:gd name="connsiteX12584" fmla="*/ 2010665 w 4641785"/>
              <a:gd name="connsiteY12584" fmla="*/ 1331606 h 5274332"/>
              <a:gd name="connsiteX12585" fmla="*/ 2006945 w 4641785"/>
              <a:gd name="connsiteY12585" fmla="*/ 1332071 h 5274332"/>
              <a:gd name="connsiteX12586" fmla="*/ 2004619 w 4641785"/>
              <a:gd name="connsiteY12586" fmla="*/ 1333932 h 5274332"/>
              <a:gd name="connsiteX12587" fmla="*/ 2000433 w 4641785"/>
              <a:gd name="connsiteY12587" fmla="*/ 1339978 h 5274332"/>
              <a:gd name="connsiteX12588" fmla="*/ 1997177 w 4641785"/>
              <a:gd name="connsiteY12588" fmla="*/ 1341374 h 5274332"/>
              <a:gd name="connsiteX12589" fmla="*/ 1996713 w 4641785"/>
              <a:gd name="connsiteY12589" fmla="*/ 1345559 h 5274332"/>
              <a:gd name="connsiteX12590" fmla="*/ 1993457 w 4641785"/>
              <a:gd name="connsiteY12590" fmla="*/ 1350676 h 5274332"/>
              <a:gd name="connsiteX12591" fmla="*/ 1990666 w 4641785"/>
              <a:gd name="connsiteY12591" fmla="*/ 1350210 h 5274332"/>
              <a:gd name="connsiteX12592" fmla="*/ 1983689 w 4641785"/>
              <a:gd name="connsiteY12592" fmla="*/ 1358117 h 5274332"/>
              <a:gd name="connsiteX12593" fmla="*/ 1979504 w 4641785"/>
              <a:gd name="connsiteY12593" fmla="*/ 1358583 h 5274332"/>
              <a:gd name="connsiteX12594" fmla="*/ 1977643 w 4641785"/>
              <a:gd name="connsiteY12594" fmla="*/ 1357187 h 5274332"/>
              <a:gd name="connsiteX12595" fmla="*/ 1972527 w 4641785"/>
              <a:gd name="connsiteY12595" fmla="*/ 1358117 h 5274332"/>
              <a:gd name="connsiteX12596" fmla="*/ 1970201 w 4641785"/>
              <a:gd name="connsiteY12596" fmla="*/ 1359978 h 5274332"/>
              <a:gd name="connsiteX12597" fmla="*/ 1967875 w 4641785"/>
              <a:gd name="connsiteY12597" fmla="*/ 1364629 h 5274332"/>
              <a:gd name="connsiteX12598" fmla="*/ 1967411 w 4641785"/>
              <a:gd name="connsiteY12598" fmla="*/ 1369745 h 5274332"/>
              <a:gd name="connsiteX12599" fmla="*/ 1965085 w 4641785"/>
              <a:gd name="connsiteY12599" fmla="*/ 1374396 h 5274332"/>
              <a:gd name="connsiteX12600" fmla="*/ 1964155 w 4641785"/>
              <a:gd name="connsiteY12600" fmla="*/ 1377652 h 5274332"/>
              <a:gd name="connsiteX12601" fmla="*/ 1959504 w 4641785"/>
              <a:gd name="connsiteY12601" fmla="*/ 1382303 h 5274332"/>
              <a:gd name="connsiteX12602" fmla="*/ 1957178 w 4641785"/>
              <a:gd name="connsiteY12602" fmla="*/ 1382768 h 5274332"/>
              <a:gd name="connsiteX12603" fmla="*/ 1954853 w 4641785"/>
              <a:gd name="connsiteY12603" fmla="*/ 1387885 h 5274332"/>
              <a:gd name="connsiteX12604" fmla="*/ 1950202 w 4641785"/>
              <a:gd name="connsiteY12604" fmla="*/ 1386954 h 5274332"/>
              <a:gd name="connsiteX12605" fmla="*/ 1941365 w 4641785"/>
              <a:gd name="connsiteY12605" fmla="*/ 1388815 h 5274332"/>
              <a:gd name="connsiteX12606" fmla="*/ 1937644 w 4641785"/>
              <a:gd name="connsiteY12606" fmla="*/ 1396256 h 5274332"/>
              <a:gd name="connsiteX12607" fmla="*/ 1934388 w 4641785"/>
              <a:gd name="connsiteY12607" fmla="*/ 1398117 h 5274332"/>
              <a:gd name="connsiteX12608" fmla="*/ 1937644 w 4641785"/>
              <a:gd name="connsiteY12608" fmla="*/ 1410210 h 5274332"/>
              <a:gd name="connsiteX12609" fmla="*/ 1938573 w 4641785"/>
              <a:gd name="connsiteY12609" fmla="*/ 1412070 h 5274332"/>
              <a:gd name="connsiteX12610" fmla="*/ 1942760 w 4641785"/>
              <a:gd name="connsiteY12610" fmla="*/ 1414395 h 5274332"/>
              <a:gd name="connsiteX12611" fmla="*/ 1943225 w 4641785"/>
              <a:gd name="connsiteY12611" fmla="*/ 1418116 h 5274332"/>
              <a:gd name="connsiteX12612" fmla="*/ 1940899 w 4641785"/>
              <a:gd name="connsiteY12612" fmla="*/ 1421372 h 5274332"/>
              <a:gd name="connsiteX12613" fmla="*/ 1941365 w 4641785"/>
              <a:gd name="connsiteY12613" fmla="*/ 1424628 h 5274332"/>
              <a:gd name="connsiteX12614" fmla="*/ 1938573 w 4641785"/>
              <a:gd name="connsiteY12614" fmla="*/ 1426953 h 5274332"/>
              <a:gd name="connsiteX12615" fmla="*/ 1936714 w 4641785"/>
              <a:gd name="connsiteY12615" fmla="*/ 1430675 h 5274332"/>
              <a:gd name="connsiteX12616" fmla="*/ 1932062 w 4641785"/>
              <a:gd name="connsiteY12616" fmla="*/ 1432070 h 5274332"/>
              <a:gd name="connsiteX12617" fmla="*/ 1930667 w 4641785"/>
              <a:gd name="connsiteY12617" fmla="*/ 1434395 h 5274332"/>
              <a:gd name="connsiteX12618" fmla="*/ 1932992 w 4641785"/>
              <a:gd name="connsiteY12618" fmla="*/ 1435791 h 5274332"/>
              <a:gd name="connsiteX12619" fmla="*/ 1930667 w 4641785"/>
              <a:gd name="connsiteY12619" fmla="*/ 1439977 h 5274332"/>
              <a:gd name="connsiteX12620" fmla="*/ 1923225 w 4641785"/>
              <a:gd name="connsiteY12620" fmla="*/ 1444163 h 5274332"/>
              <a:gd name="connsiteX12621" fmla="*/ 1922295 w 4641785"/>
              <a:gd name="connsiteY12621" fmla="*/ 1446953 h 5274332"/>
              <a:gd name="connsiteX12622" fmla="*/ 1924620 w 4641785"/>
              <a:gd name="connsiteY12622" fmla="*/ 1450674 h 5274332"/>
              <a:gd name="connsiteX12623" fmla="*/ 1915319 w 4641785"/>
              <a:gd name="connsiteY12623" fmla="*/ 1451604 h 5274332"/>
              <a:gd name="connsiteX12624" fmla="*/ 1914853 w 4641785"/>
              <a:gd name="connsiteY12624" fmla="*/ 1458116 h 5274332"/>
              <a:gd name="connsiteX12625" fmla="*/ 1919969 w 4641785"/>
              <a:gd name="connsiteY12625" fmla="*/ 1461836 h 5274332"/>
              <a:gd name="connsiteX12626" fmla="*/ 1919504 w 4641785"/>
              <a:gd name="connsiteY12626" fmla="*/ 1466953 h 5274332"/>
              <a:gd name="connsiteX12627" fmla="*/ 1923690 w 4641785"/>
              <a:gd name="connsiteY12627" fmla="*/ 1473930 h 5274332"/>
              <a:gd name="connsiteX12628" fmla="*/ 1926481 w 4641785"/>
              <a:gd name="connsiteY12628" fmla="*/ 1475790 h 5274332"/>
              <a:gd name="connsiteX12629" fmla="*/ 1926946 w 4641785"/>
              <a:gd name="connsiteY12629" fmla="*/ 1478116 h 5274332"/>
              <a:gd name="connsiteX12630" fmla="*/ 1924620 w 4641785"/>
              <a:gd name="connsiteY12630" fmla="*/ 1480906 h 5274332"/>
              <a:gd name="connsiteX12631" fmla="*/ 1923225 w 4641785"/>
              <a:gd name="connsiteY12631" fmla="*/ 1497185 h 5274332"/>
              <a:gd name="connsiteX12632" fmla="*/ 1919969 w 4641785"/>
              <a:gd name="connsiteY12632" fmla="*/ 1495325 h 5274332"/>
              <a:gd name="connsiteX12633" fmla="*/ 1914853 w 4641785"/>
              <a:gd name="connsiteY12633" fmla="*/ 1496255 h 5274332"/>
              <a:gd name="connsiteX12634" fmla="*/ 1917178 w 4641785"/>
              <a:gd name="connsiteY12634" fmla="*/ 1499045 h 5274332"/>
              <a:gd name="connsiteX12635" fmla="*/ 1917644 w 4641785"/>
              <a:gd name="connsiteY12635" fmla="*/ 1502766 h 5274332"/>
              <a:gd name="connsiteX12636" fmla="*/ 1919969 w 4641785"/>
              <a:gd name="connsiteY12636" fmla="*/ 1506487 h 5274332"/>
              <a:gd name="connsiteX12637" fmla="*/ 1916714 w 4641785"/>
              <a:gd name="connsiteY12637" fmla="*/ 1507883 h 5274332"/>
              <a:gd name="connsiteX12638" fmla="*/ 1913458 w 4641785"/>
              <a:gd name="connsiteY12638" fmla="*/ 1511603 h 5274332"/>
              <a:gd name="connsiteX12639" fmla="*/ 1909737 w 4641785"/>
              <a:gd name="connsiteY12639" fmla="*/ 1510673 h 5274332"/>
              <a:gd name="connsiteX12640" fmla="*/ 1905551 w 4641785"/>
              <a:gd name="connsiteY12640" fmla="*/ 1507883 h 5274332"/>
              <a:gd name="connsiteX12641" fmla="*/ 1899505 w 4641785"/>
              <a:gd name="connsiteY12641" fmla="*/ 1514394 h 5274332"/>
              <a:gd name="connsiteX12642" fmla="*/ 1896714 w 4641785"/>
              <a:gd name="connsiteY12642" fmla="*/ 1521836 h 5274332"/>
              <a:gd name="connsiteX12643" fmla="*/ 1896714 w 4641785"/>
              <a:gd name="connsiteY12643" fmla="*/ 1532068 h 5274332"/>
              <a:gd name="connsiteX12644" fmla="*/ 1895319 w 4641785"/>
              <a:gd name="connsiteY12644" fmla="*/ 1536254 h 5274332"/>
              <a:gd name="connsiteX12645" fmla="*/ 1891598 w 4641785"/>
              <a:gd name="connsiteY12645" fmla="*/ 1537649 h 5274332"/>
              <a:gd name="connsiteX12646" fmla="*/ 1885551 w 4641785"/>
              <a:gd name="connsiteY12646" fmla="*/ 1548347 h 5274332"/>
              <a:gd name="connsiteX12647" fmla="*/ 1886481 w 4641785"/>
              <a:gd name="connsiteY12647" fmla="*/ 1562766 h 5274332"/>
              <a:gd name="connsiteX12648" fmla="*/ 1887876 w 4641785"/>
              <a:gd name="connsiteY12648" fmla="*/ 1563695 h 5274332"/>
              <a:gd name="connsiteX12649" fmla="*/ 1885551 w 4641785"/>
              <a:gd name="connsiteY12649" fmla="*/ 1562766 h 5274332"/>
              <a:gd name="connsiteX12650" fmla="*/ 1885551 w 4641785"/>
              <a:gd name="connsiteY12650" fmla="*/ 1562766 h 5274332"/>
              <a:gd name="connsiteX12651" fmla="*/ 1887876 w 4641785"/>
              <a:gd name="connsiteY12651" fmla="*/ 1563696 h 5274332"/>
              <a:gd name="connsiteX12652" fmla="*/ 1888342 w 4641785"/>
              <a:gd name="connsiteY12652" fmla="*/ 1565091 h 5274332"/>
              <a:gd name="connsiteX12653" fmla="*/ 1895318 w 4641785"/>
              <a:gd name="connsiteY12653" fmla="*/ 1564161 h 5274332"/>
              <a:gd name="connsiteX12654" fmla="*/ 1898574 w 4641785"/>
              <a:gd name="connsiteY12654" fmla="*/ 1566951 h 5274332"/>
              <a:gd name="connsiteX12655" fmla="*/ 1903690 w 4641785"/>
              <a:gd name="connsiteY12655" fmla="*/ 1572532 h 5274332"/>
              <a:gd name="connsiteX12656" fmla="*/ 1910667 w 4641785"/>
              <a:gd name="connsiteY12656" fmla="*/ 1577184 h 5274332"/>
              <a:gd name="connsiteX12657" fmla="*/ 1916248 w 4641785"/>
              <a:gd name="connsiteY12657" fmla="*/ 1576718 h 5274332"/>
              <a:gd name="connsiteX12658" fmla="*/ 1918574 w 4641785"/>
              <a:gd name="connsiteY12658" fmla="*/ 1579510 h 5274332"/>
              <a:gd name="connsiteX12659" fmla="*/ 1917178 w 4641785"/>
              <a:gd name="connsiteY12659" fmla="*/ 1582300 h 5274332"/>
              <a:gd name="connsiteX12660" fmla="*/ 1920434 w 4641785"/>
              <a:gd name="connsiteY12660" fmla="*/ 1585556 h 5274332"/>
              <a:gd name="connsiteX12661" fmla="*/ 1923225 w 4641785"/>
              <a:gd name="connsiteY12661" fmla="*/ 1585556 h 5274332"/>
              <a:gd name="connsiteX12662" fmla="*/ 1926945 w 4641785"/>
              <a:gd name="connsiteY12662" fmla="*/ 1587416 h 5274332"/>
              <a:gd name="connsiteX12663" fmla="*/ 1928341 w 4641785"/>
              <a:gd name="connsiteY12663" fmla="*/ 1593463 h 5274332"/>
              <a:gd name="connsiteX12664" fmla="*/ 1933922 w 4641785"/>
              <a:gd name="connsiteY12664" fmla="*/ 1597183 h 5274332"/>
              <a:gd name="connsiteX12665" fmla="*/ 1935317 w 4641785"/>
              <a:gd name="connsiteY12665" fmla="*/ 1600439 h 5274332"/>
              <a:gd name="connsiteX12666" fmla="*/ 1942294 w 4641785"/>
              <a:gd name="connsiteY12666" fmla="*/ 1598579 h 5274332"/>
              <a:gd name="connsiteX12667" fmla="*/ 1946015 w 4641785"/>
              <a:gd name="connsiteY12667" fmla="*/ 1599044 h 5274332"/>
              <a:gd name="connsiteX12668" fmla="*/ 1949736 w 4641785"/>
              <a:gd name="connsiteY12668" fmla="*/ 1601834 h 5274332"/>
              <a:gd name="connsiteX12669" fmla="*/ 1951131 w 4641785"/>
              <a:gd name="connsiteY12669" fmla="*/ 1607416 h 5274332"/>
              <a:gd name="connsiteX12670" fmla="*/ 1956712 w 4641785"/>
              <a:gd name="connsiteY12670" fmla="*/ 1611137 h 5274332"/>
              <a:gd name="connsiteX12671" fmla="*/ 1959503 w 4641785"/>
              <a:gd name="connsiteY12671" fmla="*/ 1609741 h 5274332"/>
              <a:gd name="connsiteX12672" fmla="*/ 1956247 w 4641785"/>
              <a:gd name="connsiteY12672" fmla="*/ 1593927 h 5274332"/>
              <a:gd name="connsiteX12673" fmla="*/ 1962293 w 4641785"/>
              <a:gd name="connsiteY12673" fmla="*/ 1589276 h 5274332"/>
              <a:gd name="connsiteX12674" fmla="*/ 1966945 w 4641785"/>
              <a:gd name="connsiteY12674" fmla="*/ 1589742 h 5274332"/>
              <a:gd name="connsiteX12675" fmla="*/ 1970200 w 4641785"/>
              <a:gd name="connsiteY12675" fmla="*/ 1591137 h 5274332"/>
              <a:gd name="connsiteX12676" fmla="*/ 1968805 w 4641785"/>
              <a:gd name="connsiteY12676" fmla="*/ 1594393 h 5274332"/>
              <a:gd name="connsiteX12677" fmla="*/ 1972526 w 4641785"/>
              <a:gd name="connsiteY12677" fmla="*/ 1596253 h 5274332"/>
              <a:gd name="connsiteX12678" fmla="*/ 1973456 w 4641785"/>
              <a:gd name="connsiteY12678" fmla="*/ 1598579 h 5274332"/>
              <a:gd name="connsiteX12679" fmla="*/ 1979968 w 4641785"/>
              <a:gd name="connsiteY12679" fmla="*/ 1599509 h 5274332"/>
              <a:gd name="connsiteX12680" fmla="*/ 1982294 w 4641785"/>
              <a:gd name="connsiteY12680" fmla="*/ 1598114 h 5274332"/>
              <a:gd name="connsiteX12681" fmla="*/ 1984154 w 4641785"/>
              <a:gd name="connsiteY12681" fmla="*/ 1601834 h 5274332"/>
              <a:gd name="connsiteX12682" fmla="*/ 1984154 w 4641785"/>
              <a:gd name="connsiteY12682" fmla="*/ 1604625 h 5274332"/>
              <a:gd name="connsiteX12683" fmla="*/ 1986014 w 4641785"/>
              <a:gd name="connsiteY12683" fmla="*/ 1607881 h 5274332"/>
              <a:gd name="connsiteX12684" fmla="*/ 1989736 w 4641785"/>
              <a:gd name="connsiteY12684" fmla="*/ 1611137 h 5274332"/>
              <a:gd name="connsiteX12685" fmla="*/ 1993921 w 4641785"/>
              <a:gd name="connsiteY12685" fmla="*/ 1610207 h 5274332"/>
              <a:gd name="connsiteX12686" fmla="*/ 1998572 w 4641785"/>
              <a:gd name="connsiteY12686" fmla="*/ 1611602 h 5274332"/>
              <a:gd name="connsiteX12687" fmla="*/ 1998572 w 4641785"/>
              <a:gd name="connsiteY12687" fmla="*/ 1614858 h 5274332"/>
              <a:gd name="connsiteX12688" fmla="*/ 2001828 w 4641785"/>
              <a:gd name="connsiteY12688" fmla="*/ 1615788 h 5274332"/>
              <a:gd name="connsiteX12689" fmla="*/ 2000898 w 4641785"/>
              <a:gd name="connsiteY12689" fmla="*/ 1618113 h 5274332"/>
              <a:gd name="connsiteX12690" fmla="*/ 2006014 w 4641785"/>
              <a:gd name="connsiteY12690" fmla="*/ 1619974 h 5274332"/>
              <a:gd name="connsiteX12691" fmla="*/ 2010200 w 4641785"/>
              <a:gd name="connsiteY12691" fmla="*/ 1623695 h 5274332"/>
              <a:gd name="connsiteX12692" fmla="*/ 2012060 w 4641785"/>
              <a:gd name="connsiteY12692" fmla="*/ 1624160 h 5274332"/>
              <a:gd name="connsiteX12693" fmla="*/ 2015782 w 4641785"/>
              <a:gd name="connsiteY12693" fmla="*/ 1621834 h 5274332"/>
              <a:gd name="connsiteX12694" fmla="*/ 2020897 w 4641785"/>
              <a:gd name="connsiteY12694" fmla="*/ 1624160 h 5274332"/>
              <a:gd name="connsiteX12695" fmla="*/ 2019502 w 4641785"/>
              <a:gd name="connsiteY12695" fmla="*/ 1626020 h 5274332"/>
              <a:gd name="connsiteX12696" fmla="*/ 2020433 w 4641785"/>
              <a:gd name="connsiteY12696" fmla="*/ 1629741 h 5274332"/>
              <a:gd name="connsiteX12697" fmla="*/ 2026479 w 4641785"/>
              <a:gd name="connsiteY12697" fmla="*/ 1631602 h 5274332"/>
              <a:gd name="connsiteX12698" fmla="*/ 2029735 w 4641785"/>
              <a:gd name="connsiteY12698" fmla="*/ 1634858 h 5274332"/>
              <a:gd name="connsiteX12699" fmla="*/ 2032060 w 4641785"/>
              <a:gd name="connsiteY12699" fmla="*/ 1635322 h 5274332"/>
              <a:gd name="connsiteX12700" fmla="*/ 2035316 w 4641785"/>
              <a:gd name="connsiteY12700" fmla="*/ 1632066 h 5274332"/>
              <a:gd name="connsiteX12701" fmla="*/ 2037177 w 4641785"/>
              <a:gd name="connsiteY12701" fmla="*/ 1634858 h 5274332"/>
              <a:gd name="connsiteX12702" fmla="*/ 2040432 w 4641785"/>
              <a:gd name="connsiteY12702" fmla="*/ 1636717 h 5274332"/>
              <a:gd name="connsiteX12703" fmla="*/ 2042758 w 4641785"/>
              <a:gd name="connsiteY12703" fmla="*/ 1639973 h 5274332"/>
              <a:gd name="connsiteX12704" fmla="*/ 2047874 w 4641785"/>
              <a:gd name="connsiteY12704" fmla="*/ 1644624 h 5274332"/>
              <a:gd name="connsiteX12705" fmla="*/ 2068804 w 4641785"/>
              <a:gd name="connsiteY12705" fmla="*/ 1648811 h 5274332"/>
              <a:gd name="connsiteX12706" fmla="*/ 2072525 w 4641785"/>
              <a:gd name="connsiteY12706" fmla="*/ 1655322 h 5274332"/>
              <a:gd name="connsiteX12707" fmla="*/ 2072060 w 4641785"/>
              <a:gd name="connsiteY12707" fmla="*/ 1661834 h 5274332"/>
              <a:gd name="connsiteX12708" fmla="*/ 2079967 w 4641785"/>
              <a:gd name="connsiteY12708" fmla="*/ 1671601 h 5274332"/>
              <a:gd name="connsiteX12709" fmla="*/ 2086013 w 4641785"/>
              <a:gd name="connsiteY12709" fmla="*/ 1678112 h 5274332"/>
              <a:gd name="connsiteX12710" fmla="*/ 2086013 w 4641785"/>
              <a:gd name="connsiteY12710" fmla="*/ 1689740 h 5274332"/>
              <a:gd name="connsiteX12711" fmla="*/ 2088338 w 4641785"/>
              <a:gd name="connsiteY12711" fmla="*/ 1688345 h 5274332"/>
              <a:gd name="connsiteX12712" fmla="*/ 2094384 w 4641785"/>
              <a:gd name="connsiteY12712" fmla="*/ 1688345 h 5274332"/>
              <a:gd name="connsiteX12713" fmla="*/ 2094850 w 4641785"/>
              <a:gd name="connsiteY12713" fmla="*/ 1681833 h 5274332"/>
              <a:gd name="connsiteX12714" fmla="*/ 2100432 w 4641785"/>
              <a:gd name="connsiteY12714" fmla="*/ 1682299 h 5274332"/>
              <a:gd name="connsiteX12715" fmla="*/ 2106478 w 4641785"/>
              <a:gd name="connsiteY12715" fmla="*/ 1685089 h 5274332"/>
              <a:gd name="connsiteX12716" fmla="*/ 2106943 w 4641785"/>
              <a:gd name="connsiteY12716" fmla="*/ 1688345 h 5274332"/>
              <a:gd name="connsiteX12717" fmla="*/ 2112059 w 4641785"/>
              <a:gd name="connsiteY12717" fmla="*/ 1692531 h 5274332"/>
              <a:gd name="connsiteX12718" fmla="*/ 2111129 w 4641785"/>
              <a:gd name="connsiteY12718" fmla="*/ 1699042 h 5274332"/>
              <a:gd name="connsiteX12719" fmla="*/ 2122291 w 4641785"/>
              <a:gd name="connsiteY12719" fmla="*/ 1705089 h 5274332"/>
              <a:gd name="connsiteX12720" fmla="*/ 2137640 w 4641785"/>
              <a:gd name="connsiteY12720" fmla="*/ 1714856 h 5274332"/>
              <a:gd name="connsiteX12721" fmla="*/ 2146942 w 4641785"/>
              <a:gd name="connsiteY12721" fmla="*/ 1716252 h 5274332"/>
              <a:gd name="connsiteX12722" fmla="*/ 2163221 w 4641785"/>
              <a:gd name="connsiteY12722" fmla="*/ 1731135 h 5274332"/>
              <a:gd name="connsiteX12723" fmla="*/ 2167872 w 4641785"/>
              <a:gd name="connsiteY12723" fmla="*/ 1732065 h 5274332"/>
              <a:gd name="connsiteX12724" fmla="*/ 2173919 w 4641785"/>
              <a:gd name="connsiteY12724" fmla="*/ 1737181 h 5274332"/>
              <a:gd name="connsiteX12725" fmla="*/ 2175779 w 4641785"/>
              <a:gd name="connsiteY12725" fmla="*/ 1739506 h 5274332"/>
              <a:gd name="connsiteX12726" fmla="*/ 2178570 w 4641785"/>
              <a:gd name="connsiteY12726" fmla="*/ 1739972 h 5274332"/>
              <a:gd name="connsiteX12727" fmla="*/ 2182290 w 4641785"/>
              <a:gd name="connsiteY12727" fmla="*/ 1739042 h 5274332"/>
              <a:gd name="connsiteX12728" fmla="*/ 2182290 w 4641785"/>
              <a:gd name="connsiteY12728" fmla="*/ 1736251 h 5274332"/>
              <a:gd name="connsiteX12729" fmla="*/ 2189267 w 4641785"/>
              <a:gd name="connsiteY12729" fmla="*/ 1726484 h 5274332"/>
              <a:gd name="connsiteX12730" fmla="*/ 2192523 w 4641785"/>
              <a:gd name="connsiteY12730" fmla="*/ 1726484 h 5274332"/>
              <a:gd name="connsiteX12731" fmla="*/ 2205546 w 4641785"/>
              <a:gd name="connsiteY12731" fmla="*/ 1727879 h 5274332"/>
              <a:gd name="connsiteX12732" fmla="*/ 2208802 w 4641785"/>
              <a:gd name="connsiteY12732" fmla="*/ 1732530 h 5274332"/>
              <a:gd name="connsiteX12733" fmla="*/ 2213918 w 4641785"/>
              <a:gd name="connsiteY12733" fmla="*/ 1738111 h 5274332"/>
              <a:gd name="connsiteX12734" fmla="*/ 2218104 w 4641785"/>
              <a:gd name="connsiteY12734" fmla="*/ 1739506 h 5274332"/>
              <a:gd name="connsiteX12735" fmla="*/ 2218569 w 4641785"/>
              <a:gd name="connsiteY12735" fmla="*/ 1737647 h 5274332"/>
              <a:gd name="connsiteX12736" fmla="*/ 2227406 w 4641785"/>
              <a:gd name="connsiteY12736" fmla="*/ 1741832 h 5274332"/>
              <a:gd name="connsiteX12737" fmla="*/ 2230662 w 4641785"/>
              <a:gd name="connsiteY12737" fmla="*/ 1746018 h 5274332"/>
              <a:gd name="connsiteX12738" fmla="*/ 2234382 w 4641785"/>
              <a:gd name="connsiteY12738" fmla="*/ 1747879 h 5274332"/>
              <a:gd name="connsiteX12739" fmla="*/ 2242289 w 4641785"/>
              <a:gd name="connsiteY12739" fmla="*/ 1754390 h 5274332"/>
              <a:gd name="connsiteX12740" fmla="*/ 2252522 w 4641785"/>
              <a:gd name="connsiteY12740" fmla="*/ 1759971 h 5274332"/>
              <a:gd name="connsiteX12741" fmla="*/ 2254847 w 4641785"/>
              <a:gd name="connsiteY12741" fmla="*/ 1764157 h 5274332"/>
              <a:gd name="connsiteX12742" fmla="*/ 2258103 w 4641785"/>
              <a:gd name="connsiteY12742" fmla="*/ 1767413 h 5274332"/>
              <a:gd name="connsiteX12743" fmla="*/ 2265545 w 4641785"/>
              <a:gd name="connsiteY12743" fmla="*/ 1771600 h 5274332"/>
              <a:gd name="connsiteX12744" fmla="*/ 2269266 w 4641785"/>
              <a:gd name="connsiteY12744" fmla="*/ 1772064 h 5274332"/>
              <a:gd name="connsiteX12745" fmla="*/ 2276242 w 4641785"/>
              <a:gd name="connsiteY12745" fmla="*/ 1769274 h 5274332"/>
              <a:gd name="connsiteX12746" fmla="*/ 2279964 w 4641785"/>
              <a:gd name="connsiteY12746" fmla="*/ 1770204 h 5274332"/>
              <a:gd name="connsiteX12747" fmla="*/ 2290196 w 4641785"/>
              <a:gd name="connsiteY12747" fmla="*/ 1766483 h 5274332"/>
              <a:gd name="connsiteX12748" fmla="*/ 2292522 w 4641785"/>
              <a:gd name="connsiteY12748" fmla="*/ 1767413 h 5274332"/>
              <a:gd name="connsiteX12749" fmla="*/ 2299963 w 4641785"/>
              <a:gd name="connsiteY12749" fmla="*/ 1765088 h 5274332"/>
              <a:gd name="connsiteX12750" fmla="*/ 2306010 w 4641785"/>
              <a:gd name="connsiteY12750" fmla="*/ 1764623 h 5274332"/>
              <a:gd name="connsiteX12751" fmla="*/ 2308335 w 4641785"/>
              <a:gd name="connsiteY12751" fmla="*/ 1769739 h 5274332"/>
              <a:gd name="connsiteX12752" fmla="*/ 2307405 w 4641785"/>
              <a:gd name="connsiteY12752" fmla="*/ 1774390 h 5274332"/>
              <a:gd name="connsiteX12753" fmla="*/ 2311125 w 4641785"/>
              <a:gd name="connsiteY12753" fmla="*/ 1778111 h 5274332"/>
              <a:gd name="connsiteX12754" fmla="*/ 2310661 w 4641785"/>
              <a:gd name="connsiteY12754" fmla="*/ 1782297 h 5274332"/>
              <a:gd name="connsiteX12755" fmla="*/ 2313917 w 4641785"/>
              <a:gd name="connsiteY12755" fmla="*/ 1787878 h 5274332"/>
              <a:gd name="connsiteX12756" fmla="*/ 2311125 w 4641785"/>
              <a:gd name="connsiteY12756" fmla="*/ 1795320 h 5274332"/>
              <a:gd name="connsiteX12757" fmla="*/ 2312986 w 4641785"/>
              <a:gd name="connsiteY12757" fmla="*/ 1799506 h 5274332"/>
              <a:gd name="connsiteX12758" fmla="*/ 2311125 w 4641785"/>
              <a:gd name="connsiteY12758" fmla="*/ 1802761 h 5274332"/>
              <a:gd name="connsiteX12759" fmla="*/ 2321358 w 4641785"/>
              <a:gd name="connsiteY12759" fmla="*/ 1804157 h 5274332"/>
              <a:gd name="connsiteX12760" fmla="*/ 2326939 w 4641785"/>
              <a:gd name="connsiteY12760" fmla="*/ 1803227 h 5274332"/>
              <a:gd name="connsiteX12761" fmla="*/ 2332521 w 4641785"/>
              <a:gd name="connsiteY12761" fmla="*/ 1803692 h 5274332"/>
              <a:gd name="connsiteX12762" fmla="*/ 2341823 w 4641785"/>
              <a:gd name="connsiteY12762" fmla="*/ 1803227 h 5274332"/>
              <a:gd name="connsiteX12763" fmla="*/ 2345544 w 4641785"/>
              <a:gd name="connsiteY12763" fmla="*/ 1809273 h 5274332"/>
              <a:gd name="connsiteX12764" fmla="*/ 2358567 w 4641785"/>
              <a:gd name="connsiteY12764" fmla="*/ 1812529 h 5274332"/>
              <a:gd name="connsiteX12765" fmla="*/ 2379032 w 4641785"/>
              <a:gd name="connsiteY12765" fmla="*/ 1811134 h 5274332"/>
              <a:gd name="connsiteX12766" fmla="*/ 2382753 w 4641785"/>
              <a:gd name="connsiteY12766" fmla="*/ 1811599 h 5274332"/>
              <a:gd name="connsiteX12767" fmla="*/ 2386473 w 4641785"/>
              <a:gd name="connsiteY12767" fmla="*/ 1817180 h 5274332"/>
              <a:gd name="connsiteX12768" fmla="*/ 2396241 w 4641785"/>
              <a:gd name="connsiteY12768" fmla="*/ 1824156 h 5274332"/>
              <a:gd name="connsiteX12769" fmla="*/ 2395311 w 4641785"/>
              <a:gd name="connsiteY12769" fmla="*/ 1827412 h 5274332"/>
              <a:gd name="connsiteX12770" fmla="*/ 2399962 w 4641785"/>
              <a:gd name="connsiteY12770" fmla="*/ 1832994 h 5274332"/>
              <a:gd name="connsiteX12771" fmla="*/ 2405543 w 4641785"/>
              <a:gd name="connsiteY12771" fmla="*/ 1833459 h 5274332"/>
              <a:gd name="connsiteX12772" fmla="*/ 2408799 w 4641785"/>
              <a:gd name="connsiteY12772" fmla="*/ 1832063 h 5274332"/>
              <a:gd name="connsiteX12773" fmla="*/ 2414845 w 4641785"/>
              <a:gd name="connsiteY12773" fmla="*/ 1825552 h 5274332"/>
              <a:gd name="connsiteX12774" fmla="*/ 2413915 w 4641785"/>
              <a:gd name="connsiteY12774" fmla="*/ 1823226 h 5274332"/>
              <a:gd name="connsiteX12775" fmla="*/ 2417636 w 4641785"/>
              <a:gd name="connsiteY12775" fmla="*/ 1820436 h 5274332"/>
              <a:gd name="connsiteX12776" fmla="*/ 2413915 w 4641785"/>
              <a:gd name="connsiteY12776" fmla="*/ 1813924 h 5274332"/>
              <a:gd name="connsiteX12777" fmla="*/ 2416706 w 4641785"/>
              <a:gd name="connsiteY12777" fmla="*/ 1811134 h 5274332"/>
              <a:gd name="connsiteX12778" fmla="*/ 2414845 w 4641785"/>
              <a:gd name="connsiteY12778" fmla="*/ 1806948 h 5274332"/>
              <a:gd name="connsiteX12779" fmla="*/ 2450659 w 4641785"/>
              <a:gd name="connsiteY12779" fmla="*/ 1808808 h 5274332"/>
              <a:gd name="connsiteX12780" fmla="*/ 2485076 w 4641785"/>
              <a:gd name="connsiteY12780" fmla="*/ 1826947 h 5274332"/>
              <a:gd name="connsiteX12781" fmla="*/ 2489262 w 4641785"/>
              <a:gd name="connsiteY12781" fmla="*/ 1830202 h 5274332"/>
              <a:gd name="connsiteX12782" fmla="*/ 2489262 w 4641785"/>
              <a:gd name="connsiteY12782" fmla="*/ 1830202 h 5274332"/>
              <a:gd name="connsiteX12783" fmla="*/ 2493913 w 4641785"/>
              <a:gd name="connsiteY12783" fmla="*/ 1828807 h 5274332"/>
              <a:gd name="connsiteX12784" fmla="*/ 2496704 w 4641785"/>
              <a:gd name="connsiteY12784" fmla="*/ 1825551 h 5274332"/>
              <a:gd name="connsiteX12785" fmla="*/ 2496704 w 4641785"/>
              <a:gd name="connsiteY12785" fmla="*/ 1823226 h 5274332"/>
              <a:gd name="connsiteX12786" fmla="*/ 2491587 w 4641785"/>
              <a:gd name="connsiteY12786" fmla="*/ 1822760 h 5274332"/>
              <a:gd name="connsiteX12787" fmla="*/ 2491122 w 4641785"/>
              <a:gd name="connsiteY12787" fmla="*/ 1816249 h 5274332"/>
              <a:gd name="connsiteX12788" fmla="*/ 2500890 w 4641785"/>
              <a:gd name="connsiteY12788" fmla="*/ 1812528 h 5274332"/>
              <a:gd name="connsiteX12789" fmla="*/ 2503216 w 4641785"/>
              <a:gd name="connsiteY12789" fmla="*/ 1813924 h 5274332"/>
              <a:gd name="connsiteX12790" fmla="*/ 2510657 w 4641785"/>
              <a:gd name="connsiteY12790" fmla="*/ 1813458 h 5274332"/>
              <a:gd name="connsiteX12791" fmla="*/ 2515774 w 4641785"/>
              <a:gd name="connsiteY12791" fmla="*/ 1814388 h 5274332"/>
              <a:gd name="connsiteX12792" fmla="*/ 2519959 w 4641785"/>
              <a:gd name="connsiteY12792" fmla="*/ 1813924 h 5274332"/>
              <a:gd name="connsiteX12793" fmla="*/ 2522750 w 4641785"/>
              <a:gd name="connsiteY12793" fmla="*/ 1807412 h 5274332"/>
              <a:gd name="connsiteX12794" fmla="*/ 2526936 w 4641785"/>
              <a:gd name="connsiteY12794" fmla="*/ 1805551 h 5274332"/>
              <a:gd name="connsiteX12795" fmla="*/ 2529262 w 4641785"/>
              <a:gd name="connsiteY12795" fmla="*/ 1799505 h 5274332"/>
              <a:gd name="connsiteX12796" fmla="*/ 2532518 w 4641785"/>
              <a:gd name="connsiteY12796" fmla="*/ 1801365 h 5274332"/>
              <a:gd name="connsiteX12797" fmla="*/ 2535773 w 4641785"/>
              <a:gd name="connsiteY12797" fmla="*/ 1800435 h 5274332"/>
              <a:gd name="connsiteX12798" fmla="*/ 2535308 w 4641785"/>
              <a:gd name="connsiteY12798" fmla="*/ 1806017 h 5274332"/>
              <a:gd name="connsiteX12799" fmla="*/ 2539029 w 4641785"/>
              <a:gd name="connsiteY12799" fmla="*/ 1807877 h 5274332"/>
              <a:gd name="connsiteX12800" fmla="*/ 2544610 w 4641785"/>
              <a:gd name="connsiteY12800" fmla="*/ 1808807 h 5274332"/>
              <a:gd name="connsiteX12801" fmla="*/ 2545076 w 4641785"/>
              <a:gd name="connsiteY12801" fmla="*/ 1813924 h 5274332"/>
              <a:gd name="connsiteX12802" fmla="*/ 2548796 w 4641785"/>
              <a:gd name="connsiteY12802" fmla="*/ 1811132 h 5274332"/>
              <a:gd name="connsiteX12803" fmla="*/ 2552052 w 4641785"/>
              <a:gd name="connsiteY12803" fmla="*/ 1812063 h 5274332"/>
              <a:gd name="connsiteX12804" fmla="*/ 2555308 w 4641785"/>
              <a:gd name="connsiteY12804" fmla="*/ 1816249 h 5274332"/>
              <a:gd name="connsiteX12805" fmla="*/ 2555773 w 4641785"/>
              <a:gd name="connsiteY12805" fmla="*/ 1821365 h 5274332"/>
              <a:gd name="connsiteX12806" fmla="*/ 2558098 w 4641785"/>
              <a:gd name="connsiteY12806" fmla="*/ 1824156 h 5274332"/>
              <a:gd name="connsiteX12807" fmla="*/ 2573912 w 4641785"/>
              <a:gd name="connsiteY12807" fmla="*/ 1826946 h 5274332"/>
              <a:gd name="connsiteX12808" fmla="*/ 2581818 w 4641785"/>
              <a:gd name="connsiteY12808" fmla="*/ 1826946 h 5274332"/>
              <a:gd name="connsiteX12809" fmla="*/ 2586470 w 4641785"/>
              <a:gd name="connsiteY12809" fmla="*/ 1829272 h 5274332"/>
              <a:gd name="connsiteX12810" fmla="*/ 2589261 w 4641785"/>
              <a:gd name="connsiteY12810" fmla="*/ 1828807 h 5274332"/>
              <a:gd name="connsiteX12811" fmla="*/ 2601819 w 4641785"/>
              <a:gd name="connsiteY12811" fmla="*/ 1830667 h 5274332"/>
              <a:gd name="connsiteX12812" fmla="*/ 2608330 w 4641785"/>
              <a:gd name="connsiteY12812" fmla="*/ 1832993 h 5274332"/>
              <a:gd name="connsiteX12813" fmla="*/ 2610656 w 4641785"/>
              <a:gd name="connsiteY12813" fmla="*/ 1832993 h 5274332"/>
              <a:gd name="connsiteX12814" fmla="*/ 2613912 w 4641785"/>
              <a:gd name="connsiteY12814" fmla="*/ 1838109 h 5274332"/>
              <a:gd name="connsiteX12815" fmla="*/ 2621353 w 4641785"/>
              <a:gd name="connsiteY12815" fmla="*/ 1852992 h 5274332"/>
              <a:gd name="connsiteX12816" fmla="*/ 2619958 w 4641785"/>
              <a:gd name="connsiteY12816" fmla="*/ 1857178 h 5274332"/>
              <a:gd name="connsiteX12817" fmla="*/ 2619027 w 4641785"/>
              <a:gd name="connsiteY12817" fmla="*/ 1862295 h 5274332"/>
              <a:gd name="connsiteX12818" fmla="*/ 2620423 w 4641785"/>
              <a:gd name="connsiteY12818" fmla="*/ 1867411 h 5274332"/>
              <a:gd name="connsiteX12819" fmla="*/ 2619027 w 4641785"/>
              <a:gd name="connsiteY12819" fmla="*/ 1871131 h 5274332"/>
              <a:gd name="connsiteX12820" fmla="*/ 2619027 w 4641785"/>
              <a:gd name="connsiteY12820" fmla="*/ 1874387 h 5274332"/>
              <a:gd name="connsiteX12821" fmla="*/ 2617632 w 4641785"/>
              <a:gd name="connsiteY12821" fmla="*/ 1877179 h 5274332"/>
              <a:gd name="connsiteX12822" fmla="*/ 2614376 w 4641785"/>
              <a:gd name="connsiteY12822" fmla="*/ 1879504 h 5274332"/>
              <a:gd name="connsiteX12823" fmla="*/ 2613912 w 4641785"/>
              <a:gd name="connsiteY12823" fmla="*/ 1884620 h 5274332"/>
              <a:gd name="connsiteX12824" fmla="*/ 2623214 w 4641785"/>
              <a:gd name="connsiteY12824" fmla="*/ 1887875 h 5274332"/>
              <a:gd name="connsiteX12825" fmla="*/ 2632051 w 4641785"/>
              <a:gd name="connsiteY12825" fmla="*/ 1892526 h 5274332"/>
              <a:gd name="connsiteX12826" fmla="*/ 2634377 w 4641785"/>
              <a:gd name="connsiteY12826" fmla="*/ 1889736 h 5274332"/>
              <a:gd name="connsiteX12827" fmla="*/ 2638097 w 4641785"/>
              <a:gd name="connsiteY12827" fmla="*/ 1893457 h 5274332"/>
              <a:gd name="connsiteX12828" fmla="*/ 2641818 w 4641785"/>
              <a:gd name="connsiteY12828" fmla="*/ 1889271 h 5274332"/>
              <a:gd name="connsiteX12829" fmla="*/ 2647399 w 4641785"/>
              <a:gd name="connsiteY12829" fmla="*/ 1891596 h 5274332"/>
              <a:gd name="connsiteX12830" fmla="*/ 2648329 w 4641785"/>
              <a:gd name="connsiteY12830" fmla="*/ 1894852 h 5274332"/>
              <a:gd name="connsiteX12831" fmla="*/ 2656702 w 4641785"/>
              <a:gd name="connsiteY12831" fmla="*/ 1898574 h 5274332"/>
              <a:gd name="connsiteX12832" fmla="*/ 2659492 w 4641785"/>
              <a:gd name="connsiteY12832" fmla="*/ 1898574 h 5274332"/>
              <a:gd name="connsiteX12833" fmla="*/ 2664608 w 4641785"/>
              <a:gd name="connsiteY12833" fmla="*/ 1899969 h 5274332"/>
              <a:gd name="connsiteX12834" fmla="*/ 2667399 w 4641785"/>
              <a:gd name="connsiteY12834" fmla="*/ 1903689 h 5274332"/>
              <a:gd name="connsiteX12835" fmla="*/ 2666004 w 4641785"/>
              <a:gd name="connsiteY12835" fmla="*/ 1907876 h 5274332"/>
              <a:gd name="connsiteX12836" fmla="*/ 2670655 w 4641785"/>
              <a:gd name="connsiteY12836" fmla="*/ 1908340 h 5274332"/>
              <a:gd name="connsiteX12837" fmla="*/ 2671119 w 4641785"/>
              <a:gd name="connsiteY12837" fmla="*/ 1911596 h 5274332"/>
              <a:gd name="connsiteX12838" fmla="*/ 2677631 w 4641785"/>
              <a:gd name="connsiteY12838" fmla="*/ 1912062 h 5274332"/>
              <a:gd name="connsiteX12839" fmla="*/ 2675306 w 4641785"/>
              <a:gd name="connsiteY12839" fmla="*/ 1918108 h 5274332"/>
              <a:gd name="connsiteX12840" fmla="*/ 2677631 w 4641785"/>
              <a:gd name="connsiteY12840" fmla="*/ 1919503 h 5274332"/>
              <a:gd name="connsiteX12841" fmla="*/ 2685073 w 4641785"/>
              <a:gd name="connsiteY12841" fmla="*/ 1917643 h 5274332"/>
              <a:gd name="connsiteX12842" fmla="*/ 2688329 w 4641785"/>
              <a:gd name="connsiteY12842" fmla="*/ 1915782 h 5274332"/>
              <a:gd name="connsiteX12843" fmla="*/ 2692050 w 4641785"/>
              <a:gd name="connsiteY12843" fmla="*/ 1916247 h 5274332"/>
              <a:gd name="connsiteX12844" fmla="*/ 2700887 w 4641785"/>
              <a:gd name="connsiteY12844" fmla="*/ 1916247 h 5274332"/>
              <a:gd name="connsiteX12845" fmla="*/ 2701352 w 4641785"/>
              <a:gd name="connsiteY12845" fmla="*/ 1920898 h 5274332"/>
              <a:gd name="connsiteX12846" fmla="*/ 2699026 w 4641785"/>
              <a:gd name="connsiteY12846" fmla="*/ 1926015 h 5274332"/>
              <a:gd name="connsiteX12847" fmla="*/ 2701817 w 4641785"/>
              <a:gd name="connsiteY12847" fmla="*/ 1931131 h 5274332"/>
              <a:gd name="connsiteX12848" fmla="*/ 2702282 w 4641785"/>
              <a:gd name="connsiteY12848" fmla="*/ 1933921 h 5274332"/>
              <a:gd name="connsiteX12849" fmla="*/ 2704608 w 4641785"/>
              <a:gd name="connsiteY12849" fmla="*/ 1935782 h 5274332"/>
              <a:gd name="connsiteX12850" fmla="*/ 2707398 w 4641785"/>
              <a:gd name="connsiteY12850" fmla="*/ 1934852 h 5274332"/>
              <a:gd name="connsiteX12851" fmla="*/ 2712050 w 4641785"/>
              <a:gd name="connsiteY12851" fmla="*/ 1936247 h 5274332"/>
              <a:gd name="connsiteX12852" fmla="*/ 2721352 w 4641785"/>
              <a:gd name="connsiteY12852" fmla="*/ 1937642 h 5274332"/>
              <a:gd name="connsiteX12853" fmla="*/ 2723677 w 4641785"/>
              <a:gd name="connsiteY12853" fmla="*/ 1939038 h 5274332"/>
              <a:gd name="connsiteX12854" fmla="*/ 2726933 w 4641785"/>
              <a:gd name="connsiteY12854" fmla="*/ 1935317 h 5274332"/>
              <a:gd name="connsiteX12855" fmla="*/ 2730189 w 4641785"/>
              <a:gd name="connsiteY12855" fmla="*/ 1935317 h 5274332"/>
              <a:gd name="connsiteX12856" fmla="*/ 2731584 w 4641785"/>
              <a:gd name="connsiteY12856" fmla="*/ 1932991 h 5274332"/>
              <a:gd name="connsiteX12857" fmla="*/ 2735305 w 4641785"/>
              <a:gd name="connsiteY12857" fmla="*/ 1930201 h 5274332"/>
              <a:gd name="connsiteX12858" fmla="*/ 2739491 w 4641785"/>
              <a:gd name="connsiteY12858" fmla="*/ 1930201 h 5274332"/>
              <a:gd name="connsiteX12859" fmla="*/ 2742747 w 4641785"/>
              <a:gd name="connsiteY12859" fmla="*/ 1931596 h 5274332"/>
              <a:gd name="connsiteX12860" fmla="*/ 2749723 w 4641785"/>
              <a:gd name="connsiteY12860" fmla="*/ 1928805 h 5274332"/>
              <a:gd name="connsiteX12861" fmla="*/ 2749723 w 4641785"/>
              <a:gd name="connsiteY12861" fmla="*/ 1926479 h 5274332"/>
              <a:gd name="connsiteX12862" fmla="*/ 2753444 w 4641785"/>
              <a:gd name="connsiteY12862" fmla="*/ 1926015 h 5274332"/>
              <a:gd name="connsiteX12863" fmla="*/ 2756700 w 4641785"/>
              <a:gd name="connsiteY12863" fmla="*/ 1921828 h 5274332"/>
              <a:gd name="connsiteX12864" fmla="*/ 2760420 w 4641785"/>
              <a:gd name="connsiteY12864" fmla="*/ 1921364 h 5274332"/>
              <a:gd name="connsiteX12865" fmla="*/ 2766932 w 4641785"/>
              <a:gd name="connsiteY12865" fmla="*/ 1918108 h 5274332"/>
              <a:gd name="connsiteX12866" fmla="*/ 2769723 w 4641785"/>
              <a:gd name="connsiteY12866" fmla="*/ 1915317 h 5274332"/>
              <a:gd name="connsiteX12867" fmla="*/ 2772513 w 4641785"/>
              <a:gd name="connsiteY12867" fmla="*/ 1919038 h 5274332"/>
              <a:gd name="connsiteX12868" fmla="*/ 2778560 w 4641785"/>
              <a:gd name="connsiteY12868" fmla="*/ 1920898 h 5274332"/>
              <a:gd name="connsiteX12869" fmla="*/ 2785071 w 4641785"/>
              <a:gd name="connsiteY12869" fmla="*/ 1925084 h 5274332"/>
              <a:gd name="connsiteX12870" fmla="*/ 2787397 w 4641785"/>
              <a:gd name="connsiteY12870" fmla="*/ 1929270 h 5274332"/>
              <a:gd name="connsiteX12871" fmla="*/ 2785537 w 4641785"/>
              <a:gd name="connsiteY12871" fmla="*/ 1946479 h 5274332"/>
              <a:gd name="connsiteX12872" fmla="*/ 2785537 w 4641785"/>
              <a:gd name="connsiteY12872" fmla="*/ 1950666 h 5274332"/>
              <a:gd name="connsiteX12873" fmla="*/ 2789258 w 4641785"/>
              <a:gd name="connsiteY12873" fmla="*/ 1957177 h 5274332"/>
              <a:gd name="connsiteX12874" fmla="*/ 2792978 w 4641785"/>
              <a:gd name="connsiteY12874" fmla="*/ 1958573 h 5274332"/>
              <a:gd name="connsiteX12875" fmla="*/ 2797629 w 4641785"/>
              <a:gd name="connsiteY12875" fmla="*/ 1959503 h 5274332"/>
              <a:gd name="connsiteX12876" fmla="*/ 2800420 w 4641785"/>
              <a:gd name="connsiteY12876" fmla="*/ 1963688 h 5274332"/>
              <a:gd name="connsiteX12877" fmla="*/ 2802746 w 4641785"/>
              <a:gd name="connsiteY12877" fmla="*/ 1962293 h 5274332"/>
              <a:gd name="connsiteX12878" fmla="*/ 2806002 w 4641785"/>
              <a:gd name="connsiteY12878" fmla="*/ 1962293 h 5274332"/>
              <a:gd name="connsiteX12879" fmla="*/ 2806932 w 4641785"/>
              <a:gd name="connsiteY12879" fmla="*/ 1969735 h 5274332"/>
              <a:gd name="connsiteX12880" fmla="*/ 2812048 w 4641785"/>
              <a:gd name="connsiteY12880" fmla="*/ 1965084 h 5274332"/>
              <a:gd name="connsiteX12881" fmla="*/ 2818094 w 4641785"/>
              <a:gd name="connsiteY12881" fmla="*/ 1962293 h 5274332"/>
              <a:gd name="connsiteX12882" fmla="*/ 2822280 w 4641785"/>
              <a:gd name="connsiteY12882" fmla="*/ 1958573 h 5274332"/>
              <a:gd name="connsiteX12883" fmla="*/ 2822746 w 4641785"/>
              <a:gd name="connsiteY12883" fmla="*/ 1955317 h 5274332"/>
              <a:gd name="connsiteX12884" fmla="*/ 2825536 w 4641785"/>
              <a:gd name="connsiteY12884" fmla="*/ 1953922 h 5274332"/>
              <a:gd name="connsiteX12885" fmla="*/ 2829722 w 4641785"/>
              <a:gd name="connsiteY12885" fmla="*/ 1954386 h 5274332"/>
              <a:gd name="connsiteX12886" fmla="*/ 2833908 w 4641785"/>
              <a:gd name="connsiteY12886" fmla="*/ 1952061 h 5274332"/>
              <a:gd name="connsiteX12887" fmla="*/ 2840419 w 4641785"/>
              <a:gd name="connsiteY12887" fmla="*/ 1953922 h 5274332"/>
              <a:gd name="connsiteX12888" fmla="*/ 2841350 w 4641785"/>
              <a:gd name="connsiteY12888" fmla="*/ 1955317 h 5274332"/>
              <a:gd name="connsiteX12889" fmla="*/ 2848326 w 4641785"/>
              <a:gd name="connsiteY12889" fmla="*/ 1958573 h 5274332"/>
              <a:gd name="connsiteX12890" fmla="*/ 2851582 w 4641785"/>
              <a:gd name="connsiteY12890" fmla="*/ 1959037 h 5274332"/>
              <a:gd name="connsiteX12891" fmla="*/ 2854373 w 4641785"/>
              <a:gd name="connsiteY12891" fmla="*/ 1962293 h 5274332"/>
              <a:gd name="connsiteX12892" fmla="*/ 2856699 w 4641785"/>
              <a:gd name="connsiteY12892" fmla="*/ 1960898 h 5274332"/>
              <a:gd name="connsiteX12893" fmla="*/ 2859954 w 4641785"/>
              <a:gd name="connsiteY12893" fmla="*/ 1961363 h 5274332"/>
              <a:gd name="connsiteX12894" fmla="*/ 2860884 w 4641785"/>
              <a:gd name="connsiteY12894" fmla="*/ 1965084 h 5274332"/>
              <a:gd name="connsiteX12895" fmla="*/ 2866465 w 4641785"/>
              <a:gd name="connsiteY12895" fmla="*/ 1965549 h 5274332"/>
              <a:gd name="connsiteX12896" fmla="*/ 2869721 w 4641785"/>
              <a:gd name="connsiteY12896" fmla="*/ 1961363 h 5274332"/>
              <a:gd name="connsiteX12897" fmla="*/ 2876233 w 4641785"/>
              <a:gd name="connsiteY12897" fmla="*/ 1961828 h 5274332"/>
              <a:gd name="connsiteX12898" fmla="*/ 2878559 w 4641785"/>
              <a:gd name="connsiteY12898" fmla="*/ 1960433 h 5274332"/>
              <a:gd name="connsiteX12899" fmla="*/ 2884140 w 4641785"/>
              <a:gd name="connsiteY12899" fmla="*/ 1961363 h 5274332"/>
              <a:gd name="connsiteX12900" fmla="*/ 2883675 w 4641785"/>
              <a:gd name="connsiteY12900" fmla="*/ 1963223 h 5274332"/>
              <a:gd name="connsiteX12901" fmla="*/ 2892047 w 4641785"/>
              <a:gd name="connsiteY12901" fmla="*/ 1965084 h 5274332"/>
              <a:gd name="connsiteX12902" fmla="*/ 2892511 w 4641785"/>
              <a:gd name="connsiteY12902" fmla="*/ 1966479 h 5274332"/>
              <a:gd name="connsiteX12903" fmla="*/ 2901814 w 4641785"/>
              <a:gd name="connsiteY12903" fmla="*/ 1969735 h 5274332"/>
              <a:gd name="connsiteX12904" fmla="*/ 2908791 w 4641785"/>
              <a:gd name="connsiteY12904" fmla="*/ 1974386 h 5274332"/>
              <a:gd name="connsiteX12905" fmla="*/ 2915767 w 4641785"/>
              <a:gd name="connsiteY12905" fmla="*/ 1974851 h 5274332"/>
              <a:gd name="connsiteX12906" fmla="*/ 2919023 w 4641785"/>
              <a:gd name="connsiteY12906" fmla="*/ 1981828 h 5274332"/>
              <a:gd name="connsiteX12907" fmla="*/ 2928790 w 4641785"/>
              <a:gd name="connsiteY12907" fmla="*/ 1985083 h 5274332"/>
              <a:gd name="connsiteX12908" fmla="*/ 2929720 w 4641785"/>
              <a:gd name="connsiteY12908" fmla="*/ 1987874 h 5274332"/>
              <a:gd name="connsiteX12909" fmla="*/ 2939952 w 4641785"/>
              <a:gd name="connsiteY12909" fmla="*/ 1991130 h 5274332"/>
              <a:gd name="connsiteX12910" fmla="*/ 2940883 w 4641785"/>
              <a:gd name="connsiteY12910" fmla="*/ 1992990 h 5274332"/>
              <a:gd name="connsiteX12911" fmla="*/ 2945069 w 4641785"/>
              <a:gd name="connsiteY12911" fmla="*/ 1994851 h 5274332"/>
              <a:gd name="connsiteX12912" fmla="*/ 2948325 w 4641785"/>
              <a:gd name="connsiteY12912" fmla="*/ 1994386 h 5274332"/>
              <a:gd name="connsiteX12913" fmla="*/ 2949255 w 4641785"/>
              <a:gd name="connsiteY12913" fmla="*/ 1991130 h 5274332"/>
              <a:gd name="connsiteX12914" fmla="*/ 2951581 w 4641785"/>
              <a:gd name="connsiteY12914" fmla="*/ 1988805 h 5274332"/>
              <a:gd name="connsiteX12915" fmla="*/ 2961813 w 4641785"/>
              <a:gd name="connsiteY12915" fmla="*/ 1992525 h 5274332"/>
              <a:gd name="connsiteX12916" fmla="*/ 2966464 w 4641785"/>
              <a:gd name="connsiteY12916" fmla="*/ 1989270 h 5274332"/>
              <a:gd name="connsiteX12917" fmla="*/ 2968324 w 4641785"/>
              <a:gd name="connsiteY12917" fmla="*/ 1990200 h 5274332"/>
              <a:gd name="connsiteX12918" fmla="*/ 2971580 w 4641785"/>
              <a:gd name="connsiteY12918" fmla="*/ 1987409 h 5274332"/>
              <a:gd name="connsiteX12919" fmla="*/ 2971580 w 4641785"/>
              <a:gd name="connsiteY12919" fmla="*/ 1984153 h 5274332"/>
              <a:gd name="connsiteX12920" fmla="*/ 2977161 w 4641785"/>
              <a:gd name="connsiteY12920" fmla="*/ 1983688 h 5274332"/>
              <a:gd name="connsiteX12921" fmla="*/ 2977627 w 4641785"/>
              <a:gd name="connsiteY12921" fmla="*/ 1979037 h 5274332"/>
              <a:gd name="connsiteX12922" fmla="*/ 2982278 w 4641785"/>
              <a:gd name="connsiteY12922" fmla="*/ 1977642 h 5274332"/>
              <a:gd name="connsiteX12923" fmla="*/ 2984603 w 4641785"/>
              <a:gd name="connsiteY12923" fmla="*/ 1978107 h 5274332"/>
              <a:gd name="connsiteX12924" fmla="*/ 2990649 w 4641785"/>
              <a:gd name="connsiteY12924" fmla="*/ 1976246 h 5274332"/>
              <a:gd name="connsiteX12925" fmla="*/ 2995300 w 4641785"/>
              <a:gd name="connsiteY12925" fmla="*/ 1969735 h 5274332"/>
              <a:gd name="connsiteX12926" fmla="*/ 2995766 w 4641785"/>
              <a:gd name="connsiteY12926" fmla="*/ 1966479 h 5274332"/>
              <a:gd name="connsiteX12927" fmla="*/ 2999952 w 4641785"/>
              <a:gd name="connsiteY12927" fmla="*/ 1966479 h 5274332"/>
              <a:gd name="connsiteX12928" fmla="*/ 2999952 w 4641785"/>
              <a:gd name="connsiteY12928" fmla="*/ 1974386 h 5274332"/>
              <a:gd name="connsiteX12929" fmla="*/ 3000882 w 4641785"/>
              <a:gd name="connsiteY12929" fmla="*/ 1977642 h 5274332"/>
              <a:gd name="connsiteX12930" fmla="*/ 3002742 w 4641785"/>
              <a:gd name="connsiteY12930" fmla="*/ 1990665 h 5274332"/>
              <a:gd name="connsiteX12931" fmla="*/ 3010649 w 4641785"/>
              <a:gd name="connsiteY12931" fmla="*/ 1996712 h 5274332"/>
              <a:gd name="connsiteX12932" fmla="*/ 3014370 w 4641785"/>
              <a:gd name="connsiteY12932" fmla="*/ 1999037 h 5274332"/>
              <a:gd name="connsiteX12933" fmla="*/ 3018091 w 4641785"/>
              <a:gd name="connsiteY12933" fmla="*/ 1997176 h 5274332"/>
              <a:gd name="connsiteX12934" fmla="*/ 3027394 w 4641785"/>
              <a:gd name="connsiteY12934" fmla="*/ 1997176 h 5274332"/>
              <a:gd name="connsiteX12935" fmla="*/ 3030649 w 4641785"/>
              <a:gd name="connsiteY12935" fmla="*/ 1998572 h 5274332"/>
              <a:gd name="connsiteX12936" fmla="*/ 3030649 w 4641785"/>
              <a:gd name="connsiteY12936" fmla="*/ 2004153 h 5274332"/>
              <a:gd name="connsiteX12937" fmla="*/ 3038091 w 4641785"/>
              <a:gd name="connsiteY12937" fmla="*/ 2005548 h 5274332"/>
              <a:gd name="connsiteX12938" fmla="*/ 3042742 w 4641785"/>
              <a:gd name="connsiteY12938" fmla="*/ 2008804 h 5274332"/>
              <a:gd name="connsiteX12939" fmla="*/ 3045533 w 4641785"/>
              <a:gd name="connsiteY12939" fmla="*/ 2006478 h 5274332"/>
              <a:gd name="connsiteX12940" fmla="*/ 3045067 w 4641785"/>
              <a:gd name="connsiteY12940" fmla="*/ 2001827 h 5274332"/>
              <a:gd name="connsiteX12941" fmla="*/ 3046928 w 4641785"/>
              <a:gd name="connsiteY12941" fmla="*/ 1998107 h 5274332"/>
              <a:gd name="connsiteX12942" fmla="*/ 3050184 w 4641785"/>
              <a:gd name="connsiteY12942" fmla="*/ 1996246 h 5274332"/>
              <a:gd name="connsiteX12943" fmla="*/ 3056230 w 4641785"/>
              <a:gd name="connsiteY12943" fmla="*/ 1995781 h 5274332"/>
              <a:gd name="connsiteX12944" fmla="*/ 3062742 w 4641785"/>
              <a:gd name="connsiteY12944" fmla="*/ 1992525 h 5274332"/>
              <a:gd name="connsiteX12945" fmla="*/ 3070648 w 4641785"/>
              <a:gd name="connsiteY12945" fmla="*/ 1993921 h 5274332"/>
              <a:gd name="connsiteX12946" fmla="*/ 3075299 w 4641785"/>
              <a:gd name="connsiteY12946" fmla="*/ 1996246 h 5274332"/>
              <a:gd name="connsiteX12947" fmla="*/ 3076230 w 4641785"/>
              <a:gd name="connsiteY12947" fmla="*/ 1998572 h 5274332"/>
              <a:gd name="connsiteX12948" fmla="*/ 3081811 w 4641785"/>
              <a:gd name="connsiteY12948" fmla="*/ 2000897 h 5274332"/>
              <a:gd name="connsiteX12949" fmla="*/ 3085532 w 4641785"/>
              <a:gd name="connsiteY12949" fmla="*/ 2001363 h 5274332"/>
              <a:gd name="connsiteX12950" fmla="*/ 3092043 w 4641785"/>
              <a:gd name="connsiteY12950" fmla="*/ 2000897 h 5274332"/>
              <a:gd name="connsiteX12951" fmla="*/ 3091579 w 4641785"/>
              <a:gd name="connsiteY12951" fmla="*/ 1998572 h 5274332"/>
              <a:gd name="connsiteX12952" fmla="*/ 3096230 w 4641785"/>
              <a:gd name="connsiteY12952" fmla="*/ 1996712 h 5274332"/>
              <a:gd name="connsiteX12953" fmla="*/ 3096230 w 4641785"/>
              <a:gd name="connsiteY12953" fmla="*/ 1993456 h 5274332"/>
              <a:gd name="connsiteX12954" fmla="*/ 3101345 w 4641785"/>
              <a:gd name="connsiteY12954" fmla="*/ 1994851 h 5274332"/>
              <a:gd name="connsiteX12955" fmla="*/ 3105067 w 4641785"/>
              <a:gd name="connsiteY12955" fmla="*/ 1998107 h 5274332"/>
              <a:gd name="connsiteX12956" fmla="*/ 3108322 w 4641785"/>
              <a:gd name="connsiteY12956" fmla="*/ 1998107 h 5274332"/>
              <a:gd name="connsiteX12957" fmla="*/ 3111113 w 4641785"/>
              <a:gd name="connsiteY12957" fmla="*/ 1996246 h 5274332"/>
              <a:gd name="connsiteX12958" fmla="*/ 3111578 w 4641785"/>
              <a:gd name="connsiteY12958" fmla="*/ 1991130 h 5274332"/>
              <a:gd name="connsiteX12959" fmla="*/ 3114369 w 4641785"/>
              <a:gd name="connsiteY12959" fmla="*/ 1987409 h 5274332"/>
              <a:gd name="connsiteX12960" fmla="*/ 3123206 w 4641785"/>
              <a:gd name="connsiteY12960" fmla="*/ 1992990 h 5274332"/>
              <a:gd name="connsiteX12961" fmla="*/ 3125066 w 4641785"/>
              <a:gd name="connsiteY12961" fmla="*/ 1990665 h 5274332"/>
              <a:gd name="connsiteX12962" fmla="*/ 3124601 w 4641785"/>
              <a:gd name="connsiteY12962" fmla="*/ 1988339 h 5274332"/>
              <a:gd name="connsiteX12963" fmla="*/ 3131578 w 4641785"/>
              <a:gd name="connsiteY12963" fmla="*/ 1986014 h 5274332"/>
              <a:gd name="connsiteX12964" fmla="*/ 3132973 w 4641785"/>
              <a:gd name="connsiteY12964" fmla="*/ 1989270 h 5274332"/>
              <a:gd name="connsiteX12965" fmla="*/ 3135298 w 4641785"/>
              <a:gd name="connsiteY12965" fmla="*/ 1991130 h 5274332"/>
              <a:gd name="connsiteX12966" fmla="*/ 3136694 w 4641785"/>
              <a:gd name="connsiteY12966" fmla="*/ 1996246 h 5274332"/>
              <a:gd name="connsiteX12967" fmla="*/ 3141810 w 4641785"/>
              <a:gd name="connsiteY12967" fmla="*/ 1999967 h 5274332"/>
              <a:gd name="connsiteX12968" fmla="*/ 3145996 w 4641785"/>
              <a:gd name="connsiteY12968" fmla="*/ 2000897 h 5274332"/>
              <a:gd name="connsiteX12969" fmla="*/ 3145996 w 4641785"/>
              <a:gd name="connsiteY12969" fmla="*/ 2005083 h 5274332"/>
              <a:gd name="connsiteX12970" fmla="*/ 3148322 w 4641785"/>
              <a:gd name="connsiteY12970" fmla="*/ 2006478 h 5274332"/>
              <a:gd name="connsiteX12971" fmla="*/ 3152042 w 4641785"/>
              <a:gd name="connsiteY12971" fmla="*/ 2006014 h 5274332"/>
              <a:gd name="connsiteX12972" fmla="*/ 3151578 w 4641785"/>
              <a:gd name="connsiteY12972" fmla="*/ 2002758 h 5274332"/>
              <a:gd name="connsiteX12973" fmla="*/ 3153437 w 4641785"/>
              <a:gd name="connsiteY12973" fmla="*/ 2000897 h 5274332"/>
              <a:gd name="connsiteX12974" fmla="*/ 3159949 w 4641785"/>
              <a:gd name="connsiteY12974" fmla="*/ 1995781 h 5274332"/>
              <a:gd name="connsiteX12975" fmla="*/ 3162275 w 4641785"/>
              <a:gd name="connsiteY12975" fmla="*/ 1992990 h 5274332"/>
              <a:gd name="connsiteX12976" fmla="*/ 3163670 w 4641785"/>
              <a:gd name="connsiteY12976" fmla="*/ 1987874 h 5274332"/>
              <a:gd name="connsiteX12977" fmla="*/ 3162275 w 4641785"/>
              <a:gd name="connsiteY12977" fmla="*/ 1979037 h 5274332"/>
              <a:gd name="connsiteX12978" fmla="*/ 3163670 w 4641785"/>
              <a:gd name="connsiteY12978" fmla="*/ 1975317 h 5274332"/>
              <a:gd name="connsiteX12979" fmla="*/ 3163669 w 4641785"/>
              <a:gd name="connsiteY12979" fmla="*/ 1975317 h 5274332"/>
              <a:gd name="connsiteX12980" fmla="*/ 3163669 w 4641785"/>
              <a:gd name="connsiteY12980" fmla="*/ 1974851 h 5274332"/>
              <a:gd name="connsiteX12981" fmla="*/ 3164134 w 4641785"/>
              <a:gd name="connsiteY12981" fmla="*/ 1971130 h 5274332"/>
              <a:gd name="connsiteX12982" fmla="*/ 3165995 w 4641785"/>
              <a:gd name="connsiteY12982" fmla="*/ 1969735 h 5274332"/>
              <a:gd name="connsiteX12983" fmla="*/ 3169251 w 4641785"/>
              <a:gd name="connsiteY12983" fmla="*/ 1962758 h 5274332"/>
              <a:gd name="connsiteX12984" fmla="*/ 3169715 w 4641785"/>
              <a:gd name="connsiteY12984" fmla="*/ 1959503 h 5274332"/>
              <a:gd name="connsiteX12985" fmla="*/ 3172971 w 4641785"/>
              <a:gd name="connsiteY12985" fmla="*/ 1955781 h 5274332"/>
              <a:gd name="connsiteX12986" fmla="*/ 3173902 w 4641785"/>
              <a:gd name="connsiteY12986" fmla="*/ 1946479 h 5274332"/>
              <a:gd name="connsiteX12987" fmla="*/ 3176227 w 4641785"/>
              <a:gd name="connsiteY12987" fmla="*/ 1942759 h 5274332"/>
              <a:gd name="connsiteX12988" fmla="*/ 3177157 w 4641785"/>
              <a:gd name="connsiteY12988" fmla="*/ 1933457 h 5274332"/>
              <a:gd name="connsiteX12989" fmla="*/ 3175297 w 4641785"/>
              <a:gd name="connsiteY12989" fmla="*/ 1927876 h 5274332"/>
              <a:gd name="connsiteX12990" fmla="*/ 3175762 w 4641785"/>
              <a:gd name="connsiteY12990" fmla="*/ 1925550 h 5274332"/>
              <a:gd name="connsiteX12991" fmla="*/ 3173902 w 4641785"/>
              <a:gd name="connsiteY12991" fmla="*/ 1921829 h 5274332"/>
              <a:gd name="connsiteX12992" fmla="*/ 3174367 w 4641785"/>
              <a:gd name="connsiteY12992" fmla="*/ 1916247 h 5274332"/>
              <a:gd name="connsiteX12993" fmla="*/ 3168786 w 4641785"/>
              <a:gd name="connsiteY12993" fmla="*/ 1911131 h 5274332"/>
              <a:gd name="connsiteX12994" fmla="*/ 3170646 w 4641785"/>
              <a:gd name="connsiteY12994" fmla="*/ 1906945 h 5274332"/>
              <a:gd name="connsiteX12995" fmla="*/ 3166460 w 4641785"/>
              <a:gd name="connsiteY12995" fmla="*/ 1901829 h 5274332"/>
              <a:gd name="connsiteX12996" fmla="*/ 3165995 w 4641785"/>
              <a:gd name="connsiteY12996" fmla="*/ 1895318 h 5274332"/>
              <a:gd name="connsiteX12997" fmla="*/ 3161344 w 4641785"/>
              <a:gd name="connsiteY12997" fmla="*/ 1891597 h 5274332"/>
              <a:gd name="connsiteX12998" fmla="*/ 3160413 w 4641785"/>
              <a:gd name="connsiteY12998" fmla="*/ 1887876 h 5274332"/>
              <a:gd name="connsiteX12999" fmla="*/ 3153437 w 4641785"/>
              <a:gd name="connsiteY12999" fmla="*/ 1886481 h 5274332"/>
              <a:gd name="connsiteX13000" fmla="*/ 3149716 w 4641785"/>
              <a:gd name="connsiteY13000" fmla="*/ 1879039 h 5274332"/>
              <a:gd name="connsiteX13001" fmla="*/ 3149251 w 4641785"/>
              <a:gd name="connsiteY13001" fmla="*/ 1875318 h 5274332"/>
              <a:gd name="connsiteX13002" fmla="*/ 3145995 w 4641785"/>
              <a:gd name="connsiteY13002" fmla="*/ 1873923 h 5274332"/>
              <a:gd name="connsiteX13003" fmla="*/ 3145995 w 4641785"/>
              <a:gd name="connsiteY13003" fmla="*/ 1869736 h 5274332"/>
              <a:gd name="connsiteX13004" fmla="*/ 3148320 w 4641785"/>
              <a:gd name="connsiteY13004" fmla="*/ 1867411 h 5274332"/>
              <a:gd name="connsiteX13005" fmla="*/ 3149716 w 4641785"/>
              <a:gd name="connsiteY13005" fmla="*/ 1857179 h 5274332"/>
              <a:gd name="connsiteX13006" fmla="*/ 3149716 w 4641785"/>
              <a:gd name="connsiteY13006" fmla="*/ 1853923 h 5274332"/>
              <a:gd name="connsiteX13007" fmla="*/ 3150860 w 4641785"/>
              <a:gd name="connsiteY13007" fmla="*/ 1853694 h 5274332"/>
              <a:gd name="connsiteX13008" fmla="*/ 3149716 w 4641785"/>
              <a:gd name="connsiteY13008" fmla="*/ 1853923 h 5274332"/>
              <a:gd name="connsiteX13009" fmla="*/ 3152041 w 4641785"/>
              <a:gd name="connsiteY13009" fmla="*/ 1848342 h 5274332"/>
              <a:gd name="connsiteX13010" fmla="*/ 3152506 w 4641785"/>
              <a:gd name="connsiteY13010" fmla="*/ 1841830 h 5274332"/>
              <a:gd name="connsiteX13011" fmla="*/ 3155762 w 4641785"/>
              <a:gd name="connsiteY13011" fmla="*/ 1834854 h 5274332"/>
              <a:gd name="connsiteX13012" fmla="*/ 3158087 w 4641785"/>
              <a:gd name="connsiteY13012" fmla="*/ 1832993 h 5274332"/>
              <a:gd name="connsiteX13013" fmla="*/ 3156227 w 4641785"/>
              <a:gd name="connsiteY13013" fmla="*/ 1829272 h 5274332"/>
              <a:gd name="connsiteX13014" fmla="*/ 3153902 w 4641785"/>
              <a:gd name="connsiteY13014" fmla="*/ 1826481 h 5274332"/>
              <a:gd name="connsiteX13015" fmla="*/ 3155297 w 4641785"/>
              <a:gd name="connsiteY13015" fmla="*/ 1819040 h 5274332"/>
              <a:gd name="connsiteX13016" fmla="*/ 3159948 w 4641785"/>
              <a:gd name="connsiteY13016" fmla="*/ 1815784 h 5274332"/>
              <a:gd name="connsiteX13017" fmla="*/ 3156227 w 4641785"/>
              <a:gd name="connsiteY13017" fmla="*/ 1809273 h 5274332"/>
              <a:gd name="connsiteX13018" fmla="*/ 3154367 w 4641785"/>
              <a:gd name="connsiteY13018" fmla="*/ 1807412 h 5274332"/>
              <a:gd name="connsiteX13019" fmla="*/ 3154832 w 4641785"/>
              <a:gd name="connsiteY13019" fmla="*/ 1803226 h 5274332"/>
              <a:gd name="connsiteX13020" fmla="*/ 3157157 w 4641785"/>
              <a:gd name="connsiteY13020" fmla="*/ 1801366 h 5274332"/>
              <a:gd name="connsiteX13021" fmla="*/ 3157157 w 4641785"/>
              <a:gd name="connsiteY13021" fmla="*/ 1796249 h 5274332"/>
              <a:gd name="connsiteX13022" fmla="*/ 3159018 w 4641785"/>
              <a:gd name="connsiteY13022" fmla="*/ 1790668 h 5274332"/>
              <a:gd name="connsiteX13023" fmla="*/ 3161809 w 4641785"/>
              <a:gd name="connsiteY13023" fmla="*/ 1786017 h 5274332"/>
              <a:gd name="connsiteX13024" fmla="*/ 3165529 w 4641785"/>
              <a:gd name="connsiteY13024" fmla="*/ 1783691 h 5274332"/>
              <a:gd name="connsiteX13025" fmla="*/ 3166460 w 4641785"/>
              <a:gd name="connsiteY13025" fmla="*/ 1777645 h 5274332"/>
              <a:gd name="connsiteX13026" fmla="*/ 3170180 w 4641785"/>
              <a:gd name="connsiteY13026" fmla="*/ 1773924 h 5274332"/>
              <a:gd name="connsiteX13027" fmla="*/ 3172041 w 4641785"/>
              <a:gd name="connsiteY13027" fmla="*/ 1769273 h 5274332"/>
              <a:gd name="connsiteX13028" fmla="*/ 3170645 w 4641785"/>
              <a:gd name="connsiteY13028" fmla="*/ 1767413 h 5274332"/>
              <a:gd name="connsiteX13029" fmla="*/ 3172506 w 4641785"/>
              <a:gd name="connsiteY13029" fmla="*/ 1760436 h 5274332"/>
              <a:gd name="connsiteX13030" fmla="*/ 3175762 w 4641785"/>
              <a:gd name="connsiteY13030" fmla="*/ 1759040 h 5274332"/>
              <a:gd name="connsiteX13031" fmla="*/ 3176227 w 4641785"/>
              <a:gd name="connsiteY13031" fmla="*/ 1754389 h 5274332"/>
              <a:gd name="connsiteX13032" fmla="*/ 3178552 w 4641785"/>
              <a:gd name="connsiteY13032" fmla="*/ 1751599 h 5274332"/>
              <a:gd name="connsiteX13033" fmla="*/ 3176692 w 4641785"/>
              <a:gd name="connsiteY13033" fmla="*/ 1747877 h 5274332"/>
              <a:gd name="connsiteX13034" fmla="*/ 3177157 w 4641785"/>
              <a:gd name="connsiteY13034" fmla="*/ 1745087 h 5274332"/>
              <a:gd name="connsiteX13035" fmla="*/ 3179482 w 4641785"/>
              <a:gd name="connsiteY13035" fmla="*/ 1743226 h 5274332"/>
              <a:gd name="connsiteX13036" fmla="*/ 3178552 w 4641785"/>
              <a:gd name="connsiteY13036" fmla="*/ 1739971 h 5274332"/>
              <a:gd name="connsiteX13037" fmla="*/ 3175762 w 4641785"/>
              <a:gd name="connsiteY13037" fmla="*/ 1739506 h 5274332"/>
              <a:gd name="connsiteX13038" fmla="*/ 3171111 w 4641785"/>
              <a:gd name="connsiteY13038" fmla="*/ 1735785 h 5274332"/>
              <a:gd name="connsiteX13039" fmla="*/ 3167390 w 4641785"/>
              <a:gd name="connsiteY13039" fmla="*/ 1734855 h 5274332"/>
              <a:gd name="connsiteX13040" fmla="*/ 3165064 w 4641785"/>
              <a:gd name="connsiteY13040" fmla="*/ 1729738 h 5274332"/>
              <a:gd name="connsiteX13041" fmla="*/ 3167390 w 4641785"/>
              <a:gd name="connsiteY13041" fmla="*/ 1724622 h 5274332"/>
              <a:gd name="connsiteX13042" fmla="*/ 3166460 w 4641785"/>
              <a:gd name="connsiteY13042" fmla="*/ 1722762 h 5274332"/>
              <a:gd name="connsiteX13043" fmla="*/ 3168785 w 4641785"/>
              <a:gd name="connsiteY13043" fmla="*/ 1720436 h 5274332"/>
              <a:gd name="connsiteX13044" fmla="*/ 3174367 w 4641785"/>
              <a:gd name="connsiteY13044" fmla="*/ 1723692 h 5274332"/>
              <a:gd name="connsiteX13045" fmla="*/ 3177623 w 4641785"/>
              <a:gd name="connsiteY13045" fmla="*/ 1723227 h 5274332"/>
              <a:gd name="connsiteX13046" fmla="*/ 3179018 w 4641785"/>
              <a:gd name="connsiteY13046" fmla="*/ 1719971 h 5274332"/>
              <a:gd name="connsiteX13047" fmla="*/ 3183669 w 4641785"/>
              <a:gd name="connsiteY13047" fmla="*/ 1719971 h 5274332"/>
              <a:gd name="connsiteX13048" fmla="*/ 3185529 w 4641785"/>
              <a:gd name="connsiteY13048" fmla="*/ 1723227 h 5274332"/>
              <a:gd name="connsiteX13049" fmla="*/ 3190181 w 4641785"/>
              <a:gd name="connsiteY13049" fmla="*/ 1721367 h 5274332"/>
              <a:gd name="connsiteX13050" fmla="*/ 3191576 w 4641785"/>
              <a:gd name="connsiteY13050" fmla="*/ 1719506 h 5274332"/>
              <a:gd name="connsiteX13051" fmla="*/ 3195296 w 4641785"/>
              <a:gd name="connsiteY13051" fmla="*/ 1719041 h 5274332"/>
              <a:gd name="connsiteX13052" fmla="*/ 3200413 w 4641785"/>
              <a:gd name="connsiteY13052" fmla="*/ 1715785 h 5274332"/>
              <a:gd name="connsiteX13053" fmla="*/ 3204599 w 4641785"/>
              <a:gd name="connsiteY13053" fmla="*/ 1715785 h 5274332"/>
              <a:gd name="connsiteX13054" fmla="*/ 3208785 w 4641785"/>
              <a:gd name="connsiteY13054" fmla="*/ 1717645 h 5274332"/>
              <a:gd name="connsiteX13055" fmla="*/ 3210645 w 4641785"/>
              <a:gd name="connsiteY13055" fmla="*/ 1716715 h 5274332"/>
              <a:gd name="connsiteX13056" fmla="*/ 3214832 w 4641785"/>
              <a:gd name="connsiteY13056" fmla="*/ 1712530 h 5274332"/>
              <a:gd name="connsiteX13057" fmla="*/ 3220413 w 4641785"/>
              <a:gd name="connsiteY13057" fmla="*/ 1710204 h 5274332"/>
              <a:gd name="connsiteX13058" fmla="*/ 3223203 w 4641785"/>
              <a:gd name="connsiteY13058" fmla="*/ 1705553 h 5274332"/>
              <a:gd name="connsiteX13059" fmla="*/ 3226459 w 4641785"/>
              <a:gd name="connsiteY13059" fmla="*/ 1705087 h 5274332"/>
              <a:gd name="connsiteX13060" fmla="*/ 3231575 w 4641785"/>
              <a:gd name="connsiteY13060" fmla="*/ 1706948 h 5274332"/>
              <a:gd name="connsiteX13061" fmla="*/ 3234366 w 4641785"/>
              <a:gd name="connsiteY13061" fmla="*/ 1701831 h 5274332"/>
              <a:gd name="connsiteX13062" fmla="*/ 3234831 w 4641785"/>
              <a:gd name="connsiteY13062" fmla="*/ 1698576 h 5274332"/>
              <a:gd name="connsiteX13063" fmla="*/ 3238086 w 4641785"/>
              <a:gd name="connsiteY13063" fmla="*/ 1698576 h 5274332"/>
              <a:gd name="connsiteX13064" fmla="*/ 3244598 w 4641785"/>
              <a:gd name="connsiteY13064" fmla="*/ 1695320 h 5274332"/>
              <a:gd name="connsiteX13065" fmla="*/ 3243203 w 4641785"/>
              <a:gd name="connsiteY13065" fmla="*/ 1690669 h 5274332"/>
              <a:gd name="connsiteX13066" fmla="*/ 3245528 w 4641785"/>
              <a:gd name="connsiteY13066" fmla="*/ 1690204 h 5274332"/>
              <a:gd name="connsiteX13067" fmla="*/ 3248319 w 4641785"/>
              <a:gd name="connsiteY13067" fmla="*/ 1694855 h 5274332"/>
              <a:gd name="connsiteX13068" fmla="*/ 3252970 w 4641785"/>
              <a:gd name="connsiteY13068" fmla="*/ 1700436 h 5274332"/>
              <a:gd name="connsiteX13069" fmla="*/ 3255761 w 4641785"/>
              <a:gd name="connsiteY13069" fmla="*/ 1699506 h 5274332"/>
              <a:gd name="connsiteX13070" fmla="*/ 3265993 w 4641785"/>
              <a:gd name="connsiteY13070" fmla="*/ 1700436 h 5274332"/>
              <a:gd name="connsiteX13071" fmla="*/ 3271110 w 4641785"/>
              <a:gd name="connsiteY13071" fmla="*/ 1704623 h 5274332"/>
              <a:gd name="connsiteX13072" fmla="*/ 3273900 w 4641785"/>
              <a:gd name="connsiteY13072" fmla="*/ 1708343 h 5274332"/>
              <a:gd name="connsiteX13073" fmla="*/ 3278551 w 4641785"/>
              <a:gd name="connsiteY13073" fmla="*/ 1711134 h 5274332"/>
              <a:gd name="connsiteX13074" fmla="*/ 3280412 w 4641785"/>
              <a:gd name="connsiteY13074" fmla="*/ 1715320 h 5274332"/>
              <a:gd name="connsiteX13075" fmla="*/ 3279481 w 4641785"/>
              <a:gd name="connsiteY13075" fmla="*/ 1726018 h 5274332"/>
              <a:gd name="connsiteX13076" fmla="*/ 3283202 w 4641785"/>
              <a:gd name="connsiteY13076" fmla="*/ 1727413 h 5274332"/>
              <a:gd name="connsiteX13077" fmla="*/ 3286458 w 4641785"/>
              <a:gd name="connsiteY13077" fmla="*/ 1732529 h 5274332"/>
              <a:gd name="connsiteX13078" fmla="*/ 3286924 w 4641785"/>
              <a:gd name="connsiteY13078" fmla="*/ 1742762 h 5274332"/>
              <a:gd name="connsiteX13079" fmla="*/ 3282737 w 4641785"/>
              <a:gd name="connsiteY13079" fmla="*/ 1746482 h 5274332"/>
              <a:gd name="connsiteX13080" fmla="*/ 3282272 w 4641785"/>
              <a:gd name="connsiteY13080" fmla="*/ 1753459 h 5274332"/>
              <a:gd name="connsiteX13081" fmla="*/ 3283668 w 4641785"/>
              <a:gd name="connsiteY13081" fmla="*/ 1760436 h 5274332"/>
              <a:gd name="connsiteX13082" fmla="*/ 3281342 w 4641785"/>
              <a:gd name="connsiteY13082" fmla="*/ 1767413 h 5274332"/>
              <a:gd name="connsiteX13083" fmla="*/ 3281342 w 4641785"/>
              <a:gd name="connsiteY13083" fmla="*/ 1773459 h 5274332"/>
              <a:gd name="connsiteX13084" fmla="*/ 3277621 w 4641785"/>
              <a:gd name="connsiteY13084" fmla="*/ 1778110 h 5274332"/>
              <a:gd name="connsiteX13085" fmla="*/ 3275295 w 4641785"/>
              <a:gd name="connsiteY13085" fmla="*/ 1778110 h 5274332"/>
              <a:gd name="connsiteX13086" fmla="*/ 3274830 w 4641785"/>
              <a:gd name="connsiteY13086" fmla="*/ 1785086 h 5274332"/>
              <a:gd name="connsiteX13087" fmla="*/ 3271575 w 4641785"/>
              <a:gd name="connsiteY13087" fmla="*/ 1789738 h 5274332"/>
              <a:gd name="connsiteX13088" fmla="*/ 3268784 w 4641785"/>
              <a:gd name="connsiteY13088" fmla="*/ 1792064 h 5274332"/>
              <a:gd name="connsiteX13089" fmla="*/ 3270179 w 4641785"/>
              <a:gd name="connsiteY13089" fmla="*/ 1796715 h 5274332"/>
              <a:gd name="connsiteX13090" fmla="*/ 3272040 w 4641785"/>
              <a:gd name="connsiteY13090" fmla="*/ 1798575 h 5274332"/>
              <a:gd name="connsiteX13091" fmla="*/ 3271110 w 4641785"/>
              <a:gd name="connsiteY13091" fmla="*/ 1804156 h 5274332"/>
              <a:gd name="connsiteX13092" fmla="*/ 3271110 w 4641785"/>
              <a:gd name="connsiteY13092" fmla="*/ 1811598 h 5274332"/>
              <a:gd name="connsiteX13093" fmla="*/ 3272970 w 4641785"/>
              <a:gd name="connsiteY13093" fmla="*/ 1812993 h 5274332"/>
              <a:gd name="connsiteX13094" fmla="*/ 3275295 w 4641785"/>
              <a:gd name="connsiteY13094" fmla="*/ 1820435 h 5274332"/>
              <a:gd name="connsiteX13095" fmla="*/ 3279947 w 4641785"/>
              <a:gd name="connsiteY13095" fmla="*/ 1825086 h 5274332"/>
              <a:gd name="connsiteX13096" fmla="*/ 3282737 w 4641785"/>
              <a:gd name="connsiteY13096" fmla="*/ 1823691 h 5274332"/>
              <a:gd name="connsiteX13097" fmla="*/ 3284598 w 4641785"/>
              <a:gd name="connsiteY13097" fmla="*/ 1826947 h 5274332"/>
              <a:gd name="connsiteX13098" fmla="*/ 3286458 w 4641785"/>
              <a:gd name="connsiteY13098" fmla="*/ 1827877 h 5274332"/>
              <a:gd name="connsiteX13099" fmla="*/ 3288319 w 4641785"/>
              <a:gd name="connsiteY13099" fmla="*/ 1832993 h 5274332"/>
              <a:gd name="connsiteX13100" fmla="*/ 3293435 w 4641785"/>
              <a:gd name="connsiteY13100" fmla="*/ 1834388 h 5274332"/>
              <a:gd name="connsiteX13101" fmla="*/ 3291109 w 4641785"/>
              <a:gd name="connsiteY13101" fmla="*/ 1838110 h 5274332"/>
              <a:gd name="connsiteX13102" fmla="*/ 3289714 w 4641785"/>
              <a:gd name="connsiteY13102" fmla="*/ 1843691 h 5274332"/>
              <a:gd name="connsiteX13103" fmla="*/ 3285528 w 4641785"/>
              <a:gd name="connsiteY13103" fmla="*/ 1846481 h 5274332"/>
              <a:gd name="connsiteX13104" fmla="*/ 3279481 w 4641785"/>
              <a:gd name="connsiteY13104" fmla="*/ 1846017 h 5274332"/>
              <a:gd name="connsiteX13105" fmla="*/ 3273900 w 4641785"/>
              <a:gd name="connsiteY13105" fmla="*/ 1848807 h 5274332"/>
              <a:gd name="connsiteX13106" fmla="*/ 3273900 w 4641785"/>
              <a:gd name="connsiteY13106" fmla="*/ 1853458 h 5274332"/>
              <a:gd name="connsiteX13107" fmla="*/ 3271575 w 4641785"/>
              <a:gd name="connsiteY13107" fmla="*/ 1860435 h 5274332"/>
              <a:gd name="connsiteX13108" fmla="*/ 3267388 w 4641785"/>
              <a:gd name="connsiteY13108" fmla="*/ 1862295 h 5274332"/>
              <a:gd name="connsiteX13109" fmla="*/ 3266458 w 4641785"/>
              <a:gd name="connsiteY13109" fmla="*/ 1866481 h 5274332"/>
              <a:gd name="connsiteX13110" fmla="*/ 3271574 w 4641785"/>
              <a:gd name="connsiteY13110" fmla="*/ 1868806 h 5274332"/>
              <a:gd name="connsiteX13111" fmla="*/ 3273900 w 4641785"/>
              <a:gd name="connsiteY13111" fmla="*/ 1868341 h 5274332"/>
              <a:gd name="connsiteX13112" fmla="*/ 3278086 w 4641785"/>
              <a:gd name="connsiteY13112" fmla="*/ 1872062 h 5274332"/>
              <a:gd name="connsiteX13113" fmla="*/ 3285062 w 4641785"/>
              <a:gd name="connsiteY13113" fmla="*/ 1873458 h 5274332"/>
              <a:gd name="connsiteX13114" fmla="*/ 3285062 w 4641785"/>
              <a:gd name="connsiteY13114" fmla="*/ 1879039 h 5274332"/>
              <a:gd name="connsiteX13115" fmla="*/ 3286458 w 4641785"/>
              <a:gd name="connsiteY13115" fmla="*/ 1886016 h 5274332"/>
              <a:gd name="connsiteX13116" fmla="*/ 3285062 w 4641785"/>
              <a:gd name="connsiteY13116" fmla="*/ 1891132 h 5274332"/>
              <a:gd name="connsiteX13117" fmla="*/ 3285528 w 4641785"/>
              <a:gd name="connsiteY13117" fmla="*/ 1900434 h 5274332"/>
              <a:gd name="connsiteX13118" fmla="*/ 3288318 w 4641785"/>
              <a:gd name="connsiteY13118" fmla="*/ 1899504 h 5274332"/>
              <a:gd name="connsiteX13119" fmla="*/ 3288784 w 4641785"/>
              <a:gd name="connsiteY13119" fmla="*/ 1896713 h 5274332"/>
              <a:gd name="connsiteX13120" fmla="*/ 3291574 w 4641785"/>
              <a:gd name="connsiteY13120" fmla="*/ 1893923 h 5274332"/>
              <a:gd name="connsiteX13121" fmla="*/ 3297156 w 4641785"/>
              <a:gd name="connsiteY13121" fmla="*/ 1896713 h 5274332"/>
              <a:gd name="connsiteX13122" fmla="*/ 3298551 w 4641785"/>
              <a:gd name="connsiteY13122" fmla="*/ 1900899 h 5274332"/>
              <a:gd name="connsiteX13123" fmla="*/ 3296225 w 4641785"/>
              <a:gd name="connsiteY13123" fmla="*/ 1903689 h 5274332"/>
              <a:gd name="connsiteX13124" fmla="*/ 3299946 w 4641785"/>
              <a:gd name="connsiteY13124" fmla="*/ 1906480 h 5274332"/>
              <a:gd name="connsiteX13125" fmla="*/ 3303202 w 4641785"/>
              <a:gd name="connsiteY13125" fmla="*/ 1906945 h 5274332"/>
              <a:gd name="connsiteX13126" fmla="*/ 3310179 w 4641785"/>
              <a:gd name="connsiteY13126" fmla="*/ 1903689 h 5274332"/>
              <a:gd name="connsiteX13127" fmla="*/ 3312969 w 4641785"/>
              <a:gd name="connsiteY13127" fmla="*/ 1906945 h 5274332"/>
              <a:gd name="connsiteX13128" fmla="*/ 3313434 w 4641785"/>
              <a:gd name="connsiteY13128" fmla="*/ 1910201 h 5274332"/>
              <a:gd name="connsiteX13129" fmla="*/ 3319481 w 4641785"/>
              <a:gd name="connsiteY13129" fmla="*/ 1911131 h 5274332"/>
              <a:gd name="connsiteX13130" fmla="*/ 3319481 w 4641785"/>
              <a:gd name="connsiteY13130" fmla="*/ 1915318 h 5274332"/>
              <a:gd name="connsiteX13131" fmla="*/ 3322271 w 4641785"/>
              <a:gd name="connsiteY13131" fmla="*/ 1917643 h 5274332"/>
              <a:gd name="connsiteX13132" fmla="*/ 3321806 w 4641785"/>
              <a:gd name="connsiteY13132" fmla="*/ 1921829 h 5274332"/>
              <a:gd name="connsiteX13133" fmla="*/ 3325992 w 4641785"/>
              <a:gd name="connsiteY13133" fmla="*/ 1926945 h 5274332"/>
              <a:gd name="connsiteX13134" fmla="*/ 3332969 w 4641785"/>
              <a:gd name="connsiteY13134" fmla="*/ 1924620 h 5274332"/>
              <a:gd name="connsiteX13135" fmla="*/ 3335759 w 4641785"/>
              <a:gd name="connsiteY13135" fmla="*/ 1926945 h 5274332"/>
              <a:gd name="connsiteX13136" fmla="*/ 3343201 w 4641785"/>
              <a:gd name="connsiteY13136" fmla="*/ 1924620 h 5274332"/>
              <a:gd name="connsiteX13137" fmla="*/ 3345527 w 4641785"/>
              <a:gd name="connsiteY13137" fmla="*/ 1925550 h 5274332"/>
              <a:gd name="connsiteX13138" fmla="*/ 3351573 w 4641785"/>
              <a:gd name="connsiteY13138" fmla="*/ 1922294 h 5274332"/>
              <a:gd name="connsiteX13139" fmla="*/ 3356690 w 4641785"/>
              <a:gd name="connsiteY13139" fmla="*/ 1919038 h 5274332"/>
              <a:gd name="connsiteX13140" fmla="*/ 3358085 w 4641785"/>
              <a:gd name="connsiteY13140" fmla="*/ 1921364 h 5274332"/>
              <a:gd name="connsiteX13141" fmla="*/ 3362736 w 4641785"/>
              <a:gd name="connsiteY13141" fmla="*/ 1917178 h 5274332"/>
              <a:gd name="connsiteX13142" fmla="*/ 3366922 w 4641785"/>
              <a:gd name="connsiteY13142" fmla="*/ 1917643 h 5274332"/>
              <a:gd name="connsiteX13143" fmla="*/ 3367387 w 4641785"/>
              <a:gd name="connsiteY13143" fmla="*/ 1920899 h 5274332"/>
              <a:gd name="connsiteX13144" fmla="*/ 3376689 w 4641785"/>
              <a:gd name="connsiteY13144" fmla="*/ 1922294 h 5274332"/>
              <a:gd name="connsiteX13145" fmla="*/ 3378550 w 4641785"/>
              <a:gd name="connsiteY13145" fmla="*/ 1927410 h 5274332"/>
              <a:gd name="connsiteX13146" fmla="*/ 3384596 w 4641785"/>
              <a:gd name="connsiteY13146" fmla="*/ 1927876 h 5274332"/>
              <a:gd name="connsiteX13147" fmla="*/ 3386922 w 4641785"/>
              <a:gd name="connsiteY13147" fmla="*/ 1925550 h 5274332"/>
              <a:gd name="connsiteX13148" fmla="*/ 3389712 w 4641785"/>
              <a:gd name="connsiteY13148" fmla="*/ 1925084 h 5274332"/>
              <a:gd name="connsiteX13149" fmla="*/ 3395758 w 4641785"/>
              <a:gd name="connsiteY13149" fmla="*/ 1928340 h 5274332"/>
              <a:gd name="connsiteX13150" fmla="*/ 3402735 w 4641785"/>
              <a:gd name="connsiteY13150" fmla="*/ 1930201 h 5274332"/>
              <a:gd name="connsiteX13151" fmla="*/ 3405061 w 4641785"/>
              <a:gd name="connsiteY13151" fmla="*/ 1932527 h 5274332"/>
              <a:gd name="connsiteX13152" fmla="*/ 3407386 w 4641785"/>
              <a:gd name="connsiteY13152" fmla="*/ 1931596 h 5274332"/>
              <a:gd name="connsiteX13153" fmla="*/ 3409712 w 4641785"/>
              <a:gd name="connsiteY13153" fmla="*/ 1933457 h 5274332"/>
              <a:gd name="connsiteX13154" fmla="*/ 3407851 w 4641785"/>
              <a:gd name="connsiteY13154" fmla="*/ 1938108 h 5274332"/>
              <a:gd name="connsiteX13155" fmla="*/ 3405526 w 4641785"/>
              <a:gd name="connsiteY13155" fmla="*/ 1938573 h 5274332"/>
              <a:gd name="connsiteX13156" fmla="*/ 3403200 w 4641785"/>
              <a:gd name="connsiteY13156" fmla="*/ 1941828 h 5274332"/>
              <a:gd name="connsiteX13157" fmla="*/ 3410177 w 4641785"/>
              <a:gd name="connsiteY13157" fmla="*/ 1942759 h 5274332"/>
              <a:gd name="connsiteX13158" fmla="*/ 3412037 w 4641785"/>
              <a:gd name="connsiteY13158" fmla="*/ 1939038 h 5274332"/>
              <a:gd name="connsiteX13159" fmla="*/ 3417619 w 4641785"/>
              <a:gd name="connsiteY13159" fmla="*/ 1939503 h 5274332"/>
              <a:gd name="connsiteX13160" fmla="*/ 3420875 w 4641785"/>
              <a:gd name="connsiteY13160" fmla="*/ 1942293 h 5274332"/>
              <a:gd name="connsiteX13161" fmla="*/ 3425526 w 4641785"/>
              <a:gd name="connsiteY13161" fmla="*/ 1942759 h 5274332"/>
              <a:gd name="connsiteX13162" fmla="*/ 3429246 w 4641785"/>
              <a:gd name="connsiteY13162" fmla="*/ 1946479 h 5274332"/>
              <a:gd name="connsiteX13163" fmla="*/ 3433897 w 4641785"/>
              <a:gd name="connsiteY13163" fmla="*/ 1943689 h 5274332"/>
              <a:gd name="connsiteX13164" fmla="*/ 3441804 w 4641785"/>
              <a:gd name="connsiteY13164" fmla="*/ 1945549 h 5274332"/>
              <a:gd name="connsiteX13165" fmla="*/ 3441804 w 4641785"/>
              <a:gd name="connsiteY13165" fmla="*/ 1945550 h 5274332"/>
              <a:gd name="connsiteX13166" fmla="*/ 3442735 w 4641785"/>
              <a:gd name="connsiteY13166" fmla="*/ 1939503 h 5274332"/>
              <a:gd name="connsiteX13167" fmla="*/ 3446921 w 4641785"/>
              <a:gd name="connsiteY13167" fmla="*/ 1941829 h 5274332"/>
              <a:gd name="connsiteX13168" fmla="*/ 3457618 w 4641785"/>
              <a:gd name="connsiteY13168" fmla="*/ 1942294 h 5274332"/>
              <a:gd name="connsiteX13169" fmla="*/ 3465060 w 4641785"/>
              <a:gd name="connsiteY13169" fmla="*/ 1939968 h 5274332"/>
              <a:gd name="connsiteX13170" fmla="*/ 3473432 w 4641785"/>
              <a:gd name="connsiteY13170" fmla="*/ 1940899 h 5274332"/>
              <a:gd name="connsiteX13171" fmla="*/ 3485060 w 4641785"/>
              <a:gd name="connsiteY13171" fmla="*/ 1937643 h 5274332"/>
              <a:gd name="connsiteX13172" fmla="*/ 3494362 w 4641785"/>
              <a:gd name="connsiteY13172" fmla="*/ 1933922 h 5274332"/>
              <a:gd name="connsiteX13173" fmla="*/ 3493432 w 4641785"/>
              <a:gd name="connsiteY13173" fmla="*/ 1927875 h 5274332"/>
              <a:gd name="connsiteX13174" fmla="*/ 3495293 w 4641785"/>
              <a:gd name="connsiteY13174" fmla="*/ 1922760 h 5274332"/>
              <a:gd name="connsiteX13175" fmla="*/ 3500409 w 4641785"/>
              <a:gd name="connsiteY13175" fmla="*/ 1918108 h 5274332"/>
              <a:gd name="connsiteX13176" fmla="*/ 3505990 w 4641785"/>
              <a:gd name="connsiteY13176" fmla="*/ 1918573 h 5274332"/>
              <a:gd name="connsiteX13177" fmla="*/ 3510641 w 4641785"/>
              <a:gd name="connsiteY13177" fmla="*/ 1919968 h 5274332"/>
              <a:gd name="connsiteX13178" fmla="*/ 3513897 w 4641785"/>
              <a:gd name="connsiteY13178" fmla="*/ 1919504 h 5274332"/>
              <a:gd name="connsiteX13179" fmla="*/ 3519478 w 4641785"/>
              <a:gd name="connsiteY13179" fmla="*/ 1914853 h 5274332"/>
              <a:gd name="connsiteX13180" fmla="*/ 3520874 w 4641785"/>
              <a:gd name="connsiteY13180" fmla="*/ 1911131 h 5274332"/>
              <a:gd name="connsiteX13181" fmla="*/ 3529711 w 4641785"/>
              <a:gd name="connsiteY13181" fmla="*/ 1910201 h 5274332"/>
              <a:gd name="connsiteX13182" fmla="*/ 3531571 w 4641785"/>
              <a:gd name="connsiteY13182" fmla="*/ 1911131 h 5274332"/>
              <a:gd name="connsiteX13183" fmla="*/ 3536688 w 4641785"/>
              <a:gd name="connsiteY13183" fmla="*/ 1915782 h 5274332"/>
              <a:gd name="connsiteX13184" fmla="*/ 3553896 w 4641785"/>
              <a:gd name="connsiteY13184" fmla="*/ 1928341 h 5274332"/>
              <a:gd name="connsiteX13185" fmla="*/ 3559943 w 4641785"/>
              <a:gd name="connsiteY13185" fmla="*/ 1928806 h 5274332"/>
              <a:gd name="connsiteX13186" fmla="*/ 3564594 w 4641785"/>
              <a:gd name="connsiteY13186" fmla="*/ 1929736 h 5274332"/>
              <a:gd name="connsiteX13187" fmla="*/ 3567849 w 4641785"/>
              <a:gd name="connsiteY13187" fmla="*/ 1932992 h 5274332"/>
              <a:gd name="connsiteX13188" fmla="*/ 3572500 w 4641785"/>
              <a:gd name="connsiteY13188" fmla="*/ 1932061 h 5274332"/>
              <a:gd name="connsiteX13189" fmla="*/ 3575756 w 4641785"/>
              <a:gd name="connsiteY13189" fmla="*/ 1933922 h 5274332"/>
              <a:gd name="connsiteX13190" fmla="*/ 3581338 w 4641785"/>
              <a:gd name="connsiteY13190" fmla="*/ 1933922 h 5274332"/>
              <a:gd name="connsiteX13191" fmla="*/ 3582268 w 4641785"/>
              <a:gd name="connsiteY13191" fmla="*/ 1932992 h 5274332"/>
              <a:gd name="connsiteX13192" fmla="*/ 3592035 w 4641785"/>
              <a:gd name="connsiteY13192" fmla="*/ 1932992 h 5274332"/>
              <a:gd name="connsiteX13193" fmla="*/ 3602732 w 4641785"/>
              <a:gd name="connsiteY13193" fmla="*/ 1932061 h 5274332"/>
              <a:gd name="connsiteX13194" fmla="*/ 3606919 w 4641785"/>
              <a:gd name="connsiteY13194" fmla="*/ 1932061 h 5274332"/>
              <a:gd name="connsiteX13195" fmla="*/ 3622733 w 4641785"/>
              <a:gd name="connsiteY13195" fmla="*/ 1930666 h 5274332"/>
              <a:gd name="connsiteX13196" fmla="*/ 3632035 w 4641785"/>
              <a:gd name="connsiteY13196" fmla="*/ 1932061 h 5274332"/>
              <a:gd name="connsiteX13197" fmla="*/ 3637616 w 4641785"/>
              <a:gd name="connsiteY13197" fmla="*/ 1925085 h 5274332"/>
              <a:gd name="connsiteX13198" fmla="*/ 3644128 w 4641785"/>
              <a:gd name="connsiteY13198" fmla="*/ 1926945 h 5274332"/>
              <a:gd name="connsiteX13199" fmla="*/ 3652035 w 4641785"/>
              <a:gd name="connsiteY13199" fmla="*/ 1926480 h 5274332"/>
              <a:gd name="connsiteX13200" fmla="*/ 3660872 w 4641785"/>
              <a:gd name="connsiteY13200" fmla="*/ 1926945 h 5274332"/>
              <a:gd name="connsiteX13201" fmla="*/ 3665057 w 4641785"/>
              <a:gd name="connsiteY13201" fmla="*/ 1927410 h 5274332"/>
              <a:gd name="connsiteX13202" fmla="*/ 3670174 w 4641785"/>
              <a:gd name="connsiteY13202" fmla="*/ 1931131 h 5274332"/>
              <a:gd name="connsiteX13203" fmla="*/ 3676685 w 4641785"/>
              <a:gd name="connsiteY13203" fmla="*/ 1932061 h 5274332"/>
              <a:gd name="connsiteX13204" fmla="*/ 3683662 w 4641785"/>
              <a:gd name="connsiteY13204" fmla="*/ 1928341 h 5274332"/>
              <a:gd name="connsiteX13205" fmla="*/ 3687382 w 4641785"/>
              <a:gd name="connsiteY13205" fmla="*/ 1922294 h 5274332"/>
              <a:gd name="connsiteX13206" fmla="*/ 3688313 w 4641785"/>
              <a:gd name="connsiteY13206" fmla="*/ 1922294 h 5274332"/>
              <a:gd name="connsiteX13207" fmla="*/ 3699476 w 4641785"/>
              <a:gd name="connsiteY13207" fmla="*/ 1929736 h 5274332"/>
              <a:gd name="connsiteX13208" fmla="*/ 3701801 w 4641785"/>
              <a:gd name="connsiteY13208" fmla="*/ 1930201 h 5274332"/>
              <a:gd name="connsiteX13209" fmla="*/ 3717150 w 4641785"/>
              <a:gd name="connsiteY13209" fmla="*/ 1927410 h 5274332"/>
              <a:gd name="connsiteX13210" fmla="*/ 3722266 w 4641785"/>
              <a:gd name="connsiteY13210" fmla="*/ 1924619 h 5274332"/>
              <a:gd name="connsiteX13211" fmla="*/ 3731103 w 4641785"/>
              <a:gd name="connsiteY13211" fmla="*/ 1927410 h 5274332"/>
              <a:gd name="connsiteX13212" fmla="*/ 3734359 w 4641785"/>
              <a:gd name="connsiteY13212" fmla="*/ 1926480 h 5274332"/>
              <a:gd name="connsiteX13213" fmla="*/ 3739010 w 4641785"/>
              <a:gd name="connsiteY13213" fmla="*/ 1926015 h 5274332"/>
              <a:gd name="connsiteX13214" fmla="*/ 3750637 w 4641785"/>
              <a:gd name="connsiteY13214" fmla="*/ 1919038 h 5274332"/>
              <a:gd name="connsiteX13215" fmla="*/ 3755288 w 4641785"/>
              <a:gd name="connsiteY13215" fmla="*/ 1914853 h 5274332"/>
              <a:gd name="connsiteX13216" fmla="*/ 3759010 w 4641785"/>
              <a:gd name="connsiteY13216" fmla="*/ 1908341 h 5274332"/>
              <a:gd name="connsiteX13217" fmla="*/ 3765986 w 4641785"/>
              <a:gd name="connsiteY13217" fmla="*/ 1907875 h 5274332"/>
              <a:gd name="connsiteX13218" fmla="*/ 3774823 w 4641785"/>
              <a:gd name="connsiteY13218" fmla="*/ 1912992 h 5274332"/>
              <a:gd name="connsiteX13219" fmla="*/ 3779939 w 4641785"/>
              <a:gd name="connsiteY13219" fmla="*/ 1918108 h 5274332"/>
              <a:gd name="connsiteX13220" fmla="*/ 3785056 w 4641785"/>
              <a:gd name="connsiteY13220" fmla="*/ 1919504 h 5274332"/>
              <a:gd name="connsiteX13221" fmla="*/ 3791102 w 4641785"/>
              <a:gd name="connsiteY13221" fmla="*/ 1919968 h 5274332"/>
              <a:gd name="connsiteX13222" fmla="*/ 3797614 w 4641785"/>
              <a:gd name="connsiteY13222" fmla="*/ 1916248 h 5274332"/>
              <a:gd name="connsiteX13223" fmla="*/ 3799474 w 4641785"/>
              <a:gd name="connsiteY13223" fmla="*/ 1911597 h 5274332"/>
              <a:gd name="connsiteX13224" fmla="*/ 3799474 w 4641785"/>
              <a:gd name="connsiteY13224" fmla="*/ 1911597 h 5274332"/>
              <a:gd name="connsiteX13225" fmla="*/ 3800869 w 4641785"/>
              <a:gd name="connsiteY13225" fmla="*/ 1905086 h 5274332"/>
              <a:gd name="connsiteX13226" fmla="*/ 3800404 w 4641785"/>
              <a:gd name="connsiteY13226" fmla="*/ 1897179 h 5274332"/>
              <a:gd name="connsiteX13227" fmla="*/ 3798543 w 4641785"/>
              <a:gd name="connsiteY13227" fmla="*/ 1895784 h 5274332"/>
              <a:gd name="connsiteX13228" fmla="*/ 3798543 w 4641785"/>
              <a:gd name="connsiteY13228" fmla="*/ 1891598 h 5274332"/>
              <a:gd name="connsiteX13229" fmla="*/ 3794823 w 4641785"/>
              <a:gd name="connsiteY13229" fmla="*/ 1889272 h 5274332"/>
              <a:gd name="connsiteX13230" fmla="*/ 3794358 w 4641785"/>
              <a:gd name="connsiteY13230" fmla="*/ 1885551 h 5274332"/>
              <a:gd name="connsiteX13231" fmla="*/ 3792497 w 4641785"/>
              <a:gd name="connsiteY13231" fmla="*/ 1883691 h 5274332"/>
              <a:gd name="connsiteX13232" fmla="*/ 3789242 w 4641785"/>
              <a:gd name="connsiteY13232" fmla="*/ 1883691 h 5274332"/>
              <a:gd name="connsiteX13233" fmla="*/ 3786451 w 4641785"/>
              <a:gd name="connsiteY13233" fmla="*/ 1879040 h 5274332"/>
              <a:gd name="connsiteX13234" fmla="*/ 3785521 w 4641785"/>
              <a:gd name="connsiteY13234" fmla="*/ 1872528 h 5274332"/>
              <a:gd name="connsiteX13235" fmla="*/ 3787847 w 4641785"/>
              <a:gd name="connsiteY13235" fmla="*/ 1868342 h 5274332"/>
              <a:gd name="connsiteX13236" fmla="*/ 3785986 w 4641785"/>
              <a:gd name="connsiteY13236" fmla="*/ 1865552 h 5274332"/>
              <a:gd name="connsiteX13237" fmla="*/ 3786451 w 4641785"/>
              <a:gd name="connsiteY13237" fmla="*/ 1862296 h 5274332"/>
              <a:gd name="connsiteX13238" fmla="*/ 3791102 w 4641785"/>
              <a:gd name="connsiteY13238" fmla="*/ 1859040 h 5274332"/>
              <a:gd name="connsiteX13239" fmla="*/ 3793428 w 4641785"/>
              <a:gd name="connsiteY13239" fmla="*/ 1852994 h 5274332"/>
              <a:gd name="connsiteX13240" fmla="*/ 3792497 w 4641785"/>
              <a:gd name="connsiteY13240" fmla="*/ 1849273 h 5274332"/>
              <a:gd name="connsiteX13241" fmla="*/ 3788776 w 4641785"/>
              <a:gd name="connsiteY13241" fmla="*/ 1846017 h 5274332"/>
              <a:gd name="connsiteX13242" fmla="*/ 3793428 w 4641785"/>
              <a:gd name="connsiteY13242" fmla="*/ 1843226 h 5274332"/>
              <a:gd name="connsiteX13243" fmla="*/ 3798543 w 4641785"/>
              <a:gd name="connsiteY13243" fmla="*/ 1844621 h 5274332"/>
              <a:gd name="connsiteX13244" fmla="*/ 3801335 w 4641785"/>
              <a:gd name="connsiteY13244" fmla="*/ 1843691 h 5274332"/>
              <a:gd name="connsiteX13245" fmla="*/ 3800869 w 4641785"/>
              <a:gd name="connsiteY13245" fmla="*/ 1840436 h 5274332"/>
              <a:gd name="connsiteX13246" fmla="*/ 3794823 w 4641785"/>
              <a:gd name="connsiteY13246" fmla="*/ 1837645 h 5274332"/>
              <a:gd name="connsiteX13247" fmla="*/ 3791567 w 4641785"/>
              <a:gd name="connsiteY13247" fmla="*/ 1834389 h 5274332"/>
              <a:gd name="connsiteX13248" fmla="*/ 3791567 w 4641785"/>
              <a:gd name="connsiteY13248" fmla="*/ 1831133 h 5274332"/>
              <a:gd name="connsiteX13249" fmla="*/ 3789706 w 4641785"/>
              <a:gd name="connsiteY13249" fmla="*/ 1828808 h 5274332"/>
              <a:gd name="connsiteX13250" fmla="*/ 3789706 w 4641785"/>
              <a:gd name="connsiteY13250" fmla="*/ 1825087 h 5274332"/>
              <a:gd name="connsiteX13251" fmla="*/ 3790637 w 4641785"/>
              <a:gd name="connsiteY13251" fmla="*/ 1821366 h 5274332"/>
              <a:gd name="connsiteX13252" fmla="*/ 3788776 w 4641785"/>
              <a:gd name="connsiteY13252" fmla="*/ 1819041 h 5274332"/>
              <a:gd name="connsiteX13253" fmla="*/ 3788311 w 4641785"/>
              <a:gd name="connsiteY13253" fmla="*/ 1814855 h 5274332"/>
              <a:gd name="connsiteX13254" fmla="*/ 3785986 w 4641785"/>
              <a:gd name="connsiteY13254" fmla="*/ 1813924 h 5274332"/>
              <a:gd name="connsiteX13255" fmla="*/ 3785055 w 4641785"/>
              <a:gd name="connsiteY13255" fmla="*/ 1811134 h 5274332"/>
              <a:gd name="connsiteX13256" fmla="*/ 3785055 w 4641785"/>
              <a:gd name="connsiteY13256" fmla="*/ 1806948 h 5274332"/>
              <a:gd name="connsiteX13257" fmla="*/ 3772497 w 4641785"/>
              <a:gd name="connsiteY13257" fmla="*/ 1810668 h 5274332"/>
              <a:gd name="connsiteX13258" fmla="*/ 3770172 w 4641785"/>
              <a:gd name="connsiteY13258" fmla="*/ 1808809 h 5274332"/>
              <a:gd name="connsiteX13259" fmla="*/ 3765986 w 4641785"/>
              <a:gd name="connsiteY13259" fmla="*/ 1809273 h 5274332"/>
              <a:gd name="connsiteX13260" fmla="*/ 3758079 w 4641785"/>
              <a:gd name="connsiteY13260" fmla="*/ 1806483 h 5274332"/>
              <a:gd name="connsiteX13261" fmla="*/ 3754823 w 4641785"/>
              <a:gd name="connsiteY13261" fmla="*/ 1809273 h 5274332"/>
              <a:gd name="connsiteX13262" fmla="*/ 3752033 w 4641785"/>
              <a:gd name="connsiteY13262" fmla="*/ 1808343 h 5274332"/>
              <a:gd name="connsiteX13263" fmla="*/ 3746451 w 4641785"/>
              <a:gd name="connsiteY13263" fmla="*/ 1809738 h 5274332"/>
              <a:gd name="connsiteX13264" fmla="*/ 3743661 w 4641785"/>
              <a:gd name="connsiteY13264" fmla="*/ 1808343 h 5274332"/>
              <a:gd name="connsiteX13265" fmla="*/ 3736684 w 4641785"/>
              <a:gd name="connsiteY13265" fmla="*/ 1808343 h 5274332"/>
              <a:gd name="connsiteX13266" fmla="*/ 3736219 w 4641785"/>
              <a:gd name="connsiteY13266" fmla="*/ 1805087 h 5274332"/>
              <a:gd name="connsiteX13267" fmla="*/ 3732963 w 4641785"/>
              <a:gd name="connsiteY13267" fmla="*/ 1803227 h 5274332"/>
              <a:gd name="connsiteX13268" fmla="*/ 3726917 w 4641785"/>
              <a:gd name="connsiteY13268" fmla="*/ 1806483 h 5274332"/>
              <a:gd name="connsiteX13269" fmla="*/ 3725522 w 4641785"/>
              <a:gd name="connsiteY13269" fmla="*/ 1803692 h 5274332"/>
              <a:gd name="connsiteX13270" fmla="*/ 3721800 w 4641785"/>
              <a:gd name="connsiteY13270" fmla="*/ 1800902 h 5274332"/>
              <a:gd name="connsiteX13271" fmla="*/ 3719940 w 4641785"/>
              <a:gd name="connsiteY13271" fmla="*/ 1796250 h 5274332"/>
              <a:gd name="connsiteX13272" fmla="*/ 3717615 w 4641785"/>
              <a:gd name="connsiteY13272" fmla="*/ 1796250 h 5274332"/>
              <a:gd name="connsiteX13273" fmla="*/ 3715754 w 4641785"/>
              <a:gd name="connsiteY13273" fmla="*/ 1792529 h 5274332"/>
              <a:gd name="connsiteX13274" fmla="*/ 3712498 w 4641785"/>
              <a:gd name="connsiteY13274" fmla="*/ 1788343 h 5274332"/>
              <a:gd name="connsiteX13275" fmla="*/ 3714824 w 4641785"/>
              <a:gd name="connsiteY13275" fmla="*/ 1785553 h 5274332"/>
              <a:gd name="connsiteX13276" fmla="*/ 3712034 w 4641785"/>
              <a:gd name="connsiteY13276" fmla="*/ 1779507 h 5274332"/>
              <a:gd name="connsiteX13277" fmla="*/ 3713429 w 4641785"/>
              <a:gd name="connsiteY13277" fmla="*/ 1776251 h 5274332"/>
              <a:gd name="connsiteX13278" fmla="*/ 3717149 w 4641785"/>
              <a:gd name="connsiteY13278" fmla="*/ 1772530 h 5274332"/>
              <a:gd name="connsiteX13279" fmla="*/ 3717149 w 4641785"/>
              <a:gd name="connsiteY13279" fmla="*/ 1770670 h 5274332"/>
              <a:gd name="connsiteX13280" fmla="*/ 3722266 w 4641785"/>
              <a:gd name="connsiteY13280" fmla="*/ 1766483 h 5274332"/>
              <a:gd name="connsiteX13281" fmla="*/ 3723196 w 4641785"/>
              <a:gd name="connsiteY13281" fmla="*/ 1759042 h 5274332"/>
              <a:gd name="connsiteX13282" fmla="*/ 3725056 w 4641785"/>
              <a:gd name="connsiteY13282" fmla="*/ 1757181 h 5274332"/>
              <a:gd name="connsiteX13283" fmla="*/ 3723661 w 4641785"/>
              <a:gd name="connsiteY13283" fmla="*/ 1754856 h 5274332"/>
              <a:gd name="connsiteX13284" fmla="*/ 3723196 w 4641785"/>
              <a:gd name="connsiteY13284" fmla="*/ 1749739 h 5274332"/>
              <a:gd name="connsiteX13285" fmla="*/ 3718545 w 4641785"/>
              <a:gd name="connsiteY13285" fmla="*/ 1746018 h 5274332"/>
              <a:gd name="connsiteX13286" fmla="*/ 3712964 w 4641785"/>
              <a:gd name="connsiteY13286" fmla="*/ 1746949 h 5274332"/>
              <a:gd name="connsiteX13287" fmla="*/ 3710173 w 4641785"/>
              <a:gd name="connsiteY13287" fmla="*/ 1741368 h 5274332"/>
              <a:gd name="connsiteX13288" fmla="*/ 3713894 w 4641785"/>
              <a:gd name="connsiteY13288" fmla="*/ 1738577 h 5274332"/>
              <a:gd name="connsiteX13289" fmla="*/ 3717615 w 4641785"/>
              <a:gd name="connsiteY13289" fmla="*/ 1738577 h 5274332"/>
              <a:gd name="connsiteX13290" fmla="*/ 3719940 w 4641785"/>
              <a:gd name="connsiteY13290" fmla="*/ 1739972 h 5274332"/>
              <a:gd name="connsiteX13291" fmla="*/ 3729707 w 4641785"/>
              <a:gd name="connsiteY13291" fmla="*/ 1739507 h 5274332"/>
              <a:gd name="connsiteX13292" fmla="*/ 3733429 w 4641785"/>
              <a:gd name="connsiteY13292" fmla="*/ 1745554 h 5274332"/>
              <a:gd name="connsiteX13293" fmla="*/ 3736219 w 4641785"/>
              <a:gd name="connsiteY13293" fmla="*/ 1747414 h 5274332"/>
              <a:gd name="connsiteX13294" fmla="*/ 3741800 w 4641785"/>
              <a:gd name="connsiteY13294" fmla="*/ 1749274 h 5274332"/>
              <a:gd name="connsiteX13295" fmla="*/ 3745987 w 4641785"/>
              <a:gd name="connsiteY13295" fmla="*/ 1749274 h 5274332"/>
              <a:gd name="connsiteX13296" fmla="*/ 3751102 w 4641785"/>
              <a:gd name="connsiteY13296" fmla="*/ 1747879 h 5274332"/>
              <a:gd name="connsiteX13297" fmla="*/ 3754823 w 4641785"/>
              <a:gd name="connsiteY13297" fmla="*/ 1748344 h 5274332"/>
              <a:gd name="connsiteX13298" fmla="*/ 3755753 w 4641785"/>
              <a:gd name="connsiteY13298" fmla="*/ 1753461 h 5274332"/>
              <a:gd name="connsiteX13299" fmla="*/ 3757614 w 4641785"/>
              <a:gd name="connsiteY13299" fmla="*/ 1753925 h 5274332"/>
              <a:gd name="connsiteX13300" fmla="*/ 3759940 w 4641785"/>
              <a:gd name="connsiteY13300" fmla="*/ 1760902 h 5274332"/>
              <a:gd name="connsiteX13301" fmla="*/ 3762730 w 4641785"/>
              <a:gd name="connsiteY13301" fmla="*/ 1763693 h 5274332"/>
              <a:gd name="connsiteX13302" fmla="*/ 3767846 w 4641785"/>
              <a:gd name="connsiteY13302" fmla="*/ 1762763 h 5274332"/>
              <a:gd name="connsiteX13303" fmla="*/ 3769242 w 4641785"/>
              <a:gd name="connsiteY13303" fmla="*/ 1765088 h 5274332"/>
              <a:gd name="connsiteX13304" fmla="*/ 3773428 w 4641785"/>
              <a:gd name="connsiteY13304" fmla="*/ 1762297 h 5274332"/>
              <a:gd name="connsiteX13305" fmla="*/ 3775289 w 4641785"/>
              <a:gd name="connsiteY13305" fmla="*/ 1758576 h 5274332"/>
              <a:gd name="connsiteX13306" fmla="*/ 3776684 w 4641785"/>
              <a:gd name="connsiteY13306" fmla="*/ 1758576 h 5274332"/>
              <a:gd name="connsiteX13307" fmla="*/ 3779474 w 4641785"/>
              <a:gd name="connsiteY13307" fmla="*/ 1755320 h 5274332"/>
              <a:gd name="connsiteX13308" fmla="*/ 3788311 w 4641785"/>
              <a:gd name="connsiteY13308" fmla="*/ 1757181 h 5274332"/>
              <a:gd name="connsiteX13309" fmla="*/ 3791102 w 4641785"/>
              <a:gd name="connsiteY13309" fmla="*/ 1757181 h 5274332"/>
              <a:gd name="connsiteX13310" fmla="*/ 3795753 w 4641785"/>
              <a:gd name="connsiteY13310" fmla="*/ 1753461 h 5274332"/>
              <a:gd name="connsiteX13311" fmla="*/ 3801335 w 4641785"/>
              <a:gd name="connsiteY13311" fmla="*/ 1747879 h 5274332"/>
              <a:gd name="connsiteX13312" fmla="*/ 3806916 w 4641785"/>
              <a:gd name="connsiteY13312" fmla="*/ 1743228 h 5274332"/>
              <a:gd name="connsiteX13313" fmla="*/ 3813892 w 4641785"/>
              <a:gd name="connsiteY13313" fmla="*/ 1739507 h 5274332"/>
              <a:gd name="connsiteX13314" fmla="*/ 3822730 w 4641785"/>
              <a:gd name="connsiteY13314" fmla="*/ 1738577 h 5274332"/>
              <a:gd name="connsiteX13315" fmla="*/ 3824589 w 4641785"/>
              <a:gd name="connsiteY13315" fmla="*/ 1739972 h 5274332"/>
              <a:gd name="connsiteX13316" fmla="*/ 3827381 w 4641785"/>
              <a:gd name="connsiteY13316" fmla="*/ 1748344 h 5274332"/>
              <a:gd name="connsiteX13317" fmla="*/ 3831101 w 4641785"/>
              <a:gd name="connsiteY13317" fmla="*/ 1753461 h 5274332"/>
              <a:gd name="connsiteX13318" fmla="*/ 3842729 w 4641785"/>
              <a:gd name="connsiteY13318" fmla="*/ 1750669 h 5274332"/>
              <a:gd name="connsiteX13319" fmla="*/ 3843194 w 4641785"/>
              <a:gd name="connsiteY13319" fmla="*/ 1746949 h 5274332"/>
              <a:gd name="connsiteX13320" fmla="*/ 3847845 w 4641785"/>
              <a:gd name="connsiteY13320" fmla="*/ 1745554 h 5274332"/>
              <a:gd name="connsiteX13321" fmla="*/ 3852496 w 4641785"/>
              <a:gd name="connsiteY13321" fmla="*/ 1749739 h 5274332"/>
              <a:gd name="connsiteX13322" fmla="*/ 3854357 w 4641785"/>
              <a:gd name="connsiteY13322" fmla="*/ 1749274 h 5274332"/>
              <a:gd name="connsiteX13323" fmla="*/ 3860403 w 4641785"/>
              <a:gd name="connsiteY13323" fmla="*/ 1743228 h 5274332"/>
              <a:gd name="connsiteX13324" fmla="*/ 3864124 w 4641785"/>
              <a:gd name="connsiteY13324" fmla="*/ 1742298 h 5274332"/>
              <a:gd name="connsiteX13325" fmla="*/ 3868775 w 4641785"/>
              <a:gd name="connsiteY13325" fmla="*/ 1746483 h 5274332"/>
              <a:gd name="connsiteX13326" fmla="*/ 3871100 w 4641785"/>
              <a:gd name="connsiteY13326" fmla="*/ 1746018 h 5274332"/>
              <a:gd name="connsiteX13327" fmla="*/ 3875287 w 4641785"/>
              <a:gd name="connsiteY13327" fmla="*/ 1739507 h 5274332"/>
              <a:gd name="connsiteX13328" fmla="*/ 3878542 w 4641785"/>
              <a:gd name="connsiteY13328" fmla="*/ 1735786 h 5274332"/>
              <a:gd name="connsiteX13329" fmla="*/ 3888310 w 4641785"/>
              <a:gd name="connsiteY13329" fmla="*/ 1731600 h 5274332"/>
              <a:gd name="connsiteX13330" fmla="*/ 3893425 w 4641785"/>
              <a:gd name="connsiteY13330" fmla="*/ 1725554 h 5274332"/>
              <a:gd name="connsiteX13331" fmla="*/ 3899472 w 4641785"/>
              <a:gd name="connsiteY13331" fmla="*/ 1715786 h 5274332"/>
              <a:gd name="connsiteX13332" fmla="*/ 3892495 w 4641785"/>
              <a:gd name="connsiteY13332" fmla="*/ 1705089 h 5274332"/>
              <a:gd name="connsiteX13333" fmla="*/ 3887379 w 4641785"/>
              <a:gd name="connsiteY13333" fmla="*/ 1702298 h 5274332"/>
              <a:gd name="connsiteX13334" fmla="*/ 3890170 w 4641785"/>
              <a:gd name="connsiteY13334" fmla="*/ 1692531 h 5274332"/>
              <a:gd name="connsiteX13335" fmla="*/ 3894356 w 4641785"/>
              <a:gd name="connsiteY13335" fmla="*/ 1689276 h 5274332"/>
              <a:gd name="connsiteX13336" fmla="*/ 3899007 w 4641785"/>
              <a:gd name="connsiteY13336" fmla="*/ 1686484 h 5274332"/>
              <a:gd name="connsiteX13337" fmla="*/ 3906449 w 4641785"/>
              <a:gd name="connsiteY13337" fmla="*/ 1680903 h 5274332"/>
              <a:gd name="connsiteX13338" fmla="*/ 3909239 w 4641785"/>
              <a:gd name="connsiteY13338" fmla="*/ 1677182 h 5274332"/>
              <a:gd name="connsiteX13339" fmla="*/ 3912495 w 4641785"/>
              <a:gd name="connsiteY13339" fmla="*/ 1678113 h 5274332"/>
              <a:gd name="connsiteX13340" fmla="*/ 3912495 w 4641785"/>
              <a:gd name="connsiteY13340" fmla="*/ 1682299 h 5274332"/>
              <a:gd name="connsiteX13341" fmla="*/ 3915751 w 4641785"/>
              <a:gd name="connsiteY13341" fmla="*/ 1681369 h 5274332"/>
              <a:gd name="connsiteX13342" fmla="*/ 3924588 w 4641785"/>
              <a:gd name="connsiteY13342" fmla="*/ 1676718 h 5274332"/>
              <a:gd name="connsiteX13343" fmla="*/ 3927379 w 4641785"/>
              <a:gd name="connsiteY13343" fmla="*/ 1671601 h 5274332"/>
              <a:gd name="connsiteX13344" fmla="*/ 3935285 w 4641785"/>
              <a:gd name="connsiteY13344" fmla="*/ 1666485 h 5274332"/>
              <a:gd name="connsiteX13345" fmla="*/ 3939006 w 4641785"/>
              <a:gd name="connsiteY13345" fmla="*/ 1668345 h 5274332"/>
              <a:gd name="connsiteX13346" fmla="*/ 3941332 w 4641785"/>
              <a:gd name="connsiteY13346" fmla="*/ 1672066 h 5274332"/>
              <a:gd name="connsiteX13347" fmla="*/ 3946448 w 4641785"/>
              <a:gd name="connsiteY13347" fmla="*/ 1666485 h 5274332"/>
              <a:gd name="connsiteX13348" fmla="*/ 3944587 w 4641785"/>
              <a:gd name="connsiteY13348" fmla="*/ 1659508 h 5274332"/>
              <a:gd name="connsiteX13349" fmla="*/ 3952494 w 4641785"/>
              <a:gd name="connsiteY13349" fmla="*/ 1658113 h 5274332"/>
              <a:gd name="connsiteX13350" fmla="*/ 3956216 w 4641785"/>
              <a:gd name="connsiteY13350" fmla="*/ 1658578 h 5274332"/>
              <a:gd name="connsiteX13351" fmla="*/ 3960867 w 4641785"/>
              <a:gd name="connsiteY13351" fmla="*/ 1654857 h 5274332"/>
              <a:gd name="connsiteX13352" fmla="*/ 3965518 w 4641785"/>
              <a:gd name="connsiteY13352" fmla="*/ 1656253 h 5274332"/>
              <a:gd name="connsiteX13353" fmla="*/ 3972029 w 4641785"/>
              <a:gd name="connsiteY13353" fmla="*/ 1656253 h 5274332"/>
              <a:gd name="connsiteX13354" fmla="*/ 3976215 w 4641785"/>
              <a:gd name="connsiteY13354" fmla="*/ 1652531 h 5274332"/>
              <a:gd name="connsiteX13355" fmla="*/ 3975750 w 4641785"/>
              <a:gd name="connsiteY13355" fmla="*/ 1648811 h 5274332"/>
              <a:gd name="connsiteX13356" fmla="*/ 3977611 w 4641785"/>
              <a:gd name="connsiteY13356" fmla="*/ 1641369 h 5274332"/>
              <a:gd name="connsiteX13357" fmla="*/ 3977145 w 4641785"/>
              <a:gd name="connsiteY13357" fmla="*/ 1639974 h 5274332"/>
              <a:gd name="connsiteX13358" fmla="*/ 3971099 w 4641785"/>
              <a:gd name="connsiteY13358" fmla="*/ 1637183 h 5274332"/>
              <a:gd name="connsiteX13359" fmla="*/ 3970169 w 4641785"/>
              <a:gd name="connsiteY13359" fmla="*/ 1634392 h 5274332"/>
              <a:gd name="connsiteX13360" fmla="*/ 3973889 w 4641785"/>
              <a:gd name="connsiteY13360" fmla="*/ 1632067 h 5274332"/>
              <a:gd name="connsiteX13361" fmla="*/ 3977611 w 4641785"/>
              <a:gd name="connsiteY13361" fmla="*/ 1627416 h 5274332"/>
              <a:gd name="connsiteX13362" fmla="*/ 3985052 w 4641785"/>
              <a:gd name="connsiteY13362" fmla="*/ 1622765 h 5274332"/>
              <a:gd name="connsiteX13363" fmla="*/ 3986913 w 4641785"/>
              <a:gd name="connsiteY13363" fmla="*/ 1615788 h 5274332"/>
              <a:gd name="connsiteX13364" fmla="*/ 3989703 w 4641785"/>
              <a:gd name="connsiteY13364" fmla="*/ 1611602 h 5274332"/>
              <a:gd name="connsiteX13365" fmla="*/ 3988773 w 4641785"/>
              <a:gd name="connsiteY13365" fmla="*/ 1605556 h 5274332"/>
              <a:gd name="connsiteX13366" fmla="*/ 3992959 w 4641785"/>
              <a:gd name="connsiteY13366" fmla="*/ 1604160 h 5274332"/>
              <a:gd name="connsiteX13367" fmla="*/ 3993889 w 4641785"/>
              <a:gd name="connsiteY13367" fmla="*/ 1599509 h 5274332"/>
              <a:gd name="connsiteX13368" fmla="*/ 4006447 w 4641785"/>
              <a:gd name="connsiteY13368" fmla="*/ 1595788 h 5274332"/>
              <a:gd name="connsiteX13369" fmla="*/ 4012028 w 4641785"/>
              <a:gd name="connsiteY13369" fmla="*/ 1591602 h 5274332"/>
              <a:gd name="connsiteX13370" fmla="*/ 4016215 w 4641785"/>
              <a:gd name="connsiteY13370" fmla="*/ 1595788 h 5274332"/>
              <a:gd name="connsiteX13371" fmla="*/ 4017145 w 4641785"/>
              <a:gd name="connsiteY13371" fmla="*/ 1592068 h 5274332"/>
              <a:gd name="connsiteX13372" fmla="*/ 4019935 w 4641785"/>
              <a:gd name="connsiteY13372" fmla="*/ 1590207 h 5274332"/>
              <a:gd name="connsiteX13373" fmla="*/ 4023191 w 4641785"/>
              <a:gd name="connsiteY13373" fmla="*/ 1592068 h 5274332"/>
              <a:gd name="connsiteX13374" fmla="*/ 4024586 w 4641785"/>
              <a:gd name="connsiteY13374" fmla="*/ 1594393 h 5274332"/>
              <a:gd name="connsiteX13375" fmla="*/ 4037610 w 4641785"/>
              <a:gd name="connsiteY13375" fmla="*/ 1595324 h 5274332"/>
              <a:gd name="connsiteX13376" fmla="*/ 4042726 w 4641785"/>
              <a:gd name="connsiteY13376" fmla="*/ 1594393 h 5274332"/>
              <a:gd name="connsiteX13377" fmla="*/ 4050168 w 4641785"/>
              <a:gd name="connsiteY13377" fmla="*/ 1591137 h 5274332"/>
              <a:gd name="connsiteX13378" fmla="*/ 4057144 w 4641785"/>
              <a:gd name="connsiteY13378" fmla="*/ 1589277 h 5274332"/>
              <a:gd name="connsiteX13379" fmla="*/ 4064120 w 4641785"/>
              <a:gd name="connsiteY13379" fmla="*/ 1592998 h 5274332"/>
              <a:gd name="connsiteX13380" fmla="*/ 4075283 w 4641785"/>
              <a:gd name="connsiteY13380" fmla="*/ 1586021 h 5274332"/>
              <a:gd name="connsiteX13381" fmla="*/ 4078539 w 4641785"/>
              <a:gd name="connsiteY13381" fmla="*/ 1586951 h 5274332"/>
              <a:gd name="connsiteX13382" fmla="*/ 4084585 w 4641785"/>
              <a:gd name="connsiteY13382" fmla="*/ 1591602 h 5274332"/>
              <a:gd name="connsiteX13383" fmla="*/ 4086911 w 4641785"/>
              <a:gd name="connsiteY13383" fmla="*/ 1592998 h 5274332"/>
              <a:gd name="connsiteX13384" fmla="*/ 4089702 w 4641785"/>
              <a:gd name="connsiteY13384" fmla="*/ 1591602 h 5274332"/>
              <a:gd name="connsiteX13385" fmla="*/ 4092958 w 4641785"/>
              <a:gd name="connsiteY13385" fmla="*/ 1586486 h 5274332"/>
              <a:gd name="connsiteX13386" fmla="*/ 4094353 w 4641785"/>
              <a:gd name="connsiteY13386" fmla="*/ 1583230 h 5274332"/>
              <a:gd name="connsiteX13387" fmla="*/ 4094818 w 4641785"/>
              <a:gd name="connsiteY13387" fmla="*/ 1578114 h 5274332"/>
              <a:gd name="connsiteX13388" fmla="*/ 4099934 w 4641785"/>
              <a:gd name="connsiteY13388" fmla="*/ 1573929 h 5274332"/>
              <a:gd name="connsiteX13389" fmla="*/ 4097609 w 4641785"/>
              <a:gd name="connsiteY13389" fmla="*/ 1569742 h 5274332"/>
              <a:gd name="connsiteX13390" fmla="*/ 4099934 w 4641785"/>
              <a:gd name="connsiteY13390" fmla="*/ 1565556 h 5274332"/>
              <a:gd name="connsiteX13391" fmla="*/ 4099004 w 4641785"/>
              <a:gd name="connsiteY13391" fmla="*/ 1561835 h 5274332"/>
              <a:gd name="connsiteX13392" fmla="*/ 4104585 w 4641785"/>
              <a:gd name="connsiteY13392" fmla="*/ 1559510 h 5274332"/>
              <a:gd name="connsiteX13393" fmla="*/ 4106911 w 4641785"/>
              <a:gd name="connsiteY13393" fmla="*/ 1555789 h 5274332"/>
              <a:gd name="connsiteX13394" fmla="*/ 4112492 w 4641785"/>
              <a:gd name="connsiteY13394" fmla="*/ 1550208 h 5274332"/>
              <a:gd name="connsiteX13395" fmla="*/ 4121794 w 4641785"/>
              <a:gd name="connsiteY13395" fmla="*/ 1543696 h 5274332"/>
              <a:gd name="connsiteX13396" fmla="*/ 4124585 w 4641785"/>
              <a:gd name="connsiteY13396" fmla="*/ 1541371 h 5274332"/>
              <a:gd name="connsiteX13397" fmla="*/ 4125050 w 4641785"/>
              <a:gd name="connsiteY13397" fmla="*/ 1537650 h 5274332"/>
              <a:gd name="connsiteX13398" fmla="*/ 4127375 w 4641785"/>
              <a:gd name="connsiteY13398" fmla="*/ 1534394 h 5274332"/>
              <a:gd name="connsiteX13399" fmla="*/ 4127375 w 4641785"/>
              <a:gd name="connsiteY13399" fmla="*/ 1531603 h 5274332"/>
              <a:gd name="connsiteX13400" fmla="*/ 4129236 w 4641785"/>
              <a:gd name="connsiteY13400" fmla="*/ 1526022 h 5274332"/>
              <a:gd name="connsiteX13401" fmla="*/ 4133887 w 4641785"/>
              <a:gd name="connsiteY13401" fmla="*/ 1517650 h 5274332"/>
              <a:gd name="connsiteX13402" fmla="*/ 4140863 w 4641785"/>
              <a:gd name="connsiteY13402" fmla="*/ 1511603 h 5274332"/>
              <a:gd name="connsiteX13403" fmla="*/ 4145514 w 4641785"/>
              <a:gd name="connsiteY13403" fmla="*/ 1506022 h 5274332"/>
              <a:gd name="connsiteX13404" fmla="*/ 4155282 w 4641785"/>
              <a:gd name="connsiteY13404" fmla="*/ 1505557 h 5274332"/>
              <a:gd name="connsiteX13405" fmla="*/ 4157608 w 4641785"/>
              <a:gd name="connsiteY13405" fmla="*/ 1504627 h 5274332"/>
              <a:gd name="connsiteX13406" fmla="*/ 4159003 w 4641785"/>
              <a:gd name="connsiteY13406" fmla="*/ 1498581 h 5274332"/>
              <a:gd name="connsiteX13407" fmla="*/ 4165514 w 4641785"/>
              <a:gd name="connsiteY13407" fmla="*/ 1494394 h 5274332"/>
              <a:gd name="connsiteX13408" fmla="*/ 4168305 w 4641785"/>
              <a:gd name="connsiteY13408" fmla="*/ 1491604 h 5274332"/>
              <a:gd name="connsiteX13409" fmla="*/ 4178537 w 4641785"/>
              <a:gd name="connsiteY13409" fmla="*/ 1493464 h 5274332"/>
              <a:gd name="connsiteX13410" fmla="*/ 4184584 w 4641785"/>
              <a:gd name="connsiteY13410" fmla="*/ 1493464 h 5274332"/>
              <a:gd name="connsiteX13411" fmla="*/ 4188305 w 4641785"/>
              <a:gd name="connsiteY13411" fmla="*/ 1491604 h 5274332"/>
              <a:gd name="connsiteX13412" fmla="*/ 4190630 w 4641785"/>
              <a:gd name="connsiteY13412" fmla="*/ 1487418 h 5274332"/>
              <a:gd name="connsiteX13413" fmla="*/ 4191095 w 4641785"/>
              <a:gd name="connsiteY13413" fmla="*/ 1482767 h 5274332"/>
              <a:gd name="connsiteX13414" fmla="*/ 4196676 w 4641785"/>
              <a:gd name="connsiteY13414" fmla="*/ 1478116 h 5274332"/>
              <a:gd name="connsiteX13415" fmla="*/ 4198072 w 4641785"/>
              <a:gd name="connsiteY13415" fmla="*/ 1476255 h 5274332"/>
              <a:gd name="connsiteX13416" fmla="*/ 4199468 w 4641785"/>
              <a:gd name="connsiteY13416" fmla="*/ 1469743 h 5274332"/>
              <a:gd name="connsiteX13417" fmla="*/ 4201793 w 4641785"/>
              <a:gd name="connsiteY13417" fmla="*/ 1469743 h 5274332"/>
              <a:gd name="connsiteX13418" fmla="*/ 4207374 w 4641785"/>
              <a:gd name="connsiteY13418" fmla="*/ 1473465 h 5274332"/>
              <a:gd name="connsiteX13419" fmla="*/ 4212956 w 4641785"/>
              <a:gd name="connsiteY13419" fmla="*/ 1477650 h 5274332"/>
              <a:gd name="connsiteX13420" fmla="*/ 4221793 w 4641785"/>
              <a:gd name="connsiteY13420" fmla="*/ 1486953 h 5274332"/>
              <a:gd name="connsiteX13421" fmla="*/ 4225513 w 4641785"/>
              <a:gd name="connsiteY13421" fmla="*/ 1492069 h 5274332"/>
              <a:gd name="connsiteX13422" fmla="*/ 4226444 w 4641785"/>
              <a:gd name="connsiteY13422" fmla="*/ 1494860 h 5274332"/>
              <a:gd name="connsiteX13423" fmla="*/ 4225978 w 4641785"/>
              <a:gd name="connsiteY13423" fmla="*/ 1500441 h 5274332"/>
              <a:gd name="connsiteX13424" fmla="*/ 4226444 w 4641785"/>
              <a:gd name="connsiteY13424" fmla="*/ 1503232 h 5274332"/>
              <a:gd name="connsiteX13425" fmla="*/ 4234351 w 4641785"/>
              <a:gd name="connsiteY13425" fmla="*/ 1499976 h 5274332"/>
              <a:gd name="connsiteX13426" fmla="*/ 4238536 w 4641785"/>
              <a:gd name="connsiteY13426" fmla="*/ 1499511 h 5274332"/>
              <a:gd name="connsiteX13427" fmla="*/ 4245978 w 4641785"/>
              <a:gd name="connsiteY13427" fmla="*/ 1503697 h 5274332"/>
              <a:gd name="connsiteX13428" fmla="*/ 4253420 w 4641785"/>
              <a:gd name="connsiteY13428" fmla="*/ 1504162 h 5274332"/>
              <a:gd name="connsiteX13429" fmla="*/ 4260397 w 4641785"/>
              <a:gd name="connsiteY13429" fmla="*/ 1508813 h 5274332"/>
              <a:gd name="connsiteX13430" fmla="*/ 4259466 w 4641785"/>
              <a:gd name="connsiteY13430" fmla="*/ 1501836 h 5274332"/>
              <a:gd name="connsiteX13431" fmla="*/ 4265048 w 4641785"/>
              <a:gd name="connsiteY13431" fmla="*/ 1505092 h 5274332"/>
              <a:gd name="connsiteX13432" fmla="*/ 4274350 w 4641785"/>
              <a:gd name="connsiteY13432" fmla="*/ 1506952 h 5274332"/>
              <a:gd name="connsiteX13433" fmla="*/ 4278070 w 4641785"/>
              <a:gd name="connsiteY13433" fmla="*/ 1512069 h 5274332"/>
              <a:gd name="connsiteX13434" fmla="*/ 4286908 w 4641785"/>
              <a:gd name="connsiteY13434" fmla="*/ 1513464 h 5274332"/>
              <a:gd name="connsiteX13435" fmla="*/ 4298535 w 4641785"/>
              <a:gd name="connsiteY13435" fmla="*/ 1512999 h 5274332"/>
              <a:gd name="connsiteX13436" fmla="*/ 4298535 w 4641785"/>
              <a:gd name="connsiteY13436" fmla="*/ 1520440 h 5274332"/>
              <a:gd name="connsiteX13437" fmla="*/ 4300861 w 4641785"/>
              <a:gd name="connsiteY13437" fmla="*/ 1522766 h 5274332"/>
              <a:gd name="connsiteX13438" fmla="*/ 4306907 w 4641785"/>
              <a:gd name="connsiteY13438" fmla="*/ 1521371 h 5274332"/>
              <a:gd name="connsiteX13439" fmla="*/ 4313419 w 4641785"/>
              <a:gd name="connsiteY13439" fmla="*/ 1524627 h 5274332"/>
              <a:gd name="connsiteX13440" fmla="*/ 4323651 w 4641785"/>
              <a:gd name="connsiteY13440" fmla="*/ 1526952 h 5274332"/>
              <a:gd name="connsiteX13441" fmla="*/ 4325511 w 4641785"/>
              <a:gd name="connsiteY13441" fmla="*/ 1525557 h 5274332"/>
              <a:gd name="connsiteX13442" fmla="*/ 4331093 w 4641785"/>
              <a:gd name="connsiteY13442" fmla="*/ 1526488 h 5274332"/>
              <a:gd name="connsiteX13443" fmla="*/ 4336209 w 4641785"/>
              <a:gd name="connsiteY13443" fmla="*/ 1516720 h 5274332"/>
              <a:gd name="connsiteX13444" fmla="*/ 4336674 w 4641785"/>
              <a:gd name="connsiteY13444" fmla="*/ 1510674 h 5274332"/>
              <a:gd name="connsiteX13445" fmla="*/ 4338535 w 4641785"/>
              <a:gd name="connsiteY13445" fmla="*/ 1506952 h 5274332"/>
              <a:gd name="connsiteX13446" fmla="*/ 4345511 w 4641785"/>
              <a:gd name="connsiteY13446" fmla="*/ 1509743 h 5274332"/>
              <a:gd name="connsiteX13447" fmla="*/ 4345511 w 4641785"/>
              <a:gd name="connsiteY13447" fmla="*/ 1499976 h 5274332"/>
              <a:gd name="connsiteX13448" fmla="*/ 4344116 w 4641785"/>
              <a:gd name="connsiteY13448" fmla="*/ 1495325 h 5274332"/>
              <a:gd name="connsiteX13449" fmla="*/ 4345511 w 4641785"/>
              <a:gd name="connsiteY13449" fmla="*/ 1493930 h 5274332"/>
              <a:gd name="connsiteX13450" fmla="*/ 4351557 w 4641785"/>
              <a:gd name="connsiteY13450" fmla="*/ 1493464 h 5274332"/>
              <a:gd name="connsiteX13451" fmla="*/ 4352023 w 4641785"/>
              <a:gd name="connsiteY13451" fmla="*/ 1488813 h 5274332"/>
              <a:gd name="connsiteX13452" fmla="*/ 4353883 w 4641785"/>
              <a:gd name="connsiteY13452" fmla="*/ 1485557 h 5274332"/>
              <a:gd name="connsiteX13453" fmla="*/ 4359000 w 4641785"/>
              <a:gd name="connsiteY13453" fmla="*/ 1487883 h 5274332"/>
              <a:gd name="connsiteX13454" fmla="*/ 4365511 w 4641785"/>
              <a:gd name="connsiteY13454" fmla="*/ 1483697 h 5274332"/>
              <a:gd name="connsiteX13455" fmla="*/ 4370162 w 4641785"/>
              <a:gd name="connsiteY13455" fmla="*/ 1478581 h 5274332"/>
              <a:gd name="connsiteX13456" fmla="*/ 4374348 w 4641785"/>
              <a:gd name="connsiteY13456" fmla="*/ 1478116 h 5274332"/>
              <a:gd name="connsiteX13457" fmla="*/ 4376674 w 4641785"/>
              <a:gd name="connsiteY13457" fmla="*/ 1475325 h 5274332"/>
              <a:gd name="connsiteX13458" fmla="*/ 4377139 w 4641785"/>
              <a:gd name="connsiteY13458" fmla="*/ 1472999 h 5274332"/>
              <a:gd name="connsiteX13459" fmla="*/ 4382255 w 4641785"/>
              <a:gd name="connsiteY13459" fmla="*/ 1468348 h 5274332"/>
              <a:gd name="connsiteX13460" fmla="*/ 4384581 w 4641785"/>
              <a:gd name="connsiteY13460" fmla="*/ 1471604 h 5274332"/>
              <a:gd name="connsiteX13461" fmla="*/ 4390162 w 4641785"/>
              <a:gd name="connsiteY13461" fmla="*/ 1468348 h 5274332"/>
              <a:gd name="connsiteX13462" fmla="*/ 4392022 w 4641785"/>
              <a:gd name="connsiteY13462" fmla="*/ 1468814 h 5274332"/>
              <a:gd name="connsiteX13463" fmla="*/ 4398534 w 4641785"/>
              <a:gd name="connsiteY13463" fmla="*/ 1461837 h 5274332"/>
              <a:gd name="connsiteX13464" fmla="*/ 4410627 w 4641785"/>
              <a:gd name="connsiteY13464" fmla="*/ 1463233 h 5274332"/>
              <a:gd name="connsiteX13465" fmla="*/ 4416673 w 4641785"/>
              <a:gd name="connsiteY13465" fmla="*/ 1458116 h 5274332"/>
              <a:gd name="connsiteX13466" fmla="*/ 4419929 w 4641785"/>
              <a:gd name="connsiteY13466" fmla="*/ 1456255 h 5274332"/>
              <a:gd name="connsiteX13467" fmla="*/ 4426441 w 4641785"/>
              <a:gd name="connsiteY13467" fmla="*/ 1449744 h 5274332"/>
              <a:gd name="connsiteX13468" fmla="*/ 4430161 w 4641785"/>
              <a:gd name="connsiteY13468" fmla="*/ 1448814 h 5274332"/>
              <a:gd name="connsiteX13469" fmla="*/ 4432487 w 4641785"/>
              <a:gd name="connsiteY13469" fmla="*/ 1449744 h 5274332"/>
              <a:gd name="connsiteX13470" fmla="*/ 4435743 w 4641785"/>
              <a:gd name="connsiteY13470" fmla="*/ 1455326 h 5274332"/>
              <a:gd name="connsiteX13471" fmla="*/ 4441324 w 4641785"/>
              <a:gd name="connsiteY13471" fmla="*/ 1460441 h 5274332"/>
              <a:gd name="connsiteX13472" fmla="*/ 4446905 w 4641785"/>
              <a:gd name="connsiteY13472" fmla="*/ 1470209 h 5274332"/>
              <a:gd name="connsiteX13473" fmla="*/ 4446440 w 4641785"/>
              <a:gd name="connsiteY13473" fmla="*/ 1476721 h 5274332"/>
              <a:gd name="connsiteX13474" fmla="*/ 4449696 w 4641785"/>
              <a:gd name="connsiteY13474" fmla="*/ 1479511 h 5274332"/>
              <a:gd name="connsiteX13475" fmla="*/ 4451091 w 4641785"/>
              <a:gd name="connsiteY13475" fmla="*/ 1483232 h 5274332"/>
              <a:gd name="connsiteX13476" fmla="*/ 4454812 w 4641785"/>
              <a:gd name="connsiteY13476" fmla="*/ 1488813 h 5274332"/>
              <a:gd name="connsiteX13477" fmla="*/ 4457603 w 4641785"/>
              <a:gd name="connsiteY13477" fmla="*/ 1490674 h 5274332"/>
              <a:gd name="connsiteX13478" fmla="*/ 4464114 w 4641785"/>
              <a:gd name="connsiteY13478" fmla="*/ 1490209 h 5274332"/>
              <a:gd name="connsiteX13479" fmla="*/ 4467370 w 4641785"/>
              <a:gd name="connsiteY13479" fmla="*/ 1486023 h 5274332"/>
              <a:gd name="connsiteX13480" fmla="*/ 4472486 w 4641785"/>
              <a:gd name="connsiteY13480" fmla="*/ 1484628 h 5274332"/>
              <a:gd name="connsiteX13481" fmla="*/ 4475277 w 4641785"/>
              <a:gd name="connsiteY13481" fmla="*/ 1480906 h 5274332"/>
              <a:gd name="connsiteX13482" fmla="*/ 4477137 w 4641785"/>
              <a:gd name="connsiteY13482" fmla="*/ 1481372 h 5274332"/>
              <a:gd name="connsiteX13483" fmla="*/ 4479928 w 4641785"/>
              <a:gd name="connsiteY13483" fmla="*/ 1486488 h 5274332"/>
              <a:gd name="connsiteX13484" fmla="*/ 4478997 w 4641785"/>
              <a:gd name="connsiteY13484" fmla="*/ 1490674 h 5274332"/>
              <a:gd name="connsiteX13485" fmla="*/ 4476672 w 4641785"/>
              <a:gd name="connsiteY13485" fmla="*/ 1493464 h 5274332"/>
              <a:gd name="connsiteX13486" fmla="*/ 4474346 w 4641785"/>
              <a:gd name="connsiteY13486" fmla="*/ 1499976 h 5274332"/>
              <a:gd name="connsiteX13487" fmla="*/ 4472486 w 4641785"/>
              <a:gd name="connsiteY13487" fmla="*/ 1501836 h 5274332"/>
              <a:gd name="connsiteX13488" fmla="*/ 4466440 w 4641785"/>
              <a:gd name="connsiteY13488" fmla="*/ 1502301 h 5274332"/>
              <a:gd name="connsiteX13489" fmla="*/ 4458998 w 4641785"/>
              <a:gd name="connsiteY13489" fmla="*/ 1503697 h 5274332"/>
              <a:gd name="connsiteX13490" fmla="*/ 4457138 w 4641785"/>
              <a:gd name="connsiteY13490" fmla="*/ 1505557 h 5274332"/>
              <a:gd name="connsiteX13491" fmla="*/ 4452021 w 4641785"/>
              <a:gd name="connsiteY13491" fmla="*/ 1507883 h 5274332"/>
              <a:gd name="connsiteX13492" fmla="*/ 4449231 w 4641785"/>
              <a:gd name="connsiteY13492" fmla="*/ 1513929 h 5274332"/>
              <a:gd name="connsiteX13493" fmla="*/ 4444580 w 4641785"/>
              <a:gd name="connsiteY13493" fmla="*/ 1517185 h 5274332"/>
              <a:gd name="connsiteX13494" fmla="*/ 4437138 w 4641785"/>
              <a:gd name="connsiteY13494" fmla="*/ 1518581 h 5274332"/>
              <a:gd name="connsiteX13495" fmla="*/ 4441324 w 4641785"/>
              <a:gd name="connsiteY13495" fmla="*/ 1523232 h 5274332"/>
              <a:gd name="connsiteX13496" fmla="*/ 4443650 w 4641785"/>
              <a:gd name="connsiteY13496" fmla="*/ 1529278 h 5274332"/>
              <a:gd name="connsiteX13497" fmla="*/ 4446905 w 4641785"/>
              <a:gd name="connsiteY13497" fmla="*/ 1535324 h 5274332"/>
              <a:gd name="connsiteX13498" fmla="*/ 4446440 w 4641785"/>
              <a:gd name="connsiteY13498" fmla="*/ 1538579 h 5274332"/>
              <a:gd name="connsiteX13499" fmla="*/ 4442254 w 4641785"/>
              <a:gd name="connsiteY13499" fmla="*/ 1540905 h 5274332"/>
              <a:gd name="connsiteX13500" fmla="*/ 4440858 w 4641785"/>
              <a:gd name="connsiteY13500" fmla="*/ 1544161 h 5274332"/>
              <a:gd name="connsiteX13501" fmla="*/ 4443650 w 4641785"/>
              <a:gd name="connsiteY13501" fmla="*/ 1546952 h 5274332"/>
              <a:gd name="connsiteX13502" fmla="*/ 4444114 w 4641785"/>
              <a:gd name="connsiteY13502" fmla="*/ 1550208 h 5274332"/>
              <a:gd name="connsiteX13503" fmla="*/ 4453882 w 4641785"/>
              <a:gd name="connsiteY13503" fmla="*/ 1546022 h 5274332"/>
              <a:gd name="connsiteX13504" fmla="*/ 4457138 w 4641785"/>
              <a:gd name="connsiteY13504" fmla="*/ 1543231 h 5274332"/>
              <a:gd name="connsiteX13505" fmla="*/ 4458068 w 4641785"/>
              <a:gd name="connsiteY13505" fmla="*/ 1540440 h 5274332"/>
              <a:gd name="connsiteX13506" fmla="*/ 4464114 w 4641785"/>
              <a:gd name="connsiteY13506" fmla="*/ 1533464 h 5274332"/>
              <a:gd name="connsiteX13507" fmla="*/ 4468765 w 4641785"/>
              <a:gd name="connsiteY13507" fmla="*/ 1530673 h 5274332"/>
              <a:gd name="connsiteX13508" fmla="*/ 4472486 w 4641785"/>
              <a:gd name="connsiteY13508" fmla="*/ 1526952 h 5274332"/>
              <a:gd name="connsiteX13509" fmla="*/ 4486904 w 4641785"/>
              <a:gd name="connsiteY13509" fmla="*/ 1526022 h 5274332"/>
              <a:gd name="connsiteX13510" fmla="*/ 4490625 w 4641785"/>
              <a:gd name="connsiteY13510" fmla="*/ 1524627 h 5274332"/>
              <a:gd name="connsiteX13511" fmla="*/ 4493416 w 4641785"/>
              <a:gd name="connsiteY13511" fmla="*/ 1522301 h 5274332"/>
              <a:gd name="connsiteX13512" fmla="*/ 4500857 w 4641785"/>
              <a:gd name="connsiteY13512" fmla="*/ 1518581 h 5274332"/>
              <a:gd name="connsiteX13513" fmla="*/ 4495277 w 4641785"/>
              <a:gd name="connsiteY13513" fmla="*/ 1531138 h 5274332"/>
              <a:gd name="connsiteX13514" fmla="*/ 4493416 w 4641785"/>
              <a:gd name="connsiteY13514" fmla="*/ 1533929 h 5274332"/>
              <a:gd name="connsiteX13515" fmla="*/ 4494811 w 4641785"/>
              <a:gd name="connsiteY13515" fmla="*/ 1539510 h 5274332"/>
              <a:gd name="connsiteX13516" fmla="*/ 4500392 w 4641785"/>
              <a:gd name="connsiteY13516" fmla="*/ 1539510 h 5274332"/>
              <a:gd name="connsiteX13517" fmla="*/ 4500857 w 4641785"/>
              <a:gd name="connsiteY13517" fmla="*/ 1542301 h 5274332"/>
              <a:gd name="connsiteX13518" fmla="*/ 4503183 w 4641785"/>
              <a:gd name="connsiteY13518" fmla="*/ 1547417 h 5274332"/>
              <a:gd name="connsiteX13519" fmla="*/ 4502718 w 4641785"/>
              <a:gd name="connsiteY13519" fmla="*/ 1553929 h 5274332"/>
              <a:gd name="connsiteX13520" fmla="*/ 4510160 w 4641785"/>
              <a:gd name="connsiteY13520" fmla="*/ 1565556 h 5274332"/>
              <a:gd name="connsiteX13521" fmla="*/ 4514345 w 4641785"/>
              <a:gd name="connsiteY13521" fmla="*/ 1569742 h 5274332"/>
              <a:gd name="connsiteX13522" fmla="*/ 4515276 w 4641785"/>
              <a:gd name="connsiteY13522" fmla="*/ 1575788 h 5274332"/>
              <a:gd name="connsiteX13523" fmla="*/ 4510625 w 4641785"/>
              <a:gd name="connsiteY13523" fmla="*/ 1583695 h 5274332"/>
              <a:gd name="connsiteX13524" fmla="*/ 4506439 w 4641785"/>
              <a:gd name="connsiteY13524" fmla="*/ 1585091 h 5274332"/>
              <a:gd name="connsiteX13525" fmla="*/ 4502253 w 4641785"/>
              <a:gd name="connsiteY13525" fmla="*/ 1585556 h 5274332"/>
              <a:gd name="connsiteX13526" fmla="*/ 4495277 w 4641785"/>
              <a:gd name="connsiteY13526" fmla="*/ 1589277 h 5274332"/>
              <a:gd name="connsiteX13527" fmla="*/ 4492486 w 4641785"/>
              <a:gd name="connsiteY13527" fmla="*/ 1590207 h 5274332"/>
              <a:gd name="connsiteX13528" fmla="*/ 4496206 w 4641785"/>
              <a:gd name="connsiteY13528" fmla="*/ 1597649 h 5274332"/>
              <a:gd name="connsiteX13529" fmla="*/ 4492486 w 4641785"/>
              <a:gd name="connsiteY13529" fmla="*/ 1601370 h 5274332"/>
              <a:gd name="connsiteX13530" fmla="*/ 4488299 w 4641785"/>
              <a:gd name="connsiteY13530" fmla="*/ 1604626 h 5274332"/>
              <a:gd name="connsiteX13531" fmla="*/ 4484579 w 4641785"/>
              <a:gd name="connsiteY13531" fmla="*/ 1608346 h 5274332"/>
              <a:gd name="connsiteX13532" fmla="*/ 4482253 w 4641785"/>
              <a:gd name="connsiteY13532" fmla="*/ 1606486 h 5274332"/>
              <a:gd name="connsiteX13533" fmla="*/ 4481323 w 4641785"/>
              <a:gd name="connsiteY13533" fmla="*/ 1612532 h 5274332"/>
              <a:gd name="connsiteX13534" fmla="*/ 4473882 w 4641785"/>
              <a:gd name="connsiteY13534" fmla="*/ 1612532 h 5274332"/>
              <a:gd name="connsiteX13535" fmla="*/ 4469230 w 4641785"/>
              <a:gd name="connsiteY13535" fmla="*/ 1618114 h 5274332"/>
              <a:gd name="connsiteX13536" fmla="*/ 4474811 w 4641785"/>
              <a:gd name="connsiteY13536" fmla="*/ 1621834 h 5274332"/>
              <a:gd name="connsiteX13537" fmla="*/ 4476672 w 4641785"/>
              <a:gd name="connsiteY13537" fmla="*/ 1624160 h 5274332"/>
              <a:gd name="connsiteX13538" fmla="*/ 4475741 w 4641785"/>
              <a:gd name="connsiteY13538" fmla="*/ 1627416 h 5274332"/>
              <a:gd name="connsiteX13539" fmla="*/ 4470626 w 4641785"/>
              <a:gd name="connsiteY13539" fmla="*/ 1630206 h 5274332"/>
              <a:gd name="connsiteX13540" fmla="*/ 4459928 w 4641785"/>
              <a:gd name="connsiteY13540" fmla="*/ 1638578 h 5274332"/>
              <a:gd name="connsiteX13541" fmla="*/ 4459928 w 4641785"/>
              <a:gd name="connsiteY13541" fmla="*/ 1639974 h 5274332"/>
              <a:gd name="connsiteX13542" fmla="*/ 4465975 w 4641785"/>
              <a:gd name="connsiteY13542" fmla="*/ 1640904 h 5274332"/>
              <a:gd name="connsiteX13543" fmla="*/ 4468300 w 4641785"/>
              <a:gd name="connsiteY13543" fmla="*/ 1644160 h 5274332"/>
              <a:gd name="connsiteX13544" fmla="*/ 4476672 w 4641785"/>
              <a:gd name="connsiteY13544" fmla="*/ 1642765 h 5274332"/>
              <a:gd name="connsiteX13545" fmla="*/ 4478067 w 4641785"/>
              <a:gd name="connsiteY13545" fmla="*/ 1648346 h 5274332"/>
              <a:gd name="connsiteX13546" fmla="*/ 4479928 w 4641785"/>
              <a:gd name="connsiteY13546" fmla="*/ 1648346 h 5274332"/>
              <a:gd name="connsiteX13547" fmla="*/ 4480858 w 4641785"/>
              <a:gd name="connsiteY13547" fmla="*/ 1651601 h 5274332"/>
              <a:gd name="connsiteX13548" fmla="*/ 4484579 w 4641785"/>
              <a:gd name="connsiteY13548" fmla="*/ 1650672 h 5274332"/>
              <a:gd name="connsiteX13549" fmla="*/ 4485974 w 4641785"/>
              <a:gd name="connsiteY13549" fmla="*/ 1643229 h 5274332"/>
              <a:gd name="connsiteX13550" fmla="*/ 4490160 w 4641785"/>
              <a:gd name="connsiteY13550" fmla="*/ 1638113 h 5274332"/>
              <a:gd name="connsiteX13551" fmla="*/ 4493881 w 4641785"/>
              <a:gd name="connsiteY13551" fmla="*/ 1637183 h 5274332"/>
              <a:gd name="connsiteX13552" fmla="*/ 4498532 w 4641785"/>
              <a:gd name="connsiteY13552" fmla="*/ 1638578 h 5274332"/>
              <a:gd name="connsiteX13553" fmla="*/ 4505043 w 4641785"/>
              <a:gd name="connsiteY13553" fmla="*/ 1633927 h 5274332"/>
              <a:gd name="connsiteX13554" fmla="*/ 4506439 w 4641785"/>
              <a:gd name="connsiteY13554" fmla="*/ 1632067 h 5274332"/>
              <a:gd name="connsiteX13555" fmla="*/ 4512486 w 4641785"/>
              <a:gd name="connsiteY13555" fmla="*/ 1629741 h 5274332"/>
              <a:gd name="connsiteX13556" fmla="*/ 4523183 w 4641785"/>
              <a:gd name="connsiteY13556" fmla="*/ 1629741 h 5274332"/>
              <a:gd name="connsiteX13557" fmla="*/ 4525974 w 4641785"/>
              <a:gd name="connsiteY13557" fmla="*/ 1632532 h 5274332"/>
              <a:gd name="connsiteX13558" fmla="*/ 4531555 w 4641785"/>
              <a:gd name="connsiteY13558" fmla="*/ 1635787 h 5274332"/>
              <a:gd name="connsiteX13559" fmla="*/ 4534346 w 4641785"/>
              <a:gd name="connsiteY13559" fmla="*/ 1636253 h 5274332"/>
              <a:gd name="connsiteX13560" fmla="*/ 4538066 w 4641785"/>
              <a:gd name="connsiteY13560" fmla="*/ 1639043 h 5274332"/>
              <a:gd name="connsiteX13561" fmla="*/ 4540392 w 4641785"/>
              <a:gd name="connsiteY13561" fmla="*/ 1646485 h 5274332"/>
              <a:gd name="connsiteX13562" fmla="*/ 4548764 w 4641785"/>
              <a:gd name="connsiteY13562" fmla="*/ 1647416 h 5274332"/>
              <a:gd name="connsiteX13563" fmla="*/ 4552950 w 4641785"/>
              <a:gd name="connsiteY13563" fmla="*/ 1647416 h 5274332"/>
              <a:gd name="connsiteX13564" fmla="*/ 4554345 w 4641785"/>
              <a:gd name="connsiteY13564" fmla="*/ 1645555 h 5274332"/>
              <a:gd name="connsiteX13565" fmla="*/ 4560391 w 4641785"/>
              <a:gd name="connsiteY13565" fmla="*/ 1644160 h 5274332"/>
              <a:gd name="connsiteX13566" fmla="*/ 4563647 w 4641785"/>
              <a:gd name="connsiteY13566" fmla="*/ 1648346 h 5274332"/>
              <a:gd name="connsiteX13567" fmla="*/ 4564578 w 4641785"/>
              <a:gd name="connsiteY13567" fmla="*/ 1651601 h 5274332"/>
              <a:gd name="connsiteX13568" fmla="*/ 4568764 w 4641785"/>
              <a:gd name="connsiteY13568" fmla="*/ 1652531 h 5274332"/>
              <a:gd name="connsiteX13569" fmla="*/ 4572484 w 4641785"/>
              <a:gd name="connsiteY13569" fmla="*/ 1655323 h 5274332"/>
              <a:gd name="connsiteX13570" fmla="*/ 4575740 w 4641785"/>
              <a:gd name="connsiteY13570" fmla="*/ 1656718 h 5274332"/>
              <a:gd name="connsiteX13571" fmla="*/ 4579926 w 4641785"/>
              <a:gd name="connsiteY13571" fmla="*/ 1654857 h 5274332"/>
              <a:gd name="connsiteX13572" fmla="*/ 4584577 w 4641785"/>
              <a:gd name="connsiteY13572" fmla="*/ 1649276 h 5274332"/>
              <a:gd name="connsiteX13573" fmla="*/ 4591088 w 4641785"/>
              <a:gd name="connsiteY13573" fmla="*/ 1646950 h 5274332"/>
              <a:gd name="connsiteX13574" fmla="*/ 4596205 w 4641785"/>
              <a:gd name="connsiteY13574" fmla="*/ 1649741 h 5274332"/>
              <a:gd name="connsiteX13575" fmla="*/ 4601787 w 4641785"/>
              <a:gd name="connsiteY13575" fmla="*/ 1654857 h 5274332"/>
              <a:gd name="connsiteX13576" fmla="*/ 4603182 w 4641785"/>
              <a:gd name="connsiteY13576" fmla="*/ 1659508 h 5274332"/>
              <a:gd name="connsiteX13577" fmla="*/ 4606902 w 4641785"/>
              <a:gd name="connsiteY13577" fmla="*/ 1660904 h 5274332"/>
              <a:gd name="connsiteX13578" fmla="*/ 4612019 w 4641785"/>
              <a:gd name="connsiteY13578" fmla="*/ 1659508 h 5274332"/>
              <a:gd name="connsiteX13579" fmla="*/ 4614809 w 4641785"/>
              <a:gd name="connsiteY13579" fmla="*/ 1664159 h 5274332"/>
              <a:gd name="connsiteX13580" fmla="*/ 4621321 w 4641785"/>
              <a:gd name="connsiteY13580" fmla="*/ 1664159 h 5274332"/>
              <a:gd name="connsiteX13581" fmla="*/ 4625042 w 4641785"/>
              <a:gd name="connsiteY13581" fmla="*/ 1666020 h 5274332"/>
              <a:gd name="connsiteX13582" fmla="*/ 4625972 w 4641785"/>
              <a:gd name="connsiteY13582" fmla="*/ 1668345 h 5274332"/>
              <a:gd name="connsiteX13583" fmla="*/ 4629228 w 4641785"/>
              <a:gd name="connsiteY13583" fmla="*/ 1669275 h 5274332"/>
              <a:gd name="connsiteX13584" fmla="*/ 4632018 w 4641785"/>
              <a:gd name="connsiteY13584" fmla="*/ 1671601 h 5274332"/>
              <a:gd name="connsiteX13585" fmla="*/ 4635739 w 4641785"/>
              <a:gd name="connsiteY13585" fmla="*/ 1672996 h 5274332"/>
              <a:gd name="connsiteX13586" fmla="*/ 4639925 w 4641785"/>
              <a:gd name="connsiteY13586" fmla="*/ 1677647 h 5274332"/>
              <a:gd name="connsiteX13587" fmla="*/ 4638530 w 4641785"/>
              <a:gd name="connsiteY13587" fmla="*/ 1679508 h 5274332"/>
              <a:gd name="connsiteX13588" fmla="*/ 4635274 w 4641785"/>
              <a:gd name="connsiteY13588" fmla="*/ 1677647 h 5274332"/>
              <a:gd name="connsiteX13589" fmla="*/ 4628763 w 4641785"/>
              <a:gd name="connsiteY13589" fmla="*/ 1684625 h 5274332"/>
              <a:gd name="connsiteX13590" fmla="*/ 4627833 w 4641785"/>
              <a:gd name="connsiteY13590" fmla="*/ 1686950 h 5274332"/>
              <a:gd name="connsiteX13591" fmla="*/ 4630158 w 4641785"/>
              <a:gd name="connsiteY13591" fmla="*/ 1692066 h 5274332"/>
              <a:gd name="connsiteX13592" fmla="*/ 4625507 w 4641785"/>
              <a:gd name="connsiteY13592" fmla="*/ 1697182 h 5274332"/>
              <a:gd name="connsiteX13593" fmla="*/ 4625972 w 4641785"/>
              <a:gd name="connsiteY13593" fmla="*/ 1701368 h 5274332"/>
              <a:gd name="connsiteX13594" fmla="*/ 4629228 w 4641785"/>
              <a:gd name="connsiteY13594" fmla="*/ 1701833 h 5274332"/>
              <a:gd name="connsiteX13595" fmla="*/ 4634344 w 4641785"/>
              <a:gd name="connsiteY13595" fmla="*/ 1701368 h 5274332"/>
              <a:gd name="connsiteX13596" fmla="*/ 4636204 w 4641785"/>
              <a:gd name="connsiteY13596" fmla="*/ 1706949 h 5274332"/>
              <a:gd name="connsiteX13597" fmla="*/ 4639925 w 4641785"/>
              <a:gd name="connsiteY13597" fmla="*/ 1707415 h 5274332"/>
              <a:gd name="connsiteX13598" fmla="*/ 4641785 w 4641785"/>
              <a:gd name="connsiteY13598" fmla="*/ 1711135 h 5274332"/>
              <a:gd name="connsiteX13599" fmla="*/ 4638530 w 4641785"/>
              <a:gd name="connsiteY13599" fmla="*/ 1711601 h 5274332"/>
              <a:gd name="connsiteX13600" fmla="*/ 4636670 w 4641785"/>
              <a:gd name="connsiteY13600" fmla="*/ 1716252 h 5274332"/>
              <a:gd name="connsiteX13601" fmla="*/ 4636204 w 4641785"/>
              <a:gd name="connsiteY13601" fmla="*/ 1723693 h 5274332"/>
              <a:gd name="connsiteX13602" fmla="*/ 4638065 w 4641785"/>
              <a:gd name="connsiteY13602" fmla="*/ 1726019 h 5274332"/>
              <a:gd name="connsiteX13603" fmla="*/ 4636670 w 4641785"/>
              <a:gd name="connsiteY13603" fmla="*/ 1728344 h 5274332"/>
              <a:gd name="connsiteX13604" fmla="*/ 4638065 w 4641785"/>
              <a:gd name="connsiteY13604" fmla="*/ 1732530 h 5274332"/>
              <a:gd name="connsiteX13605" fmla="*/ 4634344 w 4641785"/>
              <a:gd name="connsiteY13605" fmla="*/ 1734391 h 5274332"/>
              <a:gd name="connsiteX13606" fmla="*/ 4631089 w 4641785"/>
              <a:gd name="connsiteY13606" fmla="*/ 1732995 h 5274332"/>
              <a:gd name="connsiteX13607" fmla="*/ 4627367 w 4641785"/>
              <a:gd name="connsiteY13607" fmla="*/ 1733461 h 5274332"/>
              <a:gd name="connsiteX13608" fmla="*/ 4627833 w 4641785"/>
              <a:gd name="connsiteY13608" fmla="*/ 1729740 h 5274332"/>
              <a:gd name="connsiteX13609" fmla="*/ 4625507 w 4641785"/>
              <a:gd name="connsiteY13609" fmla="*/ 1726484 h 5274332"/>
              <a:gd name="connsiteX13610" fmla="*/ 4617135 w 4641785"/>
              <a:gd name="connsiteY13610" fmla="*/ 1730205 h 5274332"/>
              <a:gd name="connsiteX13611" fmla="*/ 4613879 w 4641785"/>
              <a:gd name="connsiteY13611" fmla="*/ 1733461 h 5274332"/>
              <a:gd name="connsiteX13612" fmla="*/ 4608763 w 4641785"/>
              <a:gd name="connsiteY13612" fmla="*/ 1738112 h 5274332"/>
              <a:gd name="connsiteX13613" fmla="*/ 4601787 w 4641785"/>
              <a:gd name="connsiteY13613" fmla="*/ 1745554 h 5274332"/>
              <a:gd name="connsiteX13614" fmla="*/ 4598065 w 4641785"/>
              <a:gd name="connsiteY13614" fmla="*/ 1746949 h 5274332"/>
              <a:gd name="connsiteX13615" fmla="*/ 4596205 w 4641785"/>
              <a:gd name="connsiteY13615" fmla="*/ 1750205 h 5274332"/>
              <a:gd name="connsiteX13616" fmla="*/ 4592484 w 4641785"/>
              <a:gd name="connsiteY13616" fmla="*/ 1750669 h 5274332"/>
              <a:gd name="connsiteX13617" fmla="*/ 4592949 w 4641785"/>
              <a:gd name="connsiteY13617" fmla="*/ 1754390 h 5274332"/>
              <a:gd name="connsiteX13618" fmla="*/ 4591554 w 4641785"/>
              <a:gd name="connsiteY13618" fmla="*/ 1758576 h 5274332"/>
              <a:gd name="connsiteX13619" fmla="*/ 4586903 w 4641785"/>
              <a:gd name="connsiteY13619" fmla="*/ 1756716 h 5274332"/>
              <a:gd name="connsiteX13620" fmla="*/ 4582252 w 4641785"/>
              <a:gd name="connsiteY13620" fmla="*/ 1758112 h 5274332"/>
              <a:gd name="connsiteX13621" fmla="*/ 4578996 w 4641785"/>
              <a:gd name="connsiteY13621" fmla="*/ 1760437 h 5274332"/>
              <a:gd name="connsiteX13622" fmla="*/ 4577135 w 4641785"/>
              <a:gd name="connsiteY13622" fmla="*/ 1765553 h 5274332"/>
              <a:gd name="connsiteX13623" fmla="*/ 4573880 w 4641785"/>
              <a:gd name="connsiteY13623" fmla="*/ 1769274 h 5274332"/>
              <a:gd name="connsiteX13624" fmla="*/ 4572949 w 4641785"/>
              <a:gd name="connsiteY13624" fmla="*/ 1772530 h 5274332"/>
              <a:gd name="connsiteX13625" fmla="*/ 4569693 w 4641785"/>
              <a:gd name="connsiteY13625" fmla="*/ 1772065 h 5274332"/>
              <a:gd name="connsiteX13626" fmla="*/ 4565042 w 4641785"/>
              <a:gd name="connsiteY13626" fmla="*/ 1775321 h 5274332"/>
              <a:gd name="connsiteX13627" fmla="*/ 4563647 w 4641785"/>
              <a:gd name="connsiteY13627" fmla="*/ 1779971 h 5274332"/>
              <a:gd name="connsiteX13628" fmla="*/ 4559927 w 4641785"/>
              <a:gd name="connsiteY13628" fmla="*/ 1781832 h 5274332"/>
              <a:gd name="connsiteX13629" fmla="*/ 4560391 w 4641785"/>
              <a:gd name="connsiteY13629" fmla="*/ 1786948 h 5274332"/>
              <a:gd name="connsiteX13630" fmla="*/ 4562717 w 4641785"/>
              <a:gd name="connsiteY13630" fmla="*/ 1787878 h 5274332"/>
              <a:gd name="connsiteX13631" fmla="*/ 4563183 w 4641785"/>
              <a:gd name="connsiteY13631" fmla="*/ 1792995 h 5274332"/>
              <a:gd name="connsiteX13632" fmla="*/ 4566438 w 4641785"/>
              <a:gd name="connsiteY13632" fmla="*/ 1798111 h 5274332"/>
              <a:gd name="connsiteX13633" fmla="*/ 4565973 w 4641785"/>
              <a:gd name="connsiteY13633" fmla="*/ 1800902 h 5274332"/>
              <a:gd name="connsiteX13634" fmla="*/ 4562717 w 4641785"/>
              <a:gd name="connsiteY13634" fmla="*/ 1805553 h 5274332"/>
              <a:gd name="connsiteX13635" fmla="*/ 4562252 w 4641785"/>
              <a:gd name="connsiteY13635" fmla="*/ 1810204 h 5274332"/>
              <a:gd name="connsiteX13636" fmla="*/ 4565973 w 4641785"/>
              <a:gd name="connsiteY13636" fmla="*/ 1812529 h 5274332"/>
              <a:gd name="connsiteX13637" fmla="*/ 4566903 w 4641785"/>
              <a:gd name="connsiteY13637" fmla="*/ 1816715 h 5274332"/>
              <a:gd name="connsiteX13638" fmla="*/ 4571089 w 4641785"/>
              <a:gd name="connsiteY13638" fmla="*/ 1818575 h 5274332"/>
              <a:gd name="connsiteX13639" fmla="*/ 4572484 w 4641785"/>
              <a:gd name="connsiteY13639" fmla="*/ 1822297 h 5274332"/>
              <a:gd name="connsiteX13640" fmla="*/ 4571554 w 4641785"/>
              <a:gd name="connsiteY13640" fmla="*/ 1823692 h 5274332"/>
              <a:gd name="connsiteX13641" fmla="*/ 4573880 w 4641785"/>
              <a:gd name="connsiteY13641" fmla="*/ 1827878 h 5274332"/>
              <a:gd name="connsiteX13642" fmla="*/ 4576205 w 4641785"/>
              <a:gd name="connsiteY13642" fmla="*/ 1829273 h 5274332"/>
              <a:gd name="connsiteX13643" fmla="*/ 4577135 w 4641785"/>
              <a:gd name="connsiteY13643" fmla="*/ 1833924 h 5274332"/>
              <a:gd name="connsiteX13644" fmla="*/ 4582717 w 4641785"/>
              <a:gd name="connsiteY13644" fmla="*/ 1838110 h 5274332"/>
              <a:gd name="connsiteX13645" fmla="*/ 4583182 w 4641785"/>
              <a:gd name="connsiteY13645" fmla="*/ 1840901 h 5274332"/>
              <a:gd name="connsiteX13646" fmla="*/ 4589229 w 4641785"/>
              <a:gd name="connsiteY13646" fmla="*/ 1847413 h 5274332"/>
              <a:gd name="connsiteX13647" fmla="*/ 4591554 w 4641785"/>
              <a:gd name="connsiteY13647" fmla="*/ 1848808 h 5274332"/>
              <a:gd name="connsiteX13648" fmla="*/ 4591554 w 4641785"/>
              <a:gd name="connsiteY13648" fmla="*/ 1853459 h 5274332"/>
              <a:gd name="connsiteX13649" fmla="*/ 4594810 w 4641785"/>
              <a:gd name="connsiteY13649" fmla="*/ 1855319 h 5274332"/>
              <a:gd name="connsiteX13650" fmla="*/ 4596670 w 4641785"/>
              <a:gd name="connsiteY13650" fmla="*/ 1859970 h 5274332"/>
              <a:gd name="connsiteX13651" fmla="*/ 4600391 w 4641785"/>
              <a:gd name="connsiteY13651" fmla="*/ 1860901 h 5274332"/>
              <a:gd name="connsiteX13652" fmla="*/ 4603182 w 4641785"/>
              <a:gd name="connsiteY13652" fmla="*/ 1865086 h 5274332"/>
              <a:gd name="connsiteX13653" fmla="*/ 4603647 w 4641785"/>
              <a:gd name="connsiteY13653" fmla="*/ 1868342 h 5274332"/>
              <a:gd name="connsiteX13654" fmla="*/ 4601321 w 4641785"/>
              <a:gd name="connsiteY13654" fmla="*/ 1870203 h 5274332"/>
              <a:gd name="connsiteX13655" fmla="*/ 4599461 w 4641785"/>
              <a:gd name="connsiteY13655" fmla="*/ 1874389 h 5274332"/>
              <a:gd name="connsiteX13656" fmla="*/ 4597136 w 4641785"/>
              <a:gd name="connsiteY13656" fmla="*/ 1874389 h 5274332"/>
              <a:gd name="connsiteX13657" fmla="*/ 4593414 w 4641785"/>
              <a:gd name="connsiteY13657" fmla="*/ 1871133 h 5274332"/>
              <a:gd name="connsiteX13658" fmla="*/ 4588763 w 4641785"/>
              <a:gd name="connsiteY13658" fmla="*/ 1872993 h 5274332"/>
              <a:gd name="connsiteX13659" fmla="*/ 4586437 w 4641785"/>
              <a:gd name="connsiteY13659" fmla="*/ 1872993 h 5274332"/>
              <a:gd name="connsiteX13660" fmla="*/ 4581322 w 4641785"/>
              <a:gd name="connsiteY13660" fmla="*/ 1867412 h 5274332"/>
              <a:gd name="connsiteX13661" fmla="*/ 4576205 w 4641785"/>
              <a:gd name="connsiteY13661" fmla="*/ 1865552 h 5274332"/>
              <a:gd name="connsiteX13662" fmla="*/ 4573880 w 4641785"/>
              <a:gd name="connsiteY13662" fmla="*/ 1863226 h 5274332"/>
              <a:gd name="connsiteX13663" fmla="*/ 4569229 w 4641785"/>
              <a:gd name="connsiteY13663" fmla="*/ 1861831 h 5274332"/>
              <a:gd name="connsiteX13664" fmla="*/ 4563647 w 4641785"/>
              <a:gd name="connsiteY13664" fmla="*/ 1861366 h 5274332"/>
              <a:gd name="connsiteX13665" fmla="*/ 4555276 w 4641785"/>
              <a:gd name="connsiteY13665" fmla="*/ 1857179 h 5274332"/>
              <a:gd name="connsiteX13666" fmla="*/ 4554810 w 4641785"/>
              <a:gd name="connsiteY13666" fmla="*/ 1853924 h 5274332"/>
              <a:gd name="connsiteX13667" fmla="*/ 4558996 w 4641785"/>
              <a:gd name="connsiteY13667" fmla="*/ 1850668 h 5274332"/>
              <a:gd name="connsiteX13668" fmla="*/ 4558066 w 4641785"/>
              <a:gd name="connsiteY13668" fmla="*/ 1845087 h 5274332"/>
              <a:gd name="connsiteX13669" fmla="*/ 4555276 w 4641785"/>
              <a:gd name="connsiteY13669" fmla="*/ 1844621 h 5274332"/>
              <a:gd name="connsiteX13670" fmla="*/ 4553415 w 4641785"/>
              <a:gd name="connsiteY13670" fmla="*/ 1842762 h 5274332"/>
              <a:gd name="connsiteX13671" fmla="*/ 4552485 w 4641785"/>
              <a:gd name="connsiteY13671" fmla="*/ 1838110 h 5274332"/>
              <a:gd name="connsiteX13672" fmla="*/ 4550624 w 4641785"/>
              <a:gd name="connsiteY13672" fmla="*/ 1837180 h 5274332"/>
              <a:gd name="connsiteX13673" fmla="*/ 4547369 w 4641785"/>
              <a:gd name="connsiteY13673" fmla="*/ 1833924 h 5274332"/>
              <a:gd name="connsiteX13674" fmla="*/ 4545043 w 4641785"/>
              <a:gd name="connsiteY13674" fmla="*/ 1829738 h 5274332"/>
              <a:gd name="connsiteX13675" fmla="*/ 4540392 w 4641785"/>
              <a:gd name="connsiteY13675" fmla="*/ 1827878 h 5274332"/>
              <a:gd name="connsiteX13676" fmla="*/ 4535276 w 4641785"/>
              <a:gd name="connsiteY13676" fmla="*/ 1827878 h 5274332"/>
              <a:gd name="connsiteX13677" fmla="*/ 4530625 w 4641785"/>
              <a:gd name="connsiteY13677" fmla="*/ 1824622 h 5274332"/>
              <a:gd name="connsiteX13678" fmla="*/ 4527834 w 4641785"/>
              <a:gd name="connsiteY13678" fmla="*/ 1827412 h 5274332"/>
              <a:gd name="connsiteX13679" fmla="*/ 4524113 w 4641785"/>
              <a:gd name="connsiteY13679" fmla="*/ 1826482 h 5274332"/>
              <a:gd name="connsiteX13680" fmla="*/ 4520393 w 4641785"/>
              <a:gd name="connsiteY13680" fmla="*/ 1826948 h 5274332"/>
              <a:gd name="connsiteX13681" fmla="*/ 4516206 w 4641785"/>
              <a:gd name="connsiteY13681" fmla="*/ 1826482 h 5274332"/>
              <a:gd name="connsiteX13682" fmla="*/ 4512486 w 4641785"/>
              <a:gd name="connsiteY13682" fmla="*/ 1829273 h 5274332"/>
              <a:gd name="connsiteX13683" fmla="*/ 4512950 w 4641785"/>
              <a:gd name="connsiteY13683" fmla="*/ 1831133 h 5274332"/>
              <a:gd name="connsiteX13684" fmla="*/ 4506904 w 4641785"/>
              <a:gd name="connsiteY13684" fmla="*/ 1834855 h 5274332"/>
              <a:gd name="connsiteX13685" fmla="*/ 4501788 w 4641785"/>
              <a:gd name="connsiteY13685" fmla="*/ 1839506 h 5274332"/>
              <a:gd name="connsiteX13686" fmla="*/ 4497137 w 4641785"/>
              <a:gd name="connsiteY13686" fmla="*/ 1837645 h 5274332"/>
              <a:gd name="connsiteX13687" fmla="*/ 4492486 w 4641785"/>
              <a:gd name="connsiteY13687" fmla="*/ 1837180 h 5274332"/>
              <a:gd name="connsiteX13688" fmla="*/ 4486439 w 4641785"/>
              <a:gd name="connsiteY13688" fmla="*/ 1837645 h 5274332"/>
              <a:gd name="connsiteX13689" fmla="*/ 4479928 w 4641785"/>
              <a:gd name="connsiteY13689" fmla="*/ 1840436 h 5274332"/>
              <a:gd name="connsiteX13690" fmla="*/ 4475277 w 4641785"/>
              <a:gd name="connsiteY13690" fmla="*/ 1839040 h 5274332"/>
              <a:gd name="connsiteX13691" fmla="*/ 4472951 w 4641785"/>
              <a:gd name="connsiteY13691" fmla="*/ 1841366 h 5274332"/>
              <a:gd name="connsiteX13692" fmla="*/ 4466905 w 4641785"/>
              <a:gd name="connsiteY13692" fmla="*/ 1839040 h 5274332"/>
              <a:gd name="connsiteX13693" fmla="*/ 4463649 w 4641785"/>
              <a:gd name="connsiteY13693" fmla="*/ 1840436 h 5274332"/>
              <a:gd name="connsiteX13694" fmla="*/ 4461789 w 4641785"/>
              <a:gd name="connsiteY13694" fmla="*/ 1842762 h 5274332"/>
              <a:gd name="connsiteX13695" fmla="*/ 4454812 w 4641785"/>
              <a:gd name="connsiteY13695" fmla="*/ 1841831 h 5274332"/>
              <a:gd name="connsiteX13696" fmla="*/ 4452021 w 4641785"/>
              <a:gd name="connsiteY13696" fmla="*/ 1844621 h 5274332"/>
              <a:gd name="connsiteX13697" fmla="*/ 4448765 w 4641785"/>
              <a:gd name="connsiteY13697" fmla="*/ 1845552 h 5274332"/>
              <a:gd name="connsiteX13698" fmla="*/ 4446440 w 4641785"/>
              <a:gd name="connsiteY13698" fmla="*/ 1847413 h 5274332"/>
              <a:gd name="connsiteX13699" fmla="*/ 4443650 w 4641785"/>
              <a:gd name="connsiteY13699" fmla="*/ 1847413 h 5274332"/>
              <a:gd name="connsiteX13700" fmla="*/ 4435743 w 4641785"/>
              <a:gd name="connsiteY13700" fmla="*/ 1851133 h 5274332"/>
              <a:gd name="connsiteX13701" fmla="*/ 4433417 w 4641785"/>
              <a:gd name="connsiteY13701" fmla="*/ 1851598 h 5274332"/>
              <a:gd name="connsiteX13702" fmla="*/ 4431092 w 4641785"/>
              <a:gd name="connsiteY13702" fmla="*/ 1853924 h 5274332"/>
              <a:gd name="connsiteX13703" fmla="*/ 4423185 w 4641785"/>
              <a:gd name="connsiteY13703" fmla="*/ 1857645 h 5274332"/>
              <a:gd name="connsiteX13704" fmla="*/ 4420394 w 4641785"/>
              <a:gd name="connsiteY13704" fmla="*/ 1865086 h 5274332"/>
              <a:gd name="connsiteX13705" fmla="*/ 4414347 w 4641785"/>
              <a:gd name="connsiteY13705" fmla="*/ 1872993 h 5274332"/>
              <a:gd name="connsiteX13706" fmla="*/ 4410627 w 4641785"/>
              <a:gd name="connsiteY13706" fmla="*/ 1880900 h 5274332"/>
              <a:gd name="connsiteX13707" fmla="*/ 4398069 w 4641785"/>
              <a:gd name="connsiteY13707" fmla="*/ 1889272 h 5274332"/>
              <a:gd name="connsiteX13708" fmla="*/ 4394813 w 4641785"/>
              <a:gd name="connsiteY13708" fmla="*/ 1888807 h 5274332"/>
              <a:gd name="connsiteX13709" fmla="*/ 4392022 w 4641785"/>
              <a:gd name="connsiteY13709" fmla="*/ 1890203 h 5274332"/>
              <a:gd name="connsiteX13710" fmla="*/ 4388301 w 4641785"/>
              <a:gd name="connsiteY13710" fmla="*/ 1888807 h 5274332"/>
              <a:gd name="connsiteX13711" fmla="*/ 4382720 w 4641785"/>
              <a:gd name="connsiteY13711" fmla="*/ 1894388 h 5274332"/>
              <a:gd name="connsiteX13712" fmla="*/ 4379464 w 4641785"/>
              <a:gd name="connsiteY13712" fmla="*/ 1899039 h 5274332"/>
              <a:gd name="connsiteX13713" fmla="*/ 4379929 w 4641785"/>
              <a:gd name="connsiteY13713" fmla="*/ 1902761 h 5274332"/>
              <a:gd name="connsiteX13714" fmla="*/ 4378069 w 4641785"/>
              <a:gd name="connsiteY13714" fmla="*/ 1905086 h 5274332"/>
              <a:gd name="connsiteX13715" fmla="*/ 4378534 w 4641785"/>
              <a:gd name="connsiteY13715" fmla="*/ 1909272 h 5274332"/>
              <a:gd name="connsiteX13716" fmla="*/ 4374813 w 4641785"/>
              <a:gd name="connsiteY13716" fmla="*/ 1912993 h 5274332"/>
              <a:gd name="connsiteX13717" fmla="*/ 4370627 w 4641785"/>
              <a:gd name="connsiteY13717" fmla="*/ 1912993 h 5274332"/>
              <a:gd name="connsiteX13718" fmla="*/ 4365511 w 4641785"/>
              <a:gd name="connsiteY13718" fmla="*/ 1908807 h 5274332"/>
              <a:gd name="connsiteX13719" fmla="*/ 4362256 w 4641785"/>
              <a:gd name="connsiteY13719" fmla="*/ 1913457 h 5274332"/>
              <a:gd name="connsiteX13720" fmla="*/ 4359930 w 4641785"/>
              <a:gd name="connsiteY13720" fmla="*/ 1914388 h 5274332"/>
              <a:gd name="connsiteX13721" fmla="*/ 4359000 w 4641785"/>
              <a:gd name="connsiteY13721" fmla="*/ 1919505 h 5274332"/>
              <a:gd name="connsiteX13722" fmla="*/ 4355744 w 4641785"/>
              <a:gd name="connsiteY13722" fmla="*/ 1924620 h 5274332"/>
              <a:gd name="connsiteX13723" fmla="*/ 4350162 w 4641785"/>
              <a:gd name="connsiteY13723" fmla="*/ 1923690 h 5274332"/>
              <a:gd name="connsiteX13724" fmla="*/ 4348302 w 4641785"/>
              <a:gd name="connsiteY13724" fmla="*/ 1921830 h 5274332"/>
              <a:gd name="connsiteX13725" fmla="*/ 4345511 w 4641785"/>
              <a:gd name="connsiteY13725" fmla="*/ 1921830 h 5274332"/>
              <a:gd name="connsiteX13726" fmla="*/ 4340395 w 4641785"/>
              <a:gd name="connsiteY13726" fmla="*/ 1926015 h 5274332"/>
              <a:gd name="connsiteX13727" fmla="*/ 4338535 w 4641785"/>
              <a:gd name="connsiteY13727" fmla="*/ 1931597 h 5274332"/>
              <a:gd name="connsiteX13728" fmla="*/ 4335744 w 4641785"/>
              <a:gd name="connsiteY13728" fmla="*/ 1936248 h 5274332"/>
              <a:gd name="connsiteX13729" fmla="*/ 4332489 w 4641785"/>
              <a:gd name="connsiteY13729" fmla="*/ 1937178 h 5274332"/>
              <a:gd name="connsiteX13730" fmla="*/ 4325977 w 4641785"/>
              <a:gd name="connsiteY13730" fmla="*/ 1946946 h 5274332"/>
              <a:gd name="connsiteX13731" fmla="*/ 4323186 w 4641785"/>
              <a:gd name="connsiteY13731" fmla="*/ 1946946 h 5274332"/>
              <a:gd name="connsiteX13732" fmla="*/ 4316675 w 4641785"/>
              <a:gd name="connsiteY13732" fmla="*/ 1950202 h 5274332"/>
              <a:gd name="connsiteX13733" fmla="*/ 4313884 w 4641785"/>
              <a:gd name="connsiteY13733" fmla="*/ 1950202 h 5274332"/>
              <a:gd name="connsiteX13734" fmla="*/ 4306907 w 4641785"/>
              <a:gd name="connsiteY13734" fmla="*/ 1953922 h 5274332"/>
              <a:gd name="connsiteX13735" fmla="*/ 4301791 w 4641785"/>
              <a:gd name="connsiteY13735" fmla="*/ 1952992 h 5274332"/>
              <a:gd name="connsiteX13736" fmla="*/ 4299931 w 4641785"/>
              <a:gd name="connsiteY13736" fmla="*/ 1948806 h 5274332"/>
              <a:gd name="connsiteX13737" fmla="*/ 4296675 w 4641785"/>
              <a:gd name="connsiteY13737" fmla="*/ 1948806 h 5274332"/>
              <a:gd name="connsiteX13738" fmla="*/ 4296675 w 4641785"/>
              <a:gd name="connsiteY13738" fmla="*/ 1948805 h 5274332"/>
              <a:gd name="connsiteX13739" fmla="*/ 4291559 w 4641785"/>
              <a:gd name="connsiteY13739" fmla="*/ 1955316 h 5274332"/>
              <a:gd name="connsiteX13740" fmla="*/ 4287838 w 4641785"/>
              <a:gd name="connsiteY13740" fmla="*/ 1956247 h 5274332"/>
              <a:gd name="connsiteX13741" fmla="*/ 4283187 w 4641785"/>
              <a:gd name="connsiteY13741" fmla="*/ 1960433 h 5274332"/>
              <a:gd name="connsiteX13742" fmla="*/ 4283187 w 4641785"/>
              <a:gd name="connsiteY13742" fmla="*/ 1967409 h 5274332"/>
              <a:gd name="connsiteX13743" fmla="*/ 4280861 w 4641785"/>
              <a:gd name="connsiteY13743" fmla="*/ 1971130 h 5274332"/>
              <a:gd name="connsiteX13744" fmla="*/ 4277140 w 4641785"/>
              <a:gd name="connsiteY13744" fmla="*/ 1973455 h 5274332"/>
              <a:gd name="connsiteX13745" fmla="*/ 4278071 w 4641785"/>
              <a:gd name="connsiteY13745" fmla="*/ 1976711 h 5274332"/>
              <a:gd name="connsiteX13746" fmla="*/ 4275280 w 4641785"/>
              <a:gd name="connsiteY13746" fmla="*/ 1979502 h 5274332"/>
              <a:gd name="connsiteX13747" fmla="*/ 4269699 w 4641785"/>
              <a:gd name="connsiteY13747" fmla="*/ 1987874 h 5274332"/>
              <a:gd name="connsiteX13748" fmla="*/ 4269234 w 4641785"/>
              <a:gd name="connsiteY13748" fmla="*/ 1990664 h 5274332"/>
              <a:gd name="connsiteX13749" fmla="*/ 4272489 w 4641785"/>
              <a:gd name="connsiteY13749" fmla="*/ 1990200 h 5274332"/>
              <a:gd name="connsiteX13750" fmla="*/ 4276210 w 4641785"/>
              <a:gd name="connsiteY13750" fmla="*/ 1995315 h 5274332"/>
              <a:gd name="connsiteX13751" fmla="*/ 4275280 w 4641785"/>
              <a:gd name="connsiteY13751" fmla="*/ 1999502 h 5274332"/>
              <a:gd name="connsiteX13752" fmla="*/ 4280396 w 4641785"/>
              <a:gd name="connsiteY13752" fmla="*/ 2001827 h 5274332"/>
              <a:gd name="connsiteX13753" fmla="*/ 4279001 w 4641785"/>
              <a:gd name="connsiteY13753" fmla="*/ 2007408 h 5274332"/>
              <a:gd name="connsiteX13754" fmla="*/ 4279466 w 4641785"/>
              <a:gd name="connsiteY13754" fmla="*/ 2018571 h 5274332"/>
              <a:gd name="connsiteX13755" fmla="*/ 4278071 w 4641785"/>
              <a:gd name="connsiteY13755" fmla="*/ 2021827 h 5274332"/>
              <a:gd name="connsiteX13756" fmla="*/ 4279466 w 4641785"/>
              <a:gd name="connsiteY13756" fmla="*/ 2025083 h 5274332"/>
              <a:gd name="connsiteX13757" fmla="*/ 4278071 w 4641785"/>
              <a:gd name="connsiteY13757" fmla="*/ 2027873 h 5274332"/>
              <a:gd name="connsiteX13758" fmla="*/ 4281327 w 4641785"/>
              <a:gd name="connsiteY13758" fmla="*/ 2032524 h 5274332"/>
              <a:gd name="connsiteX13759" fmla="*/ 4279001 w 4641785"/>
              <a:gd name="connsiteY13759" fmla="*/ 2034385 h 5274332"/>
              <a:gd name="connsiteX13760" fmla="*/ 4277140 w 4641785"/>
              <a:gd name="connsiteY13760" fmla="*/ 2041361 h 5274332"/>
              <a:gd name="connsiteX13761" fmla="*/ 4279001 w 4641785"/>
              <a:gd name="connsiteY13761" fmla="*/ 2046012 h 5274332"/>
              <a:gd name="connsiteX13762" fmla="*/ 4278071 w 4641785"/>
              <a:gd name="connsiteY13762" fmla="*/ 2048803 h 5274332"/>
              <a:gd name="connsiteX13763" fmla="*/ 4279001 w 4641785"/>
              <a:gd name="connsiteY13763" fmla="*/ 2052524 h 5274332"/>
              <a:gd name="connsiteX13764" fmla="*/ 4282722 w 4641785"/>
              <a:gd name="connsiteY13764" fmla="*/ 2053454 h 5274332"/>
              <a:gd name="connsiteX13765" fmla="*/ 4285047 w 4641785"/>
              <a:gd name="connsiteY13765" fmla="*/ 2052989 h 5274332"/>
              <a:gd name="connsiteX13766" fmla="*/ 4288303 w 4641785"/>
              <a:gd name="connsiteY13766" fmla="*/ 2055314 h 5274332"/>
              <a:gd name="connsiteX13767" fmla="*/ 4285047 w 4641785"/>
              <a:gd name="connsiteY13767" fmla="*/ 2060896 h 5274332"/>
              <a:gd name="connsiteX13768" fmla="*/ 4285047 w 4641785"/>
              <a:gd name="connsiteY13768" fmla="*/ 2064151 h 5274332"/>
              <a:gd name="connsiteX13769" fmla="*/ 4280861 w 4641785"/>
              <a:gd name="connsiteY13769" fmla="*/ 2069268 h 5274332"/>
              <a:gd name="connsiteX13770" fmla="*/ 4277606 w 4641785"/>
              <a:gd name="connsiteY13770" fmla="*/ 2072524 h 5274332"/>
              <a:gd name="connsiteX13771" fmla="*/ 4275745 w 4641785"/>
              <a:gd name="connsiteY13771" fmla="*/ 2075780 h 5274332"/>
              <a:gd name="connsiteX13772" fmla="*/ 4271094 w 4641785"/>
              <a:gd name="connsiteY13772" fmla="*/ 2079035 h 5274332"/>
              <a:gd name="connsiteX13773" fmla="*/ 4267838 w 4641785"/>
              <a:gd name="connsiteY13773" fmla="*/ 2079501 h 5274332"/>
              <a:gd name="connsiteX13774" fmla="*/ 4263187 w 4641785"/>
              <a:gd name="connsiteY13774" fmla="*/ 2084616 h 5274332"/>
              <a:gd name="connsiteX13775" fmla="*/ 4261792 w 4641785"/>
              <a:gd name="connsiteY13775" fmla="*/ 2087872 h 5274332"/>
              <a:gd name="connsiteX13776" fmla="*/ 4261327 w 4641785"/>
              <a:gd name="connsiteY13776" fmla="*/ 2092989 h 5274332"/>
              <a:gd name="connsiteX13777" fmla="*/ 4264118 w 4641785"/>
              <a:gd name="connsiteY13777" fmla="*/ 2097640 h 5274332"/>
              <a:gd name="connsiteX13778" fmla="*/ 4264583 w 4641785"/>
              <a:gd name="connsiteY13778" fmla="*/ 2102291 h 5274332"/>
              <a:gd name="connsiteX13779" fmla="*/ 4266443 w 4641785"/>
              <a:gd name="connsiteY13779" fmla="*/ 2103686 h 5274332"/>
              <a:gd name="connsiteX13780" fmla="*/ 4265978 w 4641785"/>
              <a:gd name="connsiteY13780" fmla="*/ 2108802 h 5274332"/>
              <a:gd name="connsiteX13781" fmla="*/ 4266908 w 4641785"/>
              <a:gd name="connsiteY13781" fmla="*/ 2112058 h 5274332"/>
              <a:gd name="connsiteX13782" fmla="*/ 4264118 w 4641785"/>
              <a:gd name="connsiteY13782" fmla="*/ 2115779 h 5274332"/>
              <a:gd name="connsiteX13783" fmla="*/ 4260396 w 4641785"/>
              <a:gd name="connsiteY13783" fmla="*/ 2116709 h 5274332"/>
              <a:gd name="connsiteX13784" fmla="*/ 4256211 w 4641785"/>
              <a:gd name="connsiteY13784" fmla="*/ 2122291 h 5274332"/>
              <a:gd name="connsiteX13785" fmla="*/ 4249699 w 4641785"/>
              <a:gd name="connsiteY13785" fmla="*/ 2127406 h 5274332"/>
              <a:gd name="connsiteX13786" fmla="*/ 4248304 w 4641785"/>
              <a:gd name="connsiteY13786" fmla="*/ 2129732 h 5274332"/>
              <a:gd name="connsiteX13787" fmla="*/ 4245978 w 4641785"/>
              <a:gd name="connsiteY13787" fmla="*/ 2138104 h 5274332"/>
              <a:gd name="connsiteX13788" fmla="*/ 4240862 w 4641785"/>
              <a:gd name="connsiteY13788" fmla="*/ 2143220 h 5274332"/>
              <a:gd name="connsiteX13789" fmla="*/ 4243652 w 4641785"/>
              <a:gd name="connsiteY13789" fmla="*/ 2146476 h 5274332"/>
              <a:gd name="connsiteX13790" fmla="*/ 4235281 w 4641785"/>
              <a:gd name="connsiteY13790" fmla="*/ 2147406 h 5274332"/>
              <a:gd name="connsiteX13791" fmla="*/ 4232955 w 4641785"/>
              <a:gd name="connsiteY13791" fmla="*/ 2149732 h 5274332"/>
              <a:gd name="connsiteX13792" fmla="*/ 4228769 w 4641785"/>
              <a:gd name="connsiteY13792" fmla="*/ 2159499 h 5274332"/>
              <a:gd name="connsiteX13793" fmla="*/ 4224583 w 4641785"/>
              <a:gd name="connsiteY13793" fmla="*/ 2160429 h 5274332"/>
              <a:gd name="connsiteX13794" fmla="*/ 4222723 w 4641785"/>
              <a:gd name="connsiteY13794" fmla="*/ 2161825 h 5274332"/>
              <a:gd name="connsiteX13795" fmla="*/ 4219932 w 4641785"/>
              <a:gd name="connsiteY13795" fmla="*/ 2159964 h 5274332"/>
              <a:gd name="connsiteX13796" fmla="*/ 4218537 w 4641785"/>
              <a:gd name="connsiteY13796" fmla="*/ 2162290 h 5274332"/>
              <a:gd name="connsiteX13797" fmla="*/ 4209235 w 4641785"/>
              <a:gd name="connsiteY13797" fmla="*/ 2164615 h 5274332"/>
              <a:gd name="connsiteX13798" fmla="*/ 4208304 w 4641785"/>
              <a:gd name="connsiteY13798" fmla="*/ 2165546 h 5274332"/>
              <a:gd name="connsiteX13799" fmla="*/ 4208303 w 4641785"/>
              <a:gd name="connsiteY13799" fmla="*/ 2165546 h 5274332"/>
              <a:gd name="connsiteX13800" fmla="*/ 4207374 w 4641785"/>
              <a:gd name="connsiteY13800" fmla="*/ 2172522 h 5274332"/>
              <a:gd name="connsiteX13801" fmla="*/ 4203188 w 4641785"/>
              <a:gd name="connsiteY13801" fmla="*/ 2174848 h 5274332"/>
              <a:gd name="connsiteX13802" fmla="*/ 4199932 w 4641785"/>
              <a:gd name="connsiteY13802" fmla="*/ 2178103 h 5274332"/>
              <a:gd name="connsiteX13803" fmla="*/ 4198537 w 4641785"/>
              <a:gd name="connsiteY13803" fmla="*/ 2187405 h 5274332"/>
              <a:gd name="connsiteX13804" fmla="*/ 4194815 w 4641785"/>
              <a:gd name="connsiteY13804" fmla="*/ 2195778 h 5274332"/>
              <a:gd name="connsiteX13805" fmla="*/ 4195281 w 4641785"/>
              <a:gd name="connsiteY13805" fmla="*/ 2199499 h 5274332"/>
              <a:gd name="connsiteX13806" fmla="*/ 4192956 w 4641785"/>
              <a:gd name="connsiteY13806" fmla="*/ 2208336 h 5274332"/>
              <a:gd name="connsiteX13807" fmla="*/ 4195281 w 4641785"/>
              <a:gd name="connsiteY13807" fmla="*/ 2212056 h 5274332"/>
              <a:gd name="connsiteX13808" fmla="*/ 4199932 w 4641785"/>
              <a:gd name="connsiteY13808" fmla="*/ 2212987 h 5274332"/>
              <a:gd name="connsiteX13809" fmla="*/ 4202722 w 4641785"/>
              <a:gd name="connsiteY13809" fmla="*/ 2215777 h 5274332"/>
              <a:gd name="connsiteX13810" fmla="*/ 4218536 w 4641785"/>
              <a:gd name="connsiteY13810" fmla="*/ 2222289 h 5274332"/>
              <a:gd name="connsiteX13811" fmla="*/ 4218536 w 4641785"/>
              <a:gd name="connsiteY13811" fmla="*/ 2228335 h 5274332"/>
              <a:gd name="connsiteX13812" fmla="*/ 4219001 w 4641785"/>
              <a:gd name="connsiteY13812" fmla="*/ 2235312 h 5274332"/>
              <a:gd name="connsiteX13813" fmla="*/ 4217606 w 4641785"/>
              <a:gd name="connsiteY13813" fmla="*/ 2241823 h 5274332"/>
              <a:gd name="connsiteX13814" fmla="*/ 4215281 w 4641785"/>
              <a:gd name="connsiteY13814" fmla="*/ 2246009 h 5274332"/>
              <a:gd name="connsiteX13815" fmla="*/ 4212955 w 4641785"/>
              <a:gd name="connsiteY13815" fmla="*/ 2247404 h 5274332"/>
              <a:gd name="connsiteX13816" fmla="*/ 4211559 w 4641785"/>
              <a:gd name="connsiteY13816" fmla="*/ 2252056 h 5274332"/>
              <a:gd name="connsiteX13817" fmla="*/ 4213885 w 4641785"/>
              <a:gd name="connsiteY13817" fmla="*/ 2256242 h 5274332"/>
              <a:gd name="connsiteX13818" fmla="*/ 4212025 w 4641785"/>
              <a:gd name="connsiteY13818" fmla="*/ 2257637 h 5274332"/>
              <a:gd name="connsiteX13819" fmla="*/ 4209699 w 4641785"/>
              <a:gd name="connsiteY13819" fmla="*/ 2263684 h 5274332"/>
              <a:gd name="connsiteX13820" fmla="*/ 4204118 w 4641785"/>
              <a:gd name="connsiteY13820" fmla="*/ 2268335 h 5274332"/>
              <a:gd name="connsiteX13821" fmla="*/ 4201793 w 4641785"/>
              <a:gd name="connsiteY13821" fmla="*/ 2272986 h 5274332"/>
              <a:gd name="connsiteX13822" fmla="*/ 4199002 w 4641785"/>
              <a:gd name="connsiteY13822" fmla="*/ 2284149 h 5274332"/>
              <a:gd name="connsiteX13823" fmla="*/ 4200397 w 4641785"/>
              <a:gd name="connsiteY13823" fmla="*/ 2287404 h 5274332"/>
              <a:gd name="connsiteX13824" fmla="*/ 4198071 w 4641785"/>
              <a:gd name="connsiteY13824" fmla="*/ 2291125 h 5274332"/>
              <a:gd name="connsiteX13825" fmla="*/ 4197141 w 4641785"/>
              <a:gd name="connsiteY13825" fmla="*/ 2294845 h 5274332"/>
              <a:gd name="connsiteX13826" fmla="*/ 4193886 w 4641785"/>
              <a:gd name="connsiteY13826" fmla="*/ 2296706 h 5274332"/>
              <a:gd name="connsiteX13827" fmla="*/ 4187374 w 4641785"/>
              <a:gd name="connsiteY13827" fmla="*/ 2295776 h 5274332"/>
              <a:gd name="connsiteX13828" fmla="*/ 4187374 w 4641785"/>
              <a:gd name="connsiteY13828" fmla="*/ 2303218 h 5274332"/>
              <a:gd name="connsiteX13829" fmla="*/ 4185979 w 4641785"/>
              <a:gd name="connsiteY13829" fmla="*/ 2307869 h 5274332"/>
              <a:gd name="connsiteX13830" fmla="*/ 4182723 w 4641785"/>
              <a:gd name="connsiteY13830" fmla="*/ 2313450 h 5274332"/>
              <a:gd name="connsiteX13831" fmla="*/ 4177142 w 4641785"/>
              <a:gd name="connsiteY13831" fmla="*/ 2319497 h 5274332"/>
              <a:gd name="connsiteX13832" fmla="*/ 4173886 w 4641785"/>
              <a:gd name="connsiteY13832" fmla="*/ 2320427 h 5274332"/>
              <a:gd name="connsiteX13833" fmla="*/ 4168305 w 4641785"/>
              <a:gd name="connsiteY13833" fmla="*/ 2334845 h 5274332"/>
              <a:gd name="connsiteX13834" fmla="*/ 4164118 w 4641785"/>
              <a:gd name="connsiteY13834" fmla="*/ 2335776 h 5274332"/>
              <a:gd name="connsiteX13835" fmla="*/ 4165049 w 4641785"/>
              <a:gd name="connsiteY13835" fmla="*/ 2339031 h 5274332"/>
              <a:gd name="connsiteX13836" fmla="*/ 4164584 w 4641785"/>
              <a:gd name="connsiteY13836" fmla="*/ 2345542 h 5274332"/>
              <a:gd name="connsiteX13837" fmla="*/ 4163188 w 4641785"/>
              <a:gd name="connsiteY13837" fmla="*/ 2348798 h 5274332"/>
              <a:gd name="connsiteX13838" fmla="*/ 4158072 w 4641785"/>
              <a:gd name="connsiteY13838" fmla="*/ 2351124 h 5274332"/>
              <a:gd name="connsiteX13839" fmla="*/ 4161328 w 4641785"/>
              <a:gd name="connsiteY13839" fmla="*/ 2353915 h 5274332"/>
              <a:gd name="connsiteX13840" fmla="*/ 4155747 w 4641785"/>
              <a:gd name="connsiteY13840" fmla="*/ 2361356 h 5274332"/>
              <a:gd name="connsiteX13841" fmla="*/ 4151560 w 4641785"/>
              <a:gd name="connsiteY13841" fmla="*/ 2361822 h 5274332"/>
              <a:gd name="connsiteX13842" fmla="*/ 4152026 w 4641785"/>
              <a:gd name="connsiteY13842" fmla="*/ 2370194 h 5274332"/>
              <a:gd name="connsiteX13843" fmla="*/ 4149700 w 4641785"/>
              <a:gd name="connsiteY13843" fmla="*/ 2376705 h 5274332"/>
              <a:gd name="connsiteX13844" fmla="*/ 4146909 w 4641785"/>
              <a:gd name="connsiteY13844" fmla="*/ 2379031 h 5274332"/>
              <a:gd name="connsiteX13845" fmla="*/ 4145049 w 4641785"/>
              <a:gd name="connsiteY13845" fmla="*/ 2385542 h 5274332"/>
              <a:gd name="connsiteX13846" fmla="*/ 4145049 w 4641785"/>
              <a:gd name="connsiteY13846" fmla="*/ 2389728 h 5274332"/>
              <a:gd name="connsiteX13847" fmla="*/ 4141793 w 4641785"/>
              <a:gd name="connsiteY13847" fmla="*/ 2391589 h 5274332"/>
              <a:gd name="connsiteX13848" fmla="*/ 4140863 w 4641785"/>
              <a:gd name="connsiteY13848" fmla="*/ 2395775 h 5274332"/>
              <a:gd name="connsiteX13849" fmla="*/ 4141328 w 4641785"/>
              <a:gd name="connsiteY13849" fmla="*/ 2405077 h 5274332"/>
              <a:gd name="connsiteX13850" fmla="*/ 4139003 w 4641785"/>
              <a:gd name="connsiteY13850" fmla="*/ 2410193 h 5274332"/>
              <a:gd name="connsiteX13851" fmla="*/ 4139003 w 4641785"/>
              <a:gd name="connsiteY13851" fmla="*/ 2412984 h 5274332"/>
              <a:gd name="connsiteX13852" fmla="*/ 4130631 w 4641785"/>
              <a:gd name="connsiteY13852" fmla="*/ 2426936 h 5274332"/>
              <a:gd name="connsiteX13853" fmla="*/ 4131096 w 4641785"/>
              <a:gd name="connsiteY13853" fmla="*/ 2431587 h 5274332"/>
              <a:gd name="connsiteX13854" fmla="*/ 4127840 w 4641785"/>
              <a:gd name="connsiteY13854" fmla="*/ 2431587 h 5274332"/>
              <a:gd name="connsiteX13855" fmla="*/ 4126909 w 4641785"/>
              <a:gd name="connsiteY13855" fmla="*/ 2433448 h 5274332"/>
              <a:gd name="connsiteX13856" fmla="*/ 4126445 w 4641785"/>
              <a:gd name="connsiteY13856" fmla="*/ 2439960 h 5274332"/>
              <a:gd name="connsiteX13857" fmla="*/ 4125514 w 4641785"/>
              <a:gd name="connsiteY13857" fmla="*/ 2446471 h 5274332"/>
              <a:gd name="connsiteX13858" fmla="*/ 4121794 w 4641785"/>
              <a:gd name="connsiteY13858" fmla="*/ 2446006 h 5274332"/>
              <a:gd name="connsiteX13859" fmla="*/ 4119468 w 4641785"/>
              <a:gd name="connsiteY13859" fmla="*/ 2448332 h 5274332"/>
              <a:gd name="connsiteX13860" fmla="*/ 4118073 w 4641785"/>
              <a:gd name="connsiteY13860" fmla="*/ 2444146 h 5274332"/>
              <a:gd name="connsiteX13861" fmla="*/ 4115282 w 4641785"/>
              <a:gd name="connsiteY13861" fmla="*/ 2439494 h 5274332"/>
              <a:gd name="connsiteX13862" fmla="*/ 4107840 w 4641785"/>
              <a:gd name="connsiteY13862" fmla="*/ 2438099 h 5274332"/>
              <a:gd name="connsiteX13863" fmla="*/ 4106911 w 4641785"/>
              <a:gd name="connsiteY13863" fmla="*/ 2435309 h 5274332"/>
              <a:gd name="connsiteX13864" fmla="*/ 4102724 w 4641785"/>
              <a:gd name="connsiteY13864" fmla="*/ 2432518 h 5274332"/>
              <a:gd name="connsiteX13865" fmla="*/ 4094818 w 4641785"/>
              <a:gd name="connsiteY13865" fmla="*/ 2432518 h 5274332"/>
              <a:gd name="connsiteX13866" fmla="*/ 4092492 w 4641785"/>
              <a:gd name="connsiteY13866" fmla="*/ 2429728 h 5274332"/>
              <a:gd name="connsiteX13867" fmla="*/ 4087375 w 4641785"/>
              <a:gd name="connsiteY13867" fmla="*/ 2428332 h 5274332"/>
              <a:gd name="connsiteX13868" fmla="*/ 4083190 w 4641785"/>
              <a:gd name="connsiteY13868" fmla="*/ 2428797 h 5274332"/>
              <a:gd name="connsiteX13869" fmla="*/ 4078539 w 4641785"/>
              <a:gd name="connsiteY13869" fmla="*/ 2431587 h 5274332"/>
              <a:gd name="connsiteX13870" fmla="*/ 4073887 w 4641785"/>
              <a:gd name="connsiteY13870" fmla="*/ 2432518 h 5274332"/>
              <a:gd name="connsiteX13871" fmla="*/ 4069236 w 4641785"/>
              <a:gd name="connsiteY13871" fmla="*/ 2432518 h 5274332"/>
              <a:gd name="connsiteX13872" fmla="*/ 4066911 w 4641785"/>
              <a:gd name="connsiteY13872" fmla="*/ 2426472 h 5274332"/>
              <a:gd name="connsiteX13873" fmla="*/ 4064120 w 4641785"/>
              <a:gd name="connsiteY13873" fmla="*/ 2424146 h 5274332"/>
              <a:gd name="connsiteX13874" fmla="*/ 4062260 w 4641785"/>
              <a:gd name="connsiteY13874" fmla="*/ 2419960 h 5274332"/>
              <a:gd name="connsiteX13875" fmla="*/ 4058539 w 4641785"/>
              <a:gd name="connsiteY13875" fmla="*/ 2420890 h 5274332"/>
              <a:gd name="connsiteX13876" fmla="*/ 4044585 w 4641785"/>
              <a:gd name="connsiteY13876" fmla="*/ 2418565 h 5274332"/>
              <a:gd name="connsiteX13877" fmla="*/ 4039004 w 4641785"/>
              <a:gd name="connsiteY13877" fmla="*/ 2419030 h 5274332"/>
              <a:gd name="connsiteX13878" fmla="*/ 4039469 w 4641785"/>
              <a:gd name="connsiteY13878" fmla="*/ 2422285 h 5274332"/>
              <a:gd name="connsiteX13879" fmla="*/ 4037609 w 4641785"/>
              <a:gd name="connsiteY13879" fmla="*/ 2425541 h 5274332"/>
              <a:gd name="connsiteX13880" fmla="*/ 4032958 w 4641785"/>
              <a:gd name="connsiteY13880" fmla="*/ 2426006 h 5274332"/>
              <a:gd name="connsiteX13881" fmla="*/ 4031563 w 4641785"/>
              <a:gd name="connsiteY13881" fmla="*/ 2422751 h 5274332"/>
              <a:gd name="connsiteX13882" fmla="*/ 4029237 w 4641785"/>
              <a:gd name="connsiteY13882" fmla="*/ 2426936 h 5274332"/>
              <a:gd name="connsiteX13883" fmla="*/ 4025516 w 4641785"/>
              <a:gd name="connsiteY13883" fmla="*/ 2427867 h 5274332"/>
              <a:gd name="connsiteX13884" fmla="*/ 4022725 w 4641785"/>
              <a:gd name="connsiteY13884" fmla="*/ 2430192 h 5274332"/>
              <a:gd name="connsiteX13885" fmla="*/ 4016214 w 4641785"/>
              <a:gd name="connsiteY13885" fmla="*/ 2426006 h 5274332"/>
              <a:gd name="connsiteX13886" fmla="*/ 4015284 w 4641785"/>
              <a:gd name="connsiteY13886" fmla="*/ 2420890 h 5274332"/>
              <a:gd name="connsiteX13887" fmla="*/ 4011563 w 4641785"/>
              <a:gd name="connsiteY13887" fmla="*/ 2416240 h 5274332"/>
              <a:gd name="connsiteX13888" fmla="*/ 4009703 w 4641785"/>
              <a:gd name="connsiteY13888" fmla="*/ 2410193 h 5274332"/>
              <a:gd name="connsiteX13889" fmla="*/ 4006912 w 4641785"/>
              <a:gd name="connsiteY13889" fmla="*/ 2406937 h 5274332"/>
              <a:gd name="connsiteX13890" fmla="*/ 3997144 w 4641785"/>
              <a:gd name="connsiteY13890" fmla="*/ 2403682 h 5274332"/>
              <a:gd name="connsiteX13891" fmla="*/ 3993889 w 4641785"/>
              <a:gd name="connsiteY13891" fmla="*/ 2405077 h 5274332"/>
              <a:gd name="connsiteX13892" fmla="*/ 3995284 w 4641785"/>
              <a:gd name="connsiteY13892" fmla="*/ 2409263 h 5274332"/>
              <a:gd name="connsiteX13893" fmla="*/ 3994819 w 4641785"/>
              <a:gd name="connsiteY13893" fmla="*/ 2411588 h 5274332"/>
              <a:gd name="connsiteX13894" fmla="*/ 3994820 w 4641785"/>
              <a:gd name="connsiteY13894" fmla="*/ 2411588 h 5274332"/>
              <a:gd name="connsiteX13895" fmla="*/ 3995285 w 4641785"/>
              <a:gd name="connsiteY13895" fmla="*/ 2415309 h 5274332"/>
              <a:gd name="connsiteX13896" fmla="*/ 3994820 w 4641785"/>
              <a:gd name="connsiteY13896" fmla="*/ 2423681 h 5274332"/>
              <a:gd name="connsiteX13897" fmla="*/ 3996680 w 4641785"/>
              <a:gd name="connsiteY13897" fmla="*/ 2424611 h 5274332"/>
              <a:gd name="connsiteX13898" fmla="*/ 3999006 w 4641785"/>
              <a:gd name="connsiteY13898" fmla="*/ 2430192 h 5274332"/>
              <a:gd name="connsiteX13899" fmla="*/ 4004587 w 4641785"/>
              <a:gd name="connsiteY13899" fmla="*/ 2432983 h 5274332"/>
              <a:gd name="connsiteX13900" fmla="*/ 4003657 w 4641785"/>
              <a:gd name="connsiteY13900" fmla="*/ 2440424 h 5274332"/>
              <a:gd name="connsiteX13901" fmla="*/ 4004587 w 4641785"/>
              <a:gd name="connsiteY13901" fmla="*/ 2451587 h 5274332"/>
              <a:gd name="connsiteX13902" fmla="*/ 4005983 w 4641785"/>
              <a:gd name="connsiteY13902" fmla="*/ 2453448 h 5274332"/>
              <a:gd name="connsiteX13903" fmla="*/ 4005518 w 4641785"/>
              <a:gd name="connsiteY13903" fmla="*/ 2459960 h 5274332"/>
              <a:gd name="connsiteX13904" fmla="*/ 4007378 w 4641785"/>
              <a:gd name="connsiteY13904" fmla="*/ 2467401 h 5274332"/>
              <a:gd name="connsiteX13905" fmla="*/ 4007378 w 4641785"/>
              <a:gd name="connsiteY13905" fmla="*/ 2470657 h 5274332"/>
              <a:gd name="connsiteX13906" fmla="*/ 4011564 w 4641785"/>
              <a:gd name="connsiteY13906" fmla="*/ 2476238 h 5274332"/>
              <a:gd name="connsiteX13907" fmla="*/ 4009238 w 4641785"/>
              <a:gd name="connsiteY13907" fmla="*/ 2480889 h 5274332"/>
              <a:gd name="connsiteX13908" fmla="*/ 4009704 w 4641785"/>
              <a:gd name="connsiteY13908" fmla="*/ 2493447 h 5274332"/>
              <a:gd name="connsiteX13909" fmla="*/ 4008309 w 4641785"/>
              <a:gd name="connsiteY13909" fmla="*/ 2495772 h 5274332"/>
              <a:gd name="connsiteX13910" fmla="*/ 4008774 w 4641785"/>
              <a:gd name="connsiteY13910" fmla="*/ 2501819 h 5274332"/>
              <a:gd name="connsiteX13911" fmla="*/ 4005983 w 4641785"/>
              <a:gd name="connsiteY13911" fmla="*/ 2506005 h 5274332"/>
              <a:gd name="connsiteX13912" fmla="*/ 4005518 w 4641785"/>
              <a:gd name="connsiteY13912" fmla="*/ 2512051 h 5274332"/>
              <a:gd name="connsiteX13913" fmla="*/ 4004123 w 4641785"/>
              <a:gd name="connsiteY13913" fmla="*/ 2519028 h 5274332"/>
              <a:gd name="connsiteX13914" fmla="*/ 4004123 w 4641785"/>
              <a:gd name="connsiteY13914" fmla="*/ 2523214 h 5274332"/>
              <a:gd name="connsiteX13915" fmla="*/ 4006913 w 4641785"/>
              <a:gd name="connsiteY13915" fmla="*/ 2526935 h 5274332"/>
              <a:gd name="connsiteX13916" fmla="*/ 3999006 w 4641785"/>
              <a:gd name="connsiteY13916" fmla="*/ 2532981 h 5274332"/>
              <a:gd name="connsiteX13917" fmla="*/ 4001331 w 4641785"/>
              <a:gd name="connsiteY13917" fmla="*/ 2536702 h 5274332"/>
              <a:gd name="connsiteX13918" fmla="*/ 4001797 w 4641785"/>
              <a:gd name="connsiteY13918" fmla="*/ 2544144 h 5274332"/>
              <a:gd name="connsiteX13919" fmla="*/ 4001331 w 4641785"/>
              <a:gd name="connsiteY13919" fmla="*/ 2549725 h 5274332"/>
              <a:gd name="connsiteX13920" fmla="*/ 4003657 w 4641785"/>
              <a:gd name="connsiteY13920" fmla="*/ 2555307 h 5274332"/>
              <a:gd name="connsiteX13921" fmla="*/ 4000401 w 4641785"/>
              <a:gd name="connsiteY13921" fmla="*/ 2568330 h 5274332"/>
              <a:gd name="connsiteX13922" fmla="*/ 4003657 w 4641785"/>
              <a:gd name="connsiteY13922" fmla="*/ 2570190 h 5274332"/>
              <a:gd name="connsiteX13923" fmla="*/ 3999006 w 4641785"/>
              <a:gd name="connsiteY13923" fmla="*/ 2573911 h 5274332"/>
              <a:gd name="connsiteX13924" fmla="*/ 3998076 w 4641785"/>
              <a:gd name="connsiteY13924" fmla="*/ 2580422 h 5274332"/>
              <a:gd name="connsiteX13925" fmla="*/ 3995750 w 4641785"/>
              <a:gd name="connsiteY13925" fmla="*/ 2582748 h 5274332"/>
              <a:gd name="connsiteX13926" fmla="*/ 3993890 w 4641785"/>
              <a:gd name="connsiteY13926" fmla="*/ 2587864 h 5274332"/>
              <a:gd name="connsiteX13927" fmla="*/ 3989239 w 4641785"/>
              <a:gd name="connsiteY13927" fmla="*/ 2592515 h 5274332"/>
              <a:gd name="connsiteX13928" fmla="*/ 3981332 w 4641785"/>
              <a:gd name="connsiteY13928" fmla="*/ 2592980 h 5274332"/>
              <a:gd name="connsiteX13929" fmla="*/ 3978076 w 4641785"/>
              <a:gd name="connsiteY13929" fmla="*/ 2590190 h 5274332"/>
              <a:gd name="connsiteX13930" fmla="*/ 3973890 w 4641785"/>
              <a:gd name="connsiteY13930" fmla="*/ 2584143 h 5274332"/>
              <a:gd name="connsiteX13931" fmla="*/ 3970169 w 4641785"/>
              <a:gd name="connsiteY13931" fmla="*/ 2584143 h 5274332"/>
              <a:gd name="connsiteX13932" fmla="*/ 3967844 w 4641785"/>
              <a:gd name="connsiteY13932" fmla="*/ 2585539 h 5274332"/>
              <a:gd name="connsiteX13933" fmla="*/ 3963658 w 4641785"/>
              <a:gd name="connsiteY13933" fmla="*/ 2583678 h 5274332"/>
              <a:gd name="connsiteX13934" fmla="*/ 3962262 w 4641785"/>
              <a:gd name="connsiteY13934" fmla="*/ 2586003 h 5274332"/>
              <a:gd name="connsiteX13935" fmla="*/ 3962728 w 4641785"/>
              <a:gd name="connsiteY13935" fmla="*/ 2592050 h 5274332"/>
              <a:gd name="connsiteX13936" fmla="*/ 3961797 w 4641785"/>
              <a:gd name="connsiteY13936" fmla="*/ 2593910 h 5274332"/>
              <a:gd name="connsiteX13937" fmla="*/ 3964588 w 4641785"/>
              <a:gd name="connsiteY13937" fmla="*/ 2597631 h 5274332"/>
              <a:gd name="connsiteX13938" fmla="*/ 3963658 w 4641785"/>
              <a:gd name="connsiteY13938" fmla="*/ 2600422 h 5274332"/>
              <a:gd name="connsiteX13939" fmla="*/ 3966914 w 4641785"/>
              <a:gd name="connsiteY13939" fmla="*/ 2608794 h 5274332"/>
              <a:gd name="connsiteX13940" fmla="*/ 3963192 w 4641785"/>
              <a:gd name="connsiteY13940" fmla="*/ 2609259 h 5274332"/>
              <a:gd name="connsiteX13941" fmla="*/ 3963192 w 4641785"/>
              <a:gd name="connsiteY13941" fmla="*/ 2612515 h 5274332"/>
              <a:gd name="connsiteX13942" fmla="*/ 3960402 w 4641785"/>
              <a:gd name="connsiteY13942" fmla="*/ 2617631 h 5274332"/>
              <a:gd name="connsiteX13943" fmla="*/ 3959472 w 4641785"/>
              <a:gd name="connsiteY13943" fmla="*/ 2625538 h 5274332"/>
              <a:gd name="connsiteX13944" fmla="*/ 3956681 w 4641785"/>
              <a:gd name="connsiteY13944" fmla="*/ 2626933 h 5274332"/>
              <a:gd name="connsiteX13945" fmla="*/ 3959007 w 4641785"/>
              <a:gd name="connsiteY13945" fmla="*/ 2638096 h 5274332"/>
              <a:gd name="connsiteX13946" fmla="*/ 3955751 w 4641785"/>
              <a:gd name="connsiteY13946" fmla="*/ 2644143 h 5274332"/>
              <a:gd name="connsiteX13947" fmla="*/ 3957611 w 4641785"/>
              <a:gd name="connsiteY13947" fmla="*/ 2646468 h 5274332"/>
              <a:gd name="connsiteX13948" fmla="*/ 3957611 w 4641785"/>
              <a:gd name="connsiteY13948" fmla="*/ 2650189 h 5274332"/>
              <a:gd name="connsiteX13949" fmla="*/ 3959937 w 4641785"/>
              <a:gd name="connsiteY13949" fmla="*/ 2654375 h 5274332"/>
              <a:gd name="connsiteX13950" fmla="*/ 3959472 w 4641785"/>
              <a:gd name="connsiteY13950" fmla="*/ 2656235 h 5274332"/>
              <a:gd name="connsiteX13951" fmla="*/ 3962728 w 4641785"/>
              <a:gd name="connsiteY13951" fmla="*/ 2659026 h 5274332"/>
              <a:gd name="connsiteX13952" fmla="*/ 3964123 w 4641785"/>
              <a:gd name="connsiteY13952" fmla="*/ 2665537 h 5274332"/>
              <a:gd name="connsiteX13953" fmla="*/ 3959472 w 4641785"/>
              <a:gd name="connsiteY13953" fmla="*/ 2670653 h 5274332"/>
              <a:gd name="connsiteX13954" fmla="*/ 3959007 w 4641785"/>
              <a:gd name="connsiteY13954" fmla="*/ 2674839 h 5274332"/>
              <a:gd name="connsiteX13955" fmla="*/ 3961797 w 4641785"/>
              <a:gd name="connsiteY13955" fmla="*/ 2675770 h 5274332"/>
              <a:gd name="connsiteX13956" fmla="*/ 3962728 w 4641785"/>
              <a:gd name="connsiteY13956" fmla="*/ 2680886 h 5274332"/>
              <a:gd name="connsiteX13957" fmla="*/ 3962262 w 4641785"/>
              <a:gd name="connsiteY13957" fmla="*/ 2684606 h 5274332"/>
              <a:gd name="connsiteX13958" fmla="*/ 3964123 w 4641785"/>
              <a:gd name="connsiteY13958" fmla="*/ 2687397 h 5274332"/>
              <a:gd name="connsiteX13959" fmla="*/ 3968774 w 4641785"/>
              <a:gd name="connsiteY13959" fmla="*/ 2688792 h 5274332"/>
              <a:gd name="connsiteX13960" fmla="*/ 3971565 w 4641785"/>
              <a:gd name="connsiteY13960" fmla="*/ 2692513 h 5274332"/>
              <a:gd name="connsiteX13961" fmla="*/ 3971099 w 4641785"/>
              <a:gd name="connsiteY13961" fmla="*/ 2694839 h 5274332"/>
              <a:gd name="connsiteX13962" fmla="*/ 3972495 w 4641785"/>
              <a:gd name="connsiteY13962" fmla="*/ 2700886 h 5274332"/>
              <a:gd name="connsiteX13963" fmla="*/ 3971565 w 4641785"/>
              <a:gd name="connsiteY13963" fmla="*/ 2702281 h 5274332"/>
              <a:gd name="connsiteX13964" fmla="*/ 3972960 w 4641785"/>
              <a:gd name="connsiteY13964" fmla="*/ 2708327 h 5274332"/>
              <a:gd name="connsiteX13965" fmla="*/ 3972960 w 4641785"/>
              <a:gd name="connsiteY13965" fmla="*/ 2717630 h 5274332"/>
              <a:gd name="connsiteX13966" fmla="*/ 3974355 w 4641785"/>
              <a:gd name="connsiteY13966" fmla="*/ 2721350 h 5274332"/>
              <a:gd name="connsiteX13967" fmla="*/ 3971099 w 4641785"/>
              <a:gd name="connsiteY13967" fmla="*/ 2723211 h 5274332"/>
              <a:gd name="connsiteX13968" fmla="*/ 3964588 w 4641785"/>
              <a:gd name="connsiteY13968" fmla="*/ 2723676 h 5274332"/>
              <a:gd name="connsiteX13969" fmla="*/ 3966448 w 4641785"/>
              <a:gd name="connsiteY13969" fmla="*/ 2730188 h 5274332"/>
              <a:gd name="connsiteX13970" fmla="*/ 3967844 w 4641785"/>
              <a:gd name="connsiteY13970" fmla="*/ 2731583 h 5274332"/>
              <a:gd name="connsiteX13971" fmla="*/ 3966914 w 4641785"/>
              <a:gd name="connsiteY13971" fmla="*/ 2734839 h 5274332"/>
              <a:gd name="connsiteX13972" fmla="*/ 3961797 w 4641785"/>
              <a:gd name="connsiteY13972" fmla="*/ 2735303 h 5274332"/>
              <a:gd name="connsiteX13973" fmla="*/ 3959472 w 4641785"/>
              <a:gd name="connsiteY13973" fmla="*/ 2731583 h 5274332"/>
              <a:gd name="connsiteX13974" fmla="*/ 3957146 w 4641785"/>
              <a:gd name="connsiteY13974" fmla="*/ 2732048 h 5274332"/>
              <a:gd name="connsiteX13975" fmla="*/ 3953426 w 4641785"/>
              <a:gd name="connsiteY13975" fmla="*/ 2730188 h 5274332"/>
              <a:gd name="connsiteX13976" fmla="*/ 3948309 w 4641785"/>
              <a:gd name="connsiteY13976" fmla="*/ 2732978 h 5274332"/>
              <a:gd name="connsiteX13977" fmla="*/ 3949704 w 4641785"/>
              <a:gd name="connsiteY13977" fmla="*/ 2737629 h 5274332"/>
              <a:gd name="connsiteX13978" fmla="*/ 3948309 w 4641785"/>
              <a:gd name="connsiteY13978" fmla="*/ 2742280 h 5274332"/>
              <a:gd name="connsiteX13979" fmla="*/ 3950635 w 4641785"/>
              <a:gd name="connsiteY13979" fmla="*/ 2744141 h 5274332"/>
              <a:gd name="connsiteX13980" fmla="*/ 3951565 w 4641785"/>
              <a:gd name="connsiteY13980" fmla="*/ 2748327 h 5274332"/>
              <a:gd name="connsiteX13981" fmla="*/ 3943658 w 4641785"/>
              <a:gd name="connsiteY13981" fmla="*/ 2747861 h 5274332"/>
              <a:gd name="connsiteX13982" fmla="*/ 3943193 w 4641785"/>
              <a:gd name="connsiteY13982" fmla="*/ 2751583 h 5274332"/>
              <a:gd name="connsiteX13983" fmla="*/ 3941333 w 4641785"/>
              <a:gd name="connsiteY13983" fmla="*/ 2756698 h 5274332"/>
              <a:gd name="connsiteX13984" fmla="*/ 3940867 w 4641785"/>
              <a:gd name="connsiteY13984" fmla="*/ 2759024 h 5274332"/>
              <a:gd name="connsiteX13985" fmla="*/ 3942728 w 4641785"/>
              <a:gd name="connsiteY13985" fmla="*/ 2764140 h 5274332"/>
              <a:gd name="connsiteX13986" fmla="*/ 3942728 w 4641785"/>
              <a:gd name="connsiteY13986" fmla="*/ 2768791 h 5274332"/>
              <a:gd name="connsiteX13987" fmla="*/ 3939007 w 4641785"/>
              <a:gd name="connsiteY13987" fmla="*/ 2768791 h 5274332"/>
              <a:gd name="connsiteX13988" fmla="*/ 3935751 w 4641785"/>
              <a:gd name="connsiteY13988" fmla="*/ 2761349 h 5274332"/>
              <a:gd name="connsiteX13989" fmla="*/ 3932030 w 4641785"/>
              <a:gd name="connsiteY13989" fmla="*/ 2762745 h 5274332"/>
              <a:gd name="connsiteX13990" fmla="*/ 3929704 w 4641785"/>
              <a:gd name="connsiteY13990" fmla="*/ 2766931 h 5274332"/>
              <a:gd name="connsiteX13991" fmla="*/ 3927844 w 4641785"/>
              <a:gd name="connsiteY13991" fmla="*/ 2772047 h 5274332"/>
              <a:gd name="connsiteX13992" fmla="*/ 3925983 w 4641785"/>
              <a:gd name="connsiteY13992" fmla="*/ 2769256 h 5274332"/>
              <a:gd name="connsiteX13993" fmla="*/ 3924123 w 4641785"/>
              <a:gd name="connsiteY13993" fmla="*/ 2764140 h 5274332"/>
              <a:gd name="connsiteX13994" fmla="*/ 3921332 w 4641785"/>
              <a:gd name="connsiteY13994" fmla="*/ 2760884 h 5274332"/>
              <a:gd name="connsiteX13995" fmla="*/ 3920402 w 4641785"/>
              <a:gd name="connsiteY13995" fmla="*/ 2755768 h 5274332"/>
              <a:gd name="connsiteX13996" fmla="*/ 3917146 w 4641785"/>
              <a:gd name="connsiteY13996" fmla="*/ 2755303 h 5274332"/>
              <a:gd name="connsiteX13997" fmla="*/ 3913426 w 4641785"/>
              <a:gd name="connsiteY13997" fmla="*/ 2752513 h 5274332"/>
              <a:gd name="connsiteX13998" fmla="*/ 3912030 w 4641785"/>
              <a:gd name="connsiteY13998" fmla="*/ 2749722 h 5274332"/>
              <a:gd name="connsiteX13999" fmla="*/ 3905054 w 4641785"/>
              <a:gd name="connsiteY13999" fmla="*/ 2746931 h 5274332"/>
              <a:gd name="connsiteX14000" fmla="*/ 3903658 w 4641785"/>
              <a:gd name="connsiteY14000" fmla="*/ 2744141 h 5274332"/>
              <a:gd name="connsiteX14001" fmla="*/ 3899472 w 4641785"/>
              <a:gd name="connsiteY14001" fmla="*/ 2742280 h 5274332"/>
              <a:gd name="connsiteX14002" fmla="*/ 3898542 w 4641785"/>
              <a:gd name="connsiteY14002" fmla="*/ 2740420 h 5274332"/>
              <a:gd name="connsiteX14003" fmla="*/ 3893891 w 4641785"/>
              <a:gd name="connsiteY14003" fmla="*/ 2739490 h 5274332"/>
              <a:gd name="connsiteX14004" fmla="*/ 3892961 w 4641785"/>
              <a:gd name="connsiteY14004" fmla="*/ 2748791 h 5274332"/>
              <a:gd name="connsiteX14005" fmla="*/ 3890636 w 4641785"/>
              <a:gd name="connsiteY14005" fmla="*/ 2747861 h 5274332"/>
              <a:gd name="connsiteX14006" fmla="*/ 3892031 w 4641785"/>
              <a:gd name="connsiteY14006" fmla="*/ 2759024 h 5274332"/>
              <a:gd name="connsiteX14007" fmla="*/ 3890170 w 4641785"/>
              <a:gd name="connsiteY14007" fmla="*/ 2763675 h 5274332"/>
              <a:gd name="connsiteX14008" fmla="*/ 3886914 w 4641785"/>
              <a:gd name="connsiteY14008" fmla="*/ 2763675 h 5274332"/>
              <a:gd name="connsiteX14009" fmla="*/ 3883658 w 4641785"/>
              <a:gd name="connsiteY14009" fmla="*/ 2767861 h 5274332"/>
              <a:gd name="connsiteX14010" fmla="*/ 3879473 w 4641785"/>
              <a:gd name="connsiteY14010" fmla="*/ 2769256 h 5274332"/>
              <a:gd name="connsiteX14011" fmla="*/ 3878077 w 4641785"/>
              <a:gd name="connsiteY14011" fmla="*/ 2760884 h 5274332"/>
              <a:gd name="connsiteX14012" fmla="*/ 3878077 w 4641785"/>
              <a:gd name="connsiteY14012" fmla="*/ 2756234 h 5274332"/>
              <a:gd name="connsiteX14013" fmla="*/ 3872961 w 4641785"/>
              <a:gd name="connsiteY14013" fmla="*/ 2743210 h 5274332"/>
              <a:gd name="connsiteX14014" fmla="*/ 3877147 w 4641785"/>
              <a:gd name="connsiteY14014" fmla="*/ 2742746 h 5274332"/>
              <a:gd name="connsiteX14015" fmla="*/ 3879938 w 4641785"/>
              <a:gd name="connsiteY14015" fmla="*/ 2740885 h 5274332"/>
              <a:gd name="connsiteX14016" fmla="*/ 3879938 w 4641785"/>
              <a:gd name="connsiteY14016" fmla="*/ 2736234 h 5274332"/>
              <a:gd name="connsiteX14017" fmla="*/ 3878077 w 4641785"/>
              <a:gd name="connsiteY14017" fmla="*/ 2734839 h 5274332"/>
              <a:gd name="connsiteX14018" fmla="*/ 3877147 w 4641785"/>
              <a:gd name="connsiteY14018" fmla="*/ 2726001 h 5274332"/>
              <a:gd name="connsiteX14019" fmla="*/ 3877147 w 4641785"/>
              <a:gd name="connsiteY14019" fmla="*/ 2721815 h 5274332"/>
              <a:gd name="connsiteX14020" fmla="*/ 3875287 w 4641785"/>
              <a:gd name="connsiteY14020" fmla="*/ 2716234 h 5274332"/>
              <a:gd name="connsiteX14021" fmla="*/ 3875751 w 4641785"/>
              <a:gd name="connsiteY14021" fmla="*/ 2711118 h 5274332"/>
              <a:gd name="connsiteX14022" fmla="*/ 3872031 w 4641785"/>
              <a:gd name="connsiteY14022" fmla="*/ 2698560 h 5274332"/>
              <a:gd name="connsiteX14023" fmla="*/ 3870636 w 4641785"/>
              <a:gd name="connsiteY14023" fmla="*/ 2686467 h 5274332"/>
              <a:gd name="connsiteX14024" fmla="*/ 3868310 w 4641785"/>
              <a:gd name="connsiteY14024" fmla="*/ 2671118 h 5274332"/>
              <a:gd name="connsiteX14025" fmla="*/ 3866449 w 4641785"/>
              <a:gd name="connsiteY14025" fmla="*/ 2653445 h 5274332"/>
              <a:gd name="connsiteX14026" fmla="*/ 3864589 w 4641785"/>
              <a:gd name="connsiteY14026" fmla="*/ 2644607 h 5274332"/>
              <a:gd name="connsiteX14027" fmla="*/ 3862263 w 4641785"/>
              <a:gd name="connsiteY14027" fmla="*/ 2638561 h 5274332"/>
              <a:gd name="connsiteX14028" fmla="*/ 3859007 w 4641785"/>
              <a:gd name="connsiteY14028" fmla="*/ 2634840 h 5274332"/>
              <a:gd name="connsiteX14029" fmla="*/ 3858078 w 4641785"/>
              <a:gd name="connsiteY14029" fmla="*/ 2628794 h 5274332"/>
              <a:gd name="connsiteX14030" fmla="*/ 3854822 w 4641785"/>
              <a:gd name="connsiteY14030" fmla="*/ 2624143 h 5274332"/>
              <a:gd name="connsiteX14031" fmla="*/ 3855752 w 4641785"/>
              <a:gd name="connsiteY14031" fmla="*/ 2619026 h 5274332"/>
              <a:gd name="connsiteX14032" fmla="*/ 3854822 w 4641785"/>
              <a:gd name="connsiteY14032" fmla="*/ 2616236 h 5274332"/>
              <a:gd name="connsiteX14033" fmla="*/ 3850636 w 4641785"/>
              <a:gd name="connsiteY14033" fmla="*/ 2612980 h 5274332"/>
              <a:gd name="connsiteX14034" fmla="*/ 3848775 w 4641785"/>
              <a:gd name="connsiteY14034" fmla="*/ 2609259 h 5274332"/>
              <a:gd name="connsiteX14035" fmla="*/ 3846449 w 4641785"/>
              <a:gd name="connsiteY14035" fmla="*/ 2608329 h 5274332"/>
              <a:gd name="connsiteX14036" fmla="*/ 3845054 w 4641785"/>
              <a:gd name="connsiteY14036" fmla="*/ 2606003 h 5274332"/>
              <a:gd name="connsiteX14037" fmla="*/ 3841798 w 4641785"/>
              <a:gd name="connsiteY14037" fmla="*/ 2604608 h 5274332"/>
              <a:gd name="connsiteX14038" fmla="*/ 3842729 w 4641785"/>
              <a:gd name="connsiteY14038" fmla="*/ 2601817 h 5274332"/>
              <a:gd name="connsiteX14039" fmla="*/ 3842729 w 4641785"/>
              <a:gd name="connsiteY14039" fmla="*/ 2592515 h 5274332"/>
              <a:gd name="connsiteX14040" fmla="*/ 3844589 w 4641785"/>
              <a:gd name="connsiteY14040" fmla="*/ 2584143 h 5274332"/>
              <a:gd name="connsiteX14041" fmla="*/ 3843659 w 4641785"/>
              <a:gd name="connsiteY14041" fmla="*/ 2579492 h 5274332"/>
              <a:gd name="connsiteX14042" fmla="*/ 3840403 w 4641785"/>
              <a:gd name="connsiteY14042" fmla="*/ 2574841 h 5274332"/>
              <a:gd name="connsiteX14043" fmla="*/ 3841334 w 4641785"/>
              <a:gd name="connsiteY14043" fmla="*/ 2572051 h 5274332"/>
              <a:gd name="connsiteX14044" fmla="*/ 3839938 w 4641785"/>
              <a:gd name="connsiteY14044" fmla="*/ 2570190 h 5274332"/>
              <a:gd name="connsiteX14045" fmla="*/ 3841334 w 4641785"/>
              <a:gd name="connsiteY14045" fmla="*/ 2566469 h 5274332"/>
              <a:gd name="connsiteX14046" fmla="*/ 3839473 w 4641785"/>
              <a:gd name="connsiteY14046" fmla="*/ 2559958 h 5274332"/>
              <a:gd name="connsiteX14047" fmla="*/ 3839473 w 4641785"/>
              <a:gd name="connsiteY14047" fmla="*/ 2552981 h 5274332"/>
              <a:gd name="connsiteX14048" fmla="*/ 3846915 w 4641785"/>
              <a:gd name="connsiteY14048" fmla="*/ 2552051 h 5274332"/>
              <a:gd name="connsiteX14049" fmla="*/ 3844124 w 4641785"/>
              <a:gd name="connsiteY14049" fmla="*/ 2544609 h 5274332"/>
              <a:gd name="connsiteX14050" fmla="*/ 3843659 w 4641785"/>
              <a:gd name="connsiteY14050" fmla="*/ 2540888 h 5274332"/>
              <a:gd name="connsiteX14051" fmla="*/ 3841334 w 4641785"/>
              <a:gd name="connsiteY14051" fmla="*/ 2538562 h 5274332"/>
              <a:gd name="connsiteX14052" fmla="*/ 3843193 w 4641785"/>
              <a:gd name="connsiteY14052" fmla="*/ 2532981 h 5274332"/>
              <a:gd name="connsiteX14053" fmla="*/ 3839473 w 4641785"/>
              <a:gd name="connsiteY14053" fmla="*/ 2528330 h 5274332"/>
              <a:gd name="connsiteX14054" fmla="*/ 3839473 w 4641785"/>
              <a:gd name="connsiteY14054" fmla="*/ 2523214 h 5274332"/>
              <a:gd name="connsiteX14055" fmla="*/ 3838078 w 4641785"/>
              <a:gd name="connsiteY14055" fmla="*/ 2519958 h 5274332"/>
              <a:gd name="connsiteX14056" fmla="*/ 3836217 w 4641785"/>
              <a:gd name="connsiteY14056" fmla="*/ 2519493 h 5274332"/>
              <a:gd name="connsiteX14057" fmla="*/ 3833891 w 4641785"/>
              <a:gd name="connsiteY14057" fmla="*/ 2506005 h 5274332"/>
              <a:gd name="connsiteX14058" fmla="*/ 3832031 w 4641785"/>
              <a:gd name="connsiteY14058" fmla="*/ 2501819 h 5274332"/>
              <a:gd name="connsiteX14059" fmla="*/ 3832496 w 4641785"/>
              <a:gd name="connsiteY14059" fmla="*/ 2498098 h 5274332"/>
              <a:gd name="connsiteX14060" fmla="*/ 3830635 w 4641785"/>
              <a:gd name="connsiteY14060" fmla="*/ 2492052 h 5274332"/>
              <a:gd name="connsiteX14061" fmla="*/ 3828775 w 4641785"/>
              <a:gd name="connsiteY14061" fmla="*/ 2491121 h 5274332"/>
              <a:gd name="connsiteX14062" fmla="*/ 3829705 w 4641785"/>
              <a:gd name="connsiteY14062" fmla="*/ 2486006 h 5274332"/>
              <a:gd name="connsiteX14063" fmla="*/ 3826915 w 4641785"/>
              <a:gd name="connsiteY14063" fmla="*/ 2482750 h 5274332"/>
              <a:gd name="connsiteX14064" fmla="*/ 3829240 w 4641785"/>
              <a:gd name="connsiteY14064" fmla="*/ 2477168 h 5274332"/>
              <a:gd name="connsiteX14065" fmla="*/ 3829240 w 4641785"/>
              <a:gd name="connsiteY14065" fmla="*/ 2473913 h 5274332"/>
              <a:gd name="connsiteX14066" fmla="*/ 3825054 w 4641785"/>
              <a:gd name="connsiteY14066" fmla="*/ 2467866 h 5274332"/>
              <a:gd name="connsiteX14067" fmla="*/ 3821334 w 4641785"/>
              <a:gd name="connsiteY14067" fmla="*/ 2468796 h 5274332"/>
              <a:gd name="connsiteX14068" fmla="*/ 3820404 w 4641785"/>
              <a:gd name="connsiteY14068" fmla="*/ 2471587 h 5274332"/>
              <a:gd name="connsiteX14069" fmla="*/ 3821334 w 4641785"/>
              <a:gd name="connsiteY14069" fmla="*/ 2474377 h 5274332"/>
              <a:gd name="connsiteX14070" fmla="*/ 3818544 w 4641785"/>
              <a:gd name="connsiteY14070" fmla="*/ 2479958 h 5274332"/>
              <a:gd name="connsiteX14071" fmla="*/ 3816219 w 4641785"/>
              <a:gd name="connsiteY14071" fmla="*/ 2479029 h 5274332"/>
              <a:gd name="connsiteX14072" fmla="*/ 3816683 w 4641785"/>
              <a:gd name="connsiteY14072" fmla="*/ 2473912 h 5274332"/>
              <a:gd name="connsiteX14073" fmla="*/ 3810637 w 4641785"/>
              <a:gd name="connsiteY14073" fmla="*/ 2469261 h 5274332"/>
              <a:gd name="connsiteX14074" fmla="*/ 3811102 w 4641785"/>
              <a:gd name="connsiteY14074" fmla="*/ 2465540 h 5274332"/>
              <a:gd name="connsiteX14075" fmla="*/ 3805986 w 4641785"/>
              <a:gd name="connsiteY14075" fmla="*/ 2467400 h 5274332"/>
              <a:gd name="connsiteX14076" fmla="*/ 3799009 w 4641785"/>
              <a:gd name="connsiteY14076" fmla="*/ 2477168 h 5274332"/>
              <a:gd name="connsiteX14077" fmla="*/ 3796683 w 4641785"/>
              <a:gd name="connsiteY14077" fmla="*/ 2477168 h 5274332"/>
              <a:gd name="connsiteX14078" fmla="*/ 3796219 w 4641785"/>
              <a:gd name="connsiteY14078" fmla="*/ 2480889 h 5274332"/>
              <a:gd name="connsiteX14079" fmla="*/ 3793427 w 4641785"/>
              <a:gd name="connsiteY14079" fmla="*/ 2482749 h 5274332"/>
              <a:gd name="connsiteX14080" fmla="*/ 3787846 w 4641785"/>
              <a:gd name="connsiteY14080" fmla="*/ 2479493 h 5274332"/>
              <a:gd name="connsiteX14081" fmla="*/ 3786451 w 4641785"/>
              <a:gd name="connsiteY14081" fmla="*/ 2480424 h 5274332"/>
              <a:gd name="connsiteX14082" fmla="*/ 3782730 w 4641785"/>
              <a:gd name="connsiteY14082" fmla="*/ 2474842 h 5274332"/>
              <a:gd name="connsiteX14083" fmla="*/ 3779474 w 4641785"/>
              <a:gd name="connsiteY14083" fmla="*/ 2467866 h 5274332"/>
              <a:gd name="connsiteX14084" fmla="*/ 3776219 w 4641785"/>
              <a:gd name="connsiteY14084" fmla="*/ 2468331 h 5274332"/>
              <a:gd name="connsiteX14085" fmla="*/ 3775288 w 4641785"/>
              <a:gd name="connsiteY14085" fmla="*/ 2472982 h 5274332"/>
              <a:gd name="connsiteX14086" fmla="*/ 3772963 w 4641785"/>
              <a:gd name="connsiteY14086" fmla="*/ 2476238 h 5274332"/>
              <a:gd name="connsiteX14087" fmla="*/ 3775288 w 4641785"/>
              <a:gd name="connsiteY14087" fmla="*/ 2487400 h 5274332"/>
              <a:gd name="connsiteX14088" fmla="*/ 3774823 w 4641785"/>
              <a:gd name="connsiteY14088" fmla="*/ 2491121 h 5274332"/>
              <a:gd name="connsiteX14089" fmla="*/ 3776683 w 4641785"/>
              <a:gd name="connsiteY14089" fmla="*/ 2493912 h 5274332"/>
              <a:gd name="connsiteX14090" fmla="*/ 3776683 w 4641785"/>
              <a:gd name="connsiteY14090" fmla="*/ 2498098 h 5274332"/>
              <a:gd name="connsiteX14091" fmla="*/ 3776219 w 4641785"/>
              <a:gd name="connsiteY14091" fmla="*/ 2504609 h 5274332"/>
              <a:gd name="connsiteX14092" fmla="*/ 3778544 w 4641785"/>
              <a:gd name="connsiteY14092" fmla="*/ 2508330 h 5274332"/>
              <a:gd name="connsiteX14093" fmla="*/ 3772963 w 4641785"/>
              <a:gd name="connsiteY14093" fmla="*/ 2514376 h 5274332"/>
              <a:gd name="connsiteX14094" fmla="*/ 3772963 w 4641785"/>
              <a:gd name="connsiteY14094" fmla="*/ 2518563 h 5274332"/>
              <a:gd name="connsiteX14095" fmla="*/ 3766917 w 4641785"/>
              <a:gd name="connsiteY14095" fmla="*/ 2517632 h 5274332"/>
              <a:gd name="connsiteX14096" fmla="*/ 3761800 w 4641785"/>
              <a:gd name="connsiteY14096" fmla="*/ 2522283 h 5274332"/>
              <a:gd name="connsiteX14097" fmla="*/ 3758544 w 4641785"/>
              <a:gd name="connsiteY14097" fmla="*/ 2524609 h 5274332"/>
              <a:gd name="connsiteX14098" fmla="*/ 3757614 w 4641785"/>
              <a:gd name="connsiteY14098" fmla="*/ 2528329 h 5274332"/>
              <a:gd name="connsiteX14099" fmla="*/ 3751567 w 4641785"/>
              <a:gd name="connsiteY14099" fmla="*/ 2535772 h 5274332"/>
              <a:gd name="connsiteX14100" fmla="*/ 3748777 w 4641785"/>
              <a:gd name="connsiteY14100" fmla="*/ 2540888 h 5274332"/>
              <a:gd name="connsiteX14101" fmla="*/ 3745986 w 4641785"/>
              <a:gd name="connsiteY14101" fmla="*/ 2548330 h 5274332"/>
              <a:gd name="connsiteX14102" fmla="*/ 3746917 w 4641785"/>
              <a:gd name="connsiteY14102" fmla="*/ 2552516 h 5274332"/>
              <a:gd name="connsiteX14103" fmla="*/ 3749242 w 4641785"/>
              <a:gd name="connsiteY14103" fmla="*/ 2554376 h 5274332"/>
              <a:gd name="connsiteX14104" fmla="*/ 3748777 w 4641785"/>
              <a:gd name="connsiteY14104" fmla="*/ 2557167 h 5274332"/>
              <a:gd name="connsiteX14105" fmla="*/ 3750172 w 4641785"/>
              <a:gd name="connsiteY14105" fmla="*/ 2559957 h 5274332"/>
              <a:gd name="connsiteX14106" fmla="*/ 3752963 w 4641785"/>
              <a:gd name="connsiteY14106" fmla="*/ 2570189 h 5274332"/>
              <a:gd name="connsiteX14107" fmla="*/ 3752498 w 4641785"/>
              <a:gd name="connsiteY14107" fmla="*/ 2571585 h 5274332"/>
              <a:gd name="connsiteX14108" fmla="*/ 3755754 w 4641785"/>
              <a:gd name="connsiteY14108" fmla="*/ 2578096 h 5274332"/>
              <a:gd name="connsiteX14109" fmla="*/ 3754358 w 4641785"/>
              <a:gd name="connsiteY14109" fmla="*/ 2580887 h 5274332"/>
              <a:gd name="connsiteX14110" fmla="*/ 3746917 w 4641785"/>
              <a:gd name="connsiteY14110" fmla="*/ 2582748 h 5274332"/>
              <a:gd name="connsiteX14111" fmla="*/ 3748312 w 4641785"/>
              <a:gd name="connsiteY14111" fmla="*/ 2587864 h 5274332"/>
              <a:gd name="connsiteX14112" fmla="*/ 3745986 w 4641785"/>
              <a:gd name="connsiteY14112" fmla="*/ 2587864 h 5274332"/>
              <a:gd name="connsiteX14113" fmla="*/ 3743661 w 4641785"/>
              <a:gd name="connsiteY14113" fmla="*/ 2591584 h 5274332"/>
              <a:gd name="connsiteX14114" fmla="*/ 3739010 w 4641785"/>
              <a:gd name="connsiteY14114" fmla="*/ 2594840 h 5274332"/>
              <a:gd name="connsiteX14115" fmla="*/ 3734359 w 4641785"/>
              <a:gd name="connsiteY14115" fmla="*/ 2593445 h 5274332"/>
              <a:gd name="connsiteX14116" fmla="*/ 3732498 w 4641785"/>
              <a:gd name="connsiteY14116" fmla="*/ 2596235 h 5274332"/>
              <a:gd name="connsiteX14117" fmla="*/ 3727847 w 4641785"/>
              <a:gd name="connsiteY14117" fmla="*/ 2596235 h 5274332"/>
              <a:gd name="connsiteX14118" fmla="*/ 3724126 w 4641785"/>
              <a:gd name="connsiteY14118" fmla="*/ 2599491 h 5274332"/>
              <a:gd name="connsiteX14119" fmla="*/ 3722731 w 4641785"/>
              <a:gd name="connsiteY14119" fmla="*/ 2602282 h 5274332"/>
              <a:gd name="connsiteX14120" fmla="*/ 3719475 w 4641785"/>
              <a:gd name="connsiteY14120" fmla="*/ 2601817 h 5274332"/>
              <a:gd name="connsiteX14121" fmla="*/ 3712964 w 4641785"/>
              <a:gd name="connsiteY14121" fmla="*/ 2598096 h 5274332"/>
              <a:gd name="connsiteX14122" fmla="*/ 3712964 w 4641785"/>
              <a:gd name="connsiteY14122" fmla="*/ 2595770 h 5274332"/>
              <a:gd name="connsiteX14123" fmla="*/ 3710173 w 4641785"/>
              <a:gd name="connsiteY14123" fmla="*/ 2594375 h 5274332"/>
              <a:gd name="connsiteX14124" fmla="*/ 3711568 w 4641785"/>
              <a:gd name="connsiteY14124" fmla="*/ 2588329 h 5274332"/>
              <a:gd name="connsiteX14125" fmla="*/ 3708778 w 4641785"/>
              <a:gd name="connsiteY14125" fmla="*/ 2587864 h 5274332"/>
              <a:gd name="connsiteX14126" fmla="*/ 3709242 w 4641785"/>
              <a:gd name="connsiteY14126" fmla="*/ 2583213 h 5274332"/>
              <a:gd name="connsiteX14127" fmla="*/ 3705057 w 4641785"/>
              <a:gd name="connsiteY14127" fmla="*/ 2575771 h 5274332"/>
              <a:gd name="connsiteX14128" fmla="*/ 3705987 w 4641785"/>
              <a:gd name="connsiteY14128" fmla="*/ 2573445 h 5274332"/>
              <a:gd name="connsiteX14129" fmla="*/ 3702731 w 4641785"/>
              <a:gd name="connsiteY14129" fmla="*/ 2567864 h 5274332"/>
              <a:gd name="connsiteX14130" fmla="*/ 3703661 w 4641785"/>
              <a:gd name="connsiteY14130" fmla="*/ 2561818 h 5274332"/>
              <a:gd name="connsiteX14131" fmla="*/ 3701335 w 4641785"/>
              <a:gd name="connsiteY14131" fmla="*/ 2559027 h 5274332"/>
              <a:gd name="connsiteX14132" fmla="*/ 3696684 w 4641785"/>
              <a:gd name="connsiteY14132" fmla="*/ 2552516 h 5274332"/>
              <a:gd name="connsiteX14133" fmla="*/ 3696220 w 4641785"/>
              <a:gd name="connsiteY14133" fmla="*/ 2549725 h 5274332"/>
              <a:gd name="connsiteX14134" fmla="*/ 3690173 w 4641785"/>
              <a:gd name="connsiteY14134" fmla="*/ 2549725 h 5274332"/>
              <a:gd name="connsiteX14135" fmla="*/ 3686452 w 4641785"/>
              <a:gd name="connsiteY14135" fmla="*/ 2555306 h 5274332"/>
              <a:gd name="connsiteX14136" fmla="*/ 3685057 w 4641785"/>
              <a:gd name="connsiteY14136" fmla="*/ 2563213 h 5274332"/>
              <a:gd name="connsiteX14137" fmla="*/ 3685522 w 4641785"/>
              <a:gd name="connsiteY14137" fmla="*/ 2567864 h 5274332"/>
              <a:gd name="connsiteX14138" fmla="*/ 3688313 w 4641785"/>
              <a:gd name="connsiteY14138" fmla="*/ 2575771 h 5274332"/>
              <a:gd name="connsiteX14139" fmla="*/ 3688313 w 4641785"/>
              <a:gd name="connsiteY14139" fmla="*/ 2577631 h 5274332"/>
              <a:gd name="connsiteX14140" fmla="*/ 3690638 w 4641785"/>
              <a:gd name="connsiteY14140" fmla="*/ 2583677 h 5274332"/>
              <a:gd name="connsiteX14141" fmla="*/ 3687382 w 4641785"/>
              <a:gd name="connsiteY14141" fmla="*/ 2585073 h 5274332"/>
              <a:gd name="connsiteX14142" fmla="*/ 3683196 w 4641785"/>
              <a:gd name="connsiteY14142" fmla="*/ 2583213 h 5274332"/>
              <a:gd name="connsiteX14143" fmla="*/ 3679475 w 4641785"/>
              <a:gd name="connsiteY14143" fmla="*/ 2576701 h 5274332"/>
              <a:gd name="connsiteX14144" fmla="*/ 3677150 w 4641785"/>
              <a:gd name="connsiteY14144" fmla="*/ 2567864 h 5274332"/>
              <a:gd name="connsiteX14145" fmla="*/ 3675754 w 4641785"/>
              <a:gd name="connsiteY14145" fmla="*/ 2566934 h 5274332"/>
              <a:gd name="connsiteX14146" fmla="*/ 3675754 w 4641785"/>
              <a:gd name="connsiteY14146" fmla="*/ 2556701 h 5274332"/>
              <a:gd name="connsiteX14147" fmla="*/ 3674824 w 4641785"/>
              <a:gd name="connsiteY14147" fmla="*/ 2550190 h 5274332"/>
              <a:gd name="connsiteX14148" fmla="*/ 3672033 w 4641785"/>
              <a:gd name="connsiteY14148" fmla="*/ 2543679 h 5274332"/>
              <a:gd name="connsiteX14149" fmla="*/ 3674359 w 4641785"/>
              <a:gd name="connsiteY14149" fmla="*/ 2541818 h 5274332"/>
              <a:gd name="connsiteX14150" fmla="*/ 3673429 w 4641785"/>
              <a:gd name="connsiteY14150" fmla="*/ 2539958 h 5274332"/>
              <a:gd name="connsiteX14151" fmla="*/ 3670638 w 4641785"/>
              <a:gd name="connsiteY14151" fmla="*/ 2538562 h 5274332"/>
              <a:gd name="connsiteX14152" fmla="*/ 3672499 w 4641785"/>
              <a:gd name="connsiteY14152" fmla="*/ 2532516 h 5274332"/>
              <a:gd name="connsiteX14153" fmla="*/ 3669708 w 4641785"/>
              <a:gd name="connsiteY14153" fmla="*/ 2530655 h 5274332"/>
              <a:gd name="connsiteX14154" fmla="*/ 3668313 w 4641785"/>
              <a:gd name="connsiteY14154" fmla="*/ 2527400 h 5274332"/>
              <a:gd name="connsiteX14155" fmla="*/ 3668313 w 4641785"/>
              <a:gd name="connsiteY14155" fmla="*/ 2523214 h 5274332"/>
              <a:gd name="connsiteX14156" fmla="*/ 3664592 w 4641785"/>
              <a:gd name="connsiteY14156" fmla="*/ 2516702 h 5274332"/>
              <a:gd name="connsiteX14157" fmla="*/ 3663662 w 4641785"/>
              <a:gd name="connsiteY14157" fmla="*/ 2509260 h 5274332"/>
              <a:gd name="connsiteX14158" fmla="*/ 3659476 w 4641785"/>
              <a:gd name="connsiteY14158" fmla="*/ 2507865 h 5274332"/>
              <a:gd name="connsiteX14159" fmla="*/ 3659476 w 4641785"/>
              <a:gd name="connsiteY14159" fmla="*/ 2505074 h 5274332"/>
              <a:gd name="connsiteX14160" fmla="*/ 3655755 w 4641785"/>
              <a:gd name="connsiteY14160" fmla="*/ 2503214 h 5274332"/>
              <a:gd name="connsiteX14161" fmla="*/ 3656685 w 4641785"/>
              <a:gd name="connsiteY14161" fmla="*/ 2499493 h 5274332"/>
              <a:gd name="connsiteX14162" fmla="*/ 3654825 w 4641785"/>
              <a:gd name="connsiteY14162" fmla="*/ 2499028 h 5274332"/>
              <a:gd name="connsiteX14163" fmla="*/ 3654359 w 4641785"/>
              <a:gd name="connsiteY14163" fmla="*/ 2494842 h 5274332"/>
              <a:gd name="connsiteX14164" fmla="*/ 3650174 w 4641785"/>
              <a:gd name="connsiteY14164" fmla="*/ 2491121 h 5274332"/>
              <a:gd name="connsiteX14165" fmla="*/ 3649243 w 4641785"/>
              <a:gd name="connsiteY14165" fmla="*/ 2485540 h 5274332"/>
              <a:gd name="connsiteX14166" fmla="*/ 3651569 w 4641785"/>
              <a:gd name="connsiteY14166" fmla="*/ 2480424 h 5274332"/>
              <a:gd name="connsiteX14167" fmla="*/ 3656220 w 4641785"/>
              <a:gd name="connsiteY14167" fmla="*/ 2481354 h 5274332"/>
              <a:gd name="connsiteX14168" fmla="*/ 3656685 w 4641785"/>
              <a:gd name="connsiteY14168" fmla="*/ 2475773 h 5274332"/>
              <a:gd name="connsiteX14169" fmla="*/ 3655289 w 4641785"/>
              <a:gd name="connsiteY14169" fmla="*/ 2474377 h 5274332"/>
              <a:gd name="connsiteX14170" fmla="*/ 3648313 w 4641785"/>
              <a:gd name="connsiteY14170" fmla="*/ 2474377 h 5274332"/>
              <a:gd name="connsiteX14171" fmla="*/ 3648313 w 4641785"/>
              <a:gd name="connsiteY14171" fmla="*/ 2468796 h 5274332"/>
              <a:gd name="connsiteX14172" fmla="*/ 3650638 w 4641785"/>
              <a:gd name="connsiteY14172" fmla="*/ 2464145 h 5274332"/>
              <a:gd name="connsiteX14173" fmla="*/ 3656685 w 4641785"/>
              <a:gd name="connsiteY14173" fmla="*/ 2464145 h 5274332"/>
              <a:gd name="connsiteX14174" fmla="*/ 3659011 w 4641785"/>
              <a:gd name="connsiteY14174" fmla="*/ 2466005 h 5274332"/>
              <a:gd name="connsiteX14175" fmla="*/ 3660406 w 4641785"/>
              <a:gd name="connsiteY14175" fmla="*/ 2460889 h 5274332"/>
              <a:gd name="connsiteX14176" fmla="*/ 3659940 w 4641785"/>
              <a:gd name="connsiteY14176" fmla="*/ 2457168 h 5274332"/>
              <a:gd name="connsiteX14177" fmla="*/ 3661336 w 4641785"/>
              <a:gd name="connsiteY14177" fmla="*/ 2453447 h 5274332"/>
              <a:gd name="connsiteX14178" fmla="*/ 3664126 w 4641785"/>
              <a:gd name="connsiteY14178" fmla="*/ 2448796 h 5274332"/>
              <a:gd name="connsiteX14179" fmla="*/ 3661336 w 4641785"/>
              <a:gd name="connsiteY14179" fmla="*/ 2441820 h 5274332"/>
              <a:gd name="connsiteX14180" fmla="*/ 3660406 w 4641785"/>
              <a:gd name="connsiteY14180" fmla="*/ 2438564 h 5274332"/>
              <a:gd name="connsiteX14181" fmla="*/ 3662731 w 4641785"/>
              <a:gd name="connsiteY14181" fmla="*/ 2436703 h 5274332"/>
              <a:gd name="connsiteX14182" fmla="*/ 3662266 w 4641785"/>
              <a:gd name="connsiteY14182" fmla="*/ 2433913 h 5274332"/>
              <a:gd name="connsiteX14183" fmla="*/ 3667382 w 4641785"/>
              <a:gd name="connsiteY14183" fmla="*/ 2433913 h 5274332"/>
              <a:gd name="connsiteX14184" fmla="*/ 3665522 w 4641785"/>
              <a:gd name="connsiteY14184" fmla="*/ 2429727 h 5274332"/>
              <a:gd name="connsiteX14185" fmla="*/ 3668313 w 4641785"/>
              <a:gd name="connsiteY14185" fmla="*/ 2424145 h 5274332"/>
              <a:gd name="connsiteX14186" fmla="*/ 3671103 w 4641785"/>
              <a:gd name="connsiteY14186" fmla="*/ 2425540 h 5274332"/>
              <a:gd name="connsiteX14187" fmla="*/ 3672033 w 4641785"/>
              <a:gd name="connsiteY14187" fmla="*/ 2420889 h 5274332"/>
              <a:gd name="connsiteX14188" fmla="*/ 3680871 w 4641785"/>
              <a:gd name="connsiteY14188" fmla="*/ 2423215 h 5274332"/>
              <a:gd name="connsiteX14189" fmla="*/ 3683661 w 4641785"/>
              <a:gd name="connsiteY14189" fmla="*/ 2424611 h 5274332"/>
              <a:gd name="connsiteX14190" fmla="*/ 3682731 w 4641785"/>
              <a:gd name="connsiteY14190" fmla="*/ 2419494 h 5274332"/>
              <a:gd name="connsiteX14191" fmla="*/ 3685522 w 4641785"/>
              <a:gd name="connsiteY14191" fmla="*/ 2415774 h 5274332"/>
              <a:gd name="connsiteX14192" fmla="*/ 3686452 w 4641785"/>
              <a:gd name="connsiteY14192" fmla="*/ 2412052 h 5274332"/>
              <a:gd name="connsiteX14193" fmla="*/ 3683196 w 4641785"/>
              <a:gd name="connsiteY14193" fmla="*/ 2406937 h 5274332"/>
              <a:gd name="connsiteX14194" fmla="*/ 3683196 w 4641785"/>
              <a:gd name="connsiteY14194" fmla="*/ 2402286 h 5274332"/>
              <a:gd name="connsiteX14195" fmla="*/ 3688777 w 4641785"/>
              <a:gd name="connsiteY14195" fmla="*/ 2401355 h 5274332"/>
              <a:gd name="connsiteX14196" fmla="*/ 3697150 w 4641785"/>
              <a:gd name="connsiteY14196" fmla="*/ 2403681 h 5274332"/>
              <a:gd name="connsiteX14197" fmla="*/ 3701335 w 4641785"/>
              <a:gd name="connsiteY14197" fmla="*/ 2403681 h 5274332"/>
              <a:gd name="connsiteX14198" fmla="*/ 3702266 w 4641785"/>
              <a:gd name="connsiteY14198" fmla="*/ 2405541 h 5274332"/>
              <a:gd name="connsiteX14199" fmla="*/ 3705987 w 4641785"/>
              <a:gd name="connsiteY14199" fmla="*/ 2406006 h 5274332"/>
              <a:gd name="connsiteX14200" fmla="*/ 3710173 w 4641785"/>
              <a:gd name="connsiteY14200" fmla="*/ 2407867 h 5274332"/>
              <a:gd name="connsiteX14201" fmla="*/ 3718080 w 4641785"/>
              <a:gd name="connsiteY14201" fmla="*/ 2406937 h 5274332"/>
              <a:gd name="connsiteX14202" fmla="*/ 3720405 w 4641785"/>
              <a:gd name="connsiteY14202" fmla="*/ 2404611 h 5274332"/>
              <a:gd name="connsiteX14203" fmla="*/ 3724126 w 4641785"/>
              <a:gd name="connsiteY14203" fmla="*/ 2403216 h 5274332"/>
              <a:gd name="connsiteX14204" fmla="*/ 3725522 w 4641785"/>
              <a:gd name="connsiteY14204" fmla="*/ 2400425 h 5274332"/>
              <a:gd name="connsiteX14205" fmla="*/ 3724591 w 4641785"/>
              <a:gd name="connsiteY14205" fmla="*/ 2396704 h 5274332"/>
              <a:gd name="connsiteX14206" fmla="*/ 3725986 w 4641785"/>
              <a:gd name="connsiteY14206" fmla="*/ 2393913 h 5274332"/>
              <a:gd name="connsiteX14207" fmla="*/ 3725522 w 4641785"/>
              <a:gd name="connsiteY14207" fmla="*/ 2391588 h 5274332"/>
              <a:gd name="connsiteX14208" fmla="*/ 3728312 w 4641785"/>
              <a:gd name="connsiteY14208" fmla="*/ 2388332 h 5274332"/>
              <a:gd name="connsiteX14209" fmla="*/ 3726452 w 4641785"/>
              <a:gd name="connsiteY14209" fmla="*/ 2383681 h 5274332"/>
              <a:gd name="connsiteX14210" fmla="*/ 3729708 w 4641785"/>
              <a:gd name="connsiteY14210" fmla="*/ 2384146 h 5274332"/>
              <a:gd name="connsiteX14211" fmla="*/ 3731103 w 4641785"/>
              <a:gd name="connsiteY14211" fmla="*/ 2386472 h 5274332"/>
              <a:gd name="connsiteX14212" fmla="*/ 3732033 w 4641785"/>
              <a:gd name="connsiteY14212" fmla="*/ 2391588 h 5274332"/>
              <a:gd name="connsiteX14213" fmla="*/ 3736219 w 4641785"/>
              <a:gd name="connsiteY14213" fmla="*/ 2394379 h 5274332"/>
              <a:gd name="connsiteX14214" fmla="*/ 3740870 w 4641785"/>
              <a:gd name="connsiteY14214" fmla="*/ 2396239 h 5274332"/>
              <a:gd name="connsiteX14215" fmla="*/ 3744591 w 4641785"/>
              <a:gd name="connsiteY14215" fmla="*/ 2395774 h 5274332"/>
              <a:gd name="connsiteX14216" fmla="*/ 3741335 w 4641785"/>
              <a:gd name="connsiteY14216" fmla="*/ 2377635 h 5274332"/>
              <a:gd name="connsiteX14217" fmla="*/ 3752963 w 4641785"/>
              <a:gd name="connsiteY14217" fmla="*/ 2384611 h 5274332"/>
              <a:gd name="connsiteX14218" fmla="*/ 3757149 w 4641785"/>
              <a:gd name="connsiteY14218" fmla="*/ 2382286 h 5274332"/>
              <a:gd name="connsiteX14219" fmla="*/ 3757149 w 4641785"/>
              <a:gd name="connsiteY14219" fmla="*/ 2386472 h 5274332"/>
              <a:gd name="connsiteX14220" fmla="*/ 3761800 w 4641785"/>
              <a:gd name="connsiteY14220" fmla="*/ 2390657 h 5274332"/>
              <a:gd name="connsiteX14221" fmla="*/ 3762730 w 4641785"/>
              <a:gd name="connsiteY14221" fmla="*/ 2395309 h 5274332"/>
              <a:gd name="connsiteX14222" fmla="*/ 3764591 w 4641785"/>
              <a:gd name="connsiteY14222" fmla="*/ 2397169 h 5274332"/>
              <a:gd name="connsiteX14223" fmla="*/ 3767847 w 4641785"/>
              <a:gd name="connsiteY14223" fmla="*/ 2396239 h 5274332"/>
              <a:gd name="connsiteX14224" fmla="*/ 3768312 w 4641785"/>
              <a:gd name="connsiteY14224" fmla="*/ 2391123 h 5274332"/>
              <a:gd name="connsiteX14225" fmla="*/ 3772963 w 4641785"/>
              <a:gd name="connsiteY14225" fmla="*/ 2374379 h 5274332"/>
              <a:gd name="connsiteX14226" fmla="*/ 3769707 w 4641785"/>
              <a:gd name="connsiteY14226" fmla="*/ 2362286 h 5274332"/>
              <a:gd name="connsiteX14227" fmla="*/ 3775288 w 4641785"/>
              <a:gd name="connsiteY14227" fmla="*/ 2359030 h 5274332"/>
              <a:gd name="connsiteX14228" fmla="*/ 3777614 w 4641785"/>
              <a:gd name="connsiteY14228" fmla="*/ 2359960 h 5274332"/>
              <a:gd name="connsiteX14229" fmla="*/ 3778079 w 4641785"/>
              <a:gd name="connsiteY14229" fmla="*/ 2363216 h 5274332"/>
              <a:gd name="connsiteX14230" fmla="*/ 3781335 w 4641785"/>
              <a:gd name="connsiteY14230" fmla="*/ 2365077 h 5274332"/>
              <a:gd name="connsiteX14231" fmla="*/ 3781800 w 4641785"/>
              <a:gd name="connsiteY14231" fmla="*/ 2361821 h 5274332"/>
              <a:gd name="connsiteX14232" fmla="*/ 3779009 w 4641785"/>
              <a:gd name="connsiteY14232" fmla="*/ 2354379 h 5274332"/>
              <a:gd name="connsiteX14233" fmla="*/ 3781800 w 4641785"/>
              <a:gd name="connsiteY14233" fmla="*/ 2352984 h 5274332"/>
              <a:gd name="connsiteX14234" fmla="*/ 3783661 w 4641785"/>
              <a:gd name="connsiteY14234" fmla="*/ 2354379 h 5274332"/>
              <a:gd name="connsiteX14235" fmla="*/ 3793427 w 4641785"/>
              <a:gd name="connsiteY14235" fmla="*/ 2355309 h 5274332"/>
              <a:gd name="connsiteX14236" fmla="*/ 3797614 w 4641785"/>
              <a:gd name="connsiteY14236" fmla="*/ 2355309 h 5274332"/>
              <a:gd name="connsiteX14237" fmla="*/ 3801334 w 4641785"/>
              <a:gd name="connsiteY14237" fmla="*/ 2353914 h 5274332"/>
              <a:gd name="connsiteX14238" fmla="*/ 3804126 w 4641785"/>
              <a:gd name="connsiteY14238" fmla="*/ 2349263 h 5274332"/>
              <a:gd name="connsiteX14239" fmla="*/ 3804126 w 4641785"/>
              <a:gd name="connsiteY14239" fmla="*/ 2346938 h 5274332"/>
              <a:gd name="connsiteX14240" fmla="*/ 3809707 w 4641785"/>
              <a:gd name="connsiteY14240" fmla="*/ 2346007 h 5274332"/>
              <a:gd name="connsiteX14241" fmla="*/ 3807381 w 4641785"/>
              <a:gd name="connsiteY14241" fmla="*/ 2340891 h 5274332"/>
              <a:gd name="connsiteX14242" fmla="*/ 3806916 w 4641785"/>
              <a:gd name="connsiteY14242" fmla="*/ 2337170 h 5274332"/>
              <a:gd name="connsiteX14243" fmla="*/ 3807846 w 4641785"/>
              <a:gd name="connsiteY14243" fmla="*/ 2331589 h 5274332"/>
              <a:gd name="connsiteX14244" fmla="*/ 3806916 w 4641785"/>
              <a:gd name="connsiteY14244" fmla="*/ 2329728 h 5274332"/>
              <a:gd name="connsiteX14245" fmla="*/ 3809707 w 4641785"/>
              <a:gd name="connsiteY14245" fmla="*/ 2327868 h 5274332"/>
              <a:gd name="connsiteX14246" fmla="*/ 3815288 w 4641785"/>
              <a:gd name="connsiteY14246" fmla="*/ 2332519 h 5274332"/>
              <a:gd name="connsiteX14247" fmla="*/ 3819009 w 4641785"/>
              <a:gd name="connsiteY14247" fmla="*/ 2332984 h 5274332"/>
              <a:gd name="connsiteX14248" fmla="*/ 3819009 w 4641785"/>
              <a:gd name="connsiteY14248" fmla="*/ 2332986 h 5274332"/>
              <a:gd name="connsiteX14249" fmla="*/ 3819474 w 4641785"/>
              <a:gd name="connsiteY14249" fmla="*/ 2322753 h 5274332"/>
              <a:gd name="connsiteX14250" fmla="*/ 3820404 w 4641785"/>
              <a:gd name="connsiteY14250" fmla="*/ 2316241 h 5274332"/>
              <a:gd name="connsiteX14251" fmla="*/ 3821799 w 4641785"/>
              <a:gd name="connsiteY14251" fmla="*/ 2311126 h 5274332"/>
              <a:gd name="connsiteX14252" fmla="*/ 3821799 w 4641785"/>
              <a:gd name="connsiteY14252" fmla="*/ 2306939 h 5274332"/>
              <a:gd name="connsiteX14253" fmla="*/ 3824125 w 4641785"/>
              <a:gd name="connsiteY14253" fmla="*/ 2300893 h 5274332"/>
              <a:gd name="connsiteX14254" fmla="*/ 3829706 w 4641785"/>
              <a:gd name="connsiteY14254" fmla="*/ 2292521 h 5274332"/>
              <a:gd name="connsiteX14255" fmla="*/ 3827381 w 4641785"/>
              <a:gd name="connsiteY14255" fmla="*/ 2291126 h 5274332"/>
              <a:gd name="connsiteX14256" fmla="*/ 3828776 w 4641785"/>
              <a:gd name="connsiteY14256" fmla="*/ 2287870 h 5274332"/>
              <a:gd name="connsiteX14257" fmla="*/ 3828776 w 4641785"/>
              <a:gd name="connsiteY14257" fmla="*/ 2284149 h 5274332"/>
              <a:gd name="connsiteX14258" fmla="*/ 3826916 w 4641785"/>
              <a:gd name="connsiteY14258" fmla="*/ 2280428 h 5274332"/>
              <a:gd name="connsiteX14259" fmla="*/ 3826450 w 4641785"/>
              <a:gd name="connsiteY14259" fmla="*/ 2276242 h 5274332"/>
              <a:gd name="connsiteX14260" fmla="*/ 3822730 w 4641785"/>
              <a:gd name="connsiteY14260" fmla="*/ 2275312 h 5274332"/>
              <a:gd name="connsiteX14261" fmla="*/ 3820869 w 4641785"/>
              <a:gd name="connsiteY14261" fmla="*/ 2272522 h 5274332"/>
              <a:gd name="connsiteX14262" fmla="*/ 3820869 w 4641785"/>
              <a:gd name="connsiteY14262" fmla="*/ 2268800 h 5274332"/>
              <a:gd name="connsiteX14263" fmla="*/ 3821799 w 4641785"/>
              <a:gd name="connsiteY14263" fmla="*/ 2266475 h 5274332"/>
              <a:gd name="connsiteX14264" fmla="*/ 3821334 w 4641785"/>
              <a:gd name="connsiteY14264" fmla="*/ 2261824 h 5274332"/>
              <a:gd name="connsiteX14265" fmla="*/ 3832031 w 4641785"/>
              <a:gd name="connsiteY14265" fmla="*/ 2262289 h 5274332"/>
              <a:gd name="connsiteX14266" fmla="*/ 3837613 w 4641785"/>
              <a:gd name="connsiteY14266" fmla="*/ 2267405 h 5274332"/>
              <a:gd name="connsiteX14267" fmla="*/ 3840404 w 4641785"/>
              <a:gd name="connsiteY14267" fmla="*/ 2266940 h 5274332"/>
              <a:gd name="connsiteX14268" fmla="*/ 3845055 w 4641785"/>
              <a:gd name="connsiteY14268" fmla="*/ 2271591 h 5274332"/>
              <a:gd name="connsiteX14269" fmla="*/ 3848311 w 4641785"/>
              <a:gd name="connsiteY14269" fmla="*/ 2270196 h 5274332"/>
              <a:gd name="connsiteX14270" fmla="*/ 3853426 w 4641785"/>
              <a:gd name="connsiteY14270" fmla="*/ 2270196 h 5274332"/>
              <a:gd name="connsiteX14271" fmla="*/ 3853426 w 4641785"/>
              <a:gd name="connsiteY14271" fmla="*/ 2267870 h 5274332"/>
              <a:gd name="connsiteX14272" fmla="*/ 3857148 w 4641785"/>
              <a:gd name="connsiteY14272" fmla="*/ 2268800 h 5274332"/>
              <a:gd name="connsiteX14273" fmla="*/ 3860403 w 4641785"/>
              <a:gd name="connsiteY14273" fmla="*/ 2268336 h 5274332"/>
              <a:gd name="connsiteX14274" fmla="*/ 3861799 w 4641785"/>
              <a:gd name="connsiteY14274" fmla="*/ 2261824 h 5274332"/>
              <a:gd name="connsiteX14275" fmla="*/ 3860403 w 4641785"/>
              <a:gd name="connsiteY14275" fmla="*/ 2257637 h 5274332"/>
              <a:gd name="connsiteX14276" fmla="*/ 3855287 w 4641785"/>
              <a:gd name="connsiteY14276" fmla="*/ 2255778 h 5274332"/>
              <a:gd name="connsiteX14277" fmla="*/ 3857148 w 4641785"/>
              <a:gd name="connsiteY14277" fmla="*/ 2252522 h 5274332"/>
              <a:gd name="connsiteX14278" fmla="*/ 3855287 w 4641785"/>
              <a:gd name="connsiteY14278" fmla="*/ 2250661 h 5274332"/>
              <a:gd name="connsiteX14279" fmla="*/ 3851566 w 4641785"/>
              <a:gd name="connsiteY14279" fmla="*/ 2252056 h 5274332"/>
              <a:gd name="connsiteX14280" fmla="*/ 3849706 w 4641785"/>
              <a:gd name="connsiteY14280" fmla="*/ 2246941 h 5274332"/>
              <a:gd name="connsiteX14281" fmla="*/ 3851101 w 4641785"/>
              <a:gd name="connsiteY14281" fmla="*/ 2241359 h 5274332"/>
              <a:gd name="connsiteX14282" fmla="*/ 3849707 w 4641785"/>
              <a:gd name="connsiteY14282" fmla="*/ 2240894 h 5274332"/>
              <a:gd name="connsiteX14283" fmla="*/ 3849705 w 4641785"/>
              <a:gd name="connsiteY14283" fmla="*/ 2240895 h 5274332"/>
              <a:gd name="connsiteX14284" fmla="*/ 3845984 w 4641785"/>
              <a:gd name="connsiteY14284" fmla="*/ 2239034 h 5274332"/>
              <a:gd name="connsiteX14285" fmla="*/ 3837147 w 4641785"/>
              <a:gd name="connsiteY14285" fmla="*/ 2237174 h 5274332"/>
              <a:gd name="connsiteX14286" fmla="*/ 3838542 w 4641785"/>
              <a:gd name="connsiteY14286" fmla="*/ 2233453 h 5274332"/>
              <a:gd name="connsiteX14287" fmla="*/ 3836217 w 4641785"/>
              <a:gd name="connsiteY14287" fmla="*/ 2232058 h 5274332"/>
              <a:gd name="connsiteX14288" fmla="*/ 3831566 w 4641785"/>
              <a:gd name="connsiteY14288" fmla="*/ 2233453 h 5274332"/>
              <a:gd name="connsiteX14289" fmla="*/ 3823659 w 4641785"/>
              <a:gd name="connsiteY14289" fmla="*/ 2231128 h 5274332"/>
              <a:gd name="connsiteX14290" fmla="*/ 3818543 w 4641785"/>
              <a:gd name="connsiteY14290" fmla="*/ 2228802 h 5274332"/>
              <a:gd name="connsiteX14291" fmla="*/ 3814357 w 4641785"/>
              <a:gd name="connsiteY14291" fmla="*/ 2223685 h 5274332"/>
              <a:gd name="connsiteX14292" fmla="*/ 3812496 w 4641785"/>
              <a:gd name="connsiteY14292" fmla="*/ 2225081 h 5274332"/>
              <a:gd name="connsiteX14293" fmla="*/ 3804589 w 4641785"/>
              <a:gd name="connsiteY14293" fmla="*/ 2220895 h 5274332"/>
              <a:gd name="connsiteX14294" fmla="*/ 3803194 w 4641785"/>
              <a:gd name="connsiteY14294" fmla="*/ 2217174 h 5274332"/>
              <a:gd name="connsiteX14295" fmla="*/ 3798543 w 4641785"/>
              <a:gd name="connsiteY14295" fmla="*/ 2214848 h 5274332"/>
              <a:gd name="connsiteX14296" fmla="*/ 3792496 w 4641785"/>
              <a:gd name="connsiteY14296" fmla="*/ 2212988 h 5274332"/>
              <a:gd name="connsiteX14297" fmla="*/ 3786915 w 4641785"/>
              <a:gd name="connsiteY14297" fmla="*/ 2214384 h 5274332"/>
              <a:gd name="connsiteX14298" fmla="*/ 3785055 w 4641785"/>
              <a:gd name="connsiteY14298" fmla="*/ 2212988 h 5274332"/>
              <a:gd name="connsiteX14299" fmla="*/ 3780404 w 4641785"/>
              <a:gd name="connsiteY14299" fmla="*/ 2215314 h 5274332"/>
              <a:gd name="connsiteX14300" fmla="*/ 3778078 w 4641785"/>
              <a:gd name="connsiteY14300" fmla="*/ 2214384 h 5274332"/>
              <a:gd name="connsiteX14301" fmla="*/ 3769706 w 4641785"/>
              <a:gd name="connsiteY14301" fmla="*/ 2213453 h 5274332"/>
              <a:gd name="connsiteX14302" fmla="*/ 3759474 w 4641785"/>
              <a:gd name="connsiteY14302" fmla="*/ 2215314 h 5274332"/>
              <a:gd name="connsiteX14303" fmla="*/ 3756218 w 4641785"/>
              <a:gd name="connsiteY14303" fmla="*/ 2214384 h 5274332"/>
              <a:gd name="connsiteX14304" fmla="*/ 3752033 w 4641785"/>
              <a:gd name="connsiteY14304" fmla="*/ 2215779 h 5274332"/>
              <a:gd name="connsiteX14305" fmla="*/ 3746916 w 4641785"/>
              <a:gd name="connsiteY14305" fmla="*/ 2216709 h 5274332"/>
              <a:gd name="connsiteX14306" fmla="*/ 3743660 w 4641785"/>
              <a:gd name="connsiteY14306" fmla="*/ 2214848 h 5274332"/>
              <a:gd name="connsiteX14307" fmla="*/ 3740404 w 4641785"/>
              <a:gd name="connsiteY14307" fmla="*/ 2219965 h 5274332"/>
              <a:gd name="connsiteX14308" fmla="*/ 3735753 w 4641785"/>
              <a:gd name="connsiteY14308" fmla="*/ 2218570 h 5274332"/>
              <a:gd name="connsiteX14309" fmla="*/ 3733893 w 4641785"/>
              <a:gd name="connsiteY14309" fmla="*/ 2221825 h 5274332"/>
              <a:gd name="connsiteX14310" fmla="*/ 3731102 w 4641785"/>
              <a:gd name="connsiteY14310" fmla="*/ 2222290 h 5274332"/>
              <a:gd name="connsiteX14311" fmla="*/ 3725521 w 4641785"/>
              <a:gd name="connsiteY14311" fmla="*/ 2224616 h 5274332"/>
              <a:gd name="connsiteX14312" fmla="*/ 3723195 w 4641785"/>
              <a:gd name="connsiteY14312" fmla="*/ 2223685 h 5274332"/>
              <a:gd name="connsiteX14313" fmla="*/ 3722731 w 4641785"/>
              <a:gd name="connsiteY14313" fmla="*/ 2220895 h 5274332"/>
              <a:gd name="connsiteX14314" fmla="*/ 3719939 w 4641785"/>
              <a:gd name="connsiteY14314" fmla="*/ 2221360 h 5274332"/>
              <a:gd name="connsiteX14315" fmla="*/ 3719009 w 4641785"/>
              <a:gd name="connsiteY14315" fmla="*/ 2218104 h 5274332"/>
              <a:gd name="connsiteX14316" fmla="*/ 3721335 w 4641785"/>
              <a:gd name="connsiteY14316" fmla="*/ 2215314 h 5274332"/>
              <a:gd name="connsiteX14317" fmla="*/ 3715754 w 4641785"/>
              <a:gd name="connsiteY14317" fmla="*/ 2215779 h 5274332"/>
              <a:gd name="connsiteX14318" fmla="*/ 3712032 w 4641785"/>
              <a:gd name="connsiteY14318" fmla="*/ 2219965 h 5274332"/>
              <a:gd name="connsiteX14319" fmla="*/ 3705056 w 4641785"/>
              <a:gd name="connsiteY14319" fmla="*/ 2220895 h 5274332"/>
              <a:gd name="connsiteX14320" fmla="*/ 3703661 w 4641785"/>
              <a:gd name="connsiteY14320" fmla="*/ 2222290 h 5274332"/>
              <a:gd name="connsiteX14321" fmla="*/ 3698544 w 4641785"/>
              <a:gd name="connsiteY14321" fmla="*/ 2222755 h 5274332"/>
              <a:gd name="connsiteX14322" fmla="*/ 3698079 w 4641785"/>
              <a:gd name="connsiteY14322" fmla="*/ 2219965 h 5274332"/>
              <a:gd name="connsiteX14323" fmla="*/ 3694824 w 4641785"/>
              <a:gd name="connsiteY14323" fmla="*/ 2220429 h 5274332"/>
              <a:gd name="connsiteX14324" fmla="*/ 3691103 w 4641785"/>
              <a:gd name="connsiteY14324" fmla="*/ 2217174 h 5274332"/>
              <a:gd name="connsiteX14325" fmla="*/ 3683196 w 4641785"/>
              <a:gd name="connsiteY14325" fmla="*/ 2217174 h 5274332"/>
              <a:gd name="connsiteX14326" fmla="*/ 3681800 w 4641785"/>
              <a:gd name="connsiteY14326" fmla="*/ 2215314 h 5274332"/>
              <a:gd name="connsiteX14327" fmla="*/ 3677615 w 4641785"/>
              <a:gd name="connsiteY14327" fmla="*/ 2216244 h 5274332"/>
              <a:gd name="connsiteX14328" fmla="*/ 3672034 w 4641785"/>
              <a:gd name="connsiteY14328" fmla="*/ 2214384 h 5274332"/>
              <a:gd name="connsiteX14329" fmla="*/ 3666917 w 4641785"/>
              <a:gd name="connsiteY14329" fmla="*/ 2210663 h 5274332"/>
              <a:gd name="connsiteX14330" fmla="*/ 3664127 w 4641785"/>
              <a:gd name="connsiteY14330" fmla="*/ 2212058 h 5274332"/>
              <a:gd name="connsiteX14331" fmla="*/ 3654825 w 4641785"/>
              <a:gd name="connsiteY14331" fmla="*/ 2211128 h 5274332"/>
              <a:gd name="connsiteX14332" fmla="*/ 3645522 w 4641785"/>
              <a:gd name="connsiteY14332" fmla="*/ 2212523 h 5274332"/>
              <a:gd name="connsiteX14333" fmla="*/ 3636685 w 4641785"/>
              <a:gd name="connsiteY14333" fmla="*/ 2211592 h 5274332"/>
              <a:gd name="connsiteX14334" fmla="*/ 3634825 w 4641785"/>
              <a:gd name="connsiteY14334" fmla="*/ 2212523 h 5274332"/>
              <a:gd name="connsiteX14335" fmla="*/ 3624127 w 4641785"/>
              <a:gd name="connsiteY14335" fmla="*/ 2214848 h 5274332"/>
              <a:gd name="connsiteX14336" fmla="*/ 3612034 w 4641785"/>
              <a:gd name="connsiteY14336" fmla="*/ 2218104 h 5274332"/>
              <a:gd name="connsiteX14337" fmla="*/ 3605058 w 4641785"/>
              <a:gd name="connsiteY14337" fmla="*/ 2217639 h 5274332"/>
              <a:gd name="connsiteX14338" fmla="*/ 3599941 w 4641785"/>
              <a:gd name="connsiteY14338" fmla="*/ 2219034 h 5274332"/>
              <a:gd name="connsiteX14339" fmla="*/ 3593895 w 4641785"/>
              <a:gd name="connsiteY14339" fmla="*/ 2217639 h 5274332"/>
              <a:gd name="connsiteX14340" fmla="*/ 3589244 w 4641785"/>
              <a:gd name="connsiteY14340" fmla="*/ 2213918 h 5274332"/>
              <a:gd name="connsiteX14341" fmla="*/ 3585989 w 4641785"/>
              <a:gd name="connsiteY14341" fmla="*/ 2216709 h 5274332"/>
              <a:gd name="connsiteX14342" fmla="*/ 3582267 w 4641785"/>
              <a:gd name="connsiteY14342" fmla="*/ 2217639 h 5274332"/>
              <a:gd name="connsiteX14343" fmla="*/ 3579011 w 4641785"/>
              <a:gd name="connsiteY14343" fmla="*/ 2217174 h 5274332"/>
              <a:gd name="connsiteX14344" fmla="*/ 3576221 w 4641785"/>
              <a:gd name="connsiteY14344" fmla="*/ 2219034 h 5274332"/>
              <a:gd name="connsiteX14345" fmla="*/ 3572500 w 4641785"/>
              <a:gd name="connsiteY14345" fmla="*/ 2216244 h 5274332"/>
              <a:gd name="connsiteX14346" fmla="*/ 3570640 w 4641785"/>
              <a:gd name="connsiteY14346" fmla="*/ 2213453 h 5274332"/>
              <a:gd name="connsiteX14347" fmla="*/ 3565523 w 4641785"/>
              <a:gd name="connsiteY14347" fmla="*/ 2216244 h 5274332"/>
              <a:gd name="connsiteX14348" fmla="*/ 3559477 w 4641785"/>
              <a:gd name="connsiteY14348" fmla="*/ 2215314 h 5274332"/>
              <a:gd name="connsiteX14349" fmla="*/ 3545058 w 4641785"/>
              <a:gd name="connsiteY14349" fmla="*/ 2216244 h 5274332"/>
              <a:gd name="connsiteX14350" fmla="*/ 3543198 w 4641785"/>
              <a:gd name="connsiteY14350" fmla="*/ 2218104 h 5274332"/>
              <a:gd name="connsiteX14351" fmla="*/ 3537617 w 4641785"/>
              <a:gd name="connsiteY14351" fmla="*/ 2219499 h 5274332"/>
              <a:gd name="connsiteX14352" fmla="*/ 3536687 w 4641785"/>
              <a:gd name="connsiteY14352" fmla="*/ 2220895 h 5274332"/>
              <a:gd name="connsiteX14353" fmla="*/ 3530640 w 4641785"/>
              <a:gd name="connsiteY14353" fmla="*/ 2218570 h 5274332"/>
              <a:gd name="connsiteX14354" fmla="*/ 3525524 w 4641785"/>
              <a:gd name="connsiteY14354" fmla="*/ 2217639 h 5274332"/>
              <a:gd name="connsiteX14355" fmla="*/ 3518082 w 4641785"/>
              <a:gd name="connsiteY14355" fmla="*/ 2212058 h 5274332"/>
              <a:gd name="connsiteX14356" fmla="*/ 3515292 w 4641785"/>
              <a:gd name="connsiteY14356" fmla="*/ 2212988 h 5274332"/>
              <a:gd name="connsiteX14357" fmla="*/ 3508780 w 4641785"/>
              <a:gd name="connsiteY14357" fmla="*/ 2211128 h 5274332"/>
              <a:gd name="connsiteX14358" fmla="*/ 3496222 w 4641785"/>
              <a:gd name="connsiteY14358" fmla="*/ 2208802 h 5274332"/>
              <a:gd name="connsiteX14359" fmla="*/ 3492502 w 4641785"/>
              <a:gd name="connsiteY14359" fmla="*/ 2206941 h 5274332"/>
              <a:gd name="connsiteX14360" fmla="*/ 3483664 w 4641785"/>
              <a:gd name="connsiteY14360" fmla="*/ 2206941 h 5274332"/>
              <a:gd name="connsiteX14361" fmla="*/ 3477152 w 4641785"/>
              <a:gd name="connsiteY14361" fmla="*/ 2203221 h 5274332"/>
              <a:gd name="connsiteX14362" fmla="*/ 3473432 w 4641785"/>
              <a:gd name="connsiteY14362" fmla="*/ 2199965 h 5274332"/>
              <a:gd name="connsiteX14363" fmla="*/ 3470176 w 4641785"/>
              <a:gd name="connsiteY14363" fmla="*/ 2199500 h 5274332"/>
              <a:gd name="connsiteX14364" fmla="*/ 3465525 w 4641785"/>
              <a:gd name="connsiteY14364" fmla="*/ 2196709 h 5274332"/>
              <a:gd name="connsiteX14365" fmla="*/ 3462269 w 4641785"/>
              <a:gd name="connsiteY14365" fmla="*/ 2196709 h 5274332"/>
              <a:gd name="connsiteX14366" fmla="*/ 3460874 w 4641785"/>
              <a:gd name="connsiteY14366" fmla="*/ 2193453 h 5274332"/>
              <a:gd name="connsiteX14367" fmla="*/ 3456222 w 4641785"/>
              <a:gd name="connsiteY14367" fmla="*/ 2193919 h 5274332"/>
              <a:gd name="connsiteX14368" fmla="*/ 3449711 w 4641785"/>
              <a:gd name="connsiteY14368" fmla="*/ 2192523 h 5274332"/>
              <a:gd name="connsiteX14369" fmla="*/ 3446920 w 4641785"/>
              <a:gd name="connsiteY14369" fmla="*/ 2195314 h 5274332"/>
              <a:gd name="connsiteX14370" fmla="*/ 3442269 w 4641785"/>
              <a:gd name="connsiteY14370" fmla="*/ 2195779 h 5274332"/>
              <a:gd name="connsiteX14371" fmla="*/ 3438083 w 4641785"/>
              <a:gd name="connsiteY14371" fmla="*/ 2194383 h 5274332"/>
              <a:gd name="connsiteX14372" fmla="*/ 3440409 w 4641785"/>
              <a:gd name="connsiteY14372" fmla="*/ 2192058 h 5274332"/>
              <a:gd name="connsiteX14373" fmla="*/ 3438083 w 4641785"/>
              <a:gd name="connsiteY14373" fmla="*/ 2189732 h 5274332"/>
              <a:gd name="connsiteX14374" fmla="*/ 3436688 w 4641785"/>
              <a:gd name="connsiteY14374" fmla="*/ 2185081 h 5274332"/>
              <a:gd name="connsiteX14375" fmla="*/ 3436223 w 4641785"/>
              <a:gd name="connsiteY14375" fmla="*/ 2178570 h 5274332"/>
              <a:gd name="connsiteX14376" fmla="*/ 3439013 w 4641785"/>
              <a:gd name="connsiteY14376" fmla="*/ 2169268 h 5274332"/>
              <a:gd name="connsiteX14377" fmla="*/ 3441339 w 4641785"/>
              <a:gd name="connsiteY14377" fmla="*/ 2165546 h 5274332"/>
              <a:gd name="connsiteX14378" fmla="*/ 3441339 w 4641785"/>
              <a:gd name="connsiteY14378" fmla="*/ 2162756 h 5274332"/>
              <a:gd name="connsiteX14379" fmla="*/ 3443664 w 4641785"/>
              <a:gd name="connsiteY14379" fmla="*/ 2162756 h 5274332"/>
              <a:gd name="connsiteX14380" fmla="*/ 3443665 w 4641785"/>
              <a:gd name="connsiteY14380" fmla="*/ 2162755 h 5274332"/>
              <a:gd name="connsiteX14381" fmla="*/ 3441340 w 4641785"/>
              <a:gd name="connsiteY14381" fmla="*/ 2162755 h 5274332"/>
              <a:gd name="connsiteX14382" fmla="*/ 3442735 w 4641785"/>
              <a:gd name="connsiteY14382" fmla="*/ 2155314 h 5274332"/>
              <a:gd name="connsiteX14383" fmla="*/ 3444130 w 4641785"/>
              <a:gd name="connsiteY14383" fmla="*/ 2152059 h 5274332"/>
              <a:gd name="connsiteX14384" fmla="*/ 3444130 w 4641785"/>
              <a:gd name="connsiteY14384" fmla="*/ 2152058 h 5274332"/>
              <a:gd name="connsiteX14385" fmla="*/ 3444594 w 4641785"/>
              <a:gd name="connsiteY14385" fmla="*/ 2151128 h 5274332"/>
              <a:gd name="connsiteX14386" fmla="*/ 3444130 w 4641785"/>
              <a:gd name="connsiteY14386" fmla="*/ 2150663 h 5274332"/>
              <a:gd name="connsiteX14387" fmla="*/ 3444130 w 4641785"/>
              <a:gd name="connsiteY14387" fmla="*/ 2150663 h 5274332"/>
              <a:gd name="connsiteX14388" fmla="*/ 3444130 w 4641785"/>
              <a:gd name="connsiteY14388" fmla="*/ 2150663 h 5274332"/>
              <a:gd name="connsiteX14389" fmla="*/ 3444883 w 4641785"/>
              <a:gd name="connsiteY14389" fmla="*/ 2149910 h 5274332"/>
              <a:gd name="connsiteX14390" fmla="*/ 3444130 w 4641785"/>
              <a:gd name="connsiteY14390" fmla="*/ 2150663 h 5274332"/>
              <a:gd name="connsiteX14391" fmla="*/ 3446456 w 4641785"/>
              <a:gd name="connsiteY14391" fmla="*/ 2139500 h 5274332"/>
              <a:gd name="connsiteX14392" fmla="*/ 3446456 w 4641785"/>
              <a:gd name="connsiteY14392" fmla="*/ 2135779 h 5274332"/>
              <a:gd name="connsiteX14393" fmla="*/ 3444595 w 4641785"/>
              <a:gd name="connsiteY14393" fmla="*/ 2130663 h 5274332"/>
              <a:gd name="connsiteX14394" fmla="*/ 3441340 w 4641785"/>
              <a:gd name="connsiteY14394" fmla="*/ 2126012 h 5274332"/>
              <a:gd name="connsiteX14395" fmla="*/ 3441340 w 4641785"/>
              <a:gd name="connsiteY14395" fmla="*/ 2121826 h 5274332"/>
              <a:gd name="connsiteX14396" fmla="*/ 3438549 w 4641785"/>
              <a:gd name="connsiteY14396" fmla="*/ 2121361 h 5274332"/>
              <a:gd name="connsiteX14397" fmla="*/ 3437619 w 4641785"/>
              <a:gd name="connsiteY14397" fmla="*/ 2117175 h 5274332"/>
              <a:gd name="connsiteX14398" fmla="*/ 3439944 w 4641785"/>
              <a:gd name="connsiteY14398" fmla="*/ 2112989 h 5274332"/>
              <a:gd name="connsiteX14399" fmla="*/ 3437153 w 4641785"/>
              <a:gd name="connsiteY14399" fmla="*/ 2104151 h 5274332"/>
              <a:gd name="connsiteX14400" fmla="*/ 3435293 w 4641785"/>
              <a:gd name="connsiteY14400" fmla="*/ 2102756 h 5274332"/>
              <a:gd name="connsiteX14401" fmla="*/ 3437619 w 4641785"/>
              <a:gd name="connsiteY14401" fmla="*/ 2099036 h 5274332"/>
              <a:gd name="connsiteX14402" fmla="*/ 3437619 w 4641785"/>
              <a:gd name="connsiteY14402" fmla="*/ 2096245 h 5274332"/>
              <a:gd name="connsiteX14403" fmla="*/ 3440875 w 4641785"/>
              <a:gd name="connsiteY14403" fmla="*/ 2089734 h 5274332"/>
              <a:gd name="connsiteX14404" fmla="*/ 3445526 w 4641785"/>
              <a:gd name="connsiteY14404" fmla="*/ 2084617 h 5274332"/>
              <a:gd name="connsiteX14405" fmla="*/ 3446456 w 4641785"/>
              <a:gd name="connsiteY14405" fmla="*/ 2080431 h 5274332"/>
              <a:gd name="connsiteX14406" fmla="*/ 3437619 w 4641785"/>
              <a:gd name="connsiteY14406" fmla="*/ 2080897 h 5274332"/>
              <a:gd name="connsiteX14407" fmla="*/ 3439479 w 4641785"/>
              <a:gd name="connsiteY14407" fmla="*/ 2076710 h 5274332"/>
              <a:gd name="connsiteX14408" fmla="*/ 3444595 w 4641785"/>
              <a:gd name="connsiteY14408" fmla="*/ 2075315 h 5274332"/>
              <a:gd name="connsiteX14409" fmla="*/ 3441340 w 4641785"/>
              <a:gd name="connsiteY14409" fmla="*/ 2072524 h 5274332"/>
              <a:gd name="connsiteX14410" fmla="*/ 3440409 w 4641785"/>
              <a:gd name="connsiteY14410" fmla="*/ 2069268 h 5274332"/>
              <a:gd name="connsiteX14411" fmla="*/ 3436689 w 4641785"/>
              <a:gd name="connsiteY14411" fmla="*/ 2068803 h 5274332"/>
              <a:gd name="connsiteX14412" fmla="*/ 3435293 w 4641785"/>
              <a:gd name="connsiteY14412" fmla="*/ 2063222 h 5274332"/>
              <a:gd name="connsiteX14413" fmla="*/ 3431572 w 4641785"/>
              <a:gd name="connsiteY14413" fmla="*/ 2064152 h 5274332"/>
              <a:gd name="connsiteX14414" fmla="*/ 3431572 w 4641785"/>
              <a:gd name="connsiteY14414" fmla="*/ 2060432 h 5274332"/>
              <a:gd name="connsiteX14415" fmla="*/ 3433433 w 4641785"/>
              <a:gd name="connsiteY14415" fmla="*/ 2059966 h 5274332"/>
              <a:gd name="connsiteX14416" fmla="*/ 3430642 w 4641785"/>
              <a:gd name="connsiteY14416" fmla="*/ 2054850 h 5274332"/>
              <a:gd name="connsiteX14417" fmla="*/ 3431107 w 4641785"/>
              <a:gd name="connsiteY14417" fmla="*/ 2052525 h 5274332"/>
              <a:gd name="connsiteX14418" fmla="*/ 3426456 w 4641785"/>
              <a:gd name="connsiteY14418" fmla="*/ 2050664 h 5274332"/>
              <a:gd name="connsiteX14419" fmla="*/ 3428316 w 4641785"/>
              <a:gd name="connsiteY14419" fmla="*/ 2048339 h 5274332"/>
              <a:gd name="connsiteX14420" fmla="*/ 3424595 w 4641785"/>
              <a:gd name="connsiteY14420" fmla="*/ 2042292 h 5274332"/>
              <a:gd name="connsiteX14421" fmla="*/ 3420410 w 4641785"/>
              <a:gd name="connsiteY14421" fmla="*/ 2042757 h 5274332"/>
              <a:gd name="connsiteX14422" fmla="*/ 3419945 w 4641785"/>
              <a:gd name="connsiteY14422" fmla="*/ 2040897 h 5274332"/>
              <a:gd name="connsiteX14423" fmla="*/ 3422270 w 4641785"/>
              <a:gd name="connsiteY14423" fmla="*/ 2039967 h 5274332"/>
              <a:gd name="connsiteX14424" fmla="*/ 3422270 w 4641785"/>
              <a:gd name="connsiteY14424" fmla="*/ 2039502 h 5274332"/>
              <a:gd name="connsiteX14425" fmla="*/ 3422270 w 4641785"/>
              <a:gd name="connsiteY14425" fmla="*/ 2039502 h 5274332"/>
              <a:gd name="connsiteX14426" fmla="*/ 3422270 w 4641785"/>
              <a:gd name="connsiteY14426" fmla="*/ 2039967 h 5274332"/>
              <a:gd name="connsiteX14427" fmla="*/ 3419944 w 4641785"/>
              <a:gd name="connsiteY14427" fmla="*/ 2040897 h 5274332"/>
              <a:gd name="connsiteX14428" fmla="*/ 3419014 w 4641785"/>
              <a:gd name="connsiteY14428" fmla="*/ 2043222 h 5274332"/>
              <a:gd name="connsiteX14429" fmla="*/ 3415293 w 4641785"/>
              <a:gd name="connsiteY14429" fmla="*/ 2042292 h 5274332"/>
              <a:gd name="connsiteX14430" fmla="*/ 3416223 w 4641785"/>
              <a:gd name="connsiteY14430" fmla="*/ 2039501 h 5274332"/>
              <a:gd name="connsiteX14431" fmla="*/ 3410642 w 4641785"/>
              <a:gd name="connsiteY14431" fmla="*/ 2031594 h 5274332"/>
              <a:gd name="connsiteX14432" fmla="*/ 3406921 w 4641785"/>
              <a:gd name="connsiteY14432" fmla="*/ 2030199 h 5274332"/>
              <a:gd name="connsiteX14433" fmla="*/ 3407851 w 4641785"/>
              <a:gd name="connsiteY14433" fmla="*/ 2035316 h 5274332"/>
              <a:gd name="connsiteX14434" fmla="*/ 3407386 w 4641785"/>
              <a:gd name="connsiteY14434" fmla="*/ 2038571 h 5274332"/>
              <a:gd name="connsiteX14435" fmla="*/ 3405061 w 4641785"/>
              <a:gd name="connsiteY14435" fmla="*/ 2039036 h 5274332"/>
              <a:gd name="connsiteX14436" fmla="*/ 3400875 w 4641785"/>
              <a:gd name="connsiteY14436" fmla="*/ 2045548 h 5274332"/>
              <a:gd name="connsiteX14437" fmla="*/ 3401805 w 4641785"/>
              <a:gd name="connsiteY14437" fmla="*/ 2047873 h 5274332"/>
              <a:gd name="connsiteX14438" fmla="*/ 3405991 w 4641785"/>
              <a:gd name="connsiteY14438" fmla="*/ 2049733 h 5274332"/>
              <a:gd name="connsiteX14439" fmla="*/ 3408782 w 4641785"/>
              <a:gd name="connsiteY14439" fmla="*/ 2058106 h 5274332"/>
              <a:gd name="connsiteX14440" fmla="*/ 3401805 w 4641785"/>
              <a:gd name="connsiteY14440" fmla="*/ 2062292 h 5274332"/>
              <a:gd name="connsiteX14441" fmla="*/ 3398549 w 4641785"/>
              <a:gd name="connsiteY14441" fmla="*/ 2064617 h 5274332"/>
              <a:gd name="connsiteX14442" fmla="*/ 3398549 w 4641785"/>
              <a:gd name="connsiteY14442" fmla="*/ 2069733 h 5274332"/>
              <a:gd name="connsiteX14443" fmla="*/ 3399480 w 4641785"/>
              <a:gd name="connsiteY14443" fmla="*/ 2071594 h 5274332"/>
              <a:gd name="connsiteX14444" fmla="*/ 3398084 w 4641785"/>
              <a:gd name="connsiteY14444" fmla="*/ 2073919 h 5274332"/>
              <a:gd name="connsiteX14445" fmla="*/ 3394363 w 4641785"/>
              <a:gd name="connsiteY14445" fmla="*/ 2076710 h 5274332"/>
              <a:gd name="connsiteX14446" fmla="*/ 3392038 w 4641785"/>
              <a:gd name="connsiteY14446" fmla="*/ 2075315 h 5274332"/>
              <a:gd name="connsiteX14447" fmla="*/ 3392038 w 4641785"/>
              <a:gd name="connsiteY14447" fmla="*/ 2071594 h 5274332"/>
              <a:gd name="connsiteX14448" fmla="*/ 3388317 w 4641785"/>
              <a:gd name="connsiteY14448" fmla="*/ 2068803 h 5274332"/>
              <a:gd name="connsiteX14449" fmla="*/ 3386456 w 4641785"/>
              <a:gd name="connsiteY14449" fmla="*/ 2070198 h 5274332"/>
              <a:gd name="connsiteX14450" fmla="*/ 3379945 w 4641785"/>
              <a:gd name="connsiteY14450" fmla="*/ 2070664 h 5274332"/>
              <a:gd name="connsiteX14451" fmla="*/ 3374363 w 4641785"/>
              <a:gd name="connsiteY14451" fmla="*/ 2067408 h 5274332"/>
              <a:gd name="connsiteX14452" fmla="*/ 3374829 w 4641785"/>
              <a:gd name="connsiteY14452" fmla="*/ 2062757 h 5274332"/>
              <a:gd name="connsiteX14453" fmla="*/ 3371573 w 4641785"/>
              <a:gd name="connsiteY14453" fmla="*/ 2063221 h 5274332"/>
              <a:gd name="connsiteX14454" fmla="*/ 3368782 w 4641785"/>
              <a:gd name="connsiteY14454" fmla="*/ 2066943 h 5274332"/>
              <a:gd name="connsiteX14455" fmla="*/ 3363201 w 4641785"/>
              <a:gd name="connsiteY14455" fmla="*/ 2068803 h 5274332"/>
              <a:gd name="connsiteX14456" fmla="*/ 3361341 w 4641785"/>
              <a:gd name="connsiteY14456" fmla="*/ 2068338 h 5274332"/>
              <a:gd name="connsiteX14457" fmla="*/ 3358085 w 4641785"/>
              <a:gd name="connsiteY14457" fmla="*/ 2063687 h 5274332"/>
              <a:gd name="connsiteX14458" fmla="*/ 3351573 w 4641785"/>
              <a:gd name="connsiteY14458" fmla="*/ 2059966 h 5274332"/>
              <a:gd name="connsiteX14459" fmla="*/ 3347388 w 4641785"/>
              <a:gd name="connsiteY14459" fmla="*/ 2059036 h 5274332"/>
              <a:gd name="connsiteX14460" fmla="*/ 3345992 w 4641785"/>
              <a:gd name="connsiteY14460" fmla="*/ 2052059 h 5274332"/>
              <a:gd name="connsiteX14461" fmla="*/ 3342271 w 4641785"/>
              <a:gd name="connsiteY14461" fmla="*/ 2048804 h 5274332"/>
              <a:gd name="connsiteX14462" fmla="*/ 3337155 w 4641785"/>
              <a:gd name="connsiteY14462" fmla="*/ 2048804 h 5274332"/>
              <a:gd name="connsiteX14463" fmla="*/ 3333434 w 4641785"/>
              <a:gd name="connsiteY14463" fmla="*/ 2047408 h 5274332"/>
              <a:gd name="connsiteX14464" fmla="*/ 3331108 w 4641785"/>
              <a:gd name="connsiteY14464" fmla="*/ 2045082 h 5274332"/>
              <a:gd name="connsiteX14465" fmla="*/ 3327852 w 4641785"/>
              <a:gd name="connsiteY14465" fmla="*/ 2038571 h 5274332"/>
              <a:gd name="connsiteX14466" fmla="*/ 3328783 w 4641785"/>
              <a:gd name="connsiteY14466" fmla="*/ 2034850 h 5274332"/>
              <a:gd name="connsiteX14467" fmla="*/ 3329248 w 4641785"/>
              <a:gd name="connsiteY14467" fmla="*/ 2028804 h 5274332"/>
              <a:gd name="connsiteX14468" fmla="*/ 3325992 w 4641785"/>
              <a:gd name="connsiteY14468" fmla="*/ 2025548 h 5274332"/>
              <a:gd name="connsiteX14469" fmla="*/ 3323201 w 4641785"/>
              <a:gd name="connsiteY14469" fmla="*/ 2019036 h 5274332"/>
              <a:gd name="connsiteX14470" fmla="*/ 3327852 w 4641785"/>
              <a:gd name="connsiteY14470" fmla="*/ 2017176 h 5274332"/>
              <a:gd name="connsiteX14471" fmla="*/ 3322271 w 4641785"/>
              <a:gd name="connsiteY14471" fmla="*/ 2011595 h 5274332"/>
              <a:gd name="connsiteX14472" fmla="*/ 3321341 w 4641785"/>
              <a:gd name="connsiteY14472" fmla="*/ 2002292 h 5274332"/>
              <a:gd name="connsiteX14473" fmla="*/ 3317155 w 4641785"/>
              <a:gd name="connsiteY14473" fmla="*/ 1999502 h 5274332"/>
              <a:gd name="connsiteX14474" fmla="*/ 3312969 w 4641785"/>
              <a:gd name="connsiteY14474" fmla="*/ 1999967 h 5274332"/>
              <a:gd name="connsiteX14475" fmla="*/ 3310179 w 4641785"/>
              <a:gd name="connsiteY14475" fmla="*/ 1996711 h 5274332"/>
              <a:gd name="connsiteX14476" fmla="*/ 3305993 w 4641785"/>
              <a:gd name="connsiteY14476" fmla="*/ 1995781 h 5274332"/>
              <a:gd name="connsiteX14477" fmla="*/ 3304132 w 4641785"/>
              <a:gd name="connsiteY14477" fmla="*/ 1994386 h 5274332"/>
              <a:gd name="connsiteX14478" fmla="*/ 3304132 w 4641785"/>
              <a:gd name="connsiteY14478" fmla="*/ 1990665 h 5274332"/>
              <a:gd name="connsiteX14479" fmla="*/ 3299946 w 4641785"/>
              <a:gd name="connsiteY14479" fmla="*/ 1988805 h 5274332"/>
              <a:gd name="connsiteX14480" fmla="*/ 3298086 w 4641785"/>
              <a:gd name="connsiteY14480" fmla="*/ 1990665 h 5274332"/>
              <a:gd name="connsiteX14481" fmla="*/ 3298086 w 4641785"/>
              <a:gd name="connsiteY14481" fmla="*/ 1994386 h 5274332"/>
              <a:gd name="connsiteX14482" fmla="*/ 3293900 w 4641785"/>
              <a:gd name="connsiteY14482" fmla="*/ 1998572 h 5274332"/>
              <a:gd name="connsiteX14483" fmla="*/ 3292505 w 4641785"/>
              <a:gd name="connsiteY14483" fmla="*/ 2004153 h 5274332"/>
              <a:gd name="connsiteX14484" fmla="*/ 3294365 w 4641785"/>
              <a:gd name="connsiteY14484" fmla="*/ 2006014 h 5274332"/>
              <a:gd name="connsiteX14485" fmla="*/ 3298551 w 4641785"/>
              <a:gd name="connsiteY14485" fmla="*/ 2006478 h 5274332"/>
              <a:gd name="connsiteX14486" fmla="*/ 3306923 w 4641785"/>
              <a:gd name="connsiteY14486" fmla="*/ 2011595 h 5274332"/>
              <a:gd name="connsiteX14487" fmla="*/ 3304598 w 4641785"/>
              <a:gd name="connsiteY14487" fmla="*/ 2013455 h 5274332"/>
              <a:gd name="connsiteX14488" fmla="*/ 3306457 w 4641785"/>
              <a:gd name="connsiteY14488" fmla="*/ 2016711 h 5274332"/>
              <a:gd name="connsiteX14489" fmla="*/ 3311109 w 4641785"/>
              <a:gd name="connsiteY14489" fmla="*/ 2016246 h 5274332"/>
              <a:gd name="connsiteX14490" fmla="*/ 3310179 w 4641785"/>
              <a:gd name="connsiteY14490" fmla="*/ 2019036 h 5274332"/>
              <a:gd name="connsiteX14491" fmla="*/ 3313900 w 4641785"/>
              <a:gd name="connsiteY14491" fmla="*/ 2019502 h 5274332"/>
              <a:gd name="connsiteX14492" fmla="*/ 3316225 w 4641785"/>
              <a:gd name="connsiteY14492" fmla="*/ 2018572 h 5274332"/>
              <a:gd name="connsiteX14493" fmla="*/ 3316690 w 4641785"/>
              <a:gd name="connsiteY14493" fmla="*/ 2024617 h 5274332"/>
              <a:gd name="connsiteX14494" fmla="*/ 3314830 w 4641785"/>
              <a:gd name="connsiteY14494" fmla="*/ 2026943 h 5274332"/>
              <a:gd name="connsiteX14495" fmla="*/ 3305528 w 4641785"/>
              <a:gd name="connsiteY14495" fmla="*/ 2026478 h 5274332"/>
              <a:gd name="connsiteX14496" fmla="*/ 3299481 w 4641785"/>
              <a:gd name="connsiteY14496" fmla="*/ 2026943 h 5274332"/>
              <a:gd name="connsiteX14497" fmla="*/ 3295295 w 4641785"/>
              <a:gd name="connsiteY14497" fmla="*/ 2019502 h 5274332"/>
              <a:gd name="connsiteX14498" fmla="*/ 3286923 w 4641785"/>
              <a:gd name="connsiteY14498" fmla="*/ 2019036 h 5274332"/>
              <a:gd name="connsiteX14499" fmla="*/ 3284598 w 4641785"/>
              <a:gd name="connsiteY14499" fmla="*/ 2021362 h 5274332"/>
              <a:gd name="connsiteX14500" fmla="*/ 3284598 w 4641785"/>
              <a:gd name="connsiteY14500" fmla="*/ 2024617 h 5274332"/>
              <a:gd name="connsiteX14501" fmla="*/ 3287388 w 4641785"/>
              <a:gd name="connsiteY14501" fmla="*/ 2028339 h 5274332"/>
              <a:gd name="connsiteX14502" fmla="*/ 3282272 w 4641785"/>
              <a:gd name="connsiteY14502" fmla="*/ 2028339 h 5274332"/>
              <a:gd name="connsiteX14503" fmla="*/ 3279481 w 4641785"/>
              <a:gd name="connsiteY14503" fmla="*/ 2027409 h 5274332"/>
              <a:gd name="connsiteX14504" fmla="*/ 3277156 w 4641785"/>
              <a:gd name="connsiteY14504" fmla="*/ 2024153 h 5274332"/>
              <a:gd name="connsiteX14505" fmla="*/ 3276226 w 4641785"/>
              <a:gd name="connsiteY14505" fmla="*/ 2020897 h 5274332"/>
              <a:gd name="connsiteX14506" fmla="*/ 3277156 w 4641785"/>
              <a:gd name="connsiteY14506" fmla="*/ 2017176 h 5274332"/>
              <a:gd name="connsiteX14507" fmla="*/ 3274365 w 4641785"/>
              <a:gd name="connsiteY14507" fmla="*/ 2015316 h 5274332"/>
              <a:gd name="connsiteX14508" fmla="*/ 3267853 w 4641785"/>
              <a:gd name="connsiteY14508" fmla="*/ 2017176 h 5274332"/>
              <a:gd name="connsiteX14509" fmla="*/ 3267853 w 4641785"/>
              <a:gd name="connsiteY14509" fmla="*/ 2011129 h 5274332"/>
              <a:gd name="connsiteX14510" fmla="*/ 3265993 w 4641785"/>
              <a:gd name="connsiteY14510" fmla="*/ 2007874 h 5274332"/>
              <a:gd name="connsiteX14511" fmla="*/ 3262738 w 4641785"/>
              <a:gd name="connsiteY14511" fmla="*/ 2009270 h 5274332"/>
              <a:gd name="connsiteX14512" fmla="*/ 3257621 w 4641785"/>
              <a:gd name="connsiteY14512" fmla="*/ 2009270 h 5274332"/>
              <a:gd name="connsiteX14513" fmla="*/ 3257621 w 4641785"/>
              <a:gd name="connsiteY14513" fmla="*/ 2007409 h 5274332"/>
              <a:gd name="connsiteX14514" fmla="*/ 3255761 w 4641785"/>
              <a:gd name="connsiteY14514" fmla="*/ 2002292 h 5274332"/>
              <a:gd name="connsiteX14515" fmla="*/ 3256226 w 4641785"/>
              <a:gd name="connsiteY14515" fmla="*/ 1997641 h 5274332"/>
              <a:gd name="connsiteX14516" fmla="*/ 3253435 w 4641785"/>
              <a:gd name="connsiteY14516" fmla="*/ 1998107 h 5274332"/>
              <a:gd name="connsiteX14517" fmla="*/ 3250180 w 4641785"/>
              <a:gd name="connsiteY14517" fmla="*/ 1994851 h 5274332"/>
              <a:gd name="connsiteX14518" fmla="*/ 3245994 w 4641785"/>
              <a:gd name="connsiteY14518" fmla="*/ 1992990 h 5274332"/>
              <a:gd name="connsiteX14519" fmla="*/ 3245528 w 4641785"/>
              <a:gd name="connsiteY14519" fmla="*/ 1986944 h 5274332"/>
              <a:gd name="connsiteX14520" fmla="*/ 3241343 w 4641785"/>
              <a:gd name="connsiteY14520" fmla="*/ 1986944 h 5274332"/>
              <a:gd name="connsiteX14521" fmla="*/ 3241807 w 4641785"/>
              <a:gd name="connsiteY14521" fmla="*/ 1990665 h 5274332"/>
              <a:gd name="connsiteX14522" fmla="*/ 3235296 w 4641785"/>
              <a:gd name="connsiteY14522" fmla="*/ 1989270 h 5274332"/>
              <a:gd name="connsiteX14523" fmla="*/ 3236226 w 4641785"/>
              <a:gd name="connsiteY14523" fmla="*/ 1986479 h 5274332"/>
              <a:gd name="connsiteX14524" fmla="*/ 3233901 w 4641785"/>
              <a:gd name="connsiteY14524" fmla="*/ 1984619 h 5274332"/>
              <a:gd name="connsiteX14525" fmla="*/ 3230645 w 4641785"/>
              <a:gd name="connsiteY14525" fmla="*/ 1985083 h 5274332"/>
              <a:gd name="connsiteX14526" fmla="*/ 3230180 w 4641785"/>
              <a:gd name="connsiteY14526" fmla="*/ 1980898 h 5274332"/>
              <a:gd name="connsiteX14527" fmla="*/ 3225063 w 4641785"/>
              <a:gd name="connsiteY14527" fmla="*/ 1978572 h 5274332"/>
              <a:gd name="connsiteX14528" fmla="*/ 3224133 w 4641785"/>
              <a:gd name="connsiteY14528" fmla="*/ 1974386 h 5274332"/>
              <a:gd name="connsiteX14529" fmla="*/ 3220413 w 4641785"/>
              <a:gd name="connsiteY14529" fmla="*/ 1973456 h 5274332"/>
              <a:gd name="connsiteX14530" fmla="*/ 3218552 w 4641785"/>
              <a:gd name="connsiteY14530" fmla="*/ 1975317 h 5274332"/>
              <a:gd name="connsiteX14531" fmla="*/ 3215297 w 4641785"/>
              <a:gd name="connsiteY14531" fmla="*/ 1972526 h 5274332"/>
              <a:gd name="connsiteX14532" fmla="*/ 3214366 w 4641785"/>
              <a:gd name="connsiteY14532" fmla="*/ 1966944 h 5274332"/>
              <a:gd name="connsiteX14533" fmla="*/ 3212971 w 4641785"/>
              <a:gd name="connsiteY14533" fmla="*/ 1958573 h 5274332"/>
              <a:gd name="connsiteX14534" fmla="*/ 3210646 w 4641785"/>
              <a:gd name="connsiteY14534" fmla="*/ 1959037 h 5274332"/>
              <a:gd name="connsiteX14535" fmla="*/ 3206924 w 4641785"/>
              <a:gd name="connsiteY14535" fmla="*/ 1965084 h 5274332"/>
              <a:gd name="connsiteX14536" fmla="*/ 3205994 w 4641785"/>
              <a:gd name="connsiteY14536" fmla="*/ 1970200 h 5274332"/>
              <a:gd name="connsiteX14537" fmla="*/ 3204599 w 4641785"/>
              <a:gd name="connsiteY14537" fmla="*/ 1972991 h 5274332"/>
              <a:gd name="connsiteX14538" fmla="*/ 3202739 w 4641785"/>
              <a:gd name="connsiteY14538" fmla="*/ 1979502 h 5274332"/>
              <a:gd name="connsiteX14539" fmla="*/ 3199948 w 4641785"/>
              <a:gd name="connsiteY14539" fmla="*/ 1982758 h 5274332"/>
              <a:gd name="connsiteX14540" fmla="*/ 3199948 w 4641785"/>
              <a:gd name="connsiteY14540" fmla="*/ 1985549 h 5274332"/>
              <a:gd name="connsiteX14541" fmla="*/ 3204599 w 4641785"/>
              <a:gd name="connsiteY14541" fmla="*/ 1989734 h 5274332"/>
              <a:gd name="connsiteX14542" fmla="*/ 3206460 w 4641785"/>
              <a:gd name="connsiteY14542" fmla="*/ 1984153 h 5274332"/>
              <a:gd name="connsiteX14543" fmla="*/ 3212506 w 4641785"/>
              <a:gd name="connsiteY14543" fmla="*/ 1986944 h 5274332"/>
              <a:gd name="connsiteX14544" fmla="*/ 3223668 w 4641785"/>
              <a:gd name="connsiteY14544" fmla="*/ 1988805 h 5274332"/>
              <a:gd name="connsiteX14545" fmla="*/ 3223204 w 4641785"/>
              <a:gd name="connsiteY14545" fmla="*/ 1990200 h 5274332"/>
              <a:gd name="connsiteX14546" fmla="*/ 3225994 w 4641785"/>
              <a:gd name="connsiteY14546" fmla="*/ 1993456 h 5274332"/>
              <a:gd name="connsiteX14547" fmla="*/ 3225529 w 4641785"/>
              <a:gd name="connsiteY14547" fmla="*/ 1996711 h 5274332"/>
              <a:gd name="connsiteX14548" fmla="*/ 3230180 w 4641785"/>
              <a:gd name="connsiteY14548" fmla="*/ 2004153 h 5274332"/>
              <a:gd name="connsiteX14549" fmla="*/ 3227855 w 4641785"/>
              <a:gd name="connsiteY14549" fmla="*/ 2006944 h 5274332"/>
              <a:gd name="connsiteX14550" fmla="*/ 3222738 w 4641785"/>
              <a:gd name="connsiteY14550" fmla="*/ 2007409 h 5274332"/>
              <a:gd name="connsiteX14551" fmla="*/ 3219948 w 4641785"/>
              <a:gd name="connsiteY14551" fmla="*/ 2006014 h 5274332"/>
              <a:gd name="connsiteX14552" fmla="*/ 3217157 w 4641785"/>
              <a:gd name="connsiteY14552" fmla="*/ 2007409 h 5274332"/>
              <a:gd name="connsiteX14553" fmla="*/ 3216227 w 4641785"/>
              <a:gd name="connsiteY14553" fmla="*/ 2010665 h 5274332"/>
              <a:gd name="connsiteX14554" fmla="*/ 3212971 w 4641785"/>
              <a:gd name="connsiteY14554" fmla="*/ 2010665 h 5274332"/>
              <a:gd name="connsiteX14555" fmla="*/ 3210646 w 4641785"/>
              <a:gd name="connsiteY14555" fmla="*/ 2014385 h 5274332"/>
              <a:gd name="connsiteX14556" fmla="*/ 3205064 w 4641785"/>
              <a:gd name="connsiteY14556" fmla="*/ 2017176 h 5274332"/>
              <a:gd name="connsiteX14557" fmla="*/ 3202739 w 4641785"/>
              <a:gd name="connsiteY14557" fmla="*/ 2020432 h 5274332"/>
              <a:gd name="connsiteX14558" fmla="*/ 3202273 w 4641785"/>
              <a:gd name="connsiteY14558" fmla="*/ 2025548 h 5274332"/>
              <a:gd name="connsiteX14559" fmla="*/ 3203668 w 4641785"/>
              <a:gd name="connsiteY14559" fmla="*/ 2027409 h 5274332"/>
              <a:gd name="connsiteX14560" fmla="*/ 3202739 w 4641785"/>
              <a:gd name="connsiteY14560" fmla="*/ 2031594 h 5274332"/>
              <a:gd name="connsiteX14561" fmla="*/ 3199948 w 4641785"/>
              <a:gd name="connsiteY14561" fmla="*/ 2032524 h 5274332"/>
              <a:gd name="connsiteX14562" fmla="*/ 3197622 w 4641785"/>
              <a:gd name="connsiteY14562" fmla="*/ 2034850 h 5274332"/>
              <a:gd name="connsiteX14563" fmla="*/ 3192041 w 4641785"/>
              <a:gd name="connsiteY14563" fmla="*/ 2035316 h 5274332"/>
              <a:gd name="connsiteX14564" fmla="*/ 3190646 w 4641785"/>
              <a:gd name="connsiteY14564" fmla="*/ 2037175 h 5274332"/>
              <a:gd name="connsiteX14565" fmla="*/ 3186459 w 4641785"/>
              <a:gd name="connsiteY14565" fmla="*/ 2036711 h 5274332"/>
              <a:gd name="connsiteX14566" fmla="*/ 3184134 w 4641785"/>
              <a:gd name="connsiteY14566" fmla="*/ 2039967 h 5274332"/>
              <a:gd name="connsiteX14567" fmla="*/ 3175297 w 4641785"/>
              <a:gd name="connsiteY14567" fmla="*/ 2044618 h 5274332"/>
              <a:gd name="connsiteX14568" fmla="*/ 3174832 w 4641785"/>
              <a:gd name="connsiteY14568" fmla="*/ 2051129 h 5274332"/>
              <a:gd name="connsiteX14569" fmla="*/ 3172506 w 4641785"/>
              <a:gd name="connsiteY14569" fmla="*/ 2053920 h 5274332"/>
              <a:gd name="connsiteX14570" fmla="*/ 3176692 w 4641785"/>
              <a:gd name="connsiteY14570" fmla="*/ 2059036 h 5274332"/>
              <a:gd name="connsiteX14571" fmla="*/ 3174367 w 4641785"/>
              <a:gd name="connsiteY14571" fmla="*/ 2062757 h 5274332"/>
              <a:gd name="connsiteX14572" fmla="*/ 3176227 w 4641785"/>
              <a:gd name="connsiteY14572" fmla="*/ 2066013 h 5274332"/>
              <a:gd name="connsiteX14573" fmla="*/ 3172041 w 4641785"/>
              <a:gd name="connsiteY14573" fmla="*/ 2066943 h 5274332"/>
              <a:gd name="connsiteX14574" fmla="*/ 3167855 w 4641785"/>
              <a:gd name="connsiteY14574" fmla="*/ 2072524 h 5274332"/>
              <a:gd name="connsiteX14575" fmla="*/ 3164600 w 4641785"/>
              <a:gd name="connsiteY14575" fmla="*/ 2082291 h 5274332"/>
              <a:gd name="connsiteX14576" fmla="*/ 3161808 w 4641785"/>
              <a:gd name="connsiteY14576" fmla="*/ 2082757 h 5274332"/>
              <a:gd name="connsiteX14577" fmla="*/ 3160413 w 4641785"/>
              <a:gd name="connsiteY14577" fmla="*/ 2086012 h 5274332"/>
              <a:gd name="connsiteX14578" fmla="*/ 3163669 w 4641785"/>
              <a:gd name="connsiteY14578" fmla="*/ 2091593 h 5274332"/>
              <a:gd name="connsiteX14579" fmla="*/ 3165064 w 4641785"/>
              <a:gd name="connsiteY14579" fmla="*/ 2097174 h 5274332"/>
              <a:gd name="connsiteX14580" fmla="*/ 3163669 w 4641785"/>
              <a:gd name="connsiteY14580" fmla="*/ 2101361 h 5274332"/>
              <a:gd name="connsiteX14581" fmla="*/ 3172041 w 4641785"/>
              <a:gd name="connsiteY14581" fmla="*/ 2109733 h 5274332"/>
              <a:gd name="connsiteX14582" fmla="*/ 3176227 w 4641785"/>
              <a:gd name="connsiteY14582" fmla="*/ 2106012 h 5274332"/>
              <a:gd name="connsiteX14583" fmla="*/ 3179018 w 4641785"/>
              <a:gd name="connsiteY14583" fmla="*/ 2107872 h 5274332"/>
              <a:gd name="connsiteX14584" fmla="*/ 3181808 w 4641785"/>
              <a:gd name="connsiteY14584" fmla="*/ 2106012 h 5274332"/>
              <a:gd name="connsiteX14585" fmla="*/ 3184134 w 4641785"/>
              <a:gd name="connsiteY14585" fmla="*/ 2106477 h 5274332"/>
              <a:gd name="connsiteX14586" fmla="*/ 3187390 w 4641785"/>
              <a:gd name="connsiteY14586" fmla="*/ 2103686 h 5274332"/>
              <a:gd name="connsiteX14587" fmla="*/ 3189715 w 4641785"/>
              <a:gd name="connsiteY14587" fmla="*/ 2104151 h 5274332"/>
              <a:gd name="connsiteX14588" fmla="*/ 3190180 w 4641785"/>
              <a:gd name="connsiteY14588" fmla="*/ 2109267 h 5274332"/>
              <a:gd name="connsiteX14589" fmla="*/ 3192971 w 4641785"/>
              <a:gd name="connsiteY14589" fmla="*/ 2110198 h 5274332"/>
              <a:gd name="connsiteX14590" fmla="*/ 3197622 w 4641785"/>
              <a:gd name="connsiteY14590" fmla="*/ 2114384 h 5274332"/>
              <a:gd name="connsiteX14591" fmla="*/ 3198553 w 4641785"/>
              <a:gd name="connsiteY14591" fmla="*/ 2117174 h 5274332"/>
              <a:gd name="connsiteX14592" fmla="*/ 3200878 w 4641785"/>
              <a:gd name="connsiteY14592" fmla="*/ 2117174 h 5274332"/>
              <a:gd name="connsiteX14593" fmla="*/ 3206924 w 4641785"/>
              <a:gd name="connsiteY14593" fmla="*/ 2121361 h 5274332"/>
              <a:gd name="connsiteX14594" fmla="*/ 3206460 w 4641785"/>
              <a:gd name="connsiteY14594" fmla="*/ 2124151 h 5274332"/>
              <a:gd name="connsiteX14595" fmla="*/ 3211111 w 4641785"/>
              <a:gd name="connsiteY14595" fmla="*/ 2126476 h 5274332"/>
              <a:gd name="connsiteX14596" fmla="*/ 3211575 w 4641785"/>
              <a:gd name="connsiteY14596" fmla="*/ 2128802 h 5274332"/>
              <a:gd name="connsiteX14597" fmla="*/ 3219482 w 4641785"/>
              <a:gd name="connsiteY14597" fmla="*/ 2130198 h 5274332"/>
              <a:gd name="connsiteX14598" fmla="*/ 3219482 w 4641785"/>
              <a:gd name="connsiteY14598" fmla="*/ 2136244 h 5274332"/>
              <a:gd name="connsiteX14599" fmla="*/ 3218087 w 4641785"/>
              <a:gd name="connsiteY14599" fmla="*/ 2138569 h 5274332"/>
              <a:gd name="connsiteX14600" fmla="*/ 3221808 w 4641785"/>
              <a:gd name="connsiteY14600" fmla="*/ 2144151 h 5274332"/>
              <a:gd name="connsiteX14601" fmla="*/ 3225994 w 4641785"/>
              <a:gd name="connsiteY14601" fmla="*/ 2144151 h 5274332"/>
              <a:gd name="connsiteX14602" fmla="*/ 3225529 w 4641785"/>
              <a:gd name="connsiteY14602" fmla="*/ 2147871 h 5274332"/>
              <a:gd name="connsiteX14603" fmla="*/ 3229715 w 4641785"/>
              <a:gd name="connsiteY14603" fmla="*/ 2152522 h 5274332"/>
              <a:gd name="connsiteX14604" fmla="*/ 3232970 w 4641785"/>
              <a:gd name="connsiteY14604" fmla="*/ 2152988 h 5274332"/>
              <a:gd name="connsiteX14605" fmla="*/ 3234366 w 4641785"/>
              <a:gd name="connsiteY14605" fmla="*/ 2155778 h 5274332"/>
              <a:gd name="connsiteX14606" fmla="*/ 3238551 w 4641785"/>
              <a:gd name="connsiteY14606" fmla="*/ 2157639 h 5274332"/>
              <a:gd name="connsiteX14607" fmla="*/ 3241807 w 4641785"/>
              <a:gd name="connsiteY14607" fmla="*/ 2157639 h 5274332"/>
              <a:gd name="connsiteX14608" fmla="*/ 3243668 w 4641785"/>
              <a:gd name="connsiteY14608" fmla="*/ 2156244 h 5274332"/>
              <a:gd name="connsiteX14609" fmla="*/ 3245994 w 4641785"/>
              <a:gd name="connsiteY14609" fmla="*/ 2159499 h 5274332"/>
              <a:gd name="connsiteX14610" fmla="*/ 3249249 w 4641785"/>
              <a:gd name="connsiteY14610" fmla="*/ 2159034 h 5274332"/>
              <a:gd name="connsiteX14611" fmla="*/ 3249714 w 4641785"/>
              <a:gd name="connsiteY14611" fmla="*/ 2161825 h 5274332"/>
              <a:gd name="connsiteX14612" fmla="*/ 3252505 w 4641785"/>
              <a:gd name="connsiteY14612" fmla="*/ 2163685 h 5274332"/>
              <a:gd name="connsiteX14613" fmla="*/ 3258087 w 4641785"/>
              <a:gd name="connsiteY14613" fmla="*/ 2163685 h 5274332"/>
              <a:gd name="connsiteX14614" fmla="*/ 3259482 w 4641785"/>
              <a:gd name="connsiteY14614" fmla="*/ 2159034 h 5274332"/>
              <a:gd name="connsiteX14615" fmla="*/ 3264598 w 4641785"/>
              <a:gd name="connsiteY14615" fmla="*/ 2158104 h 5274332"/>
              <a:gd name="connsiteX14616" fmla="*/ 3268784 w 4641785"/>
              <a:gd name="connsiteY14616" fmla="*/ 2159964 h 5274332"/>
              <a:gd name="connsiteX14617" fmla="*/ 3273435 w 4641785"/>
              <a:gd name="connsiteY14617" fmla="*/ 2154848 h 5274332"/>
              <a:gd name="connsiteX14618" fmla="*/ 3275760 w 4641785"/>
              <a:gd name="connsiteY14618" fmla="*/ 2155313 h 5274332"/>
              <a:gd name="connsiteX14619" fmla="*/ 3276226 w 4641785"/>
              <a:gd name="connsiteY14619" fmla="*/ 2160895 h 5274332"/>
              <a:gd name="connsiteX14620" fmla="*/ 3279016 w 4641785"/>
              <a:gd name="connsiteY14620" fmla="*/ 2160895 h 5274332"/>
              <a:gd name="connsiteX14621" fmla="*/ 3280411 w 4641785"/>
              <a:gd name="connsiteY14621" fmla="*/ 2166476 h 5274332"/>
              <a:gd name="connsiteX14622" fmla="*/ 3278552 w 4641785"/>
              <a:gd name="connsiteY14622" fmla="*/ 2168802 h 5274332"/>
              <a:gd name="connsiteX14623" fmla="*/ 3279947 w 4641785"/>
              <a:gd name="connsiteY14623" fmla="*/ 2171592 h 5274332"/>
              <a:gd name="connsiteX14624" fmla="*/ 3278086 w 4641785"/>
              <a:gd name="connsiteY14624" fmla="*/ 2176243 h 5274332"/>
              <a:gd name="connsiteX14625" fmla="*/ 3280877 w 4641785"/>
              <a:gd name="connsiteY14625" fmla="*/ 2177638 h 5274332"/>
              <a:gd name="connsiteX14626" fmla="*/ 3280877 w 4641785"/>
              <a:gd name="connsiteY14626" fmla="*/ 2182755 h 5274332"/>
              <a:gd name="connsiteX14627" fmla="*/ 3285528 w 4641785"/>
              <a:gd name="connsiteY14627" fmla="*/ 2185080 h 5274332"/>
              <a:gd name="connsiteX14628" fmla="*/ 3287388 w 4641785"/>
              <a:gd name="connsiteY14628" fmla="*/ 2189266 h 5274332"/>
              <a:gd name="connsiteX14629" fmla="*/ 3290644 w 4641785"/>
              <a:gd name="connsiteY14629" fmla="*/ 2187406 h 5274332"/>
              <a:gd name="connsiteX14630" fmla="*/ 3292969 w 4641785"/>
              <a:gd name="connsiteY14630" fmla="*/ 2192056 h 5274332"/>
              <a:gd name="connsiteX14631" fmla="*/ 3298551 w 4641785"/>
              <a:gd name="connsiteY14631" fmla="*/ 2192522 h 5274332"/>
              <a:gd name="connsiteX14632" fmla="*/ 3304132 w 4641785"/>
              <a:gd name="connsiteY14632" fmla="*/ 2194382 h 5274332"/>
              <a:gd name="connsiteX14633" fmla="*/ 3306923 w 4641785"/>
              <a:gd name="connsiteY14633" fmla="*/ 2194382 h 5274332"/>
              <a:gd name="connsiteX14634" fmla="*/ 3306923 w 4641785"/>
              <a:gd name="connsiteY14634" fmla="*/ 2197173 h 5274332"/>
              <a:gd name="connsiteX14635" fmla="*/ 3303202 w 4641785"/>
              <a:gd name="connsiteY14635" fmla="*/ 2197638 h 5274332"/>
              <a:gd name="connsiteX14636" fmla="*/ 3299016 w 4641785"/>
              <a:gd name="connsiteY14636" fmla="*/ 2200429 h 5274332"/>
              <a:gd name="connsiteX14637" fmla="*/ 3298086 w 4641785"/>
              <a:gd name="connsiteY14637" fmla="*/ 2204150 h 5274332"/>
              <a:gd name="connsiteX14638" fmla="*/ 3299016 w 4641785"/>
              <a:gd name="connsiteY14638" fmla="*/ 2207870 h 5274332"/>
              <a:gd name="connsiteX14639" fmla="*/ 3295295 w 4641785"/>
              <a:gd name="connsiteY14639" fmla="*/ 2207870 h 5274332"/>
              <a:gd name="connsiteX14640" fmla="*/ 3295760 w 4641785"/>
              <a:gd name="connsiteY14640" fmla="*/ 2211126 h 5274332"/>
              <a:gd name="connsiteX14641" fmla="*/ 3293435 w 4641785"/>
              <a:gd name="connsiteY14641" fmla="*/ 2217173 h 5274332"/>
              <a:gd name="connsiteX14642" fmla="*/ 3289249 w 4641785"/>
              <a:gd name="connsiteY14642" fmla="*/ 2213917 h 5274332"/>
              <a:gd name="connsiteX14643" fmla="*/ 3285993 w 4641785"/>
              <a:gd name="connsiteY14643" fmla="*/ 2214382 h 5274332"/>
              <a:gd name="connsiteX14644" fmla="*/ 3281342 w 4641785"/>
              <a:gd name="connsiteY14644" fmla="*/ 2209266 h 5274332"/>
              <a:gd name="connsiteX14645" fmla="*/ 3274365 w 4641785"/>
              <a:gd name="connsiteY14645" fmla="*/ 2216243 h 5274332"/>
              <a:gd name="connsiteX14646" fmla="*/ 3270179 w 4641785"/>
              <a:gd name="connsiteY14646" fmla="*/ 2214847 h 5274332"/>
              <a:gd name="connsiteX14647" fmla="*/ 3269714 w 4641785"/>
              <a:gd name="connsiteY14647" fmla="*/ 2212987 h 5274332"/>
              <a:gd name="connsiteX14648" fmla="*/ 3265528 w 4641785"/>
              <a:gd name="connsiteY14648" fmla="*/ 2213917 h 5274332"/>
              <a:gd name="connsiteX14649" fmla="*/ 3259482 w 4641785"/>
              <a:gd name="connsiteY14649" fmla="*/ 2209731 h 5274332"/>
              <a:gd name="connsiteX14650" fmla="*/ 3255761 w 4641785"/>
              <a:gd name="connsiteY14650" fmla="*/ 2209266 h 5274332"/>
              <a:gd name="connsiteX14651" fmla="*/ 3253435 w 4641785"/>
              <a:gd name="connsiteY14651" fmla="*/ 2211126 h 5274332"/>
              <a:gd name="connsiteX14652" fmla="*/ 3248784 w 4641785"/>
              <a:gd name="connsiteY14652" fmla="*/ 2209731 h 5274332"/>
              <a:gd name="connsiteX14653" fmla="*/ 3244598 w 4641785"/>
              <a:gd name="connsiteY14653" fmla="*/ 2210196 h 5274332"/>
              <a:gd name="connsiteX14654" fmla="*/ 3238551 w 4641785"/>
              <a:gd name="connsiteY14654" fmla="*/ 2214847 h 5274332"/>
              <a:gd name="connsiteX14655" fmla="*/ 3235761 w 4641785"/>
              <a:gd name="connsiteY14655" fmla="*/ 2214847 h 5274332"/>
              <a:gd name="connsiteX14656" fmla="*/ 3234831 w 4641785"/>
              <a:gd name="connsiteY14656" fmla="*/ 2212057 h 5274332"/>
              <a:gd name="connsiteX14657" fmla="*/ 3222738 w 4641785"/>
              <a:gd name="connsiteY14657" fmla="*/ 2208801 h 5274332"/>
              <a:gd name="connsiteX14658" fmla="*/ 3220878 w 4641785"/>
              <a:gd name="connsiteY14658" fmla="*/ 2212057 h 5274332"/>
              <a:gd name="connsiteX14659" fmla="*/ 3217157 w 4641785"/>
              <a:gd name="connsiteY14659" fmla="*/ 2212057 h 5274332"/>
              <a:gd name="connsiteX14660" fmla="*/ 3217622 w 4641785"/>
              <a:gd name="connsiteY14660" fmla="*/ 2214847 h 5274332"/>
              <a:gd name="connsiteX14661" fmla="*/ 3220413 w 4641785"/>
              <a:gd name="connsiteY14661" fmla="*/ 2219963 h 5274332"/>
              <a:gd name="connsiteX14662" fmla="*/ 3219948 w 4641785"/>
              <a:gd name="connsiteY14662" fmla="*/ 2222754 h 5274332"/>
              <a:gd name="connsiteX14663" fmla="*/ 3217157 w 4641785"/>
              <a:gd name="connsiteY14663" fmla="*/ 2224150 h 5274332"/>
              <a:gd name="connsiteX14664" fmla="*/ 3219017 w 4641785"/>
              <a:gd name="connsiteY14664" fmla="*/ 2232521 h 5274332"/>
              <a:gd name="connsiteX14665" fmla="*/ 3216227 w 4641785"/>
              <a:gd name="connsiteY14665" fmla="*/ 2238103 h 5274332"/>
              <a:gd name="connsiteX14666" fmla="*/ 3219017 w 4641785"/>
              <a:gd name="connsiteY14666" fmla="*/ 2239033 h 5274332"/>
              <a:gd name="connsiteX14667" fmla="*/ 3216227 w 4641785"/>
              <a:gd name="connsiteY14667" fmla="*/ 2244614 h 5274332"/>
              <a:gd name="connsiteX14668" fmla="*/ 3214366 w 4641785"/>
              <a:gd name="connsiteY14668" fmla="*/ 2245079 h 5274332"/>
              <a:gd name="connsiteX14669" fmla="*/ 3210180 w 4641785"/>
              <a:gd name="connsiteY14669" fmla="*/ 2251591 h 5274332"/>
              <a:gd name="connsiteX14670" fmla="*/ 3210646 w 4641785"/>
              <a:gd name="connsiteY14670" fmla="*/ 2255777 h 5274332"/>
              <a:gd name="connsiteX14671" fmla="*/ 3207390 w 4641785"/>
              <a:gd name="connsiteY14671" fmla="*/ 2257172 h 5274332"/>
              <a:gd name="connsiteX14672" fmla="*/ 3204134 w 4641785"/>
              <a:gd name="connsiteY14672" fmla="*/ 2255311 h 5274332"/>
              <a:gd name="connsiteX14673" fmla="*/ 3201343 w 4641785"/>
              <a:gd name="connsiteY14673" fmla="*/ 2257172 h 5274332"/>
              <a:gd name="connsiteX14674" fmla="*/ 3200413 w 4641785"/>
              <a:gd name="connsiteY14674" fmla="*/ 2260428 h 5274332"/>
              <a:gd name="connsiteX14675" fmla="*/ 3198553 w 4641785"/>
              <a:gd name="connsiteY14675" fmla="*/ 2261358 h 5274332"/>
              <a:gd name="connsiteX14676" fmla="*/ 3201343 w 4641785"/>
              <a:gd name="connsiteY14676" fmla="*/ 2266939 h 5274332"/>
              <a:gd name="connsiteX14677" fmla="*/ 3199017 w 4641785"/>
              <a:gd name="connsiteY14677" fmla="*/ 2269265 h 5274332"/>
              <a:gd name="connsiteX14678" fmla="*/ 3197158 w 4641785"/>
              <a:gd name="connsiteY14678" fmla="*/ 2267405 h 5274332"/>
              <a:gd name="connsiteX14679" fmla="*/ 3189251 w 4641785"/>
              <a:gd name="connsiteY14679" fmla="*/ 2265079 h 5274332"/>
              <a:gd name="connsiteX14680" fmla="*/ 3188785 w 4641785"/>
              <a:gd name="connsiteY14680" fmla="*/ 2260428 h 5274332"/>
              <a:gd name="connsiteX14681" fmla="*/ 3183669 w 4641785"/>
              <a:gd name="connsiteY14681" fmla="*/ 2253451 h 5274332"/>
              <a:gd name="connsiteX14682" fmla="*/ 3175297 w 4641785"/>
              <a:gd name="connsiteY14682" fmla="*/ 2254381 h 5274332"/>
              <a:gd name="connsiteX14683" fmla="*/ 3172041 w 4641785"/>
              <a:gd name="connsiteY14683" fmla="*/ 2257637 h 5274332"/>
              <a:gd name="connsiteX14684" fmla="*/ 3168786 w 4641785"/>
              <a:gd name="connsiteY14684" fmla="*/ 2258103 h 5274332"/>
              <a:gd name="connsiteX14685" fmla="*/ 3169251 w 4641785"/>
              <a:gd name="connsiteY14685" fmla="*/ 2260893 h 5274332"/>
              <a:gd name="connsiteX14686" fmla="*/ 3172041 w 4641785"/>
              <a:gd name="connsiteY14686" fmla="*/ 2264149 h 5274332"/>
              <a:gd name="connsiteX14687" fmla="*/ 3171576 w 4641785"/>
              <a:gd name="connsiteY14687" fmla="*/ 2266474 h 5274332"/>
              <a:gd name="connsiteX14688" fmla="*/ 3173437 w 4641785"/>
              <a:gd name="connsiteY14688" fmla="*/ 2270195 h 5274332"/>
              <a:gd name="connsiteX14689" fmla="*/ 3164600 w 4641785"/>
              <a:gd name="connsiteY14689" fmla="*/ 2279032 h 5274332"/>
              <a:gd name="connsiteX14690" fmla="*/ 3163669 w 4641785"/>
              <a:gd name="connsiteY14690" fmla="*/ 2285079 h 5274332"/>
              <a:gd name="connsiteX14691" fmla="*/ 3161344 w 4641785"/>
              <a:gd name="connsiteY14691" fmla="*/ 2284613 h 5274332"/>
              <a:gd name="connsiteX14692" fmla="*/ 3157623 w 4641785"/>
              <a:gd name="connsiteY14692" fmla="*/ 2290195 h 5274332"/>
              <a:gd name="connsiteX14693" fmla="*/ 3158553 w 4641785"/>
              <a:gd name="connsiteY14693" fmla="*/ 2291590 h 5274332"/>
              <a:gd name="connsiteX14694" fmla="*/ 3156227 w 4641785"/>
              <a:gd name="connsiteY14694" fmla="*/ 2296241 h 5274332"/>
              <a:gd name="connsiteX14695" fmla="*/ 3148786 w 4641785"/>
              <a:gd name="connsiteY14695" fmla="*/ 2303683 h 5274332"/>
              <a:gd name="connsiteX14696" fmla="*/ 3148786 w 4641785"/>
              <a:gd name="connsiteY14696" fmla="*/ 2305544 h 5274332"/>
              <a:gd name="connsiteX14697" fmla="*/ 3154367 w 4641785"/>
              <a:gd name="connsiteY14697" fmla="*/ 2309729 h 5274332"/>
              <a:gd name="connsiteX14698" fmla="*/ 3158088 w 4641785"/>
              <a:gd name="connsiteY14698" fmla="*/ 2315310 h 5274332"/>
              <a:gd name="connsiteX14699" fmla="*/ 3163669 w 4641785"/>
              <a:gd name="connsiteY14699" fmla="*/ 2326008 h 5274332"/>
              <a:gd name="connsiteX14700" fmla="*/ 3170181 w 4641785"/>
              <a:gd name="connsiteY14700" fmla="*/ 2332985 h 5274332"/>
              <a:gd name="connsiteX14701" fmla="*/ 3174832 w 4641785"/>
              <a:gd name="connsiteY14701" fmla="*/ 2335310 h 5274332"/>
              <a:gd name="connsiteX14702" fmla="*/ 3179483 w 4641785"/>
              <a:gd name="connsiteY14702" fmla="*/ 2340892 h 5274332"/>
              <a:gd name="connsiteX14703" fmla="*/ 3188785 w 4641785"/>
              <a:gd name="connsiteY14703" fmla="*/ 2343217 h 5274332"/>
              <a:gd name="connsiteX14704" fmla="*/ 3199017 w 4641785"/>
              <a:gd name="connsiteY14704" fmla="*/ 2353450 h 5274332"/>
              <a:gd name="connsiteX14705" fmla="*/ 3202273 w 4641785"/>
              <a:gd name="connsiteY14705" fmla="*/ 2355310 h 5274332"/>
              <a:gd name="connsiteX14706" fmla="*/ 3209250 w 4641785"/>
              <a:gd name="connsiteY14706" fmla="*/ 2356240 h 5274332"/>
              <a:gd name="connsiteX14707" fmla="*/ 3216227 w 4641785"/>
              <a:gd name="connsiteY14707" fmla="*/ 2354380 h 5274332"/>
              <a:gd name="connsiteX14708" fmla="*/ 3227389 w 4641785"/>
              <a:gd name="connsiteY14708" fmla="*/ 2360891 h 5274332"/>
              <a:gd name="connsiteX14709" fmla="*/ 3231110 w 4641785"/>
              <a:gd name="connsiteY14709" fmla="*/ 2361356 h 5274332"/>
              <a:gd name="connsiteX14710" fmla="*/ 3235296 w 4641785"/>
              <a:gd name="connsiteY14710" fmla="*/ 2369263 h 5274332"/>
              <a:gd name="connsiteX14711" fmla="*/ 3237156 w 4641785"/>
              <a:gd name="connsiteY14711" fmla="*/ 2364147 h 5274332"/>
              <a:gd name="connsiteX14712" fmla="*/ 3240412 w 4641785"/>
              <a:gd name="connsiteY14712" fmla="*/ 2366007 h 5274332"/>
              <a:gd name="connsiteX14713" fmla="*/ 3245994 w 4641785"/>
              <a:gd name="connsiteY14713" fmla="*/ 2366007 h 5274332"/>
              <a:gd name="connsiteX14714" fmla="*/ 3246924 w 4641785"/>
              <a:gd name="connsiteY14714" fmla="*/ 2367402 h 5274332"/>
              <a:gd name="connsiteX14715" fmla="*/ 3253900 w 4641785"/>
              <a:gd name="connsiteY14715" fmla="*/ 2366007 h 5274332"/>
              <a:gd name="connsiteX14716" fmla="*/ 3258551 w 4641785"/>
              <a:gd name="connsiteY14716" fmla="*/ 2366938 h 5274332"/>
              <a:gd name="connsiteX14717" fmla="*/ 3261807 w 4641785"/>
              <a:gd name="connsiteY14717" fmla="*/ 2369263 h 5274332"/>
              <a:gd name="connsiteX14718" fmla="*/ 3264133 w 4641785"/>
              <a:gd name="connsiteY14718" fmla="*/ 2374379 h 5274332"/>
              <a:gd name="connsiteX14719" fmla="*/ 3263202 w 4641785"/>
              <a:gd name="connsiteY14719" fmla="*/ 2386472 h 5274332"/>
              <a:gd name="connsiteX14720" fmla="*/ 3261342 w 4641785"/>
              <a:gd name="connsiteY14720" fmla="*/ 2386472 h 5274332"/>
              <a:gd name="connsiteX14721" fmla="*/ 3258087 w 4641785"/>
              <a:gd name="connsiteY14721" fmla="*/ 2392053 h 5274332"/>
              <a:gd name="connsiteX14722" fmla="*/ 3259482 w 4641785"/>
              <a:gd name="connsiteY14722" fmla="*/ 2399960 h 5274332"/>
              <a:gd name="connsiteX14723" fmla="*/ 3257621 w 4641785"/>
              <a:gd name="connsiteY14723" fmla="*/ 2400425 h 5274332"/>
              <a:gd name="connsiteX14724" fmla="*/ 3257621 w 4641785"/>
              <a:gd name="connsiteY14724" fmla="*/ 2404147 h 5274332"/>
              <a:gd name="connsiteX14725" fmla="*/ 3262272 w 4641785"/>
              <a:gd name="connsiteY14725" fmla="*/ 2404147 h 5274332"/>
              <a:gd name="connsiteX14726" fmla="*/ 3261807 w 4641785"/>
              <a:gd name="connsiteY14726" fmla="*/ 2409262 h 5274332"/>
              <a:gd name="connsiteX14727" fmla="*/ 3263668 w 4641785"/>
              <a:gd name="connsiteY14727" fmla="*/ 2411123 h 5274332"/>
              <a:gd name="connsiteX14728" fmla="*/ 3264133 w 4641785"/>
              <a:gd name="connsiteY14728" fmla="*/ 2418565 h 5274332"/>
              <a:gd name="connsiteX14729" fmla="*/ 3267389 w 4641785"/>
              <a:gd name="connsiteY14729" fmla="*/ 2419495 h 5274332"/>
              <a:gd name="connsiteX14730" fmla="*/ 3269249 w 4641785"/>
              <a:gd name="connsiteY14730" fmla="*/ 2423216 h 5274332"/>
              <a:gd name="connsiteX14731" fmla="*/ 3264598 w 4641785"/>
              <a:gd name="connsiteY14731" fmla="*/ 2423681 h 5274332"/>
              <a:gd name="connsiteX14732" fmla="*/ 3263668 w 4641785"/>
              <a:gd name="connsiteY14732" fmla="*/ 2427867 h 5274332"/>
              <a:gd name="connsiteX14733" fmla="*/ 3264598 w 4641785"/>
              <a:gd name="connsiteY14733" fmla="*/ 2432518 h 5274332"/>
              <a:gd name="connsiteX14734" fmla="*/ 3263202 w 4641785"/>
              <a:gd name="connsiteY14734" fmla="*/ 2435774 h 5274332"/>
              <a:gd name="connsiteX14735" fmla="*/ 3258551 w 4641785"/>
              <a:gd name="connsiteY14735" fmla="*/ 2435774 h 5274332"/>
              <a:gd name="connsiteX14736" fmla="*/ 3258551 w 4641785"/>
              <a:gd name="connsiteY14736" fmla="*/ 2438564 h 5274332"/>
              <a:gd name="connsiteX14737" fmla="*/ 3252970 w 4641785"/>
              <a:gd name="connsiteY14737" fmla="*/ 2440889 h 5274332"/>
              <a:gd name="connsiteX14738" fmla="*/ 3252505 w 4641785"/>
              <a:gd name="connsiteY14738" fmla="*/ 2443215 h 5274332"/>
              <a:gd name="connsiteX14739" fmla="*/ 3247389 w 4641785"/>
              <a:gd name="connsiteY14739" fmla="*/ 2445076 h 5274332"/>
              <a:gd name="connsiteX14740" fmla="*/ 3245528 w 4641785"/>
              <a:gd name="connsiteY14740" fmla="*/ 2442750 h 5274332"/>
              <a:gd name="connsiteX14741" fmla="*/ 3238551 w 4641785"/>
              <a:gd name="connsiteY14741" fmla="*/ 2445076 h 5274332"/>
              <a:gd name="connsiteX14742" fmla="*/ 3242273 w 4641785"/>
              <a:gd name="connsiteY14742" fmla="*/ 2452518 h 5274332"/>
              <a:gd name="connsiteX14743" fmla="*/ 3239017 w 4641785"/>
              <a:gd name="connsiteY14743" fmla="*/ 2457634 h 5274332"/>
              <a:gd name="connsiteX14744" fmla="*/ 3235761 w 4641785"/>
              <a:gd name="connsiteY14744" fmla="*/ 2459029 h 5274332"/>
              <a:gd name="connsiteX14745" fmla="*/ 3239017 w 4641785"/>
              <a:gd name="connsiteY14745" fmla="*/ 2461820 h 5274332"/>
              <a:gd name="connsiteX14746" fmla="*/ 3238087 w 4641785"/>
              <a:gd name="connsiteY14746" fmla="*/ 2466471 h 5274332"/>
              <a:gd name="connsiteX14747" fmla="*/ 3236692 w 4641785"/>
              <a:gd name="connsiteY14747" fmla="*/ 2470191 h 5274332"/>
              <a:gd name="connsiteX14748" fmla="*/ 3238087 w 4641785"/>
              <a:gd name="connsiteY14748" fmla="*/ 2478098 h 5274332"/>
              <a:gd name="connsiteX14749" fmla="*/ 3236226 w 4641785"/>
              <a:gd name="connsiteY14749" fmla="*/ 2482285 h 5274332"/>
              <a:gd name="connsiteX14750" fmla="*/ 3240877 w 4641785"/>
              <a:gd name="connsiteY14750" fmla="*/ 2485541 h 5274332"/>
              <a:gd name="connsiteX14751" fmla="*/ 3239947 w 4641785"/>
              <a:gd name="connsiteY14751" fmla="*/ 2490192 h 5274332"/>
              <a:gd name="connsiteX14752" fmla="*/ 3249249 w 4641785"/>
              <a:gd name="connsiteY14752" fmla="*/ 2488796 h 5274332"/>
              <a:gd name="connsiteX14753" fmla="*/ 3252040 w 4641785"/>
              <a:gd name="connsiteY14753" fmla="*/ 2499029 h 5274332"/>
              <a:gd name="connsiteX14754" fmla="*/ 3255761 w 4641785"/>
              <a:gd name="connsiteY14754" fmla="*/ 2500889 h 5274332"/>
              <a:gd name="connsiteX14755" fmla="*/ 3257156 w 4641785"/>
              <a:gd name="connsiteY14755" fmla="*/ 2504610 h 5274332"/>
              <a:gd name="connsiteX14756" fmla="*/ 3260877 w 4641785"/>
              <a:gd name="connsiteY14756" fmla="*/ 2506470 h 5274332"/>
              <a:gd name="connsiteX14757" fmla="*/ 3265063 w 4641785"/>
              <a:gd name="connsiteY14757" fmla="*/ 2511121 h 5274332"/>
              <a:gd name="connsiteX14758" fmla="*/ 3270645 w 4641785"/>
              <a:gd name="connsiteY14758" fmla="*/ 2507865 h 5274332"/>
              <a:gd name="connsiteX14759" fmla="*/ 3273435 w 4641785"/>
              <a:gd name="connsiteY14759" fmla="*/ 2508331 h 5274332"/>
              <a:gd name="connsiteX14760" fmla="*/ 3273900 w 4641785"/>
              <a:gd name="connsiteY14760" fmla="*/ 2511121 h 5274332"/>
              <a:gd name="connsiteX14761" fmla="*/ 3272040 w 4641785"/>
              <a:gd name="connsiteY14761" fmla="*/ 2513912 h 5274332"/>
              <a:gd name="connsiteX14762" fmla="*/ 3272504 w 4641785"/>
              <a:gd name="connsiteY14762" fmla="*/ 2518098 h 5274332"/>
              <a:gd name="connsiteX14763" fmla="*/ 3268319 w 4641785"/>
              <a:gd name="connsiteY14763" fmla="*/ 2517633 h 5274332"/>
              <a:gd name="connsiteX14764" fmla="*/ 3266458 w 4641785"/>
              <a:gd name="connsiteY14764" fmla="*/ 2526934 h 5274332"/>
              <a:gd name="connsiteX14765" fmla="*/ 3267853 w 4641785"/>
              <a:gd name="connsiteY14765" fmla="*/ 2530656 h 5274332"/>
              <a:gd name="connsiteX14766" fmla="*/ 3263668 w 4641785"/>
              <a:gd name="connsiteY14766" fmla="*/ 2533912 h 5274332"/>
              <a:gd name="connsiteX14767" fmla="*/ 3263668 w 4641785"/>
              <a:gd name="connsiteY14767" fmla="*/ 2537167 h 5274332"/>
              <a:gd name="connsiteX14768" fmla="*/ 3265528 w 4641785"/>
              <a:gd name="connsiteY14768" fmla="*/ 2539028 h 5274332"/>
              <a:gd name="connsiteX14769" fmla="*/ 3257621 w 4641785"/>
              <a:gd name="connsiteY14769" fmla="*/ 2543679 h 5274332"/>
              <a:gd name="connsiteX14770" fmla="*/ 3261807 w 4641785"/>
              <a:gd name="connsiteY14770" fmla="*/ 2547400 h 5274332"/>
              <a:gd name="connsiteX14771" fmla="*/ 3261342 w 4641785"/>
              <a:gd name="connsiteY14771" fmla="*/ 2550655 h 5274332"/>
              <a:gd name="connsiteX14772" fmla="*/ 3265528 w 4641785"/>
              <a:gd name="connsiteY14772" fmla="*/ 2552981 h 5274332"/>
              <a:gd name="connsiteX14773" fmla="*/ 3269249 w 4641785"/>
              <a:gd name="connsiteY14773" fmla="*/ 2552981 h 5274332"/>
              <a:gd name="connsiteX14774" fmla="*/ 3271574 w 4641785"/>
              <a:gd name="connsiteY14774" fmla="*/ 2556702 h 5274332"/>
              <a:gd name="connsiteX14775" fmla="*/ 3276226 w 4641785"/>
              <a:gd name="connsiteY14775" fmla="*/ 2556702 h 5274332"/>
              <a:gd name="connsiteX14776" fmla="*/ 3275296 w 4641785"/>
              <a:gd name="connsiteY14776" fmla="*/ 2551121 h 5274332"/>
              <a:gd name="connsiteX14777" fmla="*/ 3279016 w 4641785"/>
              <a:gd name="connsiteY14777" fmla="*/ 2552051 h 5274332"/>
              <a:gd name="connsiteX14778" fmla="*/ 3282272 w 4641785"/>
              <a:gd name="connsiteY14778" fmla="*/ 2555306 h 5274332"/>
              <a:gd name="connsiteX14779" fmla="*/ 3292040 w 4641785"/>
              <a:gd name="connsiteY14779" fmla="*/ 2554377 h 5274332"/>
              <a:gd name="connsiteX14780" fmla="*/ 3294830 w 4641785"/>
              <a:gd name="connsiteY14780" fmla="*/ 2557632 h 5274332"/>
              <a:gd name="connsiteX14781" fmla="*/ 3298086 w 4641785"/>
              <a:gd name="connsiteY14781" fmla="*/ 2559028 h 5274332"/>
              <a:gd name="connsiteX14782" fmla="*/ 3302272 w 4641785"/>
              <a:gd name="connsiteY14782" fmla="*/ 2555772 h 5274332"/>
              <a:gd name="connsiteX14783" fmla="*/ 3304132 w 4641785"/>
              <a:gd name="connsiteY14783" fmla="*/ 2556702 h 5274332"/>
              <a:gd name="connsiteX14784" fmla="*/ 3302737 w 4641785"/>
              <a:gd name="connsiteY14784" fmla="*/ 2561353 h 5274332"/>
              <a:gd name="connsiteX14785" fmla="*/ 3299481 w 4641785"/>
              <a:gd name="connsiteY14785" fmla="*/ 2561353 h 5274332"/>
              <a:gd name="connsiteX14786" fmla="*/ 3295760 w 4641785"/>
              <a:gd name="connsiteY14786" fmla="*/ 2565074 h 5274332"/>
              <a:gd name="connsiteX14787" fmla="*/ 3294830 w 4641785"/>
              <a:gd name="connsiteY14787" fmla="*/ 2570190 h 5274332"/>
              <a:gd name="connsiteX14788" fmla="*/ 3291109 w 4641785"/>
              <a:gd name="connsiteY14788" fmla="*/ 2572981 h 5274332"/>
              <a:gd name="connsiteX14789" fmla="*/ 3289249 w 4641785"/>
              <a:gd name="connsiteY14789" fmla="*/ 2575771 h 5274332"/>
              <a:gd name="connsiteX14790" fmla="*/ 3285062 w 4641785"/>
              <a:gd name="connsiteY14790" fmla="*/ 2577632 h 5274332"/>
              <a:gd name="connsiteX14791" fmla="*/ 3284598 w 4641785"/>
              <a:gd name="connsiteY14791" fmla="*/ 2582283 h 5274332"/>
              <a:gd name="connsiteX14792" fmla="*/ 3286458 w 4641785"/>
              <a:gd name="connsiteY14792" fmla="*/ 2589259 h 5274332"/>
              <a:gd name="connsiteX14793" fmla="*/ 3285528 w 4641785"/>
              <a:gd name="connsiteY14793" fmla="*/ 2591120 h 5274332"/>
              <a:gd name="connsiteX14794" fmla="*/ 3285062 w 4641785"/>
              <a:gd name="connsiteY14794" fmla="*/ 2599492 h 5274332"/>
              <a:gd name="connsiteX14795" fmla="*/ 3283667 w 4641785"/>
              <a:gd name="connsiteY14795" fmla="*/ 2601818 h 5274332"/>
              <a:gd name="connsiteX14796" fmla="*/ 3289249 w 4641785"/>
              <a:gd name="connsiteY14796" fmla="*/ 2602747 h 5274332"/>
              <a:gd name="connsiteX14797" fmla="*/ 3289249 w 4641785"/>
              <a:gd name="connsiteY14797" fmla="*/ 2606933 h 5274332"/>
              <a:gd name="connsiteX14798" fmla="*/ 3292040 w 4641785"/>
              <a:gd name="connsiteY14798" fmla="*/ 2608328 h 5274332"/>
              <a:gd name="connsiteX14799" fmla="*/ 3290179 w 4641785"/>
              <a:gd name="connsiteY14799" fmla="*/ 2610654 h 5274332"/>
              <a:gd name="connsiteX14800" fmla="*/ 3291109 w 4641785"/>
              <a:gd name="connsiteY14800" fmla="*/ 2615305 h 5274332"/>
              <a:gd name="connsiteX14801" fmla="*/ 3294830 w 4641785"/>
              <a:gd name="connsiteY14801" fmla="*/ 2616701 h 5274332"/>
              <a:gd name="connsiteX14802" fmla="*/ 3297156 w 4641785"/>
              <a:gd name="connsiteY14802" fmla="*/ 2615305 h 5274332"/>
              <a:gd name="connsiteX14803" fmla="*/ 3300411 w 4641785"/>
              <a:gd name="connsiteY14803" fmla="*/ 2621352 h 5274332"/>
              <a:gd name="connsiteX14804" fmla="*/ 3299016 w 4641785"/>
              <a:gd name="connsiteY14804" fmla="*/ 2629724 h 5274332"/>
              <a:gd name="connsiteX14805" fmla="*/ 3296225 w 4641785"/>
              <a:gd name="connsiteY14805" fmla="*/ 2630654 h 5274332"/>
              <a:gd name="connsiteX14806" fmla="*/ 3292969 w 4641785"/>
              <a:gd name="connsiteY14806" fmla="*/ 2634375 h 5274332"/>
              <a:gd name="connsiteX14807" fmla="*/ 3292969 w 4641785"/>
              <a:gd name="connsiteY14807" fmla="*/ 2639956 h 5274332"/>
              <a:gd name="connsiteX14808" fmla="*/ 3296225 w 4641785"/>
              <a:gd name="connsiteY14808" fmla="*/ 2644142 h 5274332"/>
              <a:gd name="connsiteX14809" fmla="*/ 3299016 w 4641785"/>
              <a:gd name="connsiteY14809" fmla="*/ 2647398 h 5274332"/>
              <a:gd name="connsiteX14810" fmla="*/ 3297156 w 4641785"/>
              <a:gd name="connsiteY14810" fmla="*/ 2652514 h 5274332"/>
              <a:gd name="connsiteX14811" fmla="*/ 3294830 w 4641785"/>
              <a:gd name="connsiteY14811" fmla="*/ 2655770 h 5274332"/>
              <a:gd name="connsiteX14812" fmla="*/ 3294830 w 4641785"/>
              <a:gd name="connsiteY14812" fmla="*/ 2659491 h 5274332"/>
              <a:gd name="connsiteX14813" fmla="*/ 3299016 w 4641785"/>
              <a:gd name="connsiteY14813" fmla="*/ 2661351 h 5274332"/>
              <a:gd name="connsiteX14814" fmla="*/ 3295760 w 4641785"/>
              <a:gd name="connsiteY14814" fmla="*/ 2664142 h 5274332"/>
              <a:gd name="connsiteX14815" fmla="*/ 3295760 w 4641785"/>
              <a:gd name="connsiteY14815" fmla="*/ 2667863 h 5274332"/>
              <a:gd name="connsiteX14816" fmla="*/ 3289249 w 4641785"/>
              <a:gd name="connsiteY14816" fmla="*/ 2669258 h 5274332"/>
              <a:gd name="connsiteX14817" fmla="*/ 3286458 w 4641785"/>
              <a:gd name="connsiteY14817" fmla="*/ 2672514 h 5274332"/>
              <a:gd name="connsiteX14818" fmla="*/ 3285062 w 4641785"/>
              <a:gd name="connsiteY14818" fmla="*/ 2672514 h 5274332"/>
              <a:gd name="connsiteX14819" fmla="*/ 3282737 w 4641785"/>
              <a:gd name="connsiteY14819" fmla="*/ 2678095 h 5274332"/>
              <a:gd name="connsiteX14820" fmla="*/ 3283203 w 4641785"/>
              <a:gd name="connsiteY14820" fmla="*/ 2680421 h 5274332"/>
              <a:gd name="connsiteX14821" fmla="*/ 3282272 w 4641785"/>
              <a:gd name="connsiteY14821" fmla="*/ 2691583 h 5274332"/>
              <a:gd name="connsiteX14822" fmla="*/ 3279481 w 4641785"/>
              <a:gd name="connsiteY14822" fmla="*/ 2691118 h 5274332"/>
              <a:gd name="connsiteX14823" fmla="*/ 3276226 w 4641785"/>
              <a:gd name="connsiteY14823" fmla="*/ 2687863 h 5274332"/>
              <a:gd name="connsiteX14824" fmla="*/ 3275760 w 4641785"/>
              <a:gd name="connsiteY14824" fmla="*/ 2683211 h 5274332"/>
              <a:gd name="connsiteX14825" fmla="*/ 3273435 w 4641785"/>
              <a:gd name="connsiteY14825" fmla="*/ 2680886 h 5274332"/>
              <a:gd name="connsiteX14826" fmla="*/ 3271574 w 4641785"/>
              <a:gd name="connsiteY14826" fmla="*/ 2679490 h 5274332"/>
              <a:gd name="connsiteX14827" fmla="*/ 3269249 w 4641785"/>
              <a:gd name="connsiteY14827" fmla="*/ 2678095 h 5274332"/>
              <a:gd name="connsiteX14828" fmla="*/ 3266458 w 4641785"/>
              <a:gd name="connsiteY14828" fmla="*/ 2677165 h 5274332"/>
              <a:gd name="connsiteX14829" fmla="*/ 3264598 w 4641785"/>
              <a:gd name="connsiteY14829" fmla="*/ 2677630 h 5274332"/>
              <a:gd name="connsiteX14830" fmla="*/ 3263202 w 4641785"/>
              <a:gd name="connsiteY14830" fmla="*/ 2678095 h 5274332"/>
              <a:gd name="connsiteX14831" fmla="*/ 3262272 w 4641785"/>
              <a:gd name="connsiteY14831" fmla="*/ 2677165 h 5274332"/>
              <a:gd name="connsiteX14832" fmla="*/ 3260877 w 4641785"/>
              <a:gd name="connsiteY14832" fmla="*/ 2676700 h 5274332"/>
              <a:gd name="connsiteX14833" fmla="*/ 3263202 w 4641785"/>
              <a:gd name="connsiteY14833" fmla="*/ 2678560 h 5274332"/>
              <a:gd name="connsiteX14834" fmla="*/ 3265063 w 4641785"/>
              <a:gd name="connsiteY14834" fmla="*/ 2677630 h 5274332"/>
              <a:gd name="connsiteX14835" fmla="*/ 3266923 w 4641785"/>
              <a:gd name="connsiteY14835" fmla="*/ 2677630 h 5274332"/>
              <a:gd name="connsiteX14836" fmla="*/ 3269249 w 4641785"/>
              <a:gd name="connsiteY14836" fmla="*/ 2678560 h 5274332"/>
              <a:gd name="connsiteX14837" fmla="*/ 3270645 w 4641785"/>
              <a:gd name="connsiteY14837" fmla="*/ 2679490 h 5274332"/>
              <a:gd name="connsiteX14838" fmla="*/ 3270645 w 4641785"/>
              <a:gd name="connsiteY14838" fmla="*/ 2681351 h 5274332"/>
              <a:gd name="connsiteX14839" fmla="*/ 3272504 w 4641785"/>
              <a:gd name="connsiteY14839" fmla="*/ 2683211 h 5274332"/>
              <a:gd name="connsiteX14840" fmla="*/ 3271109 w 4641785"/>
              <a:gd name="connsiteY14840" fmla="*/ 2679956 h 5274332"/>
              <a:gd name="connsiteX14841" fmla="*/ 3272504 w 4641785"/>
              <a:gd name="connsiteY14841" fmla="*/ 2680421 h 5274332"/>
              <a:gd name="connsiteX14842" fmla="*/ 3273900 w 4641785"/>
              <a:gd name="connsiteY14842" fmla="*/ 2682746 h 5274332"/>
              <a:gd name="connsiteX14843" fmla="*/ 3275296 w 4641785"/>
              <a:gd name="connsiteY14843" fmla="*/ 2683211 h 5274332"/>
              <a:gd name="connsiteX14844" fmla="*/ 3273900 w 4641785"/>
              <a:gd name="connsiteY14844" fmla="*/ 2686932 h 5274332"/>
              <a:gd name="connsiteX14845" fmla="*/ 3272970 w 4641785"/>
              <a:gd name="connsiteY14845" fmla="*/ 2684141 h 5274332"/>
              <a:gd name="connsiteX14846" fmla="*/ 3274365 w 4641785"/>
              <a:gd name="connsiteY14846" fmla="*/ 2689723 h 5274332"/>
              <a:gd name="connsiteX14847" fmla="*/ 3277156 w 4641785"/>
              <a:gd name="connsiteY14847" fmla="*/ 2692048 h 5274332"/>
              <a:gd name="connsiteX14848" fmla="*/ 3281807 w 4641785"/>
              <a:gd name="connsiteY14848" fmla="*/ 2692048 h 5274332"/>
              <a:gd name="connsiteX14849" fmla="*/ 3282737 w 4641785"/>
              <a:gd name="connsiteY14849" fmla="*/ 2696234 h 5274332"/>
              <a:gd name="connsiteX14850" fmla="*/ 3281807 w 4641785"/>
              <a:gd name="connsiteY14850" fmla="*/ 2703676 h 5274332"/>
              <a:gd name="connsiteX14851" fmla="*/ 3285062 w 4641785"/>
              <a:gd name="connsiteY14851" fmla="*/ 2704606 h 5274332"/>
              <a:gd name="connsiteX14852" fmla="*/ 3288318 w 4641785"/>
              <a:gd name="connsiteY14852" fmla="*/ 2707397 h 5274332"/>
              <a:gd name="connsiteX14853" fmla="*/ 3291574 w 4641785"/>
              <a:gd name="connsiteY14853" fmla="*/ 2712513 h 5274332"/>
              <a:gd name="connsiteX14854" fmla="*/ 3295760 w 4641785"/>
              <a:gd name="connsiteY14854" fmla="*/ 2714839 h 5274332"/>
              <a:gd name="connsiteX14855" fmla="*/ 3294365 w 4641785"/>
              <a:gd name="connsiteY14855" fmla="*/ 2720885 h 5274332"/>
              <a:gd name="connsiteX14856" fmla="*/ 3298086 w 4641785"/>
              <a:gd name="connsiteY14856" fmla="*/ 2724606 h 5274332"/>
              <a:gd name="connsiteX14857" fmla="*/ 3298551 w 4641785"/>
              <a:gd name="connsiteY14857" fmla="*/ 2727397 h 5274332"/>
              <a:gd name="connsiteX14858" fmla="*/ 3293900 w 4641785"/>
              <a:gd name="connsiteY14858" fmla="*/ 2726931 h 5274332"/>
              <a:gd name="connsiteX14859" fmla="*/ 3292969 w 4641785"/>
              <a:gd name="connsiteY14859" fmla="*/ 2726001 h 5274332"/>
              <a:gd name="connsiteX14860" fmla="*/ 3292505 w 4641785"/>
              <a:gd name="connsiteY14860" fmla="*/ 2727397 h 5274332"/>
              <a:gd name="connsiteX14861" fmla="*/ 3290179 w 4641785"/>
              <a:gd name="connsiteY14861" fmla="*/ 2735769 h 5274332"/>
              <a:gd name="connsiteX14862" fmla="*/ 3285528 w 4641785"/>
              <a:gd name="connsiteY14862" fmla="*/ 2736699 h 5274332"/>
              <a:gd name="connsiteX14863" fmla="*/ 3284598 w 4641785"/>
              <a:gd name="connsiteY14863" fmla="*/ 2732513 h 5274332"/>
              <a:gd name="connsiteX14864" fmla="*/ 3283203 w 4641785"/>
              <a:gd name="connsiteY14864" fmla="*/ 2730652 h 5274332"/>
              <a:gd name="connsiteX14865" fmla="*/ 3282737 w 4641785"/>
              <a:gd name="connsiteY14865" fmla="*/ 2730652 h 5274332"/>
              <a:gd name="connsiteX14866" fmla="*/ 3281807 w 4641785"/>
              <a:gd name="connsiteY14866" fmla="*/ 2731582 h 5274332"/>
              <a:gd name="connsiteX14867" fmla="*/ 3279947 w 4641785"/>
              <a:gd name="connsiteY14867" fmla="*/ 2730652 h 5274332"/>
              <a:gd name="connsiteX14868" fmla="*/ 3274830 w 4641785"/>
              <a:gd name="connsiteY14868" fmla="*/ 2730187 h 5274332"/>
              <a:gd name="connsiteX14869" fmla="*/ 3274830 w 4641785"/>
              <a:gd name="connsiteY14869" fmla="*/ 2727862 h 5274332"/>
              <a:gd name="connsiteX14870" fmla="*/ 3278086 w 4641785"/>
              <a:gd name="connsiteY14870" fmla="*/ 2725071 h 5274332"/>
              <a:gd name="connsiteX14871" fmla="*/ 3278086 w 4641785"/>
              <a:gd name="connsiteY14871" fmla="*/ 2724606 h 5274332"/>
              <a:gd name="connsiteX14872" fmla="*/ 3273900 w 4641785"/>
              <a:gd name="connsiteY14872" fmla="*/ 2726931 h 5274332"/>
              <a:gd name="connsiteX14873" fmla="*/ 3274830 w 4641785"/>
              <a:gd name="connsiteY14873" fmla="*/ 2730187 h 5274332"/>
              <a:gd name="connsiteX14874" fmla="*/ 3278086 w 4641785"/>
              <a:gd name="connsiteY14874" fmla="*/ 2732513 h 5274332"/>
              <a:gd name="connsiteX14875" fmla="*/ 3276226 w 4641785"/>
              <a:gd name="connsiteY14875" fmla="*/ 2734838 h 5274332"/>
              <a:gd name="connsiteX14876" fmla="*/ 3272040 w 4641785"/>
              <a:gd name="connsiteY14876" fmla="*/ 2735304 h 5274332"/>
              <a:gd name="connsiteX14877" fmla="*/ 3268319 w 4641785"/>
              <a:gd name="connsiteY14877" fmla="*/ 2732513 h 5274332"/>
              <a:gd name="connsiteX14878" fmla="*/ 3265528 w 4641785"/>
              <a:gd name="connsiteY14878" fmla="*/ 2732048 h 5274332"/>
              <a:gd name="connsiteX14879" fmla="*/ 3266458 w 4641785"/>
              <a:gd name="connsiteY14879" fmla="*/ 2726467 h 5274332"/>
              <a:gd name="connsiteX14880" fmla="*/ 3269714 w 4641785"/>
              <a:gd name="connsiteY14880" fmla="*/ 2723211 h 5274332"/>
              <a:gd name="connsiteX14881" fmla="*/ 3271574 w 4641785"/>
              <a:gd name="connsiteY14881" fmla="*/ 2721816 h 5274332"/>
              <a:gd name="connsiteX14882" fmla="*/ 3272504 w 4641785"/>
              <a:gd name="connsiteY14882" fmla="*/ 2721816 h 5274332"/>
              <a:gd name="connsiteX14883" fmla="*/ 3272970 w 4641785"/>
              <a:gd name="connsiteY14883" fmla="*/ 2721350 h 5274332"/>
              <a:gd name="connsiteX14884" fmla="*/ 3272970 w 4641785"/>
              <a:gd name="connsiteY14884" fmla="*/ 2719955 h 5274332"/>
              <a:gd name="connsiteX14885" fmla="*/ 3272504 w 4641785"/>
              <a:gd name="connsiteY14885" fmla="*/ 2721350 h 5274332"/>
              <a:gd name="connsiteX14886" fmla="*/ 3271574 w 4641785"/>
              <a:gd name="connsiteY14886" fmla="*/ 2721816 h 5274332"/>
              <a:gd name="connsiteX14887" fmla="*/ 3269249 w 4641785"/>
              <a:gd name="connsiteY14887" fmla="*/ 2722746 h 5274332"/>
              <a:gd name="connsiteX14888" fmla="*/ 3265063 w 4641785"/>
              <a:gd name="connsiteY14888" fmla="*/ 2726931 h 5274332"/>
              <a:gd name="connsiteX14889" fmla="*/ 3265993 w 4641785"/>
              <a:gd name="connsiteY14889" fmla="*/ 2728327 h 5274332"/>
              <a:gd name="connsiteX14890" fmla="*/ 3263202 w 4641785"/>
              <a:gd name="connsiteY14890" fmla="*/ 2732513 h 5274332"/>
              <a:gd name="connsiteX14891" fmla="*/ 3258087 w 4641785"/>
              <a:gd name="connsiteY14891" fmla="*/ 2730187 h 5274332"/>
              <a:gd name="connsiteX14892" fmla="*/ 3257156 w 4641785"/>
              <a:gd name="connsiteY14892" fmla="*/ 2730187 h 5274332"/>
              <a:gd name="connsiteX14893" fmla="*/ 3253900 w 4641785"/>
              <a:gd name="connsiteY14893" fmla="*/ 2730652 h 5274332"/>
              <a:gd name="connsiteX14894" fmla="*/ 3252505 w 4641785"/>
              <a:gd name="connsiteY14894" fmla="*/ 2734374 h 5274332"/>
              <a:gd name="connsiteX14895" fmla="*/ 3248319 w 4641785"/>
              <a:gd name="connsiteY14895" fmla="*/ 2739489 h 5274332"/>
              <a:gd name="connsiteX14896" fmla="*/ 3248784 w 4641785"/>
              <a:gd name="connsiteY14896" fmla="*/ 2741350 h 5274332"/>
              <a:gd name="connsiteX14897" fmla="*/ 3246458 w 4641785"/>
              <a:gd name="connsiteY14897" fmla="*/ 2743676 h 5274332"/>
              <a:gd name="connsiteX14898" fmla="*/ 3245063 w 4641785"/>
              <a:gd name="connsiteY14898" fmla="*/ 2747862 h 5274332"/>
              <a:gd name="connsiteX14899" fmla="*/ 3246458 w 4641785"/>
              <a:gd name="connsiteY14899" fmla="*/ 2756233 h 5274332"/>
              <a:gd name="connsiteX14900" fmla="*/ 3247854 w 4641785"/>
              <a:gd name="connsiteY14900" fmla="*/ 2758559 h 5274332"/>
              <a:gd name="connsiteX14901" fmla="*/ 3244598 w 4641785"/>
              <a:gd name="connsiteY14901" fmla="*/ 2762745 h 5274332"/>
              <a:gd name="connsiteX14902" fmla="*/ 3241807 w 4641785"/>
              <a:gd name="connsiteY14902" fmla="*/ 2771582 h 5274332"/>
              <a:gd name="connsiteX14903" fmla="*/ 3244598 w 4641785"/>
              <a:gd name="connsiteY14903" fmla="*/ 2776698 h 5274332"/>
              <a:gd name="connsiteX14904" fmla="*/ 3242738 w 4641785"/>
              <a:gd name="connsiteY14904" fmla="*/ 2781814 h 5274332"/>
              <a:gd name="connsiteX14905" fmla="*/ 3238551 w 4641785"/>
              <a:gd name="connsiteY14905" fmla="*/ 2785070 h 5274332"/>
              <a:gd name="connsiteX14906" fmla="*/ 3237621 w 4641785"/>
              <a:gd name="connsiteY14906" fmla="*/ 2782279 h 5274332"/>
              <a:gd name="connsiteX14907" fmla="*/ 3236226 w 4641785"/>
              <a:gd name="connsiteY14907" fmla="*/ 2783210 h 5274332"/>
              <a:gd name="connsiteX14908" fmla="*/ 3234366 w 4641785"/>
              <a:gd name="connsiteY14908" fmla="*/ 2782745 h 5274332"/>
              <a:gd name="connsiteX14909" fmla="*/ 3236226 w 4641785"/>
              <a:gd name="connsiteY14909" fmla="*/ 2783674 h 5274332"/>
              <a:gd name="connsiteX14910" fmla="*/ 3238551 w 4641785"/>
              <a:gd name="connsiteY14910" fmla="*/ 2786000 h 5274332"/>
              <a:gd name="connsiteX14911" fmla="*/ 3236226 w 4641785"/>
              <a:gd name="connsiteY14911" fmla="*/ 2794837 h 5274332"/>
              <a:gd name="connsiteX14912" fmla="*/ 3233436 w 4641785"/>
              <a:gd name="connsiteY14912" fmla="*/ 2795767 h 5274332"/>
              <a:gd name="connsiteX14913" fmla="*/ 3231110 w 4641785"/>
              <a:gd name="connsiteY14913" fmla="*/ 2792047 h 5274332"/>
              <a:gd name="connsiteX14914" fmla="*/ 3232505 w 4641785"/>
              <a:gd name="connsiteY14914" fmla="*/ 2788326 h 5274332"/>
              <a:gd name="connsiteX14915" fmla="*/ 3234366 w 4641785"/>
              <a:gd name="connsiteY14915" fmla="*/ 2786465 h 5274332"/>
              <a:gd name="connsiteX14916" fmla="*/ 3233901 w 4641785"/>
              <a:gd name="connsiteY14916" fmla="*/ 2782279 h 5274332"/>
              <a:gd name="connsiteX14917" fmla="*/ 3233436 w 4641785"/>
              <a:gd name="connsiteY14917" fmla="*/ 2782279 h 5274332"/>
              <a:gd name="connsiteX14918" fmla="*/ 3233901 w 4641785"/>
              <a:gd name="connsiteY14918" fmla="*/ 2786000 h 5274332"/>
              <a:gd name="connsiteX14919" fmla="*/ 3230645 w 4641785"/>
              <a:gd name="connsiteY14919" fmla="*/ 2791116 h 5274332"/>
              <a:gd name="connsiteX14920" fmla="*/ 3225994 w 4641785"/>
              <a:gd name="connsiteY14920" fmla="*/ 2787861 h 5274332"/>
              <a:gd name="connsiteX14921" fmla="*/ 3225529 w 4641785"/>
              <a:gd name="connsiteY14921" fmla="*/ 2785535 h 5274332"/>
              <a:gd name="connsiteX14922" fmla="*/ 3227855 w 4641785"/>
              <a:gd name="connsiteY14922" fmla="*/ 2782279 h 5274332"/>
              <a:gd name="connsiteX14923" fmla="*/ 3229715 w 4641785"/>
              <a:gd name="connsiteY14923" fmla="*/ 2780884 h 5274332"/>
              <a:gd name="connsiteX14924" fmla="*/ 3226459 w 4641785"/>
              <a:gd name="connsiteY14924" fmla="*/ 2780419 h 5274332"/>
              <a:gd name="connsiteX14925" fmla="*/ 3223668 w 4641785"/>
              <a:gd name="connsiteY14925" fmla="*/ 2781349 h 5274332"/>
              <a:gd name="connsiteX14926" fmla="*/ 3222738 w 4641785"/>
              <a:gd name="connsiteY14926" fmla="*/ 2783210 h 5274332"/>
              <a:gd name="connsiteX14927" fmla="*/ 3222273 w 4641785"/>
              <a:gd name="connsiteY14927" fmla="*/ 2784140 h 5274332"/>
              <a:gd name="connsiteX14928" fmla="*/ 3219482 w 4641785"/>
              <a:gd name="connsiteY14928" fmla="*/ 2783674 h 5274332"/>
              <a:gd name="connsiteX14929" fmla="*/ 3220413 w 4641785"/>
              <a:gd name="connsiteY14929" fmla="*/ 2779954 h 5274332"/>
              <a:gd name="connsiteX14930" fmla="*/ 3217157 w 4641785"/>
              <a:gd name="connsiteY14930" fmla="*/ 2781349 h 5274332"/>
              <a:gd name="connsiteX14931" fmla="*/ 3215297 w 4641785"/>
              <a:gd name="connsiteY14931" fmla="*/ 2782745 h 5274332"/>
              <a:gd name="connsiteX14932" fmla="*/ 3214366 w 4641785"/>
              <a:gd name="connsiteY14932" fmla="*/ 2781814 h 5274332"/>
              <a:gd name="connsiteX14933" fmla="*/ 3212971 w 4641785"/>
              <a:gd name="connsiteY14933" fmla="*/ 2782745 h 5274332"/>
              <a:gd name="connsiteX14934" fmla="*/ 3210180 w 4641785"/>
              <a:gd name="connsiteY14934" fmla="*/ 2785535 h 5274332"/>
              <a:gd name="connsiteX14935" fmla="*/ 3209250 w 4641785"/>
              <a:gd name="connsiteY14935" fmla="*/ 2791116 h 5274332"/>
              <a:gd name="connsiteX14936" fmla="*/ 3208320 w 4641785"/>
              <a:gd name="connsiteY14936" fmla="*/ 2793442 h 5274332"/>
              <a:gd name="connsiteX14937" fmla="*/ 3209250 w 4641785"/>
              <a:gd name="connsiteY14937" fmla="*/ 2799488 h 5274332"/>
              <a:gd name="connsiteX14938" fmla="*/ 3207390 w 4641785"/>
              <a:gd name="connsiteY14938" fmla="*/ 2801814 h 5274332"/>
              <a:gd name="connsiteX14939" fmla="*/ 3204599 w 4641785"/>
              <a:gd name="connsiteY14939" fmla="*/ 2800418 h 5274332"/>
              <a:gd name="connsiteX14940" fmla="*/ 3203204 w 4641785"/>
              <a:gd name="connsiteY14940" fmla="*/ 2796698 h 5274332"/>
              <a:gd name="connsiteX14941" fmla="*/ 3203204 w 4641785"/>
              <a:gd name="connsiteY14941" fmla="*/ 2790652 h 5274332"/>
              <a:gd name="connsiteX14942" fmla="*/ 3201809 w 4641785"/>
              <a:gd name="connsiteY14942" fmla="*/ 2790186 h 5274332"/>
              <a:gd name="connsiteX14943" fmla="*/ 3202739 w 4641785"/>
              <a:gd name="connsiteY14943" fmla="*/ 2790652 h 5274332"/>
              <a:gd name="connsiteX14944" fmla="*/ 3202739 w 4641785"/>
              <a:gd name="connsiteY14944" fmla="*/ 2796698 h 5274332"/>
              <a:gd name="connsiteX14945" fmla="*/ 3204134 w 4641785"/>
              <a:gd name="connsiteY14945" fmla="*/ 2800884 h 5274332"/>
              <a:gd name="connsiteX14946" fmla="*/ 3207390 w 4641785"/>
              <a:gd name="connsiteY14946" fmla="*/ 2802279 h 5274332"/>
              <a:gd name="connsiteX14947" fmla="*/ 3206924 w 4641785"/>
              <a:gd name="connsiteY14947" fmla="*/ 2805535 h 5274332"/>
              <a:gd name="connsiteX14948" fmla="*/ 3203668 w 4641785"/>
              <a:gd name="connsiteY14948" fmla="*/ 2806000 h 5274332"/>
              <a:gd name="connsiteX14949" fmla="*/ 3201343 w 4641785"/>
              <a:gd name="connsiteY14949" fmla="*/ 2806930 h 5274332"/>
              <a:gd name="connsiteX14950" fmla="*/ 3200878 w 4641785"/>
              <a:gd name="connsiteY14950" fmla="*/ 2808791 h 5274332"/>
              <a:gd name="connsiteX14951" fmla="*/ 3201809 w 4641785"/>
              <a:gd name="connsiteY14951" fmla="*/ 2813442 h 5274332"/>
              <a:gd name="connsiteX14952" fmla="*/ 3199483 w 4641785"/>
              <a:gd name="connsiteY14952" fmla="*/ 2815768 h 5274332"/>
              <a:gd name="connsiteX14953" fmla="*/ 3195297 w 4641785"/>
              <a:gd name="connsiteY14953" fmla="*/ 2814372 h 5274332"/>
              <a:gd name="connsiteX14954" fmla="*/ 3196227 w 4641785"/>
              <a:gd name="connsiteY14954" fmla="*/ 2812046 h 5274332"/>
              <a:gd name="connsiteX14955" fmla="*/ 3195297 w 4641785"/>
              <a:gd name="connsiteY14955" fmla="*/ 2806930 h 5274332"/>
              <a:gd name="connsiteX14956" fmla="*/ 3191576 w 4641785"/>
              <a:gd name="connsiteY14956" fmla="*/ 2801814 h 5274332"/>
              <a:gd name="connsiteX14957" fmla="*/ 3188785 w 4641785"/>
              <a:gd name="connsiteY14957" fmla="*/ 2801349 h 5274332"/>
              <a:gd name="connsiteX14958" fmla="*/ 3188320 w 4641785"/>
              <a:gd name="connsiteY14958" fmla="*/ 2799023 h 5274332"/>
              <a:gd name="connsiteX14959" fmla="*/ 3189251 w 4641785"/>
              <a:gd name="connsiteY14959" fmla="*/ 2798093 h 5274332"/>
              <a:gd name="connsiteX14960" fmla="*/ 3195761 w 4641785"/>
              <a:gd name="connsiteY14960" fmla="*/ 2794837 h 5274332"/>
              <a:gd name="connsiteX14961" fmla="*/ 3197158 w 4641785"/>
              <a:gd name="connsiteY14961" fmla="*/ 2792512 h 5274332"/>
              <a:gd name="connsiteX14962" fmla="*/ 3196227 w 4641785"/>
              <a:gd name="connsiteY14962" fmla="*/ 2791116 h 5274332"/>
              <a:gd name="connsiteX14963" fmla="*/ 3196692 w 4641785"/>
              <a:gd name="connsiteY14963" fmla="*/ 2790652 h 5274332"/>
              <a:gd name="connsiteX14964" fmla="*/ 3196227 w 4641785"/>
              <a:gd name="connsiteY14964" fmla="*/ 2790652 h 5274332"/>
              <a:gd name="connsiteX14965" fmla="*/ 3195297 w 4641785"/>
              <a:gd name="connsiteY14965" fmla="*/ 2794837 h 5274332"/>
              <a:gd name="connsiteX14966" fmla="*/ 3189715 w 4641785"/>
              <a:gd name="connsiteY14966" fmla="*/ 2797163 h 5274332"/>
              <a:gd name="connsiteX14967" fmla="*/ 3188320 w 4641785"/>
              <a:gd name="connsiteY14967" fmla="*/ 2798558 h 5274332"/>
              <a:gd name="connsiteX14968" fmla="*/ 3187855 w 4641785"/>
              <a:gd name="connsiteY14968" fmla="*/ 2799954 h 5274332"/>
              <a:gd name="connsiteX14969" fmla="*/ 3191110 w 4641785"/>
              <a:gd name="connsiteY14969" fmla="*/ 2805535 h 5274332"/>
              <a:gd name="connsiteX14970" fmla="*/ 3191576 w 4641785"/>
              <a:gd name="connsiteY14970" fmla="*/ 2807861 h 5274332"/>
              <a:gd name="connsiteX14971" fmla="*/ 3181344 w 4641785"/>
              <a:gd name="connsiteY14971" fmla="*/ 2806465 h 5274332"/>
              <a:gd name="connsiteX14972" fmla="*/ 3181344 w 4641785"/>
              <a:gd name="connsiteY14972" fmla="*/ 2804139 h 5274332"/>
              <a:gd name="connsiteX14973" fmla="*/ 3178553 w 4641785"/>
              <a:gd name="connsiteY14973" fmla="*/ 2796698 h 5274332"/>
              <a:gd name="connsiteX14974" fmla="*/ 3175297 w 4641785"/>
              <a:gd name="connsiteY14974" fmla="*/ 2792047 h 5274332"/>
              <a:gd name="connsiteX14975" fmla="*/ 3172971 w 4641785"/>
              <a:gd name="connsiteY14975" fmla="*/ 2786930 h 5274332"/>
              <a:gd name="connsiteX14976" fmla="*/ 3174832 w 4641785"/>
              <a:gd name="connsiteY14976" fmla="*/ 2779954 h 5274332"/>
              <a:gd name="connsiteX14977" fmla="*/ 3174367 w 4641785"/>
              <a:gd name="connsiteY14977" fmla="*/ 2777164 h 5274332"/>
              <a:gd name="connsiteX14978" fmla="*/ 3171111 w 4641785"/>
              <a:gd name="connsiteY14978" fmla="*/ 2772977 h 5274332"/>
              <a:gd name="connsiteX14979" fmla="*/ 3178088 w 4641785"/>
              <a:gd name="connsiteY14979" fmla="*/ 2765535 h 5274332"/>
              <a:gd name="connsiteX14980" fmla="*/ 3180878 w 4641785"/>
              <a:gd name="connsiteY14980" fmla="*/ 2759954 h 5274332"/>
              <a:gd name="connsiteX14981" fmla="*/ 3182274 w 4641785"/>
              <a:gd name="connsiteY14981" fmla="*/ 2750652 h 5274332"/>
              <a:gd name="connsiteX14982" fmla="*/ 3180413 w 4641785"/>
              <a:gd name="connsiteY14982" fmla="*/ 2743676 h 5274332"/>
              <a:gd name="connsiteX14983" fmla="*/ 3180413 w 4641785"/>
              <a:gd name="connsiteY14983" fmla="*/ 2740420 h 5274332"/>
              <a:gd name="connsiteX14984" fmla="*/ 3176692 w 4641785"/>
              <a:gd name="connsiteY14984" fmla="*/ 2733908 h 5274332"/>
              <a:gd name="connsiteX14985" fmla="*/ 3172971 w 4641785"/>
              <a:gd name="connsiteY14985" fmla="*/ 2732048 h 5274332"/>
              <a:gd name="connsiteX14986" fmla="*/ 3165530 w 4641785"/>
              <a:gd name="connsiteY14986" fmla="*/ 2730187 h 5274332"/>
              <a:gd name="connsiteX14987" fmla="*/ 3158553 w 4641785"/>
              <a:gd name="connsiteY14987" fmla="*/ 2730187 h 5274332"/>
              <a:gd name="connsiteX14988" fmla="*/ 3159949 w 4641785"/>
              <a:gd name="connsiteY14988" fmla="*/ 2726467 h 5274332"/>
              <a:gd name="connsiteX14989" fmla="*/ 3160879 w 4641785"/>
              <a:gd name="connsiteY14989" fmla="*/ 2720885 h 5274332"/>
              <a:gd name="connsiteX14990" fmla="*/ 3163669 w 4641785"/>
              <a:gd name="connsiteY14990" fmla="*/ 2713909 h 5274332"/>
              <a:gd name="connsiteX14991" fmla="*/ 3160879 w 4641785"/>
              <a:gd name="connsiteY14991" fmla="*/ 2713909 h 5274332"/>
              <a:gd name="connsiteX14992" fmla="*/ 3159483 w 4641785"/>
              <a:gd name="connsiteY14992" fmla="*/ 2717164 h 5274332"/>
              <a:gd name="connsiteX14993" fmla="*/ 3159018 w 4641785"/>
              <a:gd name="connsiteY14993" fmla="*/ 2722746 h 5274332"/>
              <a:gd name="connsiteX14994" fmla="*/ 3154832 w 4641785"/>
              <a:gd name="connsiteY14994" fmla="*/ 2728327 h 5274332"/>
              <a:gd name="connsiteX14995" fmla="*/ 3151111 w 4641785"/>
              <a:gd name="connsiteY14995" fmla="*/ 2727862 h 5274332"/>
              <a:gd name="connsiteX14996" fmla="*/ 3144135 w 4641785"/>
              <a:gd name="connsiteY14996" fmla="*/ 2723675 h 5274332"/>
              <a:gd name="connsiteX14997" fmla="*/ 3140414 w 4641785"/>
              <a:gd name="connsiteY14997" fmla="*/ 2718094 h 5274332"/>
              <a:gd name="connsiteX14998" fmla="*/ 3140414 w 4641785"/>
              <a:gd name="connsiteY14998" fmla="*/ 2706002 h 5274332"/>
              <a:gd name="connsiteX14999" fmla="*/ 3139018 w 4641785"/>
              <a:gd name="connsiteY14999" fmla="*/ 2697629 h 5274332"/>
              <a:gd name="connsiteX15000" fmla="*/ 3135763 w 4641785"/>
              <a:gd name="connsiteY15000" fmla="*/ 2696699 h 5274332"/>
              <a:gd name="connsiteX15001" fmla="*/ 3137623 w 4641785"/>
              <a:gd name="connsiteY15001" fmla="*/ 2703676 h 5274332"/>
              <a:gd name="connsiteX15002" fmla="*/ 3138088 w 4641785"/>
              <a:gd name="connsiteY15002" fmla="*/ 2710187 h 5274332"/>
              <a:gd name="connsiteX15003" fmla="*/ 3136228 w 4641785"/>
              <a:gd name="connsiteY15003" fmla="*/ 2712048 h 5274332"/>
              <a:gd name="connsiteX15004" fmla="*/ 3136693 w 4641785"/>
              <a:gd name="connsiteY15004" fmla="*/ 2720420 h 5274332"/>
              <a:gd name="connsiteX15005" fmla="*/ 3142274 w 4641785"/>
              <a:gd name="connsiteY15005" fmla="*/ 2725536 h 5274332"/>
              <a:gd name="connsiteX15006" fmla="*/ 3145530 w 4641785"/>
              <a:gd name="connsiteY15006" fmla="*/ 2730187 h 5274332"/>
              <a:gd name="connsiteX15007" fmla="*/ 3150646 w 4641785"/>
              <a:gd name="connsiteY15007" fmla="*/ 2731582 h 5274332"/>
              <a:gd name="connsiteX15008" fmla="*/ 3152506 w 4641785"/>
              <a:gd name="connsiteY15008" fmla="*/ 2730187 h 5274332"/>
              <a:gd name="connsiteX15009" fmla="*/ 3157157 w 4641785"/>
              <a:gd name="connsiteY15009" fmla="*/ 2733443 h 5274332"/>
              <a:gd name="connsiteX15010" fmla="*/ 3163669 w 4641785"/>
              <a:gd name="connsiteY15010" fmla="*/ 2732978 h 5274332"/>
              <a:gd name="connsiteX15011" fmla="*/ 3168320 w 4641785"/>
              <a:gd name="connsiteY15011" fmla="*/ 2734374 h 5274332"/>
              <a:gd name="connsiteX15012" fmla="*/ 3170181 w 4641785"/>
              <a:gd name="connsiteY15012" fmla="*/ 2737164 h 5274332"/>
              <a:gd name="connsiteX15013" fmla="*/ 3177622 w 4641785"/>
              <a:gd name="connsiteY15013" fmla="*/ 2746931 h 5274332"/>
              <a:gd name="connsiteX15014" fmla="*/ 3173437 w 4641785"/>
              <a:gd name="connsiteY15014" fmla="*/ 2753443 h 5274332"/>
              <a:gd name="connsiteX15015" fmla="*/ 3159949 w 4641785"/>
              <a:gd name="connsiteY15015" fmla="*/ 2762280 h 5274332"/>
              <a:gd name="connsiteX15016" fmla="*/ 3156693 w 4641785"/>
              <a:gd name="connsiteY15016" fmla="*/ 2763676 h 5274332"/>
              <a:gd name="connsiteX15017" fmla="*/ 3151111 w 4641785"/>
              <a:gd name="connsiteY15017" fmla="*/ 2757629 h 5274332"/>
              <a:gd name="connsiteX15018" fmla="*/ 3151111 w 4641785"/>
              <a:gd name="connsiteY15018" fmla="*/ 2754373 h 5274332"/>
              <a:gd name="connsiteX15019" fmla="*/ 3148786 w 4641785"/>
              <a:gd name="connsiteY15019" fmla="*/ 2753908 h 5274332"/>
              <a:gd name="connsiteX15020" fmla="*/ 3149716 w 4641785"/>
              <a:gd name="connsiteY15020" fmla="*/ 2759024 h 5274332"/>
              <a:gd name="connsiteX15021" fmla="*/ 3155298 w 4641785"/>
              <a:gd name="connsiteY15021" fmla="*/ 2763676 h 5274332"/>
              <a:gd name="connsiteX15022" fmla="*/ 3150181 w 4641785"/>
              <a:gd name="connsiteY15022" fmla="*/ 2774838 h 5274332"/>
              <a:gd name="connsiteX15023" fmla="*/ 3147391 w 4641785"/>
              <a:gd name="connsiteY15023" fmla="*/ 2782279 h 5274332"/>
              <a:gd name="connsiteX15024" fmla="*/ 3143669 w 4641785"/>
              <a:gd name="connsiteY15024" fmla="*/ 2790186 h 5274332"/>
              <a:gd name="connsiteX15025" fmla="*/ 3137158 w 4641785"/>
              <a:gd name="connsiteY15025" fmla="*/ 2796698 h 5274332"/>
              <a:gd name="connsiteX15026" fmla="*/ 3135298 w 4641785"/>
              <a:gd name="connsiteY15026" fmla="*/ 2800418 h 5274332"/>
              <a:gd name="connsiteX15027" fmla="*/ 3129251 w 4641785"/>
              <a:gd name="connsiteY15027" fmla="*/ 2801814 h 5274332"/>
              <a:gd name="connsiteX15028" fmla="*/ 3126926 w 4641785"/>
              <a:gd name="connsiteY15028" fmla="*/ 2805535 h 5274332"/>
              <a:gd name="connsiteX15029" fmla="*/ 3119949 w 4641785"/>
              <a:gd name="connsiteY15029" fmla="*/ 2811581 h 5274332"/>
              <a:gd name="connsiteX15030" fmla="*/ 3116693 w 4641785"/>
              <a:gd name="connsiteY15030" fmla="*/ 2816232 h 5274332"/>
              <a:gd name="connsiteX15031" fmla="*/ 3113438 w 4641785"/>
              <a:gd name="connsiteY15031" fmla="*/ 2818093 h 5274332"/>
              <a:gd name="connsiteX15032" fmla="*/ 3107857 w 4641785"/>
              <a:gd name="connsiteY15032" fmla="*/ 2817627 h 5274332"/>
              <a:gd name="connsiteX15033" fmla="*/ 3105531 w 4641785"/>
              <a:gd name="connsiteY15033" fmla="*/ 2820883 h 5274332"/>
              <a:gd name="connsiteX15034" fmla="*/ 3095763 w 4641785"/>
              <a:gd name="connsiteY15034" fmla="*/ 2825070 h 5274332"/>
              <a:gd name="connsiteX15035" fmla="*/ 3077159 w 4641785"/>
              <a:gd name="connsiteY15035" fmla="*/ 2828790 h 5274332"/>
              <a:gd name="connsiteX15036" fmla="*/ 3064601 w 4641785"/>
              <a:gd name="connsiteY15036" fmla="*/ 2832976 h 5274332"/>
              <a:gd name="connsiteX15037" fmla="*/ 3064601 w 4641785"/>
              <a:gd name="connsiteY15037" fmla="*/ 2832976 h 5274332"/>
              <a:gd name="connsiteX15038" fmla="*/ 3060415 w 4641785"/>
              <a:gd name="connsiteY15038" fmla="*/ 2834836 h 5274332"/>
              <a:gd name="connsiteX15039" fmla="*/ 3053439 w 4641785"/>
              <a:gd name="connsiteY15039" fmla="*/ 2839953 h 5274332"/>
              <a:gd name="connsiteX15040" fmla="*/ 3049717 w 4641785"/>
              <a:gd name="connsiteY15040" fmla="*/ 2840417 h 5274332"/>
              <a:gd name="connsiteX15041" fmla="*/ 3046927 w 4641785"/>
              <a:gd name="connsiteY15041" fmla="*/ 2842743 h 5274332"/>
              <a:gd name="connsiteX15042" fmla="*/ 3036229 w 4641785"/>
              <a:gd name="connsiteY15042" fmla="*/ 2841813 h 5274332"/>
              <a:gd name="connsiteX15043" fmla="*/ 3026462 w 4641785"/>
              <a:gd name="connsiteY15043" fmla="*/ 2842743 h 5274332"/>
              <a:gd name="connsiteX15044" fmla="*/ 3020881 w 4641785"/>
              <a:gd name="connsiteY15044" fmla="*/ 2843673 h 5274332"/>
              <a:gd name="connsiteX15045" fmla="*/ 3012509 w 4641785"/>
              <a:gd name="connsiteY15045" fmla="*/ 2846929 h 5274332"/>
              <a:gd name="connsiteX15046" fmla="*/ 3005998 w 4641785"/>
              <a:gd name="connsiteY15046" fmla="*/ 2850185 h 5274332"/>
              <a:gd name="connsiteX15047" fmla="*/ 2998091 w 4641785"/>
              <a:gd name="connsiteY15047" fmla="*/ 2857627 h 5274332"/>
              <a:gd name="connsiteX15048" fmla="*/ 2996230 w 4641785"/>
              <a:gd name="connsiteY15048" fmla="*/ 2858092 h 5274332"/>
              <a:gd name="connsiteX15049" fmla="*/ 2987393 w 4641785"/>
              <a:gd name="connsiteY15049" fmla="*/ 2865068 h 5274332"/>
              <a:gd name="connsiteX15050" fmla="*/ 2979486 w 4641785"/>
              <a:gd name="connsiteY15050" fmla="*/ 2872975 h 5274332"/>
              <a:gd name="connsiteX15051" fmla="*/ 2973440 w 4641785"/>
              <a:gd name="connsiteY15051" fmla="*/ 2880882 h 5274332"/>
              <a:gd name="connsiteX15052" fmla="*/ 2971114 w 4641785"/>
              <a:gd name="connsiteY15052" fmla="*/ 2882743 h 5274332"/>
              <a:gd name="connsiteX15053" fmla="*/ 2963672 w 4641785"/>
              <a:gd name="connsiteY15053" fmla="*/ 2896231 h 5274332"/>
              <a:gd name="connsiteX15054" fmla="*/ 2963672 w 4641785"/>
              <a:gd name="connsiteY15054" fmla="*/ 2899487 h 5274332"/>
              <a:gd name="connsiteX15055" fmla="*/ 2959952 w 4641785"/>
              <a:gd name="connsiteY15055" fmla="*/ 2904138 h 5274332"/>
              <a:gd name="connsiteX15056" fmla="*/ 2960882 w 4641785"/>
              <a:gd name="connsiteY15056" fmla="*/ 2906928 h 5274332"/>
              <a:gd name="connsiteX15057" fmla="*/ 2959952 w 4641785"/>
              <a:gd name="connsiteY15057" fmla="*/ 2913440 h 5274332"/>
              <a:gd name="connsiteX15058" fmla="*/ 2963207 w 4641785"/>
              <a:gd name="connsiteY15058" fmla="*/ 2922277 h 5274332"/>
              <a:gd name="connsiteX15059" fmla="*/ 2965533 w 4641785"/>
              <a:gd name="connsiteY15059" fmla="*/ 2927393 h 5274332"/>
              <a:gd name="connsiteX15060" fmla="*/ 2970184 w 4641785"/>
              <a:gd name="connsiteY15060" fmla="*/ 2933904 h 5274332"/>
              <a:gd name="connsiteX15061" fmla="*/ 2972045 w 4641785"/>
              <a:gd name="connsiteY15061" fmla="*/ 2937160 h 5274332"/>
              <a:gd name="connsiteX15062" fmla="*/ 2975300 w 4641785"/>
              <a:gd name="connsiteY15062" fmla="*/ 2947393 h 5274332"/>
              <a:gd name="connsiteX15063" fmla="*/ 2978556 w 4641785"/>
              <a:gd name="connsiteY15063" fmla="*/ 2955300 h 5274332"/>
              <a:gd name="connsiteX15064" fmla="*/ 2981347 w 4641785"/>
              <a:gd name="connsiteY15064" fmla="*/ 2959486 h 5274332"/>
              <a:gd name="connsiteX15065" fmla="*/ 2983207 w 4641785"/>
              <a:gd name="connsiteY15065" fmla="*/ 2965997 h 5274332"/>
              <a:gd name="connsiteX15066" fmla="*/ 2981347 w 4641785"/>
              <a:gd name="connsiteY15066" fmla="*/ 2973439 h 5274332"/>
              <a:gd name="connsiteX15067" fmla="*/ 2969254 w 4641785"/>
              <a:gd name="connsiteY15067" fmla="*/ 2971113 h 5274332"/>
              <a:gd name="connsiteX15068" fmla="*/ 2961812 w 4641785"/>
              <a:gd name="connsiteY15068" fmla="*/ 2974834 h 5274332"/>
              <a:gd name="connsiteX15069" fmla="*/ 2959021 w 4641785"/>
              <a:gd name="connsiteY15069" fmla="*/ 2977625 h 5274332"/>
              <a:gd name="connsiteX15070" fmla="*/ 2959021 w 4641785"/>
              <a:gd name="connsiteY15070" fmla="*/ 2983671 h 5274332"/>
              <a:gd name="connsiteX15071" fmla="*/ 2956231 w 4641785"/>
              <a:gd name="connsiteY15071" fmla="*/ 2986462 h 5274332"/>
              <a:gd name="connsiteX15072" fmla="*/ 2954370 w 4641785"/>
              <a:gd name="connsiteY15072" fmla="*/ 2992043 h 5274332"/>
              <a:gd name="connsiteX15073" fmla="*/ 2951114 w 4641785"/>
              <a:gd name="connsiteY15073" fmla="*/ 2997160 h 5274332"/>
              <a:gd name="connsiteX15074" fmla="*/ 2953905 w 4641785"/>
              <a:gd name="connsiteY15074" fmla="*/ 2997160 h 5274332"/>
              <a:gd name="connsiteX15075" fmla="*/ 2957161 w 4641785"/>
              <a:gd name="connsiteY15075" fmla="*/ 2997160 h 5274332"/>
              <a:gd name="connsiteX15076" fmla="*/ 2959952 w 4641785"/>
              <a:gd name="connsiteY15076" fmla="*/ 2996695 h 5274332"/>
              <a:gd name="connsiteX15077" fmla="*/ 2960416 w 4641785"/>
              <a:gd name="connsiteY15077" fmla="*/ 2992043 h 5274332"/>
              <a:gd name="connsiteX15078" fmla="*/ 2962277 w 4641785"/>
              <a:gd name="connsiteY15078" fmla="*/ 2995299 h 5274332"/>
              <a:gd name="connsiteX15079" fmla="*/ 2963207 w 4641785"/>
              <a:gd name="connsiteY15079" fmla="*/ 2996229 h 5274332"/>
              <a:gd name="connsiteX15080" fmla="*/ 2964138 w 4641785"/>
              <a:gd name="connsiteY15080" fmla="*/ 2995764 h 5274332"/>
              <a:gd name="connsiteX15081" fmla="*/ 2972045 w 4641785"/>
              <a:gd name="connsiteY15081" fmla="*/ 2988322 h 5274332"/>
              <a:gd name="connsiteX15082" fmla="*/ 2977626 w 4641785"/>
              <a:gd name="connsiteY15082" fmla="*/ 2985997 h 5274332"/>
              <a:gd name="connsiteX15083" fmla="*/ 2983207 w 4641785"/>
              <a:gd name="connsiteY15083" fmla="*/ 2985997 h 5274332"/>
              <a:gd name="connsiteX15084" fmla="*/ 2989254 w 4641785"/>
              <a:gd name="connsiteY15084" fmla="*/ 2988322 h 5274332"/>
              <a:gd name="connsiteX15085" fmla="*/ 2992510 w 4641785"/>
              <a:gd name="connsiteY15085" fmla="*/ 2988322 h 5274332"/>
              <a:gd name="connsiteX15086" fmla="*/ 2975300 w 4641785"/>
              <a:gd name="connsiteY15086" fmla="*/ 2999950 h 5274332"/>
              <a:gd name="connsiteX15087" fmla="*/ 2967858 w 4641785"/>
              <a:gd name="connsiteY15087" fmla="*/ 3005066 h 5274332"/>
              <a:gd name="connsiteX15088" fmla="*/ 2953905 w 4641785"/>
              <a:gd name="connsiteY15088" fmla="*/ 3015764 h 5274332"/>
              <a:gd name="connsiteX15089" fmla="*/ 2951580 w 4641785"/>
              <a:gd name="connsiteY15089" fmla="*/ 3020880 h 5274332"/>
              <a:gd name="connsiteX15090" fmla="*/ 2949719 w 4641785"/>
              <a:gd name="connsiteY15090" fmla="*/ 3020880 h 5274332"/>
              <a:gd name="connsiteX15091" fmla="*/ 2947394 w 4641785"/>
              <a:gd name="connsiteY15091" fmla="*/ 3026926 h 5274332"/>
              <a:gd name="connsiteX15092" fmla="*/ 2945533 w 4641785"/>
              <a:gd name="connsiteY15092" fmla="*/ 3029252 h 5274332"/>
              <a:gd name="connsiteX15093" fmla="*/ 2945533 w 4641785"/>
              <a:gd name="connsiteY15093" fmla="*/ 3038089 h 5274332"/>
              <a:gd name="connsiteX15094" fmla="*/ 2948324 w 4641785"/>
              <a:gd name="connsiteY15094" fmla="*/ 3037624 h 5274332"/>
              <a:gd name="connsiteX15095" fmla="*/ 2953440 w 4641785"/>
              <a:gd name="connsiteY15095" fmla="*/ 3040414 h 5274332"/>
              <a:gd name="connsiteX15096" fmla="*/ 2954835 w 4641785"/>
              <a:gd name="connsiteY15096" fmla="*/ 3045531 h 5274332"/>
              <a:gd name="connsiteX15097" fmla="*/ 2951580 w 4641785"/>
              <a:gd name="connsiteY15097" fmla="*/ 3050182 h 5274332"/>
              <a:gd name="connsiteX15098" fmla="*/ 2945999 w 4641785"/>
              <a:gd name="connsiteY15098" fmla="*/ 3054368 h 5274332"/>
              <a:gd name="connsiteX15099" fmla="*/ 2941812 w 4641785"/>
              <a:gd name="connsiteY15099" fmla="*/ 3055763 h 5274332"/>
              <a:gd name="connsiteX15100" fmla="*/ 2943208 w 4641785"/>
              <a:gd name="connsiteY15100" fmla="*/ 3058089 h 5274332"/>
              <a:gd name="connsiteX15101" fmla="*/ 2936696 w 4641785"/>
              <a:gd name="connsiteY15101" fmla="*/ 3061345 h 5274332"/>
              <a:gd name="connsiteX15102" fmla="*/ 2936696 w 4641785"/>
              <a:gd name="connsiteY15102" fmla="*/ 3062740 h 5274332"/>
              <a:gd name="connsiteX15103" fmla="*/ 2927394 w 4641785"/>
              <a:gd name="connsiteY15103" fmla="*/ 3065996 h 5274332"/>
              <a:gd name="connsiteX15104" fmla="*/ 2921813 w 4641785"/>
              <a:gd name="connsiteY15104" fmla="*/ 3069252 h 5274332"/>
              <a:gd name="connsiteX15105" fmla="*/ 2914371 w 4641785"/>
              <a:gd name="connsiteY15105" fmla="*/ 3072507 h 5274332"/>
              <a:gd name="connsiteX15106" fmla="*/ 2910185 w 4641785"/>
              <a:gd name="connsiteY15106" fmla="*/ 3076228 h 5274332"/>
              <a:gd name="connsiteX15107" fmla="*/ 2906929 w 4641785"/>
              <a:gd name="connsiteY15107" fmla="*/ 3078089 h 5274332"/>
              <a:gd name="connsiteX15108" fmla="*/ 2907860 w 4641785"/>
              <a:gd name="connsiteY15108" fmla="*/ 3080414 h 5274332"/>
              <a:gd name="connsiteX15109" fmla="*/ 2911116 w 4641785"/>
              <a:gd name="connsiteY15109" fmla="*/ 3076693 h 5274332"/>
              <a:gd name="connsiteX15110" fmla="*/ 2912046 w 4641785"/>
              <a:gd name="connsiteY15110" fmla="*/ 3077158 h 5274332"/>
              <a:gd name="connsiteX15111" fmla="*/ 2904604 w 4641785"/>
              <a:gd name="connsiteY15111" fmla="*/ 3089251 h 5274332"/>
              <a:gd name="connsiteX15112" fmla="*/ 2894836 w 4641785"/>
              <a:gd name="connsiteY15112" fmla="*/ 3099484 h 5274332"/>
              <a:gd name="connsiteX15113" fmla="*/ 2893906 w 4641785"/>
              <a:gd name="connsiteY15113" fmla="*/ 3103204 h 5274332"/>
              <a:gd name="connsiteX15114" fmla="*/ 2894371 w 4641785"/>
              <a:gd name="connsiteY15114" fmla="*/ 3106460 h 5274332"/>
              <a:gd name="connsiteX15115" fmla="*/ 2890651 w 4641785"/>
              <a:gd name="connsiteY15115" fmla="*/ 3110181 h 5274332"/>
              <a:gd name="connsiteX15116" fmla="*/ 2884604 w 4641785"/>
              <a:gd name="connsiteY15116" fmla="*/ 3109250 h 5274332"/>
              <a:gd name="connsiteX15117" fmla="*/ 2883209 w 4641785"/>
              <a:gd name="connsiteY15117" fmla="*/ 3107855 h 5274332"/>
              <a:gd name="connsiteX15118" fmla="*/ 2881348 w 4641785"/>
              <a:gd name="connsiteY15118" fmla="*/ 3101343 h 5274332"/>
              <a:gd name="connsiteX15119" fmla="*/ 2875767 w 4641785"/>
              <a:gd name="connsiteY15119" fmla="*/ 3097158 h 5274332"/>
              <a:gd name="connsiteX15120" fmla="*/ 2870651 w 4641785"/>
              <a:gd name="connsiteY15120" fmla="*/ 3095762 h 5274332"/>
              <a:gd name="connsiteX15121" fmla="*/ 2868325 w 4641785"/>
              <a:gd name="connsiteY15121" fmla="*/ 3097158 h 5274332"/>
              <a:gd name="connsiteX15122" fmla="*/ 2867395 w 4641785"/>
              <a:gd name="connsiteY15122" fmla="*/ 3101343 h 5274332"/>
              <a:gd name="connsiteX15123" fmla="*/ 2869720 w 4641785"/>
              <a:gd name="connsiteY15123" fmla="*/ 3103204 h 5274332"/>
              <a:gd name="connsiteX15124" fmla="*/ 2876232 w 4641785"/>
              <a:gd name="connsiteY15124" fmla="*/ 3102274 h 5274332"/>
              <a:gd name="connsiteX15125" fmla="*/ 2881348 w 4641785"/>
              <a:gd name="connsiteY15125" fmla="*/ 3109716 h 5274332"/>
              <a:gd name="connsiteX15126" fmla="*/ 2886929 w 4641785"/>
              <a:gd name="connsiteY15126" fmla="*/ 3114367 h 5274332"/>
              <a:gd name="connsiteX15127" fmla="*/ 2876232 w 4641785"/>
              <a:gd name="connsiteY15127" fmla="*/ 3117157 h 5274332"/>
              <a:gd name="connsiteX15128" fmla="*/ 2865534 w 4641785"/>
              <a:gd name="connsiteY15128" fmla="*/ 3123204 h 5274332"/>
              <a:gd name="connsiteX15129" fmla="*/ 2850186 w 4641785"/>
              <a:gd name="connsiteY15129" fmla="*/ 3128320 h 5274332"/>
              <a:gd name="connsiteX15130" fmla="*/ 2844140 w 4641785"/>
              <a:gd name="connsiteY15130" fmla="*/ 3130181 h 5274332"/>
              <a:gd name="connsiteX15131" fmla="*/ 2836698 w 4641785"/>
              <a:gd name="connsiteY15131" fmla="*/ 3131576 h 5274332"/>
              <a:gd name="connsiteX15132" fmla="*/ 2836233 w 4641785"/>
              <a:gd name="connsiteY15132" fmla="*/ 3132041 h 5274332"/>
              <a:gd name="connsiteX15133" fmla="*/ 2821815 w 4641785"/>
              <a:gd name="connsiteY15133" fmla="*/ 3134832 h 5274332"/>
              <a:gd name="connsiteX15134" fmla="*/ 2804605 w 4641785"/>
              <a:gd name="connsiteY15134" fmla="*/ 3139947 h 5274332"/>
              <a:gd name="connsiteX15135" fmla="*/ 2778559 w 4641785"/>
              <a:gd name="connsiteY15135" fmla="*/ 3149250 h 5274332"/>
              <a:gd name="connsiteX15136" fmla="*/ 2762746 w 4641785"/>
              <a:gd name="connsiteY15136" fmla="*/ 3157622 h 5274332"/>
              <a:gd name="connsiteX15137" fmla="*/ 2754839 w 4641785"/>
              <a:gd name="connsiteY15137" fmla="*/ 3161343 h 5274332"/>
              <a:gd name="connsiteX15138" fmla="*/ 2748792 w 4641785"/>
              <a:gd name="connsiteY15138" fmla="*/ 3164599 h 5274332"/>
              <a:gd name="connsiteX15139" fmla="*/ 2737165 w 4641785"/>
              <a:gd name="connsiteY15139" fmla="*/ 3170180 h 5274332"/>
              <a:gd name="connsiteX15140" fmla="*/ 2724141 w 4641785"/>
              <a:gd name="connsiteY15140" fmla="*/ 3177156 h 5274332"/>
              <a:gd name="connsiteX15141" fmla="*/ 2717165 w 4641785"/>
              <a:gd name="connsiteY15141" fmla="*/ 3181807 h 5274332"/>
              <a:gd name="connsiteX15142" fmla="*/ 2692514 w 4641785"/>
              <a:gd name="connsiteY15142" fmla="*/ 3200412 h 5274332"/>
              <a:gd name="connsiteX15143" fmla="*/ 2686933 w 4641785"/>
              <a:gd name="connsiteY15143" fmla="*/ 3205063 h 5274332"/>
              <a:gd name="connsiteX15144" fmla="*/ 2683677 w 4641785"/>
              <a:gd name="connsiteY15144" fmla="*/ 3210179 h 5274332"/>
              <a:gd name="connsiteX15145" fmla="*/ 2679956 w 4641785"/>
              <a:gd name="connsiteY15145" fmla="*/ 3213900 h 5274332"/>
              <a:gd name="connsiteX15146" fmla="*/ 2670189 w 4641785"/>
              <a:gd name="connsiteY15146" fmla="*/ 3219946 h 5274332"/>
              <a:gd name="connsiteX15147" fmla="*/ 2659491 w 4641785"/>
              <a:gd name="connsiteY15147" fmla="*/ 3228318 h 5274332"/>
              <a:gd name="connsiteX15148" fmla="*/ 2651584 w 4641785"/>
              <a:gd name="connsiteY15148" fmla="*/ 3235760 h 5274332"/>
              <a:gd name="connsiteX15149" fmla="*/ 2645538 w 4641785"/>
              <a:gd name="connsiteY15149" fmla="*/ 3241806 h 5274332"/>
              <a:gd name="connsiteX15150" fmla="*/ 2639492 w 4641785"/>
              <a:gd name="connsiteY15150" fmla="*/ 3250179 h 5274332"/>
              <a:gd name="connsiteX15151" fmla="*/ 2638096 w 4641785"/>
              <a:gd name="connsiteY15151" fmla="*/ 3252969 h 5274332"/>
              <a:gd name="connsiteX15152" fmla="*/ 2635306 w 4641785"/>
              <a:gd name="connsiteY15152" fmla="*/ 3256225 h 5274332"/>
              <a:gd name="connsiteX15153" fmla="*/ 2629725 w 4641785"/>
              <a:gd name="connsiteY15153" fmla="*/ 3254830 h 5274332"/>
              <a:gd name="connsiteX15154" fmla="*/ 2630189 w 4641785"/>
              <a:gd name="connsiteY15154" fmla="*/ 3250644 h 5274332"/>
              <a:gd name="connsiteX15155" fmla="*/ 2626469 w 4641785"/>
              <a:gd name="connsiteY15155" fmla="*/ 3251109 h 5274332"/>
              <a:gd name="connsiteX15156" fmla="*/ 2623213 w 4641785"/>
              <a:gd name="connsiteY15156" fmla="*/ 3254830 h 5274332"/>
              <a:gd name="connsiteX15157" fmla="*/ 2625537 w 4641785"/>
              <a:gd name="connsiteY15157" fmla="*/ 3258549 h 5274332"/>
              <a:gd name="connsiteX15158" fmla="*/ 2625539 w 4641785"/>
              <a:gd name="connsiteY15158" fmla="*/ 3258550 h 5274332"/>
              <a:gd name="connsiteX15159" fmla="*/ 2627400 w 4641785"/>
              <a:gd name="connsiteY15159" fmla="*/ 3259945 h 5274332"/>
              <a:gd name="connsiteX15160" fmla="*/ 2635771 w 4641785"/>
              <a:gd name="connsiteY15160" fmla="*/ 3256690 h 5274332"/>
              <a:gd name="connsiteX15161" fmla="*/ 2632515 w 4641785"/>
              <a:gd name="connsiteY15161" fmla="*/ 3262736 h 5274332"/>
              <a:gd name="connsiteX15162" fmla="*/ 2617632 w 4641785"/>
              <a:gd name="connsiteY15162" fmla="*/ 3282735 h 5274332"/>
              <a:gd name="connsiteX15163" fmla="*/ 2608795 w 4641785"/>
              <a:gd name="connsiteY15163" fmla="*/ 3291573 h 5274332"/>
              <a:gd name="connsiteX15164" fmla="*/ 2603679 w 4641785"/>
              <a:gd name="connsiteY15164" fmla="*/ 3298084 h 5274332"/>
              <a:gd name="connsiteX15165" fmla="*/ 2603213 w 4641785"/>
              <a:gd name="connsiteY15165" fmla="*/ 3302270 h 5274332"/>
              <a:gd name="connsiteX15166" fmla="*/ 2599958 w 4641785"/>
              <a:gd name="connsiteY15166" fmla="*/ 3305526 h 5274332"/>
              <a:gd name="connsiteX15167" fmla="*/ 2599493 w 4641785"/>
              <a:gd name="connsiteY15167" fmla="*/ 3309712 h 5274332"/>
              <a:gd name="connsiteX15168" fmla="*/ 2591121 w 4641785"/>
              <a:gd name="connsiteY15168" fmla="*/ 3316688 h 5274332"/>
              <a:gd name="connsiteX15169" fmla="*/ 2585074 w 4641785"/>
              <a:gd name="connsiteY15169" fmla="*/ 3324131 h 5274332"/>
              <a:gd name="connsiteX15170" fmla="*/ 2581353 w 4641785"/>
              <a:gd name="connsiteY15170" fmla="*/ 3328317 h 5274332"/>
              <a:gd name="connsiteX15171" fmla="*/ 2581353 w 4641785"/>
              <a:gd name="connsiteY15171" fmla="*/ 3331107 h 5274332"/>
              <a:gd name="connsiteX15172" fmla="*/ 2571586 w 4641785"/>
              <a:gd name="connsiteY15172" fmla="*/ 3340875 h 5274332"/>
              <a:gd name="connsiteX15173" fmla="*/ 2567865 w 4641785"/>
              <a:gd name="connsiteY15173" fmla="*/ 3345990 h 5274332"/>
              <a:gd name="connsiteX15174" fmla="*/ 2567401 w 4641785"/>
              <a:gd name="connsiteY15174" fmla="*/ 3349246 h 5274332"/>
              <a:gd name="connsiteX15175" fmla="*/ 2554843 w 4641785"/>
              <a:gd name="connsiteY15175" fmla="*/ 3359944 h 5274332"/>
              <a:gd name="connsiteX15176" fmla="*/ 2541819 w 4641785"/>
              <a:gd name="connsiteY15176" fmla="*/ 3372967 h 5274332"/>
              <a:gd name="connsiteX15177" fmla="*/ 2535307 w 4641785"/>
              <a:gd name="connsiteY15177" fmla="*/ 3379943 h 5274332"/>
              <a:gd name="connsiteX15178" fmla="*/ 2531587 w 4641785"/>
              <a:gd name="connsiteY15178" fmla="*/ 3387385 h 5274332"/>
              <a:gd name="connsiteX15179" fmla="*/ 2532052 w 4641785"/>
              <a:gd name="connsiteY15179" fmla="*/ 3389711 h 5274332"/>
              <a:gd name="connsiteX15180" fmla="*/ 2523680 w 4641785"/>
              <a:gd name="connsiteY15180" fmla="*/ 3395757 h 5274332"/>
              <a:gd name="connsiteX15181" fmla="*/ 2507866 w 4641785"/>
              <a:gd name="connsiteY15181" fmla="*/ 3403664 h 5274332"/>
              <a:gd name="connsiteX15182" fmla="*/ 2503680 w 4641785"/>
              <a:gd name="connsiteY15182" fmla="*/ 3405989 h 5274332"/>
              <a:gd name="connsiteX15183" fmla="*/ 2495773 w 4641785"/>
              <a:gd name="connsiteY15183" fmla="*/ 3408781 h 5274332"/>
              <a:gd name="connsiteX15184" fmla="*/ 2490658 w 4641785"/>
              <a:gd name="connsiteY15184" fmla="*/ 3412501 h 5274332"/>
              <a:gd name="connsiteX15185" fmla="*/ 2474378 w 4641785"/>
              <a:gd name="connsiteY15185" fmla="*/ 3419013 h 5274332"/>
              <a:gd name="connsiteX15186" fmla="*/ 2459030 w 4641785"/>
              <a:gd name="connsiteY15186" fmla="*/ 3428315 h 5274332"/>
              <a:gd name="connsiteX15187" fmla="*/ 2454844 w 4641785"/>
              <a:gd name="connsiteY15187" fmla="*/ 3432035 h 5274332"/>
              <a:gd name="connsiteX15188" fmla="*/ 2442751 w 4641785"/>
              <a:gd name="connsiteY15188" fmla="*/ 3440408 h 5274332"/>
              <a:gd name="connsiteX15189" fmla="*/ 2441356 w 4641785"/>
              <a:gd name="connsiteY15189" fmla="*/ 3445059 h 5274332"/>
              <a:gd name="connsiteX15190" fmla="*/ 2436705 w 4641785"/>
              <a:gd name="connsiteY15190" fmla="*/ 3450640 h 5274332"/>
              <a:gd name="connsiteX15191" fmla="*/ 2430193 w 4641785"/>
              <a:gd name="connsiteY15191" fmla="*/ 3454826 h 5274332"/>
              <a:gd name="connsiteX15192" fmla="*/ 2424611 w 4641785"/>
              <a:gd name="connsiteY15192" fmla="*/ 3459012 h 5274332"/>
              <a:gd name="connsiteX15193" fmla="*/ 2423216 w 4641785"/>
              <a:gd name="connsiteY15193" fmla="*/ 3463663 h 5274332"/>
              <a:gd name="connsiteX15194" fmla="*/ 2419030 w 4641785"/>
              <a:gd name="connsiteY15194" fmla="*/ 3466454 h 5274332"/>
              <a:gd name="connsiteX15195" fmla="*/ 2417635 w 4641785"/>
              <a:gd name="connsiteY15195" fmla="*/ 3473895 h 5274332"/>
              <a:gd name="connsiteX15196" fmla="*/ 2414845 w 4641785"/>
              <a:gd name="connsiteY15196" fmla="*/ 3476686 h 5274332"/>
              <a:gd name="connsiteX15197" fmla="*/ 2413914 w 4641785"/>
              <a:gd name="connsiteY15197" fmla="*/ 3479476 h 5274332"/>
              <a:gd name="connsiteX15198" fmla="*/ 2408798 w 4641785"/>
              <a:gd name="connsiteY15198" fmla="*/ 3482732 h 5274332"/>
              <a:gd name="connsiteX15199" fmla="*/ 2406938 w 4641785"/>
              <a:gd name="connsiteY15199" fmla="*/ 3488779 h 5274332"/>
              <a:gd name="connsiteX15200" fmla="*/ 2403217 w 4641785"/>
              <a:gd name="connsiteY15200" fmla="*/ 3490639 h 5274332"/>
              <a:gd name="connsiteX15201" fmla="*/ 2399031 w 4641785"/>
              <a:gd name="connsiteY15201" fmla="*/ 3494360 h 5274332"/>
              <a:gd name="connsiteX15202" fmla="*/ 2399496 w 4641785"/>
              <a:gd name="connsiteY15202" fmla="*/ 3496686 h 5274332"/>
              <a:gd name="connsiteX15203" fmla="*/ 2393915 w 4641785"/>
              <a:gd name="connsiteY15203" fmla="*/ 3501802 h 5274332"/>
              <a:gd name="connsiteX15204" fmla="*/ 2390659 w 4641785"/>
              <a:gd name="connsiteY15204" fmla="*/ 3503663 h 5274332"/>
              <a:gd name="connsiteX15205" fmla="*/ 2390194 w 4641785"/>
              <a:gd name="connsiteY15205" fmla="*/ 3507383 h 5274332"/>
              <a:gd name="connsiteX15206" fmla="*/ 2386938 w 4641785"/>
              <a:gd name="connsiteY15206" fmla="*/ 3510174 h 5274332"/>
              <a:gd name="connsiteX15207" fmla="*/ 2379962 w 4641785"/>
              <a:gd name="connsiteY15207" fmla="*/ 3513429 h 5274332"/>
              <a:gd name="connsiteX15208" fmla="*/ 2378101 w 4641785"/>
              <a:gd name="connsiteY15208" fmla="*/ 3515755 h 5274332"/>
              <a:gd name="connsiteX15209" fmla="*/ 2370659 w 4641785"/>
              <a:gd name="connsiteY15209" fmla="*/ 3517615 h 5274332"/>
              <a:gd name="connsiteX15210" fmla="*/ 2366938 w 4641785"/>
              <a:gd name="connsiteY15210" fmla="*/ 3519941 h 5274332"/>
              <a:gd name="connsiteX15211" fmla="*/ 2354846 w 4641785"/>
              <a:gd name="connsiteY15211" fmla="*/ 3525058 h 5274332"/>
              <a:gd name="connsiteX15212" fmla="*/ 2351124 w 4641785"/>
              <a:gd name="connsiteY15212" fmla="*/ 3530173 h 5274332"/>
              <a:gd name="connsiteX15213" fmla="*/ 2345543 w 4641785"/>
              <a:gd name="connsiteY15213" fmla="*/ 3532499 h 5274332"/>
              <a:gd name="connsiteX15214" fmla="*/ 2340892 w 4641785"/>
              <a:gd name="connsiteY15214" fmla="*/ 3535290 h 5274332"/>
              <a:gd name="connsiteX15215" fmla="*/ 2334381 w 4641785"/>
              <a:gd name="connsiteY15215" fmla="*/ 3538080 h 5274332"/>
              <a:gd name="connsiteX15216" fmla="*/ 2332055 w 4641785"/>
              <a:gd name="connsiteY15216" fmla="*/ 3539941 h 5274332"/>
              <a:gd name="connsiteX15217" fmla="*/ 2327404 w 4641785"/>
              <a:gd name="connsiteY15217" fmla="*/ 3541336 h 5274332"/>
              <a:gd name="connsiteX15218" fmla="*/ 2311125 w 4641785"/>
              <a:gd name="connsiteY15218" fmla="*/ 3548778 h 5274332"/>
              <a:gd name="connsiteX15219" fmla="*/ 2295312 w 4641785"/>
              <a:gd name="connsiteY15219" fmla="*/ 3557615 h 5274332"/>
              <a:gd name="connsiteX15220" fmla="*/ 2281824 w 4641785"/>
              <a:gd name="connsiteY15220" fmla="*/ 3565987 h 5274332"/>
              <a:gd name="connsiteX15221" fmla="*/ 2269730 w 4641785"/>
              <a:gd name="connsiteY15221" fmla="*/ 3574824 h 5274332"/>
              <a:gd name="connsiteX15222" fmla="*/ 2263684 w 4641785"/>
              <a:gd name="connsiteY15222" fmla="*/ 3579940 h 5274332"/>
              <a:gd name="connsiteX15223" fmla="*/ 2252986 w 4641785"/>
              <a:gd name="connsiteY15223" fmla="*/ 3590638 h 5274332"/>
              <a:gd name="connsiteX15224" fmla="*/ 2249731 w 4641785"/>
              <a:gd name="connsiteY15224" fmla="*/ 3593428 h 5274332"/>
              <a:gd name="connsiteX15225" fmla="*/ 2241824 w 4641785"/>
              <a:gd name="connsiteY15225" fmla="*/ 3602265 h 5274332"/>
              <a:gd name="connsiteX15226" fmla="*/ 2238103 w 4641785"/>
              <a:gd name="connsiteY15226" fmla="*/ 3610172 h 5274332"/>
              <a:gd name="connsiteX15227" fmla="*/ 2239033 w 4641785"/>
              <a:gd name="connsiteY15227" fmla="*/ 3612498 h 5274332"/>
              <a:gd name="connsiteX15228" fmla="*/ 2236708 w 4641785"/>
              <a:gd name="connsiteY15228" fmla="*/ 3615289 h 5274332"/>
              <a:gd name="connsiteX15229" fmla="*/ 2237173 w 4641785"/>
              <a:gd name="connsiteY15229" fmla="*/ 3618544 h 5274332"/>
              <a:gd name="connsiteX15230" fmla="*/ 2233917 w 4641785"/>
              <a:gd name="connsiteY15230" fmla="*/ 3619474 h 5274332"/>
              <a:gd name="connsiteX15231" fmla="*/ 2233917 w 4641785"/>
              <a:gd name="connsiteY15231" fmla="*/ 3624591 h 5274332"/>
              <a:gd name="connsiteX15232" fmla="*/ 2236708 w 4641785"/>
              <a:gd name="connsiteY15232" fmla="*/ 3629707 h 5274332"/>
              <a:gd name="connsiteX15233" fmla="*/ 2238569 w 4641785"/>
              <a:gd name="connsiteY15233" fmla="*/ 3629242 h 5274332"/>
              <a:gd name="connsiteX15234" fmla="*/ 2244150 w 4641785"/>
              <a:gd name="connsiteY15234" fmla="*/ 3633893 h 5274332"/>
              <a:gd name="connsiteX15235" fmla="*/ 2247405 w 4641785"/>
              <a:gd name="connsiteY15235" fmla="*/ 3632498 h 5274332"/>
              <a:gd name="connsiteX15236" fmla="*/ 2250661 w 4641785"/>
              <a:gd name="connsiteY15236" fmla="*/ 3633893 h 5274332"/>
              <a:gd name="connsiteX15237" fmla="*/ 2250196 w 4641785"/>
              <a:gd name="connsiteY15237" fmla="*/ 3639939 h 5274332"/>
              <a:gd name="connsiteX15238" fmla="*/ 2247871 w 4641785"/>
              <a:gd name="connsiteY15238" fmla="*/ 3649707 h 5274332"/>
              <a:gd name="connsiteX15239" fmla="*/ 2247871 w 4641785"/>
              <a:gd name="connsiteY15239" fmla="*/ 3652497 h 5274332"/>
              <a:gd name="connsiteX15240" fmla="*/ 2243220 w 4641785"/>
              <a:gd name="connsiteY15240" fmla="*/ 3652963 h 5274332"/>
              <a:gd name="connsiteX15241" fmla="*/ 2241359 w 4641785"/>
              <a:gd name="connsiteY15241" fmla="*/ 3656218 h 5274332"/>
              <a:gd name="connsiteX15242" fmla="*/ 2238569 w 4641785"/>
              <a:gd name="connsiteY15242" fmla="*/ 3654823 h 5274332"/>
              <a:gd name="connsiteX15243" fmla="*/ 2238568 w 4641785"/>
              <a:gd name="connsiteY15243" fmla="*/ 3654823 h 5274332"/>
              <a:gd name="connsiteX15244" fmla="*/ 2241359 w 4641785"/>
              <a:gd name="connsiteY15244" fmla="*/ 3656219 h 5274332"/>
              <a:gd name="connsiteX15245" fmla="*/ 2237173 w 4641785"/>
              <a:gd name="connsiteY15245" fmla="*/ 3657149 h 5274332"/>
              <a:gd name="connsiteX15246" fmla="*/ 2234382 w 4641785"/>
              <a:gd name="connsiteY15246" fmla="*/ 3655754 h 5274332"/>
              <a:gd name="connsiteX15247" fmla="*/ 2232522 w 4641785"/>
              <a:gd name="connsiteY15247" fmla="*/ 3657149 h 5274332"/>
              <a:gd name="connsiteX15248" fmla="*/ 2234846 w 4641785"/>
              <a:gd name="connsiteY15248" fmla="*/ 3660404 h 5274332"/>
              <a:gd name="connsiteX15249" fmla="*/ 2234847 w 4641785"/>
              <a:gd name="connsiteY15249" fmla="*/ 3660404 h 5274332"/>
              <a:gd name="connsiteX15250" fmla="*/ 2236242 w 4641785"/>
              <a:gd name="connsiteY15250" fmla="*/ 3658079 h 5274332"/>
              <a:gd name="connsiteX15251" fmla="*/ 2239033 w 4641785"/>
              <a:gd name="connsiteY15251" fmla="*/ 3659009 h 5274332"/>
              <a:gd name="connsiteX15252" fmla="*/ 2244615 w 4641785"/>
              <a:gd name="connsiteY15252" fmla="*/ 3657614 h 5274332"/>
              <a:gd name="connsiteX15253" fmla="*/ 2246475 w 4641785"/>
              <a:gd name="connsiteY15253" fmla="*/ 3654358 h 5274332"/>
              <a:gd name="connsiteX15254" fmla="*/ 2248335 w 4641785"/>
              <a:gd name="connsiteY15254" fmla="*/ 3657149 h 5274332"/>
              <a:gd name="connsiteX15255" fmla="*/ 2246940 w 4641785"/>
              <a:gd name="connsiteY15255" fmla="*/ 3662265 h 5274332"/>
              <a:gd name="connsiteX15256" fmla="*/ 2244615 w 4641785"/>
              <a:gd name="connsiteY15256" fmla="*/ 3666451 h 5274332"/>
              <a:gd name="connsiteX15257" fmla="*/ 2244615 w 4641785"/>
              <a:gd name="connsiteY15257" fmla="*/ 3672497 h 5274332"/>
              <a:gd name="connsiteX15258" fmla="*/ 2240894 w 4641785"/>
              <a:gd name="connsiteY15258" fmla="*/ 3672962 h 5274332"/>
              <a:gd name="connsiteX15259" fmla="*/ 2238569 w 4641785"/>
              <a:gd name="connsiteY15259" fmla="*/ 3668311 h 5274332"/>
              <a:gd name="connsiteX15260" fmla="*/ 2234382 w 4641785"/>
              <a:gd name="connsiteY15260" fmla="*/ 3666451 h 5274332"/>
              <a:gd name="connsiteX15261" fmla="*/ 2236243 w 4641785"/>
              <a:gd name="connsiteY15261" fmla="*/ 3663195 h 5274332"/>
              <a:gd name="connsiteX15262" fmla="*/ 2234847 w 4641785"/>
              <a:gd name="connsiteY15262" fmla="*/ 3660405 h 5274332"/>
              <a:gd name="connsiteX15263" fmla="*/ 2235313 w 4641785"/>
              <a:gd name="connsiteY15263" fmla="*/ 3664125 h 5274332"/>
              <a:gd name="connsiteX15264" fmla="*/ 2233917 w 4641785"/>
              <a:gd name="connsiteY15264" fmla="*/ 3666451 h 5274332"/>
              <a:gd name="connsiteX15265" fmla="*/ 2238103 w 4641785"/>
              <a:gd name="connsiteY15265" fmla="*/ 3669241 h 5274332"/>
              <a:gd name="connsiteX15266" fmla="*/ 2241359 w 4641785"/>
              <a:gd name="connsiteY15266" fmla="*/ 3676683 h 5274332"/>
              <a:gd name="connsiteX15267" fmla="*/ 2238103 w 4641785"/>
              <a:gd name="connsiteY15267" fmla="*/ 3682729 h 5274332"/>
              <a:gd name="connsiteX15268" fmla="*/ 2228801 w 4641785"/>
              <a:gd name="connsiteY15268" fmla="*/ 3685985 h 5274332"/>
              <a:gd name="connsiteX15269" fmla="*/ 2205545 w 4641785"/>
              <a:gd name="connsiteY15269" fmla="*/ 3698078 h 5274332"/>
              <a:gd name="connsiteX15270" fmla="*/ 2193453 w 4641785"/>
              <a:gd name="connsiteY15270" fmla="*/ 3705054 h 5274332"/>
              <a:gd name="connsiteX15271" fmla="*/ 2185080 w 4641785"/>
              <a:gd name="connsiteY15271" fmla="*/ 3709241 h 5274332"/>
              <a:gd name="connsiteX15272" fmla="*/ 2176709 w 4641785"/>
              <a:gd name="connsiteY15272" fmla="*/ 3710636 h 5274332"/>
              <a:gd name="connsiteX15273" fmla="*/ 2166011 w 4641785"/>
              <a:gd name="connsiteY15273" fmla="*/ 3714822 h 5274332"/>
              <a:gd name="connsiteX15274" fmla="*/ 2159500 w 4641785"/>
              <a:gd name="connsiteY15274" fmla="*/ 3718543 h 5274332"/>
              <a:gd name="connsiteX15275" fmla="*/ 2149268 w 4641785"/>
              <a:gd name="connsiteY15275" fmla="*/ 3723194 h 5274332"/>
              <a:gd name="connsiteX15276" fmla="*/ 2143686 w 4641785"/>
              <a:gd name="connsiteY15276" fmla="*/ 3719473 h 5274332"/>
              <a:gd name="connsiteX15277" fmla="*/ 2138105 w 4641785"/>
              <a:gd name="connsiteY15277" fmla="*/ 3719473 h 5274332"/>
              <a:gd name="connsiteX15278" fmla="*/ 2124151 w 4641785"/>
              <a:gd name="connsiteY15278" fmla="*/ 3717612 h 5274332"/>
              <a:gd name="connsiteX15279" fmla="*/ 2120896 w 4641785"/>
              <a:gd name="connsiteY15279" fmla="*/ 3715287 h 5274332"/>
              <a:gd name="connsiteX15280" fmla="*/ 2115780 w 4641785"/>
              <a:gd name="connsiteY15280" fmla="*/ 3716217 h 5274332"/>
              <a:gd name="connsiteX15281" fmla="*/ 2104617 w 4641785"/>
              <a:gd name="connsiteY15281" fmla="*/ 3716682 h 5274332"/>
              <a:gd name="connsiteX15282" fmla="*/ 2097175 w 4641785"/>
              <a:gd name="connsiteY15282" fmla="*/ 3718078 h 5274332"/>
              <a:gd name="connsiteX15283" fmla="*/ 2085547 w 4641785"/>
              <a:gd name="connsiteY15283" fmla="*/ 3722729 h 5274332"/>
              <a:gd name="connsiteX15284" fmla="*/ 2079966 w 4641785"/>
              <a:gd name="connsiteY15284" fmla="*/ 3726450 h 5274332"/>
              <a:gd name="connsiteX15285" fmla="*/ 2073455 w 4641785"/>
              <a:gd name="connsiteY15285" fmla="*/ 3733426 h 5274332"/>
              <a:gd name="connsiteX15286" fmla="*/ 2069734 w 4641785"/>
              <a:gd name="connsiteY15286" fmla="*/ 3739938 h 5274332"/>
              <a:gd name="connsiteX15287" fmla="*/ 2067408 w 4641785"/>
              <a:gd name="connsiteY15287" fmla="*/ 3745519 h 5274332"/>
              <a:gd name="connsiteX15288" fmla="*/ 2066943 w 4641785"/>
              <a:gd name="connsiteY15288" fmla="*/ 3750170 h 5274332"/>
              <a:gd name="connsiteX15289" fmla="*/ 2065083 w 4641785"/>
              <a:gd name="connsiteY15289" fmla="*/ 3757612 h 5274332"/>
              <a:gd name="connsiteX15290" fmla="*/ 2057176 w 4641785"/>
              <a:gd name="connsiteY15290" fmla="*/ 3771565 h 5274332"/>
              <a:gd name="connsiteX15291" fmla="*/ 2058106 w 4641785"/>
              <a:gd name="connsiteY15291" fmla="*/ 3779007 h 5274332"/>
              <a:gd name="connsiteX15292" fmla="*/ 2049269 w 4641785"/>
              <a:gd name="connsiteY15292" fmla="*/ 3785984 h 5274332"/>
              <a:gd name="connsiteX15293" fmla="*/ 2038106 w 4641785"/>
              <a:gd name="connsiteY15293" fmla="*/ 3798076 h 5274332"/>
              <a:gd name="connsiteX15294" fmla="*/ 2034850 w 4641785"/>
              <a:gd name="connsiteY15294" fmla="*/ 3802727 h 5274332"/>
              <a:gd name="connsiteX15295" fmla="*/ 2034386 w 4641785"/>
              <a:gd name="connsiteY15295" fmla="*/ 3806913 h 5274332"/>
              <a:gd name="connsiteX15296" fmla="*/ 2035781 w 4641785"/>
              <a:gd name="connsiteY15296" fmla="*/ 3810634 h 5274332"/>
              <a:gd name="connsiteX15297" fmla="*/ 2034850 w 4641785"/>
              <a:gd name="connsiteY15297" fmla="*/ 3815751 h 5274332"/>
              <a:gd name="connsiteX15298" fmla="*/ 2025084 w 4641785"/>
              <a:gd name="connsiteY15298" fmla="*/ 3820867 h 5274332"/>
              <a:gd name="connsiteX15299" fmla="*/ 2024153 w 4641785"/>
              <a:gd name="connsiteY15299" fmla="*/ 3819937 h 5274332"/>
              <a:gd name="connsiteX15300" fmla="*/ 2019037 w 4641785"/>
              <a:gd name="connsiteY15300" fmla="*/ 3821332 h 5274332"/>
              <a:gd name="connsiteX15301" fmla="*/ 2009270 w 4641785"/>
              <a:gd name="connsiteY15301" fmla="*/ 3822727 h 5274332"/>
              <a:gd name="connsiteX15302" fmla="*/ 2006944 w 4641785"/>
              <a:gd name="connsiteY15302" fmla="*/ 3821797 h 5274332"/>
              <a:gd name="connsiteX15303" fmla="*/ 2003688 w 4641785"/>
              <a:gd name="connsiteY15303" fmla="*/ 3816681 h 5274332"/>
              <a:gd name="connsiteX15304" fmla="*/ 2005084 w 4641785"/>
              <a:gd name="connsiteY15304" fmla="*/ 3813890 h 5274332"/>
              <a:gd name="connsiteX15305" fmla="*/ 2002293 w 4641785"/>
              <a:gd name="connsiteY15305" fmla="*/ 3805983 h 5274332"/>
              <a:gd name="connsiteX15306" fmla="*/ 2005084 w 4641785"/>
              <a:gd name="connsiteY15306" fmla="*/ 3805053 h 5274332"/>
              <a:gd name="connsiteX15307" fmla="*/ 2005084 w 4641785"/>
              <a:gd name="connsiteY15307" fmla="*/ 3802262 h 5274332"/>
              <a:gd name="connsiteX15308" fmla="*/ 2000897 w 4641785"/>
              <a:gd name="connsiteY15308" fmla="*/ 3797611 h 5274332"/>
              <a:gd name="connsiteX15309" fmla="*/ 1989270 w 4641785"/>
              <a:gd name="connsiteY15309" fmla="*/ 3794355 h 5274332"/>
              <a:gd name="connsiteX15310" fmla="*/ 1978572 w 4641785"/>
              <a:gd name="connsiteY15310" fmla="*/ 3794820 h 5274332"/>
              <a:gd name="connsiteX15311" fmla="*/ 1966014 w 4641785"/>
              <a:gd name="connsiteY15311" fmla="*/ 3797611 h 5274332"/>
              <a:gd name="connsiteX15312" fmla="*/ 1957178 w 4641785"/>
              <a:gd name="connsiteY15312" fmla="*/ 3800867 h 5274332"/>
              <a:gd name="connsiteX15313" fmla="*/ 1948341 w 4641785"/>
              <a:gd name="connsiteY15313" fmla="*/ 3805053 h 5274332"/>
              <a:gd name="connsiteX15314" fmla="*/ 1941364 w 4641785"/>
              <a:gd name="connsiteY15314" fmla="*/ 3808774 h 5274332"/>
              <a:gd name="connsiteX15315" fmla="*/ 1930201 w 4641785"/>
              <a:gd name="connsiteY15315" fmla="*/ 3816215 h 5274332"/>
              <a:gd name="connsiteX15316" fmla="*/ 1925550 w 4641785"/>
              <a:gd name="connsiteY15316" fmla="*/ 3820402 h 5274332"/>
              <a:gd name="connsiteX15317" fmla="*/ 1919039 w 4641785"/>
              <a:gd name="connsiteY15317" fmla="*/ 3828308 h 5274332"/>
              <a:gd name="connsiteX15318" fmla="*/ 1913922 w 4641785"/>
              <a:gd name="connsiteY15318" fmla="*/ 3840401 h 5274332"/>
              <a:gd name="connsiteX15319" fmla="*/ 1912062 w 4641785"/>
              <a:gd name="connsiteY15319" fmla="*/ 3848308 h 5274332"/>
              <a:gd name="connsiteX15320" fmla="*/ 1907876 w 4641785"/>
              <a:gd name="connsiteY15320" fmla="*/ 3862726 h 5274332"/>
              <a:gd name="connsiteX15321" fmla="*/ 1897178 w 4641785"/>
              <a:gd name="connsiteY15321" fmla="*/ 3876214 h 5274332"/>
              <a:gd name="connsiteX15322" fmla="*/ 1893457 w 4641785"/>
              <a:gd name="connsiteY15322" fmla="*/ 3882261 h 5274332"/>
              <a:gd name="connsiteX15323" fmla="*/ 1891597 w 4641785"/>
              <a:gd name="connsiteY15323" fmla="*/ 3887843 h 5274332"/>
              <a:gd name="connsiteX15324" fmla="*/ 1889271 w 4641785"/>
              <a:gd name="connsiteY15324" fmla="*/ 3896214 h 5274332"/>
              <a:gd name="connsiteX15325" fmla="*/ 1890201 w 4641785"/>
              <a:gd name="connsiteY15325" fmla="*/ 3903191 h 5274332"/>
              <a:gd name="connsiteX15326" fmla="*/ 1889271 w 4641785"/>
              <a:gd name="connsiteY15326" fmla="*/ 3907377 h 5274332"/>
              <a:gd name="connsiteX15327" fmla="*/ 1886481 w 4641785"/>
              <a:gd name="connsiteY15327" fmla="*/ 3913423 h 5274332"/>
              <a:gd name="connsiteX15328" fmla="*/ 1883690 w 4641785"/>
              <a:gd name="connsiteY15328" fmla="*/ 3924586 h 5274332"/>
              <a:gd name="connsiteX15329" fmla="*/ 1884620 w 4641785"/>
              <a:gd name="connsiteY15329" fmla="*/ 3939469 h 5274332"/>
              <a:gd name="connsiteX15330" fmla="*/ 1886946 w 4641785"/>
              <a:gd name="connsiteY15330" fmla="*/ 3951562 h 5274332"/>
              <a:gd name="connsiteX15331" fmla="*/ 1889271 w 4641785"/>
              <a:gd name="connsiteY15331" fmla="*/ 3958074 h 5274332"/>
              <a:gd name="connsiteX15332" fmla="*/ 1889737 w 4641785"/>
              <a:gd name="connsiteY15332" fmla="*/ 3968772 h 5274332"/>
              <a:gd name="connsiteX15333" fmla="*/ 1892527 w 4641785"/>
              <a:gd name="connsiteY15333" fmla="*/ 3977609 h 5274332"/>
              <a:gd name="connsiteX15334" fmla="*/ 1893923 w 4641785"/>
              <a:gd name="connsiteY15334" fmla="*/ 3981330 h 5274332"/>
              <a:gd name="connsiteX15335" fmla="*/ 1898574 w 4641785"/>
              <a:gd name="connsiteY15335" fmla="*/ 3987842 h 5274332"/>
              <a:gd name="connsiteX15336" fmla="*/ 1902759 w 4641785"/>
              <a:gd name="connsiteY15336" fmla="*/ 4001330 h 5274332"/>
              <a:gd name="connsiteX15337" fmla="*/ 1903690 w 4641785"/>
              <a:gd name="connsiteY15337" fmla="*/ 4003655 h 5274332"/>
              <a:gd name="connsiteX15338" fmla="*/ 1907411 w 4641785"/>
              <a:gd name="connsiteY15338" fmla="*/ 4005981 h 5274332"/>
              <a:gd name="connsiteX15339" fmla="*/ 1904620 w 4641785"/>
              <a:gd name="connsiteY15339" fmla="*/ 4019469 h 5274332"/>
              <a:gd name="connsiteX15340" fmla="*/ 1903225 w 4641785"/>
              <a:gd name="connsiteY15340" fmla="*/ 4044584 h 5274332"/>
              <a:gd name="connsiteX15341" fmla="*/ 1898574 w 4641785"/>
              <a:gd name="connsiteY15341" fmla="*/ 4056677 h 5274332"/>
              <a:gd name="connsiteX15342" fmla="*/ 1896713 w 4641785"/>
              <a:gd name="connsiteY15342" fmla="*/ 4068770 h 5274332"/>
              <a:gd name="connsiteX15343" fmla="*/ 1896249 w 4641785"/>
              <a:gd name="connsiteY15343" fmla="*/ 4077607 h 5274332"/>
              <a:gd name="connsiteX15344" fmla="*/ 1897178 w 4641785"/>
              <a:gd name="connsiteY15344" fmla="*/ 4086909 h 5274332"/>
              <a:gd name="connsiteX15345" fmla="*/ 1899504 w 4641785"/>
              <a:gd name="connsiteY15345" fmla="*/ 4099002 h 5274332"/>
              <a:gd name="connsiteX15346" fmla="*/ 1903225 w 4641785"/>
              <a:gd name="connsiteY15346" fmla="*/ 4105978 h 5274332"/>
              <a:gd name="connsiteX15347" fmla="*/ 1908341 w 4641785"/>
              <a:gd name="connsiteY15347" fmla="*/ 4118072 h 5274332"/>
              <a:gd name="connsiteX15348" fmla="*/ 1911132 w 4641785"/>
              <a:gd name="connsiteY15348" fmla="*/ 4123653 h 5274332"/>
              <a:gd name="connsiteX15349" fmla="*/ 1913457 w 4641785"/>
              <a:gd name="connsiteY15349" fmla="*/ 4131094 h 5274332"/>
              <a:gd name="connsiteX15350" fmla="*/ 1914852 w 4641785"/>
              <a:gd name="connsiteY15350" fmla="*/ 4132955 h 5274332"/>
              <a:gd name="connsiteX15351" fmla="*/ 1916247 w 4641785"/>
              <a:gd name="connsiteY15351" fmla="*/ 4139001 h 5274332"/>
              <a:gd name="connsiteX15352" fmla="*/ 1913457 w 4641785"/>
              <a:gd name="connsiteY15352" fmla="*/ 4150164 h 5274332"/>
              <a:gd name="connsiteX15353" fmla="*/ 1912992 w 4641785"/>
              <a:gd name="connsiteY15353" fmla="*/ 4157606 h 5274332"/>
              <a:gd name="connsiteX15354" fmla="*/ 1914852 w 4641785"/>
              <a:gd name="connsiteY15354" fmla="*/ 4166443 h 5274332"/>
              <a:gd name="connsiteX15355" fmla="*/ 1919039 w 4641785"/>
              <a:gd name="connsiteY15355" fmla="*/ 4175745 h 5274332"/>
              <a:gd name="connsiteX15356" fmla="*/ 1924154 w 4641785"/>
              <a:gd name="connsiteY15356" fmla="*/ 4189698 h 5274332"/>
              <a:gd name="connsiteX15357" fmla="*/ 1926015 w 4641785"/>
              <a:gd name="connsiteY15357" fmla="*/ 4194349 h 5274332"/>
              <a:gd name="connsiteX15358" fmla="*/ 1922759 w 4641785"/>
              <a:gd name="connsiteY15358" fmla="*/ 4193884 h 5274332"/>
              <a:gd name="connsiteX15359" fmla="*/ 1920899 w 4641785"/>
              <a:gd name="connsiteY15359" fmla="*/ 4185047 h 5274332"/>
              <a:gd name="connsiteX15360" fmla="*/ 1919503 w 4641785"/>
              <a:gd name="connsiteY15360" fmla="*/ 4182721 h 5274332"/>
              <a:gd name="connsiteX15361" fmla="*/ 1918108 w 4641785"/>
              <a:gd name="connsiteY15361" fmla="*/ 4175280 h 5274332"/>
              <a:gd name="connsiteX15362" fmla="*/ 1912062 w 4641785"/>
              <a:gd name="connsiteY15362" fmla="*/ 4167373 h 5274332"/>
              <a:gd name="connsiteX15363" fmla="*/ 1910666 w 4641785"/>
              <a:gd name="connsiteY15363" fmla="*/ 4165048 h 5274332"/>
              <a:gd name="connsiteX15364" fmla="*/ 1906481 w 4641785"/>
              <a:gd name="connsiteY15364" fmla="*/ 4162257 h 5274332"/>
              <a:gd name="connsiteX15365" fmla="*/ 1906015 w 4641785"/>
              <a:gd name="connsiteY15365" fmla="*/ 4157606 h 5274332"/>
              <a:gd name="connsiteX15366" fmla="*/ 1900434 w 4641785"/>
              <a:gd name="connsiteY15366" fmla="*/ 4152025 h 5274332"/>
              <a:gd name="connsiteX15367" fmla="*/ 1898574 w 4641785"/>
              <a:gd name="connsiteY15367" fmla="*/ 4153420 h 5274332"/>
              <a:gd name="connsiteX15368" fmla="*/ 1899504 w 4641785"/>
              <a:gd name="connsiteY15368" fmla="*/ 4158536 h 5274332"/>
              <a:gd name="connsiteX15369" fmla="*/ 1898108 w 4641785"/>
              <a:gd name="connsiteY15369" fmla="*/ 4166908 h 5274332"/>
              <a:gd name="connsiteX15370" fmla="*/ 1896249 w 4641785"/>
              <a:gd name="connsiteY15370" fmla="*/ 4166908 h 5274332"/>
              <a:gd name="connsiteX15371" fmla="*/ 1891597 w 4641785"/>
              <a:gd name="connsiteY15371" fmla="*/ 4160396 h 5274332"/>
              <a:gd name="connsiteX15372" fmla="*/ 1887411 w 4641785"/>
              <a:gd name="connsiteY15372" fmla="*/ 4163187 h 5274332"/>
              <a:gd name="connsiteX15373" fmla="*/ 1887411 w 4641785"/>
              <a:gd name="connsiteY15373" fmla="*/ 4167373 h 5274332"/>
              <a:gd name="connsiteX15374" fmla="*/ 1884620 w 4641785"/>
              <a:gd name="connsiteY15374" fmla="*/ 4171559 h 5274332"/>
              <a:gd name="connsiteX15375" fmla="*/ 1887876 w 4641785"/>
              <a:gd name="connsiteY15375" fmla="*/ 4175745 h 5274332"/>
              <a:gd name="connsiteX15376" fmla="*/ 1889737 w 4641785"/>
              <a:gd name="connsiteY15376" fmla="*/ 4176675 h 5274332"/>
              <a:gd name="connsiteX15377" fmla="*/ 1893457 w 4641785"/>
              <a:gd name="connsiteY15377" fmla="*/ 4182257 h 5274332"/>
              <a:gd name="connsiteX15378" fmla="*/ 1898108 w 4641785"/>
              <a:gd name="connsiteY15378" fmla="*/ 4183187 h 5274332"/>
              <a:gd name="connsiteX15379" fmla="*/ 1901830 w 4641785"/>
              <a:gd name="connsiteY15379" fmla="*/ 4186908 h 5274332"/>
              <a:gd name="connsiteX15380" fmla="*/ 1904155 w 4641785"/>
              <a:gd name="connsiteY15380" fmla="*/ 4185977 h 5274332"/>
              <a:gd name="connsiteX15381" fmla="*/ 1913922 w 4641785"/>
              <a:gd name="connsiteY15381" fmla="*/ 4187838 h 5274332"/>
              <a:gd name="connsiteX15382" fmla="*/ 1917643 w 4641785"/>
              <a:gd name="connsiteY15382" fmla="*/ 4189698 h 5274332"/>
              <a:gd name="connsiteX15383" fmla="*/ 1919503 w 4641785"/>
              <a:gd name="connsiteY15383" fmla="*/ 4194349 h 5274332"/>
              <a:gd name="connsiteX15384" fmla="*/ 1923224 w 4641785"/>
              <a:gd name="connsiteY15384" fmla="*/ 4197140 h 5274332"/>
              <a:gd name="connsiteX15385" fmla="*/ 1926015 w 4641785"/>
              <a:gd name="connsiteY15385" fmla="*/ 4197140 h 5274332"/>
              <a:gd name="connsiteX15386" fmla="*/ 1926480 w 4641785"/>
              <a:gd name="connsiteY15386" fmla="*/ 4205977 h 5274332"/>
              <a:gd name="connsiteX15387" fmla="*/ 1919969 w 4641785"/>
              <a:gd name="connsiteY15387" fmla="*/ 4203186 h 5274332"/>
              <a:gd name="connsiteX15388" fmla="*/ 1919671 w 4641785"/>
              <a:gd name="connsiteY15388" fmla="*/ 4201995 h 5274332"/>
              <a:gd name="connsiteX15389" fmla="*/ 1919969 w 4641785"/>
              <a:gd name="connsiteY15389" fmla="*/ 4203187 h 5274332"/>
              <a:gd name="connsiteX15390" fmla="*/ 1926481 w 4641785"/>
              <a:gd name="connsiteY15390" fmla="*/ 4205977 h 5274332"/>
              <a:gd name="connsiteX15391" fmla="*/ 1926015 w 4641785"/>
              <a:gd name="connsiteY15391" fmla="*/ 4197140 h 5274332"/>
              <a:gd name="connsiteX15392" fmla="*/ 1928341 w 4641785"/>
              <a:gd name="connsiteY15392" fmla="*/ 4196675 h 5274332"/>
              <a:gd name="connsiteX15393" fmla="*/ 1928341 w 4641785"/>
              <a:gd name="connsiteY15393" fmla="*/ 4201326 h 5274332"/>
              <a:gd name="connsiteX15394" fmla="*/ 1931132 w 4641785"/>
              <a:gd name="connsiteY15394" fmla="*/ 4213420 h 5274332"/>
              <a:gd name="connsiteX15395" fmla="*/ 1931132 w 4641785"/>
              <a:gd name="connsiteY15395" fmla="*/ 4218535 h 5274332"/>
              <a:gd name="connsiteX15396" fmla="*/ 1929736 w 4641785"/>
              <a:gd name="connsiteY15396" fmla="*/ 4225512 h 5274332"/>
              <a:gd name="connsiteX15397" fmla="*/ 1925551 w 4641785"/>
              <a:gd name="connsiteY15397" fmla="*/ 4240396 h 5274332"/>
              <a:gd name="connsiteX15398" fmla="*/ 1923690 w 4641785"/>
              <a:gd name="connsiteY15398" fmla="*/ 4243652 h 5274332"/>
              <a:gd name="connsiteX15399" fmla="*/ 1924620 w 4641785"/>
              <a:gd name="connsiteY15399" fmla="*/ 4251558 h 5274332"/>
              <a:gd name="connsiteX15400" fmla="*/ 1920900 w 4641785"/>
              <a:gd name="connsiteY15400" fmla="*/ 4257605 h 5274332"/>
              <a:gd name="connsiteX15401" fmla="*/ 1920434 w 4641785"/>
              <a:gd name="connsiteY15401" fmla="*/ 4262721 h 5274332"/>
              <a:gd name="connsiteX15402" fmla="*/ 1917178 w 4641785"/>
              <a:gd name="connsiteY15402" fmla="*/ 4277605 h 5274332"/>
              <a:gd name="connsiteX15403" fmla="*/ 1915783 w 4641785"/>
              <a:gd name="connsiteY15403" fmla="*/ 4289697 h 5274332"/>
              <a:gd name="connsiteX15404" fmla="*/ 1915318 w 4641785"/>
              <a:gd name="connsiteY15404" fmla="*/ 4298534 h 5274332"/>
              <a:gd name="connsiteX15405" fmla="*/ 1916713 w 4641785"/>
              <a:gd name="connsiteY15405" fmla="*/ 4302720 h 5274332"/>
              <a:gd name="connsiteX15406" fmla="*/ 1909737 w 4641785"/>
              <a:gd name="connsiteY15406" fmla="*/ 4322255 h 5274332"/>
              <a:gd name="connsiteX15407" fmla="*/ 1907876 w 4641785"/>
              <a:gd name="connsiteY15407" fmla="*/ 4329697 h 5274332"/>
              <a:gd name="connsiteX15408" fmla="*/ 1902295 w 4641785"/>
              <a:gd name="connsiteY15408" fmla="*/ 4344115 h 5274332"/>
              <a:gd name="connsiteX15409" fmla="*/ 1901364 w 4641785"/>
              <a:gd name="connsiteY15409" fmla="*/ 4352952 h 5274332"/>
              <a:gd name="connsiteX15410" fmla="*/ 1899969 w 4641785"/>
              <a:gd name="connsiteY15410" fmla="*/ 4355277 h 5274332"/>
              <a:gd name="connsiteX15411" fmla="*/ 1894853 w 4641785"/>
              <a:gd name="connsiteY15411" fmla="*/ 4363650 h 5274332"/>
              <a:gd name="connsiteX15412" fmla="*/ 1887411 w 4641785"/>
              <a:gd name="connsiteY15412" fmla="*/ 4372021 h 5274332"/>
              <a:gd name="connsiteX15413" fmla="*/ 1883225 w 4641785"/>
              <a:gd name="connsiteY15413" fmla="*/ 4370161 h 5274332"/>
              <a:gd name="connsiteX15414" fmla="*/ 1882295 w 4641785"/>
              <a:gd name="connsiteY15414" fmla="*/ 4372021 h 5274332"/>
              <a:gd name="connsiteX15415" fmla="*/ 1884621 w 4641785"/>
              <a:gd name="connsiteY15415" fmla="*/ 4374812 h 5274332"/>
              <a:gd name="connsiteX15416" fmla="*/ 1879040 w 4641785"/>
              <a:gd name="connsiteY15416" fmla="*/ 4385045 h 5274332"/>
              <a:gd name="connsiteX15417" fmla="*/ 1878109 w 4641785"/>
              <a:gd name="connsiteY15417" fmla="*/ 4386905 h 5274332"/>
              <a:gd name="connsiteX15418" fmla="*/ 1873923 w 4641785"/>
              <a:gd name="connsiteY15418" fmla="*/ 4388765 h 5274332"/>
              <a:gd name="connsiteX15419" fmla="*/ 1874388 w 4641785"/>
              <a:gd name="connsiteY15419" fmla="*/ 4392952 h 5274332"/>
              <a:gd name="connsiteX15420" fmla="*/ 1865086 w 4641785"/>
              <a:gd name="connsiteY15420" fmla="*/ 4406905 h 5274332"/>
              <a:gd name="connsiteX15421" fmla="*/ 1857645 w 4641785"/>
              <a:gd name="connsiteY15421" fmla="*/ 4418998 h 5274332"/>
              <a:gd name="connsiteX15422" fmla="*/ 1852064 w 4641785"/>
              <a:gd name="connsiteY15422" fmla="*/ 4432951 h 5274332"/>
              <a:gd name="connsiteX15423" fmla="*/ 1850203 w 4641785"/>
              <a:gd name="connsiteY15423" fmla="*/ 4438998 h 5274332"/>
              <a:gd name="connsiteX15424" fmla="*/ 1850202 w 4641785"/>
              <a:gd name="connsiteY15424" fmla="*/ 4438998 h 5274332"/>
              <a:gd name="connsiteX15425" fmla="*/ 1848342 w 4641785"/>
              <a:gd name="connsiteY15425" fmla="*/ 4448765 h 5274332"/>
              <a:gd name="connsiteX15426" fmla="*/ 1844621 w 4641785"/>
              <a:gd name="connsiteY15426" fmla="*/ 4460392 h 5274332"/>
              <a:gd name="connsiteX15427" fmla="*/ 1843401 w 4641785"/>
              <a:gd name="connsiteY15427" fmla="*/ 4457952 h 5274332"/>
              <a:gd name="connsiteX15428" fmla="*/ 1844621 w 4641785"/>
              <a:gd name="connsiteY15428" fmla="*/ 4460393 h 5274332"/>
              <a:gd name="connsiteX15429" fmla="*/ 1843226 w 4641785"/>
              <a:gd name="connsiteY15429" fmla="*/ 4467369 h 5274332"/>
              <a:gd name="connsiteX15430" fmla="*/ 1840901 w 4641785"/>
              <a:gd name="connsiteY15430" fmla="*/ 4476671 h 5274332"/>
              <a:gd name="connsiteX15431" fmla="*/ 1838110 w 4641785"/>
              <a:gd name="connsiteY15431" fmla="*/ 4491090 h 5274332"/>
              <a:gd name="connsiteX15432" fmla="*/ 1837645 w 4641785"/>
              <a:gd name="connsiteY15432" fmla="*/ 4497136 h 5274332"/>
              <a:gd name="connsiteX15433" fmla="*/ 1838110 w 4641785"/>
              <a:gd name="connsiteY15433" fmla="*/ 4504578 h 5274332"/>
              <a:gd name="connsiteX15434" fmla="*/ 1842296 w 4641785"/>
              <a:gd name="connsiteY15434" fmla="*/ 4514345 h 5274332"/>
              <a:gd name="connsiteX15435" fmla="*/ 1844157 w 4641785"/>
              <a:gd name="connsiteY15435" fmla="*/ 4516670 h 5274332"/>
              <a:gd name="connsiteX15436" fmla="*/ 1846482 w 4641785"/>
              <a:gd name="connsiteY15436" fmla="*/ 4524112 h 5274332"/>
              <a:gd name="connsiteX15437" fmla="*/ 1849272 w 4641785"/>
              <a:gd name="connsiteY15437" fmla="*/ 4534345 h 5274332"/>
              <a:gd name="connsiteX15438" fmla="*/ 1850668 w 4641785"/>
              <a:gd name="connsiteY15438" fmla="*/ 4534345 h 5274332"/>
              <a:gd name="connsiteX15439" fmla="*/ 1850668 w 4641785"/>
              <a:gd name="connsiteY15439" fmla="*/ 4545507 h 5274332"/>
              <a:gd name="connsiteX15440" fmla="*/ 1852064 w 4641785"/>
              <a:gd name="connsiteY15440" fmla="*/ 4553879 h 5274332"/>
              <a:gd name="connsiteX15441" fmla="*/ 1853923 w 4641785"/>
              <a:gd name="connsiteY15441" fmla="*/ 4568763 h 5274332"/>
              <a:gd name="connsiteX15442" fmla="*/ 1852993 w 4641785"/>
              <a:gd name="connsiteY15442" fmla="*/ 4595274 h 5274332"/>
              <a:gd name="connsiteX15443" fmla="*/ 1852528 w 4641785"/>
              <a:gd name="connsiteY15443" fmla="*/ 4595739 h 5274332"/>
              <a:gd name="connsiteX15444" fmla="*/ 1852993 w 4641785"/>
              <a:gd name="connsiteY15444" fmla="*/ 4596669 h 5274332"/>
              <a:gd name="connsiteX15445" fmla="*/ 1852528 w 4641785"/>
              <a:gd name="connsiteY15445" fmla="*/ 4618994 h 5274332"/>
              <a:gd name="connsiteX15446" fmla="*/ 1852528 w 4641785"/>
              <a:gd name="connsiteY15446" fmla="*/ 4621785 h 5274332"/>
              <a:gd name="connsiteX15447" fmla="*/ 1850203 w 4641785"/>
              <a:gd name="connsiteY15447" fmla="*/ 4622250 h 5274332"/>
              <a:gd name="connsiteX15448" fmla="*/ 1852528 w 4641785"/>
              <a:gd name="connsiteY15448" fmla="*/ 4621785 h 5274332"/>
              <a:gd name="connsiteX15449" fmla="*/ 1852528 w 4641785"/>
              <a:gd name="connsiteY15449" fmla="*/ 4630157 h 5274332"/>
              <a:gd name="connsiteX15450" fmla="*/ 1853459 w 4641785"/>
              <a:gd name="connsiteY15450" fmla="*/ 4658529 h 5274332"/>
              <a:gd name="connsiteX15451" fmla="*/ 1853923 w 4641785"/>
              <a:gd name="connsiteY15451" fmla="*/ 4664110 h 5274332"/>
              <a:gd name="connsiteX15452" fmla="*/ 1854854 w 4641785"/>
              <a:gd name="connsiteY15452" fmla="*/ 4685970 h 5274332"/>
              <a:gd name="connsiteX15453" fmla="*/ 1855784 w 4641785"/>
              <a:gd name="connsiteY15453" fmla="*/ 4693877 h 5274332"/>
              <a:gd name="connsiteX15454" fmla="*/ 1857645 w 4641785"/>
              <a:gd name="connsiteY15454" fmla="*/ 4703644 h 5274332"/>
              <a:gd name="connsiteX15455" fmla="*/ 1854854 w 4641785"/>
              <a:gd name="connsiteY15455" fmla="*/ 4706900 h 5274332"/>
              <a:gd name="connsiteX15456" fmla="*/ 1850203 w 4641785"/>
              <a:gd name="connsiteY15456" fmla="*/ 4708761 h 5274332"/>
              <a:gd name="connsiteX15457" fmla="*/ 1843691 w 4641785"/>
              <a:gd name="connsiteY15457" fmla="*/ 4709226 h 5274332"/>
              <a:gd name="connsiteX15458" fmla="*/ 1835319 w 4641785"/>
              <a:gd name="connsiteY15458" fmla="*/ 4708761 h 5274332"/>
              <a:gd name="connsiteX15459" fmla="*/ 1838575 w 4641785"/>
              <a:gd name="connsiteY15459" fmla="*/ 4704575 h 5274332"/>
              <a:gd name="connsiteX15460" fmla="*/ 1838110 w 4641785"/>
              <a:gd name="connsiteY15460" fmla="*/ 4702714 h 5274332"/>
              <a:gd name="connsiteX15461" fmla="*/ 1833459 w 4641785"/>
              <a:gd name="connsiteY15461" fmla="*/ 4703180 h 5274332"/>
              <a:gd name="connsiteX15462" fmla="*/ 1832063 w 4641785"/>
              <a:gd name="connsiteY15462" fmla="*/ 4701784 h 5274332"/>
              <a:gd name="connsiteX15463" fmla="*/ 1826482 w 4641785"/>
              <a:gd name="connsiteY15463" fmla="*/ 4700854 h 5274332"/>
              <a:gd name="connsiteX15464" fmla="*/ 1819970 w 4641785"/>
              <a:gd name="connsiteY15464" fmla="*/ 4701319 h 5274332"/>
              <a:gd name="connsiteX15465" fmla="*/ 1817180 w 4641785"/>
              <a:gd name="connsiteY15465" fmla="*/ 4697598 h 5274332"/>
              <a:gd name="connsiteX15466" fmla="*/ 1814855 w 4641785"/>
              <a:gd name="connsiteY15466" fmla="*/ 4701784 h 5274332"/>
              <a:gd name="connsiteX15467" fmla="*/ 1809738 w 4641785"/>
              <a:gd name="connsiteY15467" fmla="*/ 4704109 h 5274332"/>
              <a:gd name="connsiteX15468" fmla="*/ 1823226 w 4641785"/>
              <a:gd name="connsiteY15468" fmla="*/ 4706435 h 5274332"/>
              <a:gd name="connsiteX15469" fmla="*/ 1826017 w 4641785"/>
              <a:gd name="connsiteY15469" fmla="*/ 4706435 h 5274332"/>
              <a:gd name="connsiteX15470" fmla="*/ 1832994 w 4641785"/>
              <a:gd name="connsiteY15470" fmla="*/ 4707831 h 5274332"/>
              <a:gd name="connsiteX15471" fmla="*/ 1832994 w 4641785"/>
              <a:gd name="connsiteY15471" fmla="*/ 4708761 h 5274332"/>
              <a:gd name="connsiteX15472" fmla="*/ 1800901 w 4641785"/>
              <a:gd name="connsiteY15472" fmla="*/ 4703644 h 5274332"/>
              <a:gd name="connsiteX15473" fmla="*/ 1804622 w 4641785"/>
              <a:gd name="connsiteY15473" fmla="*/ 4702249 h 5274332"/>
              <a:gd name="connsiteX15474" fmla="*/ 1806482 w 4641785"/>
              <a:gd name="connsiteY15474" fmla="*/ 4699458 h 5274332"/>
              <a:gd name="connsiteX15475" fmla="*/ 1810668 w 4641785"/>
              <a:gd name="connsiteY15475" fmla="*/ 4700388 h 5274332"/>
              <a:gd name="connsiteX15476" fmla="*/ 1811134 w 4641785"/>
              <a:gd name="connsiteY15476" fmla="*/ 4698063 h 5274332"/>
              <a:gd name="connsiteX15477" fmla="*/ 1804157 w 4641785"/>
              <a:gd name="connsiteY15477" fmla="*/ 4697133 h 5274332"/>
              <a:gd name="connsiteX15478" fmla="*/ 1803692 w 4641785"/>
              <a:gd name="connsiteY15478" fmla="*/ 4700854 h 5274332"/>
              <a:gd name="connsiteX15479" fmla="*/ 1798575 w 4641785"/>
              <a:gd name="connsiteY15479" fmla="*/ 4703180 h 5274332"/>
              <a:gd name="connsiteX15480" fmla="*/ 1780436 w 4641785"/>
              <a:gd name="connsiteY15480" fmla="*/ 4701784 h 5274332"/>
              <a:gd name="connsiteX15481" fmla="*/ 1778111 w 4641785"/>
              <a:gd name="connsiteY15481" fmla="*/ 4702249 h 5274332"/>
              <a:gd name="connsiteX15482" fmla="*/ 1776251 w 4641785"/>
              <a:gd name="connsiteY15482" fmla="*/ 4705505 h 5274332"/>
              <a:gd name="connsiteX15483" fmla="*/ 1770204 w 4641785"/>
              <a:gd name="connsiteY15483" fmla="*/ 4706900 h 5274332"/>
              <a:gd name="connsiteX15484" fmla="*/ 1762763 w 4641785"/>
              <a:gd name="connsiteY15484" fmla="*/ 4712016 h 5274332"/>
              <a:gd name="connsiteX15485" fmla="*/ 1759971 w 4641785"/>
              <a:gd name="connsiteY15485" fmla="*/ 4715738 h 5274332"/>
              <a:gd name="connsiteX15486" fmla="*/ 1761832 w 4641785"/>
              <a:gd name="connsiteY15486" fmla="*/ 4718528 h 5274332"/>
              <a:gd name="connsiteX15487" fmla="*/ 1755786 w 4641785"/>
              <a:gd name="connsiteY15487" fmla="*/ 4724109 h 5274332"/>
              <a:gd name="connsiteX15488" fmla="*/ 1755320 w 4641785"/>
              <a:gd name="connsiteY15488" fmla="*/ 4728295 h 5274332"/>
              <a:gd name="connsiteX15489" fmla="*/ 1753925 w 4641785"/>
              <a:gd name="connsiteY15489" fmla="*/ 4728760 h 5274332"/>
              <a:gd name="connsiteX15490" fmla="*/ 1754390 w 4641785"/>
              <a:gd name="connsiteY15490" fmla="*/ 4732946 h 5274332"/>
              <a:gd name="connsiteX15491" fmla="*/ 1753460 w 4641785"/>
              <a:gd name="connsiteY15491" fmla="*/ 4737133 h 5274332"/>
              <a:gd name="connsiteX15492" fmla="*/ 1754856 w 4641785"/>
              <a:gd name="connsiteY15492" fmla="*/ 4741318 h 5274332"/>
              <a:gd name="connsiteX15493" fmla="*/ 1757181 w 4641785"/>
              <a:gd name="connsiteY15493" fmla="*/ 4742248 h 5274332"/>
              <a:gd name="connsiteX15494" fmla="*/ 1759041 w 4641785"/>
              <a:gd name="connsiteY15494" fmla="*/ 4746435 h 5274332"/>
              <a:gd name="connsiteX15495" fmla="*/ 1755786 w 4641785"/>
              <a:gd name="connsiteY15495" fmla="*/ 4749225 h 5274332"/>
              <a:gd name="connsiteX15496" fmla="*/ 1747879 w 4641785"/>
              <a:gd name="connsiteY15496" fmla="*/ 4758528 h 5274332"/>
              <a:gd name="connsiteX15497" fmla="*/ 1741832 w 4641785"/>
              <a:gd name="connsiteY15497" fmla="*/ 4764109 h 5274332"/>
              <a:gd name="connsiteX15498" fmla="*/ 1740902 w 4641785"/>
              <a:gd name="connsiteY15498" fmla="*/ 4767364 h 5274332"/>
              <a:gd name="connsiteX15499" fmla="*/ 1737646 w 4641785"/>
              <a:gd name="connsiteY15499" fmla="*/ 4770155 h 5274332"/>
              <a:gd name="connsiteX15500" fmla="*/ 1737181 w 4641785"/>
              <a:gd name="connsiteY15500" fmla="*/ 4774806 h 5274332"/>
              <a:gd name="connsiteX15501" fmla="*/ 1734391 w 4641785"/>
              <a:gd name="connsiteY15501" fmla="*/ 4779457 h 5274332"/>
              <a:gd name="connsiteX15502" fmla="*/ 1732065 w 4641785"/>
              <a:gd name="connsiteY15502" fmla="*/ 4780852 h 5274332"/>
              <a:gd name="connsiteX15503" fmla="*/ 1726484 w 4641785"/>
              <a:gd name="connsiteY15503" fmla="*/ 4789690 h 5274332"/>
              <a:gd name="connsiteX15504" fmla="*/ 1723693 w 4641785"/>
              <a:gd name="connsiteY15504" fmla="*/ 4791085 h 5274332"/>
              <a:gd name="connsiteX15505" fmla="*/ 1719972 w 4641785"/>
              <a:gd name="connsiteY15505" fmla="*/ 4796201 h 5274332"/>
              <a:gd name="connsiteX15506" fmla="*/ 1713926 w 4641785"/>
              <a:gd name="connsiteY15506" fmla="*/ 4803643 h 5274332"/>
              <a:gd name="connsiteX15507" fmla="*/ 1712530 w 4641785"/>
              <a:gd name="connsiteY15507" fmla="*/ 4808759 h 5274332"/>
              <a:gd name="connsiteX15508" fmla="*/ 1710205 w 4641785"/>
              <a:gd name="connsiteY15508" fmla="*/ 4813410 h 5274332"/>
              <a:gd name="connsiteX15509" fmla="*/ 1706949 w 4641785"/>
              <a:gd name="connsiteY15509" fmla="*/ 4816666 h 5274332"/>
              <a:gd name="connsiteX15510" fmla="*/ 1704159 w 4641785"/>
              <a:gd name="connsiteY15510" fmla="*/ 4827829 h 5274332"/>
              <a:gd name="connsiteX15511" fmla="*/ 1703693 w 4641785"/>
              <a:gd name="connsiteY15511" fmla="*/ 4834805 h 5274332"/>
              <a:gd name="connsiteX15512" fmla="*/ 1701368 w 4641785"/>
              <a:gd name="connsiteY15512" fmla="*/ 4835271 h 5274332"/>
              <a:gd name="connsiteX15513" fmla="*/ 1701368 w 4641785"/>
              <a:gd name="connsiteY15513" fmla="*/ 4838991 h 5274332"/>
              <a:gd name="connsiteX15514" fmla="*/ 1707879 w 4641785"/>
              <a:gd name="connsiteY15514" fmla="*/ 4848759 h 5274332"/>
              <a:gd name="connsiteX15515" fmla="*/ 1715786 w 4641785"/>
              <a:gd name="connsiteY15515" fmla="*/ 4857131 h 5274332"/>
              <a:gd name="connsiteX15516" fmla="*/ 1720903 w 4641785"/>
              <a:gd name="connsiteY15516" fmla="*/ 4861317 h 5274332"/>
              <a:gd name="connsiteX15517" fmla="*/ 1727879 w 4641785"/>
              <a:gd name="connsiteY15517" fmla="*/ 4865967 h 5274332"/>
              <a:gd name="connsiteX15518" fmla="*/ 1733925 w 4641785"/>
              <a:gd name="connsiteY15518" fmla="*/ 4867828 h 5274332"/>
              <a:gd name="connsiteX15519" fmla="*/ 1738576 w 4641785"/>
              <a:gd name="connsiteY15519" fmla="*/ 4867828 h 5274332"/>
              <a:gd name="connsiteX15520" fmla="*/ 1739972 w 4641785"/>
              <a:gd name="connsiteY15520" fmla="*/ 4870154 h 5274332"/>
              <a:gd name="connsiteX15521" fmla="*/ 1732065 w 4641785"/>
              <a:gd name="connsiteY15521" fmla="*/ 4872479 h 5274332"/>
              <a:gd name="connsiteX15522" fmla="*/ 1727414 w 4641785"/>
              <a:gd name="connsiteY15522" fmla="*/ 4872014 h 5274332"/>
              <a:gd name="connsiteX15523" fmla="*/ 1713926 w 4641785"/>
              <a:gd name="connsiteY15523" fmla="*/ 4870154 h 5274332"/>
              <a:gd name="connsiteX15524" fmla="*/ 1705089 w 4641785"/>
              <a:gd name="connsiteY15524" fmla="*/ 4871549 h 5274332"/>
              <a:gd name="connsiteX15525" fmla="*/ 1702298 w 4641785"/>
              <a:gd name="connsiteY15525" fmla="*/ 4873875 h 5274332"/>
              <a:gd name="connsiteX15526" fmla="*/ 1698577 w 4641785"/>
              <a:gd name="connsiteY15526" fmla="*/ 4872944 h 5274332"/>
              <a:gd name="connsiteX15527" fmla="*/ 1695322 w 4641785"/>
              <a:gd name="connsiteY15527" fmla="*/ 4873409 h 5274332"/>
              <a:gd name="connsiteX15528" fmla="*/ 1686484 w 4641785"/>
              <a:gd name="connsiteY15528" fmla="*/ 4876200 h 5274332"/>
              <a:gd name="connsiteX15529" fmla="*/ 1678577 w 4641785"/>
              <a:gd name="connsiteY15529" fmla="*/ 4879456 h 5274332"/>
              <a:gd name="connsiteX15530" fmla="*/ 1675322 w 4641785"/>
              <a:gd name="connsiteY15530" fmla="*/ 4879920 h 5274332"/>
              <a:gd name="connsiteX15531" fmla="*/ 1672531 w 4641785"/>
              <a:gd name="connsiteY15531" fmla="*/ 4883642 h 5274332"/>
              <a:gd name="connsiteX15532" fmla="*/ 1664624 w 4641785"/>
              <a:gd name="connsiteY15532" fmla="*/ 4882712 h 5274332"/>
              <a:gd name="connsiteX15533" fmla="*/ 1660904 w 4641785"/>
              <a:gd name="connsiteY15533" fmla="*/ 4885038 h 5274332"/>
              <a:gd name="connsiteX15534" fmla="*/ 1661833 w 4641785"/>
              <a:gd name="connsiteY15534" fmla="*/ 4889223 h 5274332"/>
              <a:gd name="connsiteX15535" fmla="*/ 1657648 w 4641785"/>
              <a:gd name="connsiteY15535" fmla="*/ 4889223 h 5274332"/>
              <a:gd name="connsiteX15536" fmla="*/ 1649741 w 4641785"/>
              <a:gd name="connsiteY15536" fmla="*/ 4892944 h 5274332"/>
              <a:gd name="connsiteX15537" fmla="*/ 1646020 w 4641785"/>
              <a:gd name="connsiteY15537" fmla="*/ 4892014 h 5274332"/>
              <a:gd name="connsiteX15538" fmla="*/ 1639509 w 4641785"/>
              <a:gd name="connsiteY15538" fmla="*/ 4892479 h 5274332"/>
              <a:gd name="connsiteX15539" fmla="*/ 1631136 w 4641785"/>
              <a:gd name="connsiteY15539" fmla="*/ 4893874 h 5274332"/>
              <a:gd name="connsiteX15540" fmla="*/ 1623695 w 4641785"/>
              <a:gd name="connsiteY15540" fmla="*/ 4896200 h 5274332"/>
              <a:gd name="connsiteX15541" fmla="*/ 1607881 w 4641785"/>
              <a:gd name="connsiteY15541" fmla="*/ 4909223 h 5274332"/>
              <a:gd name="connsiteX15542" fmla="*/ 1596253 w 4641785"/>
              <a:gd name="connsiteY15542" fmla="*/ 4916665 h 5274332"/>
              <a:gd name="connsiteX15543" fmla="*/ 1592068 w 4641785"/>
              <a:gd name="connsiteY15543" fmla="*/ 4920385 h 5274332"/>
              <a:gd name="connsiteX15544" fmla="*/ 1587881 w 4641785"/>
              <a:gd name="connsiteY15544" fmla="*/ 4927362 h 5274332"/>
              <a:gd name="connsiteX15545" fmla="*/ 1587417 w 4641785"/>
              <a:gd name="connsiteY15545" fmla="*/ 4931083 h 5274332"/>
              <a:gd name="connsiteX15546" fmla="*/ 1585091 w 4641785"/>
              <a:gd name="connsiteY15546" fmla="*/ 4933409 h 5274332"/>
              <a:gd name="connsiteX15547" fmla="*/ 1584626 w 4641785"/>
              <a:gd name="connsiteY15547" fmla="*/ 4942711 h 5274332"/>
              <a:gd name="connsiteX15548" fmla="*/ 1583695 w 4641785"/>
              <a:gd name="connsiteY15548" fmla="*/ 4945967 h 5274332"/>
              <a:gd name="connsiteX15549" fmla="*/ 1584161 w 4641785"/>
              <a:gd name="connsiteY15549" fmla="*/ 4950618 h 5274332"/>
              <a:gd name="connsiteX15550" fmla="*/ 1589277 w 4641785"/>
              <a:gd name="connsiteY15550" fmla="*/ 4951548 h 5274332"/>
              <a:gd name="connsiteX15551" fmla="*/ 1590207 w 4641785"/>
              <a:gd name="connsiteY15551" fmla="*/ 4953873 h 5274332"/>
              <a:gd name="connsiteX15552" fmla="*/ 1584161 w 4641785"/>
              <a:gd name="connsiteY15552" fmla="*/ 4956199 h 5274332"/>
              <a:gd name="connsiteX15553" fmla="*/ 1583230 w 4641785"/>
              <a:gd name="connsiteY15553" fmla="*/ 4960385 h 5274332"/>
              <a:gd name="connsiteX15554" fmla="*/ 1579975 w 4641785"/>
              <a:gd name="connsiteY15554" fmla="*/ 4964106 h 5274332"/>
              <a:gd name="connsiteX15555" fmla="*/ 1578579 w 4641785"/>
              <a:gd name="connsiteY15555" fmla="*/ 4969222 h 5274332"/>
              <a:gd name="connsiteX15556" fmla="*/ 1576254 w 4641785"/>
              <a:gd name="connsiteY15556" fmla="*/ 4969687 h 5274332"/>
              <a:gd name="connsiteX15557" fmla="*/ 1574393 w 4641785"/>
              <a:gd name="connsiteY15557" fmla="*/ 4972477 h 5274332"/>
              <a:gd name="connsiteX15558" fmla="*/ 1574393 w 4641785"/>
              <a:gd name="connsiteY15558" fmla="*/ 4976664 h 5274332"/>
              <a:gd name="connsiteX15559" fmla="*/ 1579510 w 4641785"/>
              <a:gd name="connsiteY15559" fmla="*/ 4978059 h 5274332"/>
              <a:gd name="connsiteX15560" fmla="*/ 1580439 w 4641785"/>
              <a:gd name="connsiteY15560" fmla="*/ 4980385 h 5274332"/>
              <a:gd name="connsiteX15561" fmla="*/ 1578114 w 4641785"/>
              <a:gd name="connsiteY15561" fmla="*/ 4992012 h 5274332"/>
              <a:gd name="connsiteX15562" fmla="*/ 1579044 w 4641785"/>
              <a:gd name="connsiteY15562" fmla="*/ 4994803 h 5274332"/>
              <a:gd name="connsiteX15563" fmla="*/ 1572533 w 4641785"/>
              <a:gd name="connsiteY15563" fmla="*/ 5002245 h 5274332"/>
              <a:gd name="connsiteX15564" fmla="*/ 1568812 w 4641785"/>
              <a:gd name="connsiteY15564" fmla="*/ 5007361 h 5274332"/>
              <a:gd name="connsiteX15565" fmla="*/ 1567417 w 4641785"/>
              <a:gd name="connsiteY15565" fmla="*/ 5013407 h 5274332"/>
              <a:gd name="connsiteX15566" fmla="*/ 1569277 w 4641785"/>
              <a:gd name="connsiteY15566" fmla="*/ 5015268 h 5274332"/>
              <a:gd name="connsiteX15567" fmla="*/ 1562300 w 4641785"/>
              <a:gd name="connsiteY15567" fmla="*/ 5017128 h 5274332"/>
              <a:gd name="connsiteX15568" fmla="*/ 1555324 w 4641785"/>
              <a:gd name="connsiteY15568" fmla="*/ 5020384 h 5274332"/>
              <a:gd name="connsiteX15569" fmla="*/ 1551138 w 4641785"/>
              <a:gd name="connsiteY15569" fmla="*/ 5024570 h 5274332"/>
              <a:gd name="connsiteX15570" fmla="*/ 1542766 w 4641785"/>
              <a:gd name="connsiteY15570" fmla="*/ 5028756 h 5274332"/>
              <a:gd name="connsiteX15571" fmla="*/ 1540440 w 4641785"/>
              <a:gd name="connsiteY15571" fmla="*/ 5031081 h 5274332"/>
              <a:gd name="connsiteX15572" fmla="*/ 1528813 w 4641785"/>
              <a:gd name="connsiteY15572" fmla="*/ 5035267 h 5274332"/>
              <a:gd name="connsiteX15573" fmla="*/ 1524627 w 4641785"/>
              <a:gd name="connsiteY15573" fmla="*/ 5038988 h 5274332"/>
              <a:gd name="connsiteX15574" fmla="*/ 1524162 w 4641785"/>
              <a:gd name="connsiteY15574" fmla="*/ 5041779 h 5274332"/>
              <a:gd name="connsiteX15575" fmla="*/ 1517650 w 4641785"/>
              <a:gd name="connsiteY15575" fmla="*/ 5046430 h 5274332"/>
              <a:gd name="connsiteX15576" fmla="*/ 1513464 w 4641785"/>
              <a:gd name="connsiteY15576" fmla="*/ 5048290 h 5274332"/>
              <a:gd name="connsiteX15577" fmla="*/ 1497185 w 4641785"/>
              <a:gd name="connsiteY15577" fmla="*/ 5050616 h 5274332"/>
              <a:gd name="connsiteX15578" fmla="*/ 1491139 w 4641785"/>
              <a:gd name="connsiteY15578" fmla="*/ 5052942 h 5274332"/>
              <a:gd name="connsiteX15579" fmla="*/ 1488348 w 4641785"/>
              <a:gd name="connsiteY15579" fmla="*/ 5055732 h 5274332"/>
              <a:gd name="connsiteX15580" fmla="*/ 1488348 w 4641785"/>
              <a:gd name="connsiteY15580" fmla="*/ 5060383 h 5274332"/>
              <a:gd name="connsiteX15581" fmla="*/ 1484628 w 4641785"/>
              <a:gd name="connsiteY15581" fmla="*/ 5062244 h 5274332"/>
              <a:gd name="connsiteX15582" fmla="*/ 1466953 w 4641785"/>
              <a:gd name="connsiteY15582" fmla="*/ 5058988 h 5274332"/>
              <a:gd name="connsiteX15583" fmla="*/ 1455326 w 4641785"/>
              <a:gd name="connsiteY15583" fmla="*/ 5055267 h 5274332"/>
              <a:gd name="connsiteX15584" fmla="*/ 1448349 w 4641785"/>
              <a:gd name="connsiteY15584" fmla="*/ 5054337 h 5274332"/>
              <a:gd name="connsiteX15585" fmla="*/ 1446953 w 4641785"/>
              <a:gd name="connsiteY15585" fmla="*/ 5050616 h 5274332"/>
              <a:gd name="connsiteX15586" fmla="*/ 1441372 w 4641785"/>
              <a:gd name="connsiteY15586" fmla="*/ 5047360 h 5274332"/>
              <a:gd name="connsiteX15587" fmla="*/ 1438582 w 4641785"/>
              <a:gd name="connsiteY15587" fmla="*/ 5046895 h 5274332"/>
              <a:gd name="connsiteX15588" fmla="*/ 1433931 w 4641785"/>
              <a:gd name="connsiteY15588" fmla="*/ 5042244 h 5274332"/>
              <a:gd name="connsiteX15589" fmla="*/ 1428814 w 4641785"/>
              <a:gd name="connsiteY15589" fmla="*/ 5039454 h 5274332"/>
              <a:gd name="connsiteX15590" fmla="*/ 1425093 w 4641785"/>
              <a:gd name="connsiteY15590" fmla="*/ 5035267 h 5274332"/>
              <a:gd name="connsiteX15591" fmla="*/ 1413931 w 4641785"/>
              <a:gd name="connsiteY15591" fmla="*/ 5026895 h 5274332"/>
              <a:gd name="connsiteX15592" fmla="*/ 1416256 w 4641785"/>
              <a:gd name="connsiteY15592" fmla="*/ 5026430 h 5274332"/>
              <a:gd name="connsiteX15593" fmla="*/ 1418901 w 4641785"/>
              <a:gd name="connsiteY15593" fmla="*/ 5023345 h 5274332"/>
              <a:gd name="connsiteX15594" fmla="*/ 1416257 w 4641785"/>
              <a:gd name="connsiteY15594" fmla="*/ 5026429 h 5274332"/>
              <a:gd name="connsiteX15595" fmla="*/ 1413931 w 4641785"/>
              <a:gd name="connsiteY15595" fmla="*/ 5026895 h 5274332"/>
              <a:gd name="connsiteX15596" fmla="*/ 1402304 w 4641785"/>
              <a:gd name="connsiteY15596" fmla="*/ 5017593 h 5274332"/>
              <a:gd name="connsiteX15597" fmla="*/ 1399978 w 4641785"/>
              <a:gd name="connsiteY15597" fmla="*/ 5015267 h 5274332"/>
              <a:gd name="connsiteX15598" fmla="*/ 1396257 w 4641785"/>
              <a:gd name="connsiteY15598" fmla="*/ 5013407 h 5274332"/>
              <a:gd name="connsiteX15599" fmla="*/ 1393931 w 4641785"/>
              <a:gd name="connsiteY15599" fmla="*/ 5007825 h 5274332"/>
              <a:gd name="connsiteX15600" fmla="*/ 1381373 w 4641785"/>
              <a:gd name="connsiteY15600" fmla="*/ 4992942 h 5274332"/>
              <a:gd name="connsiteX15601" fmla="*/ 1355327 w 4641785"/>
              <a:gd name="connsiteY15601" fmla="*/ 4959919 h 5274332"/>
              <a:gd name="connsiteX15602" fmla="*/ 1352071 w 4641785"/>
              <a:gd name="connsiteY15602" fmla="*/ 4956198 h 5274332"/>
              <a:gd name="connsiteX15603" fmla="*/ 1348816 w 4641785"/>
              <a:gd name="connsiteY15603" fmla="*/ 4950617 h 5274332"/>
              <a:gd name="connsiteX15604" fmla="*/ 1339049 w 4641785"/>
              <a:gd name="connsiteY15604" fmla="*/ 4938058 h 5274332"/>
              <a:gd name="connsiteX15605" fmla="*/ 1334863 w 4641785"/>
              <a:gd name="connsiteY15605" fmla="*/ 4934338 h 5274332"/>
              <a:gd name="connsiteX15606" fmla="*/ 1331142 w 4641785"/>
              <a:gd name="connsiteY15606" fmla="*/ 4933873 h 5274332"/>
              <a:gd name="connsiteX15607" fmla="*/ 1326956 w 4641785"/>
              <a:gd name="connsiteY15607" fmla="*/ 4927826 h 5274332"/>
              <a:gd name="connsiteX15608" fmla="*/ 1324630 w 4641785"/>
              <a:gd name="connsiteY15608" fmla="*/ 4919454 h 5274332"/>
              <a:gd name="connsiteX15609" fmla="*/ 1323235 w 4641785"/>
              <a:gd name="connsiteY15609" fmla="*/ 4911082 h 5274332"/>
              <a:gd name="connsiteX15610" fmla="*/ 1313932 w 4641785"/>
              <a:gd name="connsiteY15610" fmla="*/ 4891548 h 5274332"/>
              <a:gd name="connsiteX15611" fmla="*/ 1298584 w 4641785"/>
              <a:gd name="connsiteY15611" fmla="*/ 4856664 h 5274332"/>
              <a:gd name="connsiteX15612" fmla="*/ 1294863 w 4641785"/>
              <a:gd name="connsiteY15612" fmla="*/ 4847828 h 5274332"/>
              <a:gd name="connsiteX15613" fmla="*/ 1290212 w 4641785"/>
              <a:gd name="connsiteY15613" fmla="*/ 4830153 h 5274332"/>
              <a:gd name="connsiteX15614" fmla="*/ 1288352 w 4641785"/>
              <a:gd name="connsiteY15614" fmla="*/ 4819921 h 5274332"/>
              <a:gd name="connsiteX15615" fmla="*/ 1286026 w 4641785"/>
              <a:gd name="connsiteY15615" fmla="*/ 4793410 h 5274332"/>
              <a:gd name="connsiteX15616" fmla="*/ 1282305 w 4641785"/>
              <a:gd name="connsiteY15616" fmla="*/ 4772945 h 5274332"/>
              <a:gd name="connsiteX15617" fmla="*/ 1278584 w 4641785"/>
              <a:gd name="connsiteY15617" fmla="*/ 4760387 h 5274332"/>
              <a:gd name="connsiteX15618" fmla="*/ 1282305 w 4641785"/>
              <a:gd name="connsiteY15618" fmla="*/ 4758991 h 5274332"/>
              <a:gd name="connsiteX15619" fmla="*/ 1283235 w 4641785"/>
              <a:gd name="connsiteY15619" fmla="*/ 4764108 h 5274332"/>
              <a:gd name="connsiteX15620" fmla="*/ 1287421 w 4641785"/>
              <a:gd name="connsiteY15620" fmla="*/ 4765968 h 5274332"/>
              <a:gd name="connsiteX15621" fmla="*/ 1286491 w 4641785"/>
              <a:gd name="connsiteY15621" fmla="*/ 4768759 h 5274332"/>
              <a:gd name="connsiteX15622" fmla="*/ 1281840 w 4641785"/>
              <a:gd name="connsiteY15622" fmla="*/ 4769224 h 5274332"/>
              <a:gd name="connsiteX15623" fmla="*/ 1283700 w 4641785"/>
              <a:gd name="connsiteY15623" fmla="*/ 4774805 h 5274332"/>
              <a:gd name="connsiteX15624" fmla="*/ 1286491 w 4641785"/>
              <a:gd name="connsiteY15624" fmla="*/ 4770619 h 5274332"/>
              <a:gd name="connsiteX15625" fmla="*/ 1293468 w 4641785"/>
              <a:gd name="connsiteY15625" fmla="*/ 4773875 h 5274332"/>
              <a:gd name="connsiteX15626" fmla="*/ 1295328 w 4641785"/>
              <a:gd name="connsiteY15626" fmla="*/ 4779921 h 5274332"/>
              <a:gd name="connsiteX15627" fmla="*/ 1299514 w 4641785"/>
              <a:gd name="connsiteY15627" fmla="*/ 4782712 h 5274332"/>
              <a:gd name="connsiteX15628" fmla="*/ 1298119 w 4641785"/>
              <a:gd name="connsiteY15628" fmla="*/ 4785968 h 5274332"/>
              <a:gd name="connsiteX15629" fmla="*/ 1299049 w 4641785"/>
              <a:gd name="connsiteY15629" fmla="*/ 4789223 h 5274332"/>
              <a:gd name="connsiteX15630" fmla="*/ 1299979 w 4641785"/>
              <a:gd name="connsiteY15630" fmla="*/ 4794805 h 5274332"/>
              <a:gd name="connsiteX15631" fmla="*/ 1299049 w 4641785"/>
              <a:gd name="connsiteY15631" fmla="*/ 4802247 h 5274332"/>
              <a:gd name="connsiteX15632" fmla="*/ 1302770 w 4641785"/>
              <a:gd name="connsiteY15632" fmla="*/ 4804573 h 5274332"/>
              <a:gd name="connsiteX15633" fmla="*/ 1302770 w 4641785"/>
              <a:gd name="connsiteY15633" fmla="*/ 4808293 h 5274332"/>
              <a:gd name="connsiteX15634" fmla="*/ 1299049 w 4641785"/>
              <a:gd name="connsiteY15634" fmla="*/ 4815735 h 5274332"/>
              <a:gd name="connsiteX15635" fmla="*/ 1299049 w 4641785"/>
              <a:gd name="connsiteY15635" fmla="*/ 4820386 h 5274332"/>
              <a:gd name="connsiteX15636" fmla="*/ 1297654 w 4641785"/>
              <a:gd name="connsiteY15636" fmla="*/ 4821781 h 5274332"/>
              <a:gd name="connsiteX15637" fmla="*/ 1296723 w 4641785"/>
              <a:gd name="connsiteY15637" fmla="*/ 4827363 h 5274332"/>
              <a:gd name="connsiteX15638" fmla="*/ 1297654 w 4641785"/>
              <a:gd name="connsiteY15638" fmla="*/ 4829688 h 5274332"/>
              <a:gd name="connsiteX15639" fmla="*/ 1320444 w 4641785"/>
              <a:gd name="connsiteY15639" fmla="*/ 4829224 h 5274332"/>
              <a:gd name="connsiteX15640" fmla="*/ 1307421 w 4641785"/>
              <a:gd name="connsiteY15640" fmla="*/ 4824107 h 5274332"/>
              <a:gd name="connsiteX15641" fmla="*/ 1306956 w 4641785"/>
              <a:gd name="connsiteY15641" fmla="*/ 4822246 h 5274332"/>
              <a:gd name="connsiteX15642" fmla="*/ 1309281 w 4641785"/>
              <a:gd name="connsiteY15642" fmla="*/ 4815735 h 5274332"/>
              <a:gd name="connsiteX15643" fmla="*/ 1306956 w 4641785"/>
              <a:gd name="connsiteY15643" fmla="*/ 4811549 h 5274332"/>
              <a:gd name="connsiteX15644" fmla="*/ 1304630 w 4641785"/>
              <a:gd name="connsiteY15644" fmla="*/ 4810154 h 5274332"/>
              <a:gd name="connsiteX15645" fmla="*/ 1306491 w 4641785"/>
              <a:gd name="connsiteY15645" fmla="*/ 4802247 h 5274332"/>
              <a:gd name="connsiteX15646" fmla="*/ 1301840 w 4641785"/>
              <a:gd name="connsiteY15646" fmla="*/ 4801317 h 5274332"/>
              <a:gd name="connsiteX15647" fmla="*/ 1302770 w 4641785"/>
              <a:gd name="connsiteY15647" fmla="*/ 4794805 h 5274332"/>
              <a:gd name="connsiteX15648" fmla="*/ 1299979 w 4641785"/>
              <a:gd name="connsiteY15648" fmla="*/ 4789689 h 5274332"/>
              <a:gd name="connsiteX15649" fmla="*/ 1299514 w 4641785"/>
              <a:gd name="connsiteY15649" fmla="*/ 4786433 h 5274332"/>
              <a:gd name="connsiteX15650" fmla="*/ 1302305 w 4641785"/>
              <a:gd name="connsiteY15650" fmla="*/ 4783642 h 5274332"/>
              <a:gd name="connsiteX15651" fmla="*/ 1302305 w 4641785"/>
              <a:gd name="connsiteY15651" fmla="*/ 4778991 h 5274332"/>
              <a:gd name="connsiteX15652" fmla="*/ 1297188 w 4641785"/>
              <a:gd name="connsiteY15652" fmla="*/ 4767828 h 5274332"/>
              <a:gd name="connsiteX15653" fmla="*/ 1293468 w 4641785"/>
              <a:gd name="connsiteY15653" fmla="*/ 4766898 h 5274332"/>
              <a:gd name="connsiteX15654" fmla="*/ 1295328 w 4641785"/>
              <a:gd name="connsiteY15654" fmla="*/ 4771550 h 5274332"/>
              <a:gd name="connsiteX15655" fmla="*/ 1291607 w 4641785"/>
              <a:gd name="connsiteY15655" fmla="*/ 4771085 h 5274332"/>
              <a:gd name="connsiteX15656" fmla="*/ 1290677 w 4641785"/>
              <a:gd name="connsiteY15656" fmla="*/ 4767364 h 5274332"/>
              <a:gd name="connsiteX15657" fmla="*/ 1287421 w 4641785"/>
              <a:gd name="connsiteY15657" fmla="*/ 4762713 h 5274332"/>
              <a:gd name="connsiteX15658" fmla="*/ 1283700 w 4641785"/>
              <a:gd name="connsiteY15658" fmla="*/ 4754806 h 5274332"/>
              <a:gd name="connsiteX15659" fmla="*/ 1284166 w 4641785"/>
              <a:gd name="connsiteY15659" fmla="*/ 4750620 h 5274332"/>
              <a:gd name="connsiteX15660" fmla="*/ 1280445 w 4641785"/>
              <a:gd name="connsiteY15660" fmla="*/ 4744573 h 5274332"/>
              <a:gd name="connsiteX15661" fmla="*/ 1282305 w 4641785"/>
              <a:gd name="connsiteY15661" fmla="*/ 4741782 h 5274332"/>
              <a:gd name="connsiteX15662" fmla="*/ 1281840 w 4641785"/>
              <a:gd name="connsiteY15662" fmla="*/ 4738992 h 5274332"/>
              <a:gd name="connsiteX15663" fmla="*/ 1275793 w 4641785"/>
              <a:gd name="connsiteY15663" fmla="*/ 4732480 h 5274332"/>
              <a:gd name="connsiteX15664" fmla="*/ 1274398 w 4641785"/>
              <a:gd name="connsiteY15664" fmla="*/ 4738526 h 5274332"/>
              <a:gd name="connsiteX15665" fmla="*/ 1276723 w 4641785"/>
              <a:gd name="connsiteY15665" fmla="*/ 4742248 h 5274332"/>
              <a:gd name="connsiteX15666" fmla="*/ 1278584 w 4641785"/>
              <a:gd name="connsiteY15666" fmla="*/ 4748294 h 5274332"/>
              <a:gd name="connsiteX15667" fmla="*/ 1278584 w 4641785"/>
              <a:gd name="connsiteY15667" fmla="*/ 4751550 h 5274332"/>
              <a:gd name="connsiteX15668" fmla="*/ 1279515 w 4641785"/>
              <a:gd name="connsiteY15668" fmla="*/ 4755736 h 5274332"/>
              <a:gd name="connsiteX15669" fmla="*/ 1276259 w 4641785"/>
              <a:gd name="connsiteY15669" fmla="*/ 4756666 h 5274332"/>
              <a:gd name="connsiteX15670" fmla="*/ 1273003 w 4641785"/>
              <a:gd name="connsiteY15670" fmla="*/ 4744573 h 5274332"/>
              <a:gd name="connsiteX15671" fmla="*/ 1269747 w 4641785"/>
              <a:gd name="connsiteY15671" fmla="*/ 4732015 h 5274332"/>
              <a:gd name="connsiteX15672" fmla="*/ 1266027 w 4641785"/>
              <a:gd name="connsiteY15672" fmla="*/ 4722713 h 5274332"/>
              <a:gd name="connsiteX15673" fmla="*/ 1262305 w 4641785"/>
              <a:gd name="connsiteY15673" fmla="*/ 4711550 h 5274332"/>
              <a:gd name="connsiteX15674" fmla="*/ 1258584 w 4641785"/>
              <a:gd name="connsiteY15674" fmla="*/ 4698062 h 5274332"/>
              <a:gd name="connsiteX15675" fmla="*/ 1253469 w 4641785"/>
              <a:gd name="connsiteY15675" fmla="*/ 4684109 h 5274332"/>
              <a:gd name="connsiteX15676" fmla="*/ 1240910 w 4641785"/>
              <a:gd name="connsiteY15676" fmla="*/ 4658063 h 5274332"/>
              <a:gd name="connsiteX15677" fmla="*/ 1239980 w 4641785"/>
              <a:gd name="connsiteY15677" fmla="*/ 4655737 h 5274332"/>
              <a:gd name="connsiteX15678" fmla="*/ 1233469 w 4641785"/>
              <a:gd name="connsiteY15678" fmla="*/ 4641319 h 5274332"/>
              <a:gd name="connsiteX15679" fmla="*/ 1226492 w 4641785"/>
              <a:gd name="connsiteY15679" fmla="*/ 4625041 h 5274332"/>
              <a:gd name="connsiteX15680" fmla="*/ 1220445 w 4641785"/>
              <a:gd name="connsiteY15680" fmla="*/ 4598064 h 5274332"/>
              <a:gd name="connsiteX15681" fmla="*/ 1214399 w 4641785"/>
              <a:gd name="connsiteY15681" fmla="*/ 4574808 h 5274332"/>
              <a:gd name="connsiteX15682" fmla="*/ 1211143 w 4641785"/>
              <a:gd name="connsiteY15682" fmla="*/ 4567367 h 5274332"/>
              <a:gd name="connsiteX15683" fmla="*/ 1209282 w 4641785"/>
              <a:gd name="connsiteY15683" fmla="*/ 4565041 h 5274332"/>
              <a:gd name="connsiteX15684" fmla="*/ 1204631 w 4641785"/>
              <a:gd name="connsiteY15684" fmla="*/ 4552483 h 5274332"/>
              <a:gd name="connsiteX15685" fmla="*/ 1200911 w 4641785"/>
              <a:gd name="connsiteY15685" fmla="*/ 4539925 h 5274332"/>
              <a:gd name="connsiteX15686" fmla="*/ 1198585 w 4641785"/>
              <a:gd name="connsiteY15686" fmla="*/ 4537599 h 5274332"/>
              <a:gd name="connsiteX15687" fmla="*/ 1199050 w 4641785"/>
              <a:gd name="connsiteY15687" fmla="*/ 4535274 h 5274332"/>
              <a:gd name="connsiteX15688" fmla="*/ 1193469 w 4641785"/>
              <a:gd name="connsiteY15688" fmla="*/ 4524111 h 5274332"/>
              <a:gd name="connsiteX15689" fmla="*/ 1190213 w 4641785"/>
              <a:gd name="connsiteY15689" fmla="*/ 4518530 h 5274332"/>
              <a:gd name="connsiteX15690" fmla="*/ 1184632 w 4641785"/>
              <a:gd name="connsiteY15690" fmla="*/ 4515740 h 5274332"/>
              <a:gd name="connsiteX15691" fmla="*/ 1182306 w 4641785"/>
              <a:gd name="connsiteY15691" fmla="*/ 4516670 h 5274332"/>
              <a:gd name="connsiteX15692" fmla="*/ 1179980 w 4641785"/>
              <a:gd name="connsiteY15692" fmla="*/ 4512948 h 5274332"/>
              <a:gd name="connsiteX15693" fmla="*/ 1173004 w 4641785"/>
              <a:gd name="connsiteY15693" fmla="*/ 4492949 h 5274332"/>
              <a:gd name="connsiteX15694" fmla="*/ 1168818 w 4641785"/>
              <a:gd name="connsiteY15694" fmla="*/ 4482717 h 5274332"/>
              <a:gd name="connsiteX15695" fmla="*/ 1166028 w 4641785"/>
              <a:gd name="connsiteY15695" fmla="*/ 4477600 h 5274332"/>
              <a:gd name="connsiteX15696" fmla="*/ 1162307 w 4641785"/>
              <a:gd name="connsiteY15696" fmla="*/ 4472949 h 5274332"/>
              <a:gd name="connsiteX15697" fmla="*/ 1157190 w 4641785"/>
              <a:gd name="connsiteY15697" fmla="*/ 4467833 h 5274332"/>
              <a:gd name="connsiteX15698" fmla="*/ 1153934 w 4641785"/>
              <a:gd name="connsiteY15698" fmla="*/ 4466903 h 5274332"/>
              <a:gd name="connsiteX15699" fmla="*/ 1152075 w 4641785"/>
              <a:gd name="connsiteY15699" fmla="*/ 4462252 h 5274332"/>
              <a:gd name="connsiteX15700" fmla="*/ 1146493 w 4641785"/>
              <a:gd name="connsiteY15700" fmla="*/ 4455741 h 5274332"/>
              <a:gd name="connsiteX15701" fmla="*/ 1141842 w 4641785"/>
              <a:gd name="connsiteY15701" fmla="*/ 4452485 h 5274332"/>
              <a:gd name="connsiteX15702" fmla="*/ 1140446 w 4641785"/>
              <a:gd name="connsiteY15702" fmla="*/ 4453415 h 5274332"/>
              <a:gd name="connsiteX15703" fmla="*/ 1133470 w 4641785"/>
              <a:gd name="connsiteY15703" fmla="*/ 4445043 h 5274332"/>
              <a:gd name="connsiteX15704" fmla="*/ 1129749 w 4641785"/>
              <a:gd name="connsiteY15704" fmla="*/ 4439461 h 5274332"/>
              <a:gd name="connsiteX15705" fmla="*/ 1131144 w 4641785"/>
              <a:gd name="connsiteY15705" fmla="*/ 4438066 h 5274332"/>
              <a:gd name="connsiteX15706" fmla="*/ 1128354 w 4641785"/>
              <a:gd name="connsiteY15706" fmla="*/ 4431554 h 5274332"/>
              <a:gd name="connsiteX15707" fmla="*/ 1124168 w 4641785"/>
              <a:gd name="connsiteY15707" fmla="*/ 4428299 h 5274332"/>
              <a:gd name="connsiteX15708" fmla="*/ 1124633 w 4641785"/>
              <a:gd name="connsiteY15708" fmla="*/ 4425509 h 5274332"/>
              <a:gd name="connsiteX15709" fmla="*/ 1124632 w 4641785"/>
              <a:gd name="connsiteY15709" fmla="*/ 4425509 h 5274332"/>
              <a:gd name="connsiteX15710" fmla="*/ 1123702 w 4641785"/>
              <a:gd name="connsiteY15710" fmla="*/ 4429230 h 5274332"/>
              <a:gd name="connsiteX15711" fmla="*/ 1126958 w 4641785"/>
              <a:gd name="connsiteY15711" fmla="*/ 4432021 h 5274332"/>
              <a:gd name="connsiteX15712" fmla="*/ 1127888 w 4641785"/>
              <a:gd name="connsiteY15712" fmla="*/ 4436672 h 5274332"/>
              <a:gd name="connsiteX15713" fmla="*/ 1121842 w 4641785"/>
              <a:gd name="connsiteY15713" fmla="*/ 4428300 h 5274332"/>
              <a:gd name="connsiteX15714" fmla="*/ 1118586 w 4641785"/>
              <a:gd name="connsiteY15714" fmla="*/ 4425509 h 5274332"/>
              <a:gd name="connsiteX15715" fmla="*/ 1118586 w 4641785"/>
              <a:gd name="connsiteY15715" fmla="*/ 4425508 h 5274332"/>
              <a:gd name="connsiteX15716" fmla="*/ 1114400 w 4641785"/>
              <a:gd name="connsiteY15716" fmla="*/ 4428764 h 5274332"/>
              <a:gd name="connsiteX15717" fmla="*/ 1111610 w 4641785"/>
              <a:gd name="connsiteY15717" fmla="*/ 4422717 h 5274332"/>
              <a:gd name="connsiteX15718" fmla="*/ 1109749 w 4641785"/>
              <a:gd name="connsiteY15718" fmla="*/ 4415741 h 5274332"/>
              <a:gd name="connsiteX15719" fmla="*/ 1109284 w 4641785"/>
              <a:gd name="connsiteY15719" fmla="*/ 4410625 h 5274332"/>
              <a:gd name="connsiteX15720" fmla="*/ 1103703 w 4641785"/>
              <a:gd name="connsiteY15720" fmla="*/ 4399462 h 5274332"/>
              <a:gd name="connsiteX15721" fmla="*/ 1102307 w 4641785"/>
              <a:gd name="connsiteY15721" fmla="*/ 4395276 h 5274332"/>
              <a:gd name="connsiteX15722" fmla="*/ 1100912 w 4641785"/>
              <a:gd name="connsiteY15722" fmla="*/ 4396206 h 5274332"/>
              <a:gd name="connsiteX15723" fmla="*/ 1091145 w 4641785"/>
              <a:gd name="connsiteY15723" fmla="*/ 4371091 h 5274332"/>
              <a:gd name="connsiteX15724" fmla="*/ 1088354 w 4641785"/>
              <a:gd name="connsiteY15724" fmla="*/ 4366440 h 5274332"/>
              <a:gd name="connsiteX15725" fmla="*/ 1084168 w 4641785"/>
              <a:gd name="connsiteY15725" fmla="*/ 4361323 h 5274332"/>
              <a:gd name="connsiteX15726" fmla="*/ 1080447 w 4641785"/>
              <a:gd name="connsiteY15726" fmla="*/ 4353416 h 5274332"/>
              <a:gd name="connsiteX15727" fmla="*/ 1077657 w 4641785"/>
              <a:gd name="connsiteY15727" fmla="*/ 4348300 h 5274332"/>
              <a:gd name="connsiteX15728" fmla="*/ 1075796 w 4641785"/>
              <a:gd name="connsiteY15728" fmla="*/ 4343184 h 5274332"/>
              <a:gd name="connsiteX15729" fmla="*/ 1067889 w 4641785"/>
              <a:gd name="connsiteY15729" fmla="*/ 4322719 h 5274332"/>
              <a:gd name="connsiteX15730" fmla="*/ 1063703 w 4641785"/>
              <a:gd name="connsiteY15730" fmla="*/ 4314347 h 5274332"/>
              <a:gd name="connsiteX15731" fmla="*/ 1060913 w 4641785"/>
              <a:gd name="connsiteY15731" fmla="*/ 4306906 h 5274332"/>
              <a:gd name="connsiteX15732" fmla="*/ 1060914 w 4641785"/>
              <a:gd name="connsiteY15732" fmla="*/ 4306906 h 5274332"/>
              <a:gd name="connsiteX15733" fmla="*/ 1057193 w 4641785"/>
              <a:gd name="connsiteY15733" fmla="*/ 4299930 h 5274332"/>
              <a:gd name="connsiteX15734" fmla="*/ 1054868 w 4641785"/>
              <a:gd name="connsiteY15734" fmla="*/ 4292023 h 5274332"/>
              <a:gd name="connsiteX15735" fmla="*/ 1053472 w 4641785"/>
              <a:gd name="connsiteY15735" fmla="*/ 4290627 h 5274332"/>
              <a:gd name="connsiteX15736" fmla="*/ 1049751 w 4641785"/>
              <a:gd name="connsiteY15736" fmla="*/ 4271093 h 5274332"/>
              <a:gd name="connsiteX15737" fmla="*/ 1046961 w 4641785"/>
              <a:gd name="connsiteY15737" fmla="*/ 4258070 h 5274332"/>
              <a:gd name="connsiteX15738" fmla="*/ 1047425 w 4641785"/>
              <a:gd name="connsiteY15738" fmla="*/ 4256209 h 5274332"/>
              <a:gd name="connsiteX15739" fmla="*/ 1045565 w 4641785"/>
              <a:gd name="connsiteY15739" fmla="*/ 4251093 h 5274332"/>
              <a:gd name="connsiteX15740" fmla="*/ 1043705 w 4641785"/>
              <a:gd name="connsiteY15740" fmla="*/ 4242256 h 5274332"/>
              <a:gd name="connsiteX15741" fmla="*/ 1039984 w 4641785"/>
              <a:gd name="connsiteY15741" fmla="*/ 4230163 h 5274332"/>
              <a:gd name="connsiteX15742" fmla="*/ 1038124 w 4641785"/>
              <a:gd name="connsiteY15742" fmla="*/ 4221326 h 5274332"/>
              <a:gd name="connsiteX15743" fmla="*/ 1038124 w 4641785"/>
              <a:gd name="connsiteY15743" fmla="*/ 4217605 h 5274332"/>
              <a:gd name="connsiteX15744" fmla="*/ 1036728 w 4641785"/>
              <a:gd name="connsiteY15744" fmla="*/ 4212024 h 5274332"/>
              <a:gd name="connsiteX15745" fmla="*/ 1033937 w 4641785"/>
              <a:gd name="connsiteY15745" fmla="*/ 4209233 h 5274332"/>
              <a:gd name="connsiteX15746" fmla="*/ 1033473 w 4641785"/>
              <a:gd name="connsiteY15746" fmla="*/ 4192489 h 5274332"/>
              <a:gd name="connsiteX15747" fmla="*/ 1033007 w 4641785"/>
              <a:gd name="connsiteY15747" fmla="*/ 4191560 h 5274332"/>
              <a:gd name="connsiteX15748" fmla="*/ 1031147 w 4641785"/>
              <a:gd name="connsiteY15748" fmla="*/ 4177141 h 5274332"/>
              <a:gd name="connsiteX15749" fmla="*/ 1028356 w 4641785"/>
              <a:gd name="connsiteY15749" fmla="*/ 4159932 h 5274332"/>
              <a:gd name="connsiteX15750" fmla="*/ 1025566 w 4641785"/>
              <a:gd name="connsiteY15750" fmla="*/ 4154815 h 5274332"/>
              <a:gd name="connsiteX15751" fmla="*/ 1024170 w 4641785"/>
              <a:gd name="connsiteY15751" fmla="*/ 4145048 h 5274332"/>
              <a:gd name="connsiteX15752" fmla="*/ 1019984 w 4641785"/>
              <a:gd name="connsiteY15752" fmla="*/ 4125979 h 5274332"/>
              <a:gd name="connsiteX15753" fmla="*/ 1017659 w 4641785"/>
              <a:gd name="connsiteY15753" fmla="*/ 4121793 h 5274332"/>
              <a:gd name="connsiteX15754" fmla="*/ 1017193 w 4641785"/>
              <a:gd name="connsiteY15754" fmla="*/ 4118537 h 5274332"/>
              <a:gd name="connsiteX15755" fmla="*/ 1013008 w 4641785"/>
              <a:gd name="connsiteY15755" fmla="*/ 4111561 h 5274332"/>
              <a:gd name="connsiteX15756" fmla="*/ 1010217 w 4641785"/>
              <a:gd name="connsiteY15756" fmla="*/ 4111561 h 5274332"/>
              <a:gd name="connsiteX15757" fmla="*/ 1005101 w 4641785"/>
              <a:gd name="connsiteY15757" fmla="*/ 4105514 h 5274332"/>
              <a:gd name="connsiteX15758" fmla="*/ 1002775 w 4641785"/>
              <a:gd name="connsiteY15758" fmla="*/ 4099933 h 5274332"/>
              <a:gd name="connsiteX15759" fmla="*/ 1002310 w 4641785"/>
              <a:gd name="connsiteY15759" fmla="*/ 4095282 h 5274332"/>
              <a:gd name="connsiteX15760" fmla="*/ 1000449 w 4641785"/>
              <a:gd name="connsiteY15760" fmla="*/ 4089235 h 5274332"/>
              <a:gd name="connsiteX15761" fmla="*/ 1000449 w 4641785"/>
              <a:gd name="connsiteY15761" fmla="*/ 4085515 h 5274332"/>
              <a:gd name="connsiteX15762" fmla="*/ 997194 w 4641785"/>
              <a:gd name="connsiteY15762" fmla="*/ 4071096 h 5274332"/>
              <a:gd name="connsiteX15763" fmla="*/ 995333 w 4641785"/>
              <a:gd name="connsiteY15763" fmla="*/ 4070631 h 5274332"/>
              <a:gd name="connsiteX15764" fmla="*/ 988822 w 4641785"/>
              <a:gd name="connsiteY15764" fmla="*/ 4051561 h 5274332"/>
              <a:gd name="connsiteX15765" fmla="*/ 987427 w 4641785"/>
              <a:gd name="connsiteY15765" fmla="*/ 4042259 h 5274332"/>
              <a:gd name="connsiteX15766" fmla="*/ 985566 w 4641785"/>
              <a:gd name="connsiteY15766" fmla="*/ 4034818 h 5274332"/>
              <a:gd name="connsiteX15767" fmla="*/ 980450 w 4641785"/>
              <a:gd name="connsiteY15767" fmla="*/ 4021329 h 5274332"/>
              <a:gd name="connsiteX15768" fmla="*/ 980450 w 4641785"/>
              <a:gd name="connsiteY15768" fmla="*/ 4018074 h 5274332"/>
              <a:gd name="connsiteX15769" fmla="*/ 984635 w 4641785"/>
              <a:gd name="connsiteY15769" fmla="*/ 4013887 h 5274332"/>
              <a:gd name="connsiteX15770" fmla="*/ 981845 w 4641785"/>
              <a:gd name="connsiteY15770" fmla="*/ 4012027 h 5274332"/>
              <a:gd name="connsiteX15771" fmla="*/ 979054 w 4641785"/>
              <a:gd name="connsiteY15771" fmla="*/ 4014818 h 5274332"/>
              <a:gd name="connsiteX15772" fmla="*/ 979520 w 4641785"/>
              <a:gd name="connsiteY15772" fmla="*/ 4018074 h 5274332"/>
              <a:gd name="connsiteX15773" fmla="*/ 973473 w 4641785"/>
              <a:gd name="connsiteY15773" fmla="*/ 4018539 h 5274332"/>
              <a:gd name="connsiteX15774" fmla="*/ 972543 w 4641785"/>
              <a:gd name="connsiteY15774" fmla="*/ 4012958 h 5274332"/>
              <a:gd name="connsiteX15775" fmla="*/ 966496 w 4641785"/>
              <a:gd name="connsiteY15775" fmla="*/ 4000865 h 5274332"/>
              <a:gd name="connsiteX15776" fmla="*/ 968357 w 4641785"/>
              <a:gd name="connsiteY15776" fmla="*/ 3999934 h 5274332"/>
              <a:gd name="connsiteX15777" fmla="*/ 967427 w 4641785"/>
              <a:gd name="connsiteY15777" fmla="*/ 3995283 h 5274332"/>
              <a:gd name="connsiteX15778" fmla="*/ 967892 w 4641785"/>
              <a:gd name="connsiteY15778" fmla="*/ 3992493 h 5274332"/>
              <a:gd name="connsiteX15779" fmla="*/ 962776 w 4641785"/>
              <a:gd name="connsiteY15779" fmla="*/ 3982260 h 5274332"/>
              <a:gd name="connsiteX15780" fmla="*/ 960915 w 4641785"/>
              <a:gd name="connsiteY15780" fmla="*/ 3980865 h 5274332"/>
              <a:gd name="connsiteX15781" fmla="*/ 954404 w 4641785"/>
              <a:gd name="connsiteY15781" fmla="*/ 3984586 h 5274332"/>
              <a:gd name="connsiteX15782" fmla="*/ 951613 w 4641785"/>
              <a:gd name="connsiteY15782" fmla="*/ 3980400 h 5274332"/>
              <a:gd name="connsiteX15783" fmla="*/ 948357 w 4641785"/>
              <a:gd name="connsiteY15783" fmla="*/ 3979469 h 5274332"/>
              <a:gd name="connsiteX15784" fmla="*/ 946031 w 4641785"/>
              <a:gd name="connsiteY15784" fmla="*/ 3975749 h 5274332"/>
              <a:gd name="connsiteX15785" fmla="*/ 940450 w 4641785"/>
              <a:gd name="connsiteY15785" fmla="*/ 3974818 h 5274332"/>
              <a:gd name="connsiteX15786" fmla="*/ 937660 w 4641785"/>
              <a:gd name="connsiteY15786" fmla="*/ 3971563 h 5274332"/>
              <a:gd name="connsiteX15787" fmla="*/ 943241 w 4641785"/>
              <a:gd name="connsiteY15787" fmla="*/ 3969702 h 5274332"/>
              <a:gd name="connsiteX15788" fmla="*/ 942776 w 4641785"/>
              <a:gd name="connsiteY15788" fmla="*/ 3965981 h 5274332"/>
              <a:gd name="connsiteX15789" fmla="*/ 939055 w 4641785"/>
              <a:gd name="connsiteY15789" fmla="*/ 3959005 h 5274332"/>
              <a:gd name="connsiteX15790" fmla="*/ 939520 w 4641785"/>
              <a:gd name="connsiteY15790" fmla="*/ 3955283 h 5274332"/>
              <a:gd name="connsiteX15791" fmla="*/ 944171 w 4641785"/>
              <a:gd name="connsiteY15791" fmla="*/ 3953423 h 5274332"/>
              <a:gd name="connsiteX15792" fmla="*/ 946497 w 4641785"/>
              <a:gd name="connsiteY15792" fmla="*/ 3952958 h 5274332"/>
              <a:gd name="connsiteX15793" fmla="*/ 946496 w 4641785"/>
              <a:gd name="connsiteY15793" fmla="*/ 3952958 h 5274332"/>
              <a:gd name="connsiteX15794" fmla="*/ 944170 w 4641785"/>
              <a:gd name="connsiteY15794" fmla="*/ 3953423 h 5274332"/>
              <a:gd name="connsiteX15795" fmla="*/ 939519 w 4641785"/>
              <a:gd name="connsiteY15795" fmla="*/ 3955283 h 5274332"/>
              <a:gd name="connsiteX15796" fmla="*/ 938589 w 4641785"/>
              <a:gd name="connsiteY15796" fmla="*/ 3956679 h 5274332"/>
              <a:gd name="connsiteX15797" fmla="*/ 929753 w 4641785"/>
              <a:gd name="connsiteY15797" fmla="*/ 3952958 h 5274332"/>
              <a:gd name="connsiteX15798" fmla="*/ 931148 w 4641785"/>
              <a:gd name="connsiteY15798" fmla="*/ 3946447 h 5274332"/>
              <a:gd name="connsiteX15799" fmla="*/ 928357 w 4641785"/>
              <a:gd name="connsiteY15799" fmla="*/ 3939470 h 5274332"/>
              <a:gd name="connsiteX15800" fmla="*/ 926497 w 4641785"/>
              <a:gd name="connsiteY15800" fmla="*/ 3937609 h 5274332"/>
              <a:gd name="connsiteX15801" fmla="*/ 921846 w 4641785"/>
              <a:gd name="connsiteY15801" fmla="*/ 3936214 h 5274332"/>
              <a:gd name="connsiteX15802" fmla="*/ 920450 w 4641785"/>
              <a:gd name="connsiteY15802" fmla="*/ 3931098 h 5274332"/>
              <a:gd name="connsiteX15803" fmla="*/ 917660 w 4641785"/>
              <a:gd name="connsiteY15803" fmla="*/ 3928307 h 5274332"/>
              <a:gd name="connsiteX15804" fmla="*/ 912078 w 4641785"/>
              <a:gd name="connsiteY15804" fmla="*/ 3926447 h 5274332"/>
              <a:gd name="connsiteX15805" fmla="*/ 910683 w 4641785"/>
              <a:gd name="connsiteY15805" fmla="*/ 3921330 h 5274332"/>
              <a:gd name="connsiteX15806" fmla="*/ 913939 w 4641785"/>
              <a:gd name="connsiteY15806" fmla="*/ 3919935 h 5274332"/>
              <a:gd name="connsiteX15807" fmla="*/ 913009 w 4641785"/>
              <a:gd name="connsiteY15807" fmla="*/ 3917145 h 5274332"/>
              <a:gd name="connsiteX15808" fmla="*/ 914868 w 4641785"/>
              <a:gd name="connsiteY15808" fmla="*/ 3915284 h 5274332"/>
              <a:gd name="connsiteX15809" fmla="*/ 912078 w 4641785"/>
              <a:gd name="connsiteY15809" fmla="*/ 3902726 h 5274332"/>
              <a:gd name="connsiteX15810" fmla="*/ 906497 w 4641785"/>
              <a:gd name="connsiteY15810" fmla="*/ 3884587 h 5274332"/>
              <a:gd name="connsiteX15811" fmla="*/ 903241 w 4641785"/>
              <a:gd name="connsiteY15811" fmla="*/ 3878540 h 5274332"/>
              <a:gd name="connsiteX15812" fmla="*/ 898125 w 4641785"/>
              <a:gd name="connsiteY15812" fmla="*/ 3879936 h 5274332"/>
              <a:gd name="connsiteX15813" fmla="*/ 896729 w 4641785"/>
              <a:gd name="connsiteY15813" fmla="*/ 3878540 h 5274332"/>
              <a:gd name="connsiteX15814" fmla="*/ 892544 w 4641785"/>
              <a:gd name="connsiteY15814" fmla="*/ 3877611 h 5274332"/>
              <a:gd name="connsiteX15815" fmla="*/ 889753 w 4641785"/>
              <a:gd name="connsiteY15815" fmla="*/ 3874355 h 5274332"/>
              <a:gd name="connsiteX15816" fmla="*/ 888822 w 4641785"/>
              <a:gd name="connsiteY15816" fmla="*/ 3871564 h 5274332"/>
              <a:gd name="connsiteX15817" fmla="*/ 893939 w 4641785"/>
              <a:gd name="connsiteY15817" fmla="*/ 3872959 h 5274332"/>
              <a:gd name="connsiteX15818" fmla="*/ 898590 w 4641785"/>
              <a:gd name="connsiteY15818" fmla="*/ 3872029 h 5274332"/>
              <a:gd name="connsiteX15819" fmla="*/ 904636 w 4641785"/>
              <a:gd name="connsiteY15819" fmla="*/ 3873889 h 5274332"/>
              <a:gd name="connsiteX15820" fmla="*/ 906497 w 4641785"/>
              <a:gd name="connsiteY15820" fmla="*/ 3871099 h 5274332"/>
              <a:gd name="connsiteX15821" fmla="*/ 905102 w 4641785"/>
              <a:gd name="connsiteY15821" fmla="*/ 3868308 h 5274332"/>
              <a:gd name="connsiteX15822" fmla="*/ 900915 w 4641785"/>
              <a:gd name="connsiteY15822" fmla="*/ 3868773 h 5274332"/>
              <a:gd name="connsiteX15823" fmla="*/ 899055 w 4641785"/>
              <a:gd name="connsiteY15823" fmla="*/ 3865052 h 5274332"/>
              <a:gd name="connsiteX15824" fmla="*/ 896729 w 4641785"/>
              <a:gd name="connsiteY15824" fmla="*/ 3865052 h 5274332"/>
              <a:gd name="connsiteX15825" fmla="*/ 891614 w 4641785"/>
              <a:gd name="connsiteY15825" fmla="*/ 3863657 h 5274332"/>
              <a:gd name="connsiteX15826" fmla="*/ 892078 w 4641785"/>
              <a:gd name="connsiteY15826" fmla="*/ 3858075 h 5274332"/>
              <a:gd name="connsiteX15827" fmla="*/ 886032 w 4641785"/>
              <a:gd name="connsiteY15827" fmla="*/ 3858541 h 5274332"/>
              <a:gd name="connsiteX15828" fmla="*/ 883707 w 4641785"/>
              <a:gd name="connsiteY15828" fmla="*/ 3847843 h 5274332"/>
              <a:gd name="connsiteX15829" fmla="*/ 880451 w 4641785"/>
              <a:gd name="connsiteY15829" fmla="*/ 3842261 h 5274332"/>
              <a:gd name="connsiteX15830" fmla="*/ 884171 w 4641785"/>
              <a:gd name="connsiteY15830" fmla="*/ 3837610 h 5274332"/>
              <a:gd name="connsiteX15831" fmla="*/ 880451 w 4641785"/>
              <a:gd name="connsiteY15831" fmla="*/ 3837610 h 5274332"/>
              <a:gd name="connsiteX15832" fmla="*/ 878125 w 4641785"/>
              <a:gd name="connsiteY15832" fmla="*/ 3833890 h 5274332"/>
              <a:gd name="connsiteX15833" fmla="*/ 877195 w 4641785"/>
              <a:gd name="connsiteY15833" fmla="*/ 3829239 h 5274332"/>
              <a:gd name="connsiteX15834" fmla="*/ 873474 w 4641785"/>
              <a:gd name="connsiteY15834" fmla="*/ 3820866 h 5274332"/>
              <a:gd name="connsiteX15835" fmla="*/ 872544 w 4641785"/>
              <a:gd name="connsiteY15835" fmla="*/ 3819937 h 5274332"/>
              <a:gd name="connsiteX15836" fmla="*/ 873565 w 4641785"/>
              <a:gd name="connsiteY15836" fmla="*/ 3819681 h 5274332"/>
              <a:gd name="connsiteX15837" fmla="*/ 872543 w 4641785"/>
              <a:gd name="connsiteY15837" fmla="*/ 3819937 h 5274332"/>
              <a:gd name="connsiteX15838" fmla="*/ 867892 w 4641785"/>
              <a:gd name="connsiteY15838" fmla="*/ 3817146 h 5274332"/>
              <a:gd name="connsiteX15839" fmla="*/ 869752 w 4641785"/>
              <a:gd name="connsiteY15839" fmla="*/ 3814355 h 5274332"/>
              <a:gd name="connsiteX15840" fmla="*/ 867427 w 4641785"/>
              <a:gd name="connsiteY15840" fmla="*/ 3807379 h 5274332"/>
              <a:gd name="connsiteX15841" fmla="*/ 863706 w 4641785"/>
              <a:gd name="connsiteY15841" fmla="*/ 3799006 h 5274332"/>
              <a:gd name="connsiteX15842" fmla="*/ 861381 w 4641785"/>
              <a:gd name="connsiteY15842" fmla="*/ 3796216 h 5274332"/>
              <a:gd name="connsiteX15843" fmla="*/ 857194 w 4641785"/>
              <a:gd name="connsiteY15843" fmla="*/ 3789240 h 5274332"/>
              <a:gd name="connsiteX15844" fmla="*/ 851613 w 4641785"/>
              <a:gd name="connsiteY15844" fmla="*/ 3786448 h 5274332"/>
              <a:gd name="connsiteX15845" fmla="*/ 845101 w 4641785"/>
              <a:gd name="connsiteY15845" fmla="*/ 3784589 h 5274332"/>
              <a:gd name="connsiteX15846" fmla="*/ 844637 w 4641785"/>
              <a:gd name="connsiteY15846" fmla="*/ 3780867 h 5274332"/>
              <a:gd name="connsiteX15847" fmla="*/ 842311 w 4641785"/>
              <a:gd name="connsiteY15847" fmla="*/ 3777612 h 5274332"/>
              <a:gd name="connsiteX15848" fmla="*/ 842311 w 4641785"/>
              <a:gd name="connsiteY15848" fmla="*/ 3772495 h 5274332"/>
              <a:gd name="connsiteX15849" fmla="*/ 840916 w 4641785"/>
              <a:gd name="connsiteY15849" fmla="*/ 3768309 h 5274332"/>
              <a:gd name="connsiteX15850" fmla="*/ 836730 w 4641785"/>
              <a:gd name="connsiteY15850" fmla="*/ 3765053 h 5274332"/>
              <a:gd name="connsiteX15851" fmla="*/ 838125 w 4641785"/>
              <a:gd name="connsiteY15851" fmla="*/ 3762728 h 5274332"/>
              <a:gd name="connsiteX15852" fmla="*/ 835799 w 4641785"/>
              <a:gd name="connsiteY15852" fmla="*/ 3748775 h 5274332"/>
              <a:gd name="connsiteX15853" fmla="*/ 833474 w 4641785"/>
              <a:gd name="connsiteY15853" fmla="*/ 3741799 h 5274332"/>
              <a:gd name="connsiteX15854" fmla="*/ 830683 w 4641785"/>
              <a:gd name="connsiteY15854" fmla="*/ 3733892 h 5274332"/>
              <a:gd name="connsiteX15855" fmla="*/ 828823 w 4641785"/>
              <a:gd name="connsiteY15855" fmla="*/ 3725519 h 5274332"/>
              <a:gd name="connsiteX15856" fmla="*/ 825567 w 4641785"/>
              <a:gd name="connsiteY15856" fmla="*/ 3718543 h 5274332"/>
              <a:gd name="connsiteX15857" fmla="*/ 826032 w 4641785"/>
              <a:gd name="connsiteY15857" fmla="*/ 3715753 h 5274332"/>
              <a:gd name="connsiteX15858" fmla="*/ 822776 w 4641785"/>
              <a:gd name="connsiteY15858" fmla="*/ 3714357 h 5274332"/>
              <a:gd name="connsiteX15859" fmla="*/ 822311 w 4641785"/>
              <a:gd name="connsiteY15859" fmla="*/ 3708776 h 5274332"/>
              <a:gd name="connsiteX15860" fmla="*/ 820916 w 4641785"/>
              <a:gd name="connsiteY15860" fmla="*/ 3700869 h 5274332"/>
              <a:gd name="connsiteX15861" fmla="*/ 816730 w 4641785"/>
              <a:gd name="connsiteY15861" fmla="*/ 3693427 h 5274332"/>
              <a:gd name="connsiteX15862" fmla="*/ 815799 w 4641785"/>
              <a:gd name="connsiteY15862" fmla="*/ 3689706 h 5274332"/>
              <a:gd name="connsiteX15863" fmla="*/ 813940 w 4641785"/>
              <a:gd name="connsiteY15863" fmla="*/ 3685985 h 5274332"/>
              <a:gd name="connsiteX15864" fmla="*/ 816265 w 4641785"/>
              <a:gd name="connsiteY15864" fmla="*/ 3682264 h 5274332"/>
              <a:gd name="connsiteX15865" fmla="*/ 818591 w 4641785"/>
              <a:gd name="connsiteY15865" fmla="*/ 3680869 h 5274332"/>
              <a:gd name="connsiteX15866" fmla="*/ 815335 w 4641785"/>
              <a:gd name="connsiteY15866" fmla="*/ 3678078 h 5274332"/>
              <a:gd name="connsiteX15867" fmla="*/ 814404 w 4641785"/>
              <a:gd name="connsiteY15867" fmla="*/ 3675288 h 5274332"/>
              <a:gd name="connsiteX15868" fmla="*/ 818591 w 4641785"/>
              <a:gd name="connsiteY15868" fmla="*/ 3674823 h 5274332"/>
              <a:gd name="connsiteX15869" fmla="*/ 819986 w 4641785"/>
              <a:gd name="connsiteY15869" fmla="*/ 3671567 h 5274332"/>
              <a:gd name="connsiteX15870" fmla="*/ 817195 w 4641785"/>
              <a:gd name="connsiteY15870" fmla="*/ 3668311 h 5274332"/>
              <a:gd name="connsiteX15871" fmla="*/ 816730 w 4641785"/>
              <a:gd name="connsiteY15871" fmla="*/ 3660869 h 5274332"/>
              <a:gd name="connsiteX15872" fmla="*/ 813009 w 4641785"/>
              <a:gd name="connsiteY15872" fmla="*/ 3653893 h 5274332"/>
              <a:gd name="connsiteX15873" fmla="*/ 812544 w 4641785"/>
              <a:gd name="connsiteY15873" fmla="*/ 3647381 h 5274332"/>
              <a:gd name="connsiteX15874" fmla="*/ 814870 w 4641785"/>
              <a:gd name="connsiteY15874" fmla="*/ 3642730 h 5274332"/>
              <a:gd name="connsiteX15875" fmla="*/ 814404 w 4641785"/>
              <a:gd name="connsiteY15875" fmla="*/ 3640870 h 5274332"/>
              <a:gd name="connsiteX15876" fmla="*/ 811148 w 4641785"/>
              <a:gd name="connsiteY15876" fmla="*/ 3639474 h 5274332"/>
              <a:gd name="connsiteX15877" fmla="*/ 810684 w 4641785"/>
              <a:gd name="connsiteY15877" fmla="*/ 3630172 h 5274332"/>
              <a:gd name="connsiteX15878" fmla="*/ 812079 w 4641785"/>
              <a:gd name="connsiteY15878" fmla="*/ 3626916 h 5274332"/>
              <a:gd name="connsiteX15879" fmla="*/ 808823 w 4641785"/>
              <a:gd name="connsiteY15879" fmla="*/ 3624591 h 5274332"/>
              <a:gd name="connsiteX15880" fmla="*/ 809753 w 4641785"/>
              <a:gd name="connsiteY15880" fmla="*/ 3622730 h 5274332"/>
              <a:gd name="connsiteX15881" fmla="*/ 809289 w 4641785"/>
              <a:gd name="connsiteY15881" fmla="*/ 3617614 h 5274332"/>
              <a:gd name="connsiteX15882" fmla="*/ 810684 w 4641785"/>
              <a:gd name="connsiteY15882" fmla="*/ 3616219 h 5274332"/>
              <a:gd name="connsiteX15883" fmla="*/ 811148 w 4641785"/>
              <a:gd name="connsiteY15883" fmla="*/ 3611103 h 5274332"/>
              <a:gd name="connsiteX15884" fmla="*/ 808358 w 4641785"/>
              <a:gd name="connsiteY15884" fmla="*/ 3610172 h 5274332"/>
              <a:gd name="connsiteX15885" fmla="*/ 809289 w 4641785"/>
              <a:gd name="connsiteY15885" fmla="*/ 3606917 h 5274332"/>
              <a:gd name="connsiteX15886" fmla="*/ 808358 w 4641785"/>
              <a:gd name="connsiteY15886" fmla="*/ 3605056 h 5274332"/>
              <a:gd name="connsiteX15887" fmla="*/ 805567 w 4641785"/>
              <a:gd name="connsiteY15887" fmla="*/ 3605521 h 5274332"/>
              <a:gd name="connsiteX15888" fmla="*/ 805102 w 4641785"/>
              <a:gd name="connsiteY15888" fmla="*/ 3600870 h 5274332"/>
              <a:gd name="connsiteX15889" fmla="*/ 809753 w 4641785"/>
              <a:gd name="connsiteY15889" fmla="*/ 3602731 h 5274332"/>
              <a:gd name="connsiteX15890" fmla="*/ 810218 w 4641785"/>
              <a:gd name="connsiteY15890" fmla="*/ 3596219 h 5274332"/>
              <a:gd name="connsiteX15891" fmla="*/ 809753 w 4641785"/>
              <a:gd name="connsiteY15891" fmla="*/ 3591103 h 5274332"/>
              <a:gd name="connsiteX15892" fmla="*/ 807428 w 4641785"/>
              <a:gd name="connsiteY15892" fmla="*/ 3588777 h 5274332"/>
              <a:gd name="connsiteX15893" fmla="*/ 803242 w 4641785"/>
              <a:gd name="connsiteY15893" fmla="*/ 3574360 h 5274332"/>
              <a:gd name="connsiteX15894" fmla="*/ 799521 w 4641785"/>
              <a:gd name="connsiteY15894" fmla="*/ 3564592 h 5274332"/>
              <a:gd name="connsiteX15895" fmla="*/ 796730 w 4641785"/>
              <a:gd name="connsiteY15895" fmla="*/ 3564127 h 5274332"/>
              <a:gd name="connsiteX15896" fmla="*/ 795800 w 4641785"/>
              <a:gd name="connsiteY15896" fmla="*/ 3560871 h 5274332"/>
              <a:gd name="connsiteX15897" fmla="*/ 802777 w 4641785"/>
              <a:gd name="connsiteY15897" fmla="*/ 3556220 h 5274332"/>
              <a:gd name="connsiteX15898" fmla="*/ 799056 w 4641785"/>
              <a:gd name="connsiteY15898" fmla="*/ 3553894 h 5274332"/>
              <a:gd name="connsiteX15899" fmla="*/ 799056 w 4641785"/>
              <a:gd name="connsiteY15899" fmla="*/ 3550173 h 5274332"/>
              <a:gd name="connsiteX15900" fmla="*/ 797195 w 4641785"/>
              <a:gd name="connsiteY15900" fmla="*/ 3545058 h 5274332"/>
              <a:gd name="connsiteX15901" fmla="*/ 792544 w 4641785"/>
              <a:gd name="connsiteY15901" fmla="*/ 3544592 h 5274332"/>
              <a:gd name="connsiteX15902" fmla="*/ 790684 w 4641785"/>
              <a:gd name="connsiteY15902" fmla="*/ 3541336 h 5274332"/>
              <a:gd name="connsiteX15903" fmla="*/ 793475 w 4641785"/>
              <a:gd name="connsiteY15903" fmla="*/ 3540406 h 5274332"/>
              <a:gd name="connsiteX15904" fmla="*/ 793475 w 4641785"/>
              <a:gd name="connsiteY15904" fmla="*/ 3532964 h 5274332"/>
              <a:gd name="connsiteX15905" fmla="*/ 794870 w 4641785"/>
              <a:gd name="connsiteY15905" fmla="*/ 3531569 h 5274332"/>
              <a:gd name="connsiteX15906" fmla="*/ 793009 w 4641785"/>
              <a:gd name="connsiteY15906" fmla="*/ 3524593 h 5274332"/>
              <a:gd name="connsiteX15907" fmla="*/ 786963 w 4641785"/>
              <a:gd name="connsiteY15907" fmla="*/ 3518081 h 5274332"/>
              <a:gd name="connsiteX15908" fmla="*/ 786498 w 4641785"/>
              <a:gd name="connsiteY15908" fmla="*/ 3514360 h 5274332"/>
              <a:gd name="connsiteX15909" fmla="*/ 790219 w 4641785"/>
              <a:gd name="connsiteY15909" fmla="*/ 3512964 h 5274332"/>
              <a:gd name="connsiteX15910" fmla="*/ 790219 w 4641785"/>
              <a:gd name="connsiteY15910" fmla="*/ 3511105 h 5274332"/>
              <a:gd name="connsiteX15911" fmla="*/ 787428 w 4641785"/>
              <a:gd name="connsiteY15911" fmla="*/ 3508779 h 5274332"/>
              <a:gd name="connsiteX15912" fmla="*/ 784638 w 4641785"/>
              <a:gd name="connsiteY15912" fmla="*/ 3502732 h 5274332"/>
              <a:gd name="connsiteX15913" fmla="*/ 785568 w 4641785"/>
              <a:gd name="connsiteY15913" fmla="*/ 3500407 h 5274332"/>
              <a:gd name="connsiteX15914" fmla="*/ 783707 w 4641785"/>
              <a:gd name="connsiteY15914" fmla="*/ 3498081 h 5274332"/>
              <a:gd name="connsiteX15915" fmla="*/ 782312 w 4641785"/>
              <a:gd name="connsiteY15915" fmla="*/ 3494361 h 5274332"/>
              <a:gd name="connsiteX15916" fmla="*/ 785568 w 4641785"/>
              <a:gd name="connsiteY15916" fmla="*/ 3491105 h 5274332"/>
              <a:gd name="connsiteX15917" fmla="*/ 784638 w 4641785"/>
              <a:gd name="connsiteY15917" fmla="*/ 3485988 h 5274332"/>
              <a:gd name="connsiteX15918" fmla="*/ 781847 w 4641785"/>
              <a:gd name="connsiteY15918" fmla="*/ 3478081 h 5274332"/>
              <a:gd name="connsiteX15919" fmla="*/ 779521 w 4641785"/>
              <a:gd name="connsiteY15919" fmla="*/ 3473896 h 5274332"/>
              <a:gd name="connsiteX15920" fmla="*/ 777196 w 4641785"/>
              <a:gd name="connsiteY15920" fmla="*/ 3464128 h 5274332"/>
              <a:gd name="connsiteX15921" fmla="*/ 775800 w 4641785"/>
              <a:gd name="connsiteY15921" fmla="*/ 3460872 h 5274332"/>
              <a:gd name="connsiteX15922" fmla="*/ 773010 w 4641785"/>
              <a:gd name="connsiteY15922" fmla="*/ 3459012 h 5274332"/>
              <a:gd name="connsiteX15923" fmla="*/ 772545 w 4641785"/>
              <a:gd name="connsiteY15923" fmla="*/ 3453896 h 5274332"/>
              <a:gd name="connsiteX15924" fmla="*/ 768824 w 4641785"/>
              <a:gd name="connsiteY15924" fmla="*/ 3451570 h 5274332"/>
              <a:gd name="connsiteX15925" fmla="*/ 768824 w 4641785"/>
              <a:gd name="connsiteY15925" fmla="*/ 3447850 h 5274332"/>
              <a:gd name="connsiteX15926" fmla="*/ 770684 w 4641785"/>
              <a:gd name="connsiteY15926" fmla="*/ 3445989 h 5274332"/>
              <a:gd name="connsiteX15927" fmla="*/ 767894 w 4641785"/>
              <a:gd name="connsiteY15927" fmla="*/ 3444128 h 5274332"/>
              <a:gd name="connsiteX15928" fmla="*/ 765103 w 4641785"/>
              <a:gd name="connsiteY15928" fmla="*/ 3439943 h 5274332"/>
              <a:gd name="connsiteX15929" fmla="*/ 766499 w 4641785"/>
              <a:gd name="connsiteY15929" fmla="*/ 3436221 h 5274332"/>
              <a:gd name="connsiteX15930" fmla="*/ 765103 w 4641785"/>
              <a:gd name="connsiteY15930" fmla="*/ 3433431 h 5274332"/>
              <a:gd name="connsiteX15931" fmla="*/ 762777 w 4641785"/>
              <a:gd name="connsiteY15931" fmla="*/ 3432966 h 5274332"/>
              <a:gd name="connsiteX15932" fmla="*/ 763707 w 4641785"/>
              <a:gd name="connsiteY15932" fmla="*/ 3429711 h 5274332"/>
              <a:gd name="connsiteX15933" fmla="*/ 762777 w 4641785"/>
              <a:gd name="connsiteY15933" fmla="*/ 3425989 h 5274332"/>
              <a:gd name="connsiteX15934" fmla="*/ 760917 w 4641785"/>
              <a:gd name="connsiteY15934" fmla="*/ 3424129 h 5274332"/>
              <a:gd name="connsiteX15935" fmla="*/ 759522 w 4641785"/>
              <a:gd name="connsiteY15935" fmla="*/ 3419943 h 5274332"/>
              <a:gd name="connsiteX15936" fmla="*/ 761382 w 4641785"/>
              <a:gd name="connsiteY15936" fmla="*/ 3419478 h 5274332"/>
              <a:gd name="connsiteX15937" fmla="*/ 762312 w 4641785"/>
              <a:gd name="connsiteY15937" fmla="*/ 3415292 h 5274332"/>
              <a:gd name="connsiteX15938" fmla="*/ 761382 w 4641785"/>
              <a:gd name="connsiteY15938" fmla="*/ 3410176 h 5274332"/>
              <a:gd name="connsiteX15939" fmla="*/ 754870 w 4641785"/>
              <a:gd name="connsiteY15939" fmla="*/ 3403199 h 5274332"/>
              <a:gd name="connsiteX15940" fmla="*/ 753941 w 4641785"/>
              <a:gd name="connsiteY15940" fmla="*/ 3395292 h 5274332"/>
              <a:gd name="connsiteX15941" fmla="*/ 755800 w 4641785"/>
              <a:gd name="connsiteY15941" fmla="*/ 3394828 h 5274332"/>
              <a:gd name="connsiteX15942" fmla="*/ 759522 w 4641785"/>
              <a:gd name="connsiteY15942" fmla="*/ 3397153 h 5274332"/>
              <a:gd name="connsiteX15943" fmla="*/ 759987 w 4641785"/>
              <a:gd name="connsiteY15943" fmla="*/ 3400874 h 5274332"/>
              <a:gd name="connsiteX15944" fmla="*/ 764638 w 4641785"/>
              <a:gd name="connsiteY15944" fmla="*/ 3400874 h 5274332"/>
              <a:gd name="connsiteX15945" fmla="*/ 773475 w 4641785"/>
              <a:gd name="connsiteY15945" fmla="*/ 3404130 h 5274332"/>
              <a:gd name="connsiteX15946" fmla="*/ 774405 w 4641785"/>
              <a:gd name="connsiteY15946" fmla="*/ 3396223 h 5274332"/>
              <a:gd name="connsiteX15947" fmla="*/ 769754 w 4641785"/>
              <a:gd name="connsiteY15947" fmla="*/ 3398083 h 5274332"/>
              <a:gd name="connsiteX15948" fmla="*/ 765568 w 4641785"/>
              <a:gd name="connsiteY15948" fmla="*/ 3394828 h 5274332"/>
              <a:gd name="connsiteX15949" fmla="*/ 762777 w 4641785"/>
              <a:gd name="connsiteY15949" fmla="*/ 3396223 h 5274332"/>
              <a:gd name="connsiteX15950" fmla="*/ 761382 w 4641785"/>
              <a:gd name="connsiteY15950" fmla="*/ 3392036 h 5274332"/>
              <a:gd name="connsiteX15951" fmla="*/ 757661 w 4641785"/>
              <a:gd name="connsiteY15951" fmla="*/ 3390177 h 5274332"/>
              <a:gd name="connsiteX15952" fmla="*/ 756731 w 4641785"/>
              <a:gd name="connsiteY15952" fmla="*/ 3386455 h 5274332"/>
              <a:gd name="connsiteX15953" fmla="*/ 753941 w 4641785"/>
              <a:gd name="connsiteY15953" fmla="*/ 3384129 h 5274332"/>
              <a:gd name="connsiteX15954" fmla="*/ 750685 w 4641785"/>
              <a:gd name="connsiteY15954" fmla="*/ 3383199 h 5274332"/>
              <a:gd name="connsiteX15955" fmla="*/ 752080 w 4641785"/>
              <a:gd name="connsiteY15955" fmla="*/ 3379944 h 5274332"/>
              <a:gd name="connsiteX15956" fmla="*/ 752080 w 4641785"/>
              <a:gd name="connsiteY15956" fmla="*/ 3376688 h 5274332"/>
              <a:gd name="connsiteX15957" fmla="*/ 749754 w 4641785"/>
              <a:gd name="connsiteY15957" fmla="*/ 3375758 h 5274332"/>
              <a:gd name="connsiteX15958" fmla="*/ 749289 w 4641785"/>
              <a:gd name="connsiteY15958" fmla="*/ 3368781 h 5274332"/>
              <a:gd name="connsiteX15959" fmla="*/ 747429 w 4641785"/>
              <a:gd name="connsiteY15959" fmla="*/ 3365525 h 5274332"/>
              <a:gd name="connsiteX15960" fmla="*/ 750219 w 4641785"/>
              <a:gd name="connsiteY15960" fmla="*/ 3354363 h 5274332"/>
              <a:gd name="connsiteX15961" fmla="*/ 753010 w 4641785"/>
              <a:gd name="connsiteY15961" fmla="*/ 3352502 h 5274332"/>
              <a:gd name="connsiteX15962" fmla="*/ 751615 w 4641785"/>
              <a:gd name="connsiteY15962" fmla="*/ 3348781 h 5274332"/>
              <a:gd name="connsiteX15963" fmla="*/ 746034 w 4641785"/>
              <a:gd name="connsiteY15963" fmla="*/ 3335293 h 5274332"/>
              <a:gd name="connsiteX15964" fmla="*/ 743708 w 4641785"/>
              <a:gd name="connsiteY15964" fmla="*/ 3335293 h 5274332"/>
              <a:gd name="connsiteX15965" fmla="*/ 741383 w 4641785"/>
              <a:gd name="connsiteY15965" fmla="*/ 3325991 h 5274332"/>
              <a:gd name="connsiteX15966" fmla="*/ 742778 w 4641785"/>
              <a:gd name="connsiteY15966" fmla="*/ 3321805 h 5274332"/>
              <a:gd name="connsiteX15967" fmla="*/ 743243 w 4641785"/>
              <a:gd name="connsiteY15967" fmla="*/ 3315293 h 5274332"/>
              <a:gd name="connsiteX15968" fmla="*/ 742778 w 4641785"/>
              <a:gd name="connsiteY15968" fmla="*/ 3309712 h 5274332"/>
              <a:gd name="connsiteX15969" fmla="*/ 744638 w 4641785"/>
              <a:gd name="connsiteY15969" fmla="*/ 3308317 h 5274332"/>
              <a:gd name="connsiteX15970" fmla="*/ 748359 w 4641785"/>
              <a:gd name="connsiteY15970" fmla="*/ 3307852 h 5274332"/>
              <a:gd name="connsiteX15971" fmla="*/ 751149 w 4641785"/>
              <a:gd name="connsiteY15971" fmla="*/ 3309712 h 5274332"/>
              <a:gd name="connsiteX15972" fmla="*/ 755336 w 4641785"/>
              <a:gd name="connsiteY15972" fmla="*/ 3303666 h 5274332"/>
              <a:gd name="connsiteX15973" fmla="*/ 757661 w 4641785"/>
              <a:gd name="connsiteY15973" fmla="*/ 3308317 h 5274332"/>
              <a:gd name="connsiteX15974" fmla="*/ 759987 w 4641785"/>
              <a:gd name="connsiteY15974" fmla="*/ 3310178 h 5274332"/>
              <a:gd name="connsiteX15975" fmla="*/ 761382 w 4641785"/>
              <a:gd name="connsiteY15975" fmla="*/ 3306922 h 5274332"/>
              <a:gd name="connsiteX15976" fmla="*/ 760917 w 4641785"/>
              <a:gd name="connsiteY15976" fmla="*/ 3297620 h 5274332"/>
              <a:gd name="connsiteX15977" fmla="*/ 755336 w 4641785"/>
              <a:gd name="connsiteY15977" fmla="*/ 3300876 h 5274332"/>
              <a:gd name="connsiteX15978" fmla="*/ 752545 w 4641785"/>
              <a:gd name="connsiteY15978" fmla="*/ 3299945 h 5274332"/>
              <a:gd name="connsiteX15979" fmla="*/ 749754 w 4641785"/>
              <a:gd name="connsiteY15979" fmla="*/ 3293898 h 5274332"/>
              <a:gd name="connsiteX15980" fmla="*/ 749754 w 4641785"/>
              <a:gd name="connsiteY15980" fmla="*/ 3291108 h 5274332"/>
              <a:gd name="connsiteX15981" fmla="*/ 752080 w 4641785"/>
              <a:gd name="connsiteY15981" fmla="*/ 3289713 h 5274332"/>
              <a:gd name="connsiteX15982" fmla="*/ 757661 w 4641785"/>
              <a:gd name="connsiteY15982" fmla="*/ 3290178 h 5274332"/>
              <a:gd name="connsiteX15983" fmla="*/ 758126 w 4641785"/>
              <a:gd name="connsiteY15983" fmla="*/ 3288317 h 5274332"/>
              <a:gd name="connsiteX15984" fmla="*/ 754870 w 4641785"/>
              <a:gd name="connsiteY15984" fmla="*/ 3283666 h 5274332"/>
              <a:gd name="connsiteX15985" fmla="*/ 757196 w 4641785"/>
              <a:gd name="connsiteY15985" fmla="*/ 3280876 h 5274332"/>
              <a:gd name="connsiteX15986" fmla="*/ 764638 w 4641785"/>
              <a:gd name="connsiteY15986" fmla="*/ 3279480 h 5274332"/>
              <a:gd name="connsiteX15987" fmla="*/ 766963 w 4641785"/>
              <a:gd name="connsiteY15987" fmla="*/ 3278085 h 5274332"/>
              <a:gd name="connsiteX15988" fmla="*/ 764638 w 4641785"/>
              <a:gd name="connsiteY15988" fmla="*/ 3272969 h 5274332"/>
              <a:gd name="connsiteX15989" fmla="*/ 765103 w 4641785"/>
              <a:gd name="connsiteY15989" fmla="*/ 3269713 h 5274332"/>
              <a:gd name="connsiteX15990" fmla="*/ 763243 w 4641785"/>
              <a:gd name="connsiteY15990" fmla="*/ 3265062 h 5274332"/>
              <a:gd name="connsiteX15991" fmla="*/ 758592 w 4641785"/>
              <a:gd name="connsiteY15991" fmla="*/ 3265062 h 5274332"/>
              <a:gd name="connsiteX15992" fmla="*/ 757196 w 4641785"/>
              <a:gd name="connsiteY15992" fmla="*/ 3270178 h 5274332"/>
              <a:gd name="connsiteX15993" fmla="*/ 751149 w 4641785"/>
              <a:gd name="connsiteY15993" fmla="*/ 3274829 h 5274332"/>
              <a:gd name="connsiteX15994" fmla="*/ 742312 w 4641785"/>
              <a:gd name="connsiteY15994" fmla="*/ 3274364 h 5274332"/>
              <a:gd name="connsiteX15995" fmla="*/ 739987 w 4641785"/>
              <a:gd name="connsiteY15995" fmla="*/ 3282736 h 5274332"/>
              <a:gd name="connsiteX15996" fmla="*/ 739522 w 4641785"/>
              <a:gd name="connsiteY15996" fmla="*/ 3286922 h 5274332"/>
              <a:gd name="connsiteX15997" fmla="*/ 737661 w 4641785"/>
              <a:gd name="connsiteY15997" fmla="*/ 3289247 h 5274332"/>
              <a:gd name="connsiteX15998" fmla="*/ 735801 w 4641785"/>
              <a:gd name="connsiteY15998" fmla="*/ 3283201 h 5274332"/>
              <a:gd name="connsiteX15999" fmla="*/ 732546 w 4641785"/>
              <a:gd name="connsiteY15999" fmla="*/ 3281806 h 5274332"/>
              <a:gd name="connsiteX16000" fmla="*/ 734871 w 4641785"/>
              <a:gd name="connsiteY16000" fmla="*/ 3278085 h 5274332"/>
              <a:gd name="connsiteX16001" fmla="*/ 734405 w 4641785"/>
              <a:gd name="connsiteY16001" fmla="*/ 3274364 h 5274332"/>
              <a:gd name="connsiteX16002" fmla="*/ 738127 w 4641785"/>
              <a:gd name="connsiteY16002" fmla="*/ 3270643 h 5274332"/>
              <a:gd name="connsiteX16003" fmla="*/ 738592 w 4641785"/>
              <a:gd name="connsiteY16003" fmla="*/ 3267387 h 5274332"/>
              <a:gd name="connsiteX16004" fmla="*/ 736266 w 4641785"/>
              <a:gd name="connsiteY16004" fmla="*/ 3265992 h 5274332"/>
              <a:gd name="connsiteX16005" fmla="*/ 736731 w 4641785"/>
              <a:gd name="connsiteY16005" fmla="*/ 3259016 h 5274332"/>
              <a:gd name="connsiteX16006" fmla="*/ 735336 w 4641785"/>
              <a:gd name="connsiteY16006" fmla="*/ 3253899 h 5274332"/>
              <a:gd name="connsiteX16007" fmla="*/ 730685 w 4641785"/>
              <a:gd name="connsiteY16007" fmla="*/ 3249713 h 5274332"/>
              <a:gd name="connsiteX16008" fmla="*/ 730220 w 4641785"/>
              <a:gd name="connsiteY16008" fmla="*/ 3247388 h 5274332"/>
              <a:gd name="connsiteX16009" fmla="*/ 732080 w 4641785"/>
              <a:gd name="connsiteY16009" fmla="*/ 3245062 h 5274332"/>
              <a:gd name="connsiteX16010" fmla="*/ 732080 w 4641785"/>
              <a:gd name="connsiteY16010" fmla="*/ 3241342 h 5274332"/>
              <a:gd name="connsiteX16011" fmla="*/ 728824 w 4641785"/>
              <a:gd name="connsiteY16011" fmla="*/ 3237621 h 5274332"/>
              <a:gd name="connsiteX16012" fmla="*/ 729754 w 4641785"/>
              <a:gd name="connsiteY16012" fmla="*/ 3232504 h 5274332"/>
              <a:gd name="connsiteX16013" fmla="*/ 730220 w 4641785"/>
              <a:gd name="connsiteY16013" fmla="*/ 3224133 h 5274332"/>
              <a:gd name="connsiteX16014" fmla="*/ 732546 w 4641785"/>
              <a:gd name="connsiteY16014" fmla="*/ 3219016 h 5274332"/>
              <a:gd name="connsiteX16015" fmla="*/ 725569 w 4641785"/>
              <a:gd name="connsiteY16015" fmla="*/ 3211574 h 5274332"/>
              <a:gd name="connsiteX16016" fmla="*/ 726034 w 4641785"/>
              <a:gd name="connsiteY16016" fmla="*/ 3205063 h 5274332"/>
              <a:gd name="connsiteX16017" fmla="*/ 723708 w 4641785"/>
              <a:gd name="connsiteY16017" fmla="*/ 3197156 h 5274332"/>
              <a:gd name="connsiteX16018" fmla="*/ 729290 w 4641785"/>
              <a:gd name="connsiteY16018" fmla="*/ 3192039 h 5274332"/>
              <a:gd name="connsiteX16019" fmla="*/ 723243 w 4641785"/>
              <a:gd name="connsiteY16019" fmla="*/ 3187854 h 5274332"/>
              <a:gd name="connsiteX16020" fmla="*/ 721383 w 4641785"/>
              <a:gd name="connsiteY16020" fmla="*/ 3185993 h 5274332"/>
              <a:gd name="connsiteX16021" fmla="*/ 718592 w 4641785"/>
              <a:gd name="connsiteY16021" fmla="*/ 3174366 h 5274332"/>
              <a:gd name="connsiteX16022" fmla="*/ 721383 w 4641785"/>
              <a:gd name="connsiteY16022" fmla="*/ 3173900 h 5274332"/>
              <a:gd name="connsiteX16023" fmla="*/ 720917 w 4641785"/>
              <a:gd name="connsiteY16023" fmla="*/ 3169715 h 5274332"/>
              <a:gd name="connsiteX16024" fmla="*/ 719057 w 4641785"/>
              <a:gd name="connsiteY16024" fmla="*/ 3166924 h 5274332"/>
              <a:gd name="connsiteX16025" fmla="*/ 717662 w 4641785"/>
              <a:gd name="connsiteY16025" fmla="*/ 3160412 h 5274332"/>
              <a:gd name="connsiteX16026" fmla="*/ 718127 w 4641785"/>
              <a:gd name="connsiteY16026" fmla="*/ 3155761 h 5274332"/>
              <a:gd name="connsiteX16027" fmla="*/ 714406 w 4641785"/>
              <a:gd name="connsiteY16027" fmla="*/ 3148785 h 5274332"/>
              <a:gd name="connsiteX16028" fmla="*/ 714406 w 4641785"/>
              <a:gd name="connsiteY16028" fmla="*/ 3140878 h 5274332"/>
              <a:gd name="connsiteX16029" fmla="*/ 713476 w 4641785"/>
              <a:gd name="connsiteY16029" fmla="*/ 3137622 h 5274332"/>
              <a:gd name="connsiteX16030" fmla="*/ 709290 w 4641785"/>
              <a:gd name="connsiteY16030" fmla="*/ 3135296 h 5274332"/>
              <a:gd name="connsiteX16031" fmla="*/ 708825 w 4641785"/>
              <a:gd name="connsiteY16031" fmla="*/ 3130181 h 5274332"/>
              <a:gd name="connsiteX16032" fmla="*/ 711615 w 4641785"/>
              <a:gd name="connsiteY16032" fmla="*/ 3131576 h 5274332"/>
              <a:gd name="connsiteX16033" fmla="*/ 713476 w 4641785"/>
              <a:gd name="connsiteY16033" fmla="*/ 3129250 h 5274332"/>
              <a:gd name="connsiteX16034" fmla="*/ 713941 w 4641785"/>
              <a:gd name="connsiteY16034" fmla="*/ 3124599 h 5274332"/>
              <a:gd name="connsiteX16035" fmla="*/ 713011 w 4641785"/>
              <a:gd name="connsiteY16035" fmla="*/ 3119948 h 5274332"/>
              <a:gd name="connsiteX16036" fmla="*/ 711150 w 4641785"/>
              <a:gd name="connsiteY16036" fmla="*/ 3117157 h 5274332"/>
              <a:gd name="connsiteX16037" fmla="*/ 714871 w 4641785"/>
              <a:gd name="connsiteY16037" fmla="*/ 3113437 h 5274332"/>
              <a:gd name="connsiteX16038" fmla="*/ 719057 w 4641785"/>
              <a:gd name="connsiteY16038" fmla="*/ 3110645 h 5274332"/>
              <a:gd name="connsiteX16039" fmla="*/ 719988 w 4641785"/>
              <a:gd name="connsiteY16039" fmla="*/ 3108320 h 5274332"/>
              <a:gd name="connsiteX16040" fmla="*/ 719057 w 4641785"/>
              <a:gd name="connsiteY16040" fmla="*/ 3099483 h 5274332"/>
              <a:gd name="connsiteX16041" fmla="*/ 718127 w 4641785"/>
              <a:gd name="connsiteY16041" fmla="*/ 3094832 h 5274332"/>
              <a:gd name="connsiteX16042" fmla="*/ 720917 w 4641785"/>
              <a:gd name="connsiteY16042" fmla="*/ 3092506 h 5274332"/>
              <a:gd name="connsiteX16043" fmla="*/ 722778 w 4641785"/>
              <a:gd name="connsiteY16043" fmla="*/ 3086925 h 5274332"/>
              <a:gd name="connsiteX16044" fmla="*/ 722778 w 4641785"/>
              <a:gd name="connsiteY16044" fmla="*/ 3083204 h 5274332"/>
              <a:gd name="connsiteX16045" fmla="*/ 722779 w 4641785"/>
              <a:gd name="connsiteY16045" fmla="*/ 3083204 h 5274332"/>
              <a:gd name="connsiteX16046" fmla="*/ 724175 w 4641785"/>
              <a:gd name="connsiteY16046" fmla="*/ 3072506 h 5274332"/>
              <a:gd name="connsiteX16047" fmla="*/ 723709 w 4641785"/>
              <a:gd name="connsiteY16047" fmla="*/ 3067390 h 5274332"/>
              <a:gd name="connsiteX16048" fmla="*/ 725570 w 4641785"/>
              <a:gd name="connsiteY16048" fmla="*/ 3056693 h 5274332"/>
              <a:gd name="connsiteX16049" fmla="*/ 728360 w 4641785"/>
              <a:gd name="connsiteY16049" fmla="*/ 3054832 h 5274332"/>
              <a:gd name="connsiteX16050" fmla="*/ 728826 w 4641785"/>
              <a:gd name="connsiteY16050" fmla="*/ 3049716 h 5274332"/>
              <a:gd name="connsiteX16051" fmla="*/ 730686 w 4641785"/>
              <a:gd name="connsiteY16051" fmla="*/ 3046925 h 5274332"/>
              <a:gd name="connsiteX16052" fmla="*/ 733476 w 4641785"/>
              <a:gd name="connsiteY16052" fmla="*/ 3046460 h 5274332"/>
              <a:gd name="connsiteX16053" fmla="*/ 735802 w 4641785"/>
              <a:gd name="connsiteY16053" fmla="*/ 3043669 h 5274332"/>
              <a:gd name="connsiteX16054" fmla="*/ 735803 w 4641785"/>
              <a:gd name="connsiteY16054" fmla="*/ 3043670 h 5274332"/>
              <a:gd name="connsiteX16055" fmla="*/ 736732 w 4641785"/>
              <a:gd name="connsiteY16055" fmla="*/ 3040880 h 5274332"/>
              <a:gd name="connsiteX16056" fmla="*/ 737198 w 4641785"/>
              <a:gd name="connsiteY16056" fmla="*/ 3032973 h 5274332"/>
              <a:gd name="connsiteX16057" fmla="*/ 739524 w 4641785"/>
              <a:gd name="connsiteY16057" fmla="*/ 3028787 h 5274332"/>
              <a:gd name="connsiteX16058" fmla="*/ 742776 w 4641785"/>
              <a:gd name="connsiteY16058" fmla="*/ 3027393 h 5274332"/>
              <a:gd name="connsiteX16059" fmla="*/ 742778 w 4641785"/>
              <a:gd name="connsiteY16059" fmla="*/ 3027391 h 5274332"/>
              <a:gd name="connsiteX16060" fmla="*/ 742314 w 4641785"/>
              <a:gd name="connsiteY16060" fmla="*/ 3025530 h 5274332"/>
              <a:gd name="connsiteX16061" fmla="*/ 746034 w 4641785"/>
              <a:gd name="connsiteY16061" fmla="*/ 3021810 h 5274332"/>
              <a:gd name="connsiteX16062" fmla="*/ 746500 w 4641785"/>
              <a:gd name="connsiteY16062" fmla="*/ 3012508 h 5274332"/>
              <a:gd name="connsiteX16063" fmla="*/ 747895 w 4641785"/>
              <a:gd name="connsiteY16063" fmla="*/ 3006926 h 5274332"/>
              <a:gd name="connsiteX16064" fmla="*/ 746500 w 4641785"/>
              <a:gd name="connsiteY16064" fmla="*/ 2997624 h 5274332"/>
              <a:gd name="connsiteX16065" fmla="*/ 744639 w 4641785"/>
              <a:gd name="connsiteY16065" fmla="*/ 2996229 h 5274332"/>
              <a:gd name="connsiteX16066" fmla="*/ 741383 w 4641785"/>
              <a:gd name="connsiteY16066" fmla="*/ 2984136 h 5274332"/>
              <a:gd name="connsiteX16067" fmla="*/ 741848 w 4641785"/>
              <a:gd name="connsiteY16067" fmla="*/ 2981810 h 5274332"/>
              <a:gd name="connsiteX16068" fmla="*/ 745570 w 4641785"/>
              <a:gd name="connsiteY16068" fmla="*/ 2981345 h 5274332"/>
              <a:gd name="connsiteX16069" fmla="*/ 738127 w 4641785"/>
              <a:gd name="connsiteY16069" fmla="*/ 2973904 h 5274332"/>
              <a:gd name="connsiteX16070" fmla="*/ 738593 w 4641785"/>
              <a:gd name="connsiteY16070" fmla="*/ 2971112 h 5274332"/>
              <a:gd name="connsiteX16071" fmla="*/ 731151 w 4641785"/>
              <a:gd name="connsiteY16071" fmla="*/ 2954369 h 5274332"/>
              <a:gd name="connsiteX16072" fmla="*/ 730221 w 4641785"/>
              <a:gd name="connsiteY16072" fmla="*/ 2950183 h 5274332"/>
              <a:gd name="connsiteX16073" fmla="*/ 725105 w 4641785"/>
              <a:gd name="connsiteY16073" fmla="*/ 2946462 h 5274332"/>
              <a:gd name="connsiteX16074" fmla="*/ 722779 w 4641785"/>
              <a:gd name="connsiteY16074" fmla="*/ 2939485 h 5274332"/>
              <a:gd name="connsiteX16075" fmla="*/ 720453 w 4641785"/>
              <a:gd name="connsiteY16075" fmla="*/ 2930648 h 5274332"/>
              <a:gd name="connsiteX16076" fmla="*/ 725105 w 4641785"/>
              <a:gd name="connsiteY16076" fmla="*/ 2925997 h 5274332"/>
              <a:gd name="connsiteX16077" fmla="*/ 717663 w 4641785"/>
              <a:gd name="connsiteY16077" fmla="*/ 2924137 h 5274332"/>
              <a:gd name="connsiteX16078" fmla="*/ 716732 w 4641785"/>
              <a:gd name="connsiteY16078" fmla="*/ 2919486 h 5274332"/>
              <a:gd name="connsiteX16079" fmla="*/ 717663 w 4641785"/>
              <a:gd name="connsiteY16079" fmla="*/ 2914835 h 5274332"/>
              <a:gd name="connsiteX16080" fmla="*/ 719058 w 4641785"/>
              <a:gd name="connsiteY16080" fmla="*/ 2912974 h 5274332"/>
              <a:gd name="connsiteX16081" fmla="*/ 713476 w 4641785"/>
              <a:gd name="connsiteY16081" fmla="*/ 2909718 h 5274332"/>
              <a:gd name="connsiteX16082" fmla="*/ 711151 w 4641785"/>
              <a:gd name="connsiteY16082" fmla="*/ 2910649 h 5274332"/>
              <a:gd name="connsiteX16083" fmla="*/ 710221 w 4641785"/>
              <a:gd name="connsiteY16083" fmla="*/ 2912974 h 5274332"/>
              <a:gd name="connsiteX16084" fmla="*/ 710221 w 4641785"/>
              <a:gd name="connsiteY16084" fmla="*/ 2921812 h 5274332"/>
              <a:gd name="connsiteX16085" fmla="*/ 708826 w 4641785"/>
              <a:gd name="connsiteY16085" fmla="*/ 2923671 h 5274332"/>
              <a:gd name="connsiteX16086" fmla="*/ 705105 w 4641785"/>
              <a:gd name="connsiteY16086" fmla="*/ 2921346 h 5274332"/>
              <a:gd name="connsiteX16087" fmla="*/ 704175 w 4641785"/>
              <a:gd name="connsiteY16087" fmla="*/ 2912509 h 5274332"/>
              <a:gd name="connsiteX16088" fmla="*/ 703710 w 4641785"/>
              <a:gd name="connsiteY16088" fmla="*/ 2898556 h 5274332"/>
              <a:gd name="connsiteX16089" fmla="*/ 700454 w 4641785"/>
              <a:gd name="connsiteY16089" fmla="*/ 2894370 h 5274332"/>
              <a:gd name="connsiteX16090" fmla="*/ 699059 w 4641785"/>
              <a:gd name="connsiteY16090" fmla="*/ 2889254 h 5274332"/>
              <a:gd name="connsiteX16091" fmla="*/ 699524 w 4641785"/>
              <a:gd name="connsiteY16091" fmla="*/ 2883672 h 5274332"/>
              <a:gd name="connsiteX16092" fmla="*/ 704175 w 4641785"/>
              <a:gd name="connsiteY16092" fmla="*/ 2878091 h 5274332"/>
              <a:gd name="connsiteX16093" fmla="*/ 704175 w 4641785"/>
              <a:gd name="connsiteY16093" fmla="*/ 2872975 h 5274332"/>
              <a:gd name="connsiteX16094" fmla="*/ 711151 w 4641785"/>
              <a:gd name="connsiteY16094" fmla="*/ 2864138 h 5274332"/>
              <a:gd name="connsiteX16095" fmla="*/ 708361 w 4641785"/>
              <a:gd name="connsiteY16095" fmla="*/ 2862278 h 5274332"/>
              <a:gd name="connsiteX16096" fmla="*/ 709291 w 4641785"/>
              <a:gd name="connsiteY16096" fmla="*/ 2858091 h 5274332"/>
              <a:gd name="connsiteX16097" fmla="*/ 711151 w 4641785"/>
              <a:gd name="connsiteY16097" fmla="*/ 2854836 h 5274332"/>
              <a:gd name="connsiteX16098" fmla="*/ 712547 w 4641785"/>
              <a:gd name="connsiteY16098" fmla="*/ 2847859 h 5274332"/>
              <a:gd name="connsiteX16099" fmla="*/ 712081 w 4641785"/>
              <a:gd name="connsiteY16099" fmla="*/ 2845069 h 5274332"/>
              <a:gd name="connsiteX16100" fmla="*/ 707431 w 4641785"/>
              <a:gd name="connsiteY16100" fmla="*/ 2850184 h 5274332"/>
              <a:gd name="connsiteX16101" fmla="*/ 705105 w 4641785"/>
              <a:gd name="connsiteY16101" fmla="*/ 2851115 h 5274332"/>
              <a:gd name="connsiteX16102" fmla="*/ 700454 w 4641785"/>
              <a:gd name="connsiteY16102" fmla="*/ 2844138 h 5274332"/>
              <a:gd name="connsiteX16103" fmla="*/ 701849 w 4641785"/>
              <a:gd name="connsiteY16103" fmla="*/ 2838092 h 5274332"/>
              <a:gd name="connsiteX16104" fmla="*/ 705105 w 4641785"/>
              <a:gd name="connsiteY16104" fmla="*/ 2831580 h 5274332"/>
              <a:gd name="connsiteX16105" fmla="*/ 708361 w 4641785"/>
              <a:gd name="connsiteY16105" fmla="*/ 2831580 h 5274332"/>
              <a:gd name="connsiteX16106" fmla="*/ 712081 w 4641785"/>
              <a:gd name="connsiteY16106" fmla="*/ 2829720 h 5274332"/>
              <a:gd name="connsiteX16107" fmla="*/ 717198 w 4641785"/>
              <a:gd name="connsiteY16107" fmla="*/ 2825534 h 5274332"/>
              <a:gd name="connsiteX16108" fmla="*/ 720453 w 4641785"/>
              <a:gd name="connsiteY16108" fmla="*/ 2827860 h 5274332"/>
              <a:gd name="connsiteX16109" fmla="*/ 724175 w 4641785"/>
              <a:gd name="connsiteY16109" fmla="*/ 2827394 h 5274332"/>
              <a:gd name="connsiteX16110" fmla="*/ 724639 w 4641785"/>
              <a:gd name="connsiteY16110" fmla="*/ 2825999 h 5274332"/>
              <a:gd name="connsiteX16111" fmla="*/ 730686 w 4641785"/>
              <a:gd name="connsiteY16111" fmla="*/ 2826929 h 5274332"/>
              <a:gd name="connsiteX16112" fmla="*/ 732081 w 4641785"/>
              <a:gd name="connsiteY16112" fmla="*/ 2824138 h 5274332"/>
              <a:gd name="connsiteX16113" fmla="*/ 726500 w 4641785"/>
              <a:gd name="connsiteY16113" fmla="*/ 2822743 h 5274332"/>
              <a:gd name="connsiteX16114" fmla="*/ 722314 w 4641785"/>
              <a:gd name="connsiteY16114" fmla="*/ 2819022 h 5274332"/>
              <a:gd name="connsiteX16115" fmla="*/ 718593 w 4641785"/>
              <a:gd name="connsiteY16115" fmla="*/ 2820883 h 5274332"/>
              <a:gd name="connsiteX16116" fmla="*/ 700454 w 4641785"/>
              <a:gd name="connsiteY16116" fmla="*/ 2820883 h 5274332"/>
              <a:gd name="connsiteX16117" fmla="*/ 694407 w 4641785"/>
              <a:gd name="connsiteY16117" fmla="*/ 2824138 h 5274332"/>
              <a:gd name="connsiteX16118" fmla="*/ 692547 w 4641785"/>
              <a:gd name="connsiteY16118" fmla="*/ 2824604 h 5274332"/>
              <a:gd name="connsiteX16119" fmla="*/ 688826 w 4641785"/>
              <a:gd name="connsiteY16119" fmla="*/ 2820883 h 5274332"/>
              <a:gd name="connsiteX16120" fmla="*/ 687896 w 4641785"/>
              <a:gd name="connsiteY16120" fmla="*/ 2815302 h 5274332"/>
              <a:gd name="connsiteX16121" fmla="*/ 691617 w 4641785"/>
              <a:gd name="connsiteY16121" fmla="*/ 2810185 h 5274332"/>
              <a:gd name="connsiteX16122" fmla="*/ 691617 w 4641785"/>
              <a:gd name="connsiteY16122" fmla="*/ 2806929 h 5274332"/>
              <a:gd name="connsiteX16123" fmla="*/ 693012 w 4641785"/>
              <a:gd name="connsiteY16123" fmla="*/ 2801348 h 5274332"/>
              <a:gd name="connsiteX16124" fmla="*/ 695803 w 4641785"/>
              <a:gd name="connsiteY16124" fmla="*/ 2796232 h 5274332"/>
              <a:gd name="connsiteX16125" fmla="*/ 690222 w 4641785"/>
              <a:gd name="connsiteY16125" fmla="*/ 2792046 h 5274332"/>
              <a:gd name="connsiteX16126" fmla="*/ 688361 w 4641785"/>
              <a:gd name="connsiteY16126" fmla="*/ 2791581 h 5274332"/>
              <a:gd name="connsiteX16127" fmla="*/ 686035 w 4641785"/>
              <a:gd name="connsiteY16127" fmla="*/ 2783674 h 5274332"/>
              <a:gd name="connsiteX16128" fmla="*/ 685105 w 4641785"/>
              <a:gd name="connsiteY16128" fmla="*/ 2777163 h 5274332"/>
              <a:gd name="connsiteX16129" fmla="*/ 686035 w 4641785"/>
              <a:gd name="connsiteY16129" fmla="*/ 2766931 h 5274332"/>
              <a:gd name="connsiteX16130" fmla="*/ 687896 w 4641785"/>
              <a:gd name="connsiteY16130" fmla="*/ 2760884 h 5274332"/>
              <a:gd name="connsiteX16131" fmla="*/ 689291 w 4641785"/>
              <a:gd name="connsiteY16131" fmla="*/ 2752977 h 5274332"/>
              <a:gd name="connsiteX16132" fmla="*/ 692547 w 4641785"/>
              <a:gd name="connsiteY16132" fmla="*/ 2739954 h 5274332"/>
              <a:gd name="connsiteX16133" fmla="*/ 695803 w 4641785"/>
              <a:gd name="connsiteY16133" fmla="*/ 2733908 h 5274332"/>
              <a:gd name="connsiteX16134" fmla="*/ 698129 w 4641785"/>
              <a:gd name="connsiteY16134" fmla="*/ 2731582 h 5274332"/>
              <a:gd name="connsiteX16135" fmla="*/ 702780 w 4641785"/>
              <a:gd name="connsiteY16135" fmla="*/ 2728791 h 5274332"/>
              <a:gd name="connsiteX16136" fmla="*/ 708361 w 4641785"/>
              <a:gd name="connsiteY16136" fmla="*/ 2728791 h 5274332"/>
              <a:gd name="connsiteX16137" fmla="*/ 716732 w 4641785"/>
              <a:gd name="connsiteY16137" fmla="*/ 2734373 h 5274332"/>
              <a:gd name="connsiteX16138" fmla="*/ 726034 w 4641785"/>
              <a:gd name="connsiteY16138" fmla="*/ 2735768 h 5274332"/>
              <a:gd name="connsiteX16139" fmla="*/ 732546 w 4641785"/>
              <a:gd name="connsiteY16139" fmla="*/ 2725535 h 5274332"/>
              <a:gd name="connsiteX16140" fmla="*/ 735337 w 4641785"/>
              <a:gd name="connsiteY16140" fmla="*/ 2723675 h 5274332"/>
              <a:gd name="connsiteX16141" fmla="*/ 743709 w 4641785"/>
              <a:gd name="connsiteY16141" fmla="*/ 2727861 h 5274332"/>
              <a:gd name="connsiteX16142" fmla="*/ 748360 w 4641785"/>
              <a:gd name="connsiteY16142" fmla="*/ 2726001 h 5274332"/>
              <a:gd name="connsiteX16143" fmla="*/ 747429 w 4641785"/>
              <a:gd name="connsiteY16143" fmla="*/ 2723675 h 5274332"/>
              <a:gd name="connsiteX16144" fmla="*/ 743244 w 4641785"/>
              <a:gd name="connsiteY16144" fmla="*/ 2724605 h 5274332"/>
              <a:gd name="connsiteX16145" fmla="*/ 739523 w 4641785"/>
              <a:gd name="connsiteY16145" fmla="*/ 2717629 h 5274332"/>
              <a:gd name="connsiteX16146" fmla="*/ 734407 w 4641785"/>
              <a:gd name="connsiteY16146" fmla="*/ 2720420 h 5274332"/>
              <a:gd name="connsiteX16147" fmla="*/ 726034 w 4641785"/>
              <a:gd name="connsiteY16147" fmla="*/ 2726466 h 5274332"/>
              <a:gd name="connsiteX16148" fmla="*/ 715337 w 4641785"/>
              <a:gd name="connsiteY16148" fmla="*/ 2725535 h 5274332"/>
              <a:gd name="connsiteX16149" fmla="*/ 710221 w 4641785"/>
              <a:gd name="connsiteY16149" fmla="*/ 2719954 h 5274332"/>
              <a:gd name="connsiteX16150" fmla="*/ 706500 w 4641785"/>
              <a:gd name="connsiteY16150" fmla="*/ 2717164 h 5274332"/>
              <a:gd name="connsiteX16151" fmla="*/ 702314 w 4641785"/>
              <a:gd name="connsiteY16151" fmla="*/ 2718094 h 5274332"/>
              <a:gd name="connsiteX16152" fmla="*/ 696733 w 4641785"/>
              <a:gd name="connsiteY16152" fmla="*/ 2722279 h 5274332"/>
              <a:gd name="connsiteX16153" fmla="*/ 694407 w 4641785"/>
              <a:gd name="connsiteY16153" fmla="*/ 2721815 h 5274332"/>
              <a:gd name="connsiteX16154" fmla="*/ 692081 w 4641785"/>
              <a:gd name="connsiteY16154" fmla="*/ 2724140 h 5274332"/>
              <a:gd name="connsiteX16155" fmla="*/ 690222 w 4641785"/>
              <a:gd name="connsiteY16155" fmla="*/ 2722745 h 5274332"/>
              <a:gd name="connsiteX16156" fmla="*/ 685571 w 4641785"/>
              <a:gd name="connsiteY16156" fmla="*/ 2726931 h 5274332"/>
              <a:gd name="connsiteX16157" fmla="*/ 682780 w 4641785"/>
              <a:gd name="connsiteY16157" fmla="*/ 2732047 h 5274332"/>
              <a:gd name="connsiteX16158" fmla="*/ 680919 w 4641785"/>
              <a:gd name="connsiteY16158" fmla="*/ 2731582 h 5274332"/>
              <a:gd name="connsiteX16159" fmla="*/ 683710 w 4641785"/>
              <a:gd name="connsiteY16159" fmla="*/ 2724605 h 5274332"/>
              <a:gd name="connsiteX16160" fmla="*/ 680454 w 4641785"/>
              <a:gd name="connsiteY16160" fmla="*/ 2724605 h 5274332"/>
              <a:gd name="connsiteX16161" fmla="*/ 674408 w 4641785"/>
              <a:gd name="connsiteY16161" fmla="*/ 2714373 h 5274332"/>
              <a:gd name="connsiteX16162" fmla="*/ 666966 w 4641785"/>
              <a:gd name="connsiteY16162" fmla="*/ 2712513 h 5274332"/>
              <a:gd name="connsiteX16163" fmla="*/ 669291 w 4641785"/>
              <a:gd name="connsiteY16163" fmla="*/ 2709722 h 5274332"/>
              <a:gd name="connsiteX16164" fmla="*/ 669757 w 4641785"/>
              <a:gd name="connsiteY16164" fmla="*/ 2705536 h 5274332"/>
              <a:gd name="connsiteX16165" fmla="*/ 665571 w 4641785"/>
              <a:gd name="connsiteY16165" fmla="*/ 2708327 h 5274332"/>
              <a:gd name="connsiteX16166" fmla="*/ 664640 w 4641785"/>
              <a:gd name="connsiteY16166" fmla="*/ 2711583 h 5274332"/>
              <a:gd name="connsiteX16167" fmla="*/ 666966 w 4641785"/>
              <a:gd name="connsiteY16167" fmla="*/ 2714838 h 5274332"/>
              <a:gd name="connsiteX16168" fmla="*/ 670687 w 4641785"/>
              <a:gd name="connsiteY16168" fmla="*/ 2714838 h 5274332"/>
              <a:gd name="connsiteX16169" fmla="*/ 671617 w 4641785"/>
              <a:gd name="connsiteY16169" fmla="*/ 2717164 h 5274332"/>
              <a:gd name="connsiteX16170" fmla="*/ 671152 w 4641785"/>
              <a:gd name="connsiteY16170" fmla="*/ 2723210 h 5274332"/>
              <a:gd name="connsiteX16171" fmla="*/ 671617 w 4641785"/>
              <a:gd name="connsiteY16171" fmla="*/ 2726931 h 5274332"/>
              <a:gd name="connsiteX16172" fmla="*/ 669291 w 4641785"/>
              <a:gd name="connsiteY16172" fmla="*/ 2731582 h 5274332"/>
              <a:gd name="connsiteX16173" fmla="*/ 665105 w 4641785"/>
              <a:gd name="connsiteY16173" fmla="*/ 2726001 h 5274332"/>
              <a:gd name="connsiteX16174" fmla="*/ 662780 w 4641785"/>
              <a:gd name="connsiteY16174" fmla="*/ 2727396 h 5274332"/>
              <a:gd name="connsiteX16175" fmla="*/ 663710 w 4641785"/>
              <a:gd name="connsiteY16175" fmla="*/ 2731582 h 5274332"/>
              <a:gd name="connsiteX16176" fmla="*/ 667431 w 4641785"/>
              <a:gd name="connsiteY16176" fmla="*/ 2734373 h 5274332"/>
              <a:gd name="connsiteX16177" fmla="*/ 666966 w 4641785"/>
              <a:gd name="connsiteY16177" fmla="*/ 2738559 h 5274332"/>
              <a:gd name="connsiteX16178" fmla="*/ 662315 w 4641785"/>
              <a:gd name="connsiteY16178" fmla="*/ 2735768 h 5274332"/>
              <a:gd name="connsiteX16179" fmla="*/ 662315 w 4641785"/>
              <a:gd name="connsiteY16179" fmla="*/ 2739954 h 5274332"/>
              <a:gd name="connsiteX16180" fmla="*/ 659989 w 4641785"/>
              <a:gd name="connsiteY16180" fmla="*/ 2742744 h 5274332"/>
              <a:gd name="connsiteX16181" fmla="*/ 656733 w 4641785"/>
              <a:gd name="connsiteY16181" fmla="*/ 2743675 h 5274332"/>
              <a:gd name="connsiteX16182" fmla="*/ 654408 w 4641785"/>
              <a:gd name="connsiteY16182" fmla="*/ 2751117 h 5274332"/>
              <a:gd name="connsiteX16183" fmla="*/ 653478 w 4641785"/>
              <a:gd name="connsiteY16183" fmla="*/ 2756698 h 5274332"/>
              <a:gd name="connsiteX16184" fmla="*/ 649757 w 4641785"/>
              <a:gd name="connsiteY16184" fmla="*/ 2771582 h 5274332"/>
              <a:gd name="connsiteX16185" fmla="*/ 646966 w 4641785"/>
              <a:gd name="connsiteY16185" fmla="*/ 2772977 h 5274332"/>
              <a:gd name="connsiteX16186" fmla="*/ 646966 w 4641785"/>
              <a:gd name="connsiteY16186" fmla="*/ 2769256 h 5274332"/>
              <a:gd name="connsiteX16187" fmla="*/ 645571 w 4641785"/>
              <a:gd name="connsiteY16187" fmla="*/ 2768326 h 5274332"/>
              <a:gd name="connsiteX16188" fmla="*/ 646966 w 4641785"/>
              <a:gd name="connsiteY16188" fmla="*/ 2762744 h 5274332"/>
              <a:gd name="connsiteX16189" fmla="*/ 644176 w 4641785"/>
              <a:gd name="connsiteY16189" fmla="*/ 2760419 h 5274332"/>
              <a:gd name="connsiteX16190" fmla="*/ 643711 w 4641785"/>
              <a:gd name="connsiteY16190" fmla="*/ 2757163 h 5274332"/>
              <a:gd name="connsiteX16191" fmla="*/ 651152 w 4641785"/>
              <a:gd name="connsiteY16191" fmla="*/ 2753442 h 5274332"/>
              <a:gd name="connsiteX16192" fmla="*/ 653943 w 4641785"/>
              <a:gd name="connsiteY16192" fmla="*/ 2752977 h 5274332"/>
              <a:gd name="connsiteX16193" fmla="*/ 653478 w 4641785"/>
              <a:gd name="connsiteY16193" fmla="*/ 2747861 h 5274332"/>
              <a:gd name="connsiteX16194" fmla="*/ 648827 w 4641785"/>
              <a:gd name="connsiteY16194" fmla="*/ 2750186 h 5274332"/>
              <a:gd name="connsiteX16195" fmla="*/ 649757 w 4641785"/>
              <a:gd name="connsiteY16195" fmla="*/ 2752512 h 5274332"/>
              <a:gd name="connsiteX16196" fmla="*/ 643245 w 4641785"/>
              <a:gd name="connsiteY16196" fmla="*/ 2756232 h 5274332"/>
              <a:gd name="connsiteX16197" fmla="*/ 642315 w 4641785"/>
              <a:gd name="connsiteY16197" fmla="*/ 2757628 h 5274332"/>
              <a:gd name="connsiteX16198" fmla="*/ 642315 w 4641785"/>
              <a:gd name="connsiteY16198" fmla="*/ 2765535 h 5274332"/>
              <a:gd name="connsiteX16199" fmla="*/ 640455 w 4641785"/>
              <a:gd name="connsiteY16199" fmla="*/ 2773442 h 5274332"/>
              <a:gd name="connsiteX16200" fmla="*/ 642315 w 4641785"/>
              <a:gd name="connsiteY16200" fmla="*/ 2778558 h 5274332"/>
              <a:gd name="connsiteX16201" fmla="*/ 646036 w 4641785"/>
              <a:gd name="connsiteY16201" fmla="*/ 2784604 h 5274332"/>
              <a:gd name="connsiteX16202" fmla="*/ 646966 w 4641785"/>
              <a:gd name="connsiteY16202" fmla="*/ 2802743 h 5274332"/>
              <a:gd name="connsiteX16203" fmla="*/ 648362 w 4641785"/>
              <a:gd name="connsiteY16203" fmla="*/ 2807395 h 5274332"/>
              <a:gd name="connsiteX16204" fmla="*/ 646501 w 4641785"/>
              <a:gd name="connsiteY16204" fmla="*/ 2813441 h 5274332"/>
              <a:gd name="connsiteX16205" fmla="*/ 649757 w 4641785"/>
              <a:gd name="connsiteY16205" fmla="*/ 2819022 h 5274332"/>
              <a:gd name="connsiteX16206" fmla="*/ 650687 w 4641785"/>
              <a:gd name="connsiteY16206" fmla="*/ 2823208 h 5274332"/>
              <a:gd name="connsiteX16207" fmla="*/ 653478 w 4641785"/>
              <a:gd name="connsiteY16207" fmla="*/ 2826929 h 5274332"/>
              <a:gd name="connsiteX16208" fmla="*/ 653943 w 4641785"/>
              <a:gd name="connsiteY16208" fmla="*/ 2829720 h 5274332"/>
              <a:gd name="connsiteX16209" fmla="*/ 647896 w 4641785"/>
              <a:gd name="connsiteY16209" fmla="*/ 2839022 h 5274332"/>
              <a:gd name="connsiteX16210" fmla="*/ 647432 w 4641785"/>
              <a:gd name="connsiteY16210" fmla="*/ 2844603 h 5274332"/>
              <a:gd name="connsiteX16211" fmla="*/ 646036 w 4641785"/>
              <a:gd name="connsiteY16211" fmla="*/ 2851115 h 5274332"/>
              <a:gd name="connsiteX16212" fmla="*/ 642781 w 4641785"/>
              <a:gd name="connsiteY16212" fmla="*/ 2859022 h 5274332"/>
              <a:gd name="connsiteX16213" fmla="*/ 637664 w 4641785"/>
              <a:gd name="connsiteY16213" fmla="*/ 2865533 h 5274332"/>
              <a:gd name="connsiteX16214" fmla="*/ 632548 w 4641785"/>
              <a:gd name="connsiteY16214" fmla="*/ 2870184 h 5274332"/>
              <a:gd name="connsiteX16215" fmla="*/ 632082 w 4641785"/>
              <a:gd name="connsiteY16215" fmla="*/ 2872510 h 5274332"/>
              <a:gd name="connsiteX16216" fmla="*/ 626036 w 4641785"/>
              <a:gd name="connsiteY16216" fmla="*/ 2879486 h 5274332"/>
              <a:gd name="connsiteX16217" fmla="*/ 622781 w 4641785"/>
              <a:gd name="connsiteY16217" fmla="*/ 2885533 h 5274332"/>
              <a:gd name="connsiteX16218" fmla="*/ 623245 w 4641785"/>
              <a:gd name="connsiteY16218" fmla="*/ 2887859 h 5274332"/>
              <a:gd name="connsiteX16219" fmla="*/ 618594 w 4641785"/>
              <a:gd name="connsiteY16219" fmla="*/ 2894835 h 5274332"/>
              <a:gd name="connsiteX16220" fmla="*/ 619525 w 4641785"/>
              <a:gd name="connsiteY16220" fmla="*/ 2897625 h 5274332"/>
              <a:gd name="connsiteX16221" fmla="*/ 623245 w 4641785"/>
              <a:gd name="connsiteY16221" fmla="*/ 2899486 h 5274332"/>
              <a:gd name="connsiteX16222" fmla="*/ 623711 w 4641785"/>
              <a:gd name="connsiteY16222" fmla="*/ 2902276 h 5274332"/>
              <a:gd name="connsiteX16223" fmla="*/ 619060 w 4641785"/>
              <a:gd name="connsiteY16223" fmla="*/ 2904137 h 5274332"/>
              <a:gd name="connsiteX16224" fmla="*/ 617199 w 4641785"/>
              <a:gd name="connsiteY16224" fmla="*/ 2906463 h 5274332"/>
              <a:gd name="connsiteX16225" fmla="*/ 606967 w 4641785"/>
              <a:gd name="connsiteY16225" fmla="*/ 2912044 h 5274332"/>
              <a:gd name="connsiteX16226" fmla="*/ 608828 w 4641785"/>
              <a:gd name="connsiteY16226" fmla="*/ 2905998 h 5274332"/>
              <a:gd name="connsiteX16227" fmla="*/ 603246 w 4641785"/>
              <a:gd name="connsiteY16227" fmla="*/ 2910183 h 5274332"/>
              <a:gd name="connsiteX16228" fmla="*/ 604176 w 4641785"/>
              <a:gd name="connsiteY16228" fmla="*/ 2912509 h 5274332"/>
              <a:gd name="connsiteX16229" fmla="*/ 597665 w 4641785"/>
              <a:gd name="connsiteY16229" fmla="*/ 2916695 h 5274332"/>
              <a:gd name="connsiteX16230" fmla="*/ 592084 w 4641785"/>
              <a:gd name="connsiteY16230" fmla="*/ 2917625 h 5274332"/>
              <a:gd name="connsiteX16231" fmla="*/ 573014 w 4641785"/>
              <a:gd name="connsiteY16231" fmla="*/ 2926927 h 5274332"/>
              <a:gd name="connsiteX16232" fmla="*/ 571619 w 4641785"/>
              <a:gd name="connsiteY16232" fmla="*/ 2930183 h 5274332"/>
              <a:gd name="connsiteX16233" fmla="*/ 567898 w 4641785"/>
              <a:gd name="connsiteY16233" fmla="*/ 2932974 h 5274332"/>
              <a:gd name="connsiteX16234" fmla="*/ 560921 w 4641785"/>
              <a:gd name="connsiteY16234" fmla="*/ 2932974 h 5274332"/>
              <a:gd name="connsiteX16235" fmla="*/ 554410 w 4641785"/>
              <a:gd name="connsiteY16235" fmla="*/ 2937160 h 5274332"/>
              <a:gd name="connsiteX16236" fmla="*/ 552084 w 4641785"/>
              <a:gd name="connsiteY16236" fmla="*/ 2936695 h 5274332"/>
              <a:gd name="connsiteX16237" fmla="*/ 547898 w 4641785"/>
              <a:gd name="connsiteY16237" fmla="*/ 2938555 h 5274332"/>
              <a:gd name="connsiteX16238" fmla="*/ 547898 w 4641785"/>
              <a:gd name="connsiteY16238" fmla="*/ 2941346 h 5274332"/>
              <a:gd name="connsiteX16239" fmla="*/ 541851 w 4641785"/>
              <a:gd name="connsiteY16239" fmla="*/ 2942741 h 5274332"/>
              <a:gd name="connsiteX16240" fmla="*/ 530689 w 4641785"/>
              <a:gd name="connsiteY16240" fmla="*/ 2946462 h 5274332"/>
              <a:gd name="connsiteX16241" fmla="*/ 528363 w 4641785"/>
              <a:gd name="connsiteY16241" fmla="*/ 2945532 h 5274332"/>
              <a:gd name="connsiteX16242" fmla="*/ 522317 w 4641785"/>
              <a:gd name="connsiteY16242" fmla="*/ 2955299 h 5274332"/>
              <a:gd name="connsiteX16243" fmla="*/ 517666 w 4641785"/>
              <a:gd name="connsiteY16243" fmla="*/ 2956695 h 5274332"/>
              <a:gd name="connsiteX16244" fmla="*/ 516271 w 4641785"/>
              <a:gd name="connsiteY16244" fmla="*/ 2959020 h 5274332"/>
              <a:gd name="connsiteX16245" fmla="*/ 510690 w 4641785"/>
              <a:gd name="connsiteY16245" fmla="*/ 2959020 h 5274332"/>
              <a:gd name="connsiteX16246" fmla="*/ 505573 w 4641785"/>
              <a:gd name="connsiteY16246" fmla="*/ 2961811 h 5274332"/>
              <a:gd name="connsiteX16247" fmla="*/ 497666 w 4641785"/>
              <a:gd name="connsiteY16247" fmla="*/ 2962741 h 5274332"/>
              <a:gd name="connsiteX16248" fmla="*/ 483713 w 4641785"/>
              <a:gd name="connsiteY16248" fmla="*/ 2970182 h 5274332"/>
              <a:gd name="connsiteX16249" fmla="*/ 479993 w 4641785"/>
              <a:gd name="connsiteY16249" fmla="*/ 2970182 h 5274332"/>
              <a:gd name="connsiteX16250" fmla="*/ 478596 w 4641785"/>
              <a:gd name="connsiteY16250" fmla="*/ 2972508 h 5274332"/>
              <a:gd name="connsiteX16251" fmla="*/ 471155 w 4641785"/>
              <a:gd name="connsiteY16251" fmla="*/ 2974368 h 5274332"/>
              <a:gd name="connsiteX16252" fmla="*/ 470225 w 4641785"/>
              <a:gd name="connsiteY16252" fmla="*/ 2978089 h 5274332"/>
              <a:gd name="connsiteX16253" fmla="*/ 464179 w 4641785"/>
              <a:gd name="connsiteY16253" fmla="*/ 2977624 h 5274332"/>
              <a:gd name="connsiteX16254" fmla="*/ 460457 w 4641785"/>
              <a:gd name="connsiteY16254" fmla="*/ 2978089 h 5274332"/>
              <a:gd name="connsiteX16255" fmla="*/ 454411 w 4641785"/>
              <a:gd name="connsiteY16255" fmla="*/ 2982275 h 5274332"/>
              <a:gd name="connsiteX16256" fmla="*/ 452086 w 4641785"/>
              <a:gd name="connsiteY16256" fmla="*/ 2980880 h 5274332"/>
              <a:gd name="connsiteX16257" fmla="*/ 445109 w 4641785"/>
              <a:gd name="connsiteY16257" fmla="*/ 2979950 h 5274332"/>
              <a:gd name="connsiteX16258" fmla="*/ 440458 w 4641785"/>
              <a:gd name="connsiteY16258" fmla="*/ 2982741 h 5274332"/>
              <a:gd name="connsiteX16259" fmla="*/ 438598 w 4641785"/>
              <a:gd name="connsiteY16259" fmla="*/ 2981810 h 5274332"/>
              <a:gd name="connsiteX16260" fmla="*/ 435342 w 4641785"/>
              <a:gd name="connsiteY16260" fmla="*/ 2982275 h 5274332"/>
              <a:gd name="connsiteX16261" fmla="*/ 431621 w 4641785"/>
              <a:gd name="connsiteY16261" fmla="*/ 2983206 h 5274332"/>
              <a:gd name="connsiteX16262" fmla="*/ 429296 w 4641785"/>
              <a:gd name="connsiteY16262" fmla="*/ 2986461 h 5274332"/>
              <a:gd name="connsiteX16263" fmla="*/ 428830 w 4641785"/>
              <a:gd name="connsiteY16263" fmla="*/ 2985996 h 5274332"/>
              <a:gd name="connsiteX16264" fmla="*/ 426504 w 4641785"/>
              <a:gd name="connsiteY16264" fmla="*/ 2985996 h 5274332"/>
              <a:gd name="connsiteX16265" fmla="*/ 426504 w 4641785"/>
              <a:gd name="connsiteY16265" fmla="*/ 2983206 h 5274332"/>
              <a:gd name="connsiteX16266" fmla="*/ 423714 w 4641785"/>
              <a:gd name="connsiteY16266" fmla="*/ 2978555 h 5274332"/>
              <a:gd name="connsiteX16267" fmla="*/ 424645 w 4641785"/>
              <a:gd name="connsiteY16267" fmla="*/ 2973904 h 5274332"/>
              <a:gd name="connsiteX16268" fmla="*/ 424644 w 4641785"/>
              <a:gd name="connsiteY16268" fmla="*/ 2973904 h 5274332"/>
              <a:gd name="connsiteX16269" fmla="*/ 423713 w 4641785"/>
              <a:gd name="connsiteY16269" fmla="*/ 2978555 h 5274332"/>
              <a:gd name="connsiteX16270" fmla="*/ 423713 w 4641785"/>
              <a:gd name="connsiteY16270" fmla="*/ 2979020 h 5274332"/>
              <a:gd name="connsiteX16271" fmla="*/ 423714 w 4641785"/>
              <a:gd name="connsiteY16271" fmla="*/ 2979019 h 5274332"/>
              <a:gd name="connsiteX16272" fmla="*/ 426040 w 4641785"/>
              <a:gd name="connsiteY16272" fmla="*/ 2984601 h 5274332"/>
              <a:gd name="connsiteX16273" fmla="*/ 421389 w 4641785"/>
              <a:gd name="connsiteY16273" fmla="*/ 2982741 h 5274332"/>
              <a:gd name="connsiteX16274" fmla="*/ 422186 w 4641785"/>
              <a:gd name="connsiteY16274" fmla="*/ 2981464 h 5274332"/>
              <a:gd name="connsiteX16275" fmla="*/ 421388 w 4641785"/>
              <a:gd name="connsiteY16275" fmla="*/ 2982741 h 5274332"/>
              <a:gd name="connsiteX16276" fmla="*/ 426039 w 4641785"/>
              <a:gd name="connsiteY16276" fmla="*/ 2984602 h 5274332"/>
              <a:gd name="connsiteX16277" fmla="*/ 426039 w 4641785"/>
              <a:gd name="connsiteY16277" fmla="*/ 2986928 h 5274332"/>
              <a:gd name="connsiteX16278" fmla="*/ 420923 w 4641785"/>
              <a:gd name="connsiteY16278" fmla="*/ 2986928 h 5274332"/>
              <a:gd name="connsiteX16279" fmla="*/ 417202 w 4641785"/>
              <a:gd name="connsiteY16279" fmla="*/ 2985067 h 5274332"/>
              <a:gd name="connsiteX16280" fmla="*/ 415806 w 4641785"/>
              <a:gd name="connsiteY16280" fmla="*/ 2985997 h 5274332"/>
              <a:gd name="connsiteX16281" fmla="*/ 408365 w 4641785"/>
              <a:gd name="connsiteY16281" fmla="*/ 2983672 h 5274332"/>
              <a:gd name="connsiteX16282" fmla="*/ 406040 w 4641785"/>
              <a:gd name="connsiteY16282" fmla="*/ 2984136 h 5274332"/>
              <a:gd name="connsiteX16283" fmla="*/ 396737 w 4641785"/>
              <a:gd name="connsiteY16283" fmla="*/ 2979485 h 5274332"/>
              <a:gd name="connsiteX16284" fmla="*/ 395342 w 4641785"/>
              <a:gd name="connsiteY16284" fmla="*/ 2976230 h 5274332"/>
              <a:gd name="connsiteX16285" fmla="*/ 395342 w 4641785"/>
              <a:gd name="connsiteY16285" fmla="*/ 2976230 h 5274332"/>
              <a:gd name="connsiteX16286" fmla="*/ 394412 w 4641785"/>
              <a:gd name="connsiteY16286" fmla="*/ 2977159 h 5274332"/>
              <a:gd name="connsiteX16287" fmla="*/ 390226 w 4641785"/>
              <a:gd name="connsiteY16287" fmla="*/ 2977159 h 5274332"/>
              <a:gd name="connsiteX16288" fmla="*/ 380924 w 4641785"/>
              <a:gd name="connsiteY16288" fmla="*/ 2973904 h 5274332"/>
              <a:gd name="connsiteX16289" fmla="*/ 375343 w 4641785"/>
              <a:gd name="connsiteY16289" fmla="*/ 2970182 h 5274332"/>
              <a:gd name="connsiteX16290" fmla="*/ 373948 w 4641785"/>
              <a:gd name="connsiteY16290" fmla="*/ 2970648 h 5274332"/>
              <a:gd name="connsiteX16291" fmla="*/ 367436 w 4641785"/>
              <a:gd name="connsiteY16291" fmla="*/ 2966927 h 5274332"/>
              <a:gd name="connsiteX16292" fmla="*/ 357668 w 4641785"/>
              <a:gd name="connsiteY16292" fmla="*/ 2961811 h 5274332"/>
              <a:gd name="connsiteX16293" fmla="*/ 350227 w 4641785"/>
              <a:gd name="connsiteY16293" fmla="*/ 2954834 h 5274332"/>
              <a:gd name="connsiteX16294" fmla="*/ 345576 w 4641785"/>
              <a:gd name="connsiteY16294" fmla="*/ 2953439 h 5274332"/>
              <a:gd name="connsiteX16295" fmla="*/ 342785 w 4641785"/>
              <a:gd name="connsiteY16295" fmla="*/ 2951113 h 5274332"/>
              <a:gd name="connsiteX16296" fmla="*/ 338599 w 4641785"/>
              <a:gd name="connsiteY16296" fmla="*/ 2949253 h 5274332"/>
              <a:gd name="connsiteX16297" fmla="*/ 323715 w 4641785"/>
              <a:gd name="connsiteY16297" fmla="*/ 2937160 h 5274332"/>
              <a:gd name="connsiteX16298" fmla="*/ 310227 w 4641785"/>
              <a:gd name="connsiteY16298" fmla="*/ 2925067 h 5274332"/>
              <a:gd name="connsiteX16299" fmla="*/ 308367 w 4641785"/>
              <a:gd name="connsiteY16299" fmla="*/ 2922742 h 5274332"/>
              <a:gd name="connsiteX16300" fmla="*/ 297205 w 4641785"/>
              <a:gd name="connsiteY16300" fmla="*/ 2912509 h 5274332"/>
              <a:gd name="connsiteX16301" fmla="*/ 292554 w 4641785"/>
              <a:gd name="connsiteY16301" fmla="*/ 2906463 h 5274332"/>
              <a:gd name="connsiteX16302" fmla="*/ 288832 w 4641785"/>
              <a:gd name="connsiteY16302" fmla="*/ 2902742 h 5274332"/>
              <a:gd name="connsiteX16303" fmla="*/ 270693 w 4641785"/>
              <a:gd name="connsiteY16303" fmla="*/ 2881347 h 5274332"/>
              <a:gd name="connsiteX16304" fmla="*/ 258135 w 4641785"/>
              <a:gd name="connsiteY16304" fmla="*/ 2865068 h 5274332"/>
              <a:gd name="connsiteX16305" fmla="*/ 242321 w 4641785"/>
              <a:gd name="connsiteY16305" fmla="*/ 2846464 h 5274332"/>
              <a:gd name="connsiteX16306" fmla="*/ 244182 w 4641785"/>
              <a:gd name="connsiteY16306" fmla="*/ 2842277 h 5274332"/>
              <a:gd name="connsiteX16307" fmla="*/ 249763 w 4641785"/>
              <a:gd name="connsiteY16307" fmla="*/ 2838092 h 5274332"/>
              <a:gd name="connsiteX16308" fmla="*/ 250228 w 4641785"/>
              <a:gd name="connsiteY16308" fmla="*/ 2835301 h 5274332"/>
              <a:gd name="connsiteX16309" fmla="*/ 248368 w 4641785"/>
              <a:gd name="connsiteY16309" fmla="*/ 2832511 h 5274332"/>
              <a:gd name="connsiteX16310" fmla="*/ 246972 w 4641785"/>
              <a:gd name="connsiteY16310" fmla="*/ 2828324 h 5274332"/>
              <a:gd name="connsiteX16311" fmla="*/ 244182 w 4641785"/>
              <a:gd name="connsiteY16311" fmla="*/ 2828789 h 5274332"/>
              <a:gd name="connsiteX16312" fmla="*/ 239531 w 4641785"/>
              <a:gd name="connsiteY16312" fmla="*/ 2826929 h 5274332"/>
              <a:gd name="connsiteX16313" fmla="*/ 238601 w 4641785"/>
              <a:gd name="connsiteY16313" fmla="*/ 2829255 h 5274332"/>
              <a:gd name="connsiteX16314" fmla="*/ 242321 w 4641785"/>
              <a:gd name="connsiteY16314" fmla="*/ 2832975 h 5274332"/>
              <a:gd name="connsiteX16315" fmla="*/ 240926 w 4641785"/>
              <a:gd name="connsiteY16315" fmla="*/ 2836231 h 5274332"/>
              <a:gd name="connsiteX16316" fmla="*/ 244182 w 4641785"/>
              <a:gd name="connsiteY16316" fmla="*/ 2839487 h 5274332"/>
              <a:gd name="connsiteX16317" fmla="*/ 242787 w 4641785"/>
              <a:gd name="connsiteY16317" fmla="*/ 2844603 h 5274332"/>
              <a:gd name="connsiteX16318" fmla="*/ 238136 w 4641785"/>
              <a:gd name="connsiteY16318" fmla="*/ 2842743 h 5274332"/>
              <a:gd name="connsiteX16319" fmla="*/ 224648 w 4641785"/>
              <a:gd name="connsiteY16319" fmla="*/ 2827860 h 5274332"/>
              <a:gd name="connsiteX16320" fmla="*/ 219531 w 4641785"/>
              <a:gd name="connsiteY16320" fmla="*/ 2826464 h 5274332"/>
              <a:gd name="connsiteX16321" fmla="*/ 208368 w 4641785"/>
              <a:gd name="connsiteY16321" fmla="*/ 2815767 h 5274332"/>
              <a:gd name="connsiteX16322" fmla="*/ 204648 w 4641785"/>
              <a:gd name="connsiteY16322" fmla="*/ 2811116 h 5274332"/>
              <a:gd name="connsiteX16323" fmla="*/ 198136 w 4641785"/>
              <a:gd name="connsiteY16323" fmla="*/ 2805999 h 5274332"/>
              <a:gd name="connsiteX16324" fmla="*/ 191624 w 4641785"/>
              <a:gd name="connsiteY16324" fmla="*/ 2799488 h 5274332"/>
              <a:gd name="connsiteX16325" fmla="*/ 188834 w 4641785"/>
              <a:gd name="connsiteY16325" fmla="*/ 2795767 h 5274332"/>
              <a:gd name="connsiteX16326" fmla="*/ 184648 w 4641785"/>
              <a:gd name="connsiteY16326" fmla="*/ 2793441 h 5274332"/>
              <a:gd name="connsiteX16327" fmla="*/ 171625 w 4641785"/>
              <a:gd name="connsiteY16327" fmla="*/ 2781814 h 5274332"/>
              <a:gd name="connsiteX16328" fmla="*/ 162788 w 4641785"/>
              <a:gd name="connsiteY16328" fmla="*/ 2772512 h 5274332"/>
              <a:gd name="connsiteX16329" fmla="*/ 148369 w 4641785"/>
              <a:gd name="connsiteY16329" fmla="*/ 2755768 h 5274332"/>
              <a:gd name="connsiteX16330" fmla="*/ 142323 w 4641785"/>
              <a:gd name="connsiteY16330" fmla="*/ 2748326 h 5274332"/>
              <a:gd name="connsiteX16331" fmla="*/ 138137 w 4641785"/>
              <a:gd name="connsiteY16331" fmla="*/ 2744605 h 5274332"/>
              <a:gd name="connsiteX16332" fmla="*/ 131625 w 4641785"/>
              <a:gd name="connsiteY16332" fmla="*/ 2735768 h 5274332"/>
              <a:gd name="connsiteX16333" fmla="*/ 126044 w 4641785"/>
              <a:gd name="connsiteY16333" fmla="*/ 2729722 h 5274332"/>
              <a:gd name="connsiteX16334" fmla="*/ 121393 w 4641785"/>
              <a:gd name="connsiteY16334" fmla="*/ 2723210 h 5274332"/>
              <a:gd name="connsiteX16335" fmla="*/ 121859 w 4641785"/>
              <a:gd name="connsiteY16335" fmla="*/ 2721350 h 5274332"/>
              <a:gd name="connsiteX16336" fmla="*/ 118603 w 4641785"/>
              <a:gd name="connsiteY16336" fmla="*/ 2712513 h 5274332"/>
              <a:gd name="connsiteX16337" fmla="*/ 119998 w 4641785"/>
              <a:gd name="connsiteY16337" fmla="*/ 2708791 h 5274332"/>
              <a:gd name="connsiteX16338" fmla="*/ 121859 w 4641785"/>
              <a:gd name="connsiteY16338" fmla="*/ 2707396 h 5274332"/>
              <a:gd name="connsiteX16339" fmla="*/ 121859 w 4641785"/>
              <a:gd name="connsiteY16339" fmla="*/ 2703210 h 5274332"/>
              <a:gd name="connsiteX16340" fmla="*/ 126510 w 4641785"/>
              <a:gd name="connsiteY16340" fmla="*/ 2694839 h 5274332"/>
              <a:gd name="connsiteX16341" fmla="*/ 130230 w 4641785"/>
              <a:gd name="connsiteY16341" fmla="*/ 2690652 h 5274332"/>
              <a:gd name="connsiteX16342" fmla="*/ 141858 w 4641785"/>
              <a:gd name="connsiteY16342" fmla="*/ 2683676 h 5274332"/>
              <a:gd name="connsiteX16343" fmla="*/ 140928 w 4641785"/>
              <a:gd name="connsiteY16343" fmla="*/ 2687862 h 5274332"/>
              <a:gd name="connsiteX16344" fmla="*/ 135812 w 4641785"/>
              <a:gd name="connsiteY16344" fmla="*/ 2692048 h 5274332"/>
              <a:gd name="connsiteX16345" fmla="*/ 139998 w 4641785"/>
              <a:gd name="connsiteY16345" fmla="*/ 2698094 h 5274332"/>
              <a:gd name="connsiteX16346" fmla="*/ 141858 w 4641785"/>
              <a:gd name="connsiteY16346" fmla="*/ 2698559 h 5274332"/>
              <a:gd name="connsiteX16347" fmla="*/ 146509 w 4641785"/>
              <a:gd name="connsiteY16347" fmla="*/ 2695769 h 5274332"/>
              <a:gd name="connsiteX16348" fmla="*/ 148835 w 4641785"/>
              <a:gd name="connsiteY16348" fmla="*/ 2697629 h 5274332"/>
              <a:gd name="connsiteX16349" fmla="*/ 152556 w 4641785"/>
              <a:gd name="connsiteY16349" fmla="*/ 2697164 h 5274332"/>
              <a:gd name="connsiteX16350" fmla="*/ 153951 w 4641785"/>
              <a:gd name="connsiteY16350" fmla="*/ 2695303 h 5274332"/>
              <a:gd name="connsiteX16351" fmla="*/ 159532 w 4641785"/>
              <a:gd name="connsiteY16351" fmla="*/ 2693443 h 5274332"/>
              <a:gd name="connsiteX16352" fmla="*/ 160927 w 4641785"/>
              <a:gd name="connsiteY16352" fmla="*/ 2699025 h 5274332"/>
              <a:gd name="connsiteX16353" fmla="*/ 158137 w 4641785"/>
              <a:gd name="connsiteY16353" fmla="*/ 2700420 h 5274332"/>
              <a:gd name="connsiteX16354" fmla="*/ 157207 w 4641785"/>
              <a:gd name="connsiteY16354" fmla="*/ 2705071 h 5274332"/>
              <a:gd name="connsiteX16355" fmla="*/ 155346 w 4641785"/>
              <a:gd name="connsiteY16355" fmla="*/ 2706932 h 5274332"/>
              <a:gd name="connsiteX16356" fmla="*/ 154416 w 4641785"/>
              <a:gd name="connsiteY16356" fmla="*/ 2711583 h 5274332"/>
              <a:gd name="connsiteX16357" fmla="*/ 155812 w 4641785"/>
              <a:gd name="connsiteY16357" fmla="*/ 2715303 h 5274332"/>
              <a:gd name="connsiteX16358" fmla="*/ 161393 w 4641785"/>
              <a:gd name="connsiteY16358" fmla="*/ 2720420 h 5274332"/>
              <a:gd name="connsiteX16359" fmla="*/ 164648 w 4641785"/>
              <a:gd name="connsiteY16359" fmla="*/ 2721815 h 5274332"/>
              <a:gd name="connsiteX16360" fmla="*/ 175346 w 4641785"/>
              <a:gd name="connsiteY16360" fmla="*/ 2718559 h 5274332"/>
              <a:gd name="connsiteX16361" fmla="*/ 181858 w 4641785"/>
              <a:gd name="connsiteY16361" fmla="*/ 2713908 h 5274332"/>
              <a:gd name="connsiteX16362" fmla="*/ 182788 w 4641785"/>
              <a:gd name="connsiteY16362" fmla="*/ 2709257 h 5274332"/>
              <a:gd name="connsiteX16363" fmla="*/ 186973 w 4641785"/>
              <a:gd name="connsiteY16363" fmla="*/ 2710652 h 5274332"/>
              <a:gd name="connsiteX16364" fmla="*/ 195346 w 4641785"/>
              <a:gd name="connsiteY16364" fmla="*/ 2712047 h 5274332"/>
              <a:gd name="connsiteX16365" fmla="*/ 201392 w 4641785"/>
              <a:gd name="connsiteY16365" fmla="*/ 2708327 h 5274332"/>
              <a:gd name="connsiteX16366" fmla="*/ 203253 w 4641785"/>
              <a:gd name="connsiteY16366" fmla="*/ 2709257 h 5274332"/>
              <a:gd name="connsiteX16367" fmla="*/ 206508 w 4641785"/>
              <a:gd name="connsiteY16367" fmla="*/ 2707862 h 5274332"/>
              <a:gd name="connsiteX16368" fmla="*/ 206973 w 4641785"/>
              <a:gd name="connsiteY16368" fmla="*/ 2705071 h 5274332"/>
              <a:gd name="connsiteX16369" fmla="*/ 210694 w 4641785"/>
              <a:gd name="connsiteY16369" fmla="*/ 2701815 h 5274332"/>
              <a:gd name="connsiteX16370" fmla="*/ 212089 w 4641785"/>
              <a:gd name="connsiteY16370" fmla="*/ 2692978 h 5274332"/>
              <a:gd name="connsiteX16371" fmla="*/ 216275 w 4641785"/>
              <a:gd name="connsiteY16371" fmla="*/ 2696699 h 5274332"/>
              <a:gd name="connsiteX16372" fmla="*/ 217670 w 4641785"/>
              <a:gd name="connsiteY16372" fmla="*/ 2703210 h 5274332"/>
              <a:gd name="connsiteX16373" fmla="*/ 220461 w 4641785"/>
              <a:gd name="connsiteY16373" fmla="*/ 2702745 h 5274332"/>
              <a:gd name="connsiteX16374" fmla="*/ 224182 w 4641785"/>
              <a:gd name="connsiteY16374" fmla="*/ 2706001 h 5274332"/>
              <a:gd name="connsiteX16375" fmla="*/ 226973 w 4641785"/>
              <a:gd name="connsiteY16375" fmla="*/ 2706001 h 5274332"/>
              <a:gd name="connsiteX16376" fmla="*/ 226973 w 4641785"/>
              <a:gd name="connsiteY16376" fmla="*/ 2703210 h 5274332"/>
              <a:gd name="connsiteX16377" fmla="*/ 231159 w 4641785"/>
              <a:gd name="connsiteY16377" fmla="*/ 2705071 h 5274332"/>
              <a:gd name="connsiteX16378" fmla="*/ 233019 w 4641785"/>
              <a:gd name="connsiteY16378" fmla="*/ 2704606 h 5274332"/>
              <a:gd name="connsiteX16379" fmla="*/ 234414 w 4641785"/>
              <a:gd name="connsiteY16379" fmla="*/ 2698559 h 5274332"/>
              <a:gd name="connsiteX16380" fmla="*/ 239996 w 4641785"/>
              <a:gd name="connsiteY16380" fmla="*/ 2698094 h 5274332"/>
              <a:gd name="connsiteX16381" fmla="*/ 239065 w 4641785"/>
              <a:gd name="connsiteY16381" fmla="*/ 2693908 h 5274332"/>
              <a:gd name="connsiteX16382" fmla="*/ 240461 w 4641785"/>
              <a:gd name="connsiteY16382" fmla="*/ 2691583 h 5274332"/>
              <a:gd name="connsiteX16383" fmla="*/ 238601 w 4641785"/>
              <a:gd name="connsiteY16383" fmla="*/ 2688792 h 5274332"/>
              <a:gd name="connsiteX16384" fmla="*/ 243252 w 4641785"/>
              <a:gd name="connsiteY16384" fmla="*/ 2686932 h 5274332"/>
              <a:gd name="connsiteX16385" fmla="*/ 246508 w 4641785"/>
              <a:gd name="connsiteY16385" fmla="*/ 2687397 h 5274332"/>
              <a:gd name="connsiteX16386" fmla="*/ 247438 w 4641785"/>
              <a:gd name="connsiteY16386" fmla="*/ 2692513 h 5274332"/>
              <a:gd name="connsiteX16387" fmla="*/ 249763 w 4641785"/>
              <a:gd name="connsiteY16387" fmla="*/ 2691583 h 5274332"/>
              <a:gd name="connsiteX16388" fmla="*/ 254879 w 4641785"/>
              <a:gd name="connsiteY16388" fmla="*/ 2696699 h 5274332"/>
              <a:gd name="connsiteX16389" fmla="*/ 257205 w 4641785"/>
              <a:gd name="connsiteY16389" fmla="*/ 2696699 h 5274332"/>
              <a:gd name="connsiteX16390" fmla="*/ 259530 w 4641785"/>
              <a:gd name="connsiteY16390" fmla="*/ 2692513 h 5274332"/>
              <a:gd name="connsiteX16391" fmla="*/ 260460 w 4641785"/>
              <a:gd name="connsiteY16391" fmla="*/ 2688327 h 5274332"/>
              <a:gd name="connsiteX16392" fmla="*/ 262321 w 4641785"/>
              <a:gd name="connsiteY16392" fmla="*/ 2687862 h 5274332"/>
              <a:gd name="connsiteX16393" fmla="*/ 265577 w 4641785"/>
              <a:gd name="connsiteY16393" fmla="*/ 2689257 h 5274332"/>
              <a:gd name="connsiteX16394" fmla="*/ 273484 w 4641785"/>
              <a:gd name="connsiteY16394" fmla="*/ 2684606 h 5274332"/>
              <a:gd name="connsiteX16395" fmla="*/ 273949 w 4641785"/>
              <a:gd name="connsiteY16395" fmla="*/ 2682281 h 5274332"/>
              <a:gd name="connsiteX16396" fmla="*/ 277205 w 4641785"/>
              <a:gd name="connsiteY16396" fmla="*/ 2678094 h 5274332"/>
              <a:gd name="connsiteX16397" fmla="*/ 278600 w 4641785"/>
              <a:gd name="connsiteY16397" fmla="*/ 2678094 h 5274332"/>
              <a:gd name="connsiteX16398" fmla="*/ 279065 w 4641785"/>
              <a:gd name="connsiteY16398" fmla="*/ 2676234 h 5274332"/>
              <a:gd name="connsiteX16399" fmla="*/ 279065 w 4641785"/>
              <a:gd name="connsiteY16399" fmla="*/ 2675304 h 5274332"/>
              <a:gd name="connsiteX16400" fmla="*/ 287437 w 4641785"/>
              <a:gd name="connsiteY16400" fmla="*/ 2672048 h 5274332"/>
              <a:gd name="connsiteX16401" fmla="*/ 291158 w 4641785"/>
              <a:gd name="connsiteY16401" fmla="*/ 2672048 h 5274332"/>
              <a:gd name="connsiteX16402" fmla="*/ 294413 w 4641785"/>
              <a:gd name="connsiteY16402" fmla="*/ 2670187 h 5274332"/>
              <a:gd name="connsiteX16403" fmla="*/ 302320 w 4641785"/>
              <a:gd name="connsiteY16403" fmla="*/ 2672048 h 5274332"/>
              <a:gd name="connsiteX16404" fmla="*/ 309762 w 4641785"/>
              <a:gd name="connsiteY16404" fmla="*/ 2672048 h 5274332"/>
              <a:gd name="connsiteX16405" fmla="*/ 314878 w 4641785"/>
              <a:gd name="connsiteY16405" fmla="*/ 2670187 h 5274332"/>
              <a:gd name="connsiteX16406" fmla="*/ 318134 w 4641785"/>
              <a:gd name="connsiteY16406" fmla="*/ 2666002 h 5274332"/>
              <a:gd name="connsiteX16407" fmla="*/ 319530 w 4641785"/>
              <a:gd name="connsiteY16407" fmla="*/ 2659955 h 5274332"/>
              <a:gd name="connsiteX16408" fmla="*/ 322785 w 4641785"/>
              <a:gd name="connsiteY16408" fmla="*/ 2657630 h 5274332"/>
              <a:gd name="connsiteX16409" fmla="*/ 326971 w 4641785"/>
              <a:gd name="connsiteY16409" fmla="*/ 2651118 h 5274332"/>
              <a:gd name="connsiteX16410" fmla="*/ 325576 w 4641785"/>
              <a:gd name="connsiteY16410" fmla="*/ 2646467 h 5274332"/>
              <a:gd name="connsiteX16411" fmla="*/ 328366 w 4641785"/>
              <a:gd name="connsiteY16411" fmla="*/ 2644607 h 5274332"/>
              <a:gd name="connsiteX16412" fmla="*/ 328366 w 4641785"/>
              <a:gd name="connsiteY16412" fmla="*/ 2641351 h 5274332"/>
              <a:gd name="connsiteX16413" fmla="*/ 331157 w 4641785"/>
              <a:gd name="connsiteY16413" fmla="*/ 2639956 h 5274332"/>
              <a:gd name="connsiteX16414" fmla="*/ 335808 w 4641785"/>
              <a:gd name="connsiteY16414" fmla="*/ 2635770 h 5274332"/>
              <a:gd name="connsiteX16415" fmla="*/ 336739 w 4641785"/>
              <a:gd name="connsiteY16415" fmla="*/ 2629258 h 5274332"/>
              <a:gd name="connsiteX16416" fmla="*/ 339064 w 4641785"/>
              <a:gd name="connsiteY16416" fmla="*/ 2627863 h 5274332"/>
              <a:gd name="connsiteX16417" fmla="*/ 344180 w 4641785"/>
              <a:gd name="connsiteY16417" fmla="*/ 2616700 h 5274332"/>
              <a:gd name="connsiteX16418" fmla="*/ 347902 w 4641785"/>
              <a:gd name="connsiteY16418" fmla="*/ 2611119 h 5274332"/>
              <a:gd name="connsiteX16419" fmla="*/ 352553 w 4641785"/>
              <a:gd name="connsiteY16419" fmla="*/ 2608328 h 5274332"/>
              <a:gd name="connsiteX16420" fmla="*/ 354878 w 4641785"/>
              <a:gd name="connsiteY16420" fmla="*/ 2605538 h 5274332"/>
              <a:gd name="connsiteX16421" fmla="*/ 356273 w 4641785"/>
              <a:gd name="connsiteY16421" fmla="*/ 2601817 h 5274332"/>
              <a:gd name="connsiteX16422" fmla="*/ 359994 w 4641785"/>
              <a:gd name="connsiteY16422" fmla="*/ 2596236 h 5274332"/>
              <a:gd name="connsiteX16423" fmla="*/ 362785 w 4641785"/>
              <a:gd name="connsiteY16423" fmla="*/ 2592049 h 5274332"/>
              <a:gd name="connsiteX16424" fmla="*/ 366041 w 4641785"/>
              <a:gd name="connsiteY16424" fmla="*/ 2583212 h 5274332"/>
              <a:gd name="connsiteX16425" fmla="*/ 362785 w 4641785"/>
              <a:gd name="connsiteY16425" fmla="*/ 2582282 h 5274332"/>
              <a:gd name="connsiteX16426" fmla="*/ 357668 w 4641785"/>
              <a:gd name="connsiteY16426" fmla="*/ 2583212 h 5274332"/>
              <a:gd name="connsiteX16427" fmla="*/ 350692 w 4641785"/>
              <a:gd name="connsiteY16427" fmla="*/ 2589724 h 5274332"/>
              <a:gd name="connsiteX16428" fmla="*/ 350227 w 4641785"/>
              <a:gd name="connsiteY16428" fmla="*/ 2600422 h 5274332"/>
              <a:gd name="connsiteX16429" fmla="*/ 348832 w 4641785"/>
              <a:gd name="connsiteY16429" fmla="*/ 2603677 h 5274332"/>
              <a:gd name="connsiteX16430" fmla="*/ 343715 w 4641785"/>
              <a:gd name="connsiteY16430" fmla="*/ 2606003 h 5274332"/>
              <a:gd name="connsiteX16431" fmla="*/ 339064 w 4641785"/>
              <a:gd name="connsiteY16431" fmla="*/ 2605073 h 5274332"/>
              <a:gd name="connsiteX16432" fmla="*/ 336273 w 4641785"/>
              <a:gd name="connsiteY16432" fmla="*/ 2602282 h 5274332"/>
              <a:gd name="connsiteX16433" fmla="*/ 333483 w 4641785"/>
              <a:gd name="connsiteY16433" fmla="*/ 2603677 h 5274332"/>
              <a:gd name="connsiteX16434" fmla="*/ 327902 w 4641785"/>
              <a:gd name="connsiteY16434" fmla="*/ 2599026 h 5274332"/>
              <a:gd name="connsiteX16435" fmla="*/ 325111 w 4641785"/>
              <a:gd name="connsiteY16435" fmla="*/ 2597631 h 5274332"/>
              <a:gd name="connsiteX16436" fmla="*/ 323715 w 4641785"/>
              <a:gd name="connsiteY16436" fmla="*/ 2600887 h 5274332"/>
              <a:gd name="connsiteX16437" fmla="*/ 320925 w 4641785"/>
              <a:gd name="connsiteY16437" fmla="*/ 2602282 h 5274332"/>
              <a:gd name="connsiteX16438" fmla="*/ 315808 w 4641785"/>
              <a:gd name="connsiteY16438" fmla="*/ 2602282 h 5274332"/>
              <a:gd name="connsiteX16439" fmla="*/ 309762 w 4641785"/>
              <a:gd name="connsiteY16439" fmla="*/ 2604143 h 5274332"/>
              <a:gd name="connsiteX16440" fmla="*/ 308832 w 4641785"/>
              <a:gd name="connsiteY16440" fmla="*/ 2606933 h 5274332"/>
              <a:gd name="connsiteX16441" fmla="*/ 304646 w 4641785"/>
              <a:gd name="connsiteY16441" fmla="*/ 2609724 h 5274332"/>
              <a:gd name="connsiteX16442" fmla="*/ 286042 w 4641785"/>
              <a:gd name="connsiteY16442" fmla="*/ 2611584 h 5274332"/>
              <a:gd name="connsiteX16443" fmla="*/ 279996 w 4641785"/>
              <a:gd name="connsiteY16443" fmla="*/ 2612514 h 5274332"/>
              <a:gd name="connsiteX16444" fmla="*/ 272089 w 4641785"/>
              <a:gd name="connsiteY16444" fmla="*/ 2617165 h 5274332"/>
              <a:gd name="connsiteX16445" fmla="*/ 266508 w 4641785"/>
              <a:gd name="connsiteY16445" fmla="*/ 2616235 h 5274332"/>
              <a:gd name="connsiteX16446" fmla="*/ 258601 w 4641785"/>
              <a:gd name="connsiteY16446" fmla="*/ 2619491 h 5274332"/>
              <a:gd name="connsiteX16447" fmla="*/ 255809 w 4641785"/>
              <a:gd name="connsiteY16447" fmla="*/ 2619956 h 5274332"/>
              <a:gd name="connsiteX16448" fmla="*/ 248368 w 4641785"/>
              <a:gd name="connsiteY16448" fmla="*/ 2625072 h 5274332"/>
              <a:gd name="connsiteX16449" fmla="*/ 247438 w 4641785"/>
              <a:gd name="connsiteY16449" fmla="*/ 2629723 h 5274332"/>
              <a:gd name="connsiteX16450" fmla="*/ 242321 w 4641785"/>
              <a:gd name="connsiteY16450" fmla="*/ 2636700 h 5274332"/>
              <a:gd name="connsiteX16451" fmla="*/ 241857 w 4641785"/>
              <a:gd name="connsiteY16451" fmla="*/ 2639026 h 5274332"/>
              <a:gd name="connsiteX16452" fmla="*/ 235810 w 4641785"/>
              <a:gd name="connsiteY16452" fmla="*/ 2635770 h 5274332"/>
              <a:gd name="connsiteX16453" fmla="*/ 227438 w 4641785"/>
              <a:gd name="connsiteY16453" fmla="*/ 2634375 h 5274332"/>
              <a:gd name="connsiteX16454" fmla="*/ 223717 w 4641785"/>
              <a:gd name="connsiteY16454" fmla="*/ 2635304 h 5274332"/>
              <a:gd name="connsiteX16455" fmla="*/ 219066 w 4641785"/>
              <a:gd name="connsiteY16455" fmla="*/ 2633444 h 5274332"/>
              <a:gd name="connsiteX16456" fmla="*/ 216741 w 4641785"/>
              <a:gd name="connsiteY16456" fmla="*/ 2631119 h 5274332"/>
              <a:gd name="connsiteX16457" fmla="*/ 212089 w 4641785"/>
              <a:gd name="connsiteY16457" fmla="*/ 2630189 h 5274332"/>
              <a:gd name="connsiteX16458" fmla="*/ 204183 w 4641785"/>
              <a:gd name="connsiteY16458" fmla="*/ 2632979 h 5274332"/>
              <a:gd name="connsiteX16459" fmla="*/ 199997 w 4641785"/>
              <a:gd name="connsiteY16459" fmla="*/ 2632049 h 5274332"/>
              <a:gd name="connsiteX16460" fmla="*/ 193950 w 4641785"/>
              <a:gd name="connsiteY16460" fmla="*/ 2627863 h 5274332"/>
              <a:gd name="connsiteX16461" fmla="*/ 186509 w 4641785"/>
              <a:gd name="connsiteY16461" fmla="*/ 2624607 h 5274332"/>
              <a:gd name="connsiteX16462" fmla="*/ 184183 w 4641785"/>
              <a:gd name="connsiteY16462" fmla="*/ 2625072 h 5274332"/>
              <a:gd name="connsiteX16463" fmla="*/ 179532 w 4641785"/>
              <a:gd name="connsiteY16463" fmla="*/ 2623212 h 5274332"/>
              <a:gd name="connsiteX16464" fmla="*/ 171160 w 4641785"/>
              <a:gd name="connsiteY16464" fmla="*/ 2624607 h 5274332"/>
              <a:gd name="connsiteX16465" fmla="*/ 164183 w 4641785"/>
              <a:gd name="connsiteY16465" fmla="*/ 2622282 h 5274332"/>
              <a:gd name="connsiteX16466" fmla="*/ 160463 w 4641785"/>
              <a:gd name="connsiteY16466" fmla="*/ 2621816 h 5274332"/>
              <a:gd name="connsiteX16467" fmla="*/ 154881 w 4641785"/>
              <a:gd name="connsiteY16467" fmla="*/ 2618561 h 5274332"/>
              <a:gd name="connsiteX16468" fmla="*/ 149300 w 4641785"/>
              <a:gd name="connsiteY16468" fmla="*/ 2615770 h 5274332"/>
              <a:gd name="connsiteX16469" fmla="*/ 144649 w 4641785"/>
              <a:gd name="connsiteY16469" fmla="*/ 2611584 h 5274332"/>
              <a:gd name="connsiteX16470" fmla="*/ 135812 w 4641785"/>
              <a:gd name="connsiteY16470" fmla="*/ 2606003 h 5274332"/>
              <a:gd name="connsiteX16471" fmla="*/ 126510 w 4641785"/>
              <a:gd name="connsiteY16471" fmla="*/ 2601351 h 5274332"/>
              <a:gd name="connsiteX16472" fmla="*/ 114881 w 4641785"/>
              <a:gd name="connsiteY16472" fmla="*/ 2594375 h 5274332"/>
              <a:gd name="connsiteX16473" fmla="*/ 99068 w 4641785"/>
              <a:gd name="connsiteY16473" fmla="*/ 2583678 h 5274332"/>
              <a:gd name="connsiteX16474" fmla="*/ 90231 w 4641785"/>
              <a:gd name="connsiteY16474" fmla="*/ 2579957 h 5274332"/>
              <a:gd name="connsiteX16475" fmla="*/ 86975 w 4641785"/>
              <a:gd name="connsiteY16475" fmla="*/ 2576236 h 5274332"/>
              <a:gd name="connsiteX16476" fmla="*/ 80928 w 4641785"/>
              <a:gd name="connsiteY16476" fmla="*/ 2572050 h 5274332"/>
              <a:gd name="connsiteX16477" fmla="*/ 74882 w 4641785"/>
              <a:gd name="connsiteY16477" fmla="*/ 2568329 h 5274332"/>
              <a:gd name="connsiteX16478" fmla="*/ 69766 w 4641785"/>
              <a:gd name="connsiteY16478" fmla="*/ 2561817 h 5274332"/>
              <a:gd name="connsiteX16479" fmla="*/ 63255 w 4641785"/>
              <a:gd name="connsiteY16479" fmla="*/ 2555771 h 5274332"/>
              <a:gd name="connsiteX16480" fmla="*/ 67440 w 4641785"/>
              <a:gd name="connsiteY16480" fmla="*/ 2554840 h 5274332"/>
              <a:gd name="connsiteX16481" fmla="*/ 66045 w 4641785"/>
              <a:gd name="connsiteY16481" fmla="*/ 2552050 h 5274332"/>
              <a:gd name="connsiteX16482" fmla="*/ 71626 w 4641785"/>
              <a:gd name="connsiteY16482" fmla="*/ 2551585 h 5274332"/>
              <a:gd name="connsiteX16483" fmla="*/ 74882 w 4641785"/>
              <a:gd name="connsiteY16483" fmla="*/ 2548794 h 5274332"/>
              <a:gd name="connsiteX16484" fmla="*/ 71626 w 4641785"/>
              <a:gd name="connsiteY16484" fmla="*/ 2547864 h 5274332"/>
              <a:gd name="connsiteX16485" fmla="*/ 70231 w 4641785"/>
              <a:gd name="connsiteY16485" fmla="*/ 2542748 h 5274332"/>
              <a:gd name="connsiteX16486" fmla="*/ 74882 w 4641785"/>
              <a:gd name="connsiteY16486" fmla="*/ 2543213 h 5274332"/>
              <a:gd name="connsiteX16487" fmla="*/ 71162 w 4641785"/>
              <a:gd name="connsiteY16487" fmla="*/ 2539493 h 5274332"/>
              <a:gd name="connsiteX16488" fmla="*/ 71162 w 4641785"/>
              <a:gd name="connsiteY16488" fmla="*/ 2534841 h 5274332"/>
              <a:gd name="connsiteX16489" fmla="*/ 65115 w 4641785"/>
              <a:gd name="connsiteY16489" fmla="*/ 2530190 h 5274332"/>
              <a:gd name="connsiteX16490" fmla="*/ 62324 w 4641785"/>
              <a:gd name="connsiteY16490" fmla="*/ 2526935 h 5274332"/>
              <a:gd name="connsiteX16491" fmla="*/ 59999 w 4641785"/>
              <a:gd name="connsiteY16491" fmla="*/ 2528795 h 5274332"/>
              <a:gd name="connsiteX16492" fmla="*/ 59069 w 4641785"/>
              <a:gd name="connsiteY16492" fmla="*/ 2521818 h 5274332"/>
              <a:gd name="connsiteX16493" fmla="*/ 54882 w 4641785"/>
              <a:gd name="connsiteY16493" fmla="*/ 2520888 h 5274332"/>
              <a:gd name="connsiteX16494" fmla="*/ 54418 w 4641785"/>
              <a:gd name="connsiteY16494" fmla="*/ 2516702 h 5274332"/>
              <a:gd name="connsiteX16495" fmla="*/ 50697 w 4641785"/>
              <a:gd name="connsiteY16495" fmla="*/ 2513911 h 5274332"/>
              <a:gd name="connsiteX16496" fmla="*/ 49301 w 4641785"/>
              <a:gd name="connsiteY16496" fmla="*/ 2505074 h 5274332"/>
              <a:gd name="connsiteX16497" fmla="*/ 47906 w 4641785"/>
              <a:gd name="connsiteY16497" fmla="*/ 2500888 h 5274332"/>
              <a:gd name="connsiteX16498" fmla="*/ 48836 w 4641785"/>
              <a:gd name="connsiteY16498" fmla="*/ 2498097 h 5274332"/>
              <a:gd name="connsiteX16499" fmla="*/ 47441 w 4641785"/>
              <a:gd name="connsiteY16499" fmla="*/ 2491121 h 5274332"/>
              <a:gd name="connsiteX16500" fmla="*/ 48371 w 4641785"/>
              <a:gd name="connsiteY16500" fmla="*/ 2489260 h 5274332"/>
              <a:gd name="connsiteX16501" fmla="*/ 47906 w 4641785"/>
              <a:gd name="connsiteY16501" fmla="*/ 2484144 h 5274332"/>
              <a:gd name="connsiteX16502" fmla="*/ 49767 w 4641785"/>
              <a:gd name="connsiteY16502" fmla="*/ 2480423 h 5274332"/>
              <a:gd name="connsiteX16503" fmla="*/ 52092 w 4641785"/>
              <a:gd name="connsiteY16503" fmla="*/ 2479493 h 5274332"/>
              <a:gd name="connsiteX16504" fmla="*/ 53952 w 4641785"/>
              <a:gd name="connsiteY16504" fmla="*/ 2474842 h 5274332"/>
              <a:gd name="connsiteX16505" fmla="*/ 56743 w 4641785"/>
              <a:gd name="connsiteY16505" fmla="*/ 2473446 h 5274332"/>
              <a:gd name="connsiteX16506" fmla="*/ 58604 w 4641785"/>
              <a:gd name="connsiteY16506" fmla="*/ 2469726 h 5274332"/>
              <a:gd name="connsiteX16507" fmla="*/ 64650 w 4641785"/>
              <a:gd name="connsiteY16507" fmla="*/ 2467400 h 5274332"/>
              <a:gd name="connsiteX16508" fmla="*/ 66045 w 4641785"/>
              <a:gd name="connsiteY16508" fmla="*/ 2464610 h 5274332"/>
              <a:gd name="connsiteX16509" fmla="*/ 70231 w 4641785"/>
              <a:gd name="connsiteY16509" fmla="*/ 2462750 h 5274332"/>
              <a:gd name="connsiteX16510" fmla="*/ 73952 w 4641785"/>
              <a:gd name="connsiteY16510" fmla="*/ 2456238 h 5274332"/>
              <a:gd name="connsiteX16511" fmla="*/ 79069 w 4641785"/>
              <a:gd name="connsiteY16511" fmla="*/ 2452052 h 5274332"/>
              <a:gd name="connsiteX16512" fmla="*/ 84184 w 4641785"/>
              <a:gd name="connsiteY16512" fmla="*/ 2451122 h 5274332"/>
              <a:gd name="connsiteX16513" fmla="*/ 86975 w 4641785"/>
              <a:gd name="connsiteY16513" fmla="*/ 2449261 h 5274332"/>
              <a:gd name="connsiteX16514" fmla="*/ 86045 w 4641785"/>
              <a:gd name="connsiteY16514" fmla="*/ 2446006 h 5274332"/>
              <a:gd name="connsiteX16515" fmla="*/ 76743 w 4641785"/>
              <a:gd name="connsiteY16515" fmla="*/ 2445075 h 5274332"/>
              <a:gd name="connsiteX16516" fmla="*/ 72557 w 4641785"/>
              <a:gd name="connsiteY16516" fmla="*/ 2449261 h 5274332"/>
              <a:gd name="connsiteX16517" fmla="*/ 65115 w 4641785"/>
              <a:gd name="connsiteY16517" fmla="*/ 2448796 h 5274332"/>
              <a:gd name="connsiteX16518" fmla="*/ 61394 w 4641785"/>
              <a:gd name="connsiteY16518" fmla="*/ 2452052 h 5274332"/>
              <a:gd name="connsiteX16519" fmla="*/ 59999 w 4641785"/>
              <a:gd name="connsiteY16519" fmla="*/ 2455773 h 5274332"/>
              <a:gd name="connsiteX16520" fmla="*/ 54882 w 4641785"/>
              <a:gd name="connsiteY16520" fmla="*/ 2463214 h 5274332"/>
              <a:gd name="connsiteX16521" fmla="*/ 52092 w 4641785"/>
              <a:gd name="connsiteY16521" fmla="*/ 2458563 h 5274332"/>
              <a:gd name="connsiteX16522" fmla="*/ 53487 w 4641785"/>
              <a:gd name="connsiteY16522" fmla="*/ 2455773 h 5274332"/>
              <a:gd name="connsiteX16523" fmla="*/ 53022 w 4641785"/>
              <a:gd name="connsiteY16523" fmla="*/ 2452517 h 5274332"/>
              <a:gd name="connsiteX16524" fmla="*/ 57673 w 4641785"/>
              <a:gd name="connsiteY16524" fmla="*/ 2448796 h 5274332"/>
              <a:gd name="connsiteX16525" fmla="*/ 60929 w 4641785"/>
              <a:gd name="connsiteY16525" fmla="*/ 2441819 h 5274332"/>
              <a:gd name="connsiteX16526" fmla="*/ 67440 w 4641785"/>
              <a:gd name="connsiteY16526" fmla="*/ 2437634 h 5274332"/>
              <a:gd name="connsiteX16527" fmla="*/ 68370 w 4641785"/>
              <a:gd name="connsiteY16527" fmla="*/ 2435308 h 5274332"/>
              <a:gd name="connsiteX16528" fmla="*/ 66975 w 4641785"/>
              <a:gd name="connsiteY16528" fmla="*/ 2432517 h 5274332"/>
              <a:gd name="connsiteX16529" fmla="*/ 63255 w 4641785"/>
              <a:gd name="connsiteY16529" fmla="*/ 2431122 h 5274332"/>
              <a:gd name="connsiteX16530" fmla="*/ 63720 w 4641785"/>
              <a:gd name="connsiteY16530" fmla="*/ 2434378 h 5274332"/>
              <a:gd name="connsiteX16531" fmla="*/ 59069 w 4641785"/>
              <a:gd name="connsiteY16531" fmla="*/ 2433912 h 5274332"/>
              <a:gd name="connsiteX16532" fmla="*/ 55348 w 4641785"/>
              <a:gd name="connsiteY16532" fmla="*/ 2430192 h 5274332"/>
              <a:gd name="connsiteX16533" fmla="*/ 57208 w 4641785"/>
              <a:gd name="connsiteY16533" fmla="*/ 2427401 h 5274332"/>
              <a:gd name="connsiteX16534" fmla="*/ 89301 w 4641785"/>
              <a:gd name="connsiteY16534" fmla="*/ 2427401 h 5274332"/>
              <a:gd name="connsiteX16535" fmla="*/ 89301 w 4641785"/>
              <a:gd name="connsiteY16535" fmla="*/ 2420890 h 5274332"/>
              <a:gd name="connsiteX16536" fmla="*/ 90696 w 4641785"/>
              <a:gd name="connsiteY16536" fmla="*/ 2414843 h 5274332"/>
              <a:gd name="connsiteX16537" fmla="*/ 91161 w 4641785"/>
              <a:gd name="connsiteY16537" fmla="*/ 2403681 h 5274332"/>
              <a:gd name="connsiteX16538" fmla="*/ 91626 w 4641785"/>
              <a:gd name="connsiteY16538" fmla="*/ 2371588 h 5274332"/>
              <a:gd name="connsiteX16539" fmla="*/ 93021 w 4641785"/>
              <a:gd name="connsiteY16539" fmla="*/ 2369728 h 5274332"/>
              <a:gd name="connsiteX16540" fmla="*/ 101393 w 4641785"/>
              <a:gd name="connsiteY16540" fmla="*/ 2367402 h 5274332"/>
              <a:gd name="connsiteX16541" fmla="*/ 103719 w 4641785"/>
              <a:gd name="connsiteY16541" fmla="*/ 2381355 h 5274332"/>
              <a:gd name="connsiteX16542" fmla="*/ 104649 w 4641785"/>
              <a:gd name="connsiteY16542" fmla="*/ 2384611 h 5274332"/>
              <a:gd name="connsiteX16543" fmla="*/ 109766 w 4641785"/>
              <a:gd name="connsiteY16543" fmla="*/ 2386471 h 5274332"/>
              <a:gd name="connsiteX16544" fmla="*/ 112556 w 4641785"/>
              <a:gd name="connsiteY16544" fmla="*/ 2386471 h 5274332"/>
              <a:gd name="connsiteX16545" fmla="*/ 116742 w 4641785"/>
              <a:gd name="connsiteY16545" fmla="*/ 2375774 h 5274332"/>
              <a:gd name="connsiteX16546" fmla="*/ 120463 w 4641785"/>
              <a:gd name="connsiteY16546" fmla="*/ 2372518 h 5274332"/>
              <a:gd name="connsiteX16547" fmla="*/ 124184 w 4641785"/>
              <a:gd name="connsiteY16547" fmla="*/ 2379495 h 5274332"/>
              <a:gd name="connsiteX16548" fmla="*/ 126974 w 4641785"/>
              <a:gd name="connsiteY16548" fmla="*/ 2381355 h 5274332"/>
              <a:gd name="connsiteX16549" fmla="*/ 131161 w 4641785"/>
              <a:gd name="connsiteY16549" fmla="*/ 2380890 h 5274332"/>
              <a:gd name="connsiteX16550" fmla="*/ 142323 w 4641785"/>
              <a:gd name="connsiteY16550" fmla="*/ 2374379 h 5274332"/>
              <a:gd name="connsiteX16551" fmla="*/ 147905 w 4641785"/>
              <a:gd name="connsiteY16551" fmla="*/ 2375309 h 5274332"/>
              <a:gd name="connsiteX16552" fmla="*/ 150695 w 4641785"/>
              <a:gd name="connsiteY16552" fmla="*/ 2376705 h 5274332"/>
              <a:gd name="connsiteX16553" fmla="*/ 160463 w 4641785"/>
              <a:gd name="connsiteY16553" fmla="*/ 2379960 h 5274332"/>
              <a:gd name="connsiteX16554" fmla="*/ 165114 w 4641785"/>
              <a:gd name="connsiteY16554" fmla="*/ 2377169 h 5274332"/>
              <a:gd name="connsiteX16555" fmla="*/ 172555 w 4641785"/>
              <a:gd name="connsiteY16555" fmla="*/ 2373913 h 5274332"/>
              <a:gd name="connsiteX16556" fmla="*/ 178136 w 4641785"/>
              <a:gd name="connsiteY16556" fmla="*/ 2372518 h 5274332"/>
              <a:gd name="connsiteX16557" fmla="*/ 186509 w 4641785"/>
              <a:gd name="connsiteY16557" fmla="*/ 2374379 h 5274332"/>
              <a:gd name="connsiteX16558" fmla="*/ 189764 w 4641785"/>
              <a:gd name="connsiteY16558" fmla="*/ 2374379 h 5274332"/>
              <a:gd name="connsiteX16559" fmla="*/ 194415 w 4641785"/>
              <a:gd name="connsiteY16559" fmla="*/ 2372983 h 5274332"/>
              <a:gd name="connsiteX16560" fmla="*/ 197671 w 4641785"/>
              <a:gd name="connsiteY16560" fmla="*/ 2373449 h 5274332"/>
              <a:gd name="connsiteX16561" fmla="*/ 208368 w 4641785"/>
              <a:gd name="connsiteY16561" fmla="*/ 2376705 h 5274332"/>
              <a:gd name="connsiteX16562" fmla="*/ 220926 w 4641785"/>
              <a:gd name="connsiteY16562" fmla="*/ 2373913 h 5274332"/>
              <a:gd name="connsiteX16563" fmla="*/ 224182 w 4641785"/>
              <a:gd name="connsiteY16563" fmla="*/ 2372518 h 5274332"/>
              <a:gd name="connsiteX16564" fmla="*/ 226973 w 4641785"/>
              <a:gd name="connsiteY16564" fmla="*/ 2375774 h 5274332"/>
              <a:gd name="connsiteX16565" fmla="*/ 237206 w 4641785"/>
              <a:gd name="connsiteY16565" fmla="*/ 2385076 h 5274332"/>
              <a:gd name="connsiteX16566" fmla="*/ 244182 w 4641785"/>
              <a:gd name="connsiteY16566" fmla="*/ 2390193 h 5274332"/>
              <a:gd name="connsiteX16567" fmla="*/ 259996 w 4641785"/>
              <a:gd name="connsiteY16567" fmla="*/ 2391588 h 5274332"/>
              <a:gd name="connsiteX16568" fmla="*/ 273949 w 4641785"/>
              <a:gd name="connsiteY16568" fmla="*/ 2392518 h 5274332"/>
              <a:gd name="connsiteX16569" fmla="*/ 284181 w 4641785"/>
              <a:gd name="connsiteY16569" fmla="*/ 2392052 h 5274332"/>
              <a:gd name="connsiteX16570" fmla="*/ 291623 w 4641785"/>
              <a:gd name="connsiteY16570" fmla="*/ 2391588 h 5274332"/>
              <a:gd name="connsiteX16571" fmla="*/ 295344 w 4641785"/>
              <a:gd name="connsiteY16571" fmla="*/ 2388797 h 5274332"/>
              <a:gd name="connsiteX16572" fmla="*/ 299995 w 4641785"/>
              <a:gd name="connsiteY16572" fmla="*/ 2383216 h 5274332"/>
              <a:gd name="connsiteX16573" fmla="*/ 305111 w 4641785"/>
              <a:gd name="connsiteY16573" fmla="*/ 2371123 h 5274332"/>
              <a:gd name="connsiteX16574" fmla="*/ 311623 w 4641785"/>
              <a:gd name="connsiteY16574" fmla="*/ 2368332 h 5274332"/>
              <a:gd name="connsiteX16575" fmla="*/ 325576 w 4641785"/>
              <a:gd name="connsiteY16575" fmla="*/ 2365542 h 5274332"/>
              <a:gd name="connsiteX16576" fmla="*/ 334878 w 4641785"/>
              <a:gd name="connsiteY16576" fmla="*/ 2361821 h 5274332"/>
              <a:gd name="connsiteX16577" fmla="*/ 339529 w 4641785"/>
              <a:gd name="connsiteY16577" fmla="*/ 2360425 h 5274332"/>
              <a:gd name="connsiteX16578" fmla="*/ 346506 w 4641785"/>
              <a:gd name="connsiteY16578" fmla="*/ 2359496 h 5274332"/>
              <a:gd name="connsiteX16579" fmla="*/ 360924 w 4641785"/>
              <a:gd name="connsiteY16579" fmla="*/ 2353449 h 5274332"/>
              <a:gd name="connsiteX16580" fmla="*/ 364645 w 4641785"/>
              <a:gd name="connsiteY16580" fmla="*/ 2352984 h 5274332"/>
              <a:gd name="connsiteX16581" fmla="*/ 372087 w 4641785"/>
              <a:gd name="connsiteY16581" fmla="*/ 2349263 h 5274332"/>
              <a:gd name="connsiteX16582" fmla="*/ 379063 w 4641785"/>
              <a:gd name="connsiteY16582" fmla="*/ 2347867 h 5274332"/>
              <a:gd name="connsiteX16583" fmla="*/ 385110 w 4641785"/>
              <a:gd name="connsiteY16583" fmla="*/ 2351123 h 5274332"/>
              <a:gd name="connsiteX16584" fmla="*/ 381854 w 4641785"/>
              <a:gd name="connsiteY16584" fmla="*/ 2358565 h 5274332"/>
              <a:gd name="connsiteX16585" fmla="*/ 378599 w 4641785"/>
              <a:gd name="connsiteY16585" fmla="*/ 2360891 h 5274332"/>
              <a:gd name="connsiteX16586" fmla="*/ 379994 w 4641785"/>
              <a:gd name="connsiteY16586" fmla="*/ 2366007 h 5274332"/>
              <a:gd name="connsiteX16587" fmla="*/ 379063 w 4641785"/>
              <a:gd name="connsiteY16587" fmla="*/ 2368798 h 5274332"/>
              <a:gd name="connsiteX16588" fmla="*/ 380924 w 4641785"/>
              <a:gd name="connsiteY16588" fmla="*/ 2371123 h 5274332"/>
              <a:gd name="connsiteX16589" fmla="*/ 378599 w 4641785"/>
              <a:gd name="connsiteY16589" fmla="*/ 2374844 h 5274332"/>
              <a:gd name="connsiteX16590" fmla="*/ 379063 w 4641785"/>
              <a:gd name="connsiteY16590" fmla="*/ 2377169 h 5274332"/>
              <a:gd name="connsiteX16591" fmla="*/ 381854 w 4641785"/>
              <a:gd name="connsiteY16591" fmla="*/ 2379030 h 5274332"/>
              <a:gd name="connsiteX16592" fmla="*/ 385110 w 4641785"/>
              <a:gd name="connsiteY16592" fmla="*/ 2379030 h 5274332"/>
              <a:gd name="connsiteX16593" fmla="*/ 392087 w 4641785"/>
              <a:gd name="connsiteY16593" fmla="*/ 2381820 h 5274332"/>
              <a:gd name="connsiteX16594" fmla="*/ 403249 w 4641785"/>
              <a:gd name="connsiteY16594" fmla="*/ 2382286 h 5274332"/>
              <a:gd name="connsiteX16595" fmla="*/ 415807 w 4641785"/>
              <a:gd name="connsiteY16595" fmla="*/ 2382286 h 5274332"/>
              <a:gd name="connsiteX16596" fmla="*/ 420923 w 4641785"/>
              <a:gd name="connsiteY16596" fmla="*/ 2379960 h 5274332"/>
              <a:gd name="connsiteX16597" fmla="*/ 423248 w 4641785"/>
              <a:gd name="connsiteY16597" fmla="*/ 2377635 h 5274332"/>
              <a:gd name="connsiteX16598" fmla="*/ 429760 w 4641785"/>
              <a:gd name="connsiteY16598" fmla="*/ 2376239 h 5274332"/>
              <a:gd name="connsiteX16599" fmla="*/ 428365 w 4641785"/>
              <a:gd name="connsiteY16599" fmla="*/ 2370193 h 5274332"/>
              <a:gd name="connsiteX16600" fmla="*/ 434877 w 4641785"/>
              <a:gd name="connsiteY16600" fmla="*/ 2365542 h 5274332"/>
              <a:gd name="connsiteX16601" fmla="*/ 440458 w 4641785"/>
              <a:gd name="connsiteY16601" fmla="*/ 2360425 h 5274332"/>
              <a:gd name="connsiteX16602" fmla="*/ 446504 w 4641785"/>
              <a:gd name="connsiteY16602" fmla="*/ 2358100 h 5274332"/>
              <a:gd name="connsiteX16603" fmla="*/ 448830 w 4641785"/>
              <a:gd name="connsiteY16603" fmla="*/ 2360425 h 5274332"/>
              <a:gd name="connsiteX16604" fmla="*/ 453946 w 4641785"/>
              <a:gd name="connsiteY16604" fmla="*/ 2360425 h 5274332"/>
              <a:gd name="connsiteX16605" fmla="*/ 457202 w 4641785"/>
              <a:gd name="connsiteY16605" fmla="*/ 2358565 h 5274332"/>
              <a:gd name="connsiteX16606" fmla="*/ 460457 w 4641785"/>
              <a:gd name="connsiteY16606" fmla="*/ 2354379 h 5274332"/>
              <a:gd name="connsiteX16607" fmla="*/ 466039 w 4641785"/>
              <a:gd name="connsiteY16607" fmla="*/ 2352984 h 5274332"/>
              <a:gd name="connsiteX16608" fmla="*/ 467899 w 4641785"/>
              <a:gd name="connsiteY16608" fmla="*/ 2348798 h 5274332"/>
              <a:gd name="connsiteX16609" fmla="*/ 465574 w 4641785"/>
              <a:gd name="connsiteY16609" fmla="*/ 2346007 h 5274332"/>
              <a:gd name="connsiteX16610" fmla="*/ 461388 w 4641785"/>
              <a:gd name="connsiteY16610" fmla="*/ 2345077 h 5274332"/>
              <a:gd name="connsiteX16611" fmla="*/ 451155 w 4641785"/>
              <a:gd name="connsiteY16611" fmla="*/ 2345542 h 5274332"/>
              <a:gd name="connsiteX16612" fmla="*/ 447899 w 4641785"/>
              <a:gd name="connsiteY16612" fmla="*/ 2343682 h 5274332"/>
              <a:gd name="connsiteX16613" fmla="*/ 447899 w 4641785"/>
              <a:gd name="connsiteY16613" fmla="*/ 2339496 h 5274332"/>
              <a:gd name="connsiteX16614" fmla="*/ 448830 w 4641785"/>
              <a:gd name="connsiteY16614" fmla="*/ 2329728 h 5274332"/>
              <a:gd name="connsiteX16615" fmla="*/ 446504 w 4641785"/>
              <a:gd name="connsiteY16615" fmla="*/ 2326472 h 5274332"/>
              <a:gd name="connsiteX16616" fmla="*/ 446969 w 4641785"/>
              <a:gd name="connsiteY16616" fmla="*/ 2322287 h 5274332"/>
              <a:gd name="connsiteX16617" fmla="*/ 446504 w 4641785"/>
              <a:gd name="connsiteY16617" fmla="*/ 2316240 h 5274332"/>
              <a:gd name="connsiteX16618" fmla="*/ 449760 w 4641785"/>
              <a:gd name="connsiteY16618" fmla="*/ 2311124 h 5274332"/>
              <a:gd name="connsiteX16619" fmla="*/ 453946 w 4641785"/>
              <a:gd name="connsiteY16619" fmla="*/ 2309729 h 5274332"/>
              <a:gd name="connsiteX16620" fmla="*/ 459993 w 4641785"/>
              <a:gd name="connsiteY16620" fmla="*/ 2305543 h 5274332"/>
              <a:gd name="connsiteX16621" fmla="*/ 463713 w 4641785"/>
              <a:gd name="connsiteY16621" fmla="*/ 2302287 h 5274332"/>
              <a:gd name="connsiteX16622" fmla="*/ 458132 w 4641785"/>
              <a:gd name="connsiteY16622" fmla="*/ 2296706 h 5274332"/>
              <a:gd name="connsiteX16623" fmla="*/ 452086 w 4641785"/>
              <a:gd name="connsiteY16623" fmla="*/ 2281358 h 5274332"/>
              <a:gd name="connsiteX16624" fmla="*/ 447435 w 4641785"/>
              <a:gd name="connsiteY16624" fmla="*/ 2272055 h 5274332"/>
              <a:gd name="connsiteX16625" fmla="*/ 443248 w 4641785"/>
              <a:gd name="connsiteY16625" fmla="*/ 2265544 h 5274332"/>
              <a:gd name="connsiteX16626" fmla="*/ 439528 w 4641785"/>
              <a:gd name="connsiteY16626" fmla="*/ 2261358 h 5274332"/>
              <a:gd name="connsiteX16627" fmla="*/ 438132 w 4641785"/>
              <a:gd name="connsiteY16627" fmla="*/ 2257637 h 5274332"/>
              <a:gd name="connsiteX16628" fmla="*/ 434877 w 4641785"/>
              <a:gd name="connsiteY16628" fmla="*/ 2247405 h 5274332"/>
              <a:gd name="connsiteX16629" fmla="*/ 433016 w 4641785"/>
              <a:gd name="connsiteY16629" fmla="*/ 2238102 h 5274332"/>
              <a:gd name="connsiteX16630" fmla="*/ 429760 w 4641785"/>
              <a:gd name="connsiteY16630" fmla="*/ 2220893 h 5274332"/>
              <a:gd name="connsiteX16631" fmla="*/ 423714 w 4641785"/>
              <a:gd name="connsiteY16631" fmla="*/ 2214382 h 5274332"/>
              <a:gd name="connsiteX16632" fmla="*/ 416272 w 4641785"/>
              <a:gd name="connsiteY16632" fmla="*/ 2206940 h 5274332"/>
              <a:gd name="connsiteX16633" fmla="*/ 408365 w 4641785"/>
              <a:gd name="connsiteY16633" fmla="*/ 2198103 h 5274332"/>
              <a:gd name="connsiteX16634" fmla="*/ 406040 w 4641785"/>
              <a:gd name="connsiteY16634" fmla="*/ 2190196 h 5274332"/>
              <a:gd name="connsiteX16635" fmla="*/ 402784 w 4641785"/>
              <a:gd name="connsiteY16635" fmla="*/ 2185545 h 5274332"/>
              <a:gd name="connsiteX16636" fmla="*/ 394877 w 4641785"/>
              <a:gd name="connsiteY16636" fmla="*/ 2178103 h 5274332"/>
              <a:gd name="connsiteX16637" fmla="*/ 395807 w 4641785"/>
              <a:gd name="connsiteY16637" fmla="*/ 2172987 h 5274332"/>
              <a:gd name="connsiteX16638" fmla="*/ 395807 w 4641785"/>
              <a:gd name="connsiteY16638" fmla="*/ 2167871 h 5274332"/>
              <a:gd name="connsiteX16639" fmla="*/ 397202 w 4641785"/>
              <a:gd name="connsiteY16639" fmla="*/ 2155313 h 5274332"/>
              <a:gd name="connsiteX16640" fmla="*/ 395342 w 4641785"/>
              <a:gd name="connsiteY16640" fmla="*/ 2154382 h 5274332"/>
              <a:gd name="connsiteX16641" fmla="*/ 395342 w 4641785"/>
              <a:gd name="connsiteY16641" fmla="*/ 2142755 h 5274332"/>
              <a:gd name="connsiteX16642" fmla="*/ 395807 w 4641785"/>
              <a:gd name="connsiteY16642" fmla="*/ 2130197 h 5274332"/>
              <a:gd name="connsiteX16643" fmla="*/ 393482 w 4641785"/>
              <a:gd name="connsiteY16643" fmla="*/ 2123685 h 5274332"/>
              <a:gd name="connsiteX16644" fmla="*/ 390691 w 4641785"/>
              <a:gd name="connsiteY16644" fmla="*/ 2122290 h 5274332"/>
              <a:gd name="connsiteX16645" fmla="*/ 383249 w 4641785"/>
              <a:gd name="connsiteY16645" fmla="*/ 2122755 h 5274332"/>
              <a:gd name="connsiteX16646" fmla="*/ 377668 w 4641785"/>
              <a:gd name="connsiteY16646" fmla="*/ 2125546 h 5274332"/>
              <a:gd name="connsiteX16647" fmla="*/ 372552 w 4641785"/>
              <a:gd name="connsiteY16647" fmla="*/ 2127406 h 5274332"/>
              <a:gd name="connsiteX16648" fmla="*/ 365575 w 4641785"/>
              <a:gd name="connsiteY16648" fmla="*/ 2127406 h 5274332"/>
              <a:gd name="connsiteX16649" fmla="*/ 355343 w 4641785"/>
              <a:gd name="connsiteY16649" fmla="*/ 2128802 h 5274332"/>
              <a:gd name="connsiteX16650" fmla="*/ 351157 w 4641785"/>
              <a:gd name="connsiteY16650" fmla="*/ 2129732 h 5274332"/>
              <a:gd name="connsiteX16651" fmla="*/ 347436 w 4641785"/>
              <a:gd name="connsiteY16651" fmla="*/ 2128802 h 5274332"/>
              <a:gd name="connsiteX16652" fmla="*/ 333018 w 4641785"/>
              <a:gd name="connsiteY16652" fmla="*/ 2123685 h 5274332"/>
              <a:gd name="connsiteX16653" fmla="*/ 331157 w 4641785"/>
              <a:gd name="connsiteY16653" fmla="*/ 2121825 h 5274332"/>
              <a:gd name="connsiteX16654" fmla="*/ 329296 w 4641785"/>
              <a:gd name="connsiteY16654" fmla="*/ 2115778 h 5274332"/>
              <a:gd name="connsiteX16655" fmla="*/ 326506 w 4641785"/>
              <a:gd name="connsiteY16655" fmla="*/ 2111593 h 5274332"/>
              <a:gd name="connsiteX16656" fmla="*/ 319995 w 4641785"/>
              <a:gd name="connsiteY16656" fmla="*/ 2104616 h 5274332"/>
              <a:gd name="connsiteX16657" fmla="*/ 316274 w 4641785"/>
              <a:gd name="connsiteY16657" fmla="*/ 2102290 h 5274332"/>
              <a:gd name="connsiteX16658" fmla="*/ 313948 w 4641785"/>
              <a:gd name="connsiteY16658" fmla="*/ 2097639 h 5274332"/>
              <a:gd name="connsiteX16659" fmla="*/ 304646 w 4641785"/>
              <a:gd name="connsiteY16659" fmla="*/ 2083686 h 5274332"/>
              <a:gd name="connsiteX16660" fmla="*/ 302320 w 4641785"/>
              <a:gd name="connsiteY16660" fmla="*/ 2076710 h 5274332"/>
              <a:gd name="connsiteX16661" fmla="*/ 302320 w 4641785"/>
              <a:gd name="connsiteY16661" fmla="*/ 2070663 h 5274332"/>
              <a:gd name="connsiteX16662" fmla="*/ 300460 w 4641785"/>
              <a:gd name="connsiteY16662" fmla="*/ 2059966 h 5274332"/>
              <a:gd name="connsiteX16663" fmla="*/ 302786 w 4641785"/>
              <a:gd name="connsiteY16663" fmla="*/ 2052989 h 5274332"/>
              <a:gd name="connsiteX16664" fmla="*/ 310693 w 4641785"/>
              <a:gd name="connsiteY16664" fmla="*/ 2040896 h 5274332"/>
              <a:gd name="connsiteX16665" fmla="*/ 313018 w 4641785"/>
              <a:gd name="connsiteY16665" fmla="*/ 2035780 h 5274332"/>
              <a:gd name="connsiteX16666" fmla="*/ 315344 w 4641785"/>
              <a:gd name="connsiteY16666" fmla="*/ 2026943 h 5274332"/>
              <a:gd name="connsiteX16667" fmla="*/ 313948 w 4641785"/>
              <a:gd name="connsiteY16667" fmla="*/ 2021362 h 5274332"/>
              <a:gd name="connsiteX16668" fmla="*/ 314413 w 4641785"/>
              <a:gd name="connsiteY16668" fmla="*/ 2015781 h 5274332"/>
              <a:gd name="connsiteX16669" fmla="*/ 316274 w 4641785"/>
              <a:gd name="connsiteY16669" fmla="*/ 2008338 h 5274332"/>
              <a:gd name="connsiteX16670" fmla="*/ 315808 w 4641785"/>
              <a:gd name="connsiteY16670" fmla="*/ 1993455 h 5274332"/>
              <a:gd name="connsiteX16671" fmla="*/ 317204 w 4641785"/>
              <a:gd name="connsiteY16671" fmla="*/ 1984153 h 5274332"/>
              <a:gd name="connsiteX16672" fmla="*/ 314413 w 4641785"/>
              <a:gd name="connsiteY16672" fmla="*/ 1972991 h 5274332"/>
              <a:gd name="connsiteX16673" fmla="*/ 311623 w 4641785"/>
              <a:gd name="connsiteY16673" fmla="*/ 1969735 h 5274332"/>
              <a:gd name="connsiteX16674" fmla="*/ 304646 w 4641785"/>
              <a:gd name="connsiteY16674" fmla="*/ 1966014 h 5274332"/>
              <a:gd name="connsiteX16675" fmla="*/ 298135 w 4641785"/>
              <a:gd name="connsiteY16675" fmla="*/ 1964153 h 5274332"/>
              <a:gd name="connsiteX16676" fmla="*/ 291623 w 4641785"/>
              <a:gd name="connsiteY16676" fmla="*/ 1964153 h 5274332"/>
              <a:gd name="connsiteX16677" fmla="*/ 274879 w 4641785"/>
              <a:gd name="connsiteY16677" fmla="*/ 1966944 h 5274332"/>
              <a:gd name="connsiteX16678" fmla="*/ 264647 w 4641785"/>
              <a:gd name="connsiteY16678" fmla="*/ 1966944 h 5274332"/>
              <a:gd name="connsiteX16679" fmla="*/ 258600 w 4641785"/>
              <a:gd name="connsiteY16679" fmla="*/ 1965548 h 5274332"/>
              <a:gd name="connsiteX16680" fmla="*/ 251624 w 4641785"/>
              <a:gd name="connsiteY16680" fmla="*/ 1961363 h 5274332"/>
              <a:gd name="connsiteX16681" fmla="*/ 243717 w 4641785"/>
              <a:gd name="connsiteY16681" fmla="*/ 1954386 h 5274332"/>
              <a:gd name="connsiteX16682" fmla="*/ 212089 w 4641785"/>
              <a:gd name="connsiteY16682" fmla="*/ 1939968 h 5274332"/>
              <a:gd name="connsiteX16683" fmla="*/ 209764 w 4641785"/>
              <a:gd name="connsiteY16683" fmla="*/ 1937643 h 5274332"/>
              <a:gd name="connsiteX16684" fmla="*/ 205578 w 4641785"/>
              <a:gd name="connsiteY16684" fmla="*/ 1927410 h 5274332"/>
              <a:gd name="connsiteX16685" fmla="*/ 208368 w 4641785"/>
              <a:gd name="connsiteY16685" fmla="*/ 1910666 h 5274332"/>
              <a:gd name="connsiteX16686" fmla="*/ 208834 w 4641785"/>
              <a:gd name="connsiteY16686" fmla="*/ 1902759 h 5274332"/>
              <a:gd name="connsiteX16687" fmla="*/ 210694 w 4641785"/>
              <a:gd name="connsiteY16687" fmla="*/ 1889736 h 5274332"/>
              <a:gd name="connsiteX16688" fmla="*/ 214415 w 4641785"/>
              <a:gd name="connsiteY16688" fmla="*/ 1880434 h 5274332"/>
              <a:gd name="connsiteX16689" fmla="*/ 218601 w 4641785"/>
              <a:gd name="connsiteY16689" fmla="*/ 1868341 h 5274332"/>
              <a:gd name="connsiteX16690" fmla="*/ 222322 w 4641785"/>
              <a:gd name="connsiteY16690" fmla="*/ 1860899 h 5274332"/>
              <a:gd name="connsiteX16691" fmla="*/ 234880 w 4641785"/>
              <a:gd name="connsiteY16691" fmla="*/ 1847876 h 5274332"/>
              <a:gd name="connsiteX16692" fmla="*/ 258135 w 4641785"/>
              <a:gd name="connsiteY16692" fmla="*/ 1828807 h 5274332"/>
              <a:gd name="connsiteX16693" fmla="*/ 266042 w 4641785"/>
              <a:gd name="connsiteY16693" fmla="*/ 1820900 h 5274332"/>
              <a:gd name="connsiteX16694" fmla="*/ 273018 w 4641785"/>
              <a:gd name="connsiteY16694" fmla="*/ 1810667 h 5274332"/>
              <a:gd name="connsiteX16695" fmla="*/ 277670 w 4641785"/>
              <a:gd name="connsiteY16695" fmla="*/ 1803226 h 5274332"/>
              <a:gd name="connsiteX16696" fmla="*/ 290228 w 4641785"/>
              <a:gd name="connsiteY16696" fmla="*/ 1793458 h 5274332"/>
              <a:gd name="connsiteX16697" fmla="*/ 291623 w 4641785"/>
              <a:gd name="connsiteY16697" fmla="*/ 1791133 h 5274332"/>
              <a:gd name="connsiteX16698" fmla="*/ 295809 w 4641785"/>
              <a:gd name="connsiteY16698" fmla="*/ 1779040 h 5274332"/>
              <a:gd name="connsiteX16699" fmla="*/ 305111 w 4641785"/>
              <a:gd name="connsiteY16699" fmla="*/ 1755785 h 5274332"/>
              <a:gd name="connsiteX16700" fmla="*/ 312553 w 4641785"/>
              <a:gd name="connsiteY16700" fmla="*/ 1743692 h 5274332"/>
              <a:gd name="connsiteX16701" fmla="*/ 316739 w 4641785"/>
              <a:gd name="connsiteY16701" fmla="*/ 1739506 h 5274332"/>
              <a:gd name="connsiteX16702" fmla="*/ 320925 w 4641785"/>
              <a:gd name="connsiteY16702" fmla="*/ 1734390 h 5274332"/>
              <a:gd name="connsiteX16703" fmla="*/ 332552 w 4641785"/>
              <a:gd name="connsiteY16703" fmla="*/ 1726483 h 5274332"/>
              <a:gd name="connsiteX16704" fmla="*/ 335808 w 4641785"/>
              <a:gd name="connsiteY16704" fmla="*/ 1723227 h 5274332"/>
              <a:gd name="connsiteX16705" fmla="*/ 341390 w 4641785"/>
              <a:gd name="connsiteY16705" fmla="*/ 1716715 h 5274332"/>
              <a:gd name="connsiteX16706" fmla="*/ 346041 w 4641785"/>
              <a:gd name="connsiteY16706" fmla="*/ 1712064 h 5274332"/>
              <a:gd name="connsiteX16707" fmla="*/ 356273 w 4641785"/>
              <a:gd name="connsiteY16707" fmla="*/ 1709739 h 5274332"/>
              <a:gd name="connsiteX16708" fmla="*/ 363715 w 4641785"/>
              <a:gd name="connsiteY16708" fmla="*/ 1707878 h 5274332"/>
              <a:gd name="connsiteX16709" fmla="*/ 372087 w 4641785"/>
              <a:gd name="connsiteY16709" fmla="*/ 1707878 h 5274332"/>
              <a:gd name="connsiteX16710" fmla="*/ 377203 w 4641785"/>
              <a:gd name="connsiteY16710" fmla="*/ 1710204 h 5274332"/>
              <a:gd name="connsiteX16711" fmla="*/ 392551 w 4641785"/>
              <a:gd name="connsiteY16711" fmla="*/ 1726483 h 5274332"/>
              <a:gd name="connsiteX16712" fmla="*/ 394412 w 4641785"/>
              <a:gd name="connsiteY16712" fmla="*/ 1729273 h 5274332"/>
              <a:gd name="connsiteX16713" fmla="*/ 394877 w 4641785"/>
              <a:gd name="connsiteY16713" fmla="*/ 1737180 h 5274332"/>
              <a:gd name="connsiteX16714" fmla="*/ 395342 w 4641785"/>
              <a:gd name="connsiteY16714" fmla="*/ 1742761 h 5274332"/>
              <a:gd name="connsiteX16715" fmla="*/ 405109 w 4641785"/>
              <a:gd name="connsiteY16715" fmla="*/ 1759971 h 5274332"/>
              <a:gd name="connsiteX16716" fmla="*/ 407900 w 4641785"/>
              <a:gd name="connsiteY16716" fmla="*/ 1764622 h 5274332"/>
              <a:gd name="connsiteX16717" fmla="*/ 417667 w 4641785"/>
              <a:gd name="connsiteY16717" fmla="*/ 1766948 h 5274332"/>
              <a:gd name="connsiteX16718" fmla="*/ 428365 w 4641785"/>
              <a:gd name="connsiteY16718" fmla="*/ 1767878 h 5274332"/>
              <a:gd name="connsiteX16719" fmla="*/ 431621 w 4641785"/>
              <a:gd name="connsiteY16719" fmla="*/ 1767412 h 5274332"/>
              <a:gd name="connsiteX16720" fmla="*/ 452086 w 4641785"/>
              <a:gd name="connsiteY16720" fmla="*/ 1757180 h 5274332"/>
              <a:gd name="connsiteX16721" fmla="*/ 460457 w 4641785"/>
              <a:gd name="connsiteY16721" fmla="*/ 1753924 h 5274332"/>
              <a:gd name="connsiteX16722" fmla="*/ 474411 w 4641785"/>
              <a:gd name="connsiteY16722" fmla="*/ 1747413 h 5274332"/>
              <a:gd name="connsiteX16723" fmla="*/ 479992 w 4641785"/>
              <a:gd name="connsiteY16723" fmla="*/ 1745552 h 5274332"/>
              <a:gd name="connsiteX16724" fmla="*/ 489759 w 4641785"/>
              <a:gd name="connsiteY16724" fmla="*/ 1742297 h 5274332"/>
              <a:gd name="connsiteX16725" fmla="*/ 506968 w 4641785"/>
              <a:gd name="connsiteY16725" fmla="*/ 1738576 h 5274332"/>
              <a:gd name="connsiteX16726" fmla="*/ 511620 w 4641785"/>
              <a:gd name="connsiteY16726" fmla="*/ 1738110 h 5274332"/>
              <a:gd name="connsiteX16727" fmla="*/ 531154 w 4641785"/>
              <a:gd name="connsiteY16727" fmla="*/ 1738110 h 5274332"/>
              <a:gd name="connsiteX16728" fmla="*/ 539991 w 4641785"/>
              <a:gd name="connsiteY16728" fmla="*/ 1737180 h 5274332"/>
              <a:gd name="connsiteX16729" fmla="*/ 551154 w 4641785"/>
              <a:gd name="connsiteY16729" fmla="*/ 1737180 h 5274332"/>
              <a:gd name="connsiteX16730" fmla="*/ 557665 w 4641785"/>
              <a:gd name="connsiteY16730" fmla="*/ 1734855 h 5274332"/>
              <a:gd name="connsiteX16731" fmla="*/ 568363 w 4641785"/>
              <a:gd name="connsiteY16731" fmla="*/ 1729739 h 5274332"/>
              <a:gd name="connsiteX16732" fmla="*/ 582781 w 4641785"/>
              <a:gd name="connsiteY16732" fmla="*/ 1724158 h 5274332"/>
              <a:gd name="connsiteX16733" fmla="*/ 589292 w 4641785"/>
              <a:gd name="connsiteY16733" fmla="*/ 1721366 h 5274332"/>
              <a:gd name="connsiteX16734" fmla="*/ 591618 w 4641785"/>
              <a:gd name="connsiteY16734" fmla="*/ 1709274 h 5274332"/>
              <a:gd name="connsiteX16735" fmla="*/ 591618 w 4641785"/>
              <a:gd name="connsiteY16735" fmla="*/ 1705088 h 5274332"/>
              <a:gd name="connsiteX16736" fmla="*/ 594409 w 4641785"/>
              <a:gd name="connsiteY16736" fmla="*/ 1691600 h 5274332"/>
              <a:gd name="connsiteX16737" fmla="*/ 599990 w 4641785"/>
              <a:gd name="connsiteY16737" fmla="*/ 1684158 h 5274332"/>
              <a:gd name="connsiteX16738" fmla="*/ 604641 w 4641785"/>
              <a:gd name="connsiteY16738" fmla="*/ 1676716 h 5274332"/>
              <a:gd name="connsiteX16739" fmla="*/ 608362 w 4641785"/>
              <a:gd name="connsiteY16739" fmla="*/ 1672996 h 5274332"/>
              <a:gd name="connsiteX16740" fmla="*/ 625571 w 4641785"/>
              <a:gd name="connsiteY16740" fmla="*/ 1659042 h 5274332"/>
              <a:gd name="connsiteX16741" fmla="*/ 630223 w 4641785"/>
              <a:gd name="connsiteY16741" fmla="*/ 1652996 h 5274332"/>
              <a:gd name="connsiteX16742" fmla="*/ 634874 w 4641785"/>
              <a:gd name="connsiteY16742" fmla="*/ 1649275 h 5274332"/>
              <a:gd name="connsiteX16743" fmla="*/ 638594 w 4641785"/>
              <a:gd name="connsiteY16743" fmla="*/ 1641833 h 5274332"/>
              <a:gd name="connsiteX16744" fmla="*/ 653477 w 4641785"/>
              <a:gd name="connsiteY16744" fmla="*/ 1593927 h 5274332"/>
              <a:gd name="connsiteX16745" fmla="*/ 657198 w 4641785"/>
              <a:gd name="connsiteY16745" fmla="*/ 1587415 h 5274332"/>
              <a:gd name="connsiteX16746" fmla="*/ 666501 w 4641785"/>
              <a:gd name="connsiteY16746" fmla="*/ 1575788 h 5274332"/>
              <a:gd name="connsiteX16747" fmla="*/ 669291 w 4641785"/>
              <a:gd name="connsiteY16747" fmla="*/ 1573463 h 5274332"/>
              <a:gd name="connsiteX16748" fmla="*/ 676268 w 4641785"/>
              <a:gd name="connsiteY16748" fmla="*/ 1570671 h 5274332"/>
              <a:gd name="connsiteX16749" fmla="*/ 687896 w 4641785"/>
              <a:gd name="connsiteY16749" fmla="*/ 1564160 h 5274332"/>
              <a:gd name="connsiteX16750" fmla="*/ 699058 w 4641785"/>
              <a:gd name="connsiteY16750" fmla="*/ 1557183 h 5274332"/>
              <a:gd name="connsiteX16751" fmla="*/ 708825 w 4641785"/>
              <a:gd name="connsiteY16751" fmla="*/ 1550672 h 5274332"/>
              <a:gd name="connsiteX16752" fmla="*/ 723244 w 4641785"/>
              <a:gd name="connsiteY16752" fmla="*/ 1542300 h 5274332"/>
              <a:gd name="connsiteX16753" fmla="*/ 753011 w 4641785"/>
              <a:gd name="connsiteY16753" fmla="*/ 1529277 h 5274332"/>
              <a:gd name="connsiteX16754" fmla="*/ 755336 w 4641785"/>
              <a:gd name="connsiteY16754" fmla="*/ 1527417 h 5274332"/>
              <a:gd name="connsiteX16755" fmla="*/ 764173 w 4641785"/>
              <a:gd name="connsiteY16755" fmla="*/ 1506021 h 5274332"/>
              <a:gd name="connsiteX16756" fmla="*/ 776731 w 4641785"/>
              <a:gd name="connsiteY16756" fmla="*/ 1490672 h 5274332"/>
              <a:gd name="connsiteX16757" fmla="*/ 786034 w 4641785"/>
              <a:gd name="connsiteY16757" fmla="*/ 1472999 h 5274332"/>
              <a:gd name="connsiteX16758" fmla="*/ 794870 w 4641785"/>
              <a:gd name="connsiteY16758" fmla="*/ 1454860 h 5274332"/>
              <a:gd name="connsiteX16759" fmla="*/ 796266 w 4641785"/>
              <a:gd name="connsiteY16759" fmla="*/ 1452534 h 5274332"/>
              <a:gd name="connsiteX16760" fmla="*/ 799522 w 4641785"/>
              <a:gd name="connsiteY16760" fmla="*/ 1445557 h 5274332"/>
              <a:gd name="connsiteX16761" fmla="*/ 807429 w 4641785"/>
              <a:gd name="connsiteY16761" fmla="*/ 1431604 h 5274332"/>
              <a:gd name="connsiteX16762" fmla="*/ 811614 w 4641785"/>
              <a:gd name="connsiteY16762" fmla="*/ 1417651 h 5274332"/>
              <a:gd name="connsiteX16763" fmla="*/ 813940 w 4641785"/>
              <a:gd name="connsiteY16763" fmla="*/ 1407883 h 5274332"/>
              <a:gd name="connsiteX16764" fmla="*/ 818126 w 4641785"/>
              <a:gd name="connsiteY16764" fmla="*/ 1393000 h 5274332"/>
              <a:gd name="connsiteX16765" fmla="*/ 821382 w 4641785"/>
              <a:gd name="connsiteY16765" fmla="*/ 1380442 h 5274332"/>
              <a:gd name="connsiteX16766" fmla="*/ 822313 w 4641785"/>
              <a:gd name="connsiteY16766" fmla="*/ 1377651 h 5274332"/>
              <a:gd name="connsiteX16767" fmla="*/ 825568 w 4641785"/>
              <a:gd name="connsiteY16767" fmla="*/ 1364163 h 5274332"/>
              <a:gd name="connsiteX16768" fmla="*/ 826498 w 4641785"/>
              <a:gd name="connsiteY16768" fmla="*/ 1361838 h 5274332"/>
              <a:gd name="connsiteX16769" fmla="*/ 829754 w 4641785"/>
              <a:gd name="connsiteY16769" fmla="*/ 1359978 h 5274332"/>
              <a:gd name="connsiteX16770" fmla="*/ 861381 w 4641785"/>
              <a:gd name="connsiteY16770" fmla="*/ 1346489 h 5274332"/>
              <a:gd name="connsiteX16771" fmla="*/ 867893 w 4641785"/>
              <a:gd name="connsiteY16771" fmla="*/ 1344629 h 5274332"/>
              <a:gd name="connsiteX16772" fmla="*/ 876730 w 4641785"/>
              <a:gd name="connsiteY16772" fmla="*/ 1341838 h 5274332"/>
              <a:gd name="connsiteX16773" fmla="*/ 884171 w 4641785"/>
              <a:gd name="connsiteY16773" fmla="*/ 1339978 h 5274332"/>
              <a:gd name="connsiteX16774" fmla="*/ 890218 w 4641785"/>
              <a:gd name="connsiteY16774" fmla="*/ 1337652 h 5274332"/>
              <a:gd name="connsiteX16775" fmla="*/ 897195 w 4641785"/>
              <a:gd name="connsiteY16775" fmla="*/ 1330676 h 5274332"/>
              <a:gd name="connsiteX16776" fmla="*/ 911148 w 4641785"/>
              <a:gd name="connsiteY16776" fmla="*/ 1319513 h 5274332"/>
              <a:gd name="connsiteX16777" fmla="*/ 916264 w 4641785"/>
              <a:gd name="connsiteY16777" fmla="*/ 1316257 h 5274332"/>
              <a:gd name="connsiteX16778" fmla="*/ 917659 w 4641785"/>
              <a:gd name="connsiteY16778" fmla="*/ 1314862 h 5274332"/>
              <a:gd name="connsiteX16779" fmla="*/ 916264 w 4641785"/>
              <a:gd name="connsiteY16779" fmla="*/ 1302305 h 5274332"/>
              <a:gd name="connsiteX16780" fmla="*/ 912543 w 4641785"/>
              <a:gd name="connsiteY16780" fmla="*/ 1294862 h 5274332"/>
              <a:gd name="connsiteX16781" fmla="*/ 906962 w 4641785"/>
              <a:gd name="connsiteY16781" fmla="*/ 1286491 h 5274332"/>
              <a:gd name="connsiteX16782" fmla="*/ 903241 w 4641785"/>
              <a:gd name="connsiteY16782" fmla="*/ 1284166 h 5274332"/>
              <a:gd name="connsiteX16783" fmla="*/ 902776 w 4641785"/>
              <a:gd name="connsiteY16783" fmla="*/ 1279979 h 5274332"/>
              <a:gd name="connsiteX16784" fmla="*/ 907892 w 4641785"/>
              <a:gd name="connsiteY16784" fmla="*/ 1273933 h 5274332"/>
              <a:gd name="connsiteX16785" fmla="*/ 911613 w 4641785"/>
              <a:gd name="connsiteY16785" fmla="*/ 1273003 h 5274332"/>
              <a:gd name="connsiteX16786" fmla="*/ 913008 w 4641785"/>
              <a:gd name="connsiteY16786" fmla="*/ 1269281 h 5274332"/>
              <a:gd name="connsiteX16787" fmla="*/ 912543 w 4641785"/>
              <a:gd name="connsiteY16787" fmla="*/ 1266026 h 5274332"/>
              <a:gd name="connsiteX16788" fmla="*/ 917194 w 4641785"/>
              <a:gd name="connsiteY16788" fmla="*/ 1266491 h 5274332"/>
              <a:gd name="connsiteX16789" fmla="*/ 918590 w 4641785"/>
              <a:gd name="connsiteY16789" fmla="*/ 1260910 h 5274332"/>
              <a:gd name="connsiteX16790" fmla="*/ 921380 w 4641785"/>
              <a:gd name="connsiteY16790" fmla="*/ 1257654 h 5274332"/>
              <a:gd name="connsiteX16791" fmla="*/ 927427 w 4641785"/>
              <a:gd name="connsiteY16791" fmla="*/ 1253933 h 5274332"/>
              <a:gd name="connsiteX16792" fmla="*/ 929752 w 4641785"/>
              <a:gd name="connsiteY16792" fmla="*/ 1251608 h 5274332"/>
              <a:gd name="connsiteX16793" fmla="*/ 932078 w 4641785"/>
              <a:gd name="connsiteY16793" fmla="*/ 1254398 h 5274332"/>
              <a:gd name="connsiteX16794" fmla="*/ 935334 w 4641785"/>
              <a:gd name="connsiteY16794" fmla="*/ 1253003 h 5274332"/>
              <a:gd name="connsiteX16795" fmla="*/ 936729 w 4641785"/>
              <a:gd name="connsiteY16795" fmla="*/ 1250212 h 5274332"/>
              <a:gd name="connsiteX16796" fmla="*/ 933938 w 4641785"/>
              <a:gd name="connsiteY16796" fmla="*/ 1248352 h 5274332"/>
              <a:gd name="connsiteX16797" fmla="*/ 937659 w 4641785"/>
              <a:gd name="connsiteY16797" fmla="*/ 1245096 h 5274332"/>
              <a:gd name="connsiteX16798" fmla="*/ 937659 w 4641785"/>
              <a:gd name="connsiteY16798" fmla="*/ 1240445 h 5274332"/>
              <a:gd name="connsiteX16799" fmla="*/ 942775 w 4641785"/>
              <a:gd name="connsiteY16799" fmla="*/ 1234864 h 5274332"/>
              <a:gd name="connsiteX16800" fmla="*/ 946961 w 4641785"/>
              <a:gd name="connsiteY16800" fmla="*/ 1233933 h 5274332"/>
              <a:gd name="connsiteX16801" fmla="*/ 954403 w 4641785"/>
              <a:gd name="connsiteY16801" fmla="*/ 1226957 h 5274332"/>
              <a:gd name="connsiteX16802" fmla="*/ 959984 w 4641785"/>
              <a:gd name="connsiteY16802" fmla="*/ 1218119 h 5274332"/>
              <a:gd name="connsiteX16803" fmla="*/ 963705 w 4641785"/>
              <a:gd name="connsiteY16803" fmla="*/ 1217189 h 5274332"/>
              <a:gd name="connsiteX16804" fmla="*/ 966496 w 4641785"/>
              <a:gd name="connsiteY16804" fmla="*/ 1213468 h 5274332"/>
              <a:gd name="connsiteX16805" fmla="*/ 965100 w 4641785"/>
              <a:gd name="connsiteY16805" fmla="*/ 1208352 h 5274332"/>
              <a:gd name="connsiteX16806" fmla="*/ 969287 w 4641785"/>
              <a:gd name="connsiteY16806" fmla="*/ 1206957 h 5274332"/>
              <a:gd name="connsiteX16807" fmla="*/ 968356 w 4641785"/>
              <a:gd name="connsiteY16807" fmla="*/ 1203701 h 5274332"/>
              <a:gd name="connsiteX16808" fmla="*/ 972077 w 4641785"/>
              <a:gd name="connsiteY16808" fmla="*/ 1199050 h 5274332"/>
              <a:gd name="connsiteX16809" fmla="*/ 973472 w 4641785"/>
              <a:gd name="connsiteY16809" fmla="*/ 1194399 h 5274332"/>
              <a:gd name="connsiteX16810" fmla="*/ 975797 w 4641785"/>
              <a:gd name="connsiteY16810" fmla="*/ 1193469 h 5274332"/>
              <a:gd name="connsiteX16811" fmla="*/ 980914 w 4641785"/>
              <a:gd name="connsiteY16811" fmla="*/ 1194864 h 5274332"/>
              <a:gd name="connsiteX16812" fmla="*/ 982309 w 4641785"/>
              <a:gd name="connsiteY16812" fmla="*/ 1193469 h 5274332"/>
              <a:gd name="connsiteX16813" fmla="*/ 980449 w 4641785"/>
              <a:gd name="connsiteY16813" fmla="*/ 1189748 h 5274332"/>
              <a:gd name="connsiteX16814" fmla="*/ 981379 w 4641785"/>
              <a:gd name="connsiteY16814" fmla="*/ 1187422 h 5274332"/>
              <a:gd name="connsiteX16815" fmla="*/ 986030 w 4641785"/>
              <a:gd name="connsiteY16815" fmla="*/ 1184167 h 5274332"/>
              <a:gd name="connsiteX16816" fmla="*/ 989751 w 4641785"/>
              <a:gd name="connsiteY16816" fmla="*/ 1182306 h 5274332"/>
              <a:gd name="connsiteX16817" fmla="*/ 989751 w 4641785"/>
              <a:gd name="connsiteY16817" fmla="*/ 1179980 h 5274332"/>
              <a:gd name="connsiteX16818" fmla="*/ 997658 w 4641785"/>
              <a:gd name="connsiteY16818" fmla="*/ 1172539 h 5274332"/>
              <a:gd name="connsiteX16819" fmla="*/ 1001844 w 4641785"/>
              <a:gd name="connsiteY16819" fmla="*/ 1172073 h 5274332"/>
              <a:gd name="connsiteX16820" fmla="*/ 1003240 w 4641785"/>
              <a:gd name="connsiteY16820" fmla="*/ 1170214 h 5274332"/>
              <a:gd name="connsiteX16821" fmla="*/ 1008821 w 4641785"/>
              <a:gd name="connsiteY16821" fmla="*/ 1166492 h 5274332"/>
              <a:gd name="connsiteX16822" fmla="*/ 1007425 w 4641785"/>
              <a:gd name="connsiteY16822" fmla="*/ 1164632 h 5274332"/>
              <a:gd name="connsiteX16823" fmla="*/ 1008821 w 4641785"/>
              <a:gd name="connsiteY16823" fmla="*/ 1160446 h 5274332"/>
              <a:gd name="connsiteX16824" fmla="*/ 1010216 w 4641785"/>
              <a:gd name="connsiteY16824" fmla="*/ 1158121 h 5274332"/>
              <a:gd name="connsiteX16825" fmla="*/ 1011146 w 4641785"/>
              <a:gd name="connsiteY16825" fmla="*/ 1154400 h 5274332"/>
              <a:gd name="connsiteX16826" fmla="*/ 1013937 w 4641785"/>
              <a:gd name="connsiteY16826" fmla="*/ 1153470 h 5274332"/>
              <a:gd name="connsiteX16827" fmla="*/ 1018588 w 4641785"/>
              <a:gd name="connsiteY16827" fmla="*/ 1158121 h 5274332"/>
              <a:gd name="connsiteX16828" fmla="*/ 1023704 w 4641785"/>
              <a:gd name="connsiteY16828" fmla="*/ 1156260 h 5274332"/>
              <a:gd name="connsiteX16829" fmla="*/ 1027425 w 4641785"/>
              <a:gd name="connsiteY16829" fmla="*/ 1156260 h 5274332"/>
              <a:gd name="connsiteX16830" fmla="*/ 1031611 w 4641785"/>
              <a:gd name="connsiteY16830" fmla="*/ 1153004 h 5274332"/>
              <a:gd name="connsiteX16831" fmla="*/ 1033471 w 4641785"/>
              <a:gd name="connsiteY16831" fmla="*/ 1148353 h 5274332"/>
              <a:gd name="connsiteX16832" fmla="*/ 1033006 w 4641785"/>
              <a:gd name="connsiteY16832" fmla="*/ 1144632 h 5274332"/>
              <a:gd name="connsiteX16833" fmla="*/ 1031145 w 4641785"/>
              <a:gd name="connsiteY16833" fmla="*/ 1142307 h 5274332"/>
              <a:gd name="connsiteX16834" fmla="*/ 1022774 w 4641785"/>
              <a:gd name="connsiteY16834" fmla="*/ 1140912 h 5274332"/>
              <a:gd name="connsiteX16835" fmla="*/ 1017192 w 4641785"/>
              <a:gd name="connsiteY16835" fmla="*/ 1142771 h 5274332"/>
              <a:gd name="connsiteX16836" fmla="*/ 1018588 w 4641785"/>
              <a:gd name="connsiteY16836" fmla="*/ 1145563 h 5274332"/>
              <a:gd name="connsiteX16837" fmla="*/ 1016728 w 4641785"/>
              <a:gd name="connsiteY16837" fmla="*/ 1148819 h 5274332"/>
              <a:gd name="connsiteX16838" fmla="*/ 1013006 w 4641785"/>
              <a:gd name="connsiteY16838" fmla="*/ 1150678 h 5274332"/>
              <a:gd name="connsiteX16839" fmla="*/ 1009750 w 4641785"/>
              <a:gd name="connsiteY16839" fmla="*/ 1149748 h 5274332"/>
              <a:gd name="connsiteX16840" fmla="*/ 1009750 w 4641785"/>
              <a:gd name="connsiteY16840" fmla="*/ 1144632 h 5274332"/>
              <a:gd name="connsiteX16841" fmla="*/ 1008355 w 4641785"/>
              <a:gd name="connsiteY16841" fmla="*/ 1142771 h 5274332"/>
              <a:gd name="connsiteX16842" fmla="*/ 1003704 w 4641785"/>
              <a:gd name="connsiteY16842" fmla="*/ 1140912 h 5274332"/>
              <a:gd name="connsiteX16843" fmla="*/ 1002774 w 4641785"/>
              <a:gd name="connsiteY16843" fmla="*/ 1133005 h 5274332"/>
              <a:gd name="connsiteX16844" fmla="*/ 1004635 w 4641785"/>
              <a:gd name="connsiteY16844" fmla="*/ 1127423 h 5274332"/>
              <a:gd name="connsiteX16845" fmla="*/ 1004169 w 4641785"/>
              <a:gd name="connsiteY16845" fmla="*/ 1124632 h 5274332"/>
              <a:gd name="connsiteX16846" fmla="*/ 1006030 w 4641785"/>
              <a:gd name="connsiteY16846" fmla="*/ 1120446 h 5274332"/>
              <a:gd name="connsiteX16847" fmla="*/ 1004169 w 4641785"/>
              <a:gd name="connsiteY16847" fmla="*/ 1115795 h 5274332"/>
              <a:gd name="connsiteX16848" fmla="*/ 1007425 w 4641785"/>
              <a:gd name="connsiteY16848" fmla="*/ 1110679 h 5274332"/>
              <a:gd name="connsiteX16849" fmla="*/ 1010681 w 4641785"/>
              <a:gd name="connsiteY16849" fmla="*/ 1110679 h 5274332"/>
              <a:gd name="connsiteX16850" fmla="*/ 1017657 w 4641785"/>
              <a:gd name="connsiteY16850" fmla="*/ 1092540 h 5274332"/>
              <a:gd name="connsiteX16851" fmla="*/ 1022309 w 4641785"/>
              <a:gd name="connsiteY16851" fmla="*/ 1087425 h 5274332"/>
              <a:gd name="connsiteX16852" fmla="*/ 1025099 w 4641785"/>
              <a:gd name="connsiteY16852" fmla="*/ 1080447 h 5274332"/>
              <a:gd name="connsiteX16853" fmla="*/ 1017657 w 4641785"/>
              <a:gd name="connsiteY16853" fmla="*/ 1073006 h 5274332"/>
              <a:gd name="connsiteX16854" fmla="*/ 1015332 w 4641785"/>
              <a:gd name="connsiteY16854" fmla="*/ 1073936 h 5274332"/>
              <a:gd name="connsiteX16855" fmla="*/ 1013937 w 4641785"/>
              <a:gd name="connsiteY16855" fmla="*/ 1069750 h 5274332"/>
              <a:gd name="connsiteX16856" fmla="*/ 1018123 w 4641785"/>
              <a:gd name="connsiteY16856" fmla="*/ 1068355 h 5274332"/>
              <a:gd name="connsiteX16857" fmla="*/ 1019053 w 4641785"/>
              <a:gd name="connsiteY16857" fmla="*/ 1065564 h 5274332"/>
              <a:gd name="connsiteX16858" fmla="*/ 1018588 w 4641785"/>
              <a:gd name="connsiteY16858" fmla="*/ 1060448 h 5274332"/>
              <a:gd name="connsiteX16859" fmla="*/ 1014867 w 4641785"/>
              <a:gd name="connsiteY16859" fmla="*/ 1050215 h 5274332"/>
              <a:gd name="connsiteX16860" fmla="*/ 1007425 w 4641785"/>
              <a:gd name="connsiteY16860" fmla="*/ 1036262 h 5274332"/>
              <a:gd name="connsiteX16861" fmla="*/ 1005099 w 4641785"/>
              <a:gd name="connsiteY16861" fmla="*/ 1031611 h 5274332"/>
              <a:gd name="connsiteX16862" fmla="*/ 1005565 w 4641785"/>
              <a:gd name="connsiteY16862" fmla="*/ 1027425 h 5274332"/>
              <a:gd name="connsiteX16863" fmla="*/ 1010681 w 4641785"/>
              <a:gd name="connsiteY16863" fmla="*/ 1025099 h 5274332"/>
              <a:gd name="connsiteX16864" fmla="*/ 1009750 w 4641785"/>
              <a:gd name="connsiteY16864" fmla="*/ 1021843 h 5274332"/>
              <a:gd name="connsiteX16865" fmla="*/ 1010216 w 4641785"/>
              <a:gd name="connsiteY16865" fmla="*/ 1017658 h 5274332"/>
              <a:gd name="connsiteX16866" fmla="*/ 1012076 w 4641785"/>
              <a:gd name="connsiteY16866" fmla="*/ 1014402 h 5274332"/>
              <a:gd name="connsiteX16867" fmla="*/ 1011611 w 4641785"/>
              <a:gd name="connsiteY16867" fmla="*/ 1012077 h 5274332"/>
              <a:gd name="connsiteX16868" fmla="*/ 1017657 w 4641785"/>
              <a:gd name="connsiteY16868" fmla="*/ 1005100 h 5274332"/>
              <a:gd name="connsiteX16869" fmla="*/ 1018123 w 4641785"/>
              <a:gd name="connsiteY16869" fmla="*/ 1001844 h 5274332"/>
              <a:gd name="connsiteX16870" fmla="*/ 1021843 w 4641785"/>
              <a:gd name="connsiteY16870" fmla="*/ 1001844 h 5274332"/>
              <a:gd name="connsiteX16871" fmla="*/ 1026494 w 4641785"/>
              <a:gd name="connsiteY16871" fmla="*/ 996728 h 5274332"/>
              <a:gd name="connsiteX16872" fmla="*/ 1030681 w 4641785"/>
              <a:gd name="connsiteY16872" fmla="*/ 994402 h 5274332"/>
              <a:gd name="connsiteX16873" fmla="*/ 1034867 w 4641785"/>
              <a:gd name="connsiteY16873" fmla="*/ 993937 h 5274332"/>
              <a:gd name="connsiteX16874" fmla="*/ 1035797 w 4641785"/>
              <a:gd name="connsiteY16874" fmla="*/ 987891 h 5274332"/>
              <a:gd name="connsiteX16875" fmla="*/ 1039983 w 4641785"/>
              <a:gd name="connsiteY16875" fmla="*/ 991612 h 5274332"/>
              <a:gd name="connsiteX16876" fmla="*/ 1050215 w 4641785"/>
              <a:gd name="connsiteY16876" fmla="*/ 986961 h 5274332"/>
              <a:gd name="connsiteX16877" fmla="*/ 1053471 w 4641785"/>
              <a:gd name="connsiteY16877" fmla="*/ 984170 h 5274332"/>
              <a:gd name="connsiteX16878" fmla="*/ 1053006 w 4641785"/>
              <a:gd name="connsiteY16878" fmla="*/ 980914 h 5274332"/>
              <a:gd name="connsiteX16879" fmla="*/ 1057191 w 4641785"/>
              <a:gd name="connsiteY16879" fmla="*/ 978124 h 5274332"/>
              <a:gd name="connsiteX16880" fmla="*/ 1060913 w 4641785"/>
              <a:gd name="connsiteY16880" fmla="*/ 973937 h 5274332"/>
              <a:gd name="connsiteX16881" fmla="*/ 1059983 w 4641785"/>
              <a:gd name="connsiteY16881" fmla="*/ 971612 h 5274332"/>
              <a:gd name="connsiteX16882" fmla="*/ 1062773 w 4641785"/>
              <a:gd name="connsiteY16882" fmla="*/ 970216 h 5274332"/>
              <a:gd name="connsiteX16883" fmla="*/ 1066029 w 4641785"/>
              <a:gd name="connsiteY16883" fmla="*/ 970216 h 5274332"/>
              <a:gd name="connsiteX16884" fmla="*/ 1066959 w 4641785"/>
              <a:gd name="connsiteY16884" fmla="*/ 968356 h 5274332"/>
              <a:gd name="connsiteX16885" fmla="*/ 1070215 w 4641785"/>
              <a:gd name="connsiteY16885" fmla="*/ 967426 h 5274332"/>
              <a:gd name="connsiteX16886" fmla="*/ 1075796 w 4641785"/>
              <a:gd name="connsiteY16886" fmla="*/ 969751 h 5274332"/>
              <a:gd name="connsiteX16887" fmla="*/ 1081842 w 4641785"/>
              <a:gd name="connsiteY16887" fmla="*/ 974402 h 5274332"/>
              <a:gd name="connsiteX16888" fmla="*/ 1085563 w 4641785"/>
              <a:gd name="connsiteY16888" fmla="*/ 972542 h 5274332"/>
              <a:gd name="connsiteX16889" fmla="*/ 1090215 w 4641785"/>
              <a:gd name="connsiteY16889" fmla="*/ 972077 h 5274332"/>
              <a:gd name="connsiteX16890" fmla="*/ 1093005 w 4641785"/>
              <a:gd name="connsiteY16890" fmla="*/ 968821 h 5274332"/>
              <a:gd name="connsiteX16891" fmla="*/ 1095796 w 4641785"/>
              <a:gd name="connsiteY16891" fmla="*/ 967891 h 5274332"/>
              <a:gd name="connsiteX16892" fmla="*/ 1100912 w 4641785"/>
              <a:gd name="connsiteY16892" fmla="*/ 964170 h 5274332"/>
              <a:gd name="connsiteX16893" fmla="*/ 1106029 w 4641785"/>
              <a:gd name="connsiteY16893" fmla="*/ 964635 h 5274332"/>
              <a:gd name="connsiteX16894" fmla="*/ 1106958 w 4641785"/>
              <a:gd name="connsiteY16894" fmla="*/ 966961 h 5274332"/>
              <a:gd name="connsiteX16895" fmla="*/ 1111610 w 4641785"/>
              <a:gd name="connsiteY16895" fmla="*/ 964170 h 5274332"/>
              <a:gd name="connsiteX16896" fmla="*/ 1112539 w 4641785"/>
              <a:gd name="connsiteY16896" fmla="*/ 958589 h 5274332"/>
              <a:gd name="connsiteX16897" fmla="*/ 1115795 w 4641785"/>
              <a:gd name="connsiteY16897" fmla="*/ 957659 h 5274332"/>
              <a:gd name="connsiteX16898" fmla="*/ 1117656 w 4641785"/>
              <a:gd name="connsiteY16898" fmla="*/ 959984 h 5274332"/>
              <a:gd name="connsiteX16899" fmla="*/ 1117656 w 4641785"/>
              <a:gd name="connsiteY16899" fmla="*/ 962775 h 5274332"/>
              <a:gd name="connsiteX16900" fmla="*/ 1119982 w 4641785"/>
              <a:gd name="connsiteY16900" fmla="*/ 963705 h 5274332"/>
              <a:gd name="connsiteX16901" fmla="*/ 1125098 w 4641785"/>
              <a:gd name="connsiteY16901" fmla="*/ 958589 h 5274332"/>
              <a:gd name="connsiteX16902" fmla="*/ 1126958 w 4641785"/>
              <a:gd name="connsiteY16902" fmla="*/ 953007 h 5274332"/>
              <a:gd name="connsiteX16903" fmla="*/ 1131144 w 4641785"/>
              <a:gd name="connsiteY16903" fmla="*/ 950682 h 5274332"/>
              <a:gd name="connsiteX16904" fmla="*/ 1132539 w 4641785"/>
              <a:gd name="connsiteY16904" fmla="*/ 947891 h 5274332"/>
              <a:gd name="connsiteX16905" fmla="*/ 1133470 w 4641785"/>
              <a:gd name="connsiteY16905" fmla="*/ 942310 h 5274332"/>
              <a:gd name="connsiteX16906" fmla="*/ 1132539 w 4641785"/>
              <a:gd name="connsiteY16906" fmla="*/ 939054 h 5274332"/>
              <a:gd name="connsiteX16907" fmla="*/ 1137190 w 4641785"/>
              <a:gd name="connsiteY16907" fmla="*/ 939054 h 5274332"/>
              <a:gd name="connsiteX16908" fmla="*/ 1139516 w 4641785"/>
              <a:gd name="connsiteY16908" fmla="*/ 935334 h 5274332"/>
              <a:gd name="connsiteX16909" fmla="*/ 1139051 w 4641785"/>
              <a:gd name="connsiteY16909" fmla="*/ 931147 h 5274332"/>
              <a:gd name="connsiteX16910" fmla="*/ 1140446 w 4641785"/>
              <a:gd name="connsiteY16910" fmla="*/ 929287 h 5274332"/>
              <a:gd name="connsiteX16911" fmla="*/ 1135795 w 4641785"/>
              <a:gd name="connsiteY16911" fmla="*/ 925566 h 5274332"/>
              <a:gd name="connsiteX16912" fmla="*/ 1135330 w 4641785"/>
              <a:gd name="connsiteY16912" fmla="*/ 919519 h 5274332"/>
              <a:gd name="connsiteX16913" fmla="*/ 1133004 w 4641785"/>
              <a:gd name="connsiteY16913" fmla="*/ 916729 h 5274332"/>
              <a:gd name="connsiteX16914" fmla="*/ 1133468 w 4641785"/>
              <a:gd name="connsiteY16914" fmla="*/ 915802 h 5274332"/>
              <a:gd name="connsiteX16915" fmla="*/ 1132540 w 4641785"/>
              <a:gd name="connsiteY16915" fmla="*/ 917194 h 5274332"/>
              <a:gd name="connsiteX16916" fmla="*/ 1127889 w 4641785"/>
              <a:gd name="connsiteY16916" fmla="*/ 913473 h 5274332"/>
              <a:gd name="connsiteX16917" fmla="*/ 1127423 w 4641785"/>
              <a:gd name="connsiteY16917" fmla="*/ 911148 h 5274332"/>
              <a:gd name="connsiteX16918" fmla="*/ 1122772 w 4641785"/>
              <a:gd name="connsiteY16918" fmla="*/ 911614 h 5274332"/>
              <a:gd name="connsiteX16919" fmla="*/ 1122772 w 4641785"/>
              <a:gd name="connsiteY16919" fmla="*/ 907892 h 5274332"/>
              <a:gd name="connsiteX16920" fmla="*/ 1119516 w 4641785"/>
              <a:gd name="connsiteY16920" fmla="*/ 908357 h 5274332"/>
              <a:gd name="connsiteX16921" fmla="*/ 1115796 w 4641785"/>
              <a:gd name="connsiteY16921" fmla="*/ 905566 h 5274332"/>
              <a:gd name="connsiteX16922" fmla="*/ 1113470 w 4641785"/>
              <a:gd name="connsiteY16922" fmla="*/ 906497 h 5274332"/>
              <a:gd name="connsiteX16923" fmla="*/ 1112075 w 4641785"/>
              <a:gd name="connsiteY16923" fmla="*/ 900915 h 5274332"/>
              <a:gd name="connsiteX16924" fmla="*/ 1107889 w 4641785"/>
              <a:gd name="connsiteY16924" fmla="*/ 901380 h 5274332"/>
              <a:gd name="connsiteX16925" fmla="*/ 1102773 w 4641785"/>
              <a:gd name="connsiteY16925" fmla="*/ 904171 h 5274332"/>
              <a:gd name="connsiteX16926" fmla="*/ 1101377 w 4641785"/>
              <a:gd name="connsiteY16926" fmla="*/ 896265 h 5274332"/>
              <a:gd name="connsiteX16927" fmla="*/ 1099052 w 4641785"/>
              <a:gd name="connsiteY16927" fmla="*/ 891149 h 5274332"/>
              <a:gd name="connsiteX16928" fmla="*/ 1096261 w 4641785"/>
              <a:gd name="connsiteY16928" fmla="*/ 893009 h 5274332"/>
              <a:gd name="connsiteX16929" fmla="*/ 1093005 w 4641785"/>
              <a:gd name="connsiteY16929" fmla="*/ 890683 h 5274332"/>
              <a:gd name="connsiteX16930" fmla="*/ 1090215 w 4641785"/>
              <a:gd name="connsiteY16930" fmla="*/ 890683 h 5274332"/>
              <a:gd name="connsiteX16931" fmla="*/ 1087424 w 4641785"/>
              <a:gd name="connsiteY16931" fmla="*/ 888358 h 5274332"/>
              <a:gd name="connsiteX16932" fmla="*/ 1085099 w 4641785"/>
              <a:gd name="connsiteY16932" fmla="*/ 888822 h 5274332"/>
              <a:gd name="connsiteX16933" fmla="*/ 1084634 w 4641785"/>
              <a:gd name="connsiteY16933" fmla="*/ 892078 h 5274332"/>
              <a:gd name="connsiteX16934" fmla="*/ 1081378 w 4641785"/>
              <a:gd name="connsiteY16934" fmla="*/ 895800 h 5274332"/>
              <a:gd name="connsiteX16935" fmla="*/ 1075331 w 4641785"/>
              <a:gd name="connsiteY16935" fmla="*/ 895800 h 5274332"/>
              <a:gd name="connsiteX16936" fmla="*/ 1071610 w 4641785"/>
              <a:gd name="connsiteY16936" fmla="*/ 893009 h 5274332"/>
              <a:gd name="connsiteX16937" fmla="*/ 1065099 w 4641785"/>
              <a:gd name="connsiteY16937" fmla="*/ 893473 h 5274332"/>
              <a:gd name="connsiteX16938" fmla="*/ 1062308 w 4641785"/>
              <a:gd name="connsiteY16938" fmla="*/ 889288 h 5274332"/>
              <a:gd name="connsiteX16939" fmla="*/ 1057657 w 4641785"/>
              <a:gd name="connsiteY16939" fmla="*/ 889288 h 5274332"/>
              <a:gd name="connsiteX16940" fmla="*/ 1052541 w 4641785"/>
              <a:gd name="connsiteY16940" fmla="*/ 888358 h 5274332"/>
              <a:gd name="connsiteX16941" fmla="*/ 1052076 w 4641785"/>
              <a:gd name="connsiteY16941" fmla="*/ 890683 h 5274332"/>
              <a:gd name="connsiteX16942" fmla="*/ 1046959 w 4641785"/>
              <a:gd name="connsiteY16942" fmla="*/ 891614 h 5274332"/>
              <a:gd name="connsiteX16943" fmla="*/ 1036262 w 4641785"/>
              <a:gd name="connsiteY16943" fmla="*/ 891149 h 5274332"/>
              <a:gd name="connsiteX16944" fmla="*/ 1035797 w 4641785"/>
              <a:gd name="connsiteY16944" fmla="*/ 888822 h 5274332"/>
              <a:gd name="connsiteX16945" fmla="*/ 1032076 w 4641785"/>
              <a:gd name="connsiteY16945" fmla="*/ 889288 h 5274332"/>
              <a:gd name="connsiteX16946" fmla="*/ 1031146 w 4641785"/>
              <a:gd name="connsiteY16946" fmla="*/ 885567 h 5274332"/>
              <a:gd name="connsiteX16947" fmla="*/ 1033007 w 4641785"/>
              <a:gd name="connsiteY16947" fmla="*/ 881846 h 5274332"/>
              <a:gd name="connsiteX16948" fmla="*/ 1028356 w 4641785"/>
              <a:gd name="connsiteY16948" fmla="*/ 878590 h 5274332"/>
              <a:gd name="connsiteX16949" fmla="*/ 1026960 w 4641785"/>
              <a:gd name="connsiteY16949" fmla="*/ 875335 h 5274332"/>
              <a:gd name="connsiteX16950" fmla="*/ 1026495 w 4641785"/>
              <a:gd name="connsiteY16950" fmla="*/ 869288 h 5274332"/>
              <a:gd name="connsiteX16951" fmla="*/ 1024169 w 4641785"/>
              <a:gd name="connsiteY16951" fmla="*/ 866498 h 5274332"/>
              <a:gd name="connsiteX16952" fmla="*/ 1026495 w 4641785"/>
              <a:gd name="connsiteY16952" fmla="*/ 864637 h 5274332"/>
              <a:gd name="connsiteX16953" fmla="*/ 1026960 w 4641785"/>
              <a:gd name="connsiteY16953" fmla="*/ 861381 h 5274332"/>
              <a:gd name="connsiteX16954" fmla="*/ 1033471 w 4641785"/>
              <a:gd name="connsiteY16954" fmla="*/ 856730 h 5274332"/>
              <a:gd name="connsiteX16955" fmla="*/ 1030681 w 4641785"/>
              <a:gd name="connsiteY16955" fmla="*/ 853940 h 5274332"/>
              <a:gd name="connsiteX16956" fmla="*/ 1028356 w 4641785"/>
              <a:gd name="connsiteY16956" fmla="*/ 853474 h 5274332"/>
              <a:gd name="connsiteX16957" fmla="*/ 1026495 w 4641785"/>
              <a:gd name="connsiteY16957" fmla="*/ 848823 h 5274332"/>
              <a:gd name="connsiteX16958" fmla="*/ 1027890 w 4641785"/>
              <a:gd name="connsiteY16958" fmla="*/ 843242 h 5274332"/>
              <a:gd name="connsiteX16959" fmla="*/ 1029751 w 4641785"/>
              <a:gd name="connsiteY16959" fmla="*/ 839521 h 5274332"/>
              <a:gd name="connsiteX16960" fmla="*/ 1032076 w 4641785"/>
              <a:gd name="connsiteY16960" fmla="*/ 831615 h 5274332"/>
              <a:gd name="connsiteX16961" fmla="*/ 1034402 w 4641785"/>
              <a:gd name="connsiteY16961" fmla="*/ 827428 h 5274332"/>
              <a:gd name="connsiteX16962" fmla="*/ 1035332 w 4641785"/>
              <a:gd name="connsiteY16962" fmla="*/ 823708 h 5274332"/>
              <a:gd name="connsiteX16963" fmla="*/ 1026960 w 4641785"/>
              <a:gd name="connsiteY16963" fmla="*/ 824172 h 5274332"/>
              <a:gd name="connsiteX16964" fmla="*/ 1023704 w 4641785"/>
              <a:gd name="connsiteY16964" fmla="*/ 829289 h 5274332"/>
              <a:gd name="connsiteX16965" fmla="*/ 1027425 w 4641785"/>
              <a:gd name="connsiteY16965" fmla="*/ 833010 h 5274332"/>
              <a:gd name="connsiteX16966" fmla="*/ 1024169 w 4641785"/>
              <a:gd name="connsiteY16966" fmla="*/ 833475 h 5274332"/>
              <a:gd name="connsiteX16967" fmla="*/ 1021379 w 4641785"/>
              <a:gd name="connsiteY16967" fmla="*/ 838126 h 5274332"/>
              <a:gd name="connsiteX16968" fmla="*/ 1016727 w 4641785"/>
              <a:gd name="connsiteY16968" fmla="*/ 839521 h 5274332"/>
              <a:gd name="connsiteX16969" fmla="*/ 1011611 w 4641785"/>
              <a:gd name="connsiteY16969" fmla="*/ 837196 h 5274332"/>
              <a:gd name="connsiteX16970" fmla="*/ 1009751 w 4641785"/>
              <a:gd name="connsiteY16970" fmla="*/ 840452 h 5274332"/>
              <a:gd name="connsiteX16971" fmla="*/ 1007425 w 4641785"/>
              <a:gd name="connsiteY16971" fmla="*/ 840917 h 5274332"/>
              <a:gd name="connsiteX16972" fmla="*/ 1003705 w 4641785"/>
              <a:gd name="connsiteY16972" fmla="*/ 839521 h 5274332"/>
              <a:gd name="connsiteX16973" fmla="*/ 1002310 w 4641785"/>
              <a:gd name="connsiteY16973" fmla="*/ 836266 h 5274332"/>
              <a:gd name="connsiteX16974" fmla="*/ 1000449 w 4641785"/>
              <a:gd name="connsiteY16974" fmla="*/ 836730 h 5274332"/>
              <a:gd name="connsiteX16975" fmla="*/ 995332 w 4641785"/>
              <a:gd name="connsiteY16975" fmla="*/ 832079 h 5274332"/>
              <a:gd name="connsiteX16976" fmla="*/ 991611 w 4641785"/>
              <a:gd name="connsiteY16976" fmla="*/ 833475 h 5274332"/>
              <a:gd name="connsiteX16977" fmla="*/ 987425 w 4641785"/>
              <a:gd name="connsiteY16977" fmla="*/ 833475 h 5274332"/>
              <a:gd name="connsiteX16978" fmla="*/ 984635 w 4641785"/>
              <a:gd name="connsiteY16978" fmla="*/ 837196 h 5274332"/>
              <a:gd name="connsiteX16979" fmla="*/ 980449 w 4641785"/>
              <a:gd name="connsiteY16979" fmla="*/ 836730 h 5274332"/>
              <a:gd name="connsiteX16980" fmla="*/ 975798 w 4641785"/>
              <a:gd name="connsiteY16980" fmla="*/ 833940 h 5274332"/>
              <a:gd name="connsiteX16981" fmla="*/ 971147 w 4641785"/>
              <a:gd name="connsiteY16981" fmla="*/ 828359 h 5274332"/>
              <a:gd name="connsiteX16982" fmla="*/ 971612 w 4641785"/>
              <a:gd name="connsiteY16982" fmla="*/ 825568 h 5274332"/>
              <a:gd name="connsiteX16983" fmla="*/ 968356 w 4641785"/>
              <a:gd name="connsiteY16983" fmla="*/ 823708 h 5274332"/>
              <a:gd name="connsiteX16984" fmla="*/ 965101 w 4641785"/>
              <a:gd name="connsiteY16984" fmla="*/ 823708 h 5274332"/>
              <a:gd name="connsiteX16985" fmla="*/ 963705 w 4641785"/>
              <a:gd name="connsiteY16985" fmla="*/ 821847 h 5274332"/>
              <a:gd name="connsiteX16986" fmla="*/ 957659 w 4641785"/>
              <a:gd name="connsiteY16986" fmla="*/ 820917 h 5274332"/>
              <a:gd name="connsiteX16987" fmla="*/ 955333 w 4641785"/>
              <a:gd name="connsiteY16987" fmla="*/ 816266 h 5274332"/>
              <a:gd name="connsiteX16988" fmla="*/ 950682 w 4641785"/>
              <a:gd name="connsiteY16988" fmla="*/ 813475 h 5274332"/>
              <a:gd name="connsiteX16989" fmla="*/ 948357 w 4641785"/>
              <a:gd name="connsiteY16989" fmla="*/ 813475 h 5274332"/>
              <a:gd name="connsiteX16990" fmla="*/ 942775 w 4641785"/>
              <a:gd name="connsiteY16990" fmla="*/ 811150 h 5274332"/>
              <a:gd name="connsiteX16991" fmla="*/ 941380 w 4641785"/>
              <a:gd name="connsiteY16991" fmla="*/ 811615 h 5274332"/>
              <a:gd name="connsiteX16992" fmla="*/ 936729 w 4641785"/>
              <a:gd name="connsiteY16992" fmla="*/ 809289 h 5274332"/>
              <a:gd name="connsiteX16993" fmla="*/ 932543 w 4641785"/>
              <a:gd name="connsiteY16993" fmla="*/ 808824 h 5274332"/>
              <a:gd name="connsiteX16994" fmla="*/ 931613 w 4641785"/>
              <a:gd name="connsiteY16994" fmla="*/ 804638 h 5274332"/>
              <a:gd name="connsiteX16995" fmla="*/ 925566 w 4641785"/>
              <a:gd name="connsiteY16995" fmla="*/ 804638 h 5274332"/>
              <a:gd name="connsiteX16996" fmla="*/ 921380 w 4641785"/>
              <a:gd name="connsiteY16996" fmla="*/ 803708 h 5274332"/>
              <a:gd name="connsiteX16997" fmla="*/ 922775 w 4641785"/>
              <a:gd name="connsiteY16997" fmla="*/ 799057 h 5274332"/>
              <a:gd name="connsiteX16998" fmla="*/ 918589 w 4641785"/>
              <a:gd name="connsiteY16998" fmla="*/ 797662 h 5274332"/>
              <a:gd name="connsiteX16999" fmla="*/ 916729 w 4641785"/>
              <a:gd name="connsiteY16999" fmla="*/ 793941 h 5274332"/>
              <a:gd name="connsiteX17000" fmla="*/ 911148 w 4641785"/>
              <a:gd name="connsiteY17000" fmla="*/ 794406 h 5274332"/>
              <a:gd name="connsiteX17001" fmla="*/ 906962 w 4641785"/>
              <a:gd name="connsiteY17001" fmla="*/ 791150 h 5274332"/>
              <a:gd name="connsiteX17002" fmla="*/ 894869 w 4641785"/>
              <a:gd name="connsiteY17002" fmla="*/ 790220 h 5274332"/>
              <a:gd name="connsiteX17003" fmla="*/ 892543 w 4641785"/>
              <a:gd name="connsiteY17003" fmla="*/ 796731 h 5274332"/>
              <a:gd name="connsiteX17004" fmla="*/ 890217 w 4641785"/>
              <a:gd name="connsiteY17004" fmla="*/ 797662 h 5274332"/>
              <a:gd name="connsiteX17005" fmla="*/ 887892 w 4641785"/>
              <a:gd name="connsiteY17005" fmla="*/ 796266 h 5274332"/>
              <a:gd name="connsiteX17006" fmla="*/ 889753 w 4641785"/>
              <a:gd name="connsiteY17006" fmla="*/ 792080 h 5274332"/>
              <a:gd name="connsiteX17007" fmla="*/ 881846 w 4641785"/>
              <a:gd name="connsiteY17007" fmla="*/ 783243 h 5274332"/>
              <a:gd name="connsiteX17008" fmla="*/ 880916 w 4641785"/>
              <a:gd name="connsiteY17008" fmla="*/ 779057 h 5274332"/>
              <a:gd name="connsiteX17009" fmla="*/ 874404 w 4641785"/>
              <a:gd name="connsiteY17009" fmla="*/ 774871 h 5274332"/>
              <a:gd name="connsiteX17010" fmla="*/ 868822 w 4641785"/>
              <a:gd name="connsiteY17010" fmla="*/ 775336 h 5274332"/>
              <a:gd name="connsiteX17011" fmla="*/ 864637 w 4641785"/>
              <a:gd name="connsiteY17011" fmla="*/ 774871 h 5274332"/>
              <a:gd name="connsiteX17012" fmla="*/ 863707 w 4641785"/>
              <a:gd name="connsiteY17012" fmla="*/ 772546 h 5274332"/>
              <a:gd name="connsiteX17013" fmla="*/ 863707 w 4641785"/>
              <a:gd name="connsiteY17013" fmla="*/ 765104 h 5274332"/>
              <a:gd name="connsiteX17014" fmla="*/ 865567 w 4641785"/>
              <a:gd name="connsiteY17014" fmla="*/ 763709 h 5274332"/>
              <a:gd name="connsiteX17015" fmla="*/ 868358 w 4641785"/>
              <a:gd name="connsiteY17015" fmla="*/ 759523 h 5274332"/>
              <a:gd name="connsiteX17016" fmla="*/ 868822 w 4641785"/>
              <a:gd name="connsiteY17016" fmla="*/ 751616 h 5274332"/>
              <a:gd name="connsiteX17017" fmla="*/ 863707 w 4641785"/>
              <a:gd name="connsiteY17017" fmla="*/ 749755 h 5274332"/>
              <a:gd name="connsiteX17018" fmla="*/ 863707 w 4641785"/>
              <a:gd name="connsiteY17018" fmla="*/ 746499 h 5274332"/>
              <a:gd name="connsiteX17019" fmla="*/ 860451 w 4641785"/>
              <a:gd name="connsiteY17019" fmla="*/ 743709 h 5274332"/>
              <a:gd name="connsiteX17020" fmla="*/ 859056 w 4641785"/>
              <a:gd name="connsiteY17020" fmla="*/ 738592 h 5274332"/>
              <a:gd name="connsiteX17021" fmla="*/ 859986 w 4641785"/>
              <a:gd name="connsiteY17021" fmla="*/ 736267 h 5274332"/>
              <a:gd name="connsiteX17022" fmla="*/ 857660 w 4641785"/>
              <a:gd name="connsiteY17022" fmla="*/ 733476 h 5274332"/>
              <a:gd name="connsiteX17023" fmla="*/ 856730 w 4641785"/>
              <a:gd name="connsiteY17023" fmla="*/ 728825 h 5274332"/>
              <a:gd name="connsiteX17024" fmla="*/ 853939 w 4641785"/>
              <a:gd name="connsiteY17024" fmla="*/ 726500 h 5274332"/>
              <a:gd name="connsiteX17025" fmla="*/ 854870 w 4641785"/>
              <a:gd name="connsiteY17025" fmla="*/ 723709 h 5274332"/>
              <a:gd name="connsiteX17026" fmla="*/ 853009 w 4641785"/>
              <a:gd name="connsiteY17026" fmla="*/ 721849 h 5274332"/>
              <a:gd name="connsiteX17027" fmla="*/ 853474 w 4641785"/>
              <a:gd name="connsiteY17027" fmla="*/ 717197 h 5274332"/>
              <a:gd name="connsiteX17028" fmla="*/ 858125 w 4641785"/>
              <a:gd name="connsiteY17028" fmla="*/ 711616 h 5274332"/>
              <a:gd name="connsiteX17029" fmla="*/ 857660 w 4641785"/>
              <a:gd name="connsiteY17029" fmla="*/ 707430 h 5274332"/>
              <a:gd name="connsiteX17030" fmla="*/ 862312 w 4641785"/>
              <a:gd name="connsiteY17030" fmla="*/ 705570 h 5274332"/>
              <a:gd name="connsiteX17031" fmla="*/ 863707 w 4641785"/>
              <a:gd name="connsiteY17031" fmla="*/ 704175 h 5274332"/>
              <a:gd name="connsiteX17032" fmla="*/ 859056 w 4641785"/>
              <a:gd name="connsiteY17032" fmla="*/ 698593 h 5274332"/>
              <a:gd name="connsiteX17033" fmla="*/ 859056 w 4641785"/>
              <a:gd name="connsiteY17033" fmla="*/ 695803 h 5274332"/>
              <a:gd name="connsiteX17034" fmla="*/ 860916 w 4641785"/>
              <a:gd name="connsiteY17034" fmla="*/ 693012 h 5274332"/>
              <a:gd name="connsiteX17035" fmla="*/ 864637 w 4641785"/>
              <a:gd name="connsiteY17035" fmla="*/ 690686 h 5274332"/>
              <a:gd name="connsiteX17036" fmla="*/ 862312 w 4641785"/>
              <a:gd name="connsiteY17036" fmla="*/ 688361 h 5274332"/>
              <a:gd name="connsiteX17037" fmla="*/ 862776 w 4641785"/>
              <a:gd name="connsiteY17037" fmla="*/ 681849 h 5274332"/>
              <a:gd name="connsiteX17038" fmla="*/ 857660 w 4641785"/>
              <a:gd name="connsiteY17038" fmla="*/ 676268 h 5274332"/>
              <a:gd name="connsiteX17039" fmla="*/ 853474 w 4641785"/>
              <a:gd name="connsiteY17039" fmla="*/ 672547 h 5274332"/>
              <a:gd name="connsiteX17040" fmla="*/ 854405 w 4641785"/>
              <a:gd name="connsiteY17040" fmla="*/ 668361 h 5274332"/>
              <a:gd name="connsiteX17041" fmla="*/ 853474 w 4641785"/>
              <a:gd name="connsiteY17041" fmla="*/ 662780 h 5274332"/>
              <a:gd name="connsiteX17042" fmla="*/ 858125 w 4641785"/>
              <a:gd name="connsiteY17042" fmla="*/ 659059 h 5274332"/>
              <a:gd name="connsiteX17043" fmla="*/ 859056 w 4641785"/>
              <a:gd name="connsiteY17043" fmla="*/ 655338 h 5274332"/>
              <a:gd name="connsiteX17044" fmla="*/ 858590 w 4641785"/>
              <a:gd name="connsiteY17044" fmla="*/ 648827 h 5274332"/>
              <a:gd name="connsiteX17045" fmla="*/ 853009 w 4641785"/>
              <a:gd name="connsiteY17045" fmla="*/ 643711 h 5274332"/>
              <a:gd name="connsiteX17046" fmla="*/ 853009 w 4641785"/>
              <a:gd name="connsiteY17046" fmla="*/ 640920 h 5274332"/>
              <a:gd name="connsiteX17047" fmla="*/ 855334 w 4641785"/>
              <a:gd name="connsiteY17047" fmla="*/ 629757 h 5274332"/>
              <a:gd name="connsiteX17048" fmla="*/ 857195 w 4641785"/>
              <a:gd name="connsiteY17048" fmla="*/ 626967 h 5274332"/>
              <a:gd name="connsiteX17049" fmla="*/ 858125 w 4641785"/>
              <a:gd name="connsiteY17049" fmla="*/ 622781 h 5274332"/>
              <a:gd name="connsiteX17050" fmla="*/ 856265 w 4641785"/>
              <a:gd name="connsiteY17050" fmla="*/ 618130 h 5274332"/>
              <a:gd name="connsiteX17051" fmla="*/ 851614 w 4641785"/>
              <a:gd name="connsiteY17051" fmla="*/ 614409 h 5274332"/>
              <a:gd name="connsiteX17052" fmla="*/ 849288 w 4641785"/>
              <a:gd name="connsiteY17052" fmla="*/ 609758 h 5274332"/>
              <a:gd name="connsiteX17053" fmla="*/ 846032 w 4641785"/>
              <a:gd name="connsiteY17053" fmla="*/ 600921 h 5274332"/>
              <a:gd name="connsiteX17054" fmla="*/ 846032 w 4641785"/>
              <a:gd name="connsiteY17054" fmla="*/ 595804 h 5274332"/>
              <a:gd name="connsiteX17055" fmla="*/ 845102 w 4641785"/>
              <a:gd name="connsiteY17055" fmla="*/ 589293 h 5274332"/>
              <a:gd name="connsiteX17056" fmla="*/ 843242 w 4641785"/>
              <a:gd name="connsiteY17056" fmla="*/ 585572 h 5274332"/>
              <a:gd name="connsiteX17057" fmla="*/ 843242 w 4641785"/>
              <a:gd name="connsiteY17057" fmla="*/ 580456 h 5274332"/>
              <a:gd name="connsiteX17058" fmla="*/ 841846 w 4641785"/>
              <a:gd name="connsiteY17058" fmla="*/ 573014 h 5274332"/>
              <a:gd name="connsiteX17059" fmla="*/ 841846 w 4641785"/>
              <a:gd name="connsiteY17059" fmla="*/ 561386 h 5274332"/>
              <a:gd name="connsiteX17060" fmla="*/ 842312 w 4641785"/>
              <a:gd name="connsiteY17060" fmla="*/ 558595 h 5274332"/>
              <a:gd name="connsiteX17061" fmla="*/ 839986 w 4641785"/>
              <a:gd name="connsiteY17061" fmla="*/ 556270 h 5274332"/>
              <a:gd name="connsiteX17062" fmla="*/ 839056 w 4641785"/>
              <a:gd name="connsiteY17062" fmla="*/ 550224 h 5274332"/>
              <a:gd name="connsiteX17063" fmla="*/ 834870 w 4641785"/>
              <a:gd name="connsiteY17063" fmla="*/ 541387 h 5274332"/>
              <a:gd name="connsiteX17064" fmla="*/ 833940 w 4641785"/>
              <a:gd name="connsiteY17064" fmla="*/ 538131 h 5274332"/>
              <a:gd name="connsiteX17065" fmla="*/ 831614 w 4641785"/>
              <a:gd name="connsiteY17065" fmla="*/ 535805 h 5274332"/>
              <a:gd name="connsiteX17066" fmla="*/ 832079 w 4641785"/>
              <a:gd name="connsiteY17066" fmla="*/ 533480 h 5274332"/>
              <a:gd name="connsiteX17067" fmla="*/ 827893 w 4641785"/>
              <a:gd name="connsiteY17067" fmla="*/ 532085 h 5274332"/>
              <a:gd name="connsiteX17068" fmla="*/ 826963 w 4641785"/>
              <a:gd name="connsiteY17068" fmla="*/ 527433 h 5274332"/>
              <a:gd name="connsiteX17069" fmla="*/ 829288 w 4641785"/>
              <a:gd name="connsiteY17069" fmla="*/ 525573 h 5274332"/>
              <a:gd name="connsiteX17070" fmla="*/ 831614 w 4641785"/>
              <a:gd name="connsiteY17070" fmla="*/ 517201 h 5274332"/>
              <a:gd name="connsiteX17071" fmla="*/ 831149 w 4641785"/>
              <a:gd name="connsiteY17071" fmla="*/ 510690 h 5274332"/>
              <a:gd name="connsiteX17072" fmla="*/ 833010 w 4641785"/>
              <a:gd name="connsiteY17072" fmla="*/ 506503 h 5274332"/>
              <a:gd name="connsiteX17073" fmla="*/ 833474 w 4641785"/>
              <a:gd name="connsiteY17073" fmla="*/ 502318 h 5274332"/>
              <a:gd name="connsiteX17074" fmla="*/ 832544 w 4641785"/>
              <a:gd name="connsiteY17074" fmla="*/ 499992 h 5274332"/>
              <a:gd name="connsiteX17075" fmla="*/ 834405 w 4641785"/>
              <a:gd name="connsiteY17075" fmla="*/ 497666 h 5274332"/>
              <a:gd name="connsiteX17076" fmla="*/ 834405 w 4641785"/>
              <a:gd name="connsiteY17076" fmla="*/ 492550 h 5274332"/>
              <a:gd name="connsiteX17077" fmla="*/ 837195 w 4641785"/>
              <a:gd name="connsiteY17077" fmla="*/ 489759 h 5274332"/>
              <a:gd name="connsiteX17078" fmla="*/ 839986 w 4641785"/>
              <a:gd name="connsiteY17078" fmla="*/ 490690 h 5274332"/>
              <a:gd name="connsiteX17079" fmla="*/ 842312 w 4641785"/>
              <a:gd name="connsiteY17079" fmla="*/ 489759 h 5274332"/>
              <a:gd name="connsiteX17080" fmla="*/ 846498 w 4641785"/>
              <a:gd name="connsiteY17080" fmla="*/ 490690 h 5274332"/>
              <a:gd name="connsiteX17081" fmla="*/ 849288 w 4641785"/>
              <a:gd name="connsiteY17081" fmla="*/ 490225 h 5274332"/>
              <a:gd name="connsiteX17082" fmla="*/ 852079 w 4641785"/>
              <a:gd name="connsiteY17082" fmla="*/ 487434 h 5274332"/>
              <a:gd name="connsiteX17083" fmla="*/ 862312 w 4641785"/>
              <a:gd name="connsiteY17083" fmla="*/ 488364 h 5274332"/>
              <a:gd name="connsiteX17084" fmla="*/ 865567 w 4641785"/>
              <a:gd name="connsiteY17084" fmla="*/ 492085 h 5274332"/>
              <a:gd name="connsiteX17085" fmla="*/ 867427 w 4641785"/>
              <a:gd name="connsiteY17085" fmla="*/ 492085 h 5274332"/>
              <a:gd name="connsiteX17086" fmla="*/ 869288 w 4641785"/>
              <a:gd name="connsiteY17086" fmla="*/ 487899 h 5274332"/>
              <a:gd name="connsiteX17087" fmla="*/ 868822 w 4641785"/>
              <a:gd name="connsiteY17087" fmla="*/ 484178 h 5274332"/>
              <a:gd name="connsiteX17088" fmla="*/ 874870 w 4641785"/>
              <a:gd name="connsiteY17088" fmla="*/ 475342 h 5274332"/>
              <a:gd name="connsiteX17089" fmla="*/ 869753 w 4641785"/>
              <a:gd name="connsiteY17089" fmla="*/ 472086 h 5274332"/>
              <a:gd name="connsiteX17090" fmla="*/ 874404 w 4641785"/>
              <a:gd name="connsiteY17090" fmla="*/ 462783 h 5274332"/>
              <a:gd name="connsiteX17091" fmla="*/ 875800 w 4641785"/>
              <a:gd name="connsiteY17091" fmla="*/ 462783 h 5274332"/>
              <a:gd name="connsiteX17092" fmla="*/ 880451 w 4641785"/>
              <a:gd name="connsiteY17092" fmla="*/ 452551 h 5274332"/>
              <a:gd name="connsiteX17093" fmla="*/ 886962 w 4641785"/>
              <a:gd name="connsiteY17093" fmla="*/ 447435 h 5274332"/>
              <a:gd name="connsiteX17094" fmla="*/ 894869 w 4641785"/>
              <a:gd name="connsiteY17094" fmla="*/ 447899 h 5274332"/>
              <a:gd name="connsiteX17095" fmla="*/ 898124 w 4641785"/>
              <a:gd name="connsiteY17095" fmla="*/ 443714 h 5274332"/>
              <a:gd name="connsiteX17096" fmla="*/ 907427 w 4641785"/>
              <a:gd name="connsiteY17096" fmla="*/ 442784 h 5274332"/>
              <a:gd name="connsiteX17097" fmla="*/ 909287 w 4641785"/>
              <a:gd name="connsiteY17097" fmla="*/ 444644 h 5274332"/>
              <a:gd name="connsiteX17098" fmla="*/ 911613 w 4641785"/>
              <a:gd name="connsiteY17098" fmla="*/ 443248 h 5274332"/>
              <a:gd name="connsiteX17099" fmla="*/ 913008 w 4641785"/>
              <a:gd name="connsiteY17099" fmla="*/ 440458 h 5274332"/>
              <a:gd name="connsiteX17100" fmla="*/ 917660 w 4641785"/>
              <a:gd name="connsiteY17100" fmla="*/ 438597 h 5274332"/>
              <a:gd name="connsiteX17101" fmla="*/ 918589 w 4641785"/>
              <a:gd name="connsiteY17101" fmla="*/ 434877 h 5274332"/>
              <a:gd name="connsiteX17102" fmla="*/ 926031 w 4641785"/>
              <a:gd name="connsiteY17102" fmla="*/ 432086 h 5274332"/>
              <a:gd name="connsiteX17103" fmla="*/ 927892 w 4641785"/>
              <a:gd name="connsiteY17103" fmla="*/ 432086 h 5274332"/>
              <a:gd name="connsiteX17104" fmla="*/ 929752 w 4641785"/>
              <a:gd name="connsiteY17104" fmla="*/ 428830 h 5274332"/>
              <a:gd name="connsiteX17105" fmla="*/ 929287 w 4641785"/>
              <a:gd name="connsiteY17105" fmla="*/ 424645 h 5274332"/>
              <a:gd name="connsiteX17106" fmla="*/ 934868 w 4641785"/>
              <a:gd name="connsiteY17106" fmla="*/ 420458 h 5274332"/>
              <a:gd name="connsiteX17107" fmla="*/ 933008 w 4641785"/>
              <a:gd name="connsiteY17107" fmla="*/ 409296 h 5274332"/>
              <a:gd name="connsiteX17108" fmla="*/ 939519 w 4641785"/>
              <a:gd name="connsiteY17108" fmla="*/ 405575 h 5274332"/>
              <a:gd name="connsiteX17109" fmla="*/ 938589 w 4641785"/>
              <a:gd name="connsiteY17109" fmla="*/ 401389 h 5274332"/>
              <a:gd name="connsiteX17110" fmla="*/ 933938 w 4641785"/>
              <a:gd name="connsiteY17110" fmla="*/ 398598 h 5274332"/>
              <a:gd name="connsiteX17111" fmla="*/ 938124 w 4641785"/>
              <a:gd name="connsiteY17111" fmla="*/ 389296 h 5274332"/>
              <a:gd name="connsiteX17112" fmla="*/ 943706 w 4641785"/>
              <a:gd name="connsiteY17112" fmla="*/ 387900 h 5274332"/>
              <a:gd name="connsiteX17113" fmla="*/ 944636 w 4641785"/>
              <a:gd name="connsiteY17113" fmla="*/ 386040 h 5274332"/>
              <a:gd name="connsiteX17114" fmla="*/ 940450 w 4641785"/>
              <a:gd name="connsiteY17114" fmla="*/ 382785 h 5274332"/>
              <a:gd name="connsiteX17115" fmla="*/ 941845 w 4641785"/>
              <a:gd name="connsiteY17115" fmla="*/ 379064 h 5274332"/>
              <a:gd name="connsiteX17116" fmla="*/ 938124 w 4641785"/>
              <a:gd name="connsiteY17116" fmla="*/ 379994 h 5274332"/>
              <a:gd name="connsiteX17117" fmla="*/ 935799 w 4641785"/>
              <a:gd name="connsiteY17117" fmla="*/ 378134 h 5274332"/>
              <a:gd name="connsiteX17118" fmla="*/ 931148 w 4641785"/>
              <a:gd name="connsiteY17118" fmla="*/ 379994 h 5274332"/>
              <a:gd name="connsiteX17119" fmla="*/ 927892 w 4641785"/>
              <a:gd name="connsiteY17119" fmla="*/ 379064 h 5274332"/>
              <a:gd name="connsiteX17120" fmla="*/ 924636 w 4641785"/>
              <a:gd name="connsiteY17120" fmla="*/ 376273 h 5274332"/>
              <a:gd name="connsiteX17121" fmla="*/ 923241 w 4641785"/>
              <a:gd name="connsiteY17121" fmla="*/ 372552 h 5274332"/>
              <a:gd name="connsiteX17122" fmla="*/ 919985 w 4641785"/>
              <a:gd name="connsiteY17122" fmla="*/ 372552 h 5274332"/>
              <a:gd name="connsiteX17123" fmla="*/ 916729 w 4641785"/>
              <a:gd name="connsiteY17123" fmla="*/ 374412 h 5274332"/>
              <a:gd name="connsiteX17124" fmla="*/ 915334 w 4641785"/>
              <a:gd name="connsiteY17124" fmla="*/ 372087 h 5274332"/>
              <a:gd name="connsiteX17125" fmla="*/ 910217 w 4641785"/>
              <a:gd name="connsiteY17125" fmla="*/ 366971 h 5274332"/>
              <a:gd name="connsiteX17126" fmla="*/ 901846 w 4641785"/>
              <a:gd name="connsiteY17126" fmla="*/ 367436 h 5274332"/>
              <a:gd name="connsiteX17127" fmla="*/ 899055 w 4641785"/>
              <a:gd name="connsiteY17127" fmla="*/ 363715 h 5274332"/>
              <a:gd name="connsiteX17128" fmla="*/ 893009 w 4641785"/>
              <a:gd name="connsiteY17128" fmla="*/ 360924 h 5274332"/>
              <a:gd name="connsiteX17129" fmla="*/ 887892 w 4641785"/>
              <a:gd name="connsiteY17129" fmla="*/ 360924 h 5274332"/>
              <a:gd name="connsiteX17130" fmla="*/ 883241 w 4641785"/>
              <a:gd name="connsiteY17130" fmla="*/ 365110 h 5274332"/>
              <a:gd name="connsiteX17131" fmla="*/ 879520 w 4641785"/>
              <a:gd name="connsiteY17131" fmla="*/ 365575 h 5274332"/>
              <a:gd name="connsiteX17132" fmla="*/ 877660 w 4641785"/>
              <a:gd name="connsiteY17132" fmla="*/ 363715 h 5274332"/>
              <a:gd name="connsiteX17133" fmla="*/ 879520 w 4641785"/>
              <a:gd name="connsiteY17133" fmla="*/ 353483 h 5274332"/>
              <a:gd name="connsiteX17134" fmla="*/ 875334 w 4641785"/>
              <a:gd name="connsiteY17134" fmla="*/ 345576 h 5274332"/>
              <a:gd name="connsiteX17135" fmla="*/ 875334 w 4641785"/>
              <a:gd name="connsiteY17135" fmla="*/ 338599 h 5274332"/>
              <a:gd name="connsiteX17136" fmla="*/ 876729 w 4641785"/>
              <a:gd name="connsiteY17136" fmla="*/ 333948 h 5274332"/>
              <a:gd name="connsiteX17137" fmla="*/ 880916 w 4641785"/>
              <a:gd name="connsiteY17137" fmla="*/ 326041 h 5274332"/>
              <a:gd name="connsiteX17138" fmla="*/ 885566 w 4641785"/>
              <a:gd name="connsiteY17138" fmla="*/ 321390 h 5274332"/>
              <a:gd name="connsiteX17139" fmla="*/ 890683 w 4641785"/>
              <a:gd name="connsiteY17139" fmla="*/ 319064 h 5274332"/>
              <a:gd name="connsiteX17140" fmla="*/ 889288 w 4641785"/>
              <a:gd name="connsiteY17140" fmla="*/ 311157 h 5274332"/>
              <a:gd name="connsiteX17141" fmla="*/ 889288 w 4641785"/>
              <a:gd name="connsiteY17141" fmla="*/ 306042 h 5274332"/>
              <a:gd name="connsiteX17142" fmla="*/ 884171 w 4641785"/>
              <a:gd name="connsiteY17142" fmla="*/ 305576 h 5274332"/>
              <a:gd name="connsiteX17143" fmla="*/ 878590 w 4641785"/>
              <a:gd name="connsiteY17143" fmla="*/ 300460 h 5274332"/>
              <a:gd name="connsiteX17144" fmla="*/ 871148 w 4641785"/>
              <a:gd name="connsiteY17144" fmla="*/ 301391 h 5274332"/>
              <a:gd name="connsiteX17145" fmla="*/ 866032 w 4641785"/>
              <a:gd name="connsiteY17145" fmla="*/ 297205 h 5274332"/>
              <a:gd name="connsiteX17146" fmla="*/ 856730 w 4641785"/>
              <a:gd name="connsiteY17146" fmla="*/ 299995 h 5274332"/>
              <a:gd name="connsiteX17147" fmla="*/ 853009 w 4641785"/>
              <a:gd name="connsiteY17147" fmla="*/ 299995 h 5274332"/>
              <a:gd name="connsiteX17148" fmla="*/ 849288 w 4641785"/>
              <a:gd name="connsiteY17148" fmla="*/ 297205 h 5274332"/>
              <a:gd name="connsiteX17149" fmla="*/ 844172 w 4641785"/>
              <a:gd name="connsiteY17149" fmla="*/ 298135 h 5274332"/>
              <a:gd name="connsiteX17150" fmla="*/ 841381 w 4641785"/>
              <a:gd name="connsiteY17150" fmla="*/ 295809 h 5274332"/>
              <a:gd name="connsiteX17151" fmla="*/ 828358 w 4641785"/>
              <a:gd name="connsiteY17151" fmla="*/ 298135 h 5274332"/>
              <a:gd name="connsiteX17152" fmla="*/ 822777 w 4641785"/>
              <a:gd name="connsiteY17152" fmla="*/ 290693 h 5274332"/>
              <a:gd name="connsiteX17153" fmla="*/ 812545 w 4641785"/>
              <a:gd name="connsiteY17153" fmla="*/ 288367 h 5274332"/>
              <a:gd name="connsiteX17154" fmla="*/ 806033 w 4641785"/>
              <a:gd name="connsiteY17154" fmla="*/ 284182 h 5274332"/>
              <a:gd name="connsiteX17155" fmla="*/ 799057 w 4641785"/>
              <a:gd name="connsiteY17155" fmla="*/ 277670 h 5274332"/>
              <a:gd name="connsiteX17156" fmla="*/ 793940 w 4641785"/>
              <a:gd name="connsiteY17156" fmla="*/ 274414 h 5274332"/>
              <a:gd name="connsiteX17157" fmla="*/ 788824 w 4641785"/>
              <a:gd name="connsiteY17157" fmla="*/ 269763 h 5274332"/>
              <a:gd name="connsiteX17158" fmla="*/ 785569 w 4641785"/>
              <a:gd name="connsiteY17158" fmla="*/ 267903 h 5274332"/>
              <a:gd name="connsiteX17159" fmla="*/ 786033 w 4641785"/>
              <a:gd name="connsiteY17159" fmla="*/ 258601 h 5274332"/>
              <a:gd name="connsiteX17160" fmla="*/ 785569 w 4641785"/>
              <a:gd name="connsiteY17160" fmla="*/ 253950 h 5274332"/>
              <a:gd name="connsiteX17161" fmla="*/ 788359 w 4641785"/>
              <a:gd name="connsiteY17161" fmla="*/ 245112 h 5274332"/>
              <a:gd name="connsiteX17162" fmla="*/ 784173 w 4641785"/>
              <a:gd name="connsiteY17162" fmla="*/ 241857 h 5274332"/>
              <a:gd name="connsiteX17163" fmla="*/ 778591 w 4641785"/>
              <a:gd name="connsiteY17163" fmla="*/ 235810 h 5274332"/>
              <a:gd name="connsiteX17164" fmla="*/ 775801 w 4641785"/>
              <a:gd name="connsiteY17164" fmla="*/ 235810 h 5274332"/>
              <a:gd name="connsiteX17165" fmla="*/ 773010 w 4641785"/>
              <a:gd name="connsiteY17165" fmla="*/ 239996 h 5274332"/>
              <a:gd name="connsiteX17166" fmla="*/ 768359 w 4641785"/>
              <a:gd name="connsiteY17166" fmla="*/ 241857 h 5274332"/>
              <a:gd name="connsiteX17167" fmla="*/ 765103 w 4641785"/>
              <a:gd name="connsiteY17167" fmla="*/ 239996 h 5274332"/>
              <a:gd name="connsiteX17168" fmla="*/ 761382 w 4641785"/>
              <a:gd name="connsiteY17168" fmla="*/ 240926 h 5274332"/>
              <a:gd name="connsiteX17169" fmla="*/ 758126 w 4641785"/>
              <a:gd name="connsiteY17169" fmla="*/ 243252 h 5274332"/>
              <a:gd name="connsiteX17170" fmla="*/ 750685 w 4641785"/>
              <a:gd name="connsiteY17170" fmla="*/ 243252 h 5274332"/>
              <a:gd name="connsiteX17171" fmla="*/ 749290 w 4641785"/>
              <a:gd name="connsiteY17171" fmla="*/ 241857 h 5274332"/>
              <a:gd name="connsiteX17172" fmla="*/ 748825 w 4641785"/>
              <a:gd name="connsiteY17172" fmla="*/ 236740 h 5274332"/>
              <a:gd name="connsiteX17173" fmla="*/ 740918 w 4641785"/>
              <a:gd name="connsiteY17173" fmla="*/ 237206 h 5274332"/>
              <a:gd name="connsiteX17174" fmla="*/ 738127 w 4641785"/>
              <a:gd name="connsiteY17174" fmla="*/ 235345 h 5274332"/>
              <a:gd name="connsiteX17175" fmla="*/ 736267 w 4641785"/>
              <a:gd name="connsiteY17175" fmla="*/ 237670 h 5274332"/>
              <a:gd name="connsiteX17176" fmla="*/ 732546 w 4641785"/>
              <a:gd name="connsiteY17176" fmla="*/ 239066 h 5274332"/>
              <a:gd name="connsiteX17177" fmla="*/ 732546 w 4641785"/>
              <a:gd name="connsiteY17177" fmla="*/ 241392 h 5274332"/>
              <a:gd name="connsiteX17178" fmla="*/ 727429 w 4641785"/>
              <a:gd name="connsiteY17178" fmla="*/ 243717 h 5274332"/>
              <a:gd name="connsiteX17179" fmla="*/ 723709 w 4641785"/>
              <a:gd name="connsiteY17179" fmla="*/ 240926 h 5274332"/>
              <a:gd name="connsiteX17180" fmla="*/ 720453 w 4641785"/>
              <a:gd name="connsiteY17180" fmla="*/ 241857 h 5274332"/>
              <a:gd name="connsiteX17181" fmla="*/ 715802 w 4641785"/>
              <a:gd name="connsiteY17181" fmla="*/ 246043 h 5274332"/>
              <a:gd name="connsiteX17182" fmla="*/ 711151 w 4641785"/>
              <a:gd name="connsiteY17182" fmla="*/ 243252 h 5274332"/>
              <a:gd name="connsiteX17183" fmla="*/ 708360 w 4641785"/>
              <a:gd name="connsiteY17183" fmla="*/ 239531 h 5274332"/>
              <a:gd name="connsiteX17184" fmla="*/ 699988 w 4641785"/>
              <a:gd name="connsiteY17184" fmla="*/ 237670 h 5274332"/>
              <a:gd name="connsiteX17185" fmla="*/ 695802 w 4641785"/>
              <a:gd name="connsiteY17185" fmla="*/ 231159 h 5274332"/>
              <a:gd name="connsiteX17186" fmla="*/ 693477 w 4641785"/>
              <a:gd name="connsiteY17186" fmla="*/ 231159 h 5274332"/>
              <a:gd name="connsiteX17187" fmla="*/ 689756 w 4641785"/>
              <a:gd name="connsiteY17187" fmla="*/ 228368 h 5274332"/>
              <a:gd name="connsiteX17188" fmla="*/ 689756 w 4641785"/>
              <a:gd name="connsiteY17188" fmla="*/ 222322 h 5274332"/>
              <a:gd name="connsiteX17189" fmla="*/ 693012 w 4641785"/>
              <a:gd name="connsiteY17189" fmla="*/ 219531 h 5274332"/>
              <a:gd name="connsiteX17190" fmla="*/ 693942 w 4641785"/>
              <a:gd name="connsiteY17190" fmla="*/ 213950 h 5274332"/>
              <a:gd name="connsiteX17191" fmla="*/ 696732 w 4641785"/>
              <a:gd name="connsiteY17191" fmla="*/ 213950 h 5274332"/>
              <a:gd name="connsiteX17192" fmla="*/ 698128 w 4641785"/>
              <a:gd name="connsiteY17192" fmla="*/ 209299 h 5274332"/>
              <a:gd name="connsiteX17193" fmla="*/ 700453 w 4641785"/>
              <a:gd name="connsiteY17193" fmla="*/ 207904 h 5274332"/>
              <a:gd name="connsiteX17194" fmla="*/ 698593 w 4641785"/>
              <a:gd name="connsiteY17194" fmla="*/ 203253 h 5274332"/>
              <a:gd name="connsiteX17195" fmla="*/ 693012 w 4641785"/>
              <a:gd name="connsiteY17195" fmla="*/ 201858 h 5274332"/>
              <a:gd name="connsiteX17196" fmla="*/ 689756 w 4641785"/>
              <a:gd name="connsiteY17196" fmla="*/ 198602 h 5274332"/>
              <a:gd name="connsiteX17197" fmla="*/ 690686 w 4641785"/>
              <a:gd name="connsiteY17197" fmla="*/ 195346 h 5274332"/>
              <a:gd name="connsiteX17198" fmla="*/ 690221 w 4641785"/>
              <a:gd name="connsiteY17198" fmla="*/ 192090 h 5274332"/>
              <a:gd name="connsiteX17199" fmla="*/ 692546 w 4641785"/>
              <a:gd name="connsiteY17199" fmla="*/ 186974 h 5274332"/>
              <a:gd name="connsiteX17200" fmla="*/ 696732 w 4641785"/>
              <a:gd name="connsiteY17200" fmla="*/ 183718 h 5274332"/>
              <a:gd name="connsiteX17201" fmla="*/ 695337 w 4641785"/>
              <a:gd name="connsiteY17201" fmla="*/ 179997 h 5274332"/>
              <a:gd name="connsiteX17202" fmla="*/ 693012 w 4641785"/>
              <a:gd name="connsiteY17202" fmla="*/ 177671 h 5274332"/>
              <a:gd name="connsiteX17203" fmla="*/ 694407 w 4641785"/>
              <a:gd name="connsiteY17203" fmla="*/ 175346 h 5274332"/>
              <a:gd name="connsiteX17204" fmla="*/ 694407 w 4641785"/>
              <a:gd name="connsiteY17204" fmla="*/ 171625 h 5274332"/>
              <a:gd name="connsiteX17205" fmla="*/ 698593 w 4641785"/>
              <a:gd name="connsiteY17205" fmla="*/ 167904 h 5274332"/>
              <a:gd name="connsiteX17206" fmla="*/ 699988 w 4641785"/>
              <a:gd name="connsiteY17206" fmla="*/ 161393 h 5274332"/>
              <a:gd name="connsiteX17207" fmla="*/ 706500 w 4641785"/>
              <a:gd name="connsiteY17207" fmla="*/ 158602 h 5274332"/>
              <a:gd name="connsiteX17208" fmla="*/ 711151 w 4641785"/>
              <a:gd name="connsiteY17208" fmla="*/ 161393 h 5274332"/>
              <a:gd name="connsiteX17209" fmla="*/ 713941 w 4641785"/>
              <a:gd name="connsiteY17209" fmla="*/ 161393 h 5274332"/>
              <a:gd name="connsiteX17210" fmla="*/ 717197 w 4641785"/>
              <a:gd name="connsiteY17210" fmla="*/ 158137 h 5274332"/>
              <a:gd name="connsiteX17211" fmla="*/ 719523 w 4641785"/>
              <a:gd name="connsiteY17211" fmla="*/ 158137 h 5274332"/>
              <a:gd name="connsiteX17212" fmla="*/ 725104 w 4641785"/>
              <a:gd name="connsiteY17212" fmla="*/ 153021 h 5274332"/>
              <a:gd name="connsiteX17213" fmla="*/ 729290 w 4641785"/>
              <a:gd name="connsiteY17213" fmla="*/ 152091 h 5274332"/>
              <a:gd name="connsiteX17214" fmla="*/ 733011 w 4641785"/>
              <a:gd name="connsiteY17214" fmla="*/ 147905 h 5274332"/>
              <a:gd name="connsiteX17215" fmla="*/ 735336 w 4641785"/>
              <a:gd name="connsiteY17215" fmla="*/ 146509 h 5274332"/>
              <a:gd name="connsiteX17216" fmla="*/ 736267 w 4641785"/>
              <a:gd name="connsiteY17216" fmla="*/ 143718 h 5274332"/>
              <a:gd name="connsiteX17217" fmla="*/ 739987 w 4641785"/>
              <a:gd name="connsiteY17217" fmla="*/ 139998 h 5274332"/>
              <a:gd name="connsiteX17218" fmla="*/ 743243 w 4641785"/>
              <a:gd name="connsiteY17218" fmla="*/ 139998 h 5274332"/>
              <a:gd name="connsiteX17219" fmla="*/ 746499 w 4641785"/>
              <a:gd name="connsiteY17219" fmla="*/ 136277 h 5274332"/>
              <a:gd name="connsiteX17220" fmla="*/ 746964 w 4641785"/>
              <a:gd name="connsiteY17220" fmla="*/ 129766 h 5274332"/>
              <a:gd name="connsiteX17221" fmla="*/ 745104 w 4641785"/>
              <a:gd name="connsiteY17221" fmla="*/ 126974 h 5274332"/>
              <a:gd name="connsiteX17222" fmla="*/ 753011 w 4641785"/>
              <a:gd name="connsiteY17222" fmla="*/ 121859 h 5274332"/>
              <a:gd name="connsiteX17223" fmla="*/ 754871 w 4641785"/>
              <a:gd name="connsiteY17223" fmla="*/ 123254 h 5274332"/>
              <a:gd name="connsiteX17224" fmla="*/ 757197 w 4641785"/>
              <a:gd name="connsiteY17224" fmla="*/ 121393 h 5274332"/>
              <a:gd name="connsiteX17225" fmla="*/ 763708 w 4641785"/>
              <a:gd name="connsiteY17225" fmla="*/ 122789 h 5274332"/>
              <a:gd name="connsiteX17226" fmla="*/ 763243 w 4641785"/>
              <a:gd name="connsiteY17226" fmla="*/ 115347 h 5274332"/>
              <a:gd name="connsiteX17227" fmla="*/ 764638 w 4641785"/>
              <a:gd name="connsiteY17227" fmla="*/ 112091 h 5274332"/>
              <a:gd name="connsiteX17228" fmla="*/ 767894 w 4641785"/>
              <a:gd name="connsiteY17228" fmla="*/ 109301 h 5274332"/>
              <a:gd name="connsiteX17229" fmla="*/ 773010 w 4641785"/>
              <a:gd name="connsiteY17229" fmla="*/ 107905 h 5274332"/>
              <a:gd name="connsiteX17230" fmla="*/ 774871 w 4641785"/>
              <a:gd name="connsiteY17230" fmla="*/ 106045 h 5274332"/>
              <a:gd name="connsiteX17231" fmla="*/ 775801 w 4641785"/>
              <a:gd name="connsiteY17231" fmla="*/ 102324 h 5274332"/>
              <a:gd name="connsiteX17232" fmla="*/ 778591 w 4641785"/>
              <a:gd name="connsiteY17232" fmla="*/ 100464 h 5274332"/>
              <a:gd name="connsiteX17233" fmla="*/ 778591 w 4641785"/>
              <a:gd name="connsiteY17233" fmla="*/ 98138 h 5274332"/>
              <a:gd name="connsiteX17234" fmla="*/ 781847 w 4641785"/>
              <a:gd name="connsiteY17234" fmla="*/ 93487 h 5274332"/>
              <a:gd name="connsiteX17235" fmla="*/ 778591 w 4641785"/>
              <a:gd name="connsiteY17235" fmla="*/ 87906 h 5274332"/>
              <a:gd name="connsiteX17236" fmla="*/ 779057 w 4641785"/>
              <a:gd name="connsiteY17236" fmla="*/ 81859 h 5274332"/>
              <a:gd name="connsiteX17237" fmla="*/ 777662 w 4641785"/>
              <a:gd name="connsiteY17237" fmla="*/ 79069 h 5274332"/>
              <a:gd name="connsiteX17238" fmla="*/ 780452 w 4641785"/>
              <a:gd name="connsiteY17238" fmla="*/ 77673 h 5274332"/>
              <a:gd name="connsiteX17239" fmla="*/ 785103 w 4641785"/>
              <a:gd name="connsiteY17239" fmla="*/ 77673 h 5274332"/>
              <a:gd name="connsiteX17240" fmla="*/ 789289 w 4641785"/>
              <a:gd name="connsiteY17240" fmla="*/ 73952 h 5274332"/>
              <a:gd name="connsiteX17241" fmla="*/ 795801 w 4641785"/>
              <a:gd name="connsiteY17241" fmla="*/ 71627 h 5274332"/>
              <a:gd name="connsiteX17242" fmla="*/ 797196 w 4641785"/>
              <a:gd name="connsiteY17242" fmla="*/ 74882 h 5274332"/>
              <a:gd name="connsiteX17243" fmla="*/ 801382 w 4641785"/>
              <a:gd name="connsiteY17243" fmla="*/ 75348 h 5274332"/>
              <a:gd name="connsiteX17244" fmla="*/ 804172 w 4641785"/>
              <a:gd name="connsiteY17244" fmla="*/ 73487 h 5274332"/>
              <a:gd name="connsiteX17245" fmla="*/ 812545 w 4641785"/>
              <a:gd name="connsiteY17245" fmla="*/ 73487 h 5274332"/>
              <a:gd name="connsiteX17246" fmla="*/ 818591 w 4641785"/>
              <a:gd name="connsiteY17246" fmla="*/ 71627 h 5274332"/>
              <a:gd name="connsiteX17247" fmla="*/ 821381 w 4641785"/>
              <a:gd name="connsiteY17247" fmla="*/ 72092 h 5274332"/>
              <a:gd name="connsiteX17248" fmla="*/ 822777 w 4641785"/>
              <a:gd name="connsiteY17248" fmla="*/ 68836 h 5274332"/>
              <a:gd name="connsiteX17249" fmla="*/ 828823 w 4641785"/>
              <a:gd name="connsiteY17249" fmla="*/ 68836 h 5274332"/>
              <a:gd name="connsiteX17250" fmla="*/ 833474 w 4641785"/>
              <a:gd name="connsiteY17250" fmla="*/ 66046 h 5274332"/>
              <a:gd name="connsiteX17251" fmla="*/ 839056 w 4641785"/>
              <a:gd name="connsiteY17251" fmla="*/ 69301 h 5274332"/>
              <a:gd name="connsiteX17252" fmla="*/ 842776 w 4641785"/>
              <a:gd name="connsiteY17252" fmla="*/ 69767 h 5274332"/>
              <a:gd name="connsiteX17253" fmla="*/ 845568 w 4641785"/>
              <a:gd name="connsiteY17253" fmla="*/ 72092 h 5274332"/>
              <a:gd name="connsiteX17254" fmla="*/ 848823 w 4641785"/>
              <a:gd name="connsiteY17254" fmla="*/ 71162 h 5274332"/>
              <a:gd name="connsiteX17255" fmla="*/ 850219 w 4641785"/>
              <a:gd name="connsiteY17255" fmla="*/ 73487 h 5274332"/>
              <a:gd name="connsiteX17256" fmla="*/ 853009 w 4641785"/>
              <a:gd name="connsiteY17256" fmla="*/ 71627 h 5274332"/>
              <a:gd name="connsiteX17257" fmla="*/ 857195 w 4641785"/>
              <a:gd name="connsiteY17257" fmla="*/ 72092 h 5274332"/>
              <a:gd name="connsiteX17258" fmla="*/ 859520 w 4641785"/>
              <a:gd name="connsiteY17258" fmla="*/ 71162 h 5274332"/>
              <a:gd name="connsiteX17259" fmla="*/ 860451 w 4641785"/>
              <a:gd name="connsiteY17259" fmla="*/ 75348 h 5274332"/>
              <a:gd name="connsiteX17260" fmla="*/ 866032 w 4641785"/>
              <a:gd name="connsiteY17260" fmla="*/ 77208 h 5274332"/>
              <a:gd name="connsiteX17261" fmla="*/ 867893 w 4641785"/>
              <a:gd name="connsiteY17261" fmla="*/ 75813 h 5274332"/>
              <a:gd name="connsiteX17262" fmla="*/ 876729 w 4641785"/>
              <a:gd name="connsiteY17262" fmla="*/ 77673 h 5274332"/>
              <a:gd name="connsiteX17263" fmla="*/ 879520 w 4641785"/>
              <a:gd name="connsiteY17263" fmla="*/ 73022 h 5274332"/>
              <a:gd name="connsiteX17264" fmla="*/ 888822 w 4641785"/>
              <a:gd name="connsiteY17264" fmla="*/ 74882 h 5274332"/>
              <a:gd name="connsiteX17265" fmla="*/ 893009 w 4641785"/>
              <a:gd name="connsiteY17265" fmla="*/ 71627 h 5274332"/>
              <a:gd name="connsiteX17266" fmla="*/ 901846 w 4641785"/>
              <a:gd name="connsiteY17266" fmla="*/ 75348 h 5274332"/>
              <a:gd name="connsiteX17267" fmla="*/ 907427 w 4641785"/>
              <a:gd name="connsiteY17267" fmla="*/ 73952 h 5274332"/>
              <a:gd name="connsiteX17268" fmla="*/ 908357 w 4641785"/>
              <a:gd name="connsiteY17268" fmla="*/ 69301 h 5274332"/>
              <a:gd name="connsiteX17269" fmla="*/ 906497 w 4641785"/>
              <a:gd name="connsiteY17269" fmla="*/ 64650 h 5274332"/>
              <a:gd name="connsiteX17270" fmla="*/ 902311 w 4641785"/>
              <a:gd name="connsiteY17270" fmla="*/ 58604 h 5274332"/>
              <a:gd name="connsiteX17271" fmla="*/ 899985 w 4641785"/>
              <a:gd name="connsiteY17271" fmla="*/ 57209 h 5274332"/>
              <a:gd name="connsiteX17272" fmla="*/ 896729 w 4641785"/>
              <a:gd name="connsiteY17272" fmla="*/ 57673 h 5274332"/>
              <a:gd name="connsiteX17273" fmla="*/ 893009 w 4641785"/>
              <a:gd name="connsiteY17273" fmla="*/ 53022 h 5274332"/>
              <a:gd name="connsiteX17274" fmla="*/ 887892 w 4641785"/>
              <a:gd name="connsiteY17274" fmla="*/ 52558 h 5274332"/>
              <a:gd name="connsiteX17275" fmla="*/ 885566 w 4641785"/>
              <a:gd name="connsiteY17275" fmla="*/ 50232 h 5274332"/>
              <a:gd name="connsiteX17276" fmla="*/ 879520 w 4641785"/>
              <a:gd name="connsiteY17276" fmla="*/ 48836 h 5274332"/>
              <a:gd name="connsiteX17277" fmla="*/ 878125 w 4641785"/>
              <a:gd name="connsiteY17277" fmla="*/ 43255 h 5274332"/>
              <a:gd name="connsiteX17278" fmla="*/ 872544 w 4641785"/>
              <a:gd name="connsiteY17278" fmla="*/ 38604 h 5274332"/>
              <a:gd name="connsiteX17279" fmla="*/ 874404 w 4641785"/>
              <a:gd name="connsiteY17279" fmla="*/ 32558 h 5274332"/>
              <a:gd name="connsiteX17280" fmla="*/ 878125 w 4641785"/>
              <a:gd name="connsiteY17280" fmla="*/ 33023 h 5274332"/>
              <a:gd name="connsiteX17281" fmla="*/ 883241 w 4641785"/>
              <a:gd name="connsiteY17281" fmla="*/ 36278 h 5274332"/>
              <a:gd name="connsiteX17282" fmla="*/ 885566 w 4641785"/>
              <a:gd name="connsiteY17282" fmla="*/ 34418 h 5274332"/>
              <a:gd name="connsiteX17283" fmla="*/ 889753 w 4641785"/>
              <a:gd name="connsiteY17283" fmla="*/ 36744 h 5274332"/>
              <a:gd name="connsiteX17284" fmla="*/ 893009 w 4641785"/>
              <a:gd name="connsiteY17284" fmla="*/ 36278 h 5274332"/>
              <a:gd name="connsiteX17285" fmla="*/ 896265 w 4641785"/>
              <a:gd name="connsiteY17285" fmla="*/ 38604 h 5274332"/>
              <a:gd name="connsiteX17286" fmla="*/ 898124 w 4641785"/>
              <a:gd name="connsiteY17286" fmla="*/ 35348 h 5274332"/>
              <a:gd name="connsiteX17287" fmla="*/ 900450 w 4641785"/>
              <a:gd name="connsiteY17287" fmla="*/ 35348 h 5274332"/>
              <a:gd name="connsiteX17288" fmla="*/ 906031 w 4641785"/>
              <a:gd name="connsiteY17288" fmla="*/ 38139 h 5274332"/>
              <a:gd name="connsiteX17289" fmla="*/ 907892 w 4641785"/>
              <a:gd name="connsiteY17289" fmla="*/ 40465 h 5274332"/>
              <a:gd name="connsiteX17290" fmla="*/ 912078 w 4641785"/>
              <a:gd name="connsiteY17290" fmla="*/ 39999 h 5274332"/>
              <a:gd name="connsiteX17291" fmla="*/ 914404 w 4641785"/>
              <a:gd name="connsiteY17291" fmla="*/ 41395 h 5274332"/>
              <a:gd name="connsiteX17292" fmla="*/ 918589 w 4641785"/>
              <a:gd name="connsiteY17292" fmla="*/ 47441 h 5274332"/>
              <a:gd name="connsiteX17293" fmla="*/ 923241 w 4641785"/>
              <a:gd name="connsiteY17293" fmla="*/ 50697 h 5274332"/>
              <a:gd name="connsiteX17294" fmla="*/ 927426 w 4641785"/>
              <a:gd name="connsiteY17294" fmla="*/ 50232 h 5274332"/>
              <a:gd name="connsiteX17295" fmla="*/ 931613 w 4641785"/>
              <a:gd name="connsiteY17295" fmla="*/ 54418 h 5274332"/>
              <a:gd name="connsiteX17296" fmla="*/ 937194 w 4641785"/>
              <a:gd name="connsiteY17296" fmla="*/ 48372 h 5274332"/>
              <a:gd name="connsiteX17297" fmla="*/ 941845 w 4641785"/>
              <a:gd name="connsiteY17297" fmla="*/ 48836 h 5274332"/>
              <a:gd name="connsiteX17298" fmla="*/ 946031 w 4641785"/>
              <a:gd name="connsiteY17298" fmla="*/ 47441 h 5274332"/>
              <a:gd name="connsiteX17299" fmla="*/ 948821 w 4641785"/>
              <a:gd name="connsiteY17299" fmla="*/ 35348 h 5274332"/>
              <a:gd name="connsiteX17300" fmla="*/ 950682 w 4641785"/>
              <a:gd name="connsiteY17300" fmla="*/ 34418 h 5274332"/>
              <a:gd name="connsiteX17301" fmla="*/ 959984 w 4641785"/>
              <a:gd name="connsiteY17301" fmla="*/ 36278 h 5274332"/>
              <a:gd name="connsiteX17302" fmla="*/ 961845 w 4641785"/>
              <a:gd name="connsiteY17302" fmla="*/ 38139 h 5274332"/>
              <a:gd name="connsiteX17303" fmla="*/ 965101 w 4641785"/>
              <a:gd name="connsiteY17303" fmla="*/ 38139 h 5274332"/>
              <a:gd name="connsiteX17304" fmla="*/ 967891 w 4641785"/>
              <a:gd name="connsiteY17304" fmla="*/ 34883 h 5274332"/>
              <a:gd name="connsiteX17305" fmla="*/ 973937 w 4641785"/>
              <a:gd name="connsiteY17305" fmla="*/ 32092 h 5274332"/>
              <a:gd name="connsiteX17306" fmla="*/ 981844 w 4641785"/>
              <a:gd name="connsiteY17306" fmla="*/ 23721 h 5274332"/>
              <a:gd name="connsiteX17307" fmla="*/ 985100 w 4641785"/>
              <a:gd name="connsiteY17307" fmla="*/ 21860 h 5274332"/>
              <a:gd name="connsiteX17308" fmla="*/ 987891 w 4641785"/>
              <a:gd name="connsiteY17308" fmla="*/ 21860 h 5274332"/>
              <a:gd name="connsiteX17309" fmla="*/ 991611 w 4641785"/>
              <a:gd name="connsiteY17309" fmla="*/ 17674 h 5274332"/>
              <a:gd name="connsiteX17310" fmla="*/ 999054 w 4641785"/>
              <a:gd name="connsiteY17310" fmla="*/ 16744 h 5274332"/>
              <a:gd name="connsiteX17311" fmla="*/ 1001844 w 4641785"/>
              <a:gd name="connsiteY17311" fmla="*/ 18139 h 5274332"/>
              <a:gd name="connsiteX17312" fmla="*/ 1007891 w 4641785"/>
              <a:gd name="connsiteY17312" fmla="*/ 18139 h 5274332"/>
              <a:gd name="connsiteX17313" fmla="*/ 1012076 w 4641785"/>
              <a:gd name="connsiteY17313" fmla="*/ 25116 h 5274332"/>
              <a:gd name="connsiteX17314" fmla="*/ 1014867 w 4641785"/>
              <a:gd name="connsiteY17314" fmla="*/ 25116 h 5274332"/>
              <a:gd name="connsiteX17315" fmla="*/ 1017658 w 4641785"/>
              <a:gd name="connsiteY17315" fmla="*/ 6512 h 5274332"/>
              <a:gd name="connsiteX17316" fmla="*/ 1025100 w 4641785"/>
              <a:gd name="connsiteY17316" fmla="*/ 4186 h 5274332"/>
              <a:gd name="connsiteX17317" fmla="*/ 1027890 w 4641785"/>
              <a:gd name="connsiteY17317" fmla="*/ 4186 h 527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Lst>
            <a:rect l="l" t="t" r="r" b="b"/>
            <a:pathLst>
              <a:path w="4641785" h="5274332">
                <a:moveTo>
                  <a:pt x="4075747" y="5196659"/>
                </a:moveTo>
                <a:lnTo>
                  <a:pt x="4076213" y="5200845"/>
                </a:lnTo>
                <a:lnTo>
                  <a:pt x="4079469" y="5200379"/>
                </a:lnTo>
                <a:lnTo>
                  <a:pt x="4081329" y="5205030"/>
                </a:lnTo>
                <a:lnTo>
                  <a:pt x="4080864" y="5206891"/>
                </a:lnTo>
                <a:lnTo>
                  <a:pt x="4082725" y="5215728"/>
                </a:lnTo>
                <a:lnTo>
                  <a:pt x="4082259" y="5221310"/>
                </a:lnTo>
                <a:lnTo>
                  <a:pt x="4084120" y="5222705"/>
                </a:lnTo>
                <a:lnTo>
                  <a:pt x="4086445" y="5227356"/>
                </a:lnTo>
                <a:lnTo>
                  <a:pt x="4087376" y="5233402"/>
                </a:lnTo>
                <a:lnTo>
                  <a:pt x="4086445" y="5234798"/>
                </a:lnTo>
                <a:lnTo>
                  <a:pt x="4088771" y="5237588"/>
                </a:lnTo>
                <a:lnTo>
                  <a:pt x="4089701" y="5240844"/>
                </a:lnTo>
                <a:lnTo>
                  <a:pt x="4086910" y="5244100"/>
                </a:lnTo>
                <a:lnTo>
                  <a:pt x="4083654" y="5250612"/>
                </a:lnTo>
                <a:lnTo>
                  <a:pt x="4084120" y="5253867"/>
                </a:lnTo>
                <a:lnTo>
                  <a:pt x="4083190" y="5259448"/>
                </a:lnTo>
                <a:lnTo>
                  <a:pt x="4085515" y="5260844"/>
                </a:lnTo>
                <a:lnTo>
                  <a:pt x="4083190" y="5266426"/>
                </a:lnTo>
                <a:lnTo>
                  <a:pt x="4081794" y="5267820"/>
                </a:lnTo>
                <a:lnTo>
                  <a:pt x="4079003" y="5264565"/>
                </a:lnTo>
                <a:lnTo>
                  <a:pt x="4076678" y="5264565"/>
                </a:lnTo>
                <a:lnTo>
                  <a:pt x="4075747" y="5270146"/>
                </a:lnTo>
                <a:lnTo>
                  <a:pt x="4072492" y="5274332"/>
                </a:lnTo>
                <a:lnTo>
                  <a:pt x="4069237" y="5272936"/>
                </a:lnTo>
                <a:lnTo>
                  <a:pt x="4070166" y="5265959"/>
                </a:lnTo>
                <a:lnTo>
                  <a:pt x="4065981" y="5261308"/>
                </a:lnTo>
                <a:lnTo>
                  <a:pt x="4067376" y="5258983"/>
                </a:lnTo>
                <a:lnTo>
                  <a:pt x="4064120" y="5256657"/>
                </a:lnTo>
                <a:lnTo>
                  <a:pt x="4065050" y="5253867"/>
                </a:lnTo>
                <a:lnTo>
                  <a:pt x="4062260" y="5249681"/>
                </a:lnTo>
                <a:lnTo>
                  <a:pt x="4059004" y="5246890"/>
                </a:lnTo>
                <a:lnTo>
                  <a:pt x="4060400" y="5244564"/>
                </a:lnTo>
                <a:lnTo>
                  <a:pt x="4059469" y="5241309"/>
                </a:lnTo>
                <a:lnTo>
                  <a:pt x="4057144" y="5239913"/>
                </a:lnTo>
                <a:lnTo>
                  <a:pt x="4055749" y="5236193"/>
                </a:lnTo>
                <a:lnTo>
                  <a:pt x="4053423" y="5236658"/>
                </a:lnTo>
                <a:lnTo>
                  <a:pt x="4052027" y="5233402"/>
                </a:lnTo>
                <a:lnTo>
                  <a:pt x="4047376" y="5232937"/>
                </a:lnTo>
                <a:lnTo>
                  <a:pt x="4045051" y="5214798"/>
                </a:lnTo>
                <a:lnTo>
                  <a:pt x="4048307" y="5212472"/>
                </a:lnTo>
                <a:lnTo>
                  <a:pt x="4048307" y="5206891"/>
                </a:lnTo>
                <a:lnTo>
                  <a:pt x="4050167" y="5204566"/>
                </a:lnTo>
                <a:lnTo>
                  <a:pt x="4054353" y="5204101"/>
                </a:lnTo>
                <a:lnTo>
                  <a:pt x="4057608" y="5205030"/>
                </a:lnTo>
                <a:lnTo>
                  <a:pt x="4060864" y="5201310"/>
                </a:lnTo>
                <a:lnTo>
                  <a:pt x="4069237" y="5200845"/>
                </a:lnTo>
                <a:lnTo>
                  <a:pt x="4069237" y="5198519"/>
                </a:lnTo>
                <a:close/>
                <a:moveTo>
                  <a:pt x="4054353" y="5164101"/>
                </a:moveTo>
                <a:lnTo>
                  <a:pt x="4056213" y="5171543"/>
                </a:lnTo>
                <a:lnTo>
                  <a:pt x="4061330" y="5175263"/>
                </a:lnTo>
                <a:lnTo>
                  <a:pt x="4056213" y="5185496"/>
                </a:lnTo>
                <a:lnTo>
                  <a:pt x="4048772" y="5189217"/>
                </a:lnTo>
                <a:lnTo>
                  <a:pt x="4047376" y="5193403"/>
                </a:lnTo>
                <a:lnTo>
                  <a:pt x="4044120" y="5196194"/>
                </a:lnTo>
                <a:lnTo>
                  <a:pt x="4040865" y="5192008"/>
                </a:lnTo>
                <a:lnTo>
                  <a:pt x="4041795" y="5188752"/>
                </a:lnTo>
                <a:lnTo>
                  <a:pt x="4040400" y="5185961"/>
                </a:lnTo>
                <a:lnTo>
                  <a:pt x="4042260" y="5183636"/>
                </a:lnTo>
                <a:lnTo>
                  <a:pt x="4041330" y="5177124"/>
                </a:lnTo>
                <a:lnTo>
                  <a:pt x="4045981" y="5173869"/>
                </a:lnTo>
                <a:lnTo>
                  <a:pt x="4053423" y="5172008"/>
                </a:lnTo>
                <a:lnTo>
                  <a:pt x="4053423" y="5165031"/>
                </a:lnTo>
                <a:close/>
                <a:moveTo>
                  <a:pt x="4001331" y="5070614"/>
                </a:moveTo>
                <a:lnTo>
                  <a:pt x="4005982" y="5073870"/>
                </a:lnTo>
                <a:lnTo>
                  <a:pt x="4005051" y="5078986"/>
                </a:lnTo>
                <a:lnTo>
                  <a:pt x="4007842" y="5081312"/>
                </a:lnTo>
                <a:lnTo>
                  <a:pt x="4009237" y="5079916"/>
                </a:lnTo>
                <a:lnTo>
                  <a:pt x="4014353" y="5085033"/>
                </a:lnTo>
                <a:lnTo>
                  <a:pt x="4016214" y="5091544"/>
                </a:lnTo>
                <a:lnTo>
                  <a:pt x="4014353" y="5095265"/>
                </a:lnTo>
                <a:lnTo>
                  <a:pt x="4009237" y="5090149"/>
                </a:lnTo>
                <a:lnTo>
                  <a:pt x="4004121" y="5090614"/>
                </a:lnTo>
                <a:lnTo>
                  <a:pt x="4000865" y="5093869"/>
                </a:lnTo>
                <a:lnTo>
                  <a:pt x="3995749" y="5090614"/>
                </a:lnTo>
                <a:lnTo>
                  <a:pt x="3996214" y="5086893"/>
                </a:lnTo>
                <a:lnTo>
                  <a:pt x="3991563" y="5084102"/>
                </a:lnTo>
                <a:lnTo>
                  <a:pt x="3990168" y="5080847"/>
                </a:lnTo>
                <a:lnTo>
                  <a:pt x="3992494" y="5078521"/>
                </a:lnTo>
                <a:lnTo>
                  <a:pt x="3992494" y="5075731"/>
                </a:lnTo>
                <a:lnTo>
                  <a:pt x="3994353" y="5072940"/>
                </a:lnTo>
                <a:lnTo>
                  <a:pt x="3997609" y="5073405"/>
                </a:lnTo>
                <a:close/>
                <a:moveTo>
                  <a:pt x="4027842" y="5070149"/>
                </a:moveTo>
                <a:lnTo>
                  <a:pt x="4030632" y="5070614"/>
                </a:lnTo>
                <a:lnTo>
                  <a:pt x="4033423" y="5076195"/>
                </a:lnTo>
                <a:lnTo>
                  <a:pt x="4032958" y="5085498"/>
                </a:lnTo>
                <a:lnTo>
                  <a:pt x="4032028" y="5086428"/>
                </a:lnTo>
                <a:lnTo>
                  <a:pt x="4021796" y="5077125"/>
                </a:lnTo>
                <a:lnTo>
                  <a:pt x="4027377" y="5072474"/>
                </a:lnTo>
                <a:close/>
                <a:moveTo>
                  <a:pt x="4032958" y="5054801"/>
                </a:moveTo>
                <a:lnTo>
                  <a:pt x="4034354" y="5057126"/>
                </a:lnTo>
                <a:lnTo>
                  <a:pt x="4035284" y="5068754"/>
                </a:lnTo>
                <a:lnTo>
                  <a:pt x="4032028" y="5064103"/>
                </a:lnTo>
                <a:lnTo>
                  <a:pt x="4030167" y="5055730"/>
                </a:lnTo>
                <a:close/>
                <a:moveTo>
                  <a:pt x="4024586" y="5037591"/>
                </a:moveTo>
                <a:lnTo>
                  <a:pt x="4027377" y="5038522"/>
                </a:lnTo>
                <a:lnTo>
                  <a:pt x="4027377" y="5043173"/>
                </a:lnTo>
                <a:lnTo>
                  <a:pt x="4024586" y="5047359"/>
                </a:lnTo>
                <a:lnTo>
                  <a:pt x="4021796" y="5048289"/>
                </a:lnTo>
                <a:lnTo>
                  <a:pt x="4021330" y="5051545"/>
                </a:lnTo>
                <a:lnTo>
                  <a:pt x="4024586" y="5055730"/>
                </a:lnTo>
                <a:lnTo>
                  <a:pt x="4025516" y="5058986"/>
                </a:lnTo>
                <a:lnTo>
                  <a:pt x="4028307" y="5060847"/>
                </a:lnTo>
                <a:lnTo>
                  <a:pt x="4028772" y="5064103"/>
                </a:lnTo>
                <a:lnTo>
                  <a:pt x="4026911" y="5068754"/>
                </a:lnTo>
                <a:lnTo>
                  <a:pt x="4021796" y="5069219"/>
                </a:lnTo>
                <a:lnTo>
                  <a:pt x="4021330" y="5074335"/>
                </a:lnTo>
                <a:lnTo>
                  <a:pt x="4019004" y="5074800"/>
                </a:lnTo>
                <a:lnTo>
                  <a:pt x="4018540" y="5068754"/>
                </a:lnTo>
                <a:lnTo>
                  <a:pt x="4020400" y="5068289"/>
                </a:lnTo>
                <a:lnTo>
                  <a:pt x="4024586" y="5062708"/>
                </a:lnTo>
                <a:lnTo>
                  <a:pt x="4023191" y="5061312"/>
                </a:lnTo>
                <a:lnTo>
                  <a:pt x="4018074" y="5066429"/>
                </a:lnTo>
                <a:lnTo>
                  <a:pt x="4017609" y="5062242"/>
                </a:lnTo>
                <a:lnTo>
                  <a:pt x="4013889" y="5054801"/>
                </a:lnTo>
                <a:lnTo>
                  <a:pt x="4013423" y="5046429"/>
                </a:lnTo>
                <a:lnTo>
                  <a:pt x="4019004" y="5042708"/>
                </a:lnTo>
                <a:lnTo>
                  <a:pt x="4019470" y="5038987"/>
                </a:lnTo>
                <a:close/>
                <a:moveTo>
                  <a:pt x="3978540" y="5032010"/>
                </a:moveTo>
                <a:lnTo>
                  <a:pt x="3980866" y="5038057"/>
                </a:lnTo>
                <a:lnTo>
                  <a:pt x="3979005" y="5039452"/>
                </a:lnTo>
                <a:lnTo>
                  <a:pt x="3976214" y="5035266"/>
                </a:lnTo>
                <a:close/>
                <a:moveTo>
                  <a:pt x="777197" y="5022243"/>
                </a:moveTo>
                <a:lnTo>
                  <a:pt x="774872" y="5026429"/>
                </a:lnTo>
                <a:lnTo>
                  <a:pt x="774872" y="5028755"/>
                </a:lnTo>
                <a:lnTo>
                  <a:pt x="772081" y="5032011"/>
                </a:lnTo>
                <a:lnTo>
                  <a:pt x="770220" y="5032011"/>
                </a:lnTo>
                <a:lnTo>
                  <a:pt x="773011" y="5029220"/>
                </a:lnTo>
                <a:lnTo>
                  <a:pt x="774406" y="5027360"/>
                </a:lnTo>
                <a:lnTo>
                  <a:pt x="775337" y="5025034"/>
                </a:lnTo>
                <a:close/>
                <a:moveTo>
                  <a:pt x="1424628" y="5019453"/>
                </a:moveTo>
                <a:lnTo>
                  <a:pt x="1423233" y="5023174"/>
                </a:lnTo>
                <a:lnTo>
                  <a:pt x="1419047" y="5023174"/>
                </a:lnTo>
                <a:lnTo>
                  <a:pt x="1419047" y="5023174"/>
                </a:lnTo>
                <a:lnTo>
                  <a:pt x="1423233" y="5023174"/>
                </a:lnTo>
                <a:lnTo>
                  <a:pt x="1424629" y="5019454"/>
                </a:lnTo>
                <a:close/>
                <a:moveTo>
                  <a:pt x="3961331" y="5017592"/>
                </a:moveTo>
                <a:lnTo>
                  <a:pt x="3963657" y="5018987"/>
                </a:lnTo>
                <a:lnTo>
                  <a:pt x="3961797" y="5025034"/>
                </a:lnTo>
                <a:lnTo>
                  <a:pt x="3960866" y="5030150"/>
                </a:lnTo>
                <a:lnTo>
                  <a:pt x="3965517" y="5035731"/>
                </a:lnTo>
                <a:lnTo>
                  <a:pt x="3972029" y="5038522"/>
                </a:lnTo>
                <a:lnTo>
                  <a:pt x="3973424" y="5040382"/>
                </a:lnTo>
                <a:lnTo>
                  <a:pt x="3972959" y="5043638"/>
                </a:lnTo>
                <a:lnTo>
                  <a:pt x="3967378" y="5042708"/>
                </a:lnTo>
                <a:lnTo>
                  <a:pt x="3960866" y="5039452"/>
                </a:lnTo>
                <a:lnTo>
                  <a:pt x="3957145" y="5035266"/>
                </a:lnTo>
                <a:lnTo>
                  <a:pt x="3954819" y="5031080"/>
                </a:lnTo>
                <a:lnTo>
                  <a:pt x="3954819" y="5025499"/>
                </a:lnTo>
                <a:lnTo>
                  <a:pt x="3956215" y="5020383"/>
                </a:lnTo>
                <a:close/>
                <a:moveTo>
                  <a:pt x="1420908" y="5013871"/>
                </a:moveTo>
                <a:lnTo>
                  <a:pt x="1420910" y="5013873"/>
                </a:lnTo>
                <a:lnTo>
                  <a:pt x="1424163" y="5014337"/>
                </a:lnTo>
                <a:lnTo>
                  <a:pt x="1424164" y="5014337"/>
                </a:lnTo>
                <a:close/>
                <a:moveTo>
                  <a:pt x="1428349" y="5009221"/>
                </a:moveTo>
                <a:lnTo>
                  <a:pt x="1425398" y="5012828"/>
                </a:lnTo>
                <a:lnTo>
                  <a:pt x="1428349" y="5009222"/>
                </a:lnTo>
                <a:close/>
                <a:moveTo>
                  <a:pt x="1433000" y="5004569"/>
                </a:moveTo>
                <a:lnTo>
                  <a:pt x="1429745" y="5005034"/>
                </a:lnTo>
                <a:lnTo>
                  <a:pt x="1429745" y="5005035"/>
                </a:lnTo>
                <a:lnTo>
                  <a:pt x="1433000" y="5004571"/>
                </a:lnTo>
                <a:close/>
                <a:moveTo>
                  <a:pt x="3947843" y="4998988"/>
                </a:moveTo>
                <a:lnTo>
                  <a:pt x="3949704" y="5000848"/>
                </a:lnTo>
                <a:lnTo>
                  <a:pt x="3949238" y="5004569"/>
                </a:lnTo>
                <a:lnTo>
                  <a:pt x="3946448" y="5002243"/>
                </a:lnTo>
                <a:close/>
                <a:moveTo>
                  <a:pt x="1432535" y="4993872"/>
                </a:moveTo>
                <a:lnTo>
                  <a:pt x="1429745" y="4996663"/>
                </a:lnTo>
                <a:lnTo>
                  <a:pt x="1429745" y="4996663"/>
                </a:lnTo>
                <a:lnTo>
                  <a:pt x="1432535" y="4993872"/>
                </a:lnTo>
                <a:lnTo>
                  <a:pt x="1434861" y="4996198"/>
                </a:lnTo>
                <a:lnTo>
                  <a:pt x="1439046" y="4994338"/>
                </a:lnTo>
                <a:lnTo>
                  <a:pt x="1439047" y="4994338"/>
                </a:lnTo>
                <a:lnTo>
                  <a:pt x="1434861" y="4996197"/>
                </a:lnTo>
                <a:close/>
                <a:moveTo>
                  <a:pt x="1441837" y="4988756"/>
                </a:moveTo>
                <a:lnTo>
                  <a:pt x="1440117" y="4992197"/>
                </a:lnTo>
                <a:lnTo>
                  <a:pt x="1441838" y="4988757"/>
                </a:lnTo>
                <a:close/>
                <a:moveTo>
                  <a:pt x="4039005" y="4982709"/>
                </a:moveTo>
                <a:lnTo>
                  <a:pt x="4039935" y="4989686"/>
                </a:lnTo>
                <a:lnTo>
                  <a:pt x="4041795" y="4990616"/>
                </a:lnTo>
                <a:lnTo>
                  <a:pt x="4043191" y="4999918"/>
                </a:lnTo>
                <a:lnTo>
                  <a:pt x="4040400" y="4999918"/>
                </a:lnTo>
                <a:lnTo>
                  <a:pt x="4040400" y="4992011"/>
                </a:lnTo>
                <a:lnTo>
                  <a:pt x="4038074" y="4987360"/>
                </a:lnTo>
                <a:close/>
                <a:moveTo>
                  <a:pt x="1433966" y="4949905"/>
                </a:moveTo>
                <a:lnTo>
                  <a:pt x="1433931" y="4950152"/>
                </a:lnTo>
                <a:lnTo>
                  <a:pt x="1427884" y="4956663"/>
                </a:lnTo>
                <a:lnTo>
                  <a:pt x="1424164" y="4956198"/>
                </a:lnTo>
                <a:lnTo>
                  <a:pt x="1424164" y="4956199"/>
                </a:lnTo>
                <a:lnTo>
                  <a:pt x="1427884" y="4956663"/>
                </a:lnTo>
                <a:lnTo>
                  <a:pt x="1433931" y="4950152"/>
                </a:lnTo>
                <a:close/>
                <a:moveTo>
                  <a:pt x="1424628" y="4917594"/>
                </a:moveTo>
                <a:lnTo>
                  <a:pt x="1424809" y="4918137"/>
                </a:lnTo>
                <a:lnTo>
                  <a:pt x="1424629" y="4917595"/>
                </a:lnTo>
                <a:close/>
                <a:moveTo>
                  <a:pt x="1428349" y="4906896"/>
                </a:moveTo>
                <a:lnTo>
                  <a:pt x="1424164" y="4908292"/>
                </a:lnTo>
                <a:lnTo>
                  <a:pt x="1420966" y="4911889"/>
                </a:lnTo>
                <a:lnTo>
                  <a:pt x="1424163" y="4908293"/>
                </a:lnTo>
                <a:lnTo>
                  <a:pt x="1428349" y="4906897"/>
                </a:lnTo>
                <a:close/>
                <a:moveTo>
                  <a:pt x="1430210" y="4903641"/>
                </a:moveTo>
                <a:lnTo>
                  <a:pt x="1429386" y="4905084"/>
                </a:lnTo>
                <a:lnTo>
                  <a:pt x="1430210" y="4903642"/>
                </a:lnTo>
                <a:close/>
                <a:moveTo>
                  <a:pt x="1439512" y="4891083"/>
                </a:moveTo>
                <a:lnTo>
                  <a:pt x="1436721" y="4895268"/>
                </a:lnTo>
                <a:lnTo>
                  <a:pt x="1433466" y="4897129"/>
                </a:lnTo>
                <a:lnTo>
                  <a:pt x="1430675" y="4899919"/>
                </a:lnTo>
                <a:lnTo>
                  <a:pt x="1430492" y="4901385"/>
                </a:lnTo>
                <a:lnTo>
                  <a:pt x="1430675" y="4899921"/>
                </a:lnTo>
                <a:lnTo>
                  <a:pt x="1433465" y="4897130"/>
                </a:lnTo>
                <a:lnTo>
                  <a:pt x="1436721" y="4895270"/>
                </a:lnTo>
                <a:lnTo>
                  <a:pt x="1439512" y="4891083"/>
                </a:lnTo>
                <a:close/>
                <a:moveTo>
                  <a:pt x="1441838" y="4880386"/>
                </a:moveTo>
                <a:lnTo>
                  <a:pt x="1439512" y="4883641"/>
                </a:lnTo>
                <a:lnTo>
                  <a:pt x="1439512" y="4883642"/>
                </a:lnTo>
                <a:lnTo>
                  <a:pt x="1441838" y="4880386"/>
                </a:lnTo>
                <a:close/>
                <a:moveTo>
                  <a:pt x="3907378" y="4874803"/>
                </a:moveTo>
                <a:lnTo>
                  <a:pt x="3911564" y="4878990"/>
                </a:lnTo>
                <a:lnTo>
                  <a:pt x="3914355" y="4887827"/>
                </a:lnTo>
                <a:lnTo>
                  <a:pt x="3912959" y="4892013"/>
                </a:lnTo>
                <a:lnTo>
                  <a:pt x="3911100" y="4894339"/>
                </a:lnTo>
                <a:lnTo>
                  <a:pt x="3907378" y="4895268"/>
                </a:lnTo>
                <a:lnTo>
                  <a:pt x="3904123" y="4893873"/>
                </a:lnTo>
                <a:lnTo>
                  <a:pt x="3898542" y="4894339"/>
                </a:lnTo>
                <a:lnTo>
                  <a:pt x="3896681" y="4890617"/>
                </a:lnTo>
                <a:lnTo>
                  <a:pt x="3896681" y="4879920"/>
                </a:lnTo>
                <a:lnTo>
                  <a:pt x="3903657" y="4879455"/>
                </a:lnTo>
                <a:close/>
                <a:moveTo>
                  <a:pt x="1445093" y="4864572"/>
                </a:moveTo>
                <a:lnTo>
                  <a:pt x="1441838" y="4867362"/>
                </a:lnTo>
                <a:lnTo>
                  <a:pt x="1441838" y="4867363"/>
                </a:lnTo>
                <a:lnTo>
                  <a:pt x="1445093" y="4864573"/>
                </a:lnTo>
                <a:close/>
                <a:moveTo>
                  <a:pt x="1766948" y="4861317"/>
                </a:moveTo>
                <a:lnTo>
                  <a:pt x="1770670" y="4864107"/>
                </a:lnTo>
                <a:lnTo>
                  <a:pt x="1767414" y="4868293"/>
                </a:lnTo>
                <a:lnTo>
                  <a:pt x="1769274" y="4872479"/>
                </a:lnTo>
                <a:lnTo>
                  <a:pt x="1776716" y="4878990"/>
                </a:lnTo>
                <a:lnTo>
                  <a:pt x="1776251" y="4881316"/>
                </a:lnTo>
                <a:lnTo>
                  <a:pt x="1768344" y="4876200"/>
                </a:lnTo>
                <a:lnTo>
                  <a:pt x="1761367" y="4873409"/>
                </a:lnTo>
                <a:lnTo>
                  <a:pt x="1752530" y="4871084"/>
                </a:lnTo>
                <a:lnTo>
                  <a:pt x="1749739" y="4869224"/>
                </a:lnTo>
                <a:lnTo>
                  <a:pt x="1752530" y="4867363"/>
                </a:lnTo>
                <a:lnTo>
                  <a:pt x="1759971" y="4866898"/>
                </a:lnTo>
                <a:lnTo>
                  <a:pt x="1763227" y="4862712"/>
                </a:lnTo>
                <a:close/>
                <a:moveTo>
                  <a:pt x="1450675" y="4857595"/>
                </a:moveTo>
                <a:lnTo>
                  <a:pt x="1446589" y="4862703"/>
                </a:lnTo>
                <a:lnTo>
                  <a:pt x="1450675" y="4857595"/>
                </a:lnTo>
                <a:close/>
                <a:moveTo>
                  <a:pt x="1451395" y="4847318"/>
                </a:moveTo>
                <a:lnTo>
                  <a:pt x="1450675" y="4848758"/>
                </a:lnTo>
                <a:lnTo>
                  <a:pt x="1450675" y="4848759"/>
                </a:lnTo>
                <a:close/>
                <a:moveTo>
                  <a:pt x="1460152" y="4840200"/>
                </a:moveTo>
                <a:lnTo>
                  <a:pt x="1458582" y="4842711"/>
                </a:lnTo>
                <a:lnTo>
                  <a:pt x="1455326" y="4841781"/>
                </a:lnTo>
                <a:lnTo>
                  <a:pt x="1453461" y="4843957"/>
                </a:lnTo>
                <a:lnTo>
                  <a:pt x="1455326" y="4841782"/>
                </a:lnTo>
                <a:lnTo>
                  <a:pt x="1458582" y="4842712"/>
                </a:lnTo>
                <a:close/>
                <a:moveTo>
                  <a:pt x="1462767" y="4834341"/>
                </a:moveTo>
                <a:lnTo>
                  <a:pt x="1461886" y="4836544"/>
                </a:lnTo>
                <a:lnTo>
                  <a:pt x="1462767" y="4834341"/>
                </a:lnTo>
                <a:close/>
                <a:moveTo>
                  <a:pt x="1310212" y="4825502"/>
                </a:moveTo>
                <a:lnTo>
                  <a:pt x="1314398" y="4826898"/>
                </a:lnTo>
                <a:lnTo>
                  <a:pt x="1314398" y="4828757"/>
                </a:lnTo>
                <a:lnTo>
                  <a:pt x="1309747" y="4829224"/>
                </a:lnTo>
                <a:close/>
                <a:moveTo>
                  <a:pt x="1309747" y="4825502"/>
                </a:moveTo>
                <a:lnTo>
                  <a:pt x="1309747" y="4829224"/>
                </a:lnTo>
                <a:lnTo>
                  <a:pt x="1305561" y="4829224"/>
                </a:lnTo>
                <a:lnTo>
                  <a:pt x="1305095" y="4826898"/>
                </a:lnTo>
                <a:close/>
                <a:moveTo>
                  <a:pt x="1306491" y="4823642"/>
                </a:moveTo>
                <a:lnTo>
                  <a:pt x="1308351" y="4825502"/>
                </a:lnTo>
                <a:lnTo>
                  <a:pt x="1301840" y="4828293"/>
                </a:lnTo>
                <a:lnTo>
                  <a:pt x="1301374" y="4826898"/>
                </a:lnTo>
                <a:close/>
                <a:moveTo>
                  <a:pt x="1427832" y="4808242"/>
                </a:moveTo>
                <a:lnTo>
                  <a:pt x="1426024" y="4809688"/>
                </a:lnTo>
                <a:lnTo>
                  <a:pt x="1424783" y="4814965"/>
                </a:lnTo>
                <a:lnTo>
                  <a:pt x="1426024" y="4809689"/>
                </a:lnTo>
                <a:close/>
                <a:moveTo>
                  <a:pt x="1432613" y="4797597"/>
                </a:moveTo>
                <a:lnTo>
                  <a:pt x="1432535" y="4798061"/>
                </a:lnTo>
                <a:lnTo>
                  <a:pt x="1429745" y="4798991"/>
                </a:lnTo>
                <a:lnTo>
                  <a:pt x="1429745" y="4798992"/>
                </a:lnTo>
                <a:lnTo>
                  <a:pt x="1432535" y="4798062"/>
                </a:lnTo>
                <a:close/>
                <a:moveTo>
                  <a:pt x="1436721" y="4787364"/>
                </a:moveTo>
                <a:lnTo>
                  <a:pt x="1433001" y="4788759"/>
                </a:lnTo>
                <a:lnTo>
                  <a:pt x="1433001" y="4788759"/>
                </a:lnTo>
                <a:lnTo>
                  <a:pt x="1436721" y="4787364"/>
                </a:lnTo>
                <a:close/>
                <a:moveTo>
                  <a:pt x="1296259" y="4773410"/>
                </a:moveTo>
                <a:lnTo>
                  <a:pt x="1299049" y="4776201"/>
                </a:lnTo>
                <a:lnTo>
                  <a:pt x="1299979" y="4779921"/>
                </a:lnTo>
                <a:lnTo>
                  <a:pt x="1296259" y="4778991"/>
                </a:lnTo>
                <a:close/>
                <a:moveTo>
                  <a:pt x="1434279" y="4766473"/>
                </a:moveTo>
                <a:lnTo>
                  <a:pt x="1432070" y="4770154"/>
                </a:lnTo>
                <a:lnTo>
                  <a:pt x="1431140" y="4774805"/>
                </a:lnTo>
                <a:lnTo>
                  <a:pt x="1431141" y="4774805"/>
                </a:lnTo>
                <a:lnTo>
                  <a:pt x="1432070" y="4770155"/>
                </a:lnTo>
                <a:close/>
                <a:moveTo>
                  <a:pt x="1441372" y="4758992"/>
                </a:moveTo>
                <a:lnTo>
                  <a:pt x="1434861" y="4765503"/>
                </a:lnTo>
                <a:lnTo>
                  <a:pt x="1441372" y="4758992"/>
                </a:lnTo>
                <a:close/>
                <a:moveTo>
                  <a:pt x="1282305" y="4758062"/>
                </a:moveTo>
                <a:lnTo>
                  <a:pt x="1284630" y="4758526"/>
                </a:lnTo>
                <a:lnTo>
                  <a:pt x="1286956" y="4763177"/>
                </a:lnTo>
                <a:lnTo>
                  <a:pt x="1283235" y="4762713"/>
                </a:lnTo>
                <a:close/>
                <a:moveTo>
                  <a:pt x="1438719" y="4751057"/>
                </a:moveTo>
                <a:lnTo>
                  <a:pt x="1437652" y="4752480"/>
                </a:lnTo>
                <a:lnTo>
                  <a:pt x="1437652" y="4752480"/>
                </a:lnTo>
                <a:close/>
                <a:moveTo>
                  <a:pt x="1279049" y="4750620"/>
                </a:moveTo>
                <a:lnTo>
                  <a:pt x="1280910" y="4752015"/>
                </a:lnTo>
                <a:lnTo>
                  <a:pt x="1281840" y="4756201"/>
                </a:lnTo>
                <a:lnTo>
                  <a:pt x="1279979" y="4757131"/>
                </a:lnTo>
                <a:close/>
                <a:moveTo>
                  <a:pt x="1436257" y="4733875"/>
                </a:moveTo>
                <a:lnTo>
                  <a:pt x="1429745" y="4737596"/>
                </a:lnTo>
                <a:lnTo>
                  <a:pt x="1429745" y="4737597"/>
                </a:lnTo>
                <a:lnTo>
                  <a:pt x="1436256" y="4733877"/>
                </a:lnTo>
                <a:lnTo>
                  <a:pt x="1439977" y="4735272"/>
                </a:lnTo>
                <a:lnTo>
                  <a:pt x="1440334" y="4734201"/>
                </a:lnTo>
                <a:lnTo>
                  <a:pt x="1439977" y="4735271"/>
                </a:lnTo>
                <a:close/>
                <a:moveTo>
                  <a:pt x="1444163" y="4719923"/>
                </a:moveTo>
                <a:lnTo>
                  <a:pt x="1441838" y="4724108"/>
                </a:lnTo>
                <a:lnTo>
                  <a:pt x="1441636" y="4725017"/>
                </a:lnTo>
                <a:lnTo>
                  <a:pt x="1441838" y="4724109"/>
                </a:lnTo>
                <a:close/>
                <a:moveTo>
                  <a:pt x="1382179" y="4714164"/>
                </a:moveTo>
                <a:lnTo>
                  <a:pt x="1382768" y="4715737"/>
                </a:lnTo>
                <a:lnTo>
                  <a:pt x="1382769" y="4715737"/>
                </a:lnTo>
                <a:close/>
                <a:moveTo>
                  <a:pt x="1406955" y="4708760"/>
                </a:moveTo>
                <a:lnTo>
                  <a:pt x="1406954" y="4708761"/>
                </a:lnTo>
                <a:lnTo>
                  <a:pt x="1405559" y="4712946"/>
                </a:lnTo>
                <a:lnTo>
                  <a:pt x="1405559" y="4712946"/>
                </a:lnTo>
                <a:close/>
                <a:moveTo>
                  <a:pt x="1373931" y="4695272"/>
                </a:moveTo>
                <a:lnTo>
                  <a:pt x="1372071" y="4698528"/>
                </a:lnTo>
                <a:lnTo>
                  <a:pt x="1371542" y="4702498"/>
                </a:lnTo>
                <a:lnTo>
                  <a:pt x="1372071" y="4698528"/>
                </a:lnTo>
                <a:lnTo>
                  <a:pt x="1373932" y="4695273"/>
                </a:lnTo>
                <a:close/>
                <a:moveTo>
                  <a:pt x="1370727" y="4681334"/>
                </a:moveTo>
                <a:lnTo>
                  <a:pt x="1370676" y="4682248"/>
                </a:lnTo>
                <a:lnTo>
                  <a:pt x="1368815" y="4685970"/>
                </a:lnTo>
                <a:lnTo>
                  <a:pt x="1370676" y="4682249"/>
                </a:lnTo>
                <a:close/>
                <a:moveTo>
                  <a:pt x="1379513" y="4651551"/>
                </a:moveTo>
                <a:lnTo>
                  <a:pt x="1368815" y="4652017"/>
                </a:lnTo>
                <a:lnTo>
                  <a:pt x="1368632" y="4652750"/>
                </a:lnTo>
                <a:lnTo>
                  <a:pt x="1368815" y="4652017"/>
                </a:lnTo>
                <a:lnTo>
                  <a:pt x="1379513" y="4651552"/>
                </a:lnTo>
                <a:close/>
                <a:moveTo>
                  <a:pt x="1383234" y="4628762"/>
                </a:moveTo>
                <a:lnTo>
                  <a:pt x="1382768" y="4632017"/>
                </a:lnTo>
                <a:lnTo>
                  <a:pt x="1379978" y="4638993"/>
                </a:lnTo>
                <a:lnTo>
                  <a:pt x="1376722" y="4644575"/>
                </a:lnTo>
                <a:lnTo>
                  <a:pt x="1376723" y="4644575"/>
                </a:lnTo>
                <a:lnTo>
                  <a:pt x="1379978" y="4638995"/>
                </a:lnTo>
                <a:lnTo>
                  <a:pt x="1382769" y="4632018"/>
                </a:lnTo>
                <a:close/>
                <a:moveTo>
                  <a:pt x="1846482" y="4621785"/>
                </a:moveTo>
                <a:lnTo>
                  <a:pt x="1846482" y="4621785"/>
                </a:lnTo>
                <a:lnTo>
                  <a:pt x="1849786" y="4622198"/>
                </a:lnTo>
                <a:close/>
                <a:moveTo>
                  <a:pt x="1374862" y="4619460"/>
                </a:moveTo>
                <a:lnTo>
                  <a:pt x="1373932" y="4621319"/>
                </a:lnTo>
                <a:lnTo>
                  <a:pt x="1373932" y="4621320"/>
                </a:lnTo>
                <a:close/>
                <a:moveTo>
                  <a:pt x="1842684" y="4613725"/>
                </a:moveTo>
                <a:lnTo>
                  <a:pt x="1842761" y="4613879"/>
                </a:lnTo>
                <a:lnTo>
                  <a:pt x="1845551" y="4615273"/>
                </a:lnTo>
                <a:lnTo>
                  <a:pt x="1842761" y="4613878"/>
                </a:lnTo>
                <a:close/>
                <a:moveTo>
                  <a:pt x="1840954" y="4611726"/>
                </a:moveTo>
                <a:lnTo>
                  <a:pt x="1841831" y="4612018"/>
                </a:lnTo>
                <a:lnTo>
                  <a:pt x="1841830" y="4612017"/>
                </a:lnTo>
                <a:close/>
                <a:moveTo>
                  <a:pt x="1839230" y="4610062"/>
                </a:moveTo>
                <a:lnTo>
                  <a:pt x="1838110" y="4610622"/>
                </a:lnTo>
                <a:lnTo>
                  <a:pt x="1837810" y="4610472"/>
                </a:lnTo>
                <a:lnTo>
                  <a:pt x="1838110" y="4610623"/>
                </a:lnTo>
                <a:close/>
                <a:moveTo>
                  <a:pt x="3864123" y="4608297"/>
                </a:moveTo>
                <a:lnTo>
                  <a:pt x="3871100" y="4613878"/>
                </a:lnTo>
                <a:lnTo>
                  <a:pt x="3871566" y="4622250"/>
                </a:lnTo>
                <a:lnTo>
                  <a:pt x="3875751" y="4625970"/>
                </a:lnTo>
                <a:lnTo>
                  <a:pt x="3874821" y="4633412"/>
                </a:lnTo>
                <a:lnTo>
                  <a:pt x="3877147" y="4638994"/>
                </a:lnTo>
                <a:lnTo>
                  <a:pt x="3877147" y="4642714"/>
                </a:lnTo>
                <a:lnTo>
                  <a:pt x="3873891" y="4645040"/>
                </a:lnTo>
                <a:lnTo>
                  <a:pt x="3874356" y="4646900"/>
                </a:lnTo>
                <a:lnTo>
                  <a:pt x="3870170" y="4650156"/>
                </a:lnTo>
                <a:lnTo>
                  <a:pt x="3867844" y="4653877"/>
                </a:lnTo>
                <a:lnTo>
                  <a:pt x="3868774" y="4657133"/>
                </a:lnTo>
                <a:lnTo>
                  <a:pt x="3872496" y="4659923"/>
                </a:lnTo>
                <a:lnTo>
                  <a:pt x="3866915" y="4667830"/>
                </a:lnTo>
                <a:lnTo>
                  <a:pt x="3866449" y="4669226"/>
                </a:lnTo>
                <a:lnTo>
                  <a:pt x="3861333" y="4670621"/>
                </a:lnTo>
                <a:lnTo>
                  <a:pt x="3855752" y="4666435"/>
                </a:lnTo>
                <a:lnTo>
                  <a:pt x="3851101" y="4664575"/>
                </a:lnTo>
                <a:lnTo>
                  <a:pt x="3848775" y="4665040"/>
                </a:lnTo>
                <a:lnTo>
                  <a:pt x="3845984" y="4667365"/>
                </a:lnTo>
                <a:lnTo>
                  <a:pt x="3843194" y="4665504"/>
                </a:lnTo>
                <a:lnTo>
                  <a:pt x="3847379" y="4658993"/>
                </a:lnTo>
                <a:lnTo>
                  <a:pt x="3849240" y="4653877"/>
                </a:lnTo>
                <a:lnTo>
                  <a:pt x="3846914" y="4648296"/>
                </a:lnTo>
                <a:lnTo>
                  <a:pt x="3845054" y="4645505"/>
                </a:lnTo>
                <a:lnTo>
                  <a:pt x="3842728" y="4645505"/>
                </a:lnTo>
                <a:lnTo>
                  <a:pt x="3843194" y="4637133"/>
                </a:lnTo>
                <a:lnTo>
                  <a:pt x="3841798" y="4626901"/>
                </a:lnTo>
                <a:lnTo>
                  <a:pt x="3845054" y="4627366"/>
                </a:lnTo>
                <a:lnTo>
                  <a:pt x="3847845" y="4625970"/>
                </a:lnTo>
                <a:lnTo>
                  <a:pt x="3850635" y="4620389"/>
                </a:lnTo>
                <a:lnTo>
                  <a:pt x="3855286" y="4616204"/>
                </a:lnTo>
                <a:lnTo>
                  <a:pt x="3854821" y="4614343"/>
                </a:lnTo>
                <a:lnTo>
                  <a:pt x="3858542" y="4612482"/>
                </a:lnTo>
                <a:lnTo>
                  <a:pt x="3860403" y="4609692"/>
                </a:lnTo>
                <a:close/>
                <a:moveTo>
                  <a:pt x="1832994" y="4607366"/>
                </a:moveTo>
                <a:lnTo>
                  <a:pt x="1832994" y="4607367"/>
                </a:lnTo>
                <a:lnTo>
                  <a:pt x="1835319" y="4607832"/>
                </a:lnTo>
                <a:lnTo>
                  <a:pt x="1835998" y="4608511"/>
                </a:lnTo>
                <a:lnTo>
                  <a:pt x="1835319" y="4607831"/>
                </a:lnTo>
                <a:close/>
                <a:moveTo>
                  <a:pt x="1832528" y="4606436"/>
                </a:moveTo>
                <a:lnTo>
                  <a:pt x="1831660" y="4606871"/>
                </a:lnTo>
                <a:lnTo>
                  <a:pt x="1832528" y="4606437"/>
                </a:lnTo>
                <a:close/>
                <a:moveTo>
                  <a:pt x="1829990" y="4605569"/>
                </a:moveTo>
                <a:lnTo>
                  <a:pt x="1831598" y="4605972"/>
                </a:lnTo>
                <a:lnTo>
                  <a:pt x="1831598" y="4605971"/>
                </a:lnTo>
                <a:close/>
                <a:moveTo>
                  <a:pt x="1829273" y="4604576"/>
                </a:moveTo>
                <a:lnTo>
                  <a:pt x="1829273" y="4604576"/>
                </a:lnTo>
                <a:lnTo>
                  <a:pt x="1830203" y="4604576"/>
                </a:lnTo>
                <a:lnTo>
                  <a:pt x="1830203" y="4604576"/>
                </a:lnTo>
                <a:close/>
                <a:moveTo>
                  <a:pt x="1830944" y="4601597"/>
                </a:moveTo>
                <a:lnTo>
                  <a:pt x="1831133" y="4601786"/>
                </a:lnTo>
                <a:lnTo>
                  <a:pt x="1832063" y="4602250"/>
                </a:lnTo>
                <a:lnTo>
                  <a:pt x="1829738" y="4604111"/>
                </a:lnTo>
                <a:lnTo>
                  <a:pt x="1829737" y="4604111"/>
                </a:lnTo>
                <a:lnTo>
                  <a:pt x="1832063" y="4602250"/>
                </a:lnTo>
                <a:lnTo>
                  <a:pt x="1831133" y="4601785"/>
                </a:lnTo>
                <a:close/>
                <a:moveTo>
                  <a:pt x="1831592" y="4599148"/>
                </a:moveTo>
                <a:lnTo>
                  <a:pt x="1832528" y="4599460"/>
                </a:lnTo>
                <a:lnTo>
                  <a:pt x="1834854" y="4600855"/>
                </a:lnTo>
                <a:lnTo>
                  <a:pt x="1834854" y="4600855"/>
                </a:lnTo>
                <a:lnTo>
                  <a:pt x="1832528" y="4599460"/>
                </a:lnTo>
                <a:close/>
                <a:moveTo>
                  <a:pt x="1833459" y="4595739"/>
                </a:moveTo>
                <a:lnTo>
                  <a:pt x="1834388" y="4596669"/>
                </a:lnTo>
                <a:lnTo>
                  <a:pt x="1834774" y="4597055"/>
                </a:lnTo>
                <a:lnTo>
                  <a:pt x="1834389" y="4596669"/>
                </a:lnTo>
                <a:close/>
                <a:moveTo>
                  <a:pt x="1348351" y="4594808"/>
                </a:moveTo>
                <a:lnTo>
                  <a:pt x="1348350" y="4594809"/>
                </a:lnTo>
                <a:lnTo>
                  <a:pt x="1347674" y="4595598"/>
                </a:lnTo>
                <a:lnTo>
                  <a:pt x="1345560" y="4598064"/>
                </a:lnTo>
                <a:lnTo>
                  <a:pt x="1345560" y="4598064"/>
                </a:lnTo>
                <a:lnTo>
                  <a:pt x="1347674" y="4595598"/>
                </a:lnTo>
                <a:close/>
                <a:moveTo>
                  <a:pt x="1837544" y="4594620"/>
                </a:moveTo>
                <a:lnTo>
                  <a:pt x="1838110" y="4594809"/>
                </a:lnTo>
                <a:lnTo>
                  <a:pt x="1838335" y="4594854"/>
                </a:lnTo>
                <a:lnTo>
                  <a:pt x="1838110" y="4594809"/>
                </a:lnTo>
                <a:close/>
                <a:moveTo>
                  <a:pt x="1353932" y="4586436"/>
                </a:moveTo>
                <a:lnTo>
                  <a:pt x="1350676" y="4588762"/>
                </a:lnTo>
                <a:lnTo>
                  <a:pt x="1348796" y="4593651"/>
                </a:lnTo>
                <a:lnTo>
                  <a:pt x="1350676" y="4588762"/>
                </a:lnTo>
                <a:lnTo>
                  <a:pt x="1353932" y="4586437"/>
                </a:lnTo>
                <a:lnTo>
                  <a:pt x="1360908" y="4587832"/>
                </a:lnTo>
                <a:lnTo>
                  <a:pt x="1360908" y="4587832"/>
                </a:lnTo>
                <a:close/>
                <a:moveTo>
                  <a:pt x="1358583" y="4573879"/>
                </a:moveTo>
                <a:lnTo>
                  <a:pt x="1357188" y="4576669"/>
                </a:lnTo>
                <a:lnTo>
                  <a:pt x="1357188" y="4576669"/>
                </a:lnTo>
                <a:lnTo>
                  <a:pt x="1358583" y="4573879"/>
                </a:lnTo>
                <a:close/>
                <a:moveTo>
                  <a:pt x="1355616" y="4560631"/>
                </a:moveTo>
                <a:lnTo>
                  <a:pt x="1355327" y="4561786"/>
                </a:lnTo>
                <a:lnTo>
                  <a:pt x="1353002" y="4562715"/>
                </a:lnTo>
                <a:lnTo>
                  <a:pt x="1349746" y="4565971"/>
                </a:lnTo>
                <a:lnTo>
                  <a:pt x="1349825" y="4566150"/>
                </a:lnTo>
                <a:lnTo>
                  <a:pt x="1349746" y="4565972"/>
                </a:lnTo>
                <a:lnTo>
                  <a:pt x="1353001" y="4562716"/>
                </a:lnTo>
                <a:lnTo>
                  <a:pt x="1355327" y="4561786"/>
                </a:lnTo>
                <a:close/>
                <a:moveTo>
                  <a:pt x="1311413" y="4556282"/>
                </a:moveTo>
                <a:lnTo>
                  <a:pt x="1311142" y="4558994"/>
                </a:lnTo>
                <a:lnTo>
                  <a:pt x="1311142" y="4558995"/>
                </a:lnTo>
                <a:close/>
                <a:moveTo>
                  <a:pt x="1322305" y="4549227"/>
                </a:moveTo>
                <a:lnTo>
                  <a:pt x="1311607" y="4554344"/>
                </a:lnTo>
                <a:lnTo>
                  <a:pt x="1311607" y="4554345"/>
                </a:lnTo>
                <a:lnTo>
                  <a:pt x="1322304" y="4549228"/>
                </a:lnTo>
                <a:close/>
                <a:moveTo>
                  <a:pt x="1326490" y="4534810"/>
                </a:moveTo>
                <a:lnTo>
                  <a:pt x="1326490" y="4539460"/>
                </a:lnTo>
                <a:lnTo>
                  <a:pt x="1322507" y="4548756"/>
                </a:lnTo>
                <a:lnTo>
                  <a:pt x="1326491" y="4539461"/>
                </a:lnTo>
                <a:lnTo>
                  <a:pt x="1326491" y="4534810"/>
                </a:lnTo>
                <a:close/>
                <a:moveTo>
                  <a:pt x="1321839" y="4532949"/>
                </a:moveTo>
                <a:lnTo>
                  <a:pt x="1321839" y="4535274"/>
                </a:lnTo>
                <a:lnTo>
                  <a:pt x="1321840" y="4535274"/>
                </a:lnTo>
                <a:lnTo>
                  <a:pt x="1321840" y="4532949"/>
                </a:lnTo>
                <a:close/>
                <a:moveTo>
                  <a:pt x="1281122" y="4513532"/>
                </a:moveTo>
                <a:lnTo>
                  <a:pt x="1281840" y="4514809"/>
                </a:lnTo>
                <a:lnTo>
                  <a:pt x="1281840" y="4514809"/>
                </a:lnTo>
                <a:close/>
                <a:moveTo>
                  <a:pt x="3882728" y="4508298"/>
                </a:moveTo>
                <a:lnTo>
                  <a:pt x="3884123" y="4508764"/>
                </a:lnTo>
                <a:lnTo>
                  <a:pt x="3888309" y="4512019"/>
                </a:lnTo>
                <a:lnTo>
                  <a:pt x="3891100" y="4521321"/>
                </a:lnTo>
                <a:lnTo>
                  <a:pt x="3887844" y="4527833"/>
                </a:lnTo>
                <a:lnTo>
                  <a:pt x="3892030" y="4528763"/>
                </a:lnTo>
                <a:lnTo>
                  <a:pt x="3892030" y="4531554"/>
                </a:lnTo>
                <a:lnTo>
                  <a:pt x="3883658" y="4535274"/>
                </a:lnTo>
                <a:lnTo>
                  <a:pt x="3877612" y="4535274"/>
                </a:lnTo>
                <a:lnTo>
                  <a:pt x="3874356" y="4532019"/>
                </a:lnTo>
                <a:lnTo>
                  <a:pt x="3876217" y="4530159"/>
                </a:lnTo>
                <a:lnTo>
                  <a:pt x="3875751" y="4526437"/>
                </a:lnTo>
                <a:lnTo>
                  <a:pt x="3880868" y="4525972"/>
                </a:lnTo>
                <a:lnTo>
                  <a:pt x="3881332" y="4520391"/>
                </a:lnTo>
                <a:lnTo>
                  <a:pt x="3879472" y="4517135"/>
                </a:lnTo>
                <a:lnTo>
                  <a:pt x="3879937" y="4512949"/>
                </a:lnTo>
                <a:close/>
                <a:moveTo>
                  <a:pt x="1279514" y="4506903"/>
                </a:moveTo>
                <a:lnTo>
                  <a:pt x="1277654" y="4507367"/>
                </a:lnTo>
                <a:lnTo>
                  <a:pt x="1277655" y="4507368"/>
                </a:lnTo>
                <a:lnTo>
                  <a:pt x="1279514" y="4506904"/>
                </a:lnTo>
                <a:close/>
                <a:moveTo>
                  <a:pt x="3817148" y="4495740"/>
                </a:moveTo>
                <a:lnTo>
                  <a:pt x="3825055" y="4496670"/>
                </a:lnTo>
                <a:lnTo>
                  <a:pt x="3825055" y="4501787"/>
                </a:lnTo>
                <a:lnTo>
                  <a:pt x="3825984" y="4505042"/>
                </a:lnTo>
                <a:lnTo>
                  <a:pt x="3821799" y="4506438"/>
                </a:lnTo>
                <a:lnTo>
                  <a:pt x="3816682" y="4505972"/>
                </a:lnTo>
                <a:lnTo>
                  <a:pt x="3815287" y="4502716"/>
                </a:lnTo>
                <a:close/>
                <a:moveTo>
                  <a:pt x="1299514" y="4495275"/>
                </a:moveTo>
                <a:lnTo>
                  <a:pt x="1293933" y="4498065"/>
                </a:lnTo>
                <a:lnTo>
                  <a:pt x="1293003" y="4496205"/>
                </a:lnTo>
                <a:lnTo>
                  <a:pt x="1288352" y="4500390"/>
                </a:lnTo>
                <a:lnTo>
                  <a:pt x="1286956" y="4497600"/>
                </a:lnTo>
                <a:lnTo>
                  <a:pt x="1283700" y="4495739"/>
                </a:lnTo>
                <a:lnTo>
                  <a:pt x="1276723" y="4500390"/>
                </a:lnTo>
                <a:lnTo>
                  <a:pt x="1276724" y="4500392"/>
                </a:lnTo>
                <a:lnTo>
                  <a:pt x="1283700" y="4495741"/>
                </a:lnTo>
                <a:lnTo>
                  <a:pt x="1286956" y="4497601"/>
                </a:lnTo>
                <a:lnTo>
                  <a:pt x="1288351" y="4500392"/>
                </a:lnTo>
                <a:lnTo>
                  <a:pt x="1293002" y="4496206"/>
                </a:lnTo>
                <a:lnTo>
                  <a:pt x="1293933" y="4498066"/>
                </a:lnTo>
                <a:lnTo>
                  <a:pt x="1299514" y="4495275"/>
                </a:lnTo>
                <a:close/>
                <a:moveTo>
                  <a:pt x="3867844" y="4493880"/>
                </a:moveTo>
                <a:lnTo>
                  <a:pt x="3872030" y="4495740"/>
                </a:lnTo>
                <a:lnTo>
                  <a:pt x="3870170" y="4500391"/>
                </a:lnTo>
                <a:lnTo>
                  <a:pt x="3867379" y="4500857"/>
                </a:lnTo>
                <a:lnTo>
                  <a:pt x="3866915" y="4495275"/>
                </a:lnTo>
                <a:close/>
                <a:moveTo>
                  <a:pt x="1359978" y="4493415"/>
                </a:moveTo>
                <a:lnTo>
                  <a:pt x="1370676" y="4494811"/>
                </a:lnTo>
                <a:lnTo>
                  <a:pt x="1373466" y="4497136"/>
                </a:lnTo>
                <a:lnTo>
                  <a:pt x="1373467" y="4497135"/>
                </a:lnTo>
                <a:lnTo>
                  <a:pt x="1370677" y="4494810"/>
                </a:lnTo>
                <a:lnTo>
                  <a:pt x="1359979" y="4493415"/>
                </a:lnTo>
                <a:close/>
                <a:moveTo>
                  <a:pt x="1309747" y="4488763"/>
                </a:moveTo>
                <a:lnTo>
                  <a:pt x="1307886" y="4490158"/>
                </a:lnTo>
                <a:lnTo>
                  <a:pt x="1301374" y="4490624"/>
                </a:lnTo>
                <a:lnTo>
                  <a:pt x="1300043" y="4493952"/>
                </a:lnTo>
                <a:lnTo>
                  <a:pt x="1301375" y="4490624"/>
                </a:lnTo>
                <a:lnTo>
                  <a:pt x="1307886" y="4490160"/>
                </a:lnTo>
                <a:lnTo>
                  <a:pt x="1309747" y="4488764"/>
                </a:lnTo>
                <a:close/>
                <a:moveTo>
                  <a:pt x="1307886" y="4484578"/>
                </a:moveTo>
                <a:lnTo>
                  <a:pt x="1308886" y="4486827"/>
                </a:lnTo>
                <a:lnTo>
                  <a:pt x="1307886" y="4484578"/>
                </a:lnTo>
                <a:lnTo>
                  <a:pt x="1312537" y="4485509"/>
                </a:lnTo>
                <a:lnTo>
                  <a:pt x="1312538" y="4485508"/>
                </a:lnTo>
                <a:lnTo>
                  <a:pt x="1307887" y="4484578"/>
                </a:lnTo>
                <a:close/>
                <a:moveTo>
                  <a:pt x="1320910" y="4478531"/>
                </a:moveTo>
                <a:lnTo>
                  <a:pt x="1320909" y="4478532"/>
                </a:lnTo>
                <a:lnTo>
                  <a:pt x="1326491" y="4483183"/>
                </a:lnTo>
                <a:lnTo>
                  <a:pt x="1328816" y="4492485"/>
                </a:lnTo>
                <a:lnTo>
                  <a:pt x="1337188" y="4494346"/>
                </a:lnTo>
                <a:lnTo>
                  <a:pt x="1339757" y="4493917"/>
                </a:lnTo>
                <a:lnTo>
                  <a:pt x="1337189" y="4494345"/>
                </a:lnTo>
                <a:lnTo>
                  <a:pt x="1328817" y="4492485"/>
                </a:lnTo>
                <a:lnTo>
                  <a:pt x="1326491" y="4483183"/>
                </a:lnTo>
                <a:close/>
                <a:moveTo>
                  <a:pt x="1298073" y="4471849"/>
                </a:moveTo>
                <a:lnTo>
                  <a:pt x="1299979" y="4472484"/>
                </a:lnTo>
                <a:lnTo>
                  <a:pt x="1299979" y="4472484"/>
                </a:lnTo>
                <a:close/>
                <a:moveTo>
                  <a:pt x="1305096" y="4470159"/>
                </a:moveTo>
                <a:lnTo>
                  <a:pt x="1305096" y="4470160"/>
                </a:lnTo>
                <a:lnTo>
                  <a:pt x="1307421" y="4474810"/>
                </a:lnTo>
                <a:lnTo>
                  <a:pt x="1304630" y="4477136"/>
                </a:lnTo>
                <a:lnTo>
                  <a:pt x="1304630" y="4480856"/>
                </a:lnTo>
                <a:lnTo>
                  <a:pt x="1306025" y="4484112"/>
                </a:lnTo>
                <a:lnTo>
                  <a:pt x="1306026" y="4484112"/>
                </a:lnTo>
                <a:lnTo>
                  <a:pt x="1304631" y="4480857"/>
                </a:lnTo>
                <a:lnTo>
                  <a:pt x="1304631" y="4477135"/>
                </a:lnTo>
                <a:lnTo>
                  <a:pt x="1307422" y="4474810"/>
                </a:lnTo>
                <a:close/>
                <a:moveTo>
                  <a:pt x="1454395" y="4467834"/>
                </a:moveTo>
                <a:lnTo>
                  <a:pt x="1452956" y="4468314"/>
                </a:lnTo>
                <a:lnTo>
                  <a:pt x="1454395" y="4467834"/>
                </a:lnTo>
                <a:close/>
                <a:moveTo>
                  <a:pt x="1426832" y="4465671"/>
                </a:moveTo>
                <a:lnTo>
                  <a:pt x="1426025" y="4465973"/>
                </a:lnTo>
                <a:lnTo>
                  <a:pt x="1421374" y="4466438"/>
                </a:lnTo>
                <a:lnTo>
                  <a:pt x="1421373" y="4466439"/>
                </a:lnTo>
                <a:lnTo>
                  <a:pt x="1421373" y="4466439"/>
                </a:lnTo>
                <a:lnTo>
                  <a:pt x="1418949" y="4467650"/>
                </a:lnTo>
                <a:lnTo>
                  <a:pt x="1421373" y="4466439"/>
                </a:lnTo>
                <a:lnTo>
                  <a:pt x="1426024" y="4465974"/>
                </a:lnTo>
                <a:close/>
                <a:moveTo>
                  <a:pt x="1456257" y="4465508"/>
                </a:moveTo>
                <a:lnTo>
                  <a:pt x="1460441" y="4465974"/>
                </a:lnTo>
                <a:lnTo>
                  <a:pt x="1465092" y="4468299"/>
                </a:lnTo>
                <a:lnTo>
                  <a:pt x="1465094" y="4468298"/>
                </a:lnTo>
                <a:lnTo>
                  <a:pt x="1460443" y="4465973"/>
                </a:lnTo>
                <a:close/>
                <a:moveTo>
                  <a:pt x="1383700" y="4464578"/>
                </a:moveTo>
                <a:lnTo>
                  <a:pt x="1390676" y="4465044"/>
                </a:lnTo>
                <a:lnTo>
                  <a:pt x="1393001" y="4467834"/>
                </a:lnTo>
                <a:lnTo>
                  <a:pt x="1393002" y="4467833"/>
                </a:lnTo>
                <a:lnTo>
                  <a:pt x="1390676" y="4465043"/>
                </a:lnTo>
                <a:close/>
                <a:moveTo>
                  <a:pt x="1397547" y="4462770"/>
                </a:moveTo>
                <a:lnTo>
                  <a:pt x="1395793" y="4463647"/>
                </a:lnTo>
                <a:lnTo>
                  <a:pt x="1395792" y="4463648"/>
                </a:lnTo>
                <a:close/>
                <a:moveTo>
                  <a:pt x="1445095" y="4462252"/>
                </a:moveTo>
                <a:lnTo>
                  <a:pt x="1445093" y="4462254"/>
                </a:lnTo>
                <a:lnTo>
                  <a:pt x="1451604" y="4468764"/>
                </a:lnTo>
                <a:lnTo>
                  <a:pt x="1451605" y="4468764"/>
                </a:lnTo>
                <a:close/>
                <a:moveTo>
                  <a:pt x="1438117" y="4461787"/>
                </a:moveTo>
                <a:lnTo>
                  <a:pt x="1437487" y="4462543"/>
                </a:lnTo>
                <a:lnTo>
                  <a:pt x="1438117" y="4461788"/>
                </a:lnTo>
                <a:lnTo>
                  <a:pt x="1443698" y="4463648"/>
                </a:lnTo>
                <a:lnTo>
                  <a:pt x="1443699" y="4463647"/>
                </a:lnTo>
                <a:close/>
                <a:moveTo>
                  <a:pt x="1284631" y="4461787"/>
                </a:moveTo>
                <a:lnTo>
                  <a:pt x="1283313" y="4462027"/>
                </a:lnTo>
                <a:lnTo>
                  <a:pt x="1284630" y="4461787"/>
                </a:lnTo>
                <a:lnTo>
                  <a:pt x="1286026" y="4464578"/>
                </a:lnTo>
                <a:lnTo>
                  <a:pt x="1288352" y="4465973"/>
                </a:lnTo>
                <a:lnTo>
                  <a:pt x="1290212" y="4471089"/>
                </a:lnTo>
                <a:lnTo>
                  <a:pt x="1288353" y="4465973"/>
                </a:lnTo>
                <a:lnTo>
                  <a:pt x="1286027" y="4464578"/>
                </a:lnTo>
                <a:close/>
                <a:moveTo>
                  <a:pt x="1400444" y="4461322"/>
                </a:moveTo>
                <a:lnTo>
                  <a:pt x="1400443" y="4461323"/>
                </a:lnTo>
                <a:lnTo>
                  <a:pt x="1406024" y="4465508"/>
                </a:lnTo>
                <a:lnTo>
                  <a:pt x="1407419" y="4468764"/>
                </a:lnTo>
                <a:lnTo>
                  <a:pt x="1411605" y="4474346"/>
                </a:lnTo>
                <a:lnTo>
                  <a:pt x="1414861" y="4474346"/>
                </a:lnTo>
                <a:lnTo>
                  <a:pt x="1414861" y="4474345"/>
                </a:lnTo>
                <a:lnTo>
                  <a:pt x="1411606" y="4474345"/>
                </a:lnTo>
                <a:lnTo>
                  <a:pt x="1407420" y="4468764"/>
                </a:lnTo>
                <a:lnTo>
                  <a:pt x="1406025" y="4465508"/>
                </a:lnTo>
                <a:close/>
                <a:moveTo>
                  <a:pt x="1839457" y="4455336"/>
                </a:moveTo>
                <a:lnTo>
                  <a:pt x="1842296" y="4455741"/>
                </a:lnTo>
                <a:lnTo>
                  <a:pt x="1842295" y="4455741"/>
                </a:lnTo>
                <a:close/>
                <a:moveTo>
                  <a:pt x="3944587" y="4454811"/>
                </a:moveTo>
                <a:lnTo>
                  <a:pt x="3945983" y="4456206"/>
                </a:lnTo>
                <a:lnTo>
                  <a:pt x="3951099" y="4454811"/>
                </a:lnTo>
                <a:lnTo>
                  <a:pt x="3952494" y="4456206"/>
                </a:lnTo>
                <a:lnTo>
                  <a:pt x="3948773" y="4459927"/>
                </a:lnTo>
                <a:lnTo>
                  <a:pt x="3943657" y="4457136"/>
                </a:lnTo>
                <a:close/>
                <a:moveTo>
                  <a:pt x="1837179" y="4452485"/>
                </a:moveTo>
                <a:lnTo>
                  <a:pt x="1833459" y="4454346"/>
                </a:lnTo>
                <a:lnTo>
                  <a:pt x="1830199" y="4453844"/>
                </a:lnTo>
                <a:lnTo>
                  <a:pt x="1833459" y="4454346"/>
                </a:lnTo>
                <a:lnTo>
                  <a:pt x="1837179" y="4452486"/>
                </a:lnTo>
                <a:close/>
                <a:moveTo>
                  <a:pt x="1270213" y="4451555"/>
                </a:moveTo>
                <a:lnTo>
                  <a:pt x="1273003" y="4453880"/>
                </a:lnTo>
                <a:lnTo>
                  <a:pt x="1273468" y="4458996"/>
                </a:lnTo>
                <a:lnTo>
                  <a:pt x="1275328" y="4461787"/>
                </a:lnTo>
                <a:lnTo>
                  <a:pt x="1277117" y="4462184"/>
                </a:lnTo>
                <a:lnTo>
                  <a:pt x="1275329" y="4461787"/>
                </a:lnTo>
                <a:lnTo>
                  <a:pt x="1273469" y="4458996"/>
                </a:lnTo>
                <a:lnTo>
                  <a:pt x="1273004" y="4453881"/>
                </a:lnTo>
                <a:close/>
                <a:moveTo>
                  <a:pt x="1831932" y="4447663"/>
                </a:moveTo>
                <a:lnTo>
                  <a:pt x="1827412" y="4453415"/>
                </a:lnTo>
                <a:lnTo>
                  <a:pt x="1827413" y="4453415"/>
                </a:lnTo>
                <a:close/>
                <a:moveTo>
                  <a:pt x="1486489" y="4440857"/>
                </a:moveTo>
                <a:lnTo>
                  <a:pt x="1486489" y="4440858"/>
                </a:lnTo>
                <a:lnTo>
                  <a:pt x="1490674" y="4441788"/>
                </a:lnTo>
                <a:lnTo>
                  <a:pt x="1490674" y="4441788"/>
                </a:lnTo>
                <a:close/>
                <a:moveTo>
                  <a:pt x="1477652" y="4440857"/>
                </a:moveTo>
                <a:lnTo>
                  <a:pt x="1477652" y="4440858"/>
                </a:lnTo>
                <a:lnTo>
                  <a:pt x="1482767" y="4442253"/>
                </a:lnTo>
                <a:lnTo>
                  <a:pt x="1483390" y="4442019"/>
                </a:lnTo>
                <a:lnTo>
                  <a:pt x="1482768" y="4442252"/>
                </a:lnTo>
                <a:close/>
                <a:moveTo>
                  <a:pt x="1500907" y="4438997"/>
                </a:moveTo>
                <a:lnTo>
                  <a:pt x="1496035" y="4440326"/>
                </a:lnTo>
                <a:lnTo>
                  <a:pt x="1500906" y="4438998"/>
                </a:lnTo>
                <a:lnTo>
                  <a:pt x="1505092" y="4439462"/>
                </a:lnTo>
                <a:close/>
                <a:moveTo>
                  <a:pt x="1839970" y="4438067"/>
                </a:moveTo>
                <a:lnTo>
                  <a:pt x="1839896" y="4438216"/>
                </a:lnTo>
                <a:lnTo>
                  <a:pt x="1839970" y="4438067"/>
                </a:lnTo>
                <a:lnTo>
                  <a:pt x="1840435" y="4438067"/>
                </a:lnTo>
                <a:lnTo>
                  <a:pt x="1841987" y="4438688"/>
                </a:lnTo>
                <a:lnTo>
                  <a:pt x="1840435" y="4438067"/>
                </a:lnTo>
                <a:close/>
                <a:moveTo>
                  <a:pt x="1827209" y="4437670"/>
                </a:moveTo>
                <a:lnTo>
                  <a:pt x="1826017" y="4438067"/>
                </a:lnTo>
                <a:lnTo>
                  <a:pt x="1826017" y="4438067"/>
                </a:lnTo>
                <a:close/>
                <a:moveTo>
                  <a:pt x="1845086" y="4435276"/>
                </a:moveTo>
                <a:lnTo>
                  <a:pt x="1845551" y="4438067"/>
                </a:lnTo>
                <a:lnTo>
                  <a:pt x="1847339" y="4438663"/>
                </a:lnTo>
                <a:lnTo>
                  <a:pt x="1845552" y="4438067"/>
                </a:lnTo>
                <a:lnTo>
                  <a:pt x="1845087" y="4435276"/>
                </a:lnTo>
                <a:close/>
                <a:moveTo>
                  <a:pt x="1831133" y="4434346"/>
                </a:moveTo>
                <a:lnTo>
                  <a:pt x="1831133" y="4434811"/>
                </a:lnTo>
                <a:lnTo>
                  <a:pt x="1830668" y="4436672"/>
                </a:lnTo>
                <a:lnTo>
                  <a:pt x="1833923" y="4438067"/>
                </a:lnTo>
                <a:lnTo>
                  <a:pt x="1834854" y="4444578"/>
                </a:lnTo>
                <a:lnTo>
                  <a:pt x="1834854" y="4444578"/>
                </a:lnTo>
                <a:lnTo>
                  <a:pt x="1833924" y="4438067"/>
                </a:lnTo>
                <a:lnTo>
                  <a:pt x="1830668" y="4436672"/>
                </a:lnTo>
                <a:lnTo>
                  <a:pt x="1831133" y="4434811"/>
                </a:lnTo>
                <a:lnTo>
                  <a:pt x="1831133" y="4434347"/>
                </a:lnTo>
                <a:close/>
                <a:moveTo>
                  <a:pt x="1836255" y="4433876"/>
                </a:moveTo>
                <a:lnTo>
                  <a:pt x="1835784" y="4434346"/>
                </a:lnTo>
                <a:lnTo>
                  <a:pt x="1832993" y="4435741"/>
                </a:lnTo>
                <a:lnTo>
                  <a:pt x="1832562" y="4435418"/>
                </a:lnTo>
                <a:lnTo>
                  <a:pt x="1832994" y="4435742"/>
                </a:lnTo>
                <a:lnTo>
                  <a:pt x="1835784" y="4434346"/>
                </a:lnTo>
                <a:close/>
                <a:moveTo>
                  <a:pt x="1829851" y="4433096"/>
                </a:moveTo>
                <a:lnTo>
                  <a:pt x="1831133" y="4433416"/>
                </a:lnTo>
                <a:lnTo>
                  <a:pt x="1831622" y="4433253"/>
                </a:lnTo>
                <a:lnTo>
                  <a:pt x="1831133" y="4433416"/>
                </a:lnTo>
                <a:close/>
                <a:moveTo>
                  <a:pt x="1834107" y="4432112"/>
                </a:moveTo>
                <a:lnTo>
                  <a:pt x="1836714" y="4433416"/>
                </a:lnTo>
                <a:lnTo>
                  <a:pt x="1836714" y="4433416"/>
                </a:lnTo>
                <a:close/>
                <a:moveTo>
                  <a:pt x="1820925" y="4429707"/>
                </a:moveTo>
                <a:lnTo>
                  <a:pt x="1821830" y="4430160"/>
                </a:lnTo>
                <a:lnTo>
                  <a:pt x="1821831" y="4430160"/>
                </a:lnTo>
                <a:lnTo>
                  <a:pt x="1821831" y="4430160"/>
                </a:lnTo>
                <a:lnTo>
                  <a:pt x="1821895" y="4430096"/>
                </a:lnTo>
                <a:lnTo>
                  <a:pt x="1821831" y="4430160"/>
                </a:lnTo>
                <a:close/>
                <a:moveTo>
                  <a:pt x="1213469" y="4429230"/>
                </a:moveTo>
                <a:lnTo>
                  <a:pt x="1213004" y="4432020"/>
                </a:lnTo>
                <a:lnTo>
                  <a:pt x="1217189" y="4436671"/>
                </a:lnTo>
                <a:lnTo>
                  <a:pt x="1219702" y="4438067"/>
                </a:lnTo>
                <a:lnTo>
                  <a:pt x="1217191" y="4436671"/>
                </a:lnTo>
                <a:lnTo>
                  <a:pt x="1213005" y="4432020"/>
                </a:lnTo>
                <a:close/>
                <a:moveTo>
                  <a:pt x="1826947" y="4426439"/>
                </a:moveTo>
                <a:lnTo>
                  <a:pt x="1826947" y="4426440"/>
                </a:lnTo>
                <a:lnTo>
                  <a:pt x="1826947" y="4430160"/>
                </a:lnTo>
                <a:lnTo>
                  <a:pt x="1829272" y="4432951"/>
                </a:lnTo>
                <a:lnTo>
                  <a:pt x="1829272" y="4432951"/>
                </a:lnTo>
                <a:lnTo>
                  <a:pt x="1826947" y="4430160"/>
                </a:lnTo>
                <a:close/>
                <a:moveTo>
                  <a:pt x="3938541" y="4422253"/>
                </a:moveTo>
                <a:lnTo>
                  <a:pt x="3941797" y="4424578"/>
                </a:lnTo>
                <a:lnTo>
                  <a:pt x="3942261" y="4429695"/>
                </a:lnTo>
                <a:lnTo>
                  <a:pt x="3946913" y="4438067"/>
                </a:lnTo>
                <a:lnTo>
                  <a:pt x="3949704" y="4446439"/>
                </a:lnTo>
                <a:lnTo>
                  <a:pt x="3948309" y="4448299"/>
                </a:lnTo>
                <a:lnTo>
                  <a:pt x="3945053" y="4447834"/>
                </a:lnTo>
                <a:lnTo>
                  <a:pt x="3944587" y="4445509"/>
                </a:lnTo>
                <a:lnTo>
                  <a:pt x="3939006" y="4437602"/>
                </a:lnTo>
                <a:lnTo>
                  <a:pt x="3936680" y="4437602"/>
                </a:lnTo>
                <a:lnTo>
                  <a:pt x="3934820" y="4432951"/>
                </a:lnTo>
                <a:lnTo>
                  <a:pt x="3930634" y="4432021"/>
                </a:lnTo>
                <a:lnTo>
                  <a:pt x="3930169" y="4428765"/>
                </a:lnTo>
                <a:lnTo>
                  <a:pt x="3933425" y="4427370"/>
                </a:lnTo>
                <a:lnTo>
                  <a:pt x="3936215" y="4424114"/>
                </a:lnTo>
                <a:close/>
                <a:moveTo>
                  <a:pt x="1129284" y="4418996"/>
                </a:moveTo>
                <a:lnTo>
                  <a:pt x="1129283" y="4418997"/>
                </a:lnTo>
                <a:lnTo>
                  <a:pt x="1129749" y="4419927"/>
                </a:lnTo>
                <a:lnTo>
                  <a:pt x="1130214" y="4420858"/>
                </a:lnTo>
                <a:lnTo>
                  <a:pt x="1131609" y="4421323"/>
                </a:lnTo>
                <a:lnTo>
                  <a:pt x="1129283" y="4424578"/>
                </a:lnTo>
                <a:lnTo>
                  <a:pt x="1124635" y="4425509"/>
                </a:lnTo>
                <a:lnTo>
                  <a:pt x="1130214" y="4428299"/>
                </a:lnTo>
                <a:lnTo>
                  <a:pt x="1131609" y="4421323"/>
                </a:lnTo>
                <a:lnTo>
                  <a:pt x="1131609" y="4421322"/>
                </a:lnTo>
                <a:lnTo>
                  <a:pt x="1130214" y="4420857"/>
                </a:lnTo>
                <a:lnTo>
                  <a:pt x="1129749" y="4419927"/>
                </a:lnTo>
                <a:close/>
                <a:moveTo>
                  <a:pt x="1208353" y="4417602"/>
                </a:moveTo>
                <a:lnTo>
                  <a:pt x="1208818" y="4424578"/>
                </a:lnTo>
                <a:lnTo>
                  <a:pt x="1208929" y="4424689"/>
                </a:lnTo>
                <a:lnTo>
                  <a:pt x="1208818" y="4424579"/>
                </a:lnTo>
                <a:lnTo>
                  <a:pt x="1208354" y="4417602"/>
                </a:lnTo>
                <a:close/>
                <a:moveTo>
                  <a:pt x="1117656" y="4417602"/>
                </a:moveTo>
                <a:lnTo>
                  <a:pt x="1117191" y="4418996"/>
                </a:lnTo>
                <a:lnTo>
                  <a:pt x="1117656" y="4420857"/>
                </a:lnTo>
                <a:lnTo>
                  <a:pt x="1117656" y="4417602"/>
                </a:lnTo>
                <a:close/>
                <a:moveTo>
                  <a:pt x="1192322" y="4413569"/>
                </a:moveTo>
                <a:lnTo>
                  <a:pt x="1193004" y="4415276"/>
                </a:lnTo>
                <a:lnTo>
                  <a:pt x="1194399" y="4416206"/>
                </a:lnTo>
                <a:lnTo>
                  <a:pt x="1195329" y="4418066"/>
                </a:lnTo>
                <a:lnTo>
                  <a:pt x="1195794" y="4419462"/>
                </a:lnTo>
                <a:lnTo>
                  <a:pt x="1195795" y="4419461"/>
                </a:lnTo>
                <a:lnTo>
                  <a:pt x="1195330" y="4418067"/>
                </a:lnTo>
                <a:lnTo>
                  <a:pt x="1194400" y="4416206"/>
                </a:lnTo>
                <a:lnTo>
                  <a:pt x="1193005" y="4415277"/>
                </a:lnTo>
                <a:close/>
                <a:moveTo>
                  <a:pt x="1131145" y="4412951"/>
                </a:moveTo>
                <a:lnTo>
                  <a:pt x="1131144" y="4412951"/>
                </a:lnTo>
                <a:lnTo>
                  <a:pt x="1132074" y="4415276"/>
                </a:lnTo>
                <a:lnTo>
                  <a:pt x="1130148" y="4417844"/>
                </a:lnTo>
                <a:lnTo>
                  <a:pt x="1132075" y="4415276"/>
                </a:lnTo>
                <a:close/>
                <a:moveTo>
                  <a:pt x="3934820" y="4412020"/>
                </a:moveTo>
                <a:lnTo>
                  <a:pt x="3939471" y="4412020"/>
                </a:lnTo>
                <a:lnTo>
                  <a:pt x="3941797" y="4412486"/>
                </a:lnTo>
                <a:lnTo>
                  <a:pt x="3940866" y="4421788"/>
                </a:lnTo>
                <a:lnTo>
                  <a:pt x="3939471" y="4422253"/>
                </a:lnTo>
                <a:lnTo>
                  <a:pt x="3934820" y="4417602"/>
                </a:lnTo>
                <a:close/>
                <a:moveTo>
                  <a:pt x="1142771" y="4408300"/>
                </a:moveTo>
                <a:lnTo>
                  <a:pt x="1142469" y="4409208"/>
                </a:lnTo>
                <a:lnTo>
                  <a:pt x="1142772" y="4408300"/>
                </a:lnTo>
                <a:close/>
                <a:moveTo>
                  <a:pt x="1183237" y="4406904"/>
                </a:moveTo>
                <a:lnTo>
                  <a:pt x="1184167" y="4408299"/>
                </a:lnTo>
                <a:lnTo>
                  <a:pt x="1184167" y="4410159"/>
                </a:lnTo>
                <a:lnTo>
                  <a:pt x="1186101" y="4412922"/>
                </a:lnTo>
                <a:lnTo>
                  <a:pt x="1184168" y="4410160"/>
                </a:lnTo>
                <a:lnTo>
                  <a:pt x="1184168" y="4408299"/>
                </a:lnTo>
                <a:lnTo>
                  <a:pt x="1183237" y="4406904"/>
                </a:lnTo>
                <a:close/>
                <a:moveTo>
                  <a:pt x="1140912" y="4405508"/>
                </a:moveTo>
                <a:lnTo>
                  <a:pt x="1140446" y="4407369"/>
                </a:lnTo>
                <a:lnTo>
                  <a:pt x="1136726" y="4406904"/>
                </a:lnTo>
                <a:lnTo>
                  <a:pt x="1133470" y="4405974"/>
                </a:lnTo>
                <a:lnTo>
                  <a:pt x="1133005" y="4405974"/>
                </a:lnTo>
                <a:lnTo>
                  <a:pt x="1131609" y="4407369"/>
                </a:lnTo>
                <a:lnTo>
                  <a:pt x="1131144" y="4407834"/>
                </a:lnTo>
                <a:lnTo>
                  <a:pt x="1126958" y="4410625"/>
                </a:lnTo>
                <a:lnTo>
                  <a:pt x="1126028" y="4412950"/>
                </a:lnTo>
                <a:lnTo>
                  <a:pt x="1124168" y="4412485"/>
                </a:lnTo>
                <a:lnTo>
                  <a:pt x="1122773" y="4412020"/>
                </a:lnTo>
                <a:lnTo>
                  <a:pt x="1121377" y="4412485"/>
                </a:lnTo>
                <a:lnTo>
                  <a:pt x="1119982" y="4411555"/>
                </a:lnTo>
                <a:lnTo>
                  <a:pt x="1119517" y="4411555"/>
                </a:lnTo>
                <a:lnTo>
                  <a:pt x="1117191" y="4412485"/>
                </a:lnTo>
                <a:lnTo>
                  <a:pt x="1117191" y="4412486"/>
                </a:lnTo>
                <a:lnTo>
                  <a:pt x="1119516" y="4411556"/>
                </a:lnTo>
                <a:lnTo>
                  <a:pt x="1119981" y="4411556"/>
                </a:lnTo>
                <a:lnTo>
                  <a:pt x="1121377" y="4412486"/>
                </a:lnTo>
                <a:lnTo>
                  <a:pt x="1122772" y="4412020"/>
                </a:lnTo>
                <a:lnTo>
                  <a:pt x="1124167" y="4412486"/>
                </a:lnTo>
                <a:lnTo>
                  <a:pt x="1126028" y="4412951"/>
                </a:lnTo>
                <a:lnTo>
                  <a:pt x="1126958" y="4410625"/>
                </a:lnTo>
                <a:lnTo>
                  <a:pt x="1131144" y="4407835"/>
                </a:lnTo>
                <a:lnTo>
                  <a:pt x="1131609" y="4407369"/>
                </a:lnTo>
                <a:lnTo>
                  <a:pt x="1133005" y="4405974"/>
                </a:lnTo>
                <a:lnTo>
                  <a:pt x="1133469" y="4405974"/>
                </a:lnTo>
                <a:lnTo>
                  <a:pt x="1136725" y="4406905"/>
                </a:lnTo>
                <a:lnTo>
                  <a:pt x="1140446" y="4407369"/>
                </a:lnTo>
                <a:lnTo>
                  <a:pt x="1140912" y="4405509"/>
                </a:lnTo>
                <a:lnTo>
                  <a:pt x="1141842" y="4405974"/>
                </a:lnTo>
                <a:lnTo>
                  <a:pt x="1143702" y="4405509"/>
                </a:lnTo>
                <a:lnTo>
                  <a:pt x="1145563" y="4406905"/>
                </a:lnTo>
                <a:lnTo>
                  <a:pt x="1146027" y="4407835"/>
                </a:lnTo>
                <a:lnTo>
                  <a:pt x="1145846" y="4407925"/>
                </a:lnTo>
                <a:lnTo>
                  <a:pt x="1146028" y="4407834"/>
                </a:lnTo>
                <a:lnTo>
                  <a:pt x="1145563" y="4406904"/>
                </a:lnTo>
                <a:lnTo>
                  <a:pt x="1143702" y="4405508"/>
                </a:lnTo>
                <a:lnTo>
                  <a:pt x="1141842" y="4405974"/>
                </a:lnTo>
                <a:close/>
                <a:moveTo>
                  <a:pt x="3945517" y="4404114"/>
                </a:moveTo>
                <a:lnTo>
                  <a:pt x="3945053" y="4406905"/>
                </a:lnTo>
                <a:lnTo>
                  <a:pt x="3946448" y="4409230"/>
                </a:lnTo>
                <a:lnTo>
                  <a:pt x="3946913" y="4413416"/>
                </a:lnTo>
                <a:lnTo>
                  <a:pt x="3949704" y="4417137"/>
                </a:lnTo>
                <a:lnTo>
                  <a:pt x="3947843" y="4422253"/>
                </a:lnTo>
                <a:lnTo>
                  <a:pt x="3945053" y="4418067"/>
                </a:lnTo>
                <a:lnTo>
                  <a:pt x="3942261" y="4417137"/>
                </a:lnTo>
                <a:lnTo>
                  <a:pt x="3941797" y="4412020"/>
                </a:lnTo>
                <a:lnTo>
                  <a:pt x="3937146" y="4411090"/>
                </a:lnTo>
                <a:lnTo>
                  <a:pt x="3935285" y="4409695"/>
                </a:lnTo>
                <a:lnTo>
                  <a:pt x="3935285" y="4405044"/>
                </a:lnTo>
                <a:lnTo>
                  <a:pt x="3939936" y="4406439"/>
                </a:lnTo>
                <a:close/>
                <a:moveTo>
                  <a:pt x="1485092" y="4398067"/>
                </a:moveTo>
                <a:lnTo>
                  <a:pt x="1482105" y="4399063"/>
                </a:lnTo>
                <a:lnTo>
                  <a:pt x="1485093" y="4398067"/>
                </a:lnTo>
                <a:close/>
                <a:moveTo>
                  <a:pt x="3952029" y="4395276"/>
                </a:moveTo>
                <a:lnTo>
                  <a:pt x="3954819" y="4397602"/>
                </a:lnTo>
                <a:lnTo>
                  <a:pt x="3956215" y="4405509"/>
                </a:lnTo>
                <a:lnTo>
                  <a:pt x="3955285" y="4408300"/>
                </a:lnTo>
                <a:lnTo>
                  <a:pt x="3955750" y="4412020"/>
                </a:lnTo>
                <a:lnTo>
                  <a:pt x="3954355" y="4414812"/>
                </a:lnTo>
                <a:lnTo>
                  <a:pt x="3952029" y="4415276"/>
                </a:lnTo>
                <a:lnTo>
                  <a:pt x="3946913" y="4407835"/>
                </a:lnTo>
                <a:lnTo>
                  <a:pt x="3950168" y="4398532"/>
                </a:lnTo>
                <a:close/>
                <a:moveTo>
                  <a:pt x="3891565" y="4391091"/>
                </a:moveTo>
                <a:lnTo>
                  <a:pt x="3893425" y="4391091"/>
                </a:lnTo>
                <a:lnTo>
                  <a:pt x="3894356" y="4392486"/>
                </a:lnTo>
                <a:lnTo>
                  <a:pt x="3895751" y="4402253"/>
                </a:lnTo>
                <a:lnTo>
                  <a:pt x="3899006" y="4399928"/>
                </a:lnTo>
                <a:lnTo>
                  <a:pt x="3902262" y="4400858"/>
                </a:lnTo>
                <a:lnTo>
                  <a:pt x="3902262" y="4404579"/>
                </a:lnTo>
                <a:lnTo>
                  <a:pt x="3899472" y="4411556"/>
                </a:lnTo>
                <a:lnTo>
                  <a:pt x="3899006" y="4415276"/>
                </a:lnTo>
                <a:lnTo>
                  <a:pt x="3899472" y="4415741"/>
                </a:lnTo>
                <a:lnTo>
                  <a:pt x="3901797" y="4418067"/>
                </a:lnTo>
                <a:lnTo>
                  <a:pt x="3905518" y="4424578"/>
                </a:lnTo>
                <a:lnTo>
                  <a:pt x="3903193" y="4425974"/>
                </a:lnTo>
                <a:lnTo>
                  <a:pt x="3899937" y="4424114"/>
                </a:lnTo>
                <a:lnTo>
                  <a:pt x="3902262" y="4431555"/>
                </a:lnTo>
                <a:lnTo>
                  <a:pt x="3897611" y="4433881"/>
                </a:lnTo>
                <a:lnTo>
                  <a:pt x="3895751" y="4437602"/>
                </a:lnTo>
                <a:lnTo>
                  <a:pt x="3898542" y="4445974"/>
                </a:lnTo>
                <a:lnTo>
                  <a:pt x="3900867" y="4440392"/>
                </a:lnTo>
                <a:lnTo>
                  <a:pt x="3905518" y="4439462"/>
                </a:lnTo>
                <a:lnTo>
                  <a:pt x="3907378" y="4441788"/>
                </a:lnTo>
                <a:lnTo>
                  <a:pt x="3905983" y="4446904"/>
                </a:lnTo>
                <a:lnTo>
                  <a:pt x="3907378" y="4450160"/>
                </a:lnTo>
                <a:lnTo>
                  <a:pt x="3902262" y="4475275"/>
                </a:lnTo>
                <a:lnTo>
                  <a:pt x="3896216" y="4477136"/>
                </a:lnTo>
                <a:lnTo>
                  <a:pt x="3893890" y="4479461"/>
                </a:lnTo>
                <a:lnTo>
                  <a:pt x="3892961" y="4483647"/>
                </a:lnTo>
                <a:lnTo>
                  <a:pt x="3888309" y="4489228"/>
                </a:lnTo>
                <a:lnTo>
                  <a:pt x="3892030" y="4489228"/>
                </a:lnTo>
                <a:lnTo>
                  <a:pt x="3895751" y="4483647"/>
                </a:lnTo>
                <a:lnTo>
                  <a:pt x="3900402" y="4482252"/>
                </a:lnTo>
                <a:lnTo>
                  <a:pt x="3902262" y="4483647"/>
                </a:lnTo>
                <a:lnTo>
                  <a:pt x="3901797" y="4492950"/>
                </a:lnTo>
                <a:lnTo>
                  <a:pt x="3898076" y="4501321"/>
                </a:lnTo>
                <a:lnTo>
                  <a:pt x="3897146" y="4506438"/>
                </a:lnTo>
                <a:lnTo>
                  <a:pt x="3897611" y="4507833"/>
                </a:lnTo>
                <a:lnTo>
                  <a:pt x="3894820" y="4512484"/>
                </a:lnTo>
                <a:lnTo>
                  <a:pt x="3892961" y="4509694"/>
                </a:lnTo>
                <a:lnTo>
                  <a:pt x="3887844" y="4509694"/>
                </a:lnTo>
                <a:lnTo>
                  <a:pt x="3885054" y="4506903"/>
                </a:lnTo>
                <a:lnTo>
                  <a:pt x="3885519" y="4502252"/>
                </a:lnTo>
                <a:lnTo>
                  <a:pt x="3881798" y="4498996"/>
                </a:lnTo>
                <a:lnTo>
                  <a:pt x="3878542" y="4495275"/>
                </a:lnTo>
                <a:lnTo>
                  <a:pt x="3879007" y="4488763"/>
                </a:lnTo>
                <a:lnTo>
                  <a:pt x="3876681" y="4483647"/>
                </a:lnTo>
                <a:lnTo>
                  <a:pt x="3877612" y="4479926"/>
                </a:lnTo>
                <a:lnTo>
                  <a:pt x="3875286" y="4475275"/>
                </a:lnTo>
                <a:lnTo>
                  <a:pt x="3870170" y="4474810"/>
                </a:lnTo>
                <a:lnTo>
                  <a:pt x="3870635" y="4466438"/>
                </a:lnTo>
                <a:lnTo>
                  <a:pt x="3868774" y="4457601"/>
                </a:lnTo>
                <a:lnTo>
                  <a:pt x="3865519" y="4457601"/>
                </a:lnTo>
                <a:lnTo>
                  <a:pt x="3863659" y="4454346"/>
                </a:lnTo>
                <a:lnTo>
                  <a:pt x="3865519" y="4450160"/>
                </a:lnTo>
                <a:lnTo>
                  <a:pt x="3865984" y="4446439"/>
                </a:lnTo>
                <a:lnTo>
                  <a:pt x="3868310" y="4441788"/>
                </a:lnTo>
                <a:lnTo>
                  <a:pt x="3872030" y="4438532"/>
                </a:lnTo>
                <a:lnTo>
                  <a:pt x="3873891" y="4441323"/>
                </a:lnTo>
                <a:lnTo>
                  <a:pt x="3875286" y="4447834"/>
                </a:lnTo>
                <a:lnTo>
                  <a:pt x="3879472" y="4450625"/>
                </a:lnTo>
                <a:lnTo>
                  <a:pt x="3878542" y="4441788"/>
                </a:lnTo>
                <a:lnTo>
                  <a:pt x="3879472" y="4438997"/>
                </a:lnTo>
                <a:lnTo>
                  <a:pt x="3879472" y="4428300"/>
                </a:lnTo>
                <a:lnTo>
                  <a:pt x="3881798" y="4419463"/>
                </a:lnTo>
                <a:lnTo>
                  <a:pt x="3880403" y="4418067"/>
                </a:lnTo>
                <a:lnTo>
                  <a:pt x="3881332" y="4412951"/>
                </a:lnTo>
                <a:lnTo>
                  <a:pt x="3884588" y="4400393"/>
                </a:lnTo>
                <a:close/>
                <a:moveTo>
                  <a:pt x="3898076" y="4390161"/>
                </a:moveTo>
                <a:lnTo>
                  <a:pt x="3903193" y="4392021"/>
                </a:lnTo>
                <a:lnTo>
                  <a:pt x="3904123" y="4396672"/>
                </a:lnTo>
                <a:lnTo>
                  <a:pt x="3903657" y="4399928"/>
                </a:lnTo>
                <a:lnTo>
                  <a:pt x="3897146" y="4398998"/>
                </a:lnTo>
                <a:lnTo>
                  <a:pt x="3897146" y="4392486"/>
                </a:lnTo>
                <a:close/>
                <a:moveTo>
                  <a:pt x="3925518" y="4387835"/>
                </a:moveTo>
                <a:lnTo>
                  <a:pt x="3927378" y="4392021"/>
                </a:lnTo>
                <a:lnTo>
                  <a:pt x="3920402" y="4390625"/>
                </a:lnTo>
                <a:close/>
                <a:moveTo>
                  <a:pt x="3953424" y="4386905"/>
                </a:moveTo>
                <a:lnTo>
                  <a:pt x="3954819" y="4391091"/>
                </a:lnTo>
                <a:lnTo>
                  <a:pt x="3951564" y="4392486"/>
                </a:lnTo>
                <a:close/>
                <a:moveTo>
                  <a:pt x="1160002" y="4385995"/>
                </a:moveTo>
                <a:lnTo>
                  <a:pt x="1160446" y="4386439"/>
                </a:lnTo>
                <a:lnTo>
                  <a:pt x="1161841" y="4386905"/>
                </a:lnTo>
                <a:lnTo>
                  <a:pt x="1163237" y="4388300"/>
                </a:lnTo>
                <a:lnTo>
                  <a:pt x="1163237" y="4388764"/>
                </a:lnTo>
                <a:lnTo>
                  <a:pt x="1164632" y="4391090"/>
                </a:lnTo>
                <a:lnTo>
                  <a:pt x="1164632" y="4391555"/>
                </a:lnTo>
                <a:lnTo>
                  <a:pt x="1165097" y="4392486"/>
                </a:lnTo>
                <a:lnTo>
                  <a:pt x="1165563" y="4393881"/>
                </a:lnTo>
                <a:lnTo>
                  <a:pt x="1167423" y="4395741"/>
                </a:lnTo>
                <a:lnTo>
                  <a:pt x="1166492" y="4397137"/>
                </a:lnTo>
                <a:lnTo>
                  <a:pt x="1167888" y="4398067"/>
                </a:lnTo>
                <a:lnTo>
                  <a:pt x="1168353" y="4398532"/>
                </a:lnTo>
                <a:lnTo>
                  <a:pt x="1169283" y="4399462"/>
                </a:lnTo>
                <a:lnTo>
                  <a:pt x="1171609" y="4402252"/>
                </a:lnTo>
                <a:lnTo>
                  <a:pt x="1174399" y="4405043"/>
                </a:lnTo>
                <a:lnTo>
                  <a:pt x="1175685" y="4406329"/>
                </a:lnTo>
                <a:lnTo>
                  <a:pt x="1174401" y="4405044"/>
                </a:lnTo>
                <a:lnTo>
                  <a:pt x="1171610" y="4402253"/>
                </a:lnTo>
                <a:lnTo>
                  <a:pt x="1169284" y="4399463"/>
                </a:lnTo>
                <a:lnTo>
                  <a:pt x="1168354" y="4398533"/>
                </a:lnTo>
                <a:lnTo>
                  <a:pt x="1167889" y="4398067"/>
                </a:lnTo>
                <a:lnTo>
                  <a:pt x="1166494" y="4397137"/>
                </a:lnTo>
                <a:lnTo>
                  <a:pt x="1167424" y="4395741"/>
                </a:lnTo>
                <a:lnTo>
                  <a:pt x="1165564" y="4393882"/>
                </a:lnTo>
                <a:lnTo>
                  <a:pt x="1165098" y="4392486"/>
                </a:lnTo>
                <a:lnTo>
                  <a:pt x="1164633" y="4391556"/>
                </a:lnTo>
                <a:lnTo>
                  <a:pt x="1164633" y="4391090"/>
                </a:lnTo>
                <a:lnTo>
                  <a:pt x="1163238" y="4388765"/>
                </a:lnTo>
                <a:lnTo>
                  <a:pt x="1163238" y="4388300"/>
                </a:lnTo>
                <a:lnTo>
                  <a:pt x="1161843" y="4386905"/>
                </a:lnTo>
                <a:lnTo>
                  <a:pt x="1160447" y="4386439"/>
                </a:lnTo>
                <a:close/>
                <a:moveTo>
                  <a:pt x="1483683" y="4384232"/>
                </a:moveTo>
                <a:lnTo>
                  <a:pt x="1481838" y="4385509"/>
                </a:lnTo>
                <a:lnTo>
                  <a:pt x="1478117" y="4385044"/>
                </a:lnTo>
                <a:lnTo>
                  <a:pt x="1478116" y="4385045"/>
                </a:lnTo>
                <a:lnTo>
                  <a:pt x="1478116" y="4385045"/>
                </a:lnTo>
                <a:lnTo>
                  <a:pt x="1477860" y="4385173"/>
                </a:lnTo>
                <a:lnTo>
                  <a:pt x="1478116" y="4385045"/>
                </a:lnTo>
                <a:lnTo>
                  <a:pt x="1481837" y="4385510"/>
                </a:lnTo>
                <a:close/>
                <a:moveTo>
                  <a:pt x="1158586" y="4383184"/>
                </a:moveTo>
                <a:lnTo>
                  <a:pt x="1159981" y="4385974"/>
                </a:lnTo>
                <a:lnTo>
                  <a:pt x="1159982" y="4385975"/>
                </a:lnTo>
                <a:lnTo>
                  <a:pt x="1158587" y="4383184"/>
                </a:lnTo>
                <a:close/>
                <a:moveTo>
                  <a:pt x="3927378" y="4381788"/>
                </a:moveTo>
                <a:lnTo>
                  <a:pt x="3931564" y="4383649"/>
                </a:lnTo>
                <a:lnTo>
                  <a:pt x="3928773" y="4387369"/>
                </a:lnTo>
                <a:lnTo>
                  <a:pt x="3925518" y="4384114"/>
                </a:lnTo>
                <a:close/>
                <a:moveTo>
                  <a:pt x="3895286" y="4381324"/>
                </a:moveTo>
                <a:lnTo>
                  <a:pt x="3897146" y="4381324"/>
                </a:lnTo>
                <a:lnTo>
                  <a:pt x="3895286" y="4389230"/>
                </a:lnTo>
                <a:lnTo>
                  <a:pt x="3893425" y="4385974"/>
                </a:lnTo>
                <a:close/>
                <a:moveTo>
                  <a:pt x="4074352" y="4377603"/>
                </a:moveTo>
                <a:lnTo>
                  <a:pt x="4077143" y="4381788"/>
                </a:lnTo>
                <a:lnTo>
                  <a:pt x="4080399" y="4383649"/>
                </a:lnTo>
                <a:lnTo>
                  <a:pt x="4079469" y="4385974"/>
                </a:lnTo>
                <a:lnTo>
                  <a:pt x="4080864" y="4391091"/>
                </a:lnTo>
                <a:lnTo>
                  <a:pt x="4074352" y="4391091"/>
                </a:lnTo>
                <a:lnTo>
                  <a:pt x="4072492" y="4389695"/>
                </a:lnTo>
                <a:lnTo>
                  <a:pt x="4070632" y="4383184"/>
                </a:lnTo>
                <a:lnTo>
                  <a:pt x="4072027" y="4379463"/>
                </a:lnTo>
                <a:close/>
                <a:moveTo>
                  <a:pt x="1148353" y="4369231"/>
                </a:moveTo>
                <a:lnTo>
                  <a:pt x="1148819" y="4370625"/>
                </a:lnTo>
                <a:lnTo>
                  <a:pt x="1147888" y="4373416"/>
                </a:lnTo>
                <a:lnTo>
                  <a:pt x="1147423" y="4374811"/>
                </a:lnTo>
                <a:lnTo>
                  <a:pt x="1149283" y="4379462"/>
                </a:lnTo>
                <a:lnTo>
                  <a:pt x="1150214" y="4380858"/>
                </a:lnTo>
                <a:lnTo>
                  <a:pt x="1148353" y="4383183"/>
                </a:lnTo>
                <a:lnTo>
                  <a:pt x="1148356" y="4383182"/>
                </a:lnTo>
                <a:lnTo>
                  <a:pt x="1150215" y="4380858"/>
                </a:lnTo>
                <a:lnTo>
                  <a:pt x="1149284" y="4379463"/>
                </a:lnTo>
                <a:lnTo>
                  <a:pt x="1147424" y="4374812"/>
                </a:lnTo>
                <a:lnTo>
                  <a:pt x="1147889" y="4373417"/>
                </a:lnTo>
                <a:lnTo>
                  <a:pt x="1148820" y="4370626"/>
                </a:lnTo>
                <a:lnTo>
                  <a:pt x="1148354" y="4369231"/>
                </a:lnTo>
                <a:close/>
                <a:moveTo>
                  <a:pt x="1145069" y="4368053"/>
                </a:moveTo>
                <a:lnTo>
                  <a:pt x="1145563" y="4368300"/>
                </a:lnTo>
                <a:lnTo>
                  <a:pt x="1146028" y="4368765"/>
                </a:lnTo>
                <a:lnTo>
                  <a:pt x="1145564" y="4368300"/>
                </a:lnTo>
                <a:close/>
                <a:moveTo>
                  <a:pt x="3917611" y="4363184"/>
                </a:moveTo>
                <a:lnTo>
                  <a:pt x="3920866" y="4363649"/>
                </a:lnTo>
                <a:lnTo>
                  <a:pt x="3923657" y="4365975"/>
                </a:lnTo>
                <a:lnTo>
                  <a:pt x="3919937" y="4368300"/>
                </a:lnTo>
                <a:lnTo>
                  <a:pt x="3917146" y="4365510"/>
                </a:lnTo>
                <a:close/>
                <a:moveTo>
                  <a:pt x="3930169" y="4361324"/>
                </a:moveTo>
                <a:lnTo>
                  <a:pt x="3933890" y="4362254"/>
                </a:lnTo>
                <a:lnTo>
                  <a:pt x="3932029" y="4364580"/>
                </a:lnTo>
                <a:lnTo>
                  <a:pt x="3930169" y="4371091"/>
                </a:lnTo>
                <a:lnTo>
                  <a:pt x="3928308" y="4370161"/>
                </a:lnTo>
                <a:close/>
                <a:moveTo>
                  <a:pt x="1497650" y="4350626"/>
                </a:moveTo>
                <a:lnTo>
                  <a:pt x="1494394" y="4353882"/>
                </a:lnTo>
                <a:lnTo>
                  <a:pt x="1494395" y="4353882"/>
                </a:lnTo>
                <a:lnTo>
                  <a:pt x="1497651" y="4350627"/>
                </a:lnTo>
                <a:close/>
                <a:moveTo>
                  <a:pt x="1135331" y="4350626"/>
                </a:moveTo>
                <a:lnTo>
                  <a:pt x="1136261" y="4353881"/>
                </a:lnTo>
                <a:lnTo>
                  <a:pt x="1136261" y="4355277"/>
                </a:lnTo>
                <a:lnTo>
                  <a:pt x="1136262" y="4355277"/>
                </a:lnTo>
                <a:lnTo>
                  <a:pt x="1136262" y="4353882"/>
                </a:lnTo>
                <a:lnTo>
                  <a:pt x="1135331" y="4350626"/>
                </a:lnTo>
                <a:close/>
                <a:moveTo>
                  <a:pt x="1147889" y="4348766"/>
                </a:moveTo>
                <a:lnTo>
                  <a:pt x="1147888" y="4348766"/>
                </a:lnTo>
                <a:lnTo>
                  <a:pt x="1149283" y="4353881"/>
                </a:lnTo>
                <a:lnTo>
                  <a:pt x="1147888" y="4355742"/>
                </a:lnTo>
                <a:lnTo>
                  <a:pt x="1146028" y="4356672"/>
                </a:lnTo>
                <a:lnTo>
                  <a:pt x="1144168" y="4357137"/>
                </a:lnTo>
                <a:lnTo>
                  <a:pt x="1139982" y="4356207"/>
                </a:lnTo>
                <a:lnTo>
                  <a:pt x="1140446" y="4357137"/>
                </a:lnTo>
                <a:lnTo>
                  <a:pt x="1139982" y="4363184"/>
                </a:lnTo>
                <a:lnTo>
                  <a:pt x="1142307" y="4366440"/>
                </a:lnTo>
                <a:lnTo>
                  <a:pt x="1143650" y="4367245"/>
                </a:lnTo>
                <a:lnTo>
                  <a:pt x="1142308" y="4366440"/>
                </a:lnTo>
                <a:lnTo>
                  <a:pt x="1139982" y="4363184"/>
                </a:lnTo>
                <a:lnTo>
                  <a:pt x="1140448" y="4357138"/>
                </a:lnTo>
                <a:lnTo>
                  <a:pt x="1139982" y="4356207"/>
                </a:lnTo>
                <a:lnTo>
                  <a:pt x="1144169" y="4357138"/>
                </a:lnTo>
                <a:lnTo>
                  <a:pt x="1146029" y="4356673"/>
                </a:lnTo>
                <a:lnTo>
                  <a:pt x="1147889" y="4355743"/>
                </a:lnTo>
                <a:lnTo>
                  <a:pt x="1149284" y="4353882"/>
                </a:lnTo>
                <a:close/>
                <a:moveTo>
                  <a:pt x="1130214" y="4345510"/>
                </a:moveTo>
                <a:lnTo>
                  <a:pt x="1130214" y="4348765"/>
                </a:lnTo>
                <a:lnTo>
                  <a:pt x="1130215" y="4348765"/>
                </a:lnTo>
                <a:lnTo>
                  <a:pt x="1130215" y="4345510"/>
                </a:lnTo>
                <a:close/>
                <a:moveTo>
                  <a:pt x="1115331" y="4332487"/>
                </a:moveTo>
                <a:lnTo>
                  <a:pt x="1115796" y="4336207"/>
                </a:lnTo>
                <a:lnTo>
                  <a:pt x="1115797" y="4336207"/>
                </a:lnTo>
                <a:lnTo>
                  <a:pt x="1115331" y="4332487"/>
                </a:lnTo>
                <a:close/>
                <a:moveTo>
                  <a:pt x="1127920" y="4331107"/>
                </a:moveTo>
                <a:lnTo>
                  <a:pt x="1129749" y="4332021"/>
                </a:lnTo>
                <a:lnTo>
                  <a:pt x="1132075" y="4337138"/>
                </a:lnTo>
                <a:lnTo>
                  <a:pt x="1128354" y="4336207"/>
                </a:lnTo>
                <a:lnTo>
                  <a:pt x="1125098" y="4339463"/>
                </a:lnTo>
                <a:lnTo>
                  <a:pt x="1126493" y="4345509"/>
                </a:lnTo>
                <a:lnTo>
                  <a:pt x="1126494" y="4345509"/>
                </a:lnTo>
                <a:lnTo>
                  <a:pt x="1125099" y="4339464"/>
                </a:lnTo>
                <a:lnTo>
                  <a:pt x="1128355" y="4336208"/>
                </a:lnTo>
                <a:lnTo>
                  <a:pt x="1132075" y="4337138"/>
                </a:lnTo>
                <a:lnTo>
                  <a:pt x="1129750" y="4332022"/>
                </a:lnTo>
                <a:close/>
                <a:moveTo>
                  <a:pt x="1113935" y="4327836"/>
                </a:moveTo>
                <a:lnTo>
                  <a:pt x="1113470" y="4331091"/>
                </a:lnTo>
                <a:lnTo>
                  <a:pt x="1113471" y="4331092"/>
                </a:lnTo>
                <a:lnTo>
                  <a:pt x="1113936" y="4327836"/>
                </a:lnTo>
                <a:close/>
                <a:moveTo>
                  <a:pt x="1107424" y="4321324"/>
                </a:moveTo>
                <a:lnTo>
                  <a:pt x="1106029" y="4325045"/>
                </a:lnTo>
                <a:lnTo>
                  <a:pt x="1106493" y="4328765"/>
                </a:lnTo>
                <a:lnTo>
                  <a:pt x="1106494" y="4328765"/>
                </a:lnTo>
                <a:lnTo>
                  <a:pt x="1106029" y="4325046"/>
                </a:lnTo>
                <a:lnTo>
                  <a:pt x="1107424" y="4321324"/>
                </a:lnTo>
                <a:close/>
                <a:moveTo>
                  <a:pt x="1511605" y="4319929"/>
                </a:moveTo>
                <a:lnTo>
                  <a:pt x="1511605" y="4319930"/>
                </a:lnTo>
                <a:lnTo>
                  <a:pt x="1513929" y="4321790"/>
                </a:lnTo>
                <a:lnTo>
                  <a:pt x="1513930" y="4321789"/>
                </a:lnTo>
                <a:close/>
                <a:moveTo>
                  <a:pt x="1503697" y="4319929"/>
                </a:moveTo>
                <a:lnTo>
                  <a:pt x="1506023" y="4320395"/>
                </a:lnTo>
                <a:lnTo>
                  <a:pt x="1505557" y="4323650"/>
                </a:lnTo>
                <a:lnTo>
                  <a:pt x="1510208" y="4323650"/>
                </a:lnTo>
                <a:lnTo>
                  <a:pt x="1510208" y="4323650"/>
                </a:lnTo>
                <a:lnTo>
                  <a:pt x="1505558" y="4323650"/>
                </a:lnTo>
                <a:lnTo>
                  <a:pt x="1506024" y="4320395"/>
                </a:lnTo>
                <a:lnTo>
                  <a:pt x="1503698" y="4319929"/>
                </a:lnTo>
                <a:close/>
                <a:moveTo>
                  <a:pt x="1519046" y="4317604"/>
                </a:moveTo>
                <a:lnTo>
                  <a:pt x="1517383" y="4318020"/>
                </a:lnTo>
                <a:lnTo>
                  <a:pt x="1519045" y="4317604"/>
                </a:lnTo>
                <a:close/>
                <a:moveTo>
                  <a:pt x="1098587" y="4317139"/>
                </a:moveTo>
                <a:lnTo>
                  <a:pt x="1099982" y="4319463"/>
                </a:lnTo>
                <a:lnTo>
                  <a:pt x="1099983" y="4319463"/>
                </a:lnTo>
                <a:lnTo>
                  <a:pt x="1098587" y="4317139"/>
                </a:lnTo>
                <a:close/>
                <a:moveTo>
                  <a:pt x="1600439" y="4317138"/>
                </a:moveTo>
                <a:lnTo>
                  <a:pt x="1594392" y="4317603"/>
                </a:lnTo>
                <a:lnTo>
                  <a:pt x="1594858" y="4319929"/>
                </a:lnTo>
                <a:lnTo>
                  <a:pt x="1590207" y="4319464"/>
                </a:lnTo>
                <a:lnTo>
                  <a:pt x="1590207" y="4319465"/>
                </a:lnTo>
                <a:lnTo>
                  <a:pt x="1594858" y="4319929"/>
                </a:lnTo>
                <a:lnTo>
                  <a:pt x="1594393" y="4317604"/>
                </a:lnTo>
                <a:lnTo>
                  <a:pt x="1600439" y="4317139"/>
                </a:lnTo>
                <a:close/>
                <a:moveTo>
                  <a:pt x="1089095" y="4313089"/>
                </a:moveTo>
                <a:lnTo>
                  <a:pt x="1089749" y="4313417"/>
                </a:lnTo>
                <a:lnTo>
                  <a:pt x="1089284" y="4317602"/>
                </a:lnTo>
                <a:lnTo>
                  <a:pt x="1089749" y="4322254"/>
                </a:lnTo>
                <a:lnTo>
                  <a:pt x="1089751" y="4322254"/>
                </a:lnTo>
                <a:lnTo>
                  <a:pt x="1089285" y="4317603"/>
                </a:lnTo>
                <a:lnTo>
                  <a:pt x="1089751" y="4313417"/>
                </a:lnTo>
                <a:close/>
                <a:moveTo>
                  <a:pt x="1638226" y="4312117"/>
                </a:moveTo>
                <a:lnTo>
                  <a:pt x="1640438" y="4315277"/>
                </a:lnTo>
                <a:lnTo>
                  <a:pt x="1640439" y="4315278"/>
                </a:lnTo>
                <a:close/>
                <a:moveTo>
                  <a:pt x="1637182" y="4310626"/>
                </a:moveTo>
                <a:lnTo>
                  <a:pt x="1636717" y="4320859"/>
                </a:lnTo>
                <a:lnTo>
                  <a:pt x="1633926" y="4322255"/>
                </a:lnTo>
                <a:lnTo>
                  <a:pt x="1631136" y="4321789"/>
                </a:lnTo>
                <a:lnTo>
                  <a:pt x="1631601" y="4329231"/>
                </a:lnTo>
                <a:lnTo>
                  <a:pt x="1617183" y="4330161"/>
                </a:lnTo>
                <a:lnTo>
                  <a:pt x="1607416" y="4323650"/>
                </a:lnTo>
                <a:lnTo>
                  <a:pt x="1604625" y="4323184"/>
                </a:lnTo>
                <a:lnTo>
                  <a:pt x="1604626" y="4323185"/>
                </a:lnTo>
                <a:lnTo>
                  <a:pt x="1607416" y="4323650"/>
                </a:lnTo>
                <a:lnTo>
                  <a:pt x="1617183" y="4330162"/>
                </a:lnTo>
                <a:lnTo>
                  <a:pt x="1631602" y="4329231"/>
                </a:lnTo>
                <a:lnTo>
                  <a:pt x="1631136" y="4321790"/>
                </a:lnTo>
                <a:lnTo>
                  <a:pt x="1633927" y="4322255"/>
                </a:lnTo>
                <a:lnTo>
                  <a:pt x="1636718" y="4320860"/>
                </a:lnTo>
                <a:lnTo>
                  <a:pt x="1637183" y="4310627"/>
                </a:lnTo>
                <a:close/>
                <a:moveTo>
                  <a:pt x="1585092" y="4305045"/>
                </a:moveTo>
                <a:lnTo>
                  <a:pt x="1585091" y="4305046"/>
                </a:lnTo>
                <a:lnTo>
                  <a:pt x="1593463" y="4306907"/>
                </a:lnTo>
                <a:lnTo>
                  <a:pt x="1593803" y="4308268"/>
                </a:lnTo>
                <a:lnTo>
                  <a:pt x="1593463" y="4306906"/>
                </a:lnTo>
                <a:lnTo>
                  <a:pt x="1593463" y="4306906"/>
                </a:lnTo>
                <a:close/>
                <a:moveTo>
                  <a:pt x="1082774" y="4301790"/>
                </a:moveTo>
                <a:lnTo>
                  <a:pt x="1082773" y="4301791"/>
                </a:lnTo>
                <a:lnTo>
                  <a:pt x="1083238" y="4305975"/>
                </a:lnTo>
                <a:lnTo>
                  <a:pt x="1080447" y="4309231"/>
                </a:lnTo>
                <a:lnTo>
                  <a:pt x="1082308" y="4313417"/>
                </a:lnTo>
                <a:lnTo>
                  <a:pt x="1082309" y="4313417"/>
                </a:lnTo>
                <a:lnTo>
                  <a:pt x="1080448" y="4309232"/>
                </a:lnTo>
                <a:lnTo>
                  <a:pt x="1083239" y="4305976"/>
                </a:lnTo>
                <a:close/>
                <a:moveTo>
                  <a:pt x="1653462" y="4297604"/>
                </a:moveTo>
                <a:lnTo>
                  <a:pt x="1652066" y="4298534"/>
                </a:lnTo>
                <a:lnTo>
                  <a:pt x="1650670" y="4304580"/>
                </a:lnTo>
                <a:lnTo>
                  <a:pt x="1646950" y="4307370"/>
                </a:lnTo>
                <a:lnTo>
                  <a:pt x="1645089" y="4311092"/>
                </a:lnTo>
                <a:lnTo>
                  <a:pt x="1646019" y="4316208"/>
                </a:lnTo>
                <a:lnTo>
                  <a:pt x="1641834" y="4318999"/>
                </a:lnTo>
                <a:lnTo>
                  <a:pt x="1641834" y="4318999"/>
                </a:lnTo>
                <a:lnTo>
                  <a:pt x="1646020" y="4316209"/>
                </a:lnTo>
                <a:lnTo>
                  <a:pt x="1645090" y="4311092"/>
                </a:lnTo>
                <a:lnTo>
                  <a:pt x="1646950" y="4307371"/>
                </a:lnTo>
                <a:lnTo>
                  <a:pt x="1650671" y="4304581"/>
                </a:lnTo>
                <a:lnTo>
                  <a:pt x="1652067" y="4298534"/>
                </a:lnTo>
                <a:lnTo>
                  <a:pt x="1653462" y="4297604"/>
                </a:lnTo>
                <a:close/>
                <a:moveTo>
                  <a:pt x="3895286" y="4294813"/>
                </a:moveTo>
                <a:lnTo>
                  <a:pt x="3895751" y="4303650"/>
                </a:lnTo>
                <a:lnTo>
                  <a:pt x="3892495" y="4299929"/>
                </a:lnTo>
                <a:close/>
                <a:moveTo>
                  <a:pt x="1551604" y="4293418"/>
                </a:moveTo>
                <a:lnTo>
                  <a:pt x="1551603" y="4293418"/>
                </a:lnTo>
                <a:lnTo>
                  <a:pt x="1555324" y="4297604"/>
                </a:lnTo>
                <a:lnTo>
                  <a:pt x="1556061" y="4297457"/>
                </a:lnTo>
                <a:lnTo>
                  <a:pt x="1555325" y="4297604"/>
                </a:lnTo>
                <a:close/>
                <a:moveTo>
                  <a:pt x="1561837" y="4292488"/>
                </a:moveTo>
                <a:lnTo>
                  <a:pt x="1561837" y="4292488"/>
                </a:lnTo>
                <a:lnTo>
                  <a:pt x="1568812" y="4294348"/>
                </a:lnTo>
                <a:lnTo>
                  <a:pt x="1572068" y="4299000"/>
                </a:lnTo>
                <a:lnTo>
                  <a:pt x="1576719" y="4301325"/>
                </a:lnTo>
                <a:lnTo>
                  <a:pt x="1577649" y="4304116"/>
                </a:lnTo>
                <a:lnTo>
                  <a:pt x="1583695" y="4305976"/>
                </a:lnTo>
                <a:lnTo>
                  <a:pt x="1583696" y="4305975"/>
                </a:lnTo>
                <a:lnTo>
                  <a:pt x="1577650" y="4304115"/>
                </a:lnTo>
                <a:lnTo>
                  <a:pt x="1576720" y="4301325"/>
                </a:lnTo>
                <a:lnTo>
                  <a:pt x="1572069" y="4298999"/>
                </a:lnTo>
                <a:lnTo>
                  <a:pt x="1568813" y="4294348"/>
                </a:lnTo>
                <a:close/>
                <a:moveTo>
                  <a:pt x="1599976" y="4290162"/>
                </a:moveTo>
                <a:lnTo>
                  <a:pt x="1599975" y="4290163"/>
                </a:lnTo>
                <a:lnTo>
                  <a:pt x="1606485" y="4291557"/>
                </a:lnTo>
                <a:lnTo>
                  <a:pt x="1606485" y="4291557"/>
                </a:lnTo>
                <a:close/>
                <a:moveTo>
                  <a:pt x="1545093" y="4287371"/>
                </a:moveTo>
                <a:lnTo>
                  <a:pt x="1545091" y="4287372"/>
                </a:lnTo>
                <a:lnTo>
                  <a:pt x="1546952" y="4291093"/>
                </a:lnTo>
                <a:lnTo>
                  <a:pt x="1545091" y="4292022"/>
                </a:lnTo>
                <a:lnTo>
                  <a:pt x="1544161" y="4295744"/>
                </a:lnTo>
                <a:lnTo>
                  <a:pt x="1547882" y="4297139"/>
                </a:lnTo>
                <a:lnTo>
                  <a:pt x="1544162" y="4295744"/>
                </a:lnTo>
                <a:lnTo>
                  <a:pt x="1545093" y="4292023"/>
                </a:lnTo>
                <a:lnTo>
                  <a:pt x="1546953" y="4291093"/>
                </a:lnTo>
                <a:close/>
                <a:moveTo>
                  <a:pt x="1608813" y="4284116"/>
                </a:moveTo>
                <a:lnTo>
                  <a:pt x="1610671" y="4285046"/>
                </a:lnTo>
                <a:lnTo>
                  <a:pt x="1610671" y="4285045"/>
                </a:lnTo>
                <a:close/>
                <a:moveTo>
                  <a:pt x="1619976" y="4282256"/>
                </a:moveTo>
                <a:lnTo>
                  <a:pt x="1619975" y="4282256"/>
                </a:lnTo>
                <a:lnTo>
                  <a:pt x="1624624" y="4285046"/>
                </a:lnTo>
                <a:lnTo>
                  <a:pt x="1624625" y="4285045"/>
                </a:lnTo>
                <a:close/>
                <a:moveTo>
                  <a:pt x="1613464" y="4278535"/>
                </a:moveTo>
                <a:lnTo>
                  <a:pt x="1613464" y="4278536"/>
                </a:lnTo>
                <a:lnTo>
                  <a:pt x="1618578" y="4284115"/>
                </a:lnTo>
                <a:lnTo>
                  <a:pt x="1618579" y="4284114"/>
                </a:lnTo>
                <a:close/>
                <a:moveTo>
                  <a:pt x="1658114" y="4273060"/>
                </a:moveTo>
                <a:lnTo>
                  <a:pt x="1661368" y="4279929"/>
                </a:lnTo>
                <a:lnTo>
                  <a:pt x="1657647" y="4280860"/>
                </a:lnTo>
                <a:lnTo>
                  <a:pt x="1654857" y="4287371"/>
                </a:lnTo>
                <a:lnTo>
                  <a:pt x="1654392" y="4290162"/>
                </a:lnTo>
                <a:lnTo>
                  <a:pt x="1652531" y="4292953"/>
                </a:lnTo>
                <a:lnTo>
                  <a:pt x="1653254" y="4296566"/>
                </a:lnTo>
                <a:lnTo>
                  <a:pt x="1652531" y="4292953"/>
                </a:lnTo>
                <a:lnTo>
                  <a:pt x="1654392" y="4290163"/>
                </a:lnTo>
                <a:lnTo>
                  <a:pt x="1654857" y="4287371"/>
                </a:lnTo>
                <a:lnTo>
                  <a:pt x="1657648" y="4280860"/>
                </a:lnTo>
                <a:lnTo>
                  <a:pt x="1661369" y="4279930"/>
                </a:lnTo>
                <a:close/>
                <a:moveTo>
                  <a:pt x="3892495" y="4268302"/>
                </a:moveTo>
                <a:lnTo>
                  <a:pt x="3896681" y="4270163"/>
                </a:lnTo>
                <a:lnTo>
                  <a:pt x="3896681" y="4285046"/>
                </a:lnTo>
                <a:lnTo>
                  <a:pt x="3895751" y="4289232"/>
                </a:lnTo>
                <a:lnTo>
                  <a:pt x="3891565" y="4293883"/>
                </a:lnTo>
                <a:lnTo>
                  <a:pt x="3891565" y="4296674"/>
                </a:lnTo>
                <a:lnTo>
                  <a:pt x="3888774" y="4300394"/>
                </a:lnTo>
                <a:lnTo>
                  <a:pt x="3885984" y="4293418"/>
                </a:lnTo>
                <a:lnTo>
                  <a:pt x="3885519" y="4289697"/>
                </a:lnTo>
                <a:lnTo>
                  <a:pt x="3887844" y="4286441"/>
                </a:lnTo>
                <a:lnTo>
                  <a:pt x="3888309" y="4279930"/>
                </a:lnTo>
                <a:lnTo>
                  <a:pt x="3890169" y="4276209"/>
                </a:lnTo>
                <a:lnTo>
                  <a:pt x="3888774" y="4274814"/>
                </a:lnTo>
                <a:lnTo>
                  <a:pt x="3891100" y="4268767"/>
                </a:lnTo>
                <a:close/>
                <a:moveTo>
                  <a:pt x="3942261" y="4267372"/>
                </a:moveTo>
                <a:lnTo>
                  <a:pt x="3939936" y="4269233"/>
                </a:lnTo>
                <a:lnTo>
                  <a:pt x="3936680" y="4274348"/>
                </a:lnTo>
                <a:lnTo>
                  <a:pt x="3934820" y="4273884"/>
                </a:lnTo>
                <a:lnTo>
                  <a:pt x="3934820" y="4268302"/>
                </a:lnTo>
                <a:lnTo>
                  <a:pt x="3937610" y="4270163"/>
                </a:lnTo>
                <a:close/>
                <a:moveTo>
                  <a:pt x="3929239" y="4262721"/>
                </a:moveTo>
                <a:lnTo>
                  <a:pt x="3931099" y="4262721"/>
                </a:lnTo>
                <a:lnTo>
                  <a:pt x="3932029" y="4267372"/>
                </a:lnTo>
                <a:lnTo>
                  <a:pt x="3928308" y="4266441"/>
                </a:lnTo>
                <a:close/>
                <a:moveTo>
                  <a:pt x="1670205" y="4257604"/>
                </a:moveTo>
                <a:lnTo>
                  <a:pt x="1668809" y="4265976"/>
                </a:lnTo>
                <a:lnTo>
                  <a:pt x="1668321" y="4265813"/>
                </a:lnTo>
                <a:lnTo>
                  <a:pt x="1661833" y="4263651"/>
                </a:lnTo>
                <a:lnTo>
                  <a:pt x="1657182" y="4271092"/>
                </a:lnTo>
                <a:lnTo>
                  <a:pt x="1657182" y="4271093"/>
                </a:lnTo>
                <a:lnTo>
                  <a:pt x="1661833" y="4263651"/>
                </a:lnTo>
                <a:lnTo>
                  <a:pt x="1668321" y="4265813"/>
                </a:lnTo>
                <a:lnTo>
                  <a:pt x="1668809" y="4265976"/>
                </a:lnTo>
                <a:lnTo>
                  <a:pt x="1668809" y="4265976"/>
                </a:lnTo>
                <a:lnTo>
                  <a:pt x="1668811" y="4265976"/>
                </a:lnTo>
                <a:lnTo>
                  <a:pt x="1670206" y="4257605"/>
                </a:lnTo>
                <a:lnTo>
                  <a:pt x="1674119" y="4258909"/>
                </a:lnTo>
                <a:close/>
                <a:moveTo>
                  <a:pt x="1714391" y="4254348"/>
                </a:moveTo>
                <a:lnTo>
                  <a:pt x="1708809" y="4256674"/>
                </a:lnTo>
                <a:lnTo>
                  <a:pt x="1703693" y="4255744"/>
                </a:lnTo>
                <a:lnTo>
                  <a:pt x="1698577" y="4263651"/>
                </a:lnTo>
                <a:lnTo>
                  <a:pt x="1698562" y="4263392"/>
                </a:lnTo>
                <a:lnTo>
                  <a:pt x="1698577" y="4263651"/>
                </a:lnTo>
                <a:lnTo>
                  <a:pt x="1703693" y="4255744"/>
                </a:lnTo>
                <a:lnTo>
                  <a:pt x="1708810" y="4256675"/>
                </a:lnTo>
                <a:lnTo>
                  <a:pt x="1714391" y="4254349"/>
                </a:lnTo>
                <a:lnTo>
                  <a:pt x="1717181" y="4257140"/>
                </a:lnTo>
                <a:lnTo>
                  <a:pt x="1725554" y="4260395"/>
                </a:lnTo>
                <a:lnTo>
                  <a:pt x="1725553" y="4260395"/>
                </a:lnTo>
                <a:lnTo>
                  <a:pt x="1717181" y="4257139"/>
                </a:lnTo>
                <a:close/>
                <a:moveTo>
                  <a:pt x="1685554" y="4254348"/>
                </a:moveTo>
                <a:lnTo>
                  <a:pt x="1681833" y="4258069"/>
                </a:lnTo>
                <a:lnTo>
                  <a:pt x="1675787" y="4259465"/>
                </a:lnTo>
                <a:lnTo>
                  <a:pt x="1681833" y="4258070"/>
                </a:lnTo>
                <a:lnTo>
                  <a:pt x="1685554" y="4254349"/>
                </a:lnTo>
                <a:lnTo>
                  <a:pt x="1690671" y="4255279"/>
                </a:lnTo>
                <a:lnTo>
                  <a:pt x="1698111" y="4255279"/>
                </a:lnTo>
                <a:lnTo>
                  <a:pt x="1698111" y="4255278"/>
                </a:lnTo>
                <a:lnTo>
                  <a:pt x="1690670" y="4255278"/>
                </a:lnTo>
                <a:close/>
                <a:moveTo>
                  <a:pt x="1760436" y="4244116"/>
                </a:moveTo>
                <a:lnTo>
                  <a:pt x="1753459" y="4245046"/>
                </a:lnTo>
                <a:lnTo>
                  <a:pt x="1751134" y="4251093"/>
                </a:lnTo>
                <a:lnTo>
                  <a:pt x="1747878" y="4252023"/>
                </a:lnTo>
                <a:lnTo>
                  <a:pt x="1744157" y="4258069"/>
                </a:lnTo>
                <a:lnTo>
                  <a:pt x="1745552" y="4260395"/>
                </a:lnTo>
                <a:lnTo>
                  <a:pt x="1744622" y="4264115"/>
                </a:lnTo>
                <a:lnTo>
                  <a:pt x="1741367" y="4265511"/>
                </a:lnTo>
                <a:lnTo>
                  <a:pt x="1733925" y="4262720"/>
                </a:lnTo>
                <a:lnTo>
                  <a:pt x="1730669" y="4264581"/>
                </a:lnTo>
                <a:lnTo>
                  <a:pt x="1728344" y="4264581"/>
                </a:lnTo>
                <a:lnTo>
                  <a:pt x="1728344" y="4264581"/>
                </a:lnTo>
                <a:lnTo>
                  <a:pt x="1730670" y="4264581"/>
                </a:lnTo>
                <a:lnTo>
                  <a:pt x="1733925" y="4262721"/>
                </a:lnTo>
                <a:lnTo>
                  <a:pt x="1741367" y="4265512"/>
                </a:lnTo>
                <a:lnTo>
                  <a:pt x="1744623" y="4264117"/>
                </a:lnTo>
                <a:lnTo>
                  <a:pt x="1745553" y="4260395"/>
                </a:lnTo>
                <a:lnTo>
                  <a:pt x="1744158" y="4258070"/>
                </a:lnTo>
                <a:lnTo>
                  <a:pt x="1747879" y="4252024"/>
                </a:lnTo>
                <a:lnTo>
                  <a:pt x="1751134" y="4251093"/>
                </a:lnTo>
                <a:lnTo>
                  <a:pt x="1753460" y="4245047"/>
                </a:lnTo>
                <a:lnTo>
                  <a:pt x="1760436" y="4244117"/>
                </a:lnTo>
                <a:close/>
                <a:moveTo>
                  <a:pt x="1772565" y="4240855"/>
                </a:moveTo>
                <a:lnTo>
                  <a:pt x="1772994" y="4246442"/>
                </a:lnTo>
                <a:lnTo>
                  <a:pt x="1764622" y="4248302"/>
                </a:lnTo>
                <a:lnTo>
                  <a:pt x="1760902" y="4246907"/>
                </a:lnTo>
                <a:lnTo>
                  <a:pt x="1760817" y="4246400"/>
                </a:lnTo>
                <a:lnTo>
                  <a:pt x="1760902" y="4246907"/>
                </a:lnTo>
                <a:lnTo>
                  <a:pt x="1764622" y="4248303"/>
                </a:lnTo>
                <a:lnTo>
                  <a:pt x="1772995" y="4246442"/>
                </a:lnTo>
                <a:close/>
                <a:moveTo>
                  <a:pt x="1787878" y="4231558"/>
                </a:moveTo>
                <a:lnTo>
                  <a:pt x="1784157" y="4232954"/>
                </a:lnTo>
                <a:lnTo>
                  <a:pt x="1784157" y="4236675"/>
                </a:lnTo>
                <a:lnTo>
                  <a:pt x="1778575" y="4236675"/>
                </a:lnTo>
                <a:lnTo>
                  <a:pt x="1775785" y="4238070"/>
                </a:lnTo>
                <a:lnTo>
                  <a:pt x="1774855" y="4241326"/>
                </a:lnTo>
                <a:lnTo>
                  <a:pt x="1772529" y="4240395"/>
                </a:lnTo>
                <a:lnTo>
                  <a:pt x="1772529" y="4240396"/>
                </a:lnTo>
                <a:lnTo>
                  <a:pt x="1774855" y="4241326"/>
                </a:lnTo>
                <a:lnTo>
                  <a:pt x="1775785" y="4238070"/>
                </a:lnTo>
                <a:lnTo>
                  <a:pt x="1778576" y="4236675"/>
                </a:lnTo>
                <a:lnTo>
                  <a:pt x="1784158" y="4236675"/>
                </a:lnTo>
                <a:lnTo>
                  <a:pt x="1784158" y="4232954"/>
                </a:lnTo>
                <a:lnTo>
                  <a:pt x="1787878" y="4231559"/>
                </a:lnTo>
                <a:close/>
                <a:moveTo>
                  <a:pt x="1841830" y="4229698"/>
                </a:moveTo>
                <a:lnTo>
                  <a:pt x="1835784" y="4234814"/>
                </a:lnTo>
                <a:lnTo>
                  <a:pt x="1834991" y="4233703"/>
                </a:lnTo>
                <a:lnTo>
                  <a:pt x="1835784" y="4234815"/>
                </a:lnTo>
                <a:lnTo>
                  <a:pt x="1841831" y="4229698"/>
                </a:lnTo>
                <a:close/>
                <a:moveTo>
                  <a:pt x="1823692" y="4228303"/>
                </a:moveTo>
                <a:lnTo>
                  <a:pt x="1831133" y="4232024"/>
                </a:lnTo>
                <a:lnTo>
                  <a:pt x="1833459" y="4231559"/>
                </a:lnTo>
                <a:lnTo>
                  <a:pt x="1833458" y="4231558"/>
                </a:lnTo>
                <a:lnTo>
                  <a:pt x="1831133" y="4232024"/>
                </a:lnTo>
                <a:close/>
                <a:moveTo>
                  <a:pt x="1812994" y="4223186"/>
                </a:moveTo>
                <a:lnTo>
                  <a:pt x="1810203" y="4226442"/>
                </a:lnTo>
                <a:lnTo>
                  <a:pt x="1806947" y="4225976"/>
                </a:lnTo>
                <a:lnTo>
                  <a:pt x="1806948" y="4225977"/>
                </a:lnTo>
                <a:lnTo>
                  <a:pt x="1810204" y="4226442"/>
                </a:lnTo>
                <a:lnTo>
                  <a:pt x="1812994" y="4223186"/>
                </a:lnTo>
                <a:close/>
                <a:moveTo>
                  <a:pt x="1642299" y="4221791"/>
                </a:moveTo>
                <a:lnTo>
                  <a:pt x="1641369" y="4225045"/>
                </a:lnTo>
                <a:lnTo>
                  <a:pt x="1641371" y="4225047"/>
                </a:lnTo>
                <a:lnTo>
                  <a:pt x="1642300" y="4221791"/>
                </a:lnTo>
                <a:lnTo>
                  <a:pt x="1644574" y="4221966"/>
                </a:lnTo>
                <a:close/>
                <a:moveTo>
                  <a:pt x="1823691" y="4220861"/>
                </a:moveTo>
                <a:lnTo>
                  <a:pt x="1817645" y="4222256"/>
                </a:lnTo>
                <a:lnTo>
                  <a:pt x="1815784" y="4224581"/>
                </a:lnTo>
                <a:lnTo>
                  <a:pt x="1814330" y="4223854"/>
                </a:lnTo>
                <a:lnTo>
                  <a:pt x="1815785" y="4224582"/>
                </a:lnTo>
                <a:lnTo>
                  <a:pt x="1817645" y="4222257"/>
                </a:lnTo>
                <a:lnTo>
                  <a:pt x="1823692" y="4220861"/>
                </a:lnTo>
                <a:close/>
                <a:moveTo>
                  <a:pt x="1784157" y="4219931"/>
                </a:moveTo>
                <a:lnTo>
                  <a:pt x="1781831" y="4227837"/>
                </a:lnTo>
                <a:lnTo>
                  <a:pt x="1782761" y="4232024"/>
                </a:lnTo>
                <a:lnTo>
                  <a:pt x="1782762" y="4232023"/>
                </a:lnTo>
                <a:lnTo>
                  <a:pt x="1781832" y="4227838"/>
                </a:lnTo>
                <a:lnTo>
                  <a:pt x="1784158" y="4219931"/>
                </a:lnTo>
                <a:close/>
                <a:moveTo>
                  <a:pt x="1837179" y="4217605"/>
                </a:moveTo>
                <a:lnTo>
                  <a:pt x="1835784" y="4221325"/>
                </a:lnTo>
                <a:lnTo>
                  <a:pt x="1832063" y="4223651"/>
                </a:lnTo>
                <a:lnTo>
                  <a:pt x="1832063" y="4223652"/>
                </a:lnTo>
                <a:lnTo>
                  <a:pt x="1835784" y="4221326"/>
                </a:lnTo>
                <a:lnTo>
                  <a:pt x="1837180" y="4217606"/>
                </a:lnTo>
                <a:close/>
                <a:moveTo>
                  <a:pt x="1632531" y="4216210"/>
                </a:moveTo>
                <a:lnTo>
                  <a:pt x="1627882" y="4218069"/>
                </a:lnTo>
                <a:lnTo>
                  <a:pt x="1627883" y="4218070"/>
                </a:lnTo>
                <a:lnTo>
                  <a:pt x="1632531" y="4216211"/>
                </a:lnTo>
                <a:close/>
                <a:moveTo>
                  <a:pt x="1797185" y="4215423"/>
                </a:moveTo>
                <a:lnTo>
                  <a:pt x="1802296" y="4216210"/>
                </a:lnTo>
                <a:lnTo>
                  <a:pt x="1802296" y="4216210"/>
                </a:lnTo>
                <a:close/>
                <a:moveTo>
                  <a:pt x="1624624" y="4215279"/>
                </a:moveTo>
                <a:lnTo>
                  <a:pt x="1620441" y="4217139"/>
                </a:lnTo>
                <a:lnTo>
                  <a:pt x="1620440" y="4217140"/>
                </a:lnTo>
                <a:lnTo>
                  <a:pt x="1624627" y="4215280"/>
                </a:lnTo>
                <a:lnTo>
                  <a:pt x="1626485" y="4215280"/>
                </a:lnTo>
                <a:lnTo>
                  <a:pt x="1626485" y="4215279"/>
                </a:lnTo>
                <a:close/>
                <a:moveTo>
                  <a:pt x="1789738" y="4213884"/>
                </a:moveTo>
                <a:lnTo>
                  <a:pt x="1783692" y="4214349"/>
                </a:lnTo>
                <a:lnTo>
                  <a:pt x="1776715" y="4217140"/>
                </a:lnTo>
                <a:lnTo>
                  <a:pt x="1778332" y="4218169"/>
                </a:lnTo>
                <a:lnTo>
                  <a:pt x="1776716" y="4217140"/>
                </a:lnTo>
                <a:lnTo>
                  <a:pt x="1783692" y="4214350"/>
                </a:lnTo>
                <a:lnTo>
                  <a:pt x="1789739" y="4213884"/>
                </a:lnTo>
                <a:lnTo>
                  <a:pt x="1794859" y="4214981"/>
                </a:lnTo>
                <a:close/>
                <a:moveTo>
                  <a:pt x="1868806" y="4205977"/>
                </a:moveTo>
                <a:lnTo>
                  <a:pt x="1864155" y="4212023"/>
                </a:lnTo>
                <a:lnTo>
                  <a:pt x="1860900" y="4212489"/>
                </a:lnTo>
                <a:lnTo>
                  <a:pt x="1852528" y="4217140"/>
                </a:lnTo>
                <a:lnTo>
                  <a:pt x="1844621" y="4217140"/>
                </a:lnTo>
                <a:lnTo>
                  <a:pt x="1841365" y="4220861"/>
                </a:lnTo>
                <a:lnTo>
                  <a:pt x="1839036" y="4219049"/>
                </a:lnTo>
                <a:lnTo>
                  <a:pt x="1841365" y="4220861"/>
                </a:lnTo>
                <a:lnTo>
                  <a:pt x="1844621" y="4217140"/>
                </a:lnTo>
                <a:lnTo>
                  <a:pt x="1852528" y="4217140"/>
                </a:lnTo>
                <a:lnTo>
                  <a:pt x="1860900" y="4212489"/>
                </a:lnTo>
                <a:lnTo>
                  <a:pt x="1864156" y="4212024"/>
                </a:lnTo>
                <a:lnTo>
                  <a:pt x="1868807" y="4205977"/>
                </a:lnTo>
                <a:close/>
                <a:moveTo>
                  <a:pt x="4143189" y="4191094"/>
                </a:moveTo>
                <a:lnTo>
                  <a:pt x="4143653" y="4194815"/>
                </a:lnTo>
                <a:lnTo>
                  <a:pt x="4140398" y="4196676"/>
                </a:lnTo>
                <a:lnTo>
                  <a:pt x="4139468" y="4193885"/>
                </a:lnTo>
                <a:close/>
                <a:moveTo>
                  <a:pt x="1900189" y="4188523"/>
                </a:moveTo>
                <a:lnTo>
                  <a:pt x="1900434" y="4188768"/>
                </a:lnTo>
                <a:lnTo>
                  <a:pt x="1900900" y="4188768"/>
                </a:lnTo>
                <a:lnTo>
                  <a:pt x="1902295" y="4188768"/>
                </a:lnTo>
                <a:lnTo>
                  <a:pt x="1906529" y="4189192"/>
                </a:lnTo>
                <a:lnTo>
                  <a:pt x="1902295" y="4188768"/>
                </a:lnTo>
                <a:lnTo>
                  <a:pt x="1900900" y="4188768"/>
                </a:lnTo>
                <a:lnTo>
                  <a:pt x="1900434" y="4188768"/>
                </a:lnTo>
                <a:close/>
                <a:moveTo>
                  <a:pt x="1910666" y="4188303"/>
                </a:moveTo>
                <a:lnTo>
                  <a:pt x="1906946" y="4189233"/>
                </a:lnTo>
                <a:lnTo>
                  <a:pt x="1906946" y="4189233"/>
                </a:lnTo>
                <a:close/>
                <a:moveTo>
                  <a:pt x="1877179" y="4187372"/>
                </a:moveTo>
                <a:lnTo>
                  <a:pt x="1875318" y="4192023"/>
                </a:lnTo>
                <a:lnTo>
                  <a:pt x="1870202" y="4192954"/>
                </a:lnTo>
                <a:lnTo>
                  <a:pt x="1870202" y="4198535"/>
                </a:lnTo>
                <a:lnTo>
                  <a:pt x="1865551" y="4200861"/>
                </a:lnTo>
                <a:lnTo>
                  <a:pt x="1866016" y="4204117"/>
                </a:lnTo>
                <a:lnTo>
                  <a:pt x="1867921" y="4205387"/>
                </a:lnTo>
                <a:lnTo>
                  <a:pt x="1866016" y="4204117"/>
                </a:lnTo>
                <a:lnTo>
                  <a:pt x="1865552" y="4200862"/>
                </a:lnTo>
                <a:lnTo>
                  <a:pt x="1870203" y="4198536"/>
                </a:lnTo>
                <a:lnTo>
                  <a:pt x="1870203" y="4192955"/>
                </a:lnTo>
                <a:lnTo>
                  <a:pt x="1875318" y="4192024"/>
                </a:lnTo>
                <a:lnTo>
                  <a:pt x="1877179" y="4187373"/>
                </a:lnTo>
                <a:lnTo>
                  <a:pt x="1881830" y="4187838"/>
                </a:lnTo>
                <a:lnTo>
                  <a:pt x="1881829" y="4187838"/>
                </a:lnTo>
                <a:close/>
                <a:moveTo>
                  <a:pt x="1897189" y="4185988"/>
                </a:moveTo>
                <a:lnTo>
                  <a:pt x="1897644" y="4186443"/>
                </a:lnTo>
                <a:lnTo>
                  <a:pt x="1899039" y="4187838"/>
                </a:lnTo>
                <a:lnTo>
                  <a:pt x="1899552" y="4188095"/>
                </a:lnTo>
                <a:lnTo>
                  <a:pt x="1899039" y="4187838"/>
                </a:lnTo>
                <a:lnTo>
                  <a:pt x="1897644" y="4186442"/>
                </a:lnTo>
                <a:close/>
                <a:moveTo>
                  <a:pt x="1891132" y="4183652"/>
                </a:moveTo>
                <a:lnTo>
                  <a:pt x="1892062" y="4184582"/>
                </a:lnTo>
                <a:lnTo>
                  <a:pt x="1892062" y="4184582"/>
                </a:lnTo>
                <a:lnTo>
                  <a:pt x="1892062" y="4184582"/>
                </a:lnTo>
                <a:lnTo>
                  <a:pt x="1895318" y="4185048"/>
                </a:lnTo>
                <a:lnTo>
                  <a:pt x="1897179" y="4185978"/>
                </a:lnTo>
                <a:lnTo>
                  <a:pt x="1897178" y="4185977"/>
                </a:lnTo>
                <a:lnTo>
                  <a:pt x="1895318" y="4185047"/>
                </a:lnTo>
                <a:lnTo>
                  <a:pt x="1892062" y="4184582"/>
                </a:lnTo>
                <a:close/>
                <a:moveTo>
                  <a:pt x="1887887" y="4179953"/>
                </a:moveTo>
                <a:lnTo>
                  <a:pt x="1888342" y="4180862"/>
                </a:lnTo>
                <a:lnTo>
                  <a:pt x="1888807" y="4180397"/>
                </a:lnTo>
                <a:lnTo>
                  <a:pt x="1890201" y="4180861"/>
                </a:lnTo>
                <a:lnTo>
                  <a:pt x="1888806" y="4180396"/>
                </a:lnTo>
                <a:lnTo>
                  <a:pt x="1888342" y="4180861"/>
                </a:lnTo>
                <a:close/>
                <a:moveTo>
                  <a:pt x="1887411" y="4179001"/>
                </a:moveTo>
                <a:lnTo>
                  <a:pt x="1883225" y="4181791"/>
                </a:lnTo>
                <a:lnTo>
                  <a:pt x="1874388" y="4180861"/>
                </a:lnTo>
                <a:lnTo>
                  <a:pt x="1874389" y="4180862"/>
                </a:lnTo>
                <a:lnTo>
                  <a:pt x="1883225" y="4181792"/>
                </a:lnTo>
                <a:lnTo>
                  <a:pt x="1887411" y="4179001"/>
                </a:lnTo>
                <a:close/>
                <a:moveTo>
                  <a:pt x="3945517" y="4173420"/>
                </a:moveTo>
                <a:lnTo>
                  <a:pt x="3947378" y="4177606"/>
                </a:lnTo>
                <a:lnTo>
                  <a:pt x="3947843" y="4184118"/>
                </a:lnTo>
                <a:lnTo>
                  <a:pt x="3946448" y="4192025"/>
                </a:lnTo>
                <a:lnTo>
                  <a:pt x="3946913" y="4198536"/>
                </a:lnTo>
                <a:lnTo>
                  <a:pt x="3949238" y="4200861"/>
                </a:lnTo>
                <a:lnTo>
                  <a:pt x="3951099" y="4207838"/>
                </a:lnTo>
                <a:lnTo>
                  <a:pt x="3953424" y="4211094"/>
                </a:lnTo>
                <a:lnTo>
                  <a:pt x="3952494" y="4214349"/>
                </a:lnTo>
                <a:lnTo>
                  <a:pt x="3949704" y="4212954"/>
                </a:lnTo>
                <a:lnTo>
                  <a:pt x="3947378" y="4214349"/>
                </a:lnTo>
                <a:lnTo>
                  <a:pt x="3945517" y="4210629"/>
                </a:lnTo>
                <a:lnTo>
                  <a:pt x="3941797" y="4209234"/>
                </a:lnTo>
                <a:lnTo>
                  <a:pt x="3937610" y="4212024"/>
                </a:lnTo>
                <a:lnTo>
                  <a:pt x="3935285" y="4208303"/>
                </a:lnTo>
                <a:lnTo>
                  <a:pt x="3933890" y="4210629"/>
                </a:lnTo>
                <a:lnTo>
                  <a:pt x="3934820" y="4213420"/>
                </a:lnTo>
                <a:lnTo>
                  <a:pt x="3937610" y="4213885"/>
                </a:lnTo>
                <a:lnTo>
                  <a:pt x="3943192" y="4216675"/>
                </a:lnTo>
                <a:lnTo>
                  <a:pt x="3948309" y="4224582"/>
                </a:lnTo>
                <a:lnTo>
                  <a:pt x="3950634" y="4224117"/>
                </a:lnTo>
                <a:lnTo>
                  <a:pt x="3950168" y="4228768"/>
                </a:lnTo>
                <a:lnTo>
                  <a:pt x="3945983" y="4237605"/>
                </a:lnTo>
                <a:lnTo>
                  <a:pt x="3946913" y="4244117"/>
                </a:lnTo>
                <a:lnTo>
                  <a:pt x="3945983" y="4245512"/>
                </a:lnTo>
                <a:lnTo>
                  <a:pt x="3946913" y="4252024"/>
                </a:lnTo>
                <a:lnTo>
                  <a:pt x="3945983" y="4255744"/>
                </a:lnTo>
                <a:lnTo>
                  <a:pt x="3942261" y="4261790"/>
                </a:lnTo>
                <a:lnTo>
                  <a:pt x="3936680" y="4261790"/>
                </a:lnTo>
                <a:lnTo>
                  <a:pt x="3934820" y="4264582"/>
                </a:lnTo>
                <a:lnTo>
                  <a:pt x="3931099" y="4260395"/>
                </a:lnTo>
                <a:lnTo>
                  <a:pt x="3929704" y="4256675"/>
                </a:lnTo>
                <a:lnTo>
                  <a:pt x="3927843" y="4258070"/>
                </a:lnTo>
                <a:lnTo>
                  <a:pt x="3925518" y="4263186"/>
                </a:lnTo>
                <a:lnTo>
                  <a:pt x="3926448" y="4266907"/>
                </a:lnTo>
                <a:lnTo>
                  <a:pt x="3931099" y="4270628"/>
                </a:lnTo>
                <a:lnTo>
                  <a:pt x="3929239" y="4273884"/>
                </a:lnTo>
                <a:lnTo>
                  <a:pt x="3926913" y="4272953"/>
                </a:lnTo>
                <a:lnTo>
                  <a:pt x="3926448" y="4269233"/>
                </a:lnTo>
                <a:lnTo>
                  <a:pt x="3922262" y="4269697"/>
                </a:lnTo>
                <a:lnTo>
                  <a:pt x="3921332" y="4275744"/>
                </a:lnTo>
                <a:lnTo>
                  <a:pt x="3918541" y="4277604"/>
                </a:lnTo>
                <a:lnTo>
                  <a:pt x="3918541" y="4282721"/>
                </a:lnTo>
                <a:lnTo>
                  <a:pt x="3920866" y="4285977"/>
                </a:lnTo>
                <a:lnTo>
                  <a:pt x="3918541" y="4286441"/>
                </a:lnTo>
                <a:lnTo>
                  <a:pt x="3917611" y="4286441"/>
                </a:lnTo>
                <a:lnTo>
                  <a:pt x="3916215" y="4286907"/>
                </a:lnTo>
                <a:lnTo>
                  <a:pt x="3915751" y="4286907"/>
                </a:lnTo>
                <a:lnTo>
                  <a:pt x="3916215" y="4285511"/>
                </a:lnTo>
                <a:lnTo>
                  <a:pt x="3916215" y="4284581"/>
                </a:lnTo>
                <a:lnTo>
                  <a:pt x="3912959" y="4284116"/>
                </a:lnTo>
                <a:lnTo>
                  <a:pt x="3913890" y="4285511"/>
                </a:lnTo>
                <a:lnTo>
                  <a:pt x="3914820" y="4285511"/>
                </a:lnTo>
                <a:lnTo>
                  <a:pt x="3915751" y="4284581"/>
                </a:lnTo>
                <a:lnTo>
                  <a:pt x="3916215" y="4285511"/>
                </a:lnTo>
                <a:lnTo>
                  <a:pt x="3915751" y="4286441"/>
                </a:lnTo>
                <a:lnTo>
                  <a:pt x="3915751" y="4286907"/>
                </a:lnTo>
                <a:lnTo>
                  <a:pt x="3916215" y="4287372"/>
                </a:lnTo>
                <a:lnTo>
                  <a:pt x="3921332" y="4285977"/>
                </a:lnTo>
                <a:lnTo>
                  <a:pt x="3923657" y="4283651"/>
                </a:lnTo>
                <a:lnTo>
                  <a:pt x="3925053" y="4280395"/>
                </a:lnTo>
                <a:lnTo>
                  <a:pt x="3926913" y="4281790"/>
                </a:lnTo>
                <a:lnTo>
                  <a:pt x="3926448" y="4285977"/>
                </a:lnTo>
                <a:lnTo>
                  <a:pt x="3929704" y="4285977"/>
                </a:lnTo>
                <a:lnTo>
                  <a:pt x="3932029" y="4294813"/>
                </a:lnTo>
                <a:lnTo>
                  <a:pt x="3933890" y="4298069"/>
                </a:lnTo>
                <a:lnTo>
                  <a:pt x="3930634" y="4302255"/>
                </a:lnTo>
                <a:lnTo>
                  <a:pt x="3931564" y="4304580"/>
                </a:lnTo>
                <a:lnTo>
                  <a:pt x="3934820" y="4306906"/>
                </a:lnTo>
                <a:lnTo>
                  <a:pt x="3935285" y="4311092"/>
                </a:lnTo>
                <a:lnTo>
                  <a:pt x="3937610" y="4312487"/>
                </a:lnTo>
                <a:lnTo>
                  <a:pt x="3935285" y="4315743"/>
                </a:lnTo>
                <a:lnTo>
                  <a:pt x="3935750" y="4318999"/>
                </a:lnTo>
                <a:lnTo>
                  <a:pt x="3934355" y="4325045"/>
                </a:lnTo>
                <a:lnTo>
                  <a:pt x="3933890" y="4330626"/>
                </a:lnTo>
                <a:lnTo>
                  <a:pt x="3934820" y="4335743"/>
                </a:lnTo>
                <a:lnTo>
                  <a:pt x="3937146" y="4341325"/>
                </a:lnTo>
                <a:lnTo>
                  <a:pt x="3934355" y="4350627"/>
                </a:lnTo>
                <a:lnTo>
                  <a:pt x="3932495" y="4348766"/>
                </a:lnTo>
                <a:lnTo>
                  <a:pt x="3930634" y="4351091"/>
                </a:lnTo>
                <a:lnTo>
                  <a:pt x="3932959" y="4353882"/>
                </a:lnTo>
                <a:lnTo>
                  <a:pt x="3928773" y="4358533"/>
                </a:lnTo>
                <a:lnTo>
                  <a:pt x="3927378" y="4362719"/>
                </a:lnTo>
                <a:lnTo>
                  <a:pt x="3924588" y="4359464"/>
                </a:lnTo>
                <a:lnTo>
                  <a:pt x="3921797" y="4361789"/>
                </a:lnTo>
                <a:lnTo>
                  <a:pt x="3913890" y="4359929"/>
                </a:lnTo>
                <a:lnTo>
                  <a:pt x="3915285" y="4365045"/>
                </a:lnTo>
                <a:lnTo>
                  <a:pt x="3920866" y="4372022"/>
                </a:lnTo>
                <a:lnTo>
                  <a:pt x="3923192" y="4377137"/>
                </a:lnTo>
                <a:lnTo>
                  <a:pt x="3921797" y="4378533"/>
                </a:lnTo>
                <a:lnTo>
                  <a:pt x="3918541" y="4378533"/>
                </a:lnTo>
                <a:lnTo>
                  <a:pt x="3914355" y="4380393"/>
                </a:lnTo>
                <a:lnTo>
                  <a:pt x="3910634" y="4378533"/>
                </a:lnTo>
                <a:lnTo>
                  <a:pt x="3913890" y="4380859"/>
                </a:lnTo>
                <a:lnTo>
                  <a:pt x="3918541" y="4379928"/>
                </a:lnTo>
                <a:lnTo>
                  <a:pt x="3920402" y="4380393"/>
                </a:lnTo>
                <a:lnTo>
                  <a:pt x="3923192" y="4387369"/>
                </a:lnTo>
                <a:lnTo>
                  <a:pt x="3918541" y="4389230"/>
                </a:lnTo>
                <a:lnTo>
                  <a:pt x="3920866" y="4392486"/>
                </a:lnTo>
                <a:lnTo>
                  <a:pt x="3921332" y="4398067"/>
                </a:lnTo>
                <a:lnTo>
                  <a:pt x="3917611" y="4396207"/>
                </a:lnTo>
                <a:lnTo>
                  <a:pt x="3917146" y="4403183"/>
                </a:lnTo>
                <a:lnTo>
                  <a:pt x="3915285" y="4402253"/>
                </a:lnTo>
                <a:lnTo>
                  <a:pt x="3909239" y="4412020"/>
                </a:lnTo>
                <a:lnTo>
                  <a:pt x="3908308" y="4416207"/>
                </a:lnTo>
                <a:lnTo>
                  <a:pt x="3903657" y="4418997"/>
                </a:lnTo>
                <a:lnTo>
                  <a:pt x="3899472" y="4415741"/>
                </a:lnTo>
                <a:lnTo>
                  <a:pt x="3899472" y="4413416"/>
                </a:lnTo>
                <a:lnTo>
                  <a:pt x="3903657" y="4400858"/>
                </a:lnTo>
                <a:lnTo>
                  <a:pt x="3904588" y="4396672"/>
                </a:lnTo>
                <a:lnTo>
                  <a:pt x="3904123" y="4392486"/>
                </a:lnTo>
                <a:lnTo>
                  <a:pt x="3899937" y="4389695"/>
                </a:lnTo>
                <a:lnTo>
                  <a:pt x="3901797" y="4385044"/>
                </a:lnTo>
                <a:lnTo>
                  <a:pt x="3903657" y="4386440"/>
                </a:lnTo>
                <a:lnTo>
                  <a:pt x="3906449" y="4383184"/>
                </a:lnTo>
                <a:lnTo>
                  <a:pt x="3905518" y="4378998"/>
                </a:lnTo>
                <a:lnTo>
                  <a:pt x="3908308" y="4379928"/>
                </a:lnTo>
                <a:lnTo>
                  <a:pt x="3908774" y="4379928"/>
                </a:lnTo>
                <a:lnTo>
                  <a:pt x="3905053" y="4377603"/>
                </a:lnTo>
                <a:lnTo>
                  <a:pt x="3900867" y="4380859"/>
                </a:lnTo>
                <a:lnTo>
                  <a:pt x="3896216" y="4380393"/>
                </a:lnTo>
                <a:lnTo>
                  <a:pt x="3893425" y="4374812"/>
                </a:lnTo>
                <a:lnTo>
                  <a:pt x="3892961" y="4360859"/>
                </a:lnTo>
                <a:lnTo>
                  <a:pt x="3894356" y="4356208"/>
                </a:lnTo>
                <a:lnTo>
                  <a:pt x="3893425" y="4352952"/>
                </a:lnTo>
                <a:lnTo>
                  <a:pt x="3894820" y="4349696"/>
                </a:lnTo>
                <a:lnTo>
                  <a:pt x="3892495" y="4345976"/>
                </a:lnTo>
                <a:lnTo>
                  <a:pt x="3894820" y="4338999"/>
                </a:lnTo>
                <a:lnTo>
                  <a:pt x="3894356" y="4332952"/>
                </a:lnTo>
                <a:lnTo>
                  <a:pt x="3895751" y="4325975"/>
                </a:lnTo>
                <a:lnTo>
                  <a:pt x="3900402" y="4320394"/>
                </a:lnTo>
                <a:lnTo>
                  <a:pt x="3899937" y="4311557"/>
                </a:lnTo>
                <a:lnTo>
                  <a:pt x="3898542" y="4308767"/>
                </a:lnTo>
                <a:lnTo>
                  <a:pt x="3896681" y="4301324"/>
                </a:lnTo>
                <a:lnTo>
                  <a:pt x="3897146" y="4294813"/>
                </a:lnTo>
                <a:lnTo>
                  <a:pt x="3899472" y="4294813"/>
                </a:lnTo>
                <a:lnTo>
                  <a:pt x="3904588" y="4289232"/>
                </a:lnTo>
                <a:lnTo>
                  <a:pt x="3908308" y="4289232"/>
                </a:lnTo>
                <a:lnTo>
                  <a:pt x="3907844" y="4284581"/>
                </a:lnTo>
                <a:lnTo>
                  <a:pt x="3912495" y="4283651"/>
                </a:lnTo>
                <a:lnTo>
                  <a:pt x="3909704" y="4283186"/>
                </a:lnTo>
                <a:lnTo>
                  <a:pt x="3908308" y="4280860"/>
                </a:lnTo>
                <a:lnTo>
                  <a:pt x="3909239" y="4277139"/>
                </a:lnTo>
                <a:lnTo>
                  <a:pt x="3908308" y="4274348"/>
                </a:lnTo>
                <a:lnTo>
                  <a:pt x="3908308" y="4270163"/>
                </a:lnTo>
                <a:lnTo>
                  <a:pt x="3911564" y="4269697"/>
                </a:lnTo>
                <a:lnTo>
                  <a:pt x="3912495" y="4266907"/>
                </a:lnTo>
                <a:lnTo>
                  <a:pt x="3907844" y="4264582"/>
                </a:lnTo>
                <a:lnTo>
                  <a:pt x="3908774" y="4252024"/>
                </a:lnTo>
                <a:lnTo>
                  <a:pt x="3912495" y="4250163"/>
                </a:lnTo>
                <a:lnTo>
                  <a:pt x="3911100" y="4245977"/>
                </a:lnTo>
                <a:lnTo>
                  <a:pt x="3916215" y="4243186"/>
                </a:lnTo>
                <a:lnTo>
                  <a:pt x="3910634" y="4241791"/>
                </a:lnTo>
                <a:lnTo>
                  <a:pt x="3914355" y="4232024"/>
                </a:lnTo>
                <a:lnTo>
                  <a:pt x="3913890" y="4228303"/>
                </a:lnTo>
                <a:lnTo>
                  <a:pt x="3917146" y="4227837"/>
                </a:lnTo>
                <a:lnTo>
                  <a:pt x="3912959" y="4221791"/>
                </a:lnTo>
                <a:lnTo>
                  <a:pt x="3915751" y="4217605"/>
                </a:lnTo>
                <a:lnTo>
                  <a:pt x="3913425" y="4216675"/>
                </a:lnTo>
                <a:lnTo>
                  <a:pt x="3914820" y="4211559"/>
                </a:lnTo>
                <a:lnTo>
                  <a:pt x="3915285" y="4206908"/>
                </a:lnTo>
                <a:lnTo>
                  <a:pt x="3917611" y="4203652"/>
                </a:lnTo>
                <a:lnTo>
                  <a:pt x="3916681" y="4199932"/>
                </a:lnTo>
                <a:lnTo>
                  <a:pt x="3920866" y="4199001"/>
                </a:lnTo>
                <a:lnTo>
                  <a:pt x="3922727" y="4196676"/>
                </a:lnTo>
                <a:lnTo>
                  <a:pt x="3920866" y="4193885"/>
                </a:lnTo>
                <a:lnTo>
                  <a:pt x="3921332" y="4189234"/>
                </a:lnTo>
                <a:lnTo>
                  <a:pt x="3925053" y="4188769"/>
                </a:lnTo>
                <a:lnTo>
                  <a:pt x="3925983" y="4185513"/>
                </a:lnTo>
                <a:lnTo>
                  <a:pt x="3929704" y="4185048"/>
                </a:lnTo>
                <a:lnTo>
                  <a:pt x="3927378" y="4179932"/>
                </a:lnTo>
                <a:lnTo>
                  <a:pt x="3928308" y="4179001"/>
                </a:lnTo>
                <a:lnTo>
                  <a:pt x="3935285" y="4178071"/>
                </a:lnTo>
                <a:lnTo>
                  <a:pt x="3937146" y="4180862"/>
                </a:lnTo>
                <a:lnTo>
                  <a:pt x="3939936" y="4179467"/>
                </a:lnTo>
                <a:lnTo>
                  <a:pt x="3938076" y="4176676"/>
                </a:lnTo>
                <a:lnTo>
                  <a:pt x="3939936" y="4174350"/>
                </a:lnTo>
                <a:lnTo>
                  <a:pt x="3943657" y="4177141"/>
                </a:lnTo>
                <a:close/>
                <a:moveTo>
                  <a:pt x="1608346" y="4171559"/>
                </a:moveTo>
                <a:lnTo>
                  <a:pt x="1598114" y="4172954"/>
                </a:lnTo>
                <a:lnTo>
                  <a:pt x="1597252" y="4172462"/>
                </a:lnTo>
                <a:lnTo>
                  <a:pt x="1598115" y="4172955"/>
                </a:lnTo>
                <a:lnTo>
                  <a:pt x="1608347" y="4171560"/>
                </a:lnTo>
                <a:lnTo>
                  <a:pt x="1612999" y="4172490"/>
                </a:lnTo>
                <a:lnTo>
                  <a:pt x="1616737" y="4172202"/>
                </a:lnTo>
                <a:lnTo>
                  <a:pt x="1612997" y="4172489"/>
                </a:lnTo>
                <a:close/>
                <a:moveTo>
                  <a:pt x="1594858" y="4171094"/>
                </a:moveTo>
                <a:lnTo>
                  <a:pt x="1591602" y="4172025"/>
                </a:lnTo>
                <a:lnTo>
                  <a:pt x="1588347" y="4176209"/>
                </a:lnTo>
                <a:lnTo>
                  <a:pt x="1588348" y="4176211"/>
                </a:lnTo>
                <a:lnTo>
                  <a:pt x="1591604" y="4172024"/>
                </a:lnTo>
                <a:lnTo>
                  <a:pt x="1594859" y="4171094"/>
                </a:lnTo>
                <a:close/>
                <a:moveTo>
                  <a:pt x="1899969" y="4165978"/>
                </a:moveTo>
                <a:lnTo>
                  <a:pt x="1902759" y="4170629"/>
                </a:lnTo>
                <a:lnTo>
                  <a:pt x="1899969" y="4176675"/>
                </a:lnTo>
                <a:lnTo>
                  <a:pt x="1896249" y="4172489"/>
                </a:lnTo>
                <a:lnTo>
                  <a:pt x="1897178" y="4168769"/>
                </a:lnTo>
                <a:close/>
                <a:moveTo>
                  <a:pt x="1581834" y="4160862"/>
                </a:moveTo>
                <a:lnTo>
                  <a:pt x="1575323" y="4161327"/>
                </a:lnTo>
                <a:lnTo>
                  <a:pt x="1571139" y="4163186"/>
                </a:lnTo>
                <a:lnTo>
                  <a:pt x="1571139" y="4163188"/>
                </a:lnTo>
                <a:lnTo>
                  <a:pt x="1575325" y="4161327"/>
                </a:lnTo>
                <a:lnTo>
                  <a:pt x="1581835" y="4160862"/>
                </a:lnTo>
                <a:close/>
                <a:moveTo>
                  <a:pt x="3943657" y="4156211"/>
                </a:moveTo>
                <a:lnTo>
                  <a:pt x="3945053" y="4159001"/>
                </a:lnTo>
                <a:lnTo>
                  <a:pt x="3943192" y="4161792"/>
                </a:lnTo>
                <a:lnTo>
                  <a:pt x="3939006" y="4161792"/>
                </a:lnTo>
                <a:lnTo>
                  <a:pt x="3938076" y="4158072"/>
                </a:lnTo>
                <a:close/>
                <a:moveTo>
                  <a:pt x="1568813" y="4154351"/>
                </a:moveTo>
                <a:lnTo>
                  <a:pt x="1572068" y="4155745"/>
                </a:lnTo>
                <a:lnTo>
                  <a:pt x="1572068" y="4155745"/>
                </a:lnTo>
                <a:close/>
                <a:moveTo>
                  <a:pt x="1475789" y="4152025"/>
                </a:moveTo>
                <a:lnTo>
                  <a:pt x="1475325" y="4156210"/>
                </a:lnTo>
                <a:lnTo>
                  <a:pt x="1475326" y="4156210"/>
                </a:lnTo>
                <a:lnTo>
                  <a:pt x="1475792" y="4152025"/>
                </a:lnTo>
                <a:close/>
                <a:moveTo>
                  <a:pt x="1494394" y="4145513"/>
                </a:moveTo>
                <a:lnTo>
                  <a:pt x="1492069" y="4147374"/>
                </a:lnTo>
                <a:lnTo>
                  <a:pt x="1486489" y="4149233"/>
                </a:lnTo>
                <a:lnTo>
                  <a:pt x="1486489" y="4149234"/>
                </a:lnTo>
                <a:lnTo>
                  <a:pt x="1492070" y="4147374"/>
                </a:lnTo>
                <a:lnTo>
                  <a:pt x="1494395" y="4145514"/>
                </a:lnTo>
                <a:close/>
                <a:moveTo>
                  <a:pt x="1482301" y="4145513"/>
                </a:moveTo>
                <a:lnTo>
                  <a:pt x="1483696" y="4151560"/>
                </a:lnTo>
                <a:lnTo>
                  <a:pt x="1482302" y="4154350"/>
                </a:lnTo>
                <a:lnTo>
                  <a:pt x="1482303" y="4154351"/>
                </a:lnTo>
                <a:lnTo>
                  <a:pt x="1483699" y="4151559"/>
                </a:lnTo>
                <a:lnTo>
                  <a:pt x="1482303" y="4145513"/>
                </a:lnTo>
                <a:close/>
                <a:moveTo>
                  <a:pt x="1414860" y="4142723"/>
                </a:moveTo>
                <a:lnTo>
                  <a:pt x="1412535" y="4143653"/>
                </a:lnTo>
                <a:lnTo>
                  <a:pt x="1412535" y="4146443"/>
                </a:lnTo>
                <a:lnTo>
                  <a:pt x="1411008" y="4146225"/>
                </a:lnTo>
                <a:lnTo>
                  <a:pt x="1412537" y="4146444"/>
                </a:lnTo>
                <a:lnTo>
                  <a:pt x="1412537" y="4143653"/>
                </a:lnTo>
                <a:lnTo>
                  <a:pt x="1414861" y="4142723"/>
                </a:lnTo>
                <a:close/>
                <a:moveTo>
                  <a:pt x="1510208" y="4142257"/>
                </a:moveTo>
                <a:lnTo>
                  <a:pt x="1506024" y="4144117"/>
                </a:lnTo>
                <a:lnTo>
                  <a:pt x="1506024" y="4144118"/>
                </a:lnTo>
                <a:lnTo>
                  <a:pt x="1510208" y="4142258"/>
                </a:lnTo>
                <a:close/>
                <a:moveTo>
                  <a:pt x="1402768" y="4141327"/>
                </a:moveTo>
                <a:lnTo>
                  <a:pt x="1401373" y="4147373"/>
                </a:lnTo>
                <a:lnTo>
                  <a:pt x="1401374" y="4147374"/>
                </a:lnTo>
                <a:lnTo>
                  <a:pt x="1402769" y="4141327"/>
                </a:lnTo>
                <a:close/>
                <a:moveTo>
                  <a:pt x="1502766" y="4139931"/>
                </a:moveTo>
                <a:lnTo>
                  <a:pt x="1497184" y="4142723"/>
                </a:lnTo>
                <a:lnTo>
                  <a:pt x="1497650" y="4147838"/>
                </a:lnTo>
                <a:lnTo>
                  <a:pt x="1497651" y="4147839"/>
                </a:lnTo>
                <a:lnTo>
                  <a:pt x="1497187" y="4142723"/>
                </a:lnTo>
                <a:lnTo>
                  <a:pt x="1502768" y="4139932"/>
                </a:lnTo>
                <a:lnTo>
                  <a:pt x="1506021" y="4139932"/>
                </a:lnTo>
                <a:lnTo>
                  <a:pt x="1506021" y="4139931"/>
                </a:lnTo>
                <a:close/>
                <a:moveTo>
                  <a:pt x="1394863" y="4134351"/>
                </a:moveTo>
                <a:lnTo>
                  <a:pt x="1394862" y="4134351"/>
                </a:lnTo>
                <a:lnTo>
                  <a:pt x="1395884" y="4134760"/>
                </a:lnTo>
                <a:close/>
                <a:moveTo>
                  <a:pt x="1459047" y="4131094"/>
                </a:moveTo>
                <a:lnTo>
                  <a:pt x="1459048" y="4131095"/>
                </a:lnTo>
                <a:lnTo>
                  <a:pt x="1465527" y="4131857"/>
                </a:lnTo>
                <a:close/>
                <a:moveTo>
                  <a:pt x="1421945" y="4130277"/>
                </a:moveTo>
                <a:lnTo>
                  <a:pt x="1422767" y="4130629"/>
                </a:lnTo>
                <a:lnTo>
                  <a:pt x="1425558" y="4133420"/>
                </a:lnTo>
                <a:lnTo>
                  <a:pt x="1424163" y="4136211"/>
                </a:lnTo>
                <a:lnTo>
                  <a:pt x="1426953" y="4140862"/>
                </a:lnTo>
                <a:lnTo>
                  <a:pt x="1426023" y="4143653"/>
                </a:lnTo>
                <a:lnTo>
                  <a:pt x="1419048" y="4144118"/>
                </a:lnTo>
                <a:lnTo>
                  <a:pt x="1426025" y="4143653"/>
                </a:lnTo>
                <a:lnTo>
                  <a:pt x="1426955" y="4140862"/>
                </a:lnTo>
                <a:lnTo>
                  <a:pt x="1424164" y="4136211"/>
                </a:lnTo>
                <a:lnTo>
                  <a:pt x="1425559" y="4133420"/>
                </a:lnTo>
                <a:lnTo>
                  <a:pt x="1422769" y="4130630"/>
                </a:lnTo>
                <a:close/>
                <a:moveTo>
                  <a:pt x="1455790" y="4128769"/>
                </a:moveTo>
                <a:lnTo>
                  <a:pt x="1450675" y="4132024"/>
                </a:lnTo>
                <a:lnTo>
                  <a:pt x="1450676" y="4132025"/>
                </a:lnTo>
                <a:lnTo>
                  <a:pt x="1455791" y="4128770"/>
                </a:lnTo>
                <a:close/>
                <a:moveTo>
                  <a:pt x="1448348" y="4126909"/>
                </a:moveTo>
                <a:lnTo>
                  <a:pt x="1445092" y="4128769"/>
                </a:lnTo>
                <a:lnTo>
                  <a:pt x="1439513" y="4129699"/>
                </a:lnTo>
                <a:lnTo>
                  <a:pt x="1439513" y="4129700"/>
                </a:lnTo>
                <a:lnTo>
                  <a:pt x="1445095" y="4128769"/>
                </a:lnTo>
                <a:lnTo>
                  <a:pt x="1448349" y="4126909"/>
                </a:lnTo>
                <a:close/>
                <a:moveTo>
                  <a:pt x="1556254" y="4125978"/>
                </a:moveTo>
                <a:lnTo>
                  <a:pt x="1552998" y="4132955"/>
                </a:lnTo>
                <a:lnTo>
                  <a:pt x="1552999" y="4132955"/>
                </a:lnTo>
                <a:lnTo>
                  <a:pt x="1556255" y="4125979"/>
                </a:lnTo>
                <a:lnTo>
                  <a:pt x="1558297" y="4126319"/>
                </a:lnTo>
                <a:close/>
                <a:moveTo>
                  <a:pt x="1565091" y="4121792"/>
                </a:moveTo>
                <a:lnTo>
                  <a:pt x="1564625" y="4127373"/>
                </a:lnTo>
                <a:lnTo>
                  <a:pt x="1564628" y="4127374"/>
                </a:lnTo>
                <a:lnTo>
                  <a:pt x="1565093" y="4121793"/>
                </a:lnTo>
                <a:close/>
                <a:moveTo>
                  <a:pt x="1461837" y="4120398"/>
                </a:moveTo>
                <a:lnTo>
                  <a:pt x="1462767" y="4123188"/>
                </a:lnTo>
                <a:lnTo>
                  <a:pt x="1462768" y="4123187"/>
                </a:lnTo>
                <a:lnTo>
                  <a:pt x="1461838" y="4120398"/>
                </a:lnTo>
                <a:close/>
                <a:moveTo>
                  <a:pt x="1435326" y="4120397"/>
                </a:moveTo>
                <a:lnTo>
                  <a:pt x="1430210" y="4126909"/>
                </a:lnTo>
                <a:lnTo>
                  <a:pt x="1430210" y="4126909"/>
                </a:lnTo>
                <a:lnTo>
                  <a:pt x="1435327" y="4120398"/>
                </a:lnTo>
                <a:lnTo>
                  <a:pt x="1436405" y="4120613"/>
                </a:lnTo>
                <a:close/>
                <a:moveTo>
                  <a:pt x="1427883" y="4117141"/>
                </a:moveTo>
                <a:lnTo>
                  <a:pt x="1424627" y="4119932"/>
                </a:lnTo>
                <a:lnTo>
                  <a:pt x="1426023" y="4125513"/>
                </a:lnTo>
                <a:lnTo>
                  <a:pt x="1421837" y="4126443"/>
                </a:lnTo>
                <a:lnTo>
                  <a:pt x="1419512" y="4129234"/>
                </a:lnTo>
                <a:lnTo>
                  <a:pt x="1419513" y="4129234"/>
                </a:lnTo>
                <a:lnTo>
                  <a:pt x="1421839" y="4126444"/>
                </a:lnTo>
                <a:lnTo>
                  <a:pt x="1426025" y="4125513"/>
                </a:lnTo>
                <a:lnTo>
                  <a:pt x="1424629" y="4119932"/>
                </a:lnTo>
                <a:lnTo>
                  <a:pt x="1427884" y="4117143"/>
                </a:lnTo>
                <a:close/>
                <a:moveTo>
                  <a:pt x="1539559" y="4114926"/>
                </a:moveTo>
                <a:lnTo>
                  <a:pt x="1536719" y="4115281"/>
                </a:lnTo>
                <a:lnTo>
                  <a:pt x="1533640" y="4115100"/>
                </a:lnTo>
                <a:lnTo>
                  <a:pt x="1536721" y="4115281"/>
                </a:lnTo>
                <a:close/>
                <a:moveTo>
                  <a:pt x="1528812" y="4114816"/>
                </a:moveTo>
                <a:lnTo>
                  <a:pt x="1527882" y="4117141"/>
                </a:lnTo>
                <a:lnTo>
                  <a:pt x="1528347" y="4120862"/>
                </a:lnTo>
                <a:lnTo>
                  <a:pt x="1530208" y="4121792"/>
                </a:lnTo>
                <a:lnTo>
                  <a:pt x="1531137" y="4126443"/>
                </a:lnTo>
                <a:lnTo>
                  <a:pt x="1526952" y="4129699"/>
                </a:lnTo>
                <a:lnTo>
                  <a:pt x="1522766" y="4131094"/>
                </a:lnTo>
                <a:lnTo>
                  <a:pt x="1521835" y="4134816"/>
                </a:lnTo>
                <a:lnTo>
                  <a:pt x="1515324" y="4135746"/>
                </a:lnTo>
                <a:lnTo>
                  <a:pt x="1512998" y="4137606"/>
                </a:lnTo>
                <a:lnTo>
                  <a:pt x="1512533" y="4146440"/>
                </a:lnTo>
                <a:lnTo>
                  <a:pt x="1512535" y="4146444"/>
                </a:lnTo>
                <a:lnTo>
                  <a:pt x="1513000" y="4137606"/>
                </a:lnTo>
                <a:lnTo>
                  <a:pt x="1515326" y="4135746"/>
                </a:lnTo>
                <a:lnTo>
                  <a:pt x="1521838" y="4134816"/>
                </a:lnTo>
                <a:lnTo>
                  <a:pt x="1522767" y="4131095"/>
                </a:lnTo>
                <a:lnTo>
                  <a:pt x="1526953" y="4129700"/>
                </a:lnTo>
                <a:lnTo>
                  <a:pt x="1531140" y="4126444"/>
                </a:lnTo>
                <a:lnTo>
                  <a:pt x="1530209" y="4121793"/>
                </a:lnTo>
                <a:lnTo>
                  <a:pt x="1528349" y="4120862"/>
                </a:lnTo>
                <a:lnTo>
                  <a:pt x="1527884" y="4117142"/>
                </a:lnTo>
                <a:lnTo>
                  <a:pt x="1528814" y="4114816"/>
                </a:lnTo>
                <a:close/>
                <a:moveTo>
                  <a:pt x="1552532" y="4111560"/>
                </a:moveTo>
                <a:lnTo>
                  <a:pt x="1550672" y="4115281"/>
                </a:lnTo>
                <a:lnTo>
                  <a:pt x="1544626" y="4120397"/>
                </a:lnTo>
                <a:lnTo>
                  <a:pt x="1544628" y="4120398"/>
                </a:lnTo>
                <a:lnTo>
                  <a:pt x="1550674" y="4115281"/>
                </a:lnTo>
                <a:lnTo>
                  <a:pt x="1552535" y="4111561"/>
                </a:lnTo>
                <a:close/>
                <a:moveTo>
                  <a:pt x="1466487" y="4107374"/>
                </a:moveTo>
                <a:lnTo>
                  <a:pt x="1460906" y="4107839"/>
                </a:lnTo>
                <a:lnTo>
                  <a:pt x="1460908" y="4107840"/>
                </a:lnTo>
                <a:lnTo>
                  <a:pt x="1466488" y="4107374"/>
                </a:lnTo>
                <a:close/>
                <a:moveTo>
                  <a:pt x="1451606" y="4099468"/>
                </a:moveTo>
                <a:lnTo>
                  <a:pt x="1451605" y="4099468"/>
                </a:lnTo>
                <a:lnTo>
                  <a:pt x="1460441" y="4102258"/>
                </a:lnTo>
                <a:close/>
                <a:moveTo>
                  <a:pt x="1449279" y="4099468"/>
                </a:moveTo>
                <a:lnTo>
                  <a:pt x="1452534" y="4105514"/>
                </a:lnTo>
                <a:lnTo>
                  <a:pt x="1455790" y="4106444"/>
                </a:lnTo>
                <a:lnTo>
                  <a:pt x="1454395" y="4111560"/>
                </a:lnTo>
                <a:lnTo>
                  <a:pt x="1456892" y="4112809"/>
                </a:lnTo>
                <a:lnTo>
                  <a:pt x="1457185" y="4112955"/>
                </a:lnTo>
                <a:lnTo>
                  <a:pt x="1453929" y="4117606"/>
                </a:lnTo>
                <a:lnTo>
                  <a:pt x="1454860" y="4120397"/>
                </a:lnTo>
                <a:lnTo>
                  <a:pt x="1454861" y="4120397"/>
                </a:lnTo>
                <a:lnTo>
                  <a:pt x="1453931" y="4117607"/>
                </a:lnTo>
                <a:lnTo>
                  <a:pt x="1457187" y="4112956"/>
                </a:lnTo>
                <a:lnTo>
                  <a:pt x="1457185" y="4112955"/>
                </a:lnTo>
                <a:lnTo>
                  <a:pt x="1457185" y="4112955"/>
                </a:lnTo>
                <a:lnTo>
                  <a:pt x="1456892" y="4112809"/>
                </a:lnTo>
                <a:lnTo>
                  <a:pt x="1454397" y="4111561"/>
                </a:lnTo>
                <a:lnTo>
                  <a:pt x="1455792" y="4106444"/>
                </a:lnTo>
                <a:lnTo>
                  <a:pt x="1452536" y="4105514"/>
                </a:lnTo>
                <a:lnTo>
                  <a:pt x="1449280" y="4099468"/>
                </a:lnTo>
                <a:close/>
                <a:moveTo>
                  <a:pt x="1447885" y="4099003"/>
                </a:moveTo>
                <a:lnTo>
                  <a:pt x="1448595" y="4099240"/>
                </a:lnTo>
                <a:lnTo>
                  <a:pt x="1447885" y="4099003"/>
                </a:lnTo>
                <a:close/>
                <a:moveTo>
                  <a:pt x="1442769" y="4099003"/>
                </a:moveTo>
                <a:lnTo>
                  <a:pt x="1442768" y="4099004"/>
                </a:lnTo>
                <a:lnTo>
                  <a:pt x="1443697" y="4102258"/>
                </a:lnTo>
                <a:lnTo>
                  <a:pt x="1443699" y="4102257"/>
                </a:lnTo>
                <a:close/>
                <a:moveTo>
                  <a:pt x="1419046" y="4096677"/>
                </a:moveTo>
                <a:lnTo>
                  <a:pt x="1420907" y="4103653"/>
                </a:lnTo>
                <a:lnTo>
                  <a:pt x="1421989" y="4104117"/>
                </a:lnTo>
                <a:lnTo>
                  <a:pt x="1420908" y="4103654"/>
                </a:lnTo>
                <a:lnTo>
                  <a:pt x="1419048" y="4096677"/>
                </a:lnTo>
                <a:close/>
                <a:moveTo>
                  <a:pt x="1410675" y="4095747"/>
                </a:moveTo>
                <a:lnTo>
                  <a:pt x="1413198" y="4096828"/>
                </a:lnTo>
                <a:lnTo>
                  <a:pt x="1410676" y="4095747"/>
                </a:lnTo>
                <a:close/>
                <a:moveTo>
                  <a:pt x="1392072" y="4089235"/>
                </a:moveTo>
                <a:lnTo>
                  <a:pt x="1392072" y="4089235"/>
                </a:lnTo>
                <a:lnTo>
                  <a:pt x="1393103" y="4089648"/>
                </a:lnTo>
                <a:close/>
                <a:moveTo>
                  <a:pt x="1461372" y="4084119"/>
                </a:moveTo>
                <a:lnTo>
                  <a:pt x="1455792" y="4085979"/>
                </a:lnTo>
                <a:lnTo>
                  <a:pt x="1455792" y="4085979"/>
                </a:lnTo>
                <a:lnTo>
                  <a:pt x="1461372" y="4084119"/>
                </a:lnTo>
                <a:close/>
                <a:moveTo>
                  <a:pt x="1381374" y="4081793"/>
                </a:moveTo>
                <a:lnTo>
                  <a:pt x="1381374" y="4081794"/>
                </a:lnTo>
                <a:lnTo>
                  <a:pt x="1385560" y="4083654"/>
                </a:lnTo>
                <a:lnTo>
                  <a:pt x="1387420" y="4082259"/>
                </a:lnTo>
                <a:lnTo>
                  <a:pt x="1387419" y="4082258"/>
                </a:lnTo>
                <a:lnTo>
                  <a:pt x="1385559" y="4083653"/>
                </a:lnTo>
                <a:close/>
                <a:moveTo>
                  <a:pt x="3999005" y="4077608"/>
                </a:moveTo>
                <a:lnTo>
                  <a:pt x="4001331" y="4083654"/>
                </a:lnTo>
                <a:lnTo>
                  <a:pt x="3999470" y="4092026"/>
                </a:lnTo>
                <a:lnTo>
                  <a:pt x="3997609" y="4091561"/>
                </a:lnTo>
                <a:lnTo>
                  <a:pt x="3999005" y="4087375"/>
                </a:lnTo>
                <a:lnTo>
                  <a:pt x="3997145" y="4079003"/>
                </a:lnTo>
                <a:close/>
                <a:moveTo>
                  <a:pt x="1472154" y="4076627"/>
                </a:moveTo>
                <a:lnTo>
                  <a:pt x="1473464" y="4076677"/>
                </a:lnTo>
                <a:lnTo>
                  <a:pt x="1479045" y="4078538"/>
                </a:lnTo>
                <a:lnTo>
                  <a:pt x="1479046" y="4078537"/>
                </a:lnTo>
                <a:lnTo>
                  <a:pt x="1473466" y="4076677"/>
                </a:lnTo>
                <a:close/>
                <a:moveTo>
                  <a:pt x="1390211" y="4072491"/>
                </a:moveTo>
                <a:lnTo>
                  <a:pt x="1390211" y="4072492"/>
                </a:lnTo>
                <a:lnTo>
                  <a:pt x="1393000" y="4074817"/>
                </a:lnTo>
                <a:lnTo>
                  <a:pt x="1402768" y="4075282"/>
                </a:lnTo>
                <a:lnTo>
                  <a:pt x="1401372" y="4088305"/>
                </a:lnTo>
                <a:lnTo>
                  <a:pt x="1403232" y="4089700"/>
                </a:lnTo>
                <a:lnTo>
                  <a:pt x="1403232" y="4094816"/>
                </a:lnTo>
                <a:lnTo>
                  <a:pt x="1403234" y="4094816"/>
                </a:lnTo>
                <a:lnTo>
                  <a:pt x="1403234" y="4089700"/>
                </a:lnTo>
                <a:lnTo>
                  <a:pt x="1401374" y="4088305"/>
                </a:lnTo>
                <a:lnTo>
                  <a:pt x="1402769" y="4075282"/>
                </a:lnTo>
                <a:lnTo>
                  <a:pt x="1393002" y="4074816"/>
                </a:lnTo>
                <a:close/>
                <a:moveTo>
                  <a:pt x="1396721" y="4064584"/>
                </a:moveTo>
                <a:lnTo>
                  <a:pt x="1392070" y="4065049"/>
                </a:lnTo>
                <a:lnTo>
                  <a:pt x="1392072" y="4065050"/>
                </a:lnTo>
                <a:lnTo>
                  <a:pt x="1396722" y="4064584"/>
                </a:lnTo>
                <a:close/>
                <a:moveTo>
                  <a:pt x="1405093" y="4064119"/>
                </a:moveTo>
                <a:lnTo>
                  <a:pt x="1400443" y="4065514"/>
                </a:lnTo>
                <a:lnTo>
                  <a:pt x="1400444" y="4065514"/>
                </a:lnTo>
                <a:lnTo>
                  <a:pt x="1405095" y="4064119"/>
                </a:lnTo>
                <a:close/>
                <a:moveTo>
                  <a:pt x="1462310" y="4060633"/>
                </a:moveTo>
                <a:lnTo>
                  <a:pt x="1463231" y="4060863"/>
                </a:lnTo>
                <a:lnTo>
                  <a:pt x="1465557" y="4070165"/>
                </a:lnTo>
                <a:lnTo>
                  <a:pt x="1460443" y="4072025"/>
                </a:lnTo>
                <a:lnTo>
                  <a:pt x="1460443" y="4072026"/>
                </a:lnTo>
                <a:lnTo>
                  <a:pt x="1465559" y="4070165"/>
                </a:lnTo>
                <a:lnTo>
                  <a:pt x="1463234" y="4060863"/>
                </a:lnTo>
                <a:close/>
                <a:moveTo>
                  <a:pt x="1416988" y="4060576"/>
                </a:moveTo>
                <a:lnTo>
                  <a:pt x="1418116" y="4061329"/>
                </a:lnTo>
                <a:lnTo>
                  <a:pt x="1417186" y="4067375"/>
                </a:lnTo>
                <a:lnTo>
                  <a:pt x="1414861" y="4069235"/>
                </a:lnTo>
                <a:lnTo>
                  <a:pt x="1414862" y="4069235"/>
                </a:lnTo>
                <a:lnTo>
                  <a:pt x="1417188" y="4067375"/>
                </a:lnTo>
                <a:lnTo>
                  <a:pt x="1418118" y="4061328"/>
                </a:lnTo>
                <a:close/>
                <a:moveTo>
                  <a:pt x="1475789" y="4057142"/>
                </a:moveTo>
                <a:lnTo>
                  <a:pt x="1472070" y="4059003"/>
                </a:lnTo>
                <a:lnTo>
                  <a:pt x="1472071" y="4059003"/>
                </a:lnTo>
                <a:lnTo>
                  <a:pt x="1475790" y="4057143"/>
                </a:lnTo>
                <a:close/>
                <a:moveTo>
                  <a:pt x="1462302" y="4049700"/>
                </a:moveTo>
                <a:lnTo>
                  <a:pt x="1459976" y="4051561"/>
                </a:lnTo>
                <a:lnTo>
                  <a:pt x="1459046" y="4055282"/>
                </a:lnTo>
                <a:lnTo>
                  <a:pt x="1461372" y="4060398"/>
                </a:lnTo>
                <a:lnTo>
                  <a:pt x="1461373" y="4060398"/>
                </a:lnTo>
                <a:lnTo>
                  <a:pt x="1459048" y="4055282"/>
                </a:lnTo>
                <a:lnTo>
                  <a:pt x="1459978" y="4051561"/>
                </a:lnTo>
                <a:lnTo>
                  <a:pt x="1462303" y="4049701"/>
                </a:lnTo>
                <a:lnTo>
                  <a:pt x="1466560" y="4050862"/>
                </a:lnTo>
                <a:lnTo>
                  <a:pt x="1467418" y="4051096"/>
                </a:lnTo>
                <a:lnTo>
                  <a:pt x="1467418" y="4051096"/>
                </a:lnTo>
                <a:lnTo>
                  <a:pt x="1466560" y="4050862"/>
                </a:lnTo>
                <a:close/>
                <a:moveTo>
                  <a:pt x="1444162" y="4049235"/>
                </a:moveTo>
                <a:lnTo>
                  <a:pt x="1440441" y="4050166"/>
                </a:lnTo>
                <a:lnTo>
                  <a:pt x="1438581" y="4052026"/>
                </a:lnTo>
                <a:lnTo>
                  <a:pt x="1438583" y="4052026"/>
                </a:lnTo>
                <a:lnTo>
                  <a:pt x="1440443" y="4050166"/>
                </a:lnTo>
                <a:lnTo>
                  <a:pt x="1444162" y="4049236"/>
                </a:lnTo>
                <a:close/>
                <a:moveTo>
                  <a:pt x="1423697" y="4048305"/>
                </a:moveTo>
                <a:lnTo>
                  <a:pt x="1420442" y="4049235"/>
                </a:lnTo>
                <a:lnTo>
                  <a:pt x="1419512" y="4053886"/>
                </a:lnTo>
                <a:lnTo>
                  <a:pt x="1417651" y="4056212"/>
                </a:lnTo>
                <a:lnTo>
                  <a:pt x="1416721" y="4060398"/>
                </a:lnTo>
                <a:lnTo>
                  <a:pt x="1416722" y="4060398"/>
                </a:lnTo>
                <a:lnTo>
                  <a:pt x="1417652" y="4056212"/>
                </a:lnTo>
                <a:lnTo>
                  <a:pt x="1419513" y="4053887"/>
                </a:lnTo>
                <a:lnTo>
                  <a:pt x="1420444" y="4049236"/>
                </a:lnTo>
                <a:lnTo>
                  <a:pt x="1423699" y="4048306"/>
                </a:lnTo>
                <a:close/>
                <a:moveTo>
                  <a:pt x="1386025" y="4035748"/>
                </a:moveTo>
                <a:lnTo>
                  <a:pt x="1390210" y="4038073"/>
                </a:lnTo>
                <a:lnTo>
                  <a:pt x="1390210" y="4038073"/>
                </a:lnTo>
                <a:close/>
                <a:moveTo>
                  <a:pt x="1384629" y="4024120"/>
                </a:moveTo>
                <a:lnTo>
                  <a:pt x="1380442" y="4026445"/>
                </a:lnTo>
                <a:lnTo>
                  <a:pt x="1379028" y="4025879"/>
                </a:lnTo>
                <a:lnTo>
                  <a:pt x="1380444" y="4026446"/>
                </a:lnTo>
                <a:lnTo>
                  <a:pt x="1384630" y="4024120"/>
                </a:lnTo>
                <a:lnTo>
                  <a:pt x="1395326" y="4025050"/>
                </a:lnTo>
                <a:lnTo>
                  <a:pt x="1395326" y="4025050"/>
                </a:lnTo>
                <a:close/>
                <a:moveTo>
                  <a:pt x="4042725" y="3955284"/>
                </a:moveTo>
                <a:lnTo>
                  <a:pt x="4041795" y="3959935"/>
                </a:lnTo>
                <a:lnTo>
                  <a:pt x="4038539" y="3959935"/>
                </a:lnTo>
                <a:lnTo>
                  <a:pt x="4040400" y="3956214"/>
                </a:lnTo>
                <a:close/>
                <a:moveTo>
                  <a:pt x="952543" y="3946911"/>
                </a:moveTo>
                <a:lnTo>
                  <a:pt x="950217" y="3947842"/>
                </a:lnTo>
                <a:lnTo>
                  <a:pt x="950217" y="3948772"/>
                </a:lnTo>
                <a:lnTo>
                  <a:pt x="949287" y="3949702"/>
                </a:lnTo>
                <a:lnTo>
                  <a:pt x="951148" y="3952958"/>
                </a:lnTo>
                <a:lnTo>
                  <a:pt x="949287" y="3949702"/>
                </a:lnTo>
                <a:lnTo>
                  <a:pt x="950218" y="3948772"/>
                </a:lnTo>
                <a:lnTo>
                  <a:pt x="950218" y="3947842"/>
                </a:lnTo>
                <a:lnTo>
                  <a:pt x="952543" y="3946912"/>
                </a:lnTo>
                <a:lnTo>
                  <a:pt x="954085" y="3948454"/>
                </a:lnTo>
                <a:lnTo>
                  <a:pt x="952543" y="3946912"/>
                </a:lnTo>
                <a:lnTo>
                  <a:pt x="952543" y="3946912"/>
                </a:lnTo>
                <a:close/>
                <a:moveTo>
                  <a:pt x="961782" y="3946701"/>
                </a:moveTo>
                <a:lnTo>
                  <a:pt x="961380" y="3948307"/>
                </a:lnTo>
                <a:lnTo>
                  <a:pt x="958124" y="3950632"/>
                </a:lnTo>
                <a:lnTo>
                  <a:pt x="957252" y="3950778"/>
                </a:lnTo>
                <a:lnTo>
                  <a:pt x="958125" y="3950632"/>
                </a:lnTo>
                <a:lnTo>
                  <a:pt x="961381" y="3948307"/>
                </a:lnTo>
                <a:close/>
                <a:moveTo>
                  <a:pt x="1374396" y="3945981"/>
                </a:moveTo>
                <a:lnTo>
                  <a:pt x="1372536" y="3947376"/>
                </a:lnTo>
                <a:lnTo>
                  <a:pt x="1372537" y="3947377"/>
                </a:lnTo>
                <a:lnTo>
                  <a:pt x="1374397" y="3945981"/>
                </a:lnTo>
                <a:close/>
                <a:moveTo>
                  <a:pt x="1378117" y="3945516"/>
                </a:moveTo>
                <a:lnTo>
                  <a:pt x="1375330" y="3945864"/>
                </a:lnTo>
                <a:lnTo>
                  <a:pt x="1378117" y="3945516"/>
                </a:lnTo>
                <a:close/>
                <a:moveTo>
                  <a:pt x="966159" y="3944162"/>
                </a:moveTo>
                <a:lnTo>
                  <a:pt x="965566" y="3945051"/>
                </a:lnTo>
                <a:lnTo>
                  <a:pt x="965003" y="3945896"/>
                </a:lnTo>
                <a:lnTo>
                  <a:pt x="965566" y="3945051"/>
                </a:lnTo>
                <a:close/>
                <a:moveTo>
                  <a:pt x="1362305" y="3944121"/>
                </a:moveTo>
                <a:lnTo>
                  <a:pt x="1370210" y="3945516"/>
                </a:lnTo>
                <a:lnTo>
                  <a:pt x="1370210" y="3945516"/>
                </a:lnTo>
                <a:close/>
                <a:moveTo>
                  <a:pt x="968810" y="3936067"/>
                </a:moveTo>
                <a:lnTo>
                  <a:pt x="967891" y="3936679"/>
                </a:lnTo>
                <a:lnTo>
                  <a:pt x="966031" y="3939470"/>
                </a:lnTo>
                <a:lnTo>
                  <a:pt x="966496" y="3939935"/>
                </a:lnTo>
                <a:lnTo>
                  <a:pt x="966031" y="3939470"/>
                </a:lnTo>
                <a:lnTo>
                  <a:pt x="967892" y="3936680"/>
                </a:lnTo>
                <a:close/>
                <a:moveTo>
                  <a:pt x="1391606" y="3935284"/>
                </a:moveTo>
                <a:lnTo>
                  <a:pt x="1394395" y="3937143"/>
                </a:lnTo>
                <a:lnTo>
                  <a:pt x="1394396" y="3937143"/>
                </a:lnTo>
                <a:lnTo>
                  <a:pt x="1391607" y="3935284"/>
                </a:lnTo>
                <a:close/>
                <a:moveTo>
                  <a:pt x="1406954" y="3934354"/>
                </a:moveTo>
                <a:lnTo>
                  <a:pt x="1406024" y="3938539"/>
                </a:lnTo>
                <a:lnTo>
                  <a:pt x="1406025" y="3938539"/>
                </a:lnTo>
                <a:lnTo>
                  <a:pt x="1406955" y="3934354"/>
                </a:lnTo>
                <a:close/>
                <a:moveTo>
                  <a:pt x="971147" y="3932958"/>
                </a:moveTo>
                <a:lnTo>
                  <a:pt x="968821" y="3934354"/>
                </a:lnTo>
                <a:lnTo>
                  <a:pt x="969287" y="3935749"/>
                </a:lnTo>
                <a:lnTo>
                  <a:pt x="968822" y="3934354"/>
                </a:lnTo>
                <a:lnTo>
                  <a:pt x="971147" y="3932958"/>
                </a:lnTo>
                <a:close/>
                <a:moveTo>
                  <a:pt x="1373931" y="3927377"/>
                </a:moveTo>
                <a:lnTo>
                  <a:pt x="1377652" y="3930167"/>
                </a:lnTo>
                <a:lnTo>
                  <a:pt x="1379978" y="3934818"/>
                </a:lnTo>
                <a:lnTo>
                  <a:pt x="1379979" y="3934818"/>
                </a:lnTo>
                <a:lnTo>
                  <a:pt x="1377654" y="3930168"/>
                </a:lnTo>
                <a:lnTo>
                  <a:pt x="1373933" y="3927377"/>
                </a:lnTo>
                <a:close/>
                <a:moveTo>
                  <a:pt x="1367421" y="3924586"/>
                </a:moveTo>
                <a:lnTo>
                  <a:pt x="1367420" y="3924587"/>
                </a:lnTo>
                <a:lnTo>
                  <a:pt x="1371140" y="3926911"/>
                </a:lnTo>
                <a:lnTo>
                  <a:pt x="1371142" y="3926912"/>
                </a:lnTo>
                <a:close/>
                <a:moveTo>
                  <a:pt x="969752" y="3919470"/>
                </a:moveTo>
                <a:lnTo>
                  <a:pt x="967891" y="3922726"/>
                </a:lnTo>
                <a:lnTo>
                  <a:pt x="968821" y="3927842"/>
                </a:lnTo>
                <a:lnTo>
                  <a:pt x="970756" y="3932097"/>
                </a:lnTo>
                <a:lnTo>
                  <a:pt x="968822" y="3927842"/>
                </a:lnTo>
                <a:lnTo>
                  <a:pt x="967892" y="3922726"/>
                </a:lnTo>
                <a:lnTo>
                  <a:pt x="969752" y="3919470"/>
                </a:lnTo>
                <a:close/>
                <a:moveTo>
                  <a:pt x="1420553" y="3903406"/>
                </a:moveTo>
                <a:lnTo>
                  <a:pt x="1422303" y="3903656"/>
                </a:lnTo>
                <a:lnTo>
                  <a:pt x="1422302" y="3903656"/>
                </a:lnTo>
                <a:close/>
                <a:moveTo>
                  <a:pt x="967196" y="3900276"/>
                </a:moveTo>
                <a:lnTo>
                  <a:pt x="971147" y="3901796"/>
                </a:lnTo>
                <a:lnTo>
                  <a:pt x="974403" y="3909237"/>
                </a:lnTo>
                <a:lnTo>
                  <a:pt x="971147" y="3901796"/>
                </a:lnTo>
                <a:close/>
                <a:moveTo>
                  <a:pt x="971147" y="3892494"/>
                </a:moveTo>
                <a:lnTo>
                  <a:pt x="966961" y="3894354"/>
                </a:lnTo>
                <a:lnTo>
                  <a:pt x="965101" y="3899470"/>
                </a:lnTo>
                <a:lnTo>
                  <a:pt x="965101" y="3899470"/>
                </a:lnTo>
                <a:lnTo>
                  <a:pt x="966962" y="3894354"/>
                </a:lnTo>
                <a:close/>
                <a:moveTo>
                  <a:pt x="1418118" y="3891563"/>
                </a:moveTo>
                <a:lnTo>
                  <a:pt x="1418118" y="3891564"/>
                </a:lnTo>
                <a:lnTo>
                  <a:pt x="1421538" y="3892185"/>
                </a:lnTo>
                <a:close/>
                <a:moveTo>
                  <a:pt x="1417186" y="3885517"/>
                </a:moveTo>
                <a:lnTo>
                  <a:pt x="1410676" y="3886911"/>
                </a:lnTo>
                <a:lnTo>
                  <a:pt x="1410676" y="3886913"/>
                </a:lnTo>
                <a:lnTo>
                  <a:pt x="1417186" y="3885518"/>
                </a:lnTo>
                <a:close/>
                <a:moveTo>
                  <a:pt x="974403" y="3885052"/>
                </a:moveTo>
                <a:lnTo>
                  <a:pt x="974403" y="3885052"/>
                </a:lnTo>
                <a:lnTo>
                  <a:pt x="977194" y="3891098"/>
                </a:lnTo>
                <a:close/>
                <a:moveTo>
                  <a:pt x="971612" y="3876680"/>
                </a:moveTo>
                <a:lnTo>
                  <a:pt x="975333" y="3879006"/>
                </a:lnTo>
                <a:lnTo>
                  <a:pt x="971613" y="3876680"/>
                </a:lnTo>
                <a:close/>
                <a:moveTo>
                  <a:pt x="963706" y="3859006"/>
                </a:moveTo>
                <a:lnTo>
                  <a:pt x="967891" y="3866448"/>
                </a:lnTo>
                <a:lnTo>
                  <a:pt x="966961" y="3869704"/>
                </a:lnTo>
                <a:lnTo>
                  <a:pt x="969287" y="3876680"/>
                </a:lnTo>
                <a:lnTo>
                  <a:pt x="966962" y="3869703"/>
                </a:lnTo>
                <a:lnTo>
                  <a:pt x="967892" y="3866448"/>
                </a:lnTo>
                <a:close/>
                <a:moveTo>
                  <a:pt x="965194" y="3847223"/>
                </a:moveTo>
                <a:lnTo>
                  <a:pt x="966496" y="3848309"/>
                </a:lnTo>
                <a:lnTo>
                  <a:pt x="968821" y="3852960"/>
                </a:lnTo>
                <a:lnTo>
                  <a:pt x="967891" y="3854820"/>
                </a:lnTo>
                <a:lnTo>
                  <a:pt x="965026" y="3857686"/>
                </a:lnTo>
                <a:lnTo>
                  <a:pt x="967892" y="3854820"/>
                </a:lnTo>
                <a:lnTo>
                  <a:pt x="968822" y="3852960"/>
                </a:lnTo>
                <a:lnTo>
                  <a:pt x="966496" y="3848308"/>
                </a:lnTo>
                <a:close/>
                <a:moveTo>
                  <a:pt x="965566" y="3837610"/>
                </a:moveTo>
                <a:lnTo>
                  <a:pt x="965101" y="3842261"/>
                </a:lnTo>
                <a:lnTo>
                  <a:pt x="963706" y="3845983"/>
                </a:lnTo>
                <a:lnTo>
                  <a:pt x="965101" y="3842262"/>
                </a:lnTo>
                <a:lnTo>
                  <a:pt x="965566" y="3837611"/>
                </a:lnTo>
                <a:close/>
                <a:moveTo>
                  <a:pt x="963750" y="3832051"/>
                </a:moveTo>
                <a:lnTo>
                  <a:pt x="964170" y="3836680"/>
                </a:lnTo>
                <a:lnTo>
                  <a:pt x="964171" y="3836681"/>
                </a:lnTo>
                <a:close/>
                <a:moveTo>
                  <a:pt x="1412537" y="3832030"/>
                </a:moveTo>
                <a:lnTo>
                  <a:pt x="1412536" y="3832030"/>
                </a:lnTo>
                <a:lnTo>
                  <a:pt x="1418116" y="3836215"/>
                </a:lnTo>
                <a:lnTo>
                  <a:pt x="1418116" y="3836215"/>
                </a:lnTo>
                <a:close/>
                <a:moveTo>
                  <a:pt x="944636" y="3820402"/>
                </a:moveTo>
                <a:lnTo>
                  <a:pt x="944635" y="3820402"/>
                </a:lnTo>
                <a:lnTo>
                  <a:pt x="945565" y="3824123"/>
                </a:lnTo>
                <a:lnTo>
                  <a:pt x="944170" y="3827844"/>
                </a:lnTo>
                <a:lnTo>
                  <a:pt x="938588" y="3829704"/>
                </a:lnTo>
                <a:lnTo>
                  <a:pt x="943239" y="3832495"/>
                </a:lnTo>
                <a:lnTo>
                  <a:pt x="935798" y="3836215"/>
                </a:lnTo>
                <a:lnTo>
                  <a:pt x="929287" y="3837145"/>
                </a:lnTo>
                <a:lnTo>
                  <a:pt x="927427" y="3839936"/>
                </a:lnTo>
                <a:lnTo>
                  <a:pt x="929287" y="3837146"/>
                </a:lnTo>
                <a:lnTo>
                  <a:pt x="935799" y="3836215"/>
                </a:lnTo>
                <a:lnTo>
                  <a:pt x="943241" y="3832495"/>
                </a:lnTo>
                <a:lnTo>
                  <a:pt x="938590" y="3829704"/>
                </a:lnTo>
                <a:lnTo>
                  <a:pt x="944171" y="3827843"/>
                </a:lnTo>
                <a:lnTo>
                  <a:pt x="945567" y="3824123"/>
                </a:lnTo>
                <a:close/>
                <a:moveTo>
                  <a:pt x="883240" y="3819006"/>
                </a:moveTo>
                <a:lnTo>
                  <a:pt x="881845" y="3820866"/>
                </a:lnTo>
                <a:lnTo>
                  <a:pt x="881846" y="3820866"/>
                </a:lnTo>
                <a:lnTo>
                  <a:pt x="883241" y="3819007"/>
                </a:lnTo>
                <a:lnTo>
                  <a:pt x="887427" y="3819007"/>
                </a:lnTo>
                <a:lnTo>
                  <a:pt x="887539" y="3819090"/>
                </a:lnTo>
                <a:lnTo>
                  <a:pt x="887427" y="3819006"/>
                </a:lnTo>
                <a:close/>
                <a:moveTo>
                  <a:pt x="894403" y="3817611"/>
                </a:moveTo>
                <a:lnTo>
                  <a:pt x="890564" y="3819706"/>
                </a:lnTo>
                <a:lnTo>
                  <a:pt x="894404" y="3817611"/>
                </a:lnTo>
                <a:close/>
                <a:moveTo>
                  <a:pt x="949751" y="3815751"/>
                </a:moveTo>
                <a:lnTo>
                  <a:pt x="948356" y="3818542"/>
                </a:lnTo>
                <a:lnTo>
                  <a:pt x="944892" y="3820274"/>
                </a:lnTo>
                <a:lnTo>
                  <a:pt x="948357" y="3818541"/>
                </a:lnTo>
                <a:lnTo>
                  <a:pt x="949752" y="3815751"/>
                </a:lnTo>
                <a:close/>
                <a:moveTo>
                  <a:pt x="965775" y="3815502"/>
                </a:moveTo>
                <a:lnTo>
                  <a:pt x="961845" y="3816680"/>
                </a:lnTo>
                <a:lnTo>
                  <a:pt x="961845" y="3816681"/>
                </a:lnTo>
                <a:close/>
                <a:moveTo>
                  <a:pt x="975332" y="3812495"/>
                </a:moveTo>
                <a:lnTo>
                  <a:pt x="974402" y="3814820"/>
                </a:lnTo>
                <a:lnTo>
                  <a:pt x="969751" y="3817611"/>
                </a:lnTo>
                <a:lnTo>
                  <a:pt x="969752" y="3817611"/>
                </a:lnTo>
                <a:lnTo>
                  <a:pt x="974403" y="3814821"/>
                </a:lnTo>
                <a:lnTo>
                  <a:pt x="975333" y="3812495"/>
                </a:lnTo>
                <a:close/>
                <a:moveTo>
                  <a:pt x="958949" y="3810938"/>
                </a:moveTo>
                <a:lnTo>
                  <a:pt x="957658" y="3811100"/>
                </a:lnTo>
                <a:lnTo>
                  <a:pt x="956728" y="3814355"/>
                </a:lnTo>
                <a:lnTo>
                  <a:pt x="954402" y="3815751"/>
                </a:lnTo>
                <a:lnTo>
                  <a:pt x="954404" y="3815751"/>
                </a:lnTo>
                <a:lnTo>
                  <a:pt x="956730" y="3814355"/>
                </a:lnTo>
                <a:lnTo>
                  <a:pt x="957659" y="3811100"/>
                </a:lnTo>
                <a:close/>
                <a:moveTo>
                  <a:pt x="901845" y="3807844"/>
                </a:moveTo>
                <a:lnTo>
                  <a:pt x="897659" y="3813891"/>
                </a:lnTo>
                <a:lnTo>
                  <a:pt x="896729" y="3818076"/>
                </a:lnTo>
                <a:lnTo>
                  <a:pt x="896729" y="3818076"/>
                </a:lnTo>
                <a:lnTo>
                  <a:pt x="897660" y="3813890"/>
                </a:lnTo>
                <a:lnTo>
                  <a:pt x="901845" y="3807845"/>
                </a:lnTo>
                <a:close/>
                <a:moveTo>
                  <a:pt x="1405746" y="3803325"/>
                </a:moveTo>
                <a:lnTo>
                  <a:pt x="1409744" y="3803658"/>
                </a:lnTo>
                <a:lnTo>
                  <a:pt x="1409744" y="3803657"/>
                </a:lnTo>
                <a:close/>
                <a:moveTo>
                  <a:pt x="981422" y="3799645"/>
                </a:moveTo>
                <a:lnTo>
                  <a:pt x="984634" y="3799937"/>
                </a:lnTo>
                <a:lnTo>
                  <a:pt x="981843" y="3805518"/>
                </a:lnTo>
                <a:lnTo>
                  <a:pt x="982774" y="3808309"/>
                </a:lnTo>
                <a:lnTo>
                  <a:pt x="980913" y="3812030"/>
                </a:lnTo>
                <a:lnTo>
                  <a:pt x="979053" y="3813425"/>
                </a:lnTo>
                <a:lnTo>
                  <a:pt x="978638" y="3813322"/>
                </a:lnTo>
                <a:lnTo>
                  <a:pt x="979054" y="3813426"/>
                </a:lnTo>
                <a:lnTo>
                  <a:pt x="980915" y="3812030"/>
                </a:lnTo>
                <a:lnTo>
                  <a:pt x="982776" y="3808309"/>
                </a:lnTo>
                <a:lnTo>
                  <a:pt x="981845" y="3805519"/>
                </a:lnTo>
                <a:lnTo>
                  <a:pt x="984635" y="3799937"/>
                </a:lnTo>
                <a:close/>
                <a:moveTo>
                  <a:pt x="981843" y="3795286"/>
                </a:moveTo>
                <a:lnTo>
                  <a:pt x="979053" y="3797611"/>
                </a:lnTo>
                <a:lnTo>
                  <a:pt x="979518" y="3799472"/>
                </a:lnTo>
                <a:lnTo>
                  <a:pt x="979520" y="3799472"/>
                </a:lnTo>
                <a:lnTo>
                  <a:pt x="979054" y="3797612"/>
                </a:lnTo>
                <a:lnTo>
                  <a:pt x="981845" y="3795286"/>
                </a:lnTo>
                <a:close/>
                <a:moveTo>
                  <a:pt x="1564626" y="3791566"/>
                </a:moveTo>
                <a:lnTo>
                  <a:pt x="1567290" y="3797189"/>
                </a:lnTo>
                <a:lnTo>
                  <a:pt x="1564627" y="3791566"/>
                </a:lnTo>
                <a:close/>
                <a:moveTo>
                  <a:pt x="1474026" y="3786469"/>
                </a:moveTo>
                <a:lnTo>
                  <a:pt x="1480441" y="3787844"/>
                </a:lnTo>
                <a:lnTo>
                  <a:pt x="1480441" y="3787844"/>
                </a:lnTo>
                <a:lnTo>
                  <a:pt x="1480441" y="3787844"/>
                </a:lnTo>
                <a:close/>
                <a:moveTo>
                  <a:pt x="1471153" y="3785457"/>
                </a:moveTo>
                <a:lnTo>
                  <a:pt x="1473929" y="3786448"/>
                </a:lnTo>
                <a:lnTo>
                  <a:pt x="1473931" y="3786449"/>
                </a:lnTo>
                <a:close/>
                <a:moveTo>
                  <a:pt x="1455791" y="3783658"/>
                </a:moveTo>
                <a:lnTo>
                  <a:pt x="1459511" y="3785518"/>
                </a:lnTo>
                <a:lnTo>
                  <a:pt x="1459511" y="3785518"/>
                </a:lnTo>
                <a:lnTo>
                  <a:pt x="1455792" y="3783658"/>
                </a:lnTo>
                <a:close/>
                <a:moveTo>
                  <a:pt x="1440055" y="3781669"/>
                </a:moveTo>
                <a:lnTo>
                  <a:pt x="1444627" y="3783193"/>
                </a:lnTo>
                <a:lnTo>
                  <a:pt x="1446979" y="3783291"/>
                </a:lnTo>
                <a:lnTo>
                  <a:pt x="1444629" y="3783193"/>
                </a:lnTo>
                <a:close/>
                <a:moveTo>
                  <a:pt x="993008" y="3765054"/>
                </a:moveTo>
                <a:lnTo>
                  <a:pt x="997657" y="3766914"/>
                </a:lnTo>
                <a:lnTo>
                  <a:pt x="996727" y="3770635"/>
                </a:lnTo>
                <a:lnTo>
                  <a:pt x="994401" y="3774821"/>
                </a:lnTo>
                <a:lnTo>
                  <a:pt x="994401" y="3777146"/>
                </a:lnTo>
                <a:lnTo>
                  <a:pt x="992076" y="3782728"/>
                </a:lnTo>
                <a:lnTo>
                  <a:pt x="985564" y="3791100"/>
                </a:lnTo>
                <a:lnTo>
                  <a:pt x="986494" y="3795286"/>
                </a:lnTo>
                <a:lnTo>
                  <a:pt x="986496" y="3795286"/>
                </a:lnTo>
                <a:lnTo>
                  <a:pt x="985566" y="3791100"/>
                </a:lnTo>
                <a:lnTo>
                  <a:pt x="992078" y="3782728"/>
                </a:lnTo>
                <a:lnTo>
                  <a:pt x="994403" y="3777147"/>
                </a:lnTo>
                <a:lnTo>
                  <a:pt x="994403" y="3774821"/>
                </a:lnTo>
                <a:lnTo>
                  <a:pt x="996729" y="3770636"/>
                </a:lnTo>
                <a:lnTo>
                  <a:pt x="997659" y="3766914"/>
                </a:lnTo>
                <a:close/>
                <a:moveTo>
                  <a:pt x="992076" y="3756217"/>
                </a:moveTo>
                <a:lnTo>
                  <a:pt x="987425" y="3759472"/>
                </a:lnTo>
                <a:lnTo>
                  <a:pt x="981843" y="3764589"/>
                </a:lnTo>
                <a:lnTo>
                  <a:pt x="985099" y="3768775"/>
                </a:lnTo>
                <a:lnTo>
                  <a:pt x="985100" y="3768774"/>
                </a:lnTo>
                <a:lnTo>
                  <a:pt x="981845" y="3764589"/>
                </a:lnTo>
                <a:lnTo>
                  <a:pt x="987427" y="3759473"/>
                </a:lnTo>
                <a:lnTo>
                  <a:pt x="992077" y="3756217"/>
                </a:lnTo>
                <a:close/>
                <a:moveTo>
                  <a:pt x="1696252" y="3750636"/>
                </a:moveTo>
                <a:lnTo>
                  <a:pt x="1697181" y="3756216"/>
                </a:lnTo>
                <a:lnTo>
                  <a:pt x="1697182" y="3756217"/>
                </a:lnTo>
                <a:lnTo>
                  <a:pt x="1696252" y="3750637"/>
                </a:lnTo>
                <a:close/>
                <a:moveTo>
                  <a:pt x="991833" y="3732339"/>
                </a:moveTo>
                <a:lnTo>
                  <a:pt x="999982" y="3733892"/>
                </a:lnTo>
                <a:lnTo>
                  <a:pt x="1003704" y="3737612"/>
                </a:lnTo>
                <a:lnTo>
                  <a:pt x="1003238" y="3739473"/>
                </a:lnTo>
                <a:lnTo>
                  <a:pt x="1004633" y="3743194"/>
                </a:lnTo>
                <a:lnTo>
                  <a:pt x="1002308" y="3744589"/>
                </a:lnTo>
                <a:lnTo>
                  <a:pt x="1000913" y="3751101"/>
                </a:lnTo>
                <a:lnTo>
                  <a:pt x="1002308" y="3755751"/>
                </a:lnTo>
                <a:lnTo>
                  <a:pt x="1000913" y="3759937"/>
                </a:lnTo>
                <a:lnTo>
                  <a:pt x="1000915" y="3759938"/>
                </a:lnTo>
                <a:lnTo>
                  <a:pt x="1002310" y="3755752"/>
                </a:lnTo>
                <a:lnTo>
                  <a:pt x="1000915" y="3751101"/>
                </a:lnTo>
                <a:lnTo>
                  <a:pt x="1002310" y="3744589"/>
                </a:lnTo>
                <a:lnTo>
                  <a:pt x="1004635" y="3743194"/>
                </a:lnTo>
                <a:lnTo>
                  <a:pt x="1003240" y="3739473"/>
                </a:lnTo>
                <a:lnTo>
                  <a:pt x="1003705" y="3737613"/>
                </a:lnTo>
                <a:lnTo>
                  <a:pt x="999984" y="3733891"/>
                </a:lnTo>
                <a:close/>
                <a:moveTo>
                  <a:pt x="990216" y="3728310"/>
                </a:moveTo>
                <a:lnTo>
                  <a:pt x="990216" y="3732031"/>
                </a:lnTo>
                <a:lnTo>
                  <a:pt x="990217" y="3732032"/>
                </a:lnTo>
                <a:lnTo>
                  <a:pt x="990217" y="3728310"/>
                </a:lnTo>
                <a:close/>
                <a:moveTo>
                  <a:pt x="1485222" y="3727602"/>
                </a:moveTo>
                <a:lnTo>
                  <a:pt x="1482768" y="3729706"/>
                </a:lnTo>
                <a:lnTo>
                  <a:pt x="1479048" y="3730171"/>
                </a:lnTo>
                <a:lnTo>
                  <a:pt x="1479047" y="3730172"/>
                </a:lnTo>
                <a:lnTo>
                  <a:pt x="1482767" y="3729707"/>
                </a:lnTo>
                <a:close/>
                <a:moveTo>
                  <a:pt x="983706" y="3725984"/>
                </a:moveTo>
                <a:lnTo>
                  <a:pt x="983704" y="3725985"/>
                </a:lnTo>
                <a:lnTo>
                  <a:pt x="985099" y="3728775"/>
                </a:lnTo>
                <a:lnTo>
                  <a:pt x="985101" y="3728775"/>
                </a:lnTo>
                <a:close/>
                <a:moveTo>
                  <a:pt x="1489280" y="3725520"/>
                </a:moveTo>
                <a:lnTo>
                  <a:pt x="1486024" y="3726915"/>
                </a:lnTo>
                <a:lnTo>
                  <a:pt x="1489279" y="3725521"/>
                </a:lnTo>
                <a:lnTo>
                  <a:pt x="1492069" y="3727381"/>
                </a:lnTo>
                <a:lnTo>
                  <a:pt x="1492070" y="3727380"/>
                </a:lnTo>
                <a:close/>
                <a:moveTo>
                  <a:pt x="1751135" y="3714357"/>
                </a:moveTo>
                <a:lnTo>
                  <a:pt x="1751135" y="3714358"/>
                </a:lnTo>
                <a:lnTo>
                  <a:pt x="1751710" y="3715508"/>
                </a:lnTo>
                <a:close/>
                <a:moveTo>
                  <a:pt x="980915" y="3707845"/>
                </a:moveTo>
                <a:lnTo>
                  <a:pt x="980223" y="3707944"/>
                </a:lnTo>
                <a:lnTo>
                  <a:pt x="980913" y="3707846"/>
                </a:lnTo>
                <a:lnTo>
                  <a:pt x="981843" y="3709705"/>
                </a:lnTo>
                <a:lnTo>
                  <a:pt x="976262" y="3710171"/>
                </a:lnTo>
                <a:lnTo>
                  <a:pt x="974402" y="3716217"/>
                </a:lnTo>
                <a:lnTo>
                  <a:pt x="976262" y="3718078"/>
                </a:lnTo>
                <a:lnTo>
                  <a:pt x="978587" y="3726450"/>
                </a:lnTo>
                <a:lnTo>
                  <a:pt x="975332" y="3728310"/>
                </a:lnTo>
                <a:lnTo>
                  <a:pt x="976728" y="3730636"/>
                </a:lnTo>
                <a:lnTo>
                  <a:pt x="976729" y="3730635"/>
                </a:lnTo>
                <a:lnTo>
                  <a:pt x="975333" y="3728310"/>
                </a:lnTo>
                <a:lnTo>
                  <a:pt x="978589" y="3726450"/>
                </a:lnTo>
                <a:lnTo>
                  <a:pt x="976264" y="3718078"/>
                </a:lnTo>
                <a:lnTo>
                  <a:pt x="974403" y="3716218"/>
                </a:lnTo>
                <a:lnTo>
                  <a:pt x="976264" y="3710171"/>
                </a:lnTo>
                <a:lnTo>
                  <a:pt x="981845" y="3709706"/>
                </a:lnTo>
                <a:close/>
                <a:moveTo>
                  <a:pt x="976728" y="3699939"/>
                </a:moveTo>
                <a:lnTo>
                  <a:pt x="977658" y="3708310"/>
                </a:lnTo>
                <a:lnTo>
                  <a:pt x="977659" y="3708310"/>
                </a:lnTo>
                <a:lnTo>
                  <a:pt x="976729" y="3699939"/>
                </a:lnTo>
                <a:close/>
                <a:moveTo>
                  <a:pt x="1446024" y="3696218"/>
                </a:moveTo>
                <a:lnTo>
                  <a:pt x="1439513" y="3697148"/>
                </a:lnTo>
                <a:lnTo>
                  <a:pt x="1439513" y="3697149"/>
                </a:lnTo>
                <a:lnTo>
                  <a:pt x="1446023" y="3696220"/>
                </a:lnTo>
                <a:close/>
                <a:moveTo>
                  <a:pt x="1446954" y="3693427"/>
                </a:moveTo>
                <a:lnTo>
                  <a:pt x="1446954" y="3693428"/>
                </a:lnTo>
                <a:lnTo>
                  <a:pt x="1451139" y="3694824"/>
                </a:lnTo>
                <a:lnTo>
                  <a:pt x="1457651" y="3694359"/>
                </a:lnTo>
                <a:lnTo>
                  <a:pt x="1457651" y="3694357"/>
                </a:lnTo>
                <a:lnTo>
                  <a:pt x="1451141" y="3694823"/>
                </a:lnTo>
                <a:close/>
                <a:moveTo>
                  <a:pt x="970681" y="3691566"/>
                </a:moveTo>
                <a:lnTo>
                  <a:pt x="969751" y="3696218"/>
                </a:lnTo>
                <a:lnTo>
                  <a:pt x="974402" y="3699939"/>
                </a:lnTo>
                <a:lnTo>
                  <a:pt x="974403" y="3699939"/>
                </a:lnTo>
                <a:lnTo>
                  <a:pt x="969752" y="3696218"/>
                </a:lnTo>
                <a:lnTo>
                  <a:pt x="970682" y="3691567"/>
                </a:lnTo>
                <a:close/>
                <a:moveTo>
                  <a:pt x="1465558" y="3688776"/>
                </a:moveTo>
                <a:lnTo>
                  <a:pt x="1459978" y="3689706"/>
                </a:lnTo>
                <a:lnTo>
                  <a:pt x="1458117" y="3691567"/>
                </a:lnTo>
                <a:lnTo>
                  <a:pt x="1458117" y="3691567"/>
                </a:lnTo>
                <a:lnTo>
                  <a:pt x="1459977" y="3689708"/>
                </a:lnTo>
                <a:lnTo>
                  <a:pt x="1465558" y="3688777"/>
                </a:lnTo>
                <a:close/>
                <a:moveTo>
                  <a:pt x="966960" y="3684590"/>
                </a:moveTo>
                <a:lnTo>
                  <a:pt x="966960" y="3688311"/>
                </a:lnTo>
                <a:lnTo>
                  <a:pt x="968821" y="3690636"/>
                </a:lnTo>
                <a:lnTo>
                  <a:pt x="965099" y="3692032"/>
                </a:lnTo>
                <a:lnTo>
                  <a:pt x="966030" y="3695752"/>
                </a:lnTo>
                <a:lnTo>
                  <a:pt x="966031" y="3695751"/>
                </a:lnTo>
                <a:lnTo>
                  <a:pt x="965101" y="3692032"/>
                </a:lnTo>
                <a:lnTo>
                  <a:pt x="968822" y="3690637"/>
                </a:lnTo>
                <a:lnTo>
                  <a:pt x="966962" y="3688311"/>
                </a:lnTo>
                <a:lnTo>
                  <a:pt x="966962" y="3684591"/>
                </a:lnTo>
                <a:close/>
                <a:moveTo>
                  <a:pt x="975797" y="3682730"/>
                </a:moveTo>
                <a:lnTo>
                  <a:pt x="972077" y="3686915"/>
                </a:lnTo>
                <a:lnTo>
                  <a:pt x="972078" y="3686916"/>
                </a:lnTo>
                <a:lnTo>
                  <a:pt x="975798" y="3682730"/>
                </a:lnTo>
                <a:close/>
                <a:moveTo>
                  <a:pt x="1461838" y="3680869"/>
                </a:moveTo>
                <a:lnTo>
                  <a:pt x="1461839" y="3680871"/>
                </a:lnTo>
                <a:lnTo>
                  <a:pt x="1466488" y="3680871"/>
                </a:lnTo>
                <a:lnTo>
                  <a:pt x="1466489" y="3680869"/>
                </a:lnTo>
                <a:close/>
                <a:moveTo>
                  <a:pt x="1468815" y="3678544"/>
                </a:moveTo>
                <a:lnTo>
                  <a:pt x="1468814" y="3678545"/>
                </a:lnTo>
                <a:lnTo>
                  <a:pt x="1472070" y="3678545"/>
                </a:lnTo>
                <a:lnTo>
                  <a:pt x="1472070" y="3678544"/>
                </a:lnTo>
                <a:close/>
                <a:moveTo>
                  <a:pt x="1010682" y="3676683"/>
                </a:moveTo>
                <a:lnTo>
                  <a:pt x="1010682" y="3676684"/>
                </a:lnTo>
                <a:lnTo>
                  <a:pt x="1013006" y="3676684"/>
                </a:lnTo>
                <a:lnTo>
                  <a:pt x="1013006" y="3676683"/>
                </a:lnTo>
                <a:close/>
                <a:moveTo>
                  <a:pt x="1025099" y="3674357"/>
                </a:moveTo>
                <a:lnTo>
                  <a:pt x="1025099" y="3678078"/>
                </a:lnTo>
                <a:lnTo>
                  <a:pt x="1020913" y="3680404"/>
                </a:lnTo>
                <a:lnTo>
                  <a:pt x="1014402" y="3683195"/>
                </a:lnTo>
                <a:lnTo>
                  <a:pt x="1014403" y="3683195"/>
                </a:lnTo>
                <a:lnTo>
                  <a:pt x="1020915" y="3680404"/>
                </a:lnTo>
                <a:lnTo>
                  <a:pt x="1025100" y="3678079"/>
                </a:lnTo>
                <a:lnTo>
                  <a:pt x="1025100" y="3674358"/>
                </a:lnTo>
                <a:lnTo>
                  <a:pt x="1026940" y="3674884"/>
                </a:lnTo>
                <a:close/>
                <a:moveTo>
                  <a:pt x="1010681" y="3669707"/>
                </a:moveTo>
                <a:lnTo>
                  <a:pt x="1001844" y="3670637"/>
                </a:lnTo>
                <a:lnTo>
                  <a:pt x="1001845" y="3670637"/>
                </a:lnTo>
                <a:close/>
                <a:moveTo>
                  <a:pt x="999052" y="3665056"/>
                </a:moveTo>
                <a:lnTo>
                  <a:pt x="997192" y="3666451"/>
                </a:lnTo>
                <a:lnTo>
                  <a:pt x="998123" y="3674357"/>
                </a:lnTo>
                <a:lnTo>
                  <a:pt x="993006" y="3675288"/>
                </a:lnTo>
                <a:lnTo>
                  <a:pt x="991146" y="3678078"/>
                </a:lnTo>
                <a:lnTo>
                  <a:pt x="987425" y="3679008"/>
                </a:lnTo>
                <a:lnTo>
                  <a:pt x="986030" y="3681799"/>
                </a:lnTo>
                <a:lnTo>
                  <a:pt x="986030" y="3685985"/>
                </a:lnTo>
                <a:lnTo>
                  <a:pt x="984170" y="3687381"/>
                </a:lnTo>
                <a:lnTo>
                  <a:pt x="984171" y="3687381"/>
                </a:lnTo>
                <a:lnTo>
                  <a:pt x="986031" y="3685986"/>
                </a:lnTo>
                <a:lnTo>
                  <a:pt x="986031" y="3681799"/>
                </a:lnTo>
                <a:lnTo>
                  <a:pt x="987427" y="3679009"/>
                </a:lnTo>
                <a:lnTo>
                  <a:pt x="991147" y="3678079"/>
                </a:lnTo>
                <a:lnTo>
                  <a:pt x="993008" y="3675288"/>
                </a:lnTo>
                <a:lnTo>
                  <a:pt x="998124" y="3674358"/>
                </a:lnTo>
                <a:lnTo>
                  <a:pt x="997194" y="3666451"/>
                </a:lnTo>
                <a:lnTo>
                  <a:pt x="999053" y="3665056"/>
                </a:lnTo>
                <a:close/>
                <a:moveTo>
                  <a:pt x="1473465" y="3662265"/>
                </a:moveTo>
                <a:lnTo>
                  <a:pt x="1466024" y="3665055"/>
                </a:lnTo>
                <a:lnTo>
                  <a:pt x="1466025" y="3665056"/>
                </a:lnTo>
                <a:lnTo>
                  <a:pt x="1473465" y="3662266"/>
                </a:lnTo>
                <a:close/>
                <a:moveTo>
                  <a:pt x="2225080" y="3652497"/>
                </a:moveTo>
                <a:lnTo>
                  <a:pt x="2222289" y="3655753"/>
                </a:lnTo>
                <a:lnTo>
                  <a:pt x="2222290" y="3655754"/>
                </a:lnTo>
                <a:lnTo>
                  <a:pt x="2225080" y="3652498"/>
                </a:lnTo>
                <a:lnTo>
                  <a:pt x="2228801" y="3655754"/>
                </a:lnTo>
                <a:lnTo>
                  <a:pt x="2237700" y="3654906"/>
                </a:lnTo>
                <a:lnTo>
                  <a:pt x="2228801" y="3655753"/>
                </a:lnTo>
                <a:close/>
                <a:moveTo>
                  <a:pt x="1468815" y="3645986"/>
                </a:moveTo>
                <a:lnTo>
                  <a:pt x="1468815" y="3645987"/>
                </a:lnTo>
                <a:lnTo>
                  <a:pt x="1473930" y="3645987"/>
                </a:lnTo>
                <a:lnTo>
                  <a:pt x="1473930" y="3645986"/>
                </a:lnTo>
                <a:close/>
                <a:moveTo>
                  <a:pt x="1947876" y="3639475"/>
                </a:moveTo>
                <a:lnTo>
                  <a:pt x="1948805" y="3643661"/>
                </a:lnTo>
                <a:lnTo>
                  <a:pt x="1948806" y="3643661"/>
                </a:lnTo>
                <a:lnTo>
                  <a:pt x="1947876" y="3639475"/>
                </a:lnTo>
                <a:close/>
                <a:moveTo>
                  <a:pt x="1964155" y="3638080"/>
                </a:moveTo>
                <a:lnTo>
                  <a:pt x="1964155" y="3638080"/>
                </a:lnTo>
                <a:lnTo>
                  <a:pt x="1969271" y="3640871"/>
                </a:lnTo>
                <a:lnTo>
                  <a:pt x="1969270" y="3640869"/>
                </a:lnTo>
                <a:close/>
                <a:moveTo>
                  <a:pt x="1882760" y="3637614"/>
                </a:moveTo>
                <a:lnTo>
                  <a:pt x="1882761" y="3637615"/>
                </a:lnTo>
                <a:lnTo>
                  <a:pt x="1887410" y="3639940"/>
                </a:lnTo>
                <a:lnTo>
                  <a:pt x="1887411" y="3639939"/>
                </a:lnTo>
                <a:close/>
                <a:moveTo>
                  <a:pt x="1942760" y="3634824"/>
                </a:moveTo>
                <a:lnTo>
                  <a:pt x="1942759" y="3634825"/>
                </a:lnTo>
                <a:lnTo>
                  <a:pt x="1943224" y="3637149"/>
                </a:lnTo>
                <a:lnTo>
                  <a:pt x="1943225" y="3637149"/>
                </a:lnTo>
                <a:close/>
                <a:moveTo>
                  <a:pt x="1932992" y="3632964"/>
                </a:moveTo>
                <a:lnTo>
                  <a:pt x="1935317" y="3640405"/>
                </a:lnTo>
                <a:lnTo>
                  <a:pt x="1935318" y="3640404"/>
                </a:lnTo>
                <a:lnTo>
                  <a:pt x="1932993" y="3632964"/>
                </a:lnTo>
                <a:close/>
                <a:moveTo>
                  <a:pt x="1874855" y="3631568"/>
                </a:moveTo>
                <a:lnTo>
                  <a:pt x="1874854" y="3631568"/>
                </a:lnTo>
                <a:lnTo>
                  <a:pt x="1878575" y="3633429"/>
                </a:lnTo>
                <a:lnTo>
                  <a:pt x="1881365" y="3633429"/>
                </a:lnTo>
                <a:lnTo>
                  <a:pt x="1881364" y="3633428"/>
                </a:lnTo>
                <a:lnTo>
                  <a:pt x="1878574" y="3633428"/>
                </a:lnTo>
                <a:close/>
                <a:moveTo>
                  <a:pt x="1112539" y="3630637"/>
                </a:moveTo>
                <a:lnTo>
                  <a:pt x="1110565" y="3630919"/>
                </a:lnTo>
                <a:lnTo>
                  <a:pt x="1112539" y="3630638"/>
                </a:lnTo>
                <a:close/>
                <a:moveTo>
                  <a:pt x="1073935" y="3628777"/>
                </a:moveTo>
                <a:lnTo>
                  <a:pt x="1067888" y="3632963"/>
                </a:lnTo>
                <a:lnTo>
                  <a:pt x="1068819" y="3644591"/>
                </a:lnTo>
                <a:lnTo>
                  <a:pt x="1069749" y="3646916"/>
                </a:lnTo>
                <a:lnTo>
                  <a:pt x="1059052" y="3646916"/>
                </a:lnTo>
                <a:lnTo>
                  <a:pt x="1058122" y="3648776"/>
                </a:lnTo>
                <a:lnTo>
                  <a:pt x="1046959" y="3650637"/>
                </a:lnTo>
                <a:lnTo>
                  <a:pt x="1039982" y="3656218"/>
                </a:lnTo>
                <a:lnTo>
                  <a:pt x="1033935" y="3656218"/>
                </a:lnTo>
                <a:lnTo>
                  <a:pt x="1033471" y="3662730"/>
                </a:lnTo>
                <a:lnTo>
                  <a:pt x="1029750" y="3664590"/>
                </a:lnTo>
                <a:lnTo>
                  <a:pt x="1027889" y="3669242"/>
                </a:lnTo>
                <a:lnTo>
                  <a:pt x="1033471" y="3672497"/>
                </a:lnTo>
                <a:lnTo>
                  <a:pt x="1028354" y="3675288"/>
                </a:lnTo>
                <a:lnTo>
                  <a:pt x="1028356" y="3675288"/>
                </a:lnTo>
                <a:lnTo>
                  <a:pt x="1033473" y="3672497"/>
                </a:lnTo>
                <a:lnTo>
                  <a:pt x="1027891" y="3669242"/>
                </a:lnTo>
                <a:lnTo>
                  <a:pt x="1029751" y="3664591"/>
                </a:lnTo>
                <a:lnTo>
                  <a:pt x="1033473" y="3662730"/>
                </a:lnTo>
                <a:lnTo>
                  <a:pt x="1033937" y="3656219"/>
                </a:lnTo>
                <a:lnTo>
                  <a:pt x="1039984" y="3656219"/>
                </a:lnTo>
                <a:lnTo>
                  <a:pt x="1046961" y="3650638"/>
                </a:lnTo>
                <a:lnTo>
                  <a:pt x="1058123" y="3648777"/>
                </a:lnTo>
                <a:lnTo>
                  <a:pt x="1059053" y="3646916"/>
                </a:lnTo>
                <a:lnTo>
                  <a:pt x="1069751" y="3646916"/>
                </a:lnTo>
                <a:lnTo>
                  <a:pt x="1068821" y="3644590"/>
                </a:lnTo>
                <a:lnTo>
                  <a:pt x="1067890" y="3632963"/>
                </a:lnTo>
                <a:lnTo>
                  <a:pt x="1073937" y="3628777"/>
                </a:lnTo>
                <a:lnTo>
                  <a:pt x="1074235" y="3628837"/>
                </a:lnTo>
                <a:close/>
                <a:moveTo>
                  <a:pt x="1076726" y="3624591"/>
                </a:moveTo>
                <a:lnTo>
                  <a:pt x="1076261" y="3629241"/>
                </a:lnTo>
                <a:lnTo>
                  <a:pt x="1076263" y="3629242"/>
                </a:lnTo>
                <a:lnTo>
                  <a:pt x="1076727" y="3624591"/>
                </a:lnTo>
                <a:close/>
                <a:moveTo>
                  <a:pt x="1473930" y="3622731"/>
                </a:moveTo>
                <a:lnTo>
                  <a:pt x="1472189" y="3623776"/>
                </a:lnTo>
                <a:lnTo>
                  <a:pt x="1473930" y="3622732"/>
                </a:lnTo>
                <a:close/>
                <a:moveTo>
                  <a:pt x="1072075" y="3618545"/>
                </a:moveTo>
                <a:lnTo>
                  <a:pt x="1070214" y="3621335"/>
                </a:lnTo>
                <a:lnTo>
                  <a:pt x="1074400" y="3624591"/>
                </a:lnTo>
                <a:lnTo>
                  <a:pt x="1074401" y="3624591"/>
                </a:lnTo>
                <a:lnTo>
                  <a:pt x="1070216" y="3621336"/>
                </a:lnTo>
                <a:lnTo>
                  <a:pt x="1072076" y="3618546"/>
                </a:lnTo>
                <a:close/>
                <a:moveTo>
                  <a:pt x="1096726" y="3617614"/>
                </a:moveTo>
                <a:lnTo>
                  <a:pt x="1089749" y="3619009"/>
                </a:lnTo>
                <a:lnTo>
                  <a:pt x="1082772" y="3618079"/>
                </a:lnTo>
                <a:lnTo>
                  <a:pt x="1079517" y="3620870"/>
                </a:lnTo>
                <a:lnTo>
                  <a:pt x="1078017" y="3620720"/>
                </a:lnTo>
                <a:lnTo>
                  <a:pt x="1079518" y="3620870"/>
                </a:lnTo>
                <a:lnTo>
                  <a:pt x="1082774" y="3618080"/>
                </a:lnTo>
                <a:lnTo>
                  <a:pt x="1089751" y="3619010"/>
                </a:lnTo>
                <a:lnTo>
                  <a:pt x="1096726" y="3617614"/>
                </a:lnTo>
                <a:close/>
                <a:moveTo>
                  <a:pt x="1181023" y="3614113"/>
                </a:moveTo>
                <a:lnTo>
                  <a:pt x="1183235" y="3614359"/>
                </a:lnTo>
                <a:lnTo>
                  <a:pt x="1183235" y="3614358"/>
                </a:lnTo>
                <a:close/>
                <a:moveTo>
                  <a:pt x="1933459" y="3613894"/>
                </a:moveTo>
                <a:lnTo>
                  <a:pt x="1933458" y="3613895"/>
                </a:lnTo>
                <a:lnTo>
                  <a:pt x="1946481" y="3618080"/>
                </a:lnTo>
                <a:lnTo>
                  <a:pt x="1952062" y="3621802"/>
                </a:lnTo>
                <a:lnTo>
                  <a:pt x="1954388" y="3617616"/>
                </a:lnTo>
                <a:lnTo>
                  <a:pt x="1959039" y="3619476"/>
                </a:lnTo>
                <a:lnTo>
                  <a:pt x="1960434" y="3617151"/>
                </a:lnTo>
                <a:lnTo>
                  <a:pt x="1966481" y="3620872"/>
                </a:lnTo>
                <a:lnTo>
                  <a:pt x="1968805" y="3620872"/>
                </a:lnTo>
                <a:lnTo>
                  <a:pt x="1968805" y="3620870"/>
                </a:lnTo>
                <a:lnTo>
                  <a:pt x="1966480" y="3620870"/>
                </a:lnTo>
                <a:lnTo>
                  <a:pt x="1960433" y="3617149"/>
                </a:lnTo>
                <a:lnTo>
                  <a:pt x="1959038" y="3619474"/>
                </a:lnTo>
                <a:lnTo>
                  <a:pt x="1954387" y="3617614"/>
                </a:lnTo>
                <a:lnTo>
                  <a:pt x="1952061" y="3621800"/>
                </a:lnTo>
                <a:lnTo>
                  <a:pt x="1946480" y="3618079"/>
                </a:lnTo>
                <a:close/>
                <a:moveTo>
                  <a:pt x="1144631" y="3612963"/>
                </a:moveTo>
                <a:lnTo>
                  <a:pt x="1140911" y="3613894"/>
                </a:lnTo>
                <a:lnTo>
                  <a:pt x="1136724" y="3616684"/>
                </a:lnTo>
                <a:lnTo>
                  <a:pt x="1126958" y="3616684"/>
                </a:lnTo>
                <a:lnTo>
                  <a:pt x="1127423" y="3624126"/>
                </a:lnTo>
                <a:lnTo>
                  <a:pt x="1128353" y="3625521"/>
                </a:lnTo>
                <a:lnTo>
                  <a:pt x="1126958" y="3629707"/>
                </a:lnTo>
                <a:lnTo>
                  <a:pt x="1124632" y="3632033"/>
                </a:lnTo>
                <a:lnTo>
                  <a:pt x="1120446" y="3631567"/>
                </a:lnTo>
                <a:lnTo>
                  <a:pt x="1118586" y="3635288"/>
                </a:lnTo>
                <a:lnTo>
                  <a:pt x="1118587" y="3635288"/>
                </a:lnTo>
                <a:lnTo>
                  <a:pt x="1120448" y="3631568"/>
                </a:lnTo>
                <a:lnTo>
                  <a:pt x="1124634" y="3632033"/>
                </a:lnTo>
                <a:lnTo>
                  <a:pt x="1126960" y="3629707"/>
                </a:lnTo>
                <a:lnTo>
                  <a:pt x="1128355" y="3625521"/>
                </a:lnTo>
                <a:lnTo>
                  <a:pt x="1127424" y="3624126"/>
                </a:lnTo>
                <a:lnTo>
                  <a:pt x="1126960" y="3616685"/>
                </a:lnTo>
                <a:lnTo>
                  <a:pt x="1136726" y="3616685"/>
                </a:lnTo>
                <a:lnTo>
                  <a:pt x="1140913" y="3613894"/>
                </a:lnTo>
                <a:lnTo>
                  <a:pt x="1144633" y="3612963"/>
                </a:lnTo>
                <a:close/>
                <a:moveTo>
                  <a:pt x="1156259" y="3611103"/>
                </a:moveTo>
                <a:lnTo>
                  <a:pt x="1152538" y="3612498"/>
                </a:lnTo>
                <a:lnTo>
                  <a:pt x="1150213" y="3614823"/>
                </a:lnTo>
                <a:lnTo>
                  <a:pt x="1150215" y="3614824"/>
                </a:lnTo>
                <a:lnTo>
                  <a:pt x="1152540" y="3612499"/>
                </a:lnTo>
                <a:lnTo>
                  <a:pt x="1156260" y="3611104"/>
                </a:lnTo>
                <a:close/>
                <a:moveTo>
                  <a:pt x="1172538" y="3607847"/>
                </a:moveTo>
                <a:lnTo>
                  <a:pt x="1172538" y="3614823"/>
                </a:lnTo>
                <a:lnTo>
                  <a:pt x="1166026" y="3614358"/>
                </a:lnTo>
                <a:lnTo>
                  <a:pt x="1164166" y="3616684"/>
                </a:lnTo>
                <a:lnTo>
                  <a:pt x="1160447" y="3618079"/>
                </a:lnTo>
                <a:lnTo>
                  <a:pt x="1160447" y="3618080"/>
                </a:lnTo>
                <a:lnTo>
                  <a:pt x="1164168" y="3616685"/>
                </a:lnTo>
                <a:lnTo>
                  <a:pt x="1166028" y="3614359"/>
                </a:lnTo>
                <a:lnTo>
                  <a:pt x="1172540" y="3614824"/>
                </a:lnTo>
                <a:lnTo>
                  <a:pt x="1172540" y="3607848"/>
                </a:lnTo>
                <a:lnTo>
                  <a:pt x="1178584" y="3608312"/>
                </a:lnTo>
                <a:lnTo>
                  <a:pt x="1178584" y="3608312"/>
                </a:lnTo>
                <a:close/>
                <a:moveTo>
                  <a:pt x="1917644" y="3606918"/>
                </a:moveTo>
                <a:lnTo>
                  <a:pt x="1924154" y="3616218"/>
                </a:lnTo>
                <a:lnTo>
                  <a:pt x="1926015" y="3623660"/>
                </a:lnTo>
                <a:lnTo>
                  <a:pt x="1926945" y="3630172"/>
                </a:lnTo>
                <a:lnTo>
                  <a:pt x="1928660" y="3632229"/>
                </a:lnTo>
                <a:lnTo>
                  <a:pt x="1926947" y="3630173"/>
                </a:lnTo>
                <a:lnTo>
                  <a:pt x="1926016" y="3623662"/>
                </a:lnTo>
                <a:lnTo>
                  <a:pt x="1924156" y="3616221"/>
                </a:lnTo>
                <a:close/>
                <a:moveTo>
                  <a:pt x="2006945" y="3602732"/>
                </a:moveTo>
                <a:lnTo>
                  <a:pt x="2008339" y="3604591"/>
                </a:lnTo>
                <a:lnTo>
                  <a:pt x="2008340" y="3604591"/>
                </a:lnTo>
                <a:lnTo>
                  <a:pt x="2006946" y="3602732"/>
                </a:lnTo>
                <a:close/>
                <a:moveTo>
                  <a:pt x="1188819" y="3602731"/>
                </a:moveTo>
                <a:lnTo>
                  <a:pt x="1188817" y="3602732"/>
                </a:lnTo>
                <a:lnTo>
                  <a:pt x="1188352" y="3611568"/>
                </a:lnTo>
                <a:lnTo>
                  <a:pt x="1189747" y="3614823"/>
                </a:lnTo>
                <a:lnTo>
                  <a:pt x="1184632" y="3617148"/>
                </a:lnTo>
                <a:lnTo>
                  <a:pt x="1184633" y="3617149"/>
                </a:lnTo>
                <a:lnTo>
                  <a:pt x="1189749" y="3614824"/>
                </a:lnTo>
                <a:lnTo>
                  <a:pt x="1188354" y="3611568"/>
                </a:lnTo>
                <a:close/>
                <a:moveTo>
                  <a:pt x="1906946" y="3601802"/>
                </a:moveTo>
                <a:lnTo>
                  <a:pt x="1907411" y="3605986"/>
                </a:lnTo>
                <a:lnTo>
                  <a:pt x="1907411" y="3605986"/>
                </a:lnTo>
                <a:lnTo>
                  <a:pt x="1906947" y="3601802"/>
                </a:lnTo>
                <a:close/>
                <a:moveTo>
                  <a:pt x="1977658" y="3597171"/>
                </a:moveTo>
                <a:lnTo>
                  <a:pt x="1979502" y="3599940"/>
                </a:lnTo>
                <a:lnTo>
                  <a:pt x="1979503" y="3599939"/>
                </a:lnTo>
                <a:close/>
                <a:moveTo>
                  <a:pt x="1939039" y="3596221"/>
                </a:moveTo>
                <a:lnTo>
                  <a:pt x="1939039" y="3596221"/>
                </a:lnTo>
                <a:lnTo>
                  <a:pt x="1939968" y="3599940"/>
                </a:lnTo>
                <a:lnTo>
                  <a:pt x="1942759" y="3604591"/>
                </a:lnTo>
                <a:lnTo>
                  <a:pt x="1942759" y="3604591"/>
                </a:lnTo>
                <a:lnTo>
                  <a:pt x="1939969" y="3599941"/>
                </a:lnTo>
                <a:close/>
                <a:moveTo>
                  <a:pt x="1980432" y="3594824"/>
                </a:moveTo>
                <a:lnTo>
                  <a:pt x="1977643" y="3597149"/>
                </a:lnTo>
                <a:lnTo>
                  <a:pt x="1977644" y="3597151"/>
                </a:lnTo>
                <a:lnTo>
                  <a:pt x="1980434" y="3594826"/>
                </a:lnTo>
                <a:close/>
                <a:moveTo>
                  <a:pt x="2012061" y="3590175"/>
                </a:moveTo>
                <a:lnTo>
                  <a:pt x="2013455" y="3592963"/>
                </a:lnTo>
                <a:lnTo>
                  <a:pt x="2013455" y="3592963"/>
                </a:lnTo>
                <a:close/>
                <a:moveTo>
                  <a:pt x="1188817" y="3590173"/>
                </a:moveTo>
                <a:lnTo>
                  <a:pt x="1190212" y="3597150"/>
                </a:lnTo>
                <a:lnTo>
                  <a:pt x="1185096" y="3601335"/>
                </a:lnTo>
                <a:lnTo>
                  <a:pt x="1186026" y="3603661"/>
                </a:lnTo>
                <a:lnTo>
                  <a:pt x="1186027" y="3603660"/>
                </a:lnTo>
                <a:lnTo>
                  <a:pt x="1185098" y="3601336"/>
                </a:lnTo>
                <a:lnTo>
                  <a:pt x="1190215" y="3597150"/>
                </a:lnTo>
                <a:lnTo>
                  <a:pt x="1188819" y="3590173"/>
                </a:lnTo>
                <a:close/>
                <a:moveTo>
                  <a:pt x="1461837" y="3576685"/>
                </a:moveTo>
                <a:lnTo>
                  <a:pt x="1458583" y="3577150"/>
                </a:lnTo>
                <a:lnTo>
                  <a:pt x="1458582" y="3577151"/>
                </a:lnTo>
                <a:lnTo>
                  <a:pt x="1461837" y="3576686"/>
                </a:lnTo>
                <a:close/>
                <a:moveTo>
                  <a:pt x="1186491" y="3564127"/>
                </a:moveTo>
                <a:lnTo>
                  <a:pt x="1187421" y="3573429"/>
                </a:lnTo>
                <a:lnTo>
                  <a:pt x="1182305" y="3578080"/>
                </a:lnTo>
                <a:lnTo>
                  <a:pt x="1182305" y="3582266"/>
                </a:lnTo>
                <a:lnTo>
                  <a:pt x="1185561" y="3586917"/>
                </a:lnTo>
                <a:lnTo>
                  <a:pt x="1185561" y="3590173"/>
                </a:lnTo>
                <a:lnTo>
                  <a:pt x="1185563" y="3590173"/>
                </a:lnTo>
                <a:lnTo>
                  <a:pt x="1185563" y="3586917"/>
                </a:lnTo>
                <a:lnTo>
                  <a:pt x="1182308" y="3582266"/>
                </a:lnTo>
                <a:lnTo>
                  <a:pt x="1182308" y="3578080"/>
                </a:lnTo>
                <a:lnTo>
                  <a:pt x="1187423" y="3573429"/>
                </a:lnTo>
                <a:lnTo>
                  <a:pt x="1186493" y="3564127"/>
                </a:lnTo>
                <a:close/>
                <a:moveTo>
                  <a:pt x="1472069" y="3563197"/>
                </a:moveTo>
                <a:lnTo>
                  <a:pt x="1459978" y="3572499"/>
                </a:lnTo>
                <a:lnTo>
                  <a:pt x="1472070" y="3563198"/>
                </a:lnTo>
                <a:close/>
                <a:moveTo>
                  <a:pt x="1236258" y="3552965"/>
                </a:moveTo>
                <a:lnTo>
                  <a:pt x="1229748" y="3554824"/>
                </a:lnTo>
                <a:lnTo>
                  <a:pt x="1229749" y="3554825"/>
                </a:lnTo>
                <a:lnTo>
                  <a:pt x="1236259" y="3552965"/>
                </a:lnTo>
                <a:close/>
                <a:moveTo>
                  <a:pt x="1295327" y="3550639"/>
                </a:moveTo>
                <a:lnTo>
                  <a:pt x="1290675" y="3552034"/>
                </a:lnTo>
                <a:lnTo>
                  <a:pt x="1291141" y="3553894"/>
                </a:lnTo>
                <a:lnTo>
                  <a:pt x="1291143" y="3553894"/>
                </a:lnTo>
                <a:lnTo>
                  <a:pt x="1290678" y="3552034"/>
                </a:lnTo>
                <a:lnTo>
                  <a:pt x="1295327" y="3550640"/>
                </a:lnTo>
                <a:close/>
                <a:moveTo>
                  <a:pt x="1250676" y="3550173"/>
                </a:moveTo>
                <a:lnTo>
                  <a:pt x="1243234" y="3550639"/>
                </a:lnTo>
                <a:lnTo>
                  <a:pt x="1240910" y="3552499"/>
                </a:lnTo>
                <a:lnTo>
                  <a:pt x="1240911" y="3552499"/>
                </a:lnTo>
                <a:lnTo>
                  <a:pt x="1243237" y="3550639"/>
                </a:lnTo>
                <a:lnTo>
                  <a:pt x="1250677" y="3550174"/>
                </a:lnTo>
                <a:close/>
                <a:moveTo>
                  <a:pt x="1269748" y="3549708"/>
                </a:moveTo>
                <a:lnTo>
                  <a:pt x="1269746" y="3549709"/>
                </a:lnTo>
                <a:lnTo>
                  <a:pt x="1268351" y="3551104"/>
                </a:lnTo>
                <a:lnTo>
                  <a:pt x="1269281" y="3556685"/>
                </a:lnTo>
                <a:lnTo>
                  <a:pt x="1266958" y="3559008"/>
                </a:lnTo>
                <a:lnTo>
                  <a:pt x="1266958" y="3559011"/>
                </a:lnTo>
                <a:lnTo>
                  <a:pt x="1269283" y="3556685"/>
                </a:lnTo>
                <a:lnTo>
                  <a:pt x="1268353" y="3551104"/>
                </a:lnTo>
                <a:close/>
                <a:moveTo>
                  <a:pt x="1277187" y="3548313"/>
                </a:moveTo>
                <a:lnTo>
                  <a:pt x="1269835" y="3549692"/>
                </a:lnTo>
                <a:lnTo>
                  <a:pt x="1277188" y="3548314"/>
                </a:lnTo>
                <a:close/>
                <a:moveTo>
                  <a:pt x="1259978" y="3547848"/>
                </a:moveTo>
                <a:lnTo>
                  <a:pt x="1257188" y="3548778"/>
                </a:lnTo>
                <a:lnTo>
                  <a:pt x="1253468" y="3553893"/>
                </a:lnTo>
                <a:lnTo>
                  <a:pt x="1253469" y="3553894"/>
                </a:lnTo>
                <a:lnTo>
                  <a:pt x="1257190" y="3548778"/>
                </a:lnTo>
                <a:lnTo>
                  <a:pt x="1259979" y="3547848"/>
                </a:lnTo>
                <a:close/>
                <a:moveTo>
                  <a:pt x="1471605" y="3547383"/>
                </a:moveTo>
                <a:lnTo>
                  <a:pt x="1471605" y="3547384"/>
                </a:lnTo>
                <a:lnTo>
                  <a:pt x="1475325" y="3547849"/>
                </a:lnTo>
                <a:lnTo>
                  <a:pt x="1476255" y="3550174"/>
                </a:lnTo>
                <a:lnTo>
                  <a:pt x="1482302" y="3548779"/>
                </a:lnTo>
                <a:lnTo>
                  <a:pt x="1482302" y="3548778"/>
                </a:lnTo>
                <a:lnTo>
                  <a:pt x="1476256" y="3550174"/>
                </a:lnTo>
                <a:lnTo>
                  <a:pt x="1475326" y="3547848"/>
                </a:lnTo>
                <a:close/>
                <a:moveTo>
                  <a:pt x="1305559" y="3547383"/>
                </a:moveTo>
                <a:lnTo>
                  <a:pt x="1306024" y="3551104"/>
                </a:lnTo>
                <a:lnTo>
                  <a:pt x="1303234" y="3552965"/>
                </a:lnTo>
                <a:lnTo>
                  <a:pt x="1301373" y="3557150"/>
                </a:lnTo>
                <a:lnTo>
                  <a:pt x="1301375" y="3557150"/>
                </a:lnTo>
                <a:lnTo>
                  <a:pt x="1303236" y="3552964"/>
                </a:lnTo>
                <a:lnTo>
                  <a:pt x="1306026" y="3551104"/>
                </a:lnTo>
                <a:lnTo>
                  <a:pt x="1305562" y="3547383"/>
                </a:lnTo>
                <a:close/>
                <a:moveTo>
                  <a:pt x="1173935" y="3545057"/>
                </a:moveTo>
                <a:lnTo>
                  <a:pt x="1173933" y="3545058"/>
                </a:lnTo>
                <a:lnTo>
                  <a:pt x="1174864" y="3550639"/>
                </a:lnTo>
                <a:lnTo>
                  <a:pt x="1179515" y="3552034"/>
                </a:lnTo>
                <a:lnTo>
                  <a:pt x="1179980" y="3554360"/>
                </a:lnTo>
                <a:lnTo>
                  <a:pt x="1178120" y="3558546"/>
                </a:lnTo>
                <a:lnTo>
                  <a:pt x="1181375" y="3559941"/>
                </a:lnTo>
                <a:lnTo>
                  <a:pt x="1182305" y="3563662"/>
                </a:lnTo>
                <a:lnTo>
                  <a:pt x="1184507" y="3563906"/>
                </a:lnTo>
                <a:lnTo>
                  <a:pt x="1182308" y="3563662"/>
                </a:lnTo>
                <a:lnTo>
                  <a:pt x="1181377" y="3559941"/>
                </a:lnTo>
                <a:lnTo>
                  <a:pt x="1178121" y="3558545"/>
                </a:lnTo>
                <a:lnTo>
                  <a:pt x="1179982" y="3554360"/>
                </a:lnTo>
                <a:lnTo>
                  <a:pt x="1179517" y="3552034"/>
                </a:lnTo>
                <a:lnTo>
                  <a:pt x="1174866" y="3550639"/>
                </a:lnTo>
                <a:close/>
                <a:moveTo>
                  <a:pt x="2089269" y="3544593"/>
                </a:moveTo>
                <a:lnTo>
                  <a:pt x="2090664" y="3547382"/>
                </a:lnTo>
                <a:lnTo>
                  <a:pt x="2090664" y="3547382"/>
                </a:lnTo>
                <a:lnTo>
                  <a:pt x="2089270" y="3544593"/>
                </a:lnTo>
                <a:close/>
                <a:moveTo>
                  <a:pt x="1224165" y="3541336"/>
                </a:moveTo>
                <a:lnTo>
                  <a:pt x="1218586" y="3544126"/>
                </a:lnTo>
                <a:lnTo>
                  <a:pt x="1218586" y="3544127"/>
                </a:lnTo>
                <a:lnTo>
                  <a:pt x="1224165" y="3541338"/>
                </a:lnTo>
                <a:close/>
                <a:moveTo>
                  <a:pt x="1212537" y="3539011"/>
                </a:moveTo>
                <a:lnTo>
                  <a:pt x="1210677" y="3547383"/>
                </a:lnTo>
                <a:lnTo>
                  <a:pt x="1210679" y="3547383"/>
                </a:lnTo>
                <a:lnTo>
                  <a:pt x="1212539" y="3539011"/>
                </a:lnTo>
                <a:close/>
                <a:moveTo>
                  <a:pt x="1199049" y="3538546"/>
                </a:moveTo>
                <a:lnTo>
                  <a:pt x="1194398" y="3540871"/>
                </a:lnTo>
                <a:lnTo>
                  <a:pt x="1192530" y="3540560"/>
                </a:lnTo>
                <a:lnTo>
                  <a:pt x="1194400" y="3540872"/>
                </a:lnTo>
                <a:lnTo>
                  <a:pt x="1199051" y="3538547"/>
                </a:lnTo>
                <a:close/>
                <a:moveTo>
                  <a:pt x="1299978" y="3536686"/>
                </a:moveTo>
                <a:lnTo>
                  <a:pt x="1298117" y="3546453"/>
                </a:lnTo>
                <a:lnTo>
                  <a:pt x="1302009" y="3546939"/>
                </a:lnTo>
                <a:lnTo>
                  <a:pt x="1298119" y="3546453"/>
                </a:lnTo>
                <a:lnTo>
                  <a:pt x="1299980" y="3536686"/>
                </a:lnTo>
                <a:close/>
                <a:moveTo>
                  <a:pt x="1484163" y="3535755"/>
                </a:moveTo>
                <a:lnTo>
                  <a:pt x="1480907" y="3537616"/>
                </a:lnTo>
                <a:lnTo>
                  <a:pt x="1480907" y="3537616"/>
                </a:lnTo>
                <a:lnTo>
                  <a:pt x="1484162" y="3535756"/>
                </a:lnTo>
                <a:lnTo>
                  <a:pt x="1490674" y="3537617"/>
                </a:lnTo>
                <a:lnTo>
                  <a:pt x="1490674" y="3537616"/>
                </a:lnTo>
                <a:close/>
                <a:moveTo>
                  <a:pt x="1490675" y="3533430"/>
                </a:moveTo>
                <a:lnTo>
                  <a:pt x="1490675" y="3533431"/>
                </a:lnTo>
                <a:lnTo>
                  <a:pt x="1494394" y="3535291"/>
                </a:lnTo>
                <a:lnTo>
                  <a:pt x="1496720" y="3534826"/>
                </a:lnTo>
                <a:lnTo>
                  <a:pt x="1496720" y="3534825"/>
                </a:lnTo>
                <a:lnTo>
                  <a:pt x="1494395" y="3535290"/>
                </a:lnTo>
                <a:close/>
                <a:moveTo>
                  <a:pt x="1182771" y="3529244"/>
                </a:moveTo>
                <a:lnTo>
                  <a:pt x="1181375" y="3532500"/>
                </a:lnTo>
                <a:lnTo>
                  <a:pt x="1179515" y="3538546"/>
                </a:lnTo>
                <a:lnTo>
                  <a:pt x="1179980" y="3543662"/>
                </a:lnTo>
                <a:lnTo>
                  <a:pt x="1174059" y="3545029"/>
                </a:lnTo>
                <a:lnTo>
                  <a:pt x="1179982" y="3543662"/>
                </a:lnTo>
                <a:lnTo>
                  <a:pt x="1179517" y="3538546"/>
                </a:lnTo>
                <a:lnTo>
                  <a:pt x="1181377" y="3532500"/>
                </a:lnTo>
                <a:lnTo>
                  <a:pt x="1182772" y="3529245"/>
                </a:lnTo>
                <a:close/>
                <a:moveTo>
                  <a:pt x="1502768" y="3528779"/>
                </a:moveTo>
                <a:lnTo>
                  <a:pt x="1496721" y="3530639"/>
                </a:lnTo>
                <a:lnTo>
                  <a:pt x="1502767" y="3528780"/>
                </a:lnTo>
                <a:lnTo>
                  <a:pt x="1508348" y="3530175"/>
                </a:lnTo>
                <a:lnTo>
                  <a:pt x="1508348" y="3530174"/>
                </a:lnTo>
                <a:close/>
                <a:moveTo>
                  <a:pt x="2114851" y="3510640"/>
                </a:moveTo>
                <a:lnTo>
                  <a:pt x="2114850" y="3510640"/>
                </a:lnTo>
                <a:lnTo>
                  <a:pt x="2118104" y="3513430"/>
                </a:lnTo>
                <a:lnTo>
                  <a:pt x="2118105" y="3513429"/>
                </a:lnTo>
                <a:close/>
                <a:moveTo>
                  <a:pt x="1477887" y="3490054"/>
                </a:moveTo>
                <a:lnTo>
                  <a:pt x="1477187" y="3491105"/>
                </a:lnTo>
                <a:lnTo>
                  <a:pt x="1472536" y="3492501"/>
                </a:lnTo>
                <a:lnTo>
                  <a:pt x="1472536" y="3492501"/>
                </a:lnTo>
                <a:lnTo>
                  <a:pt x="1477186" y="3491106"/>
                </a:lnTo>
                <a:close/>
                <a:moveTo>
                  <a:pt x="1320003" y="3490030"/>
                </a:moveTo>
                <a:lnTo>
                  <a:pt x="1318117" y="3490175"/>
                </a:lnTo>
                <a:lnTo>
                  <a:pt x="1317652" y="3497617"/>
                </a:lnTo>
                <a:lnTo>
                  <a:pt x="1308815" y="3501802"/>
                </a:lnTo>
                <a:lnTo>
                  <a:pt x="1306955" y="3508313"/>
                </a:lnTo>
                <a:lnTo>
                  <a:pt x="1293466" y="3509709"/>
                </a:lnTo>
                <a:lnTo>
                  <a:pt x="1294862" y="3518546"/>
                </a:lnTo>
                <a:lnTo>
                  <a:pt x="1298117" y="3519476"/>
                </a:lnTo>
                <a:lnTo>
                  <a:pt x="1299048" y="3522732"/>
                </a:lnTo>
                <a:lnTo>
                  <a:pt x="1295792" y="3523662"/>
                </a:lnTo>
                <a:lnTo>
                  <a:pt x="1296257" y="3530174"/>
                </a:lnTo>
                <a:lnTo>
                  <a:pt x="1293466" y="3531104"/>
                </a:lnTo>
                <a:lnTo>
                  <a:pt x="1293931" y="3537151"/>
                </a:lnTo>
                <a:lnTo>
                  <a:pt x="1295954" y="3536995"/>
                </a:lnTo>
                <a:lnTo>
                  <a:pt x="1293934" y="3537150"/>
                </a:lnTo>
                <a:lnTo>
                  <a:pt x="1293468" y="3531105"/>
                </a:lnTo>
                <a:lnTo>
                  <a:pt x="1296260" y="3530174"/>
                </a:lnTo>
                <a:lnTo>
                  <a:pt x="1295794" y="3523662"/>
                </a:lnTo>
                <a:lnTo>
                  <a:pt x="1299050" y="3522732"/>
                </a:lnTo>
                <a:lnTo>
                  <a:pt x="1298119" y="3519477"/>
                </a:lnTo>
                <a:lnTo>
                  <a:pt x="1294864" y="3518547"/>
                </a:lnTo>
                <a:lnTo>
                  <a:pt x="1293468" y="3509709"/>
                </a:lnTo>
                <a:lnTo>
                  <a:pt x="1306957" y="3508314"/>
                </a:lnTo>
                <a:lnTo>
                  <a:pt x="1308817" y="3501803"/>
                </a:lnTo>
                <a:lnTo>
                  <a:pt x="1317655" y="3497616"/>
                </a:lnTo>
                <a:lnTo>
                  <a:pt x="1318119" y="3490175"/>
                </a:lnTo>
                <a:close/>
                <a:moveTo>
                  <a:pt x="1483233" y="3487849"/>
                </a:moveTo>
                <a:lnTo>
                  <a:pt x="1478117" y="3489709"/>
                </a:lnTo>
                <a:lnTo>
                  <a:pt x="1478116" y="3489711"/>
                </a:lnTo>
                <a:lnTo>
                  <a:pt x="1483232" y="3487850"/>
                </a:lnTo>
                <a:lnTo>
                  <a:pt x="1485092" y="3488315"/>
                </a:lnTo>
                <a:lnTo>
                  <a:pt x="1485093" y="3488314"/>
                </a:lnTo>
                <a:close/>
                <a:moveTo>
                  <a:pt x="1336721" y="3483198"/>
                </a:moveTo>
                <a:lnTo>
                  <a:pt x="1335791" y="3487849"/>
                </a:lnTo>
                <a:lnTo>
                  <a:pt x="1333931" y="3491105"/>
                </a:lnTo>
                <a:lnTo>
                  <a:pt x="1331481" y="3491513"/>
                </a:lnTo>
                <a:lnTo>
                  <a:pt x="1333933" y="3491105"/>
                </a:lnTo>
                <a:lnTo>
                  <a:pt x="1335794" y="3487849"/>
                </a:lnTo>
                <a:lnTo>
                  <a:pt x="1336724" y="3483198"/>
                </a:lnTo>
                <a:lnTo>
                  <a:pt x="1340442" y="3483198"/>
                </a:lnTo>
                <a:lnTo>
                  <a:pt x="1340442" y="3483198"/>
                </a:lnTo>
                <a:close/>
                <a:moveTo>
                  <a:pt x="1328992" y="3481928"/>
                </a:moveTo>
                <a:lnTo>
                  <a:pt x="1324164" y="3482733"/>
                </a:lnTo>
                <a:lnTo>
                  <a:pt x="1324164" y="3489709"/>
                </a:lnTo>
                <a:lnTo>
                  <a:pt x="1324165" y="3489709"/>
                </a:lnTo>
                <a:lnTo>
                  <a:pt x="1324165" y="3482733"/>
                </a:lnTo>
                <a:close/>
                <a:moveTo>
                  <a:pt x="1354860" y="3478081"/>
                </a:moveTo>
                <a:lnTo>
                  <a:pt x="1354860" y="3484593"/>
                </a:lnTo>
                <a:lnTo>
                  <a:pt x="1350675" y="3491570"/>
                </a:lnTo>
                <a:lnTo>
                  <a:pt x="1350675" y="3495755"/>
                </a:lnTo>
                <a:lnTo>
                  <a:pt x="1350677" y="3495756"/>
                </a:lnTo>
                <a:lnTo>
                  <a:pt x="1350677" y="3491570"/>
                </a:lnTo>
                <a:lnTo>
                  <a:pt x="1354863" y="3484594"/>
                </a:lnTo>
                <a:lnTo>
                  <a:pt x="1354863" y="3478082"/>
                </a:lnTo>
                <a:close/>
                <a:moveTo>
                  <a:pt x="1487883" y="3470640"/>
                </a:moveTo>
                <a:lnTo>
                  <a:pt x="1483233" y="3471105"/>
                </a:lnTo>
                <a:lnTo>
                  <a:pt x="1483233" y="3471106"/>
                </a:lnTo>
                <a:lnTo>
                  <a:pt x="1487883" y="3470641"/>
                </a:lnTo>
                <a:close/>
                <a:moveTo>
                  <a:pt x="2060432" y="3466919"/>
                </a:moveTo>
                <a:lnTo>
                  <a:pt x="2050664" y="3472965"/>
                </a:lnTo>
                <a:lnTo>
                  <a:pt x="2046479" y="3478081"/>
                </a:lnTo>
                <a:lnTo>
                  <a:pt x="2043688" y="3478546"/>
                </a:lnTo>
                <a:lnTo>
                  <a:pt x="2039967" y="3477617"/>
                </a:lnTo>
                <a:lnTo>
                  <a:pt x="2039968" y="3477618"/>
                </a:lnTo>
                <a:lnTo>
                  <a:pt x="2043689" y="3478548"/>
                </a:lnTo>
                <a:lnTo>
                  <a:pt x="2046480" y="3478082"/>
                </a:lnTo>
                <a:lnTo>
                  <a:pt x="2050665" y="3472967"/>
                </a:lnTo>
                <a:lnTo>
                  <a:pt x="2060433" y="3466920"/>
                </a:lnTo>
                <a:lnTo>
                  <a:pt x="2065549" y="3467850"/>
                </a:lnTo>
                <a:lnTo>
                  <a:pt x="2075316" y="3473897"/>
                </a:lnTo>
                <a:lnTo>
                  <a:pt x="2085084" y="3473431"/>
                </a:lnTo>
                <a:lnTo>
                  <a:pt x="2096247" y="3474827"/>
                </a:lnTo>
                <a:lnTo>
                  <a:pt x="2099967" y="3474827"/>
                </a:lnTo>
                <a:lnTo>
                  <a:pt x="2102758" y="3472036"/>
                </a:lnTo>
                <a:lnTo>
                  <a:pt x="2104268" y="3472792"/>
                </a:lnTo>
                <a:lnTo>
                  <a:pt x="2104616" y="3472966"/>
                </a:lnTo>
                <a:lnTo>
                  <a:pt x="2104616" y="3472966"/>
                </a:lnTo>
                <a:lnTo>
                  <a:pt x="2104618" y="3472967"/>
                </a:lnTo>
                <a:lnTo>
                  <a:pt x="2109734" y="3472037"/>
                </a:lnTo>
                <a:lnTo>
                  <a:pt x="2109733" y="3472035"/>
                </a:lnTo>
                <a:lnTo>
                  <a:pt x="2104616" y="3472966"/>
                </a:lnTo>
                <a:lnTo>
                  <a:pt x="2104268" y="3472792"/>
                </a:lnTo>
                <a:lnTo>
                  <a:pt x="2102756" y="3472035"/>
                </a:lnTo>
                <a:lnTo>
                  <a:pt x="2099966" y="3474826"/>
                </a:lnTo>
                <a:lnTo>
                  <a:pt x="2096245" y="3474826"/>
                </a:lnTo>
                <a:lnTo>
                  <a:pt x="2096245" y="3474825"/>
                </a:lnTo>
                <a:lnTo>
                  <a:pt x="2085083" y="3473430"/>
                </a:lnTo>
                <a:lnTo>
                  <a:pt x="2075315" y="3473895"/>
                </a:lnTo>
                <a:lnTo>
                  <a:pt x="2065548" y="3467849"/>
                </a:lnTo>
                <a:close/>
                <a:moveTo>
                  <a:pt x="1493930" y="3462269"/>
                </a:moveTo>
                <a:lnTo>
                  <a:pt x="1489744" y="3464594"/>
                </a:lnTo>
                <a:lnTo>
                  <a:pt x="1493930" y="3462269"/>
                </a:lnTo>
                <a:close/>
                <a:moveTo>
                  <a:pt x="2144151" y="3461338"/>
                </a:moveTo>
                <a:lnTo>
                  <a:pt x="2140430" y="3462733"/>
                </a:lnTo>
                <a:lnTo>
                  <a:pt x="2137639" y="3466454"/>
                </a:lnTo>
                <a:lnTo>
                  <a:pt x="2137174" y="3469245"/>
                </a:lnTo>
                <a:lnTo>
                  <a:pt x="2132058" y="3472966"/>
                </a:lnTo>
                <a:lnTo>
                  <a:pt x="2126477" y="3471105"/>
                </a:lnTo>
                <a:lnTo>
                  <a:pt x="2122756" y="3472966"/>
                </a:lnTo>
                <a:lnTo>
                  <a:pt x="2111594" y="3475291"/>
                </a:lnTo>
                <a:lnTo>
                  <a:pt x="2111594" y="3475292"/>
                </a:lnTo>
                <a:lnTo>
                  <a:pt x="2122757" y="3472967"/>
                </a:lnTo>
                <a:lnTo>
                  <a:pt x="2126478" y="3471106"/>
                </a:lnTo>
                <a:lnTo>
                  <a:pt x="2132060" y="3472967"/>
                </a:lnTo>
                <a:lnTo>
                  <a:pt x="2137176" y="3469246"/>
                </a:lnTo>
                <a:lnTo>
                  <a:pt x="2137641" y="3466455"/>
                </a:lnTo>
                <a:lnTo>
                  <a:pt x="2140432" y="3462734"/>
                </a:lnTo>
                <a:lnTo>
                  <a:pt x="2144152" y="3461339"/>
                </a:lnTo>
                <a:close/>
                <a:moveTo>
                  <a:pt x="2098105" y="3460872"/>
                </a:moveTo>
                <a:lnTo>
                  <a:pt x="2096710" y="3465988"/>
                </a:lnTo>
                <a:lnTo>
                  <a:pt x="2098105" y="3460872"/>
                </a:lnTo>
                <a:lnTo>
                  <a:pt x="2104616" y="3463198"/>
                </a:lnTo>
                <a:lnTo>
                  <a:pt x="2104617" y="3463197"/>
                </a:lnTo>
                <a:close/>
                <a:moveTo>
                  <a:pt x="1376256" y="3459477"/>
                </a:moveTo>
                <a:lnTo>
                  <a:pt x="1369279" y="3461803"/>
                </a:lnTo>
                <a:lnTo>
                  <a:pt x="1368349" y="3464128"/>
                </a:lnTo>
                <a:lnTo>
                  <a:pt x="1368351" y="3464129"/>
                </a:lnTo>
                <a:lnTo>
                  <a:pt x="1369281" y="3461803"/>
                </a:lnTo>
                <a:lnTo>
                  <a:pt x="1376258" y="3459477"/>
                </a:lnTo>
                <a:lnTo>
                  <a:pt x="1376556" y="3459537"/>
                </a:lnTo>
                <a:close/>
                <a:moveTo>
                  <a:pt x="1358581" y="3459477"/>
                </a:moveTo>
                <a:lnTo>
                  <a:pt x="1358116" y="3465989"/>
                </a:lnTo>
                <a:lnTo>
                  <a:pt x="1362303" y="3467384"/>
                </a:lnTo>
                <a:lnTo>
                  <a:pt x="1366023" y="3471105"/>
                </a:lnTo>
                <a:lnTo>
                  <a:pt x="1364162" y="3475756"/>
                </a:lnTo>
                <a:lnTo>
                  <a:pt x="1361837" y="3478081"/>
                </a:lnTo>
                <a:lnTo>
                  <a:pt x="1358119" y="3479012"/>
                </a:lnTo>
                <a:lnTo>
                  <a:pt x="1361840" y="3478082"/>
                </a:lnTo>
                <a:lnTo>
                  <a:pt x="1364165" y="3475756"/>
                </a:lnTo>
                <a:lnTo>
                  <a:pt x="1366026" y="3471105"/>
                </a:lnTo>
                <a:lnTo>
                  <a:pt x="1362305" y="3467384"/>
                </a:lnTo>
                <a:lnTo>
                  <a:pt x="1358119" y="3465989"/>
                </a:lnTo>
                <a:lnTo>
                  <a:pt x="1358584" y="3459477"/>
                </a:lnTo>
                <a:lnTo>
                  <a:pt x="1362303" y="3459477"/>
                </a:lnTo>
                <a:lnTo>
                  <a:pt x="1362303" y="3459477"/>
                </a:lnTo>
                <a:close/>
                <a:moveTo>
                  <a:pt x="2158232" y="3457899"/>
                </a:moveTo>
                <a:lnTo>
                  <a:pt x="2155313" y="3459942"/>
                </a:lnTo>
                <a:lnTo>
                  <a:pt x="2146477" y="3465523"/>
                </a:lnTo>
                <a:lnTo>
                  <a:pt x="2146478" y="3465524"/>
                </a:lnTo>
                <a:lnTo>
                  <a:pt x="2155315" y="3459944"/>
                </a:lnTo>
                <a:lnTo>
                  <a:pt x="2155314" y="3459942"/>
                </a:lnTo>
                <a:close/>
                <a:moveTo>
                  <a:pt x="1492536" y="3457617"/>
                </a:moveTo>
                <a:lnTo>
                  <a:pt x="1492536" y="3457619"/>
                </a:lnTo>
                <a:lnTo>
                  <a:pt x="1497650" y="3458548"/>
                </a:lnTo>
                <a:lnTo>
                  <a:pt x="1497650" y="3458548"/>
                </a:lnTo>
                <a:close/>
                <a:moveTo>
                  <a:pt x="1383698" y="3456687"/>
                </a:moveTo>
                <a:lnTo>
                  <a:pt x="1380907" y="3460407"/>
                </a:lnTo>
                <a:lnTo>
                  <a:pt x="1380909" y="3460407"/>
                </a:lnTo>
                <a:lnTo>
                  <a:pt x="1383700" y="3456687"/>
                </a:lnTo>
                <a:close/>
                <a:moveTo>
                  <a:pt x="2032526" y="3455292"/>
                </a:moveTo>
                <a:lnTo>
                  <a:pt x="2032526" y="3455292"/>
                </a:lnTo>
                <a:lnTo>
                  <a:pt x="2033921" y="3456686"/>
                </a:lnTo>
                <a:close/>
                <a:moveTo>
                  <a:pt x="1501836" y="3451106"/>
                </a:moveTo>
                <a:lnTo>
                  <a:pt x="1498117" y="3451571"/>
                </a:lnTo>
                <a:lnTo>
                  <a:pt x="1498117" y="3451572"/>
                </a:lnTo>
                <a:lnTo>
                  <a:pt x="1501836" y="3451106"/>
                </a:lnTo>
                <a:close/>
                <a:moveTo>
                  <a:pt x="2108729" y="3449218"/>
                </a:moveTo>
                <a:lnTo>
                  <a:pt x="2107408" y="3451105"/>
                </a:lnTo>
                <a:lnTo>
                  <a:pt x="2107004" y="3452014"/>
                </a:lnTo>
                <a:lnTo>
                  <a:pt x="2107408" y="3451106"/>
                </a:lnTo>
                <a:close/>
                <a:moveTo>
                  <a:pt x="2179964" y="3445524"/>
                </a:moveTo>
                <a:lnTo>
                  <a:pt x="2179130" y="3446191"/>
                </a:lnTo>
                <a:lnTo>
                  <a:pt x="2179964" y="3445524"/>
                </a:lnTo>
                <a:close/>
                <a:moveTo>
                  <a:pt x="2234847" y="3436687"/>
                </a:moveTo>
                <a:lnTo>
                  <a:pt x="2236707" y="3440408"/>
                </a:lnTo>
                <a:lnTo>
                  <a:pt x="2236294" y="3444133"/>
                </a:lnTo>
                <a:lnTo>
                  <a:pt x="2236708" y="3440408"/>
                </a:lnTo>
                <a:close/>
                <a:moveTo>
                  <a:pt x="2193918" y="3434826"/>
                </a:moveTo>
                <a:lnTo>
                  <a:pt x="2193917" y="3434826"/>
                </a:lnTo>
                <a:lnTo>
                  <a:pt x="2193917" y="3438548"/>
                </a:lnTo>
                <a:lnTo>
                  <a:pt x="2193918" y="3438547"/>
                </a:lnTo>
                <a:close/>
                <a:moveTo>
                  <a:pt x="2205080" y="3431570"/>
                </a:moveTo>
                <a:lnTo>
                  <a:pt x="2203220" y="3434826"/>
                </a:lnTo>
                <a:lnTo>
                  <a:pt x="2203220" y="3434826"/>
                </a:lnTo>
                <a:close/>
                <a:moveTo>
                  <a:pt x="1494395" y="3428315"/>
                </a:moveTo>
                <a:lnTo>
                  <a:pt x="1490654" y="3429438"/>
                </a:lnTo>
                <a:lnTo>
                  <a:pt x="1494394" y="3428316"/>
                </a:lnTo>
                <a:close/>
                <a:moveTo>
                  <a:pt x="2115779" y="3426919"/>
                </a:moveTo>
                <a:lnTo>
                  <a:pt x="2114312" y="3429365"/>
                </a:lnTo>
                <a:lnTo>
                  <a:pt x="2115779" y="3426920"/>
                </a:lnTo>
                <a:close/>
                <a:moveTo>
                  <a:pt x="2246475" y="3426454"/>
                </a:moveTo>
                <a:lnTo>
                  <a:pt x="2246475" y="3426455"/>
                </a:lnTo>
                <a:lnTo>
                  <a:pt x="2248335" y="3428315"/>
                </a:lnTo>
                <a:lnTo>
                  <a:pt x="2248335" y="3428315"/>
                </a:lnTo>
                <a:close/>
                <a:moveTo>
                  <a:pt x="2251620" y="3419740"/>
                </a:moveTo>
                <a:lnTo>
                  <a:pt x="2250661" y="3421337"/>
                </a:lnTo>
                <a:lnTo>
                  <a:pt x="2250661" y="3421338"/>
                </a:lnTo>
                <a:close/>
                <a:moveTo>
                  <a:pt x="2118105" y="3416222"/>
                </a:moveTo>
                <a:lnTo>
                  <a:pt x="2116883" y="3419277"/>
                </a:lnTo>
                <a:lnTo>
                  <a:pt x="2118105" y="3416223"/>
                </a:lnTo>
                <a:close/>
                <a:moveTo>
                  <a:pt x="2030665" y="3414362"/>
                </a:moveTo>
                <a:lnTo>
                  <a:pt x="2026014" y="3416221"/>
                </a:lnTo>
                <a:lnTo>
                  <a:pt x="2019037" y="3419943"/>
                </a:lnTo>
                <a:lnTo>
                  <a:pt x="2012991" y="3419943"/>
                </a:lnTo>
                <a:lnTo>
                  <a:pt x="2012992" y="3419944"/>
                </a:lnTo>
                <a:lnTo>
                  <a:pt x="2019038" y="3419944"/>
                </a:lnTo>
                <a:lnTo>
                  <a:pt x="2026015" y="3416223"/>
                </a:lnTo>
                <a:lnTo>
                  <a:pt x="2030665" y="3414363"/>
                </a:lnTo>
                <a:close/>
                <a:moveTo>
                  <a:pt x="1405093" y="3411571"/>
                </a:moveTo>
                <a:lnTo>
                  <a:pt x="1403232" y="3415292"/>
                </a:lnTo>
                <a:lnTo>
                  <a:pt x="1403234" y="3415292"/>
                </a:lnTo>
                <a:lnTo>
                  <a:pt x="1405095" y="3411573"/>
                </a:lnTo>
                <a:close/>
                <a:moveTo>
                  <a:pt x="1398115" y="3411106"/>
                </a:moveTo>
                <a:lnTo>
                  <a:pt x="1392534" y="3411571"/>
                </a:lnTo>
                <a:lnTo>
                  <a:pt x="1390674" y="3416687"/>
                </a:lnTo>
                <a:lnTo>
                  <a:pt x="1387418" y="3422733"/>
                </a:lnTo>
                <a:lnTo>
                  <a:pt x="1392069" y="3424129"/>
                </a:lnTo>
                <a:lnTo>
                  <a:pt x="1394395" y="3425989"/>
                </a:lnTo>
                <a:lnTo>
                  <a:pt x="1391605" y="3428780"/>
                </a:lnTo>
                <a:lnTo>
                  <a:pt x="1392069" y="3436221"/>
                </a:lnTo>
                <a:lnTo>
                  <a:pt x="1386488" y="3436687"/>
                </a:lnTo>
                <a:lnTo>
                  <a:pt x="1386953" y="3444594"/>
                </a:lnTo>
                <a:lnTo>
                  <a:pt x="1386023" y="3452966"/>
                </a:lnTo>
                <a:lnTo>
                  <a:pt x="1386488" y="3456687"/>
                </a:lnTo>
                <a:lnTo>
                  <a:pt x="1386491" y="3456687"/>
                </a:lnTo>
                <a:lnTo>
                  <a:pt x="1386025" y="3452966"/>
                </a:lnTo>
                <a:lnTo>
                  <a:pt x="1386956" y="3444594"/>
                </a:lnTo>
                <a:lnTo>
                  <a:pt x="1386491" y="3436687"/>
                </a:lnTo>
                <a:lnTo>
                  <a:pt x="1392072" y="3436222"/>
                </a:lnTo>
                <a:lnTo>
                  <a:pt x="1391607" y="3428780"/>
                </a:lnTo>
                <a:lnTo>
                  <a:pt x="1394398" y="3425990"/>
                </a:lnTo>
                <a:lnTo>
                  <a:pt x="1392072" y="3424129"/>
                </a:lnTo>
                <a:lnTo>
                  <a:pt x="1387421" y="3422734"/>
                </a:lnTo>
                <a:lnTo>
                  <a:pt x="1390676" y="3416688"/>
                </a:lnTo>
                <a:lnTo>
                  <a:pt x="1392537" y="3411571"/>
                </a:lnTo>
                <a:lnTo>
                  <a:pt x="1398116" y="3411107"/>
                </a:lnTo>
                <a:close/>
                <a:moveTo>
                  <a:pt x="2242289" y="3409711"/>
                </a:moveTo>
                <a:lnTo>
                  <a:pt x="2243219" y="3412967"/>
                </a:lnTo>
                <a:lnTo>
                  <a:pt x="2249265" y="3415292"/>
                </a:lnTo>
                <a:lnTo>
                  <a:pt x="2252057" y="3419013"/>
                </a:lnTo>
                <a:lnTo>
                  <a:pt x="2252057" y="3419013"/>
                </a:lnTo>
                <a:lnTo>
                  <a:pt x="2249266" y="3415292"/>
                </a:lnTo>
                <a:lnTo>
                  <a:pt x="2243220" y="3412966"/>
                </a:lnTo>
                <a:close/>
                <a:moveTo>
                  <a:pt x="2006945" y="3403199"/>
                </a:moveTo>
                <a:lnTo>
                  <a:pt x="2006014" y="3404594"/>
                </a:lnTo>
                <a:lnTo>
                  <a:pt x="2006014" y="3410175"/>
                </a:lnTo>
                <a:lnTo>
                  <a:pt x="2002758" y="3414362"/>
                </a:lnTo>
                <a:lnTo>
                  <a:pt x="1997177" y="3415292"/>
                </a:lnTo>
                <a:lnTo>
                  <a:pt x="1992992" y="3413431"/>
                </a:lnTo>
                <a:lnTo>
                  <a:pt x="1992992" y="3413433"/>
                </a:lnTo>
                <a:lnTo>
                  <a:pt x="1997178" y="3415293"/>
                </a:lnTo>
                <a:lnTo>
                  <a:pt x="2002759" y="3414363"/>
                </a:lnTo>
                <a:lnTo>
                  <a:pt x="2006015" y="3410177"/>
                </a:lnTo>
                <a:lnTo>
                  <a:pt x="2006015" y="3404595"/>
                </a:lnTo>
                <a:lnTo>
                  <a:pt x="2006946" y="3403200"/>
                </a:lnTo>
                <a:lnTo>
                  <a:pt x="2012526" y="3404595"/>
                </a:lnTo>
                <a:lnTo>
                  <a:pt x="2012526" y="3404594"/>
                </a:lnTo>
                <a:close/>
                <a:moveTo>
                  <a:pt x="2296242" y="3399479"/>
                </a:moveTo>
                <a:lnTo>
                  <a:pt x="2296706" y="3401339"/>
                </a:lnTo>
                <a:lnTo>
                  <a:pt x="2294381" y="3404130"/>
                </a:lnTo>
                <a:lnTo>
                  <a:pt x="2296707" y="3401338"/>
                </a:lnTo>
                <a:close/>
                <a:moveTo>
                  <a:pt x="1493758" y="3397952"/>
                </a:moveTo>
                <a:lnTo>
                  <a:pt x="1490675" y="3402269"/>
                </a:lnTo>
                <a:lnTo>
                  <a:pt x="1490675" y="3402269"/>
                </a:lnTo>
                <a:close/>
                <a:moveTo>
                  <a:pt x="1427883" y="3395292"/>
                </a:moveTo>
                <a:lnTo>
                  <a:pt x="1424627" y="3399943"/>
                </a:lnTo>
                <a:lnTo>
                  <a:pt x="1421836" y="3407850"/>
                </a:lnTo>
                <a:lnTo>
                  <a:pt x="1419046" y="3407850"/>
                </a:lnTo>
                <a:lnTo>
                  <a:pt x="1414859" y="3409711"/>
                </a:lnTo>
                <a:lnTo>
                  <a:pt x="1418115" y="3414362"/>
                </a:lnTo>
                <a:lnTo>
                  <a:pt x="1416720" y="3416687"/>
                </a:lnTo>
                <a:lnTo>
                  <a:pt x="1408815" y="3416687"/>
                </a:lnTo>
                <a:lnTo>
                  <a:pt x="1408815" y="3416688"/>
                </a:lnTo>
                <a:lnTo>
                  <a:pt x="1416722" y="3416688"/>
                </a:lnTo>
                <a:lnTo>
                  <a:pt x="1418118" y="3414362"/>
                </a:lnTo>
                <a:lnTo>
                  <a:pt x="1414862" y="3409711"/>
                </a:lnTo>
                <a:lnTo>
                  <a:pt x="1419048" y="3407851"/>
                </a:lnTo>
                <a:lnTo>
                  <a:pt x="1421839" y="3407851"/>
                </a:lnTo>
                <a:lnTo>
                  <a:pt x="1424629" y="3399944"/>
                </a:lnTo>
                <a:lnTo>
                  <a:pt x="1427885" y="3395293"/>
                </a:lnTo>
                <a:lnTo>
                  <a:pt x="1428985" y="3395403"/>
                </a:lnTo>
                <a:close/>
                <a:moveTo>
                  <a:pt x="1994387" y="3392037"/>
                </a:moveTo>
                <a:lnTo>
                  <a:pt x="1994387" y="3392037"/>
                </a:lnTo>
                <a:lnTo>
                  <a:pt x="1998107" y="3395757"/>
                </a:lnTo>
                <a:close/>
                <a:moveTo>
                  <a:pt x="1482301" y="3391106"/>
                </a:moveTo>
                <a:lnTo>
                  <a:pt x="1480440" y="3392036"/>
                </a:lnTo>
                <a:lnTo>
                  <a:pt x="1480905" y="3395292"/>
                </a:lnTo>
                <a:lnTo>
                  <a:pt x="1477650" y="3398083"/>
                </a:lnTo>
                <a:lnTo>
                  <a:pt x="1473465" y="3399013"/>
                </a:lnTo>
                <a:lnTo>
                  <a:pt x="1473466" y="3399013"/>
                </a:lnTo>
                <a:lnTo>
                  <a:pt x="1477652" y="3398083"/>
                </a:lnTo>
                <a:lnTo>
                  <a:pt x="1480907" y="3395293"/>
                </a:lnTo>
                <a:lnTo>
                  <a:pt x="1480443" y="3392037"/>
                </a:lnTo>
                <a:lnTo>
                  <a:pt x="1482302" y="3391107"/>
                </a:lnTo>
                <a:close/>
                <a:moveTo>
                  <a:pt x="1457187" y="3390642"/>
                </a:moveTo>
                <a:lnTo>
                  <a:pt x="1464629" y="3392037"/>
                </a:lnTo>
                <a:lnTo>
                  <a:pt x="1468812" y="3391107"/>
                </a:lnTo>
                <a:lnTo>
                  <a:pt x="1468812" y="3391106"/>
                </a:lnTo>
                <a:lnTo>
                  <a:pt x="1464626" y="3392036"/>
                </a:lnTo>
                <a:close/>
                <a:moveTo>
                  <a:pt x="2255653" y="3390320"/>
                </a:moveTo>
                <a:lnTo>
                  <a:pt x="2256242" y="3391107"/>
                </a:lnTo>
                <a:lnTo>
                  <a:pt x="2256242" y="3391106"/>
                </a:lnTo>
                <a:close/>
                <a:moveTo>
                  <a:pt x="1431560" y="3389999"/>
                </a:moveTo>
                <a:lnTo>
                  <a:pt x="1430676" y="3390176"/>
                </a:lnTo>
                <a:lnTo>
                  <a:pt x="1430676" y="3390176"/>
                </a:lnTo>
                <a:lnTo>
                  <a:pt x="1430673" y="3390177"/>
                </a:lnTo>
                <a:lnTo>
                  <a:pt x="1432534" y="3395757"/>
                </a:lnTo>
                <a:lnTo>
                  <a:pt x="1432536" y="3395757"/>
                </a:lnTo>
                <a:lnTo>
                  <a:pt x="1430676" y="3390176"/>
                </a:lnTo>
                <a:close/>
                <a:moveTo>
                  <a:pt x="2139965" y="3389711"/>
                </a:moveTo>
                <a:lnTo>
                  <a:pt x="2132989" y="3392036"/>
                </a:lnTo>
                <a:lnTo>
                  <a:pt x="2129268" y="3392036"/>
                </a:lnTo>
                <a:lnTo>
                  <a:pt x="2129267" y="3392036"/>
                </a:lnTo>
                <a:lnTo>
                  <a:pt x="2132988" y="3392036"/>
                </a:lnTo>
                <a:lnTo>
                  <a:pt x="2139965" y="3389711"/>
                </a:lnTo>
                <a:close/>
                <a:moveTo>
                  <a:pt x="1486599" y="3386648"/>
                </a:moveTo>
                <a:lnTo>
                  <a:pt x="1487416" y="3386921"/>
                </a:lnTo>
                <a:lnTo>
                  <a:pt x="1490207" y="3390641"/>
                </a:lnTo>
                <a:lnTo>
                  <a:pt x="1486952" y="3393431"/>
                </a:lnTo>
                <a:lnTo>
                  <a:pt x="1486953" y="3393432"/>
                </a:lnTo>
                <a:lnTo>
                  <a:pt x="1490209" y="3390642"/>
                </a:lnTo>
                <a:lnTo>
                  <a:pt x="1487418" y="3386921"/>
                </a:lnTo>
                <a:close/>
                <a:moveTo>
                  <a:pt x="2153757" y="3383380"/>
                </a:moveTo>
                <a:lnTo>
                  <a:pt x="2153453" y="3384594"/>
                </a:lnTo>
                <a:lnTo>
                  <a:pt x="2139500" y="3385525"/>
                </a:lnTo>
                <a:lnTo>
                  <a:pt x="2153453" y="3384595"/>
                </a:lnTo>
                <a:close/>
                <a:moveTo>
                  <a:pt x="2318626" y="3377863"/>
                </a:moveTo>
                <a:lnTo>
                  <a:pt x="2317171" y="3380409"/>
                </a:lnTo>
                <a:lnTo>
                  <a:pt x="2318567" y="3383200"/>
                </a:lnTo>
                <a:lnTo>
                  <a:pt x="2315776" y="3386920"/>
                </a:lnTo>
                <a:lnTo>
                  <a:pt x="2318567" y="3383199"/>
                </a:lnTo>
                <a:lnTo>
                  <a:pt x="2317172" y="3380409"/>
                </a:lnTo>
                <a:close/>
                <a:moveTo>
                  <a:pt x="1487882" y="3372502"/>
                </a:moveTo>
                <a:lnTo>
                  <a:pt x="1486952" y="3377618"/>
                </a:lnTo>
                <a:lnTo>
                  <a:pt x="1482301" y="3381339"/>
                </a:lnTo>
                <a:lnTo>
                  <a:pt x="1483231" y="3385525"/>
                </a:lnTo>
                <a:lnTo>
                  <a:pt x="1483232" y="3385526"/>
                </a:lnTo>
                <a:lnTo>
                  <a:pt x="1482302" y="3381340"/>
                </a:lnTo>
                <a:lnTo>
                  <a:pt x="1486953" y="3377619"/>
                </a:lnTo>
                <a:lnTo>
                  <a:pt x="1487883" y="3372503"/>
                </a:lnTo>
                <a:close/>
                <a:moveTo>
                  <a:pt x="1986015" y="3372037"/>
                </a:moveTo>
                <a:lnTo>
                  <a:pt x="1986015" y="3372037"/>
                </a:lnTo>
                <a:lnTo>
                  <a:pt x="1989271" y="3374363"/>
                </a:lnTo>
                <a:lnTo>
                  <a:pt x="1989270" y="3374362"/>
                </a:lnTo>
                <a:close/>
                <a:moveTo>
                  <a:pt x="1453931" y="3370176"/>
                </a:moveTo>
                <a:lnTo>
                  <a:pt x="1453931" y="3370177"/>
                </a:lnTo>
                <a:lnTo>
                  <a:pt x="1457650" y="3370642"/>
                </a:lnTo>
                <a:lnTo>
                  <a:pt x="1457650" y="3370641"/>
                </a:lnTo>
                <a:close/>
                <a:moveTo>
                  <a:pt x="2320892" y="3368781"/>
                </a:moveTo>
                <a:lnTo>
                  <a:pt x="2317171" y="3372037"/>
                </a:lnTo>
                <a:lnTo>
                  <a:pt x="2319032" y="3377153"/>
                </a:lnTo>
                <a:lnTo>
                  <a:pt x="2317172" y="3372036"/>
                </a:lnTo>
                <a:close/>
                <a:moveTo>
                  <a:pt x="2355311" y="3367385"/>
                </a:moveTo>
                <a:lnTo>
                  <a:pt x="2355310" y="3367386"/>
                </a:lnTo>
                <a:lnTo>
                  <a:pt x="2358566" y="3369712"/>
                </a:lnTo>
                <a:lnTo>
                  <a:pt x="2359496" y="3372502"/>
                </a:lnTo>
                <a:lnTo>
                  <a:pt x="2363217" y="3376688"/>
                </a:lnTo>
                <a:lnTo>
                  <a:pt x="2359031" y="3380409"/>
                </a:lnTo>
                <a:lnTo>
                  <a:pt x="2363218" y="3376687"/>
                </a:lnTo>
                <a:lnTo>
                  <a:pt x="2359497" y="3372502"/>
                </a:lnTo>
                <a:lnTo>
                  <a:pt x="2358567" y="3369711"/>
                </a:lnTo>
                <a:close/>
                <a:moveTo>
                  <a:pt x="2257172" y="3366921"/>
                </a:moveTo>
                <a:lnTo>
                  <a:pt x="2253916" y="3371572"/>
                </a:lnTo>
                <a:lnTo>
                  <a:pt x="2252652" y="3372626"/>
                </a:lnTo>
                <a:lnTo>
                  <a:pt x="2253917" y="3371572"/>
                </a:lnTo>
                <a:close/>
                <a:moveTo>
                  <a:pt x="1451138" y="3365990"/>
                </a:moveTo>
                <a:lnTo>
                  <a:pt x="1449278" y="3368781"/>
                </a:lnTo>
                <a:lnTo>
                  <a:pt x="1437650" y="3373897"/>
                </a:lnTo>
                <a:lnTo>
                  <a:pt x="1436720" y="3377618"/>
                </a:lnTo>
                <a:lnTo>
                  <a:pt x="1435790" y="3384595"/>
                </a:lnTo>
                <a:lnTo>
                  <a:pt x="1432999" y="3389711"/>
                </a:lnTo>
                <a:lnTo>
                  <a:pt x="1433002" y="3389711"/>
                </a:lnTo>
                <a:lnTo>
                  <a:pt x="1435792" y="3384595"/>
                </a:lnTo>
                <a:lnTo>
                  <a:pt x="1436722" y="3377618"/>
                </a:lnTo>
                <a:lnTo>
                  <a:pt x="1437653" y="3373898"/>
                </a:lnTo>
                <a:lnTo>
                  <a:pt x="1449280" y="3368781"/>
                </a:lnTo>
                <a:lnTo>
                  <a:pt x="1451140" y="3365992"/>
                </a:lnTo>
                <a:close/>
                <a:moveTo>
                  <a:pt x="2277637" y="3364129"/>
                </a:moveTo>
                <a:lnTo>
                  <a:pt x="2275777" y="3365990"/>
                </a:lnTo>
                <a:lnTo>
                  <a:pt x="2275777" y="3365990"/>
                </a:lnTo>
                <a:lnTo>
                  <a:pt x="2277637" y="3364130"/>
                </a:lnTo>
                <a:close/>
                <a:moveTo>
                  <a:pt x="1979504" y="3363200"/>
                </a:moveTo>
                <a:lnTo>
                  <a:pt x="1979504" y="3363201"/>
                </a:lnTo>
                <a:lnTo>
                  <a:pt x="1984155" y="3366456"/>
                </a:lnTo>
                <a:lnTo>
                  <a:pt x="1986480" y="3369712"/>
                </a:lnTo>
                <a:lnTo>
                  <a:pt x="1986480" y="3369711"/>
                </a:lnTo>
                <a:lnTo>
                  <a:pt x="1984154" y="3366455"/>
                </a:lnTo>
                <a:close/>
                <a:moveTo>
                  <a:pt x="1495166" y="3359818"/>
                </a:moveTo>
                <a:lnTo>
                  <a:pt x="1495323" y="3359944"/>
                </a:lnTo>
                <a:lnTo>
                  <a:pt x="1495323" y="3363200"/>
                </a:lnTo>
                <a:lnTo>
                  <a:pt x="1491138" y="3361339"/>
                </a:lnTo>
                <a:lnTo>
                  <a:pt x="1490207" y="3364130"/>
                </a:lnTo>
                <a:lnTo>
                  <a:pt x="1492068" y="3368316"/>
                </a:lnTo>
                <a:lnTo>
                  <a:pt x="1488812" y="3369711"/>
                </a:lnTo>
                <a:lnTo>
                  <a:pt x="1483696" y="3368781"/>
                </a:lnTo>
                <a:lnTo>
                  <a:pt x="1483231" y="3370641"/>
                </a:lnTo>
                <a:lnTo>
                  <a:pt x="1483232" y="3370642"/>
                </a:lnTo>
                <a:lnTo>
                  <a:pt x="1483697" y="3368782"/>
                </a:lnTo>
                <a:lnTo>
                  <a:pt x="1488813" y="3369712"/>
                </a:lnTo>
                <a:lnTo>
                  <a:pt x="1492069" y="3368317"/>
                </a:lnTo>
                <a:lnTo>
                  <a:pt x="1490209" y="3364131"/>
                </a:lnTo>
                <a:lnTo>
                  <a:pt x="1491139" y="3361341"/>
                </a:lnTo>
                <a:lnTo>
                  <a:pt x="1495325" y="3363201"/>
                </a:lnTo>
                <a:lnTo>
                  <a:pt x="1495325" y="3359945"/>
                </a:lnTo>
                <a:close/>
                <a:moveTo>
                  <a:pt x="1977178" y="3359480"/>
                </a:moveTo>
                <a:lnTo>
                  <a:pt x="1977178" y="3359480"/>
                </a:lnTo>
                <a:lnTo>
                  <a:pt x="1978085" y="3360930"/>
                </a:lnTo>
                <a:close/>
                <a:moveTo>
                  <a:pt x="2263219" y="3359014"/>
                </a:moveTo>
                <a:lnTo>
                  <a:pt x="2263219" y="3359014"/>
                </a:lnTo>
                <a:lnTo>
                  <a:pt x="2262363" y="3361297"/>
                </a:lnTo>
                <a:close/>
                <a:moveTo>
                  <a:pt x="2365474" y="3354896"/>
                </a:moveTo>
                <a:lnTo>
                  <a:pt x="2364147" y="3356223"/>
                </a:lnTo>
                <a:lnTo>
                  <a:pt x="2360892" y="3362270"/>
                </a:lnTo>
                <a:lnTo>
                  <a:pt x="2364148" y="3356222"/>
                </a:lnTo>
                <a:close/>
                <a:moveTo>
                  <a:pt x="1973196" y="3353907"/>
                </a:moveTo>
                <a:lnTo>
                  <a:pt x="1973457" y="3354364"/>
                </a:lnTo>
                <a:lnTo>
                  <a:pt x="1976712" y="3355758"/>
                </a:lnTo>
                <a:lnTo>
                  <a:pt x="1976712" y="3355758"/>
                </a:lnTo>
                <a:lnTo>
                  <a:pt x="1973456" y="3354363"/>
                </a:lnTo>
                <a:close/>
                <a:moveTo>
                  <a:pt x="2175314" y="3353897"/>
                </a:moveTo>
                <a:lnTo>
                  <a:pt x="2172058" y="3355758"/>
                </a:lnTo>
                <a:lnTo>
                  <a:pt x="2171510" y="3356853"/>
                </a:lnTo>
                <a:lnTo>
                  <a:pt x="2172058" y="3355758"/>
                </a:lnTo>
                <a:lnTo>
                  <a:pt x="2175314" y="3353898"/>
                </a:lnTo>
                <a:lnTo>
                  <a:pt x="2177639" y="3353898"/>
                </a:lnTo>
                <a:lnTo>
                  <a:pt x="2177639" y="3353897"/>
                </a:lnTo>
                <a:close/>
                <a:moveTo>
                  <a:pt x="2269265" y="3352502"/>
                </a:moveTo>
                <a:lnTo>
                  <a:pt x="2263411" y="3358808"/>
                </a:lnTo>
                <a:lnTo>
                  <a:pt x="2269265" y="3352503"/>
                </a:lnTo>
                <a:close/>
                <a:moveTo>
                  <a:pt x="1501370" y="3349712"/>
                </a:moveTo>
                <a:lnTo>
                  <a:pt x="1494393" y="3350642"/>
                </a:lnTo>
                <a:lnTo>
                  <a:pt x="1492998" y="3358083"/>
                </a:lnTo>
                <a:lnTo>
                  <a:pt x="1492999" y="3358084"/>
                </a:lnTo>
                <a:lnTo>
                  <a:pt x="1494394" y="3350643"/>
                </a:lnTo>
                <a:lnTo>
                  <a:pt x="1501371" y="3349713"/>
                </a:lnTo>
                <a:close/>
                <a:moveTo>
                  <a:pt x="2185709" y="3347967"/>
                </a:moveTo>
                <a:lnTo>
                  <a:pt x="2185546" y="3348781"/>
                </a:lnTo>
                <a:lnTo>
                  <a:pt x="2178104" y="3349246"/>
                </a:lnTo>
                <a:lnTo>
                  <a:pt x="2178052" y="3349766"/>
                </a:lnTo>
                <a:lnTo>
                  <a:pt x="2178104" y="3349247"/>
                </a:lnTo>
                <a:lnTo>
                  <a:pt x="2185546" y="3348781"/>
                </a:lnTo>
                <a:close/>
                <a:moveTo>
                  <a:pt x="2358187" y="3345999"/>
                </a:moveTo>
                <a:lnTo>
                  <a:pt x="2356705" y="3347851"/>
                </a:lnTo>
                <a:lnTo>
                  <a:pt x="2357636" y="3350642"/>
                </a:lnTo>
                <a:lnTo>
                  <a:pt x="2360892" y="3352968"/>
                </a:lnTo>
                <a:lnTo>
                  <a:pt x="2364147" y="3351572"/>
                </a:lnTo>
                <a:lnTo>
                  <a:pt x="2366938" y="3353432"/>
                </a:lnTo>
                <a:lnTo>
                  <a:pt x="2366938" y="3353432"/>
                </a:lnTo>
                <a:lnTo>
                  <a:pt x="2364148" y="3351571"/>
                </a:lnTo>
                <a:lnTo>
                  <a:pt x="2360892" y="3352967"/>
                </a:lnTo>
                <a:lnTo>
                  <a:pt x="2357636" y="3350641"/>
                </a:lnTo>
                <a:lnTo>
                  <a:pt x="2356706" y="3347851"/>
                </a:lnTo>
                <a:close/>
                <a:moveTo>
                  <a:pt x="2355775" y="3340875"/>
                </a:moveTo>
                <a:lnTo>
                  <a:pt x="2353915" y="3343666"/>
                </a:lnTo>
                <a:lnTo>
                  <a:pt x="2358566" y="3345526"/>
                </a:lnTo>
                <a:lnTo>
                  <a:pt x="2358567" y="3345525"/>
                </a:lnTo>
                <a:lnTo>
                  <a:pt x="2353916" y="3343665"/>
                </a:lnTo>
                <a:close/>
                <a:moveTo>
                  <a:pt x="1947875" y="3337618"/>
                </a:moveTo>
                <a:lnTo>
                  <a:pt x="1939968" y="3340874"/>
                </a:lnTo>
                <a:lnTo>
                  <a:pt x="1936713" y="3343200"/>
                </a:lnTo>
                <a:lnTo>
                  <a:pt x="1934387" y="3341339"/>
                </a:lnTo>
                <a:lnTo>
                  <a:pt x="1930666" y="3344130"/>
                </a:lnTo>
                <a:lnTo>
                  <a:pt x="1926947" y="3338084"/>
                </a:lnTo>
                <a:lnTo>
                  <a:pt x="1926947" y="3338085"/>
                </a:lnTo>
                <a:lnTo>
                  <a:pt x="1930667" y="3344132"/>
                </a:lnTo>
                <a:lnTo>
                  <a:pt x="1934388" y="3341341"/>
                </a:lnTo>
                <a:lnTo>
                  <a:pt x="1936713" y="3343201"/>
                </a:lnTo>
                <a:lnTo>
                  <a:pt x="1939969" y="3340876"/>
                </a:lnTo>
                <a:lnTo>
                  <a:pt x="1947876" y="3337620"/>
                </a:lnTo>
                <a:lnTo>
                  <a:pt x="1953923" y="3337620"/>
                </a:lnTo>
                <a:lnTo>
                  <a:pt x="1957178" y="3339480"/>
                </a:lnTo>
                <a:lnTo>
                  <a:pt x="1960434" y="3344132"/>
                </a:lnTo>
                <a:lnTo>
                  <a:pt x="1971597" y="3351107"/>
                </a:lnTo>
                <a:lnTo>
                  <a:pt x="1971596" y="3351107"/>
                </a:lnTo>
                <a:lnTo>
                  <a:pt x="1960433" y="3344130"/>
                </a:lnTo>
                <a:lnTo>
                  <a:pt x="1957178" y="3339479"/>
                </a:lnTo>
                <a:lnTo>
                  <a:pt x="1953922" y="3337618"/>
                </a:lnTo>
                <a:close/>
                <a:moveTo>
                  <a:pt x="2176709" y="3332968"/>
                </a:moveTo>
                <a:lnTo>
                  <a:pt x="2176243" y="3338549"/>
                </a:lnTo>
                <a:lnTo>
                  <a:pt x="2176244" y="3338549"/>
                </a:lnTo>
                <a:lnTo>
                  <a:pt x="2176709" y="3332968"/>
                </a:lnTo>
                <a:lnTo>
                  <a:pt x="2180429" y="3335759"/>
                </a:lnTo>
                <a:lnTo>
                  <a:pt x="2185546" y="3337154"/>
                </a:lnTo>
                <a:lnTo>
                  <a:pt x="2185546" y="3337153"/>
                </a:lnTo>
                <a:lnTo>
                  <a:pt x="2180430" y="3335758"/>
                </a:lnTo>
                <a:close/>
                <a:moveTo>
                  <a:pt x="2187406" y="3330642"/>
                </a:moveTo>
                <a:lnTo>
                  <a:pt x="2185546" y="3332502"/>
                </a:lnTo>
                <a:lnTo>
                  <a:pt x="2185546" y="3332503"/>
                </a:lnTo>
                <a:lnTo>
                  <a:pt x="2187406" y="3330642"/>
                </a:lnTo>
                <a:close/>
                <a:moveTo>
                  <a:pt x="1901363" y="3325991"/>
                </a:moveTo>
                <a:lnTo>
                  <a:pt x="1892993" y="3328782"/>
                </a:lnTo>
                <a:lnTo>
                  <a:pt x="1892994" y="3328783"/>
                </a:lnTo>
                <a:lnTo>
                  <a:pt x="1901364" y="3325992"/>
                </a:lnTo>
                <a:close/>
                <a:moveTo>
                  <a:pt x="2199034" y="3321805"/>
                </a:moveTo>
                <a:lnTo>
                  <a:pt x="2196683" y="3323149"/>
                </a:lnTo>
                <a:lnTo>
                  <a:pt x="2199034" y="3321805"/>
                </a:lnTo>
                <a:lnTo>
                  <a:pt x="2206475" y="3323200"/>
                </a:lnTo>
                <a:close/>
                <a:moveTo>
                  <a:pt x="2390658" y="3315294"/>
                </a:moveTo>
                <a:lnTo>
                  <a:pt x="2387868" y="3317154"/>
                </a:lnTo>
                <a:lnTo>
                  <a:pt x="2387869" y="3317154"/>
                </a:lnTo>
                <a:lnTo>
                  <a:pt x="2390659" y="3315294"/>
                </a:lnTo>
                <a:close/>
                <a:moveTo>
                  <a:pt x="1916712" y="3313898"/>
                </a:moveTo>
                <a:lnTo>
                  <a:pt x="1914386" y="3317154"/>
                </a:lnTo>
                <a:lnTo>
                  <a:pt x="1918573" y="3322270"/>
                </a:lnTo>
                <a:lnTo>
                  <a:pt x="1915317" y="3325061"/>
                </a:lnTo>
                <a:lnTo>
                  <a:pt x="1908340" y="3325526"/>
                </a:lnTo>
                <a:lnTo>
                  <a:pt x="1906015" y="3329247"/>
                </a:lnTo>
                <a:lnTo>
                  <a:pt x="1902760" y="3328317"/>
                </a:lnTo>
                <a:lnTo>
                  <a:pt x="1902760" y="3328318"/>
                </a:lnTo>
                <a:lnTo>
                  <a:pt x="1906016" y="3329247"/>
                </a:lnTo>
                <a:lnTo>
                  <a:pt x="1908342" y="3325527"/>
                </a:lnTo>
                <a:lnTo>
                  <a:pt x="1915318" y="3325062"/>
                </a:lnTo>
                <a:lnTo>
                  <a:pt x="1918574" y="3322271"/>
                </a:lnTo>
                <a:lnTo>
                  <a:pt x="1923225" y="3327388"/>
                </a:lnTo>
                <a:lnTo>
                  <a:pt x="1924645" y="3331470"/>
                </a:lnTo>
                <a:lnTo>
                  <a:pt x="1923225" y="3327386"/>
                </a:lnTo>
                <a:lnTo>
                  <a:pt x="1918574" y="3322270"/>
                </a:lnTo>
                <a:lnTo>
                  <a:pt x="1914388" y="3317154"/>
                </a:lnTo>
                <a:lnTo>
                  <a:pt x="1916712" y="3313898"/>
                </a:lnTo>
                <a:close/>
                <a:moveTo>
                  <a:pt x="2217173" y="3312968"/>
                </a:moveTo>
                <a:lnTo>
                  <a:pt x="2213339" y="3314179"/>
                </a:lnTo>
                <a:lnTo>
                  <a:pt x="2217173" y="3312968"/>
                </a:lnTo>
                <a:close/>
                <a:moveTo>
                  <a:pt x="2536703" y="3312503"/>
                </a:moveTo>
                <a:lnTo>
                  <a:pt x="2534819" y="3313209"/>
                </a:lnTo>
                <a:lnTo>
                  <a:pt x="2536703" y="3312503"/>
                </a:lnTo>
                <a:close/>
                <a:moveTo>
                  <a:pt x="2397170" y="3310178"/>
                </a:moveTo>
                <a:lnTo>
                  <a:pt x="2395791" y="3313488"/>
                </a:lnTo>
                <a:lnTo>
                  <a:pt x="2397171" y="3310178"/>
                </a:lnTo>
                <a:close/>
                <a:moveTo>
                  <a:pt x="2556702" y="3309712"/>
                </a:moveTo>
                <a:lnTo>
                  <a:pt x="2550866" y="3312855"/>
                </a:lnTo>
                <a:lnTo>
                  <a:pt x="2556703" y="3309713"/>
                </a:lnTo>
                <a:close/>
                <a:moveTo>
                  <a:pt x="2417129" y="3299132"/>
                </a:moveTo>
                <a:lnTo>
                  <a:pt x="2415774" y="3299945"/>
                </a:lnTo>
                <a:lnTo>
                  <a:pt x="2415774" y="3302735"/>
                </a:lnTo>
                <a:lnTo>
                  <a:pt x="2412053" y="3305061"/>
                </a:lnTo>
                <a:lnTo>
                  <a:pt x="2410863" y="3306251"/>
                </a:lnTo>
                <a:lnTo>
                  <a:pt x="2412054" y="3305061"/>
                </a:lnTo>
                <a:lnTo>
                  <a:pt x="2415775" y="3302735"/>
                </a:lnTo>
                <a:lnTo>
                  <a:pt x="2415775" y="3299945"/>
                </a:lnTo>
                <a:close/>
                <a:moveTo>
                  <a:pt x="1546486" y="3298550"/>
                </a:moveTo>
                <a:lnTo>
                  <a:pt x="1546487" y="3298550"/>
                </a:lnTo>
                <a:lnTo>
                  <a:pt x="1546938" y="3298937"/>
                </a:lnTo>
                <a:lnTo>
                  <a:pt x="1549741" y="3301340"/>
                </a:lnTo>
                <a:lnTo>
                  <a:pt x="1549276" y="3304596"/>
                </a:lnTo>
                <a:lnTo>
                  <a:pt x="1543695" y="3303666"/>
                </a:lnTo>
                <a:lnTo>
                  <a:pt x="1532532" y="3306922"/>
                </a:lnTo>
                <a:lnTo>
                  <a:pt x="1530206" y="3313898"/>
                </a:lnTo>
                <a:lnTo>
                  <a:pt x="1526950" y="3320410"/>
                </a:lnTo>
                <a:lnTo>
                  <a:pt x="1526950" y="3322270"/>
                </a:lnTo>
                <a:lnTo>
                  <a:pt x="1524625" y="3325991"/>
                </a:lnTo>
                <a:lnTo>
                  <a:pt x="1518579" y="3326922"/>
                </a:lnTo>
                <a:lnTo>
                  <a:pt x="1516253" y="3329247"/>
                </a:lnTo>
                <a:lnTo>
                  <a:pt x="1515323" y="3334829"/>
                </a:lnTo>
                <a:lnTo>
                  <a:pt x="1517648" y="3338549"/>
                </a:lnTo>
                <a:lnTo>
                  <a:pt x="1518114" y="3343665"/>
                </a:lnTo>
                <a:lnTo>
                  <a:pt x="1515323" y="3350176"/>
                </a:lnTo>
                <a:lnTo>
                  <a:pt x="1512997" y="3349712"/>
                </a:lnTo>
                <a:lnTo>
                  <a:pt x="1504161" y="3354362"/>
                </a:lnTo>
                <a:lnTo>
                  <a:pt x="1504162" y="3354364"/>
                </a:lnTo>
                <a:lnTo>
                  <a:pt x="1512999" y="3349713"/>
                </a:lnTo>
                <a:lnTo>
                  <a:pt x="1515325" y="3350178"/>
                </a:lnTo>
                <a:lnTo>
                  <a:pt x="1518115" y="3343666"/>
                </a:lnTo>
                <a:lnTo>
                  <a:pt x="1517650" y="3338550"/>
                </a:lnTo>
                <a:lnTo>
                  <a:pt x="1515325" y="3334829"/>
                </a:lnTo>
                <a:lnTo>
                  <a:pt x="1516255" y="3329247"/>
                </a:lnTo>
                <a:lnTo>
                  <a:pt x="1518581" y="3326922"/>
                </a:lnTo>
                <a:lnTo>
                  <a:pt x="1524627" y="3325992"/>
                </a:lnTo>
                <a:lnTo>
                  <a:pt x="1526952" y="3322271"/>
                </a:lnTo>
                <a:lnTo>
                  <a:pt x="1526952" y="3320411"/>
                </a:lnTo>
                <a:lnTo>
                  <a:pt x="1530208" y="3313899"/>
                </a:lnTo>
                <a:lnTo>
                  <a:pt x="1532533" y="3306923"/>
                </a:lnTo>
                <a:lnTo>
                  <a:pt x="1543696" y="3303667"/>
                </a:lnTo>
                <a:lnTo>
                  <a:pt x="1549278" y="3304597"/>
                </a:lnTo>
                <a:lnTo>
                  <a:pt x="1549742" y="3301341"/>
                </a:lnTo>
                <a:lnTo>
                  <a:pt x="1546938" y="3298937"/>
                </a:lnTo>
                <a:close/>
                <a:moveTo>
                  <a:pt x="2564609" y="3297620"/>
                </a:moveTo>
                <a:lnTo>
                  <a:pt x="2566004" y="3306457"/>
                </a:lnTo>
                <a:lnTo>
                  <a:pt x="2564144" y="3309712"/>
                </a:lnTo>
                <a:lnTo>
                  <a:pt x="2562040" y="3310478"/>
                </a:lnTo>
                <a:lnTo>
                  <a:pt x="2564145" y="3309712"/>
                </a:lnTo>
                <a:lnTo>
                  <a:pt x="2566005" y="3306456"/>
                </a:lnTo>
                <a:lnTo>
                  <a:pt x="2564610" y="3297620"/>
                </a:lnTo>
                <a:close/>
                <a:moveTo>
                  <a:pt x="2575012" y="3293602"/>
                </a:moveTo>
                <a:lnTo>
                  <a:pt x="2572981" y="3294364"/>
                </a:lnTo>
                <a:lnTo>
                  <a:pt x="2569260" y="3299945"/>
                </a:lnTo>
                <a:lnTo>
                  <a:pt x="2572982" y="3294364"/>
                </a:lnTo>
                <a:close/>
                <a:moveTo>
                  <a:pt x="2225813" y="3290673"/>
                </a:moveTo>
                <a:lnTo>
                  <a:pt x="2220894" y="3292968"/>
                </a:lnTo>
                <a:lnTo>
                  <a:pt x="2220622" y="3293919"/>
                </a:lnTo>
                <a:lnTo>
                  <a:pt x="2220894" y="3292969"/>
                </a:lnTo>
                <a:close/>
                <a:moveTo>
                  <a:pt x="1539509" y="3290179"/>
                </a:moveTo>
                <a:lnTo>
                  <a:pt x="1542300" y="3297154"/>
                </a:lnTo>
                <a:lnTo>
                  <a:pt x="1542301" y="3297154"/>
                </a:lnTo>
                <a:lnTo>
                  <a:pt x="1539510" y="3290179"/>
                </a:lnTo>
                <a:close/>
                <a:moveTo>
                  <a:pt x="2475979" y="3289226"/>
                </a:moveTo>
                <a:lnTo>
                  <a:pt x="2475308" y="3291573"/>
                </a:lnTo>
                <a:lnTo>
                  <a:pt x="2475309" y="3291573"/>
                </a:lnTo>
                <a:close/>
                <a:moveTo>
                  <a:pt x="2407868" y="3288318"/>
                </a:moveTo>
                <a:lnTo>
                  <a:pt x="2414379" y="3296689"/>
                </a:lnTo>
                <a:lnTo>
                  <a:pt x="2418100" y="3298550"/>
                </a:lnTo>
                <a:lnTo>
                  <a:pt x="2418101" y="3298549"/>
                </a:lnTo>
                <a:lnTo>
                  <a:pt x="2414379" y="3296689"/>
                </a:lnTo>
                <a:close/>
                <a:moveTo>
                  <a:pt x="2577633" y="3285062"/>
                </a:moveTo>
                <a:lnTo>
                  <a:pt x="2579492" y="3289247"/>
                </a:lnTo>
                <a:lnTo>
                  <a:pt x="2576702" y="3292969"/>
                </a:lnTo>
                <a:lnTo>
                  <a:pt x="2576703" y="3292968"/>
                </a:lnTo>
                <a:lnTo>
                  <a:pt x="2579493" y="3289247"/>
                </a:lnTo>
                <a:close/>
                <a:moveTo>
                  <a:pt x="2473448" y="3284131"/>
                </a:moveTo>
                <a:lnTo>
                  <a:pt x="2476239" y="3288318"/>
                </a:lnTo>
                <a:lnTo>
                  <a:pt x="2476239" y="3288317"/>
                </a:lnTo>
                <a:lnTo>
                  <a:pt x="2473449" y="3284131"/>
                </a:lnTo>
                <a:close/>
                <a:moveTo>
                  <a:pt x="1535322" y="3282737"/>
                </a:moveTo>
                <a:lnTo>
                  <a:pt x="1532998" y="3289713"/>
                </a:lnTo>
                <a:lnTo>
                  <a:pt x="1532999" y="3289713"/>
                </a:lnTo>
                <a:lnTo>
                  <a:pt x="1535325" y="3282737"/>
                </a:lnTo>
                <a:close/>
                <a:moveTo>
                  <a:pt x="2580423" y="3278550"/>
                </a:moveTo>
                <a:lnTo>
                  <a:pt x="2581353" y="3280411"/>
                </a:lnTo>
                <a:lnTo>
                  <a:pt x="2580174" y="3281884"/>
                </a:lnTo>
                <a:lnTo>
                  <a:pt x="2581353" y="3280410"/>
                </a:lnTo>
                <a:close/>
                <a:moveTo>
                  <a:pt x="1529276" y="3277621"/>
                </a:moveTo>
                <a:lnTo>
                  <a:pt x="1528811" y="3283201"/>
                </a:lnTo>
                <a:lnTo>
                  <a:pt x="1528813" y="3283201"/>
                </a:lnTo>
                <a:lnTo>
                  <a:pt x="1529277" y="3277621"/>
                </a:lnTo>
                <a:close/>
                <a:moveTo>
                  <a:pt x="2586821" y="3276679"/>
                </a:moveTo>
                <a:lnTo>
                  <a:pt x="2586469" y="3278084"/>
                </a:lnTo>
                <a:lnTo>
                  <a:pt x="2586470" y="3278084"/>
                </a:lnTo>
                <a:close/>
                <a:moveTo>
                  <a:pt x="2401356" y="3276225"/>
                </a:moveTo>
                <a:lnTo>
                  <a:pt x="2402286" y="3280411"/>
                </a:lnTo>
                <a:lnTo>
                  <a:pt x="2404612" y="3281806"/>
                </a:lnTo>
                <a:lnTo>
                  <a:pt x="2410193" y="3282736"/>
                </a:lnTo>
                <a:lnTo>
                  <a:pt x="2410193" y="3286457"/>
                </a:lnTo>
                <a:lnTo>
                  <a:pt x="2409146" y="3287295"/>
                </a:lnTo>
                <a:lnTo>
                  <a:pt x="2410194" y="3286457"/>
                </a:lnTo>
                <a:lnTo>
                  <a:pt x="2410194" y="3282735"/>
                </a:lnTo>
                <a:lnTo>
                  <a:pt x="2404613" y="3281805"/>
                </a:lnTo>
                <a:lnTo>
                  <a:pt x="2402287" y="3280410"/>
                </a:lnTo>
                <a:lnTo>
                  <a:pt x="2401357" y="3276225"/>
                </a:lnTo>
                <a:close/>
                <a:moveTo>
                  <a:pt x="2406007" y="3273899"/>
                </a:moveTo>
                <a:lnTo>
                  <a:pt x="2405077" y="3276689"/>
                </a:lnTo>
                <a:lnTo>
                  <a:pt x="2405077" y="3276689"/>
                </a:lnTo>
                <a:lnTo>
                  <a:pt x="2406008" y="3273899"/>
                </a:lnTo>
                <a:close/>
                <a:moveTo>
                  <a:pt x="2478099" y="3273434"/>
                </a:moveTo>
                <a:lnTo>
                  <a:pt x="2470192" y="3277620"/>
                </a:lnTo>
                <a:lnTo>
                  <a:pt x="2472052" y="3284131"/>
                </a:lnTo>
                <a:lnTo>
                  <a:pt x="2472053" y="3284131"/>
                </a:lnTo>
                <a:lnTo>
                  <a:pt x="2470193" y="3277620"/>
                </a:lnTo>
                <a:close/>
                <a:moveTo>
                  <a:pt x="2589260" y="3271108"/>
                </a:moveTo>
                <a:lnTo>
                  <a:pt x="2587399" y="3273434"/>
                </a:lnTo>
                <a:lnTo>
                  <a:pt x="2587012" y="3275760"/>
                </a:lnTo>
                <a:lnTo>
                  <a:pt x="2587400" y="3273433"/>
                </a:lnTo>
                <a:close/>
                <a:moveTo>
                  <a:pt x="2437570" y="3270697"/>
                </a:moveTo>
                <a:lnTo>
                  <a:pt x="2437169" y="3273898"/>
                </a:lnTo>
                <a:lnTo>
                  <a:pt x="2437170" y="3273898"/>
                </a:lnTo>
                <a:close/>
                <a:moveTo>
                  <a:pt x="2607894" y="3267649"/>
                </a:moveTo>
                <a:lnTo>
                  <a:pt x="2606934" y="3269248"/>
                </a:lnTo>
                <a:lnTo>
                  <a:pt x="2605627" y="3271535"/>
                </a:lnTo>
                <a:lnTo>
                  <a:pt x="2606935" y="3269247"/>
                </a:lnTo>
                <a:close/>
                <a:moveTo>
                  <a:pt x="1859038" y="3267387"/>
                </a:moveTo>
                <a:lnTo>
                  <a:pt x="1855782" y="3268782"/>
                </a:lnTo>
                <a:lnTo>
                  <a:pt x="1853459" y="3267853"/>
                </a:lnTo>
                <a:lnTo>
                  <a:pt x="1855785" y="3268784"/>
                </a:lnTo>
                <a:lnTo>
                  <a:pt x="1859041" y="3267389"/>
                </a:lnTo>
                <a:lnTo>
                  <a:pt x="1864620" y="3267853"/>
                </a:lnTo>
                <a:lnTo>
                  <a:pt x="1864620" y="3267852"/>
                </a:lnTo>
                <a:close/>
                <a:moveTo>
                  <a:pt x="2608839" y="3266435"/>
                </a:moveTo>
                <a:lnTo>
                  <a:pt x="2608794" y="3266457"/>
                </a:lnTo>
                <a:lnTo>
                  <a:pt x="2608572" y="3266680"/>
                </a:lnTo>
                <a:lnTo>
                  <a:pt x="2608795" y="3266457"/>
                </a:lnTo>
                <a:close/>
                <a:moveTo>
                  <a:pt x="2611944" y="3265739"/>
                </a:moveTo>
                <a:lnTo>
                  <a:pt x="2611585" y="3266456"/>
                </a:lnTo>
                <a:lnTo>
                  <a:pt x="2611586" y="3266457"/>
                </a:lnTo>
                <a:close/>
                <a:moveTo>
                  <a:pt x="2226940" y="3261806"/>
                </a:moveTo>
                <a:lnTo>
                  <a:pt x="2225919" y="3263032"/>
                </a:lnTo>
                <a:lnTo>
                  <a:pt x="2226940" y="3261806"/>
                </a:lnTo>
                <a:close/>
                <a:moveTo>
                  <a:pt x="2613911" y="3260410"/>
                </a:moveTo>
                <a:lnTo>
                  <a:pt x="2612050" y="3262271"/>
                </a:lnTo>
                <a:lnTo>
                  <a:pt x="2613911" y="3260411"/>
                </a:lnTo>
                <a:lnTo>
                  <a:pt x="2616701" y="3264131"/>
                </a:lnTo>
                <a:lnTo>
                  <a:pt x="2616701" y="3264131"/>
                </a:lnTo>
                <a:close/>
                <a:moveTo>
                  <a:pt x="1529276" y="3257620"/>
                </a:moveTo>
                <a:lnTo>
                  <a:pt x="1526950" y="3258085"/>
                </a:lnTo>
                <a:lnTo>
                  <a:pt x="1525555" y="3262736"/>
                </a:lnTo>
                <a:lnTo>
                  <a:pt x="1526486" y="3265992"/>
                </a:lnTo>
                <a:lnTo>
                  <a:pt x="1520440" y="3264597"/>
                </a:lnTo>
                <a:lnTo>
                  <a:pt x="1519974" y="3270178"/>
                </a:lnTo>
                <a:lnTo>
                  <a:pt x="1520904" y="3271574"/>
                </a:lnTo>
                <a:lnTo>
                  <a:pt x="1521369" y="3278085"/>
                </a:lnTo>
                <a:lnTo>
                  <a:pt x="1521371" y="3278085"/>
                </a:lnTo>
                <a:lnTo>
                  <a:pt x="1520906" y="3271574"/>
                </a:lnTo>
                <a:lnTo>
                  <a:pt x="1519976" y="3270179"/>
                </a:lnTo>
                <a:lnTo>
                  <a:pt x="1520441" y="3264598"/>
                </a:lnTo>
                <a:lnTo>
                  <a:pt x="1526487" y="3265993"/>
                </a:lnTo>
                <a:lnTo>
                  <a:pt x="1525557" y="3262737"/>
                </a:lnTo>
                <a:lnTo>
                  <a:pt x="1526952" y="3258086"/>
                </a:lnTo>
                <a:lnTo>
                  <a:pt x="1529277" y="3257621"/>
                </a:lnTo>
                <a:close/>
                <a:moveTo>
                  <a:pt x="2606004" y="3255294"/>
                </a:moveTo>
                <a:lnTo>
                  <a:pt x="2607864" y="3259481"/>
                </a:lnTo>
                <a:lnTo>
                  <a:pt x="2607865" y="3259481"/>
                </a:lnTo>
                <a:close/>
                <a:moveTo>
                  <a:pt x="2447100" y="3254684"/>
                </a:moveTo>
                <a:lnTo>
                  <a:pt x="2446937" y="3254829"/>
                </a:lnTo>
                <a:lnTo>
                  <a:pt x="2446937" y="3254829"/>
                </a:lnTo>
                <a:lnTo>
                  <a:pt x="2446936" y="3254830"/>
                </a:lnTo>
                <a:lnTo>
                  <a:pt x="2448797" y="3259016"/>
                </a:lnTo>
                <a:lnTo>
                  <a:pt x="2445076" y="3262271"/>
                </a:lnTo>
                <a:lnTo>
                  <a:pt x="2444652" y="3266094"/>
                </a:lnTo>
                <a:lnTo>
                  <a:pt x="2445077" y="3262271"/>
                </a:lnTo>
                <a:lnTo>
                  <a:pt x="2448798" y="3259015"/>
                </a:lnTo>
                <a:lnTo>
                  <a:pt x="2446937" y="3254829"/>
                </a:lnTo>
                <a:close/>
                <a:moveTo>
                  <a:pt x="2622061" y="3254121"/>
                </a:moveTo>
                <a:lnTo>
                  <a:pt x="2621818" y="3254364"/>
                </a:lnTo>
                <a:lnTo>
                  <a:pt x="2621818" y="3254365"/>
                </a:lnTo>
                <a:close/>
                <a:moveTo>
                  <a:pt x="2622913" y="3249398"/>
                </a:moveTo>
                <a:lnTo>
                  <a:pt x="2622282" y="3249713"/>
                </a:lnTo>
                <a:lnTo>
                  <a:pt x="2622283" y="3249713"/>
                </a:lnTo>
                <a:close/>
                <a:moveTo>
                  <a:pt x="2222289" y="3248318"/>
                </a:moveTo>
                <a:lnTo>
                  <a:pt x="2221726" y="3249584"/>
                </a:lnTo>
                <a:lnTo>
                  <a:pt x="2222289" y="3248318"/>
                </a:lnTo>
                <a:close/>
                <a:moveTo>
                  <a:pt x="1931132" y="3247387"/>
                </a:moveTo>
                <a:lnTo>
                  <a:pt x="1931130" y="3247388"/>
                </a:lnTo>
                <a:lnTo>
                  <a:pt x="1927874" y="3251109"/>
                </a:lnTo>
                <a:lnTo>
                  <a:pt x="1926944" y="3253899"/>
                </a:lnTo>
                <a:lnTo>
                  <a:pt x="1928805" y="3257620"/>
                </a:lnTo>
                <a:lnTo>
                  <a:pt x="1926944" y="3259945"/>
                </a:lnTo>
                <a:lnTo>
                  <a:pt x="1926479" y="3264131"/>
                </a:lnTo>
                <a:lnTo>
                  <a:pt x="1921828" y="3266922"/>
                </a:lnTo>
                <a:lnTo>
                  <a:pt x="1923223" y="3270178"/>
                </a:lnTo>
                <a:lnTo>
                  <a:pt x="1918573" y="3277155"/>
                </a:lnTo>
                <a:lnTo>
                  <a:pt x="1918107" y="3284596"/>
                </a:lnTo>
                <a:lnTo>
                  <a:pt x="1919037" y="3287387"/>
                </a:lnTo>
                <a:lnTo>
                  <a:pt x="1922293" y="3290178"/>
                </a:lnTo>
                <a:lnTo>
                  <a:pt x="1929269" y="3299015"/>
                </a:lnTo>
                <a:lnTo>
                  <a:pt x="1931595" y="3304596"/>
                </a:lnTo>
                <a:lnTo>
                  <a:pt x="1931130" y="3306457"/>
                </a:lnTo>
                <a:lnTo>
                  <a:pt x="1926944" y="3309247"/>
                </a:lnTo>
                <a:lnTo>
                  <a:pt x="1923688" y="3309712"/>
                </a:lnTo>
                <a:lnTo>
                  <a:pt x="1919503" y="3314828"/>
                </a:lnTo>
                <a:lnTo>
                  <a:pt x="1919504" y="3314829"/>
                </a:lnTo>
                <a:lnTo>
                  <a:pt x="1923690" y="3309712"/>
                </a:lnTo>
                <a:lnTo>
                  <a:pt x="1926946" y="3309247"/>
                </a:lnTo>
                <a:lnTo>
                  <a:pt x="1931132" y="3306456"/>
                </a:lnTo>
                <a:lnTo>
                  <a:pt x="1931597" y="3304596"/>
                </a:lnTo>
                <a:lnTo>
                  <a:pt x="1929271" y="3299015"/>
                </a:lnTo>
                <a:lnTo>
                  <a:pt x="1922295" y="3290178"/>
                </a:lnTo>
                <a:lnTo>
                  <a:pt x="1919039" y="3287387"/>
                </a:lnTo>
                <a:lnTo>
                  <a:pt x="1918109" y="3284596"/>
                </a:lnTo>
                <a:lnTo>
                  <a:pt x="1918574" y="3277154"/>
                </a:lnTo>
                <a:lnTo>
                  <a:pt x="1923225" y="3270177"/>
                </a:lnTo>
                <a:lnTo>
                  <a:pt x="1921829" y="3266922"/>
                </a:lnTo>
                <a:lnTo>
                  <a:pt x="1926480" y="3264131"/>
                </a:lnTo>
                <a:lnTo>
                  <a:pt x="1926946" y="3259945"/>
                </a:lnTo>
                <a:lnTo>
                  <a:pt x="1928806" y="3257620"/>
                </a:lnTo>
                <a:lnTo>
                  <a:pt x="1926946" y="3253899"/>
                </a:lnTo>
                <a:lnTo>
                  <a:pt x="1927876" y="3251108"/>
                </a:lnTo>
                <a:close/>
                <a:moveTo>
                  <a:pt x="1574392" y="3233435"/>
                </a:moveTo>
                <a:lnTo>
                  <a:pt x="1574393" y="3233435"/>
                </a:lnTo>
                <a:lnTo>
                  <a:pt x="1578578" y="3233435"/>
                </a:lnTo>
                <a:lnTo>
                  <a:pt x="1578578" y="3233435"/>
                </a:lnTo>
                <a:close/>
                <a:moveTo>
                  <a:pt x="1571601" y="3232040"/>
                </a:moveTo>
                <a:lnTo>
                  <a:pt x="1567416" y="3234364"/>
                </a:lnTo>
                <a:lnTo>
                  <a:pt x="1567417" y="3234365"/>
                </a:lnTo>
                <a:lnTo>
                  <a:pt x="1571602" y="3232041"/>
                </a:lnTo>
                <a:close/>
                <a:moveTo>
                  <a:pt x="1542764" y="3228318"/>
                </a:moveTo>
                <a:lnTo>
                  <a:pt x="1537649" y="3233435"/>
                </a:lnTo>
                <a:lnTo>
                  <a:pt x="1533928" y="3243202"/>
                </a:lnTo>
                <a:lnTo>
                  <a:pt x="1535323" y="3245062"/>
                </a:lnTo>
                <a:lnTo>
                  <a:pt x="1534393" y="3248783"/>
                </a:lnTo>
                <a:lnTo>
                  <a:pt x="1532067" y="3252504"/>
                </a:lnTo>
                <a:lnTo>
                  <a:pt x="1533928" y="3255760"/>
                </a:lnTo>
                <a:lnTo>
                  <a:pt x="1533462" y="3260411"/>
                </a:lnTo>
                <a:lnTo>
                  <a:pt x="1531138" y="3260411"/>
                </a:lnTo>
                <a:lnTo>
                  <a:pt x="1531138" y="3260411"/>
                </a:lnTo>
                <a:lnTo>
                  <a:pt x="1533464" y="3260411"/>
                </a:lnTo>
                <a:lnTo>
                  <a:pt x="1533929" y="3255760"/>
                </a:lnTo>
                <a:lnTo>
                  <a:pt x="1532069" y="3252504"/>
                </a:lnTo>
                <a:lnTo>
                  <a:pt x="1534394" y="3248784"/>
                </a:lnTo>
                <a:lnTo>
                  <a:pt x="1535325" y="3245063"/>
                </a:lnTo>
                <a:lnTo>
                  <a:pt x="1533929" y="3243202"/>
                </a:lnTo>
                <a:lnTo>
                  <a:pt x="1537650" y="3233435"/>
                </a:lnTo>
                <a:lnTo>
                  <a:pt x="1542766" y="3228319"/>
                </a:lnTo>
                <a:close/>
                <a:moveTo>
                  <a:pt x="1562766" y="3227853"/>
                </a:moveTo>
                <a:lnTo>
                  <a:pt x="1562766" y="3227854"/>
                </a:lnTo>
                <a:lnTo>
                  <a:pt x="1564245" y="3228593"/>
                </a:lnTo>
                <a:close/>
                <a:moveTo>
                  <a:pt x="1558239" y="3223399"/>
                </a:moveTo>
                <a:lnTo>
                  <a:pt x="1560439" y="3224133"/>
                </a:lnTo>
                <a:lnTo>
                  <a:pt x="1560439" y="3224133"/>
                </a:lnTo>
                <a:close/>
                <a:moveTo>
                  <a:pt x="1981827" y="3219946"/>
                </a:moveTo>
                <a:lnTo>
                  <a:pt x="1974386" y="3223667"/>
                </a:lnTo>
                <a:lnTo>
                  <a:pt x="1974387" y="3223667"/>
                </a:lnTo>
                <a:lnTo>
                  <a:pt x="1981827" y="3219946"/>
                </a:lnTo>
                <a:close/>
                <a:moveTo>
                  <a:pt x="1550206" y="3217621"/>
                </a:moveTo>
                <a:lnTo>
                  <a:pt x="1546950" y="3219016"/>
                </a:lnTo>
                <a:lnTo>
                  <a:pt x="1544625" y="3221341"/>
                </a:lnTo>
                <a:lnTo>
                  <a:pt x="1536253" y="3224133"/>
                </a:lnTo>
                <a:lnTo>
                  <a:pt x="1536718" y="3226923"/>
                </a:lnTo>
                <a:lnTo>
                  <a:pt x="1536720" y="3226924"/>
                </a:lnTo>
                <a:lnTo>
                  <a:pt x="1536254" y="3224133"/>
                </a:lnTo>
                <a:lnTo>
                  <a:pt x="1544627" y="3221342"/>
                </a:lnTo>
                <a:lnTo>
                  <a:pt x="1546952" y="3219017"/>
                </a:lnTo>
                <a:lnTo>
                  <a:pt x="1550207" y="3217622"/>
                </a:lnTo>
                <a:close/>
                <a:moveTo>
                  <a:pt x="2216243" y="3213435"/>
                </a:moveTo>
                <a:lnTo>
                  <a:pt x="2216243" y="3213435"/>
                </a:lnTo>
                <a:lnTo>
                  <a:pt x="2220429" y="3213435"/>
                </a:lnTo>
                <a:lnTo>
                  <a:pt x="2220429" y="3213435"/>
                </a:lnTo>
                <a:close/>
                <a:moveTo>
                  <a:pt x="1965083" y="3207853"/>
                </a:moveTo>
                <a:lnTo>
                  <a:pt x="1960432" y="3212039"/>
                </a:lnTo>
                <a:lnTo>
                  <a:pt x="1957641" y="3216226"/>
                </a:lnTo>
                <a:lnTo>
                  <a:pt x="1952525" y="3218086"/>
                </a:lnTo>
                <a:lnTo>
                  <a:pt x="1950665" y="3219481"/>
                </a:lnTo>
                <a:lnTo>
                  <a:pt x="1946944" y="3229248"/>
                </a:lnTo>
                <a:lnTo>
                  <a:pt x="1942758" y="3232969"/>
                </a:lnTo>
                <a:lnTo>
                  <a:pt x="1937642" y="3233899"/>
                </a:lnTo>
                <a:lnTo>
                  <a:pt x="1936246" y="3238086"/>
                </a:lnTo>
                <a:lnTo>
                  <a:pt x="1937642" y="3241806"/>
                </a:lnTo>
                <a:lnTo>
                  <a:pt x="1936712" y="3244597"/>
                </a:lnTo>
                <a:lnTo>
                  <a:pt x="1931234" y="3247336"/>
                </a:lnTo>
                <a:lnTo>
                  <a:pt x="1936713" y="3244597"/>
                </a:lnTo>
                <a:lnTo>
                  <a:pt x="1937643" y="3241806"/>
                </a:lnTo>
                <a:lnTo>
                  <a:pt x="1936248" y="3238086"/>
                </a:lnTo>
                <a:lnTo>
                  <a:pt x="1937643" y="3233899"/>
                </a:lnTo>
                <a:lnTo>
                  <a:pt x="1942760" y="3232969"/>
                </a:lnTo>
                <a:lnTo>
                  <a:pt x="1946945" y="3229248"/>
                </a:lnTo>
                <a:lnTo>
                  <a:pt x="1950666" y="3219481"/>
                </a:lnTo>
                <a:lnTo>
                  <a:pt x="1952527" y="3218086"/>
                </a:lnTo>
                <a:lnTo>
                  <a:pt x="1957643" y="3216225"/>
                </a:lnTo>
                <a:lnTo>
                  <a:pt x="1960433" y="3212039"/>
                </a:lnTo>
                <a:lnTo>
                  <a:pt x="1965085" y="3207853"/>
                </a:lnTo>
                <a:close/>
                <a:moveTo>
                  <a:pt x="2008804" y="3200412"/>
                </a:moveTo>
                <a:lnTo>
                  <a:pt x="2001362" y="3203202"/>
                </a:lnTo>
                <a:lnTo>
                  <a:pt x="2004617" y="3207853"/>
                </a:lnTo>
                <a:lnTo>
                  <a:pt x="2005082" y="3210644"/>
                </a:lnTo>
                <a:lnTo>
                  <a:pt x="2010199" y="3213435"/>
                </a:lnTo>
                <a:lnTo>
                  <a:pt x="2009268" y="3215295"/>
                </a:lnTo>
                <a:lnTo>
                  <a:pt x="1997641" y="3223202"/>
                </a:lnTo>
                <a:lnTo>
                  <a:pt x="1995316" y="3226458"/>
                </a:lnTo>
                <a:lnTo>
                  <a:pt x="1987409" y="3227388"/>
                </a:lnTo>
                <a:lnTo>
                  <a:pt x="1995316" y="3226458"/>
                </a:lnTo>
                <a:lnTo>
                  <a:pt x="1997642" y="3223202"/>
                </a:lnTo>
                <a:lnTo>
                  <a:pt x="2009270" y="3215295"/>
                </a:lnTo>
                <a:lnTo>
                  <a:pt x="2010200" y="3213435"/>
                </a:lnTo>
                <a:lnTo>
                  <a:pt x="2005084" y="3210644"/>
                </a:lnTo>
                <a:lnTo>
                  <a:pt x="2004619" y="3207853"/>
                </a:lnTo>
                <a:lnTo>
                  <a:pt x="2001363" y="3203202"/>
                </a:lnTo>
                <a:lnTo>
                  <a:pt x="2008804" y="3200412"/>
                </a:lnTo>
                <a:close/>
                <a:moveTo>
                  <a:pt x="2209576" y="3194055"/>
                </a:moveTo>
                <a:lnTo>
                  <a:pt x="2210196" y="3195295"/>
                </a:lnTo>
                <a:lnTo>
                  <a:pt x="2209901" y="3195887"/>
                </a:lnTo>
                <a:lnTo>
                  <a:pt x="2210197" y="3195295"/>
                </a:lnTo>
                <a:close/>
                <a:moveTo>
                  <a:pt x="1856714" y="3190644"/>
                </a:moveTo>
                <a:lnTo>
                  <a:pt x="1856715" y="3190645"/>
                </a:lnTo>
                <a:lnTo>
                  <a:pt x="1861830" y="3192041"/>
                </a:lnTo>
                <a:lnTo>
                  <a:pt x="1861829" y="3192039"/>
                </a:lnTo>
                <a:close/>
                <a:moveTo>
                  <a:pt x="1806948" y="3188784"/>
                </a:moveTo>
                <a:lnTo>
                  <a:pt x="1806948" y="3188785"/>
                </a:lnTo>
                <a:lnTo>
                  <a:pt x="1808362" y="3189256"/>
                </a:lnTo>
                <a:close/>
                <a:moveTo>
                  <a:pt x="1733926" y="3188784"/>
                </a:moveTo>
                <a:lnTo>
                  <a:pt x="1733926" y="3188785"/>
                </a:lnTo>
                <a:lnTo>
                  <a:pt x="1738222" y="3190216"/>
                </a:lnTo>
                <a:lnTo>
                  <a:pt x="1739505" y="3190644"/>
                </a:lnTo>
                <a:lnTo>
                  <a:pt x="1739506" y="3190644"/>
                </a:lnTo>
                <a:lnTo>
                  <a:pt x="1738222" y="3190216"/>
                </a:lnTo>
                <a:close/>
                <a:moveTo>
                  <a:pt x="2205080" y="3187854"/>
                </a:moveTo>
                <a:lnTo>
                  <a:pt x="2203220" y="3190179"/>
                </a:lnTo>
                <a:lnTo>
                  <a:pt x="2203220" y="3190179"/>
                </a:lnTo>
                <a:lnTo>
                  <a:pt x="2205081" y="3187854"/>
                </a:lnTo>
                <a:close/>
                <a:moveTo>
                  <a:pt x="1727415" y="3185529"/>
                </a:moveTo>
                <a:lnTo>
                  <a:pt x="1727415" y="3185529"/>
                </a:lnTo>
                <a:lnTo>
                  <a:pt x="1733459" y="3185994"/>
                </a:lnTo>
                <a:lnTo>
                  <a:pt x="1733459" y="3185993"/>
                </a:lnTo>
                <a:close/>
                <a:moveTo>
                  <a:pt x="1783226" y="3185063"/>
                </a:moveTo>
                <a:lnTo>
                  <a:pt x="1783227" y="3185064"/>
                </a:lnTo>
                <a:lnTo>
                  <a:pt x="1787413" y="3185064"/>
                </a:lnTo>
                <a:lnTo>
                  <a:pt x="1787412" y="3185063"/>
                </a:lnTo>
                <a:close/>
                <a:moveTo>
                  <a:pt x="1725552" y="3183203"/>
                </a:moveTo>
                <a:lnTo>
                  <a:pt x="1720436" y="3184133"/>
                </a:lnTo>
                <a:lnTo>
                  <a:pt x="1720438" y="3184134"/>
                </a:lnTo>
                <a:lnTo>
                  <a:pt x="1725553" y="3183204"/>
                </a:lnTo>
                <a:close/>
                <a:moveTo>
                  <a:pt x="1803690" y="3182737"/>
                </a:moveTo>
                <a:lnTo>
                  <a:pt x="1799039" y="3183668"/>
                </a:lnTo>
                <a:lnTo>
                  <a:pt x="1799039" y="3187854"/>
                </a:lnTo>
                <a:lnTo>
                  <a:pt x="1792064" y="3191109"/>
                </a:lnTo>
                <a:lnTo>
                  <a:pt x="1792064" y="3191110"/>
                </a:lnTo>
                <a:lnTo>
                  <a:pt x="1799041" y="3187855"/>
                </a:lnTo>
                <a:lnTo>
                  <a:pt x="1799041" y="3183669"/>
                </a:lnTo>
                <a:lnTo>
                  <a:pt x="1803691" y="3182739"/>
                </a:lnTo>
                <a:close/>
                <a:moveTo>
                  <a:pt x="1716250" y="3180412"/>
                </a:moveTo>
                <a:lnTo>
                  <a:pt x="1713925" y="3182273"/>
                </a:lnTo>
                <a:lnTo>
                  <a:pt x="1712971" y="3181677"/>
                </a:lnTo>
                <a:lnTo>
                  <a:pt x="1713926" y="3182273"/>
                </a:lnTo>
                <a:lnTo>
                  <a:pt x="1716251" y="3180413"/>
                </a:lnTo>
                <a:close/>
                <a:moveTo>
                  <a:pt x="2006479" y="3179481"/>
                </a:moveTo>
                <a:lnTo>
                  <a:pt x="2006478" y="3179482"/>
                </a:lnTo>
                <a:lnTo>
                  <a:pt x="2008338" y="3181342"/>
                </a:lnTo>
                <a:lnTo>
                  <a:pt x="2009733" y="3185063"/>
                </a:lnTo>
                <a:lnTo>
                  <a:pt x="2011594" y="3186458"/>
                </a:lnTo>
                <a:lnTo>
                  <a:pt x="2015780" y="3187388"/>
                </a:lnTo>
                <a:lnTo>
                  <a:pt x="2017640" y="3190644"/>
                </a:lnTo>
                <a:lnTo>
                  <a:pt x="2017640" y="3196690"/>
                </a:lnTo>
                <a:lnTo>
                  <a:pt x="2013919" y="3200412"/>
                </a:lnTo>
                <a:lnTo>
                  <a:pt x="2013921" y="3200412"/>
                </a:lnTo>
                <a:lnTo>
                  <a:pt x="2017642" y="3196690"/>
                </a:lnTo>
                <a:lnTo>
                  <a:pt x="2017642" y="3190644"/>
                </a:lnTo>
                <a:lnTo>
                  <a:pt x="2015781" y="3187388"/>
                </a:lnTo>
                <a:lnTo>
                  <a:pt x="2011596" y="3186458"/>
                </a:lnTo>
                <a:lnTo>
                  <a:pt x="2009735" y="3185063"/>
                </a:lnTo>
                <a:lnTo>
                  <a:pt x="2008340" y="3181342"/>
                </a:lnTo>
                <a:close/>
                <a:moveTo>
                  <a:pt x="1771598" y="3178086"/>
                </a:moveTo>
                <a:lnTo>
                  <a:pt x="1767413" y="3179481"/>
                </a:lnTo>
                <a:lnTo>
                  <a:pt x="1767414" y="3179483"/>
                </a:lnTo>
                <a:lnTo>
                  <a:pt x="1771600" y="3178088"/>
                </a:lnTo>
                <a:lnTo>
                  <a:pt x="1775784" y="3178553"/>
                </a:lnTo>
                <a:lnTo>
                  <a:pt x="1775784" y="3178551"/>
                </a:lnTo>
                <a:close/>
                <a:moveTo>
                  <a:pt x="1834853" y="3173436"/>
                </a:moveTo>
                <a:lnTo>
                  <a:pt x="1830667" y="3176691"/>
                </a:lnTo>
                <a:lnTo>
                  <a:pt x="1825085" y="3177622"/>
                </a:lnTo>
                <a:lnTo>
                  <a:pt x="1819039" y="3178086"/>
                </a:lnTo>
                <a:lnTo>
                  <a:pt x="1816248" y="3179947"/>
                </a:lnTo>
                <a:lnTo>
                  <a:pt x="1813923" y="3184133"/>
                </a:lnTo>
                <a:lnTo>
                  <a:pt x="1812528" y="3189249"/>
                </a:lnTo>
                <a:lnTo>
                  <a:pt x="1811132" y="3190180"/>
                </a:lnTo>
                <a:lnTo>
                  <a:pt x="1811134" y="3190180"/>
                </a:lnTo>
                <a:lnTo>
                  <a:pt x="1812529" y="3189250"/>
                </a:lnTo>
                <a:lnTo>
                  <a:pt x="1813925" y="3184134"/>
                </a:lnTo>
                <a:lnTo>
                  <a:pt x="1816251" y="3179948"/>
                </a:lnTo>
                <a:lnTo>
                  <a:pt x="1819041" y="3178088"/>
                </a:lnTo>
                <a:lnTo>
                  <a:pt x="1825087" y="3177622"/>
                </a:lnTo>
                <a:lnTo>
                  <a:pt x="1830668" y="3176692"/>
                </a:lnTo>
                <a:lnTo>
                  <a:pt x="1834855" y="3173436"/>
                </a:lnTo>
                <a:lnTo>
                  <a:pt x="1840899" y="3174366"/>
                </a:lnTo>
                <a:lnTo>
                  <a:pt x="1840899" y="3174366"/>
                </a:lnTo>
                <a:close/>
                <a:moveTo>
                  <a:pt x="1990664" y="3172505"/>
                </a:moveTo>
                <a:lnTo>
                  <a:pt x="1997641" y="3176226"/>
                </a:lnTo>
                <a:lnTo>
                  <a:pt x="1998106" y="3179017"/>
                </a:lnTo>
                <a:lnTo>
                  <a:pt x="2000897" y="3180412"/>
                </a:lnTo>
                <a:lnTo>
                  <a:pt x="2000898" y="3180412"/>
                </a:lnTo>
                <a:lnTo>
                  <a:pt x="2000898" y="3180412"/>
                </a:lnTo>
                <a:lnTo>
                  <a:pt x="2001450" y="3180320"/>
                </a:lnTo>
                <a:lnTo>
                  <a:pt x="2000898" y="3180412"/>
                </a:lnTo>
                <a:lnTo>
                  <a:pt x="1998107" y="3179017"/>
                </a:lnTo>
                <a:lnTo>
                  <a:pt x="1997642" y="3176226"/>
                </a:lnTo>
                <a:lnTo>
                  <a:pt x="1990665" y="3172505"/>
                </a:lnTo>
                <a:close/>
                <a:moveTo>
                  <a:pt x="2201042" y="3172062"/>
                </a:moveTo>
                <a:lnTo>
                  <a:pt x="2199499" y="3176691"/>
                </a:lnTo>
                <a:lnTo>
                  <a:pt x="2199606" y="3176942"/>
                </a:lnTo>
                <a:lnTo>
                  <a:pt x="2199499" y="3176692"/>
                </a:lnTo>
                <a:close/>
                <a:moveTo>
                  <a:pt x="1754854" y="3172040"/>
                </a:moveTo>
                <a:lnTo>
                  <a:pt x="1757180" y="3177622"/>
                </a:lnTo>
                <a:lnTo>
                  <a:pt x="1755319" y="3180877"/>
                </a:lnTo>
                <a:lnTo>
                  <a:pt x="1754854" y="3185993"/>
                </a:lnTo>
                <a:lnTo>
                  <a:pt x="1751598" y="3188784"/>
                </a:lnTo>
                <a:lnTo>
                  <a:pt x="1750668" y="3193435"/>
                </a:lnTo>
                <a:lnTo>
                  <a:pt x="1752063" y="3196690"/>
                </a:lnTo>
                <a:lnTo>
                  <a:pt x="1747413" y="3197621"/>
                </a:lnTo>
                <a:lnTo>
                  <a:pt x="1747415" y="3197622"/>
                </a:lnTo>
                <a:lnTo>
                  <a:pt x="1752066" y="3196692"/>
                </a:lnTo>
                <a:lnTo>
                  <a:pt x="1750670" y="3193436"/>
                </a:lnTo>
                <a:lnTo>
                  <a:pt x="1751600" y="3188785"/>
                </a:lnTo>
                <a:lnTo>
                  <a:pt x="1754856" y="3185994"/>
                </a:lnTo>
                <a:lnTo>
                  <a:pt x="1755321" y="3180878"/>
                </a:lnTo>
                <a:lnTo>
                  <a:pt x="1757181" y="3177622"/>
                </a:lnTo>
                <a:lnTo>
                  <a:pt x="1754856" y="3172041"/>
                </a:lnTo>
                <a:lnTo>
                  <a:pt x="1757647" y="3172041"/>
                </a:lnTo>
                <a:lnTo>
                  <a:pt x="1765552" y="3175296"/>
                </a:lnTo>
                <a:lnTo>
                  <a:pt x="1765551" y="3175296"/>
                </a:lnTo>
                <a:lnTo>
                  <a:pt x="1757645" y="3172040"/>
                </a:lnTo>
                <a:close/>
                <a:moveTo>
                  <a:pt x="1604159" y="3164599"/>
                </a:moveTo>
                <a:lnTo>
                  <a:pt x="1607880" y="3172970"/>
                </a:lnTo>
                <a:lnTo>
                  <a:pt x="1607880" y="3178551"/>
                </a:lnTo>
                <a:lnTo>
                  <a:pt x="1605554" y="3180877"/>
                </a:lnTo>
                <a:lnTo>
                  <a:pt x="1606019" y="3190180"/>
                </a:lnTo>
                <a:lnTo>
                  <a:pt x="1607880" y="3192970"/>
                </a:lnTo>
                <a:lnTo>
                  <a:pt x="1607880" y="3196226"/>
                </a:lnTo>
                <a:lnTo>
                  <a:pt x="1605554" y="3199482"/>
                </a:lnTo>
                <a:lnTo>
                  <a:pt x="1605399" y="3199443"/>
                </a:lnTo>
                <a:lnTo>
                  <a:pt x="1601834" y="3198551"/>
                </a:lnTo>
                <a:lnTo>
                  <a:pt x="1598578" y="3202272"/>
                </a:lnTo>
                <a:lnTo>
                  <a:pt x="1593927" y="3201807"/>
                </a:lnTo>
                <a:lnTo>
                  <a:pt x="1588346" y="3208319"/>
                </a:lnTo>
                <a:lnTo>
                  <a:pt x="1586950" y="3215295"/>
                </a:lnTo>
                <a:lnTo>
                  <a:pt x="1589741" y="3219016"/>
                </a:lnTo>
                <a:lnTo>
                  <a:pt x="1589275" y="3223667"/>
                </a:lnTo>
                <a:lnTo>
                  <a:pt x="1587415" y="3227853"/>
                </a:lnTo>
                <a:lnTo>
                  <a:pt x="1587415" y="3234365"/>
                </a:lnTo>
                <a:lnTo>
                  <a:pt x="1582300" y="3236225"/>
                </a:lnTo>
                <a:lnTo>
                  <a:pt x="1582300" y="3236226"/>
                </a:lnTo>
                <a:lnTo>
                  <a:pt x="1587417" y="3234365"/>
                </a:lnTo>
                <a:lnTo>
                  <a:pt x="1587417" y="3227854"/>
                </a:lnTo>
                <a:lnTo>
                  <a:pt x="1589277" y="3223668"/>
                </a:lnTo>
                <a:lnTo>
                  <a:pt x="1589742" y="3219017"/>
                </a:lnTo>
                <a:lnTo>
                  <a:pt x="1586951" y="3215296"/>
                </a:lnTo>
                <a:lnTo>
                  <a:pt x="1588347" y="3208319"/>
                </a:lnTo>
                <a:lnTo>
                  <a:pt x="1593928" y="3201808"/>
                </a:lnTo>
                <a:lnTo>
                  <a:pt x="1598580" y="3202273"/>
                </a:lnTo>
                <a:lnTo>
                  <a:pt x="1601835" y="3198552"/>
                </a:lnTo>
                <a:lnTo>
                  <a:pt x="1605399" y="3199443"/>
                </a:lnTo>
                <a:lnTo>
                  <a:pt x="1605554" y="3199482"/>
                </a:lnTo>
                <a:lnTo>
                  <a:pt x="1605554" y="3199482"/>
                </a:lnTo>
                <a:lnTo>
                  <a:pt x="1605556" y="3199482"/>
                </a:lnTo>
                <a:lnTo>
                  <a:pt x="1607881" y="3196227"/>
                </a:lnTo>
                <a:lnTo>
                  <a:pt x="1607881" y="3192971"/>
                </a:lnTo>
                <a:lnTo>
                  <a:pt x="1606021" y="3190180"/>
                </a:lnTo>
                <a:lnTo>
                  <a:pt x="1605556" y="3180878"/>
                </a:lnTo>
                <a:lnTo>
                  <a:pt x="1607881" y="3178553"/>
                </a:lnTo>
                <a:lnTo>
                  <a:pt x="1607881" y="3172971"/>
                </a:lnTo>
                <a:lnTo>
                  <a:pt x="1604161" y="3164600"/>
                </a:lnTo>
                <a:close/>
                <a:moveTo>
                  <a:pt x="1704157" y="3162273"/>
                </a:moveTo>
                <a:lnTo>
                  <a:pt x="1699971" y="3164598"/>
                </a:lnTo>
                <a:lnTo>
                  <a:pt x="1694857" y="3164134"/>
                </a:lnTo>
                <a:lnTo>
                  <a:pt x="1694857" y="3164134"/>
                </a:lnTo>
                <a:lnTo>
                  <a:pt x="1699973" y="3164600"/>
                </a:lnTo>
                <a:lnTo>
                  <a:pt x="1704159" y="3162274"/>
                </a:lnTo>
                <a:lnTo>
                  <a:pt x="1708343" y="3162739"/>
                </a:lnTo>
                <a:lnTo>
                  <a:pt x="1708343" y="3162738"/>
                </a:lnTo>
                <a:close/>
                <a:moveTo>
                  <a:pt x="1692994" y="3146924"/>
                </a:moveTo>
                <a:lnTo>
                  <a:pt x="1686949" y="3147390"/>
                </a:lnTo>
                <a:lnTo>
                  <a:pt x="1686950" y="3147390"/>
                </a:lnTo>
                <a:lnTo>
                  <a:pt x="1692994" y="3146925"/>
                </a:lnTo>
                <a:close/>
                <a:moveTo>
                  <a:pt x="1675786" y="3143669"/>
                </a:moveTo>
                <a:lnTo>
                  <a:pt x="1672066" y="3145529"/>
                </a:lnTo>
                <a:lnTo>
                  <a:pt x="1672067" y="3145530"/>
                </a:lnTo>
                <a:lnTo>
                  <a:pt x="1675787" y="3143669"/>
                </a:lnTo>
                <a:lnTo>
                  <a:pt x="1683228" y="3143669"/>
                </a:lnTo>
                <a:lnTo>
                  <a:pt x="1683228" y="3143669"/>
                </a:lnTo>
                <a:close/>
                <a:moveTo>
                  <a:pt x="1942294" y="3140413"/>
                </a:moveTo>
                <a:lnTo>
                  <a:pt x="1942294" y="3140413"/>
                </a:lnTo>
                <a:lnTo>
                  <a:pt x="1947874" y="3141343"/>
                </a:lnTo>
                <a:lnTo>
                  <a:pt x="1952990" y="3143203"/>
                </a:lnTo>
                <a:lnTo>
                  <a:pt x="1952990" y="3143202"/>
                </a:lnTo>
                <a:lnTo>
                  <a:pt x="1947875" y="3141343"/>
                </a:lnTo>
                <a:close/>
                <a:moveTo>
                  <a:pt x="1661842" y="3140200"/>
                </a:moveTo>
                <a:lnTo>
                  <a:pt x="1669740" y="3142739"/>
                </a:lnTo>
                <a:lnTo>
                  <a:pt x="1669740" y="3142739"/>
                </a:lnTo>
                <a:close/>
                <a:moveTo>
                  <a:pt x="1939502" y="3137157"/>
                </a:moveTo>
                <a:lnTo>
                  <a:pt x="1939502" y="3141343"/>
                </a:lnTo>
                <a:lnTo>
                  <a:pt x="1939504" y="3141343"/>
                </a:lnTo>
                <a:lnTo>
                  <a:pt x="1939504" y="3137157"/>
                </a:lnTo>
                <a:close/>
                <a:moveTo>
                  <a:pt x="1642297" y="3136227"/>
                </a:moveTo>
                <a:lnTo>
                  <a:pt x="1636717" y="3141342"/>
                </a:lnTo>
                <a:lnTo>
                  <a:pt x="1636718" y="3141344"/>
                </a:lnTo>
                <a:lnTo>
                  <a:pt x="1642299" y="3136227"/>
                </a:lnTo>
                <a:lnTo>
                  <a:pt x="1651602" y="3138088"/>
                </a:lnTo>
                <a:lnTo>
                  <a:pt x="1654392" y="3137158"/>
                </a:lnTo>
                <a:lnTo>
                  <a:pt x="1654391" y="3137157"/>
                </a:lnTo>
                <a:lnTo>
                  <a:pt x="1651600" y="3138088"/>
                </a:lnTo>
                <a:close/>
                <a:moveTo>
                  <a:pt x="1626485" y="3136227"/>
                </a:moveTo>
                <a:lnTo>
                  <a:pt x="1626486" y="3136227"/>
                </a:lnTo>
                <a:lnTo>
                  <a:pt x="1633926" y="3137157"/>
                </a:lnTo>
                <a:lnTo>
                  <a:pt x="1633926" y="3137157"/>
                </a:lnTo>
                <a:close/>
                <a:moveTo>
                  <a:pt x="1951597" y="3135296"/>
                </a:moveTo>
                <a:lnTo>
                  <a:pt x="1951597" y="3135296"/>
                </a:lnTo>
                <a:lnTo>
                  <a:pt x="1958572" y="3135296"/>
                </a:lnTo>
                <a:lnTo>
                  <a:pt x="1962758" y="3138088"/>
                </a:lnTo>
                <a:lnTo>
                  <a:pt x="1961827" y="3144598"/>
                </a:lnTo>
                <a:lnTo>
                  <a:pt x="1966944" y="3147854"/>
                </a:lnTo>
                <a:lnTo>
                  <a:pt x="1968804" y="3150646"/>
                </a:lnTo>
                <a:lnTo>
                  <a:pt x="1976711" y="3153901"/>
                </a:lnTo>
                <a:lnTo>
                  <a:pt x="1981827" y="3158087"/>
                </a:lnTo>
                <a:lnTo>
                  <a:pt x="1980432" y="3169715"/>
                </a:lnTo>
                <a:lnTo>
                  <a:pt x="1981362" y="3172505"/>
                </a:lnTo>
                <a:lnTo>
                  <a:pt x="1981363" y="3172505"/>
                </a:lnTo>
                <a:lnTo>
                  <a:pt x="1980433" y="3169715"/>
                </a:lnTo>
                <a:lnTo>
                  <a:pt x="1981828" y="3158086"/>
                </a:lnTo>
                <a:lnTo>
                  <a:pt x="1976712" y="3153901"/>
                </a:lnTo>
                <a:lnTo>
                  <a:pt x="1968805" y="3150645"/>
                </a:lnTo>
                <a:lnTo>
                  <a:pt x="1966945" y="3147854"/>
                </a:lnTo>
                <a:lnTo>
                  <a:pt x="1961829" y="3144598"/>
                </a:lnTo>
                <a:lnTo>
                  <a:pt x="1962759" y="3138087"/>
                </a:lnTo>
                <a:lnTo>
                  <a:pt x="1958573" y="3135296"/>
                </a:lnTo>
                <a:close/>
                <a:moveTo>
                  <a:pt x="1621834" y="3133901"/>
                </a:moveTo>
                <a:lnTo>
                  <a:pt x="1621834" y="3133902"/>
                </a:lnTo>
                <a:lnTo>
                  <a:pt x="1623867" y="3134918"/>
                </a:lnTo>
                <a:close/>
                <a:moveTo>
                  <a:pt x="2285955" y="3133509"/>
                </a:moveTo>
                <a:lnTo>
                  <a:pt x="2284614" y="3135296"/>
                </a:lnTo>
                <a:lnTo>
                  <a:pt x="2284614" y="3139947"/>
                </a:lnTo>
                <a:lnTo>
                  <a:pt x="2285544" y="3144134"/>
                </a:lnTo>
                <a:lnTo>
                  <a:pt x="2289850" y="3142904"/>
                </a:lnTo>
                <a:lnTo>
                  <a:pt x="2285544" y="3144134"/>
                </a:lnTo>
                <a:lnTo>
                  <a:pt x="2284614" y="3139947"/>
                </a:lnTo>
                <a:lnTo>
                  <a:pt x="2284614" y="3135296"/>
                </a:lnTo>
                <a:close/>
                <a:moveTo>
                  <a:pt x="1612531" y="3133437"/>
                </a:moveTo>
                <a:lnTo>
                  <a:pt x="1612531" y="3137622"/>
                </a:lnTo>
                <a:lnTo>
                  <a:pt x="1615787" y="3139017"/>
                </a:lnTo>
                <a:lnTo>
                  <a:pt x="1616717" y="3143203"/>
                </a:lnTo>
                <a:lnTo>
                  <a:pt x="1615787" y="3147854"/>
                </a:lnTo>
                <a:lnTo>
                  <a:pt x="1613461" y="3151110"/>
                </a:lnTo>
                <a:lnTo>
                  <a:pt x="1613461" y="3154831"/>
                </a:lnTo>
                <a:lnTo>
                  <a:pt x="1609740" y="3156227"/>
                </a:lnTo>
                <a:lnTo>
                  <a:pt x="1608810" y="3158552"/>
                </a:lnTo>
                <a:lnTo>
                  <a:pt x="1603693" y="3158552"/>
                </a:lnTo>
                <a:lnTo>
                  <a:pt x="1601368" y="3163203"/>
                </a:lnTo>
                <a:lnTo>
                  <a:pt x="1602740" y="3163889"/>
                </a:lnTo>
                <a:lnTo>
                  <a:pt x="1601370" y="3163203"/>
                </a:lnTo>
                <a:lnTo>
                  <a:pt x="1603695" y="3158552"/>
                </a:lnTo>
                <a:lnTo>
                  <a:pt x="1608812" y="3158552"/>
                </a:lnTo>
                <a:lnTo>
                  <a:pt x="1609742" y="3156227"/>
                </a:lnTo>
                <a:lnTo>
                  <a:pt x="1613463" y="3154832"/>
                </a:lnTo>
                <a:lnTo>
                  <a:pt x="1613463" y="3151111"/>
                </a:lnTo>
                <a:lnTo>
                  <a:pt x="1615788" y="3147855"/>
                </a:lnTo>
                <a:lnTo>
                  <a:pt x="1616719" y="3143204"/>
                </a:lnTo>
                <a:lnTo>
                  <a:pt x="1615788" y="3139018"/>
                </a:lnTo>
                <a:lnTo>
                  <a:pt x="1612532" y="3137623"/>
                </a:lnTo>
                <a:lnTo>
                  <a:pt x="1612532" y="3133437"/>
                </a:lnTo>
                <a:close/>
                <a:moveTo>
                  <a:pt x="2245211" y="3132658"/>
                </a:moveTo>
                <a:lnTo>
                  <a:pt x="2245545" y="3133437"/>
                </a:lnTo>
                <a:lnTo>
                  <a:pt x="2247870" y="3134832"/>
                </a:lnTo>
                <a:lnTo>
                  <a:pt x="2247870" y="3134831"/>
                </a:lnTo>
                <a:lnTo>
                  <a:pt x="2245545" y="3133436"/>
                </a:lnTo>
                <a:close/>
                <a:moveTo>
                  <a:pt x="2306939" y="3132041"/>
                </a:moveTo>
                <a:lnTo>
                  <a:pt x="2306457" y="3132813"/>
                </a:lnTo>
                <a:lnTo>
                  <a:pt x="2306939" y="3132041"/>
                </a:lnTo>
                <a:close/>
                <a:moveTo>
                  <a:pt x="1612067" y="3125994"/>
                </a:moveTo>
                <a:lnTo>
                  <a:pt x="1612068" y="3125995"/>
                </a:lnTo>
                <a:lnTo>
                  <a:pt x="1619507" y="3126925"/>
                </a:lnTo>
                <a:lnTo>
                  <a:pt x="1619507" y="3126925"/>
                </a:lnTo>
                <a:close/>
                <a:moveTo>
                  <a:pt x="2269266" y="3123203"/>
                </a:moveTo>
                <a:lnTo>
                  <a:pt x="2269265" y="3123204"/>
                </a:lnTo>
                <a:lnTo>
                  <a:pt x="2272986" y="3125530"/>
                </a:lnTo>
                <a:lnTo>
                  <a:pt x="2278102" y="3126459"/>
                </a:lnTo>
                <a:lnTo>
                  <a:pt x="2280428" y="3128320"/>
                </a:lnTo>
                <a:lnTo>
                  <a:pt x="2283684" y="3127855"/>
                </a:lnTo>
                <a:lnTo>
                  <a:pt x="2288800" y="3129715"/>
                </a:lnTo>
                <a:lnTo>
                  <a:pt x="2283684" y="3127855"/>
                </a:lnTo>
                <a:lnTo>
                  <a:pt x="2280428" y="3128320"/>
                </a:lnTo>
                <a:lnTo>
                  <a:pt x="2278102" y="3126459"/>
                </a:lnTo>
                <a:lnTo>
                  <a:pt x="2272987" y="3125529"/>
                </a:lnTo>
                <a:close/>
                <a:moveTo>
                  <a:pt x="2264149" y="3122739"/>
                </a:moveTo>
                <a:lnTo>
                  <a:pt x="2259498" y="3123669"/>
                </a:lnTo>
                <a:lnTo>
                  <a:pt x="2264149" y="3122739"/>
                </a:lnTo>
                <a:lnTo>
                  <a:pt x="2266474" y="3124134"/>
                </a:lnTo>
                <a:lnTo>
                  <a:pt x="2266475" y="3124134"/>
                </a:lnTo>
                <a:close/>
                <a:moveTo>
                  <a:pt x="1949271" y="3122739"/>
                </a:moveTo>
                <a:lnTo>
                  <a:pt x="1949270" y="3122739"/>
                </a:lnTo>
                <a:lnTo>
                  <a:pt x="1953921" y="3124134"/>
                </a:lnTo>
                <a:lnTo>
                  <a:pt x="1955316" y="3128320"/>
                </a:lnTo>
                <a:lnTo>
                  <a:pt x="1951595" y="3130645"/>
                </a:lnTo>
                <a:lnTo>
                  <a:pt x="1949270" y="3135296"/>
                </a:lnTo>
                <a:lnTo>
                  <a:pt x="1944619" y="3138552"/>
                </a:lnTo>
                <a:lnTo>
                  <a:pt x="1944620" y="3138552"/>
                </a:lnTo>
                <a:lnTo>
                  <a:pt x="1949271" y="3135296"/>
                </a:lnTo>
                <a:lnTo>
                  <a:pt x="1951597" y="3130645"/>
                </a:lnTo>
                <a:lnTo>
                  <a:pt x="1955317" y="3128320"/>
                </a:lnTo>
                <a:lnTo>
                  <a:pt x="1953922" y="3124134"/>
                </a:lnTo>
                <a:close/>
                <a:moveTo>
                  <a:pt x="1607880" y="3120878"/>
                </a:moveTo>
                <a:lnTo>
                  <a:pt x="1605089" y="3131576"/>
                </a:lnTo>
                <a:lnTo>
                  <a:pt x="1605091" y="3131576"/>
                </a:lnTo>
                <a:lnTo>
                  <a:pt x="1607881" y="3120880"/>
                </a:lnTo>
                <a:close/>
                <a:moveTo>
                  <a:pt x="1946479" y="3114367"/>
                </a:moveTo>
                <a:lnTo>
                  <a:pt x="1943688" y="3116692"/>
                </a:lnTo>
                <a:lnTo>
                  <a:pt x="1940898" y="3117622"/>
                </a:lnTo>
                <a:lnTo>
                  <a:pt x="1939968" y="3121808"/>
                </a:lnTo>
                <a:lnTo>
                  <a:pt x="1946944" y="3124134"/>
                </a:lnTo>
                <a:lnTo>
                  <a:pt x="1946944" y="3124134"/>
                </a:lnTo>
                <a:lnTo>
                  <a:pt x="1939968" y="3121808"/>
                </a:lnTo>
                <a:lnTo>
                  <a:pt x="1940899" y="3117622"/>
                </a:lnTo>
                <a:lnTo>
                  <a:pt x="1943690" y="3116692"/>
                </a:lnTo>
                <a:lnTo>
                  <a:pt x="1946480" y="3114367"/>
                </a:lnTo>
                <a:close/>
                <a:moveTo>
                  <a:pt x="2230661" y="3106460"/>
                </a:moveTo>
                <a:lnTo>
                  <a:pt x="2230661" y="3106460"/>
                </a:lnTo>
                <a:lnTo>
                  <a:pt x="2235312" y="3111111"/>
                </a:lnTo>
                <a:lnTo>
                  <a:pt x="2236707" y="3115762"/>
                </a:lnTo>
                <a:lnTo>
                  <a:pt x="2240894" y="3123204"/>
                </a:lnTo>
                <a:lnTo>
                  <a:pt x="2241358" y="3125994"/>
                </a:lnTo>
                <a:lnTo>
                  <a:pt x="2243273" y="3128866"/>
                </a:lnTo>
                <a:lnTo>
                  <a:pt x="2241359" y="3125994"/>
                </a:lnTo>
                <a:lnTo>
                  <a:pt x="2240894" y="3123203"/>
                </a:lnTo>
                <a:lnTo>
                  <a:pt x="2236708" y="3115762"/>
                </a:lnTo>
                <a:lnTo>
                  <a:pt x="2235313" y="3111111"/>
                </a:lnTo>
                <a:close/>
                <a:moveTo>
                  <a:pt x="2172302" y="3101139"/>
                </a:moveTo>
                <a:lnTo>
                  <a:pt x="2171592" y="3102274"/>
                </a:lnTo>
                <a:lnTo>
                  <a:pt x="2171496" y="3102733"/>
                </a:lnTo>
                <a:lnTo>
                  <a:pt x="2171592" y="3102274"/>
                </a:lnTo>
                <a:close/>
                <a:moveTo>
                  <a:pt x="2173918" y="3098553"/>
                </a:moveTo>
                <a:lnTo>
                  <a:pt x="2173918" y="3098553"/>
                </a:lnTo>
                <a:lnTo>
                  <a:pt x="2175720" y="3098913"/>
                </a:lnTo>
                <a:close/>
                <a:moveTo>
                  <a:pt x="2203220" y="3098087"/>
                </a:moveTo>
                <a:lnTo>
                  <a:pt x="2203220" y="3098089"/>
                </a:lnTo>
                <a:lnTo>
                  <a:pt x="2212057" y="3104599"/>
                </a:lnTo>
                <a:lnTo>
                  <a:pt x="2214848" y="3104135"/>
                </a:lnTo>
                <a:lnTo>
                  <a:pt x="2220429" y="3106925"/>
                </a:lnTo>
                <a:lnTo>
                  <a:pt x="2223219" y="3109716"/>
                </a:lnTo>
                <a:lnTo>
                  <a:pt x="2226475" y="3109716"/>
                </a:lnTo>
                <a:lnTo>
                  <a:pt x="2226476" y="3109715"/>
                </a:lnTo>
                <a:lnTo>
                  <a:pt x="2223220" y="3109715"/>
                </a:lnTo>
                <a:lnTo>
                  <a:pt x="2220429" y="3106925"/>
                </a:lnTo>
                <a:lnTo>
                  <a:pt x="2214848" y="3104134"/>
                </a:lnTo>
                <a:lnTo>
                  <a:pt x="2212057" y="3104599"/>
                </a:lnTo>
                <a:close/>
                <a:moveTo>
                  <a:pt x="2872046" y="3096693"/>
                </a:moveTo>
                <a:lnTo>
                  <a:pt x="2875767" y="3098553"/>
                </a:lnTo>
                <a:lnTo>
                  <a:pt x="2873441" y="3101809"/>
                </a:lnTo>
                <a:lnTo>
                  <a:pt x="2868325" y="3099948"/>
                </a:lnTo>
                <a:close/>
                <a:moveTo>
                  <a:pt x="2178781" y="3095635"/>
                </a:moveTo>
                <a:lnTo>
                  <a:pt x="2176243" y="3099018"/>
                </a:lnTo>
                <a:lnTo>
                  <a:pt x="2176244" y="3099018"/>
                </a:lnTo>
                <a:close/>
                <a:moveTo>
                  <a:pt x="791149" y="3095297"/>
                </a:moveTo>
                <a:lnTo>
                  <a:pt x="792079" y="3096692"/>
                </a:lnTo>
                <a:lnTo>
                  <a:pt x="792080" y="3096693"/>
                </a:lnTo>
                <a:lnTo>
                  <a:pt x="791151" y="3095298"/>
                </a:lnTo>
                <a:close/>
                <a:moveTo>
                  <a:pt x="786792" y="3092547"/>
                </a:moveTo>
                <a:lnTo>
                  <a:pt x="787428" y="3092972"/>
                </a:lnTo>
                <a:lnTo>
                  <a:pt x="788978" y="3093940"/>
                </a:lnTo>
                <a:lnTo>
                  <a:pt x="787430" y="3092972"/>
                </a:lnTo>
                <a:close/>
                <a:moveTo>
                  <a:pt x="781847" y="3092042"/>
                </a:moveTo>
                <a:lnTo>
                  <a:pt x="781847" y="3092506"/>
                </a:lnTo>
                <a:lnTo>
                  <a:pt x="781848" y="3092507"/>
                </a:lnTo>
                <a:lnTo>
                  <a:pt x="781848" y="3092042"/>
                </a:lnTo>
                <a:close/>
                <a:moveTo>
                  <a:pt x="2185081" y="3089250"/>
                </a:moveTo>
                <a:lnTo>
                  <a:pt x="2183665" y="3089605"/>
                </a:lnTo>
                <a:lnTo>
                  <a:pt x="2185080" y="3089251"/>
                </a:lnTo>
                <a:lnTo>
                  <a:pt x="2189732" y="3093437"/>
                </a:lnTo>
                <a:lnTo>
                  <a:pt x="2192522" y="3098088"/>
                </a:lnTo>
                <a:lnTo>
                  <a:pt x="2195778" y="3099484"/>
                </a:lnTo>
                <a:lnTo>
                  <a:pt x="2196243" y="3103204"/>
                </a:lnTo>
                <a:lnTo>
                  <a:pt x="2196244" y="3103204"/>
                </a:lnTo>
                <a:lnTo>
                  <a:pt x="2195779" y="3099483"/>
                </a:lnTo>
                <a:lnTo>
                  <a:pt x="2192523" y="3098087"/>
                </a:lnTo>
                <a:lnTo>
                  <a:pt x="2189732" y="3093436"/>
                </a:lnTo>
                <a:close/>
                <a:moveTo>
                  <a:pt x="766913" y="3088882"/>
                </a:moveTo>
                <a:lnTo>
                  <a:pt x="771614" y="3094367"/>
                </a:lnTo>
                <a:lnTo>
                  <a:pt x="771615" y="3094367"/>
                </a:lnTo>
                <a:close/>
                <a:moveTo>
                  <a:pt x="766964" y="3083670"/>
                </a:moveTo>
                <a:lnTo>
                  <a:pt x="766963" y="3083670"/>
                </a:lnTo>
                <a:lnTo>
                  <a:pt x="766963" y="3084135"/>
                </a:lnTo>
                <a:lnTo>
                  <a:pt x="766033" y="3087855"/>
                </a:lnTo>
                <a:lnTo>
                  <a:pt x="766034" y="3087857"/>
                </a:lnTo>
                <a:lnTo>
                  <a:pt x="766964" y="3084135"/>
                </a:lnTo>
                <a:close/>
                <a:moveTo>
                  <a:pt x="724338" y="3083388"/>
                </a:moveTo>
                <a:lnTo>
                  <a:pt x="730685" y="3084135"/>
                </a:lnTo>
                <a:lnTo>
                  <a:pt x="731092" y="3083647"/>
                </a:lnTo>
                <a:lnTo>
                  <a:pt x="730686" y="3084134"/>
                </a:lnTo>
                <a:close/>
                <a:moveTo>
                  <a:pt x="795337" y="3082740"/>
                </a:moveTo>
                <a:lnTo>
                  <a:pt x="797662" y="3085531"/>
                </a:lnTo>
                <a:lnTo>
                  <a:pt x="799055" y="3088317"/>
                </a:lnTo>
                <a:lnTo>
                  <a:pt x="798591" y="3085530"/>
                </a:lnTo>
                <a:lnTo>
                  <a:pt x="800117" y="3085094"/>
                </a:lnTo>
                <a:lnTo>
                  <a:pt x="798592" y="3085529"/>
                </a:lnTo>
                <a:lnTo>
                  <a:pt x="797662" y="3085529"/>
                </a:lnTo>
                <a:close/>
                <a:moveTo>
                  <a:pt x="1947875" y="3081809"/>
                </a:moveTo>
                <a:lnTo>
                  <a:pt x="1947875" y="3081809"/>
                </a:lnTo>
                <a:lnTo>
                  <a:pt x="1959502" y="3085065"/>
                </a:lnTo>
                <a:lnTo>
                  <a:pt x="1961827" y="3087855"/>
                </a:lnTo>
                <a:lnTo>
                  <a:pt x="1961363" y="3092041"/>
                </a:lnTo>
                <a:lnTo>
                  <a:pt x="1962758" y="3095297"/>
                </a:lnTo>
                <a:lnTo>
                  <a:pt x="1960897" y="3105530"/>
                </a:lnTo>
                <a:lnTo>
                  <a:pt x="1962758" y="3109250"/>
                </a:lnTo>
                <a:lnTo>
                  <a:pt x="1960897" y="3112041"/>
                </a:lnTo>
                <a:lnTo>
                  <a:pt x="1959037" y="3118088"/>
                </a:lnTo>
                <a:lnTo>
                  <a:pt x="1955782" y="3119018"/>
                </a:lnTo>
                <a:lnTo>
                  <a:pt x="1955782" y="3119018"/>
                </a:lnTo>
                <a:lnTo>
                  <a:pt x="1959038" y="3118088"/>
                </a:lnTo>
                <a:lnTo>
                  <a:pt x="1960899" y="3112041"/>
                </a:lnTo>
                <a:lnTo>
                  <a:pt x="1962759" y="3109250"/>
                </a:lnTo>
                <a:lnTo>
                  <a:pt x="1960899" y="3105530"/>
                </a:lnTo>
                <a:lnTo>
                  <a:pt x="1962759" y="3095297"/>
                </a:lnTo>
                <a:lnTo>
                  <a:pt x="1961363" y="3092041"/>
                </a:lnTo>
                <a:lnTo>
                  <a:pt x="1961829" y="3087855"/>
                </a:lnTo>
                <a:lnTo>
                  <a:pt x="1959504" y="3085065"/>
                </a:lnTo>
                <a:close/>
                <a:moveTo>
                  <a:pt x="810146" y="3080971"/>
                </a:moveTo>
                <a:lnTo>
                  <a:pt x="806964" y="3082739"/>
                </a:lnTo>
                <a:lnTo>
                  <a:pt x="806964" y="3082739"/>
                </a:lnTo>
                <a:close/>
                <a:moveTo>
                  <a:pt x="737197" y="3079948"/>
                </a:moveTo>
                <a:lnTo>
                  <a:pt x="733012" y="3081344"/>
                </a:lnTo>
                <a:lnTo>
                  <a:pt x="733012" y="3081344"/>
                </a:lnTo>
                <a:lnTo>
                  <a:pt x="737197" y="3079949"/>
                </a:lnTo>
                <a:close/>
                <a:moveTo>
                  <a:pt x="761848" y="3076228"/>
                </a:moveTo>
                <a:lnTo>
                  <a:pt x="762312" y="3077158"/>
                </a:lnTo>
                <a:lnTo>
                  <a:pt x="762312" y="3079018"/>
                </a:lnTo>
                <a:lnTo>
                  <a:pt x="761848" y="3079484"/>
                </a:lnTo>
                <a:lnTo>
                  <a:pt x="759987" y="3084135"/>
                </a:lnTo>
                <a:lnTo>
                  <a:pt x="761848" y="3086925"/>
                </a:lnTo>
                <a:lnTo>
                  <a:pt x="759988" y="3084135"/>
                </a:lnTo>
                <a:lnTo>
                  <a:pt x="761848" y="3079484"/>
                </a:lnTo>
                <a:lnTo>
                  <a:pt x="762313" y="3079019"/>
                </a:lnTo>
                <a:lnTo>
                  <a:pt x="762313" y="3077158"/>
                </a:lnTo>
                <a:close/>
                <a:moveTo>
                  <a:pt x="2258103" y="3076228"/>
                </a:moveTo>
                <a:lnTo>
                  <a:pt x="2254847" y="3079018"/>
                </a:lnTo>
                <a:lnTo>
                  <a:pt x="2254551" y="3079906"/>
                </a:lnTo>
                <a:lnTo>
                  <a:pt x="2254847" y="3079018"/>
                </a:lnTo>
                <a:close/>
                <a:moveTo>
                  <a:pt x="787893" y="3074833"/>
                </a:moveTo>
                <a:lnTo>
                  <a:pt x="784174" y="3079948"/>
                </a:lnTo>
                <a:lnTo>
                  <a:pt x="782778" y="3079483"/>
                </a:lnTo>
                <a:lnTo>
                  <a:pt x="781848" y="3079483"/>
                </a:lnTo>
                <a:lnTo>
                  <a:pt x="779987" y="3077157"/>
                </a:lnTo>
                <a:lnTo>
                  <a:pt x="778592" y="3077622"/>
                </a:lnTo>
                <a:lnTo>
                  <a:pt x="778127" y="3079948"/>
                </a:lnTo>
                <a:lnTo>
                  <a:pt x="776267" y="3079018"/>
                </a:lnTo>
                <a:lnTo>
                  <a:pt x="775980" y="3077154"/>
                </a:lnTo>
                <a:lnTo>
                  <a:pt x="776267" y="3079019"/>
                </a:lnTo>
                <a:lnTo>
                  <a:pt x="778127" y="3079950"/>
                </a:lnTo>
                <a:lnTo>
                  <a:pt x="778593" y="3077624"/>
                </a:lnTo>
                <a:lnTo>
                  <a:pt x="779988" y="3077158"/>
                </a:lnTo>
                <a:lnTo>
                  <a:pt x="781848" y="3079484"/>
                </a:lnTo>
                <a:lnTo>
                  <a:pt x="782778" y="3079484"/>
                </a:lnTo>
                <a:lnTo>
                  <a:pt x="784174" y="3079950"/>
                </a:lnTo>
                <a:lnTo>
                  <a:pt x="787895" y="3074833"/>
                </a:lnTo>
                <a:close/>
                <a:moveTo>
                  <a:pt x="787038" y="3072090"/>
                </a:moveTo>
                <a:lnTo>
                  <a:pt x="787429" y="3074832"/>
                </a:lnTo>
                <a:lnTo>
                  <a:pt x="787430" y="3074832"/>
                </a:lnTo>
                <a:close/>
                <a:moveTo>
                  <a:pt x="775180" y="3072046"/>
                </a:moveTo>
                <a:lnTo>
                  <a:pt x="774871" y="3072972"/>
                </a:lnTo>
                <a:lnTo>
                  <a:pt x="775336" y="3072972"/>
                </a:lnTo>
                <a:lnTo>
                  <a:pt x="775336" y="3072971"/>
                </a:lnTo>
                <a:lnTo>
                  <a:pt x="774872" y="3072971"/>
                </a:lnTo>
                <a:close/>
                <a:moveTo>
                  <a:pt x="813940" y="3071111"/>
                </a:moveTo>
                <a:lnTo>
                  <a:pt x="813504" y="3071475"/>
                </a:lnTo>
                <a:lnTo>
                  <a:pt x="813940" y="3071111"/>
                </a:lnTo>
                <a:lnTo>
                  <a:pt x="824172" y="3073437"/>
                </a:lnTo>
                <a:lnTo>
                  <a:pt x="832079" y="3072042"/>
                </a:lnTo>
                <a:lnTo>
                  <a:pt x="832079" y="3072041"/>
                </a:lnTo>
                <a:lnTo>
                  <a:pt x="824172" y="3073437"/>
                </a:lnTo>
                <a:close/>
                <a:moveTo>
                  <a:pt x="793011" y="3071111"/>
                </a:moveTo>
                <a:lnTo>
                  <a:pt x="788825" y="3072041"/>
                </a:lnTo>
                <a:lnTo>
                  <a:pt x="788360" y="3072041"/>
                </a:lnTo>
                <a:lnTo>
                  <a:pt x="787894" y="3071576"/>
                </a:lnTo>
                <a:lnTo>
                  <a:pt x="786964" y="3071576"/>
                </a:lnTo>
                <a:lnTo>
                  <a:pt x="786964" y="3071577"/>
                </a:lnTo>
                <a:lnTo>
                  <a:pt x="787895" y="3071577"/>
                </a:lnTo>
                <a:lnTo>
                  <a:pt x="788359" y="3072043"/>
                </a:lnTo>
                <a:lnTo>
                  <a:pt x="788825" y="3072043"/>
                </a:lnTo>
                <a:lnTo>
                  <a:pt x="793011" y="3071112"/>
                </a:lnTo>
                <a:lnTo>
                  <a:pt x="794406" y="3072507"/>
                </a:lnTo>
                <a:lnTo>
                  <a:pt x="796732" y="3072972"/>
                </a:lnTo>
                <a:lnTo>
                  <a:pt x="797662" y="3072972"/>
                </a:lnTo>
                <a:lnTo>
                  <a:pt x="800918" y="3075298"/>
                </a:lnTo>
                <a:lnTo>
                  <a:pt x="800918" y="3075297"/>
                </a:lnTo>
                <a:lnTo>
                  <a:pt x="797662" y="3072971"/>
                </a:lnTo>
                <a:lnTo>
                  <a:pt x="796731" y="3072971"/>
                </a:lnTo>
                <a:lnTo>
                  <a:pt x="794406" y="3072506"/>
                </a:lnTo>
                <a:close/>
                <a:moveTo>
                  <a:pt x="740453" y="3071111"/>
                </a:moveTo>
                <a:lnTo>
                  <a:pt x="740453" y="3071111"/>
                </a:lnTo>
                <a:lnTo>
                  <a:pt x="744173" y="3071111"/>
                </a:lnTo>
                <a:lnTo>
                  <a:pt x="744174" y="3071111"/>
                </a:lnTo>
                <a:close/>
                <a:moveTo>
                  <a:pt x="758593" y="3065996"/>
                </a:moveTo>
                <a:lnTo>
                  <a:pt x="760453" y="3070181"/>
                </a:lnTo>
                <a:lnTo>
                  <a:pt x="759523" y="3070181"/>
                </a:lnTo>
                <a:lnTo>
                  <a:pt x="753011" y="3068320"/>
                </a:lnTo>
                <a:lnTo>
                  <a:pt x="746034" y="3067855"/>
                </a:lnTo>
                <a:lnTo>
                  <a:pt x="746034" y="3067856"/>
                </a:lnTo>
                <a:lnTo>
                  <a:pt x="753010" y="3068321"/>
                </a:lnTo>
                <a:lnTo>
                  <a:pt x="759522" y="3070181"/>
                </a:lnTo>
                <a:lnTo>
                  <a:pt x="760452" y="3075763"/>
                </a:lnTo>
                <a:lnTo>
                  <a:pt x="760453" y="3075763"/>
                </a:lnTo>
                <a:lnTo>
                  <a:pt x="759522" y="3070182"/>
                </a:lnTo>
                <a:lnTo>
                  <a:pt x="760453" y="3070182"/>
                </a:lnTo>
                <a:close/>
                <a:moveTo>
                  <a:pt x="1954851" y="3059949"/>
                </a:moveTo>
                <a:lnTo>
                  <a:pt x="1948804" y="3060879"/>
                </a:lnTo>
                <a:lnTo>
                  <a:pt x="1942758" y="3063670"/>
                </a:lnTo>
                <a:lnTo>
                  <a:pt x="1937176" y="3065530"/>
                </a:lnTo>
                <a:lnTo>
                  <a:pt x="1939502" y="3070181"/>
                </a:lnTo>
                <a:lnTo>
                  <a:pt x="1941827" y="3072042"/>
                </a:lnTo>
                <a:lnTo>
                  <a:pt x="1941827" y="3074367"/>
                </a:lnTo>
                <a:lnTo>
                  <a:pt x="1939037" y="3075763"/>
                </a:lnTo>
                <a:lnTo>
                  <a:pt x="1937176" y="3079484"/>
                </a:lnTo>
                <a:lnTo>
                  <a:pt x="1938572" y="3081809"/>
                </a:lnTo>
                <a:lnTo>
                  <a:pt x="1944153" y="3084135"/>
                </a:lnTo>
                <a:lnTo>
                  <a:pt x="1946479" y="3084135"/>
                </a:lnTo>
                <a:lnTo>
                  <a:pt x="1946479" y="3084134"/>
                </a:lnTo>
                <a:lnTo>
                  <a:pt x="1944155" y="3084134"/>
                </a:lnTo>
                <a:lnTo>
                  <a:pt x="1938573" y="3081809"/>
                </a:lnTo>
                <a:lnTo>
                  <a:pt x="1937178" y="3079484"/>
                </a:lnTo>
                <a:lnTo>
                  <a:pt x="1939039" y="3075762"/>
                </a:lnTo>
                <a:lnTo>
                  <a:pt x="1941829" y="3074367"/>
                </a:lnTo>
                <a:lnTo>
                  <a:pt x="1941829" y="3072042"/>
                </a:lnTo>
                <a:lnTo>
                  <a:pt x="1939504" y="3070181"/>
                </a:lnTo>
                <a:lnTo>
                  <a:pt x="1937178" y="3065530"/>
                </a:lnTo>
                <a:lnTo>
                  <a:pt x="1942760" y="3063670"/>
                </a:lnTo>
                <a:lnTo>
                  <a:pt x="1948806" y="3060879"/>
                </a:lnTo>
                <a:lnTo>
                  <a:pt x="1954851" y="3059950"/>
                </a:lnTo>
                <a:close/>
                <a:moveTo>
                  <a:pt x="2260870" y="3059734"/>
                </a:moveTo>
                <a:lnTo>
                  <a:pt x="2258103" y="3061809"/>
                </a:lnTo>
                <a:lnTo>
                  <a:pt x="2258103" y="3061809"/>
                </a:lnTo>
                <a:close/>
                <a:moveTo>
                  <a:pt x="792929" y="3056668"/>
                </a:moveTo>
                <a:lnTo>
                  <a:pt x="793011" y="3057158"/>
                </a:lnTo>
                <a:lnTo>
                  <a:pt x="793011" y="3057157"/>
                </a:lnTo>
                <a:close/>
                <a:moveTo>
                  <a:pt x="787894" y="3052506"/>
                </a:moveTo>
                <a:lnTo>
                  <a:pt x="786499" y="3053902"/>
                </a:lnTo>
                <a:lnTo>
                  <a:pt x="782779" y="3054832"/>
                </a:lnTo>
                <a:lnTo>
                  <a:pt x="782778" y="3054833"/>
                </a:lnTo>
                <a:lnTo>
                  <a:pt x="786500" y="3053903"/>
                </a:lnTo>
                <a:lnTo>
                  <a:pt x="787895" y="3052507"/>
                </a:lnTo>
                <a:lnTo>
                  <a:pt x="792545" y="3053438"/>
                </a:lnTo>
                <a:lnTo>
                  <a:pt x="792545" y="3053437"/>
                </a:lnTo>
                <a:close/>
                <a:moveTo>
                  <a:pt x="767429" y="3052506"/>
                </a:moveTo>
                <a:lnTo>
                  <a:pt x="767894" y="3056693"/>
                </a:lnTo>
                <a:lnTo>
                  <a:pt x="762778" y="3056693"/>
                </a:lnTo>
                <a:lnTo>
                  <a:pt x="762313" y="3059949"/>
                </a:lnTo>
                <a:lnTo>
                  <a:pt x="760918" y="3060413"/>
                </a:lnTo>
                <a:lnTo>
                  <a:pt x="759523" y="3059949"/>
                </a:lnTo>
                <a:lnTo>
                  <a:pt x="756267" y="3056693"/>
                </a:lnTo>
                <a:lnTo>
                  <a:pt x="754406" y="3057623"/>
                </a:lnTo>
                <a:lnTo>
                  <a:pt x="752546" y="3059018"/>
                </a:lnTo>
                <a:lnTo>
                  <a:pt x="752081" y="3059949"/>
                </a:lnTo>
                <a:lnTo>
                  <a:pt x="752081" y="3059949"/>
                </a:lnTo>
                <a:lnTo>
                  <a:pt x="752546" y="3059019"/>
                </a:lnTo>
                <a:lnTo>
                  <a:pt x="754406" y="3057624"/>
                </a:lnTo>
                <a:lnTo>
                  <a:pt x="756267" y="3056694"/>
                </a:lnTo>
                <a:lnTo>
                  <a:pt x="759522" y="3059950"/>
                </a:lnTo>
                <a:lnTo>
                  <a:pt x="760918" y="3060414"/>
                </a:lnTo>
                <a:lnTo>
                  <a:pt x="762313" y="3059950"/>
                </a:lnTo>
                <a:lnTo>
                  <a:pt x="762778" y="3056694"/>
                </a:lnTo>
                <a:lnTo>
                  <a:pt x="767895" y="3056694"/>
                </a:lnTo>
                <a:lnTo>
                  <a:pt x="767430" y="3052510"/>
                </a:lnTo>
                <a:close/>
                <a:moveTo>
                  <a:pt x="783525" y="3049448"/>
                </a:moveTo>
                <a:lnTo>
                  <a:pt x="783708" y="3050182"/>
                </a:lnTo>
                <a:lnTo>
                  <a:pt x="783708" y="3050181"/>
                </a:lnTo>
                <a:close/>
                <a:moveTo>
                  <a:pt x="780453" y="3045530"/>
                </a:moveTo>
                <a:lnTo>
                  <a:pt x="779987" y="3049716"/>
                </a:lnTo>
                <a:lnTo>
                  <a:pt x="778127" y="3051111"/>
                </a:lnTo>
                <a:lnTo>
                  <a:pt x="776267" y="3050647"/>
                </a:lnTo>
                <a:lnTo>
                  <a:pt x="774872" y="3051111"/>
                </a:lnTo>
                <a:lnTo>
                  <a:pt x="773011" y="3051111"/>
                </a:lnTo>
                <a:lnTo>
                  <a:pt x="771150" y="3057157"/>
                </a:lnTo>
                <a:lnTo>
                  <a:pt x="770220" y="3057157"/>
                </a:lnTo>
                <a:lnTo>
                  <a:pt x="768360" y="3056693"/>
                </a:lnTo>
                <a:lnTo>
                  <a:pt x="767693" y="3053692"/>
                </a:lnTo>
                <a:lnTo>
                  <a:pt x="768359" y="3056694"/>
                </a:lnTo>
                <a:lnTo>
                  <a:pt x="770220" y="3057158"/>
                </a:lnTo>
                <a:lnTo>
                  <a:pt x="771151" y="3057158"/>
                </a:lnTo>
                <a:lnTo>
                  <a:pt x="773011" y="3051112"/>
                </a:lnTo>
                <a:lnTo>
                  <a:pt x="774871" y="3051112"/>
                </a:lnTo>
                <a:lnTo>
                  <a:pt x="776267" y="3050647"/>
                </a:lnTo>
                <a:lnTo>
                  <a:pt x="778127" y="3051112"/>
                </a:lnTo>
                <a:lnTo>
                  <a:pt x="779988" y="3049717"/>
                </a:lnTo>
                <a:lnTo>
                  <a:pt x="780453" y="3045531"/>
                </a:lnTo>
                <a:lnTo>
                  <a:pt x="780918" y="3045531"/>
                </a:lnTo>
                <a:lnTo>
                  <a:pt x="781848" y="3045996"/>
                </a:lnTo>
                <a:lnTo>
                  <a:pt x="782313" y="3046461"/>
                </a:lnTo>
                <a:lnTo>
                  <a:pt x="783068" y="3047969"/>
                </a:lnTo>
                <a:lnTo>
                  <a:pt x="782313" y="3046460"/>
                </a:lnTo>
                <a:lnTo>
                  <a:pt x="781848" y="3045995"/>
                </a:lnTo>
                <a:lnTo>
                  <a:pt x="780918" y="3045530"/>
                </a:lnTo>
                <a:close/>
                <a:moveTo>
                  <a:pt x="830218" y="3041809"/>
                </a:moveTo>
                <a:lnTo>
                  <a:pt x="826498" y="3043204"/>
                </a:lnTo>
                <a:lnTo>
                  <a:pt x="826498" y="3043205"/>
                </a:lnTo>
                <a:lnTo>
                  <a:pt x="830218" y="3041810"/>
                </a:lnTo>
                <a:close/>
                <a:moveTo>
                  <a:pt x="742917" y="3039270"/>
                </a:moveTo>
                <a:lnTo>
                  <a:pt x="743709" y="3039949"/>
                </a:lnTo>
                <a:lnTo>
                  <a:pt x="744638" y="3041808"/>
                </a:lnTo>
                <a:lnTo>
                  <a:pt x="743710" y="3039950"/>
                </a:lnTo>
                <a:close/>
                <a:moveTo>
                  <a:pt x="739058" y="3035763"/>
                </a:moveTo>
                <a:lnTo>
                  <a:pt x="739058" y="3035764"/>
                </a:lnTo>
                <a:lnTo>
                  <a:pt x="739524" y="3035764"/>
                </a:lnTo>
                <a:lnTo>
                  <a:pt x="740454" y="3036694"/>
                </a:lnTo>
                <a:lnTo>
                  <a:pt x="743709" y="3037624"/>
                </a:lnTo>
                <a:lnTo>
                  <a:pt x="743709" y="3037623"/>
                </a:lnTo>
                <a:lnTo>
                  <a:pt x="740453" y="3036693"/>
                </a:lnTo>
                <a:lnTo>
                  <a:pt x="739523" y="3035763"/>
                </a:lnTo>
                <a:close/>
                <a:moveTo>
                  <a:pt x="881381" y="3009252"/>
                </a:moveTo>
                <a:lnTo>
                  <a:pt x="883240" y="3010182"/>
                </a:lnTo>
                <a:lnTo>
                  <a:pt x="883241" y="3010182"/>
                </a:lnTo>
                <a:close/>
                <a:moveTo>
                  <a:pt x="875800" y="3008321"/>
                </a:moveTo>
                <a:lnTo>
                  <a:pt x="875799" y="3008322"/>
                </a:lnTo>
                <a:lnTo>
                  <a:pt x="880481" y="3009102"/>
                </a:lnTo>
                <a:close/>
                <a:moveTo>
                  <a:pt x="889288" y="3004135"/>
                </a:moveTo>
                <a:lnTo>
                  <a:pt x="888027" y="3005396"/>
                </a:lnTo>
                <a:lnTo>
                  <a:pt x="889287" y="3004136"/>
                </a:lnTo>
                <a:lnTo>
                  <a:pt x="892345" y="3004572"/>
                </a:lnTo>
                <a:close/>
                <a:moveTo>
                  <a:pt x="1967875" y="3002275"/>
                </a:moveTo>
                <a:lnTo>
                  <a:pt x="1967875" y="3002276"/>
                </a:lnTo>
                <a:lnTo>
                  <a:pt x="1974851" y="3004136"/>
                </a:lnTo>
                <a:lnTo>
                  <a:pt x="1973455" y="3006461"/>
                </a:lnTo>
                <a:lnTo>
                  <a:pt x="1974385" y="3010182"/>
                </a:lnTo>
                <a:lnTo>
                  <a:pt x="1972990" y="3012042"/>
                </a:lnTo>
                <a:lnTo>
                  <a:pt x="1972990" y="3016229"/>
                </a:lnTo>
                <a:lnTo>
                  <a:pt x="1972060" y="3027856"/>
                </a:lnTo>
                <a:lnTo>
                  <a:pt x="1970665" y="3030647"/>
                </a:lnTo>
                <a:lnTo>
                  <a:pt x="1972060" y="3032973"/>
                </a:lnTo>
                <a:lnTo>
                  <a:pt x="1969734" y="3036228"/>
                </a:lnTo>
                <a:lnTo>
                  <a:pt x="1969269" y="3039949"/>
                </a:lnTo>
                <a:lnTo>
                  <a:pt x="1971595" y="3042740"/>
                </a:lnTo>
                <a:lnTo>
                  <a:pt x="1973920" y="3051112"/>
                </a:lnTo>
                <a:lnTo>
                  <a:pt x="1962292" y="3054368"/>
                </a:lnTo>
                <a:lnTo>
                  <a:pt x="1957176" y="3060879"/>
                </a:lnTo>
                <a:lnTo>
                  <a:pt x="1957178" y="3060879"/>
                </a:lnTo>
                <a:lnTo>
                  <a:pt x="1962294" y="3054368"/>
                </a:lnTo>
                <a:lnTo>
                  <a:pt x="1973921" y="3051112"/>
                </a:lnTo>
                <a:lnTo>
                  <a:pt x="1971596" y="3042740"/>
                </a:lnTo>
                <a:lnTo>
                  <a:pt x="1969270" y="3039949"/>
                </a:lnTo>
                <a:lnTo>
                  <a:pt x="1969736" y="3036228"/>
                </a:lnTo>
                <a:lnTo>
                  <a:pt x="1972061" y="3032973"/>
                </a:lnTo>
                <a:lnTo>
                  <a:pt x="1970666" y="3030647"/>
                </a:lnTo>
                <a:lnTo>
                  <a:pt x="1972061" y="3027856"/>
                </a:lnTo>
                <a:lnTo>
                  <a:pt x="1972992" y="3016229"/>
                </a:lnTo>
                <a:lnTo>
                  <a:pt x="1972992" y="3012042"/>
                </a:lnTo>
                <a:lnTo>
                  <a:pt x="1974387" y="3010182"/>
                </a:lnTo>
                <a:lnTo>
                  <a:pt x="1973456" y="3006461"/>
                </a:lnTo>
                <a:lnTo>
                  <a:pt x="1974852" y="3004136"/>
                </a:lnTo>
                <a:close/>
                <a:moveTo>
                  <a:pt x="858956" y="2997688"/>
                </a:moveTo>
                <a:lnTo>
                  <a:pt x="863241" y="3000415"/>
                </a:lnTo>
                <a:lnTo>
                  <a:pt x="865566" y="3008322"/>
                </a:lnTo>
                <a:lnTo>
                  <a:pt x="870217" y="3011112"/>
                </a:lnTo>
                <a:lnTo>
                  <a:pt x="870218" y="3011112"/>
                </a:lnTo>
                <a:lnTo>
                  <a:pt x="865568" y="3008321"/>
                </a:lnTo>
                <a:lnTo>
                  <a:pt x="863242" y="3000414"/>
                </a:lnTo>
                <a:close/>
                <a:moveTo>
                  <a:pt x="833940" y="2993903"/>
                </a:moveTo>
                <a:lnTo>
                  <a:pt x="828359" y="2995763"/>
                </a:lnTo>
                <a:lnTo>
                  <a:pt x="828359" y="2995764"/>
                </a:lnTo>
                <a:lnTo>
                  <a:pt x="833939" y="2993904"/>
                </a:lnTo>
                <a:close/>
                <a:moveTo>
                  <a:pt x="848359" y="2992508"/>
                </a:moveTo>
                <a:lnTo>
                  <a:pt x="848358" y="2992509"/>
                </a:lnTo>
                <a:lnTo>
                  <a:pt x="850683" y="2992973"/>
                </a:lnTo>
                <a:lnTo>
                  <a:pt x="853939" y="2996694"/>
                </a:lnTo>
                <a:lnTo>
                  <a:pt x="856370" y="2996964"/>
                </a:lnTo>
                <a:lnTo>
                  <a:pt x="853940" y="2996694"/>
                </a:lnTo>
                <a:lnTo>
                  <a:pt x="850684" y="2992973"/>
                </a:lnTo>
                <a:close/>
                <a:moveTo>
                  <a:pt x="2250763" y="2992105"/>
                </a:moveTo>
                <a:lnTo>
                  <a:pt x="2252056" y="2994369"/>
                </a:lnTo>
                <a:lnTo>
                  <a:pt x="2252056" y="2999485"/>
                </a:lnTo>
                <a:lnTo>
                  <a:pt x="2250196" y="3004136"/>
                </a:lnTo>
                <a:lnTo>
                  <a:pt x="2252057" y="2999485"/>
                </a:lnTo>
                <a:lnTo>
                  <a:pt x="2252057" y="2994369"/>
                </a:lnTo>
                <a:close/>
                <a:moveTo>
                  <a:pt x="898125" y="2987392"/>
                </a:moveTo>
                <a:lnTo>
                  <a:pt x="894869" y="2988787"/>
                </a:lnTo>
                <a:lnTo>
                  <a:pt x="894869" y="2988787"/>
                </a:lnTo>
                <a:lnTo>
                  <a:pt x="898124" y="2987392"/>
                </a:lnTo>
                <a:lnTo>
                  <a:pt x="901380" y="2988787"/>
                </a:lnTo>
                <a:lnTo>
                  <a:pt x="901380" y="2988787"/>
                </a:lnTo>
                <a:close/>
                <a:moveTo>
                  <a:pt x="840917" y="2984601"/>
                </a:moveTo>
                <a:lnTo>
                  <a:pt x="837196" y="2985066"/>
                </a:lnTo>
                <a:lnTo>
                  <a:pt x="837196" y="2985066"/>
                </a:lnTo>
                <a:lnTo>
                  <a:pt x="840916" y="2984602"/>
                </a:lnTo>
                <a:lnTo>
                  <a:pt x="843242" y="2990183"/>
                </a:lnTo>
                <a:lnTo>
                  <a:pt x="841846" y="2992043"/>
                </a:lnTo>
                <a:lnTo>
                  <a:pt x="843242" y="2995764"/>
                </a:lnTo>
                <a:lnTo>
                  <a:pt x="845497" y="2994329"/>
                </a:lnTo>
                <a:lnTo>
                  <a:pt x="843242" y="2995763"/>
                </a:lnTo>
                <a:lnTo>
                  <a:pt x="841847" y="2992043"/>
                </a:lnTo>
                <a:lnTo>
                  <a:pt x="843242" y="2990182"/>
                </a:lnTo>
                <a:close/>
                <a:moveTo>
                  <a:pt x="438597" y="2981811"/>
                </a:moveTo>
                <a:lnTo>
                  <a:pt x="440457" y="2982741"/>
                </a:lnTo>
                <a:lnTo>
                  <a:pt x="446039" y="2985067"/>
                </a:lnTo>
                <a:lnTo>
                  <a:pt x="443249" y="2986928"/>
                </a:lnTo>
                <a:lnTo>
                  <a:pt x="433481" y="2985997"/>
                </a:lnTo>
                <a:lnTo>
                  <a:pt x="429295" y="2986462"/>
                </a:lnTo>
                <a:lnTo>
                  <a:pt x="431620" y="2983207"/>
                </a:lnTo>
                <a:lnTo>
                  <a:pt x="435342" y="2982277"/>
                </a:lnTo>
                <a:close/>
                <a:moveTo>
                  <a:pt x="915333" y="2980415"/>
                </a:moveTo>
                <a:lnTo>
                  <a:pt x="910683" y="2983670"/>
                </a:lnTo>
                <a:lnTo>
                  <a:pt x="905566" y="2982275"/>
                </a:lnTo>
                <a:lnTo>
                  <a:pt x="905566" y="2982276"/>
                </a:lnTo>
                <a:lnTo>
                  <a:pt x="910682" y="2983671"/>
                </a:lnTo>
                <a:close/>
                <a:moveTo>
                  <a:pt x="2964138" y="2975300"/>
                </a:moveTo>
                <a:lnTo>
                  <a:pt x="2967394" y="2975764"/>
                </a:lnTo>
                <a:lnTo>
                  <a:pt x="2970649" y="2976230"/>
                </a:lnTo>
                <a:lnTo>
                  <a:pt x="2982277" y="2976230"/>
                </a:lnTo>
                <a:lnTo>
                  <a:pt x="2986463" y="2975764"/>
                </a:lnTo>
                <a:lnTo>
                  <a:pt x="2989254" y="2980415"/>
                </a:lnTo>
                <a:lnTo>
                  <a:pt x="2988323" y="2985066"/>
                </a:lnTo>
                <a:lnTo>
                  <a:pt x="2977626" y="2985066"/>
                </a:lnTo>
                <a:lnTo>
                  <a:pt x="2971114" y="2988322"/>
                </a:lnTo>
                <a:lnTo>
                  <a:pt x="2964603" y="2995299"/>
                </a:lnTo>
                <a:lnTo>
                  <a:pt x="2962742" y="2995299"/>
                </a:lnTo>
                <a:lnTo>
                  <a:pt x="2960882" y="2992043"/>
                </a:lnTo>
                <a:lnTo>
                  <a:pt x="2956696" y="2991578"/>
                </a:lnTo>
                <a:lnTo>
                  <a:pt x="2959952" y="2996695"/>
                </a:lnTo>
                <a:lnTo>
                  <a:pt x="2953905" y="2997160"/>
                </a:lnTo>
                <a:lnTo>
                  <a:pt x="2952510" y="2996229"/>
                </a:lnTo>
                <a:lnTo>
                  <a:pt x="2956696" y="2990648"/>
                </a:lnTo>
                <a:lnTo>
                  <a:pt x="2957161" y="2986927"/>
                </a:lnTo>
                <a:lnTo>
                  <a:pt x="2959021" y="2984602"/>
                </a:lnTo>
                <a:lnTo>
                  <a:pt x="2960882" y="2977625"/>
                </a:lnTo>
                <a:close/>
                <a:moveTo>
                  <a:pt x="395606" y="2974550"/>
                </a:moveTo>
                <a:lnTo>
                  <a:pt x="394877" y="2975764"/>
                </a:lnTo>
                <a:lnTo>
                  <a:pt x="394877" y="2975764"/>
                </a:lnTo>
                <a:close/>
                <a:moveTo>
                  <a:pt x="2969254" y="2972508"/>
                </a:moveTo>
                <a:lnTo>
                  <a:pt x="2979021" y="2974369"/>
                </a:lnTo>
                <a:lnTo>
                  <a:pt x="2969719" y="2975300"/>
                </a:lnTo>
                <a:close/>
                <a:moveTo>
                  <a:pt x="2263219" y="2965532"/>
                </a:moveTo>
                <a:lnTo>
                  <a:pt x="2261630" y="2965986"/>
                </a:lnTo>
                <a:lnTo>
                  <a:pt x="2263219" y="2965532"/>
                </a:lnTo>
                <a:lnTo>
                  <a:pt x="2266009" y="2966927"/>
                </a:lnTo>
                <a:lnTo>
                  <a:pt x="2266009" y="2966927"/>
                </a:lnTo>
                <a:close/>
                <a:moveTo>
                  <a:pt x="2258103" y="2964602"/>
                </a:moveTo>
                <a:lnTo>
                  <a:pt x="2259963" y="2966462"/>
                </a:lnTo>
                <a:lnTo>
                  <a:pt x="2259963" y="2966462"/>
                </a:lnTo>
                <a:close/>
                <a:moveTo>
                  <a:pt x="421389" y="2960881"/>
                </a:moveTo>
                <a:lnTo>
                  <a:pt x="421388" y="2960881"/>
                </a:lnTo>
                <a:lnTo>
                  <a:pt x="420923" y="2964602"/>
                </a:lnTo>
                <a:lnTo>
                  <a:pt x="422783" y="2965532"/>
                </a:lnTo>
                <a:lnTo>
                  <a:pt x="429295" y="2965067"/>
                </a:lnTo>
                <a:lnTo>
                  <a:pt x="430225" y="2967858"/>
                </a:lnTo>
                <a:lnTo>
                  <a:pt x="429760" y="2971578"/>
                </a:lnTo>
                <a:lnTo>
                  <a:pt x="429760" y="2971578"/>
                </a:lnTo>
                <a:lnTo>
                  <a:pt x="430226" y="2967857"/>
                </a:lnTo>
                <a:lnTo>
                  <a:pt x="429296" y="2965066"/>
                </a:lnTo>
                <a:lnTo>
                  <a:pt x="422784" y="2965531"/>
                </a:lnTo>
                <a:lnTo>
                  <a:pt x="420923" y="2964601"/>
                </a:lnTo>
                <a:close/>
                <a:moveTo>
                  <a:pt x="2256515" y="2959577"/>
                </a:moveTo>
                <a:lnTo>
                  <a:pt x="2257637" y="2959951"/>
                </a:lnTo>
                <a:lnTo>
                  <a:pt x="2257637" y="2959951"/>
                </a:lnTo>
                <a:close/>
                <a:moveTo>
                  <a:pt x="2248801" y="2956695"/>
                </a:moveTo>
                <a:lnTo>
                  <a:pt x="2252521" y="2959951"/>
                </a:lnTo>
                <a:lnTo>
                  <a:pt x="2254847" y="2959021"/>
                </a:lnTo>
                <a:lnTo>
                  <a:pt x="2254847" y="2959020"/>
                </a:lnTo>
                <a:lnTo>
                  <a:pt x="2252522" y="2959951"/>
                </a:lnTo>
                <a:close/>
                <a:moveTo>
                  <a:pt x="431089" y="2953440"/>
                </a:moveTo>
                <a:lnTo>
                  <a:pt x="430690" y="2956230"/>
                </a:lnTo>
                <a:lnTo>
                  <a:pt x="430691" y="2956229"/>
                </a:lnTo>
                <a:close/>
                <a:moveTo>
                  <a:pt x="1961363" y="2948323"/>
                </a:moveTo>
                <a:lnTo>
                  <a:pt x="1963688" y="2955764"/>
                </a:lnTo>
                <a:lnTo>
                  <a:pt x="1963688" y="2963206"/>
                </a:lnTo>
                <a:lnTo>
                  <a:pt x="1964618" y="2967393"/>
                </a:lnTo>
                <a:lnTo>
                  <a:pt x="1962292" y="2972044"/>
                </a:lnTo>
                <a:lnTo>
                  <a:pt x="1962758" y="2976695"/>
                </a:lnTo>
                <a:lnTo>
                  <a:pt x="1964153" y="2979951"/>
                </a:lnTo>
                <a:lnTo>
                  <a:pt x="1965083" y="2985532"/>
                </a:lnTo>
                <a:lnTo>
                  <a:pt x="1967409" y="2987858"/>
                </a:lnTo>
                <a:lnTo>
                  <a:pt x="1967873" y="2991113"/>
                </a:lnTo>
                <a:lnTo>
                  <a:pt x="1958572" y="2994368"/>
                </a:lnTo>
                <a:lnTo>
                  <a:pt x="1953921" y="2998090"/>
                </a:lnTo>
                <a:lnTo>
                  <a:pt x="1952525" y="3001810"/>
                </a:lnTo>
                <a:lnTo>
                  <a:pt x="1955781" y="3006927"/>
                </a:lnTo>
                <a:lnTo>
                  <a:pt x="1958572" y="3007392"/>
                </a:lnTo>
                <a:lnTo>
                  <a:pt x="1960060" y="3006573"/>
                </a:lnTo>
                <a:lnTo>
                  <a:pt x="1958573" y="3007391"/>
                </a:lnTo>
                <a:lnTo>
                  <a:pt x="1955782" y="3006927"/>
                </a:lnTo>
                <a:lnTo>
                  <a:pt x="1952527" y="3001810"/>
                </a:lnTo>
                <a:lnTo>
                  <a:pt x="1953922" y="2998090"/>
                </a:lnTo>
                <a:lnTo>
                  <a:pt x="1958573" y="2994369"/>
                </a:lnTo>
                <a:lnTo>
                  <a:pt x="1967875" y="2991113"/>
                </a:lnTo>
                <a:lnTo>
                  <a:pt x="1967410" y="2987857"/>
                </a:lnTo>
                <a:lnTo>
                  <a:pt x="1965085" y="2985532"/>
                </a:lnTo>
                <a:lnTo>
                  <a:pt x="1964154" y="2979951"/>
                </a:lnTo>
                <a:lnTo>
                  <a:pt x="1962759" y="2976695"/>
                </a:lnTo>
                <a:lnTo>
                  <a:pt x="1962294" y="2972044"/>
                </a:lnTo>
                <a:lnTo>
                  <a:pt x="1964619" y="2967393"/>
                </a:lnTo>
                <a:lnTo>
                  <a:pt x="1963689" y="2963206"/>
                </a:lnTo>
                <a:lnTo>
                  <a:pt x="1963689" y="2955764"/>
                </a:lnTo>
                <a:lnTo>
                  <a:pt x="1961363" y="2948323"/>
                </a:lnTo>
                <a:close/>
                <a:moveTo>
                  <a:pt x="422319" y="2941811"/>
                </a:moveTo>
                <a:lnTo>
                  <a:pt x="422318" y="2941812"/>
                </a:lnTo>
                <a:lnTo>
                  <a:pt x="422318" y="2941812"/>
                </a:lnTo>
                <a:lnTo>
                  <a:pt x="422218" y="2941862"/>
                </a:lnTo>
                <a:lnTo>
                  <a:pt x="418598" y="2943672"/>
                </a:lnTo>
                <a:lnTo>
                  <a:pt x="416272" y="2942741"/>
                </a:lnTo>
                <a:lnTo>
                  <a:pt x="413947" y="2943672"/>
                </a:lnTo>
                <a:lnTo>
                  <a:pt x="411621" y="2942276"/>
                </a:lnTo>
                <a:lnTo>
                  <a:pt x="410765" y="2943133"/>
                </a:lnTo>
                <a:lnTo>
                  <a:pt x="411621" y="2942277"/>
                </a:lnTo>
                <a:lnTo>
                  <a:pt x="413947" y="2943672"/>
                </a:lnTo>
                <a:lnTo>
                  <a:pt x="416272" y="2942742"/>
                </a:lnTo>
                <a:lnTo>
                  <a:pt x="418598" y="2943672"/>
                </a:lnTo>
                <a:lnTo>
                  <a:pt x="422218" y="2941862"/>
                </a:lnTo>
                <a:lnTo>
                  <a:pt x="422318" y="2941812"/>
                </a:lnTo>
                <a:lnTo>
                  <a:pt x="422783" y="2943207"/>
                </a:lnTo>
                <a:lnTo>
                  <a:pt x="424644" y="2943207"/>
                </a:lnTo>
                <a:lnTo>
                  <a:pt x="427435" y="2944137"/>
                </a:lnTo>
                <a:lnTo>
                  <a:pt x="429295" y="2947858"/>
                </a:lnTo>
                <a:lnTo>
                  <a:pt x="431155" y="2952975"/>
                </a:lnTo>
                <a:lnTo>
                  <a:pt x="431155" y="2952974"/>
                </a:lnTo>
                <a:lnTo>
                  <a:pt x="429296" y="2947858"/>
                </a:lnTo>
                <a:lnTo>
                  <a:pt x="427435" y="2944136"/>
                </a:lnTo>
                <a:lnTo>
                  <a:pt x="424645" y="2943207"/>
                </a:lnTo>
                <a:lnTo>
                  <a:pt x="422784" y="2943207"/>
                </a:lnTo>
                <a:close/>
                <a:moveTo>
                  <a:pt x="404179" y="2938555"/>
                </a:moveTo>
                <a:lnTo>
                  <a:pt x="404180" y="2938556"/>
                </a:lnTo>
                <a:lnTo>
                  <a:pt x="405574" y="2938556"/>
                </a:lnTo>
                <a:lnTo>
                  <a:pt x="407899" y="2941346"/>
                </a:lnTo>
                <a:lnTo>
                  <a:pt x="409760" y="2943207"/>
                </a:lnTo>
                <a:lnTo>
                  <a:pt x="410691" y="2943207"/>
                </a:lnTo>
                <a:lnTo>
                  <a:pt x="410691" y="2943207"/>
                </a:lnTo>
                <a:lnTo>
                  <a:pt x="409761" y="2943207"/>
                </a:lnTo>
                <a:lnTo>
                  <a:pt x="407900" y="2941346"/>
                </a:lnTo>
                <a:lnTo>
                  <a:pt x="405575" y="2938555"/>
                </a:lnTo>
                <a:close/>
                <a:moveTo>
                  <a:pt x="883242" y="2929718"/>
                </a:moveTo>
                <a:lnTo>
                  <a:pt x="883242" y="2929719"/>
                </a:lnTo>
                <a:lnTo>
                  <a:pt x="886032" y="2929719"/>
                </a:lnTo>
                <a:lnTo>
                  <a:pt x="886031" y="2929718"/>
                </a:lnTo>
                <a:close/>
                <a:moveTo>
                  <a:pt x="2293451" y="2923672"/>
                </a:moveTo>
                <a:lnTo>
                  <a:pt x="2290661" y="2925997"/>
                </a:lnTo>
                <a:lnTo>
                  <a:pt x="2290661" y="2925997"/>
                </a:lnTo>
                <a:close/>
                <a:moveTo>
                  <a:pt x="876491" y="2917817"/>
                </a:moveTo>
                <a:lnTo>
                  <a:pt x="874404" y="2919485"/>
                </a:lnTo>
                <a:lnTo>
                  <a:pt x="874405" y="2919486"/>
                </a:lnTo>
                <a:close/>
                <a:moveTo>
                  <a:pt x="1263234" y="2912976"/>
                </a:moveTo>
                <a:lnTo>
                  <a:pt x="1262304" y="2915300"/>
                </a:lnTo>
                <a:lnTo>
                  <a:pt x="1262305" y="2915301"/>
                </a:lnTo>
                <a:lnTo>
                  <a:pt x="1263235" y="2912976"/>
                </a:lnTo>
                <a:close/>
                <a:moveTo>
                  <a:pt x="877660" y="2911114"/>
                </a:moveTo>
                <a:lnTo>
                  <a:pt x="881380" y="2912974"/>
                </a:lnTo>
                <a:lnTo>
                  <a:pt x="881381" y="2912974"/>
                </a:lnTo>
                <a:lnTo>
                  <a:pt x="877661" y="2911114"/>
                </a:lnTo>
                <a:close/>
                <a:moveTo>
                  <a:pt x="872544" y="2910649"/>
                </a:moveTo>
                <a:lnTo>
                  <a:pt x="872543" y="2910649"/>
                </a:lnTo>
                <a:lnTo>
                  <a:pt x="876752" y="2911032"/>
                </a:lnTo>
                <a:close/>
                <a:moveTo>
                  <a:pt x="2334804" y="2910565"/>
                </a:moveTo>
                <a:lnTo>
                  <a:pt x="2333450" y="2911579"/>
                </a:lnTo>
                <a:lnTo>
                  <a:pt x="2333451" y="2911579"/>
                </a:lnTo>
                <a:close/>
                <a:moveTo>
                  <a:pt x="713012" y="2910183"/>
                </a:moveTo>
                <a:lnTo>
                  <a:pt x="717198" y="2912044"/>
                </a:lnTo>
                <a:lnTo>
                  <a:pt x="717198" y="2913905"/>
                </a:lnTo>
                <a:lnTo>
                  <a:pt x="714872" y="2921346"/>
                </a:lnTo>
                <a:lnTo>
                  <a:pt x="713012" y="2919020"/>
                </a:lnTo>
                <a:lnTo>
                  <a:pt x="711151" y="2911579"/>
                </a:lnTo>
                <a:close/>
                <a:moveTo>
                  <a:pt x="2349264" y="2909719"/>
                </a:moveTo>
                <a:lnTo>
                  <a:pt x="2346939" y="2910184"/>
                </a:lnTo>
                <a:lnTo>
                  <a:pt x="2349264" y="2909719"/>
                </a:lnTo>
                <a:lnTo>
                  <a:pt x="2354380" y="2912045"/>
                </a:lnTo>
                <a:lnTo>
                  <a:pt x="2359031" y="2916696"/>
                </a:lnTo>
                <a:lnTo>
                  <a:pt x="2364147" y="2918556"/>
                </a:lnTo>
                <a:lnTo>
                  <a:pt x="2371589" y="2919486"/>
                </a:lnTo>
                <a:lnTo>
                  <a:pt x="2364148" y="2918556"/>
                </a:lnTo>
                <a:lnTo>
                  <a:pt x="2359032" y="2916696"/>
                </a:lnTo>
                <a:lnTo>
                  <a:pt x="2354381" y="2912045"/>
                </a:lnTo>
                <a:close/>
                <a:moveTo>
                  <a:pt x="2308334" y="2909719"/>
                </a:moveTo>
                <a:lnTo>
                  <a:pt x="2306182" y="2910334"/>
                </a:lnTo>
                <a:lnTo>
                  <a:pt x="2308334" y="2909719"/>
                </a:lnTo>
                <a:lnTo>
                  <a:pt x="2314381" y="2909719"/>
                </a:lnTo>
                <a:lnTo>
                  <a:pt x="2318101" y="2912510"/>
                </a:lnTo>
                <a:lnTo>
                  <a:pt x="2322219" y="2910039"/>
                </a:lnTo>
                <a:lnTo>
                  <a:pt x="2318102" y="2912509"/>
                </a:lnTo>
                <a:lnTo>
                  <a:pt x="2314381" y="2909719"/>
                </a:lnTo>
                <a:close/>
                <a:moveTo>
                  <a:pt x="2302753" y="2909719"/>
                </a:moveTo>
                <a:lnTo>
                  <a:pt x="2294846" y="2911114"/>
                </a:lnTo>
                <a:lnTo>
                  <a:pt x="2294709" y="2911800"/>
                </a:lnTo>
                <a:lnTo>
                  <a:pt x="2294846" y="2911115"/>
                </a:lnTo>
                <a:lnTo>
                  <a:pt x="2302753" y="2909719"/>
                </a:lnTo>
                <a:lnTo>
                  <a:pt x="2305079" y="2910649"/>
                </a:lnTo>
                <a:lnTo>
                  <a:pt x="2305079" y="2910649"/>
                </a:lnTo>
                <a:close/>
                <a:moveTo>
                  <a:pt x="2324853" y="2909299"/>
                </a:moveTo>
                <a:lnTo>
                  <a:pt x="2322753" y="2909719"/>
                </a:lnTo>
                <a:lnTo>
                  <a:pt x="2322752" y="2909719"/>
                </a:lnTo>
                <a:close/>
                <a:moveTo>
                  <a:pt x="2337172" y="2908789"/>
                </a:moveTo>
                <a:lnTo>
                  <a:pt x="2337171" y="2908789"/>
                </a:lnTo>
                <a:lnTo>
                  <a:pt x="2340427" y="2909719"/>
                </a:lnTo>
                <a:lnTo>
                  <a:pt x="2343683" y="2908789"/>
                </a:lnTo>
                <a:lnTo>
                  <a:pt x="2340427" y="2909719"/>
                </a:lnTo>
                <a:close/>
                <a:moveTo>
                  <a:pt x="2327404" y="2908789"/>
                </a:moveTo>
                <a:lnTo>
                  <a:pt x="2327404" y="2908789"/>
                </a:lnTo>
                <a:lnTo>
                  <a:pt x="2331252" y="2910565"/>
                </a:lnTo>
                <a:close/>
                <a:moveTo>
                  <a:pt x="882312" y="2908323"/>
                </a:moveTo>
                <a:lnTo>
                  <a:pt x="882312" y="2908324"/>
                </a:lnTo>
                <a:lnTo>
                  <a:pt x="888357" y="2908789"/>
                </a:lnTo>
                <a:lnTo>
                  <a:pt x="888357" y="2908788"/>
                </a:lnTo>
                <a:close/>
                <a:moveTo>
                  <a:pt x="860917" y="2906463"/>
                </a:moveTo>
                <a:lnTo>
                  <a:pt x="860915" y="2906464"/>
                </a:lnTo>
                <a:lnTo>
                  <a:pt x="862776" y="2909719"/>
                </a:lnTo>
                <a:lnTo>
                  <a:pt x="865566" y="2910649"/>
                </a:lnTo>
                <a:lnTo>
                  <a:pt x="865566" y="2914370"/>
                </a:lnTo>
                <a:lnTo>
                  <a:pt x="865568" y="2914369"/>
                </a:lnTo>
                <a:lnTo>
                  <a:pt x="865568" y="2910649"/>
                </a:lnTo>
                <a:lnTo>
                  <a:pt x="862777" y="2909718"/>
                </a:lnTo>
                <a:close/>
                <a:moveTo>
                  <a:pt x="890683" y="2905998"/>
                </a:moveTo>
                <a:lnTo>
                  <a:pt x="890683" y="2905998"/>
                </a:lnTo>
                <a:lnTo>
                  <a:pt x="894868" y="2907393"/>
                </a:lnTo>
                <a:lnTo>
                  <a:pt x="894868" y="2907393"/>
                </a:lnTo>
                <a:close/>
                <a:moveTo>
                  <a:pt x="1959037" y="2902277"/>
                </a:moveTo>
                <a:lnTo>
                  <a:pt x="1957176" y="2905533"/>
                </a:lnTo>
                <a:lnTo>
                  <a:pt x="1951595" y="2907393"/>
                </a:lnTo>
                <a:lnTo>
                  <a:pt x="1948804" y="2907393"/>
                </a:lnTo>
                <a:lnTo>
                  <a:pt x="1945083" y="2919952"/>
                </a:lnTo>
                <a:lnTo>
                  <a:pt x="1947409" y="2928323"/>
                </a:lnTo>
                <a:lnTo>
                  <a:pt x="1946944" y="2931579"/>
                </a:lnTo>
                <a:lnTo>
                  <a:pt x="1943688" y="2935299"/>
                </a:lnTo>
                <a:lnTo>
                  <a:pt x="1945549" y="2938091"/>
                </a:lnTo>
                <a:lnTo>
                  <a:pt x="1946014" y="2941346"/>
                </a:lnTo>
                <a:lnTo>
                  <a:pt x="1949270" y="2948788"/>
                </a:lnTo>
                <a:lnTo>
                  <a:pt x="1949271" y="2948788"/>
                </a:lnTo>
                <a:lnTo>
                  <a:pt x="1946015" y="2941347"/>
                </a:lnTo>
                <a:lnTo>
                  <a:pt x="1945550" y="2938091"/>
                </a:lnTo>
                <a:lnTo>
                  <a:pt x="1943690" y="2935299"/>
                </a:lnTo>
                <a:lnTo>
                  <a:pt x="1946945" y="2931579"/>
                </a:lnTo>
                <a:lnTo>
                  <a:pt x="1947411" y="2928323"/>
                </a:lnTo>
                <a:lnTo>
                  <a:pt x="1945085" y="2919951"/>
                </a:lnTo>
                <a:lnTo>
                  <a:pt x="1948806" y="2907394"/>
                </a:lnTo>
                <a:lnTo>
                  <a:pt x="1951597" y="2907394"/>
                </a:lnTo>
                <a:lnTo>
                  <a:pt x="1957178" y="2905533"/>
                </a:lnTo>
                <a:lnTo>
                  <a:pt x="1959038" y="2902277"/>
                </a:lnTo>
                <a:close/>
                <a:moveTo>
                  <a:pt x="1266955" y="2898557"/>
                </a:moveTo>
                <a:lnTo>
                  <a:pt x="1267420" y="2907859"/>
                </a:lnTo>
                <a:lnTo>
                  <a:pt x="1260909" y="2906464"/>
                </a:lnTo>
                <a:lnTo>
                  <a:pt x="1259048" y="2908789"/>
                </a:lnTo>
                <a:lnTo>
                  <a:pt x="1259049" y="2908790"/>
                </a:lnTo>
                <a:lnTo>
                  <a:pt x="1260909" y="2906465"/>
                </a:lnTo>
                <a:lnTo>
                  <a:pt x="1267420" y="2907860"/>
                </a:lnTo>
                <a:lnTo>
                  <a:pt x="1266956" y="2898558"/>
                </a:lnTo>
                <a:close/>
                <a:moveTo>
                  <a:pt x="1266025" y="2892510"/>
                </a:moveTo>
                <a:lnTo>
                  <a:pt x="1263699" y="2897161"/>
                </a:lnTo>
                <a:lnTo>
                  <a:pt x="1263700" y="2897162"/>
                </a:lnTo>
                <a:lnTo>
                  <a:pt x="1266025" y="2892511"/>
                </a:lnTo>
                <a:close/>
                <a:moveTo>
                  <a:pt x="2391124" y="2889719"/>
                </a:moveTo>
                <a:lnTo>
                  <a:pt x="2388333" y="2891114"/>
                </a:lnTo>
                <a:lnTo>
                  <a:pt x="2387403" y="2892510"/>
                </a:lnTo>
                <a:lnTo>
                  <a:pt x="2388333" y="2891114"/>
                </a:lnTo>
                <a:lnTo>
                  <a:pt x="2391124" y="2889719"/>
                </a:lnTo>
                <a:lnTo>
                  <a:pt x="2395309" y="2891114"/>
                </a:lnTo>
                <a:lnTo>
                  <a:pt x="2395309" y="2891114"/>
                </a:lnTo>
                <a:close/>
                <a:moveTo>
                  <a:pt x="910501" y="2889490"/>
                </a:moveTo>
                <a:lnTo>
                  <a:pt x="906032" y="2892044"/>
                </a:lnTo>
                <a:lnTo>
                  <a:pt x="900451" y="2890649"/>
                </a:lnTo>
                <a:lnTo>
                  <a:pt x="896265" y="2891114"/>
                </a:lnTo>
                <a:lnTo>
                  <a:pt x="896265" y="2891114"/>
                </a:lnTo>
                <a:lnTo>
                  <a:pt x="900449" y="2890650"/>
                </a:lnTo>
                <a:lnTo>
                  <a:pt x="906031" y="2892045"/>
                </a:lnTo>
                <a:close/>
                <a:moveTo>
                  <a:pt x="1340443" y="2880417"/>
                </a:moveTo>
                <a:lnTo>
                  <a:pt x="1340443" y="2880419"/>
                </a:lnTo>
                <a:lnTo>
                  <a:pt x="1346023" y="2888789"/>
                </a:lnTo>
                <a:lnTo>
                  <a:pt x="1346023" y="2888789"/>
                </a:lnTo>
                <a:close/>
                <a:moveTo>
                  <a:pt x="1980433" y="2880417"/>
                </a:moveTo>
                <a:lnTo>
                  <a:pt x="1980433" y="2880418"/>
                </a:lnTo>
                <a:lnTo>
                  <a:pt x="1983222" y="2883673"/>
                </a:lnTo>
                <a:lnTo>
                  <a:pt x="1983222" y="2885998"/>
                </a:lnTo>
                <a:lnTo>
                  <a:pt x="1979967" y="2887394"/>
                </a:lnTo>
                <a:lnTo>
                  <a:pt x="1977641" y="2893440"/>
                </a:lnTo>
                <a:lnTo>
                  <a:pt x="1972060" y="2898091"/>
                </a:lnTo>
                <a:lnTo>
                  <a:pt x="1966944" y="2899952"/>
                </a:lnTo>
                <a:lnTo>
                  <a:pt x="1965083" y="2901812"/>
                </a:lnTo>
                <a:lnTo>
                  <a:pt x="1965085" y="2901812"/>
                </a:lnTo>
                <a:lnTo>
                  <a:pt x="1966945" y="2899952"/>
                </a:lnTo>
                <a:lnTo>
                  <a:pt x="1972061" y="2898091"/>
                </a:lnTo>
                <a:lnTo>
                  <a:pt x="1977643" y="2893440"/>
                </a:lnTo>
                <a:lnTo>
                  <a:pt x="1979968" y="2887394"/>
                </a:lnTo>
                <a:lnTo>
                  <a:pt x="1983224" y="2885999"/>
                </a:lnTo>
                <a:lnTo>
                  <a:pt x="1983224" y="2883673"/>
                </a:lnTo>
                <a:close/>
                <a:moveTo>
                  <a:pt x="1968339" y="2878558"/>
                </a:moveTo>
                <a:lnTo>
                  <a:pt x="1970199" y="2881347"/>
                </a:lnTo>
                <a:lnTo>
                  <a:pt x="1970200" y="2881348"/>
                </a:lnTo>
                <a:lnTo>
                  <a:pt x="1968340" y="2878558"/>
                </a:lnTo>
                <a:close/>
                <a:moveTo>
                  <a:pt x="1965548" y="2875767"/>
                </a:moveTo>
                <a:lnTo>
                  <a:pt x="1965548" y="2878092"/>
                </a:lnTo>
                <a:lnTo>
                  <a:pt x="1965549" y="2878092"/>
                </a:lnTo>
                <a:lnTo>
                  <a:pt x="1965549" y="2875767"/>
                </a:lnTo>
                <a:close/>
                <a:moveTo>
                  <a:pt x="1257654" y="2875302"/>
                </a:moveTo>
                <a:lnTo>
                  <a:pt x="1257654" y="2875302"/>
                </a:lnTo>
                <a:lnTo>
                  <a:pt x="1258503" y="2877744"/>
                </a:lnTo>
                <a:close/>
                <a:moveTo>
                  <a:pt x="2395775" y="2872975"/>
                </a:moveTo>
                <a:lnTo>
                  <a:pt x="2401821" y="2874836"/>
                </a:lnTo>
                <a:lnTo>
                  <a:pt x="2412053" y="2879022"/>
                </a:lnTo>
                <a:lnTo>
                  <a:pt x="2412054" y="2879022"/>
                </a:lnTo>
                <a:lnTo>
                  <a:pt x="2401822" y="2874836"/>
                </a:lnTo>
                <a:close/>
                <a:moveTo>
                  <a:pt x="1511603" y="2872512"/>
                </a:moveTo>
                <a:lnTo>
                  <a:pt x="1511602" y="2872512"/>
                </a:lnTo>
                <a:lnTo>
                  <a:pt x="1511602" y="2875766"/>
                </a:lnTo>
                <a:lnTo>
                  <a:pt x="1511603" y="2875765"/>
                </a:lnTo>
                <a:close/>
                <a:moveTo>
                  <a:pt x="919985" y="2869254"/>
                </a:moveTo>
                <a:lnTo>
                  <a:pt x="919102" y="2869402"/>
                </a:lnTo>
                <a:lnTo>
                  <a:pt x="919984" y="2869255"/>
                </a:lnTo>
                <a:close/>
                <a:moveTo>
                  <a:pt x="1129889" y="2866986"/>
                </a:moveTo>
                <a:lnTo>
                  <a:pt x="1130213" y="2869255"/>
                </a:lnTo>
                <a:lnTo>
                  <a:pt x="1130214" y="2869255"/>
                </a:lnTo>
                <a:close/>
                <a:moveTo>
                  <a:pt x="1475072" y="2863636"/>
                </a:moveTo>
                <a:lnTo>
                  <a:pt x="1476254" y="2865999"/>
                </a:lnTo>
                <a:lnTo>
                  <a:pt x="1477184" y="2872510"/>
                </a:lnTo>
                <a:lnTo>
                  <a:pt x="1477185" y="2872510"/>
                </a:lnTo>
                <a:lnTo>
                  <a:pt x="1476255" y="2866000"/>
                </a:lnTo>
                <a:close/>
                <a:moveTo>
                  <a:pt x="938195" y="2859364"/>
                </a:moveTo>
                <a:lnTo>
                  <a:pt x="942309" y="2859952"/>
                </a:lnTo>
                <a:lnTo>
                  <a:pt x="942310" y="2859952"/>
                </a:lnTo>
                <a:close/>
                <a:moveTo>
                  <a:pt x="1474394" y="2859023"/>
                </a:moveTo>
                <a:lnTo>
                  <a:pt x="1474394" y="2862278"/>
                </a:lnTo>
                <a:lnTo>
                  <a:pt x="1474394" y="2862279"/>
                </a:lnTo>
                <a:lnTo>
                  <a:pt x="1474394" y="2859024"/>
                </a:lnTo>
                <a:close/>
                <a:moveTo>
                  <a:pt x="945566" y="2858091"/>
                </a:moveTo>
                <a:lnTo>
                  <a:pt x="944490" y="2858706"/>
                </a:lnTo>
                <a:lnTo>
                  <a:pt x="945565" y="2858092"/>
                </a:lnTo>
                <a:lnTo>
                  <a:pt x="948821" y="2859487"/>
                </a:lnTo>
                <a:lnTo>
                  <a:pt x="948822" y="2859487"/>
                </a:lnTo>
                <a:close/>
                <a:moveTo>
                  <a:pt x="1991365" y="2857972"/>
                </a:moveTo>
                <a:lnTo>
                  <a:pt x="1990200" y="2860883"/>
                </a:lnTo>
                <a:lnTo>
                  <a:pt x="1986944" y="2864139"/>
                </a:lnTo>
                <a:lnTo>
                  <a:pt x="1987409" y="2865999"/>
                </a:lnTo>
                <a:lnTo>
                  <a:pt x="1987409" y="2865999"/>
                </a:lnTo>
                <a:lnTo>
                  <a:pt x="1986945" y="2864138"/>
                </a:lnTo>
                <a:lnTo>
                  <a:pt x="1990201" y="2860882"/>
                </a:lnTo>
                <a:close/>
                <a:moveTo>
                  <a:pt x="1940068" y="2857960"/>
                </a:moveTo>
                <a:lnTo>
                  <a:pt x="1941363" y="2862278"/>
                </a:lnTo>
                <a:lnTo>
                  <a:pt x="1938107" y="2867394"/>
                </a:lnTo>
                <a:lnTo>
                  <a:pt x="1939502" y="2872045"/>
                </a:lnTo>
                <a:lnTo>
                  <a:pt x="1938108" y="2867395"/>
                </a:lnTo>
                <a:lnTo>
                  <a:pt x="1941364" y="2862279"/>
                </a:lnTo>
                <a:close/>
                <a:moveTo>
                  <a:pt x="952543" y="2857161"/>
                </a:moveTo>
                <a:lnTo>
                  <a:pt x="952543" y="2857162"/>
                </a:lnTo>
                <a:lnTo>
                  <a:pt x="954786" y="2857679"/>
                </a:lnTo>
                <a:close/>
                <a:moveTo>
                  <a:pt x="972077" y="2854836"/>
                </a:moveTo>
                <a:lnTo>
                  <a:pt x="971056" y="2855006"/>
                </a:lnTo>
                <a:lnTo>
                  <a:pt x="972077" y="2854836"/>
                </a:lnTo>
                <a:close/>
                <a:moveTo>
                  <a:pt x="933938" y="2854836"/>
                </a:moveTo>
                <a:lnTo>
                  <a:pt x="933938" y="2854836"/>
                </a:lnTo>
                <a:lnTo>
                  <a:pt x="935798" y="2859022"/>
                </a:lnTo>
                <a:lnTo>
                  <a:pt x="935799" y="2859022"/>
                </a:lnTo>
                <a:close/>
                <a:moveTo>
                  <a:pt x="1098113" y="2854195"/>
                </a:moveTo>
                <a:lnTo>
                  <a:pt x="1099051" y="2856697"/>
                </a:lnTo>
                <a:lnTo>
                  <a:pt x="1099051" y="2856697"/>
                </a:lnTo>
                <a:close/>
                <a:moveTo>
                  <a:pt x="1469277" y="2853441"/>
                </a:moveTo>
                <a:lnTo>
                  <a:pt x="1469277" y="2856231"/>
                </a:lnTo>
                <a:lnTo>
                  <a:pt x="1469278" y="2856232"/>
                </a:lnTo>
                <a:lnTo>
                  <a:pt x="1469278" y="2853442"/>
                </a:lnTo>
                <a:close/>
                <a:moveTo>
                  <a:pt x="1990665" y="2852046"/>
                </a:moveTo>
                <a:lnTo>
                  <a:pt x="1990665" y="2852047"/>
                </a:lnTo>
                <a:lnTo>
                  <a:pt x="1992061" y="2856232"/>
                </a:lnTo>
                <a:lnTo>
                  <a:pt x="1992061" y="2856231"/>
                </a:lnTo>
                <a:close/>
                <a:moveTo>
                  <a:pt x="1934852" y="2847861"/>
                </a:moveTo>
                <a:lnTo>
                  <a:pt x="1935781" y="2852975"/>
                </a:lnTo>
                <a:lnTo>
                  <a:pt x="1935782" y="2852976"/>
                </a:lnTo>
                <a:close/>
                <a:moveTo>
                  <a:pt x="1361839" y="2847860"/>
                </a:moveTo>
                <a:lnTo>
                  <a:pt x="1361838" y="2847861"/>
                </a:lnTo>
                <a:lnTo>
                  <a:pt x="1366488" y="2853441"/>
                </a:lnTo>
                <a:lnTo>
                  <a:pt x="1366488" y="2853441"/>
                </a:lnTo>
                <a:close/>
                <a:moveTo>
                  <a:pt x="913007" y="2847859"/>
                </a:moveTo>
                <a:lnTo>
                  <a:pt x="900916" y="2852045"/>
                </a:lnTo>
                <a:lnTo>
                  <a:pt x="900916" y="2852045"/>
                </a:lnTo>
                <a:lnTo>
                  <a:pt x="913008" y="2847860"/>
                </a:lnTo>
                <a:close/>
                <a:moveTo>
                  <a:pt x="1705088" y="2847395"/>
                </a:moveTo>
                <a:lnTo>
                  <a:pt x="1705088" y="2847395"/>
                </a:lnTo>
                <a:lnTo>
                  <a:pt x="1707413" y="2848326"/>
                </a:lnTo>
                <a:lnTo>
                  <a:pt x="1707413" y="2848324"/>
                </a:lnTo>
                <a:close/>
                <a:moveTo>
                  <a:pt x="2408798" y="2845534"/>
                </a:moveTo>
                <a:lnTo>
                  <a:pt x="2406937" y="2853905"/>
                </a:lnTo>
                <a:lnTo>
                  <a:pt x="2408333" y="2860882"/>
                </a:lnTo>
                <a:lnTo>
                  <a:pt x="2411589" y="2862278"/>
                </a:lnTo>
                <a:lnTo>
                  <a:pt x="2413449" y="2866929"/>
                </a:lnTo>
                <a:lnTo>
                  <a:pt x="2411589" y="2862278"/>
                </a:lnTo>
                <a:lnTo>
                  <a:pt x="2408333" y="2860882"/>
                </a:lnTo>
                <a:lnTo>
                  <a:pt x="2406938" y="2853905"/>
                </a:lnTo>
                <a:close/>
                <a:moveTo>
                  <a:pt x="974712" y="2844160"/>
                </a:moveTo>
                <a:lnTo>
                  <a:pt x="976262" y="2844603"/>
                </a:lnTo>
                <a:lnTo>
                  <a:pt x="976262" y="2844603"/>
                </a:lnTo>
                <a:close/>
                <a:moveTo>
                  <a:pt x="920449" y="2844138"/>
                </a:moveTo>
                <a:lnTo>
                  <a:pt x="919054" y="2847394"/>
                </a:lnTo>
                <a:lnTo>
                  <a:pt x="913473" y="2849720"/>
                </a:lnTo>
                <a:lnTo>
                  <a:pt x="913473" y="2849720"/>
                </a:lnTo>
                <a:lnTo>
                  <a:pt x="919055" y="2847394"/>
                </a:lnTo>
                <a:lnTo>
                  <a:pt x="920450" y="2844139"/>
                </a:lnTo>
                <a:close/>
                <a:moveTo>
                  <a:pt x="1365191" y="2843696"/>
                </a:moveTo>
                <a:lnTo>
                  <a:pt x="1365559" y="2845534"/>
                </a:lnTo>
                <a:lnTo>
                  <a:pt x="1365559" y="2845534"/>
                </a:lnTo>
                <a:close/>
                <a:moveTo>
                  <a:pt x="960914" y="2842743"/>
                </a:moveTo>
                <a:lnTo>
                  <a:pt x="955798" y="2846463"/>
                </a:lnTo>
                <a:lnTo>
                  <a:pt x="955799" y="2846464"/>
                </a:lnTo>
                <a:lnTo>
                  <a:pt x="960914" y="2842744"/>
                </a:lnTo>
                <a:close/>
                <a:moveTo>
                  <a:pt x="926961" y="2842743"/>
                </a:moveTo>
                <a:lnTo>
                  <a:pt x="924170" y="2844603"/>
                </a:lnTo>
                <a:lnTo>
                  <a:pt x="923006" y="2844458"/>
                </a:lnTo>
                <a:lnTo>
                  <a:pt x="924171" y="2844603"/>
                </a:lnTo>
                <a:lnTo>
                  <a:pt x="926961" y="2842744"/>
                </a:lnTo>
                <a:close/>
                <a:moveTo>
                  <a:pt x="1989271" y="2841813"/>
                </a:moveTo>
                <a:lnTo>
                  <a:pt x="1989270" y="2841814"/>
                </a:lnTo>
                <a:lnTo>
                  <a:pt x="1992061" y="2845070"/>
                </a:lnTo>
                <a:lnTo>
                  <a:pt x="1992061" y="2845069"/>
                </a:lnTo>
                <a:close/>
                <a:moveTo>
                  <a:pt x="1472533" y="2841813"/>
                </a:moveTo>
                <a:lnTo>
                  <a:pt x="1469743" y="2843673"/>
                </a:lnTo>
                <a:lnTo>
                  <a:pt x="1466951" y="2844138"/>
                </a:lnTo>
                <a:lnTo>
                  <a:pt x="1466487" y="2848790"/>
                </a:lnTo>
                <a:lnTo>
                  <a:pt x="1466487" y="2848791"/>
                </a:lnTo>
                <a:lnTo>
                  <a:pt x="1466953" y="2844140"/>
                </a:lnTo>
                <a:lnTo>
                  <a:pt x="1469743" y="2843675"/>
                </a:lnTo>
                <a:lnTo>
                  <a:pt x="1472534" y="2841814"/>
                </a:lnTo>
                <a:lnTo>
                  <a:pt x="1479975" y="2842279"/>
                </a:lnTo>
                <a:lnTo>
                  <a:pt x="1483697" y="2844605"/>
                </a:lnTo>
                <a:lnTo>
                  <a:pt x="1489743" y="2846465"/>
                </a:lnTo>
                <a:lnTo>
                  <a:pt x="1493463" y="2846465"/>
                </a:lnTo>
                <a:lnTo>
                  <a:pt x="1496255" y="2844140"/>
                </a:lnTo>
                <a:lnTo>
                  <a:pt x="1496254" y="2844139"/>
                </a:lnTo>
                <a:lnTo>
                  <a:pt x="1493463" y="2846464"/>
                </a:lnTo>
                <a:lnTo>
                  <a:pt x="1489742" y="2846464"/>
                </a:lnTo>
                <a:lnTo>
                  <a:pt x="1483696" y="2844603"/>
                </a:lnTo>
                <a:lnTo>
                  <a:pt x="1479975" y="2842278"/>
                </a:lnTo>
                <a:close/>
                <a:moveTo>
                  <a:pt x="949587" y="2841522"/>
                </a:moveTo>
                <a:lnTo>
                  <a:pt x="944635" y="2841813"/>
                </a:lnTo>
                <a:lnTo>
                  <a:pt x="939736" y="2841600"/>
                </a:lnTo>
                <a:lnTo>
                  <a:pt x="944636" y="2841813"/>
                </a:lnTo>
                <a:close/>
                <a:moveTo>
                  <a:pt x="1847411" y="2841348"/>
                </a:moveTo>
                <a:lnTo>
                  <a:pt x="1848078" y="2843016"/>
                </a:lnTo>
                <a:lnTo>
                  <a:pt x="1847412" y="2841349"/>
                </a:lnTo>
                <a:close/>
                <a:moveTo>
                  <a:pt x="933938" y="2841348"/>
                </a:moveTo>
                <a:lnTo>
                  <a:pt x="930682" y="2843208"/>
                </a:lnTo>
                <a:lnTo>
                  <a:pt x="930275" y="2843157"/>
                </a:lnTo>
                <a:lnTo>
                  <a:pt x="930683" y="2843208"/>
                </a:lnTo>
                <a:close/>
                <a:moveTo>
                  <a:pt x="1625554" y="2840419"/>
                </a:moveTo>
                <a:lnTo>
                  <a:pt x="1625554" y="2840419"/>
                </a:lnTo>
                <a:lnTo>
                  <a:pt x="1625882" y="2841621"/>
                </a:lnTo>
                <a:lnTo>
                  <a:pt x="1628345" y="2850650"/>
                </a:lnTo>
                <a:lnTo>
                  <a:pt x="1628345" y="2850650"/>
                </a:lnTo>
                <a:lnTo>
                  <a:pt x="1625882" y="2841621"/>
                </a:lnTo>
                <a:close/>
                <a:moveTo>
                  <a:pt x="1803226" y="2840419"/>
                </a:moveTo>
                <a:lnTo>
                  <a:pt x="1802760" y="2844138"/>
                </a:lnTo>
                <a:lnTo>
                  <a:pt x="1802761" y="2844138"/>
                </a:lnTo>
                <a:lnTo>
                  <a:pt x="1803226" y="2840419"/>
                </a:lnTo>
                <a:close/>
                <a:moveTo>
                  <a:pt x="972541" y="2840417"/>
                </a:moveTo>
                <a:lnTo>
                  <a:pt x="969285" y="2841348"/>
                </a:lnTo>
                <a:lnTo>
                  <a:pt x="966495" y="2845533"/>
                </a:lnTo>
                <a:lnTo>
                  <a:pt x="966496" y="2845533"/>
                </a:lnTo>
                <a:lnTo>
                  <a:pt x="969287" y="2841348"/>
                </a:lnTo>
                <a:lnTo>
                  <a:pt x="972541" y="2840418"/>
                </a:lnTo>
                <a:close/>
                <a:moveTo>
                  <a:pt x="3225994" y="2834372"/>
                </a:moveTo>
                <a:lnTo>
                  <a:pt x="3231110" y="2837163"/>
                </a:lnTo>
                <a:lnTo>
                  <a:pt x="3231110" y="2844139"/>
                </a:lnTo>
                <a:lnTo>
                  <a:pt x="3227389" y="2844604"/>
                </a:lnTo>
                <a:lnTo>
                  <a:pt x="3223204" y="2842278"/>
                </a:lnTo>
                <a:lnTo>
                  <a:pt x="3224133" y="2836232"/>
                </a:lnTo>
                <a:close/>
                <a:moveTo>
                  <a:pt x="1625554" y="2833907"/>
                </a:moveTo>
                <a:lnTo>
                  <a:pt x="1624158" y="2838092"/>
                </a:lnTo>
                <a:lnTo>
                  <a:pt x="1624159" y="2838093"/>
                </a:lnTo>
                <a:lnTo>
                  <a:pt x="1625554" y="2833907"/>
                </a:lnTo>
                <a:close/>
                <a:moveTo>
                  <a:pt x="1988805" y="2833907"/>
                </a:moveTo>
                <a:lnTo>
                  <a:pt x="1988805" y="2833907"/>
                </a:lnTo>
                <a:lnTo>
                  <a:pt x="1988805" y="2837163"/>
                </a:lnTo>
                <a:lnTo>
                  <a:pt x="1990665" y="2839488"/>
                </a:lnTo>
                <a:lnTo>
                  <a:pt x="1990665" y="2839488"/>
                </a:lnTo>
                <a:lnTo>
                  <a:pt x="1988805" y="2837162"/>
                </a:lnTo>
                <a:close/>
                <a:moveTo>
                  <a:pt x="3279481" y="2833441"/>
                </a:moveTo>
                <a:lnTo>
                  <a:pt x="3285993" y="2835767"/>
                </a:lnTo>
                <a:lnTo>
                  <a:pt x="3288784" y="2838092"/>
                </a:lnTo>
                <a:lnTo>
                  <a:pt x="3289714" y="2842744"/>
                </a:lnTo>
                <a:lnTo>
                  <a:pt x="3282272" y="2843209"/>
                </a:lnTo>
                <a:lnTo>
                  <a:pt x="3279481" y="2841348"/>
                </a:lnTo>
                <a:lnTo>
                  <a:pt x="3278552" y="2838558"/>
                </a:lnTo>
                <a:close/>
                <a:moveTo>
                  <a:pt x="1919112" y="2833075"/>
                </a:moveTo>
                <a:lnTo>
                  <a:pt x="1923223" y="2838557"/>
                </a:lnTo>
                <a:lnTo>
                  <a:pt x="1923224" y="2838558"/>
                </a:lnTo>
                <a:close/>
                <a:moveTo>
                  <a:pt x="2424379" y="2832511"/>
                </a:moveTo>
                <a:lnTo>
                  <a:pt x="2426007" y="2833441"/>
                </a:lnTo>
                <a:lnTo>
                  <a:pt x="2426007" y="2833441"/>
                </a:lnTo>
                <a:close/>
                <a:moveTo>
                  <a:pt x="1732994" y="2831117"/>
                </a:moveTo>
                <a:lnTo>
                  <a:pt x="1733752" y="2832630"/>
                </a:lnTo>
                <a:lnTo>
                  <a:pt x="1732995" y="2831117"/>
                </a:lnTo>
                <a:close/>
                <a:moveTo>
                  <a:pt x="1798575" y="2829720"/>
                </a:moveTo>
                <a:lnTo>
                  <a:pt x="1796249" y="2832511"/>
                </a:lnTo>
                <a:lnTo>
                  <a:pt x="1797644" y="2836232"/>
                </a:lnTo>
                <a:lnTo>
                  <a:pt x="1797645" y="2836232"/>
                </a:lnTo>
                <a:lnTo>
                  <a:pt x="1796249" y="2832512"/>
                </a:lnTo>
                <a:lnTo>
                  <a:pt x="1798575" y="2829722"/>
                </a:lnTo>
                <a:close/>
                <a:moveTo>
                  <a:pt x="2428251" y="2828872"/>
                </a:moveTo>
                <a:lnTo>
                  <a:pt x="2427402" y="2829720"/>
                </a:lnTo>
                <a:lnTo>
                  <a:pt x="2427402" y="2829721"/>
                </a:lnTo>
                <a:close/>
                <a:moveTo>
                  <a:pt x="3232040" y="2827860"/>
                </a:moveTo>
                <a:lnTo>
                  <a:pt x="3235296" y="2829256"/>
                </a:lnTo>
                <a:lnTo>
                  <a:pt x="3239482" y="2832511"/>
                </a:lnTo>
                <a:lnTo>
                  <a:pt x="3239947" y="2836232"/>
                </a:lnTo>
                <a:lnTo>
                  <a:pt x="3238087" y="2839023"/>
                </a:lnTo>
                <a:lnTo>
                  <a:pt x="3234366" y="2840883"/>
                </a:lnTo>
                <a:lnTo>
                  <a:pt x="3232040" y="2836232"/>
                </a:lnTo>
                <a:lnTo>
                  <a:pt x="3227855" y="2834372"/>
                </a:lnTo>
                <a:close/>
                <a:moveTo>
                  <a:pt x="895800" y="2827860"/>
                </a:moveTo>
                <a:lnTo>
                  <a:pt x="891614" y="2828324"/>
                </a:lnTo>
                <a:lnTo>
                  <a:pt x="891613" y="2828325"/>
                </a:lnTo>
                <a:lnTo>
                  <a:pt x="895798" y="2827860"/>
                </a:lnTo>
                <a:lnTo>
                  <a:pt x="898589" y="2828790"/>
                </a:lnTo>
                <a:lnTo>
                  <a:pt x="898590" y="2828789"/>
                </a:lnTo>
                <a:close/>
                <a:moveTo>
                  <a:pt x="905100" y="2826929"/>
                </a:moveTo>
                <a:lnTo>
                  <a:pt x="900916" y="2827394"/>
                </a:lnTo>
                <a:lnTo>
                  <a:pt x="900916" y="2827395"/>
                </a:lnTo>
                <a:lnTo>
                  <a:pt x="905100" y="2826929"/>
                </a:lnTo>
                <a:close/>
                <a:moveTo>
                  <a:pt x="3303667" y="2826465"/>
                </a:moveTo>
                <a:lnTo>
                  <a:pt x="3300411" y="2826930"/>
                </a:lnTo>
                <a:lnTo>
                  <a:pt x="3300411" y="2827395"/>
                </a:lnTo>
                <a:lnTo>
                  <a:pt x="3303667" y="2826930"/>
                </a:lnTo>
                <a:lnTo>
                  <a:pt x="3305062" y="2829256"/>
                </a:lnTo>
                <a:lnTo>
                  <a:pt x="3304598" y="2827395"/>
                </a:lnTo>
                <a:close/>
                <a:moveTo>
                  <a:pt x="2422751" y="2826000"/>
                </a:moveTo>
                <a:lnTo>
                  <a:pt x="2421706" y="2826580"/>
                </a:lnTo>
                <a:lnTo>
                  <a:pt x="2422751" y="2826000"/>
                </a:lnTo>
                <a:close/>
                <a:moveTo>
                  <a:pt x="3269249" y="2825534"/>
                </a:moveTo>
                <a:lnTo>
                  <a:pt x="3269714" y="2831116"/>
                </a:lnTo>
                <a:lnTo>
                  <a:pt x="3273435" y="2835767"/>
                </a:lnTo>
                <a:lnTo>
                  <a:pt x="3272040" y="2837627"/>
                </a:lnTo>
                <a:lnTo>
                  <a:pt x="3265993" y="2838092"/>
                </a:lnTo>
                <a:lnTo>
                  <a:pt x="3265993" y="2835767"/>
                </a:lnTo>
                <a:lnTo>
                  <a:pt x="3266923" y="2835302"/>
                </a:lnTo>
                <a:lnTo>
                  <a:pt x="3267389" y="2834372"/>
                </a:lnTo>
                <a:lnTo>
                  <a:pt x="3266458" y="2833441"/>
                </a:lnTo>
                <a:lnTo>
                  <a:pt x="3264133" y="2832511"/>
                </a:lnTo>
                <a:lnTo>
                  <a:pt x="3263202" y="2829256"/>
                </a:lnTo>
                <a:lnTo>
                  <a:pt x="3263668" y="2832511"/>
                </a:lnTo>
                <a:lnTo>
                  <a:pt x="3266923" y="2834372"/>
                </a:lnTo>
                <a:lnTo>
                  <a:pt x="3265528" y="2836232"/>
                </a:lnTo>
                <a:lnTo>
                  <a:pt x="3264598" y="2839023"/>
                </a:lnTo>
                <a:lnTo>
                  <a:pt x="3260412" y="2838092"/>
                </a:lnTo>
                <a:lnTo>
                  <a:pt x="3259482" y="2836232"/>
                </a:lnTo>
                <a:lnTo>
                  <a:pt x="3259947" y="2830186"/>
                </a:lnTo>
                <a:lnTo>
                  <a:pt x="3262738" y="2828325"/>
                </a:lnTo>
                <a:lnTo>
                  <a:pt x="3262738" y="2828790"/>
                </a:lnTo>
                <a:lnTo>
                  <a:pt x="3263668" y="2826930"/>
                </a:lnTo>
                <a:close/>
                <a:moveTo>
                  <a:pt x="720453" y="2823208"/>
                </a:moveTo>
                <a:lnTo>
                  <a:pt x="724175" y="2824604"/>
                </a:lnTo>
                <a:lnTo>
                  <a:pt x="724175" y="2826464"/>
                </a:lnTo>
                <a:lnTo>
                  <a:pt x="719988" y="2826929"/>
                </a:lnTo>
                <a:close/>
                <a:moveTo>
                  <a:pt x="1988340" y="2822279"/>
                </a:moveTo>
                <a:lnTo>
                  <a:pt x="1988339" y="2822280"/>
                </a:lnTo>
                <a:lnTo>
                  <a:pt x="1990200" y="2826931"/>
                </a:lnTo>
                <a:lnTo>
                  <a:pt x="1990665" y="2831581"/>
                </a:lnTo>
                <a:lnTo>
                  <a:pt x="1990665" y="2831581"/>
                </a:lnTo>
                <a:lnTo>
                  <a:pt x="1990201" y="2826929"/>
                </a:lnTo>
                <a:close/>
                <a:moveTo>
                  <a:pt x="1794854" y="2821814"/>
                </a:moveTo>
                <a:lnTo>
                  <a:pt x="1797213" y="2826827"/>
                </a:lnTo>
                <a:lnTo>
                  <a:pt x="1794854" y="2821815"/>
                </a:lnTo>
                <a:close/>
                <a:moveTo>
                  <a:pt x="2420062" y="2820822"/>
                </a:moveTo>
                <a:lnTo>
                  <a:pt x="2419496" y="2821813"/>
                </a:lnTo>
                <a:lnTo>
                  <a:pt x="2419496" y="2821813"/>
                </a:lnTo>
                <a:close/>
                <a:moveTo>
                  <a:pt x="1752298" y="2820731"/>
                </a:moveTo>
                <a:lnTo>
                  <a:pt x="1753458" y="2822279"/>
                </a:lnTo>
                <a:lnTo>
                  <a:pt x="1753459" y="2822278"/>
                </a:lnTo>
                <a:close/>
                <a:moveTo>
                  <a:pt x="1015797" y="2819954"/>
                </a:moveTo>
                <a:lnTo>
                  <a:pt x="1016727" y="2823209"/>
                </a:lnTo>
                <a:lnTo>
                  <a:pt x="1016727" y="2823209"/>
                </a:lnTo>
                <a:close/>
                <a:moveTo>
                  <a:pt x="3240877" y="2818558"/>
                </a:moveTo>
                <a:lnTo>
                  <a:pt x="3243202" y="2820883"/>
                </a:lnTo>
                <a:lnTo>
                  <a:pt x="3240412" y="2824605"/>
                </a:lnTo>
                <a:lnTo>
                  <a:pt x="3239017" y="2819953"/>
                </a:lnTo>
                <a:close/>
                <a:moveTo>
                  <a:pt x="3238551" y="2818558"/>
                </a:moveTo>
                <a:lnTo>
                  <a:pt x="3239947" y="2824605"/>
                </a:lnTo>
                <a:lnTo>
                  <a:pt x="3241807" y="2827395"/>
                </a:lnTo>
                <a:lnTo>
                  <a:pt x="3240877" y="2831581"/>
                </a:lnTo>
                <a:lnTo>
                  <a:pt x="3235296" y="2828325"/>
                </a:lnTo>
                <a:lnTo>
                  <a:pt x="3234831" y="2826465"/>
                </a:lnTo>
                <a:lnTo>
                  <a:pt x="3237621" y="2823209"/>
                </a:lnTo>
                <a:close/>
                <a:moveTo>
                  <a:pt x="1485556" y="2817164"/>
                </a:moveTo>
                <a:lnTo>
                  <a:pt x="1488347" y="2822744"/>
                </a:lnTo>
                <a:lnTo>
                  <a:pt x="1490672" y="2836697"/>
                </a:lnTo>
                <a:lnTo>
                  <a:pt x="1490207" y="2840883"/>
                </a:lnTo>
                <a:lnTo>
                  <a:pt x="1490208" y="2840883"/>
                </a:lnTo>
                <a:lnTo>
                  <a:pt x="1490673" y="2836698"/>
                </a:lnTo>
                <a:lnTo>
                  <a:pt x="1488348" y="2822745"/>
                </a:lnTo>
                <a:lnTo>
                  <a:pt x="1488347" y="2822744"/>
                </a:lnTo>
                <a:lnTo>
                  <a:pt x="1488347" y="2822744"/>
                </a:lnTo>
                <a:close/>
                <a:moveTo>
                  <a:pt x="3274830" y="2816232"/>
                </a:moveTo>
                <a:lnTo>
                  <a:pt x="3274830" y="2823674"/>
                </a:lnTo>
                <a:lnTo>
                  <a:pt x="3273435" y="2825070"/>
                </a:lnTo>
                <a:lnTo>
                  <a:pt x="3270179" y="2823674"/>
                </a:lnTo>
                <a:lnTo>
                  <a:pt x="3267389" y="2823674"/>
                </a:lnTo>
                <a:lnTo>
                  <a:pt x="3265993" y="2821814"/>
                </a:lnTo>
                <a:lnTo>
                  <a:pt x="3263202" y="2820419"/>
                </a:lnTo>
                <a:lnTo>
                  <a:pt x="3267853" y="2820419"/>
                </a:lnTo>
                <a:lnTo>
                  <a:pt x="3267853" y="2819023"/>
                </a:lnTo>
                <a:close/>
                <a:moveTo>
                  <a:pt x="3196227" y="2816232"/>
                </a:moveTo>
                <a:lnTo>
                  <a:pt x="3199017" y="2816232"/>
                </a:lnTo>
                <a:lnTo>
                  <a:pt x="3202739" y="2820883"/>
                </a:lnTo>
                <a:lnTo>
                  <a:pt x="3201809" y="2824139"/>
                </a:lnTo>
                <a:lnTo>
                  <a:pt x="3203204" y="2826000"/>
                </a:lnTo>
                <a:lnTo>
                  <a:pt x="3200413" y="2830651"/>
                </a:lnTo>
                <a:lnTo>
                  <a:pt x="3195761" y="2832511"/>
                </a:lnTo>
                <a:lnTo>
                  <a:pt x="3195297" y="2829256"/>
                </a:lnTo>
                <a:lnTo>
                  <a:pt x="3197158" y="2823209"/>
                </a:lnTo>
                <a:close/>
                <a:moveTo>
                  <a:pt x="3257621" y="2815302"/>
                </a:moveTo>
                <a:lnTo>
                  <a:pt x="3258551" y="2819488"/>
                </a:lnTo>
                <a:lnTo>
                  <a:pt x="3264598" y="2825070"/>
                </a:lnTo>
                <a:lnTo>
                  <a:pt x="3261807" y="2827860"/>
                </a:lnTo>
                <a:lnTo>
                  <a:pt x="3256226" y="2819953"/>
                </a:lnTo>
                <a:close/>
                <a:moveTo>
                  <a:pt x="1429744" y="2813443"/>
                </a:moveTo>
                <a:lnTo>
                  <a:pt x="1429743" y="2813443"/>
                </a:lnTo>
                <a:lnTo>
                  <a:pt x="1428813" y="2816697"/>
                </a:lnTo>
                <a:lnTo>
                  <a:pt x="1428814" y="2816698"/>
                </a:lnTo>
                <a:close/>
                <a:moveTo>
                  <a:pt x="3315295" y="2813442"/>
                </a:moveTo>
                <a:lnTo>
                  <a:pt x="3317155" y="2819023"/>
                </a:lnTo>
                <a:lnTo>
                  <a:pt x="3320411" y="2823209"/>
                </a:lnTo>
                <a:lnTo>
                  <a:pt x="3320411" y="2828325"/>
                </a:lnTo>
                <a:lnTo>
                  <a:pt x="3316690" y="2831116"/>
                </a:lnTo>
                <a:lnTo>
                  <a:pt x="3313434" y="2831116"/>
                </a:lnTo>
                <a:lnTo>
                  <a:pt x="3309713" y="2826930"/>
                </a:lnTo>
                <a:lnTo>
                  <a:pt x="3309713" y="2819488"/>
                </a:lnTo>
                <a:lnTo>
                  <a:pt x="3308783" y="2815768"/>
                </a:lnTo>
                <a:lnTo>
                  <a:pt x="3311574" y="2813907"/>
                </a:lnTo>
                <a:close/>
                <a:moveTo>
                  <a:pt x="3302272" y="2812976"/>
                </a:moveTo>
                <a:lnTo>
                  <a:pt x="3304598" y="2813442"/>
                </a:lnTo>
                <a:lnTo>
                  <a:pt x="3308783" y="2817627"/>
                </a:lnTo>
                <a:lnTo>
                  <a:pt x="3309713" y="2819488"/>
                </a:lnTo>
                <a:lnTo>
                  <a:pt x="3308318" y="2824139"/>
                </a:lnTo>
                <a:lnTo>
                  <a:pt x="3306923" y="2825534"/>
                </a:lnTo>
                <a:lnTo>
                  <a:pt x="3304132" y="2825534"/>
                </a:lnTo>
                <a:lnTo>
                  <a:pt x="3305062" y="2822279"/>
                </a:lnTo>
                <a:lnTo>
                  <a:pt x="3304598" y="2817163"/>
                </a:lnTo>
                <a:lnTo>
                  <a:pt x="3301342" y="2813907"/>
                </a:lnTo>
                <a:close/>
                <a:moveTo>
                  <a:pt x="3061810" y="2812976"/>
                </a:moveTo>
                <a:lnTo>
                  <a:pt x="3061810" y="2813441"/>
                </a:lnTo>
                <a:lnTo>
                  <a:pt x="3061484" y="2814095"/>
                </a:lnTo>
                <a:lnTo>
                  <a:pt x="3061811" y="2813442"/>
                </a:lnTo>
                <a:lnTo>
                  <a:pt x="3061811" y="2812976"/>
                </a:lnTo>
                <a:close/>
                <a:moveTo>
                  <a:pt x="3212506" y="2812046"/>
                </a:moveTo>
                <a:lnTo>
                  <a:pt x="3214831" y="2816698"/>
                </a:lnTo>
                <a:lnTo>
                  <a:pt x="3212506" y="2819023"/>
                </a:lnTo>
                <a:lnTo>
                  <a:pt x="3212041" y="2824139"/>
                </a:lnTo>
                <a:lnTo>
                  <a:pt x="3215297" y="2829721"/>
                </a:lnTo>
                <a:lnTo>
                  <a:pt x="3212506" y="2831116"/>
                </a:lnTo>
                <a:lnTo>
                  <a:pt x="3210646" y="2835302"/>
                </a:lnTo>
                <a:lnTo>
                  <a:pt x="3208320" y="2832046"/>
                </a:lnTo>
                <a:lnTo>
                  <a:pt x="3208320" y="2826465"/>
                </a:lnTo>
                <a:lnTo>
                  <a:pt x="3207390" y="2820419"/>
                </a:lnTo>
                <a:lnTo>
                  <a:pt x="3210180" y="2817627"/>
                </a:lnTo>
                <a:close/>
                <a:moveTo>
                  <a:pt x="1991939" y="2811429"/>
                </a:moveTo>
                <a:lnTo>
                  <a:pt x="1991595" y="2812047"/>
                </a:lnTo>
                <a:lnTo>
                  <a:pt x="1991130" y="2818559"/>
                </a:lnTo>
                <a:lnTo>
                  <a:pt x="1990084" y="2819953"/>
                </a:lnTo>
                <a:lnTo>
                  <a:pt x="1991131" y="2818558"/>
                </a:lnTo>
                <a:lnTo>
                  <a:pt x="1991596" y="2812046"/>
                </a:lnTo>
                <a:close/>
                <a:moveTo>
                  <a:pt x="3233436" y="2811117"/>
                </a:moveTo>
                <a:lnTo>
                  <a:pt x="3237621" y="2811581"/>
                </a:lnTo>
                <a:lnTo>
                  <a:pt x="3239947" y="2815302"/>
                </a:lnTo>
                <a:lnTo>
                  <a:pt x="3239947" y="2817627"/>
                </a:lnTo>
                <a:lnTo>
                  <a:pt x="3236692" y="2818558"/>
                </a:lnTo>
                <a:lnTo>
                  <a:pt x="3237156" y="2823209"/>
                </a:lnTo>
                <a:lnTo>
                  <a:pt x="3232970" y="2827860"/>
                </a:lnTo>
                <a:lnTo>
                  <a:pt x="3230645" y="2824605"/>
                </a:lnTo>
                <a:lnTo>
                  <a:pt x="3231110" y="2821349"/>
                </a:lnTo>
                <a:lnTo>
                  <a:pt x="3229250" y="2815302"/>
                </a:lnTo>
                <a:lnTo>
                  <a:pt x="3230180" y="2814372"/>
                </a:lnTo>
                <a:close/>
                <a:moveTo>
                  <a:pt x="3059485" y="2811117"/>
                </a:moveTo>
                <a:lnTo>
                  <a:pt x="3058554" y="2811581"/>
                </a:lnTo>
                <a:lnTo>
                  <a:pt x="3058555" y="2811581"/>
                </a:lnTo>
                <a:lnTo>
                  <a:pt x="3058555" y="2811581"/>
                </a:lnTo>
                <a:lnTo>
                  <a:pt x="3058978" y="2811762"/>
                </a:lnTo>
                <a:lnTo>
                  <a:pt x="3058555" y="2811581"/>
                </a:lnTo>
                <a:close/>
                <a:moveTo>
                  <a:pt x="3286923" y="2809721"/>
                </a:moveTo>
                <a:lnTo>
                  <a:pt x="3292040" y="2812976"/>
                </a:lnTo>
                <a:lnTo>
                  <a:pt x="3292505" y="2815302"/>
                </a:lnTo>
                <a:lnTo>
                  <a:pt x="3296691" y="2819023"/>
                </a:lnTo>
                <a:lnTo>
                  <a:pt x="3293435" y="2828790"/>
                </a:lnTo>
                <a:lnTo>
                  <a:pt x="3287388" y="2824139"/>
                </a:lnTo>
                <a:lnTo>
                  <a:pt x="3285528" y="2818093"/>
                </a:lnTo>
                <a:lnTo>
                  <a:pt x="3285528" y="2813907"/>
                </a:lnTo>
                <a:close/>
                <a:moveTo>
                  <a:pt x="3181808" y="2806930"/>
                </a:moveTo>
                <a:lnTo>
                  <a:pt x="3190180" y="2807861"/>
                </a:lnTo>
                <a:lnTo>
                  <a:pt x="3190180" y="2812512"/>
                </a:lnTo>
                <a:lnTo>
                  <a:pt x="3196227" y="2822279"/>
                </a:lnTo>
                <a:lnTo>
                  <a:pt x="3193436" y="2828325"/>
                </a:lnTo>
                <a:lnTo>
                  <a:pt x="3192506" y="2833907"/>
                </a:lnTo>
                <a:lnTo>
                  <a:pt x="3195297" y="2837627"/>
                </a:lnTo>
                <a:lnTo>
                  <a:pt x="3192971" y="2840883"/>
                </a:lnTo>
                <a:lnTo>
                  <a:pt x="3189715" y="2841814"/>
                </a:lnTo>
                <a:lnTo>
                  <a:pt x="3186459" y="2840418"/>
                </a:lnTo>
                <a:lnTo>
                  <a:pt x="3185995" y="2835767"/>
                </a:lnTo>
                <a:lnTo>
                  <a:pt x="3181344" y="2831116"/>
                </a:lnTo>
                <a:lnTo>
                  <a:pt x="3184134" y="2828325"/>
                </a:lnTo>
                <a:lnTo>
                  <a:pt x="3183669" y="2822744"/>
                </a:lnTo>
                <a:lnTo>
                  <a:pt x="3182739" y="2821814"/>
                </a:lnTo>
                <a:lnTo>
                  <a:pt x="3179948" y="2821814"/>
                </a:lnTo>
                <a:lnTo>
                  <a:pt x="3178553" y="2820419"/>
                </a:lnTo>
                <a:lnTo>
                  <a:pt x="3178553" y="2821349"/>
                </a:lnTo>
                <a:lnTo>
                  <a:pt x="3180878" y="2822744"/>
                </a:lnTo>
                <a:lnTo>
                  <a:pt x="3182739" y="2822279"/>
                </a:lnTo>
                <a:lnTo>
                  <a:pt x="3183669" y="2827395"/>
                </a:lnTo>
                <a:lnTo>
                  <a:pt x="3179483" y="2832976"/>
                </a:lnTo>
                <a:lnTo>
                  <a:pt x="3177622" y="2828790"/>
                </a:lnTo>
                <a:lnTo>
                  <a:pt x="3175762" y="2819023"/>
                </a:lnTo>
                <a:lnTo>
                  <a:pt x="3176692" y="2815768"/>
                </a:lnTo>
                <a:lnTo>
                  <a:pt x="3179483" y="2813907"/>
                </a:lnTo>
                <a:lnTo>
                  <a:pt x="3181344" y="2817163"/>
                </a:lnTo>
                <a:lnTo>
                  <a:pt x="3178553" y="2818093"/>
                </a:lnTo>
                <a:lnTo>
                  <a:pt x="3178553" y="2819023"/>
                </a:lnTo>
                <a:lnTo>
                  <a:pt x="3181808" y="2817163"/>
                </a:lnTo>
                <a:lnTo>
                  <a:pt x="3180413" y="2813907"/>
                </a:lnTo>
                <a:lnTo>
                  <a:pt x="3180878" y="2808791"/>
                </a:lnTo>
                <a:close/>
                <a:moveTo>
                  <a:pt x="3058048" y="2806677"/>
                </a:moveTo>
                <a:lnTo>
                  <a:pt x="3058554" y="2806930"/>
                </a:lnTo>
                <a:lnTo>
                  <a:pt x="3058554" y="2810186"/>
                </a:lnTo>
                <a:lnTo>
                  <a:pt x="3058966" y="2810598"/>
                </a:lnTo>
                <a:lnTo>
                  <a:pt x="3058555" y="2810186"/>
                </a:lnTo>
                <a:lnTo>
                  <a:pt x="3058555" y="2806930"/>
                </a:lnTo>
                <a:close/>
                <a:moveTo>
                  <a:pt x="3306457" y="2806465"/>
                </a:moveTo>
                <a:lnTo>
                  <a:pt x="3309713" y="2807395"/>
                </a:lnTo>
                <a:lnTo>
                  <a:pt x="3314364" y="2812046"/>
                </a:lnTo>
                <a:lnTo>
                  <a:pt x="3309249" y="2814372"/>
                </a:lnTo>
                <a:lnTo>
                  <a:pt x="3308318" y="2811581"/>
                </a:lnTo>
                <a:lnTo>
                  <a:pt x="3305993" y="2808791"/>
                </a:lnTo>
                <a:close/>
                <a:moveTo>
                  <a:pt x="3202739" y="2806465"/>
                </a:moveTo>
                <a:lnTo>
                  <a:pt x="3205064" y="2806465"/>
                </a:lnTo>
                <a:lnTo>
                  <a:pt x="3204599" y="2808791"/>
                </a:lnTo>
                <a:lnTo>
                  <a:pt x="3205994" y="2806465"/>
                </a:lnTo>
                <a:lnTo>
                  <a:pt x="3207855" y="2806465"/>
                </a:lnTo>
                <a:lnTo>
                  <a:pt x="3207390" y="2811117"/>
                </a:lnTo>
                <a:lnTo>
                  <a:pt x="3204134" y="2811581"/>
                </a:lnTo>
                <a:lnTo>
                  <a:pt x="3205064" y="2813442"/>
                </a:lnTo>
                <a:lnTo>
                  <a:pt x="3210180" y="2815302"/>
                </a:lnTo>
                <a:lnTo>
                  <a:pt x="3207855" y="2817163"/>
                </a:lnTo>
                <a:lnTo>
                  <a:pt x="3203668" y="2819488"/>
                </a:lnTo>
                <a:lnTo>
                  <a:pt x="3200413" y="2815768"/>
                </a:lnTo>
                <a:lnTo>
                  <a:pt x="3202273" y="2812976"/>
                </a:lnTo>
                <a:lnTo>
                  <a:pt x="3201343" y="2808325"/>
                </a:lnTo>
                <a:close/>
                <a:moveTo>
                  <a:pt x="3194366" y="2806000"/>
                </a:moveTo>
                <a:lnTo>
                  <a:pt x="3194832" y="2812976"/>
                </a:lnTo>
                <a:lnTo>
                  <a:pt x="3193902" y="2816232"/>
                </a:lnTo>
                <a:lnTo>
                  <a:pt x="3191110" y="2812512"/>
                </a:lnTo>
                <a:lnTo>
                  <a:pt x="3192041" y="2808325"/>
                </a:lnTo>
                <a:close/>
                <a:moveTo>
                  <a:pt x="1005099" y="2806000"/>
                </a:moveTo>
                <a:lnTo>
                  <a:pt x="1004169" y="2812511"/>
                </a:lnTo>
                <a:lnTo>
                  <a:pt x="1004169" y="2812512"/>
                </a:lnTo>
                <a:lnTo>
                  <a:pt x="1005099" y="2806001"/>
                </a:lnTo>
                <a:close/>
                <a:moveTo>
                  <a:pt x="3239482" y="2804139"/>
                </a:moveTo>
                <a:lnTo>
                  <a:pt x="3239482" y="2806930"/>
                </a:lnTo>
                <a:lnTo>
                  <a:pt x="3239947" y="2808325"/>
                </a:lnTo>
                <a:lnTo>
                  <a:pt x="3244597" y="2810186"/>
                </a:lnTo>
                <a:lnTo>
                  <a:pt x="3244598" y="2810186"/>
                </a:lnTo>
                <a:lnTo>
                  <a:pt x="3244598" y="2812512"/>
                </a:lnTo>
                <a:lnTo>
                  <a:pt x="3240877" y="2813907"/>
                </a:lnTo>
                <a:lnTo>
                  <a:pt x="3239017" y="2812976"/>
                </a:lnTo>
                <a:lnTo>
                  <a:pt x="3239482" y="2809721"/>
                </a:lnTo>
                <a:lnTo>
                  <a:pt x="3237156" y="2805535"/>
                </a:lnTo>
                <a:close/>
                <a:moveTo>
                  <a:pt x="3044601" y="2803674"/>
                </a:moveTo>
                <a:lnTo>
                  <a:pt x="3046170" y="2804929"/>
                </a:lnTo>
                <a:lnTo>
                  <a:pt x="3044602" y="2803674"/>
                </a:lnTo>
                <a:close/>
                <a:moveTo>
                  <a:pt x="3304132" y="2802279"/>
                </a:moveTo>
                <a:lnTo>
                  <a:pt x="3305528" y="2802744"/>
                </a:lnTo>
                <a:lnTo>
                  <a:pt x="3305528" y="2808791"/>
                </a:lnTo>
                <a:lnTo>
                  <a:pt x="3307388" y="2811581"/>
                </a:lnTo>
                <a:lnTo>
                  <a:pt x="3306457" y="2814372"/>
                </a:lnTo>
                <a:lnTo>
                  <a:pt x="3304598" y="2813442"/>
                </a:lnTo>
                <a:lnTo>
                  <a:pt x="3301807" y="2812512"/>
                </a:lnTo>
                <a:lnTo>
                  <a:pt x="3304132" y="2810651"/>
                </a:lnTo>
                <a:lnTo>
                  <a:pt x="3303202" y="2809256"/>
                </a:lnTo>
                <a:lnTo>
                  <a:pt x="3300876" y="2810651"/>
                </a:lnTo>
                <a:lnTo>
                  <a:pt x="3300876" y="2814372"/>
                </a:lnTo>
                <a:lnTo>
                  <a:pt x="3303202" y="2816232"/>
                </a:lnTo>
                <a:lnTo>
                  <a:pt x="3304132" y="2817163"/>
                </a:lnTo>
                <a:lnTo>
                  <a:pt x="3304598" y="2822279"/>
                </a:lnTo>
                <a:lnTo>
                  <a:pt x="3303667" y="2823209"/>
                </a:lnTo>
                <a:lnTo>
                  <a:pt x="3303667" y="2825534"/>
                </a:lnTo>
                <a:lnTo>
                  <a:pt x="3304598" y="2826000"/>
                </a:lnTo>
                <a:lnTo>
                  <a:pt x="3306923" y="2825534"/>
                </a:lnTo>
                <a:lnTo>
                  <a:pt x="3309249" y="2825070"/>
                </a:lnTo>
                <a:lnTo>
                  <a:pt x="3309713" y="2829256"/>
                </a:lnTo>
                <a:lnTo>
                  <a:pt x="3311574" y="2830186"/>
                </a:lnTo>
                <a:lnTo>
                  <a:pt x="3310179" y="2833441"/>
                </a:lnTo>
                <a:lnTo>
                  <a:pt x="3305528" y="2833907"/>
                </a:lnTo>
                <a:lnTo>
                  <a:pt x="3305062" y="2829721"/>
                </a:lnTo>
                <a:lnTo>
                  <a:pt x="3303667" y="2832046"/>
                </a:lnTo>
                <a:lnTo>
                  <a:pt x="3298551" y="2831581"/>
                </a:lnTo>
                <a:lnTo>
                  <a:pt x="3296225" y="2826465"/>
                </a:lnTo>
                <a:lnTo>
                  <a:pt x="3298551" y="2821349"/>
                </a:lnTo>
                <a:lnTo>
                  <a:pt x="3299946" y="2826000"/>
                </a:lnTo>
                <a:lnTo>
                  <a:pt x="3299946" y="2823674"/>
                </a:lnTo>
                <a:lnTo>
                  <a:pt x="3298086" y="2817163"/>
                </a:lnTo>
                <a:lnTo>
                  <a:pt x="3297621" y="2817163"/>
                </a:lnTo>
                <a:lnTo>
                  <a:pt x="3293435" y="2813907"/>
                </a:lnTo>
                <a:lnTo>
                  <a:pt x="3294830" y="2811117"/>
                </a:lnTo>
                <a:lnTo>
                  <a:pt x="3293900" y="2806930"/>
                </a:lnTo>
                <a:lnTo>
                  <a:pt x="3297621" y="2807395"/>
                </a:lnTo>
                <a:lnTo>
                  <a:pt x="3300411" y="2808791"/>
                </a:lnTo>
                <a:lnTo>
                  <a:pt x="3299481" y="2807861"/>
                </a:lnTo>
                <a:lnTo>
                  <a:pt x="3300411" y="2805069"/>
                </a:lnTo>
                <a:lnTo>
                  <a:pt x="3301807" y="2804605"/>
                </a:lnTo>
                <a:close/>
                <a:moveTo>
                  <a:pt x="2429383" y="2801874"/>
                </a:moveTo>
                <a:lnTo>
                  <a:pt x="2428332" y="2804605"/>
                </a:lnTo>
                <a:lnTo>
                  <a:pt x="2429030" y="2807395"/>
                </a:lnTo>
                <a:lnTo>
                  <a:pt x="2428333" y="2804605"/>
                </a:lnTo>
                <a:close/>
                <a:moveTo>
                  <a:pt x="3243668" y="2801814"/>
                </a:moveTo>
                <a:lnTo>
                  <a:pt x="3245994" y="2804605"/>
                </a:lnTo>
                <a:lnTo>
                  <a:pt x="3246924" y="2810651"/>
                </a:lnTo>
                <a:lnTo>
                  <a:pt x="3245528" y="2810651"/>
                </a:lnTo>
                <a:lnTo>
                  <a:pt x="3244598" y="2810186"/>
                </a:lnTo>
                <a:lnTo>
                  <a:pt x="3244598" y="2810186"/>
                </a:lnTo>
                <a:lnTo>
                  <a:pt x="3244597" y="2810186"/>
                </a:lnTo>
                <a:lnTo>
                  <a:pt x="3239947" y="2807861"/>
                </a:lnTo>
                <a:lnTo>
                  <a:pt x="3240412" y="2803674"/>
                </a:lnTo>
                <a:lnTo>
                  <a:pt x="3240877" y="2802744"/>
                </a:lnTo>
                <a:close/>
                <a:moveTo>
                  <a:pt x="3038555" y="2801814"/>
                </a:moveTo>
                <a:lnTo>
                  <a:pt x="3038555" y="2802279"/>
                </a:lnTo>
                <a:lnTo>
                  <a:pt x="3038555" y="2802279"/>
                </a:lnTo>
                <a:lnTo>
                  <a:pt x="3038555" y="2801814"/>
                </a:lnTo>
                <a:close/>
                <a:moveTo>
                  <a:pt x="1003641" y="2801436"/>
                </a:moveTo>
                <a:lnTo>
                  <a:pt x="1004169" y="2804604"/>
                </a:lnTo>
                <a:lnTo>
                  <a:pt x="1004169" y="2804605"/>
                </a:lnTo>
                <a:close/>
                <a:moveTo>
                  <a:pt x="3034917" y="2799736"/>
                </a:moveTo>
                <a:lnTo>
                  <a:pt x="3035299" y="2800883"/>
                </a:lnTo>
                <a:lnTo>
                  <a:pt x="3035299" y="2800884"/>
                </a:lnTo>
                <a:close/>
                <a:moveTo>
                  <a:pt x="2430772" y="2798620"/>
                </a:moveTo>
                <a:lnTo>
                  <a:pt x="2435774" y="2801349"/>
                </a:lnTo>
                <a:lnTo>
                  <a:pt x="2435775" y="2801349"/>
                </a:lnTo>
                <a:close/>
                <a:moveTo>
                  <a:pt x="3233436" y="2798558"/>
                </a:moveTo>
                <a:lnTo>
                  <a:pt x="3237156" y="2801349"/>
                </a:lnTo>
                <a:lnTo>
                  <a:pt x="3236226" y="2806930"/>
                </a:lnTo>
                <a:lnTo>
                  <a:pt x="3237621" y="2811117"/>
                </a:lnTo>
                <a:lnTo>
                  <a:pt x="3233436" y="2811117"/>
                </a:lnTo>
                <a:lnTo>
                  <a:pt x="3232970" y="2811117"/>
                </a:lnTo>
                <a:lnTo>
                  <a:pt x="3230180" y="2814372"/>
                </a:lnTo>
                <a:lnTo>
                  <a:pt x="3226924" y="2808791"/>
                </a:lnTo>
                <a:lnTo>
                  <a:pt x="3226924" y="2805069"/>
                </a:lnTo>
                <a:lnTo>
                  <a:pt x="3230645" y="2799954"/>
                </a:lnTo>
                <a:close/>
                <a:moveTo>
                  <a:pt x="3305528" y="2798093"/>
                </a:moveTo>
                <a:lnTo>
                  <a:pt x="3308318" y="2798093"/>
                </a:lnTo>
                <a:lnTo>
                  <a:pt x="3307388" y="2803210"/>
                </a:lnTo>
                <a:lnTo>
                  <a:pt x="3304132" y="2801814"/>
                </a:lnTo>
                <a:close/>
                <a:moveTo>
                  <a:pt x="3030648" y="2796698"/>
                </a:moveTo>
                <a:lnTo>
                  <a:pt x="3029718" y="2798093"/>
                </a:lnTo>
                <a:lnTo>
                  <a:pt x="3030368" y="2798580"/>
                </a:lnTo>
                <a:lnTo>
                  <a:pt x="3029718" y="2798093"/>
                </a:lnTo>
                <a:close/>
                <a:moveTo>
                  <a:pt x="2009009" y="2796476"/>
                </a:moveTo>
                <a:lnTo>
                  <a:pt x="2008339" y="2799490"/>
                </a:lnTo>
                <a:lnTo>
                  <a:pt x="2005083" y="2806466"/>
                </a:lnTo>
                <a:lnTo>
                  <a:pt x="2005083" y="2809256"/>
                </a:lnTo>
                <a:lnTo>
                  <a:pt x="2005084" y="2809256"/>
                </a:lnTo>
                <a:lnTo>
                  <a:pt x="2005084" y="2806465"/>
                </a:lnTo>
                <a:lnTo>
                  <a:pt x="2008340" y="2799488"/>
                </a:lnTo>
                <a:close/>
                <a:moveTo>
                  <a:pt x="3271574" y="2796233"/>
                </a:moveTo>
                <a:lnTo>
                  <a:pt x="3272970" y="2798558"/>
                </a:lnTo>
                <a:lnTo>
                  <a:pt x="3271574" y="2805069"/>
                </a:lnTo>
                <a:lnTo>
                  <a:pt x="3271574" y="2805535"/>
                </a:lnTo>
                <a:lnTo>
                  <a:pt x="3277156" y="2796698"/>
                </a:lnTo>
                <a:lnTo>
                  <a:pt x="3278552" y="2799488"/>
                </a:lnTo>
                <a:lnTo>
                  <a:pt x="3277156" y="2803674"/>
                </a:lnTo>
                <a:lnTo>
                  <a:pt x="3278552" y="2806000"/>
                </a:lnTo>
                <a:lnTo>
                  <a:pt x="3275760" y="2808791"/>
                </a:lnTo>
                <a:lnTo>
                  <a:pt x="3276226" y="2808791"/>
                </a:lnTo>
                <a:lnTo>
                  <a:pt x="3279016" y="2806000"/>
                </a:lnTo>
                <a:lnTo>
                  <a:pt x="3283667" y="2806930"/>
                </a:lnTo>
                <a:lnTo>
                  <a:pt x="3280411" y="2814837"/>
                </a:lnTo>
                <a:lnTo>
                  <a:pt x="3280411" y="2819488"/>
                </a:lnTo>
                <a:lnTo>
                  <a:pt x="3283667" y="2826930"/>
                </a:lnTo>
                <a:lnTo>
                  <a:pt x="3280411" y="2831116"/>
                </a:lnTo>
                <a:lnTo>
                  <a:pt x="3276226" y="2829256"/>
                </a:lnTo>
                <a:lnTo>
                  <a:pt x="3275296" y="2827395"/>
                </a:lnTo>
                <a:lnTo>
                  <a:pt x="3277621" y="2822279"/>
                </a:lnTo>
                <a:lnTo>
                  <a:pt x="3277156" y="2816698"/>
                </a:lnTo>
                <a:lnTo>
                  <a:pt x="3274365" y="2814372"/>
                </a:lnTo>
                <a:lnTo>
                  <a:pt x="3271574" y="2815768"/>
                </a:lnTo>
                <a:lnTo>
                  <a:pt x="3271109" y="2811581"/>
                </a:lnTo>
                <a:lnTo>
                  <a:pt x="3272040" y="2809721"/>
                </a:lnTo>
                <a:lnTo>
                  <a:pt x="3272504" y="2808791"/>
                </a:lnTo>
                <a:lnTo>
                  <a:pt x="3271574" y="2806000"/>
                </a:lnTo>
                <a:lnTo>
                  <a:pt x="3272040" y="2809721"/>
                </a:lnTo>
                <a:lnTo>
                  <a:pt x="3270179" y="2812046"/>
                </a:lnTo>
                <a:lnTo>
                  <a:pt x="3266923" y="2811581"/>
                </a:lnTo>
                <a:lnTo>
                  <a:pt x="3268319" y="2807395"/>
                </a:lnTo>
                <a:lnTo>
                  <a:pt x="3265993" y="2805535"/>
                </a:lnTo>
                <a:lnTo>
                  <a:pt x="3268319" y="2802744"/>
                </a:lnTo>
                <a:close/>
                <a:moveTo>
                  <a:pt x="3223668" y="2794372"/>
                </a:moveTo>
                <a:lnTo>
                  <a:pt x="3226459" y="2798093"/>
                </a:lnTo>
                <a:lnTo>
                  <a:pt x="3224133" y="2800418"/>
                </a:lnTo>
                <a:lnTo>
                  <a:pt x="3219948" y="2799954"/>
                </a:lnTo>
                <a:lnTo>
                  <a:pt x="3219017" y="2797163"/>
                </a:lnTo>
                <a:close/>
                <a:moveTo>
                  <a:pt x="898125" y="2793441"/>
                </a:moveTo>
                <a:lnTo>
                  <a:pt x="898124" y="2793442"/>
                </a:lnTo>
                <a:lnTo>
                  <a:pt x="898124" y="2793442"/>
                </a:lnTo>
                <a:lnTo>
                  <a:pt x="898070" y="2793471"/>
                </a:lnTo>
                <a:lnTo>
                  <a:pt x="898124" y="2793442"/>
                </a:lnTo>
                <a:lnTo>
                  <a:pt x="904170" y="2793442"/>
                </a:lnTo>
                <a:lnTo>
                  <a:pt x="904171" y="2793441"/>
                </a:lnTo>
                <a:close/>
                <a:moveTo>
                  <a:pt x="3029002" y="2792940"/>
                </a:moveTo>
                <a:lnTo>
                  <a:pt x="3029718" y="2794372"/>
                </a:lnTo>
                <a:lnTo>
                  <a:pt x="3030475" y="2796265"/>
                </a:lnTo>
                <a:lnTo>
                  <a:pt x="3029718" y="2794372"/>
                </a:lnTo>
                <a:close/>
                <a:moveTo>
                  <a:pt x="3296225" y="2792047"/>
                </a:moveTo>
                <a:lnTo>
                  <a:pt x="3297156" y="2793442"/>
                </a:lnTo>
                <a:lnTo>
                  <a:pt x="3298551" y="2795767"/>
                </a:lnTo>
                <a:lnTo>
                  <a:pt x="3301807" y="2796233"/>
                </a:lnTo>
                <a:lnTo>
                  <a:pt x="3300876" y="2799954"/>
                </a:lnTo>
                <a:lnTo>
                  <a:pt x="3298551" y="2799023"/>
                </a:lnTo>
                <a:lnTo>
                  <a:pt x="3296225" y="2802279"/>
                </a:lnTo>
                <a:lnTo>
                  <a:pt x="3297621" y="2806465"/>
                </a:lnTo>
                <a:lnTo>
                  <a:pt x="3292969" y="2804605"/>
                </a:lnTo>
                <a:lnTo>
                  <a:pt x="3293900" y="2802279"/>
                </a:lnTo>
                <a:lnTo>
                  <a:pt x="3292969" y="2801814"/>
                </a:lnTo>
                <a:lnTo>
                  <a:pt x="3294365" y="2800418"/>
                </a:lnTo>
                <a:lnTo>
                  <a:pt x="3295295" y="2797628"/>
                </a:lnTo>
                <a:lnTo>
                  <a:pt x="3296225" y="2797163"/>
                </a:lnTo>
                <a:lnTo>
                  <a:pt x="3295760" y="2796233"/>
                </a:lnTo>
                <a:lnTo>
                  <a:pt x="3295295" y="2796233"/>
                </a:lnTo>
                <a:lnTo>
                  <a:pt x="3295760" y="2797163"/>
                </a:lnTo>
                <a:lnTo>
                  <a:pt x="3295295" y="2797628"/>
                </a:lnTo>
                <a:lnTo>
                  <a:pt x="3293900" y="2799488"/>
                </a:lnTo>
                <a:lnTo>
                  <a:pt x="3294365" y="2800418"/>
                </a:lnTo>
                <a:lnTo>
                  <a:pt x="3292505" y="2801814"/>
                </a:lnTo>
                <a:lnTo>
                  <a:pt x="3293435" y="2802279"/>
                </a:lnTo>
                <a:lnTo>
                  <a:pt x="3290644" y="2808325"/>
                </a:lnTo>
                <a:lnTo>
                  <a:pt x="3290179" y="2804139"/>
                </a:lnTo>
                <a:lnTo>
                  <a:pt x="3287388" y="2799954"/>
                </a:lnTo>
                <a:lnTo>
                  <a:pt x="3287388" y="2798558"/>
                </a:lnTo>
                <a:lnTo>
                  <a:pt x="3288784" y="2798093"/>
                </a:lnTo>
                <a:lnTo>
                  <a:pt x="3290179" y="2796698"/>
                </a:lnTo>
                <a:lnTo>
                  <a:pt x="3292505" y="2795767"/>
                </a:lnTo>
                <a:lnTo>
                  <a:pt x="3292969" y="2796233"/>
                </a:lnTo>
                <a:lnTo>
                  <a:pt x="3294365" y="2796233"/>
                </a:lnTo>
                <a:lnTo>
                  <a:pt x="3293900" y="2794372"/>
                </a:lnTo>
                <a:lnTo>
                  <a:pt x="3294830" y="2793907"/>
                </a:lnTo>
                <a:lnTo>
                  <a:pt x="3295295" y="2792512"/>
                </a:lnTo>
                <a:close/>
                <a:moveTo>
                  <a:pt x="3240877" y="2791581"/>
                </a:moveTo>
                <a:lnTo>
                  <a:pt x="3244598" y="2794837"/>
                </a:lnTo>
                <a:lnTo>
                  <a:pt x="3243202" y="2797628"/>
                </a:lnTo>
                <a:lnTo>
                  <a:pt x="3239947" y="2799954"/>
                </a:lnTo>
                <a:lnTo>
                  <a:pt x="3238551" y="2797163"/>
                </a:lnTo>
                <a:lnTo>
                  <a:pt x="3239017" y="2793442"/>
                </a:lnTo>
                <a:close/>
                <a:moveTo>
                  <a:pt x="910683" y="2790651"/>
                </a:moveTo>
                <a:lnTo>
                  <a:pt x="909789" y="2790763"/>
                </a:lnTo>
                <a:lnTo>
                  <a:pt x="910682" y="2790651"/>
                </a:lnTo>
                <a:close/>
                <a:moveTo>
                  <a:pt x="3026982" y="2790431"/>
                </a:moveTo>
                <a:lnTo>
                  <a:pt x="3026927" y="2790651"/>
                </a:lnTo>
                <a:lnTo>
                  <a:pt x="3026927" y="2790652"/>
                </a:lnTo>
                <a:close/>
                <a:moveTo>
                  <a:pt x="3198553" y="2789721"/>
                </a:moveTo>
                <a:lnTo>
                  <a:pt x="3197622" y="2790186"/>
                </a:lnTo>
                <a:lnTo>
                  <a:pt x="3199017" y="2789721"/>
                </a:lnTo>
                <a:close/>
                <a:moveTo>
                  <a:pt x="3282737" y="2789256"/>
                </a:moveTo>
                <a:lnTo>
                  <a:pt x="3282737" y="2790652"/>
                </a:lnTo>
                <a:lnTo>
                  <a:pt x="3283667" y="2791116"/>
                </a:lnTo>
                <a:lnTo>
                  <a:pt x="3285993" y="2791581"/>
                </a:lnTo>
                <a:lnTo>
                  <a:pt x="3285993" y="2792512"/>
                </a:lnTo>
                <a:lnTo>
                  <a:pt x="3286458" y="2795303"/>
                </a:lnTo>
                <a:lnTo>
                  <a:pt x="3286458" y="2799023"/>
                </a:lnTo>
                <a:lnTo>
                  <a:pt x="3289249" y="2803210"/>
                </a:lnTo>
                <a:lnTo>
                  <a:pt x="3288318" y="2806465"/>
                </a:lnTo>
                <a:lnTo>
                  <a:pt x="3289714" y="2809256"/>
                </a:lnTo>
                <a:lnTo>
                  <a:pt x="3293435" y="2810186"/>
                </a:lnTo>
                <a:lnTo>
                  <a:pt x="3292040" y="2812512"/>
                </a:lnTo>
                <a:lnTo>
                  <a:pt x="3286458" y="2808791"/>
                </a:lnTo>
                <a:lnTo>
                  <a:pt x="3285993" y="2805535"/>
                </a:lnTo>
                <a:lnTo>
                  <a:pt x="3283667" y="2804139"/>
                </a:lnTo>
                <a:lnTo>
                  <a:pt x="3279481" y="2803210"/>
                </a:lnTo>
                <a:lnTo>
                  <a:pt x="3280411" y="2797628"/>
                </a:lnTo>
                <a:lnTo>
                  <a:pt x="3279947" y="2792047"/>
                </a:lnTo>
                <a:close/>
                <a:moveTo>
                  <a:pt x="3168786" y="2787396"/>
                </a:moveTo>
                <a:lnTo>
                  <a:pt x="3172041" y="2794837"/>
                </a:lnTo>
                <a:lnTo>
                  <a:pt x="3173902" y="2797163"/>
                </a:lnTo>
                <a:lnTo>
                  <a:pt x="3172971" y="2800418"/>
                </a:lnTo>
                <a:lnTo>
                  <a:pt x="3173902" y="2806000"/>
                </a:lnTo>
                <a:lnTo>
                  <a:pt x="3173902" y="2809721"/>
                </a:lnTo>
                <a:lnTo>
                  <a:pt x="3171111" y="2818558"/>
                </a:lnTo>
                <a:lnTo>
                  <a:pt x="3171576" y="2825534"/>
                </a:lnTo>
                <a:lnTo>
                  <a:pt x="3168320" y="2829256"/>
                </a:lnTo>
                <a:lnTo>
                  <a:pt x="3161344" y="2829256"/>
                </a:lnTo>
                <a:lnTo>
                  <a:pt x="3153437" y="2826000"/>
                </a:lnTo>
                <a:lnTo>
                  <a:pt x="3152506" y="2821814"/>
                </a:lnTo>
                <a:lnTo>
                  <a:pt x="3153902" y="2814372"/>
                </a:lnTo>
                <a:lnTo>
                  <a:pt x="3156693" y="2811581"/>
                </a:lnTo>
                <a:lnTo>
                  <a:pt x="3158553" y="2804139"/>
                </a:lnTo>
                <a:lnTo>
                  <a:pt x="3166460" y="2788791"/>
                </a:lnTo>
                <a:close/>
                <a:moveTo>
                  <a:pt x="3272040" y="2786930"/>
                </a:moveTo>
                <a:lnTo>
                  <a:pt x="3272504" y="2787861"/>
                </a:lnTo>
                <a:lnTo>
                  <a:pt x="3271574" y="2788791"/>
                </a:lnTo>
                <a:lnTo>
                  <a:pt x="3272040" y="2789256"/>
                </a:lnTo>
                <a:lnTo>
                  <a:pt x="3272970" y="2788791"/>
                </a:lnTo>
                <a:lnTo>
                  <a:pt x="3273900" y="2788326"/>
                </a:lnTo>
                <a:lnTo>
                  <a:pt x="3274365" y="2788791"/>
                </a:lnTo>
                <a:lnTo>
                  <a:pt x="3278552" y="2789256"/>
                </a:lnTo>
                <a:lnTo>
                  <a:pt x="3277156" y="2795767"/>
                </a:lnTo>
                <a:lnTo>
                  <a:pt x="3272970" y="2798093"/>
                </a:lnTo>
                <a:lnTo>
                  <a:pt x="3271574" y="2795767"/>
                </a:lnTo>
                <a:lnTo>
                  <a:pt x="3268319" y="2794837"/>
                </a:lnTo>
                <a:lnTo>
                  <a:pt x="3270179" y="2789256"/>
                </a:lnTo>
                <a:lnTo>
                  <a:pt x="3271574" y="2787396"/>
                </a:lnTo>
                <a:close/>
                <a:moveTo>
                  <a:pt x="3002276" y="2784605"/>
                </a:moveTo>
                <a:lnTo>
                  <a:pt x="3002276" y="2784605"/>
                </a:lnTo>
                <a:lnTo>
                  <a:pt x="3003207" y="2785535"/>
                </a:lnTo>
                <a:lnTo>
                  <a:pt x="3003207" y="2786000"/>
                </a:lnTo>
                <a:lnTo>
                  <a:pt x="3003207" y="2789721"/>
                </a:lnTo>
                <a:lnTo>
                  <a:pt x="3003207" y="2789721"/>
                </a:lnTo>
                <a:lnTo>
                  <a:pt x="3003207" y="2786000"/>
                </a:lnTo>
                <a:lnTo>
                  <a:pt x="3003207" y="2785535"/>
                </a:lnTo>
                <a:close/>
                <a:moveTo>
                  <a:pt x="3302272" y="2784140"/>
                </a:moveTo>
                <a:lnTo>
                  <a:pt x="3307853" y="2786930"/>
                </a:lnTo>
                <a:lnTo>
                  <a:pt x="3310644" y="2789721"/>
                </a:lnTo>
                <a:lnTo>
                  <a:pt x="3310179" y="2795303"/>
                </a:lnTo>
                <a:lnTo>
                  <a:pt x="3308783" y="2797163"/>
                </a:lnTo>
                <a:lnTo>
                  <a:pt x="3304598" y="2798093"/>
                </a:lnTo>
                <a:lnTo>
                  <a:pt x="3303202" y="2802279"/>
                </a:lnTo>
                <a:lnTo>
                  <a:pt x="3301342" y="2804139"/>
                </a:lnTo>
                <a:lnTo>
                  <a:pt x="3299481" y="2803210"/>
                </a:lnTo>
                <a:lnTo>
                  <a:pt x="3296691" y="2802744"/>
                </a:lnTo>
                <a:lnTo>
                  <a:pt x="3298086" y="2800418"/>
                </a:lnTo>
                <a:lnTo>
                  <a:pt x="3300411" y="2800418"/>
                </a:lnTo>
                <a:lnTo>
                  <a:pt x="3301807" y="2799488"/>
                </a:lnTo>
                <a:lnTo>
                  <a:pt x="3302272" y="2797163"/>
                </a:lnTo>
                <a:lnTo>
                  <a:pt x="3301807" y="2796233"/>
                </a:lnTo>
                <a:lnTo>
                  <a:pt x="3301342" y="2795767"/>
                </a:lnTo>
                <a:lnTo>
                  <a:pt x="3298551" y="2795767"/>
                </a:lnTo>
                <a:lnTo>
                  <a:pt x="3298086" y="2792977"/>
                </a:lnTo>
                <a:lnTo>
                  <a:pt x="3302272" y="2788326"/>
                </a:lnTo>
                <a:close/>
                <a:moveTo>
                  <a:pt x="3276691" y="2782745"/>
                </a:moveTo>
                <a:lnTo>
                  <a:pt x="3280411" y="2785535"/>
                </a:lnTo>
                <a:lnTo>
                  <a:pt x="3279016" y="2789256"/>
                </a:lnTo>
                <a:lnTo>
                  <a:pt x="3275296" y="2788791"/>
                </a:lnTo>
                <a:close/>
                <a:moveTo>
                  <a:pt x="3026510" y="2782370"/>
                </a:moveTo>
                <a:lnTo>
                  <a:pt x="3025532" y="2783674"/>
                </a:lnTo>
                <a:lnTo>
                  <a:pt x="3025532" y="2783674"/>
                </a:lnTo>
                <a:close/>
                <a:moveTo>
                  <a:pt x="3217622" y="2782279"/>
                </a:moveTo>
                <a:lnTo>
                  <a:pt x="3219948" y="2784140"/>
                </a:lnTo>
                <a:lnTo>
                  <a:pt x="3223668" y="2785535"/>
                </a:lnTo>
                <a:lnTo>
                  <a:pt x="3224599" y="2791581"/>
                </a:lnTo>
                <a:lnTo>
                  <a:pt x="3219017" y="2796698"/>
                </a:lnTo>
                <a:lnTo>
                  <a:pt x="3217157" y="2799954"/>
                </a:lnTo>
                <a:lnTo>
                  <a:pt x="3216692" y="2799954"/>
                </a:lnTo>
                <a:lnTo>
                  <a:pt x="3216692" y="2802279"/>
                </a:lnTo>
                <a:lnTo>
                  <a:pt x="3213901" y="2805069"/>
                </a:lnTo>
                <a:lnTo>
                  <a:pt x="3213901" y="2806000"/>
                </a:lnTo>
                <a:lnTo>
                  <a:pt x="3216692" y="2802279"/>
                </a:lnTo>
                <a:lnTo>
                  <a:pt x="3218087" y="2800418"/>
                </a:lnTo>
                <a:lnTo>
                  <a:pt x="3219482" y="2802279"/>
                </a:lnTo>
                <a:lnTo>
                  <a:pt x="3222273" y="2801814"/>
                </a:lnTo>
                <a:lnTo>
                  <a:pt x="3220878" y="2811117"/>
                </a:lnTo>
                <a:lnTo>
                  <a:pt x="3219017" y="2815302"/>
                </a:lnTo>
                <a:lnTo>
                  <a:pt x="3217157" y="2815768"/>
                </a:lnTo>
                <a:lnTo>
                  <a:pt x="3216692" y="2816232"/>
                </a:lnTo>
                <a:lnTo>
                  <a:pt x="3219017" y="2815768"/>
                </a:lnTo>
                <a:lnTo>
                  <a:pt x="3221808" y="2821814"/>
                </a:lnTo>
                <a:lnTo>
                  <a:pt x="3218552" y="2831116"/>
                </a:lnTo>
                <a:lnTo>
                  <a:pt x="3213901" y="2825534"/>
                </a:lnTo>
                <a:lnTo>
                  <a:pt x="3213436" y="2819023"/>
                </a:lnTo>
                <a:lnTo>
                  <a:pt x="3215762" y="2816698"/>
                </a:lnTo>
                <a:lnTo>
                  <a:pt x="3213901" y="2810186"/>
                </a:lnTo>
                <a:lnTo>
                  <a:pt x="3213901" y="2813907"/>
                </a:lnTo>
                <a:lnTo>
                  <a:pt x="3212506" y="2812046"/>
                </a:lnTo>
                <a:lnTo>
                  <a:pt x="3210646" y="2809721"/>
                </a:lnTo>
                <a:lnTo>
                  <a:pt x="3207855" y="2803674"/>
                </a:lnTo>
                <a:lnTo>
                  <a:pt x="3209715" y="2802279"/>
                </a:lnTo>
                <a:lnTo>
                  <a:pt x="3210646" y="2801349"/>
                </a:lnTo>
                <a:lnTo>
                  <a:pt x="3211111" y="2800884"/>
                </a:lnTo>
                <a:lnTo>
                  <a:pt x="3212506" y="2799488"/>
                </a:lnTo>
                <a:lnTo>
                  <a:pt x="3212971" y="2799023"/>
                </a:lnTo>
                <a:lnTo>
                  <a:pt x="3213901" y="2798558"/>
                </a:lnTo>
                <a:lnTo>
                  <a:pt x="3214366" y="2798558"/>
                </a:lnTo>
                <a:lnTo>
                  <a:pt x="3214831" y="2799488"/>
                </a:lnTo>
                <a:lnTo>
                  <a:pt x="3215297" y="2799954"/>
                </a:lnTo>
                <a:lnTo>
                  <a:pt x="3214831" y="2798558"/>
                </a:lnTo>
                <a:lnTo>
                  <a:pt x="3214366" y="2798093"/>
                </a:lnTo>
                <a:lnTo>
                  <a:pt x="3213436" y="2798093"/>
                </a:lnTo>
                <a:lnTo>
                  <a:pt x="3211111" y="2800884"/>
                </a:lnTo>
                <a:lnTo>
                  <a:pt x="3209250" y="2794837"/>
                </a:lnTo>
                <a:lnTo>
                  <a:pt x="3210646" y="2787861"/>
                </a:lnTo>
                <a:lnTo>
                  <a:pt x="3212971" y="2785535"/>
                </a:lnTo>
                <a:lnTo>
                  <a:pt x="3213436" y="2782745"/>
                </a:lnTo>
                <a:lnTo>
                  <a:pt x="3215297" y="2782745"/>
                </a:lnTo>
                <a:lnTo>
                  <a:pt x="3216227" y="2782745"/>
                </a:lnTo>
                <a:close/>
                <a:moveTo>
                  <a:pt x="3260877" y="2781814"/>
                </a:moveTo>
                <a:lnTo>
                  <a:pt x="3262272" y="2783210"/>
                </a:lnTo>
                <a:lnTo>
                  <a:pt x="3265528" y="2783674"/>
                </a:lnTo>
                <a:lnTo>
                  <a:pt x="3267389" y="2786930"/>
                </a:lnTo>
                <a:lnTo>
                  <a:pt x="3270179" y="2789256"/>
                </a:lnTo>
                <a:lnTo>
                  <a:pt x="3268319" y="2794372"/>
                </a:lnTo>
                <a:lnTo>
                  <a:pt x="3268319" y="2794837"/>
                </a:lnTo>
                <a:lnTo>
                  <a:pt x="3268319" y="2795767"/>
                </a:lnTo>
                <a:lnTo>
                  <a:pt x="3270179" y="2796233"/>
                </a:lnTo>
                <a:lnTo>
                  <a:pt x="3268319" y="2802279"/>
                </a:lnTo>
                <a:lnTo>
                  <a:pt x="3265993" y="2799954"/>
                </a:lnTo>
                <a:lnTo>
                  <a:pt x="3266458" y="2797628"/>
                </a:lnTo>
                <a:lnTo>
                  <a:pt x="3265993" y="2797628"/>
                </a:lnTo>
                <a:lnTo>
                  <a:pt x="3264598" y="2799023"/>
                </a:lnTo>
                <a:lnTo>
                  <a:pt x="3264133" y="2800418"/>
                </a:lnTo>
                <a:lnTo>
                  <a:pt x="3265528" y="2798093"/>
                </a:lnTo>
                <a:lnTo>
                  <a:pt x="3265993" y="2800884"/>
                </a:lnTo>
                <a:lnTo>
                  <a:pt x="3265528" y="2805069"/>
                </a:lnTo>
                <a:lnTo>
                  <a:pt x="3267389" y="2807395"/>
                </a:lnTo>
                <a:lnTo>
                  <a:pt x="3266458" y="2812046"/>
                </a:lnTo>
                <a:lnTo>
                  <a:pt x="3270179" y="2813442"/>
                </a:lnTo>
                <a:lnTo>
                  <a:pt x="3266923" y="2816232"/>
                </a:lnTo>
                <a:lnTo>
                  <a:pt x="3267389" y="2819953"/>
                </a:lnTo>
                <a:lnTo>
                  <a:pt x="3265063" y="2819953"/>
                </a:lnTo>
                <a:lnTo>
                  <a:pt x="3263202" y="2819023"/>
                </a:lnTo>
                <a:lnTo>
                  <a:pt x="3262738" y="2820419"/>
                </a:lnTo>
                <a:lnTo>
                  <a:pt x="3266923" y="2823209"/>
                </a:lnTo>
                <a:lnTo>
                  <a:pt x="3265528" y="2824605"/>
                </a:lnTo>
                <a:lnTo>
                  <a:pt x="3259947" y="2819023"/>
                </a:lnTo>
                <a:lnTo>
                  <a:pt x="3257156" y="2809721"/>
                </a:lnTo>
                <a:lnTo>
                  <a:pt x="3259947" y="2802279"/>
                </a:lnTo>
                <a:lnTo>
                  <a:pt x="3260412" y="2799023"/>
                </a:lnTo>
                <a:lnTo>
                  <a:pt x="3262272" y="2803674"/>
                </a:lnTo>
                <a:lnTo>
                  <a:pt x="3262738" y="2804139"/>
                </a:lnTo>
                <a:lnTo>
                  <a:pt x="3263202" y="2803674"/>
                </a:lnTo>
                <a:lnTo>
                  <a:pt x="3263668" y="2804605"/>
                </a:lnTo>
                <a:lnTo>
                  <a:pt x="3263668" y="2803674"/>
                </a:lnTo>
                <a:lnTo>
                  <a:pt x="3263202" y="2803674"/>
                </a:lnTo>
                <a:lnTo>
                  <a:pt x="3262738" y="2803674"/>
                </a:lnTo>
                <a:lnTo>
                  <a:pt x="3262738" y="2801814"/>
                </a:lnTo>
                <a:lnTo>
                  <a:pt x="3262738" y="2801349"/>
                </a:lnTo>
                <a:lnTo>
                  <a:pt x="3262272" y="2801349"/>
                </a:lnTo>
                <a:lnTo>
                  <a:pt x="3261342" y="2799023"/>
                </a:lnTo>
                <a:lnTo>
                  <a:pt x="3259482" y="2798558"/>
                </a:lnTo>
                <a:lnTo>
                  <a:pt x="3257621" y="2792977"/>
                </a:lnTo>
                <a:lnTo>
                  <a:pt x="3257621" y="2790186"/>
                </a:lnTo>
                <a:close/>
                <a:moveTo>
                  <a:pt x="1006959" y="2781814"/>
                </a:moveTo>
                <a:lnTo>
                  <a:pt x="1005564" y="2785535"/>
                </a:lnTo>
                <a:lnTo>
                  <a:pt x="1004633" y="2796697"/>
                </a:lnTo>
                <a:lnTo>
                  <a:pt x="1003238" y="2799023"/>
                </a:lnTo>
                <a:lnTo>
                  <a:pt x="1003239" y="2799024"/>
                </a:lnTo>
                <a:lnTo>
                  <a:pt x="1004635" y="2796699"/>
                </a:lnTo>
                <a:lnTo>
                  <a:pt x="1005564" y="2785536"/>
                </a:lnTo>
                <a:lnTo>
                  <a:pt x="1006960" y="2781815"/>
                </a:lnTo>
                <a:close/>
                <a:moveTo>
                  <a:pt x="2006945" y="2781814"/>
                </a:moveTo>
                <a:lnTo>
                  <a:pt x="2006944" y="2781815"/>
                </a:lnTo>
                <a:lnTo>
                  <a:pt x="2007409" y="2785536"/>
                </a:lnTo>
                <a:lnTo>
                  <a:pt x="2009734" y="2787396"/>
                </a:lnTo>
                <a:lnTo>
                  <a:pt x="2009734" y="2790652"/>
                </a:lnTo>
                <a:lnTo>
                  <a:pt x="2008339" y="2792513"/>
                </a:lnTo>
                <a:lnTo>
                  <a:pt x="2009270" y="2795303"/>
                </a:lnTo>
                <a:lnTo>
                  <a:pt x="2009270" y="2795302"/>
                </a:lnTo>
                <a:lnTo>
                  <a:pt x="2008340" y="2792512"/>
                </a:lnTo>
                <a:lnTo>
                  <a:pt x="2009735" y="2790651"/>
                </a:lnTo>
                <a:lnTo>
                  <a:pt x="2009735" y="2787395"/>
                </a:lnTo>
                <a:lnTo>
                  <a:pt x="2007409" y="2785535"/>
                </a:lnTo>
                <a:close/>
                <a:moveTo>
                  <a:pt x="3226924" y="2780884"/>
                </a:moveTo>
                <a:lnTo>
                  <a:pt x="3227855" y="2781349"/>
                </a:lnTo>
                <a:lnTo>
                  <a:pt x="3224599" y="2785070"/>
                </a:lnTo>
                <a:lnTo>
                  <a:pt x="3222738" y="2783210"/>
                </a:lnTo>
                <a:lnTo>
                  <a:pt x="3224599" y="2781349"/>
                </a:lnTo>
                <a:close/>
                <a:moveTo>
                  <a:pt x="3248319" y="2779489"/>
                </a:moveTo>
                <a:lnTo>
                  <a:pt x="3252970" y="2780884"/>
                </a:lnTo>
                <a:lnTo>
                  <a:pt x="3250645" y="2786465"/>
                </a:lnTo>
                <a:lnTo>
                  <a:pt x="3248784" y="2787861"/>
                </a:lnTo>
                <a:lnTo>
                  <a:pt x="3247854" y="2786930"/>
                </a:lnTo>
                <a:lnTo>
                  <a:pt x="3247389" y="2787861"/>
                </a:lnTo>
                <a:lnTo>
                  <a:pt x="3248784" y="2787861"/>
                </a:lnTo>
                <a:lnTo>
                  <a:pt x="3249249" y="2787861"/>
                </a:lnTo>
                <a:lnTo>
                  <a:pt x="3250645" y="2788326"/>
                </a:lnTo>
                <a:lnTo>
                  <a:pt x="3250180" y="2794372"/>
                </a:lnTo>
                <a:lnTo>
                  <a:pt x="3248319" y="2802744"/>
                </a:lnTo>
                <a:lnTo>
                  <a:pt x="3245528" y="2801349"/>
                </a:lnTo>
                <a:lnTo>
                  <a:pt x="3244133" y="2797163"/>
                </a:lnTo>
                <a:lnTo>
                  <a:pt x="3245528" y="2796233"/>
                </a:lnTo>
                <a:lnTo>
                  <a:pt x="3243202" y="2792512"/>
                </a:lnTo>
                <a:lnTo>
                  <a:pt x="3241343" y="2790652"/>
                </a:lnTo>
                <a:lnTo>
                  <a:pt x="3242738" y="2787396"/>
                </a:lnTo>
                <a:lnTo>
                  <a:pt x="3245528" y="2783674"/>
                </a:lnTo>
                <a:lnTo>
                  <a:pt x="3246458" y="2784140"/>
                </a:lnTo>
                <a:lnTo>
                  <a:pt x="3246458" y="2785535"/>
                </a:lnTo>
                <a:lnTo>
                  <a:pt x="3247698" y="2786774"/>
                </a:lnTo>
                <a:lnTo>
                  <a:pt x="3246924" y="2786000"/>
                </a:lnTo>
                <a:lnTo>
                  <a:pt x="3246924" y="2784140"/>
                </a:lnTo>
                <a:lnTo>
                  <a:pt x="3245994" y="2782745"/>
                </a:lnTo>
                <a:close/>
                <a:moveTo>
                  <a:pt x="3168320" y="2778559"/>
                </a:moveTo>
                <a:lnTo>
                  <a:pt x="3169715" y="2780419"/>
                </a:lnTo>
                <a:lnTo>
                  <a:pt x="3167390" y="2783210"/>
                </a:lnTo>
                <a:lnTo>
                  <a:pt x="3165530" y="2780884"/>
                </a:lnTo>
                <a:close/>
                <a:moveTo>
                  <a:pt x="3292040" y="2778093"/>
                </a:moveTo>
                <a:lnTo>
                  <a:pt x="3301342" y="2783210"/>
                </a:lnTo>
                <a:lnTo>
                  <a:pt x="3299946" y="2789256"/>
                </a:lnTo>
                <a:lnTo>
                  <a:pt x="3297621" y="2792977"/>
                </a:lnTo>
                <a:lnTo>
                  <a:pt x="3297156" y="2792977"/>
                </a:lnTo>
                <a:lnTo>
                  <a:pt x="3295760" y="2791116"/>
                </a:lnTo>
                <a:lnTo>
                  <a:pt x="3295760" y="2792047"/>
                </a:lnTo>
                <a:lnTo>
                  <a:pt x="3295295" y="2792512"/>
                </a:lnTo>
                <a:lnTo>
                  <a:pt x="3294830" y="2793442"/>
                </a:lnTo>
                <a:lnTo>
                  <a:pt x="3293435" y="2794372"/>
                </a:lnTo>
                <a:lnTo>
                  <a:pt x="3292040" y="2795767"/>
                </a:lnTo>
                <a:lnTo>
                  <a:pt x="3290179" y="2796233"/>
                </a:lnTo>
                <a:lnTo>
                  <a:pt x="3288318" y="2798093"/>
                </a:lnTo>
                <a:lnTo>
                  <a:pt x="3286923" y="2796698"/>
                </a:lnTo>
                <a:lnTo>
                  <a:pt x="3286923" y="2795303"/>
                </a:lnTo>
                <a:lnTo>
                  <a:pt x="3286458" y="2792512"/>
                </a:lnTo>
                <a:lnTo>
                  <a:pt x="3286458" y="2791581"/>
                </a:lnTo>
                <a:lnTo>
                  <a:pt x="3285528" y="2790652"/>
                </a:lnTo>
                <a:lnTo>
                  <a:pt x="3283667" y="2790652"/>
                </a:lnTo>
                <a:lnTo>
                  <a:pt x="3281807" y="2783674"/>
                </a:lnTo>
                <a:lnTo>
                  <a:pt x="3279947" y="2779954"/>
                </a:lnTo>
                <a:lnTo>
                  <a:pt x="3282737" y="2781349"/>
                </a:lnTo>
                <a:lnTo>
                  <a:pt x="3287854" y="2780884"/>
                </a:lnTo>
                <a:close/>
                <a:moveTo>
                  <a:pt x="3261807" y="2777628"/>
                </a:moveTo>
                <a:lnTo>
                  <a:pt x="3263202" y="2779954"/>
                </a:lnTo>
                <a:lnTo>
                  <a:pt x="3266923" y="2778559"/>
                </a:lnTo>
                <a:lnTo>
                  <a:pt x="3270179" y="2779023"/>
                </a:lnTo>
                <a:lnTo>
                  <a:pt x="3272970" y="2780419"/>
                </a:lnTo>
                <a:lnTo>
                  <a:pt x="3273900" y="2779954"/>
                </a:lnTo>
                <a:lnTo>
                  <a:pt x="3276226" y="2782745"/>
                </a:lnTo>
                <a:lnTo>
                  <a:pt x="3273435" y="2786930"/>
                </a:lnTo>
                <a:lnTo>
                  <a:pt x="3272970" y="2788791"/>
                </a:lnTo>
                <a:lnTo>
                  <a:pt x="3272040" y="2788791"/>
                </a:lnTo>
                <a:lnTo>
                  <a:pt x="3272970" y="2787861"/>
                </a:lnTo>
                <a:lnTo>
                  <a:pt x="3272970" y="2786930"/>
                </a:lnTo>
                <a:lnTo>
                  <a:pt x="3272040" y="2786465"/>
                </a:lnTo>
                <a:lnTo>
                  <a:pt x="3271574" y="2786930"/>
                </a:lnTo>
                <a:lnTo>
                  <a:pt x="3270179" y="2788326"/>
                </a:lnTo>
                <a:lnTo>
                  <a:pt x="3269249" y="2786930"/>
                </a:lnTo>
                <a:lnTo>
                  <a:pt x="3267389" y="2786465"/>
                </a:lnTo>
                <a:lnTo>
                  <a:pt x="3265993" y="2783674"/>
                </a:lnTo>
                <a:lnTo>
                  <a:pt x="3264598" y="2783210"/>
                </a:lnTo>
                <a:lnTo>
                  <a:pt x="3262738" y="2783210"/>
                </a:lnTo>
                <a:lnTo>
                  <a:pt x="3260877" y="2779954"/>
                </a:lnTo>
                <a:close/>
                <a:moveTo>
                  <a:pt x="3025532" y="2773908"/>
                </a:moveTo>
                <a:lnTo>
                  <a:pt x="3025067" y="2776233"/>
                </a:lnTo>
                <a:lnTo>
                  <a:pt x="3025257" y="2776613"/>
                </a:lnTo>
                <a:lnTo>
                  <a:pt x="3025067" y="2776233"/>
                </a:lnTo>
                <a:close/>
                <a:moveTo>
                  <a:pt x="2990230" y="2773638"/>
                </a:moveTo>
                <a:lnTo>
                  <a:pt x="2988788" y="2776233"/>
                </a:lnTo>
                <a:lnTo>
                  <a:pt x="2988713" y="2776687"/>
                </a:lnTo>
                <a:lnTo>
                  <a:pt x="2988788" y="2776233"/>
                </a:lnTo>
                <a:close/>
                <a:moveTo>
                  <a:pt x="3014834" y="2770652"/>
                </a:moveTo>
                <a:lnTo>
                  <a:pt x="3013617" y="2774305"/>
                </a:lnTo>
                <a:lnTo>
                  <a:pt x="3014835" y="2770652"/>
                </a:lnTo>
                <a:close/>
                <a:moveTo>
                  <a:pt x="3265063" y="2769257"/>
                </a:moveTo>
                <a:lnTo>
                  <a:pt x="3265993" y="2772977"/>
                </a:lnTo>
                <a:lnTo>
                  <a:pt x="3273900" y="2778559"/>
                </a:lnTo>
                <a:lnTo>
                  <a:pt x="3272040" y="2779489"/>
                </a:lnTo>
                <a:lnTo>
                  <a:pt x="3267853" y="2778093"/>
                </a:lnTo>
                <a:lnTo>
                  <a:pt x="3263202" y="2779023"/>
                </a:lnTo>
                <a:lnTo>
                  <a:pt x="3261807" y="2775768"/>
                </a:lnTo>
                <a:lnTo>
                  <a:pt x="3261807" y="2769722"/>
                </a:lnTo>
                <a:close/>
                <a:moveTo>
                  <a:pt x="947426" y="2768327"/>
                </a:moveTo>
                <a:lnTo>
                  <a:pt x="946031" y="2771116"/>
                </a:lnTo>
                <a:lnTo>
                  <a:pt x="946031" y="2771117"/>
                </a:lnTo>
                <a:close/>
                <a:moveTo>
                  <a:pt x="2013076" y="2766337"/>
                </a:moveTo>
                <a:lnTo>
                  <a:pt x="2011595" y="2770187"/>
                </a:lnTo>
                <a:lnTo>
                  <a:pt x="2008339" y="2775304"/>
                </a:lnTo>
                <a:lnTo>
                  <a:pt x="2008804" y="2778559"/>
                </a:lnTo>
                <a:lnTo>
                  <a:pt x="2008804" y="2778559"/>
                </a:lnTo>
                <a:lnTo>
                  <a:pt x="2008340" y="2775303"/>
                </a:lnTo>
                <a:lnTo>
                  <a:pt x="2011596" y="2770186"/>
                </a:lnTo>
                <a:close/>
                <a:moveTo>
                  <a:pt x="2817701" y="2763072"/>
                </a:moveTo>
                <a:lnTo>
                  <a:pt x="2815303" y="2765069"/>
                </a:lnTo>
                <a:lnTo>
                  <a:pt x="2812512" y="2769720"/>
                </a:lnTo>
                <a:lnTo>
                  <a:pt x="2803676" y="2770186"/>
                </a:lnTo>
                <a:lnTo>
                  <a:pt x="2794839" y="2769720"/>
                </a:lnTo>
                <a:lnTo>
                  <a:pt x="2791118" y="2767860"/>
                </a:lnTo>
                <a:lnTo>
                  <a:pt x="2790652" y="2764605"/>
                </a:lnTo>
                <a:lnTo>
                  <a:pt x="2791117" y="2767861"/>
                </a:lnTo>
                <a:lnTo>
                  <a:pt x="2794838" y="2769721"/>
                </a:lnTo>
                <a:lnTo>
                  <a:pt x="2803675" y="2770186"/>
                </a:lnTo>
                <a:lnTo>
                  <a:pt x="2812512" y="2769721"/>
                </a:lnTo>
                <a:lnTo>
                  <a:pt x="2815303" y="2765070"/>
                </a:lnTo>
                <a:close/>
                <a:moveTo>
                  <a:pt x="3251575" y="2762745"/>
                </a:moveTo>
                <a:lnTo>
                  <a:pt x="3253900" y="2762745"/>
                </a:lnTo>
                <a:lnTo>
                  <a:pt x="3260412" y="2766001"/>
                </a:lnTo>
                <a:lnTo>
                  <a:pt x="3256691" y="2771117"/>
                </a:lnTo>
                <a:lnTo>
                  <a:pt x="3254365" y="2775768"/>
                </a:lnTo>
                <a:lnTo>
                  <a:pt x="3251109" y="2773908"/>
                </a:lnTo>
                <a:lnTo>
                  <a:pt x="3247389" y="2773908"/>
                </a:lnTo>
                <a:lnTo>
                  <a:pt x="3246458" y="2771582"/>
                </a:lnTo>
                <a:lnTo>
                  <a:pt x="3247854" y="2766931"/>
                </a:lnTo>
                <a:close/>
                <a:moveTo>
                  <a:pt x="3169251" y="2761350"/>
                </a:moveTo>
                <a:lnTo>
                  <a:pt x="3166460" y="2767861"/>
                </a:lnTo>
                <a:lnTo>
                  <a:pt x="3161808" y="2774838"/>
                </a:lnTo>
                <a:lnTo>
                  <a:pt x="3160879" y="2777628"/>
                </a:lnTo>
                <a:lnTo>
                  <a:pt x="3155762" y="2780884"/>
                </a:lnTo>
                <a:lnTo>
                  <a:pt x="3154367" y="2780419"/>
                </a:lnTo>
                <a:lnTo>
                  <a:pt x="3155762" y="2772977"/>
                </a:lnTo>
                <a:lnTo>
                  <a:pt x="3158088" y="2767396"/>
                </a:lnTo>
                <a:lnTo>
                  <a:pt x="3161808" y="2764140"/>
                </a:lnTo>
                <a:close/>
                <a:moveTo>
                  <a:pt x="992751" y="2761235"/>
                </a:moveTo>
                <a:lnTo>
                  <a:pt x="993936" y="2763209"/>
                </a:lnTo>
                <a:lnTo>
                  <a:pt x="993471" y="2768791"/>
                </a:lnTo>
                <a:lnTo>
                  <a:pt x="993472" y="2768792"/>
                </a:lnTo>
                <a:lnTo>
                  <a:pt x="993937" y="2763211"/>
                </a:lnTo>
                <a:close/>
                <a:moveTo>
                  <a:pt x="3274365" y="2760884"/>
                </a:moveTo>
                <a:lnTo>
                  <a:pt x="3275760" y="2762745"/>
                </a:lnTo>
                <a:lnTo>
                  <a:pt x="3281807" y="2763210"/>
                </a:lnTo>
                <a:lnTo>
                  <a:pt x="3284598" y="2761815"/>
                </a:lnTo>
                <a:lnTo>
                  <a:pt x="3285993" y="2764140"/>
                </a:lnTo>
                <a:lnTo>
                  <a:pt x="3289714" y="2763676"/>
                </a:lnTo>
                <a:lnTo>
                  <a:pt x="3291109" y="2771117"/>
                </a:lnTo>
                <a:lnTo>
                  <a:pt x="3291109" y="2778093"/>
                </a:lnTo>
                <a:lnTo>
                  <a:pt x="3289249" y="2779023"/>
                </a:lnTo>
                <a:lnTo>
                  <a:pt x="3282737" y="2779954"/>
                </a:lnTo>
                <a:lnTo>
                  <a:pt x="3278086" y="2776233"/>
                </a:lnTo>
                <a:lnTo>
                  <a:pt x="3270179" y="2775768"/>
                </a:lnTo>
                <a:lnTo>
                  <a:pt x="3266458" y="2772977"/>
                </a:lnTo>
                <a:lnTo>
                  <a:pt x="3265993" y="2769257"/>
                </a:lnTo>
                <a:lnTo>
                  <a:pt x="3267853" y="2763676"/>
                </a:lnTo>
                <a:lnTo>
                  <a:pt x="3270179" y="2763676"/>
                </a:lnTo>
                <a:close/>
                <a:moveTo>
                  <a:pt x="943617" y="2759295"/>
                </a:moveTo>
                <a:lnTo>
                  <a:pt x="943241" y="2759954"/>
                </a:lnTo>
                <a:lnTo>
                  <a:pt x="939055" y="2762744"/>
                </a:lnTo>
                <a:lnTo>
                  <a:pt x="939055" y="2762745"/>
                </a:lnTo>
                <a:lnTo>
                  <a:pt x="943240" y="2759955"/>
                </a:lnTo>
                <a:close/>
                <a:moveTo>
                  <a:pt x="3290179" y="2758094"/>
                </a:moveTo>
                <a:lnTo>
                  <a:pt x="3290179" y="2762745"/>
                </a:lnTo>
                <a:lnTo>
                  <a:pt x="3285993" y="2763676"/>
                </a:lnTo>
                <a:lnTo>
                  <a:pt x="3282272" y="2758559"/>
                </a:lnTo>
                <a:close/>
                <a:moveTo>
                  <a:pt x="3268319" y="2757164"/>
                </a:moveTo>
                <a:lnTo>
                  <a:pt x="3270179" y="2757629"/>
                </a:lnTo>
                <a:lnTo>
                  <a:pt x="3270645" y="2762745"/>
                </a:lnTo>
                <a:lnTo>
                  <a:pt x="3267853" y="2762280"/>
                </a:lnTo>
                <a:lnTo>
                  <a:pt x="3266458" y="2757629"/>
                </a:lnTo>
                <a:close/>
                <a:moveTo>
                  <a:pt x="2792513" y="2757163"/>
                </a:moveTo>
                <a:lnTo>
                  <a:pt x="2792513" y="2757164"/>
                </a:lnTo>
                <a:lnTo>
                  <a:pt x="2793908" y="2759954"/>
                </a:lnTo>
                <a:lnTo>
                  <a:pt x="2793908" y="2759953"/>
                </a:lnTo>
                <a:close/>
                <a:moveTo>
                  <a:pt x="2015781" y="2755769"/>
                </a:moveTo>
                <a:lnTo>
                  <a:pt x="2014385" y="2760420"/>
                </a:lnTo>
                <a:lnTo>
                  <a:pt x="2013981" y="2763659"/>
                </a:lnTo>
                <a:lnTo>
                  <a:pt x="2014386" y="2760419"/>
                </a:lnTo>
                <a:close/>
                <a:moveTo>
                  <a:pt x="3305993" y="2755769"/>
                </a:moveTo>
                <a:lnTo>
                  <a:pt x="3308318" y="2757164"/>
                </a:lnTo>
                <a:lnTo>
                  <a:pt x="3312039" y="2757629"/>
                </a:lnTo>
                <a:lnTo>
                  <a:pt x="3316690" y="2763676"/>
                </a:lnTo>
                <a:lnTo>
                  <a:pt x="3318086" y="2768326"/>
                </a:lnTo>
                <a:lnTo>
                  <a:pt x="3315760" y="2777164"/>
                </a:lnTo>
                <a:lnTo>
                  <a:pt x="3310644" y="2778559"/>
                </a:lnTo>
                <a:lnTo>
                  <a:pt x="3305528" y="2774838"/>
                </a:lnTo>
                <a:lnTo>
                  <a:pt x="3308783" y="2770186"/>
                </a:lnTo>
                <a:lnTo>
                  <a:pt x="3301807" y="2766931"/>
                </a:lnTo>
                <a:lnTo>
                  <a:pt x="3301807" y="2765071"/>
                </a:lnTo>
                <a:lnTo>
                  <a:pt x="3301807" y="2764605"/>
                </a:lnTo>
                <a:lnTo>
                  <a:pt x="3300411" y="2763210"/>
                </a:lnTo>
                <a:lnTo>
                  <a:pt x="3303667" y="2757629"/>
                </a:lnTo>
                <a:close/>
                <a:moveTo>
                  <a:pt x="3275760" y="2755769"/>
                </a:moveTo>
                <a:lnTo>
                  <a:pt x="3279016" y="2757164"/>
                </a:lnTo>
                <a:lnTo>
                  <a:pt x="3279016" y="2761350"/>
                </a:lnTo>
                <a:lnTo>
                  <a:pt x="3275760" y="2761815"/>
                </a:lnTo>
                <a:lnTo>
                  <a:pt x="3274830" y="2760420"/>
                </a:lnTo>
                <a:lnTo>
                  <a:pt x="3273435" y="2760884"/>
                </a:lnTo>
                <a:lnTo>
                  <a:pt x="3270645" y="2759489"/>
                </a:lnTo>
                <a:lnTo>
                  <a:pt x="3272504" y="2756699"/>
                </a:lnTo>
                <a:close/>
                <a:moveTo>
                  <a:pt x="948822" y="2755768"/>
                </a:moveTo>
                <a:lnTo>
                  <a:pt x="945101" y="2756698"/>
                </a:lnTo>
                <a:lnTo>
                  <a:pt x="945101" y="2756699"/>
                </a:lnTo>
                <a:lnTo>
                  <a:pt x="948821" y="2755769"/>
                </a:lnTo>
                <a:close/>
                <a:moveTo>
                  <a:pt x="3282737" y="2752513"/>
                </a:moveTo>
                <a:lnTo>
                  <a:pt x="3285062" y="2752513"/>
                </a:lnTo>
                <a:lnTo>
                  <a:pt x="3285062" y="2755303"/>
                </a:lnTo>
                <a:lnTo>
                  <a:pt x="3286923" y="2758094"/>
                </a:lnTo>
                <a:lnTo>
                  <a:pt x="3283667" y="2758094"/>
                </a:lnTo>
                <a:lnTo>
                  <a:pt x="3281807" y="2758559"/>
                </a:lnTo>
                <a:lnTo>
                  <a:pt x="3277156" y="2755303"/>
                </a:lnTo>
                <a:lnTo>
                  <a:pt x="3278552" y="2753908"/>
                </a:lnTo>
                <a:lnTo>
                  <a:pt x="3279947" y="2753908"/>
                </a:lnTo>
                <a:close/>
                <a:moveTo>
                  <a:pt x="2686003" y="2751581"/>
                </a:moveTo>
                <a:lnTo>
                  <a:pt x="2686003" y="2751582"/>
                </a:lnTo>
                <a:lnTo>
                  <a:pt x="2689258" y="2754838"/>
                </a:lnTo>
                <a:lnTo>
                  <a:pt x="2692514" y="2753442"/>
                </a:lnTo>
                <a:lnTo>
                  <a:pt x="2703676" y="2758559"/>
                </a:lnTo>
                <a:lnTo>
                  <a:pt x="2704607" y="2764140"/>
                </a:lnTo>
                <a:lnTo>
                  <a:pt x="2706932" y="2766000"/>
                </a:lnTo>
                <a:lnTo>
                  <a:pt x="2706933" y="2766000"/>
                </a:lnTo>
                <a:lnTo>
                  <a:pt x="2704607" y="2764139"/>
                </a:lnTo>
                <a:lnTo>
                  <a:pt x="2703677" y="2758557"/>
                </a:lnTo>
                <a:lnTo>
                  <a:pt x="2692514" y="2753442"/>
                </a:lnTo>
                <a:lnTo>
                  <a:pt x="2689258" y="2754837"/>
                </a:lnTo>
                <a:close/>
                <a:moveTo>
                  <a:pt x="3285062" y="2751117"/>
                </a:moveTo>
                <a:lnTo>
                  <a:pt x="3290644" y="2751582"/>
                </a:lnTo>
                <a:lnTo>
                  <a:pt x="3288318" y="2755769"/>
                </a:lnTo>
                <a:lnTo>
                  <a:pt x="3285528" y="2755303"/>
                </a:lnTo>
                <a:close/>
                <a:moveTo>
                  <a:pt x="2019037" y="2748792"/>
                </a:moveTo>
                <a:lnTo>
                  <a:pt x="2019037" y="2748792"/>
                </a:lnTo>
                <a:lnTo>
                  <a:pt x="2017641" y="2754838"/>
                </a:lnTo>
                <a:lnTo>
                  <a:pt x="2017575" y="2754871"/>
                </a:lnTo>
                <a:lnTo>
                  <a:pt x="2017642" y="2754838"/>
                </a:lnTo>
                <a:close/>
                <a:moveTo>
                  <a:pt x="2795768" y="2748791"/>
                </a:moveTo>
                <a:lnTo>
                  <a:pt x="2795768" y="2748791"/>
                </a:lnTo>
                <a:lnTo>
                  <a:pt x="2795377" y="2749005"/>
                </a:lnTo>
                <a:lnTo>
                  <a:pt x="2790652" y="2751581"/>
                </a:lnTo>
                <a:lnTo>
                  <a:pt x="2788792" y="2753906"/>
                </a:lnTo>
                <a:lnTo>
                  <a:pt x="2785227" y="2756135"/>
                </a:lnTo>
                <a:lnTo>
                  <a:pt x="2788792" y="2753908"/>
                </a:lnTo>
                <a:lnTo>
                  <a:pt x="2790652" y="2751582"/>
                </a:lnTo>
                <a:lnTo>
                  <a:pt x="2795377" y="2749005"/>
                </a:lnTo>
                <a:close/>
                <a:moveTo>
                  <a:pt x="3273435" y="2747396"/>
                </a:moveTo>
                <a:lnTo>
                  <a:pt x="3274365" y="2751582"/>
                </a:lnTo>
                <a:lnTo>
                  <a:pt x="3274830" y="2754838"/>
                </a:lnTo>
                <a:lnTo>
                  <a:pt x="3271109" y="2757629"/>
                </a:lnTo>
                <a:lnTo>
                  <a:pt x="3265528" y="2755769"/>
                </a:lnTo>
                <a:lnTo>
                  <a:pt x="3267389" y="2752513"/>
                </a:lnTo>
                <a:lnTo>
                  <a:pt x="3269249" y="2750187"/>
                </a:lnTo>
                <a:lnTo>
                  <a:pt x="3270645" y="2748327"/>
                </a:lnTo>
                <a:close/>
                <a:moveTo>
                  <a:pt x="2797629" y="2746930"/>
                </a:moveTo>
                <a:lnTo>
                  <a:pt x="2797628" y="2746931"/>
                </a:lnTo>
                <a:lnTo>
                  <a:pt x="2802279" y="2752977"/>
                </a:lnTo>
                <a:lnTo>
                  <a:pt x="2802280" y="2752976"/>
                </a:lnTo>
                <a:close/>
                <a:moveTo>
                  <a:pt x="2677166" y="2746930"/>
                </a:moveTo>
                <a:lnTo>
                  <a:pt x="2673444" y="2748325"/>
                </a:lnTo>
                <a:lnTo>
                  <a:pt x="2670654" y="2752511"/>
                </a:lnTo>
                <a:lnTo>
                  <a:pt x="2667399" y="2750186"/>
                </a:lnTo>
                <a:lnTo>
                  <a:pt x="2667398" y="2750187"/>
                </a:lnTo>
                <a:lnTo>
                  <a:pt x="2670654" y="2752512"/>
                </a:lnTo>
                <a:lnTo>
                  <a:pt x="2673445" y="2748327"/>
                </a:lnTo>
                <a:lnTo>
                  <a:pt x="2677166" y="2746931"/>
                </a:lnTo>
                <a:lnTo>
                  <a:pt x="2681351" y="2747861"/>
                </a:lnTo>
                <a:lnTo>
                  <a:pt x="2686003" y="2749722"/>
                </a:lnTo>
                <a:lnTo>
                  <a:pt x="2686003" y="2749721"/>
                </a:lnTo>
                <a:lnTo>
                  <a:pt x="2681351" y="2747860"/>
                </a:lnTo>
                <a:close/>
                <a:moveTo>
                  <a:pt x="2030201" y="2746466"/>
                </a:moveTo>
                <a:lnTo>
                  <a:pt x="2030199" y="2746467"/>
                </a:lnTo>
                <a:lnTo>
                  <a:pt x="2033455" y="2747397"/>
                </a:lnTo>
                <a:lnTo>
                  <a:pt x="2035780" y="2749723"/>
                </a:lnTo>
                <a:lnTo>
                  <a:pt x="2034850" y="2755304"/>
                </a:lnTo>
                <a:lnTo>
                  <a:pt x="2034851" y="2755303"/>
                </a:lnTo>
                <a:lnTo>
                  <a:pt x="2035781" y="2749721"/>
                </a:lnTo>
                <a:lnTo>
                  <a:pt x="2033456" y="2747396"/>
                </a:lnTo>
                <a:close/>
                <a:moveTo>
                  <a:pt x="2829721" y="2746465"/>
                </a:moveTo>
                <a:lnTo>
                  <a:pt x="2819954" y="2762744"/>
                </a:lnTo>
                <a:lnTo>
                  <a:pt x="2818094" y="2762744"/>
                </a:lnTo>
                <a:lnTo>
                  <a:pt x="2818093" y="2762745"/>
                </a:lnTo>
                <a:lnTo>
                  <a:pt x="2819954" y="2762745"/>
                </a:lnTo>
                <a:lnTo>
                  <a:pt x="2829722" y="2746466"/>
                </a:lnTo>
                <a:close/>
                <a:moveTo>
                  <a:pt x="3276691" y="2745071"/>
                </a:moveTo>
                <a:lnTo>
                  <a:pt x="3281342" y="2746001"/>
                </a:lnTo>
                <a:lnTo>
                  <a:pt x="3281807" y="2748327"/>
                </a:lnTo>
                <a:lnTo>
                  <a:pt x="3284598" y="2752047"/>
                </a:lnTo>
                <a:lnTo>
                  <a:pt x="3282272" y="2752513"/>
                </a:lnTo>
                <a:lnTo>
                  <a:pt x="3279947" y="2753443"/>
                </a:lnTo>
                <a:lnTo>
                  <a:pt x="3278552" y="2751117"/>
                </a:lnTo>
                <a:lnTo>
                  <a:pt x="3274830" y="2751582"/>
                </a:lnTo>
                <a:lnTo>
                  <a:pt x="3273900" y="2746931"/>
                </a:lnTo>
                <a:close/>
                <a:moveTo>
                  <a:pt x="2721816" y="2744604"/>
                </a:moveTo>
                <a:lnTo>
                  <a:pt x="2713909" y="2752511"/>
                </a:lnTo>
                <a:lnTo>
                  <a:pt x="2711637" y="2757470"/>
                </a:lnTo>
                <a:lnTo>
                  <a:pt x="2713909" y="2752512"/>
                </a:lnTo>
                <a:lnTo>
                  <a:pt x="2721816" y="2744606"/>
                </a:lnTo>
                <a:lnTo>
                  <a:pt x="2727863" y="2744606"/>
                </a:lnTo>
                <a:lnTo>
                  <a:pt x="2727863" y="2744604"/>
                </a:lnTo>
                <a:close/>
                <a:moveTo>
                  <a:pt x="2956305" y="2741330"/>
                </a:moveTo>
                <a:lnTo>
                  <a:pt x="2957161" y="2746466"/>
                </a:lnTo>
                <a:lnTo>
                  <a:pt x="2957161" y="2746466"/>
                </a:lnTo>
                <a:close/>
                <a:moveTo>
                  <a:pt x="2674375" y="2739489"/>
                </a:moveTo>
                <a:lnTo>
                  <a:pt x="2674375" y="2739489"/>
                </a:lnTo>
                <a:lnTo>
                  <a:pt x="2675305" y="2742279"/>
                </a:lnTo>
                <a:lnTo>
                  <a:pt x="2675305" y="2742279"/>
                </a:lnTo>
                <a:close/>
                <a:moveTo>
                  <a:pt x="2727863" y="2739488"/>
                </a:moveTo>
                <a:lnTo>
                  <a:pt x="2727863" y="2739489"/>
                </a:lnTo>
                <a:lnTo>
                  <a:pt x="2735304" y="2739489"/>
                </a:lnTo>
                <a:lnTo>
                  <a:pt x="2742746" y="2742745"/>
                </a:lnTo>
                <a:lnTo>
                  <a:pt x="2747397" y="2746001"/>
                </a:lnTo>
                <a:lnTo>
                  <a:pt x="2750653" y="2746931"/>
                </a:lnTo>
                <a:lnTo>
                  <a:pt x="2755304" y="2749722"/>
                </a:lnTo>
                <a:lnTo>
                  <a:pt x="2762746" y="2752047"/>
                </a:lnTo>
                <a:lnTo>
                  <a:pt x="2764141" y="2753442"/>
                </a:lnTo>
                <a:lnTo>
                  <a:pt x="2770652" y="2752047"/>
                </a:lnTo>
                <a:lnTo>
                  <a:pt x="2772513" y="2750652"/>
                </a:lnTo>
                <a:lnTo>
                  <a:pt x="2778559" y="2757628"/>
                </a:lnTo>
                <a:lnTo>
                  <a:pt x="2779489" y="2756233"/>
                </a:lnTo>
                <a:lnTo>
                  <a:pt x="2785070" y="2756233"/>
                </a:lnTo>
                <a:lnTo>
                  <a:pt x="2785071" y="2756232"/>
                </a:lnTo>
                <a:lnTo>
                  <a:pt x="2779489" y="2756232"/>
                </a:lnTo>
                <a:lnTo>
                  <a:pt x="2778559" y="2757627"/>
                </a:lnTo>
                <a:lnTo>
                  <a:pt x="2772513" y="2750651"/>
                </a:lnTo>
                <a:lnTo>
                  <a:pt x="2770652" y="2752046"/>
                </a:lnTo>
                <a:lnTo>
                  <a:pt x="2764141" y="2753442"/>
                </a:lnTo>
                <a:lnTo>
                  <a:pt x="2762745" y="2752046"/>
                </a:lnTo>
                <a:lnTo>
                  <a:pt x="2755304" y="2749721"/>
                </a:lnTo>
                <a:lnTo>
                  <a:pt x="2750653" y="2746930"/>
                </a:lnTo>
                <a:lnTo>
                  <a:pt x="2747397" y="2746000"/>
                </a:lnTo>
                <a:lnTo>
                  <a:pt x="2742747" y="2742744"/>
                </a:lnTo>
                <a:lnTo>
                  <a:pt x="2735304" y="2739488"/>
                </a:lnTo>
                <a:close/>
                <a:moveTo>
                  <a:pt x="2448797" y="2739024"/>
                </a:moveTo>
                <a:lnTo>
                  <a:pt x="2447192" y="2741131"/>
                </a:lnTo>
                <a:lnTo>
                  <a:pt x="2448797" y="2739025"/>
                </a:lnTo>
                <a:close/>
                <a:moveTo>
                  <a:pt x="2038054" y="2738258"/>
                </a:moveTo>
                <a:lnTo>
                  <a:pt x="2037641" y="2743211"/>
                </a:lnTo>
                <a:lnTo>
                  <a:pt x="2037642" y="2743210"/>
                </a:lnTo>
                <a:close/>
                <a:moveTo>
                  <a:pt x="3284133" y="2737164"/>
                </a:moveTo>
                <a:lnTo>
                  <a:pt x="3287388" y="2737629"/>
                </a:lnTo>
                <a:lnTo>
                  <a:pt x="3290644" y="2743676"/>
                </a:lnTo>
                <a:lnTo>
                  <a:pt x="3293435" y="2747396"/>
                </a:lnTo>
                <a:lnTo>
                  <a:pt x="3292505" y="2750187"/>
                </a:lnTo>
                <a:lnTo>
                  <a:pt x="3285528" y="2751117"/>
                </a:lnTo>
                <a:lnTo>
                  <a:pt x="3282272" y="2748792"/>
                </a:lnTo>
                <a:lnTo>
                  <a:pt x="3281342" y="2745071"/>
                </a:lnTo>
                <a:close/>
                <a:moveTo>
                  <a:pt x="2036712" y="2734374"/>
                </a:moveTo>
                <a:lnTo>
                  <a:pt x="2036711" y="2734374"/>
                </a:lnTo>
                <a:lnTo>
                  <a:pt x="2038106" y="2737630"/>
                </a:lnTo>
                <a:lnTo>
                  <a:pt x="2038106" y="2737629"/>
                </a:lnTo>
                <a:close/>
                <a:moveTo>
                  <a:pt x="2833442" y="2734373"/>
                </a:moveTo>
                <a:lnTo>
                  <a:pt x="2828326" y="2743209"/>
                </a:lnTo>
                <a:lnTo>
                  <a:pt x="2828326" y="2743209"/>
                </a:lnTo>
                <a:lnTo>
                  <a:pt x="2833442" y="2734373"/>
                </a:lnTo>
                <a:close/>
                <a:moveTo>
                  <a:pt x="2677631" y="2734373"/>
                </a:moveTo>
                <a:lnTo>
                  <a:pt x="2677631" y="2734373"/>
                </a:lnTo>
                <a:lnTo>
                  <a:pt x="2678096" y="2735303"/>
                </a:lnTo>
                <a:lnTo>
                  <a:pt x="2678096" y="2735303"/>
                </a:lnTo>
                <a:close/>
                <a:moveTo>
                  <a:pt x="3297621" y="2733443"/>
                </a:moveTo>
                <a:lnTo>
                  <a:pt x="3303202" y="2740420"/>
                </a:lnTo>
                <a:lnTo>
                  <a:pt x="3303202" y="2745536"/>
                </a:lnTo>
                <a:lnTo>
                  <a:pt x="3300876" y="2751582"/>
                </a:lnTo>
                <a:lnTo>
                  <a:pt x="3298551" y="2753443"/>
                </a:lnTo>
                <a:lnTo>
                  <a:pt x="3295760" y="2753443"/>
                </a:lnTo>
                <a:lnTo>
                  <a:pt x="3293435" y="2756699"/>
                </a:lnTo>
                <a:lnTo>
                  <a:pt x="3293435" y="2761815"/>
                </a:lnTo>
                <a:lnTo>
                  <a:pt x="3294830" y="2766001"/>
                </a:lnTo>
                <a:lnTo>
                  <a:pt x="3297156" y="2766001"/>
                </a:lnTo>
                <a:lnTo>
                  <a:pt x="3295295" y="2761815"/>
                </a:lnTo>
                <a:lnTo>
                  <a:pt x="3296225" y="2755303"/>
                </a:lnTo>
                <a:lnTo>
                  <a:pt x="3299016" y="2755769"/>
                </a:lnTo>
                <a:lnTo>
                  <a:pt x="3302272" y="2759489"/>
                </a:lnTo>
                <a:lnTo>
                  <a:pt x="3299946" y="2763210"/>
                </a:lnTo>
                <a:lnTo>
                  <a:pt x="3301807" y="2765071"/>
                </a:lnTo>
                <a:lnTo>
                  <a:pt x="3301342" y="2768326"/>
                </a:lnTo>
                <a:lnTo>
                  <a:pt x="3304598" y="2771117"/>
                </a:lnTo>
                <a:lnTo>
                  <a:pt x="3305062" y="2775768"/>
                </a:lnTo>
                <a:lnTo>
                  <a:pt x="3309249" y="2779489"/>
                </a:lnTo>
                <a:lnTo>
                  <a:pt x="3308318" y="2782745"/>
                </a:lnTo>
                <a:lnTo>
                  <a:pt x="3304598" y="2781814"/>
                </a:lnTo>
                <a:lnTo>
                  <a:pt x="3296691" y="2778093"/>
                </a:lnTo>
                <a:lnTo>
                  <a:pt x="3294830" y="2775768"/>
                </a:lnTo>
                <a:lnTo>
                  <a:pt x="3292040" y="2766931"/>
                </a:lnTo>
                <a:lnTo>
                  <a:pt x="3292505" y="2764140"/>
                </a:lnTo>
                <a:lnTo>
                  <a:pt x="3290179" y="2754838"/>
                </a:lnTo>
                <a:lnTo>
                  <a:pt x="3291109" y="2752513"/>
                </a:lnTo>
                <a:lnTo>
                  <a:pt x="3294830" y="2749257"/>
                </a:lnTo>
                <a:lnTo>
                  <a:pt x="3294365" y="2746931"/>
                </a:lnTo>
                <a:lnTo>
                  <a:pt x="3291109" y="2743211"/>
                </a:lnTo>
                <a:lnTo>
                  <a:pt x="3289249" y="2736699"/>
                </a:lnTo>
                <a:lnTo>
                  <a:pt x="3292969" y="2738559"/>
                </a:lnTo>
                <a:close/>
                <a:moveTo>
                  <a:pt x="3305993" y="2732048"/>
                </a:moveTo>
                <a:lnTo>
                  <a:pt x="3307853" y="2732513"/>
                </a:lnTo>
                <a:lnTo>
                  <a:pt x="3307853" y="2737629"/>
                </a:lnTo>
                <a:lnTo>
                  <a:pt x="3309249" y="2740420"/>
                </a:lnTo>
                <a:lnTo>
                  <a:pt x="3313434" y="2743211"/>
                </a:lnTo>
                <a:lnTo>
                  <a:pt x="3310644" y="2749722"/>
                </a:lnTo>
                <a:lnTo>
                  <a:pt x="3312039" y="2756699"/>
                </a:lnTo>
                <a:lnTo>
                  <a:pt x="3308783" y="2757164"/>
                </a:lnTo>
                <a:lnTo>
                  <a:pt x="3305993" y="2755769"/>
                </a:lnTo>
                <a:lnTo>
                  <a:pt x="3299946" y="2755769"/>
                </a:lnTo>
                <a:lnTo>
                  <a:pt x="3302737" y="2752513"/>
                </a:lnTo>
                <a:lnTo>
                  <a:pt x="3305062" y="2743211"/>
                </a:lnTo>
                <a:lnTo>
                  <a:pt x="3304598" y="2740420"/>
                </a:lnTo>
                <a:lnTo>
                  <a:pt x="3301807" y="2737164"/>
                </a:lnTo>
                <a:lnTo>
                  <a:pt x="3301342" y="2732978"/>
                </a:lnTo>
                <a:close/>
                <a:moveTo>
                  <a:pt x="3283203" y="2730652"/>
                </a:moveTo>
                <a:lnTo>
                  <a:pt x="3284133" y="2732513"/>
                </a:lnTo>
                <a:lnTo>
                  <a:pt x="3284598" y="2736233"/>
                </a:lnTo>
                <a:lnTo>
                  <a:pt x="3282272" y="2736233"/>
                </a:lnTo>
                <a:lnTo>
                  <a:pt x="3281807" y="2741350"/>
                </a:lnTo>
                <a:lnTo>
                  <a:pt x="3273900" y="2744606"/>
                </a:lnTo>
                <a:lnTo>
                  <a:pt x="3272970" y="2746466"/>
                </a:lnTo>
                <a:lnTo>
                  <a:pt x="3269249" y="2747862"/>
                </a:lnTo>
                <a:lnTo>
                  <a:pt x="3269249" y="2750187"/>
                </a:lnTo>
                <a:lnTo>
                  <a:pt x="3265993" y="2752047"/>
                </a:lnTo>
                <a:lnTo>
                  <a:pt x="3264133" y="2756233"/>
                </a:lnTo>
                <a:lnTo>
                  <a:pt x="3259016" y="2754838"/>
                </a:lnTo>
                <a:lnTo>
                  <a:pt x="3258551" y="2752513"/>
                </a:lnTo>
                <a:lnTo>
                  <a:pt x="3263668" y="2747862"/>
                </a:lnTo>
                <a:lnTo>
                  <a:pt x="3265993" y="2742745"/>
                </a:lnTo>
                <a:lnTo>
                  <a:pt x="3269249" y="2741350"/>
                </a:lnTo>
                <a:lnTo>
                  <a:pt x="3274830" y="2735304"/>
                </a:lnTo>
                <a:lnTo>
                  <a:pt x="3279016" y="2737629"/>
                </a:lnTo>
                <a:lnTo>
                  <a:pt x="3280877" y="2733443"/>
                </a:lnTo>
                <a:lnTo>
                  <a:pt x="3282272" y="2732513"/>
                </a:lnTo>
                <a:lnTo>
                  <a:pt x="3282272" y="2731118"/>
                </a:lnTo>
                <a:close/>
                <a:moveTo>
                  <a:pt x="3257156" y="2730187"/>
                </a:moveTo>
                <a:lnTo>
                  <a:pt x="3263202" y="2732978"/>
                </a:lnTo>
                <a:lnTo>
                  <a:pt x="3268319" y="2732978"/>
                </a:lnTo>
                <a:lnTo>
                  <a:pt x="3268784" y="2735304"/>
                </a:lnTo>
                <a:lnTo>
                  <a:pt x="3272040" y="2737164"/>
                </a:lnTo>
                <a:lnTo>
                  <a:pt x="3268784" y="2740885"/>
                </a:lnTo>
                <a:lnTo>
                  <a:pt x="3263668" y="2743211"/>
                </a:lnTo>
                <a:lnTo>
                  <a:pt x="3261807" y="2746466"/>
                </a:lnTo>
                <a:lnTo>
                  <a:pt x="3256226" y="2750652"/>
                </a:lnTo>
                <a:lnTo>
                  <a:pt x="3256226" y="2755769"/>
                </a:lnTo>
                <a:lnTo>
                  <a:pt x="3262738" y="2759489"/>
                </a:lnTo>
                <a:lnTo>
                  <a:pt x="3264598" y="2762745"/>
                </a:lnTo>
                <a:lnTo>
                  <a:pt x="3261342" y="2765071"/>
                </a:lnTo>
                <a:lnTo>
                  <a:pt x="3258551" y="2764605"/>
                </a:lnTo>
                <a:lnTo>
                  <a:pt x="3252040" y="2761815"/>
                </a:lnTo>
                <a:lnTo>
                  <a:pt x="3252040" y="2757164"/>
                </a:lnTo>
                <a:lnTo>
                  <a:pt x="3250645" y="2752047"/>
                </a:lnTo>
                <a:lnTo>
                  <a:pt x="3247389" y="2747862"/>
                </a:lnTo>
                <a:lnTo>
                  <a:pt x="3250645" y="2738094"/>
                </a:lnTo>
                <a:lnTo>
                  <a:pt x="3254365" y="2734374"/>
                </a:lnTo>
                <a:close/>
                <a:moveTo>
                  <a:pt x="2037989" y="2727521"/>
                </a:moveTo>
                <a:lnTo>
                  <a:pt x="2037641" y="2729258"/>
                </a:lnTo>
                <a:lnTo>
                  <a:pt x="2039036" y="2732049"/>
                </a:lnTo>
                <a:lnTo>
                  <a:pt x="2039037" y="2732048"/>
                </a:lnTo>
                <a:lnTo>
                  <a:pt x="2037642" y="2729257"/>
                </a:lnTo>
                <a:close/>
                <a:moveTo>
                  <a:pt x="3292969" y="2726467"/>
                </a:moveTo>
                <a:lnTo>
                  <a:pt x="3294830" y="2727397"/>
                </a:lnTo>
                <a:lnTo>
                  <a:pt x="3298551" y="2727862"/>
                </a:lnTo>
                <a:lnTo>
                  <a:pt x="3299481" y="2732978"/>
                </a:lnTo>
                <a:lnTo>
                  <a:pt x="3296691" y="2732978"/>
                </a:lnTo>
                <a:lnTo>
                  <a:pt x="3294830" y="2735769"/>
                </a:lnTo>
                <a:lnTo>
                  <a:pt x="3291109" y="2732513"/>
                </a:lnTo>
                <a:lnTo>
                  <a:pt x="3292505" y="2730652"/>
                </a:lnTo>
                <a:close/>
                <a:moveTo>
                  <a:pt x="2959487" y="2721349"/>
                </a:moveTo>
                <a:lnTo>
                  <a:pt x="2955766" y="2723210"/>
                </a:lnTo>
                <a:lnTo>
                  <a:pt x="2955767" y="2723210"/>
                </a:lnTo>
                <a:lnTo>
                  <a:pt x="2959486" y="2721350"/>
                </a:lnTo>
                <a:lnTo>
                  <a:pt x="2964137" y="2721350"/>
                </a:lnTo>
                <a:lnTo>
                  <a:pt x="2969719" y="2722746"/>
                </a:lnTo>
                <a:lnTo>
                  <a:pt x="2969719" y="2722745"/>
                </a:lnTo>
                <a:lnTo>
                  <a:pt x="2964138" y="2721349"/>
                </a:lnTo>
                <a:close/>
                <a:moveTo>
                  <a:pt x="2826654" y="2720863"/>
                </a:moveTo>
                <a:lnTo>
                  <a:pt x="2824605" y="2724140"/>
                </a:lnTo>
                <a:lnTo>
                  <a:pt x="2824605" y="2724140"/>
                </a:lnTo>
                <a:close/>
                <a:moveTo>
                  <a:pt x="2049453" y="2720610"/>
                </a:moveTo>
                <a:lnTo>
                  <a:pt x="2048339" y="2723675"/>
                </a:lnTo>
                <a:lnTo>
                  <a:pt x="2048339" y="2723675"/>
                </a:lnTo>
                <a:close/>
                <a:moveTo>
                  <a:pt x="2681351" y="2719489"/>
                </a:moveTo>
                <a:lnTo>
                  <a:pt x="2682282" y="2723210"/>
                </a:lnTo>
                <a:lnTo>
                  <a:pt x="2682282" y="2723210"/>
                </a:lnTo>
                <a:close/>
                <a:moveTo>
                  <a:pt x="2832047" y="2713908"/>
                </a:moveTo>
                <a:lnTo>
                  <a:pt x="2827235" y="2720032"/>
                </a:lnTo>
                <a:lnTo>
                  <a:pt x="2826931" y="2720419"/>
                </a:lnTo>
                <a:lnTo>
                  <a:pt x="2826930" y="2720420"/>
                </a:lnTo>
                <a:lnTo>
                  <a:pt x="2827235" y="2720032"/>
                </a:lnTo>
                <a:lnTo>
                  <a:pt x="2832047" y="2713908"/>
                </a:lnTo>
                <a:close/>
                <a:moveTo>
                  <a:pt x="2912511" y="2713908"/>
                </a:moveTo>
                <a:lnTo>
                  <a:pt x="2912511" y="2713908"/>
                </a:lnTo>
                <a:lnTo>
                  <a:pt x="2916697" y="2715304"/>
                </a:lnTo>
                <a:lnTo>
                  <a:pt x="2920882" y="2714838"/>
                </a:lnTo>
                <a:lnTo>
                  <a:pt x="2922743" y="2717629"/>
                </a:lnTo>
                <a:lnTo>
                  <a:pt x="2926929" y="2718559"/>
                </a:lnTo>
                <a:lnTo>
                  <a:pt x="2931580" y="2721350"/>
                </a:lnTo>
                <a:lnTo>
                  <a:pt x="2932045" y="2725536"/>
                </a:lnTo>
                <a:lnTo>
                  <a:pt x="2935766" y="2725536"/>
                </a:lnTo>
                <a:lnTo>
                  <a:pt x="2937626" y="2728326"/>
                </a:lnTo>
                <a:lnTo>
                  <a:pt x="2944138" y="2729257"/>
                </a:lnTo>
                <a:lnTo>
                  <a:pt x="2942277" y="2735303"/>
                </a:lnTo>
                <a:lnTo>
                  <a:pt x="2942277" y="2735304"/>
                </a:lnTo>
                <a:lnTo>
                  <a:pt x="2944138" y="2729257"/>
                </a:lnTo>
                <a:lnTo>
                  <a:pt x="2947859" y="2730187"/>
                </a:lnTo>
                <a:lnTo>
                  <a:pt x="2954835" y="2728792"/>
                </a:lnTo>
                <a:lnTo>
                  <a:pt x="2957627" y="2725071"/>
                </a:lnTo>
                <a:lnTo>
                  <a:pt x="2957626" y="2725071"/>
                </a:lnTo>
                <a:lnTo>
                  <a:pt x="2954836" y="2728791"/>
                </a:lnTo>
                <a:lnTo>
                  <a:pt x="2947859" y="2730186"/>
                </a:lnTo>
                <a:lnTo>
                  <a:pt x="2944138" y="2729256"/>
                </a:lnTo>
                <a:lnTo>
                  <a:pt x="2937626" y="2728326"/>
                </a:lnTo>
                <a:lnTo>
                  <a:pt x="2935767" y="2725535"/>
                </a:lnTo>
                <a:lnTo>
                  <a:pt x="2932045" y="2725535"/>
                </a:lnTo>
                <a:lnTo>
                  <a:pt x="2931580" y="2721349"/>
                </a:lnTo>
                <a:lnTo>
                  <a:pt x="2926929" y="2718559"/>
                </a:lnTo>
                <a:lnTo>
                  <a:pt x="2922743" y="2717628"/>
                </a:lnTo>
                <a:lnTo>
                  <a:pt x="2920883" y="2714838"/>
                </a:lnTo>
                <a:lnTo>
                  <a:pt x="2916697" y="2715303"/>
                </a:lnTo>
                <a:close/>
                <a:moveTo>
                  <a:pt x="2684142" y="2711582"/>
                </a:moveTo>
                <a:lnTo>
                  <a:pt x="2684142" y="2711582"/>
                </a:lnTo>
                <a:lnTo>
                  <a:pt x="2688328" y="2712048"/>
                </a:lnTo>
                <a:lnTo>
                  <a:pt x="2686933" y="2716233"/>
                </a:lnTo>
                <a:lnTo>
                  <a:pt x="2686933" y="2716233"/>
                </a:lnTo>
                <a:lnTo>
                  <a:pt x="2688328" y="2712047"/>
                </a:lnTo>
                <a:close/>
                <a:moveTo>
                  <a:pt x="2832512" y="2709722"/>
                </a:moveTo>
                <a:lnTo>
                  <a:pt x="2830187" y="2712047"/>
                </a:lnTo>
                <a:lnTo>
                  <a:pt x="2830187" y="2712047"/>
                </a:lnTo>
                <a:lnTo>
                  <a:pt x="2832512" y="2709722"/>
                </a:lnTo>
                <a:close/>
                <a:moveTo>
                  <a:pt x="2052747" y="2708701"/>
                </a:moveTo>
                <a:lnTo>
                  <a:pt x="2052524" y="2709258"/>
                </a:lnTo>
                <a:lnTo>
                  <a:pt x="2052990" y="2715304"/>
                </a:lnTo>
                <a:lnTo>
                  <a:pt x="2052900" y="2715409"/>
                </a:lnTo>
                <a:lnTo>
                  <a:pt x="2052990" y="2715304"/>
                </a:lnTo>
                <a:lnTo>
                  <a:pt x="2052525" y="2709257"/>
                </a:lnTo>
                <a:close/>
                <a:moveTo>
                  <a:pt x="935333" y="2707397"/>
                </a:moveTo>
                <a:lnTo>
                  <a:pt x="933938" y="2709257"/>
                </a:lnTo>
                <a:lnTo>
                  <a:pt x="933938" y="2709258"/>
                </a:lnTo>
                <a:lnTo>
                  <a:pt x="935333" y="2707397"/>
                </a:lnTo>
                <a:close/>
                <a:moveTo>
                  <a:pt x="2489262" y="2706931"/>
                </a:moveTo>
                <a:lnTo>
                  <a:pt x="2489262" y="2706932"/>
                </a:lnTo>
                <a:lnTo>
                  <a:pt x="2495308" y="2707862"/>
                </a:lnTo>
                <a:close/>
                <a:moveTo>
                  <a:pt x="2682282" y="2706001"/>
                </a:moveTo>
                <a:lnTo>
                  <a:pt x="2682282" y="2706001"/>
                </a:lnTo>
                <a:lnTo>
                  <a:pt x="2685073" y="2707397"/>
                </a:lnTo>
                <a:lnTo>
                  <a:pt x="2685073" y="2707396"/>
                </a:lnTo>
                <a:close/>
                <a:moveTo>
                  <a:pt x="2962123" y="2704293"/>
                </a:moveTo>
                <a:lnTo>
                  <a:pt x="2960882" y="2707396"/>
                </a:lnTo>
                <a:lnTo>
                  <a:pt x="2960882" y="2707397"/>
                </a:lnTo>
                <a:close/>
                <a:moveTo>
                  <a:pt x="3277621" y="2704141"/>
                </a:moveTo>
                <a:lnTo>
                  <a:pt x="3276691" y="2704606"/>
                </a:lnTo>
                <a:lnTo>
                  <a:pt x="3274365" y="2709722"/>
                </a:lnTo>
                <a:lnTo>
                  <a:pt x="3275296" y="2711118"/>
                </a:lnTo>
                <a:lnTo>
                  <a:pt x="3274365" y="2715304"/>
                </a:lnTo>
                <a:lnTo>
                  <a:pt x="3274830" y="2717164"/>
                </a:lnTo>
                <a:lnTo>
                  <a:pt x="3272970" y="2718560"/>
                </a:lnTo>
                <a:lnTo>
                  <a:pt x="3275760" y="2717629"/>
                </a:lnTo>
                <a:lnTo>
                  <a:pt x="3278086" y="2720420"/>
                </a:lnTo>
                <a:lnTo>
                  <a:pt x="3274830" y="2715304"/>
                </a:lnTo>
                <a:lnTo>
                  <a:pt x="3275760" y="2712048"/>
                </a:lnTo>
                <a:lnTo>
                  <a:pt x="3275296" y="2708792"/>
                </a:lnTo>
                <a:lnTo>
                  <a:pt x="3276691" y="2704606"/>
                </a:lnTo>
                <a:lnTo>
                  <a:pt x="3279016" y="2704606"/>
                </a:lnTo>
                <a:close/>
                <a:moveTo>
                  <a:pt x="940915" y="2702281"/>
                </a:moveTo>
                <a:lnTo>
                  <a:pt x="938124" y="2703676"/>
                </a:lnTo>
                <a:lnTo>
                  <a:pt x="934404" y="2704141"/>
                </a:lnTo>
                <a:lnTo>
                  <a:pt x="934404" y="2704142"/>
                </a:lnTo>
                <a:lnTo>
                  <a:pt x="938124" y="2703677"/>
                </a:lnTo>
                <a:lnTo>
                  <a:pt x="940914" y="2702282"/>
                </a:lnTo>
                <a:lnTo>
                  <a:pt x="943705" y="2705538"/>
                </a:lnTo>
                <a:lnTo>
                  <a:pt x="944635" y="2708793"/>
                </a:lnTo>
                <a:lnTo>
                  <a:pt x="953472" y="2710653"/>
                </a:lnTo>
                <a:lnTo>
                  <a:pt x="954868" y="2707397"/>
                </a:lnTo>
                <a:lnTo>
                  <a:pt x="959053" y="2704607"/>
                </a:lnTo>
                <a:lnTo>
                  <a:pt x="959054" y="2704606"/>
                </a:lnTo>
                <a:lnTo>
                  <a:pt x="954868" y="2707396"/>
                </a:lnTo>
                <a:lnTo>
                  <a:pt x="953473" y="2710652"/>
                </a:lnTo>
                <a:lnTo>
                  <a:pt x="944636" y="2708791"/>
                </a:lnTo>
                <a:lnTo>
                  <a:pt x="943706" y="2705536"/>
                </a:lnTo>
                <a:close/>
                <a:moveTo>
                  <a:pt x="2832512" y="2700419"/>
                </a:moveTo>
                <a:lnTo>
                  <a:pt x="2832047" y="2703675"/>
                </a:lnTo>
                <a:lnTo>
                  <a:pt x="2827861" y="2707861"/>
                </a:lnTo>
                <a:lnTo>
                  <a:pt x="2827861" y="2707862"/>
                </a:lnTo>
                <a:lnTo>
                  <a:pt x="2832047" y="2703675"/>
                </a:lnTo>
                <a:lnTo>
                  <a:pt x="2832512" y="2700420"/>
                </a:lnTo>
                <a:close/>
                <a:moveTo>
                  <a:pt x="2512663" y="2699948"/>
                </a:moveTo>
                <a:lnTo>
                  <a:pt x="2511587" y="2702746"/>
                </a:lnTo>
                <a:lnTo>
                  <a:pt x="2510139" y="2703272"/>
                </a:lnTo>
                <a:lnTo>
                  <a:pt x="2511587" y="2702746"/>
                </a:lnTo>
                <a:close/>
                <a:moveTo>
                  <a:pt x="3300411" y="2699490"/>
                </a:moveTo>
                <a:lnTo>
                  <a:pt x="3303202" y="2700420"/>
                </a:lnTo>
                <a:lnTo>
                  <a:pt x="3303667" y="2703211"/>
                </a:lnTo>
                <a:lnTo>
                  <a:pt x="3303202" y="2710187"/>
                </a:lnTo>
                <a:lnTo>
                  <a:pt x="3305528" y="2710653"/>
                </a:lnTo>
                <a:lnTo>
                  <a:pt x="3309249" y="2714839"/>
                </a:lnTo>
                <a:lnTo>
                  <a:pt x="3305528" y="2714839"/>
                </a:lnTo>
                <a:lnTo>
                  <a:pt x="3305062" y="2717629"/>
                </a:lnTo>
                <a:lnTo>
                  <a:pt x="3311109" y="2722280"/>
                </a:lnTo>
                <a:lnTo>
                  <a:pt x="3312039" y="2727862"/>
                </a:lnTo>
                <a:lnTo>
                  <a:pt x="3315760" y="2731582"/>
                </a:lnTo>
                <a:lnTo>
                  <a:pt x="3316690" y="2733443"/>
                </a:lnTo>
                <a:lnTo>
                  <a:pt x="3315295" y="2737629"/>
                </a:lnTo>
                <a:lnTo>
                  <a:pt x="3317620" y="2741350"/>
                </a:lnTo>
                <a:lnTo>
                  <a:pt x="3315760" y="2744140"/>
                </a:lnTo>
                <a:lnTo>
                  <a:pt x="3313900" y="2740885"/>
                </a:lnTo>
                <a:lnTo>
                  <a:pt x="3309249" y="2737629"/>
                </a:lnTo>
                <a:lnTo>
                  <a:pt x="3310179" y="2733908"/>
                </a:lnTo>
                <a:lnTo>
                  <a:pt x="3308783" y="2730652"/>
                </a:lnTo>
                <a:lnTo>
                  <a:pt x="3303667" y="2730652"/>
                </a:lnTo>
                <a:lnTo>
                  <a:pt x="3300411" y="2729257"/>
                </a:lnTo>
                <a:lnTo>
                  <a:pt x="3299481" y="2724606"/>
                </a:lnTo>
                <a:lnTo>
                  <a:pt x="3297156" y="2722280"/>
                </a:lnTo>
                <a:lnTo>
                  <a:pt x="3298086" y="2718560"/>
                </a:lnTo>
                <a:lnTo>
                  <a:pt x="3298086" y="2714839"/>
                </a:lnTo>
                <a:lnTo>
                  <a:pt x="3298551" y="2704141"/>
                </a:lnTo>
                <a:lnTo>
                  <a:pt x="3299946" y="2703211"/>
                </a:lnTo>
                <a:close/>
                <a:moveTo>
                  <a:pt x="966495" y="2698560"/>
                </a:moveTo>
                <a:lnTo>
                  <a:pt x="961380" y="2701350"/>
                </a:lnTo>
                <a:lnTo>
                  <a:pt x="960458" y="2702641"/>
                </a:lnTo>
                <a:lnTo>
                  <a:pt x="961379" y="2701351"/>
                </a:lnTo>
                <a:lnTo>
                  <a:pt x="966495" y="2698561"/>
                </a:lnTo>
                <a:close/>
                <a:moveTo>
                  <a:pt x="3283667" y="2697629"/>
                </a:moveTo>
                <a:lnTo>
                  <a:pt x="3287388" y="2702280"/>
                </a:lnTo>
                <a:lnTo>
                  <a:pt x="3289249" y="2703676"/>
                </a:lnTo>
                <a:lnTo>
                  <a:pt x="3288784" y="2706932"/>
                </a:lnTo>
                <a:lnTo>
                  <a:pt x="3283667" y="2702280"/>
                </a:lnTo>
                <a:close/>
                <a:moveTo>
                  <a:pt x="2051595" y="2691583"/>
                </a:moveTo>
                <a:lnTo>
                  <a:pt x="2051594" y="2691584"/>
                </a:lnTo>
                <a:lnTo>
                  <a:pt x="2051129" y="2700421"/>
                </a:lnTo>
                <a:lnTo>
                  <a:pt x="2053455" y="2706932"/>
                </a:lnTo>
                <a:lnTo>
                  <a:pt x="2053455" y="2706931"/>
                </a:lnTo>
                <a:lnTo>
                  <a:pt x="2051130" y="2700420"/>
                </a:lnTo>
                <a:close/>
                <a:moveTo>
                  <a:pt x="2638843" y="2690074"/>
                </a:moveTo>
                <a:lnTo>
                  <a:pt x="2640422" y="2692048"/>
                </a:lnTo>
                <a:lnTo>
                  <a:pt x="2644143" y="2692513"/>
                </a:lnTo>
                <a:lnTo>
                  <a:pt x="2651120" y="2690187"/>
                </a:lnTo>
                <a:lnTo>
                  <a:pt x="2651120" y="2690187"/>
                </a:lnTo>
                <a:lnTo>
                  <a:pt x="2644143" y="2692513"/>
                </a:lnTo>
                <a:lnTo>
                  <a:pt x="2640422" y="2692047"/>
                </a:lnTo>
                <a:close/>
                <a:moveTo>
                  <a:pt x="2679491" y="2689722"/>
                </a:moveTo>
                <a:lnTo>
                  <a:pt x="2682282" y="2695304"/>
                </a:lnTo>
                <a:lnTo>
                  <a:pt x="2683677" y="2700885"/>
                </a:lnTo>
                <a:lnTo>
                  <a:pt x="2683677" y="2700884"/>
                </a:lnTo>
                <a:lnTo>
                  <a:pt x="2682282" y="2695303"/>
                </a:lnTo>
                <a:close/>
                <a:moveTo>
                  <a:pt x="2532517" y="2689722"/>
                </a:moveTo>
                <a:lnTo>
                  <a:pt x="2532981" y="2693909"/>
                </a:lnTo>
                <a:lnTo>
                  <a:pt x="2535773" y="2697165"/>
                </a:lnTo>
                <a:lnTo>
                  <a:pt x="2540424" y="2700420"/>
                </a:lnTo>
                <a:lnTo>
                  <a:pt x="2542284" y="2702280"/>
                </a:lnTo>
                <a:lnTo>
                  <a:pt x="2550656" y="2701816"/>
                </a:lnTo>
                <a:lnTo>
                  <a:pt x="2553912" y="2706467"/>
                </a:lnTo>
                <a:lnTo>
                  <a:pt x="2557633" y="2708327"/>
                </a:lnTo>
                <a:lnTo>
                  <a:pt x="2562749" y="2707862"/>
                </a:lnTo>
                <a:lnTo>
                  <a:pt x="2570656" y="2706001"/>
                </a:lnTo>
                <a:lnTo>
                  <a:pt x="2574377" y="2706931"/>
                </a:lnTo>
                <a:lnTo>
                  <a:pt x="2579028" y="2705536"/>
                </a:lnTo>
                <a:lnTo>
                  <a:pt x="2579106" y="2705223"/>
                </a:lnTo>
                <a:lnTo>
                  <a:pt x="2579028" y="2705535"/>
                </a:lnTo>
                <a:lnTo>
                  <a:pt x="2574377" y="2706931"/>
                </a:lnTo>
                <a:lnTo>
                  <a:pt x="2570656" y="2706001"/>
                </a:lnTo>
                <a:lnTo>
                  <a:pt x="2562749" y="2707861"/>
                </a:lnTo>
                <a:lnTo>
                  <a:pt x="2557633" y="2708326"/>
                </a:lnTo>
                <a:lnTo>
                  <a:pt x="2553912" y="2706466"/>
                </a:lnTo>
                <a:lnTo>
                  <a:pt x="2550656" y="2701815"/>
                </a:lnTo>
                <a:lnTo>
                  <a:pt x="2542284" y="2702280"/>
                </a:lnTo>
                <a:lnTo>
                  <a:pt x="2540424" y="2700419"/>
                </a:lnTo>
                <a:lnTo>
                  <a:pt x="2535772" y="2697164"/>
                </a:lnTo>
                <a:lnTo>
                  <a:pt x="2532982" y="2693908"/>
                </a:lnTo>
                <a:close/>
                <a:moveTo>
                  <a:pt x="2638561" y="2689722"/>
                </a:moveTo>
                <a:lnTo>
                  <a:pt x="2631120" y="2690187"/>
                </a:lnTo>
                <a:lnTo>
                  <a:pt x="2629725" y="2694838"/>
                </a:lnTo>
                <a:lnTo>
                  <a:pt x="2616701" y="2694838"/>
                </a:lnTo>
                <a:lnTo>
                  <a:pt x="2612050" y="2692513"/>
                </a:lnTo>
                <a:lnTo>
                  <a:pt x="2602283" y="2693443"/>
                </a:lnTo>
                <a:lnTo>
                  <a:pt x="2597632" y="2694373"/>
                </a:lnTo>
                <a:lnTo>
                  <a:pt x="2591120" y="2694838"/>
                </a:lnTo>
                <a:lnTo>
                  <a:pt x="2586935" y="2697164"/>
                </a:lnTo>
                <a:lnTo>
                  <a:pt x="2586469" y="2700419"/>
                </a:lnTo>
                <a:lnTo>
                  <a:pt x="2582749" y="2700884"/>
                </a:lnTo>
                <a:lnTo>
                  <a:pt x="2581996" y="2701529"/>
                </a:lnTo>
                <a:lnTo>
                  <a:pt x="2582748" y="2700885"/>
                </a:lnTo>
                <a:lnTo>
                  <a:pt x="2586469" y="2700420"/>
                </a:lnTo>
                <a:lnTo>
                  <a:pt x="2586935" y="2697165"/>
                </a:lnTo>
                <a:lnTo>
                  <a:pt x="2591121" y="2694839"/>
                </a:lnTo>
                <a:lnTo>
                  <a:pt x="2597632" y="2694373"/>
                </a:lnTo>
                <a:lnTo>
                  <a:pt x="2602283" y="2693443"/>
                </a:lnTo>
                <a:lnTo>
                  <a:pt x="2612050" y="2692513"/>
                </a:lnTo>
                <a:lnTo>
                  <a:pt x="2616701" y="2694839"/>
                </a:lnTo>
                <a:lnTo>
                  <a:pt x="2629725" y="2694839"/>
                </a:lnTo>
                <a:lnTo>
                  <a:pt x="2631120" y="2690187"/>
                </a:lnTo>
                <a:lnTo>
                  <a:pt x="2638562" y="2689722"/>
                </a:lnTo>
                <a:close/>
                <a:moveTo>
                  <a:pt x="2661836" y="2688858"/>
                </a:moveTo>
                <a:lnTo>
                  <a:pt x="2657166" y="2691582"/>
                </a:lnTo>
                <a:lnTo>
                  <a:pt x="2655771" y="2693908"/>
                </a:lnTo>
                <a:lnTo>
                  <a:pt x="2651120" y="2694373"/>
                </a:lnTo>
                <a:lnTo>
                  <a:pt x="2651120" y="2694373"/>
                </a:lnTo>
                <a:lnTo>
                  <a:pt x="2655771" y="2693909"/>
                </a:lnTo>
                <a:lnTo>
                  <a:pt x="2657166" y="2691583"/>
                </a:lnTo>
                <a:close/>
                <a:moveTo>
                  <a:pt x="228833" y="2686932"/>
                </a:moveTo>
                <a:lnTo>
                  <a:pt x="231159" y="2688792"/>
                </a:lnTo>
                <a:lnTo>
                  <a:pt x="233019" y="2692048"/>
                </a:lnTo>
                <a:lnTo>
                  <a:pt x="230229" y="2696234"/>
                </a:lnTo>
                <a:lnTo>
                  <a:pt x="223717" y="2692978"/>
                </a:lnTo>
                <a:lnTo>
                  <a:pt x="223252" y="2689722"/>
                </a:lnTo>
                <a:close/>
                <a:moveTo>
                  <a:pt x="2822328" y="2686579"/>
                </a:moveTo>
                <a:lnTo>
                  <a:pt x="2821815" y="2687862"/>
                </a:lnTo>
                <a:lnTo>
                  <a:pt x="2821815" y="2687862"/>
                </a:lnTo>
                <a:close/>
                <a:moveTo>
                  <a:pt x="952077" y="2686468"/>
                </a:moveTo>
                <a:lnTo>
                  <a:pt x="953007" y="2689723"/>
                </a:lnTo>
                <a:lnTo>
                  <a:pt x="953008" y="2689722"/>
                </a:lnTo>
                <a:lnTo>
                  <a:pt x="952078" y="2686468"/>
                </a:lnTo>
                <a:close/>
                <a:moveTo>
                  <a:pt x="2101325" y="2684966"/>
                </a:moveTo>
                <a:lnTo>
                  <a:pt x="2100896" y="2689258"/>
                </a:lnTo>
                <a:lnTo>
                  <a:pt x="2100897" y="2689258"/>
                </a:lnTo>
                <a:close/>
                <a:moveTo>
                  <a:pt x="176741" y="2684606"/>
                </a:moveTo>
                <a:lnTo>
                  <a:pt x="180927" y="2686467"/>
                </a:lnTo>
                <a:lnTo>
                  <a:pt x="179997" y="2688792"/>
                </a:lnTo>
                <a:lnTo>
                  <a:pt x="175346" y="2686932"/>
                </a:lnTo>
                <a:close/>
                <a:moveTo>
                  <a:pt x="2948789" y="2683675"/>
                </a:moveTo>
                <a:lnTo>
                  <a:pt x="2947394" y="2685070"/>
                </a:lnTo>
                <a:lnTo>
                  <a:pt x="2947394" y="2685072"/>
                </a:lnTo>
                <a:lnTo>
                  <a:pt x="2948789" y="2683677"/>
                </a:lnTo>
                <a:lnTo>
                  <a:pt x="2954371" y="2684607"/>
                </a:lnTo>
                <a:lnTo>
                  <a:pt x="2954421" y="2683756"/>
                </a:lnTo>
                <a:lnTo>
                  <a:pt x="2954371" y="2684606"/>
                </a:lnTo>
                <a:close/>
                <a:moveTo>
                  <a:pt x="2678561" y="2683675"/>
                </a:moveTo>
                <a:lnTo>
                  <a:pt x="2664143" y="2689722"/>
                </a:lnTo>
                <a:lnTo>
                  <a:pt x="2662748" y="2688326"/>
                </a:lnTo>
                <a:lnTo>
                  <a:pt x="2662747" y="2688327"/>
                </a:lnTo>
                <a:lnTo>
                  <a:pt x="2664142" y="2689722"/>
                </a:lnTo>
                <a:lnTo>
                  <a:pt x="2678561" y="2683676"/>
                </a:lnTo>
                <a:lnTo>
                  <a:pt x="2681817" y="2685071"/>
                </a:lnTo>
                <a:lnTo>
                  <a:pt x="2681817" y="2685070"/>
                </a:lnTo>
                <a:close/>
                <a:moveTo>
                  <a:pt x="2076246" y="2681351"/>
                </a:moveTo>
                <a:lnTo>
                  <a:pt x="2076245" y="2681351"/>
                </a:lnTo>
                <a:lnTo>
                  <a:pt x="2075780" y="2685071"/>
                </a:lnTo>
                <a:lnTo>
                  <a:pt x="2075780" y="2685071"/>
                </a:lnTo>
                <a:close/>
                <a:moveTo>
                  <a:pt x="2112696" y="2678217"/>
                </a:moveTo>
                <a:lnTo>
                  <a:pt x="2111128" y="2681351"/>
                </a:lnTo>
                <a:lnTo>
                  <a:pt x="2111129" y="2681351"/>
                </a:lnTo>
                <a:close/>
                <a:moveTo>
                  <a:pt x="2085083" y="2677630"/>
                </a:moveTo>
                <a:lnTo>
                  <a:pt x="2085082" y="2677631"/>
                </a:lnTo>
                <a:lnTo>
                  <a:pt x="2085082" y="2681816"/>
                </a:lnTo>
                <a:lnTo>
                  <a:pt x="2085083" y="2681815"/>
                </a:lnTo>
                <a:close/>
                <a:moveTo>
                  <a:pt x="2510700" y="2676850"/>
                </a:moveTo>
                <a:lnTo>
                  <a:pt x="2507867" y="2677164"/>
                </a:lnTo>
                <a:lnTo>
                  <a:pt x="2507867" y="2677165"/>
                </a:lnTo>
                <a:close/>
                <a:moveTo>
                  <a:pt x="2512052" y="2676699"/>
                </a:moveTo>
                <a:lnTo>
                  <a:pt x="2512052" y="2676700"/>
                </a:lnTo>
                <a:lnTo>
                  <a:pt x="2520889" y="2678560"/>
                </a:lnTo>
                <a:lnTo>
                  <a:pt x="2524144" y="2682281"/>
                </a:lnTo>
                <a:lnTo>
                  <a:pt x="2528331" y="2684606"/>
                </a:lnTo>
                <a:lnTo>
                  <a:pt x="2533447" y="2686002"/>
                </a:lnTo>
                <a:lnTo>
                  <a:pt x="2532752" y="2688781"/>
                </a:lnTo>
                <a:lnTo>
                  <a:pt x="2533447" y="2686001"/>
                </a:lnTo>
                <a:lnTo>
                  <a:pt x="2528331" y="2684606"/>
                </a:lnTo>
                <a:lnTo>
                  <a:pt x="2524145" y="2682280"/>
                </a:lnTo>
                <a:lnTo>
                  <a:pt x="2520889" y="2678559"/>
                </a:lnTo>
                <a:close/>
                <a:moveTo>
                  <a:pt x="180462" y="2675304"/>
                </a:moveTo>
                <a:lnTo>
                  <a:pt x="185578" y="2676234"/>
                </a:lnTo>
                <a:lnTo>
                  <a:pt x="184183" y="2679490"/>
                </a:lnTo>
                <a:lnTo>
                  <a:pt x="179066" y="2676699"/>
                </a:lnTo>
                <a:close/>
                <a:moveTo>
                  <a:pt x="3258087" y="2674839"/>
                </a:moveTo>
                <a:lnTo>
                  <a:pt x="3256691" y="2676235"/>
                </a:lnTo>
                <a:lnTo>
                  <a:pt x="3259947" y="2675770"/>
                </a:lnTo>
                <a:lnTo>
                  <a:pt x="3259482" y="2675305"/>
                </a:lnTo>
                <a:close/>
                <a:moveTo>
                  <a:pt x="2833906" y="2674374"/>
                </a:moveTo>
                <a:lnTo>
                  <a:pt x="2828326" y="2678559"/>
                </a:lnTo>
                <a:lnTo>
                  <a:pt x="2824141" y="2680419"/>
                </a:lnTo>
                <a:lnTo>
                  <a:pt x="2824141" y="2680420"/>
                </a:lnTo>
                <a:lnTo>
                  <a:pt x="2828326" y="2678560"/>
                </a:lnTo>
                <a:lnTo>
                  <a:pt x="2833907" y="2674374"/>
                </a:lnTo>
                <a:close/>
                <a:moveTo>
                  <a:pt x="2511587" y="2673444"/>
                </a:moveTo>
                <a:lnTo>
                  <a:pt x="2511587" y="2673444"/>
                </a:lnTo>
                <a:lnTo>
                  <a:pt x="2511634" y="2673776"/>
                </a:lnTo>
                <a:close/>
                <a:moveTo>
                  <a:pt x="2124616" y="2671585"/>
                </a:moveTo>
                <a:lnTo>
                  <a:pt x="2123687" y="2674839"/>
                </a:lnTo>
                <a:lnTo>
                  <a:pt x="2124616" y="2671585"/>
                </a:lnTo>
                <a:close/>
                <a:moveTo>
                  <a:pt x="933938" y="2671583"/>
                </a:moveTo>
                <a:lnTo>
                  <a:pt x="930217" y="2672979"/>
                </a:lnTo>
                <a:lnTo>
                  <a:pt x="930217" y="2672980"/>
                </a:lnTo>
                <a:lnTo>
                  <a:pt x="933938" y="2671585"/>
                </a:lnTo>
                <a:lnTo>
                  <a:pt x="936728" y="2671585"/>
                </a:lnTo>
                <a:lnTo>
                  <a:pt x="943240" y="2676236"/>
                </a:lnTo>
                <a:lnTo>
                  <a:pt x="947426" y="2677166"/>
                </a:lnTo>
                <a:lnTo>
                  <a:pt x="947426" y="2677164"/>
                </a:lnTo>
                <a:lnTo>
                  <a:pt x="943241" y="2676234"/>
                </a:lnTo>
                <a:lnTo>
                  <a:pt x="936729" y="2671583"/>
                </a:lnTo>
                <a:close/>
                <a:moveTo>
                  <a:pt x="274879" y="2671118"/>
                </a:moveTo>
                <a:lnTo>
                  <a:pt x="276740" y="2672513"/>
                </a:lnTo>
                <a:lnTo>
                  <a:pt x="279065" y="2676234"/>
                </a:lnTo>
                <a:lnTo>
                  <a:pt x="274414" y="2678094"/>
                </a:lnTo>
                <a:lnTo>
                  <a:pt x="271158" y="2678094"/>
                </a:lnTo>
                <a:lnTo>
                  <a:pt x="272089" y="2672048"/>
                </a:lnTo>
                <a:close/>
                <a:moveTo>
                  <a:pt x="2133918" y="2669259"/>
                </a:moveTo>
                <a:lnTo>
                  <a:pt x="2133918" y="2672514"/>
                </a:lnTo>
                <a:lnTo>
                  <a:pt x="2133919" y="2672513"/>
                </a:lnTo>
                <a:lnTo>
                  <a:pt x="2133919" y="2669259"/>
                </a:lnTo>
                <a:close/>
                <a:moveTo>
                  <a:pt x="2835303" y="2669257"/>
                </a:moveTo>
                <a:lnTo>
                  <a:pt x="2832047" y="2672512"/>
                </a:lnTo>
                <a:lnTo>
                  <a:pt x="2832047" y="2672513"/>
                </a:lnTo>
                <a:lnTo>
                  <a:pt x="2835303" y="2669258"/>
                </a:lnTo>
                <a:lnTo>
                  <a:pt x="2839954" y="2672979"/>
                </a:lnTo>
                <a:lnTo>
                  <a:pt x="2845070" y="2681816"/>
                </a:lnTo>
                <a:lnTo>
                  <a:pt x="2852512" y="2683676"/>
                </a:lnTo>
                <a:lnTo>
                  <a:pt x="2861349" y="2685536"/>
                </a:lnTo>
                <a:lnTo>
                  <a:pt x="2864139" y="2688792"/>
                </a:lnTo>
                <a:lnTo>
                  <a:pt x="2871115" y="2690653"/>
                </a:lnTo>
                <a:lnTo>
                  <a:pt x="2873441" y="2689722"/>
                </a:lnTo>
                <a:lnTo>
                  <a:pt x="2874837" y="2692978"/>
                </a:lnTo>
                <a:lnTo>
                  <a:pt x="2879488" y="2699024"/>
                </a:lnTo>
                <a:lnTo>
                  <a:pt x="2880883" y="2701816"/>
                </a:lnTo>
                <a:lnTo>
                  <a:pt x="2883209" y="2703211"/>
                </a:lnTo>
                <a:lnTo>
                  <a:pt x="2885069" y="2706931"/>
                </a:lnTo>
                <a:lnTo>
                  <a:pt x="2888790" y="2708327"/>
                </a:lnTo>
                <a:lnTo>
                  <a:pt x="2896697" y="2713443"/>
                </a:lnTo>
                <a:lnTo>
                  <a:pt x="2899022" y="2710653"/>
                </a:lnTo>
                <a:lnTo>
                  <a:pt x="2901813" y="2710653"/>
                </a:lnTo>
                <a:lnTo>
                  <a:pt x="2908790" y="2707397"/>
                </a:lnTo>
                <a:lnTo>
                  <a:pt x="2909720" y="2710653"/>
                </a:lnTo>
                <a:lnTo>
                  <a:pt x="2912511" y="2711582"/>
                </a:lnTo>
                <a:lnTo>
                  <a:pt x="2912511" y="2711582"/>
                </a:lnTo>
                <a:lnTo>
                  <a:pt x="2909721" y="2710652"/>
                </a:lnTo>
                <a:lnTo>
                  <a:pt x="2908790" y="2707396"/>
                </a:lnTo>
                <a:lnTo>
                  <a:pt x="2901814" y="2710652"/>
                </a:lnTo>
                <a:lnTo>
                  <a:pt x="2899023" y="2710652"/>
                </a:lnTo>
                <a:lnTo>
                  <a:pt x="2896697" y="2713442"/>
                </a:lnTo>
                <a:lnTo>
                  <a:pt x="2888790" y="2708326"/>
                </a:lnTo>
                <a:lnTo>
                  <a:pt x="2885070" y="2706931"/>
                </a:lnTo>
                <a:lnTo>
                  <a:pt x="2883209" y="2703210"/>
                </a:lnTo>
                <a:lnTo>
                  <a:pt x="2880884" y="2701815"/>
                </a:lnTo>
                <a:lnTo>
                  <a:pt x="2879488" y="2699024"/>
                </a:lnTo>
                <a:lnTo>
                  <a:pt x="2874837" y="2692977"/>
                </a:lnTo>
                <a:lnTo>
                  <a:pt x="2873442" y="2689722"/>
                </a:lnTo>
                <a:lnTo>
                  <a:pt x="2871116" y="2690652"/>
                </a:lnTo>
                <a:lnTo>
                  <a:pt x="2864139" y="2688792"/>
                </a:lnTo>
                <a:lnTo>
                  <a:pt x="2861349" y="2685536"/>
                </a:lnTo>
                <a:lnTo>
                  <a:pt x="2852512" y="2683675"/>
                </a:lnTo>
                <a:lnTo>
                  <a:pt x="2845070" y="2681815"/>
                </a:lnTo>
                <a:lnTo>
                  <a:pt x="2839954" y="2672978"/>
                </a:lnTo>
                <a:close/>
                <a:moveTo>
                  <a:pt x="3292969" y="2668793"/>
                </a:moveTo>
                <a:lnTo>
                  <a:pt x="3298551" y="2671584"/>
                </a:lnTo>
                <a:lnTo>
                  <a:pt x="3299946" y="2674375"/>
                </a:lnTo>
                <a:lnTo>
                  <a:pt x="3302272" y="2683211"/>
                </a:lnTo>
                <a:lnTo>
                  <a:pt x="3305062" y="2685537"/>
                </a:lnTo>
                <a:lnTo>
                  <a:pt x="3304132" y="2690653"/>
                </a:lnTo>
                <a:lnTo>
                  <a:pt x="3305528" y="2692514"/>
                </a:lnTo>
                <a:lnTo>
                  <a:pt x="3300876" y="2695304"/>
                </a:lnTo>
                <a:lnTo>
                  <a:pt x="3299946" y="2701816"/>
                </a:lnTo>
                <a:lnTo>
                  <a:pt x="3297621" y="2705071"/>
                </a:lnTo>
                <a:lnTo>
                  <a:pt x="3296691" y="2712513"/>
                </a:lnTo>
                <a:lnTo>
                  <a:pt x="3294830" y="2712513"/>
                </a:lnTo>
                <a:lnTo>
                  <a:pt x="3291109" y="2708327"/>
                </a:lnTo>
                <a:lnTo>
                  <a:pt x="3289249" y="2700885"/>
                </a:lnTo>
                <a:lnTo>
                  <a:pt x="3292505" y="2698560"/>
                </a:lnTo>
                <a:lnTo>
                  <a:pt x="3293900" y="2699490"/>
                </a:lnTo>
                <a:lnTo>
                  <a:pt x="3293900" y="2696234"/>
                </a:lnTo>
                <a:lnTo>
                  <a:pt x="3291109" y="2694839"/>
                </a:lnTo>
                <a:lnTo>
                  <a:pt x="3292969" y="2692514"/>
                </a:lnTo>
                <a:lnTo>
                  <a:pt x="3290644" y="2689258"/>
                </a:lnTo>
                <a:lnTo>
                  <a:pt x="3290179" y="2687863"/>
                </a:lnTo>
                <a:lnTo>
                  <a:pt x="3288784" y="2686002"/>
                </a:lnTo>
                <a:lnTo>
                  <a:pt x="3289249" y="2687397"/>
                </a:lnTo>
                <a:lnTo>
                  <a:pt x="3289714" y="2689723"/>
                </a:lnTo>
                <a:lnTo>
                  <a:pt x="3291109" y="2691583"/>
                </a:lnTo>
                <a:lnTo>
                  <a:pt x="3290644" y="2695304"/>
                </a:lnTo>
                <a:lnTo>
                  <a:pt x="3292969" y="2697629"/>
                </a:lnTo>
                <a:lnTo>
                  <a:pt x="3287388" y="2701351"/>
                </a:lnTo>
                <a:lnTo>
                  <a:pt x="3286923" y="2696699"/>
                </a:lnTo>
                <a:lnTo>
                  <a:pt x="3283667" y="2695304"/>
                </a:lnTo>
                <a:lnTo>
                  <a:pt x="3282737" y="2691118"/>
                </a:lnTo>
                <a:lnTo>
                  <a:pt x="3283667" y="2689258"/>
                </a:lnTo>
                <a:lnTo>
                  <a:pt x="3283667" y="2680421"/>
                </a:lnTo>
                <a:lnTo>
                  <a:pt x="3284598" y="2674839"/>
                </a:lnTo>
                <a:lnTo>
                  <a:pt x="3287388" y="2671584"/>
                </a:lnTo>
                <a:lnTo>
                  <a:pt x="3289249" y="2671584"/>
                </a:lnTo>
                <a:lnTo>
                  <a:pt x="3290644" y="2676700"/>
                </a:lnTo>
                <a:lnTo>
                  <a:pt x="3290644" y="2680886"/>
                </a:lnTo>
                <a:lnTo>
                  <a:pt x="3288784" y="2682282"/>
                </a:lnTo>
                <a:lnTo>
                  <a:pt x="3289249" y="2685072"/>
                </a:lnTo>
                <a:lnTo>
                  <a:pt x="3289714" y="2684141"/>
                </a:lnTo>
                <a:lnTo>
                  <a:pt x="3289249" y="2683211"/>
                </a:lnTo>
                <a:lnTo>
                  <a:pt x="3290644" y="2681351"/>
                </a:lnTo>
                <a:lnTo>
                  <a:pt x="3292040" y="2677630"/>
                </a:lnTo>
                <a:lnTo>
                  <a:pt x="3290644" y="2675770"/>
                </a:lnTo>
                <a:lnTo>
                  <a:pt x="3289249" y="2669724"/>
                </a:lnTo>
                <a:close/>
                <a:moveTo>
                  <a:pt x="954868" y="2668328"/>
                </a:moveTo>
                <a:lnTo>
                  <a:pt x="953473" y="2671118"/>
                </a:lnTo>
                <a:lnTo>
                  <a:pt x="948357" y="2674838"/>
                </a:lnTo>
                <a:lnTo>
                  <a:pt x="948357" y="2674839"/>
                </a:lnTo>
                <a:lnTo>
                  <a:pt x="953472" y="2671119"/>
                </a:lnTo>
                <a:lnTo>
                  <a:pt x="954868" y="2668329"/>
                </a:lnTo>
                <a:lnTo>
                  <a:pt x="957193" y="2668793"/>
                </a:lnTo>
                <a:lnTo>
                  <a:pt x="957194" y="2668792"/>
                </a:lnTo>
                <a:close/>
                <a:moveTo>
                  <a:pt x="2136710" y="2665537"/>
                </a:moveTo>
                <a:lnTo>
                  <a:pt x="2136710" y="2665538"/>
                </a:lnTo>
                <a:lnTo>
                  <a:pt x="2138104" y="2666933"/>
                </a:lnTo>
                <a:lnTo>
                  <a:pt x="2138105" y="2666932"/>
                </a:lnTo>
                <a:close/>
                <a:moveTo>
                  <a:pt x="289298" y="2664141"/>
                </a:moveTo>
                <a:lnTo>
                  <a:pt x="291623" y="2665536"/>
                </a:lnTo>
                <a:lnTo>
                  <a:pt x="292088" y="2668328"/>
                </a:lnTo>
                <a:lnTo>
                  <a:pt x="288832" y="2671118"/>
                </a:lnTo>
                <a:lnTo>
                  <a:pt x="281856" y="2672513"/>
                </a:lnTo>
                <a:lnTo>
                  <a:pt x="280925" y="2669723"/>
                </a:lnTo>
                <a:lnTo>
                  <a:pt x="282321" y="2666932"/>
                </a:lnTo>
                <a:close/>
                <a:moveTo>
                  <a:pt x="964170" y="2659026"/>
                </a:moveTo>
                <a:lnTo>
                  <a:pt x="960915" y="2660421"/>
                </a:lnTo>
                <a:lnTo>
                  <a:pt x="960915" y="2660421"/>
                </a:lnTo>
                <a:lnTo>
                  <a:pt x="964170" y="2659026"/>
                </a:lnTo>
                <a:close/>
                <a:moveTo>
                  <a:pt x="967426" y="2654839"/>
                </a:moveTo>
                <a:lnTo>
                  <a:pt x="963706" y="2656699"/>
                </a:lnTo>
                <a:lnTo>
                  <a:pt x="963706" y="2656700"/>
                </a:lnTo>
                <a:lnTo>
                  <a:pt x="967426" y="2654841"/>
                </a:lnTo>
                <a:lnTo>
                  <a:pt x="969751" y="2655771"/>
                </a:lnTo>
                <a:lnTo>
                  <a:pt x="975333" y="2655305"/>
                </a:lnTo>
                <a:lnTo>
                  <a:pt x="980914" y="2656701"/>
                </a:lnTo>
                <a:lnTo>
                  <a:pt x="984169" y="2655305"/>
                </a:lnTo>
                <a:lnTo>
                  <a:pt x="984169" y="2655304"/>
                </a:lnTo>
                <a:lnTo>
                  <a:pt x="980914" y="2656699"/>
                </a:lnTo>
                <a:lnTo>
                  <a:pt x="975333" y="2655304"/>
                </a:lnTo>
                <a:lnTo>
                  <a:pt x="969752" y="2655769"/>
                </a:lnTo>
                <a:close/>
                <a:moveTo>
                  <a:pt x="2155710" y="2651722"/>
                </a:moveTo>
                <a:lnTo>
                  <a:pt x="2153919" y="2655304"/>
                </a:lnTo>
                <a:lnTo>
                  <a:pt x="2153919" y="2655305"/>
                </a:lnTo>
                <a:close/>
                <a:moveTo>
                  <a:pt x="2149732" y="2649724"/>
                </a:moveTo>
                <a:lnTo>
                  <a:pt x="2148337" y="2653445"/>
                </a:lnTo>
                <a:lnTo>
                  <a:pt x="2148338" y="2653444"/>
                </a:lnTo>
                <a:lnTo>
                  <a:pt x="2149732" y="2649725"/>
                </a:lnTo>
                <a:close/>
                <a:moveTo>
                  <a:pt x="986031" y="2646933"/>
                </a:moveTo>
                <a:lnTo>
                  <a:pt x="984170" y="2651118"/>
                </a:lnTo>
                <a:lnTo>
                  <a:pt x="986030" y="2646934"/>
                </a:lnTo>
                <a:close/>
                <a:moveTo>
                  <a:pt x="2153454" y="2641352"/>
                </a:moveTo>
                <a:lnTo>
                  <a:pt x="2153453" y="2641353"/>
                </a:lnTo>
                <a:lnTo>
                  <a:pt x="2156709" y="2649724"/>
                </a:lnTo>
                <a:lnTo>
                  <a:pt x="2156709" y="2649724"/>
                </a:lnTo>
                <a:close/>
                <a:moveTo>
                  <a:pt x="2158104" y="2631119"/>
                </a:moveTo>
                <a:lnTo>
                  <a:pt x="2158104" y="2631120"/>
                </a:lnTo>
                <a:lnTo>
                  <a:pt x="2159500" y="2634375"/>
                </a:lnTo>
                <a:lnTo>
                  <a:pt x="2159500" y="2634375"/>
                </a:lnTo>
                <a:close/>
                <a:moveTo>
                  <a:pt x="997193" y="2626003"/>
                </a:moveTo>
                <a:lnTo>
                  <a:pt x="993008" y="2626933"/>
                </a:lnTo>
                <a:lnTo>
                  <a:pt x="993008" y="2626934"/>
                </a:lnTo>
                <a:lnTo>
                  <a:pt x="997192" y="2626003"/>
                </a:lnTo>
                <a:close/>
                <a:moveTo>
                  <a:pt x="2898092" y="2623676"/>
                </a:moveTo>
                <a:lnTo>
                  <a:pt x="2897415" y="2624862"/>
                </a:lnTo>
                <a:lnTo>
                  <a:pt x="2898092" y="2623677"/>
                </a:lnTo>
                <a:close/>
                <a:moveTo>
                  <a:pt x="2155779" y="2622747"/>
                </a:moveTo>
                <a:lnTo>
                  <a:pt x="2155779" y="2622748"/>
                </a:lnTo>
                <a:lnTo>
                  <a:pt x="2158104" y="2628329"/>
                </a:lnTo>
                <a:lnTo>
                  <a:pt x="2158104" y="2628328"/>
                </a:lnTo>
                <a:close/>
                <a:moveTo>
                  <a:pt x="2900155" y="2617653"/>
                </a:moveTo>
                <a:lnTo>
                  <a:pt x="2899953" y="2618560"/>
                </a:lnTo>
                <a:lnTo>
                  <a:pt x="2898092" y="2618095"/>
                </a:lnTo>
                <a:lnTo>
                  <a:pt x="2898092" y="2618096"/>
                </a:lnTo>
                <a:lnTo>
                  <a:pt x="2899953" y="2618561"/>
                </a:lnTo>
                <a:close/>
                <a:moveTo>
                  <a:pt x="2157174" y="2615771"/>
                </a:moveTo>
                <a:lnTo>
                  <a:pt x="2157174" y="2619957"/>
                </a:lnTo>
                <a:lnTo>
                  <a:pt x="2156542" y="2621222"/>
                </a:lnTo>
                <a:lnTo>
                  <a:pt x="2157174" y="2619956"/>
                </a:lnTo>
                <a:lnTo>
                  <a:pt x="2157174" y="2615771"/>
                </a:lnTo>
                <a:close/>
                <a:moveTo>
                  <a:pt x="2902743" y="2612049"/>
                </a:moveTo>
                <a:lnTo>
                  <a:pt x="2901398" y="2613731"/>
                </a:lnTo>
                <a:lnTo>
                  <a:pt x="2902743" y="2612050"/>
                </a:lnTo>
                <a:close/>
                <a:moveTo>
                  <a:pt x="989750" y="2608330"/>
                </a:moveTo>
                <a:lnTo>
                  <a:pt x="986961" y="2611584"/>
                </a:lnTo>
                <a:lnTo>
                  <a:pt x="986961" y="2611584"/>
                </a:lnTo>
                <a:lnTo>
                  <a:pt x="989751" y="2608330"/>
                </a:lnTo>
                <a:close/>
                <a:moveTo>
                  <a:pt x="2898267" y="2607918"/>
                </a:moveTo>
                <a:lnTo>
                  <a:pt x="2898092" y="2608793"/>
                </a:lnTo>
                <a:lnTo>
                  <a:pt x="2898092" y="2608793"/>
                </a:lnTo>
                <a:close/>
                <a:moveTo>
                  <a:pt x="2902577" y="2604583"/>
                </a:moveTo>
                <a:lnTo>
                  <a:pt x="2901814" y="2605537"/>
                </a:lnTo>
                <a:lnTo>
                  <a:pt x="2898558" y="2606468"/>
                </a:lnTo>
                <a:lnTo>
                  <a:pt x="2898558" y="2606469"/>
                </a:lnTo>
                <a:lnTo>
                  <a:pt x="2901813" y="2605538"/>
                </a:lnTo>
                <a:close/>
                <a:moveTo>
                  <a:pt x="2903674" y="2603212"/>
                </a:moveTo>
                <a:lnTo>
                  <a:pt x="2903673" y="2603213"/>
                </a:lnTo>
                <a:lnTo>
                  <a:pt x="2906464" y="2605073"/>
                </a:lnTo>
                <a:lnTo>
                  <a:pt x="2908289" y="2603248"/>
                </a:lnTo>
                <a:lnTo>
                  <a:pt x="2906465" y="2605072"/>
                </a:lnTo>
                <a:close/>
                <a:moveTo>
                  <a:pt x="2914836" y="2600887"/>
                </a:moveTo>
                <a:lnTo>
                  <a:pt x="2911581" y="2603676"/>
                </a:lnTo>
                <a:lnTo>
                  <a:pt x="2908325" y="2603212"/>
                </a:lnTo>
                <a:lnTo>
                  <a:pt x="2908324" y="2603213"/>
                </a:lnTo>
                <a:lnTo>
                  <a:pt x="2911580" y="2603678"/>
                </a:lnTo>
                <a:lnTo>
                  <a:pt x="2914836" y="2600887"/>
                </a:lnTo>
                <a:close/>
                <a:moveTo>
                  <a:pt x="2538098" y="2599025"/>
                </a:moveTo>
                <a:lnTo>
                  <a:pt x="2534843" y="2600421"/>
                </a:lnTo>
                <a:lnTo>
                  <a:pt x="2534843" y="2600421"/>
                </a:lnTo>
                <a:lnTo>
                  <a:pt x="2538098" y="2599026"/>
                </a:lnTo>
                <a:close/>
                <a:moveTo>
                  <a:pt x="981844" y="2597632"/>
                </a:moveTo>
                <a:lnTo>
                  <a:pt x="977194" y="2599956"/>
                </a:lnTo>
                <a:lnTo>
                  <a:pt x="977194" y="2599957"/>
                </a:lnTo>
                <a:lnTo>
                  <a:pt x="981844" y="2597632"/>
                </a:lnTo>
                <a:close/>
                <a:moveTo>
                  <a:pt x="2539958" y="2590188"/>
                </a:moveTo>
                <a:lnTo>
                  <a:pt x="2538098" y="2594840"/>
                </a:lnTo>
                <a:lnTo>
                  <a:pt x="2538098" y="2594840"/>
                </a:lnTo>
                <a:lnTo>
                  <a:pt x="2539959" y="2590189"/>
                </a:lnTo>
                <a:lnTo>
                  <a:pt x="2546005" y="2598096"/>
                </a:lnTo>
                <a:lnTo>
                  <a:pt x="2549261" y="2597631"/>
                </a:lnTo>
                <a:lnTo>
                  <a:pt x="2551586" y="2599026"/>
                </a:lnTo>
                <a:lnTo>
                  <a:pt x="2554377" y="2597631"/>
                </a:lnTo>
                <a:lnTo>
                  <a:pt x="2555772" y="2600887"/>
                </a:lnTo>
                <a:lnTo>
                  <a:pt x="2560423" y="2599491"/>
                </a:lnTo>
                <a:lnTo>
                  <a:pt x="2564144" y="2597631"/>
                </a:lnTo>
                <a:lnTo>
                  <a:pt x="2570191" y="2598562"/>
                </a:lnTo>
                <a:lnTo>
                  <a:pt x="2573447" y="2604608"/>
                </a:lnTo>
                <a:lnTo>
                  <a:pt x="2573447" y="2604607"/>
                </a:lnTo>
                <a:lnTo>
                  <a:pt x="2570191" y="2598561"/>
                </a:lnTo>
                <a:lnTo>
                  <a:pt x="2564144" y="2597630"/>
                </a:lnTo>
                <a:lnTo>
                  <a:pt x="2560423" y="2599491"/>
                </a:lnTo>
                <a:lnTo>
                  <a:pt x="2555772" y="2600886"/>
                </a:lnTo>
                <a:lnTo>
                  <a:pt x="2554377" y="2597630"/>
                </a:lnTo>
                <a:lnTo>
                  <a:pt x="2551586" y="2599025"/>
                </a:lnTo>
                <a:lnTo>
                  <a:pt x="2549260" y="2597630"/>
                </a:lnTo>
                <a:lnTo>
                  <a:pt x="2546005" y="2598095"/>
                </a:lnTo>
                <a:close/>
                <a:moveTo>
                  <a:pt x="2180895" y="2586934"/>
                </a:moveTo>
                <a:lnTo>
                  <a:pt x="2180895" y="2586935"/>
                </a:lnTo>
                <a:lnTo>
                  <a:pt x="2183685" y="2592516"/>
                </a:lnTo>
                <a:lnTo>
                  <a:pt x="2183915" y="2596881"/>
                </a:lnTo>
                <a:lnTo>
                  <a:pt x="2183686" y="2592515"/>
                </a:lnTo>
                <a:close/>
                <a:moveTo>
                  <a:pt x="359064" y="2585073"/>
                </a:moveTo>
                <a:lnTo>
                  <a:pt x="357203" y="2590654"/>
                </a:lnTo>
                <a:lnTo>
                  <a:pt x="355343" y="2594375"/>
                </a:lnTo>
                <a:lnTo>
                  <a:pt x="353483" y="2591119"/>
                </a:lnTo>
                <a:close/>
                <a:moveTo>
                  <a:pt x="2850869" y="2581905"/>
                </a:moveTo>
                <a:lnTo>
                  <a:pt x="2850651" y="2583212"/>
                </a:lnTo>
                <a:lnTo>
                  <a:pt x="2850651" y="2583212"/>
                </a:lnTo>
                <a:close/>
                <a:moveTo>
                  <a:pt x="978588" y="2581818"/>
                </a:moveTo>
                <a:lnTo>
                  <a:pt x="974403" y="2583213"/>
                </a:lnTo>
                <a:lnTo>
                  <a:pt x="974403" y="2583213"/>
                </a:lnTo>
                <a:lnTo>
                  <a:pt x="978588" y="2581818"/>
                </a:lnTo>
                <a:close/>
                <a:moveTo>
                  <a:pt x="2529261" y="2579026"/>
                </a:moveTo>
                <a:lnTo>
                  <a:pt x="2529262" y="2579026"/>
                </a:lnTo>
                <a:lnTo>
                  <a:pt x="2531587" y="2579492"/>
                </a:lnTo>
                <a:lnTo>
                  <a:pt x="2532052" y="2583213"/>
                </a:lnTo>
                <a:lnTo>
                  <a:pt x="2532052" y="2583212"/>
                </a:lnTo>
                <a:lnTo>
                  <a:pt x="2531587" y="2579491"/>
                </a:lnTo>
                <a:close/>
                <a:moveTo>
                  <a:pt x="2203685" y="2573911"/>
                </a:moveTo>
                <a:lnTo>
                  <a:pt x="2200601" y="2577252"/>
                </a:lnTo>
                <a:lnTo>
                  <a:pt x="2203685" y="2573912"/>
                </a:lnTo>
                <a:close/>
                <a:moveTo>
                  <a:pt x="1010216" y="2573446"/>
                </a:moveTo>
                <a:lnTo>
                  <a:pt x="1008355" y="2576701"/>
                </a:lnTo>
                <a:lnTo>
                  <a:pt x="1004635" y="2578562"/>
                </a:lnTo>
                <a:lnTo>
                  <a:pt x="997193" y="2579491"/>
                </a:lnTo>
                <a:lnTo>
                  <a:pt x="993937" y="2578096"/>
                </a:lnTo>
                <a:lnTo>
                  <a:pt x="992077" y="2575771"/>
                </a:lnTo>
                <a:lnTo>
                  <a:pt x="985101" y="2574841"/>
                </a:lnTo>
                <a:lnTo>
                  <a:pt x="985100" y="2574842"/>
                </a:lnTo>
                <a:lnTo>
                  <a:pt x="992076" y="2575772"/>
                </a:lnTo>
                <a:lnTo>
                  <a:pt x="993937" y="2578098"/>
                </a:lnTo>
                <a:lnTo>
                  <a:pt x="997192" y="2579493"/>
                </a:lnTo>
                <a:lnTo>
                  <a:pt x="1004635" y="2578562"/>
                </a:lnTo>
                <a:lnTo>
                  <a:pt x="1008355" y="2576702"/>
                </a:lnTo>
                <a:lnTo>
                  <a:pt x="1010216" y="2573447"/>
                </a:lnTo>
                <a:close/>
                <a:moveTo>
                  <a:pt x="968821" y="2573445"/>
                </a:moveTo>
                <a:lnTo>
                  <a:pt x="967891" y="2577631"/>
                </a:lnTo>
                <a:lnTo>
                  <a:pt x="967891" y="2577632"/>
                </a:lnTo>
                <a:close/>
                <a:moveTo>
                  <a:pt x="2214681" y="2572753"/>
                </a:moveTo>
                <a:lnTo>
                  <a:pt x="2214382" y="2574841"/>
                </a:lnTo>
                <a:lnTo>
                  <a:pt x="2214383" y="2574841"/>
                </a:lnTo>
                <a:close/>
                <a:moveTo>
                  <a:pt x="2836698" y="2571586"/>
                </a:moveTo>
                <a:lnTo>
                  <a:pt x="2836590" y="2572338"/>
                </a:lnTo>
                <a:lnTo>
                  <a:pt x="2836698" y="2571586"/>
                </a:lnTo>
                <a:close/>
                <a:moveTo>
                  <a:pt x="2516703" y="2570189"/>
                </a:moveTo>
                <a:lnTo>
                  <a:pt x="2516703" y="2570190"/>
                </a:lnTo>
                <a:lnTo>
                  <a:pt x="2522284" y="2575771"/>
                </a:lnTo>
                <a:lnTo>
                  <a:pt x="2525540" y="2575306"/>
                </a:lnTo>
                <a:lnTo>
                  <a:pt x="2528395" y="2578160"/>
                </a:lnTo>
                <a:lnTo>
                  <a:pt x="2525540" y="2575305"/>
                </a:lnTo>
                <a:lnTo>
                  <a:pt x="2522284" y="2575770"/>
                </a:lnTo>
                <a:close/>
                <a:moveTo>
                  <a:pt x="2516238" y="2567399"/>
                </a:moveTo>
                <a:lnTo>
                  <a:pt x="2516238" y="2567399"/>
                </a:lnTo>
                <a:lnTo>
                  <a:pt x="2516357" y="2568112"/>
                </a:lnTo>
                <a:close/>
                <a:moveTo>
                  <a:pt x="1026960" y="2562748"/>
                </a:moveTo>
                <a:lnTo>
                  <a:pt x="1022309" y="2566003"/>
                </a:lnTo>
                <a:lnTo>
                  <a:pt x="1019518" y="2569259"/>
                </a:lnTo>
                <a:lnTo>
                  <a:pt x="1009751" y="2571120"/>
                </a:lnTo>
                <a:lnTo>
                  <a:pt x="1009751" y="2571120"/>
                </a:lnTo>
                <a:lnTo>
                  <a:pt x="1019518" y="2569260"/>
                </a:lnTo>
                <a:lnTo>
                  <a:pt x="1022308" y="2566005"/>
                </a:lnTo>
                <a:lnTo>
                  <a:pt x="1026959" y="2562749"/>
                </a:lnTo>
                <a:close/>
                <a:moveTo>
                  <a:pt x="956263" y="2560888"/>
                </a:moveTo>
                <a:lnTo>
                  <a:pt x="953007" y="2564608"/>
                </a:lnTo>
                <a:lnTo>
                  <a:pt x="952077" y="2567864"/>
                </a:lnTo>
                <a:lnTo>
                  <a:pt x="952078" y="2567864"/>
                </a:lnTo>
                <a:lnTo>
                  <a:pt x="953008" y="2564608"/>
                </a:lnTo>
                <a:close/>
                <a:moveTo>
                  <a:pt x="2216189" y="2556073"/>
                </a:moveTo>
                <a:lnTo>
                  <a:pt x="2215778" y="2565540"/>
                </a:lnTo>
                <a:lnTo>
                  <a:pt x="2218103" y="2566469"/>
                </a:lnTo>
                <a:lnTo>
                  <a:pt x="2218103" y="2566469"/>
                </a:lnTo>
                <a:lnTo>
                  <a:pt x="2215778" y="2565538"/>
                </a:lnTo>
                <a:close/>
                <a:moveTo>
                  <a:pt x="1041857" y="2555955"/>
                </a:moveTo>
                <a:lnTo>
                  <a:pt x="1041378" y="2557632"/>
                </a:lnTo>
                <a:lnTo>
                  <a:pt x="1036727" y="2560422"/>
                </a:lnTo>
                <a:lnTo>
                  <a:pt x="1029286" y="2559493"/>
                </a:lnTo>
                <a:lnTo>
                  <a:pt x="1027724" y="2561679"/>
                </a:lnTo>
                <a:lnTo>
                  <a:pt x="1029285" y="2559493"/>
                </a:lnTo>
                <a:lnTo>
                  <a:pt x="1036727" y="2560423"/>
                </a:lnTo>
                <a:lnTo>
                  <a:pt x="1041378" y="2557633"/>
                </a:lnTo>
                <a:close/>
                <a:moveTo>
                  <a:pt x="945101" y="2554841"/>
                </a:moveTo>
                <a:lnTo>
                  <a:pt x="942775" y="2558562"/>
                </a:lnTo>
                <a:lnTo>
                  <a:pt x="942775" y="2558562"/>
                </a:lnTo>
                <a:lnTo>
                  <a:pt x="945101" y="2554841"/>
                </a:lnTo>
                <a:close/>
                <a:moveTo>
                  <a:pt x="2519494" y="2552516"/>
                </a:moveTo>
                <a:lnTo>
                  <a:pt x="2519494" y="2552516"/>
                </a:lnTo>
                <a:lnTo>
                  <a:pt x="2519577" y="2553182"/>
                </a:lnTo>
                <a:close/>
                <a:moveTo>
                  <a:pt x="1037657" y="2552051"/>
                </a:moveTo>
                <a:lnTo>
                  <a:pt x="1033472" y="2554376"/>
                </a:lnTo>
                <a:lnTo>
                  <a:pt x="1033472" y="2554376"/>
                </a:lnTo>
                <a:lnTo>
                  <a:pt x="1037657" y="2552052"/>
                </a:lnTo>
                <a:close/>
                <a:moveTo>
                  <a:pt x="2520889" y="2540887"/>
                </a:moveTo>
                <a:lnTo>
                  <a:pt x="2520889" y="2540888"/>
                </a:lnTo>
                <a:lnTo>
                  <a:pt x="2521365" y="2542314"/>
                </a:lnTo>
                <a:close/>
                <a:moveTo>
                  <a:pt x="2807696" y="2540819"/>
                </a:moveTo>
                <a:lnTo>
                  <a:pt x="2807396" y="2541818"/>
                </a:lnTo>
                <a:lnTo>
                  <a:pt x="2802745" y="2545538"/>
                </a:lnTo>
                <a:lnTo>
                  <a:pt x="2801815" y="2548794"/>
                </a:lnTo>
                <a:lnTo>
                  <a:pt x="2801815" y="2548795"/>
                </a:lnTo>
                <a:lnTo>
                  <a:pt x="2802745" y="2545539"/>
                </a:lnTo>
                <a:lnTo>
                  <a:pt x="2807396" y="2541818"/>
                </a:lnTo>
                <a:close/>
                <a:moveTo>
                  <a:pt x="58604" y="2539957"/>
                </a:moveTo>
                <a:lnTo>
                  <a:pt x="59999" y="2541818"/>
                </a:lnTo>
                <a:lnTo>
                  <a:pt x="63720" y="2541352"/>
                </a:lnTo>
                <a:lnTo>
                  <a:pt x="66511" y="2542748"/>
                </a:lnTo>
                <a:lnTo>
                  <a:pt x="67906" y="2546934"/>
                </a:lnTo>
                <a:lnTo>
                  <a:pt x="60929" y="2548794"/>
                </a:lnTo>
                <a:lnTo>
                  <a:pt x="60464" y="2550655"/>
                </a:lnTo>
                <a:lnTo>
                  <a:pt x="55813" y="2547864"/>
                </a:lnTo>
                <a:lnTo>
                  <a:pt x="59999" y="2545074"/>
                </a:lnTo>
                <a:lnTo>
                  <a:pt x="58138" y="2542748"/>
                </a:lnTo>
                <a:close/>
                <a:moveTo>
                  <a:pt x="50697" y="2534841"/>
                </a:moveTo>
                <a:lnTo>
                  <a:pt x="53952" y="2535771"/>
                </a:lnTo>
                <a:lnTo>
                  <a:pt x="55348" y="2539493"/>
                </a:lnTo>
                <a:lnTo>
                  <a:pt x="51162" y="2539027"/>
                </a:lnTo>
                <a:close/>
                <a:moveTo>
                  <a:pt x="2519166" y="2531973"/>
                </a:moveTo>
                <a:lnTo>
                  <a:pt x="2519494" y="2533446"/>
                </a:lnTo>
                <a:lnTo>
                  <a:pt x="2522749" y="2537167"/>
                </a:lnTo>
                <a:lnTo>
                  <a:pt x="2522750" y="2537167"/>
                </a:lnTo>
                <a:lnTo>
                  <a:pt x="2519494" y="2533445"/>
                </a:lnTo>
                <a:close/>
                <a:moveTo>
                  <a:pt x="1009751" y="2531121"/>
                </a:moveTo>
                <a:lnTo>
                  <a:pt x="1009751" y="2531121"/>
                </a:lnTo>
                <a:lnTo>
                  <a:pt x="1012076" y="2531121"/>
                </a:lnTo>
                <a:lnTo>
                  <a:pt x="1012077" y="2531121"/>
                </a:lnTo>
                <a:close/>
                <a:moveTo>
                  <a:pt x="2514843" y="2529260"/>
                </a:moveTo>
                <a:lnTo>
                  <a:pt x="2512517" y="2532980"/>
                </a:lnTo>
                <a:lnTo>
                  <a:pt x="2508796" y="2532050"/>
                </a:lnTo>
                <a:lnTo>
                  <a:pt x="2507218" y="2530157"/>
                </a:lnTo>
                <a:lnTo>
                  <a:pt x="2508796" y="2532051"/>
                </a:lnTo>
                <a:lnTo>
                  <a:pt x="2512518" y="2532981"/>
                </a:lnTo>
                <a:lnTo>
                  <a:pt x="2514843" y="2529260"/>
                </a:lnTo>
                <a:lnTo>
                  <a:pt x="2518563" y="2529260"/>
                </a:lnTo>
                <a:lnTo>
                  <a:pt x="2518563" y="2529260"/>
                </a:lnTo>
                <a:close/>
                <a:moveTo>
                  <a:pt x="63720" y="2529260"/>
                </a:moveTo>
                <a:lnTo>
                  <a:pt x="66045" y="2532516"/>
                </a:lnTo>
                <a:lnTo>
                  <a:pt x="68370" y="2532981"/>
                </a:lnTo>
                <a:lnTo>
                  <a:pt x="68370" y="2537167"/>
                </a:lnTo>
                <a:lnTo>
                  <a:pt x="64650" y="2535771"/>
                </a:lnTo>
                <a:lnTo>
                  <a:pt x="60929" y="2529725"/>
                </a:lnTo>
                <a:close/>
                <a:moveTo>
                  <a:pt x="2812512" y="2528794"/>
                </a:moveTo>
                <a:lnTo>
                  <a:pt x="2807861" y="2531120"/>
                </a:lnTo>
                <a:lnTo>
                  <a:pt x="2807861" y="2531121"/>
                </a:lnTo>
                <a:lnTo>
                  <a:pt x="2812512" y="2528795"/>
                </a:lnTo>
                <a:close/>
                <a:moveTo>
                  <a:pt x="2209267" y="2525539"/>
                </a:moveTo>
                <a:lnTo>
                  <a:pt x="2202755" y="2526004"/>
                </a:lnTo>
                <a:lnTo>
                  <a:pt x="2202070" y="2528058"/>
                </a:lnTo>
                <a:lnTo>
                  <a:pt x="2202755" y="2526005"/>
                </a:lnTo>
                <a:lnTo>
                  <a:pt x="2209266" y="2525540"/>
                </a:lnTo>
                <a:lnTo>
                  <a:pt x="2210661" y="2531121"/>
                </a:lnTo>
                <a:lnTo>
                  <a:pt x="2212057" y="2532982"/>
                </a:lnTo>
                <a:lnTo>
                  <a:pt x="2215778" y="2531587"/>
                </a:lnTo>
                <a:lnTo>
                  <a:pt x="2219034" y="2536703"/>
                </a:lnTo>
                <a:lnTo>
                  <a:pt x="2223685" y="2538563"/>
                </a:lnTo>
                <a:lnTo>
                  <a:pt x="2224150" y="2545074"/>
                </a:lnTo>
                <a:lnTo>
                  <a:pt x="2223685" y="2538563"/>
                </a:lnTo>
                <a:lnTo>
                  <a:pt x="2219034" y="2536702"/>
                </a:lnTo>
                <a:lnTo>
                  <a:pt x="2215778" y="2531585"/>
                </a:lnTo>
                <a:lnTo>
                  <a:pt x="2212057" y="2532981"/>
                </a:lnTo>
                <a:lnTo>
                  <a:pt x="2210662" y="2531121"/>
                </a:lnTo>
                <a:close/>
                <a:moveTo>
                  <a:pt x="2873907" y="2520423"/>
                </a:moveTo>
                <a:lnTo>
                  <a:pt x="2873907" y="2520424"/>
                </a:lnTo>
                <a:lnTo>
                  <a:pt x="2876697" y="2521353"/>
                </a:lnTo>
                <a:lnTo>
                  <a:pt x="2879023" y="2520424"/>
                </a:lnTo>
                <a:lnTo>
                  <a:pt x="2879023" y="2520423"/>
                </a:lnTo>
                <a:lnTo>
                  <a:pt x="2876697" y="2521353"/>
                </a:lnTo>
                <a:close/>
                <a:moveTo>
                  <a:pt x="2507618" y="2518996"/>
                </a:moveTo>
                <a:lnTo>
                  <a:pt x="2508331" y="2520423"/>
                </a:lnTo>
                <a:lnTo>
                  <a:pt x="2508331" y="2520423"/>
                </a:lnTo>
                <a:close/>
                <a:moveTo>
                  <a:pt x="1018648" y="2518698"/>
                </a:moveTo>
                <a:lnTo>
                  <a:pt x="1018123" y="2519958"/>
                </a:lnTo>
                <a:lnTo>
                  <a:pt x="1014524" y="2521758"/>
                </a:lnTo>
                <a:lnTo>
                  <a:pt x="1018123" y="2519958"/>
                </a:lnTo>
                <a:close/>
                <a:moveTo>
                  <a:pt x="883988" y="2516737"/>
                </a:moveTo>
                <a:lnTo>
                  <a:pt x="880916" y="2520423"/>
                </a:lnTo>
                <a:lnTo>
                  <a:pt x="880850" y="2520456"/>
                </a:lnTo>
                <a:lnTo>
                  <a:pt x="880916" y="2520423"/>
                </a:lnTo>
                <a:close/>
                <a:moveTo>
                  <a:pt x="50697" y="2515306"/>
                </a:moveTo>
                <a:lnTo>
                  <a:pt x="53022" y="2518562"/>
                </a:lnTo>
                <a:lnTo>
                  <a:pt x="50231" y="2519493"/>
                </a:lnTo>
                <a:close/>
                <a:moveTo>
                  <a:pt x="2885069" y="2513911"/>
                </a:moveTo>
                <a:lnTo>
                  <a:pt x="2880884" y="2514841"/>
                </a:lnTo>
                <a:lnTo>
                  <a:pt x="2876697" y="2517167"/>
                </a:lnTo>
                <a:lnTo>
                  <a:pt x="2876698" y="2517168"/>
                </a:lnTo>
                <a:lnTo>
                  <a:pt x="2880884" y="2514842"/>
                </a:lnTo>
                <a:lnTo>
                  <a:pt x="2885069" y="2513912"/>
                </a:lnTo>
                <a:close/>
                <a:moveTo>
                  <a:pt x="1027890" y="2513447"/>
                </a:moveTo>
                <a:lnTo>
                  <a:pt x="1020449" y="2514377"/>
                </a:lnTo>
                <a:lnTo>
                  <a:pt x="1020449" y="2514377"/>
                </a:lnTo>
                <a:lnTo>
                  <a:pt x="1027889" y="2513448"/>
                </a:lnTo>
                <a:close/>
                <a:moveTo>
                  <a:pt x="2186011" y="2513447"/>
                </a:moveTo>
                <a:lnTo>
                  <a:pt x="2186011" y="2513448"/>
                </a:lnTo>
                <a:lnTo>
                  <a:pt x="2189266" y="2516703"/>
                </a:lnTo>
                <a:lnTo>
                  <a:pt x="2189266" y="2520889"/>
                </a:lnTo>
                <a:lnTo>
                  <a:pt x="2193917" y="2522750"/>
                </a:lnTo>
                <a:lnTo>
                  <a:pt x="2197639" y="2523214"/>
                </a:lnTo>
                <a:lnTo>
                  <a:pt x="2196243" y="2526005"/>
                </a:lnTo>
                <a:lnTo>
                  <a:pt x="2197639" y="2527865"/>
                </a:lnTo>
                <a:lnTo>
                  <a:pt x="2201824" y="2528796"/>
                </a:lnTo>
                <a:lnTo>
                  <a:pt x="2201825" y="2528795"/>
                </a:lnTo>
                <a:lnTo>
                  <a:pt x="2197639" y="2527865"/>
                </a:lnTo>
                <a:lnTo>
                  <a:pt x="2196244" y="2526004"/>
                </a:lnTo>
                <a:lnTo>
                  <a:pt x="2197639" y="2523214"/>
                </a:lnTo>
                <a:lnTo>
                  <a:pt x="2193918" y="2522749"/>
                </a:lnTo>
                <a:lnTo>
                  <a:pt x="2189267" y="2520888"/>
                </a:lnTo>
                <a:lnTo>
                  <a:pt x="2189267" y="2516702"/>
                </a:lnTo>
                <a:close/>
                <a:moveTo>
                  <a:pt x="2852047" y="2511585"/>
                </a:moveTo>
                <a:lnTo>
                  <a:pt x="2852046" y="2511587"/>
                </a:lnTo>
                <a:lnTo>
                  <a:pt x="2857628" y="2512051"/>
                </a:lnTo>
                <a:lnTo>
                  <a:pt x="2861348" y="2514842"/>
                </a:lnTo>
                <a:lnTo>
                  <a:pt x="2864139" y="2515307"/>
                </a:lnTo>
                <a:lnTo>
                  <a:pt x="2865070" y="2518563"/>
                </a:lnTo>
                <a:lnTo>
                  <a:pt x="2868326" y="2519028"/>
                </a:lnTo>
                <a:lnTo>
                  <a:pt x="2873907" y="2518098"/>
                </a:lnTo>
                <a:lnTo>
                  <a:pt x="2873907" y="2518097"/>
                </a:lnTo>
                <a:lnTo>
                  <a:pt x="2868326" y="2519027"/>
                </a:lnTo>
                <a:lnTo>
                  <a:pt x="2865070" y="2518562"/>
                </a:lnTo>
                <a:lnTo>
                  <a:pt x="2864139" y="2515306"/>
                </a:lnTo>
                <a:lnTo>
                  <a:pt x="2861349" y="2514841"/>
                </a:lnTo>
                <a:lnTo>
                  <a:pt x="2857628" y="2512050"/>
                </a:lnTo>
                <a:close/>
                <a:moveTo>
                  <a:pt x="45116" y="2511121"/>
                </a:moveTo>
                <a:lnTo>
                  <a:pt x="48836" y="2514842"/>
                </a:lnTo>
                <a:lnTo>
                  <a:pt x="47441" y="2524144"/>
                </a:lnTo>
                <a:lnTo>
                  <a:pt x="44185" y="2524144"/>
                </a:lnTo>
                <a:lnTo>
                  <a:pt x="43255" y="2519028"/>
                </a:lnTo>
                <a:lnTo>
                  <a:pt x="43255" y="2515772"/>
                </a:lnTo>
                <a:lnTo>
                  <a:pt x="39069" y="2518098"/>
                </a:lnTo>
                <a:lnTo>
                  <a:pt x="40464" y="2513447"/>
                </a:lnTo>
                <a:close/>
                <a:moveTo>
                  <a:pt x="2835767" y="2509260"/>
                </a:moveTo>
                <a:lnTo>
                  <a:pt x="2832512" y="2509724"/>
                </a:lnTo>
                <a:lnTo>
                  <a:pt x="2819490" y="2515306"/>
                </a:lnTo>
                <a:lnTo>
                  <a:pt x="2814373" y="2512516"/>
                </a:lnTo>
                <a:lnTo>
                  <a:pt x="2809257" y="2511585"/>
                </a:lnTo>
                <a:lnTo>
                  <a:pt x="2806931" y="2516236"/>
                </a:lnTo>
                <a:lnTo>
                  <a:pt x="2806931" y="2516238"/>
                </a:lnTo>
                <a:lnTo>
                  <a:pt x="2809256" y="2511587"/>
                </a:lnTo>
                <a:lnTo>
                  <a:pt x="2814373" y="2512517"/>
                </a:lnTo>
                <a:lnTo>
                  <a:pt x="2819489" y="2515307"/>
                </a:lnTo>
                <a:lnTo>
                  <a:pt x="2832512" y="2509726"/>
                </a:lnTo>
                <a:lnTo>
                  <a:pt x="2835768" y="2509261"/>
                </a:lnTo>
                <a:close/>
                <a:moveTo>
                  <a:pt x="1036262" y="2506470"/>
                </a:moveTo>
                <a:lnTo>
                  <a:pt x="1029286" y="2510656"/>
                </a:lnTo>
                <a:lnTo>
                  <a:pt x="1029286" y="2510656"/>
                </a:lnTo>
                <a:lnTo>
                  <a:pt x="1036262" y="2506470"/>
                </a:lnTo>
                <a:lnTo>
                  <a:pt x="1039517" y="2507400"/>
                </a:lnTo>
                <a:lnTo>
                  <a:pt x="1039518" y="2507400"/>
                </a:lnTo>
                <a:close/>
                <a:moveTo>
                  <a:pt x="868823" y="2505075"/>
                </a:moveTo>
                <a:lnTo>
                  <a:pt x="866498" y="2508330"/>
                </a:lnTo>
                <a:lnTo>
                  <a:pt x="864637" y="2515772"/>
                </a:lnTo>
                <a:lnTo>
                  <a:pt x="866498" y="2508330"/>
                </a:lnTo>
                <a:close/>
                <a:moveTo>
                  <a:pt x="2887394" y="2503679"/>
                </a:moveTo>
                <a:lnTo>
                  <a:pt x="2886000" y="2505539"/>
                </a:lnTo>
                <a:lnTo>
                  <a:pt x="2886000" y="2505540"/>
                </a:lnTo>
                <a:lnTo>
                  <a:pt x="2887395" y="2503680"/>
                </a:lnTo>
                <a:close/>
                <a:moveTo>
                  <a:pt x="1044634" y="2503214"/>
                </a:moveTo>
                <a:lnTo>
                  <a:pt x="1040913" y="2504145"/>
                </a:lnTo>
                <a:lnTo>
                  <a:pt x="1040913" y="2504145"/>
                </a:lnTo>
                <a:lnTo>
                  <a:pt x="1044634" y="2503215"/>
                </a:lnTo>
                <a:close/>
                <a:moveTo>
                  <a:pt x="2852469" y="2501481"/>
                </a:moveTo>
                <a:lnTo>
                  <a:pt x="2852046" y="2502749"/>
                </a:lnTo>
                <a:lnTo>
                  <a:pt x="2853907" y="2506935"/>
                </a:lnTo>
                <a:lnTo>
                  <a:pt x="2853907" y="2506934"/>
                </a:lnTo>
                <a:lnTo>
                  <a:pt x="2852047" y="2502748"/>
                </a:lnTo>
                <a:close/>
                <a:moveTo>
                  <a:pt x="2178569" y="2501354"/>
                </a:moveTo>
                <a:lnTo>
                  <a:pt x="2178569" y="2501354"/>
                </a:lnTo>
                <a:lnTo>
                  <a:pt x="2180429" y="2502285"/>
                </a:lnTo>
                <a:lnTo>
                  <a:pt x="2183220" y="2506470"/>
                </a:lnTo>
                <a:lnTo>
                  <a:pt x="2185546" y="2508331"/>
                </a:lnTo>
                <a:lnTo>
                  <a:pt x="2185653" y="2509513"/>
                </a:lnTo>
                <a:lnTo>
                  <a:pt x="2185546" y="2508330"/>
                </a:lnTo>
                <a:lnTo>
                  <a:pt x="2183221" y="2506470"/>
                </a:lnTo>
                <a:lnTo>
                  <a:pt x="2180430" y="2502284"/>
                </a:lnTo>
                <a:close/>
                <a:moveTo>
                  <a:pt x="2148351" y="2500201"/>
                </a:moveTo>
                <a:lnTo>
                  <a:pt x="2147407" y="2501819"/>
                </a:lnTo>
                <a:lnTo>
                  <a:pt x="2145082" y="2503679"/>
                </a:lnTo>
                <a:lnTo>
                  <a:pt x="2139035" y="2502284"/>
                </a:lnTo>
                <a:lnTo>
                  <a:pt x="2139035" y="2502285"/>
                </a:lnTo>
                <a:lnTo>
                  <a:pt x="2145081" y="2503680"/>
                </a:lnTo>
                <a:lnTo>
                  <a:pt x="2147407" y="2501819"/>
                </a:lnTo>
                <a:close/>
                <a:moveTo>
                  <a:pt x="1056805" y="2498577"/>
                </a:moveTo>
                <a:lnTo>
                  <a:pt x="1050681" y="2501819"/>
                </a:lnTo>
                <a:lnTo>
                  <a:pt x="1049750" y="2499494"/>
                </a:lnTo>
                <a:lnTo>
                  <a:pt x="1046030" y="2499958"/>
                </a:lnTo>
                <a:lnTo>
                  <a:pt x="1046030" y="2499959"/>
                </a:lnTo>
                <a:lnTo>
                  <a:pt x="1049750" y="2499494"/>
                </a:lnTo>
                <a:lnTo>
                  <a:pt x="1050680" y="2501819"/>
                </a:lnTo>
                <a:close/>
                <a:moveTo>
                  <a:pt x="2888086" y="2497640"/>
                </a:moveTo>
                <a:lnTo>
                  <a:pt x="2886000" y="2499958"/>
                </a:lnTo>
                <a:lnTo>
                  <a:pt x="2886000" y="2499958"/>
                </a:lnTo>
                <a:close/>
                <a:moveTo>
                  <a:pt x="2150663" y="2496237"/>
                </a:moveTo>
                <a:lnTo>
                  <a:pt x="2150662" y="2496238"/>
                </a:lnTo>
                <a:lnTo>
                  <a:pt x="2153918" y="2496238"/>
                </a:lnTo>
                <a:lnTo>
                  <a:pt x="2155313" y="2498563"/>
                </a:lnTo>
                <a:lnTo>
                  <a:pt x="2161825" y="2499029"/>
                </a:lnTo>
                <a:lnTo>
                  <a:pt x="2163686" y="2503680"/>
                </a:lnTo>
                <a:lnTo>
                  <a:pt x="2166476" y="2505541"/>
                </a:lnTo>
                <a:lnTo>
                  <a:pt x="2174848" y="2504610"/>
                </a:lnTo>
                <a:lnTo>
                  <a:pt x="2176924" y="2502794"/>
                </a:lnTo>
                <a:lnTo>
                  <a:pt x="2174848" y="2504610"/>
                </a:lnTo>
                <a:lnTo>
                  <a:pt x="2166477" y="2505539"/>
                </a:lnTo>
                <a:lnTo>
                  <a:pt x="2163686" y="2503679"/>
                </a:lnTo>
                <a:lnTo>
                  <a:pt x="2161826" y="2499028"/>
                </a:lnTo>
                <a:lnTo>
                  <a:pt x="2155314" y="2498563"/>
                </a:lnTo>
                <a:lnTo>
                  <a:pt x="2153919" y="2496237"/>
                </a:lnTo>
                <a:close/>
                <a:moveTo>
                  <a:pt x="1061378" y="2494843"/>
                </a:moveTo>
                <a:lnTo>
                  <a:pt x="1061378" y="2494843"/>
                </a:lnTo>
                <a:lnTo>
                  <a:pt x="1060682" y="2495539"/>
                </a:lnTo>
                <a:close/>
                <a:moveTo>
                  <a:pt x="867428" y="2494377"/>
                </a:moveTo>
                <a:lnTo>
                  <a:pt x="866938" y="2494989"/>
                </a:lnTo>
                <a:lnTo>
                  <a:pt x="867428" y="2494377"/>
                </a:lnTo>
                <a:close/>
                <a:moveTo>
                  <a:pt x="2835303" y="2492981"/>
                </a:moveTo>
                <a:lnTo>
                  <a:pt x="2831117" y="2497167"/>
                </a:lnTo>
                <a:lnTo>
                  <a:pt x="2831117" y="2497168"/>
                </a:lnTo>
                <a:lnTo>
                  <a:pt x="2835302" y="2492982"/>
                </a:lnTo>
                <a:lnTo>
                  <a:pt x="2840419" y="2493912"/>
                </a:lnTo>
                <a:lnTo>
                  <a:pt x="2840883" y="2495773"/>
                </a:lnTo>
                <a:lnTo>
                  <a:pt x="2845535" y="2494843"/>
                </a:lnTo>
                <a:lnTo>
                  <a:pt x="2851116" y="2495307"/>
                </a:lnTo>
                <a:lnTo>
                  <a:pt x="2853441" y="2498563"/>
                </a:lnTo>
                <a:lnTo>
                  <a:pt x="2853442" y="2498562"/>
                </a:lnTo>
                <a:lnTo>
                  <a:pt x="2851117" y="2495307"/>
                </a:lnTo>
                <a:lnTo>
                  <a:pt x="2845535" y="2494841"/>
                </a:lnTo>
                <a:lnTo>
                  <a:pt x="2840884" y="2495771"/>
                </a:lnTo>
                <a:lnTo>
                  <a:pt x="2840419" y="2493911"/>
                </a:lnTo>
                <a:close/>
                <a:moveTo>
                  <a:pt x="2125547" y="2492052"/>
                </a:moveTo>
                <a:lnTo>
                  <a:pt x="2125547" y="2492053"/>
                </a:lnTo>
                <a:lnTo>
                  <a:pt x="2126477" y="2498099"/>
                </a:lnTo>
                <a:lnTo>
                  <a:pt x="2130663" y="2498563"/>
                </a:lnTo>
                <a:lnTo>
                  <a:pt x="2131128" y="2505541"/>
                </a:lnTo>
                <a:lnTo>
                  <a:pt x="2132988" y="2508331"/>
                </a:lnTo>
                <a:lnTo>
                  <a:pt x="2135314" y="2509261"/>
                </a:lnTo>
                <a:lnTo>
                  <a:pt x="2136060" y="2508664"/>
                </a:lnTo>
                <a:lnTo>
                  <a:pt x="2135314" y="2509261"/>
                </a:lnTo>
                <a:lnTo>
                  <a:pt x="2132989" y="2508330"/>
                </a:lnTo>
                <a:lnTo>
                  <a:pt x="2131128" y="2505539"/>
                </a:lnTo>
                <a:lnTo>
                  <a:pt x="2130663" y="2498563"/>
                </a:lnTo>
                <a:lnTo>
                  <a:pt x="2126477" y="2498098"/>
                </a:lnTo>
                <a:close/>
                <a:moveTo>
                  <a:pt x="46511" y="2490656"/>
                </a:moveTo>
                <a:lnTo>
                  <a:pt x="47441" y="2494842"/>
                </a:lnTo>
                <a:lnTo>
                  <a:pt x="44650" y="2498563"/>
                </a:lnTo>
                <a:lnTo>
                  <a:pt x="40929" y="2500423"/>
                </a:lnTo>
                <a:lnTo>
                  <a:pt x="39069" y="2497633"/>
                </a:lnTo>
                <a:lnTo>
                  <a:pt x="41860" y="2496237"/>
                </a:lnTo>
                <a:lnTo>
                  <a:pt x="44650" y="2491586"/>
                </a:lnTo>
                <a:close/>
                <a:moveTo>
                  <a:pt x="869288" y="2486470"/>
                </a:moveTo>
                <a:lnTo>
                  <a:pt x="867428" y="2488795"/>
                </a:lnTo>
                <a:lnTo>
                  <a:pt x="867428" y="2488796"/>
                </a:lnTo>
                <a:close/>
                <a:moveTo>
                  <a:pt x="42790" y="2486004"/>
                </a:moveTo>
                <a:lnTo>
                  <a:pt x="44185" y="2489726"/>
                </a:lnTo>
                <a:lnTo>
                  <a:pt x="39999" y="2489726"/>
                </a:lnTo>
                <a:lnTo>
                  <a:pt x="39069" y="2487400"/>
                </a:lnTo>
                <a:close/>
                <a:moveTo>
                  <a:pt x="2471588" y="2485539"/>
                </a:moveTo>
                <a:lnTo>
                  <a:pt x="2471588" y="2485540"/>
                </a:lnTo>
                <a:lnTo>
                  <a:pt x="2474378" y="2486470"/>
                </a:lnTo>
                <a:lnTo>
                  <a:pt x="2475773" y="2490191"/>
                </a:lnTo>
                <a:lnTo>
                  <a:pt x="2480890" y="2493447"/>
                </a:lnTo>
                <a:lnTo>
                  <a:pt x="2483216" y="2492981"/>
                </a:lnTo>
                <a:lnTo>
                  <a:pt x="2501355" y="2496703"/>
                </a:lnTo>
                <a:lnTo>
                  <a:pt x="2500690" y="2493050"/>
                </a:lnTo>
                <a:lnTo>
                  <a:pt x="2501354" y="2496702"/>
                </a:lnTo>
                <a:lnTo>
                  <a:pt x="2483216" y="2492981"/>
                </a:lnTo>
                <a:lnTo>
                  <a:pt x="2480890" y="2493446"/>
                </a:lnTo>
                <a:lnTo>
                  <a:pt x="2475773" y="2490190"/>
                </a:lnTo>
                <a:lnTo>
                  <a:pt x="2474378" y="2486469"/>
                </a:lnTo>
                <a:close/>
                <a:moveTo>
                  <a:pt x="1072540" y="2485075"/>
                </a:moveTo>
                <a:lnTo>
                  <a:pt x="1066959" y="2486470"/>
                </a:lnTo>
                <a:lnTo>
                  <a:pt x="1063703" y="2489261"/>
                </a:lnTo>
                <a:lnTo>
                  <a:pt x="1063070" y="2490781"/>
                </a:lnTo>
                <a:lnTo>
                  <a:pt x="1063703" y="2489262"/>
                </a:lnTo>
                <a:lnTo>
                  <a:pt x="1066959" y="2486471"/>
                </a:lnTo>
                <a:lnTo>
                  <a:pt x="1072540" y="2485075"/>
                </a:lnTo>
                <a:close/>
                <a:moveTo>
                  <a:pt x="2507400" y="2485074"/>
                </a:moveTo>
                <a:lnTo>
                  <a:pt x="2501819" y="2486469"/>
                </a:lnTo>
                <a:lnTo>
                  <a:pt x="2500424" y="2491585"/>
                </a:lnTo>
                <a:lnTo>
                  <a:pt x="2500424" y="2491586"/>
                </a:lnTo>
                <a:lnTo>
                  <a:pt x="2501820" y="2486470"/>
                </a:lnTo>
                <a:lnTo>
                  <a:pt x="2507401" y="2485075"/>
                </a:lnTo>
                <a:lnTo>
                  <a:pt x="2511587" y="2486935"/>
                </a:lnTo>
                <a:lnTo>
                  <a:pt x="2514843" y="2490191"/>
                </a:lnTo>
                <a:lnTo>
                  <a:pt x="2514872" y="2490578"/>
                </a:lnTo>
                <a:lnTo>
                  <a:pt x="2514843" y="2490190"/>
                </a:lnTo>
                <a:lnTo>
                  <a:pt x="2511587" y="2486934"/>
                </a:lnTo>
                <a:close/>
                <a:moveTo>
                  <a:pt x="854870" y="2480889"/>
                </a:moveTo>
                <a:lnTo>
                  <a:pt x="853117" y="2483518"/>
                </a:lnTo>
                <a:lnTo>
                  <a:pt x="854870" y="2480889"/>
                </a:lnTo>
                <a:close/>
                <a:moveTo>
                  <a:pt x="2132523" y="2479960"/>
                </a:moveTo>
                <a:lnTo>
                  <a:pt x="2131016" y="2488253"/>
                </a:lnTo>
                <a:lnTo>
                  <a:pt x="2132524" y="2479960"/>
                </a:lnTo>
                <a:close/>
                <a:moveTo>
                  <a:pt x="2137981" y="2476331"/>
                </a:moveTo>
                <a:lnTo>
                  <a:pt x="2137174" y="2479959"/>
                </a:lnTo>
                <a:lnTo>
                  <a:pt x="2137175" y="2479959"/>
                </a:lnTo>
                <a:close/>
                <a:moveTo>
                  <a:pt x="2466099" y="2475865"/>
                </a:moveTo>
                <a:lnTo>
                  <a:pt x="2472053" y="2481819"/>
                </a:lnTo>
                <a:lnTo>
                  <a:pt x="2472053" y="2481819"/>
                </a:lnTo>
                <a:close/>
                <a:moveTo>
                  <a:pt x="2942278" y="2473446"/>
                </a:moveTo>
                <a:lnTo>
                  <a:pt x="2932045" y="2475772"/>
                </a:lnTo>
                <a:lnTo>
                  <a:pt x="2923209" y="2479493"/>
                </a:lnTo>
                <a:lnTo>
                  <a:pt x="2912976" y="2485074"/>
                </a:lnTo>
                <a:lnTo>
                  <a:pt x="2905535" y="2484144"/>
                </a:lnTo>
                <a:lnTo>
                  <a:pt x="2899953" y="2485074"/>
                </a:lnTo>
                <a:lnTo>
                  <a:pt x="2893907" y="2492516"/>
                </a:lnTo>
                <a:lnTo>
                  <a:pt x="2889721" y="2492981"/>
                </a:lnTo>
                <a:lnTo>
                  <a:pt x="2889721" y="2492982"/>
                </a:lnTo>
                <a:lnTo>
                  <a:pt x="2893906" y="2492517"/>
                </a:lnTo>
                <a:lnTo>
                  <a:pt x="2899953" y="2485075"/>
                </a:lnTo>
                <a:lnTo>
                  <a:pt x="2905534" y="2484145"/>
                </a:lnTo>
                <a:lnTo>
                  <a:pt x="2912975" y="2485075"/>
                </a:lnTo>
                <a:lnTo>
                  <a:pt x="2923208" y="2479494"/>
                </a:lnTo>
                <a:lnTo>
                  <a:pt x="2932045" y="2475773"/>
                </a:lnTo>
                <a:lnTo>
                  <a:pt x="2942277" y="2473447"/>
                </a:lnTo>
                <a:lnTo>
                  <a:pt x="2945533" y="2473912"/>
                </a:lnTo>
                <a:lnTo>
                  <a:pt x="2946464" y="2476703"/>
                </a:lnTo>
                <a:lnTo>
                  <a:pt x="2954835" y="2475308"/>
                </a:lnTo>
                <a:lnTo>
                  <a:pt x="2954835" y="2475307"/>
                </a:lnTo>
                <a:lnTo>
                  <a:pt x="2946464" y="2476702"/>
                </a:lnTo>
                <a:lnTo>
                  <a:pt x="2945533" y="2473912"/>
                </a:lnTo>
                <a:close/>
                <a:moveTo>
                  <a:pt x="2142145" y="2473274"/>
                </a:moveTo>
                <a:lnTo>
                  <a:pt x="2141826" y="2473912"/>
                </a:lnTo>
                <a:lnTo>
                  <a:pt x="2141826" y="2473913"/>
                </a:lnTo>
                <a:close/>
                <a:moveTo>
                  <a:pt x="2959022" y="2465075"/>
                </a:moveTo>
                <a:lnTo>
                  <a:pt x="2957162" y="2466005"/>
                </a:lnTo>
                <a:lnTo>
                  <a:pt x="2957161" y="2466006"/>
                </a:lnTo>
                <a:lnTo>
                  <a:pt x="2959022" y="2465076"/>
                </a:lnTo>
                <a:close/>
                <a:moveTo>
                  <a:pt x="2466007" y="2460424"/>
                </a:moveTo>
                <a:lnTo>
                  <a:pt x="2468332" y="2463680"/>
                </a:lnTo>
                <a:lnTo>
                  <a:pt x="2468358" y="2464149"/>
                </a:lnTo>
                <a:lnTo>
                  <a:pt x="2468332" y="2463680"/>
                </a:lnTo>
                <a:close/>
                <a:moveTo>
                  <a:pt x="2136245" y="2459494"/>
                </a:moveTo>
                <a:lnTo>
                  <a:pt x="2136244" y="2459495"/>
                </a:lnTo>
                <a:lnTo>
                  <a:pt x="2137174" y="2461355"/>
                </a:lnTo>
                <a:lnTo>
                  <a:pt x="2141361" y="2463215"/>
                </a:lnTo>
                <a:lnTo>
                  <a:pt x="2141825" y="2466006"/>
                </a:lnTo>
                <a:lnTo>
                  <a:pt x="2144151" y="2469262"/>
                </a:lnTo>
                <a:lnTo>
                  <a:pt x="2144151" y="2469261"/>
                </a:lnTo>
                <a:lnTo>
                  <a:pt x="2141826" y="2466005"/>
                </a:lnTo>
                <a:lnTo>
                  <a:pt x="2141361" y="2463215"/>
                </a:lnTo>
                <a:lnTo>
                  <a:pt x="2137175" y="2461354"/>
                </a:lnTo>
                <a:close/>
                <a:moveTo>
                  <a:pt x="2464200" y="2455757"/>
                </a:moveTo>
                <a:lnTo>
                  <a:pt x="2465541" y="2457634"/>
                </a:lnTo>
                <a:lnTo>
                  <a:pt x="2465660" y="2458347"/>
                </a:lnTo>
                <a:lnTo>
                  <a:pt x="2465541" y="2457633"/>
                </a:lnTo>
                <a:close/>
                <a:moveTo>
                  <a:pt x="26976" y="2454843"/>
                </a:moveTo>
                <a:lnTo>
                  <a:pt x="33487" y="2458099"/>
                </a:lnTo>
                <a:lnTo>
                  <a:pt x="37673" y="2456238"/>
                </a:lnTo>
                <a:lnTo>
                  <a:pt x="36278" y="2463680"/>
                </a:lnTo>
                <a:lnTo>
                  <a:pt x="36743" y="2467865"/>
                </a:lnTo>
                <a:lnTo>
                  <a:pt x="32092" y="2480889"/>
                </a:lnTo>
                <a:lnTo>
                  <a:pt x="26976" y="2485540"/>
                </a:lnTo>
                <a:lnTo>
                  <a:pt x="25116" y="2490656"/>
                </a:lnTo>
                <a:lnTo>
                  <a:pt x="16744" y="2493911"/>
                </a:lnTo>
                <a:lnTo>
                  <a:pt x="13953" y="2492982"/>
                </a:lnTo>
                <a:lnTo>
                  <a:pt x="12092" y="2489726"/>
                </a:lnTo>
                <a:lnTo>
                  <a:pt x="6976" y="2492051"/>
                </a:lnTo>
                <a:lnTo>
                  <a:pt x="6046" y="2490656"/>
                </a:lnTo>
                <a:lnTo>
                  <a:pt x="930" y="2489726"/>
                </a:lnTo>
                <a:lnTo>
                  <a:pt x="0" y="2485540"/>
                </a:lnTo>
                <a:lnTo>
                  <a:pt x="3256" y="2483214"/>
                </a:lnTo>
                <a:lnTo>
                  <a:pt x="13023" y="2481819"/>
                </a:lnTo>
                <a:lnTo>
                  <a:pt x="14883" y="2478098"/>
                </a:lnTo>
                <a:lnTo>
                  <a:pt x="19534" y="2472517"/>
                </a:lnTo>
                <a:lnTo>
                  <a:pt x="19999" y="2470656"/>
                </a:lnTo>
                <a:lnTo>
                  <a:pt x="24185" y="2467400"/>
                </a:lnTo>
                <a:lnTo>
                  <a:pt x="23255" y="2462750"/>
                </a:lnTo>
                <a:close/>
                <a:moveTo>
                  <a:pt x="2279498" y="2453448"/>
                </a:moveTo>
                <a:lnTo>
                  <a:pt x="2279498" y="2453448"/>
                </a:lnTo>
                <a:lnTo>
                  <a:pt x="2280428" y="2456704"/>
                </a:lnTo>
                <a:lnTo>
                  <a:pt x="2280428" y="2456703"/>
                </a:lnTo>
                <a:close/>
                <a:moveTo>
                  <a:pt x="3825055" y="2452517"/>
                </a:moveTo>
                <a:lnTo>
                  <a:pt x="3825055" y="2452517"/>
                </a:lnTo>
                <a:lnTo>
                  <a:pt x="3826915" y="2452983"/>
                </a:lnTo>
                <a:close/>
                <a:moveTo>
                  <a:pt x="1191609" y="2452053"/>
                </a:moveTo>
                <a:lnTo>
                  <a:pt x="1191609" y="2452053"/>
                </a:lnTo>
                <a:lnTo>
                  <a:pt x="1195329" y="2452983"/>
                </a:lnTo>
                <a:lnTo>
                  <a:pt x="1195330" y="2452982"/>
                </a:lnTo>
                <a:close/>
                <a:moveTo>
                  <a:pt x="823708" y="2451587"/>
                </a:moveTo>
                <a:lnTo>
                  <a:pt x="821847" y="2457168"/>
                </a:lnTo>
                <a:lnTo>
                  <a:pt x="821847" y="2457168"/>
                </a:lnTo>
                <a:lnTo>
                  <a:pt x="823708" y="2451587"/>
                </a:lnTo>
                <a:close/>
                <a:moveTo>
                  <a:pt x="2457170" y="2450657"/>
                </a:moveTo>
                <a:lnTo>
                  <a:pt x="2459495" y="2452052"/>
                </a:lnTo>
                <a:lnTo>
                  <a:pt x="2463215" y="2452052"/>
                </a:lnTo>
                <a:lnTo>
                  <a:pt x="2463215" y="2452051"/>
                </a:lnTo>
                <a:lnTo>
                  <a:pt x="2459495" y="2452051"/>
                </a:lnTo>
                <a:close/>
                <a:moveTo>
                  <a:pt x="48836" y="2450192"/>
                </a:moveTo>
                <a:lnTo>
                  <a:pt x="50697" y="2451122"/>
                </a:lnTo>
                <a:lnTo>
                  <a:pt x="53022" y="2454843"/>
                </a:lnTo>
                <a:lnTo>
                  <a:pt x="51627" y="2457633"/>
                </a:lnTo>
                <a:lnTo>
                  <a:pt x="53022" y="2460889"/>
                </a:lnTo>
                <a:lnTo>
                  <a:pt x="52092" y="2463214"/>
                </a:lnTo>
                <a:lnTo>
                  <a:pt x="47441" y="2466470"/>
                </a:lnTo>
                <a:lnTo>
                  <a:pt x="43720" y="2465540"/>
                </a:lnTo>
                <a:lnTo>
                  <a:pt x="39534" y="2465540"/>
                </a:lnTo>
                <a:lnTo>
                  <a:pt x="42790" y="2459958"/>
                </a:lnTo>
                <a:lnTo>
                  <a:pt x="41394" y="2454377"/>
                </a:lnTo>
                <a:lnTo>
                  <a:pt x="42324" y="2452982"/>
                </a:lnTo>
                <a:close/>
                <a:moveTo>
                  <a:pt x="2225636" y="2449464"/>
                </a:moveTo>
                <a:lnTo>
                  <a:pt x="2225545" y="2450192"/>
                </a:lnTo>
                <a:lnTo>
                  <a:pt x="2225545" y="2450192"/>
                </a:lnTo>
                <a:close/>
                <a:moveTo>
                  <a:pt x="2965998" y="2448331"/>
                </a:moveTo>
                <a:lnTo>
                  <a:pt x="2963208" y="2452051"/>
                </a:lnTo>
                <a:lnTo>
                  <a:pt x="2959487" y="2453447"/>
                </a:lnTo>
                <a:lnTo>
                  <a:pt x="2956231" y="2453447"/>
                </a:lnTo>
                <a:lnTo>
                  <a:pt x="2956112" y="2454160"/>
                </a:lnTo>
                <a:lnTo>
                  <a:pt x="2956231" y="2453447"/>
                </a:lnTo>
                <a:lnTo>
                  <a:pt x="2959486" y="2453447"/>
                </a:lnTo>
                <a:lnTo>
                  <a:pt x="2963208" y="2452052"/>
                </a:lnTo>
                <a:lnTo>
                  <a:pt x="2965998" y="2448332"/>
                </a:lnTo>
                <a:lnTo>
                  <a:pt x="2968789" y="2448332"/>
                </a:lnTo>
                <a:lnTo>
                  <a:pt x="2968789" y="2448331"/>
                </a:lnTo>
                <a:close/>
                <a:moveTo>
                  <a:pt x="2199170" y="2448112"/>
                </a:moveTo>
                <a:lnTo>
                  <a:pt x="2199499" y="2448332"/>
                </a:lnTo>
                <a:lnTo>
                  <a:pt x="2199928" y="2449474"/>
                </a:lnTo>
                <a:lnTo>
                  <a:pt x="2199499" y="2448332"/>
                </a:lnTo>
                <a:close/>
                <a:moveTo>
                  <a:pt x="2226010" y="2446471"/>
                </a:moveTo>
                <a:lnTo>
                  <a:pt x="2225142" y="2446992"/>
                </a:lnTo>
                <a:lnTo>
                  <a:pt x="2226010" y="2446472"/>
                </a:lnTo>
                <a:close/>
                <a:moveTo>
                  <a:pt x="2130198" y="2446471"/>
                </a:moveTo>
                <a:lnTo>
                  <a:pt x="2131593" y="2449262"/>
                </a:lnTo>
                <a:lnTo>
                  <a:pt x="2134384" y="2449262"/>
                </a:lnTo>
                <a:lnTo>
                  <a:pt x="2137174" y="2454844"/>
                </a:lnTo>
                <a:lnTo>
                  <a:pt x="2136468" y="2458374"/>
                </a:lnTo>
                <a:lnTo>
                  <a:pt x="2137175" y="2454843"/>
                </a:lnTo>
                <a:lnTo>
                  <a:pt x="2134384" y="2449262"/>
                </a:lnTo>
                <a:lnTo>
                  <a:pt x="2131593" y="2449262"/>
                </a:lnTo>
                <a:close/>
                <a:moveTo>
                  <a:pt x="2445077" y="2445075"/>
                </a:moveTo>
                <a:lnTo>
                  <a:pt x="2445077" y="2445076"/>
                </a:lnTo>
                <a:lnTo>
                  <a:pt x="2447868" y="2446471"/>
                </a:lnTo>
                <a:lnTo>
                  <a:pt x="2456704" y="2447866"/>
                </a:lnTo>
                <a:lnTo>
                  <a:pt x="2456764" y="2448225"/>
                </a:lnTo>
                <a:lnTo>
                  <a:pt x="2456704" y="2447866"/>
                </a:lnTo>
                <a:lnTo>
                  <a:pt x="2447867" y="2446470"/>
                </a:lnTo>
                <a:close/>
                <a:moveTo>
                  <a:pt x="2179417" y="2444341"/>
                </a:moveTo>
                <a:lnTo>
                  <a:pt x="2177174" y="2447867"/>
                </a:lnTo>
                <a:lnTo>
                  <a:pt x="2177174" y="2447866"/>
                </a:lnTo>
                <a:close/>
                <a:moveTo>
                  <a:pt x="3832961" y="2444145"/>
                </a:moveTo>
                <a:lnTo>
                  <a:pt x="3832033" y="2444378"/>
                </a:lnTo>
                <a:lnTo>
                  <a:pt x="3832961" y="2444146"/>
                </a:lnTo>
                <a:close/>
                <a:moveTo>
                  <a:pt x="2982278" y="2444144"/>
                </a:moveTo>
                <a:lnTo>
                  <a:pt x="2982277" y="2444146"/>
                </a:lnTo>
                <a:lnTo>
                  <a:pt x="2988323" y="2446471"/>
                </a:lnTo>
                <a:lnTo>
                  <a:pt x="2993439" y="2449262"/>
                </a:lnTo>
                <a:lnTo>
                  <a:pt x="2997161" y="2452983"/>
                </a:lnTo>
                <a:lnTo>
                  <a:pt x="3005067" y="2455773"/>
                </a:lnTo>
                <a:lnTo>
                  <a:pt x="3011578" y="2456703"/>
                </a:lnTo>
                <a:lnTo>
                  <a:pt x="3014369" y="2452052"/>
                </a:lnTo>
                <a:lnTo>
                  <a:pt x="3011579" y="2456702"/>
                </a:lnTo>
                <a:lnTo>
                  <a:pt x="3005068" y="2455773"/>
                </a:lnTo>
                <a:lnTo>
                  <a:pt x="2997161" y="2452982"/>
                </a:lnTo>
                <a:lnTo>
                  <a:pt x="2993440" y="2449261"/>
                </a:lnTo>
                <a:lnTo>
                  <a:pt x="2988324" y="2446470"/>
                </a:lnTo>
                <a:close/>
                <a:moveTo>
                  <a:pt x="3009718" y="2443680"/>
                </a:moveTo>
                <a:lnTo>
                  <a:pt x="3009718" y="2443681"/>
                </a:lnTo>
                <a:lnTo>
                  <a:pt x="3017625" y="2445541"/>
                </a:lnTo>
                <a:lnTo>
                  <a:pt x="3019020" y="2448332"/>
                </a:lnTo>
                <a:lnTo>
                  <a:pt x="3023207" y="2445541"/>
                </a:lnTo>
                <a:lnTo>
                  <a:pt x="3022741" y="2451122"/>
                </a:lnTo>
                <a:lnTo>
                  <a:pt x="3026927" y="2450657"/>
                </a:lnTo>
                <a:lnTo>
                  <a:pt x="3028788" y="2448796"/>
                </a:lnTo>
                <a:lnTo>
                  <a:pt x="3026927" y="2450656"/>
                </a:lnTo>
                <a:lnTo>
                  <a:pt x="3022742" y="2451121"/>
                </a:lnTo>
                <a:lnTo>
                  <a:pt x="3023207" y="2445540"/>
                </a:lnTo>
                <a:lnTo>
                  <a:pt x="3019021" y="2448331"/>
                </a:lnTo>
                <a:lnTo>
                  <a:pt x="3017625" y="2445540"/>
                </a:lnTo>
                <a:close/>
                <a:moveTo>
                  <a:pt x="3829240" y="2443215"/>
                </a:moveTo>
                <a:lnTo>
                  <a:pt x="3830171" y="2444146"/>
                </a:lnTo>
                <a:lnTo>
                  <a:pt x="3831101" y="2444610"/>
                </a:lnTo>
                <a:lnTo>
                  <a:pt x="3831102" y="2444610"/>
                </a:lnTo>
                <a:lnTo>
                  <a:pt x="3830171" y="2444145"/>
                </a:lnTo>
                <a:lnTo>
                  <a:pt x="3829241" y="2443215"/>
                </a:lnTo>
                <a:close/>
                <a:moveTo>
                  <a:pt x="2970895" y="2442407"/>
                </a:moveTo>
                <a:lnTo>
                  <a:pt x="2968324" y="2444610"/>
                </a:lnTo>
                <a:lnTo>
                  <a:pt x="2968324" y="2444610"/>
                </a:lnTo>
                <a:close/>
                <a:moveTo>
                  <a:pt x="823132" y="2442312"/>
                </a:moveTo>
                <a:lnTo>
                  <a:pt x="821382" y="2446006"/>
                </a:lnTo>
                <a:lnTo>
                  <a:pt x="821382" y="2446006"/>
                </a:lnTo>
                <a:close/>
                <a:moveTo>
                  <a:pt x="2971580" y="2441819"/>
                </a:moveTo>
                <a:lnTo>
                  <a:pt x="2971579" y="2441820"/>
                </a:lnTo>
                <a:lnTo>
                  <a:pt x="2975766" y="2444145"/>
                </a:lnTo>
                <a:lnTo>
                  <a:pt x="2976230" y="2446471"/>
                </a:lnTo>
                <a:lnTo>
                  <a:pt x="2979021" y="2448332"/>
                </a:lnTo>
                <a:lnTo>
                  <a:pt x="2979022" y="2448331"/>
                </a:lnTo>
                <a:lnTo>
                  <a:pt x="2976231" y="2446470"/>
                </a:lnTo>
                <a:lnTo>
                  <a:pt x="2975766" y="2444144"/>
                </a:lnTo>
                <a:close/>
                <a:moveTo>
                  <a:pt x="9302" y="2441819"/>
                </a:moveTo>
                <a:lnTo>
                  <a:pt x="10232" y="2444610"/>
                </a:lnTo>
                <a:lnTo>
                  <a:pt x="6976" y="2448331"/>
                </a:lnTo>
                <a:lnTo>
                  <a:pt x="4186" y="2447401"/>
                </a:lnTo>
                <a:lnTo>
                  <a:pt x="4651" y="2443680"/>
                </a:lnTo>
                <a:close/>
                <a:moveTo>
                  <a:pt x="2130198" y="2441355"/>
                </a:moveTo>
                <a:lnTo>
                  <a:pt x="2130198" y="2441356"/>
                </a:lnTo>
                <a:lnTo>
                  <a:pt x="2132523" y="2443215"/>
                </a:lnTo>
                <a:lnTo>
                  <a:pt x="2130661" y="2445823"/>
                </a:lnTo>
                <a:lnTo>
                  <a:pt x="2132524" y="2443215"/>
                </a:lnTo>
                <a:close/>
                <a:moveTo>
                  <a:pt x="2296242" y="2440425"/>
                </a:moveTo>
                <a:lnTo>
                  <a:pt x="2298567" y="2443215"/>
                </a:lnTo>
                <a:lnTo>
                  <a:pt x="2297120" y="2444422"/>
                </a:lnTo>
                <a:lnTo>
                  <a:pt x="2298568" y="2443215"/>
                </a:lnTo>
                <a:close/>
                <a:moveTo>
                  <a:pt x="2439960" y="2439494"/>
                </a:moveTo>
                <a:lnTo>
                  <a:pt x="2439961" y="2439494"/>
                </a:lnTo>
                <a:lnTo>
                  <a:pt x="2443215" y="2439959"/>
                </a:lnTo>
                <a:lnTo>
                  <a:pt x="2443215" y="2439959"/>
                </a:lnTo>
                <a:close/>
                <a:moveTo>
                  <a:pt x="3026927" y="2438098"/>
                </a:moveTo>
                <a:lnTo>
                  <a:pt x="3026927" y="2438099"/>
                </a:lnTo>
                <a:lnTo>
                  <a:pt x="3029253" y="2438099"/>
                </a:lnTo>
                <a:lnTo>
                  <a:pt x="3030183" y="2442750"/>
                </a:lnTo>
                <a:lnTo>
                  <a:pt x="3034369" y="2439959"/>
                </a:lnTo>
                <a:lnTo>
                  <a:pt x="3034369" y="2439959"/>
                </a:lnTo>
                <a:lnTo>
                  <a:pt x="3030183" y="2442749"/>
                </a:lnTo>
                <a:lnTo>
                  <a:pt x="3029253" y="2438098"/>
                </a:lnTo>
                <a:close/>
                <a:moveTo>
                  <a:pt x="1228352" y="2437634"/>
                </a:moveTo>
                <a:lnTo>
                  <a:pt x="1221376" y="2440890"/>
                </a:lnTo>
                <a:lnTo>
                  <a:pt x="1217655" y="2439029"/>
                </a:lnTo>
                <a:lnTo>
                  <a:pt x="1209283" y="2443215"/>
                </a:lnTo>
                <a:lnTo>
                  <a:pt x="1209283" y="2443215"/>
                </a:lnTo>
                <a:lnTo>
                  <a:pt x="1217654" y="2439030"/>
                </a:lnTo>
                <a:lnTo>
                  <a:pt x="1221375" y="2440890"/>
                </a:lnTo>
                <a:lnTo>
                  <a:pt x="1228352" y="2437634"/>
                </a:lnTo>
                <a:lnTo>
                  <a:pt x="1229747" y="2438100"/>
                </a:lnTo>
                <a:lnTo>
                  <a:pt x="1229747" y="2438099"/>
                </a:lnTo>
                <a:close/>
                <a:moveTo>
                  <a:pt x="1193469" y="2437634"/>
                </a:moveTo>
                <a:lnTo>
                  <a:pt x="1193469" y="2437634"/>
                </a:lnTo>
                <a:lnTo>
                  <a:pt x="1197654" y="2438100"/>
                </a:lnTo>
                <a:lnTo>
                  <a:pt x="1202771" y="2441356"/>
                </a:lnTo>
                <a:lnTo>
                  <a:pt x="1202771" y="2445541"/>
                </a:lnTo>
                <a:lnTo>
                  <a:pt x="1206026" y="2446007"/>
                </a:lnTo>
                <a:lnTo>
                  <a:pt x="1206026" y="2446006"/>
                </a:lnTo>
                <a:lnTo>
                  <a:pt x="1202771" y="2445541"/>
                </a:lnTo>
                <a:lnTo>
                  <a:pt x="1202771" y="2441355"/>
                </a:lnTo>
                <a:lnTo>
                  <a:pt x="1197655" y="2438099"/>
                </a:lnTo>
                <a:close/>
                <a:moveTo>
                  <a:pt x="3834822" y="2437169"/>
                </a:moveTo>
                <a:lnTo>
                  <a:pt x="3833427" y="2437633"/>
                </a:lnTo>
                <a:lnTo>
                  <a:pt x="3833427" y="2437634"/>
                </a:lnTo>
                <a:close/>
                <a:moveTo>
                  <a:pt x="2438100" y="2435773"/>
                </a:moveTo>
                <a:lnTo>
                  <a:pt x="2438100" y="2435774"/>
                </a:lnTo>
                <a:lnTo>
                  <a:pt x="2438766" y="2437105"/>
                </a:lnTo>
                <a:close/>
                <a:moveTo>
                  <a:pt x="831149" y="2434378"/>
                </a:moveTo>
                <a:lnTo>
                  <a:pt x="827428" y="2435308"/>
                </a:lnTo>
                <a:lnTo>
                  <a:pt x="826391" y="2436345"/>
                </a:lnTo>
                <a:lnTo>
                  <a:pt x="827428" y="2435308"/>
                </a:lnTo>
                <a:lnTo>
                  <a:pt x="831149" y="2434378"/>
                </a:lnTo>
                <a:close/>
                <a:moveTo>
                  <a:pt x="1069413" y="2434122"/>
                </a:moveTo>
                <a:lnTo>
                  <a:pt x="1068354" y="2436239"/>
                </a:lnTo>
                <a:lnTo>
                  <a:pt x="1068131" y="2437431"/>
                </a:lnTo>
                <a:lnTo>
                  <a:pt x="1068354" y="2436239"/>
                </a:lnTo>
                <a:close/>
                <a:moveTo>
                  <a:pt x="1237188" y="2432518"/>
                </a:moveTo>
                <a:lnTo>
                  <a:pt x="1232538" y="2434378"/>
                </a:lnTo>
                <a:lnTo>
                  <a:pt x="1232537" y="2434379"/>
                </a:lnTo>
                <a:lnTo>
                  <a:pt x="1237188" y="2432518"/>
                </a:lnTo>
                <a:close/>
                <a:moveTo>
                  <a:pt x="2313450" y="2432053"/>
                </a:moveTo>
                <a:lnTo>
                  <a:pt x="2312520" y="2434378"/>
                </a:lnTo>
                <a:lnTo>
                  <a:pt x="2312521" y="2434378"/>
                </a:lnTo>
                <a:close/>
                <a:moveTo>
                  <a:pt x="41394" y="2431587"/>
                </a:moveTo>
                <a:lnTo>
                  <a:pt x="42324" y="2432517"/>
                </a:lnTo>
                <a:lnTo>
                  <a:pt x="41394" y="2439494"/>
                </a:lnTo>
                <a:lnTo>
                  <a:pt x="41860" y="2441355"/>
                </a:lnTo>
                <a:lnTo>
                  <a:pt x="40464" y="2443215"/>
                </a:lnTo>
                <a:lnTo>
                  <a:pt x="37673" y="2444145"/>
                </a:lnTo>
                <a:lnTo>
                  <a:pt x="36278" y="2443215"/>
                </a:lnTo>
                <a:lnTo>
                  <a:pt x="37673" y="2446006"/>
                </a:lnTo>
                <a:lnTo>
                  <a:pt x="39534" y="2448796"/>
                </a:lnTo>
                <a:lnTo>
                  <a:pt x="37673" y="2453912"/>
                </a:lnTo>
                <a:lnTo>
                  <a:pt x="33487" y="2457633"/>
                </a:lnTo>
                <a:lnTo>
                  <a:pt x="30232" y="2456238"/>
                </a:lnTo>
                <a:lnTo>
                  <a:pt x="28836" y="2453912"/>
                </a:lnTo>
                <a:lnTo>
                  <a:pt x="25116" y="2452517"/>
                </a:lnTo>
                <a:lnTo>
                  <a:pt x="24651" y="2449261"/>
                </a:lnTo>
                <a:lnTo>
                  <a:pt x="29302" y="2445075"/>
                </a:lnTo>
                <a:lnTo>
                  <a:pt x="26511" y="2445075"/>
                </a:lnTo>
                <a:lnTo>
                  <a:pt x="25580" y="2439959"/>
                </a:lnTo>
                <a:lnTo>
                  <a:pt x="27906" y="2437168"/>
                </a:lnTo>
                <a:lnTo>
                  <a:pt x="31627" y="2437168"/>
                </a:lnTo>
                <a:lnTo>
                  <a:pt x="36743" y="2434378"/>
                </a:lnTo>
                <a:lnTo>
                  <a:pt x="38139" y="2432517"/>
                </a:lnTo>
                <a:close/>
                <a:moveTo>
                  <a:pt x="55348" y="2430192"/>
                </a:moveTo>
                <a:lnTo>
                  <a:pt x="60929" y="2436704"/>
                </a:lnTo>
                <a:lnTo>
                  <a:pt x="57208" y="2442285"/>
                </a:lnTo>
                <a:lnTo>
                  <a:pt x="54882" y="2442285"/>
                </a:lnTo>
                <a:lnTo>
                  <a:pt x="53022" y="2445541"/>
                </a:lnTo>
                <a:lnTo>
                  <a:pt x="47906" y="2444145"/>
                </a:lnTo>
                <a:lnTo>
                  <a:pt x="47441" y="2439959"/>
                </a:lnTo>
                <a:lnTo>
                  <a:pt x="51627" y="2437634"/>
                </a:lnTo>
                <a:lnTo>
                  <a:pt x="54882" y="2434843"/>
                </a:lnTo>
                <a:lnTo>
                  <a:pt x="53487" y="2431122"/>
                </a:lnTo>
                <a:close/>
                <a:moveTo>
                  <a:pt x="2435877" y="2429307"/>
                </a:moveTo>
                <a:lnTo>
                  <a:pt x="2438100" y="2432518"/>
                </a:lnTo>
                <a:lnTo>
                  <a:pt x="2438100" y="2432517"/>
                </a:lnTo>
                <a:close/>
                <a:moveTo>
                  <a:pt x="3030648" y="2423681"/>
                </a:moveTo>
                <a:lnTo>
                  <a:pt x="3029374" y="2425805"/>
                </a:lnTo>
                <a:lnTo>
                  <a:pt x="3030648" y="2423681"/>
                </a:lnTo>
                <a:close/>
                <a:moveTo>
                  <a:pt x="43720" y="2422285"/>
                </a:moveTo>
                <a:lnTo>
                  <a:pt x="46511" y="2422285"/>
                </a:lnTo>
                <a:lnTo>
                  <a:pt x="49767" y="2425541"/>
                </a:lnTo>
                <a:lnTo>
                  <a:pt x="48836" y="2427866"/>
                </a:lnTo>
                <a:lnTo>
                  <a:pt x="52092" y="2431122"/>
                </a:lnTo>
                <a:lnTo>
                  <a:pt x="52557" y="2433912"/>
                </a:lnTo>
                <a:lnTo>
                  <a:pt x="47441" y="2438564"/>
                </a:lnTo>
                <a:lnTo>
                  <a:pt x="45116" y="2445075"/>
                </a:lnTo>
                <a:lnTo>
                  <a:pt x="40929" y="2446936"/>
                </a:lnTo>
                <a:lnTo>
                  <a:pt x="38604" y="2446470"/>
                </a:lnTo>
                <a:lnTo>
                  <a:pt x="42324" y="2441355"/>
                </a:lnTo>
                <a:lnTo>
                  <a:pt x="42324" y="2433448"/>
                </a:lnTo>
                <a:lnTo>
                  <a:pt x="43255" y="2432517"/>
                </a:lnTo>
                <a:lnTo>
                  <a:pt x="41394" y="2431587"/>
                </a:lnTo>
                <a:lnTo>
                  <a:pt x="38139" y="2432053"/>
                </a:lnTo>
                <a:lnTo>
                  <a:pt x="41394" y="2424146"/>
                </a:lnTo>
                <a:close/>
                <a:moveTo>
                  <a:pt x="1199050" y="2421821"/>
                </a:moveTo>
                <a:lnTo>
                  <a:pt x="1198584" y="2424146"/>
                </a:lnTo>
                <a:lnTo>
                  <a:pt x="1196502" y="2425014"/>
                </a:lnTo>
                <a:lnTo>
                  <a:pt x="1198586" y="2424146"/>
                </a:lnTo>
                <a:lnTo>
                  <a:pt x="1199050" y="2421821"/>
                </a:lnTo>
                <a:close/>
                <a:moveTo>
                  <a:pt x="3060880" y="2421820"/>
                </a:moveTo>
                <a:lnTo>
                  <a:pt x="3058505" y="2423856"/>
                </a:lnTo>
                <a:lnTo>
                  <a:pt x="3060880" y="2421820"/>
                </a:lnTo>
                <a:close/>
                <a:moveTo>
                  <a:pt x="38604" y="2421820"/>
                </a:moveTo>
                <a:lnTo>
                  <a:pt x="39534" y="2423215"/>
                </a:lnTo>
                <a:lnTo>
                  <a:pt x="38604" y="2427866"/>
                </a:lnTo>
                <a:lnTo>
                  <a:pt x="36743" y="2432517"/>
                </a:lnTo>
                <a:lnTo>
                  <a:pt x="33953" y="2434843"/>
                </a:lnTo>
                <a:lnTo>
                  <a:pt x="25580" y="2436704"/>
                </a:lnTo>
                <a:lnTo>
                  <a:pt x="24651" y="2439959"/>
                </a:lnTo>
                <a:lnTo>
                  <a:pt x="25116" y="2445075"/>
                </a:lnTo>
                <a:lnTo>
                  <a:pt x="23721" y="2448796"/>
                </a:lnTo>
                <a:lnTo>
                  <a:pt x="23721" y="2452052"/>
                </a:lnTo>
                <a:lnTo>
                  <a:pt x="21395" y="2454377"/>
                </a:lnTo>
                <a:lnTo>
                  <a:pt x="19534" y="2451122"/>
                </a:lnTo>
                <a:lnTo>
                  <a:pt x="16744" y="2452052"/>
                </a:lnTo>
                <a:lnTo>
                  <a:pt x="17209" y="2454843"/>
                </a:lnTo>
                <a:lnTo>
                  <a:pt x="19070" y="2451587"/>
                </a:lnTo>
                <a:lnTo>
                  <a:pt x="21395" y="2454843"/>
                </a:lnTo>
                <a:lnTo>
                  <a:pt x="19999" y="2457633"/>
                </a:lnTo>
                <a:lnTo>
                  <a:pt x="19999" y="2461819"/>
                </a:lnTo>
                <a:lnTo>
                  <a:pt x="21395" y="2466935"/>
                </a:lnTo>
                <a:lnTo>
                  <a:pt x="17674" y="2467865"/>
                </a:lnTo>
                <a:lnTo>
                  <a:pt x="12558" y="2472051"/>
                </a:lnTo>
                <a:lnTo>
                  <a:pt x="11163" y="2470191"/>
                </a:lnTo>
                <a:lnTo>
                  <a:pt x="12092" y="2468331"/>
                </a:lnTo>
                <a:lnTo>
                  <a:pt x="13023" y="2464145"/>
                </a:lnTo>
                <a:lnTo>
                  <a:pt x="12092" y="2462750"/>
                </a:lnTo>
                <a:lnTo>
                  <a:pt x="14418" y="2456238"/>
                </a:lnTo>
                <a:lnTo>
                  <a:pt x="13488" y="2456703"/>
                </a:lnTo>
                <a:lnTo>
                  <a:pt x="11627" y="2462750"/>
                </a:lnTo>
                <a:lnTo>
                  <a:pt x="12092" y="2464610"/>
                </a:lnTo>
                <a:lnTo>
                  <a:pt x="10697" y="2471121"/>
                </a:lnTo>
                <a:lnTo>
                  <a:pt x="12558" y="2473912"/>
                </a:lnTo>
                <a:lnTo>
                  <a:pt x="10697" y="2476702"/>
                </a:lnTo>
                <a:lnTo>
                  <a:pt x="7907" y="2476238"/>
                </a:lnTo>
                <a:lnTo>
                  <a:pt x="3256" y="2471587"/>
                </a:lnTo>
                <a:lnTo>
                  <a:pt x="930" y="2467400"/>
                </a:lnTo>
                <a:lnTo>
                  <a:pt x="2790" y="2463680"/>
                </a:lnTo>
                <a:lnTo>
                  <a:pt x="6046" y="2462284"/>
                </a:lnTo>
                <a:lnTo>
                  <a:pt x="3256" y="2453912"/>
                </a:lnTo>
                <a:lnTo>
                  <a:pt x="4186" y="2449261"/>
                </a:lnTo>
                <a:lnTo>
                  <a:pt x="7441" y="2449261"/>
                </a:lnTo>
                <a:lnTo>
                  <a:pt x="10232" y="2445541"/>
                </a:lnTo>
                <a:lnTo>
                  <a:pt x="11163" y="2441819"/>
                </a:lnTo>
                <a:lnTo>
                  <a:pt x="13953" y="2438564"/>
                </a:lnTo>
                <a:lnTo>
                  <a:pt x="14418" y="2435308"/>
                </a:lnTo>
                <a:lnTo>
                  <a:pt x="17209" y="2434378"/>
                </a:lnTo>
                <a:lnTo>
                  <a:pt x="21860" y="2435773"/>
                </a:lnTo>
                <a:lnTo>
                  <a:pt x="24651" y="2433912"/>
                </a:lnTo>
                <a:lnTo>
                  <a:pt x="25116" y="2427866"/>
                </a:lnTo>
                <a:lnTo>
                  <a:pt x="29767" y="2423680"/>
                </a:lnTo>
                <a:lnTo>
                  <a:pt x="31627" y="2426936"/>
                </a:lnTo>
                <a:lnTo>
                  <a:pt x="33953" y="2426471"/>
                </a:lnTo>
                <a:close/>
                <a:moveTo>
                  <a:pt x="2321357" y="2420891"/>
                </a:moveTo>
                <a:lnTo>
                  <a:pt x="2320893" y="2425076"/>
                </a:lnTo>
                <a:lnTo>
                  <a:pt x="2320893" y="2425077"/>
                </a:lnTo>
                <a:lnTo>
                  <a:pt x="2321358" y="2420892"/>
                </a:lnTo>
                <a:close/>
                <a:moveTo>
                  <a:pt x="2433449" y="2420424"/>
                </a:moveTo>
                <a:lnTo>
                  <a:pt x="2433449" y="2420425"/>
                </a:lnTo>
                <a:lnTo>
                  <a:pt x="2433476" y="2420781"/>
                </a:lnTo>
                <a:close/>
                <a:moveTo>
                  <a:pt x="1077912" y="2420221"/>
                </a:moveTo>
                <a:lnTo>
                  <a:pt x="1077657" y="2420425"/>
                </a:lnTo>
                <a:lnTo>
                  <a:pt x="1077657" y="2420425"/>
                </a:lnTo>
                <a:close/>
                <a:moveTo>
                  <a:pt x="3044602" y="2419494"/>
                </a:moveTo>
                <a:lnTo>
                  <a:pt x="3041812" y="2421820"/>
                </a:lnTo>
                <a:lnTo>
                  <a:pt x="3038090" y="2419959"/>
                </a:lnTo>
                <a:lnTo>
                  <a:pt x="3038090" y="2419960"/>
                </a:lnTo>
                <a:lnTo>
                  <a:pt x="3041811" y="2421820"/>
                </a:lnTo>
                <a:lnTo>
                  <a:pt x="3044602" y="2419495"/>
                </a:lnTo>
                <a:lnTo>
                  <a:pt x="3049718" y="2420425"/>
                </a:lnTo>
                <a:lnTo>
                  <a:pt x="3057624" y="2424611"/>
                </a:lnTo>
                <a:lnTo>
                  <a:pt x="3057625" y="2424610"/>
                </a:lnTo>
                <a:lnTo>
                  <a:pt x="3049718" y="2420424"/>
                </a:lnTo>
                <a:close/>
                <a:moveTo>
                  <a:pt x="1183702" y="2417635"/>
                </a:moveTo>
                <a:lnTo>
                  <a:pt x="1183701" y="2417635"/>
                </a:lnTo>
                <a:lnTo>
                  <a:pt x="1182771" y="2420890"/>
                </a:lnTo>
                <a:lnTo>
                  <a:pt x="1182772" y="2420890"/>
                </a:lnTo>
                <a:close/>
                <a:moveTo>
                  <a:pt x="3832497" y="2417633"/>
                </a:moveTo>
                <a:lnTo>
                  <a:pt x="3832497" y="2417634"/>
                </a:lnTo>
                <a:lnTo>
                  <a:pt x="3832961" y="2417634"/>
                </a:lnTo>
                <a:lnTo>
                  <a:pt x="3833427" y="2417634"/>
                </a:lnTo>
                <a:lnTo>
                  <a:pt x="3833426" y="2417633"/>
                </a:lnTo>
                <a:lnTo>
                  <a:pt x="3832963" y="2417633"/>
                </a:lnTo>
                <a:close/>
                <a:moveTo>
                  <a:pt x="3067857" y="2417169"/>
                </a:moveTo>
                <a:lnTo>
                  <a:pt x="3062741" y="2419028"/>
                </a:lnTo>
                <a:lnTo>
                  <a:pt x="3059485" y="2418098"/>
                </a:lnTo>
                <a:lnTo>
                  <a:pt x="3058090" y="2420424"/>
                </a:lnTo>
                <a:lnTo>
                  <a:pt x="3058090" y="2420425"/>
                </a:lnTo>
                <a:lnTo>
                  <a:pt x="3059485" y="2418100"/>
                </a:lnTo>
                <a:lnTo>
                  <a:pt x="3062741" y="2419030"/>
                </a:lnTo>
                <a:lnTo>
                  <a:pt x="3067857" y="2417169"/>
                </a:lnTo>
                <a:close/>
                <a:moveTo>
                  <a:pt x="3026927" y="2413447"/>
                </a:moveTo>
                <a:lnTo>
                  <a:pt x="3025313" y="2416274"/>
                </a:lnTo>
                <a:lnTo>
                  <a:pt x="3026927" y="2413449"/>
                </a:lnTo>
                <a:lnTo>
                  <a:pt x="3031578" y="2415309"/>
                </a:lnTo>
                <a:lnTo>
                  <a:pt x="3040880" y="2415309"/>
                </a:lnTo>
                <a:lnTo>
                  <a:pt x="3040881" y="2415308"/>
                </a:lnTo>
                <a:lnTo>
                  <a:pt x="3031579" y="2415308"/>
                </a:lnTo>
                <a:close/>
                <a:moveTo>
                  <a:pt x="1163701" y="2412518"/>
                </a:moveTo>
                <a:lnTo>
                  <a:pt x="1159980" y="2419960"/>
                </a:lnTo>
                <a:lnTo>
                  <a:pt x="1155794" y="2424146"/>
                </a:lnTo>
                <a:lnTo>
                  <a:pt x="1154399" y="2434844"/>
                </a:lnTo>
                <a:lnTo>
                  <a:pt x="1159516" y="2436239"/>
                </a:lnTo>
                <a:lnTo>
                  <a:pt x="1161841" y="2439495"/>
                </a:lnTo>
                <a:lnTo>
                  <a:pt x="1167423" y="2442286"/>
                </a:lnTo>
                <a:lnTo>
                  <a:pt x="1171143" y="2445541"/>
                </a:lnTo>
                <a:lnTo>
                  <a:pt x="1172538" y="2449727"/>
                </a:lnTo>
                <a:lnTo>
                  <a:pt x="1172074" y="2452983"/>
                </a:lnTo>
                <a:lnTo>
                  <a:pt x="1174399" y="2455774"/>
                </a:lnTo>
                <a:lnTo>
                  <a:pt x="1179980" y="2454378"/>
                </a:lnTo>
                <a:lnTo>
                  <a:pt x="1185096" y="2455774"/>
                </a:lnTo>
                <a:lnTo>
                  <a:pt x="1191143" y="2460425"/>
                </a:lnTo>
                <a:lnTo>
                  <a:pt x="1191143" y="2460424"/>
                </a:lnTo>
                <a:lnTo>
                  <a:pt x="1185097" y="2455773"/>
                </a:lnTo>
                <a:lnTo>
                  <a:pt x="1179981" y="2454378"/>
                </a:lnTo>
                <a:lnTo>
                  <a:pt x="1174399" y="2455773"/>
                </a:lnTo>
                <a:lnTo>
                  <a:pt x="1172074" y="2452982"/>
                </a:lnTo>
                <a:lnTo>
                  <a:pt x="1172539" y="2449727"/>
                </a:lnTo>
                <a:lnTo>
                  <a:pt x="1171143" y="2445541"/>
                </a:lnTo>
                <a:lnTo>
                  <a:pt x="1167423" y="2442285"/>
                </a:lnTo>
                <a:lnTo>
                  <a:pt x="1161842" y="2439494"/>
                </a:lnTo>
                <a:lnTo>
                  <a:pt x="1159516" y="2436239"/>
                </a:lnTo>
                <a:lnTo>
                  <a:pt x="1154400" y="2434843"/>
                </a:lnTo>
                <a:lnTo>
                  <a:pt x="1155795" y="2424146"/>
                </a:lnTo>
                <a:lnTo>
                  <a:pt x="1159981" y="2419959"/>
                </a:lnTo>
                <a:lnTo>
                  <a:pt x="1163701" y="2412519"/>
                </a:lnTo>
                <a:close/>
                <a:moveTo>
                  <a:pt x="3987468" y="2412021"/>
                </a:moveTo>
                <a:lnTo>
                  <a:pt x="3986912" y="2412053"/>
                </a:lnTo>
                <a:lnTo>
                  <a:pt x="3984586" y="2414844"/>
                </a:lnTo>
                <a:lnTo>
                  <a:pt x="3984587" y="2414844"/>
                </a:lnTo>
                <a:lnTo>
                  <a:pt x="3986913" y="2412053"/>
                </a:lnTo>
                <a:close/>
                <a:moveTo>
                  <a:pt x="2421356" y="2411587"/>
                </a:moveTo>
                <a:lnTo>
                  <a:pt x="2421356" y="2411587"/>
                </a:lnTo>
                <a:lnTo>
                  <a:pt x="2423681" y="2413448"/>
                </a:lnTo>
                <a:lnTo>
                  <a:pt x="2428798" y="2414379"/>
                </a:lnTo>
                <a:lnTo>
                  <a:pt x="2433449" y="2416239"/>
                </a:lnTo>
                <a:lnTo>
                  <a:pt x="2433449" y="2416238"/>
                </a:lnTo>
                <a:lnTo>
                  <a:pt x="2428798" y="2414377"/>
                </a:lnTo>
                <a:lnTo>
                  <a:pt x="2423681" y="2413447"/>
                </a:lnTo>
                <a:close/>
                <a:moveTo>
                  <a:pt x="3833427" y="2410658"/>
                </a:moveTo>
                <a:lnTo>
                  <a:pt x="3833368" y="2410836"/>
                </a:lnTo>
                <a:lnTo>
                  <a:pt x="3833427" y="2410658"/>
                </a:lnTo>
                <a:close/>
                <a:moveTo>
                  <a:pt x="3066762" y="2410216"/>
                </a:moveTo>
                <a:lnTo>
                  <a:pt x="3065997" y="2412052"/>
                </a:lnTo>
                <a:lnTo>
                  <a:pt x="3065997" y="2412052"/>
                </a:lnTo>
                <a:close/>
                <a:moveTo>
                  <a:pt x="1206027" y="2410193"/>
                </a:moveTo>
                <a:lnTo>
                  <a:pt x="1206026" y="2410193"/>
                </a:lnTo>
                <a:lnTo>
                  <a:pt x="1206026" y="2414379"/>
                </a:lnTo>
                <a:lnTo>
                  <a:pt x="1203235" y="2421355"/>
                </a:lnTo>
                <a:lnTo>
                  <a:pt x="1203237" y="2421355"/>
                </a:lnTo>
                <a:lnTo>
                  <a:pt x="1206027" y="2414378"/>
                </a:lnTo>
                <a:close/>
                <a:moveTo>
                  <a:pt x="1246795" y="2409504"/>
                </a:moveTo>
                <a:lnTo>
                  <a:pt x="1245096" y="2412052"/>
                </a:lnTo>
                <a:lnTo>
                  <a:pt x="1239050" y="2415774"/>
                </a:lnTo>
                <a:lnTo>
                  <a:pt x="1234398" y="2416239"/>
                </a:lnTo>
                <a:lnTo>
                  <a:pt x="1234398" y="2416239"/>
                </a:lnTo>
                <a:lnTo>
                  <a:pt x="1239049" y="2415774"/>
                </a:lnTo>
                <a:lnTo>
                  <a:pt x="1245095" y="2412054"/>
                </a:lnTo>
                <a:close/>
                <a:moveTo>
                  <a:pt x="2313916" y="2408333"/>
                </a:moveTo>
                <a:lnTo>
                  <a:pt x="2313916" y="2413449"/>
                </a:lnTo>
                <a:lnTo>
                  <a:pt x="2311590" y="2415310"/>
                </a:lnTo>
                <a:lnTo>
                  <a:pt x="2312520" y="2418565"/>
                </a:lnTo>
                <a:lnTo>
                  <a:pt x="2312521" y="2418565"/>
                </a:lnTo>
                <a:lnTo>
                  <a:pt x="2311591" y="2415310"/>
                </a:lnTo>
                <a:lnTo>
                  <a:pt x="2313917" y="2413450"/>
                </a:lnTo>
                <a:lnTo>
                  <a:pt x="2313917" y="2408334"/>
                </a:lnTo>
                <a:close/>
                <a:moveTo>
                  <a:pt x="817525" y="2406835"/>
                </a:moveTo>
                <a:lnTo>
                  <a:pt x="816265" y="2410193"/>
                </a:lnTo>
                <a:lnTo>
                  <a:pt x="814494" y="2411205"/>
                </a:lnTo>
                <a:lnTo>
                  <a:pt x="816266" y="2410192"/>
                </a:lnTo>
                <a:close/>
                <a:moveTo>
                  <a:pt x="3977145" y="2406007"/>
                </a:moveTo>
                <a:lnTo>
                  <a:pt x="3975284" y="2412053"/>
                </a:lnTo>
                <a:lnTo>
                  <a:pt x="3975286" y="2412053"/>
                </a:lnTo>
                <a:lnTo>
                  <a:pt x="3977146" y="2406007"/>
                </a:lnTo>
                <a:close/>
                <a:moveTo>
                  <a:pt x="3964587" y="2405542"/>
                </a:moveTo>
                <a:lnTo>
                  <a:pt x="3961796" y="2409728"/>
                </a:lnTo>
                <a:lnTo>
                  <a:pt x="3961797" y="2409727"/>
                </a:lnTo>
                <a:lnTo>
                  <a:pt x="3964587" y="2405542"/>
                </a:lnTo>
                <a:close/>
                <a:moveTo>
                  <a:pt x="1257654" y="2404146"/>
                </a:moveTo>
                <a:lnTo>
                  <a:pt x="1256724" y="2405541"/>
                </a:lnTo>
                <a:lnTo>
                  <a:pt x="1247886" y="2407867"/>
                </a:lnTo>
                <a:lnTo>
                  <a:pt x="1247886" y="2407867"/>
                </a:lnTo>
                <a:lnTo>
                  <a:pt x="1256724" y="2405542"/>
                </a:lnTo>
                <a:lnTo>
                  <a:pt x="1257654" y="2404147"/>
                </a:lnTo>
                <a:lnTo>
                  <a:pt x="1262305" y="2404147"/>
                </a:lnTo>
                <a:lnTo>
                  <a:pt x="1262305" y="2404146"/>
                </a:lnTo>
                <a:close/>
                <a:moveTo>
                  <a:pt x="2404149" y="2403216"/>
                </a:moveTo>
                <a:lnTo>
                  <a:pt x="2404148" y="2403216"/>
                </a:lnTo>
                <a:lnTo>
                  <a:pt x="2407403" y="2404146"/>
                </a:lnTo>
                <a:lnTo>
                  <a:pt x="2413449" y="2403681"/>
                </a:lnTo>
                <a:lnTo>
                  <a:pt x="2416240" y="2406472"/>
                </a:lnTo>
                <a:lnTo>
                  <a:pt x="2420425" y="2406472"/>
                </a:lnTo>
                <a:lnTo>
                  <a:pt x="2420425" y="2406471"/>
                </a:lnTo>
                <a:lnTo>
                  <a:pt x="2416239" y="2406471"/>
                </a:lnTo>
                <a:lnTo>
                  <a:pt x="2413449" y="2403680"/>
                </a:lnTo>
                <a:lnTo>
                  <a:pt x="2407403" y="2404145"/>
                </a:lnTo>
                <a:close/>
                <a:moveTo>
                  <a:pt x="3953889" y="2402751"/>
                </a:moveTo>
                <a:lnTo>
                  <a:pt x="3950708" y="2404518"/>
                </a:lnTo>
                <a:lnTo>
                  <a:pt x="3953889" y="2402752"/>
                </a:lnTo>
                <a:close/>
                <a:moveTo>
                  <a:pt x="3834822" y="2402751"/>
                </a:moveTo>
                <a:lnTo>
                  <a:pt x="3834468" y="2403105"/>
                </a:lnTo>
                <a:lnTo>
                  <a:pt x="3834822" y="2402751"/>
                </a:lnTo>
                <a:close/>
                <a:moveTo>
                  <a:pt x="3834822" y="2401355"/>
                </a:moveTo>
                <a:lnTo>
                  <a:pt x="3834463" y="2401715"/>
                </a:lnTo>
                <a:lnTo>
                  <a:pt x="3834822" y="2401356"/>
                </a:lnTo>
                <a:close/>
                <a:moveTo>
                  <a:pt x="3066928" y="2400889"/>
                </a:moveTo>
                <a:lnTo>
                  <a:pt x="3066927" y="2400892"/>
                </a:lnTo>
                <a:lnTo>
                  <a:pt x="3070648" y="2402751"/>
                </a:lnTo>
                <a:lnTo>
                  <a:pt x="3073438" y="2405542"/>
                </a:lnTo>
                <a:lnTo>
                  <a:pt x="3078555" y="2405542"/>
                </a:lnTo>
                <a:lnTo>
                  <a:pt x="3078555" y="2405540"/>
                </a:lnTo>
                <a:lnTo>
                  <a:pt x="3073439" y="2405540"/>
                </a:lnTo>
                <a:lnTo>
                  <a:pt x="3070648" y="2402750"/>
                </a:lnTo>
                <a:close/>
                <a:moveTo>
                  <a:pt x="3079846" y="2400348"/>
                </a:moveTo>
                <a:lnTo>
                  <a:pt x="3078555" y="2402284"/>
                </a:lnTo>
                <a:lnTo>
                  <a:pt x="3078555" y="2402285"/>
                </a:lnTo>
                <a:close/>
                <a:moveTo>
                  <a:pt x="3084135" y="2398099"/>
                </a:moveTo>
                <a:lnTo>
                  <a:pt x="3080416" y="2399494"/>
                </a:lnTo>
                <a:lnTo>
                  <a:pt x="3080415" y="2399496"/>
                </a:lnTo>
                <a:lnTo>
                  <a:pt x="3084136" y="2398100"/>
                </a:lnTo>
                <a:close/>
                <a:moveTo>
                  <a:pt x="1376722" y="2396705"/>
                </a:moveTo>
                <a:lnTo>
                  <a:pt x="1376721" y="2396705"/>
                </a:lnTo>
                <a:lnTo>
                  <a:pt x="1379512" y="2396705"/>
                </a:lnTo>
                <a:lnTo>
                  <a:pt x="1383698" y="2398100"/>
                </a:lnTo>
                <a:lnTo>
                  <a:pt x="1383698" y="2398100"/>
                </a:lnTo>
                <a:lnTo>
                  <a:pt x="1379513" y="2396705"/>
                </a:lnTo>
                <a:close/>
                <a:moveTo>
                  <a:pt x="2300428" y="2393449"/>
                </a:moveTo>
                <a:lnTo>
                  <a:pt x="2298102" y="2397635"/>
                </a:lnTo>
                <a:lnTo>
                  <a:pt x="2298103" y="2397636"/>
                </a:lnTo>
                <a:lnTo>
                  <a:pt x="2298103" y="2397636"/>
                </a:lnTo>
                <a:lnTo>
                  <a:pt x="2298167" y="2397765"/>
                </a:lnTo>
                <a:lnTo>
                  <a:pt x="2298103" y="2397636"/>
                </a:lnTo>
                <a:lnTo>
                  <a:pt x="2300428" y="2393450"/>
                </a:lnTo>
                <a:lnTo>
                  <a:pt x="2302657" y="2395307"/>
                </a:lnTo>
                <a:close/>
                <a:moveTo>
                  <a:pt x="3087857" y="2392518"/>
                </a:moveTo>
                <a:lnTo>
                  <a:pt x="3079950" y="2392983"/>
                </a:lnTo>
                <a:lnTo>
                  <a:pt x="3079950" y="2392984"/>
                </a:lnTo>
                <a:lnTo>
                  <a:pt x="3087857" y="2392519"/>
                </a:lnTo>
                <a:lnTo>
                  <a:pt x="3089717" y="2393914"/>
                </a:lnTo>
                <a:lnTo>
                  <a:pt x="3097624" y="2394844"/>
                </a:lnTo>
                <a:lnTo>
                  <a:pt x="3097624" y="2394843"/>
                </a:lnTo>
                <a:lnTo>
                  <a:pt x="3089717" y="2393913"/>
                </a:lnTo>
                <a:close/>
                <a:moveTo>
                  <a:pt x="3942299" y="2391228"/>
                </a:moveTo>
                <a:lnTo>
                  <a:pt x="3941797" y="2392983"/>
                </a:lnTo>
                <a:lnTo>
                  <a:pt x="3939937" y="2394379"/>
                </a:lnTo>
                <a:lnTo>
                  <a:pt x="3941797" y="2392984"/>
                </a:lnTo>
                <a:close/>
                <a:moveTo>
                  <a:pt x="1356723" y="2391123"/>
                </a:moveTo>
                <a:lnTo>
                  <a:pt x="1356722" y="2391123"/>
                </a:lnTo>
                <a:lnTo>
                  <a:pt x="1360908" y="2391123"/>
                </a:lnTo>
                <a:lnTo>
                  <a:pt x="1362768" y="2392054"/>
                </a:lnTo>
                <a:lnTo>
                  <a:pt x="1366489" y="2399030"/>
                </a:lnTo>
                <a:lnTo>
                  <a:pt x="1367884" y="2399961"/>
                </a:lnTo>
                <a:lnTo>
                  <a:pt x="1372070" y="2399030"/>
                </a:lnTo>
                <a:lnTo>
                  <a:pt x="1372070" y="2399030"/>
                </a:lnTo>
                <a:lnTo>
                  <a:pt x="1367885" y="2399960"/>
                </a:lnTo>
                <a:lnTo>
                  <a:pt x="1366489" y="2399030"/>
                </a:lnTo>
                <a:lnTo>
                  <a:pt x="1362769" y="2392053"/>
                </a:lnTo>
                <a:lnTo>
                  <a:pt x="1360908" y="2391123"/>
                </a:lnTo>
                <a:close/>
                <a:moveTo>
                  <a:pt x="3850138" y="2389119"/>
                </a:moveTo>
                <a:lnTo>
                  <a:pt x="3851100" y="2390658"/>
                </a:lnTo>
                <a:lnTo>
                  <a:pt x="3851454" y="2392072"/>
                </a:lnTo>
                <a:lnTo>
                  <a:pt x="3851101" y="2390659"/>
                </a:lnTo>
                <a:close/>
                <a:moveTo>
                  <a:pt x="1389325" y="2387823"/>
                </a:moveTo>
                <a:lnTo>
                  <a:pt x="1388815" y="2388332"/>
                </a:lnTo>
                <a:lnTo>
                  <a:pt x="1386489" y="2387868"/>
                </a:lnTo>
                <a:lnTo>
                  <a:pt x="1385671" y="2390867"/>
                </a:lnTo>
                <a:lnTo>
                  <a:pt x="1386489" y="2387868"/>
                </a:lnTo>
                <a:lnTo>
                  <a:pt x="1388815" y="2388333"/>
                </a:lnTo>
                <a:close/>
                <a:moveTo>
                  <a:pt x="1204632" y="2382286"/>
                </a:moveTo>
                <a:lnTo>
                  <a:pt x="1204631" y="2382286"/>
                </a:lnTo>
                <a:lnTo>
                  <a:pt x="1199980" y="2396705"/>
                </a:lnTo>
                <a:lnTo>
                  <a:pt x="1205561" y="2397635"/>
                </a:lnTo>
                <a:lnTo>
                  <a:pt x="1207422" y="2401822"/>
                </a:lnTo>
                <a:lnTo>
                  <a:pt x="1211142" y="2402751"/>
                </a:lnTo>
                <a:lnTo>
                  <a:pt x="1213933" y="2402286"/>
                </a:lnTo>
                <a:lnTo>
                  <a:pt x="1213933" y="2408332"/>
                </a:lnTo>
                <a:lnTo>
                  <a:pt x="1213934" y="2408332"/>
                </a:lnTo>
                <a:lnTo>
                  <a:pt x="1213934" y="2402286"/>
                </a:lnTo>
                <a:lnTo>
                  <a:pt x="1211143" y="2402751"/>
                </a:lnTo>
                <a:lnTo>
                  <a:pt x="1207422" y="2401820"/>
                </a:lnTo>
                <a:lnTo>
                  <a:pt x="1205562" y="2397634"/>
                </a:lnTo>
                <a:lnTo>
                  <a:pt x="1199981" y="2396705"/>
                </a:lnTo>
                <a:close/>
                <a:moveTo>
                  <a:pt x="1307886" y="2381356"/>
                </a:moveTo>
                <a:lnTo>
                  <a:pt x="1307885" y="2381357"/>
                </a:lnTo>
                <a:lnTo>
                  <a:pt x="1313002" y="2383217"/>
                </a:lnTo>
                <a:lnTo>
                  <a:pt x="1313614" y="2382196"/>
                </a:lnTo>
                <a:lnTo>
                  <a:pt x="1313002" y="2383217"/>
                </a:lnTo>
                <a:close/>
                <a:moveTo>
                  <a:pt x="1314397" y="2380891"/>
                </a:moveTo>
                <a:lnTo>
                  <a:pt x="1314397" y="2380891"/>
                </a:lnTo>
                <a:lnTo>
                  <a:pt x="1319513" y="2384147"/>
                </a:lnTo>
                <a:lnTo>
                  <a:pt x="1321373" y="2386008"/>
                </a:lnTo>
                <a:lnTo>
                  <a:pt x="1321838" y="2389728"/>
                </a:lnTo>
                <a:lnTo>
                  <a:pt x="1323699" y="2392519"/>
                </a:lnTo>
                <a:lnTo>
                  <a:pt x="1327862" y="2391762"/>
                </a:lnTo>
                <a:lnTo>
                  <a:pt x="1328816" y="2391589"/>
                </a:lnTo>
                <a:lnTo>
                  <a:pt x="1328815" y="2391589"/>
                </a:lnTo>
                <a:lnTo>
                  <a:pt x="1327862" y="2391762"/>
                </a:lnTo>
                <a:lnTo>
                  <a:pt x="1323699" y="2392519"/>
                </a:lnTo>
                <a:lnTo>
                  <a:pt x="1321839" y="2389728"/>
                </a:lnTo>
                <a:lnTo>
                  <a:pt x="1321374" y="2386007"/>
                </a:lnTo>
                <a:lnTo>
                  <a:pt x="1319514" y="2384147"/>
                </a:lnTo>
                <a:close/>
                <a:moveTo>
                  <a:pt x="1066959" y="2380426"/>
                </a:moveTo>
                <a:lnTo>
                  <a:pt x="1062773" y="2383217"/>
                </a:lnTo>
                <a:lnTo>
                  <a:pt x="1062773" y="2383217"/>
                </a:lnTo>
                <a:close/>
                <a:moveTo>
                  <a:pt x="1698510" y="2380294"/>
                </a:moveTo>
                <a:lnTo>
                  <a:pt x="1698577" y="2380891"/>
                </a:lnTo>
                <a:lnTo>
                  <a:pt x="1698577" y="2380891"/>
                </a:lnTo>
                <a:close/>
                <a:moveTo>
                  <a:pt x="1350396" y="2380203"/>
                </a:moveTo>
                <a:lnTo>
                  <a:pt x="1350210" y="2380426"/>
                </a:lnTo>
                <a:lnTo>
                  <a:pt x="1347884" y="2387403"/>
                </a:lnTo>
                <a:lnTo>
                  <a:pt x="1352070" y="2391123"/>
                </a:lnTo>
                <a:lnTo>
                  <a:pt x="1355326" y="2392519"/>
                </a:lnTo>
                <a:lnTo>
                  <a:pt x="1355327" y="2392519"/>
                </a:lnTo>
                <a:lnTo>
                  <a:pt x="1352071" y="2391123"/>
                </a:lnTo>
                <a:lnTo>
                  <a:pt x="1347885" y="2387402"/>
                </a:lnTo>
                <a:lnTo>
                  <a:pt x="1350211" y="2380425"/>
                </a:lnTo>
                <a:close/>
                <a:moveTo>
                  <a:pt x="2312986" y="2379961"/>
                </a:moveTo>
                <a:lnTo>
                  <a:pt x="2309264" y="2381821"/>
                </a:lnTo>
                <a:lnTo>
                  <a:pt x="2310660" y="2391589"/>
                </a:lnTo>
                <a:lnTo>
                  <a:pt x="2308800" y="2393449"/>
                </a:lnTo>
                <a:lnTo>
                  <a:pt x="2308335" y="2396705"/>
                </a:lnTo>
                <a:lnTo>
                  <a:pt x="2303218" y="2395774"/>
                </a:lnTo>
                <a:lnTo>
                  <a:pt x="2303219" y="2395775"/>
                </a:lnTo>
                <a:lnTo>
                  <a:pt x="2308335" y="2396706"/>
                </a:lnTo>
                <a:lnTo>
                  <a:pt x="2308800" y="2393450"/>
                </a:lnTo>
                <a:lnTo>
                  <a:pt x="2310661" y="2391590"/>
                </a:lnTo>
                <a:lnTo>
                  <a:pt x="2309266" y="2381822"/>
                </a:lnTo>
                <a:lnTo>
                  <a:pt x="2312986" y="2379962"/>
                </a:lnTo>
                <a:close/>
                <a:moveTo>
                  <a:pt x="1338118" y="2378566"/>
                </a:moveTo>
                <a:lnTo>
                  <a:pt x="1333126" y="2382488"/>
                </a:lnTo>
                <a:lnTo>
                  <a:pt x="1338118" y="2378566"/>
                </a:lnTo>
                <a:close/>
                <a:moveTo>
                  <a:pt x="1291142" y="2377169"/>
                </a:moveTo>
                <a:lnTo>
                  <a:pt x="1286956" y="2379495"/>
                </a:lnTo>
                <a:lnTo>
                  <a:pt x="1286956" y="2379496"/>
                </a:lnTo>
                <a:lnTo>
                  <a:pt x="1291141" y="2377170"/>
                </a:lnTo>
                <a:lnTo>
                  <a:pt x="1296722" y="2377635"/>
                </a:lnTo>
                <a:lnTo>
                  <a:pt x="1306024" y="2384612"/>
                </a:lnTo>
                <a:lnTo>
                  <a:pt x="1306025" y="2384611"/>
                </a:lnTo>
                <a:lnTo>
                  <a:pt x="1296723" y="2377635"/>
                </a:lnTo>
                <a:close/>
                <a:moveTo>
                  <a:pt x="3849240" y="2376706"/>
                </a:moveTo>
                <a:lnTo>
                  <a:pt x="3848775" y="2386937"/>
                </a:lnTo>
                <a:lnTo>
                  <a:pt x="3848775" y="2386937"/>
                </a:lnTo>
                <a:lnTo>
                  <a:pt x="3849241" y="2376706"/>
                </a:lnTo>
                <a:close/>
                <a:moveTo>
                  <a:pt x="1348816" y="2373914"/>
                </a:moveTo>
                <a:lnTo>
                  <a:pt x="1342304" y="2375310"/>
                </a:lnTo>
                <a:lnTo>
                  <a:pt x="1338583" y="2375310"/>
                </a:lnTo>
                <a:lnTo>
                  <a:pt x="1338583" y="2375310"/>
                </a:lnTo>
                <a:lnTo>
                  <a:pt x="1342303" y="2375310"/>
                </a:lnTo>
                <a:lnTo>
                  <a:pt x="1348815" y="2373914"/>
                </a:lnTo>
                <a:close/>
                <a:moveTo>
                  <a:pt x="1662298" y="2373450"/>
                </a:moveTo>
                <a:lnTo>
                  <a:pt x="1663303" y="2375459"/>
                </a:lnTo>
                <a:lnTo>
                  <a:pt x="1662299" y="2373451"/>
                </a:lnTo>
                <a:close/>
                <a:moveTo>
                  <a:pt x="3880156" y="2372604"/>
                </a:moveTo>
                <a:lnTo>
                  <a:pt x="3879472" y="2376705"/>
                </a:lnTo>
                <a:lnTo>
                  <a:pt x="3879473" y="2376705"/>
                </a:lnTo>
                <a:close/>
                <a:moveTo>
                  <a:pt x="3100430" y="2372216"/>
                </a:moveTo>
                <a:lnTo>
                  <a:pt x="3099950" y="2374379"/>
                </a:lnTo>
                <a:lnTo>
                  <a:pt x="3096229" y="2378099"/>
                </a:lnTo>
                <a:lnTo>
                  <a:pt x="3090648" y="2377634"/>
                </a:lnTo>
                <a:lnTo>
                  <a:pt x="3090648" y="2377635"/>
                </a:lnTo>
                <a:lnTo>
                  <a:pt x="3096228" y="2378100"/>
                </a:lnTo>
                <a:lnTo>
                  <a:pt x="3099950" y="2374379"/>
                </a:lnTo>
                <a:close/>
                <a:moveTo>
                  <a:pt x="1623459" y="2371601"/>
                </a:moveTo>
                <a:lnTo>
                  <a:pt x="1623229" y="2372519"/>
                </a:lnTo>
                <a:lnTo>
                  <a:pt x="1623229" y="2372519"/>
                </a:lnTo>
                <a:close/>
                <a:moveTo>
                  <a:pt x="1350676" y="2371123"/>
                </a:moveTo>
                <a:lnTo>
                  <a:pt x="1350675" y="2371125"/>
                </a:lnTo>
                <a:lnTo>
                  <a:pt x="1352536" y="2377635"/>
                </a:lnTo>
                <a:lnTo>
                  <a:pt x="1352536" y="2377635"/>
                </a:lnTo>
                <a:close/>
                <a:moveTo>
                  <a:pt x="1267886" y="2369263"/>
                </a:moveTo>
                <a:lnTo>
                  <a:pt x="1264649" y="2370188"/>
                </a:lnTo>
                <a:lnTo>
                  <a:pt x="1267886" y="2369264"/>
                </a:lnTo>
                <a:close/>
                <a:moveTo>
                  <a:pt x="1702763" y="2368334"/>
                </a:moveTo>
                <a:lnTo>
                  <a:pt x="1703228" y="2373450"/>
                </a:lnTo>
                <a:lnTo>
                  <a:pt x="1703228" y="2373450"/>
                </a:lnTo>
                <a:close/>
                <a:moveTo>
                  <a:pt x="3108321" y="2367867"/>
                </a:moveTo>
                <a:lnTo>
                  <a:pt x="3103670" y="2371123"/>
                </a:lnTo>
                <a:lnTo>
                  <a:pt x="3100880" y="2370192"/>
                </a:lnTo>
                <a:lnTo>
                  <a:pt x="3100879" y="2370194"/>
                </a:lnTo>
                <a:lnTo>
                  <a:pt x="3103670" y="2371124"/>
                </a:lnTo>
                <a:lnTo>
                  <a:pt x="3108321" y="2367868"/>
                </a:lnTo>
                <a:close/>
                <a:moveTo>
                  <a:pt x="787429" y="2367402"/>
                </a:moveTo>
                <a:lnTo>
                  <a:pt x="786499" y="2372054"/>
                </a:lnTo>
                <a:lnTo>
                  <a:pt x="782778" y="2375309"/>
                </a:lnTo>
                <a:lnTo>
                  <a:pt x="779057" y="2382286"/>
                </a:lnTo>
                <a:lnTo>
                  <a:pt x="777662" y="2388797"/>
                </a:lnTo>
                <a:lnTo>
                  <a:pt x="779057" y="2382286"/>
                </a:lnTo>
                <a:lnTo>
                  <a:pt x="782778" y="2375310"/>
                </a:lnTo>
                <a:lnTo>
                  <a:pt x="786499" y="2372054"/>
                </a:lnTo>
                <a:lnTo>
                  <a:pt x="787429" y="2367403"/>
                </a:lnTo>
                <a:lnTo>
                  <a:pt x="791615" y="2368333"/>
                </a:lnTo>
                <a:lnTo>
                  <a:pt x="791615" y="2368332"/>
                </a:lnTo>
                <a:close/>
                <a:moveTo>
                  <a:pt x="2412520" y="2366473"/>
                </a:moveTo>
                <a:lnTo>
                  <a:pt x="2412519" y="2366474"/>
                </a:lnTo>
                <a:lnTo>
                  <a:pt x="2415774" y="2369729"/>
                </a:lnTo>
                <a:lnTo>
                  <a:pt x="2415774" y="2369728"/>
                </a:lnTo>
                <a:close/>
                <a:moveTo>
                  <a:pt x="3946726" y="2364616"/>
                </a:moveTo>
                <a:lnTo>
                  <a:pt x="3946448" y="2365542"/>
                </a:lnTo>
                <a:lnTo>
                  <a:pt x="3945214" y="2367462"/>
                </a:lnTo>
                <a:lnTo>
                  <a:pt x="3946448" y="2365543"/>
                </a:lnTo>
                <a:close/>
                <a:moveTo>
                  <a:pt x="1628346" y="2364148"/>
                </a:moveTo>
                <a:lnTo>
                  <a:pt x="1628345" y="2364148"/>
                </a:lnTo>
                <a:lnTo>
                  <a:pt x="1627541" y="2368568"/>
                </a:lnTo>
                <a:close/>
                <a:moveTo>
                  <a:pt x="1270212" y="2363216"/>
                </a:moveTo>
                <a:lnTo>
                  <a:pt x="1268756" y="2365400"/>
                </a:lnTo>
                <a:lnTo>
                  <a:pt x="1270212" y="2363217"/>
                </a:lnTo>
                <a:lnTo>
                  <a:pt x="1273467" y="2366938"/>
                </a:lnTo>
                <a:lnTo>
                  <a:pt x="1271607" y="2371124"/>
                </a:lnTo>
                <a:lnTo>
                  <a:pt x="1273467" y="2373914"/>
                </a:lnTo>
                <a:lnTo>
                  <a:pt x="1273467" y="2380426"/>
                </a:lnTo>
                <a:lnTo>
                  <a:pt x="1276258" y="2381821"/>
                </a:lnTo>
                <a:lnTo>
                  <a:pt x="1279978" y="2381357"/>
                </a:lnTo>
                <a:lnTo>
                  <a:pt x="1284630" y="2383217"/>
                </a:lnTo>
                <a:lnTo>
                  <a:pt x="1284630" y="2383217"/>
                </a:lnTo>
                <a:lnTo>
                  <a:pt x="1279980" y="2381356"/>
                </a:lnTo>
                <a:lnTo>
                  <a:pt x="1276258" y="2381821"/>
                </a:lnTo>
                <a:lnTo>
                  <a:pt x="1273468" y="2380425"/>
                </a:lnTo>
                <a:lnTo>
                  <a:pt x="1273468" y="2373914"/>
                </a:lnTo>
                <a:lnTo>
                  <a:pt x="1271607" y="2371123"/>
                </a:lnTo>
                <a:lnTo>
                  <a:pt x="1273468" y="2366937"/>
                </a:lnTo>
                <a:close/>
                <a:moveTo>
                  <a:pt x="1652996" y="2361822"/>
                </a:moveTo>
                <a:lnTo>
                  <a:pt x="1652996" y="2361822"/>
                </a:lnTo>
                <a:lnTo>
                  <a:pt x="1653418" y="2363089"/>
                </a:lnTo>
                <a:close/>
                <a:moveTo>
                  <a:pt x="799738" y="2358585"/>
                </a:moveTo>
                <a:lnTo>
                  <a:pt x="798592" y="2359960"/>
                </a:lnTo>
                <a:lnTo>
                  <a:pt x="797662" y="2362751"/>
                </a:lnTo>
                <a:lnTo>
                  <a:pt x="793941" y="2362751"/>
                </a:lnTo>
                <a:lnTo>
                  <a:pt x="793475" y="2366937"/>
                </a:lnTo>
                <a:lnTo>
                  <a:pt x="792309" y="2367812"/>
                </a:lnTo>
                <a:lnTo>
                  <a:pt x="793475" y="2366937"/>
                </a:lnTo>
                <a:lnTo>
                  <a:pt x="793941" y="2362752"/>
                </a:lnTo>
                <a:lnTo>
                  <a:pt x="797662" y="2362752"/>
                </a:lnTo>
                <a:lnTo>
                  <a:pt x="798592" y="2359961"/>
                </a:lnTo>
                <a:close/>
                <a:moveTo>
                  <a:pt x="1650205" y="2358567"/>
                </a:moveTo>
                <a:lnTo>
                  <a:pt x="1651453" y="2360022"/>
                </a:lnTo>
                <a:lnTo>
                  <a:pt x="1650206" y="2358567"/>
                </a:lnTo>
                <a:close/>
                <a:moveTo>
                  <a:pt x="2578562" y="2358566"/>
                </a:moveTo>
                <a:lnTo>
                  <a:pt x="2577632" y="2363216"/>
                </a:lnTo>
                <a:lnTo>
                  <a:pt x="2577633" y="2363216"/>
                </a:lnTo>
                <a:lnTo>
                  <a:pt x="2578563" y="2358566"/>
                </a:lnTo>
                <a:close/>
                <a:moveTo>
                  <a:pt x="1375486" y="2356935"/>
                </a:moveTo>
                <a:lnTo>
                  <a:pt x="1373931" y="2358100"/>
                </a:lnTo>
                <a:lnTo>
                  <a:pt x="1373931" y="2358101"/>
                </a:lnTo>
                <a:close/>
                <a:moveTo>
                  <a:pt x="1633927" y="2356706"/>
                </a:moveTo>
                <a:lnTo>
                  <a:pt x="1633926" y="2356707"/>
                </a:lnTo>
                <a:lnTo>
                  <a:pt x="1633328" y="2359999"/>
                </a:lnTo>
                <a:close/>
                <a:moveTo>
                  <a:pt x="2314846" y="2355776"/>
                </a:moveTo>
                <a:lnTo>
                  <a:pt x="2315311" y="2360426"/>
                </a:lnTo>
                <a:lnTo>
                  <a:pt x="2314381" y="2365543"/>
                </a:lnTo>
                <a:lnTo>
                  <a:pt x="2315311" y="2370194"/>
                </a:lnTo>
                <a:lnTo>
                  <a:pt x="2312986" y="2374379"/>
                </a:lnTo>
                <a:lnTo>
                  <a:pt x="2312986" y="2374380"/>
                </a:lnTo>
                <a:lnTo>
                  <a:pt x="2315312" y="2370195"/>
                </a:lnTo>
                <a:lnTo>
                  <a:pt x="2314381" y="2365544"/>
                </a:lnTo>
                <a:lnTo>
                  <a:pt x="2315312" y="2360427"/>
                </a:lnTo>
                <a:lnTo>
                  <a:pt x="2314847" y="2355776"/>
                </a:lnTo>
                <a:close/>
                <a:moveTo>
                  <a:pt x="1616252" y="2354845"/>
                </a:moveTo>
                <a:lnTo>
                  <a:pt x="1610206" y="2361821"/>
                </a:lnTo>
                <a:lnTo>
                  <a:pt x="1610460" y="2362433"/>
                </a:lnTo>
                <a:lnTo>
                  <a:pt x="1610206" y="2361822"/>
                </a:lnTo>
                <a:lnTo>
                  <a:pt x="1616253" y="2354846"/>
                </a:lnTo>
                <a:close/>
                <a:moveTo>
                  <a:pt x="3114833" y="2354380"/>
                </a:moveTo>
                <a:lnTo>
                  <a:pt x="3108787" y="2362750"/>
                </a:lnTo>
                <a:lnTo>
                  <a:pt x="3108787" y="2362751"/>
                </a:lnTo>
                <a:lnTo>
                  <a:pt x="3114833" y="2354380"/>
                </a:lnTo>
                <a:close/>
                <a:moveTo>
                  <a:pt x="1199483" y="2353499"/>
                </a:moveTo>
                <a:lnTo>
                  <a:pt x="1199050" y="2360426"/>
                </a:lnTo>
                <a:lnTo>
                  <a:pt x="1203701" y="2366938"/>
                </a:lnTo>
                <a:lnTo>
                  <a:pt x="1208817" y="2366008"/>
                </a:lnTo>
                <a:lnTo>
                  <a:pt x="1211142" y="2368333"/>
                </a:lnTo>
                <a:lnTo>
                  <a:pt x="1211142" y="2375310"/>
                </a:lnTo>
                <a:lnTo>
                  <a:pt x="1209747" y="2380891"/>
                </a:lnTo>
                <a:lnTo>
                  <a:pt x="1209748" y="2380891"/>
                </a:lnTo>
                <a:lnTo>
                  <a:pt x="1211143" y="2375310"/>
                </a:lnTo>
                <a:lnTo>
                  <a:pt x="1211143" y="2368333"/>
                </a:lnTo>
                <a:lnTo>
                  <a:pt x="1208818" y="2366007"/>
                </a:lnTo>
                <a:lnTo>
                  <a:pt x="1203701" y="2366937"/>
                </a:lnTo>
                <a:lnTo>
                  <a:pt x="1199050" y="2360426"/>
                </a:lnTo>
                <a:close/>
                <a:moveTo>
                  <a:pt x="3825520" y="2353450"/>
                </a:moveTo>
                <a:lnTo>
                  <a:pt x="3824125" y="2357635"/>
                </a:lnTo>
                <a:lnTo>
                  <a:pt x="3820944" y="2365683"/>
                </a:lnTo>
                <a:lnTo>
                  <a:pt x="3824125" y="2357636"/>
                </a:lnTo>
                <a:lnTo>
                  <a:pt x="3825520" y="2353450"/>
                </a:lnTo>
                <a:close/>
                <a:moveTo>
                  <a:pt x="2654375" y="2352519"/>
                </a:moveTo>
                <a:lnTo>
                  <a:pt x="2654640" y="2354636"/>
                </a:lnTo>
                <a:lnTo>
                  <a:pt x="2654376" y="2352520"/>
                </a:lnTo>
                <a:close/>
                <a:moveTo>
                  <a:pt x="758593" y="2352519"/>
                </a:moveTo>
                <a:lnTo>
                  <a:pt x="758592" y="2352519"/>
                </a:lnTo>
                <a:lnTo>
                  <a:pt x="762313" y="2355775"/>
                </a:lnTo>
                <a:lnTo>
                  <a:pt x="762313" y="2355774"/>
                </a:lnTo>
                <a:close/>
                <a:moveTo>
                  <a:pt x="2600423" y="2351589"/>
                </a:moveTo>
                <a:lnTo>
                  <a:pt x="2600423" y="2351590"/>
                </a:lnTo>
                <a:lnTo>
                  <a:pt x="2601100" y="2353281"/>
                </a:lnTo>
                <a:close/>
                <a:moveTo>
                  <a:pt x="1199050" y="2350659"/>
                </a:moveTo>
                <a:lnTo>
                  <a:pt x="1199515" y="2352985"/>
                </a:lnTo>
                <a:lnTo>
                  <a:pt x="1199515" y="2352984"/>
                </a:lnTo>
                <a:lnTo>
                  <a:pt x="1199050" y="2350659"/>
                </a:lnTo>
                <a:close/>
                <a:moveTo>
                  <a:pt x="2682282" y="2349728"/>
                </a:moveTo>
                <a:lnTo>
                  <a:pt x="2680887" y="2353448"/>
                </a:lnTo>
                <a:lnTo>
                  <a:pt x="2680887" y="2353449"/>
                </a:lnTo>
                <a:lnTo>
                  <a:pt x="2682282" y="2349729"/>
                </a:lnTo>
                <a:close/>
                <a:moveTo>
                  <a:pt x="2416240" y="2349263"/>
                </a:moveTo>
                <a:lnTo>
                  <a:pt x="2416240" y="2349265"/>
                </a:lnTo>
                <a:lnTo>
                  <a:pt x="2420892" y="2350660"/>
                </a:lnTo>
                <a:lnTo>
                  <a:pt x="2421950" y="2352989"/>
                </a:lnTo>
                <a:lnTo>
                  <a:pt x="2420891" y="2350658"/>
                </a:lnTo>
                <a:close/>
                <a:moveTo>
                  <a:pt x="3926913" y="2348799"/>
                </a:moveTo>
                <a:lnTo>
                  <a:pt x="3926599" y="2349901"/>
                </a:lnTo>
                <a:lnTo>
                  <a:pt x="3926914" y="2348800"/>
                </a:lnTo>
                <a:close/>
                <a:moveTo>
                  <a:pt x="781382" y="2347867"/>
                </a:moveTo>
                <a:lnTo>
                  <a:pt x="777662" y="2352054"/>
                </a:lnTo>
                <a:lnTo>
                  <a:pt x="777662" y="2352054"/>
                </a:lnTo>
                <a:lnTo>
                  <a:pt x="781382" y="2347868"/>
                </a:lnTo>
                <a:close/>
                <a:moveTo>
                  <a:pt x="1202237" y="2346953"/>
                </a:moveTo>
                <a:lnTo>
                  <a:pt x="1201840" y="2349729"/>
                </a:lnTo>
                <a:lnTo>
                  <a:pt x="1201841" y="2349728"/>
                </a:lnTo>
                <a:close/>
                <a:moveTo>
                  <a:pt x="2564144" y="2346008"/>
                </a:moveTo>
                <a:lnTo>
                  <a:pt x="2563214" y="2349263"/>
                </a:lnTo>
                <a:lnTo>
                  <a:pt x="2563215" y="2349264"/>
                </a:lnTo>
                <a:lnTo>
                  <a:pt x="2564145" y="2346008"/>
                </a:lnTo>
                <a:close/>
                <a:moveTo>
                  <a:pt x="2681352" y="2345078"/>
                </a:moveTo>
                <a:lnTo>
                  <a:pt x="2681352" y="2345079"/>
                </a:lnTo>
                <a:lnTo>
                  <a:pt x="2682016" y="2348397"/>
                </a:lnTo>
                <a:close/>
                <a:moveTo>
                  <a:pt x="2907306" y="2342721"/>
                </a:moveTo>
                <a:lnTo>
                  <a:pt x="2907395" y="2344147"/>
                </a:lnTo>
                <a:lnTo>
                  <a:pt x="2907395" y="2344146"/>
                </a:lnTo>
                <a:close/>
                <a:moveTo>
                  <a:pt x="1059171" y="2342633"/>
                </a:moveTo>
                <a:lnTo>
                  <a:pt x="1052076" y="2349728"/>
                </a:lnTo>
                <a:lnTo>
                  <a:pt x="1051730" y="2350652"/>
                </a:lnTo>
                <a:lnTo>
                  <a:pt x="1052076" y="2349729"/>
                </a:lnTo>
                <a:close/>
                <a:moveTo>
                  <a:pt x="761383" y="2342287"/>
                </a:moveTo>
                <a:lnTo>
                  <a:pt x="762778" y="2347403"/>
                </a:lnTo>
                <a:lnTo>
                  <a:pt x="762778" y="2347403"/>
                </a:lnTo>
                <a:close/>
                <a:moveTo>
                  <a:pt x="1600579" y="2342104"/>
                </a:moveTo>
                <a:lnTo>
                  <a:pt x="1600903" y="2342752"/>
                </a:lnTo>
                <a:lnTo>
                  <a:pt x="1600904" y="2342753"/>
                </a:lnTo>
                <a:close/>
                <a:moveTo>
                  <a:pt x="2413450" y="2341357"/>
                </a:moveTo>
                <a:lnTo>
                  <a:pt x="2413450" y="2341358"/>
                </a:lnTo>
                <a:lnTo>
                  <a:pt x="2416239" y="2344613"/>
                </a:lnTo>
                <a:lnTo>
                  <a:pt x="2416239" y="2344611"/>
                </a:lnTo>
                <a:close/>
                <a:moveTo>
                  <a:pt x="1703693" y="2339962"/>
                </a:moveTo>
                <a:lnTo>
                  <a:pt x="1703693" y="2339963"/>
                </a:lnTo>
                <a:lnTo>
                  <a:pt x="1706484" y="2340893"/>
                </a:lnTo>
                <a:lnTo>
                  <a:pt x="1708344" y="2343683"/>
                </a:lnTo>
                <a:lnTo>
                  <a:pt x="1714391" y="2342753"/>
                </a:lnTo>
                <a:lnTo>
                  <a:pt x="1715321" y="2346473"/>
                </a:lnTo>
                <a:lnTo>
                  <a:pt x="1715321" y="2346473"/>
                </a:lnTo>
                <a:lnTo>
                  <a:pt x="1714391" y="2342752"/>
                </a:lnTo>
                <a:lnTo>
                  <a:pt x="1708344" y="2343682"/>
                </a:lnTo>
                <a:lnTo>
                  <a:pt x="1706484" y="2340892"/>
                </a:lnTo>
                <a:close/>
                <a:moveTo>
                  <a:pt x="2694840" y="2339962"/>
                </a:moveTo>
                <a:lnTo>
                  <a:pt x="2696263" y="2343661"/>
                </a:lnTo>
                <a:lnTo>
                  <a:pt x="2694841" y="2339962"/>
                </a:lnTo>
                <a:close/>
                <a:moveTo>
                  <a:pt x="3118088" y="2339496"/>
                </a:moveTo>
                <a:lnTo>
                  <a:pt x="3113438" y="2345541"/>
                </a:lnTo>
                <a:lnTo>
                  <a:pt x="3113288" y="2346740"/>
                </a:lnTo>
                <a:lnTo>
                  <a:pt x="3113438" y="2345543"/>
                </a:lnTo>
                <a:lnTo>
                  <a:pt x="3118089" y="2339497"/>
                </a:lnTo>
                <a:close/>
                <a:moveTo>
                  <a:pt x="1207422" y="2338101"/>
                </a:moveTo>
                <a:lnTo>
                  <a:pt x="1206957" y="2340892"/>
                </a:lnTo>
                <a:lnTo>
                  <a:pt x="1206180" y="2341824"/>
                </a:lnTo>
                <a:lnTo>
                  <a:pt x="1206957" y="2340891"/>
                </a:lnTo>
                <a:lnTo>
                  <a:pt x="1207422" y="2338102"/>
                </a:lnTo>
                <a:close/>
                <a:moveTo>
                  <a:pt x="1701368" y="2335776"/>
                </a:moveTo>
                <a:lnTo>
                  <a:pt x="1701367" y="2335776"/>
                </a:lnTo>
                <a:lnTo>
                  <a:pt x="1702588" y="2337974"/>
                </a:lnTo>
                <a:close/>
                <a:moveTo>
                  <a:pt x="676733" y="2334845"/>
                </a:moveTo>
                <a:lnTo>
                  <a:pt x="674873" y="2340891"/>
                </a:lnTo>
                <a:lnTo>
                  <a:pt x="674873" y="2340891"/>
                </a:lnTo>
                <a:close/>
                <a:moveTo>
                  <a:pt x="3946913" y="2334381"/>
                </a:moveTo>
                <a:lnTo>
                  <a:pt x="3946913" y="2334381"/>
                </a:lnTo>
                <a:lnTo>
                  <a:pt x="3948013" y="2336581"/>
                </a:lnTo>
                <a:close/>
                <a:moveTo>
                  <a:pt x="2310660" y="2333915"/>
                </a:moveTo>
                <a:lnTo>
                  <a:pt x="2308800" y="2338101"/>
                </a:lnTo>
                <a:lnTo>
                  <a:pt x="2309264" y="2346473"/>
                </a:lnTo>
                <a:lnTo>
                  <a:pt x="2307405" y="2348333"/>
                </a:lnTo>
                <a:lnTo>
                  <a:pt x="2306009" y="2353915"/>
                </a:lnTo>
                <a:lnTo>
                  <a:pt x="2307869" y="2356240"/>
                </a:lnTo>
                <a:lnTo>
                  <a:pt x="2306010" y="2353916"/>
                </a:lnTo>
                <a:lnTo>
                  <a:pt x="2307405" y="2348334"/>
                </a:lnTo>
                <a:lnTo>
                  <a:pt x="2309266" y="2346474"/>
                </a:lnTo>
                <a:lnTo>
                  <a:pt x="2308800" y="2338102"/>
                </a:lnTo>
                <a:lnTo>
                  <a:pt x="2310661" y="2333916"/>
                </a:lnTo>
                <a:close/>
                <a:moveTo>
                  <a:pt x="1703693" y="2333451"/>
                </a:moveTo>
                <a:lnTo>
                  <a:pt x="1703693" y="2333452"/>
                </a:lnTo>
                <a:lnTo>
                  <a:pt x="1704399" y="2334510"/>
                </a:lnTo>
                <a:close/>
                <a:moveTo>
                  <a:pt x="2879023" y="2332519"/>
                </a:moveTo>
                <a:lnTo>
                  <a:pt x="2875767" y="2338100"/>
                </a:lnTo>
                <a:lnTo>
                  <a:pt x="2875768" y="2338101"/>
                </a:lnTo>
                <a:lnTo>
                  <a:pt x="2879023" y="2332520"/>
                </a:lnTo>
                <a:close/>
                <a:moveTo>
                  <a:pt x="1708344" y="2332055"/>
                </a:moveTo>
                <a:lnTo>
                  <a:pt x="1708344" y="2332056"/>
                </a:lnTo>
                <a:lnTo>
                  <a:pt x="1712064" y="2334381"/>
                </a:lnTo>
                <a:lnTo>
                  <a:pt x="1712065" y="2334380"/>
                </a:lnTo>
                <a:close/>
                <a:moveTo>
                  <a:pt x="1596252" y="2331590"/>
                </a:moveTo>
                <a:lnTo>
                  <a:pt x="1596629" y="2334981"/>
                </a:lnTo>
                <a:lnTo>
                  <a:pt x="1596253" y="2331591"/>
                </a:lnTo>
                <a:close/>
                <a:moveTo>
                  <a:pt x="2643678" y="2331590"/>
                </a:moveTo>
                <a:lnTo>
                  <a:pt x="2642748" y="2339030"/>
                </a:lnTo>
                <a:lnTo>
                  <a:pt x="2642748" y="2339031"/>
                </a:lnTo>
                <a:lnTo>
                  <a:pt x="2643678" y="2331590"/>
                </a:lnTo>
                <a:close/>
                <a:moveTo>
                  <a:pt x="3903659" y="2330195"/>
                </a:moveTo>
                <a:lnTo>
                  <a:pt x="3903659" y="2330196"/>
                </a:lnTo>
                <a:lnTo>
                  <a:pt x="3907924" y="2342334"/>
                </a:lnTo>
                <a:close/>
                <a:moveTo>
                  <a:pt x="2562284" y="2329730"/>
                </a:moveTo>
                <a:lnTo>
                  <a:pt x="2562284" y="2329730"/>
                </a:lnTo>
                <a:lnTo>
                  <a:pt x="2562386" y="2330138"/>
                </a:lnTo>
                <a:lnTo>
                  <a:pt x="2563214" y="2333449"/>
                </a:lnTo>
                <a:lnTo>
                  <a:pt x="2562749" y="2335775"/>
                </a:lnTo>
                <a:lnTo>
                  <a:pt x="2558098" y="2337170"/>
                </a:lnTo>
                <a:lnTo>
                  <a:pt x="2556703" y="2339495"/>
                </a:lnTo>
                <a:lnTo>
                  <a:pt x="2556703" y="2339496"/>
                </a:lnTo>
                <a:lnTo>
                  <a:pt x="2558098" y="2337171"/>
                </a:lnTo>
                <a:lnTo>
                  <a:pt x="2562749" y="2335776"/>
                </a:lnTo>
                <a:lnTo>
                  <a:pt x="2563215" y="2333451"/>
                </a:lnTo>
                <a:lnTo>
                  <a:pt x="2562386" y="2330138"/>
                </a:lnTo>
                <a:close/>
                <a:moveTo>
                  <a:pt x="1404628" y="2328799"/>
                </a:moveTo>
                <a:lnTo>
                  <a:pt x="1404628" y="2328799"/>
                </a:lnTo>
                <a:lnTo>
                  <a:pt x="1407418" y="2329264"/>
                </a:lnTo>
                <a:lnTo>
                  <a:pt x="1407419" y="2329263"/>
                </a:lnTo>
                <a:close/>
                <a:moveTo>
                  <a:pt x="2537632" y="2327869"/>
                </a:moveTo>
                <a:lnTo>
                  <a:pt x="2535772" y="2330658"/>
                </a:lnTo>
                <a:lnTo>
                  <a:pt x="2535774" y="2330659"/>
                </a:lnTo>
                <a:lnTo>
                  <a:pt x="2537633" y="2327869"/>
                </a:lnTo>
                <a:close/>
                <a:moveTo>
                  <a:pt x="1386476" y="2327632"/>
                </a:moveTo>
                <a:lnTo>
                  <a:pt x="1386023" y="2335775"/>
                </a:lnTo>
                <a:lnTo>
                  <a:pt x="1390210" y="2339497"/>
                </a:lnTo>
                <a:lnTo>
                  <a:pt x="1393465" y="2340892"/>
                </a:lnTo>
                <a:lnTo>
                  <a:pt x="1398581" y="2338566"/>
                </a:lnTo>
                <a:lnTo>
                  <a:pt x="1398582" y="2338565"/>
                </a:lnTo>
                <a:lnTo>
                  <a:pt x="1393466" y="2340891"/>
                </a:lnTo>
                <a:lnTo>
                  <a:pt x="1390210" y="2339496"/>
                </a:lnTo>
                <a:lnTo>
                  <a:pt x="1386024" y="2335775"/>
                </a:lnTo>
                <a:close/>
                <a:moveTo>
                  <a:pt x="1041843" y="2327404"/>
                </a:moveTo>
                <a:lnTo>
                  <a:pt x="1039053" y="2327868"/>
                </a:lnTo>
                <a:lnTo>
                  <a:pt x="1037250" y="2329311"/>
                </a:lnTo>
                <a:lnTo>
                  <a:pt x="1039052" y="2327869"/>
                </a:lnTo>
                <a:lnTo>
                  <a:pt x="1041843" y="2327404"/>
                </a:lnTo>
                <a:close/>
                <a:moveTo>
                  <a:pt x="1383699" y="2325543"/>
                </a:moveTo>
                <a:lnTo>
                  <a:pt x="1383699" y="2325543"/>
                </a:lnTo>
                <a:lnTo>
                  <a:pt x="1386489" y="2327404"/>
                </a:lnTo>
                <a:lnTo>
                  <a:pt x="1386489" y="2327403"/>
                </a:lnTo>
                <a:close/>
                <a:moveTo>
                  <a:pt x="1375191" y="2325152"/>
                </a:moveTo>
                <a:lnTo>
                  <a:pt x="1370211" y="2327868"/>
                </a:lnTo>
                <a:lnTo>
                  <a:pt x="1370211" y="2327869"/>
                </a:lnTo>
                <a:close/>
                <a:moveTo>
                  <a:pt x="2748793" y="2325079"/>
                </a:moveTo>
                <a:lnTo>
                  <a:pt x="2748793" y="2325079"/>
                </a:lnTo>
                <a:lnTo>
                  <a:pt x="2749689" y="2326870"/>
                </a:lnTo>
                <a:close/>
                <a:moveTo>
                  <a:pt x="1375327" y="2325077"/>
                </a:moveTo>
                <a:lnTo>
                  <a:pt x="1375326" y="2325078"/>
                </a:lnTo>
                <a:lnTo>
                  <a:pt x="1378582" y="2325078"/>
                </a:lnTo>
                <a:lnTo>
                  <a:pt x="1379977" y="2329264"/>
                </a:lnTo>
                <a:lnTo>
                  <a:pt x="1381837" y="2329264"/>
                </a:lnTo>
                <a:lnTo>
                  <a:pt x="1382380" y="2328180"/>
                </a:lnTo>
                <a:lnTo>
                  <a:pt x="1381838" y="2329263"/>
                </a:lnTo>
                <a:lnTo>
                  <a:pt x="1379978" y="2329263"/>
                </a:lnTo>
                <a:lnTo>
                  <a:pt x="1378582" y="2325077"/>
                </a:lnTo>
                <a:close/>
                <a:moveTo>
                  <a:pt x="658594" y="2324147"/>
                </a:moveTo>
                <a:lnTo>
                  <a:pt x="658128" y="2326473"/>
                </a:lnTo>
                <a:lnTo>
                  <a:pt x="658129" y="2326472"/>
                </a:lnTo>
                <a:close/>
                <a:moveTo>
                  <a:pt x="2307405" y="2323683"/>
                </a:moveTo>
                <a:lnTo>
                  <a:pt x="2307405" y="2323684"/>
                </a:lnTo>
                <a:lnTo>
                  <a:pt x="2312521" y="2326474"/>
                </a:lnTo>
                <a:lnTo>
                  <a:pt x="2320893" y="2324614"/>
                </a:lnTo>
                <a:lnTo>
                  <a:pt x="2320893" y="2324613"/>
                </a:lnTo>
                <a:lnTo>
                  <a:pt x="2312520" y="2326473"/>
                </a:lnTo>
                <a:close/>
                <a:moveTo>
                  <a:pt x="2962278" y="2321823"/>
                </a:moveTo>
                <a:lnTo>
                  <a:pt x="2962278" y="2321823"/>
                </a:lnTo>
                <a:lnTo>
                  <a:pt x="2962278" y="2324146"/>
                </a:lnTo>
                <a:lnTo>
                  <a:pt x="2962278" y="2324147"/>
                </a:lnTo>
                <a:close/>
                <a:moveTo>
                  <a:pt x="2523215" y="2321823"/>
                </a:moveTo>
                <a:lnTo>
                  <a:pt x="2523960" y="2325177"/>
                </a:lnTo>
                <a:lnTo>
                  <a:pt x="2524145" y="2326007"/>
                </a:lnTo>
                <a:lnTo>
                  <a:pt x="2524145" y="2326007"/>
                </a:lnTo>
                <a:lnTo>
                  <a:pt x="2523960" y="2325177"/>
                </a:lnTo>
                <a:lnTo>
                  <a:pt x="2523215" y="2321823"/>
                </a:lnTo>
                <a:close/>
                <a:moveTo>
                  <a:pt x="2879952" y="2320892"/>
                </a:moveTo>
                <a:lnTo>
                  <a:pt x="2877628" y="2323682"/>
                </a:lnTo>
                <a:lnTo>
                  <a:pt x="2877163" y="2328333"/>
                </a:lnTo>
                <a:lnTo>
                  <a:pt x="2877163" y="2328333"/>
                </a:lnTo>
                <a:lnTo>
                  <a:pt x="2877628" y="2323683"/>
                </a:lnTo>
                <a:lnTo>
                  <a:pt x="2879954" y="2320893"/>
                </a:lnTo>
                <a:close/>
                <a:moveTo>
                  <a:pt x="2759947" y="2320629"/>
                </a:moveTo>
                <a:lnTo>
                  <a:pt x="2760420" y="2322286"/>
                </a:lnTo>
                <a:lnTo>
                  <a:pt x="2760420" y="2322286"/>
                </a:lnTo>
                <a:close/>
                <a:moveTo>
                  <a:pt x="3116694" y="2320426"/>
                </a:moveTo>
                <a:lnTo>
                  <a:pt x="3114368" y="2322751"/>
                </a:lnTo>
                <a:lnTo>
                  <a:pt x="3114368" y="2322751"/>
                </a:lnTo>
                <a:lnTo>
                  <a:pt x="3116693" y="2320427"/>
                </a:lnTo>
                <a:lnTo>
                  <a:pt x="3119019" y="2323217"/>
                </a:lnTo>
                <a:lnTo>
                  <a:pt x="3122740" y="2325078"/>
                </a:lnTo>
                <a:lnTo>
                  <a:pt x="3125530" y="2323217"/>
                </a:lnTo>
                <a:lnTo>
                  <a:pt x="3128786" y="2322752"/>
                </a:lnTo>
                <a:lnTo>
                  <a:pt x="3128787" y="2322751"/>
                </a:lnTo>
                <a:lnTo>
                  <a:pt x="3125531" y="2323216"/>
                </a:lnTo>
                <a:lnTo>
                  <a:pt x="3122740" y="2325077"/>
                </a:lnTo>
                <a:lnTo>
                  <a:pt x="3119019" y="2323216"/>
                </a:lnTo>
                <a:close/>
                <a:moveTo>
                  <a:pt x="1704123" y="2319927"/>
                </a:moveTo>
                <a:lnTo>
                  <a:pt x="1708809" y="2324614"/>
                </a:lnTo>
                <a:lnTo>
                  <a:pt x="1708809" y="2324613"/>
                </a:lnTo>
                <a:close/>
                <a:moveTo>
                  <a:pt x="3952960" y="2317172"/>
                </a:moveTo>
                <a:lnTo>
                  <a:pt x="3952960" y="2317172"/>
                </a:lnTo>
                <a:lnTo>
                  <a:pt x="3954707" y="2318264"/>
                </a:lnTo>
                <a:close/>
                <a:moveTo>
                  <a:pt x="3132507" y="2317171"/>
                </a:moveTo>
                <a:lnTo>
                  <a:pt x="3129717" y="2319961"/>
                </a:lnTo>
                <a:lnTo>
                  <a:pt x="3129717" y="2319961"/>
                </a:lnTo>
                <a:close/>
                <a:moveTo>
                  <a:pt x="2320427" y="2316242"/>
                </a:moveTo>
                <a:lnTo>
                  <a:pt x="2320877" y="2324323"/>
                </a:lnTo>
                <a:lnTo>
                  <a:pt x="2320428" y="2316242"/>
                </a:lnTo>
                <a:close/>
                <a:moveTo>
                  <a:pt x="1048820" y="2314380"/>
                </a:moveTo>
                <a:lnTo>
                  <a:pt x="1041844" y="2316706"/>
                </a:lnTo>
                <a:lnTo>
                  <a:pt x="1041844" y="2316706"/>
                </a:lnTo>
                <a:lnTo>
                  <a:pt x="1048820" y="2314380"/>
                </a:lnTo>
                <a:close/>
                <a:moveTo>
                  <a:pt x="1601369" y="2313451"/>
                </a:moveTo>
                <a:lnTo>
                  <a:pt x="1599044" y="2324613"/>
                </a:lnTo>
                <a:lnTo>
                  <a:pt x="1593927" y="2326473"/>
                </a:lnTo>
                <a:lnTo>
                  <a:pt x="1593462" y="2329729"/>
                </a:lnTo>
                <a:lnTo>
                  <a:pt x="1593462" y="2329729"/>
                </a:lnTo>
                <a:lnTo>
                  <a:pt x="1593927" y="2326474"/>
                </a:lnTo>
                <a:lnTo>
                  <a:pt x="1599044" y="2324614"/>
                </a:lnTo>
                <a:lnTo>
                  <a:pt x="1601369" y="2313451"/>
                </a:lnTo>
                <a:close/>
                <a:moveTo>
                  <a:pt x="661850" y="2312985"/>
                </a:moveTo>
                <a:lnTo>
                  <a:pt x="659989" y="2317636"/>
                </a:lnTo>
                <a:lnTo>
                  <a:pt x="655338" y="2319031"/>
                </a:lnTo>
                <a:lnTo>
                  <a:pt x="653013" y="2316240"/>
                </a:lnTo>
                <a:lnTo>
                  <a:pt x="649292" y="2316240"/>
                </a:lnTo>
                <a:lnTo>
                  <a:pt x="645106" y="2319961"/>
                </a:lnTo>
                <a:lnTo>
                  <a:pt x="645106" y="2319961"/>
                </a:lnTo>
                <a:lnTo>
                  <a:pt x="649292" y="2316241"/>
                </a:lnTo>
                <a:lnTo>
                  <a:pt x="653013" y="2316241"/>
                </a:lnTo>
                <a:lnTo>
                  <a:pt x="655338" y="2319031"/>
                </a:lnTo>
                <a:lnTo>
                  <a:pt x="659989" y="2317636"/>
                </a:lnTo>
                <a:close/>
                <a:moveTo>
                  <a:pt x="2995300" y="2312054"/>
                </a:moveTo>
                <a:lnTo>
                  <a:pt x="2995300" y="2312055"/>
                </a:lnTo>
                <a:lnTo>
                  <a:pt x="2995716" y="2313511"/>
                </a:lnTo>
                <a:close/>
                <a:moveTo>
                  <a:pt x="2315311" y="2308800"/>
                </a:moveTo>
                <a:lnTo>
                  <a:pt x="2315776" y="2316706"/>
                </a:lnTo>
                <a:lnTo>
                  <a:pt x="2315777" y="2316706"/>
                </a:lnTo>
                <a:lnTo>
                  <a:pt x="2315312" y="2308800"/>
                </a:lnTo>
                <a:close/>
                <a:moveTo>
                  <a:pt x="576270" y="2308334"/>
                </a:moveTo>
                <a:lnTo>
                  <a:pt x="575339" y="2312519"/>
                </a:lnTo>
                <a:lnTo>
                  <a:pt x="575340" y="2312519"/>
                </a:lnTo>
                <a:close/>
                <a:moveTo>
                  <a:pt x="1676772" y="2308091"/>
                </a:moveTo>
                <a:lnTo>
                  <a:pt x="1677182" y="2309730"/>
                </a:lnTo>
                <a:lnTo>
                  <a:pt x="1678112" y="2315777"/>
                </a:lnTo>
                <a:lnTo>
                  <a:pt x="1681833" y="2317637"/>
                </a:lnTo>
                <a:lnTo>
                  <a:pt x="1686019" y="2314847"/>
                </a:lnTo>
                <a:lnTo>
                  <a:pt x="1690670" y="2314847"/>
                </a:lnTo>
                <a:lnTo>
                  <a:pt x="1692530" y="2311126"/>
                </a:lnTo>
                <a:lnTo>
                  <a:pt x="1695321" y="2309266"/>
                </a:lnTo>
                <a:lnTo>
                  <a:pt x="1698577" y="2309266"/>
                </a:lnTo>
                <a:lnTo>
                  <a:pt x="1700437" y="2313917"/>
                </a:lnTo>
                <a:lnTo>
                  <a:pt x="1702298" y="2315777"/>
                </a:lnTo>
                <a:lnTo>
                  <a:pt x="1702297" y="2315776"/>
                </a:lnTo>
                <a:lnTo>
                  <a:pt x="1700437" y="2313916"/>
                </a:lnTo>
                <a:lnTo>
                  <a:pt x="1698577" y="2309265"/>
                </a:lnTo>
                <a:lnTo>
                  <a:pt x="1695321" y="2309265"/>
                </a:lnTo>
                <a:lnTo>
                  <a:pt x="1692530" y="2311124"/>
                </a:lnTo>
                <a:lnTo>
                  <a:pt x="1690670" y="2314846"/>
                </a:lnTo>
                <a:lnTo>
                  <a:pt x="1686019" y="2314846"/>
                </a:lnTo>
                <a:lnTo>
                  <a:pt x="1681833" y="2317636"/>
                </a:lnTo>
                <a:lnTo>
                  <a:pt x="1678112" y="2315776"/>
                </a:lnTo>
                <a:lnTo>
                  <a:pt x="1677182" y="2309729"/>
                </a:lnTo>
                <a:close/>
                <a:moveTo>
                  <a:pt x="583711" y="2307869"/>
                </a:moveTo>
                <a:lnTo>
                  <a:pt x="583711" y="2307869"/>
                </a:lnTo>
                <a:lnTo>
                  <a:pt x="584641" y="2312055"/>
                </a:lnTo>
                <a:close/>
                <a:moveTo>
                  <a:pt x="2431589" y="2307404"/>
                </a:moveTo>
                <a:lnTo>
                  <a:pt x="2431589" y="2307405"/>
                </a:lnTo>
                <a:lnTo>
                  <a:pt x="2434845" y="2308800"/>
                </a:lnTo>
                <a:lnTo>
                  <a:pt x="2437635" y="2313450"/>
                </a:lnTo>
                <a:lnTo>
                  <a:pt x="2434844" y="2308799"/>
                </a:lnTo>
                <a:close/>
                <a:moveTo>
                  <a:pt x="2775304" y="2307404"/>
                </a:moveTo>
                <a:lnTo>
                  <a:pt x="2777164" y="2312985"/>
                </a:lnTo>
                <a:lnTo>
                  <a:pt x="2777164" y="2312984"/>
                </a:lnTo>
                <a:close/>
                <a:moveTo>
                  <a:pt x="593479" y="2305543"/>
                </a:moveTo>
                <a:lnTo>
                  <a:pt x="592548" y="2308333"/>
                </a:lnTo>
                <a:lnTo>
                  <a:pt x="592548" y="2308334"/>
                </a:lnTo>
                <a:close/>
                <a:moveTo>
                  <a:pt x="2240428" y="2305078"/>
                </a:moveTo>
                <a:lnTo>
                  <a:pt x="2241358" y="2311590"/>
                </a:lnTo>
                <a:lnTo>
                  <a:pt x="2242443" y="2313397"/>
                </a:lnTo>
                <a:lnTo>
                  <a:pt x="2241359" y="2311591"/>
                </a:lnTo>
                <a:lnTo>
                  <a:pt x="2240430" y="2305079"/>
                </a:lnTo>
                <a:close/>
                <a:moveTo>
                  <a:pt x="1053005" y="2303683"/>
                </a:moveTo>
                <a:lnTo>
                  <a:pt x="1049285" y="2306938"/>
                </a:lnTo>
                <a:lnTo>
                  <a:pt x="1047950" y="2308941"/>
                </a:lnTo>
                <a:lnTo>
                  <a:pt x="1049285" y="2306939"/>
                </a:lnTo>
                <a:close/>
                <a:moveTo>
                  <a:pt x="2304149" y="2303219"/>
                </a:moveTo>
                <a:lnTo>
                  <a:pt x="2303683" y="2307869"/>
                </a:lnTo>
                <a:lnTo>
                  <a:pt x="2303684" y="2307870"/>
                </a:lnTo>
                <a:lnTo>
                  <a:pt x="2304149" y="2303219"/>
                </a:lnTo>
                <a:close/>
                <a:moveTo>
                  <a:pt x="619990" y="2303217"/>
                </a:moveTo>
                <a:lnTo>
                  <a:pt x="619060" y="2306938"/>
                </a:lnTo>
                <a:lnTo>
                  <a:pt x="619990" y="2303218"/>
                </a:lnTo>
                <a:close/>
                <a:moveTo>
                  <a:pt x="2276242" y="2302754"/>
                </a:moveTo>
                <a:lnTo>
                  <a:pt x="2278102" y="2307404"/>
                </a:lnTo>
                <a:lnTo>
                  <a:pt x="2278102" y="2307404"/>
                </a:lnTo>
                <a:close/>
                <a:moveTo>
                  <a:pt x="2257638" y="2301823"/>
                </a:moveTo>
                <a:lnTo>
                  <a:pt x="2257638" y="2301823"/>
                </a:lnTo>
                <a:lnTo>
                  <a:pt x="2258610" y="2304741"/>
                </a:lnTo>
                <a:close/>
                <a:moveTo>
                  <a:pt x="2773444" y="2300893"/>
                </a:moveTo>
                <a:lnTo>
                  <a:pt x="2775304" y="2303218"/>
                </a:lnTo>
                <a:lnTo>
                  <a:pt x="2775304" y="2303217"/>
                </a:lnTo>
                <a:close/>
                <a:moveTo>
                  <a:pt x="2265079" y="2300428"/>
                </a:moveTo>
                <a:lnTo>
                  <a:pt x="2265079" y="2302753"/>
                </a:lnTo>
                <a:lnTo>
                  <a:pt x="2265080" y="2302753"/>
                </a:lnTo>
                <a:lnTo>
                  <a:pt x="2265080" y="2300428"/>
                </a:lnTo>
                <a:close/>
                <a:moveTo>
                  <a:pt x="3130647" y="2300427"/>
                </a:moveTo>
                <a:lnTo>
                  <a:pt x="3128787" y="2302751"/>
                </a:lnTo>
                <a:lnTo>
                  <a:pt x="3128787" y="2302752"/>
                </a:lnTo>
                <a:close/>
                <a:moveTo>
                  <a:pt x="1079219" y="2297827"/>
                </a:moveTo>
                <a:lnTo>
                  <a:pt x="1076261" y="2298567"/>
                </a:lnTo>
                <a:lnTo>
                  <a:pt x="1076261" y="2298567"/>
                </a:lnTo>
                <a:close/>
                <a:moveTo>
                  <a:pt x="2428798" y="2297637"/>
                </a:moveTo>
                <a:lnTo>
                  <a:pt x="2428798" y="2297638"/>
                </a:lnTo>
                <a:lnTo>
                  <a:pt x="2430658" y="2297638"/>
                </a:lnTo>
                <a:lnTo>
                  <a:pt x="2434380" y="2302289"/>
                </a:lnTo>
                <a:lnTo>
                  <a:pt x="2434380" y="2302288"/>
                </a:lnTo>
                <a:lnTo>
                  <a:pt x="2430658" y="2297637"/>
                </a:lnTo>
                <a:close/>
                <a:moveTo>
                  <a:pt x="1598010" y="2297495"/>
                </a:moveTo>
                <a:lnTo>
                  <a:pt x="1598113" y="2297636"/>
                </a:lnTo>
                <a:lnTo>
                  <a:pt x="1600903" y="2304148"/>
                </a:lnTo>
                <a:lnTo>
                  <a:pt x="1599044" y="2307869"/>
                </a:lnTo>
                <a:lnTo>
                  <a:pt x="1599044" y="2307870"/>
                </a:lnTo>
                <a:lnTo>
                  <a:pt x="1600904" y="2304149"/>
                </a:lnTo>
                <a:lnTo>
                  <a:pt x="1598114" y="2297638"/>
                </a:lnTo>
                <a:close/>
                <a:moveTo>
                  <a:pt x="1215463" y="2297032"/>
                </a:moveTo>
                <a:lnTo>
                  <a:pt x="1213468" y="2304614"/>
                </a:lnTo>
                <a:lnTo>
                  <a:pt x="1215794" y="2304148"/>
                </a:lnTo>
                <a:lnTo>
                  <a:pt x="1216259" y="2310660"/>
                </a:lnTo>
                <a:lnTo>
                  <a:pt x="1217189" y="2313916"/>
                </a:lnTo>
                <a:lnTo>
                  <a:pt x="1220910" y="2314846"/>
                </a:lnTo>
                <a:lnTo>
                  <a:pt x="1222305" y="2319497"/>
                </a:lnTo>
                <a:lnTo>
                  <a:pt x="1226491" y="2320427"/>
                </a:lnTo>
                <a:lnTo>
                  <a:pt x="1226026" y="2325078"/>
                </a:lnTo>
                <a:lnTo>
                  <a:pt x="1228817" y="2326938"/>
                </a:lnTo>
                <a:lnTo>
                  <a:pt x="1226026" y="2332985"/>
                </a:lnTo>
                <a:lnTo>
                  <a:pt x="1226956" y="2335311"/>
                </a:lnTo>
                <a:lnTo>
                  <a:pt x="1226491" y="2341357"/>
                </a:lnTo>
                <a:lnTo>
                  <a:pt x="1225561" y="2343217"/>
                </a:lnTo>
                <a:lnTo>
                  <a:pt x="1225562" y="2343216"/>
                </a:lnTo>
                <a:lnTo>
                  <a:pt x="1226491" y="2341357"/>
                </a:lnTo>
                <a:lnTo>
                  <a:pt x="1226957" y="2335310"/>
                </a:lnTo>
                <a:lnTo>
                  <a:pt x="1226027" y="2332984"/>
                </a:lnTo>
                <a:lnTo>
                  <a:pt x="1228817" y="2326938"/>
                </a:lnTo>
                <a:lnTo>
                  <a:pt x="1226027" y="2325077"/>
                </a:lnTo>
                <a:lnTo>
                  <a:pt x="1226491" y="2320426"/>
                </a:lnTo>
                <a:lnTo>
                  <a:pt x="1222306" y="2319496"/>
                </a:lnTo>
                <a:lnTo>
                  <a:pt x="1220910" y="2314845"/>
                </a:lnTo>
                <a:lnTo>
                  <a:pt x="1217190" y="2313915"/>
                </a:lnTo>
                <a:lnTo>
                  <a:pt x="1216259" y="2310660"/>
                </a:lnTo>
                <a:lnTo>
                  <a:pt x="1215794" y="2304148"/>
                </a:lnTo>
                <a:lnTo>
                  <a:pt x="1213469" y="2304613"/>
                </a:lnTo>
                <a:close/>
                <a:moveTo>
                  <a:pt x="1681062" y="2296265"/>
                </a:moveTo>
                <a:lnTo>
                  <a:pt x="1681368" y="2298102"/>
                </a:lnTo>
                <a:lnTo>
                  <a:pt x="1681368" y="2298102"/>
                </a:lnTo>
                <a:close/>
                <a:moveTo>
                  <a:pt x="1174399" y="2294846"/>
                </a:moveTo>
                <a:lnTo>
                  <a:pt x="1169748" y="2296241"/>
                </a:lnTo>
                <a:lnTo>
                  <a:pt x="1166958" y="2295311"/>
                </a:lnTo>
                <a:lnTo>
                  <a:pt x="1161481" y="2297745"/>
                </a:lnTo>
                <a:lnTo>
                  <a:pt x="1166957" y="2295311"/>
                </a:lnTo>
                <a:lnTo>
                  <a:pt x="1169748" y="2296241"/>
                </a:lnTo>
                <a:lnTo>
                  <a:pt x="1174399" y="2294846"/>
                </a:lnTo>
                <a:lnTo>
                  <a:pt x="1179515" y="2300892"/>
                </a:lnTo>
                <a:lnTo>
                  <a:pt x="1186492" y="2298567"/>
                </a:lnTo>
                <a:lnTo>
                  <a:pt x="1188741" y="2295756"/>
                </a:lnTo>
                <a:lnTo>
                  <a:pt x="1186492" y="2298567"/>
                </a:lnTo>
                <a:lnTo>
                  <a:pt x="1179516" y="2300892"/>
                </a:lnTo>
                <a:close/>
                <a:moveTo>
                  <a:pt x="2846001" y="2292521"/>
                </a:moveTo>
                <a:lnTo>
                  <a:pt x="2848791" y="2298100"/>
                </a:lnTo>
                <a:lnTo>
                  <a:pt x="2850186" y="2303217"/>
                </a:lnTo>
                <a:lnTo>
                  <a:pt x="2847861" y="2308798"/>
                </a:lnTo>
                <a:lnTo>
                  <a:pt x="2847861" y="2308799"/>
                </a:lnTo>
                <a:lnTo>
                  <a:pt x="2850187" y="2303218"/>
                </a:lnTo>
                <a:lnTo>
                  <a:pt x="2848792" y="2298102"/>
                </a:lnTo>
                <a:lnTo>
                  <a:pt x="2846001" y="2292521"/>
                </a:lnTo>
                <a:close/>
                <a:moveTo>
                  <a:pt x="1118121" y="2292520"/>
                </a:moveTo>
                <a:lnTo>
                  <a:pt x="1118121" y="2292520"/>
                </a:lnTo>
                <a:lnTo>
                  <a:pt x="1121377" y="2293916"/>
                </a:lnTo>
                <a:lnTo>
                  <a:pt x="1124632" y="2292985"/>
                </a:lnTo>
                <a:lnTo>
                  <a:pt x="1130214" y="2295311"/>
                </a:lnTo>
                <a:lnTo>
                  <a:pt x="1137655" y="2295776"/>
                </a:lnTo>
                <a:lnTo>
                  <a:pt x="1139981" y="2297171"/>
                </a:lnTo>
                <a:lnTo>
                  <a:pt x="1153934" y="2299962"/>
                </a:lnTo>
                <a:lnTo>
                  <a:pt x="1158585" y="2299032"/>
                </a:lnTo>
                <a:lnTo>
                  <a:pt x="1158586" y="2299032"/>
                </a:lnTo>
                <a:lnTo>
                  <a:pt x="1153935" y="2299962"/>
                </a:lnTo>
                <a:lnTo>
                  <a:pt x="1139982" y="2297171"/>
                </a:lnTo>
                <a:lnTo>
                  <a:pt x="1137656" y="2295776"/>
                </a:lnTo>
                <a:lnTo>
                  <a:pt x="1130214" y="2295311"/>
                </a:lnTo>
                <a:lnTo>
                  <a:pt x="1124633" y="2292985"/>
                </a:lnTo>
                <a:lnTo>
                  <a:pt x="1121377" y="2293916"/>
                </a:lnTo>
                <a:close/>
                <a:moveTo>
                  <a:pt x="2999952" y="2291125"/>
                </a:moveTo>
                <a:lnTo>
                  <a:pt x="2999952" y="2291126"/>
                </a:lnTo>
                <a:lnTo>
                  <a:pt x="3000332" y="2292456"/>
                </a:lnTo>
                <a:close/>
                <a:moveTo>
                  <a:pt x="2231670" y="2290048"/>
                </a:moveTo>
                <a:lnTo>
                  <a:pt x="2232521" y="2298567"/>
                </a:lnTo>
                <a:lnTo>
                  <a:pt x="2230196" y="2300427"/>
                </a:lnTo>
                <a:lnTo>
                  <a:pt x="2230196" y="2303218"/>
                </a:lnTo>
                <a:lnTo>
                  <a:pt x="2230197" y="2303218"/>
                </a:lnTo>
                <a:lnTo>
                  <a:pt x="2230197" y="2300428"/>
                </a:lnTo>
                <a:lnTo>
                  <a:pt x="2232523" y="2298568"/>
                </a:lnTo>
                <a:close/>
                <a:moveTo>
                  <a:pt x="1197129" y="2289963"/>
                </a:moveTo>
                <a:lnTo>
                  <a:pt x="1190213" y="2293916"/>
                </a:lnTo>
                <a:lnTo>
                  <a:pt x="1190213" y="2293916"/>
                </a:lnTo>
                <a:close/>
                <a:moveTo>
                  <a:pt x="1080913" y="2289729"/>
                </a:moveTo>
                <a:lnTo>
                  <a:pt x="1080913" y="2289730"/>
                </a:lnTo>
                <a:lnTo>
                  <a:pt x="1085098" y="2289730"/>
                </a:lnTo>
                <a:lnTo>
                  <a:pt x="1085098" y="2289729"/>
                </a:lnTo>
                <a:close/>
                <a:moveTo>
                  <a:pt x="1050680" y="2289265"/>
                </a:moveTo>
                <a:lnTo>
                  <a:pt x="1046960" y="2291124"/>
                </a:lnTo>
                <a:lnTo>
                  <a:pt x="1046960" y="2291125"/>
                </a:lnTo>
                <a:close/>
                <a:moveTo>
                  <a:pt x="1389967" y="2288284"/>
                </a:moveTo>
                <a:lnTo>
                  <a:pt x="1387419" y="2290194"/>
                </a:lnTo>
                <a:lnTo>
                  <a:pt x="1387420" y="2290194"/>
                </a:lnTo>
                <a:close/>
                <a:moveTo>
                  <a:pt x="1206957" y="2287404"/>
                </a:moveTo>
                <a:lnTo>
                  <a:pt x="1199981" y="2288334"/>
                </a:lnTo>
                <a:lnTo>
                  <a:pt x="1199980" y="2288334"/>
                </a:lnTo>
                <a:lnTo>
                  <a:pt x="1206957" y="2287404"/>
                </a:lnTo>
                <a:lnTo>
                  <a:pt x="1209747" y="2288800"/>
                </a:lnTo>
                <a:lnTo>
                  <a:pt x="1215328" y="2293451"/>
                </a:lnTo>
                <a:lnTo>
                  <a:pt x="1215794" y="2295776"/>
                </a:lnTo>
                <a:lnTo>
                  <a:pt x="1215794" y="2295776"/>
                </a:lnTo>
                <a:lnTo>
                  <a:pt x="1215329" y="2293450"/>
                </a:lnTo>
                <a:lnTo>
                  <a:pt x="1209748" y="2288799"/>
                </a:lnTo>
                <a:close/>
                <a:moveTo>
                  <a:pt x="1594156" y="2286373"/>
                </a:moveTo>
                <a:lnTo>
                  <a:pt x="1593462" y="2288800"/>
                </a:lnTo>
                <a:lnTo>
                  <a:pt x="1593673" y="2289642"/>
                </a:lnTo>
                <a:lnTo>
                  <a:pt x="1593462" y="2288801"/>
                </a:lnTo>
                <a:close/>
                <a:moveTo>
                  <a:pt x="3125530" y="2286008"/>
                </a:moveTo>
                <a:lnTo>
                  <a:pt x="3123206" y="2288334"/>
                </a:lnTo>
                <a:lnTo>
                  <a:pt x="3118089" y="2287403"/>
                </a:lnTo>
                <a:lnTo>
                  <a:pt x="3118090" y="2287404"/>
                </a:lnTo>
                <a:lnTo>
                  <a:pt x="3123205" y="2288334"/>
                </a:lnTo>
                <a:lnTo>
                  <a:pt x="3125530" y="2286008"/>
                </a:lnTo>
                <a:close/>
                <a:moveTo>
                  <a:pt x="2836699" y="2285079"/>
                </a:moveTo>
                <a:lnTo>
                  <a:pt x="2836699" y="2285079"/>
                </a:lnTo>
                <a:lnTo>
                  <a:pt x="2837176" y="2286034"/>
                </a:lnTo>
                <a:close/>
                <a:moveTo>
                  <a:pt x="3001347" y="2285079"/>
                </a:moveTo>
                <a:lnTo>
                  <a:pt x="3001347" y="2285079"/>
                </a:lnTo>
                <a:lnTo>
                  <a:pt x="3001812" y="2288799"/>
                </a:lnTo>
                <a:lnTo>
                  <a:pt x="3001812" y="2288798"/>
                </a:lnTo>
                <a:close/>
                <a:moveTo>
                  <a:pt x="2413915" y="2284150"/>
                </a:moveTo>
                <a:lnTo>
                  <a:pt x="2418101" y="2285545"/>
                </a:lnTo>
                <a:lnTo>
                  <a:pt x="2418163" y="2285599"/>
                </a:lnTo>
                <a:lnTo>
                  <a:pt x="2421821" y="2288801"/>
                </a:lnTo>
                <a:lnTo>
                  <a:pt x="2424612" y="2292986"/>
                </a:lnTo>
                <a:lnTo>
                  <a:pt x="2428798" y="2292057"/>
                </a:lnTo>
                <a:lnTo>
                  <a:pt x="2428798" y="2292055"/>
                </a:lnTo>
                <a:lnTo>
                  <a:pt x="2424612" y="2292986"/>
                </a:lnTo>
                <a:lnTo>
                  <a:pt x="2421822" y="2288800"/>
                </a:lnTo>
                <a:lnTo>
                  <a:pt x="2418163" y="2285599"/>
                </a:lnTo>
                <a:lnTo>
                  <a:pt x="2418101" y="2285545"/>
                </a:lnTo>
                <a:lnTo>
                  <a:pt x="2418101" y="2285545"/>
                </a:lnTo>
                <a:lnTo>
                  <a:pt x="2418100" y="2285544"/>
                </a:lnTo>
                <a:close/>
                <a:moveTo>
                  <a:pt x="2226940" y="2281824"/>
                </a:moveTo>
                <a:lnTo>
                  <a:pt x="2225080" y="2287869"/>
                </a:lnTo>
                <a:lnTo>
                  <a:pt x="2225081" y="2287869"/>
                </a:lnTo>
                <a:lnTo>
                  <a:pt x="2226941" y="2281824"/>
                </a:lnTo>
                <a:close/>
                <a:moveTo>
                  <a:pt x="1051611" y="2281822"/>
                </a:moveTo>
                <a:lnTo>
                  <a:pt x="1050215" y="2282288"/>
                </a:lnTo>
                <a:lnTo>
                  <a:pt x="1050215" y="2282288"/>
                </a:lnTo>
                <a:lnTo>
                  <a:pt x="1051610" y="2281823"/>
                </a:lnTo>
                <a:lnTo>
                  <a:pt x="1053005" y="2287404"/>
                </a:lnTo>
                <a:lnTo>
                  <a:pt x="1058122" y="2297171"/>
                </a:lnTo>
                <a:lnTo>
                  <a:pt x="1060912" y="2300427"/>
                </a:lnTo>
                <a:lnTo>
                  <a:pt x="1061842" y="2304148"/>
                </a:lnTo>
                <a:lnTo>
                  <a:pt x="1066493" y="2306473"/>
                </a:lnTo>
                <a:lnTo>
                  <a:pt x="1073005" y="2305543"/>
                </a:lnTo>
                <a:lnTo>
                  <a:pt x="1073005" y="2305543"/>
                </a:lnTo>
                <a:lnTo>
                  <a:pt x="1066495" y="2306473"/>
                </a:lnTo>
                <a:lnTo>
                  <a:pt x="1061844" y="2304148"/>
                </a:lnTo>
                <a:lnTo>
                  <a:pt x="1060913" y="2300427"/>
                </a:lnTo>
                <a:lnTo>
                  <a:pt x="1058122" y="2297171"/>
                </a:lnTo>
                <a:lnTo>
                  <a:pt x="1053006" y="2287404"/>
                </a:lnTo>
                <a:close/>
                <a:moveTo>
                  <a:pt x="3000417" y="2279962"/>
                </a:moveTo>
                <a:lnTo>
                  <a:pt x="3000417" y="2279963"/>
                </a:lnTo>
                <a:lnTo>
                  <a:pt x="3003207" y="2281823"/>
                </a:lnTo>
                <a:lnTo>
                  <a:pt x="3003207" y="2281822"/>
                </a:lnTo>
                <a:close/>
                <a:moveTo>
                  <a:pt x="1116726" y="2277637"/>
                </a:moveTo>
                <a:lnTo>
                  <a:pt x="1112539" y="2283219"/>
                </a:lnTo>
                <a:lnTo>
                  <a:pt x="1113005" y="2288334"/>
                </a:lnTo>
                <a:lnTo>
                  <a:pt x="1116260" y="2294846"/>
                </a:lnTo>
                <a:lnTo>
                  <a:pt x="1116261" y="2294845"/>
                </a:lnTo>
                <a:lnTo>
                  <a:pt x="1113005" y="2288334"/>
                </a:lnTo>
                <a:lnTo>
                  <a:pt x="1112540" y="2283217"/>
                </a:lnTo>
                <a:close/>
                <a:moveTo>
                  <a:pt x="1134399" y="2275776"/>
                </a:moveTo>
                <a:lnTo>
                  <a:pt x="1131609" y="2279032"/>
                </a:lnTo>
                <a:lnTo>
                  <a:pt x="1134400" y="2275776"/>
                </a:lnTo>
                <a:close/>
                <a:moveTo>
                  <a:pt x="1373931" y="2274381"/>
                </a:moveTo>
                <a:lnTo>
                  <a:pt x="1368350" y="2276707"/>
                </a:lnTo>
                <a:lnTo>
                  <a:pt x="1373931" y="2274381"/>
                </a:lnTo>
                <a:lnTo>
                  <a:pt x="1382767" y="2274381"/>
                </a:lnTo>
                <a:lnTo>
                  <a:pt x="1382768" y="2274381"/>
                </a:lnTo>
                <a:close/>
                <a:moveTo>
                  <a:pt x="2182290" y="2268335"/>
                </a:moveTo>
                <a:lnTo>
                  <a:pt x="2182290" y="2270661"/>
                </a:lnTo>
                <a:lnTo>
                  <a:pt x="2182290" y="2270661"/>
                </a:lnTo>
                <a:lnTo>
                  <a:pt x="2182290" y="2268336"/>
                </a:lnTo>
                <a:close/>
                <a:moveTo>
                  <a:pt x="3141345" y="2266939"/>
                </a:moveTo>
                <a:lnTo>
                  <a:pt x="3132972" y="2271589"/>
                </a:lnTo>
                <a:lnTo>
                  <a:pt x="3130647" y="2273915"/>
                </a:lnTo>
                <a:lnTo>
                  <a:pt x="3130647" y="2273915"/>
                </a:lnTo>
                <a:lnTo>
                  <a:pt x="3132972" y="2271591"/>
                </a:lnTo>
                <a:lnTo>
                  <a:pt x="3141344" y="2266939"/>
                </a:lnTo>
                <a:close/>
                <a:moveTo>
                  <a:pt x="1100912" y="2265544"/>
                </a:moveTo>
                <a:lnTo>
                  <a:pt x="1096261" y="2267404"/>
                </a:lnTo>
                <a:lnTo>
                  <a:pt x="1093471" y="2266009"/>
                </a:lnTo>
                <a:lnTo>
                  <a:pt x="1093471" y="2266010"/>
                </a:lnTo>
                <a:lnTo>
                  <a:pt x="1096261" y="2267405"/>
                </a:lnTo>
                <a:close/>
                <a:moveTo>
                  <a:pt x="1146493" y="2265078"/>
                </a:moveTo>
                <a:lnTo>
                  <a:pt x="1140912" y="2267870"/>
                </a:lnTo>
                <a:lnTo>
                  <a:pt x="1133935" y="2266009"/>
                </a:lnTo>
                <a:lnTo>
                  <a:pt x="1133935" y="2266010"/>
                </a:lnTo>
                <a:lnTo>
                  <a:pt x="1140911" y="2267870"/>
                </a:lnTo>
                <a:lnTo>
                  <a:pt x="1146492" y="2265079"/>
                </a:lnTo>
                <a:lnTo>
                  <a:pt x="1149283" y="2265079"/>
                </a:lnTo>
                <a:lnTo>
                  <a:pt x="1148353" y="2270195"/>
                </a:lnTo>
                <a:lnTo>
                  <a:pt x="1138243" y="2275048"/>
                </a:lnTo>
                <a:lnTo>
                  <a:pt x="1148353" y="2270195"/>
                </a:lnTo>
                <a:lnTo>
                  <a:pt x="1148353" y="2270195"/>
                </a:lnTo>
                <a:lnTo>
                  <a:pt x="1148353" y="2270195"/>
                </a:lnTo>
                <a:lnTo>
                  <a:pt x="1149284" y="2265078"/>
                </a:lnTo>
                <a:close/>
                <a:moveTo>
                  <a:pt x="1121841" y="2264614"/>
                </a:moveTo>
                <a:lnTo>
                  <a:pt x="1113934" y="2266474"/>
                </a:lnTo>
                <a:lnTo>
                  <a:pt x="1118121" y="2272986"/>
                </a:lnTo>
                <a:lnTo>
                  <a:pt x="1121841" y="2274846"/>
                </a:lnTo>
                <a:lnTo>
                  <a:pt x="1121377" y="2277636"/>
                </a:lnTo>
                <a:lnTo>
                  <a:pt x="1121377" y="2277636"/>
                </a:lnTo>
                <a:lnTo>
                  <a:pt x="1121843" y="2274846"/>
                </a:lnTo>
                <a:lnTo>
                  <a:pt x="1118121" y="2272985"/>
                </a:lnTo>
                <a:lnTo>
                  <a:pt x="1113936" y="2266474"/>
                </a:lnTo>
                <a:lnTo>
                  <a:pt x="1121841" y="2264614"/>
                </a:lnTo>
                <a:close/>
                <a:moveTo>
                  <a:pt x="2408593" y="2263869"/>
                </a:moveTo>
                <a:lnTo>
                  <a:pt x="2411124" y="2270196"/>
                </a:lnTo>
                <a:lnTo>
                  <a:pt x="2413358" y="2273546"/>
                </a:lnTo>
                <a:lnTo>
                  <a:pt x="2411124" y="2270196"/>
                </a:lnTo>
                <a:close/>
                <a:moveTo>
                  <a:pt x="1124168" y="2261358"/>
                </a:moveTo>
                <a:lnTo>
                  <a:pt x="1124167" y="2261358"/>
                </a:lnTo>
                <a:lnTo>
                  <a:pt x="1123702" y="2265544"/>
                </a:lnTo>
                <a:lnTo>
                  <a:pt x="1131609" y="2269265"/>
                </a:lnTo>
                <a:lnTo>
                  <a:pt x="1131609" y="2269265"/>
                </a:lnTo>
                <a:lnTo>
                  <a:pt x="1123702" y="2265544"/>
                </a:lnTo>
                <a:close/>
                <a:moveTo>
                  <a:pt x="1663813" y="2260787"/>
                </a:moveTo>
                <a:lnTo>
                  <a:pt x="1664624" y="2263220"/>
                </a:lnTo>
                <a:lnTo>
                  <a:pt x="1669275" y="2264615"/>
                </a:lnTo>
                <a:lnTo>
                  <a:pt x="1670205" y="2266475"/>
                </a:lnTo>
                <a:lnTo>
                  <a:pt x="1673461" y="2267406"/>
                </a:lnTo>
                <a:lnTo>
                  <a:pt x="1679972" y="2270662"/>
                </a:lnTo>
                <a:lnTo>
                  <a:pt x="1681604" y="2276209"/>
                </a:lnTo>
                <a:lnTo>
                  <a:pt x="1679972" y="2270661"/>
                </a:lnTo>
                <a:lnTo>
                  <a:pt x="1673461" y="2267405"/>
                </a:lnTo>
                <a:lnTo>
                  <a:pt x="1670205" y="2266474"/>
                </a:lnTo>
                <a:lnTo>
                  <a:pt x="1669275" y="2264614"/>
                </a:lnTo>
                <a:lnTo>
                  <a:pt x="1664624" y="2263219"/>
                </a:lnTo>
                <a:close/>
                <a:moveTo>
                  <a:pt x="1068331" y="2259292"/>
                </a:moveTo>
                <a:lnTo>
                  <a:pt x="1067889" y="2264149"/>
                </a:lnTo>
                <a:lnTo>
                  <a:pt x="1073935" y="2264614"/>
                </a:lnTo>
                <a:lnTo>
                  <a:pt x="1073005" y="2267870"/>
                </a:lnTo>
                <a:lnTo>
                  <a:pt x="1084168" y="2268335"/>
                </a:lnTo>
                <a:lnTo>
                  <a:pt x="1088819" y="2271125"/>
                </a:lnTo>
                <a:lnTo>
                  <a:pt x="1088820" y="2271125"/>
                </a:lnTo>
                <a:lnTo>
                  <a:pt x="1084168" y="2268334"/>
                </a:lnTo>
                <a:lnTo>
                  <a:pt x="1073006" y="2267870"/>
                </a:lnTo>
                <a:lnTo>
                  <a:pt x="1073936" y="2264614"/>
                </a:lnTo>
                <a:lnTo>
                  <a:pt x="1067890" y="2264148"/>
                </a:lnTo>
                <a:close/>
                <a:moveTo>
                  <a:pt x="1133419" y="2257474"/>
                </a:moveTo>
                <a:lnTo>
                  <a:pt x="1132539" y="2262751"/>
                </a:lnTo>
                <a:lnTo>
                  <a:pt x="1132540" y="2262753"/>
                </a:lnTo>
                <a:close/>
                <a:moveTo>
                  <a:pt x="1657648" y="2252986"/>
                </a:moveTo>
                <a:lnTo>
                  <a:pt x="1657647" y="2252987"/>
                </a:lnTo>
                <a:lnTo>
                  <a:pt x="1662298" y="2256242"/>
                </a:lnTo>
                <a:lnTo>
                  <a:pt x="1662298" y="2256242"/>
                </a:lnTo>
                <a:close/>
                <a:moveTo>
                  <a:pt x="2407986" y="2252959"/>
                </a:moveTo>
                <a:lnTo>
                  <a:pt x="2409263" y="2253917"/>
                </a:lnTo>
                <a:lnTo>
                  <a:pt x="2409263" y="2253917"/>
                </a:lnTo>
                <a:close/>
                <a:moveTo>
                  <a:pt x="2025084" y="2251126"/>
                </a:moveTo>
                <a:lnTo>
                  <a:pt x="2025083" y="2251127"/>
                </a:lnTo>
                <a:lnTo>
                  <a:pt x="2026359" y="2254189"/>
                </a:lnTo>
                <a:close/>
                <a:moveTo>
                  <a:pt x="1058588" y="2250660"/>
                </a:moveTo>
                <a:lnTo>
                  <a:pt x="1058586" y="2250661"/>
                </a:lnTo>
                <a:lnTo>
                  <a:pt x="1059982" y="2252521"/>
                </a:lnTo>
                <a:lnTo>
                  <a:pt x="1060912" y="2257172"/>
                </a:lnTo>
                <a:lnTo>
                  <a:pt x="1066029" y="2256707"/>
                </a:lnTo>
                <a:lnTo>
                  <a:pt x="1068354" y="2259032"/>
                </a:lnTo>
                <a:lnTo>
                  <a:pt x="1068354" y="2259032"/>
                </a:lnTo>
                <a:lnTo>
                  <a:pt x="1066029" y="2256707"/>
                </a:lnTo>
                <a:lnTo>
                  <a:pt x="1060913" y="2257171"/>
                </a:lnTo>
                <a:lnTo>
                  <a:pt x="1059983" y="2252520"/>
                </a:lnTo>
                <a:close/>
                <a:moveTo>
                  <a:pt x="1127423" y="2250195"/>
                </a:moveTo>
                <a:lnTo>
                  <a:pt x="1124167" y="2252986"/>
                </a:lnTo>
                <a:lnTo>
                  <a:pt x="1127888" y="2259032"/>
                </a:lnTo>
                <a:lnTo>
                  <a:pt x="1126624" y="2259822"/>
                </a:lnTo>
                <a:lnTo>
                  <a:pt x="1127889" y="2259032"/>
                </a:lnTo>
                <a:lnTo>
                  <a:pt x="1124168" y="2252986"/>
                </a:lnTo>
                <a:lnTo>
                  <a:pt x="1127423" y="2250196"/>
                </a:lnTo>
                <a:close/>
                <a:moveTo>
                  <a:pt x="2178133" y="2249692"/>
                </a:moveTo>
                <a:lnTo>
                  <a:pt x="2178569" y="2256242"/>
                </a:lnTo>
                <a:lnTo>
                  <a:pt x="2179499" y="2260428"/>
                </a:lnTo>
                <a:lnTo>
                  <a:pt x="2177639" y="2262754"/>
                </a:lnTo>
                <a:lnTo>
                  <a:pt x="2178569" y="2266474"/>
                </a:lnTo>
                <a:lnTo>
                  <a:pt x="2178570" y="2266474"/>
                </a:lnTo>
                <a:lnTo>
                  <a:pt x="2177639" y="2262755"/>
                </a:lnTo>
                <a:lnTo>
                  <a:pt x="2179500" y="2260429"/>
                </a:lnTo>
                <a:lnTo>
                  <a:pt x="2178570" y="2256243"/>
                </a:lnTo>
                <a:close/>
                <a:moveTo>
                  <a:pt x="1107889" y="2247869"/>
                </a:moveTo>
                <a:lnTo>
                  <a:pt x="1103703" y="2248800"/>
                </a:lnTo>
                <a:lnTo>
                  <a:pt x="1103703" y="2248800"/>
                </a:lnTo>
                <a:lnTo>
                  <a:pt x="1107888" y="2247870"/>
                </a:lnTo>
                <a:close/>
                <a:moveTo>
                  <a:pt x="2066943" y="2246941"/>
                </a:moveTo>
                <a:lnTo>
                  <a:pt x="2068803" y="2250196"/>
                </a:lnTo>
                <a:lnTo>
                  <a:pt x="2068803" y="2250195"/>
                </a:lnTo>
                <a:close/>
                <a:moveTo>
                  <a:pt x="3010649" y="2244614"/>
                </a:moveTo>
                <a:lnTo>
                  <a:pt x="3010649" y="2244614"/>
                </a:lnTo>
                <a:lnTo>
                  <a:pt x="3012510" y="2247870"/>
                </a:lnTo>
                <a:lnTo>
                  <a:pt x="3012510" y="2247869"/>
                </a:lnTo>
                <a:close/>
                <a:moveTo>
                  <a:pt x="2403218" y="2243685"/>
                </a:moveTo>
                <a:lnTo>
                  <a:pt x="2403218" y="2243685"/>
                </a:lnTo>
                <a:lnTo>
                  <a:pt x="2407403" y="2244615"/>
                </a:lnTo>
                <a:lnTo>
                  <a:pt x="2407403" y="2244614"/>
                </a:lnTo>
                <a:close/>
                <a:moveTo>
                  <a:pt x="1135002" y="2243512"/>
                </a:moveTo>
                <a:lnTo>
                  <a:pt x="1132539" y="2245079"/>
                </a:lnTo>
                <a:lnTo>
                  <a:pt x="1133470" y="2249266"/>
                </a:lnTo>
                <a:lnTo>
                  <a:pt x="1135795" y="2252986"/>
                </a:lnTo>
                <a:lnTo>
                  <a:pt x="1134432" y="2255439"/>
                </a:lnTo>
                <a:lnTo>
                  <a:pt x="1135795" y="2252986"/>
                </a:lnTo>
                <a:lnTo>
                  <a:pt x="1133470" y="2249265"/>
                </a:lnTo>
                <a:lnTo>
                  <a:pt x="1132540" y="2245079"/>
                </a:lnTo>
                <a:close/>
                <a:moveTo>
                  <a:pt x="2009095" y="2242638"/>
                </a:moveTo>
                <a:lnTo>
                  <a:pt x="2011130" y="2245544"/>
                </a:lnTo>
                <a:lnTo>
                  <a:pt x="2006014" y="2251125"/>
                </a:lnTo>
                <a:lnTo>
                  <a:pt x="2003223" y="2250661"/>
                </a:lnTo>
                <a:lnTo>
                  <a:pt x="2003688" y="2256242"/>
                </a:lnTo>
                <a:lnTo>
                  <a:pt x="2003688" y="2256242"/>
                </a:lnTo>
                <a:lnTo>
                  <a:pt x="2003224" y="2250662"/>
                </a:lnTo>
                <a:lnTo>
                  <a:pt x="2006014" y="2251126"/>
                </a:lnTo>
                <a:lnTo>
                  <a:pt x="2011131" y="2245545"/>
                </a:lnTo>
                <a:close/>
                <a:moveTo>
                  <a:pt x="1934388" y="2241824"/>
                </a:moveTo>
                <a:lnTo>
                  <a:pt x="1934387" y="2241825"/>
                </a:lnTo>
                <a:lnTo>
                  <a:pt x="1935229" y="2242834"/>
                </a:lnTo>
                <a:close/>
                <a:moveTo>
                  <a:pt x="1611785" y="2240514"/>
                </a:moveTo>
                <a:lnTo>
                  <a:pt x="1612066" y="2241359"/>
                </a:lnTo>
                <a:lnTo>
                  <a:pt x="1610671" y="2246474"/>
                </a:lnTo>
                <a:lnTo>
                  <a:pt x="1607415" y="2248335"/>
                </a:lnTo>
                <a:lnTo>
                  <a:pt x="1604625" y="2252056"/>
                </a:lnTo>
                <a:lnTo>
                  <a:pt x="1600439" y="2254847"/>
                </a:lnTo>
                <a:lnTo>
                  <a:pt x="1599044" y="2256242"/>
                </a:lnTo>
                <a:lnTo>
                  <a:pt x="1592532" y="2260893"/>
                </a:lnTo>
                <a:lnTo>
                  <a:pt x="1590206" y="2264614"/>
                </a:lnTo>
                <a:lnTo>
                  <a:pt x="1585555" y="2266474"/>
                </a:lnTo>
                <a:lnTo>
                  <a:pt x="1584625" y="2268800"/>
                </a:lnTo>
                <a:lnTo>
                  <a:pt x="1584625" y="2268801"/>
                </a:lnTo>
                <a:lnTo>
                  <a:pt x="1585556" y="2266475"/>
                </a:lnTo>
                <a:lnTo>
                  <a:pt x="1590207" y="2264615"/>
                </a:lnTo>
                <a:lnTo>
                  <a:pt x="1592532" y="2260894"/>
                </a:lnTo>
                <a:lnTo>
                  <a:pt x="1599044" y="2256243"/>
                </a:lnTo>
                <a:lnTo>
                  <a:pt x="1600439" y="2254848"/>
                </a:lnTo>
                <a:lnTo>
                  <a:pt x="1604625" y="2252057"/>
                </a:lnTo>
                <a:lnTo>
                  <a:pt x="1607416" y="2248336"/>
                </a:lnTo>
                <a:lnTo>
                  <a:pt x="1610671" y="2246475"/>
                </a:lnTo>
                <a:lnTo>
                  <a:pt x="1612067" y="2241360"/>
                </a:lnTo>
                <a:close/>
                <a:moveTo>
                  <a:pt x="1387454" y="2239267"/>
                </a:moveTo>
                <a:lnTo>
                  <a:pt x="1384164" y="2240428"/>
                </a:lnTo>
                <a:lnTo>
                  <a:pt x="1380908" y="2240428"/>
                </a:lnTo>
                <a:lnTo>
                  <a:pt x="1380423" y="2241398"/>
                </a:lnTo>
                <a:lnTo>
                  <a:pt x="1380908" y="2240428"/>
                </a:lnTo>
                <a:lnTo>
                  <a:pt x="1384163" y="2240428"/>
                </a:lnTo>
                <a:close/>
                <a:moveTo>
                  <a:pt x="1108639" y="2237595"/>
                </a:moveTo>
                <a:lnTo>
                  <a:pt x="1107424" y="2238568"/>
                </a:lnTo>
                <a:lnTo>
                  <a:pt x="1107288" y="2238976"/>
                </a:lnTo>
                <a:lnTo>
                  <a:pt x="1107424" y="2238568"/>
                </a:lnTo>
                <a:close/>
                <a:moveTo>
                  <a:pt x="3855348" y="2237286"/>
                </a:moveTo>
                <a:lnTo>
                  <a:pt x="3853891" y="2239034"/>
                </a:lnTo>
                <a:lnTo>
                  <a:pt x="3852042" y="2239856"/>
                </a:lnTo>
                <a:lnTo>
                  <a:pt x="3853892" y="2239034"/>
                </a:lnTo>
                <a:close/>
                <a:moveTo>
                  <a:pt x="1109749" y="2236707"/>
                </a:moveTo>
                <a:lnTo>
                  <a:pt x="1109749" y="2236708"/>
                </a:lnTo>
                <a:lnTo>
                  <a:pt x="1113934" y="2240428"/>
                </a:lnTo>
                <a:lnTo>
                  <a:pt x="1131144" y="2238103"/>
                </a:lnTo>
                <a:lnTo>
                  <a:pt x="1137655" y="2239033"/>
                </a:lnTo>
                <a:lnTo>
                  <a:pt x="1137655" y="2241823"/>
                </a:lnTo>
                <a:lnTo>
                  <a:pt x="1137656" y="2241823"/>
                </a:lnTo>
                <a:lnTo>
                  <a:pt x="1137656" y="2239032"/>
                </a:lnTo>
                <a:lnTo>
                  <a:pt x="1131144" y="2238102"/>
                </a:lnTo>
                <a:lnTo>
                  <a:pt x="1113936" y="2240428"/>
                </a:lnTo>
                <a:close/>
                <a:moveTo>
                  <a:pt x="2142756" y="2234848"/>
                </a:moveTo>
                <a:lnTo>
                  <a:pt x="2143220" y="2238568"/>
                </a:lnTo>
                <a:lnTo>
                  <a:pt x="2143222" y="2238569"/>
                </a:lnTo>
                <a:lnTo>
                  <a:pt x="2142756" y="2234848"/>
                </a:lnTo>
                <a:close/>
                <a:moveTo>
                  <a:pt x="1397187" y="2232521"/>
                </a:moveTo>
                <a:lnTo>
                  <a:pt x="1397187" y="2232522"/>
                </a:lnTo>
                <a:lnTo>
                  <a:pt x="1402303" y="2233452"/>
                </a:lnTo>
                <a:lnTo>
                  <a:pt x="1412069" y="2236242"/>
                </a:lnTo>
                <a:lnTo>
                  <a:pt x="1412070" y="2236242"/>
                </a:lnTo>
                <a:lnTo>
                  <a:pt x="1402303" y="2233451"/>
                </a:lnTo>
                <a:close/>
                <a:moveTo>
                  <a:pt x="1984154" y="2232057"/>
                </a:moveTo>
                <a:lnTo>
                  <a:pt x="1983223" y="2236707"/>
                </a:lnTo>
                <a:lnTo>
                  <a:pt x="1983224" y="2236707"/>
                </a:lnTo>
                <a:close/>
                <a:moveTo>
                  <a:pt x="2013730" y="2231623"/>
                </a:moveTo>
                <a:lnTo>
                  <a:pt x="2014385" y="2233917"/>
                </a:lnTo>
                <a:lnTo>
                  <a:pt x="2009734" y="2237173"/>
                </a:lnTo>
                <a:lnTo>
                  <a:pt x="2007874" y="2240893"/>
                </a:lnTo>
                <a:lnTo>
                  <a:pt x="2007875" y="2240894"/>
                </a:lnTo>
                <a:lnTo>
                  <a:pt x="2009735" y="2237173"/>
                </a:lnTo>
                <a:lnTo>
                  <a:pt x="2014386" y="2233918"/>
                </a:lnTo>
                <a:close/>
                <a:moveTo>
                  <a:pt x="1954059" y="2231522"/>
                </a:moveTo>
                <a:lnTo>
                  <a:pt x="1955782" y="2235312"/>
                </a:lnTo>
                <a:lnTo>
                  <a:pt x="1955782" y="2235312"/>
                </a:lnTo>
                <a:close/>
                <a:moveTo>
                  <a:pt x="1419977" y="2230661"/>
                </a:moveTo>
                <a:lnTo>
                  <a:pt x="1419977" y="2230661"/>
                </a:lnTo>
                <a:lnTo>
                  <a:pt x="1424627" y="2230661"/>
                </a:lnTo>
                <a:lnTo>
                  <a:pt x="1424627" y="2230661"/>
                </a:lnTo>
                <a:close/>
                <a:moveTo>
                  <a:pt x="1971207" y="2230348"/>
                </a:moveTo>
                <a:lnTo>
                  <a:pt x="1972526" y="2232986"/>
                </a:lnTo>
                <a:lnTo>
                  <a:pt x="1972526" y="2232986"/>
                </a:lnTo>
                <a:close/>
                <a:moveTo>
                  <a:pt x="1653462" y="2229266"/>
                </a:moveTo>
                <a:lnTo>
                  <a:pt x="1653462" y="2229267"/>
                </a:lnTo>
                <a:lnTo>
                  <a:pt x="1657182" y="2230197"/>
                </a:lnTo>
                <a:lnTo>
                  <a:pt x="1660438" y="2235313"/>
                </a:lnTo>
                <a:lnTo>
                  <a:pt x="1660550" y="2236434"/>
                </a:lnTo>
                <a:lnTo>
                  <a:pt x="1660438" y="2235312"/>
                </a:lnTo>
                <a:lnTo>
                  <a:pt x="1657182" y="2230196"/>
                </a:lnTo>
                <a:close/>
                <a:moveTo>
                  <a:pt x="1452535" y="2229266"/>
                </a:moveTo>
                <a:lnTo>
                  <a:pt x="1452534" y="2229266"/>
                </a:lnTo>
                <a:lnTo>
                  <a:pt x="1454859" y="2229266"/>
                </a:lnTo>
                <a:lnTo>
                  <a:pt x="1454860" y="2229266"/>
                </a:lnTo>
                <a:close/>
                <a:moveTo>
                  <a:pt x="2074761" y="2229050"/>
                </a:moveTo>
                <a:lnTo>
                  <a:pt x="2076245" y="2231127"/>
                </a:lnTo>
                <a:lnTo>
                  <a:pt x="2076245" y="2231126"/>
                </a:lnTo>
                <a:close/>
                <a:moveTo>
                  <a:pt x="1957178" y="2228802"/>
                </a:moveTo>
                <a:lnTo>
                  <a:pt x="1957177" y="2228802"/>
                </a:lnTo>
                <a:lnTo>
                  <a:pt x="1957936" y="2230570"/>
                </a:lnTo>
                <a:close/>
                <a:moveTo>
                  <a:pt x="2014851" y="2228336"/>
                </a:moveTo>
                <a:lnTo>
                  <a:pt x="2013456" y="2230661"/>
                </a:lnTo>
                <a:lnTo>
                  <a:pt x="2013456" y="2230662"/>
                </a:lnTo>
                <a:lnTo>
                  <a:pt x="2014851" y="2228336"/>
                </a:lnTo>
                <a:close/>
                <a:moveTo>
                  <a:pt x="2135314" y="2228335"/>
                </a:moveTo>
                <a:lnTo>
                  <a:pt x="2129267" y="2232986"/>
                </a:lnTo>
                <a:lnTo>
                  <a:pt x="2129269" y="2232987"/>
                </a:lnTo>
                <a:lnTo>
                  <a:pt x="2135315" y="2228336"/>
                </a:lnTo>
                <a:close/>
                <a:moveTo>
                  <a:pt x="1990200" y="2227871"/>
                </a:moveTo>
                <a:lnTo>
                  <a:pt x="1990200" y="2227872"/>
                </a:lnTo>
                <a:lnTo>
                  <a:pt x="1994387" y="2228802"/>
                </a:lnTo>
                <a:lnTo>
                  <a:pt x="1999502" y="2231592"/>
                </a:lnTo>
                <a:lnTo>
                  <a:pt x="1999502" y="2231591"/>
                </a:lnTo>
                <a:lnTo>
                  <a:pt x="1994386" y="2228800"/>
                </a:lnTo>
                <a:close/>
                <a:moveTo>
                  <a:pt x="3859007" y="2227406"/>
                </a:moveTo>
                <a:lnTo>
                  <a:pt x="3858542" y="2231128"/>
                </a:lnTo>
                <a:lnTo>
                  <a:pt x="3856974" y="2234578"/>
                </a:lnTo>
                <a:lnTo>
                  <a:pt x="3858543" y="2231127"/>
                </a:lnTo>
                <a:lnTo>
                  <a:pt x="3859008" y="2227406"/>
                </a:lnTo>
                <a:close/>
                <a:moveTo>
                  <a:pt x="1851133" y="2226010"/>
                </a:moveTo>
                <a:lnTo>
                  <a:pt x="1851133" y="2226011"/>
                </a:lnTo>
                <a:lnTo>
                  <a:pt x="1853457" y="2229266"/>
                </a:lnTo>
                <a:lnTo>
                  <a:pt x="1853458" y="2229266"/>
                </a:lnTo>
                <a:close/>
                <a:moveTo>
                  <a:pt x="1431140" y="2226010"/>
                </a:moveTo>
                <a:lnTo>
                  <a:pt x="1426488" y="2226475"/>
                </a:lnTo>
                <a:lnTo>
                  <a:pt x="1426488" y="2226475"/>
                </a:lnTo>
                <a:lnTo>
                  <a:pt x="1431139" y="2226010"/>
                </a:lnTo>
                <a:lnTo>
                  <a:pt x="1434860" y="2226940"/>
                </a:lnTo>
                <a:lnTo>
                  <a:pt x="1434861" y="2226940"/>
                </a:lnTo>
                <a:close/>
                <a:moveTo>
                  <a:pt x="1441372" y="2225544"/>
                </a:moveTo>
                <a:lnTo>
                  <a:pt x="1435946" y="2226707"/>
                </a:lnTo>
                <a:lnTo>
                  <a:pt x="1441371" y="2225545"/>
                </a:lnTo>
                <a:lnTo>
                  <a:pt x="1444627" y="2227871"/>
                </a:lnTo>
                <a:lnTo>
                  <a:pt x="1447883" y="2231591"/>
                </a:lnTo>
                <a:lnTo>
                  <a:pt x="1447883" y="2231591"/>
                </a:lnTo>
                <a:lnTo>
                  <a:pt x="1447883" y="2231591"/>
                </a:lnTo>
                <a:lnTo>
                  <a:pt x="1451659" y="2229703"/>
                </a:lnTo>
                <a:lnTo>
                  <a:pt x="1447883" y="2231591"/>
                </a:lnTo>
                <a:lnTo>
                  <a:pt x="1444628" y="2227870"/>
                </a:lnTo>
                <a:close/>
                <a:moveTo>
                  <a:pt x="2110664" y="2225080"/>
                </a:moveTo>
                <a:lnTo>
                  <a:pt x="2110664" y="2225080"/>
                </a:lnTo>
                <a:lnTo>
                  <a:pt x="2113454" y="2226941"/>
                </a:lnTo>
                <a:lnTo>
                  <a:pt x="2113454" y="2226940"/>
                </a:lnTo>
                <a:close/>
                <a:moveTo>
                  <a:pt x="1974851" y="2225080"/>
                </a:moveTo>
                <a:lnTo>
                  <a:pt x="1972991" y="2228800"/>
                </a:lnTo>
                <a:lnTo>
                  <a:pt x="1972992" y="2228801"/>
                </a:lnTo>
                <a:lnTo>
                  <a:pt x="1974852" y="2225080"/>
                </a:lnTo>
                <a:close/>
                <a:moveTo>
                  <a:pt x="1460906" y="2225079"/>
                </a:moveTo>
                <a:lnTo>
                  <a:pt x="1459010" y="2226393"/>
                </a:lnTo>
                <a:lnTo>
                  <a:pt x="1460906" y="2225079"/>
                </a:lnTo>
                <a:close/>
                <a:moveTo>
                  <a:pt x="2103746" y="2224733"/>
                </a:moveTo>
                <a:lnTo>
                  <a:pt x="2104616" y="2226475"/>
                </a:lnTo>
                <a:lnTo>
                  <a:pt x="2104152" y="2229266"/>
                </a:lnTo>
                <a:lnTo>
                  <a:pt x="2104152" y="2229266"/>
                </a:lnTo>
                <a:lnTo>
                  <a:pt x="2104617" y="2226476"/>
                </a:lnTo>
                <a:close/>
                <a:moveTo>
                  <a:pt x="1620439" y="2224149"/>
                </a:moveTo>
                <a:lnTo>
                  <a:pt x="1616717" y="2227871"/>
                </a:lnTo>
                <a:lnTo>
                  <a:pt x="1611136" y="2230196"/>
                </a:lnTo>
                <a:lnTo>
                  <a:pt x="1610206" y="2231591"/>
                </a:lnTo>
                <a:lnTo>
                  <a:pt x="1610856" y="2236466"/>
                </a:lnTo>
                <a:lnTo>
                  <a:pt x="1610206" y="2231592"/>
                </a:lnTo>
                <a:lnTo>
                  <a:pt x="1611136" y="2230197"/>
                </a:lnTo>
                <a:lnTo>
                  <a:pt x="1616717" y="2227872"/>
                </a:lnTo>
                <a:lnTo>
                  <a:pt x="1620438" y="2224150"/>
                </a:lnTo>
                <a:lnTo>
                  <a:pt x="1626020" y="2224616"/>
                </a:lnTo>
                <a:lnTo>
                  <a:pt x="1626020" y="2224615"/>
                </a:lnTo>
                <a:close/>
                <a:moveTo>
                  <a:pt x="1792064" y="2223221"/>
                </a:moveTo>
                <a:lnTo>
                  <a:pt x="1792063" y="2223221"/>
                </a:lnTo>
                <a:lnTo>
                  <a:pt x="1790668" y="2229266"/>
                </a:lnTo>
                <a:lnTo>
                  <a:pt x="1790668" y="2229266"/>
                </a:lnTo>
                <a:close/>
                <a:moveTo>
                  <a:pt x="3865518" y="2221825"/>
                </a:moveTo>
                <a:lnTo>
                  <a:pt x="3865518" y="2224151"/>
                </a:lnTo>
                <a:lnTo>
                  <a:pt x="3868309" y="2227871"/>
                </a:lnTo>
                <a:lnTo>
                  <a:pt x="3868310" y="2227871"/>
                </a:lnTo>
                <a:lnTo>
                  <a:pt x="3865519" y="2224150"/>
                </a:lnTo>
                <a:lnTo>
                  <a:pt x="3865519" y="2221826"/>
                </a:lnTo>
                <a:close/>
                <a:moveTo>
                  <a:pt x="1759041" y="2221359"/>
                </a:moveTo>
                <a:lnTo>
                  <a:pt x="1757645" y="2223219"/>
                </a:lnTo>
                <a:lnTo>
                  <a:pt x="1757646" y="2223220"/>
                </a:lnTo>
                <a:lnTo>
                  <a:pt x="1759041" y="2221360"/>
                </a:lnTo>
                <a:close/>
                <a:moveTo>
                  <a:pt x="1744157" y="2220895"/>
                </a:moveTo>
                <a:lnTo>
                  <a:pt x="1746017" y="2225545"/>
                </a:lnTo>
                <a:lnTo>
                  <a:pt x="1746018" y="2225545"/>
                </a:lnTo>
                <a:lnTo>
                  <a:pt x="1744158" y="2220895"/>
                </a:lnTo>
                <a:close/>
                <a:moveTo>
                  <a:pt x="3884588" y="2219965"/>
                </a:moveTo>
                <a:lnTo>
                  <a:pt x="3882770" y="2222692"/>
                </a:lnTo>
                <a:lnTo>
                  <a:pt x="3884589" y="2219965"/>
                </a:lnTo>
                <a:close/>
                <a:moveTo>
                  <a:pt x="2133453" y="2219033"/>
                </a:moveTo>
                <a:lnTo>
                  <a:pt x="2129267" y="2222289"/>
                </a:lnTo>
                <a:lnTo>
                  <a:pt x="2128803" y="2224615"/>
                </a:lnTo>
                <a:lnTo>
                  <a:pt x="2128803" y="2224615"/>
                </a:lnTo>
                <a:lnTo>
                  <a:pt x="2129268" y="2222290"/>
                </a:lnTo>
                <a:lnTo>
                  <a:pt x="2133454" y="2219034"/>
                </a:lnTo>
                <a:close/>
                <a:moveTo>
                  <a:pt x="2407404" y="2218569"/>
                </a:moveTo>
                <a:lnTo>
                  <a:pt x="2408798" y="2219964"/>
                </a:lnTo>
                <a:lnTo>
                  <a:pt x="2408798" y="2219964"/>
                </a:lnTo>
                <a:close/>
                <a:moveTo>
                  <a:pt x="1752995" y="2218569"/>
                </a:moveTo>
                <a:lnTo>
                  <a:pt x="1754855" y="2221360"/>
                </a:lnTo>
                <a:lnTo>
                  <a:pt x="1755320" y="2226010"/>
                </a:lnTo>
                <a:lnTo>
                  <a:pt x="1754855" y="2221359"/>
                </a:lnTo>
                <a:lnTo>
                  <a:pt x="1752995" y="2218569"/>
                </a:lnTo>
                <a:close/>
                <a:moveTo>
                  <a:pt x="1652603" y="2217826"/>
                </a:moveTo>
                <a:lnTo>
                  <a:pt x="1652996" y="2218569"/>
                </a:lnTo>
                <a:lnTo>
                  <a:pt x="1652996" y="2218568"/>
                </a:lnTo>
                <a:close/>
                <a:moveTo>
                  <a:pt x="2019967" y="2217638"/>
                </a:moveTo>
                <a:lnTo>
                  <a:pt x="2016711" y="2221824"/>
                </a:lnTo>
                <a:lnTo>
                  <a:pt x="2013456" y="2224615"/>
                </a:lnTo>
                <a:lnTo>
                  <a:pt x="2013456" y="2224616"/>
                </a:lnTo>
                <a:lnTo>
                  <a:pt x="2016712" y="2221825"/>
                </a:lnTo>
                <a:lnTo>
                  <a:pt x="2019967" y="2217639"/>
                </a:lnTo>
                <a:close/>
                <a:moveTo>
                  <a:pt x="1736250" y="2217638"/>
                </a:moveTo>
                <a:lnTo>
                  <a:pt x="1734390" y="2220894"/>
                </a:lnTo>
                <a:lnTo>
                  <a:pt x="1734390" y="2220894"/>
                </a:lnTo>
                <a:lnTo>
                  <a:pt x="1736251" y="2217639"/>
                </a:lnTo>
                <a:close/>
                <a:moveTo>
                  <a:pt x="1628810" y="2216243"/>
                </a:moveTo>
                <a:lnTo>
                  <a:pt x="1628810" y="2218568"/>
                </a:lnTo>
                <a:lnTo>
                  <a:pt x="1625554" y="2220894"/>
                </a:lnTo>
                <a:lnTo>
                  <a:pt x="1625878" y="2223481"/>
                </a:lnTo>
                <a:lnTo>
                  <a:pt x="1625555" y="2220895"/>
                </a:lnTo>
                <a:lnTo>
                  <a:pt x="1628811" y="2218569"/>
                </a:lnTo>
                <a:lnTo>
                  <a:pt x="1628811" y="2216243"/>
                </a:lnTo>
                <a:close/>
                <a:moveTo>
                  <a:pt x="1723228" y="2215778"/>
                </a:moveTo>
                <a:lnTo>
                  <a:pt x="1720902" y="2221359"/>
                </a:lnTo>
                <a:lnTo>
                  <a:pt x="1720903" y="2221359"/>
                </a:lnTo>
                <a:lnTo>
                  <a:pt x="1723228" y="2215778"/>
                </a:lnTo>
                <a:close/>
                <a:moveTo>
                  <a:pt x="2116245" y="2215777"/>
                </a:moveTo>
                <a:lnTo>
                  <a:pt x="2116245" y="2215778"/>
                </a:lnTo>
                <a:lnTo>
                  <a:pt x="2118570" y="2217173"/>
                </a:lnTo>
                <a:lnTo>
                  <a:pt x="2118570" y="2217173"/>
                </a:lnTo>
                <a:close/>
                <a:moveTo>
                  <a:pt x="1807878" y="2215314"/>
                </a:moveTo>
                <a:lnTo>
                  <a:pt x="1807878" y="2215314"/>
                </a:lnTo>
                <a:lnTo>
                  <a:pt x="1808342" y="2218568"/>
                </a:lnTo>
                <a:lnTo>
                  <a:pt x="1808343" y="2218569"/>
                </a:lnTo>
                <a:close/>
                <a:moveTo>
                  <a:pt x="2128337" y="2213918"/>
                </a:moveTo>
                <a:lnTo>
                  <a:pt x="2127407" y="2216708"/>
                </a:lnTo>
                <a:lnTo>
                  <a:pt x="2127408" y="2216708"/>
                </a:lnTo>
                <a:close/>
                <a:moveTo>
                  <a:pt x="1762297" y="2212988"/>
                </a:moveTo>
                <a:lnTo>
                  <a:pt x="1765088" y="2215778"/>
                </a:lnTo>
                <a:lnTo>
                  <a:pt x="1767413" y="2219499"/>
                </a:lnTo>
                <a:lnTo>
                  <a:pt x="1767413" y="2219498"/>
                </a:lnTo>
                <a:lnTo>
                  <a:pt x="1765088" y="2215777"/>
                </a:lnTo>
                <a:close/>
                <a:moveTo>
                  <a:pt x="1464998" y="2212749"/>
                </a:moveTo>
                <a:lnTo>
                  <a:pt x="1461837" y="2213452"/>
                </a:lnTo>
                <a:lnTo>
                  <a:pt x="1461837" y="2213452"/>
                </a:lnTo>
                <a:close/>
                <a:moveTo>
                  <a:pt x="1761367" y="2209267"/>
                </a:moveTo>
                <a:lnTo>
                  <a:pt x="1761366" y="2209267"/>
                </a:lnTo>
                <a:lnTo>
                  <a:pt x="1761644" y="2210377"/>
                </a:lnTo>
                <a:close/>
                <a:moveTo>
                  <a:pt x="1769402" y="2208991"/>
                </a:moveTo>
                <a:lnTo>
                  <a:pt x="1770203" y="2211126"/>
                </a:lnTo>
                <a:lnTo>
                  <a:pt x="1770204" y="2211126"/>
                </a:lnTo>
                <a:close/>
                <a:moveTo>
                  <a:pt x="1698576" y="2208336"/>
                </a:moveTo>
                <a:lnTo>
                  <a:pt x="1696251" y="2212987"/>
                </a:lnTo>
                <a:lnTo>
                  <a:pt x="1697646" y="2218103"/>
                </a:lnTo>
                <a:lnTo>
                  <a:pt x="1697647" y="2218103"/>
                </a:lnTo>
                <a:lnTo>
                  <a:pt x="1696252" y="2212988"/>
                </a:lnTo>
                <a:lnTo>
                  <a:pt x="1698577" y="2208337"/>
                </a:lnTo>
                <a:close/>
                <a:moveTo>
                  <a:pt x="4034818" y="2207870"/>
                </a:moveTo>
                <a:lnTo>
                  <a:pt x="4035283" y="2210661"/>
                </a:lnTo>
                <a:lnTo>
                  <a:pt x="4035284" y="2210661"/>
                </a:lnTo>
                <a:close/>
                <a:moveTo>
                  <a:pt x="1621204" y="2207819"/>
                </a:moveTo>
                <a:lnTo>
                  <a:pt x="1619508" y="2212057"/>
                </a:lnTo>
                <a:lnTo>
                  <a:pt x="1619509" y="2212057"/>
                </a:lnTo>
                <a:close/>
                <a:moveTo>
                  <a:pt x="1787412" y="2207407"/>
                </a:moveTo>
                <a:lnTo>
                  <a:pt x="1786017" y="2210661"/>
                </a:lnTo>
                <a:lnTo>
                  <a:pt x="1782296" y="2209731"/>
                </a:lnTo>
                <a:lnTo>
                  <a:pt x="1781366" y="2212987"/>
                </a:lnTo>
                <a:lnTo>
                  <a:pt x="1778110" y="2216242"/>
                </a:lnTo>
                <a:lnTo>
                  <a:pt x="1777645" y="2219964"/>
                </a:lnTo>
                <a:lnTo>
                  <a:pt x="1779040" y="2225079"/>
                </a:lnTo>
                <a:lnTo>
                  <a:pt x="1779041" y="2225080"/>
                </a:lnTo>
                <a:lnTo>
                  <a:pt x="1777646" y="2219965"/>
                </a:lnTo>
                <a:lnTo>
                  <a:pt x="1778110" y="2216243"/>
                </a:lnTo>
                <a:lnTo>
                  <a:pt x="1781366" y="2212988"/>
                </a:lnTo>
                <a:lnTo>
                  <a:pt x="1782297" y="2209732"/>
                </a:lnTo>
                <a:lnTo>
                  <a:pt x="1786017" y="2210662"/>
                </a:lnTo>
                <a:lnTo>
                  <a:pt x="1787412" y="2207407"/>
                </a:lnTo>
                <a:close/>
                <a:moveTo>
                  <a:pt x="1726483" y="2206941"/>
                </a:moveTo>
                <a:lnTo>
                  <a:pt x="1721367" y="2213452"/>
                </a:lnTo>
                <a:lnTo>
                  <a:pt x="1721367" y="2213452"/>
                </a:lnTo>
                <a:lnTo>
                  <a:pt x="1726483" y="2206941"/>
                </a:lnTo>
                <a:close/>
                <a:moveTo>
                  <a:pt x="1771881" y="2206856"/>
                </a:moveTo>
                <a:lnTo>
                  <a:pt x="1772529" y="2208801"/>
                </a:lnTo>
                <a:lnTo>
                  <a:pt x="1772529" y="2208801"/>
                </a:lnTo>
                <a:close/>
                <a:moveTo>
                  <a:pt x="1647880" y="2206475"/>
                </a:moveTo>
                <a:lnTo>
                  <a:pt x="1647880" y="2206476"/>
                </a:lnTo>
                <a:lnTo>
                  <a:pt x="1648082" y="2207384"/>
                </a:lnTo>
                <a:close/>
                <a:moveTo>
                  <a:pt x="3112575" y="2203815"/>
                </a:moveTo>
                <a:lnTo>
                  <a:pt x="3112973" y="2207404"/>
                </a:lnTo>
                <a:lnTo>
                  <a:pt x="3112972" y="2207406"/>
                </a:lnTo>
                <a:lnTo>
                  <a:pt x="3117443" y="2209492"/>
                </a:lnTo>
                <a:lnTo>
                  <a:pt x="3112974" y="2207406"/>
                </a:lnTo>
                <a:close/>
                <a:moveTo>
                  <a:pt x="1939503" y="2203685"/>
                </a:moveTo>
                <a:lnTo>
                  <a:pt x="1939503" y="2203686"/>
                </a:lnTo>
                <a:lnTo>
                  <a:pt x="1939968" y="2207406"/>
                </a:lnTo>
                <a:lnTo>
                  <a:pt x="1943689" y="2215777"/>
                </a:lnTo>
                <a:lnTo>
                  <a:pt x="1942294" y="2217173"/>
                </a:lnTo>
                <a:lnTo>
                  <a:pt x="1937642" y="2217638"/>
                </a:lnTo>
                <a:lnTo>
                  <a:pt x="1931596" y="2221824"/>
                </a:lnTo>
                <a:lnTo>
                  <a:pt x="1931132" y="2223684"/>
                </a:lnTo>
                <a:lnTo>
                  <a:pt x="1927410" y="2227405"/>
                </a:lnTo>
                <a:lnTo>
                  <a:pt x="1924620" y="2232986"/>
                </a:lnTo>
                <a:lnTo>
                  <a:pt x="1920899" y="2235312"/>
                </a:lnTo>
                <a:lnTo>
                  <a:pt x="1918573" y="2240893"/>
                </a:lnTo>
                <a:lnTo>
                  <a:pt x="1918574" y="2240894"/>
                </a:lnTo>
                <a:lnTo>
                  <a:pt x="1920899" y="2235313"/>
                </a:lnTo>
                <a:lnTo>
                  <a:pt x="1924620" y="2232987"/>
                </a:lnTo>
                <a:lnTo>
                  <a:pt x="1927410" y="2227406"/>
                </a:lnTo>
                <a:lnTo>
                  <a:pt x="1931132" y="2223685"/>
                </a:lnTo>
                <a:lnTo>
                  <a:pt x="1931596" y="2221825"/>
                </a:lnTo>
                <a:lnTo>
                  <a:pt x="1937643" y="2217639"/>
                </a:lnTo>
                <a:lnTo>
                  <a:pt x="1942294" y="2217174"/>
                </a:lnTo>
                <a:lnTo>
                  <a:pt x="1943690" y="2215778"/>
                </a:lnTo>
                <a:lnTo>
                  <a:pt x="1939969" y="2207407"/>
                </a:lnTo>
                <a:close/>
                <a:moveTo>
                  <a:pt x="1712996" y="2203685"/>
                </a:moveTo>
                <a:lnTo>
                  <a:pt x="1712995" y="2203685"/>
                </a:lnTo>
                <a:lnTo>
                  <a:pt x="1716716" y="2205546"/>
                </a:lnTo>
                <a:lnTo>
                  <a:pt x="1717181" y="2208336"/>
                </a:lnTo>
                <a:lnTo>
                  <a:pt x="1717181" y="2208335"/>
                </a:lnTo>
                <a:lnTo>
                  <a:pt x="1716716" y="2205545"/>
                </a:lnTo>
                <a:close/>
                <a:moveTo>
                  <a:pt x="4030632" y="2203219"/>
                </a:moveTo>
                <a:lnTo>
                  <a:pt x="4032493" y="2206475"/>
                </a:lnTo>
                <a:lnTo>
                  <a:pt x="4030633" y="2203219"/>
                </a:lnTo>
                <a:close/>
                <a:moveTo>
                  <a:pt x="1697068" y="2202686"/>
                </a:moveTo>
                <a:lnTo>
                  <a:pt x="1696251" y="2205545"/>
                </a:lnTo>
                <a:lnTo>
                  <a:pt x="1696252" y="2205546"/>
                </a:lnTo>
                <a:close/>
                <a:moveTo>
                  <a:pt x="4021330" y="2201824"/>
                </a:moveTo>
                <a:lnTo>
                  <a:pt x="4021330" y="2201824"/>
                </a:lnTo>
                <a:lnTo>
                  <a:pt x="4024177" y="2202536"/>
                </a:lnTo>
                <a:close/>
                <a:moveTo>
                  <a:pt x="1789272" y="2201360"/>
                </a:moveTo>
                <a:lnTo>
                  <a:pt x="1786483" y="2203684"/>
                </a:lnTo>
                <a:lnTo>
                  <a:pt x="1785087" y="2206940"/>
                </a:lnTo>
                <a:lnTo>
                  <a:pt x="1785088" y="2206940"/>
                </a:lnTo>
                <a:lnTo>
                  <a:pt x="1786483" y="2203685"/>
                </a:lnTo>
                <a:lnTo>
                  <a:pt x="1789273" y="2201360"/>
                </a:lnTo>
                <a:close/>
                <a:moveTo>
                  <a:pt x="1931992" y="2200623"/>
                </a:moveTo>
                <a:lnTo>
                  <a:pt x="1932991" y="2202289"/>
                </a:lnTo>
                <a:lnTo>
                  <a:pt x="1932992" y="2202290"/>
                </a:lnTo>
                <a:close/>
                <a:moveTo>
                  <a:pt x="1615787" y="2199965"/>
                </a:moveTo>
                <a:lnTo>
                  <a:pt x="1614857" y="2202289"/>
                </a:lnTo>
                <a:lnTo>
                  <a:pt x="1614857" y="2202290"/>
                </a:lnTo>
                <a:lnTo>
                  <a:pt x="1615787" y="2199965"/>
                </a:lnTo>
                <a:close/>
                <a:moveTo>
                  <a:pt x="3100415" y="2198568"/>
                </a:moveTo>
                <a:lnTo>
                  <a:pt x="3100415" y="2201358"/>
                </a:lnTo>
                <a:lnTo>
                  <a:pt x="3100415" y="2201358"/>
                </a:lnTo>
                <a:lnTo>
                  <a:pt x="3100415" y="2198569"/>
                </a:lnTo>
                <a:close/>
                <a:moveTo>
                  <a:pt x="1719506" y="2198104"/>
                </a:moveTo>
                <a:lnTo>
                  <a:pt x="1719506" y="2202754"/>
                </a:lnTo>
                <a:lnTo>
                  <a:pt x="1719893" y="2203238"/>
                </a:lnTo>
                <a:lnTo>
                  <a:pt x="1719507" y="2202755"/>
                </a:lnTo>
                <a:lnTo>
                  <a:pt x="1719507" y="2198104"/>
                </a:lnTo>
                <a:close/>
                <a:moveTo>
                  <a:pt x="1456034" y="2197978"/>
                </a:moveTo>
                <a:lnTo>
                  <a:pt x="1455325" y="2198568"/>
                </a:lnTo>
                <a:lnTo>
                  <a:pt x="1455325" y="2198569"/>
                </a:lnTo>
                <a:close/>
                <a:moveTo>
                  <a:pt x="3906361" y="2197262"/>
                </a:moveTo>
                <a:lnTo>
                  <a:pt x="3904588" y="2199034"/>
                </a:lnTo>
                <a:lnTo>
                  <a:pt x="3903658" y="2202756"/>
                </a:lnTo>
                <a:lnTo>
                  <a:pt x="3905053" y="2205546"/>
                </a:lnTo>
                <a:lnTo>
                  <a:pt x="3909704" y="2207407"/>
                </a:lnTo>
                <a:lnTo>
                  <a:pt x="3905984" y="2210662"/>
                </a:lnTo>
                <a:lnTo>
                  <a:pt x="3909705" y="2207406"/>
                </a:lnTo>
                <a:lnTo>
                  <a:pt x="3905054" y="2205546"/>
                </a:lnTo>
                <a:lnTo>
                  <a:pt x="3903659" y="2202755"/>
                </a:lnTo>
                <a:lnTo>
                  <a:pt x="3904589" y="2199034"/>
                </a:lnTo>
                <a:close/>
                <a:moveTo>
                  <a:pt x="1781366" y="2197174"/>
                </a:moveTo>
                <a:lnTo>
                  <a:pt x="1780901" y="2200428"/>
                </a:lnTo>
                <a:lnTo>
                  <a:pt x="1780902" y="2200429"/>
                </a:lnTo>
                <a:close/>
                <a:moveTo>
                  <a:pt x="1762762" y="2197173"/>
                </a:moveTo>
                <a:lnTo>
                  <a:pt x="1760436" y="2199499"/>
                </a:lnTo>
                <a:lnTo>
                  <a:pt x="1758111" y="2197174"/>
                </a:lnTo>
                <a:lnTo>
                  <a:pt x="1758111" y="2197174"/>
                </a:lnTo>
                <a:lnTo>
                  <a:pt x="1760436" y="2199500"/>
                </a:lnTo>
                <a:lnTo>
                  <a:pt x="1762762" y="2197174"/>
                </a:lnTo>
                <a:lnTo>
                  <a:pt x="1767413" y="2200430"/>
                </a:lnTo>
                <a:lnTo>
                  <a:pt x="1771134" y="2198570"/>
                </a:lnTo>
                <a:lnTo>
                  <a:pt x="1771208" y="2199760"/>
                </a:lnTo>
                <a:lnTo>
                  <a:pt x="1771134" y="2198569"/>
                </a:lnTo>
                <a:lnTo>
                  <a:pt x="1767413" y="2200428"/>
                </a:lnTo>
                <a:close/>
                <a:moveTo>
                  <a:pt x="4016679" y="2197173"/>
                </a:moveTo>
                <a:lnTo>
                  <a:pt x="4022260" y="2198103"/>
                </a:lnTo>
                <a:lnTo>
                  <a:pt x="4022260" y="2198103"/>
                </a:lnTo>
                <a:close/>
                <a:moveTo>
                  <a:pt x="1712530" y="2195313"/>
                </a:moveTo>
                <a:lnTo>
                  <a:pt x="1708344" y="2197173"/>
                </a:lnTo>
                <a:lnTo>
                  <a:pt x="1707879" y="2200428"/>
                </a:lnTo>
                <a:lnTo>
                  <a:pt x="1702763" y="2198103"/>
                </a:lnTo>
                <a:lnTo>
                  <a:pt x="1700902" y="2202289"/>
                </a:lnTo>
                <a:lnTo>
                  <a:pt x="1697182" y="2202289"/>
                </a:lnTo>
                <a:lnTo>
                  <a:pt x="1697182" y="2202290"/>
                </a:lnTo>
                <a:lnTo>
                  <a:pt x="1700903" y="2202290"/>
                </a:lnTo>
                <a:lnTo>
                  <a:pt x="1702763" y="2198104"/>
                </a:lnTo>
                <a:lnTo>
                  <a:pt x="1707879" y="2200430"/>
                </a:lnTo>
                <a:lnTo>
                  <a:pt x="1708344" y="2197174"/>
                </a:lnTo>
                <a:lnTo>
                  <a:pt x="1712530" y="2195314"/>
                </a:lnTo>
                <a:close/>
                <a:moveTo>
                  <a:pt x="1687414" y="2194849"/>
                </a:moveTo>
                <a:lnTo>
                  <a:pt x="1686484" y="2198569"/>
                </a:lnTo>
                <a:lnTo>
                  <a:pt x="1686484" y="2198569"/>
                </a:lnTo>
                <a:close/>
                <a:moveTo>
                  <a:pt x="1636252" y="2194847"/>
                </a:moveTo>
                <a:lnTo>
                  <a:pt x="1630671" y="2199033"/>
                </a:lnTo>
                <a:lnTo>
                  <a:pt x="1626485" y="2197174"/>
                </a:lnTo>
                <a:lnTo>
                  <a:pt x="1626485" y="2197174"/>
                </a:lnTo>
                <a:lnTo>
                  <a:pt x="1630671" y="2199034"/>
                </a:lnTo>
                <a:lnTo>
                  <a:pt x="1636252" y="2194849"/>
                </a:lnTo>
                <a:lnTo>
                  <a:pt x="1638578" y="2196709"/>
                </a:lnTo>
                <a:lnTo>
                  <a:pt x="1641368" y="2195778"/>
                </a:lnTo>
                <a:lnTo>
                  <a:pt x="1643694" y="2198570"/>
                </a:lnTo>
                <a:lnTo>
                  <a:pt x="1646019" y="2198570"/>
                </a:lnTo>
                <a:lnTo>
                  <a:pt x="1648810" y="2200894"/>
                </a:lnTo>
                <a:lnTo>
                  <a:pt x="1648810" y="2200894"/>
                </a:lnTo>
                <a:lnTo>
                  <a:pt x="1646019" y="2198569"/>
                </a:lnTo>
                <a:lnTo>
                  <a:pt x="1643693" y="2198569"/>
                </a:lnTo>
                <a:lnTo>
                  <a:pt x="1641368" y="2195778"/>
                </a:lnTo>
                <a:lnTo>
                  <a:pt x="1638578" y="2196708"/>
                </a:lnTo>
                <a:close/>
                <a:moveTo>
                  <a:pt x="3064602" y="2194383"/>
                </a:moveTo>
                <a:lnTo>
                  <a:pt x="3066927" y="2199963"/>
                </a:lnTo>
                <a:lnTo>
                  <a:pt x="3066928" y="2199963"/>
                </a:lnTo>
                <a:lnTo>
                  <a:pt x="3064602" y="2194383"/>
                </a:lnTo>
                <a:close/>
                <a:moveTo>
                  <a:pt x="1393000" y="2194382"/>
                </a:moveTo>
                <a:lnTo>
                  <a:pt x="1392070" y="2197638"/>
                </a:lnTo>
                <a:lnTo>
                  <a:pt x="1392071" y="2197638"/>
                </a:lnTo>
                <a:lnTo>
                  <a:pt x="1393001" y="2194382"/>
                </a:lnTo>
                <a:close/>
                <a:moveTo>
                  <a:pt x="1613462" y="2193918"/>
                </a:moveTo>
                <a:lnTo>
                  <a:pt x="1613462" y="2196708"/>
                </a:lnTo>
                <a:lnTo>
                  <a:pt x="1613462" y="2196709"/>
                </a:lnTo>
                <a:lnTo>
                  <a:pt x="1613462" y="2193919"/>
                </a:lnTo>
                <a:close/>
                <a:moveTo>
                  <a:pt x="3098089" y="2192988"/>
                </a:moveTo>
                <a:lnTo>
                  <a:pt x="3097624" y="2196707"/>
                </a:lnTo>
                <a:lnTo>
                  <a:pt x="3097625" y="2196707"/>
                </a:lnTo>
                <a:close/>
                <a:moveTo>
                  <a:pt x="3119485" y="2192987"/>
                </a:moveTo>
                <a:lnTo>
                  <a:pt x="3119485" y="2192988"/>
                </a:lnTo>
                <a:lnTo>
                  <a:pt x="3123205" y="2193917"/>
                </a:lnTo>
                <a:lnTo>
                  <a:pt x="3123205" y="2193917"/>
                </a:lnTo>
                <a:close/>
                <a:moveTo>
                  <a:pt x="1878047" y="2192894"/>
                </a:moveTo>
                <a:lnTo>
                  <a:pt x="1878109" y="2193452"/>
                </a:lnTo>
                <a:lnTo>
                  <a:pt x="1878109" y="2193452"/>
                </a:lnTo>
                <a:close/>
                <a:moveTo>
                  <a:pt x="1771544" y="2192589"/>
                </a:moveTo>
                <a:lnTo>
                  <a:pt x="1772994" y="2195778"/>
                </a:lnTo>
                <a:lnTo>
                  <a:pt x="1773413" y="2199544"/>
                </a:lnTo>
                <a:lnTo>
                  <a:pt x="1772995" y="2195778"/>
                </a:lnTo>
                <a:close/>
                <a:moveTo>
                  <a:pt x="1925550" y="2191592"/>
                </a:moveTo>
                <a:lnTo>
                  <a:pt x="1924154" y="2194382"/>
                </a:lnTo>
                <a:lnTo>
                  <a:pt x="1924155" y="2194383"/>
                </a:lnTo>
                <a:lnTo>
                  <a:pt x="1925550" y="2191593"/>
                </a:lnTo>
                <a:close/>
                <a:moveTo>
                  <a:pt x="1694391" y="2190663"/>
                </a:moveTo>
                <a:lnTo>
                  <a:pt x="1697181" y="2195313"/>
                </a:lnTo>
                <a:lnTo>
                  <a:pt x="1697182" y="2195313"/>
                </a:lnTo>
                <a:close/>
                <a:moveTo>
                  <a:pt x="1406023" y="2189266"/>
                </a:moveTo>
                <a:lnTo>
                  <a:pt x="1403698" y="2193452"/>
                </a:lnTo>
                <a:lnTo>
                  <a:pt x="1403698" y="2193452"/>
                </a:lnTo>
                <a:lnTo>
                  <a:pt x="1406023" y="2189266"/>
                </a:lnTo>
                <a:close/>
                <a:moveTo>
                  <a:pt x="4050167" y="2188336"/>
                </a:moveTo>
                <a:lnTo>
                  <a:pt x="4047842" y="2188801"/>
                </a:lnTo>
                <a:lnTo>
                  <a:pt x="4047842" y="2188801"/>
                </a:lnTo>
                <a:close/>
                <a:moveTo>
                  <a:pt x="1431139" y="2188336"/>
                </a:moveTo>
                <a:lnTo>
                  <a:pt x="1429744" y="2191591"/>
                </a:lnTo>
                <a:lnTo>
                  <a:pt x="1429744" y="2191591"/>
                </a:lnTo>
                <a:lnTo>
                  <a:pt x="1431140" y="2188336"/>
                </a:lnTo>
                <a:close/>
                <a:moveTo>
                  <a:pt x="1772063" y="2187872"/>
                </a:moveTo>
                <a:lnTo>
                  <a:pt x="1770669" y="2190662"/>
                </a:lnTo>
                <a:lnTo>
                  <a:pt x="1770669" y="2190662"/>
                </a:lnTo>
                <a:lnTo>
                  <a:pt x="1772064" y="2187872"/>
                </a:lnTo>
                <a:close/>
                <a:moveTo>
                  <a:pt x="1611136" y="2187406"/>
                </a:moveTo>
                <a:lnTo>
                  <a:pt x="1607415" y="2191592"/>
                </a:lnTo>
                <a:lnTo>
                  <a:pt x="1607416" y="2191592"/>
                </a:lnTo>
                <a:lnTo>
                  <a:pt x="1611136" y="2187407"/>
                </a:lnTo>
                <a:close/>
                <a:moveTo>
                  <a:pt x="1642943" y="2186480"/>
                </a:moveTo>
                <a:lnTo>
                  <a:pt x="1643229" y="2188336"/>
                </a:lnTo>
                <a:lnTo>
                  <a:pt x="1643229" y="2188336"/>
                </a:lnTo>
                <a:close/>
                <a:moveTo>
                  <a:pt x="1411605" y="2186476"/>
                </a:moveTo>
                <a:lnTo>
                  <a:pt x="1409745" y="2189266"/>
                </a:lnTo>
                <a:lnTo>
                  <a:pt x="1411605" y="2186476"/>
                </a:lnTo>
                <a:close/>
                <a:moveTo>
                  <a:pt x="1710205" y="2185081"/>
                </a:moveTo>
                <a:lnTo>
                  <a:pt x="1710204" y="2185081"/>
                </a:lnTo>
                <a:lnTo>
                  <a:pt x="1709740" y="2191592"/>
                </a:lnTo>
                <a:lnTo>
                  <a:pt x="1709740" y="2191592"/>
                </a:lnTo>
                <a:close/>
                <a:moveTo>
                  <a:pt x="4051098" y="2182754"/>
                </a:moveTo>
                <a:lnTo>
                  <a:pt x="4051098" y="2182755"/>
                </a:lnTo>
                <a:lnTo>
                  <a:pt x="4053888" y="2183685"/>
                </a:lnTo>
                <a:close/>
                <a:moveTo>
                  <a:pt x="1926015" y="2180894"/>
                </a:moveTo>
                <a:lnTo>
                  <a:pt x="1924154" y="2183220"/>
                </a:lnTo>
                <a:lnTo>
                  <a:pt x="1924600" y="2184705"/>
                </a:lnTo>
                <a:lnTo>
                  <a:pt x="1924155" y="2183221"/>
                </a:lnTo>
                <a:lnTo>
                  <a:pt x="1926015" y="2180895"/>
                </a:lnTo>
                <a:close/>
                <a:moveTo>
                  <a:pt x="1713459" y="2180894"/>
                </a:moveTo>
                <a:lnTo>
                  <a:pt x="1709274" y="2181359"/>
                </a:lnTo>
                <a:lnTo>
                  <a:pt x="1707414" y="2184615"/>
                </a:lnTo>
                <a:lnTo>
                  <a:pt x="1700903" y="2182290"/>
                </a:lnTo>
                <a:lnTo>
                  <a:pt x="1700903" y="2182290"/>
                </a:lnTo>
                <a:lnTo>
                  <a:pt x="1707414" y="2184616"/>
                </a:lnTo>
                <a:lnTo>
                  <a:pt x="1709274" y="2181361"/>
                </a:lnTo>
                <a:lnTo>
                  <a:pt x="1713460" y="2180895"/>
                </a:lnTo>
                <a:close/>
                <a:moveTo>
                  <a:pt x="3112179" y="2180580"/>
                </a:moveTo>
                <a:lnTo>
                  <a:pt x="3113438" y="2180895"/>
                </a:lnTo>
                <a:lnTo>
                  <a:pt x="3113438" y="2180894"/>
                </a:lnTo>
                <a:close/>
                <a:moveTo>
                  <a:pt x="1671135" y="2180430"/>
                </a:moveTo>
                <a:lnTo>
                  <a:pt x="1670205" y="2183220"/>
                </a:lnTo>
                <a:lnTo>
                  <a:pt x="1670206" y="2183220"/>
                </a:lnTo>
                <a:close/>
                <a:moveTo>
                  <a:pt x="1341738" y="2179549"/>
                </a:moveTo>
                <a:lnTo>
                  <a:pt x="1339978" y="2180428"/>
                </a:lnTo>
                <a:lnTo>
                  <a:pt x="1339979" y="2180429"/>
                </a:lnTo>
                <a:close/>
                <a:moveTo>
                  <a:pt x="1455253" y="2176816"/>
                </a:moveTo>
                <a:lnTo>
                  <a:pt x="1454395" y="2178103"/>
                </a:lnTo>
                <a:lnTo>
                  <a:pt x="1454395" y="2178104"/>
                </a:lnTo>
                <a:close/>
                <a:moveTo>
                  <a:pt x="1924248" y="2176732"/>
                </a:moveTo>
                <a:lnTo>
                  <a:pt x="1925084" y="2177638"/>
                </a:lnTo>
                <a:lnTo>
                  <a:pt x="1925773" y="2180047"/>
                </a:lnTo>
                <a:lnTo>
                  <a:pt x="1925085" y="2177639"/>
                </a:lnTo>
                <a:close/>
                <a:moveTo>
                  <a:pt x="1708344" y="2175778"/>
                </a:moveTo>
                <a:lnTo>
                  <a:pt x="1703692" y="2176243"/>
                </a:lnTo>
                <a:lnTo>
                  <a:pt x="1701833" y="2178104"/>
                </a:lnTo>
                <a:lnTo>
                  <a:pt x="1697646" y="2178104"/>
                </a:lnTo>
                <a:lnTo>
                  <a:pt x="1691600" y="2184615"/>
                </a:lnTo>
                <a:lnTo>
                  <a:pt x="1690670" y="2188336"/>
                </a:lnTo>
                <a:lnTo>
                  <a:pt x="1687879" y="2191592"/>
                </a:lnTo>
                <a:lnTo>
                  <a:pt x="1684158" y="2191127"/>
                </a:lnTo>
                <a:lnTo>
                  <a:pt x="1684485" y="2193739"/>
                </a:lnTo>
                <a:lnTo>
                  <a:pt x="1684159" y="2191128"/>
                </a:lnTo>
                <a:lnTo>
                  <a:pt x="1687879" y="2191593"/>
                </a:lnTo>
                <a:lnTo>
                  <a:pt x="1690670" y="2188337"/>
                </a:lnTo>
                <a:lnTo>
                  <a:pt x="1691600" y="2184616"/>
                </a:lnTo>
                <a:lnTo>
                  <a:pt x="1697647" y="2178105"/>
                </a:lnTo>
                <a:lnTo>
                  <a:pt x="1701833" y="2178105"/>
                </a:lnTo>
                <a:lnTo>
                  <a:pt x="1703693" y="2176244"/>
                </a:lnTo>
                <a:lnTo>
                  <a:pt x="1708343" y="2175779"/>
                </a:lnTo>
                <a:close/>
                <a:moveTo>
                  <a:pt x="1676717" y="2173453"/>
                </a:moveTo>
                <a:lnTo>
                  <a:pt x="1676716" y="2173454"/>
                </a:lnTo>
                <a:lnTo>
                  <a:pt x="1679042" y="2175314"/>
                </a:lnTo>
                <a:lnTo>
                  <a:pt x="1679972" y="2183220"/>
                </a:lnTo>
                <a:lnTo>
                  <a:pt x="1679042" y="2175313"/>
                </a:lnTo>
                <a:close/>
                <a:moveTo>
                  <a:pt x="3889240" y="2172988"/>
                </a:moveTo>
                <a:lnTo>
                  <a:pt x="3889239" y="2172989"/>
                </a:lnTo>
                <a:lnTo>
                  <a:pt x="3893425" y="2178105"/>
                </a:lnTo>
                <a:lnTo>
                  <a:pt x="3896216" y="2180431"/>
                </a:lnTo>
                <a:lnTo>
                  <a:pt x="3899007" y="2180895"/>
                </a:lnTo>
                <a:lnTo>
                  <a:pt x="3903193" y="2187407"/>
                </a:lnTo>
                <a:lnTo>
                  <a:pt x="3906914" y="2187872"/>
                </a:lnTo>
                <a:lnTo>
                  <a:pt x="3906914" y="2192058"/>
                </a:lnTo>
                <a:lnTo>
                  <a:pt x="3907844" y="2195779"/>
                </a:lnTo>
                <a:lnTo>
                  <a:pt x="3907844" y="2195779"/>
                </a:lnTo>
                <a:lnTo>
                  <a:pt x="3906915" y="2192057"/>
                </a:lnTo>
                <a:lnTo>
                  <a:pt x="3906915" y="2187872"/>
                </a:lnTo>
                <a:lnTo>
                  <a:pt x="3903193" y="2187406"/>
                </a:lnTo>
                <a:lnTo>
                  <a:pt x="3899008" y="2180894"/>
                </a:lnTo>
                <a:lnTo>
                  <a:pt x="3896217" y="2180430"/>
                </a:lnTo>
                <a:lnTo>
                  <a:pt x="3893426" y="2178104"/>
                </a:lnTo>
                <a:close/>
                <a:moveTo>
                  <a:pt x="4014454" y="2172924"/>
                </a:moveTo>
                <a:lnTo>
                  <a:pt x="4014819" y="2174384"/>
                </a:lnTo>
                <a:lnTo>
                  <a:pt x="4017145" y="2179499"/>
                </a:lnTo>
                <a:lnTo>
                  <a:pt x="4017145" y="2179498"/>
                </a:lnTo>
                <a:lnTo>
                  <a:pt x="4014819" y="2174383"/>
                </a:lnTo>
                <a:close/>
                <a:moveTo>
                  <a:pt x="1712530" y="2172523"/>
                </a:moveTo>
                <a:lnTo>
                  <a:pt x="1712065" y="2176708"/>
                </a:lnTo>
                <a:lnTo>
                  <a:pt x="1712065" y="2176709"/>
                </a:lnTo>
                <a:lnTo>
                  <a:pt x="1712530" y="2172524"/>
                </a:lnTo>
                <a:close/>
                <a:moveTo>
                  <a:pt x="1669740" y="2171592"/>
                </a:moveTo>
                <a:lnTo>
                  <a:pt x="1664624" y="2175313"/>
                </a:lnTo>
                <a:lnTo>
                  <a:pt x="1662763" y="2178104"/>
                </a:lnTo>
                <a:lnTo>
                  <a:pt x="1662764" y="2178104"/>
                </a:lnTo>
                <a:lnTo>
                  <a:pt x="1664624" y="2175314"/>
                </a:lnTo>
                <a:lnTo>
                  <a:pt x="1669740" y="2171593"/>
                </a:lnTo>
                <a:close/>
                <a:moveTo>
                  <a:pt x="3885520" y="2170662"/>
                </a:moveTo>
                <a:lnTo>
                  <a:pt x="3884022" y="2171162"/>
                </a:lnTo>
                <a:lnTo>
                  <a:pt x="3885519" y="2170663"/>
                </a:lnTo>
                <a:lnTo>
                  <a:pt x="3886914" y="2174384"/>
                </a:lnTo>
                <a:lnTo>
                  <a:pt x="3886915" y="2174384"/>
                </a:lnTo>
                <a:close/>
                <a:moveTo>
                  <a:pt x="1448348" y="2169731"/>
                </a:moveTo>
                <a:lnTo>
                  <a:pt x="1444628" y="2172057"/>
                </a:lnTo>
                <a:lnTo>
                  <a:pt x="1444628" y="2172057"/>
                </a:lnTo>
                <a:lnTo>
                  <a:pt x="1444627" y="2172057"/>
                </a:lnTo>
                <a:lnTo>
                  <a:pt x="1440906" y="2176243"/>
                </a:lnTo>
                <a:lnTo>
                  <a:pt x="1434860" y="2180894"/>
                </a:lnTo>
                <a:lnTo>
                  <a:pt x="1434395" y="2188335"/>
                </a:lnTo>
                <a:lnTo>
                  <a:pt x="1434395" y="2188335"/>
                </a:lnTo>
                <a:lnTo>
                  <a:pt x="1434861" y="2180894"/>
                </a:lnTo>
                <a:lnTo>
                  <a:pt x="1440907" y="2176243"/>
                </a:lnTo>
                <a:lnTo>
                  <a:pt x="1444628" y="2172057"/>
                </a:lnTo>
                <a:close/>
                <a:moveTo>
                  <a:pt x="3112974" y="2167407"/>
                </a:moveTo>
                <a:lnTo>
                  <a:pt x="3112974" y="2167407"/>
                </a:lnTo>
                <a:lnTo>
                  <a:pt x="3116107" y="2169757"/>
                </a:lnTo>
                <a:close/>
                <a:moveTo>
                  <a:pt x="1673461" y="2165080"/>
                </a:moveTo>
                <a:lnTo>
                  <a:pt x="1673461" y="2165081"/>
                </a:lnTo>
                <a:lnTo>
                  <a:pt x="1677182" y="2167407"/>
                </a:lnTo>
                <a:lnTo>
                  <a:pt x="1679972" y="2170663"/>
                </a:lnTo>
                <a:lnTo>
                  <a:pt x="1683693" y="2168803"/>
                </a:lnTo>
                <a:lnTo>
                  <a:pt x="1683693" y="2168801"/>
                </a:lnTo>
                <a:lnTo>
                  <a:pt x="1679972" y="2170662"/>
                </a:lnTo>
                <a:lnTo>
                  <a:pt x="1677182" y="2167406"/>
                </a:lnTo>
                <a:close/>
                <a:moveTo>
                  <a:pt x="4003192" y="2164151"/>
                </a:moveTo>
                <a:lnTo>
                  <a:pt x="4007378" y="2166942"/>
                </a:lnTo>
                <a:lnTo>
                  <a:pt x="4010168" y="2166477"/>
                </a:lnTo>
                <a:lnTo>
                  <a:pt x="4013423" y="2168801"/>
                </a:lnTo>
                <a:lnTo>
                  <a:pt x="4013423" y="2168801"/>
                </a:lnTo>
                <a:lnTo>
                  <a:pt x="4010168" y="2166476"/>
                </a:lnTo>
                <a:lnTo>
                  <a:pt x="4007377" y="2166941"/>
                </a:lnTo>
                <a:close/>
                <a:moveTo>
                  <a:pt x="1625554" y="2162290"/>
                </a:moveTo>
                <a:lnTo>
                  <a:pt x="1620903" y="2163685"/>
                </a:lnTo>
                <a:lnTo>
                  <a:pt x="1619973" y="2166475"/>
                </a:lnTo>
                <a:lnTo>
                  <a:pt x="1615787" y="2167871"/>
                </a:lnTo>
                <a:lnTo>
                  <a:pt x="1613927" y="2166475"/>
                </a:lnTo>
                <a:lnTo>
                  <a:pt x="1611601" y="2170662"/>
                </a:lnTo>
                <a:lnTo>
                  <a:pt x="1611136" y="2175313"/>
                </a:lnTo>
                <a:lnTo>
                  <a:pt x="1605090" y="2181825"/>
                </a:lnTo>
                <a:lnTo>
                  <a:pt x="1605090" y="2181825"/>
                </a:lnTo>
                <a:lnTo>
                  <a:pt x="1611136" y="2175314"/>
                </a:lnTo>
                <a:lnTo>
                  <a:pt x="1611602" y="2170663"/>
                </a:lnTo>
                <a:lnTo>
                  <a:pt x="1613927" y="2166477"/>
                </a:lnTo>
                <a:lnTo>
                  <a:pt x="1615787" y="2167873"/>
                </a:lnTo>
                <a:lnTo>
                  <a:pt x="1619973" y="2166477"/>
                </a:lnTo>
                <a:lnTo>
                  <a:pt x="1620904" y="2163686"/>
                </a:lnTo>
                <a:lnTo>
                  <a:pt x="1625555" y="2162291"/>
                </a:lnTo>
                <a:close/>
                <a:moveTo>
                  <a:pt x="4193554" y="2160124"/>
                </a:moveTo>
                <a:lnTo>
                  <a:pt x="4199002" y="2164151"/>
                </a:lnTo>
                <a:lnTo>
                  <a:pt x="4204583" y="2166010"/>
                </a:lnTo>
                <a:lnTo>
                  <a:pt x="4204584" y="2166010"/>
                </a:lnTo>
                <a:lnTo>
                  <a:pt x="4199002" y="2164150"/>
                </a:lnTo>
                <a:close/>
                <a:moveTo>
                  <a:pt x="1706902" y="2159437"/>
                </a:moveTo>
                <a:lnTo>
                  <a:pt x="1706948" y="2159499"/>
                </a:lnTo>
                <a:lnTo>
                  <a:pt x="1706018" y="2164150"/>
                </a:lnTo>
                <a:lnTo>
                  <a:pt x="1701833" y="2167871"/>
                </a:lnTo>
                <a:lnTo>
                  <a:pt x="1701834" y="2167872"/>
                </a:lnTo>
                <a:lnTo>
                  <a:pt x="1706018" y="2164151"/>
                </a:lnTo>
                <a:lnTo>
                  <a:pt x="1706949" y="2159500"/>
                </a:lnTo>
                <a:close/>
                <a:moveTo>
                  <a:pt x="3875542" y="2158823"/>
                </a:moveTo>
                <a:lnTo>
                  <a:pt x="3874356" y="2159500"/>
                </a:lnTo>
                <a:lnTo>
                  <a:pt x="3872495" y="2161826"/>
                </a:lnTo>
                <a:lnTo>
                  <a:pt x="3872961" y="2164617"/>
                </a:lnTo>
                <a:lnTo>
                  <a:pt x="3877146" y="2163687"/>
                </a:lnTo>
                <a:lnTo>
                  <a:pt x="3878542" y="2167407"/>
                </a:lnTo>
                <a:lnTo>
                  <a:pt x="3878542" y="2172988"/>
                </a:lnTo>
                <a:lnTo>
                  <a:pt x="3878543" y="2172988"/>
                </a:lnTo>
                <a:lnTo>
                  <a:pt x="3878543" y="2167406"/>
                </a:lnTo>
                <a:lnTo>
                  <a:pt x="3877147" y="2163686"/>
                </a:lnTo>
                <a:lnTo>
                  <a:pt x="3872961" y="2164616"/>
                </a:lnTo>
                <a:lnTo>
                  <a:pt x="3872496" y="2161825"/>
                </a:lnTo>
                <a:lnTo>
                  <a:pt x="3874357" y="2159500"/>
                </a:lnTo>
                <a:close/>
                <a:moveTo>
                  <a:pt x="3999936" y="2158104"/>
                </a:moveTo>
                <a:lnTo>
                  <a:pt x="3999936" y="2158104"/>
                </a:lnTo>
                <a:lnTo>
                  <a:pt x="4003191" y="2160895"/>
                </a:lnTo>
                <a:lnTo>
                  <a:pt x="4003191" y="2160895"/>
                </a:lnTo>
                <a:close/>
                <a:moveTo>
                  <a:pt x="1689740" y="2157639"/>
                </a:moveTo>
                <a:lnTo>
                  <a:pt x="1689740" y="2157640"/>
                </a:lnTo>
                <a:lnTo>
                  <a:pt x="1692995" y="2159965"/>
                </a:lnTo>
                <a:lnTo>
                  <a:pt x="1692995" y="2159964"/>
                </a:lnTo>
                <a:close/>
                <a:moveTo>
                  <a:pt x="3157159" y="2157639"/>
                </a:moveTo>
                <a:lnTo>
                  <a:pt x="3157159" y="2157639"/>
                </a:lnTo>
                <a:lnTo>
                  <a:pt x="3157623" y="2157639"/>
                </a:lnTo>
                <a:lnTo>
                  <a:pt x="3157623" y="2157639"/>
                </a:lnTo>
                <a:close/>
                <a:moveTo>
                  <a:pt x="1707879" y="2152987"/>
                </a:moveTo>
                <a:lnTo>
                  <a:pt x="1704158" y="2155779"/>
                </a:lnTo>
                <a:lnTo>
                  <a:pt x="1704158" y="2155779"/>
                </a:lnTo>
                <a:lnTo>
                  <a:pt x="1707879" y="2152989"/>
                </a:lnTo>
                <a:close/>
                <a:moveTo>
                  <a:pt x="3152972" y="2152522"/>
                </a:moveTo>
                <a:lnTo>
                  <a:pt x="3152973" y="2152523"/>
                </a:lnTo>
                <a:lnTo>
                  <a:pt x="3154368" y="2152523"/>
                </a:lnTo>
                <a:lnTo>
                  <a:pt x="3154367" y="2152522"/>
                </a:lnTo>
                <a:close/>
                <a:moveTo>
                  <a:pt x="3139949" y="2151593"/>
                </a:moveTo>
                <a:lnTo>
                  <a:pt x="3143669" y="2155778"/>
                </a:lnTo>
                <a:lnTo>
                  <a:pt x="3144600" y="2158104"/>
                </a:lnTo>
                <a:lnTo>
                  <a:pt x="3144601" y="2158104"/>
                </a:lnTo>
                <a:lnTo>
                  <a:pt x="3143671" y="2155779"/>
                </a:lnTo>
                <a:close/>
                <a:moveTo>
                  <a:pt x="4163558" y="2151175"/>
                </a:moveTo>
                <a:lnTo>
                  <a:pt x="4161794" y="2152057"/>
                </a:lnTo>
                <a:lnTo>
                  <a:pt x="4157607" y="2154848"/>
                </a:lnTo>
                <a:lnTo>
                  <a:pt x="4147840" y="2159499"/>
                </a:lnTo>
                <a:lnTo>
                  <a:pt x="4145514" y="2156244"/>
                </a:lnTo>
                <a:lnTo>
                  <a:pt x="4147840" y="2159499"/>
                </a:lnTo>
                <a:lnTo>
                  <a:pt x="4157607" y="2154848"/>
                </a:lnTo>
                <a:lnTo>
                  <a:pt x="4161793" y="2152058"/>
                </a:lnTo>
                <a:close/>
                <a:moveTo>
                  <a:pt x="4071097" y="2150662"/>
                </a:moveTo>
                <a:lnTo>
                  <a:pt x="4065051" y="2151592"/>
                </a:lnTo>
                <a:lnTo>
                  <a:pt x="4062260" y="2155778"/>
                </a:lnTo>
                <a:lnTo>
                  <a:pt x="4065051" y="2151593"/>
                </a:lnTo>
                <a:close/>
                <a:moveTo>
                  <a:pt x="3994422" y="2150206"/>
                </a:moveTo>
                <a:lnTo>
                  <a:pt x="3998075" y="2153453"/>
                </a:lnTo>
                <a:lnTo>
                  <a:pt x="3998705" y="2155029"/>
                </a:lnTo>
                <a:lnTo>
                  <a:pt x="3998075" y="2153452"/>
                </a:lnTo>
                <a:close/>
                <a:moveTo>
                  <a:pt x="4130166" y="2149732"/>
                </a:moveTo>
                <a:lnTo>
                  <a:pt x="4130165" y="2149732"/>
                </a:lnTo>
                <a:lnTo>
                  <a:pt x="4130165" y="2152988"/>
                </a:lnTo>
                <a:lnTo>
                  <a:pt x="4135282" y="2159034"/>
                </a:lnTo>
                <a:lnTo>
                  <a:pt x="4143654" y="2158104"/>
                </a:lnTo>
                <a:lnTo>
                  <a:pt x="4143655" y="2158103"/>
                </a:lnTo>
                <a:lnTo>
                  <a:pt x="4135282" y="2159034"/>
                </a:lnTo>
                <a:lnTo>
                  <a:pt x="4130166" y="2152988"/>
                </a:lnTo>
                <a:close/>
                <a:moveTo>
                  <a:pt x="4113422" y="2147871"/>
                </a:moveTo>
                <a:lnTo>
                  <a:pt x="4113421" y="2147872"/>
                </a:lnTo>
                <a:lnTo>
                  <a:pt x="4114352" y="2152522"/>
                </a:lnTo>
                <a:lnTo>
                  <a:pt x="4121794" y="2154383"/>
                </a:lnTo>
                <a:lnTo>
                  <a:pt x="4124119" y="2150197"/>
                </a:lnTo>
                <a:lnTo>
                  <a:pt x="4129724" y="2149766"/>
                </a:lnTo>
                <a:lnTo>
                  <a:pt x="4124119" y="2150196"/>
                </a:lnTo>
                <a:lnTo>
                  <a:pt x="4121794" y="2154383"/>
                </a:lnTo>
                <a:lnTo>
                  <a:pt x="4114352" y="2152522"/>
                </a:lnTo>
                <a:close/>
                <a:moveTo>
                  <a:pt x="4073888" y="2147406"/>
                </a:moveTo>
                <a:lnTo>
                  <a:pt x="4073887" y="2147407"/>
                </a:lnTo>
                <a:lnTo>
                  <a:pt x="4078073" y="2148337"/>
                </a:lnTo>
                <a:close/>
                <a:moveTo>
                  <a:pt x="4188747" y="2147202"/>
                </a:moveTo>
                <a:lnTo>
                  <a:pt x="4189234" y="2151593"/>
                </a:lnTo>
                <a:lnTo>
                  <a:pt x="4188766" y="2153936"/>
                </a:lnTo>
                <a:lnTo>
                  <a:pt x="4189235" y="2151592"/>
                </a:lnTo>
                <a:close/>
                <a:moveTo>
                  <a:pt x="4082725" y="2146476"/>
                </a:moveTo>
                <a:lnTo>
                  <a:pt x="4082725" y="2146476"/>
                </a:lnTo>
                <a:lnTo>
                  <a:pt x="4091097" y="2147407"/>
                </a:lnTo>
                <a:lnTo>
                  <a:pt x="4094352" y="2148337"/>
                </a:lnTo>
                <a:lnTo>
                  <a:pt x="4091096" y="2147406"/>
                </a:lnTo>
                <a:close/>
                <a:moveTo>
                  <a:pt x="3882263" y="2146012"/>
                </a:moveTo>
                <a:lnTo>
                  <a:pt x="3881230" y="2146307"/>
                </a:lnTo>
                <a:lnTo>
                  <a:pt x="3882263" y="2146012"/>
                </a:lnTo>
                <a:close/>
                <a:moveTo>
                  <a:pt x="3460408" y="2145546"/>
                </a:moveTo>
                <a:lnTo>
                  <a:pt x="3451572" y="2147407"/>
                </a:lnTo>
                <a:lnTo>
                  <a:pt x="3449324" y="2147816"/>
                </a:lnTo>
                <a:lnTo>
                  <a:pt x="3451571" y="2147407"/>
                </a:lnTo>
                <a:lnTo>
                  <a:pt x="3460408" y="2145547"/>
                </a:lnTo>
                <a:close/>
                <a:moveTo>
                  <a:pt x="3886914" y="2143686"/>
                </a:moveTo>
                <a:lnTo>
                  <a:pt x="3884588" y="2152058"/>
                </a:lnTo>
                <a:lnTo>
                  <a:pt x="3882808" y="2153839"/>
                </a:lnTo>
                <a:lnTo>
                  <a:pt x="3884589" y="2152058"/>
                </a:lnTo>
                <a:lnTo>
                  <a:pt x="3886915" y="2143686"/>
                </a:lnTo>
                <a:close/>
                <a:moveTo>
                  <a:pt x="3884124" y="2143221"/>
                </a:moveTo>
                <a:lnTo>
                  <a:pt x="3884124" y="2143222"/>
                </a:lnTo>
                <a:lnTo>
                  <a:pt x="3886540" y="2143624"/>
                </a:lnTo>
                <a:close/>
                <a:moveTo>
                  <a:pt x="3461340" y="2142756"/>
                </a:moveTo>
                <a:lnTo>
                  <a:pt x="3461339" y="2142756"/>
                </a:lnTo>
                <a:lnTo>
                  <a:pt x="3463664" y="2143221"/>
                </a:lnTo>
                <a:lnTo>
                  <a:pt x="3465525" y="2142756"/>
                </a:lnTo>
                <a:lnTo>
                  <a:pt x="3465525" y="2142756"/>
                </a:lnTo>
                <a:lnTo>
                  <a:pt x="3463665" y="2143221"/>
                </a:lnTo>
                <a:close/>
                <a:moveTo>
                  <a:pt x="4168305" y="2142290"/>
                </a:moveTo>
                <a:lnTo>
                  <a:pt x="4166909" y="2145081"/>
                </a:lnTo>
                <a:lnTo>
                  <a:pt x="4167150" y="2147246"/>
                </a:lnTo>
                <a:lnTo>
                  <a:pt x="4166910" y="2145081"/>
                </a:lnTo>
                <a:close/>
                <a:moveTo>
                  <a:pt x="4101329" y="2141825"/>
                </a:moveTo>
                <a:lnTo>
                  <a:pt x="4111096" y="2148337"/>
                </a:lnTo>
                <a:lnTo>
                  <a:pt x="4111097" y="2148337"/>
                </a:lnTo>
                <a:close/>
                <a:moveTo>
                  <a:pt x="3465059" y="2136710"/>
                </a:moveTo>
                <a:lnTo>
                  <a:pt x="3464595" y="2137175"/>
                </a:lnTo>
                <a:lnTo>
                  <a:pt x="3465059" y="2136710"/>
                </a:lnTo>
                <a:close/>
                <a:moveTo>
                  <a:pt x="1687414" y="2132988"/>
                </a:moveTo>
                <a:lnTo>
                  <a:pt x="1686484" y="2136709"/>
                </a:lnTo>
                <a:lnTo>
                  <a:pt x="1684623" y="2137639"/>
                </a:lnTo>
                <a:lnTo>
                  <a:pt x="1674856" y="2140430"/>
                </a:lnTo>
                <a:lnTo>
                  <a:pt x="1671600" y="2139965"/>
                </a:lnTo>
                <a:lnTo>
                  <a:pt x="1666019" y="2141825"/>
                </a:lnTo>
                <a:lnTo>
                  <a:pt x="1661368" y="2146941"/>
                </a:lnTo>
                <a:lnTo>
                  <a:pt x="1657182" y="2145546"/>
                </a:lnTo>
                <a:lnTo>
                  <a:pt x="1654392" y="2143221"/>
                </a:lnTo>
                <a:lnTo>
                  <a:pt x="1650670" y="2147406"/>
                </a:lnTo>
                <a:lnTo>
                  <a:pt x="1645554" y="2146941"/>
                </a:lnTo>
                <a:lnTo>
                  <a:pt x="1642298" y="2145546"/>
                </a:lnTo>
                <a:lnTo>
                  <a:pt x="1634857" y="2144151"/>
                </a:lnTo>
                <a:lnTo>
                  <a:pt x="1629741" y="2149267"/>
                </a:lnTo>
                <a:lnTo>
                  <a:pt x="1626020" y="2147872"/>
                </a:lnTo>
                <a:lnTo>
                  <a:pt x="1623229" y="2152523"/>
                </a:lnTo>
                <a:lnTo>
                  <a:pt x="1623229" y="2152523"/>
                </a:lnTo>
                <a:lnTo>
                  <a:pt x="1626020" y="2147873"/>
                </a:lnTo>
                <a:lnTo>
                  <a:pt x="1629741" y="2149268"/>
                </a:lnTo>
                <a:lnTo>
                  <a:pt x="1634857" y="2144152"/>
                </a:lnTo>
                <a:lnTo>
                  <a:pt x="1642299" y="2145547"/>
                </a:lnTo>
                <a:lnTo>
                  <a:pt x="1645555" y="2146942"/>
                </a:lnTo>
                <a:lnTo>
                  <a:pt x="1650670" y="2147407"/>
                </a:lnTo>
                <a:lnTo>
                  <a:pt x="1654392" y="2143222"/>
                </a:lnTo>
                <a:lnTo>
                  <a:pt x="1657182" y="2145547"/>
                </a:lnTo>
                <a:lnTo>
                  <a:pt x="1661368" y="2146942"/>
                </a:lnTo>
                <a:lnTo>
                  <a:pt x="1666019" y="2141826"/>
                </a:lnTo>
                <a:lnTo>
                  <a:pt x="1671601" y="2139966"/>
                </a:lnTo>
                <a:lnTo>
                  <a:pt x="1674857" y="2140431"/>
                </a:lnTo>
                <a:lnTo>
                  <a:pt x="1684623" y="2137640"/>
                </a:lnTo>
                <a:lnTo>
                  <a:pt x="1686484" y="2136710"/>
                </a:lnTo>
                <a:lnTo>
                  <a:pt x="1687414" y="2132989"/>
                </a:lnTo>
                <a:close/>
                <a:moveTo>
                  <a:pt x="4185514" y="2132057"/>
                </a:moveTo>
                <a:lnTo>
                  <a:pt x="4181793" y="2135313"/>
                </a:lnTo>
                <a:lnTo>
                  <a:pt x="4178072" y="2137639"/>
                </a:lnTo>
                <a:lnTo>
                  <a:pt x="4175282" y="2137174"/>
                </a:lnTo>
                <a:lnTo>
                  <a:pt x="4175282" y="2137174"/>
                </a:lnTo>
                <a:lnTo>
                  <a:pt x="4178072" y="2137639"/>
                </a:lnTo>
                <a:lnTo>
                  <a:pt x="4181793" y="2135313"/>
                </a:lnTo>
                <a:close/>
                <a:moveTo>
                  <a:pt x="3851852" y="2125684"/>
                </a:moveTo>
                <a:lnTo>
                  <a:pt x="3856217" y="2126478"/>
                </a:lnTo>
                <a:lnTo>
                  <a:pt x="3858542" y="2129733"/>
                </a:lnTo>
                <a:lnTo>
                  <a:pt x="3861332" y="2136244"/>
                </a:lnTo>
                <a:lnTo>
                  <a:pt x="3870635" y="2138570"/>
                </a:lnTo>
                <a:lnTo>
                  <a:pt x="3871100" y="2145547"/>
                </a:lnTo>
                <a:lnTo>
                  <a:pt x="3875751" y="2149268"/>
                </a:lnTo>
                <a:lnTo>
                  <a:pt x="3875752" y="2149267"/>
                </a:lnTo>
                <a:lnTo>
                  <a:pt x="3871101" y="2145546"/>
                </a:lnTo>
                <a:lnTo>
                  <a:pt x="3870636" y="2138570"/>
                </a:lnTo>
                <a:lnTo>
                  <a:pt x="3861333" y="2136244"/>
                </a:lnTo>
                <a:lnTo>
                  <a:pt x="3858543" y="2129733"/>
                </a:lnTo>
                <a:lnTo>
                  <a:pt x="3856217" y="2126477"/>
                </a:lnTo>
                <a:close/>
                <a:moveTo>
                  <a:pt x="4191095" y="2123686"/>
                </a:moveTo>
                <a:lnTo>
                  <a:pt x="4194815" y="2125546"/>
                </a:lnTo>
                <a:lnTo>
                  <a:pt x="4191560" y="2132988"/>
                </a:lnTo>
                <a:lnTo>
                  <a:pt x="4192490" y="2134849"/>
                </a:lnTo>
                <a:lnTo>
                  <a:pt x="4190894" y="2138041"/>
                </a:lnTo>
                <a:lnTo>
                  <a:pt x="4192491" y="2134848"/>
                </a:lnTo>
                <a:lnTo>
                  <a:pt x="4191560" y="2132988"/>
                </a:lnTo>
                <a:lnTo>
                  <a:pt x="4194816" y="2125546"/>
                </a:lnTo>
                <a:close/>
                <a:moveTo>
                  <a:pt x="3827607" y="2120297"/>
                </a:moveTo>
                <a:lnTo>
                  <a:pt x="3825055" y="2121361"/>
                </a:lnTo>
                <a:lnTo>
                  <a:pt x="3819939" y="2121826"/>
                </a:lnTo>
                <a:lnTo>
                  <a:pt x="3818218" y="2120966"/>
                </a:lnTo>
                <a:lnTo>
                  <a:pt x="3819938" y="2121826"/>
                </a:lnTo>
                <a:lnTo>
                  <a:pt x="3825054" y="2121361"/>
                </a:lnTo>
                <a:close/>
                <a:moveTo>
                  <a:pt x="2538971" y="2120179"/>
                </a:moveTo>
                <a:lnTo>
                  <a:pt x="2542284" y="2122756"/>
                </a:lnTo>
                <a:lnTo>
                  <a:pt x="2542721" y="2125377"/>
                </a:lnTo>
                <a:lnTo>
                  <a:pt x="2542285" y="2122757"/>
                </a:lnTo>
                <a:close/>
                <a:moveTo>
                  <a:pt x="3852496" y="2119501"/>
                </a:moveTo>
                <a:lnTo>
                  <a:pt x="3850170" y="2121361"/>
                </a:lnTo>
                <a:lnTo>
                  <a:pt x="3851100" y="2125547"/>
                </a:lnTo>
                <a:lnTo>
                  <a:pt x="3851101" y="2125547"/>
                </a:lnTo>
                <a:lnTo>
                  <a:pt x="3850171" y="2121361"/>
                </a:lnTo>
                <a:lnTo>
                  <a:pt x="3852496" y="2119501"/>
                </a:lnTo>
                <a:close/>
                <a:moveTo>
                  <a:pt x="1319261" y="2119046"/>
                </a:moveTo>
                <a:lnTo>
                  <a:pt x="1317653" y="2119965"/>
                </a:lnTo>
                <a:lnTo>
                  <a:pt x="1317614" y="2120138"/>
                </a:lnTo>
                <a:lnTo>
                  <a:pt x="1317653" y="2119965"/>
                </a:lnTo>
                <a:close/>
                <a:moveTo>
                  <a:pt x="2574133" y="2118913"/>
                </a:moveTo>
                <a:lnTo>
                  <a:pt x="2575307" y="2123221"/>
                </a:lnTo>
                <a:lnTo>
                  <a:pt x="2575308" y="2123221"/>
                </a:lnTo>
                <a:close/>
                <a:moveTo>
                  <a:pt x="3836218" y="2118570"/>
                </a:moveTo>
                <a:lnTo>
                  <a:pt x="3830636" y="2119036"/>
                </a:lnTo>
                <a:lnTo>
                  <a:pt x="3830635" y="2119036"/>
                </a:lnTo>
                <a:lnTo>
                  <a:pt x="3836217" y="2118571"/>
                </a:lnTo>
                <a:close/>
                <a:moveTo>
                  <a:pt x="1324629" y="2117639"/>
                </a:moveTo>
                <a:lnTo>
                  <a:pt x="1321743" y="2118000"/>
                </a:lnTo>
                <a:lnTo>
                  <a:pt x="1324629" y="2117639"/>
                </a:lnTo>
                <a:close/>
                <a:moveTo>
                  <a:pt x="3848310" y="2116245"/>
                </a:moveTo>
                <a:lnTo>
                  <a:pt x="3850426" y="2117891"/>
                </a:lnTo>
                <a:lnTo>
                  <a:pt x="3848311" y="2116245"/>
                </a:lnTo>
                <a:close/>
                <a:moveTo>
                  <a:pt x="3841334" y="2115314"/>
                </a:moveTo>
                <a:lnTo>
                  <a:pt x="3838678" y="2117005"/>
                </a:lnTo>
                <a:lnTo>
                  <a:pt x="3841334" y="2115315"/>
                </a:lnTo>
                <a:lnTo>
                  <a:pt x="3845448" y="2115863"/>
                </a:lnTo>
                <a:close/>
                <a:moveTo>
                  <a:pt x="3448316" y="2115314"/>
                </a:moveTo>
                <a:lnTo>
                  <a:pt x="3448316" y="2115315"/>
                </a:lnTo>
                <a:lnTo>
                  <a:pt x="3451106" y="2116245"/>
                </a:lnTo>
                <a:close/>
                <a:moveTo>
                  <a:pt x="2606936" y="2112524"/>
                </a:moveTo>
                <a:lnTo>
                  <a:pt x="2606935" y="2112525"/>
                </a:lnTo>
                <a:lnTo>
                  <a:pt x="2611121" y="2115780"/>
                </a:lnTo>
                <a:lnTo>
                  <a:pt x="2611121" y="2115779"/>
                </a:lnTo>
                <a:close/>
                <a:moveTo>
                  <a:pt x="1692065" y="2104616"/>
                </a:moveTo>
                <a:lnTo>
                  <a:pt x="1692065" y="2104618"/>
                </a:lnTo>
                <a:lnTo>
                  <a:pt x="1695786" y="2105083"/>
                </a:lnTo>
                <a:lnTo>
                  <a:pt x="1695786" y="2105082"/>
                </a:lnTo>
                <a:close/>
                <a:moveTo>
                  <a:pt x="3673260" y="2104571"/>
                </a:moveTo>
                <a:lnTo>
                  <a:pt x="3672034" y="2106477"/>
                </a:lnTo>
                <a:lnTo>
                  <a:pt x="3669709" y="2110664"/>
                </a:lnTo>
                <a:lnTo>
                  <a:pt x="3672034" y="2106478"/>
                </a:lnTo>
                <a:close/>
                <a:moveTo>
                  <a:pt x="1688163" y="2101669"/>
                </a:moveTo>
                <a:lnTo>
                  <a:pt x="1688809" y="2105546"/>
                </a:lnTo>
                <a:lnTo>
                  <a:pt x="1685553" y="2105546"/>
                </a:lnTo>
                <a:lnTo>
                  <a:pt x="1682298" y="2110197"/>
                </a:lnTo>
                <a:lnTo>
                  <a:pt x="1681833" y="2112523"/>
                </a:lnTo>
                <a:lnTo>
                  <a:pt x="1677182" y="2114849"/>
                </a:lnTo>
                <a:lnTo>
                  <a:pt x="1676716" y="2116709"/>
                </a:lnTo>
                <a:lnTo>
                  <a:pt x="1676717" y="2116709"/>
                </a:lnTo>
                <a:lnTo>
                  <a:pt x="1677182" y="2114850"/>
                </a:lnTo>
                <a:lnTo>
                  <a:pt x="1681833" y="2112525"/>
                </a:lnTo>
                <a:lnTo>
                  <a:pt x="1682298" y="2110199"/>
                </a:lnTo>
                <a:lnTo>
                  <a:pt x="1685554" y="2105547"/>
                </a:lnTo>
                <a:lnTo>
                  <a:pt x="1688810" y="2105547"/>
                </a:lnTo>
                <a:close/>
                <a:moveTo>
                  <a:pt x="3457607" y="2101208"/>
                </a:moveTo>
                <a:lnTo>
                  <a:pt x="3456689" y="2101361"/>
                </a:lnTo>
                <a:lnTo>
                  <a:pt x="3456688" y="2101361"/>
                </a:lnTo>
                <a:close/>
                <a:moveTo>
                  <a:pt x="3624208" y="2101078"/>
                </a:moveTo>
                <a:lnTo>
                  <a:pt x="3626452" y="2101827"/>
                </a:lnTo>
                <a:lnTo>
                  <a:pt x="3626452" y="2101826"/>
                </a:lnTo>
                <a:close/>
                <a:moveTo>
                  <a:pt x="3642733" y="2099966"/>
                </a:moveTo>
                <a:lnTo>
                  <a:pt x="3639335" y="2100324"/>
                </a:lnTo>
                <a:lnTo>
                  <a:pt x="3642732" y="2099966"/>
                </a:lnTo>
                <a:close/>
                <a:moveTo>
                  <a:pt x="1687879" y="2099965"/>
                </a:moveTo>
                <a:lnTo>
                  <a:pt x="1687880" y="2099967"/>
                </a:lnTo>
                <a:lnTo>
                  <a:pt x="1692065" y="2101827"/>
                </a:lnTo>
                <a:lnTo>
                  <a:pt x="1692065" y="2101826"/>
                </a:lnTo>
                <a:close/>
                <a:moveTo>
                  <a:pt x="2598563" y="2098570"/>
                </a:moveTo>
                <a:lnTo>
                  <a:pt x="2595307" y="2099501"/>
                </a:lnTo>
                <a:lnTo>
                  <a:pt x="2595307" y="2099501"/>
                </a:lnTo>
                <a:lnTo>
                  <a:pt x="2598563" y="2098571"/>
                </a:lnTo>
                <a:lnTo>
                  <a:pt x="2604609" y="2102292"/>
                </a:lnTo>
                <a:lnTo>
                  <a:pt x="2607844" y="2104987"/>
                </a:lnTo>
                <a:lnTo>
                  <a:pt x="2604609" y="2102291"/>
                </a:lnTo>
                <a:close/>
                <a:moveTo>
                  <a:pt x="3633894" y="2097641"/>
                </a:moveTo>
                <a:lnTo>
                  <a:pt x="3633894" y="2100896"/>
                </a:lnTo>
                <a:lnTo>
                  <a:pt x="3633895" y="2100896"/>
                </a:lnTo>
                <a:lnTo>
                  <a:pt x="3633895" y="2097641"/>
                </a:lnTo>
                <a:close/>
                <a:moveTo>
                  <a:pt x="3684003" y="2097330"/>
                </a:moveTo>
                <a:lnTo>
                  <a:pt x="3678545" y="2098570"/>
                </a:lnTo>
                <a:lnTo>
                  <a:pt x="3676725" y="2099663"/>
                </a:lnTo>
                <a:lnTo>
                  <a:pt x="3678545" y="2098571"/>
                </a:lnTo>
                <a:close/>
                <a:moveTo>
                  <a:pt x="3631104" y="2097175"/>
                </a:moveTo>
                <a:lnTo>
                  <a:pt x="3630133" y="2098147"/>
                </a:lnTo>
                <a:lnTo>
                  <a:pt x="3631104" y="2097175"/>
                </a:lnTo>
                <a:lnTo>
                  <a:pt x="3632229" y="2097363"/>
                </a:lnTo>
                <a:close/>
                <a:moveTo>
                  <a:pt x="3690794" y="2097052"/>
                </a:moveTo>
                <a:lnTo>
                  <a:pt x="3693428" y="2098105"/>
                </a:lnTo>
                <a:lnTo>
                  <a:pt x="3693429" y="2098105"/>
                </a:lnTo>
                <a:close/>
                <a:moveTo>
                  <a:pt x="3647848" y="2096710"/>
                </a:moveTo>
                <a:lnTo>
                  <a:pt x="3647847" y="2096710"/>
                </a:lnTo>
                <a:lnTo>
                  <a:pt x="3652034" y="2098105"/>
                </a:lnTo>
                <a:lnTo>
                  <a:pt x="3652034" y="2098105"/>
                </a:lnTo>
                <a:close/>
                <a:moveTo>
                  <a:pt x="3625375" y="2096186"/>
                </a:moveTo>
                <a:lnTo>
                  <a:pt x="3623662" y="2100896"/>
                </a:lnTo>
                <a:lnTo>
                  <a:pt x="3623663" y="2100896"/>
                </a:lnTo>
                <a:close/>
                <a:moveTo>
                  <a:pt x="3653895" y="2095780"/>
                </a:moveTo>
                <a:lnTo>
                  <a:pt x="3653894" y="2095781"/>
                </a:lnTo>
                <a:lnTo>
                  <a:pt x="3655754" y="2098571"/>
                </a:lnTo>
                <a:lnTo>
                  <a:pt x="3652034" y="2109734"/>
                </a:lnTo>
                <a:lnTo>
                  <a:pt x="3653429" y="2112059"/>
                </a:lnTo>
                <a:lnTo>
                  <a:pt x="3653429" y="2116245"/>
                </a:lnTo>
                <a:lnTo>
                  <a:pt x="3659010" y="2119036"/>
                </a:lnTo>
                <a:lnTo>
                  <a:pt x="3659011" y="2119035"/>
                </a:lnTo>
                <a:lnTo>
                  <a:pt x="3653430" y="2116245"/>
                </a:lnTo>
                <a:lnTo>
                  <a:pt x="3653430" y="2112058"/>
                </a:lnTo>
                <a:lnTo>
                  <a:pt x="3652035" y="2109733"/>
                </a:lnTo>
                <a:lnTo>
                  <a:pt x="3655755" y="2098570"/>
                </a:lnTo>
                <a:close/>
                <a:moveTo>
                  <a:pt x="3128786" y="2094384"/>
                </a:moveTo>
                <a:lnTo>
                  <a:pt x="3126728" y="2095208"/>
                </a:lnTo>
                <a:lnTo>
                  <a:pt x="3128787" y="2094384"/>
                </a:lnTo>
                <a:close/>
                <a:moveTo>
                  <a:pt x="4052567" y="2094247"/>
                </a:moveTo>
                <a:lnTo>
                  <a:pt x="4053423" y="2096245"/>
                </a:lnTo>
                <a:lnTo>
                  <a:pt x="4053423" y="2096245"/>
                </a:lnTo>
                <a:close/>
                <a:moveTo>
                  <a:pt x="1335792" y="2092058"/>
                </a:moveTo>
                <a:lnTo>
                  <a:pt x="1335792" y="2092059"/>
                </a:lnTo>
                <a:lnTo>
                  <a:pt x="1341373" y="2092524"/>
                </a:lnTo>
                <a:close/>
                <a:moveTo>
                  <a:pt x="2590354" y="2091292"/>
                </a:moveTo>
                <a:lnTo>
                  <a:pt x="2592051" y="2092989"/>
                </a:lnTo>
                <a:lnTo>
                  <a:pt x="2595307" y="2092059"/>
                </a:lnTo>
                <a:lnTo>
                  <a:pt x="2595307" y="2092059"/>
                </a:lnTo>
                <a:lnTo>
                  <a:pt x="2592051" y="2092989"/>
                </a:lnTo>
                <a:close/>
                <a:moveTo>
                  <a:pt x="3701657" y="2088998"/>
                </a:moveTo>
                <a:lnTo>
                  <a:pt x="3699940" y="2089734"/>
                </a:lnTo>
                <a:lnTo>
                  <a:pt x="3699670" y="2090382"/>
                </a:lnTo>
                <a:lnTo>
                  <a:pt x="3699940" y="2089734"/>
                </a:lnTo>
                <a:close/>
                <a:moveTo>
                  <a:pt x="3472966" y="2088339"/>
                </a:moveTo>
                <a:lnTo>
                  <a:pt x="3468781" y="2088803"/>
                </a:lnTo>
                <a:lnTo>
                  <a:pt x="3468781" y="2088803"/>
                </a:lnTo>
                <a:close/>
                <a:moveTo>
                  <a:pt x="1699507" y="2088338"/>
                </a:moveTo>
                <a:lnTo>
                  <a:pt x="1699041" y="2092058"/>
                </a:lnTo>
                <a:lnTo>
                  <a:pt x="1694856" y="2092988"/>
                </a:lnTo>
                <a:lnTo>
                  <a:pt x="1692530" y="2097639"/>
                </a:lnTo>
                <a:lnTo>
                  <a:pt x="1692531" y="2097640"/>
                </a:lnTo>
                <a:lnTo>
                  <a:pt x="1694856" y="2092989"/>
                </a:lnTo>
                <a:lnTo>
                  <a:pt x="1699042" y="2092059"/>
                </a:lnTo>
                <a:lnTo>
                  <a:pt x="1699507" y="2088338"/>
                </a:lnTo>
                <a:close/>
                <a:moveTo>
                  <a:pt x="4067842" y="2086477"/>
                </a:moveTo>
                <a:lnTo>
                  <a:pt x="4065051" y="2097640"/>
                </a:lnTo>
                <a:lnTo>
                  <a:pt x="4067376" y="2103221"/>
                </a:lnTo>
                <a:lnTo>
                  <a:pt x="4067377" y="2103221"/>
                </a:lnTo>
                <a:lnTo>
                  <a:pt x="4065052" y="2097641"/>
                </a:lnTo>
                <a:lnTo>
                  <a:pt x="4067842" y="2086478"/>
                </a:lnTo>
                <a:close/>
                <a:moveTo>
                  <a:pt x="2578359" y="2086269"/>
                </a:moveTo>
                <a:lnTo>
                  <a:pt x="2579959" y="2089269"/>
                </a:lnTo>
                <a:lnTo>
                  <a:pt x="2588796" y="2089734"/>
                </a:lnTo>
                <a:lnTo>
                  <a:pt x="2588795" y="2089733"/>
                </a:lnTo>
                <a:lnTo>
                  <a:pt x="2579959" y="2089268"/>
                </a:lnTo>
                <a:close/>
                <a:moveTo>
                  <a:pt x="1347885" y="2086012"/>
                </a:moveTo>
                <a:lnTo>
                  <a:pt x="1344436" y="2086639"/>
                </a:lnTo>
                <a:lnTo>
                  <a:pt x="1347884" y="2086012"/>
                </a:lnTo>
                <a:lnTo>
                  <a:pt x="1354396" y="2087873"/>
                </a:lnTo>
                <a:lnTo>
                  <a:pt x="1357187" y="2087407"/>
                </a:lnTo>
                <a:lnTo>
                  <a:pt x="1357187" y="2087407"/>
                </a:lnTo>
                <a:lnTo>
                  <a:pt x="1354397" y="2087872"/>
                </a:lnTo>
                <a:close/>
                <a:moveTo>
                  <a:pt x="3726574" y="2085600"/>
                </a:moveTo>
                <a:lnTo>
                  <a:pt x="3729707" y="2086943"/>
                </a:lnTo>
                <a:lnTo>
                  <a:pt x="3729707" y="2086943"/>
                </a:lnTo>
                <a:close/>
                <a:moveTo>
                  <a:pt x="3476223" y="2084617"/>
                </a:moveTo>
                <a:lnTo>
                  <a:pt x="3474362" y="2085082"/>
                </a:lnTo>
                <a:lnTo>
                  <a:pt x="3474362" y="2085083"/>
                </a:lnTo>
                <a:lnTo>
                  <a:pt x="3476222" y="2084617"/>
                </a:lnTo>
                <a:lnTo>
                  <a:pt x="3477152" y="2085083"/>
                </a:lnTo>
                <a:lnTo>
                  <a:pt x="3477152" y="2085082"/>
                </a:lnTo>
                <a:close/>
                <a:moveTo>
                  <a:pt x="3724178" y="2083799"/>
                </a:moveTo>
                <a:lnTo>
                  <a:pt x="3726451" y="2085547"/>
                </a:lnTo>
                <a:lnTo>
                  <a:pt x="3726452" y="2085548"/>
                </a:lnTo>
                <a:close/>
                <a:moveTo>
                  <a:pt x="3582267" y="2080896"/>
                </a:moveTo>
                <a:lnTo>
                  <a:pt x="3582267" y="2085083"/>
                </a:lnTo>
                <a:lnTo>
                  <a:pt x="3588314" y="2086478"/>
                </a:lnTo>
                <a:lnTo>
                  <a:pt x="3588525" y="2086056"/>
                </a:lnTo>
                <a:lnTo>
                  <a:pt x="3588314" y="2086478"/>
                </a:lnTo>
                <a:lnTo>
                  <a:pt x="3582268" y="2085082"/>
                </a:lnTo>
                <a:lnTo>
                  <a:pt x="3582268" y="2080897"/>
                </a:lnTo>
                <a:close/>
                <a:moveTo>
                  <a:pt x="3610175" y="2080431"/>
                </a:moveTo>
                <a:lnTo>
                  <a:pt x="3610175" y="2080432"/>
                </a:lnTo>
                <a:lnTo>
                  <a:pt x="3616685" y="2081827"/>
                </a:lnTo>
                <a:lnTo>
                  <a:pt x="3618081" y="2090198"/>
                </a:lnTo>
                <a:lnTo>
                  <a:pt x="3620871" y="2089734"/>
                </a:lnTo>
                <a:lnTo>
                  <a:pt x="3625523" y="2090664"/>
                </a:lnTo>
                <a:lnTo>
                  <a:pt x="3627383" y="2093920"/>
                </a:lnTo>
                <a:lnTo>
                  <a:pt x="3625978" y="2095325"/>
                </a:lnTo>
                <a:lnTo>
                  <a:pt x="3627384" y="2093919"/>
                </a:lnTo>
                <a:lnTo>
                  <a:pt x="3625523" y="2090663"/>
                </a:lnTo>
                <a:lnTo>
                  <a:pt x="3620872" y="2089734"/>
                </a:lnTo>
                <a:lnTo>
                  <a:pt x="3618082" y="2090198"/>
                </a:lnTo>
                <a:lnTo>
                  <a:pt x="3616686" y="2081827"/>
                </a:lnTo>
                <a:close/>
                <a:moveTo>
                  <a:pt x="3722773" y="2080220"/>
                </a:moveTo>
                <a:lnTo>
                  <a:pt x="3720405" y="2080896"/>
                </a:lnTo>
                <a:lnTo>
                  <a:pt x="3720406" y="2080897"/>
                </a:lnTo>
                <a:close/>
                <a:moveTo>
                  <a:pt x="1366677" y="2079991"/>
                </a:moveTo>
                <a:lnTo>
                  <a:pt x="1361838" y="2080430"/>
                </a:lnTo>
                <a:lnTo>
                  <a:pt x="1361838" y="2080431"/>
                </a:lnTo>
                <a:close/>
                <a:moveTo>
                  <a:pt x="3603378" y="2079947"/>
                </a:moveTo>
                <a:lnTo>
                  <a:pt x="3602732" y="2080431"/>
                </a:lnTo>
                <a:lnTo>
                  <a:pt x="3599291" y="2080027"/>
                </a:lnTo>
                <a:lnTo>
                  <a:pt x="3602732" y="2080432"/>
                </a:lnTo>
                <a:close/>
                <a:moveTo>
                  <a:pt x="2570715" y="2079851"/>
                </a:moveTo>
                <a:lnTo>
                  <a:pt x="2572982" y="2081362"/>
                </a:lnTo>
                <a:lnTo>
                  <a:pt x="2576237" y="2082292"/>
                </a:lnTo>
                <a:lnTo>
                  <a:pt x="2576237" y="2082291"/>
                </a:lnTo>
                <a:lnTo>
                  <a:pt x="2572982" y="2081362"/>
                </a:lnTo>
                <a:close/>
                <a:moveTo>
                  <a:pt x="3604593" y="2079036"/>
                </a:moveTo>
                <a:lnTo>
                  <a:pt x="3604592" y="2079037"/>
                </a:lnTo>
                <a:lnTo>
                  <a:pt x="3609103" y="2083893"/>
                </a:lnTo>
                <a:close/>
                <a:moveTo>
                  <a:pt x="3575878" y="2078764"/>
                </a:moveTo>
                <a:lnTo>
                  <a:pt x="3573431" y="2079036"/>
                </a:lnTo>
                <a:lnTo>
                  <a:pt x="3573431" y="2079036"/>
                </a:lnTo>
                <a:close/>
                <a:moveTo>
                  <a:pt x="3577617" y="2078571"/>
                </a:moveTo>
                <a:lnTo>
                  <a:pt x="3577616" y="2078571"/>
                </a:lnTo>
                <a:lnTo>
                  <a:pt x="3582083" y="2080804"/>
                </a:lnTo>
                <a:close/>
                <a:moveTo>
                  <a:pt x="4065982" y="2077641"/>
                </a:moveTo>
                <a:lnTo>
                  <a:pt x="4065981" y="2077641"/>
                </a:lnTo>
                <a:lnTo>
                  <a:pt x="4067536" y="2085024"/>
                </a:lnTo>
                <a:close/>
                <a:moveTo>
                  <a:pt x="3556687" y="2077641"/>
                </a:moveTo>
                <a:lnTo>
                  <a:pt x="3556598" y="2077850"/>
                </a:lnTo>
                <a:lnTo>
                  <a:pt x="3556687" y="2077641"/>
                </a:lnTo>
                <a:lnTo>
                  <a:pt x="3559942" y="2079036"/>
                </a:lnTo>
                <a:lnTo>
                  <a:pt x="3564594" y="2081361"/>
                </a:lnTo>
                <a:lnTo>
                  <a:pt x="3564128" y="2085083"/>
                </a:lnTo>
                <a:lnTo>
                  <a:pt x="3564129" y="2085082"/>
                </a:lnTo>
                <a:lnTo>
                  <a:pt x="3564594" y="2081361"/>
                </a:lnTo>
                <a:lnTo>
                  <a:pt x="3559943" y="2079036"/>
                </a:lnTo>
                <a:close/>
                <a:moveTo>
                  <a:pt x="2567400" y="2077640"/>
                </a:moveTo>
                <a:lnTo>
                  <a:pt x="2561354" y="2079501"/>
                </a:lnTo>
                <a:lnTo>
                  <a:pt x="2557633" y="2079501"/>
                </a:lnTo>
                <a:lnTo>
                  <a:pt x="2557634" y="2079501"/>
                </a:lnTo>
                <a:lnTo>
                  <a:pt x="2561355" y="2079501"/>
                </a:lnTo>
                <a:lnTo>
                  <a:pt x="2567401" y="2077641"/>
                </a:lnTo>
                <a:close/>
                <a:moveTo>
                  <a:pt x="3708777" y="2077176"/>
                </a:moveTo>
                <a:lnTo>
                  <a:pt x="3705522" y="2077641"/>
                </a:lnTo>
                <a:lnTo>
                  <a:pt x="3705522" y="2077641"/>
                </a:lnTo>
                <a:close/>
                <a:moveTo>
                  <a:pt x="3510176" y="2076710"/>
                </a:moveTo>
                <a:lnTo>
                  <a:pt x="3498548" y="2078571"/>
                </a:lnTo>
                <a:lnTo>
                  <a:pt x="3495293" y="2078105"/>
                </a:lnTo>
                <a:lnTo>
                  <a:pt x="3482735" y="2077641"/>
                </a:lnTo>
                <a:lnTo>
                  <a:pt x="3482735" y="2077641"/>
                </a:lnTo>
                <a:lnTo>
                  <a:pt x="3495292" y="2078106"/>
                </a:lnTo>
                <a:lnTo>
                  <a:pt x="3498548" y="2078571"/>
                </a:lnTo>
                <a:lnTo>
                  <a:pt x="3510175" y="2076710"/>
                </a:lnTo>
                <a:close/>
                <a:moveTo>
                  <a:pt x="4093961" y="2076105"/>
                </a:moveTo>
                <a:lnTo>
                  <a:pt x="4094818" y="2077175"/>
                </a:lnTo>
                <a:lnTo>
                  <a:pt x="4095271" y="2078352"/>
                </a:lnTo>
                <a:lnTo>
                  <a:pt x="4094818" y="2077175"/>
                </a:lnTo>
                <a:close/>
                <a:moveTo>
                  <a:pt x="3812496" y="2072990"/>
                </a:moveTo>
                <a:lnTo>
                  <a:pt x="3808310" y="2076710"/>
                </a:lnTo>
                <a:lnTo>
                  <a:pt x="3806915" y="2079966"/>
                </a:lnTo>
                <a:lnTo>
                  <a:pt x="3807845" y="2085083"/>
                </a:lnTo>
                <a:lnTo>
                  <a:pt x="3811101" y="2086478"/>
                </a:lnTo>
                <a:lnTo>
                  <a:pt x="3817613" y="2086013"/>
                </a:lnTo>
                <a:lnTo>
                  <a:pt x="3818078" y="2087873"/>
                </a:lnTo>
                <a:lnTo>
                  <a:pt x="3811101" y="2092990"/>
                </a:lnTo>
                <a:lnTo>
                  <a:pt x="3811101" y="2096710"/>
                </a:lnTo>
                <a:lnTo>
                  <a:pt x="3806450" y="2103222"/>
                </a:lnTo>
                <a:lnTo>
                  <a:pt x="3805984" y="2108338"/>
                </a:lnTo>
                <a:lnTo>
                  <a:pt x="3808310" y="2115315"/>
                </a:lnTo>
                <a:lnTo>
                  <a:pt x="3806915" y="2121826"/>
                </a:lnTo>
                <a:lnTo>
                  <a:pt x="3809240" y="2129268"/>
                </a:lnTo>
                <a:lnTo>
                  <a:pt x="3809241" y="2129267"/>
                </a:lnTo>
                <a:lnTo>
                  <a:pt x="3806916" y="2121826"/>
                </a:lnTo>
                <a:lnTo>
                  <a:pt x="3808311" y="2115314"/>
                </a:lnTo>
                <a:lnTo>
                  <a:pt x="3805985" y="2108338"/>
                </a:lnTo>
                <a:lnTo>
                  <a:pt x="3806451" y="2103222"/>
                </a:lnTo>
                <a:lnTo>
                  <a:pt x="3811102" y="2096710"/>
                </a:lnTo>
                <a:lnTo>
                  <a:pt x="3811102" y="2092989"/>
                </a:lnTo>
                <a:lnTo>
                  <a:pt x="3818079" y="2087873"/>
                </a:lnTo>
                <a:lnTo>
                  <a:pt x="3817613" y="2086012"/>
                </a:lnTo>
                <a:lnTo>
                  <a:pt x="3811102" y="2086478"/>
                </a:lnTo>
                <a:lnTo>
                  <a:pt x="3807846" y="2085082"/>
                </a:lnTo>
                <a:lnTo>
                  <a:pt x="3806916" y="2079966"/>
                </a:lnTo>
                <a:lnTo>
                  <a:pt x="3808311" y="2076710"/>
                </a:lnTo>
                <a:lnTo>
                  <a:pt x="3812497" y="2072990"/>
                </a:lnTo>
                <a:close/>
                <a:moveTo>
                  <a:pt x="3722731" y="2072990"/>
                </a:moveTo>
                <a:lnTo>
                  <a:pt x="3724590" y="2076710"/>
                </a:lnTo>
                <a:lnTo>
                  <a:pt x="3723718" y="2079768"/>
                </a:lnTo>
                <a:lnTo>
                  <a:pt x="3724591" y="2076710"/>
                </a:lnTo>
                <a:close/>
                <a:moveTo>
                  <a:pt x="2538870" y="2069870"/>
                </a:moveTo>
                <a:lnTo>
                  <a:pt x="2539029" y="2070665"/>
                </a:lnTo>
                <a:lnTo>
                  <a:pt x="2542285" y="2072060"/>
                </a:lnTo>
                <a:lnTo>
                  <a:pt x="2543680" y="2070199"/>
                </a:lnTo>
                <a:lnTo>
                  <a:pt x="2549727" y="2073455"/>
                </a:lnTo>
                <a:lnTo>
                  <a:pt x="2554437" y="2077057"/>
                </a:lnTo>
                <a:lnTo>
                  <a:pt x="2549727" y="2073455"/>
                </a:lnTo>
                <a:lnTo>
                  <a:pt x="2543680" y="2070199"/>
                </a:lnTo>
                <a:lnTo>
                  <a:pt x="2542284" y="2072059"/>
                </a:lnTo>
                <a:lnTo>
                  <a:pt x="2539029" y="2070664"/>
                </a:lnTo>
                <a:close/>
                <a:moveTo>
                  <a:pt x="1374396" y="2068338"/>
                </a:moveTo>
                <a:lnTo>
                  <a:pt x="1372567" y="2070624"/>
                </a:lnTo>
                <a:lnTo>
                  <a:pt x="1374396" y="2068338"/>
                </a:lnTo>
                <a:close/>
                <a:moveTo>
                  <a:pt x="3527385" y="2067873"/>
                </a:moveTo>
                <a:lnTo>
                  <a:pt x="3522734" y="2068339"/>
                </a:lnTo>
                <a:lnTo>
                  <a:pt x="3517152" y="2072524"/>
                </a:lnTo>
                <a:lnTo>
                  <a:pt x="3517079" y="2072707"/>
                </a:lnTo>
                <a:lnTo>
                  <a:pt x="3517152" y="2072525"/>
                </a:lnTo>
                <a:lnTo>
                  <a:pt x="3522734" y="2068339"/>
                </a:lnTo>
                <a:lnTo>
                  <a:pt x="3527385" y="2067873"/>
                </a:lnTo>
                <a:lnTo>
                  <a:pt x="3532500" y="2072059"/>
                </a:lnTo>
                <a:lnTo>
                  <a:pt x="3532501" y="2072059"/>
                </a:lnTo>
                <a:close/>
                <a:moveTo>
                  <a:pt x="3540408" y="2067408"/>
                </a:moveTo>
                <a:lnTo>
                  <a:pt x="3540407" y="2067408"/>
                </a:lnTo>
                <a:lnTo>
                  <a:pt x="3545058" y="2071129"/>
                </a:lnTo>
                <a:lnTo>
                  <a:pt x="3549244" y="2077641"/>
                </a:lnTo>
                <a:lnTo>
                  <a:pt x="3549244" y="2082292"/>
                </a:lnTo>
                <a:lnTo>
                  <a:pt x="3546919" y="2086478"/>
                </a:lnTo>
                <a:lnTo>
                  <a:pt x="3547849" y="2087873"/>
                </a:lnTo>
                <a:lnTo>
                  <a:pt x="3547850" y="2087872"/>
                </a:lnTo>
                <a:lnTo>
                  <a:pt x="3546920" y="2086478"/>
                </a:lnTo>
                <a:lnTo>
                  <a:pt x="3549245" y="2082292"/>
                </a:lnTo>
                <a:lnTo>
                  <a:pt x="3549245" y="2077641"/>
                </a:lnTo>
                <a:lnTo>
                  <a:pt x="3545059" y="2071129"/>
                </a:lnTo>
                <a:close/>
                <a:moveTo>
                  <a:pt x="3716043" y="2066025"/>
                </a:moveTo>
                <a:lnTo>
                  <a:pt x="3718079" y="2066478"/>
                </a:lnTo>
                <a:lnTo>
                  <a:pt x="3718080" y="2066478"/>
                </a:lnTo>
                <a:lnTo>
                  <a:pt x="3718080" y="2066478"/>
                </a:lnTo>
                <a:lnTo>
                  <a:pt x="3718181" y="2066453"/>
                </a:lnTo>
                <a:lnTo>
                  <a:pt x="3718080" y="2066478"/>
                </a:lnTo>
                <a:close/>
                <a:moveTo>
                  <a:pt x="3722644" y="2065970"/>
                </a:moveTo>
                <a:lnTo>
                  <a:pt x="3723661" y="2066478"/>
                </a:lnTo>
                <a:lnTo>
                  <a:pt x="3723661" y="2066478"/>
                </a:lnTo>
                <a:close/>
                <a:moveTo>
                  <a:pt x="3767381" y="2065548"/>
                </a:moveTo>
                <a:lnTo>
                  <a:pt x="3770636" y="2070199"/>
                </a:lnTo>
                <a:lnTo>
                  <a:pt x="3770636" y="2070198"/>
                </a:lnTo>
                <a:close/>
                <a:moveTo>
                  <a:pt x="1709274" y="2065548"/>
                </a:moveTo>
                <a:lnTo>
                  <a:pt x="1708344" y="2072059"/>
                </a:lnTo>
                <a:lnTo>
                  <a:pt x="1703692" y="2079500"/>
                </a:lnTo>
                <a:lnTo>
                  <a:pt x="1700437" y="2083222"/>
                </a:lnTo>
                <a:lnTo>
                  <a:pt x="1697646" y="2085081"/>
                </a:lnTo>
                <a:lnTo>
                  <a:pt x="1697647" y="2085082"/>
                </a:lnTo>
                <a:lnTo>
                  <a:pt x="1700437" y="2083223"/>
                </a:lnTo>
                <a:lnTo>
                  <a:pt x="1703693" y="2079501"/>
                </a:lnTo>
                <a:lnTo>
                  <a:pt x="1708344" y="2072060"/>
                </a:lnTo>
                <a:lnTo>
                  <a:pt x="1709274" y="2065548"/>
                </a:lnTo>
                <a:close/>
                <a:moveTo>
                  <a:pt x="3780870" y="2063222"/>
                </a:moveTo>
                <a:lnTo>
                  <a:pt x="3780870" y="2063222"/>
                </a:lnTo>
                <a:lnTo>
                  <a:pt x="3787845" y="2063222"/>
                </a:lnTo>
                <a:lnTo>
                  <a:pt x="3790636" y="2064618"/>
                </a:lnTo>
                <a:lnTo>
                  <a:pt x="3790637" y="2064617"/>
                </a:lnTo>
                <a:lnTo>
                  <a:pt x="3787846" y="2063222"/>
                </a:lnTo>
                <a:close/>
                <a:moveTo>
                  <a:pt x="3797148" y="2061827"/>
                </a:moveTo>
                <a:lnTo>
                  <a:pt x="3793503" y="2063389"/>
                </a:lnTo>
                <a:lnTo>
                  <a:pt x="3797148" y="2061827"/>
                </a:lnTo>
                <a:lnTo>
                  <a:pt x="3799611" y="2062016"/>
                </a:lnTo>
                <a:close/>
                <a:moveTo>
                  <a:pt x="2533447" y="2061827"/>
                </a:moveTo>
                <a:lnTo>
                  <a:pt x="2533448" y="2061828"/>
                </a:lnTo>
                <a:lnTo>
                  <a:pt x="2537714" y="2065667"/>
                </a:lnTo>
                <a:close/>
                <a:moveTo>
                  <a:pt x="3761335" y="2060432"/>
                </a:moveTo>
                <a:lnTo>
                  <a:pt x="3761335" y="2060432"/>
                </a:lnTo>
                <a:lnTo>
                  <a:pt x="3763660" y="2065083"/>
                </a:lnTo>
                <a:lnTo>
                  <a:pt x="3765116" y="2065265"/>
                </a:lnTo>
                <a:lnTo>
                  <a:pt x="3763661" y="2065083"/>
                </a:lnTo>
                <a:close/>
                <a:moveTo>
                  <a:pt x="3817300" y="2058260"/>
                </a:moveTo>
                <a:lnTo>
                  <a:pt x="3820403" y="2059501"/>
                </a:lnTo>
                <a:lnTo>
                  <a:pt x="3825520" y="2058571"/>
                </a:lnTo>
                <a:lnTo>
                  <a:pt x="3820404" y="2059501"/>
                </a:lnTo>
                <a:close/>
                <a:moveTo>
                  <a:pt x="3811343" y="2057130"/>
                </a:moveTo>
                <a:lnTo>
                  <a:pt x="3812496" y="2058571"/>
                </a:lnTo>
                <a:lnTo>
                  <a:pt x="3812497" y="2058571"/>
                </a:lnTo>
                <a:close/>
                <a:moveTo>
                  <a:pt x="4098244" y="2057051"/>
                </a:moveTo>
                <a:lnTo>
                  <a:pt x="4098539" y="2057641"/>
                </a:lnTo>
                <a:lnTo>
                  <a:pt x="4098539" y="2057640"/>
                </a:lnTo>
                <a:close/>
                <a:moveTo>
                  <a:pt x="3830172" y="2056710"/>
                </a:moveTo>
                <a:lnTo>
                  <a:pt x="3830171" y="2056711"/>
                </a:lnTo>
                <a:lnTo>
                  <a:pt x="3822729" y="2065083"/>
                </a:lnTo>
                <a:lnTo>
                  <a:pt x="3814357" y="2072990"/>
                </a:lnTo>
                <a:lnTo>
                  <a:pt x="3814358" y="2072990"/>
                </a:lnTo>
                <a:lnTo>
                  <a:pt x="3822730" y="2065083"/>
                </a:lnTo>
                <a:close/>
                <a:moveTo>
                  <a:pt x="1717646" y="2055780"/>
                </a:moveTo>
                <a:lnTo>
                  <a:pt x="1714391" y="2057175"/>
                </a:lnTo>
                <a:lnTo>
                  <a:pt x="1708344" y="2063687"/>
                </a:lnTo>
                <a:lnTo>
                  <a:pt x="1708711" y="2064422"/>
                </a:lnTo>
                <a:lnTo>
                  <a:pt x="1708344" y="2063687"/>
                </a:lnTo>
                <a:lnTo>
                  <a:pt x="1714391" y="2057177"/>
                </a:lnTo>
                <a:lnTo>
                  <a:pt x="1717647" y="2055781"/>
                </a:lnTo>
                <a:close/>
                <a:moveTo>
                  <a:pt x="3137159" y="2055315"/>
                </a:moveTo>
                <a:lnTo>
                  <a:pt x="3137158" y="2055315"/>
                </a:lnTo>
                <a:lnTo>
                  <a:pt x="3140414" y="2055315"/>
                </a:lnTo>
                <a:lnTo>
                  <a:pt x="3141749" y="2055760"/>
                </a:lnTo>
                <a:lnTo>
                  <a:pt x="3140415" y="2055315"/>
                </a:lnTo>
                <a:close/>
                <a:moveTo>
                  <a:pt x="3133903" y="2054850"/>
                </a:moveTo>
                <a:lnTo>
                  <a:pt x="3133903" y="2054850"/>
                </a:lnTo>
                <a:lnTo>
                  <a:pt x="3134368" y="2056711"/>
                </a:lnTo>
                <a:lnTo>
                  <a:pt x="3135763" y="2058106"/>
                </a:lnTo>
                <a:lnTo>
                  <a:pt x="3135763" y="2058106"/>
                </a:lnTo>
                <a:lnTo>
                  <a:pt x="3134368" y="2056711"/>
                </a:lnTo>
                <a:close/>
                <a:moveTo>
                  <a:pt x="3746917" y="2054385"/>
                </a:moveTo>
                <a:lnTo>
                  <a:pt x="3746917" y="2054386"/>
                </a:lnTo>
                <a:lnTo>
                  <a:pt x="3748777" y="2054850"/>
                </a:lnTo>
                <a:close/>
                <a:moveTo>
                  <a:pt x="2519494" y="2052524"/>
                </a:moveTo>
                <a:lnTo>
                  <a:pt x="2519495" y="2052525"/>
                </a:lnTo>
                <a:lnTo>
                  <a:pt x="2526006" y="2053455"/>
                </a:lnTo>
                <a:lnTo>
                  <a:pt x="2529727" y="2057177"/>
                </a:lnTo>
                <a:lnTo>
                  <a:pt x="2533288" y="2061628"/>
                </a:lnTo>
                <a:lnTo>
                  <a:pt x="2529727" y="2057175"/>
                </a:lnTo>
                <a:lnTo>
                  <a:pt x="2526006" y="2053455"/>
                </a:lnTo>
                <a:close/>
                <a:moveTo>
                  <a:pt x="1712713" y="2050284"/>
                </a:moveTo>
                <a:lnTo>
                  <a:pt x="1712995" y="2051129"/>
                </a:lnTo>
                <a:lnTo>
                  <a:pt x="1712995" y="2051129"/>
                </a:lnTo>
                <a:close/>
                <a:moveTo>
                  <a:pt x="3753428" y="2049269"/>
                </a:moveTo>
                <a:lnTo>
                  <a:pt x="3762265" y="2052990"/>
                </a:lnTo>
                <a:lnTo>
                  <a:pt x="3762265" y="2052990"/>
                </a:lnTo>
                <a:close/>
                <a:moveTo>
                  <a:pt x="3144136" y="2042292"/>
                </a:moveTo>
                <a:lnTo>
                  <a:pt x="3144135" y="2042293"/>
                </a:lnTo>
                <a:lnTo>
                  <a:pt x="3146460" y="2045082"/>
                </a:lnTo>
                <a:lnTo>
                  <a:pt x="3146461" y="2045082"/>
                </a:lnTo>
                <a:close/>
                <a:moveTo>
                  <a:pt x="1717646" y="2039967"/>
                </a:moveTo>
                <a:lnTo>
                  <a:pt x="1717646" y="2042757"/>
                </a:lnTo>
                <a:lnTo>
                  <a:pt x="1715321" y="2043687"/>
                </a:lnTo>
                <a:lnTo>
                  <a:pt x="1711135" y="2043222"/>
                </a:lnTo>
                <a:lnTo>
                  <a:pt x="1708344" y="2046013"/>
                </a:lnTo>
                <a:lnTo>
                  <a:pt x="1708345" y="2046013"/>
                </a:lnTo>
                <a:lnTo>
                  <a:pt x="1711135" y="2043223"/>
                </a:lnTo>
                <a:lnTo>
                  <a:pt x="1715321" y="2043688"/>
                </a:lnTo>
                <a:lnTo>
                  <a:pt x="1717647" y="2042758"/>
                </a:lnTo>
                <a:lnTo>
                  <a:pt x="1717647" y="2039967"/>
                </a:lnTo>
                <a:close/>
                <a:moveTo>
                  <a:pt x="3152973" y="2039036"/>
                </a:moveTo>
                <a:lnTo>
                  <a:pt x="3152973" y="2039036"/>
                </a:lnTo>
                <a:lnTo>
                  <a:pt x="3156227" y="2039501"/>
                </a:lnTo>
                <a:close/>
                <a:moveTo>
                  <a:pt x="2512052" y="2039036"/>
                </a:moveTo>
                <a:lnTo>
                  <a:pt x="2512052" y="2039037"/>
                </a:lnTo>
                <a:lnTo>
                  <a:pt x="2515774" y="2041363"/>
                </a:lnTo>
                <a:lnTo>
                  <a:pt x="2515774" y="2041362"/>
                </a:lnTo>
                <a:close/>
                <a:moveTo>
                  <a:pt x="3419445" y="2036728"/>
                </a:moveTo>
                <a:lnTo>
                  <a:pt x="3418549" y="2037175"/>
                </a:lnTo>
                <a:lnTo>
                  <a:pt x="3416992" y="2036865"/>
                </a:lnTo>
                <a:lnTo>
                  <a:pt x="3418549" y="2037176"/>
                </a:lnTo>
                <a:close/>
                <a:moveTo>
                  <a:pt x="3416223" y="2036711"/>
                </a:moveTo>
                <a:lnTo>
                  <a:pt x="3417153" y="2039036"/>
                </a:lnTo>
                <a:lnTo>
                  <a:pt x="3417154" y="2039036"/>
                </a:lnTo>
                <a:lnTo>
                  <a:pt x="3416224" y="2036711"/>
                </a:lnTo>
                <a:close/>
                <a:moveTo>
                  <a:pt x="3419014" y="2033920"/>
                </a:moveTo>
                <a:lnTo>
                  <a:pt x="3419479" y="2036711"/>
                </a:lnTo>
                <a:lnTo>
                  <a:pt x="3419480" y="2036711"/>
                </a:lnTo>
                <a:lnTo>
                  <a:pt x="3419014" y="2033920"/>
                </a:lnTo>
                <a:lnTo>
                  <a:pt x="3420875" y="2033920"/>
                </a:lnTo>
                <a:lnTo>
                  <a:pt x="3420875" y="2033920"/>
                </a:lnTo>
                <a:close/>
                <a:moveTo>
                  <a:pt x="1720437" y="2032525"/>
                </a:moveTo>
                <a:lnTo>
                  <a:pt x="1717646" y="2035315"/>
                </a:lnTo>
                <a:lnTo>
                  <a:pt x="1715786" y="2034385"/>
                </a:lnTo>
                <a:lnTo>
                  <a:pt x="1713460" y="2036245"/>
                </a:lnTo>
                <a:lnTo>
                  <a:pt x="1713460" y="2036246"/>
                </a:lnTo>
                <a:lnTo>
                  <a:pt x="1715786" y="2034386"/>
                </a:lnTo>
                <a:lnTo>
                  <a:pt x="1717647" y="2035316"/>
                </a:lnTo>
                <a:lnTo>
                  <a:pt x="1720437" y="2032526"/>
                </a:lnTo>
                <a:close/>
                <a:moveTo>
                  <a:pt x="3416688" y="2031594"/>
                </a:moveTo>
                <a:lnTo>
                  <a:pt x="3416688" y="2032060"/>
                </a:lnTo>
                <a:lnTo>
                  <a:pt x="3417754" y="2032237"/>
                </a:lnTo>
                <a:lnTo>
                  <a:pt x="3416689" y="2032060"/>
                </a:lnTo>
                <a:lnTo>
                  <a:pt x="3416689" y="2031595"/>
                </a:lnTo>
                <a:close/>
                <a:moveTo>
                  <a:pt x="3420040" y="2027364"/>
                </a:moveTo>
                <a:lnTo>
                  <a:pt x="3421339" y="2028339"/>
                </a:lnTo>
                <a:lnTo>
                  <a:pt x="3419944" y="2029268"/>
                </a:lnTo>
                <a:lnTo>
                  <a:pt x="3418549" y="2030199"/>
                </a:lnTo>
                <a:lnTo>
                  <a:pt x="3417619" y="2032060"/>
                </a:lnTo>
                <a:lnTo>
                  <a:pt x="3417619" y="2032060"/>
                </a:lnTo>
                <a:lnTo>
                  <a:pt x="3418549" y="2030200"/>
                </a:lnTo>
                <a:lnTo>
                  <a:pt x="3419945" y="2029269"/>
                </a:lnTo>
                <a:lnTo>
                  <a:pt x="3421340" y="2028339"/>
                </a:lnTo>
                <a:close/>
                <a:moveTo>
                  <a:pt x="1426024" y="2026943"/>
                </a:moveTo>
                <a:lnTo>
                  <a:pt x="1426023" y="2026943"/>
                </a:lnTo>
                <a:lnTo>
                  <a:pt x="1430674" y="2028803"/>
                </a:lnTo>
                <a:lnTo>
                  <a:pt x="1430674" y="2028803"/>
                </a:lnTo>
                <a:close/>
                <a:moveTo>
                  <a:pt x="1727412" y="2026479"/>
                </a:moveTo>
                <a:lnTo>
                  <a:pt x="1723692" y="2029734"/>
                </a:lnTo>
                <a:lnTo>
                  <a:pt x="1719972" y="2029269"/>
                </a:lnTo>
                <a:lnTo>
                  <a:pt x="1719972" y="2029270"/>
                </a:lnTo>
                <a:lnTo>
                  <a:pt x="1723693" y="2029734"/>
                </a:lnTo>
                <a:lnTo>
                  <a:pt x="1727413" y="2026479"/>
                </a:lnTo>
                <a:close/>
                <a:moveTo>
                  <a:pt x="3419479" y="2025083"/>
                </a:moveTo>
                <a:lnTo>
                  <a:pt x="3419479" y="2026943"/>
                </a:lnTo>
                <a:lnTo>
                  <a:pt x="3419480" y="2026944"/>
                </a:lnTo>
                <a:lnTo>
                  <a:pt x="3419480" y="2025083"/>
                </a:lnTo>
                <a:close/>
                <a:moveTo>
                  <a:pt x="3421333" y="2018337"/>
                </a:moveTo>
                <a:lnTo>
                  <a:pt x="3424131" y="2019037"/>
                </a:lnTo>
                <a:lnTo>
                  <a:pt x="3425991" y="2019502"/>
                </a:lnTo>
                <a:lnTo>
                  <a:pt x="3426392" y="2018699"/>
                </a:lnTo>
                <a:lnTo>
                  <a:pt x="3425990" y="2019502"/>
                </a:lnTo>
                <a:lnTo>
                  <a:pt x="3424130" y="2019036"/>
                </a:lnTo>
                <a:close/>
                <a:moveTo>
                  <a:pt x="3420409" y="2015780"/>
                </a:moveTo>
                <a:lnTo>
                  <a:pt x="3419479" y="2016711"/>
                </a:lnTo>
                <a:lnTo>
                  <a:pt x="3420409" y="2019502"/>
                </a:lnTo>
                <a:lnTo>
                  <a:pt x="3422270" y="2023222"/>
                </a:lnTo>
                <a:lnTo>
                  <a:pt x="3421804" y="2024153"/>
                </a:lnTo>
                <a:lnTo>
                  <a:pt x="3419479" y="2024617"/>
                </a:lnTo>
                <a:lnTo>
                  <a:pt x="3419465" y="2024604"/>
                </a:lnTo>
                <a:lnTo>
                  <a:pt x="3418549" y="2023687"/>
                </a:lnTo>
                <a:lnTo>
                  <a:pt x="3417153" y="2024153"/>
                </a:lnTo>
                <a:lnTo>
                  <a:pt x="3417154" y="2024153"/>
                </a:lnTo>
                <a:lnTo>
                  <a:pt x="3418549" y="2023688"/>
                </a:lnTo>
                <a:lnTo>
                  <a:pt x="3419465" y="2024604"/>
                </a:lnTo>
                <a:lnTo>
                  <a:pt x="3419479" y="2024617"/>
                </a:lnTo>
                <a:lnTo>
                  <a:pt x="3419479" y="2024617"/>
                </a:lnTo>
                <a:lnTo>
                  <a:pt x="3419480" y="2024618"/>
                </a:lnTo>
                <a:lnTo>
                  <a:pt x="3421805" y="2024153"/>
                </a:lnTo>
                <a:lnTo>
                  <a:pt x="3422270" y="2023223"/>
                </a:lnTo>
                <a:lnTo>
                  <a:pt x="3420410" y="2019502"/>
                </a:lnTo>
                <a:lnTo>
                  <a:pt x="3419480" y="2016711"/>
                </a:lnTo>
                <a:lnTo>
                  <a:pt x="3420409" y="2015782"/>
                </a:lnTo>
                <a:close/>
                <a:moveTo>
                  <a:pt x="3425060" y="2013455"/>
                </a:moveTo>
                <a:lnTo>
                  <a:pt x="3426456" y="2018572"/>
                </a:lnTo>
                <a:lnTo>
                  <a:pt x="3426456" y="2018572"/>
                </a:lnTo>
                <a:lnTo>
                  <a:pt x="3425061" y="2013456"/>
                </a:lnTo>
                <a:close/>
                <a:moveTo>
                  <a:pt x="2538099" y="2010665"/>
                </a:moveTo>
                <a:lnTo>
                  <a:pt x="2538099" y="2010665"/>
                </a:lnTo>
                <a:lnTo>
                  <a:pt x="2540424" y="2014386"/>
                </a:lnTo>
                <a:lnTo>
                  <a:pt x="2540425" y="2014385"/>
                </a:lnTo>
                <a:close/>
                <a:moveTo>
                  <a:pt x="3188786" y="2010664"/>
                </a:moveTo>
                <a:lnTo>
                  <a:pt x="3187510" y="2011824"/>
                </a:lnTo>
                <a:lnTo>
                  <a:pt x="3188785" y="2010665"/>
                </a:lnTo>
                <a:lnTo>
                  <a:pt x="3189715" y="2011595"/>
                </a:lnTo>
                <a:lnTo>
                  <a:pt x="3190180" y="2012060"/>
                </a:lnTo>
                <a:lnTo>
                  <a:pt x="3190181" y="2012059"/>
                </a:lnTo>
                <a:lnTo>
                  <a:pt x="3189716" y="2011595"/>
                </a:lnTo>
                <a:close/>
                <a:moveTo>
                  <a:pt x="1736377" y="2009943"/>
                </a:moveTo>
                <a:lnTo>
                  <a:pt x="1737645" y="2014385"/>
                </a:lnTo>
                <a:lnTo>
                  <a:pt x="1732994" y="2014850"/>
                </a:lnTo>
                <a:lnTo>
                  <a:pt x="1729739" y="2019501"/>
                </a:lnTo>
                <a:lnTo>
                  <a:pt x="1726483" y="2019967"/>
                </a:lnTo>
                <a:lnTo>
                  <a:pt x="1724623" y="2025083"/>
                </a:lnTo>
                <a:lnTo>
                  <a:pt x="1724623" y="2025083"/>
                </a:lnTo>
                <a:lnTo>
                  <a:pt x="1726483" y="2019968"/>
                </a:lnTo>
                <a:lnTo>
                  <a:pt x="1729739" y="2019502"/>
                </a:lnTo>
                <a:lnTo>
                  <a:pt x="1732995" y="2014851"/>
                </a:lnTo>
                <a:lnTo>
                  <a:pt x="1737646" y="2014387"/>
                </a:lnTo>
                <a:close/>
                <a:moveTo>
                  <a:pt x="3429711" y="2007874"/>
                </a:moveTo>
                <a:lnTo>
                  <a:pt x="3429711" y="2011595"/>
                </a:lnTo>
                <a:lnTo>
                  <a:pt x="3426921" y="2014385"/>
                </a:lnTo>
                <a:lnTo>
                  <a:pt x="3426032" y="2013941"/>
                </a:lnTo>
                <a:lnTo>
                  <a:pt x="3426921" y="2014386"/>
                </a:lnTo>
                <a:lnTo>
                  <a:pt x="3429712" y="2011595"/>
                </a:lnTo>
                <a:lnTo>
                  <a:pt x="3429712" y="2007874"/>
                </a:lnTo>
                <a:close/>
                <a:moveTo>
                  <a:pt x="1457651" y="2004618"/>
                </a:moveTo>
                <a:lnTo>
                  <a:pt x="1460906" y="2006013"/>
                </a:lnTo>
                <a:lnTo>
                  <a:pt x="1460907" y="2006013"/>
                </a:lnTo>
                <a:close/>
                <a:moveTo>
                  <a:pt x="3188650" y="2003649"/>
                </a:moveTo>
                <a:lnTo>
                  <a:pt x="3187390" y="2004153"/>
                </a:lnTo>
                <a:lnTo>
                  <a:pt x="3187391" y="2004153"/>
                </a:lnTo>
                <a:close/>
                <a:moveTo>
                  <a:pt x="3441804" y="2002293"/>
                </a:moveTo>
                <a:lnTo>
                  <a:pt x="3437153" y="2005548"/>
                </a:lnTo>
                <a:lnTo>
                  <a:pt x="3431206" y="2007407"/>
                </a:lnTo>
                <a:lnTo>
                  <a:pt x="3437153" y="2005549"/>
                </a:lnTo>
                <a:lnTo>
                  <a:pt x="3441804" y="2002293"/>
                </a:lnTo>
                <a:close/>
                <a:moveTo>
                  <a:pt x="1737645" y="1991595"/>
                </a:moveTo>
                <a:lnTo>
                  <a:pt x="1735786" y="1996711"/>
                </a:lnTo>
                <a:lnTo>
                  <a:pt x="1730204" y="1998572"/>
                </a:lnTo>
                <a:lnTo>
                  <a:pt x="1731599" y="2003687"/>
                </a:lnTo>
                <a:lnTo>
                  <a:pt x="1729739" y="2006013"/>
                </a:lnTo>
                <a:lnTo>
                  <a:pt x="1729740" y="2006014"/>
                </a:lnTo>
                <a:lnTo>
                  <a:pt x="1731600" y="2003688"/>
                </a:lnTo>
                <a:lnTo>
                  <a:pt x="1730205" y="1998573"/>
                </a:lnTo>
                <a:lnTo>
                  <a:pt x="1735786" y="1996712"/>
                </a:lnTo>
                <a:lnTo>
                  <a:pt x="1737646" y="1991596"/>
                </a:lnTo>
                <a:close/>
                <a:moveTo>
                  <a:pt x="2495774" y="1990665"/>
                </a:moveTo>
                <a:lnTo>
                  <a:pt x="2495774" y="1990666"/>
                </a:lnTo>
                <a:lnTo>
                  <a:pt x="2502751" y="1992526"/>
                </a:lnTo>
                <a:lnTo>
                  <a:pt x="2508797" y="1993456"/>
                </a:lnTo>
                <a:lnTo>
                  <a:pt x="2510193" y="1991131"/>
                </a:lnTo>
                <a:lnTo>
                  <a:pt x="2513913" y="1992061"/>
                </a:lnTo>
                <a:lnTo>
                  <a:pt x="2513913" y="1993922"/>
                </a:lnTo>
                <a:lnTo>
                  <a:pt x="2517169" y="1998107"/>
                </a:lnTo>
                <a:lnTo>
                  <a:pt x="2520425" y="1999037"/>
                </a:lnTo>
                <a:lnTo>
                  <a:pt x="2521355" y="2001363"/>
                </a:lnTo>
                <a:lnTo>
                  <a:pt x="2530192" y="2002293"/>
                </a:lnTo>
                <a:lnTo>
                  <a:pt x="2538564" y="2004154"/>
                </a:lnTo>
                <a:lnTo>
                  <a:pt x="2538564" y="2004153"/>
                </a:lnTo>
                <a:lnTo>
                  <a:pt x="2530192" y="2002293"/>
                </a:lnTo>
                <a:lnTo>
                  <a:pt x="2521355" y="2001363"/>
                </a:lnTo>
                <a:lnTo>
                  <a:pt x="2520425" y="1999037"/>
                </a:lnTo>
                <a:lnTo>
                  <a:pt x="2517169" y="1998107"/>
                </a:lnTo>
                <a:lnTo>
                  <a:pt x="2513913" y="1993921"/>
                </a:lnTo>
                <a:lnTo>
                  <a:pt x="2513913" y="1992060"/>
                </a:lnTo>
                <a:lnTo>
                  <a:pt x="2510192" y="1991130"/>
                </a:lnTo>
                <a:lnTo>
                  <a:pt x="2508797" y="1993456"/>
                </a:lnTo>
                <a:lnTo>
                  <a:pt x="2502750" y="1992525"/>
                </a:lnTo>
                <a:close/>
                <a:moveTo>
                  <a:pt x="3185529" y="1990665"/>
                </a:moveTo>
                <a:lnTo>
                  <a:pt x="3183205" y="1991130"/>
                </a:lnTo>
                <a:lnTo>
                  <a:pt x="3183205" y="1991130"/>
                </a:lnTo>
                <a:lnTo>
                  <a:pt x="3185529" y="1990665"/>
                </a:lnTo>
                <a:close/>
                <a:moveTo>
                  <a:pt x="1494859" y="1989734"/>
                </a:moveTo>
                <a:lnTo>
                  <a:pt x="1489942" y="1991578"/>
                </a:lnTo>
                <a:lnTo>
                  <a:pt x="1494859" y="1989735"/>
                </a:lnTo>
                <a:close/>
                <a:moveTo>
                  <a:pt x="3444130" y="1988340"/>
                </a:moveTo>
                <a:lnTo>
                  <a:pt x="3443665" y="1991130"/>
                </a:lnTo>
                <a:lnTo>
                  <a:pt x="3441340" y="1993456"/>
                </a:lnTo>
                <a:lnTo>
                  <a:pt x="3439944" y="1997641"/>
                </a:lnTo>
                <a:lnTo>
                  <a:pt x="3439944" y="1997642"/>
                </a:lnTo>
                <a:lnTo>
                  <a:pt x="3441340" y="1993456"/>
                </a:lnTo>
                <a:lnTo>
                  <a:pt x="3443665" y="1991130"/>
                </a:lnTo>
                <a:close/>
                <a:moveTo>
                  <a:pt x="1727413" y="1984618"/>
                </a:moveTo>
                <a:lnTo>
                  <a:pt x="1724623" y="1988804"/>
                </a:lnTo>
                <a:lnTo>
                  <a:pt x="1724623" y="1988804"/>
                </a:lnTo>
                <a:lnTo>
                  <a:pt x="1727413" y="1984619"/>
                </a:lnTo>
                <a:close/>
                <a:moveTo>
                  <a:pt x="1726948" y="1981363"/>
                </a:moveTo>
                <a:lnTo>
                  <a:pt x="1727332" y="1984052"/>
                </a:lnTo>
                <a:lnTo>
                  <a:pt x="1726949" y="1981363"/>
                </a:lnTo>
                <a:close/>
                <a:moveTo>
                  <a:pt x="1506022" y="1979967"/>
                </a:moveTo>
                <a:lnTo>
                  <a:pt x="1506022" y="1979967"/>
                </a:lnTo>
                <a:lnTo>
                  <a:pt x="1510208" y="1981828"/>
                </a:lnTo>
                <a:close/>
                <a:moveTo>
                  <a:pt x="2506368" y="1978657"/>
                </a:moveTo>
                <a:lnTo>
                  <a:pt x="2506006" y="1979502"/>
                </a:lnTo>
                <a:lnTo>
                  <a:pt x="2506006" y="1979502"/>
                </a:lnTo>
                <a:close/>
                <a:moveTo>
                  <a:pt x="1722762" y="1975317"/>
                </a:moveTo>
                <a:lnTo>
                  <a:pt x="1722297" y="1977177"/>
                </a:lnTo>
                <a:lnTo>
                  <a:pt x="1722298" y="1977178"/>
                </a:lnTo>
                <a:close/>
                <a:moveTo>
                  <a:pt x="3174787" y="1974642"/>
                </a:moveTo>
                <a:lnTo>
                  <a:pt x="3173437" y="1975317"/>
                </a:lnTo>
                <a:lnTo>
                  <a:pt x="3172971" y="1978107"/>
                </a:lnTo>
                <a:lnTo>
                  <a:pt x="3170181" y="1979968"/>
                </a:lnTo>
                <a:lnTo>
                  <a:pt x="3170181" y="1979968"/>
                </a:lnTo>
                <a:lnTo>
                  <a:pt x="3172973" y="1978107"/>
                </a:lnTo>
                <a:lnTo>
                  <a:pt x="3173437" y="1975317"/>
                </a:lnTo>
                <a:close/>
                <a:moveTo>
                  <a:pt x="3183669" y="1972526"/>
                </a:moveTo>
                <a:lnTo>
                  <a:pt x="3179948" y="1975317"/>
                </a:lnTo>
                <a:lnTo>
                  <a:pt x="3179949" y="1975317"/>
                </a:lnTo>
                <a:lnTo>
                  <a:pt x="3183669" y="1972527"/>
                </a:lnTo>
                <a:close/>
                <a:moveTo>
                  <a:pt x="4144629" y="1971131"/>
                </a:moveTo>
                <a:lnTo>
                  <a:pt x="4145514" y="1980432"/>
                </a:lnTo>
                <a:lnTo>
                  <a:pt x="4146445" y="1985083"/>
                </a:lnTo>
                <a:lnTo>
                  <a:pt x="4148091" y="1986524"/>
                </a:lnTo>
                <a:lnTo>
                  <a:pt x="4146446" y="1985084"/>
                </a:lnTo>
                <a:lnTo>
                  <a:pt x="4145515" y="1980433"/>
                </a:lnTo>
                <a:close/>
                <a:moveTo>
                  <a:pt x="4165700" y="1966291"/>
                </a:moveTo>
                <a:lnTo>
                  <a:pt x="4165980" y="1966944"/>
                </a:lnTo>
                <a:lnTo>
                  <a:pt x="4165980" y="1966944"/>
                </a:lnTo>
                <a:close/>
                <a:moveTo>
                  <a:pt x="1718111" y="1962293"/>
                </a:moveTo>
                <a:lnTo>
                  <a:pt x="1714391" y="1965084"/>
                </a:lnTo>
                <a:lnTo>
                  <a:pt x="1714391" y="1965085"/>
                </a:lnTo>
                <a:lnTo>
                  <a:pt x="1718111" y="1962294"/>
                </a:lnTo>
                <a:close/>
                <a:moveTo>
                  <a:pt x="3445060" y="1961828"/>
                </a:moveTo>
                <a:lnTo>
                  <a:pt x="3445060" y="1966944"/>
                </a:lnTo>
                <a:lnTo>
                  <a:pt x="3443199" y="1969270"/>
                </a:lnTo>
                <a:lnTo>
                  <a:pt x="3442735" y="1976246"/>
                </a:lnTo>
                <a:lnTo>
                  <a:pt x="3441611" y="1977745"/>
                </a:lnTo>
                <a:lnTo>
                  <a:pt x="3442735" y="1976247"/>
                </a:lnTo>
                <a:lnTo>
                  <a:pt x="3443200" y="1969270"/>
                </a:lnTo>
                <a:lnTo>
                  <a:pt x="3445060" y="1966945"/>
                </a:lnTo>
                <a:lnTo>
                  <a:pt x="3445060" y="1961828"/>
                </a:lnTo>
                <a:close/>
                <a:moveTo>
                  <a:pt x="2524924" y="1961385"/>
                </a:moveTo>
                <a:lnTo>
                  <a:pt x="2525076" y="1962293"/>
                </a:lnTo>
                <a:lnTo>
                  <a:pt x="2525076" y="1962293"/>
                </a:lnTo>
                <a:close/>
                <a:moveTo>
                  <a:pt x="3441985" y="1958739"/>
                </a:moveTo>
                <a:lnTo>
                  <a:pt x="3442735" y="1961363"/>
                </a:lnTo>
                <a:lnTo>
                  <a:pt x="3443905" y="1961597"/>
                </a:lnTo>
                <a:lnTo>
                  <a:pt x="3442735" y="1961363"/>
                </a:lnTo>
                <a:close/>
                <a:moveTo>
                  <a:pt x="1716961" y="1958406"/>
                </a:moveTo>
                <a:lnTo>
                  <a:pt x="1717646" y="1959502"/>
                </a:lnTo>
                <a:lnTo>
                  <a:pt x="1718030" y="1961807"/>
                </a:lnTo>
                <a:lnTo>
                  <a:pt x="1717647" y="1959503"/>
                </a:lnTo>
                <a:close/>
                <a:moveTo>
                  <a:pt x="1543231" y="1952060"/>
                </a:moveTo>
                <a:lnTo>
                  <a:pt x="1543231" y="1952061"/>
                </a:lnTo>
                <a:lnTo>
                  <a:pt x="1548811" y="1952991"/>
                </a:lnTo>
                <a:lnTo>
                  <a:pt x="1548813" y="1952990"/>
                </a:lnTo>
                <a:close/>
                <a:moveTo>
                  <a:pt x="1717646" y="1950666"/>
                </a:moveTo>
                <a:lnTo>
                  <a:pt x="1715321" y="1955782"/>
                </a:lnTo>
                <a:lnTo>
                  <a:pt x="1715321" y="1955782"/>
                </a:lnTo>
                <a:lnTo>
                  <a:pt x="1717647" y="1950666"/>
                </a:lnTo>
                <a:close/>
                <a:moveTo>
                  <a:pt x="3444082" y="1949756"/>
                </a:moveTo>
                <a:lnTo>
                  <a:pt x="3443665" y="1953922"/>
                </a:lnTo>
                <a:lnTo>
                  <a:pt x="3444595" y="1956247"/>
                </a:lnTo>
                <a:lnTo>
                  <a:pt x="3441804" y="1958107"/>
                </a:lnTo>
                <a:lnTo>
                  <a:pt x="3441804" y="1958108"/>
                </a:lnTo>
                <a:lnTo>
                  <a:pt x="3444595" y="1956247"/>
                </a:lnTo>
                <a:lnTo>
                  <a:pt x="3443665" y="1953921"/>
                </a:lnTo>
                <a:close/>
                <a:moveTo>
                  <a:pt x="2562936" y="1948452"/>
                </a:moveTo>
                <a:lnTo>
                  <a:pt x="2565075" y="1949736"/>
                </a:lnTo>
                <a:lnTo>
                  <a:pt x="2566936" y="1949736"/>
                </a:lnTo>
                <a:lnTo>
                  <a:pt x="2569726" y="1950201"/>
                </a:lnTo>
                <a:lnTo>
                  <a:pt x="2575307" y="1951132"/>
                </a:lnTo>
                <a:lnTo>
                  <a:pt x="2575307" y="1951130"/>
                </a:lnTo>
                <a:lnTo>
                  <a:pt x="2569726" y="1950200"/>
                </a:lnTo>
                <a:lnTo>
                  <a:pt x="2566935" y="1949735"/>
                </a:lnTo>
                <a:lnTo>
                  <a:pt x="2565075" y="1949735"/>
                </a:lnTo>
                <a:close/>
                <a:moveTo>
                  <a:pt x="3442890" y="1947286"/>
                </a:moveTo>
                <a:lnTo>
                  <a:pt x="3444130" y="1949271"/>
                </a:lnTo>
                <a:lnTo>
                  <a:pt x="3444130" y="1949270"/>
                </a:lnTo>
                <a:close/>
                <a:moveTo>
                  <a:pt x="1563607" y="1947155"/>
                </a:moveTo>
                <a:lnTo>
                  <a:pt x="1566486" y="1947875"/>
                </a:lnTo>
                <a:lnTo>
                  <a:pt x="1570672" y="1950200"/>
                </a:lnTo>
                <a:lnTo>
                  <a:pt x="1566486" y="1947875"/>
                </a:lnTo>
                <a:close/>
                <a:moveTo>
                  <a:pt x="1709274" y="1946945"/>
                </a:moveTo>
                <a:lnTo>
                  <a:pt x="1707414" y="1951131"/>
                </a:lnTo>
                <a:lnTo>
                  <a:pt x="1707414" y="1951131"/>
                </a:lnTo>
                <a:close/>
                <a:moveTo>
                  <a:pt x="2561539" y="1942031"/>
                </a:moveTo>
                <a:lnTo>
                  <a:pt x="2562284" y="1943224"/>
                </a:lnTo>
                <a:lnTo>
                  <a:pt x="2562284" y="1943223"/>
                </a:lnTo>
                <a:close/>
                <a:moveTo>
                  <a:pt x="4197270" y="1940076"/>
                </a:moveTo>
                <a:lnTo>
                  <a:pt x="4198537" y="1942293"/>
                </a:lnTo>
                <a:lnTo>
                  <a:pt x="4198538" y="1942293"/>
                </a:lnTo>
                <a:close/>
                <a:moveTo>
                  <a:pt x="2559028" y="1936712"/>
                </a:moveTo>
                <a:lnTo>
                  <a:pt x="2555773" y="1937177"/>
                </a:lnTo>
                <a:lnTo>
                  <a:pt x="2553912" y="1938572"/>
                </a:lnTo>
                <a:lnTo>
                  <a:pt x="2552052" y="1939968"/>
                </a:lnTo>
                <a:lnTo>
                  <a:pt x="2550191" y="1940898"/>
                </a:lnTo>
                <a:lnTo>
                  <a:pt x="2550192" y="1940899"/>
                </a:lnTo>
                <a:lnTo>
                  <a:pt x="2552053" y="1939969"/>
                </a:lnTo>
                <a:lnTo>
                  <a:pt x="2553912" y="1938574"/>
                </a:lnTo>
                <a:lnTo>
                  <a:pt x="2555773" y="1937178"/>
                </a:lnTo>
                <a:lnTo>
                  <a:pt x="2559028" y="1936713"/>
                </a:lnTo>
                <a:close/>
                <a:moveTo>
                  <a:pt x="1473464" y="1933922"/>
                </a:moveTo>
                <a:lnTo>
                  <a:pt x="1470674" y="1938107"/>
                </a:lnTo>
                <a:lnTo>
                  <a:pt x="1470675" y="1938107"/>
                </a:lnTo>
                <a:close/>
                <a:moveTo>
                  <a:pt x="4296747" y="1931672"/>
                </a:moveTo>
                <a:lnTo>
                  <a:pt x="4293419" y="1936247"/>
                </a:lnTo>
                <a:lnTo>
                  <a:pt x="4292954" y="1939967"/>
                </a:lnTo>
                <a:lnTo>
                  <a:pt x="4292954" y="1939968"/>
                </a:lnTo>
                <a:lnTo>
                  <a:pt x="4293419" y="1936248"/>
                </a:lnTo>
                <a:close/>
                <a:moveTo>
                  <a:pt x="4218538" y="1931596"/>
                </a:moveTo>
                <a:lnTo>
                  <a:pt x="4218538" y="1931597"/>
                </a:lnTo>
                <a:lnTo>
                  <a:pt x="4219932" y="1933457"/>
                </a:lnTo>
                <a:lnTo>
                  <a:pt x="4219932" y="1933456"/>
                </a:lnTo>
                <a:close/>
                <a:moveTo>
                  <a:pt x="1578022" y="1928211"/>
                </a:moveTo>
                <a:lnTo>
                  <a:pt x="1581834" y="1929736"/>
                </a:lnTo>
                <a:lnTo>
                  <a:pt x="1586486" y="1930200"/>
                </a:lnTo>
                <a:lnTo>
                  <a:pt x="1581835" y="1929736"/>
                </a:lnTo>
                <a:close/>
                <a:moveTo>
                  <a:pt x="2550192" y="1924620"/>
                </a:moveTo>
                <a:lnTo>
                  <a:pt x="2550192" y="1924620"/>
                </a:lnTo>
                <a:lnTo>
                  <a:pt x="2551122" y="1924620"/>
                </a:lnTo>
                <a:lnTo>
                  <a:pt x="2551254" y="1925279"/>
                </a:lnTo>
                <a:lnTo>
                  <a:pt x="2551122" y="1924620"/>
                </a:lnTo>
                <a:close/>
                <a:moveTo>
                  <a:pt x="2550988" y="1920761"/>
                </a:moveTo>
                <a:lnTo>
                  <a:pt x="2551122" y="1921829"/>
                </a:lnTo>
                <a:lnTo>
                  <a:pt x="2551122" y="1921828"/>
                </a:lnTo>
                <a:close/>
                <a:moveTo>
                  <a:pt x="1478580" y="1919969"/>
                </a:moveTo>
                <a:lnTo>
                  <a:pt x="1476255" y="1930667"/>
                </a:lnTo>
                <a:lnTo>
                  <a:pt x="1478115" y="1934388"/>
                </a:lnTo>
                <a:lnTo>
                  <a:pt x="1478116" y="1934387"/>
                </a:lnTo>
                <a:lnTo>
                  <a:pt x="1476255" y="1930666"/>
                </a:lnTo>
                <a:lnTo>
                  <a:pt x="1478581" y="1919969"/>
                </a:lnTo>
                <a:close/>
                <a:moveTo>
                  <a:pt x="1616252" y="1915783"/>
                </a:moveTo>
                <a:lnTo>
                  <a:pt x="1619508" y="1923689"/>
                </a:lnTo>
                <a:lnTo>
                  <a:pt x="1619508" y="1923689"/>
                </a:lnTo>
                <a:lnTo>
                  <a:pt x="1616253" y="1915783"/>
                </a:lnTo>
                <a:close/>
                <a:moveTo>
                  <a:pt x="2544610" y="1915782"/>
                </a:moveTo>
                <a:lnTo>
                  <a:pt x="2539494" y="1919038"/>
                </a:lnTo>
                <a:lnTo>
                  <a:pt x="2539494" y="1920433"/>
                </a:lnTo>
                <a:lnTo>
                  <a:pt x="2538564" y="1922294"/>
                </a:lnTo>
                <a:lnTo>
                  <a:pt x="2535308" y="1921364"/>
                </a:lnTo>
                <a:lnTo>
                  <a:pt x="2532518" y="1918574"/>
                </a:lnTo>
                <a:lnTo>
                  <a:pt x="2532518" y="1918574"/>
                </a:lnTo>
                <a:lnTo>
                  <a:pt x="2535308" y="1921364"/>
                </a:lnTo>
                <a:lnTo>
                  <a:pt x="2538564" y="1922294"/>
                </a:lnTo>
                <a:lnTo>
                  <a:pt x="2539495" y="1920434"/>
                </a:lnTo>
                <a:lnTo>
                  <a:pt x="2539495" y="1919039"/>
                </a:lnTo>
                <a:lnTo>
                  <a:pt x="2544610" y="1915783"/>
                </a:lnTo>
                <a:lnTo>
                  <a:pt x="2546936" y="1915783"/>
                </a:lnTo>
                <a:lnTo>
                  <a:pt x="2548797" y="1917179"/>
                </a:lnTo>
                <a:lnTo>
                  <a:pt x="2550657" y="1918108"/>
                </a:lnTo>
                <a:lnTo>
                  <a:pt x="2550657" y="1918108"/>
                </a:lnTo>
                <a:lnTo>
                  <a:pt x="2548796" y="1917178"/>
                </a:lnTo>
                <a:lnTo>
                  <a:pt x="2546935" y="1915782"/>
                </a:lnTo>
                <a:close/>
                <a:moveTo>
                  <a:pt x="1471139" y="1915317"/>
                </a:moveTo>
                <a:lnTo>
                  <a:pt x="1466953" y="1916712"/>
                </a:lnTo>
                <a:lnTo>
                  <a:pt x="1466953" y="1916713"/>
                </a:lnTo>
                <a:lnTo>
                  <a:pt x="1471138" y="1915318"/>
                </a:lnTo>
                <a:close/>
                <a:moveTo>
                  <a:pt x="2532052" y="1913457"/>
                </a:moveTo>
                <a:lnTo>
                  <a:pt x="2532053" y="1913457"/>
                </a:lnTo>
                <a:lnTo>
                  <a:pt x="2533913" y="1913457"/>
                </a:lnTo>
                <a:lnTo>
                  <a:pt x="2533913" y="1913457"/>
                </a:lnTo>
                <a:close/>
                <a:moveTo>
                  <a:pt x="2520890" y="1912527"/>
                </a:moveTo>
                <a:lnTo>
                  <a:pt x="2520890" y="1912527"/>
                </a:lnTo>
                <a:lnTo>
                  <a:pt x="2523681" y="1914388"/>
                </a:lnTo>
                <a:lnTo>
                  <a:pt x="2525541" y="1913923"/>
                </a:lnTo>
                <a:lnTo>
                  <a:pt x="2525540" y="1913922"/>
                </a:lnTo>
                <a:lnTo>
                  <a:pt x="2523680" y="1914387"/>
                </a:lnTo>
                <a:close/>
                <a:moveTo>
                  <a:pt x="2531122" y="1912062"/>
                </a:moveTo>
                <a:lnTo>
                  <a:pt x="2527401" y="1912991"/>
                </a:lnTo>
                <a:lnTo>
                  <a:pt x="2526006" y="1914387"/>
                </a:lnTo>
                <a:lnTo>
                  <a:pt x="2525602" y="1913984"/>
                </a:lnTo>
                <a:lnTo>
                  <a:pt x="2526006" y="1914388"/>
                </a:lnTo>
                <a:lnTo>
                  <a:pt x="2527402" y="1912992"/>
                </a:lnTo>
                <a:lnTo>
                  <a:pt x="2531122" y="1912062"/>
                </a:lnTo>
                <a:lnTo>
                  <a:pt x="2531728" y="1912970"/>
                </a:lnTo>
                <a:close/>
                <a:moveTo>
                  <a:pt x="1598114" y="1910666"/>
                </a:moveTo>
                <a:lnTo>
                  <a:pt x="1594393" y="1913922"/>
                </a:lnTo>
                <a:lnTo>
                  <a:pt x="1591137" y="1914852"/>
                </a:lnTo>
                <a:lnTo>
                  <a:pt x="1591137" y="1914853"/>
                </a:lnTo>
                <a:lnTo>
                  <a:pt x="1594392" y="1913923"/>
                </a:lnTo>
                <a:lnTo>
                  <a:pt x="1598114" y="1910667"/>
                </a:lnTo>
                <a:close/>
                <a:moveTo>
                  <a:pt x="2518336" y="1909280"/>
                </a:moveTo>
                <a:lnTo>
                  <a:pt x="2518564" y="1909737"/>
                </a:lnTo>
                <a:lnTo>
                  <a:pt x="2519494" y="1910201"/>
                </a:lnTo>
                <a:lnTo>
                  <a:pt x="2519494" y="1910201"/>
                </a:lnTo>
                <a:lnTo>
                  <a:pt x="2518564" y="1909736"/>
                </a:lnTo>
                <a:close/>
                <a:moveTo>
                  <a:pt x="1565090" y="1907876"/>
                </a:moveTo>
                <a:lnTo>
                  <a:pt x="1565556" y="1913457"/>
                </a:lnTo>
                <a:lnTo>
                  <a:pt x="1565556" y="1913456"/>
                </a:lnTo>
                <a:lnTo>
                  <a:pt x="1565091" y="1907876"/>
                </a:lnTo>
                <a:close/>
                <a:moveTo>
                  <a:pt x="4295745" y="1906946"/>
                </a:moveTo>
                <a:lnTo>
                  <a:pt x="4295280" y="1912992"/>
                </a:lnTo>
                <a:lnTo>
                  <a:pt x="4292490" y="1912992"/>
                </a:lnTo>
                <a:lnTo>
                  <a:pt x="4287838" y="1916713"/>
                </a:lnTo>
                <a:lnTo>
                  <a:pt x="4287838" y="1916713"/>
                </a:lnTo>
                <a:lnTo>
                  <a:pt x="4292489" y="1912993"/>
                </a:lnTo>
                <a:lnTo>
                  <a:pt x="4295280" y="1912993"/>
                </a:lnTo>
                <a:close/>
                <a:moveTo>
                  <a:pt x="1514859" y="1906481"/>
                </a:moveTo>
                <a:lnTo>
                  <a:pt x="1512533" y="1910202"/>
                </a:lnTo>
                <a:lnTo>
                  <a:pt x="1513464" y="1913922"/>
                </a:lnTo>
                <a:lnTo>
                  <a:pt x="1513464" y="1913922"/>
                </a:lnTo>
                <a:lnTo>
                  <a:pt x="1512534" y="1910200"/>
                </a:lnTo>
                <a:lnTo>
                  <a:pt x="1514859" y="1906481"/>
                </a:lnTo>
                <a:close/>
                <a:moveTo>
                  <a:pt x="3830172" y="1906481"/>
                </a:moveTo>
                <a:lnTo>
                  <a:pt x="3830171" y="1906481"/>
                </a:lnTo>
                <a:lnTo>
                  <a:pt x="3830636" y="1908806"/>
                </a:lnTo>
                <a:lnTo>
                  <a:pt x="3830636" y="1908806"/>
                </a:lnTo>
                <a:close/>
                <a:moveTo>
                  <a:pt x="2515309" y="1903225"/>
                </a:moveTo>
                <a:lnTo>
                  <a:pt x="2515308" y="1903225"/>
                </a:lnTo>
                <a:lnTo>
                  <a:pt x="2516239" y="1903691"/>
                </a:lnTo>
                <a:lnTo>
                  <a:pt x="2518564" y="1905086"/>
                </a:lnTo>
                <a:lnTo>
                  <a:pt x="2519125" y="1906767"/>
                </a:lnTo>
                <a:lnTo>
                  <a:pt x="2518564" y="1905084"/>
                </a:lnTo>
                <a:lnTo>
                  <a:pt x="2516238" y="1903689"/>
                </a:lnTo>
                <a:close/>
                <a:moveTo>
                  <a:pt x="1576718" y="1900899"/>
                </a:moveTo>
                <a:lnTo>
                  <a:pt x="1576253" y="1905550"/>
                </a:lnTo>
                <a:lnTo>
                  <a:pt x="1575588" y="1907104"/>
                </a:lnTo>
                <a:lnTo>
                  <a:pt x="1574859" y="1908805"/>
                </a:lnTo>
                <a:lnTo>
                  <a:pt x="1574859" y="1908806"/>
                </a:lnTo>
                <a:lnTo>
                  <a:pt x="1575588" y="1907104"/>
                </a:lnTo>
                <a:lnTo>
                  <a:pt x="1576254" y="1905549"/>
                </a:lnTo>
                <a:lnTo>
                  <a:pt x="1576718" y="1900899"/>
                </a:lnTo>
                <a:close/>
                <a:moveTo>
                  <a:pt x="4292953" y="1898109"/>
                </a:moveTo>
                <a:lnTo>
                  <a:pt x="4291559" y="1899504"/>
                </a:lnTo>
                <a:lnTo>
                  <a:pt x="4291559" y="1899505"/>
                </a:lnTo>
                <a:lnTo>
                  <a:pt x="4292954" y="1898110"/>
                </a:lnTo>
                <a:close/>
                <a:moveTo>
                  <a:pt x="2517170" y="1895783"/>
                </a:moveTo>
                <a:lnTo>
                  <a:pt x="2517169" y="1895784"/>
                </a:lnTo>
                <a:lnTo>
                  <a:pt x="2518564" y="1896249"/>
                </a:lnTo>
                <a:lnTo>
                  <a:pt x="2518564" y="1896248"/>
                </a:lnTo>
                <a:close/>
                <a:moveTo>
                  <a:pt x="1512999" y="1894387"/>
                </a:moveTo>
                <a:lnTo>
                  <a:pt x="1509743" y="1896713"/>
                </a:lnTo>
                <a:lnTo>
                  <a:pt x="1506022" y="1896713"/>
                </a:lnTo>
                <a:lnTo>
                  <a:pt x="1501836" y="1898573"/>
                </a:lnTo>
                <a:lnTo>
                  <a:pt x="1491604" y="1905085"/>
                </a:lnTo>
                <a:lnTo>
                  <a:pt x="1481836" y="1907875"/>
                </a:lnTo>
                <a:lnTo>
                  <a:pt x="1476255" y="1910200"/>
                </a:lnTo>
                <a:lnTo>
                  <a:pt x="1472070" y="1912526"/>
                </a:lnTo>
                <a:lnTo>
                  <a:pt x="1472070" y="1912527"/>
                </a:lnTo>
                <a:lnTo>
                  <a:pt x="1476255" y="1910202"/>
                </a:lnTo>
                <a:lnTo>
                  <a:pt x="1481836" y="1907876"/>
                </a:lnTo>
                <a:lnTo>
                  <a:pt x="1491603" y="1905086"/>
                </a:lnTo>
                <a:lnTo>
                  <a:pt x="1501835" y="1898574"/>
                </a:lnTo>
                <a:lnTo>
                  <a:pt x="1506021" y="1896714"/>
                </a:lnTo>
                <a:lnTo>
                  <a:pt x="1509742" y="1896714"/>
                </a:lnTo>
                <a:lnTo>
                  <a:pt x="1512998" y="1894388"/>
                </a:lnTo>
                <a:lnTo>
                  <a:pt x="1516720" y="1894853"/>
                </a:lnTo>
                <a:lnTo>
                  <a:pt x="1516720" y="1894852"/>
                </a:lnTo>
                <a:close/>
                <a:moveTo>
                  <a:pt x="2519111" y="1893749"/>
                </a:moveTo>
                <a:lnTo>
                  <a:pt x="2519494" y="1894387"/>
                </a:lnTo>
                <a:lnTo>
                  <a:pt x="2519494" y="1894387"/>
                </a:lnTo>
                <a:close/>
                <a:moveTo>
                  <a:pt x="4290629" y="1891597"/>
                </a:moveTo>
                <a:lnTo>
                  <a:pt x="4289698" y="1894387"/>
                </a:lnTo>
                <a:lnTo>
                  <a:pt x="4289699" y="1894388"/>
                </a:lnTo>
                <a:lnTo>
                  <a:pt x="4290629" y="1891598"/>
                </a:lnTo>
                <a:close/>
                <a:moveTo>
                  <a:pt x="4055284" y="1889272"/>
                </a:moveTo>
                <a:lnTo>
                  <a:pt x="4055283" y="1889272"/>
                </a:lnTo>
                <a:lnTo>
                  <a:pt x="4048308" y="1898109"/>
                </a:lnTo>
                <a:close/>
                <a:moveTo>
                  <a:pt x="2517169" y="1889271"/>
                </a:moveTo>
                <a:lnTo>
                  <a:pt x="2517169" y="1889272"/>
                </a:lnTo>
                <a:lnTo>
                  <a:pt x="2517327" y="1889746"/>
                </a:lnTo>
                <a:close/>
                <a:moveTo>
                  <a:pt x="1514394" y="1888342"/>
                </a:moveTo>
                <a:lnTo>
                  <a:pt x="1514394" y="1888342"/>
                </a:lnTo>
                <a:lnTo>
                  <a:pt x="1514394" y="1892992"/>
                </a:lnTo>
                <a:lnTo>
                  <a:pt x="1514394" y="1892992"/>
                </a:lnTo>
                <a:close/>
                <a:moveTo>
                  <a:pt x="3886914" y="1886016"/>
                </a:moveTo>
                <a:lnTo>
                  <a:pt x="3884588" y="1891133"/>
                </a:lnTo>
                <a:lnTo>
                  <a:pt x="3884588" y="1894853"/>
                </a:lnTo>
                <a:lnTo>
                  <a:pt x="3884589" y="1894853"/>
                </a:lnTo>
                <a:lnTo>
                  <a:pt x="3884589" y="1891132"/>
                </a:lnTo>
                <a:lnTo>
                  <a:pt x="3886914" y="1886016"/>
                </a:lnTo>
                <a:close/>
                <a:moveTo>
                  <a:pt x="4302721" y="1884156"/>
                </a:moveTo>
                <a:lnTo>
                  <a:pt x="4298071" y="1887410"/>
                </a:lnTo>
                <a:lnTo>
                  <a:pt x="4296676" y="1885085"/>
                </a:lnTo>
                <a:lnTo>
                  <a:pt x="4292490" y="1886946"/>
                </a:lnTo>
                <a:lnTo>
                  <a:pt x="4289699" y="1885085"/>
                </a:lnTo>
                <a:lnTo>
                  <a:pt x="4289698" y="1885086"/>
                </a:lnTo>
                <a:lnTo>
                  <a:pt x="4290473" y="1890507"/>
                </a:lnTo>
                <a:lnTo>
                  <a:pt x="4289699" y="1885086"/>
                </a:lnTo>
                <a:lnTo>
                  <a:pt x="4292489" y="1886947"/>
                </a:lnTo>
                <a:lnTo>
                  <a:pt x="4296675" y="1885086"/>
                </a:lnTo>
                <a:lnTo>
                  <a:pt x="4298070" y="1887411"/>
                </a:lnTo>
                <a:lnTo>
                  <a:pt x="4302721" y="1884156"/>
                </a:lnTo>
                <a:close/>
                <a:moveTo>
                  <a:pt x="1506021" y="1884155"/>
                </a:moveTo>
                <a:lnTo>
                  <a:pt x="1504162" y="1888806"/>
                </a:lnTo>
                <a:lnTo>
                  <a:pt x="1506021" y="1884156"/>
                </a:lnTo>
                <a:close/>
                <a:moveTo>
                  <a:pt x="2510193" y="1880435"/>
                </a:moveTo>
                <a:lnTo>
                  <a:pt x="2510193" y="1880435"/>
                </a:lnTo>
                <a:lnTo>
                  <a:pt x="2515308" y="1885086"/>
                </a:lnTo>
                <a:lnTo>
                  <a:pt x="2517169" y="1884621"/>
                </a:lnTo>
                <a:lnTo>
                  <a:pt x="2517169" y="1884620"/>
                </a:lnTo>
                <a:lnTo>
                  <a:pt x="2515308" y="1885085"/>
                </a:lnTo>
                <a:close/>
                <a:moveTo>
                  <a:pt x="2501820" y="1874388"/>
                </a:moveTo>
                <a:lnTo>
                  <a:pt x="2501820" y="1874389"/>
                </a:lnTo>
                <a:lnTo>
                  <a:pt x="2501920" y="1874887"/>
                </a:lnTo>
                <a:close/>
                <a:moveTo>
                  <a:pt x="2512518" y="1874387"/>
                </a:moveTo>
                <a:lnTo>
                  <a:pt x="2507867" y="1876248"/>
                </a:lnTo>
                <a:lnTo>
                  <a:pt x="2503216" y="1877643"/>
                </a:lnTo>
                <a:lnTo>
                  <a:pt x="2502439" y="1876868"/>
                </a:lnTo>
                <a:lnTo>
                  <a:pt x="2503216" y="1877645"/>
                </a:lnTo>
                <a:lnTo>
                  <a:pt x="2507867" y="1876248"/>
                </a:lnTo>
                <a:lnTo>
                  <a:pt x="2512518" y="1874389"/>
                </a:lnTo>
                <a:lnTo>
                  <a:pt x="2513913" y="1874853"/>
                </a:lnTo>
                <a:lnTo>
                  <a:pt x="2514244" y="1875847"/>
                </a:lnTo>
                <a:lnTo>
                  <a:pt x="2513913" y="1874853"/>
                </a:lnTo>
                <a:close/>
                <a:moveTo>
                  <a:pt x="3198087" y="1873923"/>
                </a:moveTo>
                <a:lnTo>
                  <a:pt x="3198087" y="1873923"/>
                </a:lnTo>
                <a:lnTo>
                  <a:pt x="3201808" y="1873923"/>
                </a:lnTo>
                <a:lnTo>
                  <a:pt x="3201808" y="1873923"/>
                </a:lnTo>
                <a:close/>
                <a:moveTo>
                  <a:pt x="3221962" y="1872094"/>
                </a:moveTo>
                <a:lnTo>
                  <a:pt x="3220878" y="1872527"/>
                </a:lnTo>
                <a:lnTo>
                  <a:pt x="3220320" y="1873783"/>
                </a:lnTo>
                <a:lnTo>
                  <a:pt x="3220878" y="1872528"/>
                </a:lnTo>
                <a:close/>
                <a:moveTo>
                  <a:pt x="4323187" y="1871597"/>
                </a:moveTo>
                <a:lnTo>
                  <a:pt x="4317141" y="1872527"/>
                </a:lnTo>
                <a:lnTo>
                  <a:pt x="4310337" y="1876950"/>
                </a:lnTo>
                <a:lnTo>
                  <a:pt x="4307838" y="1878574"/>
                </a:lnTo>
                <a:lnTo>
                  <a:pt x="4307839" y="1878574"/>
                </a:lnTo>
                <a:lnTo>
                  <a:pt x="4310337" y="1876950"/>
                </a:lnTo>
                <a:lnTo>
                  <a:pt x="4317140" y="1872528"/>
                </a:lnTo>
                <a:lnTo>
                  <a:pt x="4323186" y="1871598"/>
                </a:lnTo>
                <a:close/>
                <a:moveTo>
                  <a:pt x="1494394" y="1869737"/>
                </a:moveTo>
                <a:lnTo>
                  <a:pt x="1486022" y="1872062"/>
                </a:lnTo>
                <a:lnTo>
                  <a:pt x="1481836" y="1877178"/>
                </a:lnTo>
                <a:lnTo>
                  <a:pt x="1481836" y="1877178"/>
                </a:lnTo>
                <a:lnTo>
                  <a:pt x="1486022" y="1872063"/>
                </a:lnTo>
                <a:lnTo>
                  <a:pt x="1494394" y="1869738"/>
                </a:lnTo>
                <a:close/>
                <a:moveTo>
                  <a:pt x="3191111" y="1869272"/>
                </a:moveTo>
                <a:lnTo>
                  <a:pt x="3190723" y="1869393"/>
                </a:lnTo>
                <a:lnTo>
                  <a:pt x="3191110" y="1869272"/>
                </a:lnTo>
                <a:lnTo>
                  <a:pt x="3192175" y="1869576"/>
                </a:lnTo>
                <a:close/>
                <a:moveTo>
                  <a:pt x="4331558" y="1868807"/>
                </a:moveTo>
                <a:lnTo>
                  <a:pt x="4325512" y="1869737"/>
                </a:lnTo>
                <a:lnTo>
                  <a:pt x="4323888" y="1871037"/>
                </a:lnTo>
                <a:lnTo>
                  <a:pt x="4325511" y="1869738"/>
                </a:lnTo>
                <a:lnTo>
                  <a:pt x="4331558" y="1868808"/>
                </a:lnTo>
                <a:close/>
                <a:moveTo>
                  <a:pt x="3175297" y="1868807"/>
                </a:moveTo>
                <a:lnTo>
                  <a:pt x="3172041" y="1872527"/>
                </a:lnTo>
                <a:lnTo>
                  <a:pt x="3171465" y="1872445"/>
                </a:lnTo>
                <a:lnTo>
                  <a:pt x="3172041" y="1872528"/>
                </a:lnTo>
                <a:close/>
                <a:moveTo>
                  <a:pt x="4069237" y="1868807"/>
                </a:moveTo>
                <a:lnTo>
                  <a:pt x="4069237" y="1868808"/>
                </a:lnTo>
                <a:lnTo>
                  <a:pt x="4072027" y="1871598"/>
                </a:lnTo>
                <a:lnTo>
                  <a:pt x="4072493" y="1875319"/>
                </a:lnTo>
                <a:lnTo>
                  <a:pt x="4073888" y="1879039"/>
                </a:lnTo>
                <a:lnTo>
                  <a:pt x="4073889" y="1879039"/>
                </a:lnTo>
                <a:lnTo>
                  <a:pt x="4072493" y="1875318"/>
                </a:lnTo>
                <a:lnTo>
                  <a:pt x="4072028" y="1871597"/>
                </a:lnTo>
                <a:close/>
                <a:moveTo>
                  <a:pt x="1495790" y="1865550"/>
                </a:moveTo>
                <a:lnTo>
                  <a:pt x="1493929" y="1867876"/>
                </a:lnTo>
                <a:lnTo>
                  <a:pt x="1493929" y="1867876"/>
                </a:lnTo>
                <a:lnTo>
                  <a:pt x="1495789" y="1865551"/>
                </a:lnTo>
                <a:close/>
                <a:moveTo>
                  <a:pt x="1497185" y="1861830"/>
                </a:moveTo>
                <a:lnTo>
                  <a:pt x="1497184" y="1861831"/>
                </a:lnTo>
                <a:lnTo>
                  <a:pt x="1499975" y="1862295"/>
                </a:lnTo>
                <a:lnTo>
                  <a:pt x="1499976" y="1862295"/>
                </a:lnTo>
                <a:close/>
                <a:moveTo>
                  <a:pt x="3234633" y="1859578"/>
                </a:moveTo>
                <a:lnTo>
                  <a:pt x="3232971" y="1859969"/>
                </a:lnTo>
                <a:lnTo>
                  <a:pt x="3232970" y="1859970"/>
                </a:lnTo>
                <a:close/>
                <a:moveTo>
                  <a:pt x="1506487" y="1857179"/>
                </a:moveTo>
                <a:lnTo>
                  <a:pt x="1503697" y="1861364"/>
                </a:lnTo>
                <a:lnTo>
                  <a:pt x="1500198" y="1862239"/>
                </a:lnTo>
                <a:lnTo>
                  <a:pt x="1503696" y="1861365"/>
                </a:lnTo>
                <a:close/>
                <a:moveTo>
                  <a:pt x="3157378" y="1855812"/>
                </a:moveTo>
                <a:lnTo>
                  <a:pt x="3159018" y="1857179"/>
                </a:lnTo>
                <a:lnTo>
                  <a:pt x="3157623" y="1859039"/>
                </a:lnTo>
                <a:lnTo>
                  <a:pt x="3157623" y="1859039"/>
                </a:lnTo>
                <a:lnTo>
                  <a:pt x="3159018" y="1857179"/>
                </a:lnTo>
                <a:close/>
                <a:moveTo>
                  <a:pt x="2506862" y="1855307"/>
                </a:moveTo>
                <a:lnTo>
                  <a:pt x="2507867" y="1856714"/>
                </a:lnTo>
                <a:lnTo>
                  <a:pt x="2509261" y="1860434"/>
                </a:lnTo>
                <a:lnTo>
                  <a:pt x="2509262" y="1860434"/>
                </a:lnTo>
                <a:lnTo>
                  <a:pt x="2507867" y="1856714"/>
                </a:lnTo>
                <a:close/>
                <a:moveTo>
                  <a:pt x="4084121" y="1849737"/>
                </a:moveTo>
                <a:lnTo>
                  <a:pt x="4084120" y="1849738"/>
                </a:lnTo>
                <a:lnTo>
                  <a:pt x="4079004" y="1857179"/>
                </a:lnTo>
                <a:lnTo>
                  <a:pt x="4074354" y="1861830"/>
                </a:lnTo>
                <a:lnTo>
                  <a:pt x="4079005" y="1857179"/>
                </a:lnTo>
                <a:close/>
                <a:moveTo>
                  <a:pt x="2495773" y="1847876"/>
                </a:moveTo>
                <a:lnTo>
                  <a:pt x="2495774" y="1847877"/>
                </a:lnTo>
                <a:lnTo>
                  <a:pt x="2496705" y="1848343"/>
                </a:lnTo>
                <a:lnTo>
                  <a:pt x="2503216" y="1850202"/>
                </a:lnTo>
                <a:lnTo>
                  <a:pt x="2505217" y="1851804"/>
                </a:lnTo>
                <a:lnTo>
                  <a:pt x="2503216" y="1850202"/>
                </a:lnTo>
                <a:lnTo>
                  <a:pt x="2496704" y="1848341"/>
                </a:lnTo>
                <a:close/>
                <a:moveTo>
                  <a:pt x="4343652" y="1844620"/>
                </a:moveTo>
                <a:lnTo>
                  <a:pt x="4336210" y="1848807"/>
                </a:lnTo>
                <a:lnTo>
                  <a:pt x="4336210" y="1848808"/>
                </a:lnTo>
                <a:lnTo>
                  <a:pt x="4343651" y="1844621"/>
                </a:lnTo>
                <a:lnTo>
                  <a:pt x="4350162" y="1847877"/>
                </a:lnTo>
                <a:lnTo>
                  <a:pt x="4352488" y="1852064"/>
                </a:lnTo>
                <a:lnTo>
                  <a:pt x="4359930" y="1850668"/>
                </a:lnTo>
                <a:lnTo>
                  <a:pt x="4367371" y="1846947"/>
                </a:lnTo>
                <a:lnTo>
                  <a:pt x="4373883" y="1846482"/>
                </a:lnTo>
                <a:lnTo>
                  <a:pt x="4373883" y="1846481"/>
                </a:lnTo>
                <a:lnTo>
                  <a:pt x="4367372" y="1846946"/>
                </a:lnTo>
                <a:lnTo>
                  <a:pt x="4359931" y="1850667"/>
                </a:lnTo>
                <a:lnTo>
                  <a:pt x="4352488" y="1852063"/>
                </a:lnTo>
                <a:lnTo>
                  <a:pt x="4350163" y="1847876"/>
                </a:lnTo>
                <a:close/>
                <a:moveTo>
                  <a:pt x="4395279" y="1840435"/>
                </a:moveTo>
                <a:lnTo>
                  <a:pt x="4387372" y="1842761"/>
                </a:lnTo>
                <a:lnTo>
                  <a:pt x="4383186" y="1843225"/>
                </a:lnTo>
                <a:lnTo>
                  <a:pt x="4374814" y="1845086"/>
                </a:lnTo>
                <a:lnTo>
                  <a:pt x="4374813" y="1845087"/>
                </a:lnTo>
                <a:lnTo>
                  <a:pt x="4383185" y="1843226"/>
                </a:lnTo>
                <a:lnTo>
                  <a:pt x="4387371" y="1842762"/>
                </a:lnTo>
                <a:lnTo>
                  <a:pt x="4395278" y="1840436"/>
                </a:lnTo>
                <a:lnTo>
                  <a:pt x="4397139" y="1845087"/>
                </a:lnTo>
                <a:lnTo>
                  <a:pt x="4401324" y="1845552"/>
                </a:lnTo>
                <a:lnTo>
                  <a:pt x="4401324" y="1845551"/>
                </a:lnTo>
                <a:lnTo>
                  <a:pt x="4397140" y="1845086"/>
                </a:lnTo>
                <a:close/>
                <a:moveTo>
                  <a:pt x="1497184" y="1836714"/>
                </a:moveTo>
                <a:lnTo>
                  <a:pt x="1493465" y="1839039"/>
                </a:lnTo>
                <a:lnTo>
                  <a:pt x="1493465" y="1839040"/>
                </a:lnTo>
                <a:lnTo>
                  <a:pt x="1497184" y="1836714"/>
                </a:lnTo>
                <a:close/>
                <a:moveTo>
                  <a:pt x="4411557" y="1836249"/>
                </a:moveTo>
                <a:lnTo>
                  <a:pt x="4402721" y="1840900"/>
                </a:lnTo>
                <a:lnTo>
                  <a:pt x="4402721" y="1840900"/>
                </a:lnTo>
                <a:lnTo>
                  <a:pt x="4411557" y="1836250"/>
                </a:lnTo>
                <a:close/>
                <a:moveTo>
                  <a:pt x="2496704" y="1833923"/>
                </a:moveTo>
                <a:lnTo>
                  <a:pt x="2493913" y="1834388"/>
                </a:lnTo>
                <a:lnTo>
                  <a:pt x="2488332" y="1837179"/>
                </a:lnTo>
                <a:lnTo>
                  <a:pt x="2484613" y="1834389"/>
                </a:lnTo>
                <a:lnTo>
                  <a:pt x="2484612" y="1834389"/>
                </a:lnTo>
                <a:lnTo>
                  <a:pt x="2488332" y="1837180"/>
                </a:lnTo>
                <a:lnTo>
                  <a:pt x="2493914" y="1834389"/>
                </a:lnTo>
                <a:lnTo>
                  <a:pt x="2496704" y="1833924"/>
                </a:lnTo>
                <a:close/>
                <a:moveTo>
                  <a:pt x="4416673" y="1830203"/>
                </a:moveTo>
                <a:lnTo>
                  <a:pt x="4412953" y="1832528"/>
                </a:lnTo>
                <a:lnTo>
                  <a:pt x="4412953" y="1832528"/>
                </a:lnTo>
                <a:close/>
                <a:moveTo>
                  <a:pt x="4418053" y="1827268"/>
                </a:moveTo>
                <a:lnTo>
                  <a:pt x="4417139" y="1827877"/>
                </a:lnTo>
                <a:lnTo>
                  <a:pt x="4417139" y="1827877"/>
                </a:lnTo>
                <a:close/>
                <a:moveTo>
                  <a:pt x="4403651" y="1814389"/>
                </a:moveTo>
                <a:lnTo>
                  <a:pt x="4403650" y="1814390"/>
                </a:lnTo>
                <a:lnTo>
                  <a:pt x="4401791" y="1819504"/>
                </a:lnTo>
                <a:lnTo>
                  <a:pt x="4401791" y="1819505"/>
                </a:lnTo>
                <a:close/>
                <a:moveTo>
                  <a:pt x="4398069" y="1808808"/>
                </a:moveTo>
                <a:lnTo>
                  <a:pt x="4395279" y="1810203"/>
                </a:lnTo>
                <a:lnTo>
                  <a:pt x="4395279" y="1810204"/>
                </a:lnTo>
                <a:lnTo>
                  <a:pt x="4398069" y="1808809"/>
                </a:lnTo>
                <a:close/>
                <a:moveTo>
                  <a:pt x="4125051" y="1807413"/>
                </a:moveTo>
                <a:lnTo>
                  <a:pt x="4125050" y="1807413"/>
                </a:lnTo>
                <a:lnTo>
                  <a:pt x="4125515" y="1809272"/>
                </a:lnTo>
                <a:lnTo>
                  <a:pt x="4125515" y="1809272"/>
                </a:lnTo>
                <a:close/>
                <a:moveTo>
                  <a:pt x="4161328" y="1787413"/>
                </a:moveTo>
                <a:lnTo>
                  <a:pt x="4159267" y="1788885"/>
                </a:lnTo>
                <a:lnTo>
                  <a:pt x="4161329" y="1787413"/>
                </a:lnTo>
                <a:close/>
                <a:moveTo>
                  <a:pt x="1455324" y="1786948"/>
                </a:moveTo>
                <a:lnTo>
                  <a:pt x="1452070" y="1790668"/>
                </a:lnTo>
                <a:lnTo>
                  <a:pt x="1452070" y="1790668"/>
                </a:lnTo>
                <a:lnTo>
                  <a:pt x="1455324" y="1786948"/>
                </a:lnTo>
                <a:close/>
                <a:moveTo>
                  <a:pt x="4147375" y="1784622"/>
                </a:moveTo>
                <a:lnTo>
                  <a:pt x="4145515" y="1786947"/>
                </a:lnTo>
                <a:lnTo>
                  <a:pt x="4147375" y="1784623"/>
                </a:lnTo>
                <a:close/>
                <a:moveTo>
                  <a:pt x="4140864" y="1781832"/>
                </a:moveTo>
                <a:lnTo>
                  <a:pt x="4140399" y="1783226"/>
                </a:lnTo>
                <a:lnTo>
                  <a:pt x="4140399" y="1783226"/>
                </a:lnTo>
                <a:close/>
                <a:moveTo>
                  <a:pt x="4136534" y="1780841"/>
                </a:moveTo>
                <a:lnTo>
                  <a:pt x="4133887" y="1784622"/>
                </a:lnTo>
                <a:lnTo>
                  <a:pt x="4135282" y="1785553"/>
                </a:lnTo>
                <a:lnTo>
                  <a:pt x="4135747" y="1789739"/>
                </a:lnTo>
                <a:lnTo>
                  <a:pt x="4140863" y="1792995"/>
                </a:lnTo>
                <a:lnTo>
                  <a:pt x="4140863" y="1799506"/>
                </a:lnTo>
                <a:lnTo>
                  <a:pt x="4140864" y="1799505"/>
                </a:lnTo>
                <a:lnTo>
                  <a:pt x="4140864" y="1792994"/>
                </a:lnTo>
                <a:lnTo>
                  <a:pt x="4135748" y="1789738"/>
                </a:lnTo>
                <a:lnTo>
                  <a:pt x="4135283" y="1785552"/>
                </a:lnTo>
                <a:lnTo>
                  <a:pt x="4133888" y="1784622"/>
                </a:lnTo>
                <a:close/>
                <a:moveTo>
                  <a:pt x="4384531" y="1778739"/>
                </a:moveTo>
                <a:lnTo>
                  <a:pt x="4383651" y="1779971"/>
                </a:lnTo>
                <a:lnTo>
                  <a:pt x="4383651" y="1779971"/>
                </a:lnTo>
                <a:close/>
                <a:moveTo>
                  <a:pt x="4202723" y="1778111"/>
                </a:moveTo>
                <a:lnTo>
                  <a:pt x="4201970" y="1779115"/>
                </a:lnTo>
                <a:lnTo>
                  <a:pt x="4202723" y="1778111"/>
                </a:lnTo>
                <a:close/>
                <a:moveTo>
                  <a:pt x="1389279" y="1772064"/>
                </a:moveTo>
                <a:lnTo>
                  <a:pt x="1385094" y="1775319"/>
                </a:lnTo>
                <a:lnTo>
                  <a:pt x="1385094" y="1775319"/>
                </a:lnTo>
                <a:lnTo>
                  <a:pt x="1389280" y="1772064"/>
                </a:lnTo>
                <a:close/>
                <a:moveTo>
                  <a:pt x="4226444" y="1767878"/>
                </a:moveTo>
                <a:lnTo>
                  <a:pt x="4225513" y="1769738"/>
                </a:lnTo>
                <a:lnTo>
                  <a:pt x="4225514" y="1769738"/>
                </a:lnTo>
                <a:lnTo>
                  <a:pt x="4226444" y="1767879"/>
                </a:lnTo>
                <a:close/>
                <a:moveTo>
                  <a:pt x="1448813" y="1760902"/>
                </a:moveTo>
                <a:lnTo>
                  <a:pt x="1446488" y="1762297"/>
                </a:lnTo>
                <a:lnTo>
                  <a:pt x="1446488" y="1762297"/>
                </a:lnTo>
                <a:lnTo>
                  <a:pt x="1448813" y="1760902"/>
                </a:lnTo>
                <a:close/>
                <a:moveTo>
                  <a:pt x="4236676" y="1760437"/>
                </a:moveTo>
                <a:lnTo>
                  <a:pt x="4234815" y="1765553"/>
                </a:lnTo>
                <a:lnTo>
                  <a:pt x="4234816" y="1765552"/>
                </a:lnTo>
                <a:lnTo>
                  <a:pt x="4236677" y="1760437"/>
                </a:lnTo>
                <a:close/>
                <a:moveTo>
                  <a:pt x="1398445" y="1760353"/>
                </a:moveTo>
                <a:lnTo>
                  <a:pt x="1396256" y="1766482"/>
                </a:lnTo>
                <a:lnTo>
                  <a:pt x="1394860" y="1775319"/>
                </a:lnTo>
                <a:lnTo>
                  <a:pt x="1394861" y="1775319"/>
                </a:lnTo>
                <a:lnTo>
                  <a:pt x="1396257" y="1766482"/>
                </a:lnTo>
                <a:close/>
                <a:moveTo>
                  <a:pt x="4383651" y="1759971"/>
                </a:moveTo>
                <a:lnTo>
                  <a:pt x="4379000" y="1762296"/>
                </a:lnTo>
                <a:lnTo>
                  <a:pt x="4379001" y="1762297"/>
                </a:lnTo>
                <a:lnTo>
                  <a:pt x="4383651" y="1759971"/>
                </a:lnTo>
                <a:close/>
                <a:moveTo>
                  <a:pt x="1404628" y="1759040"/>
                </a:moveTo>
                <a:lnTo>
                  <a:pt x="1400820" y="1759626"/>
                </a:lnTo>
                <a:lnTo>
                  <a:pt x="1404628" y="1759041"/>
                </a:lnTo>
                <a:close/>
                <a:moveTo>
                  <a:pt x="1403233" y="1752064"/>
                </a:moveTo>
                <a:lnTo>
                  <a:pt x="1407419" y="1756715"/>
                </a:lnTo>
                <a:lnTo>
                  <a:pt x="1410674" y="1757180"/>
                </a:lnTo>
                <a:lnTo>
                  <a:pt x="1412070" y="1760901"/>
                </a:lnTo>
                <a:lnTo>
                  <a:pt x="1408795" y="1762356"/>
                </a:lnTo>
                <a:lnTo>
                  <a:pt x="1412071" y="1760901"/>
                </a:lnTo>
                <a:lnTo>
                  <a:pt x="1410675" y="1757180"/>
                </a:lnTo>
                <a:lnTo>
                  <a:pt x="1407419" y="1756715"/>
                </a:lnTo>
                <a:close/>
                <a:moveTo>
                  <a:pt x="1383354" y="1751742"/>
                </a:moveTo>
                <a:lnTo>
                  <a:pt x="1383233" y="1752064"/>
                </a:lnTo>
                <a:lnTo>
                  <a:pt x="1381838" y="1764156"/>
                </a:lnTo>
                <a:lnTo>
                  <a:pt x="1383233" y="1752064"/>
                </a:lnTo>
                <a:close/>
                <a:moveTo>
                  <a:pt x="1423232" y="1747413"/>
                </a:moveTo>
                <a:lnTo>
                  <a:pt x="1423232" y="1752064"/>
                </a:lnTo>
                <a:lnTo>
                  <a:pt x="1423233" y="1752064"/>
                </a:lnTo>
                <a:lnTo>
                  <a:pt x="1423233" y="1747413"/>
                </a:lnTo>
                <a:close/>
                <a:moveTo>
                  <a:pt x="1426953" y="1746948"/>
                </a:moveTo>
                <a:lnTo>
                  <a:pt x="1424512" y="1747253"/>
                </a:lnTo>
                <a:lnTo>
                  <a:pt x="1426953" y="1746948"/>
                </a:lnTo>
                <a:close/>
                <a:moveTo>
                  <a:pt x="1405558" y="1746018"/>
                </a:moveTo>
                <a:lnTo>
                  <a:pt x="1403460" y="1751473"/>
                </a:lnTo>
                <a:lnTo>
                  <a:pt x="1405559" y="1746018"/>
                </a:lnTo>
                <a:close/>
                <a:moveTo>
                  <a:pt x="4393042" y="1744534"/>
                </a:moveTo>
                <a:lnTo>
                  <a:pt x="4389697" y="1747878"/>
                </a:lnTo>
                <a:lnTo>
                  <a:pt x="4389697" y="1747878"/>
                </a:lnTo>
                <a:close/>
                <a:moveTo>
                  <a:pt x="1449278" y="1744157"/>
                </a:moveTo>
                <a:lnTo>
                  <a:pt x="1443232" y="1748343"/>
                </a:lnTo>
                <a:lnTo>
                  <a:pt x="1441372" y="1746948"/>
                </a:lnTo>
                <a:lnTo>
                  <a:pt x="1440574" y="1748808"/>
                </a:lnTo>
                <a:lnTo>
                  <a:pt x="1441372" y="1746948"/>
                </a:lnTo>
                <a:lnTo>
                  <a:pt x="1443232" y="1748343"/>
                </a:lnTo>
                <a:lnTo>
                  <a:pt x="1443233" y="1748343"/>
                </a:lnTo>
                <a:lnTo>
                  <a:pt x="1449278" y="1744158"/>
                </a:lnTo>
                <a:close/>
                <a:moveTo>
                  <a:pt x="1385094" y="1743227"/>
                </a:moveTo>
                <a:lnTo>
                  <a:pt x="1385094" y="1743227"/>
                </a:lnTo>
                <a:lnTo>
                  <a:pt x="1386351" y="1743437"/>
                </a:lnTo>
                <a:close/>
                <a:moveTo>
                  <a:pt x="4398070" y="1742297"/>
                </a:moveTo>
                <a:lnTo>
                  <a:pt x="4393884" y="1743692"/>
                </a:lnTo>
                <a:lnTo>
                  <a:pt x="4393883" y="1743693"/>
                </a:lnTo>
                <a:lnTo>
                  <a:pt x="4398069" y="1742298"/>
                </a:lnTo>
                <a:close/>
                <a:moveTo>
                  <a:pt x="1250212" y="1739506"/>
                </a:moveTo>
                <a:lnTo>
                  <a:pt x="1248816" y="1740901"/>
                </a:lnTo>
                <a:lnTo>
                  <a:pt x="1246635" y="1740122"/>
                </a:lnTo>
                <a:lnTo>
                  <a:pt x="1248817" y="1740902"/>
                </a:lnTo>
                <a:lnTo>
                  <a:pt x="1250212" y="1739506"/>
                </a:lnTo>
                <a:close/>
                <a:moveTo>
                  <a:pt x="1459045" y="1738111"/>
                </a:moveTo>
                <a:lnTo>
                  <a:pt x="1453464" y="1739041"/>
                </a:lnTo>
                <a:lnTo>
                  <a:pt x="1449702" y="1743639"/>
                </a:lnTo>
                <a:lnTo>
                  <a:pt x="1453465" y="1739042"/>
                </a:lnTo>
                <a:lnTo>
                  <a:pt x="1459046" y="1738111"/>
                </a:lnTo>
                <a:lnTo>
                  <a:pt x="1465092" y="1739042"/>
                </a:lnTo>
                <a:lnTo>
                  <a:pt x="1465091" y="1739041"/>
                </a:lnTo>
                <a:close/>
                <a:moveTo>
                  <a:pt x="1254863" y="1737181"/>
                </a:moveTo>
                <a:lnTo>
                  <a:pt x="1253467" y="1740436"/>
                </a:lnTo>
                <a:lnTo>
                  <a:pt x="1253468" y="1740436"/>
                </a:lnTo>
                <a:lnTo>
                  <a:pt x="1254863" y="1737181"/>
                </a:lnTo>
                <a:close/>
                <a:moveTo>
                  <a:pt x="1271202" y="1735274"/>
                </a:moveTo>
                <a:lnTo>
                  <a:pt x="1271607" y="1738111"/>
                </a:lnTo>
                <a:lnTo>
                  <a:pt x="1273467" y="1740901"/>
                </a:lnTo>
                <a:lnTo>
                  <a:pt x="1268351" y="1748343"/>
                </a:lnTo>
                <a:lnTo>
                  <a:pt x="1260910" y="1743692"/>
                </a:lnTo>
                <a:lnTo>
                  <a:pt x="1260910" y="1743692"/>
                </a:lnTo>
                <a:lnTo>
                  <a:pt x="1268351" y="1748343"/>
                </a:lnTo>
                <a:lnTo>
                  <a:pt x="1273468" y="1740902"/>
                </a:lnTo>
                <a:lnTo>
                  <a:pt x="1271607" y="1738110"/>
                </a:lnTo>
                <a:close/>
                <a:moveTo>
                  <a:pt x="4405045" y="1734390"/>
                </a:moveTo>
                <a:lnTo>
                  <a:pt x="4402832" y="1736899"/>
                </a:lnTo>
                <a:lnTo>
                  <a:pt x="4405045" y="1734391"/>
                </a:lnTo>
                <a:close/>
                <a:moveTo>
                  <a:pt x="4341890" y="1733483"/>
                </a:moveTo>
                <a:lnTo>
                  <a:pt x="4340861" y="1734855"/>
                </a:lnTo>
                <a:lnTo>
                  <a:pt x="4340861" y="1734855"/>
                </a:lnTo>
                <a:close/>
                <a:moveTo>
                  <a:pt x="1271886" y="1733367"/>
                </a:moveTo>
                <a:lnTo>
                  <a:pt x="1271142" y="1734855"/>
                </a:lnTo>
                <a:lnTo>
                  <a:pt x="1271142" y="1734855"/>
                </a:lnTo>
                <a:close/>
                <a:moveTo>
                  <a:pt x="1466487" y="1732530"/>
                </a:moveTo>
                <a:lnTo>
                  <a:pt x="1463232" y="1734855"/>
                </a:lnTo>
                <a:lnTo>
                  <a:pt x="1463232" y="1734856"/>
                </a:lnTo>
                <a:lnTo>
                  <a:pt x="1466487" y="1732530"/>
                </a:lnTo>
                <a:close/>
                <a:moveTo>
                  <a:pt x="1387884" y="1732529"/>
                </a:moveTo>
                <a:lnTo>
                  <a:pt x="1387884" y="1732530"/>
                </a:lnTo>
                <a:lnTo>
                  <a:pt x="1389744" y="1732530"/>
                </a:lnTo>
                <a:lnTo>
                  <a:pt x="1389744" y="1732529"/>
                </a:lnTo>
                <a:close/>
                <a:moveTo>
                  <a:pt x="1270212" y="1731134"/>
                </a:moveTo>
                <a:lnTo>
                  <a:pt x="1272537" y="1732064"/>
                </a:lnTo>
                <a:lnTo>
                  <a:pt x="1272537" y="1732064"/>
                </a:lnTo>
                <a:close/>
                <a:moveTo>
                  <a:pt x="1474859" y="1729739"/>
                </a:moveTo>
                <a:lnTo>
                  <a:pt x="1474394" y="1732530"/>
                </a:lnTo>
                <a:lnTo>
                  <a:pt x="1469743" y="1735785"/>
                </a:lnTo>
                <a:lnTo>
                  <a:pt x="1469743" y="1735786"/>
                </a:lnTo>
                <a:lnTo>
                  <a:pt x="1474394" y="1732530"/>
                </a:lnTo>
                <a:lnTo>
                  <a:pt x="1474859" y="1729740"/>
                </a:lnTo>
                <a:close/>
                <a:moveTo>
                  <a:pt x="1233933" y="1728343"/>
                </a:moveTo>
                <a:lnTo>
                  <a:pt x="1229283" y="1728808"/>
                </a:lnTo>
                <a:lnTo>
                  <a:pt x="1229283" y="1728809"/>
                </a:lnTo>
                <a:lnTo>
                  <a:pt x="1233933" y="1728344"/>
                </a:lnTo>
                <a:lnTo>
                  <a:pt x="1237189" y="1730204"/>
                </a:lnTo>
                <a:lnTo>
                  <a:pt x="1237189" y="1730204"/>
                </a:lnTo>
                <a:close/>
                <a:moveTo>
                  <a:pt x="1388774" y="1728020"/>
                </a:moveTo>
                <a:lnTo>
                  <a:pt x="1389744" y="1728343"/>
                </a:lnTo>
                <a:lnTo>
                  <a:pt x="1389744" y="1728343"/>
                </a:lnTo>
                <a:close/>
                <a:moveTo>
                  <a:pt x="1232073" y="1724622"/>
                </a:moveTo>
                <a:lnTo>
                  <a:pt x="1232073" y="1724623"/>
                </a:lnTo>
                <a:lnTo>
                  <a:pt x="1234302" y="1724994"/>
                </a:lnTo>
                <a:close/>
                <a:moveTo>
                  <a:pt x="4349232" y="1724159"/>
                </a:moveTo>
                <a:lnTo>
                  <a:pt x="4348302" y="1727879"/>
                </a:lnTo>
                <a:lnTo>
                  <a:pt x="4348303" y="1727878"/>
                </a:lnTo>
                <a:lnTo>
                  <a:pt x="4349233" y="1724159"/>
                </a:lnTo>
                <a:close/>
                <a:moveTo>
                  <a:pt x="1484627" y="1719972"/>
                </a:moveTo>
                <a:lnTo>
                  <a:pt x="1484627" y="1722762"/>
                </a:lnTo>
                <a:lnTo>
                  <a:pt x="1482301" y="1726018"/>
                </a:lnTo>
                <a:lnTo>
                  <a:pt x="1473929" y="1726018"/>
                </a:lnTo>
                <a:lnTo>
                  <a:pt x="1473929" y="1726018"/>
                </a:lnTo>
                <a:lnTo>
                  <a:pt x="1482301" y="1726018"/>
                </a:lnTo>
                <a:lnTo>
                  <a:pt x="1484627" y="1722763"/>
                </a:lnTo>
                <a:lnTo>
                  <a:pt x="1484627" y="1719972"/>
                </a:lnTo>
                <a:close/>
                <a:moveTo>
                  <a:pt x="1325095" y="1717646"/>
                </a:moveTo>
                <a:lnTo>
                  <a:pt x="1325095" y="1717646"/>
                </a:lnTo>
                <a:lnTo>
                  <a:pt x="1327032" y="1718808"/>
                </a:lnTo>
                <a:close/>
                <a:moveTo>
                  <a:pt x="1330007" y="1717425"/>
                </a:moveTo>
                <a:lnTo>
                  <a:pt x="1327420" y="1719041"/>
                </a:lnTo>
                <a:lnTo>
                  <a:pt x="1327421" y="1719041"/>
                </a:lnTo>
                <a:close/>
                <a:moveTo>
                  <a:pt x="1387699" y="1716996"/>
                </a:moveTo>
                <a:lnTo>
                  <a:pt x="1387884" y="1717646"/>
                </a:lnTo>
                <a:lnTo>
                  <a:pt x="1387884" y="1717646"/>
                </a:lnTo>
                <a:close/>
                <a:moveTo>
                  <a:pt x="1238584" y="1716716"/>
                </a:moveTo>
                <a:lnTo>
                  <a:pt x="1235794" y="1720437"/>
                </a:lnTo>
                <a:lnTo>
                  <a:pt x="1235747" y="1720670"/>
                </a:lnTo>
                <a:lnTo>
                  <a:pt x="1235794" y="1720437"/>
                </a:lnTo>
                <a:lnTo>
                  <a:pt x="1238584" y="1716716"/>
                </a:lnTo>
                <a:close/>
                <a:moveTo>
                  <a:pt x="1265096" y="1715320"/>
                </a:moveTo>
                <a:lnTo>
                  <a:pt x="1266491" y="1717181"/>
                </a:lnTo>
                <a:lnTo>
                  <a:pt x="1269281" y="1718576"/>
                </a:lnTo>
                <a:lnTo>
                  <a:pt x="1267886" y="1730204"/>
                </a:lnTo>
                <a:lnTo>
                  <a:pt x="1269282" y="1718576"/>
                </a:lnTo>
                <a:lnTo>
                  <a:pt x="1266491" y="1717181"/>
                </a:lnTo>
                <a:close/>
                <a:moveTo>
                  <a:pt x="1484626" y="1714856"/>
                </a:moveTo>
                <a:lnTo>
                  <a:pt x="1480440" y="1718576"/>
                </a:lnTo>
                <a:lnTo>
                  <a:pt x="1480441" y="1718577"/>
                </a:lnTo>
                <a:lnTo>
                  <a:pt x="1484627" y="1714856"/>
                </a:lnTo>
                <a:close/>
                <a:moveTo>
                  <a:pt x="1235794" y="1713291"/>
                </a:moveTo>
                <a:lnTo>
                  <a:pt x="1233933" y="1713460"/>
                </a:lnTo>
                <a:lnTo>
                  <a:pt x="1233933" y="1713460"/>
                </a:lnTo>
                <a:close/>
                <a:moveTo>
                  <a:pt x="1237899" y="1712036"/>
                </a:moveTo>
                <a:lnTo>
                  <a:pt x="1239049" y="1712995"/>
                </a:lnTo>
                <a:lnTo>
                  <a:pt x="1239050" y="1712994"/>
                </a:lnTo>
                <a:close/>
                <a:moveTo>
                  <a:pt x="1326490" y="1710669"/>
                </a:moveTo>
                <a:lnTo>
                  <a:pt x="1326025" y="1712995"/>
                </a:lnTo>
                <a:lnTo>
                  <a:pt x="1326490" y="1710669"/>
                </a:lnTo>
                <a:close/>
                <a:moveTo>
                  <a:pt x="1273003" y="1708344"/>
                </a:moveTo>
                <a:lnTo>
                  <a:pt x="1272072" y="1709739"/>
                </a:lnTo>
                <a:lnTo>
                  <a:pt x="1272073" y="1709739"/>
                </a:lnTo>
                <a:close/>
                <a:moveTo>
                  <a:pt x="1324553" y="1705786"/>
                </a:moveTo>
                <a:lnTo>
                  <a:pt x="1326490" y="1706949"/>
                </a:lnTo>
                <a:lnTo>
                  <a:pt x="1326490" y="1706948"/>
                </a:lnTo>
                <a:close/>
                <a:moveTo>
                  <a:pt x="1324164" y="1705553"/>
                </a:moveTo>
                <a:lnTo>
                  <a:pt x="1322253" y="1707082"/>
                </a:lnTo>
                <a:lnTo>
                  <a:pt x="1324165" y="1705554"/>
                </a:lnTo>
                <a:close/>
                <a:moveTo>
                  <a:pt x="1316155" y="1705311"/>
                </a:moveTo>
                <a:lnTo>
                  <a:pt x="1313002" y="1705553"/>
                </a:lnTo>
                <a:lnTo>
                  <a:pt x="1313002" y="1705553"/>
                </a:lnTo>
                <a:close/>
                <a:moveTo>
                  <a:pt x="1268816" y="1703228"/>
                </a:moveTo>
                <a:lnTo>
                  <a:pt x="1268816" y="1705088"/>
                </a:lnTo>
                <a:lnTo>
                  <a:pt x="1271873" y="1707465"/>
                </a:lnTo>
                <a:lnTo>
                  <a:pt x="1268817" y="1705088"/>
                </a:lnTo>
                <a:lnTo>
                  <a:pt x="1268817" y="1703228"/>
                </a:lnTo>
                <a:close/>
                <a:moveTo>
                  <a:pt x="1318912" y="1702724"/>
                </a:moveTo>
                <a:lnTo>
                  <a:pt x="1317653" y="1703227"/>
                </a:lnTo>
                <a:lnTo>
                  <a:pt x="1313467" y="1702762"/>
                </a:lnTo>
                <a:lnTo>
                  <a:pt x="1313467" y="1702763"/>
                </a:lnTo>
                <a:lnTo>
                  <a:pt x="1317652" y="1703228"/>
                </a:lnTo>
                <a:close/>
                <a:moveTo>
                  <a:pt x="1475679" y="1701612"/>
                </a:moveTo>
                <a:lnTo>
                  <a:pt x="1476254" y="1702762"/>
                </a:lnTo>
                <a:lnTo>
                  <a:pt x="1475325" y="1705088"/>
                </a:lnTo>
                <a:lnTo>
                  <a:pt x="1475325" y="1705089"/>
                </a:lnTo>
                <a:lnTo>
                  <a:pt x="1476255" y="1702763"/>
                </a:lnTo>
                <a:close/>
                <a:moveTo>
                  <a:pt x="1280909" y="1700902"/>
                </a:moveTo>
                <a:lnTo>
                  <a:pt x="1277654" y="1703692"/>
                </a:lnTo>
                <a:lnTo>
                  <a:pt x="1273448" y="1703471"/>
                </a:lnTo>
                <a:lnTo>
                  <a:pt x="1277654" y="1703693"/>
                </a:lnTo>
                <a:lnTo>
                  <a:pt x="1280910" y="1700902"/>
                </a:lnTo>
                <a:close/>
                <a:moveTo>
                  <a:pt x="1243235" y="1699041"/>
                </a:moveTo>
                <a:lnTo>
                  <a:pt x="1240910" y="1702762"/>
                </a:lnTo>
                <a:lnTo>
                  <a:pt x="1240910" y="1702762"/>
                </a:lnTo>
                <a:lnTo>
                  <a:pt x="1243235" y="1699042"/>
                </a:lnTo>
                <a:lnTo>
                  <a:pt x="1244092" y="1699755"/>
                </a:lnTo>
                <a:close/>
                <a:moveTo>
                  <a:pt x="1343698" y="1697181"/>
                </a:moveTo>
                <a:lnTo>
                  <a:pt x="1344164" y="1705553"/>
                </a:lnTo>
                <a:lnTo>
                  <a:pt x="1345559" y="1710204"/>
                </a:lnTo>
                <a:lnTo>
                  <a:pt x="1341839" y="1712064"/>
                </a:lnTo>
                <a:lnTo>
                  <a:pt x="1345560" y="1710204"/>
                </a:lnTo>
                <a:lnTo>
                  <a:pt x="1344164" y="1705553"/>
                </a:lnTo>
                <a:lnTo>
                  <a:pt x="1343699" y="1697181"/>
                </a:lnTo>
                <a:close/>
                <a:moveTo>
                  <a:pt x="1289746" y="1693926"/>
                </a:moveTo>
                <a:lnTo>
                  <a:pt x="1294397" y="1700437"/>
                </a:lnTo>
                <a:lnTo>
                  <a:pt x="1296723" y="1701832"/>
                </a:lnTo>
                <a:lnTo>
                  <a:pt x="1294397" y="1708343"/>
                </a:lnTo>
                <a:lnTo>
                  <a:pt x="1291142" y="1710204"/>
                </a:lnTo>
                <a:lnTo>
                  <a:pt x="1286956" y="1708344"/>
                </a:lnTo>
                <a:lnTo>
                  <a:pt x="1286956" y="1708344"/>
                </a:lnTo>
                <a:lnTo>
                  <a:pt x="1291142" y="1710204"/>
                </a:lnTo>
                <a:lnTo>
                  <a:pt x="1294398" y="1708344"/>
                </a:lnTo>
                <a:lnTo>
                  <a:pt x="1296723" y="1701832"/>
                </a:lnTo>
                <a:lnTo>
                  <a:pt x="1294398" y="1700437"/>
                </a:lnTo>
                <a:lnTo>
                  <a:pt x="1289747" y="1693926"/>
                </a:lnTo>
                <a:close/>
                <a:moveTo>
                  <a:pt x="1313467" y="1693925"/>
                </a:moveTo>
                <a:lnTo>
                  <a:pt x="1313467" y="1693926"/>
                </a:lnTo>
                <a:lnTo>
                  <a:pt x="1316959" y="1694175"/>
                </a:lnTo>
                <a:close/>
                <a:moveTo>
                  <a:pt x="1296748" y="1691110"/>
                </a:moveTo>
                <a:lnTo>
                  <a:pt x="1293467" y="1694390"/>
                </a:lnTo>
                <a:lnTo>
                  <a:pt x="1291903" y="1694195"/>
                </a:lnTo>
                <a:lnTo>
                  <a:pt x="1293468" y="1694391"/>
                </a:lnTo>
                <a:close/>
                <a:moveTo>
                  <a:pt x="1237189" y="1690669"/>
                </a:moveTo>
                <a:lnTo>
                  <a:pt x="1236167" y="1691436"/>
                </a:lnTo>
                <a:lnTo>
                  <a:pt x="1237189" y="1690670"/>
                </a:lnTo>
                <a:lnTo>
                  <a:pt x="1239514" y="1690670"/>
                </a:lnTo>
                <a:lnTo>
                  <a:pt x="1239514" y="1690669"/>
                </a:lnTo>
                <a:close/>
                <a:moveTo>
                  <a:pt x="1353466" y="1689739"/>
                </a:moveTo>
                <a:lnTo>
                  <a:pt x="1349280" y="1696251"/>
                </a:lnTo>
                <a:lnTo>
                  <a:pt x="1344046" y="1697123"/>
                </a:lnTo>
                <a:lnTo>
                  <a:pt x="1349281" y="1696251"/>
                </a:lnTo>
                <a:lnTo>
                  <a:pt x="1353467" y="1689739"/>
                </a:lnTo>
                <a:lnTo>
                  <a:pt x="1355549" y="1690156"/>
                </a:lnTo>
                <a:close/>
                <a:moveTo>
                  <a:pt x="1251142" y="1687879"/>
                </a:moveTo>
                <a:lnTo>
                  <a:pt x="1251142" y="1687879"/>
                </a:lnTo>
                <a:lnTo>
                  <a:pt x="1252325" y="1688076"/>
                </a:lnTo>
                <a:close/>
                <a:moveTo>
                  <a:pt x="1360908" y="1687414"/>
                </a:moveTo>
                <a:lnTo>
                  <a:pt x="1360907" y="1687414"/>
                </a:lnTo>
                <a:lnTo>
                  <a:pt x="1358117" y="1690669"/>
                </a:lnTo>
                <a:lnTo>
                  <a:pt x="1358118" y="1690669"/>
                </a:lnTo>
                <a:close/>
                <a:moveTo>
                  <a:pt x="1292072" y="1686949"/>
                </a:moveTo>
                <a:lnTo>
                  <a:pt x="1293467" y="1688809"/>
                </a:lnTo>
                <a:lnTo>
                  <a:pt x="1297188" y="1690670"/>
                </a:lnTo>
                <a:lnTo>
                  <a:pt x="1297188" y="1690669"/>
                </a:lnTo>
                <a:lnTo>
                  <a:pt x="1293468" y="1688809"/>
                </a:lnTo>
                <a:close/>
                <a:moveTo>
                  <a:pt x="1390210" y="1686949"/>
                </a:moveTo>
                <a:lnTo>
                  <a:pt x="1390210" y="1686949"/>
                </a:lnTo>
                <a:lnTo>
                  <a:pt x="1391191" y="1687229"/>
                </a:lnTo>
                <a:close/>
                <a:moveTo>
                  <a:pt x="1303699" y="1686948"/>
                </a:moveTo>
                <a:lnTo>
                  <a:pt x="1300444" y="1688809"/>
                </a:lnTo>
                <a:lnTo>
                  <a:pt x="1299786" y="1688546"/>
                </a:lnTo>
                <a:lnTo>
                  <a:pt x="1300444" y="1688809"/>
                </a:lnTo>
                <a:lnTo>
                  <a:pt x="1303700" y="1686949"/>
                </a:lnTo>
                <a:lnTo>
                  <a:pt x="1305781" y="1687138"/>
                </a:lnTo>
                <a:close/>
                <a:moveTo>
                  <a:pt x="1312424" y="1686668"/>
                </a:moveTo>
                <a:lnTo>
                  <a:pt x="1315792" y="1686949"/>
                </a:lnTo>
                <a:lnTo>
                  <a:pt x="1318583" y="1689739"/>
                </a:lnTo>
                <a:lnTo>
                  <a:pt x="1319978" y="1694390"/>
                </a:lnTo>
                <a:lnTo>
                  <a:pt x="1318583" y="1689739"/>
                </a:lnTo>
                <a:lnTo>
                  <a:pt x="1315792" y="1686948"/>
                </a:lnTo>
                <a:close/>
                <a:moveTo>
                  <a:pt x="1255793" y="1686018"/>
                </a:moveTo>
                <a:lnTo>
                  <a:pt x="1255413" y="1686494"/>
                </a:lnTo>
                <a:lnTo>
                  <a:pt x="1255793" y="1686019"/>
                </a:lnTo>
                <a:close/>
                <a:moveTo>
                  <a:pt x="1296281" y="1683398"/>
                </a:moveTo>
                <a:lnTo>
                  <a:pt x="1296723" y="1683693"/>
                </a:lnTo>
                <a:lnTo>
                  <a:pt x="1296723" y="1683693"/>
                </a:lnTo>
                <a:close/>
                <a:moveTo>
                  <a:pt x="1285095" y="1683228"/>
                </a:moveTo>
                <a:lnTo>
                  <a:pt x="1285095" y="1683228"/>
                </a:lnTo>
                <a:lnTo>
                  <a:pt x="1289895" y="1685788"/>
                </a:lnTo>
                <a:close/>
                <a:moveTo>
                  <a:pt x="1245096" y="1682762"/>
                </a:moveTo>
                <a:lnTo>
                  <a:pt x="1243134" y="1684189"/>
                </a:lnTo>
                <a:lnTo>
                  <a:pt x="1245096" y="1682763"/>
                </a:lnTo>
                <a:lnTo>
                  <a:pt x="1247295" y="1683101"/>
                </a:lnTo>
                <a:close/>
                <a:moveTo>
                  <a:pt x="1289746" y="1680902"/>
                </a:moveTo>
                <a:lnTo>
                  <a:pt x="1286646" y="1681212"/>
                </a:lnTo>
                <a:lnTo>
                  <a:pt x="1289746" y="1680903"/>
                </a:lnTo>
                <a:lnTo>
                  <a:pt x="1291765" y="1681351"/>
                </a:lnTo>
                <a:close/>
                <a:moveTo>
                  <a:pt x="1485091" y="1679507"/>
                </a:moveTo>
                <a:lnTo>
                  <a:pt x="1484161" y="1683228"/>
                </a:lnTo>
                <a:lnTo>
                  <a:pt x="1479045" y="1684623"/>
                </a:lnTo>
                <a:lnTo>
                  <a:pt x="1479045" y="1691600"/>
                </a:lnTo>
                <a:lnTo>
                  <a:pt x="1474859" y="1695321"/>
                </a:lnTo>
                <a:lnTo>
                  <a:pt x="1474542" y="1696273"/>
                </a:lnTo>
                <a:lnTo>
                  <a:pt x="1474859" y="1695321"/>
                </a:lnTo>
                <a:lnTo>
                  <a:pt x="1479045" y="1691601"/>
                </a:lnTo>
                <a:lnTo>
                  <a:pt x="1479045" y="1684624"/>
                </a:lnTo>
                <a:lnTo>
                  <a:pt x="1484162" y="1683229"/>
                </a:lnTo>
                <a:lnTo>
                  <a:pt x="1485092" y="1679508"/>
                </a:lnTo>
                <a:close/>
                <a:moveTo>
                  <a:pt x="1366489" y="1679042"/>
                </a:moveTo>
                <a:lnTo>
                  <a:pt x="1367419" y="1683228"/>
                </a:lnTo>
                <a:lnTo>
                  <a:pt x="1366489" y="1685553"/>
                </a:lnTo>
                <a:lnTo>
                  <a:pt x="1362252" y="1686966"/>
                </a:lnTo>
                <a:lnTo>
                  <a:pt x="1366489" y="1685554"/>
                </a:lnTo>
                <a:lnTo>
                  <a:pt x="1367420" y="1683228"/>
                </a:lnTo>
                <a:close/>
                <a:moveTo>
                  <a:pt x="1368814" y="1674856"/>
                </a:moveTo>
                <a:lnTo>
                  <a:pt x="1368814" y="1677646"/>
                </a:lnTo>
                <a:lnTo>
                  <a:pt x="1367392" y="1678500"/>
                </a:lnTo>
                <a:lnTo>
                  <a:pt x="1368815" y="1677647"/>
                </a:lnTo>
                <a:lnTo>
                  <a:pt x="1368815" y="1674856"/>
                </a:lnTo>
                <a:lnTo>
                  <a:pt x="1369099" y="1674903"/>
                </a:lnTo>
                <a:close/>
                <a:moveTo>
                  <a:pt x="1373000" y="1673460"/>
                </a:moveTo>
                <a:lnTo>
                  <a:pt x="1371605" y="1675321"/>
                </a:lnTo>
                <a:lnTo>
                  <a:pt x="1371606" y="1675321"/>
                </a:lnTo>
                <a:lnTo>
                  <a:pt x="1373001" y="1673460"/>
                </a:lnTo>
                <a:close/>
                <a:moveTo>
                  <a:pt x="1485091" y="1667880"/>
                </a:moveTo>
                <a:lnTo>
                  <a:pt x="1484627" y="1670670"/>
                </a:lnTo>
                <a:lnTo>
                  <a:pt x="1481371" y="1672531"/>
                </a:lnTo>
                <a:lnTo>
                  <a:pt x="1481867" y="1673853"/>
                </a:lnTo>
                <a:lnTo>
                  <a:pt x="1481371" y="1672531"/>
                </a:lnTo>
                <a:lnTo>
                  <a:pt x="1484627" y="1670670"/>
                </a:lnTo>
                <a:lnTo>
                  <a:pt x="1485092" y="1667880"/>
                </a:lnTo>
                <a:close/>
                <a:moveTo>
                  <a:pt x="1243701" y="1663228"/>
                </a:moveTo>
                <a:lnTo>
                  <a:pt x="1241840" y="1668344"/>
                </a:lnTo>
                <a:lnTo>
                  <a:pt x="1242051" y="1668766"/>
                </a:lnTo>
                <a:lnTo>
                  <a:pt x="1241840" y="1668345"/>
                </a:lnTo>
                <a:close/>
                <a:moveTo>
                  <a:pt x="1478158" y="1662799"/>
                </a:moveTo>
                <a:lnTo>
                  <a:pt x="1478115" y="1663228"/>
                </a:lnTo>
                <a:lnTo>
                  <a:pt x="1474859" y="1663228"/>
                </a:lnTo>
                <a:lnTo>
                  <a:pt x="1474405" y="1664137"/>
                </a:lnTo>
                <a:lnTo>
                  <a:pt x="1474859" y="1663229"/>
                </a:lnTo>
                <a:lnTo>
                  <a:pt x="1478115" y="1663229"/>
                </a:lnTo>
                <a:close/>
                <a:moveTo>
                  <a:pt x="1229283" y="1651600"/>
                </a:moveTo>
                <a:lnTo>
                  <a:pt x="1229283" y="1651601"/>
                </a:lnTo>
                <a:lnTo>
                  <a:pt x="1233933" y="1652996"/>
                </a:lnTo>
                <a:lnTo>
                  <a:pt x="1236893" y="1657732"/>
                </a:lnTo>
                <a:lnTo>
                  <a:pt x="1233933" y="1652995"/>
                </a:lnTo>
                <a:close/>
                <a:moveTo>
                  <a:pt x="1478115" y="1649275"/>
                </a:moveTo>
                <a:lnTo>
                  <a:pt x="1475218" y="1651206"/>
                </a:lnTo>
                <a:lnTo>
                  <a:pt x="1478115" y="1649275"/>
                </a:lnTo>
                <a:close/>
                <a:moveTo>
                  <a:pt x="1222447" y="1644289"/>
                </a:moveTo>
                <a:lnTo>
                  <a:pt x="1228352" y="1647415"/>
                </a:lnTo>
                <a:lnTo>
                  <a:pt x="1228721" y="1649077"/>
                </a:lnTo>
                <a:lnTo>
                  <a:pt x="1228352" y="1647414"/>
                </a:lnTo>
                <a:close/>
                <a:moveTo>
                  <a:pt x="1214215" y="1641839"/>
                </a:moveTo>
                <a:lnTo>
                  <a:pt x="1214399" y="1642298"/>
                </a:lnTo>
                <a:lnTo>
                  <a:pt x="1218247" y="1642890"/>
                </a:lnTo>
                <a:lnTo>
                  <a:pt x="1214399" y="1642298"/>
                </a:lnTo>
                <a:close/>
                <a:moveTo>
                  <a:pt x="1474859" y="1639043"/>
                </a:moveTo>
                <a:lnTo>
                  <a:pt x="1474394" y="1642763"/>
                </a:lnTo>
                <a:lnTo>
                  <a:pt x="1474394" y="1642764"/>
                </a:lnTo>
                <a:close/>
                <a:moveTo>
                  <a:pt x="1209282" y="1639043"/>
                </a:moveTo>
                <a:lnTo>
                  <a:pt x="1206956" y="1640903"/>
                </a:lnTo>
                <a:lnTo>
                  <a:pt x="1205670" y="1640689"/>
                </a:lnTo>
                <a:lnTo>
                  <a:pt x="1206957" y="1640903"/>
                </a:lnTo>
                <a:close/>
                <a:moveTo>
                  <a:pt x="1206492" y="1634392"/>
                </a:moveTo>
                <a:lnTo>
                  <a:pt x="1205097" y="1636252"/>
                </a:lnTo>
                <a:lnTo>
                  <a:pt x="1206492" y="1634392"/>
                </a:lnTo>
                <a:close/>
                <a:moveTo>
                  <a:pt x="1468106" y="1633665"/>
                </a:moveTo>
                <a:lnTo>
                  <a:pt x="1468813" y="1635787"/>
                </a:lnTo>
                <a:lnTo>
                  <a:pt x="1469476" y="1636144"/>
                </a:lnTo>
                <a:lnTo>
                  <a:pt x="1468813" y="1635787"/>
                </a:lnTo>
                <a:close/>
                <a:moveTo>
                  <a:pt x="1462766" y="1628811"/>
                </a:moveTo>
                <a:lnTo>
                  <a:pt x="1462766" y="1631136"/>
                </a:lnTo>
                <a:lnTo>
                  <a:pt x="1462767" y="1631136"/>
                </a:lnTo>
                <a:lnTo>
                  <a:pt x="1462767" y="1628811"/>
                </a:lnTo>
                <a:close/>
                <a:moveTo>
                  <a:pt x="1440643" y="1625686"/>
                </a:moveTo>
                <a:lnTo>
                  <a:pt x="1439977" y="1626019"/>
                </a:lnTo>
                <a:lnTo>
                  <a:pt x="1436721" y="1627880"/>
                </a:lnTo>
                <a:lnTo>
                  <a:pt x="1436721" y="1627880"/>
                </a:lnTo>
                <a:lnTo>
                  <a:pt x="1439976" y="1626019"/>
                </a:lnTo>
                <a:close/>
                <a:moveTo>
                  <a:pt x="1449744" y="1624624"/>
                </a:moveTo>
                <a:lnTo>
                  <a:pt x="1449373" y="1624772"/>
                </a:lnTo>
                <a:lnTo>
                  <a:pt x="1449744" y="1624624"/>
                </a:lnTo>
                <a:close/>
                <a:moveTo>
                  <a:pt x="1443698" y="1624159"/>
                </a:moveTo>
                <a:lnTo>
                  <a:pt x="1443698" y="1624159"/>
                </a:lnTo>
                <a:lnTo>
                  <a:pt x="1447418" y="1625554"/>
                </a:lnTo>
                <a:lnTo>
                  <a:pt x="1447418" y="1625554"/>
                </a:lnTo>
                <a:close/>
                <a:moveTo>
                  <a:pt x="1452999" y="1620905"/>
                </a:moveTo>
                <a:lnTo>
                  <a:pt x="1452072" y="1622298"/>
                </a:lnTo>
                <a:lnTo>
                  <a:pt x="1453464" y="1621834"/>
                </a:lnTo>
                <a:lnTo>
                  <a:pt x="1453465" y="1621834"/>
                </a:lnTo>
                <a:close/>
                <a:moveTo>
                  <a:pt x="1410210" y="1619973"/>
                </a:moveTo>
                <a:lnTo>
                  <a:pt x="1408818" y="1620901"/>
                </a:lnTo>
                <a:lnTo>
                  <a:pt x="1411140" y="1619973"/>
                </a:lnTo>
                <a:lnTo>
                  <a:pt x="1413930" y="1622764"/>
                </a:lnTo>
                <a:lnTo>
                  <a:pt x="1416721" y="1624624"/>
                </a:lnTo>
                <a:lnTo>
                  <a:pt x="1416255" y="1626485"/>
                </a:lnTo>
                <a:lnTo>
                  <a:pt x="1417651" y="1632531"/>
                </a:lnTo>
                <a:lnTo>
                  <a:pt x="1420441" y="1634856"/>
                </a:lnTo>
                <a:lnTo>
                  <a:pt x="1423697" y="1636717"/>
                </a:lnTo>
                <a:lnTo>
                  <a:pt x="1426023" y="1639973"/>
                </a:lnTo>
                <a:lnTo>
                  <a:pt x="1430674" y="1639507"/>
                </a:lnTo>
                <a:lnTo>
                  <a:pt x="1433930" y="1639043"/>
                </a:lnTo>
                <a:lnTo>
                  <a:pt x="1434238" y="1638812"/>
                </a:lnTo>
                <a:lnTo>
                  <a:pt x="1433930" y="1639042"/>
                </a:lnTo>
                <a:lnTo>
                  <a:pt x="1430675" y="1639507"/>
                </a:lnTo>
                <a:lnTo>
                  <a:pt x="1426023" y="1639972"/>
                </a:lnTo>
                <a:lnTo>
                  <a:pt x="1423698" y="1636716"/>
                </a:lnTo>
                <a:lnTo>
                  <a:pt x="1420442" y="1634857"/>
                </a:lnTo>
                <a:lnTo>
                  <a:pt x="1417652" y="1632531"/>
                </a:lnTo>
                <a:lnTo>
                  <a:pt x="1416256" y="1626484"/>
                </a:lnTo>
                <a:lnTo>
                  <a:pt x="1416722" y="1624624"/>
                </a:lnTo>
                <a:lnTo>
                  <a:pt x="1413931" y="1622763"/>
                </a:lnTo>
                <a:lnTo>
                  <a:pt x="1411140" y="1619973"/>
                </a:lnTo>
                <a:close/>
                <a:moveTo>
                  <a:pt x="1401372" y="1619043"/>
                </a:moveTo>
                <a:lnTo>
                  <a:pt x="1400907" y="1619973"/>
                </a:lnTo>
                <a:lnTo>
                  <a:pt x="1401372" y="1619043"/>
                </a:lnTo>
                <a:close/>
                <a:moveTo>
                  <a:pt x="1394861" y="1618577"/>
                </a:moveTo>
                <a:lnTo>
                  <a:pt x="1394860" y="1618578"/>
                </a:lnTo>
                <a:lnTo>
                  <a:pt x="1395791" y="1619508"/>
                </a:lnTo>
                <a:close/>
                <a:moveTo>
                  <a:pt x="1402768" y="1617647"/>
                </a:moveTo>
                <a:lnTo>
                  <a:pt x="1406489" y="1619973"/>
                </a:lnTo>
                <a:lnTo>
                  <a:pt x="1407419" y="1620903"/>
                </a:lnTo>
                <a:lnTo>
                  <a:pt x="1407419" y="1620903"/>
                </a:lnTo>
                <a:lnTo>
                  <a:pt x="1406489" y="1619973"/>
                </a:lnTo>
                <a:lnTo>
                  <a:pt x="1402768" y="1617647"/>
                </a:lnTo>
                <a:close/>
                <a:moveTo>
                  <a:pt x="1187100" y="1617345"/>
                </a:moveTo>
                <a:lnTo>
                  <a:pt x="1187887" y="1617647"/>
                </a:lnTo>
                <a:lnTo>
                  <a:pt x="1187887" y="1617647"/>
                </a:lnTo>
                <a:close/>
                <a:moveTo>
                  <a:pt x="1377879" y="1616846"/>
                </a:moveTo>
                <a:lnTo>
                  <a:pt x="1380442" y="1619043"/>
                </a:lnTo>
                <a:lnTo>
                  <a:pt x="1380442" y="1621834"/>
                </a:lnTo>
                <a:lnTo>
                  <a:pt x="1381317" y="1621483"/>
                </a:lnTo>
                <a:lnTo>
                  <a:pt x="1380442" y="1621833"/>
                </a:lnTo>
                <a:lnTo>
                  <a:pt x="1380442" y="1619043"/>
                </a:lnTo>
                <a:close/>
                <a:moveTo>
                  <a:pt x="1399512" y="1615787"/>
                </a:moveTo>
                <a:lnTo>
                  <a:pt x="1399513" y="1615788"/>
                </a:lnTo>
                <a:lnTo>
                  <a:pt x="1402302" y="1617647"/>
                </a:lnTo>
                <a:close/>
                <a:moveTo>
                  <a:pt x="1179713" y="1606315"/>
                </a:moveTo>
                <a:lnTo>
                  <a:pt x="1180446" y="1607416"/>
                </a:lnTo>
                <a:lnTo>
                  <a:pt x="1180545" y="1607980"/>
                </a:lnTo>
                <a:lnTo>
                  <a:pt x="1180446" y="1607415"/>
                </a:lnTo>
                <a:close/>
                <a:moveTo>
                  <a:pt x="1451604" y="1604625"/>
                </a:moveTo>
                <a:lnTo>
                  <a:pt x="1448815" y="1605555"/>
                </a:lnTo>
                <a:lnTo>
                  <a:pt x="1448814" y="1605555"/>
                </a:lnTo>
                <a:lnTo>
                  <a:pt x="1451604" y="1604625"/>
                </a:lnTo>
                <a:close/>
                <a:moveTo>
                  <a:pt x="1174865" y="1604159"/>
                </a:moveTo>
                <a:lnTo>
                  <a:pt x="1174865" y="1604160"/>
                </a:lnTo>
                <a:lnTo>
                  <a:pt x="1178039" y="1604556"/>
                </a:lnTo>
                <a:close/>
                <a:moveTo>
                  <a:pt x="1173469" y="1602299"/>
                </a:moveTo>
                <a:lnTo>
                  <a:pt x="1170214" y="1602764"/>
                </a:lnTo>
                <a:lnTo>
                  <a:pt x="1170214" y="1602764"/>
                </a:lnTo>
                <a:lnTo>
                  <a:pt x="1173469" y="1602299"/>
                </a:lnTo>
                <a:close/>
                <a:moveTo>
                  <a:pt x="1383961" y="1599111"/>
                </a:moveTo>
                <a:lnTo>
                  <a:pt x="1382768" y="1599508"/>
                </a:lnTo>
                <a:lnTo>
                  <a:pt x="1382155" y="1599263"/>
                </a:lnTo>
                <a:lnTo>
                  <a:pt x="1382768" y="1599508"/>
                </a:lnTo>
                <a:close/>
                <a:moveTo>
                  <a:pt x="1380442" y="1598578"/>
                </a:moveTo>
                <a:lnTo>
                  <a:pt x="1376721" y="1606950"/>
                </a:lnTo>
                <a:lnTo>
                  <a:pt x="1373466" y="1606950"/>
                </a:lnTo>
                <a:lnTo>
                  <a:pt x="1373000" y="1608810"/>
                </a:lnTo>
                <a:lnTo>
                  <a:pt x="1373931" y="1613461"/>
                </a:lnTo>
                <a:lnTo>
                  <a:pt x="1376101" y="1615322"/>
                </a:lnTo>
                <a:lnTo>
                  <a:pt x="1373931" y="1613461"/>
                </a:lnTo>
                <a:lnTo>
                  <a:pt x="1373001" y="1608810"/>
                </a:lnTo>
                <a:lnTo>
                  <a:pt x="1373466" y="1606950"/>
                </a:lnTo>
                <a:lnTo>
                  <a:pt x="1376722" y="1606950"/>
                </a:lnTo>
                <a:lnTo>
                  <a:pt x="1380442" y="1598578"/>
                </a:lnTo>
                <a:close/>
                <a:moveTo>
                  <a:pt x="1386176" y="1596725"/>
                </a:moveTo>
                <a:lnTo>
                  <a:pt x="1385558" y="1598578"/>
                </a:lnTo>
                <a:lnTo>
                  <a:pt x="1385559" y="1598578"/>
                </a:lnTo>
                <a:close/>
                <a:moveTo>
                  <a:pt x="1392134" y="1587288"/>
                </a:moveTo>
                <a:lnTo>
                  <a:pt x="1391605" y="1588346"/>
                </a:lnTo>
                <a:lnTo>
                  <a:pt x="1391203" y="1591165"/>
                </a:lnTo>
                <a:lnTo>
                  <a:pt x="1391605" y="1588346"/>
                </a:lnTo>
                <a:close/>
                <a:moveTo>
                  <a:pt x="1446487" y="1585091"/>
                </a:moveTo>
                <a:lnTo>
                  <a:pt x="1446195" y="1585384"/>
                </a:lnTo>
                <a:lnTo>
                  <a:pt x="1446488" y="1585091"/>
                </a:lnTo>
                <a:close/>
                <a:moveTo>
                  <a:pt x="1866093" y="1582680"/>
                </a:moveTo>
                <a:lnTo>
                  <a:pt x="1868807" y="1584161"/>
                </a:lnTo>
                <a:lnTo>
                  <a:pt x="1874388" y="1584161"/>
                </a:lnTo>
                <a:lnTo>
                  <a:pt x="1875157" y="1583392"/>
                </a:lnTo>
                <a:lnTo>
                  <a:pt x="1874388" y="1584160"/>
                </a:lnTo>
                <a:lnTo>
                  <a:pt x="1868807" y="1584160"/>
                </a:lnTo>
                <a:close/>
                <a:moveTo>
                  <a:pt x="1390812" y="1574584"/>
                </a:moveTo>
                <a:lnTo>
                  <a:pt x="1389744" y="1576718"/>
                </a:lnTo>
                <a:lnTo>
                  <a:pt x="1391605" y="1579044"/>
                </a:lnTo>
                <a:lnTo>
                  <a:pt x="1390209" y="1584159"/>
                </a:lnTo>
                <a:lnTo>
                  <a:pt x="1392535" y="1586485"/>
                </a:lnTo>
                <a:lnTo>
                  <a:pt x="1392535" y="1586485"/>
                </a:lnTo>
                <a:lnTo>
                  <a:pt x="1390210" y="1584160"/>
                </a:lnTo>
                <a:lnTo>
                  <a:pt x="1391605" y="1579043"/>
                </a:lnTo>
                <a:lnTo>
                  <a:pt x="1389745" y="1576717"/>
                </a:lnTo>
                <a:close/>
                <a:moveTo>
                  <a:pt x="1859457" y="1573159"/>
                </a:moveTo>
                <a:lnTo>
                  <a:pt x="1859970" y="1573928"/>
                </a:lnTo>
                <a:lnTo>
                  <a:pt x="1861830" y="1575788"/>
                </a:lnTo>
                <a:lnTo>
                  <a:pt x="1863226" y="1578114"/>
                </a:lnTo>
                <a:lnTo>
                  <a:pt x="1863625" y="1580907"/>
                </a:lnTo>
                <a:lnTo>
                  <a:pt x="1863226" y="1578114"/>
                </a:lnTo>
                <a:lnTo>
                  <a:pt x="1861830" y="1575788"/>
                </a:lnTo>
                <a:lnTo>
                  <a:pt x="1859971" y="1573928"/>
                </a:lnTo>
                <a:close/>
                <a:moveTo>
                  <a:pt x="1860435" y="1569277"/>
                </a:moveTo>
                <a:lnTo>
                  <a:pt x="1858574" y="1572067"/>
                </a:lnTo>
                <a:lnTo>
                  <a:pt x="1858707" y="1572200"/>
                </a:lnTo>
                <a:lnTo>
                  <a:pt x="1858575" y="1572068"/>
                </a:lnTo>
                <a:lnTo>
                  <a:pt x="1860435" y="1569277"/>
                </a:lnTo>
                <a:close/>
                <a:moveTo>
                  <a:pt x="1880435" y="1569277"/>
                </a:moveTo>
                <a:lnTo>
                  <a:pt x="1880435" y="1569277"/>
                </a:lnTo>
                <a:lnTo>
                  <a:pt x="1881624" y="1570942"/>
                </a:lnTo>
                <a:close/>
                <a:moveTo>
                  <a:pt x="1859505" y="1568812"/>
                </a:moveTo>
                <a:lnTo>
                  <a:pt x="1859504" y="1568812"/>
                </a:lnTo>
                <a:lnTo>
                  <a:pt x="1859974" y="1569046"/>
                </a:lnTo>
                <a:close/>
                <a:moveTo>
                  <a:pt x="1389745" y="1568809"/>
                </a:moveTo>
                <a:lnTo>
                  <a:pt x="1389744" y="1568811"/>
                </a:lnTo>
                <a:lnTo>
                  <a:pt x="1389746" y="1568814"/>
                </a:lnTo>
                <a:lnTo>
                  <a:pt x="1389745" y="1568810"/>
                </a:lnTo>
                <a:close/>
                <a:moveTo>
                  <a:pt x="1851598" y="1568347"/>
                </a:moveTo>
                <a:lnTo>
                  <a:pt x="1851598" y="1568347"/>
                </a:lnTo>
                <a:lnTo>
                  <a:pt x="1854853" y="1569742"/>
                </a:lnTo>
                <a:lnTo>
                  <a:pt x="1854854" y="1569742"/>
                </a:lnTo>
                <a:close/>
                <a:moveTo>
                  <a:pt x="1841831" y="1568347"/>
                </a:moveTo>
                <a:lnTo>
                  <a:pt x="1841831" y="1568347"/>
                </a:lnTo>
                <a:lnTo>
                  <a:pt x="1845086" y="1568347"/>
                </a:lnTo>
                <a:lnTo>
                  <a:pt x="1845086" y="1568347"/>
                </a:lnTo>
                <a:close/>
                <a:moveTo>
                  <a:pt x="1433465" y="1566951"/>
                </a:moveTo>
                <a:lnTo>
                  <a:pt x="1430675" y="1568810"/>
                </a:lnTo>
                <a:lnTo>
                  <a:pt x="1430675" y="1568812"/>
                </a:lnTo>
                <a:close/>
                <a:moveTo>
                  <a:pt x="1842760" y="1565556"/>
                </a:moveTo>
                <a:lnTo>
                  <a:pt x="1841888" y="1568176"/>
                </a:lnTo>
                <a:lnTo>
                  <a:pt x="1842761" y="1565557"/>
                </a:lnTo>
                <a:close/>
                <a:moveTo>
                  <a:pt x="1393526" y="1563545"/>
                </a:moveTo>
                <a:lnTo>
                  <a:pt x="1393000" y="1563695"/>
                </a:lnTo>
                <a:lnTo>
                  <a:pt x="1391605" y="1566020"/>
                </a:lnTo>
                <a:lnTo>
                  <a:pt x="1393001" y="1563695"/>
                </a:lnTo>
                <a:close/>
                <a:moveTo>
                  <a:pt x="1397186" y="1562299"/>
                </a:moveTo>
                <a:lnTo>
                  <a:pt x="1396366" y="1562710"/>
                </a:lnTo>
                <a:lnTo>
                  <a:pt x="1397186" y="1562300"/>
                </a:lnTo>
                <a:lnTo>
                  <a:pt x="1397194" y="1562300"/>
                </a:lnTo>
                <a:close/>
                <a:moveTo>
                  <a:pt x="1162703" y="1561766"/>
                </a:moveTo>
                <a:lnTo>
                  <a:pt x="1163702" y="1562765"/>
                </a:lnTo>
                <a:lnTo>
                  <a:pt x="1163702" y="1562765"/>
                </a:lnTo>
                <a:close/>
                <a:moveTo>
                  <a:pt x="1848342" y="1561370"/>
                </a:moveTo>
                <a:lnTo>
                  <a:pt x="1852993" y="1562300"/>
                </a:lnTo>
                <a:lnTo>
                  <a:pt x="1856249" y="1563696"/>
                </a:lnTo>
                <a:lnTo>
                  <a:pt x="1856249" y="1563695"/>
                </a:lnTo>
                <a:lnTo>
                  <a:pt x="1852993" y="1562300"/>
                </a:lnTo>
                <a:close/>
                <a:moveTo>
                  <a:pt x="1786018" y="1558114"/>
                </a:moveTo>
                <a:lnTo>
                  <a:pt x="1782941" y="1558993"/>
                </a:lnTo>
                <a:lnTo>
                  <a:pt x="1786017" y="1558115"/>
                </a:lnTo>
                <a:lnTo>
                  <a:pt x="1787453" y="1558274"/>
                </a:lnTo>
                <a:close/>
                <a:moveTo>
                  <a:pt x="1425558" y="1558113"/>
                </a:moveTo>
                <a:lnTo>
                  <a:pt x="1423697" y="1560439"/>
                </a:lnTo>
                <a:lnTo>
                  <a:pt x="1423698" y="1560439"/>
                </a:lnTo>
                <a:lnTo>
                  <a:pt x="1425559" y="1558113"/>
                </a:lnTo>
                <a:close/>
                <a:moveTo>
                  <a:pt x="1418582" y="1557416"/>
                </a:moveTo>
                <a:lnTo>
                  <a:pt x="1419977" y="1557648"/>
                </a:lnTo>
                <a:lnTo>
                  <a:pt x="1420240" y="1558087"/>
                </a:lnTo>
                <a:lnTo>
                  <a:pt x="1419977" y="1557648"/>
                </a:lnTo>
                <a:close/>
                <a:moveTo>
                  <a:pt x="1429279" y="1557184"/>
                </a:moveTo>
                <a:lnTo>
                  <a:pt x="1428813" y="1558113"/>
                </a:lnTo>
                <a:lnTo>
                  <a:pt x="1428815" y="1558113"/>
                </a:lnTo>
                <a:lnTo>
                  <a:pt x="1430208" y="1557649"/>
                </a:lnTo>
                <a:close/>
                <a:moveTo>
                  <a:pt x="1815784" y="1557184"/>
                </a:moveTo>
                <a:lnTo>
                  <a:pt x="1821366" y="1560440"/>
                </a:lnTo>
                <a:lnTo>
                  <a:pt x="1823226" y="1560440"/>
                </a:lnTo>
                <a:lnTo>
                  <a:pt x="1823227" y="1560440"/>
                </a:lnTo>
                <a:lnTo>
                  <a:pt x="1821366" y="1560440"/>
                </a:lnTo>
                <a:close/>
                <a:moveTo>
                  <a:pt x="1792994" y="1557184"/>
                </a:moveTo>
                <a:lnTo>
                  <a:pt x="1798110" y="1557649"/>
                </a:lnTo>
                <a:lnTo>
                  <a:pt x="1798110" y="1557649"/>
                </a:lnTo>
                <a:close/>
                <a:moveTo>
                  <a:pt x="1414790" y="1556146"/>
                </a:moveTo>
                <a:lnTo>
                  <a:pt x="1415326" y="1556253"/>
                </a:lnTo>
                <a:lnTo>
                  <a:pt x="1415708" y="1556444"/>
                </a:lnTo>
                <a:lnTo>
                  <a:pt x="1415326" y="1556253"/>
                </a:lnTo>
                <a:lnTo>
                  <a:pt x="1415326" y="1556253"/>
                </a:lnTo>
                <a:lnTo>
                  <a:pt x="1415325" y="1556253"/>
                </a:lnTo>
                <a:close/>
                <a:moveTo>
                  <a:pt x="1410153" y="1556025"/>
                </a:moveTo>
                <a:lnTo>
                  <a:pt x="1407419" y="1556253"/>
                </a:lnTo>
                <a:lnTo>
                  <a:pt x="1405558" y="1559509"/>
                </a:lnTo>
                <a:lnTo>
                  <a:pt x="1404628" y="1562764"/>
                </a:lnTo>
                <a:lnTo>
                  <a:pt x="1405559" y="1559509"/>
                </a:lnTo>
                <a:lnTo>
                  <a:pt x="1407420" y="1556253"/>
                </a:lnTo>
                <a:close/>
                <a:moveTo>
                  <a:pt x="1805067" y="1555115"/>
                </a:moveTo>
                <a:lnTo>
                  <a:pt x="1804622" y="1560905"/>
                </a:lnTo>
                <a:lnTo>
                  <a:pt x="1804994" y="1560822"/>
                </a:lnTo>
                <a:lnTo>
                  <a:pt x="1804622" y="1560905"/>
                </a:lnTo>
                <a:close/>
                <a:moveTo>
                  <a:pt x="1801831" y="1552998"/>
                </a:moveTo>
                <a:lnTo>
                  <a:pt x="1801095" y="1553919"/>
                </a:lnTo>
                <a:lnTo>
                  <a:pt x="1801831" y="1552998"/>
                </a:lnTo>
                <a:lnTo>
                  <a:pt x="1805087" y="1554859"/>
                </a:lnTo>
                <a:lnTo>
                  <a:pt x="1805087" y="1554859"/>
                </a:lnTo>
                <a:close/>
                <a:moveTo>
                  <a:pt x="1840435" y="1552533"/>
                </a:moveTo>
                <a:lnTo>
                  <a:pt x="1838575" y="1552998"/>
                </a:lnTo>
                <a:lnTo>
                  <a:pt x="1830203" y="1554859"/>
                </a:lnTo>
                <a:lnTo>
                  <a:pt x="1838575" y="1552998"/>
                </a:lnTo>
                <a:lnTo>
                  <a:pt x="1840435" y="1552533"/>
                </a:lnTo>
                <a:lnTo>
                  <a:pt x="1842760" y="1555323"/>
                </a:lnTo>
                <a:lnTo>
                  <a:pt x="1843691" y="1556719"/>
                </a:lnTo>
                <a:lnTo>
                  <a:pt x="1845086" y="1556719"/>
                </a:lnTo>
                <a:lnTo>
                  <a:pt x="1845551" y="1558115"/>
                </a:lnTo>
                <a:lnTo>
                  <a:pt x="1846016" y="1558579"/>
                </a:lnTo>
                <a:lnTo>
                  <a:pt x="1844156" y="1559510"/>
                </a:lnTo>
                <a:lnTo>
                  <a:pt x="1843691" y="1561370"/>
                </a:lnTo>
                <a:lnTo>
                  <a:pt x="1844156" y="1562766"/>
                </a:lnTo>
                <a:lnTo>
                  <a:pt x="1844621" y="1563696"/>
                </a:lnTo>
                <a:lnTo>
                  <a:pt x="1844156" y="1565556"/>
                </a:lnTo>
                <a:lnTo>
                  <a:pt x="1843735" y="1566398"/>
                </a:lnTo>
                <a:lnTo>
                  <a:pt x="1844157" y="1565556"/>
                </a:lnTo>
                <a:lnTo>
                  <a:pt x="1844622" y="1563695"/>
                </a:lnTo>
                <a:lnTo>
                  <a:pt x="1844157" y="1562766"/>
                </a:lnTo>
                <a:lnTo>
                  <a:pt x="1843691" y="1561370"/>
                </a:lnTo>
                <a:lnTo>
                  <a:pt x="1844157" y="1559510"/>
                </a:lnTo>
                <a:lnTo>
                  <a:pt x="1846017" y="1558580"/>
                </a:lnTo>
                <a:lnTo>
                  <a:pt x="1845552" y="1558114"/>
                </a:lnTo>
                <a:lnTo>
                  <a:pt x="1845086" y="1556719"/>
                </a:lnTo>
                <a:lnTo>
                  <a:pt x="1843691" y="1556719"/>
                </a:lnTo>
                <a:lnTo>
                  <a:pt x="1842761" y="1555324"/>
                </a:lnTo>
                <a:close/>
                <a:moveTo>
                  <a:pt x="1780718" y="1551316"/>
                </a:moveTo>
                <a:lnTo>
                  <a:pt x="1779971" y="1553928"/>
                </a:lnTo>
                <a:lnTo>
                  <a:pt x="1782761" y="1559045"/>
                </a:lnTo>
                <a:lnTo>
                  <a:pt x="1782762" y="1559044"/>
                </a:lnTo>
                <a:lnTo>
                  <a:pt x="1779972" y="1553929"/>
                </a:lnTo>
                <a:close/>
                <a:moveTo>
                  <a:pt x="1433930" y="1551137"/>
                </a:moveTo>
                <a:lnTo>
                  <a:pt x="1428348" y="1552998"/>
                </a:lnTo>
                <a:lnTo>
                  <a:pt x="1428348" y="1552998"/>
                </a:lnTo>
                <a:lnTo>
                  <a:pt x="1433929" y="1551138"/>
                </a:lnTo>
                <a:close/>
                <a:moveTo>
                  <a:pt x="1434860" y="1549742"/>
                </a:moveTo>
                <a:lnTo>
                  <a:pt x="1434075" y="1550920"/>
                </a:lnTo>
                <a:lnTo>
                  <a:pt x="1434860" y="1549742"/>
                </a:lnTo>
                <a:close/>
                <a:moveTo>
                  <a:pt x="1780019" y="1544965"/>
                </a:moveTo>
                <a:lnTo>
                  <a:pt x="1780901" y="1545091"/>
                </a:lnTo>
                <a:lnTo>
                  <a:pt x="1780901" y="1545091"/>
                </a:lnTo>
                <a:close/>
                <a:moveTo>
                  <a:pt x="1432069" y="1544626"/>
                </a:moveTo>
                <a:lnTo>
                  <a:pt x="1430674" y="1547416"/>
                </a:lnTo>
                <a:lnTo>
                  <a:pt x="1430675" y="1547416"/>
                </a:lnTo>
                <a:lnTo>
                  <a:pt x="1432070" y="1544626"/>
                </a:lnTo>
                <a:close/>
                <a:moveTo>
                  <a:pt x="1766018" y="1540440"/>
                </a:moveTo>
                <a:lnTo>
                  <a:pt x="1766018" y="1540440"/>
                </a:lnTo>
                <a:lnTo>
                  <a:pt x="1772995" y="1541835"/>
                </a:lnTo>
                <a:lnTo>
                  <a:pt x="1773367" y="1540967"/>
                </a:lnTo>
                <a:lnTo>
                  <a:pt x="1772995" y="1541835"/>
                </a:lnTo>
                <a:close/>
                <a:moveTo>
                  <a:pt x="1433465" y="1532068"/>
                </a:moveTo>
                <a:lnTo>
                  <a:pt x="1430209" y="1539974"/>
                </a:lnTo>
                <a:lnTo>
                  <a:pt x="1429743" y="1542765"/>
                </a:lnTo>
                <a:lnTo>
                  <a:pt x="1429744" y="1542765"/>
                </a:lnTo>
                <a:lnTo>
                  <a:pt x="1430209" y="1539975"/>
                </a:lnTo>
                <a:close/>
                <a:moveTo>
                  <a:pt x="1752523" y="1529907"/>
                </a:moveTo>
                <a:lnTo>
                  <a:pt x="1754855" y="1531603"/>
                </a:lnTo>
                <a:lnTo>
                  <a:pt x="1761832" y="1539510"/>
                </a:lnTo>
                <a:lnTo>
                  <a:pt x="1764157" y="1541370"/>
                </a:lnTo>
                <a:lnTo>
                  <a:pt x="1761832" y="1539510"/>
                </a:lnTo>
                <a:lnTo>
                  <a:pt x="1754855" y="1531603"/>
                </a:lnTo>
                <a:close/>
                <a:moveTo>
                  <a:pt x="1155421" y="1529549"/>
                </a:moveTo>
                <a:lnTo>
                  <a:pt x="1151144" y="1530207"/>
                </a:lnTo>
                <a:lnTo>
                  <a:pt x="1151144" y="1530207"/>
                </a:lnTo>
                <a:close/>
                <a:moveTo>
                  <a:pt x="1144642" y="1520715"/>
                </a:moveTo>
                <a:lnTo>
                  <a:pt x="1150214" y="1521370"/>
                </a:lnTo>
                <a:lnTo>
                  <a:pt x="1150213" y="1521370"/>
                </a:lnTo>
                <a:close/>
                <a:moveTo>
                  <a:pt x="1420879" y="1510072"/>
                </a:moveTo>
                <a:lnTo>
                  <a:pt x="1419511" y="1512533"/>
                </a:lnTo>
                <a:lnTo>
                  <a:pt x="1419511" y="1512533"/>
                </a:lnTo>
                <a:close/>
                <a:moveTo>
                  <a:pt x="1145097" y="1509742"/>
                </a:moveTo>
                <a:lnTo>
                  <a:pt x="1142307" y="1512998"/>
                </a:lnTo>
                <a:lnTo>
                  <a:pt x="1142307" y="1512998"/>
                </a:lnTo>
                <a:close/>
                <a:moveTo>
                  <a:pt x="1736251" y="1508813"/>
                </a:moveTo>
                <a:lnTo>
                  <a:pt x="1739971" y="1511138"/>
                </a:lnTo>
                <a:lnTo>
                  <a:pt x="1739971" y="1514859"/>
                </a:lnTo>
                <a:lnTo>
                  <a:pt x="1738576" y="1518115"/>
                </a:lnTo>
                <a:lnTo>
                  <a:pt x="1739971" y="1522301"/>
                </a:lnTo>
                <a:lnTo>
                  <a:pt x="1743693" y="1523696"/>
                </a:lnTo>
                <a:lnTo>
                  <a:pt x="1741832" y="1527882"/>
                </a:lnTo>
                <a:lnTo>
                  <a:pt x="1744157" y="1530208"/>
                </a:lnTo>
                <a:lnTo>
                  <a:pt x="1744158" y="1530208"/>
                </a:lnTo>
                <a:lnTo>
                  <a:pt x="1741833" y="1527883"/>
                </a:lnTo>
                <a:lnTo>
                  <a:pt x="1743693" y="1523696"/>
                </a:lnTo>
                <a:lnTo>
                  <a:pt x="1739972" y="1522301"/>
                </a:lnTo>
                <a:lnTo>
                  <a:pt x="1738577" y="1518115"/>
                </a:lnTo>
                <a:lnTo>
                  <a:pt x="1739972" y="1514859"/>
                </a:lnTo>
                <a:lnTo>
                  <a:pt x="1739972" y="1511138"/>
                </a:lnTo>
                <a:close/>
                <a:moveTo>
                  <a:pt x="1719507" y="1506022"/>
                </a:moveTo>
                <a:lnTo>
                  <a:pt x="1719754" y="1508980"/>
                </a:lnTo>
                <a:lnTo>
                  <a:pt x="1719507" y="1506022"/>
                </a:lnTo>
                <a:close/>
                <a:moveTo>
                  <a:pt x="1724623" y="1505092"/>
                </a:moveTo>
                <a:lnTo>
                  <a:pt x="1723510" y="1505294"/>
                </a:lnTo>
                <a:lnTo>
                  <a:pt x="1724623" y="1505092"/>
                </a:lnTo>
                <a:lnTo>
                  <a:pt x="1728809" y="1505557"/>
                </a:lnTo>
                <a:lnTo>
                  <a:pt x="1730205" y="1506673"/>
                </a:lnTo>
                <a:lnTo>
                  <a:pt x="1728809" y="1505557"/>
                </a:lnTo>
                <a:close/>
                <a:moveTo>
                  <a:pt x="1712065" y="1502766"/>
                </a:moveTo>
                <a:lnTo>
                  <a:pt x="1712065" y="1502767"/>
                </a:lnTo>
                <a:lnTo>
                  <a:pt x="1713925" y="1505092"/>
                </a:lnTo>
                <a:lnTo>
                  <a:pt x="1714652" y="1507272"/>
                </a:lnTo>
                <a:lnTo>
                  <a:pt x="1713926" y="1505092"/>
                </a:lnTo>
                <a:close/>
                <a:moveTo>
                  <a:pt x="1144147" y="1501057"/>
                </a:moveTo>
                <a:lnTo>
                  <a:pt x="1143702" y="1501835"/>
                </a:lnTo>
                <a:lnTo>
                  <a:pt x="1140446" y="1502301"/>
                </a:lnTo>
                <a:lnTo>
                  <a:pt x="1140353" y="1502768"/>
                </a:lnTo>
                <a:lnTo>
                  <a:pt x="1140446" y="1502301"/>
                </a:lnTo>
                <a:lnTo>
                  <a:pt x="1143702" y="1501836"/>
                </a:lnTo>
                <a:close/>
                <a:moveTo>
                  <a:pt x="1132075" y="1490208"/>
                </a:moveTo>
                <a:lnTo>
                  <a:pt x="1132075" y="1490208"/>
                </a:lnTo>
                <a:lnTo>
                  <a:pt x="1134668" y="1491245"/>
                </a:lnTo>
                <a:close/>
                <a:moveTo>
                  <a:pt x="1144740" y="1490100"/>
                </a:moveTo>
                <a:lnTo>
                  <a:pt x="1143702" y="1491138"/>
                </a:lnTo>
                <a:lnTo>
                  <a:pt x="1143702" y="1491138"/>
                </a:lnTo>
                <a:close/>
                <a:moveTo>
                  <a:pt x="1422302" y="1489743"/>
                </a:moveTo>
                <a:lnTo>
                  <a:pt x="1419977" y="1491603"/>
                </a:lnTo>
                <a:lnTo>
                  <a:pt x="1422302" y="1489743"/>
                </a:lnTo>
                <a:close/>
                <a:moveTo>
                  <a:pt x="1103981" y="1488479"/>
                </a:moveTo>
                <a:lnTo>
                  <a:pt x="1099982" y="1488812"/>
                </a:lnTo>
                <a:lnTo>
                  <a:pt x="1099163" y="1491270"/>
                </a:lnTo>
                <a:lnTo>
                  <a:pt x="1099982" y="1488813"/>
                </a:lnTo>
                <a:close/>
                <a:moveTo>
                  <a:pt x="1137586" y="1488197"/>
                </a:moveTo>
                <a:lnTo>
                  <a:pt x="1136725" y="1492068"/>
                </a:lnTo>
                <a:lnTo>
                  <a:pt x="1136726" y="1492068"/>
                </a:lnTo>
                <a:close/>
                <a:moveTo>
                  <a:pt x="1687109" y="1486644"/>
                </a:moveTo>
                <a:lnTo>
                  <a:pt x="1687879" y="1486953"/>
                </a:lnTo>
                <a:lnTo>
                  <a:pt x="1688169" y="1486808"/>
                </a:lnTo>
                <a:lnTo>
                  <a:pt x="1687880" y="1486952"/>
                </a:lnTo>
                <a:close/>
                <a:moveTo>
                  <a:pt x="1690670" y="1485557"/>
                </a:moveTo>
                <a:lnTo>
                  <a:pt x="1690670" y="1485558"/>
                </a:lnTo>
                <a:lnTo>
                  <a:pt x="1695786" y="1487418"/>
                </a:lnTo>
                <a:lnTo>
                  <a:pt x="1701367" y="1496255"/>
                </a:lnTo>
                <a:lnTo>
                  <a:pt x="1702164" y="1502228"/>
                </a:lnTo>
                <a:lnTo>
                  <a:pt x="1701368" y="1496255"/>
                </a:lnTo>
                <a:lnTo>
                  <a:pt x="1695787" y="1487418"/>
                </a:lnTo>
                <a:close/>
                <a:moveTo>
                  <a:pt x="1143187" y="1485268"/>
                </a:moveTo>
                <a:lnTo>
                  <a:pt x="1144632" y="1485557"/>
                </a:lnTo>
                <a:lnTo>
                  <a:pt x="1144632" y="1485556"/>
                </a:lnTo>
                <a:close/>
                <a:moveTo>
                  <a:pt x="1107889" y="1485092"/>
                </a:moveTo>
                <a:lnTo>
                  <a:pt x="1105563" y="1488347"/>
                </a:lnTo>
                <a:lnTo>
                  <a:pt x="1107889" y="1485092"/>
                </a:lnTo>
                <a:close/>
                <a:moveTo>
                  <a:pt x="1110982" y="1484767"/>
                </a:moveTo>
                <a:lnTo>
                  <a:pt x="1113005" y="1488813"/>
                </a:lnTo>
                <a:lnTo>
                  <a:pt x="1117656" y="1490208"/>
                </a:lnTo>
                <a:lnTo>
                  <a:pt x="1119517" y="1487417"/>
                </a:lnTo>
                <a:lnTo>
                  <a:pt x="1123173" y="1487113"/>
                </a:lnTo>
                <a:lnTo>
                  <a:pt x="1119516" y="1487417"/>
                </a:lnTo>
                <a:lnTo>
                  <a:pt x="1117656" y="1490207"/>
                </a:lnTo>
                <a:lnTo>
                  <a:pt x="1113005" y="1488812"/>
                </a:lnTo>
                <a:close/>
                <a:moveTo>
                  <a:pt x="1110679" y="1484161"/>
                </a:moveTo>
                <a:lnTo>
                  <a:pt x="1108188" y="1484992"/>
                </a:lnTo>
                <a:lnTo>
                  <a:pt x="1110680" y="1484162"/>
                </a:lnTo>
                <a:close/>
                <a:moveTo>
                  <a:pt x="1085563" y="1479975"/>
                </a:moveTo>
                <a:lnTo>
                  <a:pt x="1080448" y="1483696"/>
                </a:lnTo>
                <a:lnTo>
                  <a:pt x="1085564" y="1479976"/>
                </a:lnTo>
                <a:lnTo>
                  <a:pt x="1088354" y="1480906"/>
                </a:lnTo>
                <a:lnTo>
                  <a:pt x="1088834" y="1481985"/>
                </a:lnTo>
                <a:lnTo>
                  <a:pt x="1088354" y="1480905"/>
                </a:lnTo>
                <a:close/>
                <a:moveTo>
                  <a:pt x="1132539" y="1479510"/>
                </a:moveTo>
                <a:lnTo>
                  <a:pt x="1126028" y="1483231"/>
                </a:lnTo>
                <a:lnTo>
                  <a:pt x="1125223" y="1486451"/>
                </a:lnTo>
                <a:lnTo>
                  <a:pt x="1126028" y="1483231"/>
                </a:lnTo>
                <a:lnTo>
                  <a:pt x="1132540" y="1479511"/>
                </a:lnTo>
                <a:close/>
                <a:moveTo>
                  <a:pt x="1423722" y="1473711"/>
                </a:moveTo>
                <a:lnTo>
                  <a:pt x="1424162" y="1475324"/>
                </a:lnTo>
                <a:lnTo>
                  <a:pt x="1420441" y="1483231"/>
                </a:lnTo>
                <a:lnTo>
                  <a:pt x="1420441" y="1483231"/>
                </a:lnTo>
                <a:lnTo>
                  <a:pt x="1424163" y="1475325"/>
                </a:lnTo>
                <a:close/>
                <a:moveTo>
                  <a:pt x="1023070" y="1472787"/>
                </a:moveTo>
                <a:lnTo>
                  <a:pt x="1017658" y="1473464"/>
                </a:lnTo>
                <a:lnTo>
                  <a:pt x="1017658" y="1473464"/>
                </a:lnTo>
                <a:close/>
                <a:moveTo>
                  <a:pt x="1678577" y="1469278"/>
                </a:moveTo>
                <a:lnTo>
                  <a:pt x="1673926" y="1472999"/>
                </a:lnTo>
                <a:lnTo>
                  <a:pt x="1673926" y="1476255"/>
                </a:lnTo>
                <a:lnTo>
                  <a:pt x="1679042" y="1480906"/>
                </a:lnTo>
                <a:lnTo>
                  <a:pt x="1680305" y="1481898"/>
                </a:lnTo>
                <a:lnTo>
                  <a:pt x="1679042" y="1480906"/>
                </a:lnTo>
                <a:lnTo>
                  <a:pt x="1673927" y="1476255"/>
                </a:lnTo>
                <a:lnTo>
                  <a:pt x="1673927" y="1472999"/>
                </a:lnTo>
                <a:lnTo>
                  <a:pt x="1678578" y="1469279"/>
                </a:lnTo>
                <a:lnTo>
                  <a:pt x="1680627" y="1469894"/>
                </a:lnTo>
                <a:close/>
                <a:moveTo>
                  <a:pt x="1026495" y="1465092"/>
                </a:moveTo>
                <a:lnTo>
                  <a:pt x="1025201" y="1471992"/>
                </a:lnTo>
                <a:lnTo>
                  <a:pt x="1026495" y="1465092"/>
                </a:lnTo>
                <a:close/>
                <a:moveTo>
                  <a:pt x="1421837" y="1463232"/>
                </a:moveTo>
                <a:lnTo>
                  <a:pt x="1418116" y="1464627"/>
                </a:lnTo>
                <a:lnTo>
                  <a:pt x="1418330" y="1466770"/>
                </a:lnTo>
                <a:lnTo>
                  <a:pt x="1418116" y="1464627"/>
                </a:lnTo>
                <a:lnTo>
                  <a:pt x="1421837" y="1463232"/>
                </a:lnTo>
                <a:close/>
                <a:moveTo>
                  <a:pt x="1050671" y="1461722"/>
                </a:moveTo>
                <a:lnTo>
                  <a:pt x="1046494" y="1467417"/>
                </a:lnTo>
                <a:lnTo>
                  <a:pt x="1039517" y="1468812"/>
                </a:lnTo>
                <a:lnTo>
                  <a:pt x="1036262" y="1466022"/>
                </a:lnTo>
                <a:lnTo>
                  <a:pt x="1033640" y="1466350"/>
                </a:lnTo>
                <a:lnTo>
                  <a:pt x="1036262" y="1466022"/>
                </a:lnTo>
                <a:lnTo>
                  <a:pt x="1039518" y="1468813"/>
                </a:lnTo>
                <a:lnTo>
                  <a:pt x="1046495" y="1467418"/>
                </a:lnTo>
                <a:close/>
                <a:moveTo>
                  <a:pt x="1058122" y="1459510"/>
                </a:moveTo>
                <a:lnTo>
                  <a:pt x="1053141" y="1460222"/>
                </a:lnTo>
                <a:lnTo>
                  <a:pt x="1058122" y="1459511"/>
                </a:lnTo>
                <a:lnTo>
                  <a:pt x="1061378" y="1462767"/>
                </a:lnTo>
                <a:lnTo>
                  <a:pt x="1064169" y="1462767"/>
                </a:lnTo>
                <a:lnTo>
                  <a:pt x="1066739" y="1464348"/>
                </a:lnTo>
                <a:lnTo>
                  <a:pt x="1064168" y="1462766"/>
                </a:lnTo>
                <a:lnTo>
                  <a:pt x="1061378" y="1462766"/>
                </a:lnTo>
                <a:close/>
                <a:moveTo>
                  <a:pt x="1700604" y="1456388"/>
                </a:moveTo>
                <a:lnTo>
                  <a:pt x="1699507" y="1458581"/>
                </a:lnTo>
                <a:lnTo>
                  <a:pt x="1694391" y="1462767"/>
                </a:lnTo>
                <a:lnTo>
                  <a:pt x="1687879" y="1465558"/>
                </a:lnTo>
                <a:lnTo>
                  <a:pt x="1683229" y="1470674"/>
                </a:lnTo>
                <a:lnTo>
                  <a:pt x="1687880" y="1465558"/>
                </a:lnTo>
                <a:lnTo>
                  <a:pt x="1694391" y="1462767"/>
                </a:lnTo>
                <a:lnTo>
                  <a:pt x="1699507" y="1458581"/>
                </a:lnTo>
                <a:close/>
                <a:moveTo>
                  <a:pt x="1420609" y="1454499"/>
                </a:moveTo>
                <a:lnTo>
                  <a:pt x="1419511" y="1456255"/>
                </a:lnTo>
                <a:lnTo>
                  <a:pt x="1419511" y="1456255"/>
                </a:lnTo>
                <a:close/>
                <a:moveTo>
                  <a:pt x="1007133" y="1450620"/>
                </a:moveTo>
                <a:lnTo>
                  <a:pt x="1006960" y="1451138"/>
                </a:lnTo>
                <a:lnTo>
                  <a:pt x="1006960" y="1451139"/>
                </a:lnTo>
                <a:close/>
                <a:moveTo>
                  <a:pt x="1699516" y="1449900"/>
                </a:moveTo>
                <a:lnTo>
                  <a:pt x="1701367" y="1450209"/>
                </a:lnTo>
                <a:lnTo>
                  <a:pt x="1700917" y="1455618"/>
                </a:lnTo>
                <a:lnTo>
                  <a:pt x="1701368" y="1450209"/>
                </a:lnTo>
                <a:close/>
                <a:moveTo>
                  <a:pt x="1007891" y="1448348"/>
                </a:moveTo>
                <a:lnTo>
                  <a:pt x="1007891" y="1448348"/>
                </a:lnTo>
                <a:lnTo>
                  <a:pt x="1014867" y="1449743"/>
                </a:lnTo>
                <a:lnTo>
                  <a:pt x="1015136" y="1448991"/>
                </a:lnTo>
                <a:lnTo>
                  <a:pt x="1014867" y="1449743"/>
                </a:lnTo>
                <a:close/>
                <a:moveTo>
                  <a:pt x="1418533" y="1443429"/>
                </a:moveTo>
                <a:lnTo>
                  <a:pt x="1419046" y="1444627"/>
                </a:lnTo>
                <a:lnTo>
                  <a:pt x="1418116" y="1446488"/>
                </a:lnTo>
                <a:lnTo>
                  <a:pt x="1418322" y="1447929"/>
                </a:lnTo>
                <a:lnTo>
                  <a:pt x="1418116" y="1446488"/>
                </a:lnTo>
                <a:lnTo>
                  <a:pt x="1419046" y="1444627"/>
                </a:lnTo>
                <a:close/>
                <a:moveTo>
                  <a:pt x="1673926" y="1440442"/>
                </a:moveTo>
                <a:lnTo>
                  <a:pt x="1676409" y="1442352"/>
                </a:lnTo>
                <a:lnTo>
                  <a:pt x="1673927" y="1440442"/>
                </a:lnTo>
                <a:close/>
                <a:moveTo>
                  <a:pt x="1413328" y="1435134"/>
                </a:moveTo>
                <a:lnTo>
                  <a:pt x="1413000" y="1435790"/>
                </a:lnTo>
                <a:lnTo>
                  <a:pt x="1413000" y="1435790"/>
                </a:lnTo>
                <a:close/>
                <a:moveTo>
                  <a:pt x="1658352" y="1432925"/>
                </a:moveTo>
                <a:lnTo>
                  <a:pt x="1659973" y="1433465"/>
                </a:lnTo>
                <a:lnTo>
                  <a:pt x="1668809" y="1440442"/>
                </a:lnTo>
                <a:lnTo>
                  <a:pt x="1668810" y="1440442"/>
                </a:lnTo>
                <a:lnTo>
                  <a:pt x="1659973" y="1433465"/>
                </a:lnTo>
                <a:close/>
                <a:moveTo>
                  <a:pt x="1417186" y="1432534"/>
                </a:moveTo>
                <a:lnTo>
                  <a:pt x="1413930" y="1433929"/>
                </a:lnTo>
                <a:lnTo>
                  <a:pt x="1413930" y="1433930"/>
                </a:lnTo>
                <a:lnTo>
                  <a:pt x="1417186" y="1432535"/>
                </a:lnTo>
                <a:close/>
                <a:moveTo>
                  <a:pt x="1013937" y="1432069"/>
                </a:moveTo>
                <a:lnTo>
                  <a:pt x="1020448" y="1436255"/>
                </a:lnTo>
                <a:lnTo>
                  <a:pt x="1020448" y="1436255"/>
                </a:lnTo>
                <a:close/>
                <a:moveTo>
                  <a:pt x="1559045" y="1431604"/>
                </a:moveTo>
                <a:lnTo>
                  <a:pt x="1556157" y="1431966"/>
                </a:lnTo>
                <a:lnTo>
                  <a:pt x="1559044" y="1431605"/>
                </a:lnTo>
                <a:lnTo>
                  <a:pt x="1561342" y="1432064"/>
                </a:lnTo>
                <a:close/>
                <a:moveTo>
                  <a:pt x="1555857" y="1428870"/>
                </a:moveTo>
                <a:lnTo>
                  <a:pt x="1555323" y="1432070"/>
                </a:lnTo>
                <a:lnTo>
                  <a:pt x="1555323" y="1432070"/>
                </a:lnTo>
                <a:close/>
                <a:moveTo>
                  <a:pt x="1550207" y="1425558"/>
                </a:moveTo>
                <a:lnTo>
                  <a:pt x="1550207" y="1425558"/>
                </a:lnTo>
                <a:lnTo>
                  <a:pt x="1551375" y="1425738"/>
                </a:lnTo>
                <a:close/>
                <a:moveTo>
                  <a:pt x="1647644" y="1424697"/>
                </a:moveTo>
                <a:lnTo>
                  <a:pt x="1650206" y="1427419"/>
                </a:lnTo>
                <a:lnTo>
                  <a:pt x="1655066" y="1430983"/>
                </a:lnTo>
                <a:lnTo>
                  <a:pt x="1650206" y="1427419"/>
                </a:lnTo>
                <a:close/>
                <a:moveTo>
                  <a:pt x="1566241" y="1424545"/>
                </a:moveTo>
                <a:lnTo>
                  <a:pt x="1565555" y="1425093"/>
                </a:lnTo>
                <a:lnTo>
                  <a:pt x="1565317" y="1427003"/>
                </a:lnTo>
                <a:lnTo>
                  <a:pt x="1565556" y="1425093"/>
                </a:lnTo>
                <a:close/>
                <a:moveTo>
                  <a:pt x="1126794" y="1422530"/>
                </a:moveTo>
                <a:lnTo>
                  <a:pt x="1126493" y="1423233"/>
                </a:lnTo>
                <a:lnTo>
                  <a:pt x="1130213" y="1426023"/>
                </a:lnTo>
                <a:lnTo>
                  <a:pt x="1130213" y="1426022"/>
                </a:lnTo>
                <a:lnTo>
                  <a:pt x="1126493" y="1423232"/>
                </a:lnTo>
                <a:close/>
                <a:moveTo>
                  <a:pt x="1117191" y="1422302"/>
                </a:moveTo>
                <a:lnTo>
                  <a:pt x="1115330" y="1426953"/>
                </a:lnTo>
                <a:lnTo>
                  <a:pt x="1117503" y="1429560"/>
                </a:lnTo>
                <a:lnTo>
                  <a:pt x="1115331" y="1426953"/>
                </a:lnTo>
                <a:close/>
                <a:moveTo>
                  <a:pt x="1553386" y="1422109"/>
                </a:moveTo>
                <a:lnTo>
                  <a:pt x="1551137" y="1423232"/>
                </a:lnTo>
                <a:lnTo>
                  <a:pt x="1550633" y="1424493"/>
                </a:lnTo>
                <a:lnTo>
                  <a:pt x="1551138" y="1423233"/>
                </a:lnTo>
                <a:close/>
                <a:moveTo>
                  <a:pt x="1415787" y="1418474"/>
                </a:moveTo>
                <a:lnTo>
                  <a:pt x="1413465" y="1423697"/>
                </a:lnTo>
                <a:lnTo>
                  <a:pt x="1414300" y="1425200"/>
                </a:lnTo>
                <a:lnTo>
                  <a:pt x="1413465" y="1423698"/>
                </a:lnTo>
                <a:close/>
                <a:moveTo>
                  <a:pt x="1575110" y="1417779"/>
                </a:moveTo>
                <a:lnTo>
                  <a:pt x="1572997" y="1419046"/>
                </a:lnTo>
                <a:lnTo>
                  <a:pt x="1572731" y="1419713"/>
                </a:lnTo>
                <a:lnTo>
                  <a:pt x="1572997" y="1419047"/>
                </a:lnTo>
                <a:close/>
                <a:moveTo>
                  <a:pt x="1015117" y="1414514"/>
                </a:moveTo>
                <a:lnTo>
                  <a:pt x="1016262" y="1417185"/>
                </a:lnTo>
                <a:lnTo>
                  <a:pt x="1015233" y="1417958"/>
                </a:lnTo>
                <a:lnTo>
                  <a:pt x="1016263" y="1417186"/>
                </a:lnTo>
                <a:close/>
                <a:moveTo>
                  <a:pt x="1552055" y="1410198"/>
                </a:moveTo>
                <a:lnTo>
                  <a:pt x="1552532" y="1410675"/>
                </a:lnTo>
                <a:lnTo>
                  <a:pt x="1553546" y="1413108"/>
                </a:lnTo>
                <a:lnTo>
                  <a:pt x="1552533" y="1410675"/>
                </a:lnTo>
                <a:lnTo>
                  <a:pt x="1552532" y="1410675"/>
                </a:lnTo>
                <a:lnTo>
                  <a:pt x="1552532" y="1410674"/>
                </a:lnTo>
                <a:close/>
                <a:moveTo>
                  <a:pt x="1581557" y="1409620"/>
                </a:moveTo>
                <a:lnTo>
                  <a:pt x="1580440" y="1409744"/>
                </a:lnTo>
                <a:lnTo>
                  <a:pt x="1580440" y="1409744"/>
                </a:lnTo>
                <a:close/>
                <a:moveTo>
                  <a:pt x="1113470" y="1406023"/>
                </a:moveTo>
                <a:lnTo>
                  <a:pt x="1112074" y="1408813"/>
                </a:lnTo>
                <a:lnTo>
                  <a:pt x="1107423" y="1411139"/>
                </a:lnTo>
                <a:lnTo>
                  <a:pt x="1109284" y="1414860"/>
                </a:lnTo>
                <a:lnTo>
                  <a:pt x="1109284" y="1418116"/>
                </a:lnTo>
                <a:lnTo>
                  <a:pt x="1109284" y="1418116"/>
                </a:lnTo>
                <a:lnTo>
                  <a:pt x="1109284" y="1414861"/>
                </a:lnTo>
                <a:lnTo>
                  <a:pt x="1107424" y="1411140"/>
                </a:lnTo>
                <a:lnTo>
                  <a:pt x="1112075" y="1408814"/>
                </a:lnTo>
                <a:lnTo>
                  <a:pt x="1113470" y="1406024"/>
                </a:lnTo>
                <a:close/>
                <a:moveTo>
                  <a:pt x="1543475" y="1405173"/>
                </a:moveTo>
                <a:lnTo>
                  <a:pt x="1542765" y="1406024"/>
                </a:lnTo>
                <a:lnTo>
                  <a:pt x="1542766" y="1406024"/>
                </a:lnTo>
                <a:close/>
                <a:moveTo>
                  <a:pt x="1422302" y="1405093"/>
                </a:moveTo>
                <a:lnTo>
                  <a:pt x="1419511" y="1406023"/>
                </a:lnTo>
                <a:lnTo>
                  <a:pt x="1419106" y="1407444"/>
                </a:lnTo>
                <a:lnTo>
                  <a:pt x="1419511" y="1406024"/>
                </a:lnTo>
                <a:lnTo>
                  <a:pt x="1422302" y="1405093"/>
                </a:lnTo>
                <a:close/>
                <a:moveTo>
                  <a:pt x="1519975" y="1402768"/>
                </a:moveTo>
                <a:lnTo>
                  <a:pt x="1526486" y="1406024"/>
                </a:lnTo>
                <a:lnTo>
                  <a:pt x="1525556" y="1408814"/>
                </a:lnTo>
                <a:lnTo>
                  <a:pt x="1526487" y="1406024"/>
                </a:lnTo>
                <a:close/>
                <a:moveTo>
                  <a:pt x="1549277" y="1402768"/>
                </a:moveTo>
                <a:lnTo>
                  <a:pt x="1548428" y="1402862"/>
                </a:lnTo>
                <a:lnTo>
                  <a:pt x="1549277" y="1402768"/>
                </a:lnTo>
                <a:lnTo>
                  <a:pt x="1549742" y="1407884"/>
                </a:lnTo>
                <a:lnTo>
                  <a:pt x="1549742" y="1407884"/>
                </a:lnTo>
                <a:close/>
                <a:moveTo>
                  <a:pt x="1019254" y="1398956"/>
                </a:moveTo>
                <a:lnTo>
                  <a:pt x="1019053" y="1401372"/>
                </a:lnTo>
                <a:lnTo>
                  <a:pt x="1014867" y="1413930"/>
                </a:lnTo>
                <a:lnTo>
                  <a:pt x="1014867" y="1413930"/>
                </a:lnTo>
                <a:lnTo>
                  <a:pt x="1019053" y="1401372"/>
                </a:lnTo>
                <a:close/>
                <a:moveTo>
                  <a:pt x="1118050" y="1397219"/>
                </a:moveTo>
                <a:lnTo>
                  <a:pt x="1117191" y="1399511"/>
                </a:lnTo>
                <a:lnTo>
                  <a:pt x="1113470" y="1399976"/>
                </a:lnTo>
                <a:lnTo>
                  <a:pt x="1111610" y="1403232"/>
                </a:lnTo>
                <a:lnTo>
                  <a:pt x="1111610" y="1403233"/>
                </a:lnTo>
                <a:lnTo>
                  <a:pt x="1113470" y="1399977"/>
                </a:lnTo>
                <a:lnTo>
                  <a:pt x="1117191" y="1399512"/>
                </a:lnTo>
                <a:close/>
                <a:moveTo>
                  <a:pt x="1007635" y="1396511"/>
                </a:moveTo>
                <a:lnTo>
                  <a:pt x="1006495" y="1397651"/>
                </a:lnTo>
                <a:lnTo>
                  <a:pt x="1006496" y="1397651"/>
                </a:lnTo>
                <a:close/>
                <a:moveTo>
                  <a:pt x="1417945" y="1395103"/>
                </a:moveTo>
                <a:lnTo>
                  <a:pt x="1417651" y="1396721"/>
                </a:lnTo>
                <a:lnTo>
                  <a:pt x="1417651" y="1396721"/>
                </a:lnTo>
                <a:close/>
                <a:moveTo>
                  <a:pt x="1520666" y="1393812"/>
                </a:moveTo>
                <a:lnTo>
                  <a:pt x="1520440" y="1397652"/>
                </a:lnTo>
                <a:lnTo>
                  <a:pt x="1521835" y="1399047"/>
                </a:lnTo>
                <a:lnTo>
                  <a:pt x="1520338" y="1402043"/>
                </a:lnTo>
                <a:lnTo>
                  <a:pt x="1521836" y="1399047"/>
                </a:lnTo>
                <a:lnTo>
                  <a:pt x="1520440" y="1397651"/>
                </a:lnTo>
                <a:close/>
                <a:moveTo>
                  <a:pt x="1017192" y="1393465"/>
                </a:moveTo>
                <a:lnTo>
                  <a:pt x="1013937" y="1395791"/>
                </a:lnTo>
                <a:lnTo>
                  <a:pt x="1013937" y="1395791"/>
                </a:lnTo>
                <a:lnTo>
                  <a:pt x="1017193" y="1393465"/>
                </a:lnTo>
                <a:lnTo>
                  <a:pt x="1017785" y="1394058"/>
                </a:lnTo>
                <a:close/>
                <a:moveTo>
                  <a:pt x="1624764" y="1392826"/>
                </a:moveTo>
                <a:lnTo>
                  <a:pt x="1626020" y="1394396"/>
                </a:lnTo>
                <a:lnTo>
                  <a:pt x="1635787" y="1397652"/>
                </a:lnTo>
                <a:lnTo>
                  <a:pt x="1639043" y="1406954"/>
                </a:lnTo>
                <a:lnTo>
                  <a:pt x="1639508" y="1414395"/>
                </a:lnTo>
                <a:lnTo>
                  <a:pt x="1639043" y="1406954"/>
                </a:lnTo>
                <a:lnTo>
                  <a:pt x="1635788" y="1397651"/>
                </a:lnTo>
                <a:lnTo>
                  <a:pt x="1626020" y="1394396"/>
                </a:lnTo>
                <a:close/>
                <a:moveTo>
                  <a:pt x="1614031" y="1389256"/>
                </a:moveTo>
                <a:lnTo>
                  <a:pt x="1619973" y="1392071"/>
                </a:lnTo>
                <a:lnTo>
                  <a:pt x="1624160" y="1392071"/>
                </a:lnTo>
                <a:lnTo>
                  <a:pt x="1624159" y="1392070"/>
                </a:lnTo>
                <a:lnTo>
                  <a:pt x="1619974" y="1392070"/>
                </a:lnTo>
                <a:close/>
                <a:moveTo>
                  <a:pt x="1252714" y="1388912"/>
                </a:moveTo>
                <a:lnTo>
                  <a:pt x="1252537" y="1390674"/>
                </a:lnTo>
                <a:lnTo>
                  <a:pt x="1252538" y="1390674"/>
                </a:lnTo>
                <a:close/>
                <a:moveTo>
                  <a:pt x="1102486" y="1388598"/>
                </a:moveTo>
                <a:lnTo>
                  <a:pt x="1102772" y="1389744"/>
                </a:lnTo>
                <a:lnTo>
                  <a:pt x="1102773" y="1389744"/>
                </a:lnTo>
                <a:close/>
                <a:moveTo>
                  <a:pt x="1152539" y="1385559"/>
                </a:moveTo>
                <a:lnTo>
                  <a:pt x="1152539" y="1389745"/>
                </a:lnTo>
                <a:lnTo>
                  <a:pt x="1152539" y="1389744"/>
                </a:lnTo>
                <a:lnTo>
                  <a:pt x="1152539" y="1385559"/>
                </a:lnTo>
                <a:close/>
                <a:moveTo>
                  <a:pt x="1194136" y="1385545"/>
                </a:moveTo>
                <a:lnTo>
                  <a:pt x="1193933" y="1385559"/>
                </a:lnTo>
                <a:lnTo>
                  <a:pt x="1192808" y="1393441"/>
                </a:lnTo>
                <a:lnTo>
                  <a:pt x="1193934" y="1385559"/>
                </a:lnTo>
                <a:close/>
                <a:moveTo>
                  <a:pt x="999785" y="1384295"/>
                </a:moveTo>
                <a:lnTo>
                  <a:pt x="997658" y="1386954"/>
                </a:lnTo>
                <a:lnTo>
                  <a:pt x="997459" y="1387949"/>
                </a:lnTo>
                <a:lnTo>
                  <a:pt x="997658" y="1386954"/>
                </a:lnTo>
                <a:close/>
                <a:moveTo>
                  <a:pt x="1212073" y="1384163"/>
                </a:moveTo>
                <a:lnTo>
                  <a:pt x="1212073" y="1384164"/>
                </a:lnTo>
                <a:lnTo>
                  <a:pt x="1213892" y="1387801"/>
                </a:lnTo>
                <a:close/>
                <a:moveTo>
                  <a:pt x="1425935" y="1382391"/>
                </a:moveTo>
                <a:lnTo>
                  <a:pt x="1424162" y="1384163"/>
                </a:lnTo>
                <a:lnTo>
                  <a:pt x="1423697" y="1388349"/>
                </a:lnTo>
                <a:lnTo>
                  <a:pt x="1418581" y="1391605"/>
                </a:lnTo>
                <a:lnTo>
                  <a:pt x="1418581" y="1391605"/>
                </a:lnTo>
                <a:lnTo>
                  <a:pt x="1423697" y="1388349"/>
                </a:lnTo>
                <a:lnTo>
                  <a:pt x="1424163" y="1384164"/>
                </a:lnTo>
                <a:close/>
                <a:moveTo>
                  <a:pt x="1113935" y="1381838"/>
                </a:moveTo>
                <a:lnTo>
                  <a:pt x="1113470" y="1387884"/>
                </a:lnTo>
                <a:lnTo>
                  <a:pt x="1113470" y="1387884"/>
                </a:lnTo>
                <a:lnTo>
                  <a:pt x="1113935" y="1381838"/>
                </a:lnTo>
                <a:close/>
                <a:moveTo>
                  <a:pt x="1098586" y="1379978"/>
                </a:moveTo>
                <a:lnTo>
                  <a:pt x="1096726" y="1383698"/>
                </a:lnTo>
                <a:lnTo>
                  <a:pt x="1097672" y="1385589"/>
                </a:lnTo>
                <a:lnTo>
                  <a:pt x="1096726" y="1383699"/>
                </a:lnTo>
                <a:close/>
                <a:moveTo>
                  <a:pt x="1277133" y="1372098"/>
                </a:moveTo>
                <a:lnTo>
                  <a:pt x="1279048" y="1374396"/>
                </a:lnTo>
                <a:lnTo>
                  <a:pt x="1279049" y="1374396"/>
                </a:lnTo>
                <a:close/>
                <a:moveTo>
                  <a:pt x="1098121" y="1369280"/>
                </a:moveTo>
                <a:lnTo>
                  <a:pt x="1098121" y="1374861"/>
                </a:lnTo>
                <a:lnTo>
                  <a:pt x="1095331" y="1376256"/>
                </a:lnTo>
                <a:lnTo>
                  <a:pt x="1095701" y="1378479"/>
                </a:lnTo>
                <a:lnTo>
                  <a:pt x="1095331" y="1376256"/>
                </a:lnTo>
                <a:lnTo>
                  <a:pt x="1098122" y="1374861"/>
                </a:lnTo>
                <a:lnTo>
                  <a:pt x="1098122" y="1369280"/>
                </a:lnTo>
                <a:close/>
                <a:moveTo>
                  <a:pt x="1428370" y="1368609"/>
                </a:moveTo>
                <a:lnTo>
                  <a:pt x="1428813" y="1373930"/>
                </a:lnTo>
                <a:lnTo>
                  <a:pt x="1427086" y="1377387"/>
                </a:lnTo>
                <a:lnTo>
                  <a:pt x="1428814" y="1373931"/>
                </a:lnTo>
                <a:close/>
                <a:moveTo>
                  <a:pt x="1003240" y="1367419"/>
                </a:moveTo>
                <a:lnTo>
                  <a:pt x="1003240" y="1367419"/>
                </a:lnTo>
                <a:lnTo>
                  <a:pt x="1006417" y="1368055"/>
                </a:lnTo>
                <a:close/>
                <a:moveTo>
                  <a:pt x="1516254" y="1366490"/>
                </a:moveTo>
                <a:lnTo>
                  <a:pt x="1513928" y="1368350"/>
                </a:lnTo>
                <a:lnTo>
                  <a:pt x="1511138" y="1374861"/>
                </a:lnTo>
                <a:lnTo>
                  <a:pt x="1515789" y="1377652"/>
                </a:lnTo>
                <a:lnTo>
                  <a:pt x="1517649" y="1385559"/>
                </a:lnTo>
                <a:lnTo>
                  <a:pt x="1518709" y="1386921"/>
                </a:lnTo>
                <a:lnTo>
                  <a:pt x="1517649" y="1385559"/>
                </a:lnTo>
                <a:lnTo>
                  <a:pt x="1515789" y="1377652"/>
                </a:lnTo>
                <a:lnTo>
                  <a:pt x="1511138" y="1374861"/>
                </a:lnTo>
                <a:lnTo>
                  <a:pt x="1513929" y="1368350"/>
                </a:lnTo>
                <a:close/>
                <a:moveTo>
                  <a:pt x="1094400" y="1366490"/>
                </a:moveTo>
                <a:lnTo>
                  <a:pt x="1092540" y="1372535"/>
                </a:lnTo>
                <a:lnTo>
                  <a:pt x="1094401" y="1366490"/>
                </a:lnTo>
                <a:close/>
                <a:moveTo>
                  <a:pt x="1267422" y="1363699"/>
                </a:moveTo>
                <a:lnTo>
                  <a:pt x="1267421" y="1363699"/>
                </a:lnTo>
                <a:lnTo>
                  <a:pt x="1269746" y="1364629"/>
                </a:lnTo>
                <a:lnTo>
                  <a:pt x="1269746" y="1369745"/>
                </a:lnTo>
                <a:lnTo>
                  <a:pt x="1272072" y="1371606"/>
                </a:lnTo>
                <a:lnTo>
                  <a:pt x="1276724" y="1371606"/>
                </a:lnTo>
                <a:lnTo>
                  <a:pt x="1276723" y="1371605"/>
                </a:lnTo>
                <a:lnTo>
                  <a:pt x="1272072" y="1371605"/>
                </a:lnTo>
                <a:lnTo>
                  <a:pt x="1269747" y="1369745"/>
                </a:lnTo>
                <a:lnTo>
                  <a:pt x="1269747" y="1364628"/>
                </a:lnTo>
                <a:close/>
                <a:moveTo>
                  <a:pt x="1005564" y="1360909"/>
                </a:moveTo>
                <a:lnTo>
                  <a:pt x="1004808" y="1363028"/>
                </a:lnTo>
                <a:lnTo>
                  <a:pt x="1005565" y="1360909"/>
                </a:lnTo>
                <a:close/>
                <a:moveTo>
                  <a:pt x="1031317" y="1359668"/>
                </a:moveTo>
                <a:lnTo>
                  <a:pt x="1031146" y="1359977"/>
                </a:lnTo>
                <a:lnTo>
                  <a:pt x="1031146" y="1359977"/>
                </a:lnTo>
                <a:close/>
                <a:moveTo>
                  <a:pt x="1437030" y="1354865"/>
                </a:moveTo>
                <a:lnTo>
                  <a:pt x="1436720" y="1356721"/>
                </a:lnTo>
                <a:lnTo>
                  <a:pt x="1431604" y="1363233"/>
                </a:lnTo>
                <a:lnTo>
                  <a:pt x="1429743" y="1364628"/>
                </a:lnTo>
                <a:lnTo>
                  <a:pt x="1428348" y="1368349"/>
                </a:lnTo>
                <a:lnTo>
                  <a:pt x="1428348" y="1368350"/>
                </a:lnTo>
                <a:lnTo>
                  <a:pt x="1429744" y="1364628"/>
                </a:lnTo>
                <a:lnTo>
                  <a:pt x="1431604" y="1363233"/>
                </a:lnTo>
                <a:lnTo>
                  <a:pt x="1436721" y="1356722"/>
                </a:lnTo>
                <a:close/>
                <a:moveTo>
                  <a:pt x="1271357" y="1353009"/>
                </a:moveTo>
                <a:lnTo>
                  <a:pt x="1273002" y="1360908"/>
                </a:lnTo>
                <a:lnTo>
                  <a:pt x="1273003" y="1360908"/>
                </a:lnTo>
                <a:close/>
                <a:moveTo>
                  <a:pt x="1442030" y="1346868"/>
                </a:moveTo>
                <a:lnTo>
                  <a:pt x="1439511" y="1352535"/>
                </a:lnTo>
                <a:lnTo>
                  <a:pt x="1437186" y="1353931"/>
                </a:lnTo>
                <a:lnTo>
                  <a:pt x="1437186" y="1353932"/>
                </a:lnTo>
                <a:lnTo>
                  <a:pt x="1439511" y="1352536"/>
                </a:lnTo>
                <a:close/>
                <a:moveTo>
                  <a:pt x="1521835" y="1343699"/>
                </a:moveTo>
                <a:lnTo>
                  <a:pt x="1522766" y="1344630"/>
                </a:lnTo>
                <a:lnTo>
                  <a:pt x="1522766" y="1344629"/>
                </a:lnTo>
                <a:close/>
                <a:moveTo>
                  <a:pt x="1274947" y="1339826"/>
                </a:moveTo>
                <a:lnTo>
                  <a:pt x="1272537" y="1344164"/>
                </a:lnTo>
                <a:lnTo>
                  <a:pt x="1271835" y="1346270"/>
                </a:lnTo>
                <a:lnTo>
                  <a:pt x="1272537" y="1344164"/>
                </a:lnTo>
                <a:close/>
                <a:moveTo>
                  <a:pt x="909547" y="1338597"/>
                </a:moveTo>
                <a:lnTo>
                  <a:pt x="906962" y="1340443"/>
                </a:lnTo>
                <a:lnTo>
                  <a:pt x="904171" y="1351140"/>
                </a:lnTo>
                <a:lnTo>
                  <a:pt x="904171" y="1351140"/>
                </a:lnTo>
                <a:lnTo>
                  <a:pt x="906962" y="1340443"/>
                </a:lnTo>
                <a:close/>
                <a:moveTo>
                  <a:pt x="1452534" y="1338582"/>
                </a:moveTo>
                <a:lnTo>
                  <a:pt x="1446953" y="1339513"/>
                </a:lnTo>
                <a:lnTo>
                  <a:pt x="1442767" y="1341838"/>
                </a:lnTo>
                <a:lnTo>
                  <a:pt x="1442962" y="1342815"/>
                </a:lnTo>
                <a:lnTo>
                  <a:pt x="1442767" y="1341838"/>
                </a:lnTo>
                <a:lnTo>
                  <a:pt x="1446953" y="1339513"/>
                </a:lnTo>
                <a:lnTo>
                  <a:pt x="1452534" y="1338582"/>
                </a:lnTo>
                <a:close/>
                <a:moveTo>
                  <a:pt x="1524626" y="1332071"/>
                </a:moveTo>
                <a:lnTo>
                  <a:pt x="1519975" y="1341838"/>
                </a:lnTo>
                <a:lnTo>
                  <a:pt x="1519975" y="1341839"/>
                </a:lnTo>
                <a:lnTo>
                  <a:pt x="1524626" y="1332072"/>
                </a:lnTo>
                <a:close/>
                <a:moveTo>
                  <a:pt x="1340674" y="1327896"/>
                </a:moveTo>
                <a:lnTo>
                  <a:pt x="1340443" y="1330211"/>
                </a:lnTo>
                <a:lnTo>
                  <a:pt x="1339895" y="1331307"/>
                </a:lnTo>
                <a:lnTo>
                  <a:pt x="1340443" y="1330211"/>
                </a:lnTo>
                <a:close/>
                <a:moveTo>
                  <a:pt x="1311606" y="1327885"/>
                </a:moveTo>
                <a:lnTo>
                  <a:pt x="1311913" y="1329264"/>
                </a:lnTo>
                <a:lnTo>
                  <a:pt x="1311606" y="1327885"/>
                </a:lnTo>
                <a:close/>
                <a:moveTo>
                  <a:pt x="1273468" y="1326955"/>
                </a:moveTo>
                <a:lnTo>
                  <a:pt x="1277653" y="1330676"/>
                </a:lnTo>
                <a:lnTo>
                  <a:pt x="1280908" y="1331141"/>
                </a:lnTo>
                <a:lnTo>
                  <a:pt x="1280909" y="1331140"/>
                </a:lnTo>
                <a:lnTo>
                  <a:pt x="1277654" y="1330675"/>
                </a:lnTo>
                <a:close/>
                <a:moveTo>
                  <a:pt x="1278231" y="1325946"/>
                </a:moveTo>
                <a:lnTo>
                  <a:pt x="1280909" y="1328815"/>
                </a:lnTo>
                <a:lnTo>
                  <a:pt x="1281439" y="1328933"/>
                </a:lnTo>
                <a:lnTo>
                  <a:pt x="1280909" y="1328815"/>
                </a:lnTo>
                <a:close/>
                <a:moveTo>
                  <a:pt x="1465106" y="1323894"/>
                </a:moveTo>
                <a:lnTo>
                  <a:pt x="1465557" y="1330211"/>
                </a:lnTo>
                <a:lnTo>
                  <a:pt x="1461836" y="1333001"/>
                </a:lnTo>
                <a:lnTo>
                  <a:pt x="1459045" y="1333466"/>
                </a:lnTo>
                <a:lnTo>
                  <a:pt x="1453570" y="1337768"/>
                </a:lnTo>
                <a:lnTo>
                  <a:pt x="1459046" y="1333467"/>
                </a:lnTo>
                <a:lnTo>
                  <a:pt x="1461836" y="1333001"/>
                </a:lnTo>
                <a:lnTo>
                  <a:pt x="1465557" y="1330211"/>
                </a:lnTo>
                <a:close/>
                <a:moveTo>
                  <a:pt x="1301839" y="1323699"/>
                </a:moveTo>
                <a:lnTo>
                  <a:pt x="1301839" y="1323700"/>
                </a:lnTo>
                <a:lnTo>
                  <a:pt x="1302265" y="1325189"/>
                </a:lnTo>
                <a:close/>
                <a:moveTo>
                  <a:pt x="1292537" y="1323234"/>
                </a:moveTo>
                <a:lnTo>
                  <a:pt x="1296257" y="1326955"/>
                </a:lnTo>
                <a:lnTo>
                  <a:pt x="1296257" y="1326955"/>
                </a:lnTo>
                <a:lnTo>
                  <a:pt x="1292537" y="1323234"/>
                </a:lnTo>
                <a:close/>
                <a:moveTo>
                  <a:pt x="916880" y="1322654"/>
                </a:moveTo>
                <a:lnTo>
                  <a:pt x="916729" y="1324164"/>
                </a:lnTo>
                <a:lnTo>
                  <a:pt x="916729" y="1324164"/>
                </a:lnTo>
                <a:close/>
                <a:moveTo>
                  <a:pt x="1301374" y="1316722"/>
                </a:moveTo>
                <a:lnTo>
                  <a:pt x="1301374" y="1316723"/>
                </a:lnTo>
                <a:lnTo>
                  <a:pt x="1304629" y="1321373"/>
                </a:lnTo>
                <a:lnTo>
                  <a:pt x="1304630" y="1321373"/>
                </a:lnTo>
                <a:close/>
                <a:moveTo>
                  <a:pt x="1307421" y="1314397"/>
                </a:moveTo>
                <a:lnTo>
                  <a:pt x="1308815" y="1317652"/>
                </a:lnTo>
                <a:lnTo>
                  <a:pt x="1308350" y="1323234"/>
                </a:lnTo>
                <a:lnTo>
                  <a:pt x="1308351" y="1323234"/>
                </a:lnTo>
                <a:lnTo>
                  <a:pt x="1308816" y="1317653"/>
                </a:lnTo>
                <a:close/>
                <a:moveTo>
                  <a:pt x="1336722" y="1311141"/>
                </a:moveTo>
                <a:lnTo>
                  <a:pt x="1336722" y="1311142"/>
                </a:lnTo>
                <a:lnTo>
                  <a:pt x="1342303" y="1312537"/>
                </a:lnTo>
                <a:lnTo>
                  <a:pt x="1342303" y="1312536"/>
                </a:lnTo>
                <a:close/>
                <a:moveTo>
                  <a:pt x="1477285" y="1310334"/>
                </a:moveTo>
                <a:lnTo>
                  <a:pt x="1474859" y="1315792"/>
                </a:lnTo>
                <a:lnTo>
                  <a:pt x="1470673" y="1319513"/>
                </a:lnTo>
                <a:lnTo>
                  <a:pt x="1466952" y="1319513"/>
                </a:lnTo>
                <a:lnTo>
                  <a:pt x="1465092" y="1323699"/>
                </a:lnTo>
                <a:lnTo>
                  <a:pt x="1465092" y="1323699"/>
                </a:lnTo>
                <a:lnTo>
                  <a:pt x="1466953" y="1319513"/>
                </a:lnTo>
                <a:lnTo>
                  <a:pt x="1470674" y="1319513"/>
                </a:lnTo>
                <a:lnTo>
                  <a:pt x="1474859" y="1315792"/>
                </a:lnTo>
                <a:close/>
                <a:moveTo>
                  <a:pt x="1547416" y="1306491"/>
                </a:moveTo>
                <a:lnTo>
                  <a:pt x="1543230" y="1311141"/>
                </a:lnTo>
                <a:lnTo>
                  <a:pt x="1541835" y="1316258"/>
                </a:lnTo>
                <a:lnTo>
                  <a:pt x="1538114" y="1320443"/>
                </a:lnTo>
                <a:lnTo>
                  <a:pt x="1535323" y="1326025"/>
                </a:lnTo>
                <a:lnTo>
                  <a:pt x="1529742" y="1333467"/>
                </a:lnTo>
                <a:lnTo>
                  <a:pt x="1527882" y="1333931"/>
                </a:lnTo>
                <a:lnTo>
                  <a:pt x="1525931" y="1332817"/>
                </a:lnTo>
                <a:lnTo>
                  <a:pt x="1527882" y="1333932"/>
                </a:lnTo>
                <a:lnTo>
                  <a:pt x="1529743" y="1333467"/>
                </a:lnTo>
                <a:lnTo>
                  <a:pt x="1535324" y="1326025"/>
                </a:lnTo>
                <a:lnTo>
                  <a:pt x="1538114" y="1320444"/>
                </a:lnTo>
                <a:lnTo>
                  <a:pt x="1541835" y="1316257"/>
                </a:lnTo>
                <a:lnTo>
                  <a:pt x="1543231" y="1311142"/>
                </a:lnTo>
                <a:close/>
                <a:moveTo>
                  <a:pt x="1332071" y="1303699"/>
                </a:moveTo>
                <a:lnTo>
                  <a:pt x="1327885" y="1307420"/>
                </a:lnTo>
                <a:lnTo>
                  <a:pt x="1327598" y="1304836"/>
                </a:lnTo>
                <a:lnTo>
                  <a:pt x="1327885" y="1307420"/>
                </a:lnTo>
                <a:lnTo>
                  <a:pt x="1332071" y="1303700"/>
                </a:lnTo>
                <a:lnTo>
                  <a:pt x="1334397" y="1303700"/>
                </a:lnTo>
                <a:lnTo>
                  <a:pt x="1334988" y="1304587"/>
                </a:lnTo>
                <a:lnTo>
                  <a:pt x="1334396" y="1303699"/>
                </a:lnTo>
                <a:close/>
                <a:moveTo>
                  <a:pt x="1538114" y="1299979"/>
                </a:moveTo>
                <a:lnTo>
                  <a:pt x="1537809" y="1300284"/>
                </a:lnTo>
                <a:lnTo>
                  <a:pt x="1538114" y="1299979"/>
                </a:lnTo>
                <a:lnTo>
                  <a:pt x="1545091" y="1303235"/>
                </a:lnTo>
                <a:lnTo>
                  <a:pt x="1545981" y="1304480"/>
                </a:lnTo>
                <a:lnTo>
                  <a:pt x="1545091" y="1303235"/>
                </a:lnTo>
                <a:close/>
                <a:moveTo>
                  <a:pt x="1534979" y="1299929"/>
                </a:moveTo>
                <a:lnTo>
                  <a:pt x="1537184" y="1300909"/>
                </a:lnTo>
                <a:lnTo>
                  <a:pt x="1537184" y="1300909"/>
                </a:lnTo>
                <a:close/>
                <a:moveTo>
                  <a:pt x="1493464" y="1282305"/>
                </a:moveTo>
                <a:lnTo>
                  <a:pt x="1490208" y="1288351"/>
                </a:lnTo>
                <a:lnTo>
                  <a:pt x="1490208" y="1293467"/>
                </a:lnTo>
                <a:lnTo>
                  <a:pt x="1484161" y="1297653"/>
                </a:lnTo>
                <a:lnTo>
                  <a:pt x="1482301" y="1302768"/>
                </a:lnTo>
                <a:lnTo>
                  <a:pt x="1478580" y="1307420"/>
                </a:lnTo>
                <a:lnTo>
                  <a:pt x="1478580" y="1307420"/>
                </a:lnTo>
                <a:lnTo>
                  <a:pt x="1482301" y="1302770"/>
                </a:lnTo>
                <a:lnTo>
                  <a:pt x="1484162" y="1297653"/>
                </a:lnTo>
                <a:lnTo>
                  <a:pt x="1490208" y="1293467"/>
                </a:lnTo>
                <a:lnTo>
                  <a:pt x="1490208" y="1288351"/>
                </a:lnTo>
                <a:close/>
                <a:moveTo>
                  <a:pt x="1380413" y="1279950"/>
                </a:moveTo>
                <a:lnTo>
                  <a:pt x="1380442" y="1279978"/>
                </a:lnTo>
                <a:lnTo>
                  <a:pt x="1379977" y="1283699"/>
                </a:lnTo>
                <a:lnTo>
                  <a:pt x="1380442" y="1279979"/>
                </a:lnTo>
                <a:close/>
                <a:moveTo>
                  <a:pt x="1385634" y="1276799"/>
                </a:moveTo>
                <a:lnTo>
                  <a:pt x="1387884" y="1279049"/>
                </a:lnTo>
                <a:lnTo>
                  <a:pt x="1387884" y="1279048"/>
                </a:lnTo>
                <a:close/>
                <a:moveTo>
                  <a:pt x="1496254" y="1274863"/>
                </a:moveTo>
                <a:lnTo>
                  <a:pt x="1489279" y="1276258"/>
                </a:lnTo>
                <a:lnTo>
                  <a:pt x="1489279" y="1276258"/>
                </a:lnTo>
                <a:lnTo>
                  <a:pt x="1496254" y="1274863"/>
                </a:lnTo>
                <a:lnTo>
                  <a:pt x="1500440" y="1275328"/>
                </a:lnTo>
                <a:lnTo>
                  <a:pt x="1505091" y="1279979"/>
                </a:lnTo>
                <a:lnTo>
                  <a:pt x="1506487" y="1279979"/>
                </a:lnTo>
                <a:lnTo>
                  <a:pt x="1510672" y="1286026"/>
                </a:lnTo>
                <a:lnTo>
                  <a:pt x="1512533" y="1288351"/>
                </a:lnTo>
                <a:lnTo>
                  <a:pt x="1519045" y="1290677"/>
                </a:lnTo>
                <a:lnTo>
                  <a:pt x="1523216" y="1293457"/>
                </a:lnTo>
                <a:lnTo>
                  <a:pt x="1519045" y="1290677"/>
                </a:lnTo>
                <a:lnTo>
                  <a:pt x="1512533" y="1288351"/>
                </a:lnTo>
                <a:lnTo>
                  <a:pt x="1510673" y="1286026"/>
                </a:lnTo>
                <a:lnTo>
                  <a:pt x="1506487" y="1279979"/>
                </a:lnTo>
                <a:lnTo>
                  <a:pt x="1505092" y="1279979"/>
                </a:lnTo>
                <a:lnTo>
                  <a:pt x="1500441" y="1275328"/>
                </a:lnTo>
                <a:close/>
                <a:moveTo>
                  <a:pt x="1382303" y="1270212"/>
                </a:moveTo>
                <a:lnTo>
                  <a:pt x="1382303" y="1270212"/>
                </a:lnTo>
                <a:lnTo>
                  <a:pt x="1384163" y="1271607"/>
                </a:lnTo>
                <a:close/>
                <a:moveTo>
                  <a:pt x="1459977" y="1268351"/>
                </a:moveTo>
                <a:lnTo>
                  <a:pt x="1459976" y="1268351"/>
                </a:lnTo>
                <a:lnTo>
                  <a:pt x="1462301" y="1273002"/>
                </a:lnTo>
                <a:lnTo>
                  <a:pt x="1462302" y="1273001"/>
                </a:lnTo>
                <a:close/>
                <a:moveTo>
                  <a:pt x="1480441" y="1267886"/>
                </a:moveTo>
                <a:lnTo>
                  <a:pt x="1480441" y="1267887"/>
                </a:lnTo>
                <a:lnTo>
                  <a:pt x="1483231" y="1273932"/>
                </a:lnTo>
                <a:lnTo>
                  <a:pt x="1486022" y="1277653"/>
                </a:lnTo>
                <a:lnTo>
                  <a:pt x="1488927" y="1278973"/>
                </a:lnTo>
                <a:lnTo>
                  <a:pt x="1486023" y="1277653"/>
                </a:lnTo>
                <a:lnTo>
                  <a:pt x="1483233" y="1273932"/>
                </a:lnTo>
                <a:close/>
                <a:moveTo>
                  <a:pt x="1501372" y="1267421"/>
                </a:moveTo>
                <a:lnTo>
                  <a:pt x="1501372" y="1267421"/>
                </a:lnTo>
                <a:lnTo>
                  <a:pt x="1504626" y="1267886"/>
                </a:lnTo>
                <a:lnTo>
                  <a:pt x="1504627" y="1267886"/>
                </a:lnTo>
                <a:close/>
                <a:moveTo>
                  <a:pt x="1454394" y="1265561"/>
                </a:moveTo>
                <a:lnTo>
                  <a:pt x="1456255" y="1269281"/>
                </a:lnTo>
                <a:lnTo>
                  <a:pt x="1456256" y="1269281"/>
                </a:lnTo>
                <a:lnTo>
                  <a:pt x="1454396" y="1265561"/>
                </a:lnTo>
                <a:close/>
                <a:moveTo>
                  <a:pt x="1470209" y="1265095"/>
                </a:moveTo>
                <a:lnTo>
                  <a:pt x="1470209" y="1265096"/>
                </a:lnTo>
                <a:lnTo>
                  <a:pt x="1472069" y="1266490"/>
                </a:lnTo>
                <a:lnTo>
                  <a:pt x="1471603" y="1269746"/>
                </a:lnTo>
                <a:lnTo>
                  <a:pt x="1469278" y="1272537"/>
                </a:lnTo>
                <a:lnTo>
                  <a:pt x="1468813" y="1276258"/>
                </a:lnTo>
                <a:lnTo>
                  <a:pt x="1468814" y="1276258"/>
                </a:lnTo>
                <a:lnTo>
                  <a:pt x="1469279" y="1272537"/>
                </a:lnTo>
                <a:lnTo>
                  <a:pt x="1471604" y="1269746"/>
                </a:lnTo>
                <a:lnTo>
                  <a:pt x="1472070" y="1266490"/>
                </a:lnTo>
                <a:close/>
                <a:moveTo>
                  <a:pt x="1439511" y="1261375"/>
                </a:moveTo>
                <a:lnTo>
                  <a:pt x="1441372" y="1264630"/>
                </a:lnTo>
                <a:lnTo>
                  <a:pt x="1441372" y="1264630"/>
                </a:lnTo>
                <a:lnTo>
                  <a:pt x="1439512" y="1261375"/>
                </a:lnTo>
                <a:close/>
                <a:moveTo>
                  <a:pt x="1429279" y="1253933"/>
                </a:moveTo>
                <a:lnTo>
                  <a:pt x="1431139" y="1257188"/>
                </a:lnTo>
                <a:lnTo>
                  <a:pt x="1431604" y="1262305"/>
                </a:lnTo>
                <a:lnTo>
                  <a:pt x="1431605" y="1262304"/>
                </a:lnTo>
                <a:lnTo>
                  <a:pt x="1431140" y="1257188"/>
                </a:lnTo>
                <a:lnTo>
                  <a:pt x="1429280" y="1253933"/>
                </a:lnTo>
                <a:close/>
                <a:moveTo>
                  <a:pt x="1381373" y="1251142"/>
                </a:moveTo>
                <a:lnTo>
                  <a:pt x="1381372" y="1251142"/>
                </a:lnTo>
                <a:lnTo>
                  <a:pt x="1386954" y="1253933"/>
                </a:lnTo>
                <a:lnTo>
                  <a:pt x="1386954" y="1253932"/>
                </a:lnTo>
                <a:close/>
                <a:moveTo>
                  <a:pt x="1527417" y="1247421"/>
                </a:moveTo>
                <a:lnTo>
                  <a:pt x="1526537" y="1247519"/>
                </a:lnTo>
                <a:lnTo>
                  <a:pt x="1527417" y="1247422"/>
                </a:lnTo>
                <a:close/>
                <a:moveTo>
                  <a:pt x="1515790" y="1238584"/>
                </a:moveTo>
                <a:lnTo>
                  <a:pt x="1515790" y="1238585"/>
                </a:lnTo>
                <a:lnTo>
                  <a:pt x="1519975" y="1239050"/>
                </a:lnTo>
                <a:lnTo>
                  <a:pt x="1519975" y="1239049"/>
                </a:lnTo>
                <a:close/>
                <a:moveTo>
                  <a:pt x="1383746" y="1236335"/>
                </a:moveTo>
                <a:lnTo>
                  <a:pt x="1386023" y="1239980"/>
                </a:lnTo>
                <a:lnTo>
                  <a:pt x="1385498" y="1241452"/>
                </a:lnTo>
                <a:lnTo>
                  <a:pt x="1386024" y="1239979"/>
                </a:lnTo>
                <a:close/>
                <a:moveTo>
                  <a:pt x="1377187" y="1232537"/>
                </a:moveTo>
                <a:lnTo>
                  <a:pt x="1377187" y="1232538"/>
                </a:lnTo>
                <a:lnTo>
                  <a:pt x="1379512" y="1232538"/>
                </a:lnTo>
                <a:lnTo>
                  <a:pt x="1383698" y="1236259"/>
                </a:lnTo>
                <a:lnTo>
                  <a:pt x="1383698" y="1236258"/>
                </a:lnTo>
                <a:lnTo>
                  <a:pt x="1379512" y="1232537"/>
                </a:lnTo>
                <a:close/>
                <a:moveTo>
                  <a:pt x="1378117" y="1226956"/>
                </a:moveTo>
                <a:lnTo>
                  <a:pt x="1370675" y="1228817"/>
                </a:lnTo>
                <a:lnTo>
                  <a:pt x="1370675" y="1228817"/>
                </a:lnTo>
                <a:lnTo>
                  <a:pt x="1378116" y="1226957"/>
                </a:lnTo>
                <a:lnTo>
                  <a:pt x="1377354" y="1231537"/>
                </a:lnTo>
                <a:close/>
                <a:moveTo>
                  <a:pt x="1371140" y="1222308"/>
                </a:moveTo>
                <a:lnTo>
                  <a:pt x="1369747" y="1224630"/>
                </a:lnTo>
                <a:lnTo>
                  <a:pt x="1371140" y="1224166"/>
                </a:lnTo>
                <a:lnTo>
                  <a:pt x="1371140" y="1224166"/>
                </a:lnTo>
                <a:close/>
                <a:moveTo>
                  <a:pt x="1356257" y="1220445"/>
                </a:moveTo>
                <a:lnTo>
                  <a:pt x="1355792" y="1220910"/>
                </a:lnTo>
                <a:lnTo>
                  <a:pt x="1357187" y="1222306"/>
                </a:lnTo>
                <a:lnTo>
                  <a:pt x="1357700" y="1223075"/>
                </a:lnTo>
                <a:lnTo>
                  <a:pt x="1357188" y="1222306"/>
                </a:lnTo>
                <a:lnTo>
                  <a:pt x="1355792" y="1220911"/>
                </a:lnTo>
                <a:lnTo>
                  <a:pt x="1356257" y="1220446"/>
                </a:lnTo>
                <a:close/>
                <a:moveTo>
                  <a:pt x="1353536" y="1215608"/>
                </a:moveTo>
                <a:lnTo>
                  <a:pt x="1354396" y="1219050"/>
                </a:lnTo>
                <a:lnTo>
                  <a:pt x="1354923" y="1219445"/>
                </a:lnTo>
                <a:lnTo>
                  <a:pt x="1354397" y="1219050"/>
                </a:lnTo>
                <a:close/>
                <a:moveTo>
                  <a:pt x="1412070" y="1213468"/>
                </a:moveTo>
                <a:lnTo>
                  <a:pt x="1415791" y="1215793"/>
                </a:lnTo>
                <a:lnTo>
                  <a:pt x="1419511" y="1220445"/>
                </a:lnTo>
                <a:lnTo>
                  <a:pt x="1424162" y="1223700"/>
                </a:lnTo>
                <a:lnTo>
                  <a:pt x="1423697" y="1230212"/>
                </a:lnTo>
                <a:lnTo>
                  <a:pt x="1425558" y="1233003"/>
                </a:lnTo>
                <a:lnTo>
                  <a:pt x="1424628" y="1239979"/>
                </a:lnTo>
                <a:lnTo>
                  <a:pt x="1421837" y="1243235"/>
                </a:lnTo>
                <a:lnTo>
                  <a:pt x="1417186" y="1246025"/>
                </a:lnTo>
                <a:lnTo>
                  <a:pt x="1419046" y="1249746"/>
                </a:lnTo>
                <a:lnTo>
                  <a:pt x="1421372" y="1251607"/>
                </a:lnTo>
                <a:lnTo>
                  <a:pt x="1423596" y="1252261"/>
                </a:lnTo>
                <a:lnTo>
                  <a:pt x="1421373" y="1251607"/>
                </a:lnTo>
                <a:lnTo>
                  <a:pt x="1419048" y="1249747"/>
                </a:lnTo>
                <a:lnTo>
                  <a:pt x="1417187" y="1246026"/>
                </a:lnTo>
                <a:lnTo>
                  <a:pt x="1421838" y="1243235"/>
                </a:lnTo>
                <a:lnTo>
                  <a:pt x="1424629" y="1239980"/>
                </a:lnTo>
                <a:lnTo>
                  <a:pt x="1425559" y="1233003"/>
                </a:lnTo>
                <a:lnTo>
                  <a:pt x="1423698" y="1230212"/>
                </a:lnTo>
                <a:lnTo>
                  <a:pt x="1424163" y="1223701"/>
                </a:lnTo>
                <a:lnTo>
                  <a:pt x="1419512" y="1220445"/>
                </a:lnTo>
                <a:lnTo>
                  <a:pt x="1415792" y="1215794"/>
                </a:lnTo>
                <a:lnTo>
                  <a:pt x="1412071" y="1213468"/>
                </a:lnTo>
                <a:close/>
                <a:moveTo>
                  <a:pt x="1400442" y="1209282"/>
                </a:moveTo>
                <a:lnTo>
                  <a:pt x="1401838" y="1213933"/>
                </a:lnTo>
                <a:lnTo>
                  <a:pt x="1401838" y="1213933"/>
                </a:lnTo>
                <a:lnTo>
                  <a:pt x="1400443" y="1209283"/>
                </a:lnTo>
                <a:close/>
                <a:moveTo>
                  <a:pt x="1357404" y="1206740"/>
                </a:moveTo>
                <a:lnTo>
                  <a:pt x="1356722" y="1207422"/>
                </a:lnTo>
                <a:lnTo>
                  <a:pt x="1354862" y="1208817"/>
                </a:lnTo>
                <a:lnTo>
                  <a:pt x="1350675" y="1210678"/>
                </a:lnTo>
                <a:lnTo>
                  <a:pt x="1350675" y="1211143"/>
                </a:lnTo>
                <a:lnTo>
                  <a:pt x="1352781" y="1214301"/>
                </a:lnTo>
                <a:lnTo>
                  <a:pt x="1350676" y="1211143"/>
                </a:lnTo>
                <a:lnTo>
                  <a:pt x="1350676" y="1210678"/>
                </a:lnTo>
                <a:lnTo>
                  <a:pt x="1354862" y="1208818"/>
                </a:lnTo>
                <a:lnTo>
                  <a:pt x="1356722" y="1207422"/>
                </a:lnTo>
                <a:close/>
                <a:moveTo>
                  <a:pt x="1367419" y="1206026"/>
                </a:moveTo>
                <a:lnTo>
                  <a:pt x="1364629" y="1207887"/>
                </a:lnTo>
                <a:lnTo>
                  <a:pt x="1364629" y="1207887"/>
                </a:lnTo>
                <a:lnTo>
                  <a:pt x="1367419" y="1206027"/>
                </a:lnTo>
                <a:close/>
                <a:moveTo>
                  <a:pt x="1359977" y="1203701"/>
                </a:moveTo>
                <a:lnTo>
                  <a:pt x="1359047" y="1204167"/>
                </a:lnTo>
                <a:lnTo>
                  <a:pt x="1359011" y="1204185"/>
                </a:lnTo>
                <a:lnTo>
                  <a:pt x="1359048" y="1204166"/>
                </a:lnTo>
                <a:close/>
                <a:moveTo>
                  <a:pt x="1373025" y="1202330"/>
                </a:moveTo>
                <a:lnTo>
                  <a:pt x="1375326" y="1204631"/>
                </a:lnTo>
                <a:lnTo>
                  <a:pt x="1372535" y="1209748"/>
                </a:lnTo>
                <a:lnTo>
                  <a:pt x="1372536" y="1209748"/>
                </a:lnTo>
                <a:lnTo>
                  <a:pt x="1372536" y="1209747"/>
                </a:lnTo>
                <a:lnTo>
                  <a:pt x="1375326" y="1204631"/>
                </a:lnTo>
                <a:close/>
                <a:moveTo>
                  <a:pt x="1399513" y="1200445"/>
                </a:moveTo>
                <a:lnTo>
                  <a:pt x="1399512" y="1200445"/>
                </a:lnTo>
                <a:lnTo>
                  <a:pt x="1399512" y="1205096"/>
                </a:lnTo>
                <a:lnTo>
                  <a:pt x="1397651" y="1207422"/>
                </a:lnTo>
                <a:lnTo>
                  <a:pt x="1399235" y="1208477"/>
                </a:lnTo>
                <a:lnTo>
                  <a:pt x="1397652" y="1207422"/>
                </a:lnTo>
                <a:lnTo>
                  <a:pt x="1399513" y="1205096"/>
                </a:lnTo>
                <a:close/>
                <a:moveTo>
                  <a:pt x="1524161" y="1189748"/>
                </a:moveTo>
                <a:lnTo>
                  <a:pt x="1521491" y="1191083"/>
                </a:lnTo>
                <a:lnTo>
                  <a:pt x="1524161" y="1189748"/>
                </a:lnTo>
                <a:close/>
                <a:moveTo>
                  <a:pt x="1363325" y="1189526"/>
                </a:moveTo>
                <a:lnTo>
                  <a:pt x="1367884" y="1195329"/>
                </a:lnTo>
                <a:lnTo>
                  <a:pt x="1372070" y="1197190"/>
                </a:lnTo>
                <a:lnTo>
                  <a:pt x="1372306" y="1198485"/>
                </a:lnTo>
                <a:lnTo>
                  <a:pt x="1372070" y="1197189"/>
                </a:lnTo>
                <a:lnTo>
                  <a:pt x="1367885" y="1195328"/>
                </a:lnTo>
                <a:close/>
                <a:moveTo>
                  <a:pt x="1518116" y="1188352"/>
                </a:moveTo>
                <a:lnTo>
                  <a:pt x="1518116" y="1188353"/>
                </a:lnTo>
                <a:lnTo>
                  <a:pt x="1519975" y="1188353"/>
                </a:lnTo>
                <a:lnTo>
                  <a:pt x="1521370" y="1191143"/>
                </a:lnTo>
                <a:lnTo>
                  <a:pt x="1521371" y="1191143"/>
                </a:lnTo>
                <a:lnTo>
                  <a:pt x="1519976" y="1188352"/>
                </a:lnTo>
                <a:close/>
                <a:moveTo>
                  <a:pt x="1362271" y="1185305"/>
                </a:moveTo>
                <a:lnTo>
                  <a:pt x="1361838" y="1186027"/>
                </a:lnTo>
                <a:lnTo>
                  <a:pt x="1362455" y="1187876"/>
                </a:lnTo>
                <a:lnTo>
                  <a:pt x="1361838" y="1186026"/>
                </a:lnTo>
                <a:close/>
                <a:moveTo>
                  <a:pt x="1384164" y="1185096"/>
                </a:moveTo>
                <a:lnTo>
                  <a:pt x="1384163" y="1185097"/>
                </a:lnTo>
                <a:lnTo>
                  <a:pt x="1387884" y="1193003"/>
                </a:lnTo>
                <a:lnTo>
                  <a:pt x="1388349" y="1196259"/>
                </a:lnTo>
                <a:lnTo>
                  <a:pt x="1390675" y="1197654"/>
                </a:lnTo>
                <a:lnTo>
                  <a:pt x="1392070" y="1200910"/>
                </a:lnTo>
                <a:lnTo>
                  <a:pt x="1394860" y="1201840"/>
                </a:lnTo>
                <a:lnTo>
                  <a:pt x="1394861" y="1201840"/>
                </a:lnTo>
                <a:lnTo>
                  <a:pt x="1392071" y="1200910"/>
                </a:lnTo>
                <a:lnTo>
                  <a:pt x="1390676" y="1197654"/>
                </a:lnTo>
                <a:lnTo>
                  <a:pt x="1388350" y="1196259"/>
                </a:lnTo>
                <a:lnTo>
                  <a:pt x="1387885" y="1193003"/>
                </a:lnTo>
                <a:close/>
                <a:moveTo>
                  <a:pt x="1525556" y="1179981"/>
                </a:moveTo>
                <a:lnTo>
                  <a:pt x="1521371" y="1180911"/>
                </a:lnTo>
                <a:lnTo>
                  <a:pt x="1521371" y="1180911"/>
                </a:lnTo>
                <a:lnTo>
                  <a:pt x="1525556" y="1179981"/>
                </a:lnTo>
                <a:close/>
                <a:moveTo>
                  <a:pt x="1369281" y="1179050"/>
                </a:moveTo>
                <a:lnTo>
                  <a:pt x="1369280" y="1179051"/>
                </a:lnTo>
                <a:lnTo>
                  <a:pt x="1369280" y="1183236"/>
                </a:lnTo>
                <a:lnTo>
                  <a:pt x="1371605" y="1186957"/>
                </a:lnTo>
                <a:lnTo>
                  <a:pt x="1376256" y="1190213"/>
                </a:lnTo>
                <a:lnTo>
                  <a:pt x="1371606" y="1186957"/>
                </a:lnTo>
                <a:lnTo>
                  <a:pt x="1369281" y="1183237"/>
                </a:lnTo>
                <a:close/>
                <a:moveTo>
                  <a:pt x="1519511" y="1170213"/>
                </a:moveTo>
                <a:lnTo>
                  <a:pt x="1519511" y="1170213"/>
                </a:lnTo>
                <a:lnTo>
                  <a:pt x="1526021" y="1171608"/>
                </a:lnTo>
                <a:lnTo>
                  <a:pt x="1526021" y="1171608"/>
                </a:lnTo>
                <a:close/>
                <a:moveTo>
                  <a:pt x="1337653" y="1165562"/>
                </a:moveTo>
                <a:lnTo>
                  <a:pt x="1337653" y="1165562"/>
                </a:lnTo>
                <a:lnTo>
                  <a:pt x="1344629" y="1169748"/>
                </a:lnTo>
                <a:lnTo>
                  <a:pt x="1346955" y="1171609"/>
                </a:lnTo>
                <a:lnTo>
                  <a:pt x="1351140" y="1171143"/>
                </a:lnTo>
                <a:lnTo>
                  <a:pt x="1353931" y="1173004"/>
                </a:lnTo>
                <a:lnTo>
                  <a:pt x="1356257" y="1177190"/>
                </a:lnTo>
                <a:lnTo>
                  <a:pt x="1359513" y="1179050"/>
                </a:lnTo>
                <a:lnTo>
                  <a:pt x="1363233" y="1183701"/>
                </a:lnTo>
                <a:lnTo>
                  <a:pt x="1363233" y="1183701"/>
                </a:lnTo>
                <a:lnTo>
                  <a:pt x="1363234" y="1183701"/>
                </a:lnTo>
                <a:lnTo>
                  <a:pt x="1359513" y="1179050"/>
                </a:lnTo>
                <a:lnTo>
                  <a:pt x="1356257" y="1177190"/>
                </a:lnTo>
                <a:lnTo>
                  <a:pt x="1353932" y="1173004"/>
                </a:lnTo>
                <a:lnTo>
                  <a:pt x="1351142" y="1171143"/>
                </a:lnTo>
                <a:lnTo>
                  <a:pt x="1346955" y="1171608"/>
                </a:lnTo>
                <a:lnTo>
                  <a:pt x="1344630" y="1169748"/>
                </a:lnTo>
                <a:close/>
                <a:moveTo>
                  <a:pt x="1337237" y="1155177"/>
                </a:moveTo>
                <a:lnTo>
                  <a:pt x="1335792" y="1156260"/>
                </a:lnTo>
                <a:lnTo>
                  <a:pt x="1338118" y="1162307"/>
                </a:lnTo>
                <a:lnTo>
                  <a:pt x="1337727" y="1165043"/>
                </a:lnTo>
                <a:lnTo>
                  <a:pt x="1338118" y="1162306"/>
                </a:lnTo>
                <a:lnTo>
                  <a:pt x="1335793" y="1156260"/>
                </a:lnTo>
                <a:close/>
                <a:moveTo>
                  <a:pt x="1542766" y="1136725"/>
                </a:moveTo>
                <a:lnTo>
                  <a:pt x="1542766" y="1136726"/>
                </a:lnTo>
                <a:lnTo>
                  <a:pt x="1544378" y="1137048"/>
                </a:lnTo>
                <a:close/>
                <a:moveTo>
                  <a:pt x="1557184" y="1135330"/>
                </a:moveTo>
                <a:lnTo>
                  <a:pt x="1559509" y="1137191"/>
                </a:lnTo>
                <a:lnTo>
                  <a:pt x="1559510" y="1137190"/>
                </a:lnTo>
                <a:lnTo>
                  <a:pt x="1557184" y="1135330"/>
                </a:lnTo>
                <a:close/>
                <a:moveTo>
                  <a:pt x="1551138" y="1133004"/>
                </a:moveTo>
                <a:lnTo>
                  <a:pt x="1547628" y="1135434"/>
                </a:lnTo>
                <a:lnTo>
                  <a:pt x="1551138" y="1133005"/>
                </a:lnTo>
                <a:lnTo>
                  <a:pt x="1553463" y="1135330"/>
                </a:lnTo>
                <a:lnTo>
                  <a:pt x="1553464" y="1135330"/>
                </a:lnTo>
                <a:close/>
                <a:moveTo>
                  <a:pt x="1565067" y="1130920"/>
                </a:moveTo>
                <a:lnTo>
                  <a:pt x="1563231" y="1131609"/>
                </a:lnTo>
                <a:lnTo>
                  <a:pt x="1563231" y="1131609"/>
                </a:lnTo>
                <a:close/>
                <a:moveTo>
                  <a:pt x="1684625" y="1127889"/>
                </a:moveTo>
                <a:lnTo>
                  <a:pt x="1684624" y="1127889"/>
                </a:lnTo>
                <a:lnTo>
                  <a:pt x="1686019" y="1129284"/>
                </a:lnTo>
                <a:lnTo>
                  <a:pt x="1685554" y="1133005"/>
                </a:lnTo>
                <a:lnTo>
                  <a:pt x="1688344" y="1139051"/>
                </a:lnTo>
                <a:lnTo>
                  <a:pt x="1695321" y="1145098"/>
                </a:lnTo>
                <a:lnTo>
                  <a:pt x="1698112" y="1146958"/>
                </a:lnTo>
                <a:lnTo>
                  <a:pt x="1701833" y="1144632"/>
                </a:lnTo>
                <a:lnTo>
                  <a:pt x="1708344" y="1146493"/>
                </a:lnTo>
                <a:lnTo>
                  <a:pt x="1709583" y="1145874"/>
                </a:lnTo>
                <a:lnTo>
                  <a:pt x="1708345" y="1146492"/>
                </a:lnTo>
                <a:lnTo>
                  <a:pt x="1701833" y="1144632"/>
                </a:lnTo>
                <a:lnTo>
                  <a:pt x="1698113" y="1146958"/>
                </a:lnTo>
                <a:lnTo>
                  <a:pt x="1695322" y="1145097"/>
                </a:lnTo>
                <a:lnTo>
                  <a:pt x="1688345" y="1139051"/>
                </a:lnTo>
                <a:lnTo>
                  <a:pt x="1685555" y="1133004"/>
                </a:lnTo>
                <a:lnTo>
                  <a:pt x="1686020" y="1129284"/>
                </a:lnTo>
                <a:close/>
                <a:moveTo>
                  <a:pt x="1339660" y="1127582"/>
                </a:moveTo>
                <a:lnTo>
                  <a:pt x="1338118" y="1128353"/>
                </a:lnTo>
                <a:lnTo>
                  <a:pt x="1334397" y="1132074"/>
                </a:lnTo>
                <a:lnTo>
                  <a:pt x="1334397" y="1137190"/>
                </a:lnTo>
                <a:lnTo>
                  <a:pt x="1335792" y="1138121"/>
                </a:lnTo>
                <a:lnTo>
                  <a:pt x="1334397" y="1142307"/>
                </a:lnTo>
                <a:lnTo>
                  <a:pt x="1339978" y="1145563"/>
                </a:lnTo>
                <a:lnTo>
                  <a:pt x="1336722" y="1151609"/>
                </a:lnTo>
                <a:lnTo>
                  <a:pt x="1337653" y="1154865"/>
                </a:lnTo>
                <a:lnTo>
                  <a:pt x="1336723" y="1151609"/>
                </a:lnTo>
                <a:lnTo>
                  <a:pt x="1339979" y="1145562"/>
                </a:lnTo>
                <a:lnTo>
                  <a:pt x="1334398" y="1142306"/>
                </a:lnTo>
                <a:lnTo>
                  <a:pt x="1335793" y="1138121"/>
                </a:lnTo>
                <a:lnTo>
                  <a:pt x="1334398" y="1137191"/>
                </a:lnTo>
                <a:lnTo>
                  <a:pt x="1334398" y="1132074"/>
                </a:lnTo>
                <a:lnTo>
                  <a:pt x="1338118" y="1128353"/>
                </a:lnTo>
                <a:close/>
                <a:moveTo>
                  <a:pt x="1579504" y="1126106"/>
                </a:moveTo>
                <a:lnTo>
                  <a:pt x="1577185" y="1126492"/>
                </a:lnTo>
                <a:lnTo>
                  <a:pt x="1576555" y="1127052"/>
                </a:lnTo>
                <a:lnTo>
                  <a:pt x="1577184" y="1126493"/>
                </a:lnTo>
                <a:close/>
                <a:moveTo>
                  <a:pt x="1338584" y="1123702"/>
                </a:moveTo>
                <a:lnTo>
                  <a:pt x="1338583" y="1123703"/>
                </a:lnTo>
                <a:lnTo>
                  <a:pt x="1341838" y="1126493"/>
                </a:lnTo>
                <a:lnTo>
                  <a:pt x="1341839" y="1126492"/>
                </a:lnTo>
                <a:close/>
                <a:moveTo>
                  <a:pt x="1585555" y="1123237"/>
                </a:moveTo>
                <a:lnTo>
                  <a:pt x="1587881" y="1124633"/>
                </a:lnTo>
                <a:lnTo>
                  <a:pt x="1587882" y="1124632"/>
                </a:lnTo>
                <a:lnTo>
                  <a:pt x="1585556" y="1123237"/>
                </a:lnTo>
                <a:close/>
                <a:moveTo>
                  <a:pt x="1653928" y="1122307"/>
                </a:moveTo>
                <a:lnTo>
                  <a:pt x="1648952" y="1122722"/>
                </a:lnTo>
                <a:lnTo>
                  <a:pt x="1653927" y="1122307"/>
                </a:lnTo>
                <a:lnTo>
                  <a:pt x="1659508" y="1125563"/>
                </a:lnTo>
                <a:lnTo>
                  <a:pt x="1661834" y="1129284"/>
                </a:lnTo>
                <a:lnTo>
                  <a:pt x="1666020" y="1128354"/>
                </a:lnTo>
                <a:lnTo>
                  <a:pt x="1668810" y="1129749"/>
                </a:lnTo>
                <a:lnTo>
                  <a:pt x="1677647" y="1130214"/>
                </a:lnTo>
                <a:lnTo>
                  <a:pt x="1668811" y="1129748"/>
                </a:lnTo>
                <a:lnTo>
                  <a:pt x="1666020" y="1128353"/>
                </a:lnTo>
                <a:lnTo>
                  <a:pt x="1661834" y="1129284"/>
                </a:lnTo>
                <a:lnTo>
                  <a:pt x="1659509" y="1125563"/>
                </a:lnTo>
                <a:close/>
                <a:moveTo>
                  <a:pt x="1591137" y="1122307"/>
                </a:moveTo>
                <a:lnTo>
                  <a:pt x="1589508" y="1123471"/>
                </a:lnTo>
                <a:lnTo>
                  <a:pt x="1591137" y="1122307"/>
                </a:lnTo>
                <a:lnTo>
                  <a:pt x="1595323" y="1122772"/>
                </a:lnTo>
                <a:close/>
                <a:moveTo>
                  <a:pt x="1625090" y="1118121"/>
                </a:moveTo>
                <a:lnTo>
                  <a:pt x="1625090" y="1118121"/>
                </a:lnTo>
                <a:lnTo>
                  <a:pt x="1628811" y="1120911"/>
                </a:lnTo>
                <a:lnTo>
                  <a:pt x="1632532" y="1125098"/>
                </a:lnTo>
                <a:lnTo>
                  <a:pt x="1632996" y="1128354"/>
                </a:lnTo>
                <a:lnTo>
                  <a:pt x="1643088" y="1127915"/>
                </a:lnTo>
                <a:lnTo>
                  <a:pt x="1632997" y="1128353"/>
                </a:lnTo>
                <a:lnTo>
                  <a:pt x="1632533" y="1125097"/>
                </a:lnTo>
                <a:lnTo>
                  <a:pt x="1628812" y="1120911"/>
                </a:lnTo>
                <a:close/>
                <a:moveTo>
                  <a:pt x="1601370" y="1115795"/>
                </a:moveTo>
                <a:lnTo>
                  <a:pt x="1601369" y="1115796"/>
                </a:lnTo>
                <a:lnTo>
                  <a:pt x="1605090" y="1116726"/>
                </a:lnTo>
                <a:close/>
                <a:moveTo>
                  <a:pt x="1332555" y="1115074"/>
                </a:moveTo>
                <a:lnTo>
                  <a:pt x="1336257" y="1119517"/>
                </a:lnTo>
                <a:lnTo>
                  <a:pt x="1332071" y="1124168"/>
                </a:lnTo>
                <a:lnTo>
                  <a:pt x="1333931" y="1126028"/>
                </a:lnTo>
                <a:lnTo>
                  <a:pt x="1333932" y="1126027"/>
                </a:lnTo>
                <a:lnTo>
                  <a:pt x="1332072" y="1124167"/>
                </a:lnTo>
                <a:lnTo>
                  <a:pt x="1336258" y="1119516"/>
                </a:lnTo>
                <a:close/>
                <a:moveTo>
                  <a:pt x="1321840" y="1113935"/>
                </a:moveTo>
                <a:lnTo>
                  <a:pt x="1321839" y="1113935"/>
                </a:lnTo>
                <a:lnTo>
                  <a:pt x="1326288" y="1117643"/>
                </a:lnTo>
                <a:close/>
                <a:moveTo>
                  <a:pt x="1606021" y="1112540"/>
                </a:moveTo>
                <a:lnTo>
                  <a:pt x="1606021" y="1112540"/>
                </a:lnTo>
                <a:lnTo>
                  <a:pt x="1608811" y="1113470"/>
                </a:lnTo>
                <a:lnTo>
                  <a:pt x="1608811" y="1113470"/>
                </a:lnTo>
                <a:close/>
                <a:moveTo>
                  <a:pt x="1614858" y="1112075"/>
                </a:moveTo>
                <a:lnTo>
                  <a:pt x="1614858" y="1112075"/>
                </a:lnTo>
                <a:lnTo>
                  <a:pt x="1617183" y="1112540"/>
                </a:lnTo>
                <a:lnTo>
                  <a:pt x="1620904" y="1117656"/>
                </a:lnTo>
                <a:lnTo>
                  <a:pt x="1621834" y="1119982"/>
                </a:lnTo>
                <a:lnTo>
                  <a:pt x="1621835" y="1119981"/>
                </a:lnTo>
                <a:lnTo>
                  <a:pt x="1620905" y="1117656"/>
                </a:lnTo>
                <a:lnTo>
                  <a:pt x="1617184" y="1112540"/>
                </a:lnTo>
                <a:close/>
                <a:moveTo>
                  <a:pt x="1314863" y="1108353"/>
                </a:moveTo>
                <a:lnTo>
                  <a:pt x="1313944" y="1108660"/>
                </a:lnTo>
                <a:lnTo>
                  <a:pt x="1314862" y="1108354"/>
                </a:lnTo>
                <a:lnTo>
                  <a:pt x="1318583" y="1115330"/>
                </a:lnTo>
                <a:lnTo>
                  <a:pt x="1318584" y="1115330"/>
                </a:lnTo>
                <a:close/>
                <a:moveTo>
                  <a:pt x="1281374" y="1107889"/>
                </a:moveTo>
                <a:lnTo>
                  <a:pt x="1282305" y="1109284"/>
                </a:lnTo>
                <a:lnTo>
                  <a:pt x="1282305" y="1109283"/>
                </a:lnTo>
                <a:lnTo>
                  <a:pt x="1281375" y="1107889"/>
                </a:lnTo>
                <a:close/>
                <a:moveTo>
                  <a:pt x="1293467" y="1101842"/>
                </a:moveTo>
                <a:lnTo>
                  <a:pt x="1287887" y="1102772"/>
                </a:lnTo>
                <a:lnTo>
                  <a:pt x="1287887" y="1102773"/>
                </a:lnTo>
                <a:lnTo>
                  <a:pt x="1293467" y="1101842"/>
                </a:lnTo>
                <a:close/>
                <a:moveTo>
                  <a:pt x="1302770" y="1095795"/>
                </a:moveTo>
                <a:lnTo>
                  <a:pt x="1302770" y="1095796"/>
                </a:lnTo>
                <a:lnTo>
                  <a:pt x="1308816" y="1105563"/>
                </a:lnTo>
                <a:lnTo>
                  <a:pt x="1312072" y="1109284"/>
                </a:lnTo>
                <a:lnTo>
                  <a:pt x="1308816" y="1105563"/>
                </a:lnTo>
                <a:close/>
                <a:moveTo>
                  <a:pt x="1291541" y="1091530"/>
                </a:moveTo>
                <a:lnTo>
                  <a:pt x="1291142" y="1091610"/>
                </a:lnTo>
                <a:lnTo>
                  <a:pt x="1291142" y="1091610"/>
                </a:lnTo>
                <a:close/>
                <a:moveTo>
                  <a:pt x="1265561" y="1091145"/>
                </a:moveTo>
                <a:lnTo>
                  <a:pt x="1262305" y="1095330"/>
                </a:lnTo>
                <a:lnTo>
                  <a:pt x="1262770" y="1100447"/>
                </a:lnTo>
                <a:lnTo>
                  <a:pt x="1267421" y="1102773"/>
                </a:lnTo>
                <a:lnTo>
                  <a:pt x="1268351" y="1109284"/>
                </a:lnTo>
                <a:lnTo>
                  <a:pt x="1268352" y="1109284"/>
                </a:lnTo>
                <a:lnTo>
                  <a:pt x="1267422" y="1102772"/>
                </a:lnTo>
                <a:lnTo>
                  <a:pt x="1262770" y="1100446"/>
                </a:lnTo>
                <a:lnTo>
                  <a:pt x="1262305" y="1095331"/>
                </a:lnTo>
                <a:lnTo>
                  <a:pt x="1265561" y="1091145"/>
                </a:lnTo>
                <a:close/>
                <a:moveTo>
                  <a:pt x="1297726" y="1088457"/>
                </a:moveTo>
                <a:lnTo>
                  <a:pt x="1297653" y="1088819"/>
                </a:lnTo>
                <a:lnTo>
                  <a:pt x="1297245" y="1089228"/>
                </a:lnTo>
                <a:lnTo>
                  <a:pt x="1297653" y="1088820"/>
                </a:lnTo>
                <a:close/>
                <a:moveTo>
                  <a:pt x="1298584" y="1084168"/>
                </a:moveTo>
                <a:lnTo>
                  <a:pt x="1298584" y="1084170"/>
                </a:lnTo>
                <a:lnTo>
                  <a:pt x="1302359" y="1091718"/>
                </a:lnTo>
                <a:close/>
                <a:moveTo>
                  <a:pt x="1259126" y="1076955"/>
                </a:moveTo>
                <a:lnTo>
                  <a:pt x="1261375" y="1083703"/>
                </a:lnTo>
                <a:lnTo>
                  <a:pt x="1263700" y="1086028"/>
                </a:lnTo>
                <a:lnTo>
                  <a:pt x="1265318" y="1090476"/>
                </a:lnTo>
                <a:lnTo>
                  <a:pt x="1263701" y="1086029"/>
                </a:lnTo>
                <a:lnTo>
                  <a:pt x="1261375" y="1083703"/>
                </a:lnTo>
                <a:close/>
                <a:moveTo>
                  <a:pt x="1232073" y="1020913"/>
                </a:moveTo>
                <a:lnTo>
                  <a:pt x="1237189" y="1034867"/>
                </a:lnTo>
                <a:lnTo>
                  <a:pt x="1237189" y="1036728"/>
                </a:lnTo>
                <a:lnTo>
                  <a:pt x="1239979" y="1039518"/>
                </a:lnTo>
                <a:lnTo>
                  <a:pt x="1241375" y="1042774"/>
                </a:lnTo>
                <a:lnTo>
                  <a:pt x="1241375" y="1046029"/>
                </a:lnTo>
                <a:lnTo>
                  <a:pt x="1244630" y="1051611"/>
                </a:lnTo>
                <a:lnTo>
                  <a:pt x="1247886" y="1053936"/>
                </a:lnTo>
                <a:lnTo>
                  <a:pt x="1247886" y="1056262"/>
                </a:lnTo>
                <a:lnTo>
                  <a:pt x="1253933" y="1066494"/>
                </a:lnTo>
                <a:lnTo>
                  <a:pt x="1255328" y="1069750"/>
                </a:lnTo>
                <a:lnTo>
                  <a:pt x="1257175" y="1072520"/>
                </a:lnTo>
                <a:lnTo>
                  <a:pt x="1255329" y="1069750"/>
                </a:lnTo>
                <a:lnTo>
                  <a:pt x="1253934" y="1066495"/>
                </a:lnTo>
                <a:lnTo>
                  <a:pt x="1247887" y="1056261"/>
                </a:lnTo>
                <a:lnTo>
                  <a:pt x="1247887" y="1053936"/>
                </a:lnTo>
                <a:lnTo>
                  <a:pt x="1244631" y="1051610"/>
                </a:lnTo>
                <a:lnTo>
                  <a:pt x="1241376" y="1046029"/>
                </a:lnTo>
                <a:lnTo>
                  <a:pt x="1241376" y="1042773"/>
                </a:lnTo>
                <a:lnTo>
                  <a:pt x="1239980" y="1039518"/>
                </a:lnTo>
                <a:lnTo>
                  <a:pt x="1237190" y="1036727"/>
                </a:lnTo>
                <a:lnTo>
                  <a:pt x="1237190" y="1034867"/>
                </a:lnTo>
                <a:close/>
                <a:moveTo>
                  <a:pt x="1231789" y="1013312"/>
                </a:moveTo>
                <a:lnTo>
                  <a:pt x="1228352" y="1013937"/>
                </a:lnTo>
                <a:lnTo>
                  <a:pt x="1230678" y="1019983"/>
                </a:lnTo>
                <a:lnTo>
                  <a:pt x="1230678" y="1019983"/>
                </a:lnTo>
                <a:lnTo>
                  <a:pt x="1228353" y="1013937"/>
                </a:lnTo>
                <a:close/>
                <a:moveTo>
                  <a:pt x="1225641" y="992468"/>
                </a:moveTo>
                <a:lnTo>
                  <a:pt x="1233003" y="1008356"/>
                </a:lnTo>
                <a:lnTo>
                  <a:pt x="1233468" y="1013007"/>
                </a:lnTo>
                <a:lnTo>
                  <a:pt x="1233469" y="1013006"/>
                </a:lnTo>
                <a:lnTo>
                  <a:pt x="1233004" y="1008355"/>
                </a:lnTo>
                <a:close/>
                <a:moveTo>
                  <a:pt x="1217163" y="984389"/>
                </a:moveTo>
                <a:lnTo>
                  <a:pt x="1219515" y="985565"/>
                </a:lnTo>
                <a:lnTo>
                  <a:pt x="1222221" y="987730"/>
                </a:lnTo>
                <a:lnTo>
                  <a:pt x="1219515" y="985565"/>
                </a:lnTo>
                <a:close/>
                <a:moveTo>
                  <a:pt x="1198585" y="973007"/>
                </a:moveTo>
                <a:lnTo>
                  <a:pt x="1205096" y="979519"/>
                </a:lnTo>
                <a:lnTo>
                  <a:pt x="1207241" y="981050"/>
                </a:lnTo>
                <a:lnTo>
                  <a:pt x="1205097" y="979519"/>
                </a:lnTo>
                <a:lnTo>
                  <a:pt x="1198586" y="973007"/>
                </a:lnTo>
                <a:close/>
                <a:moveTo>
                  <a:pt x="1185098" y="965565"/>
                </a:moveTo>
                <a:lnTo>
                  <a:pt x="1185097" y="965565"/>
                </a:lnTo>
                <a:lnTo>
                  <a:pt x="1191031" y="968335"/>
                </a:lnTo>
                <a:close/>
                <a:moveTo>
                  <a:pt x="1184200" y="946352"/>
                </a:moveTo>
                <a:lnTo>
                  <a:pt x="1186027" y="946961"/>
                </a:lnTo>
                <a:lnTo>
                  <a:pt x="1186957" y="948821"/>
                </a:lnTo>
                <a:lnTo>
                  <a:pt x="1186027" y="952542"/>
                </a:lnTo>
                <a:lnTo>
                  <a:pt x="1179050" y="961380"/>
                </a:lnTo>
                <a:lnTo>
                  <a:pt x="1173934" y="964635"/>
                </a:lnTo>
                <a:lnTo>
                  <a:pt x="1177190" y="967426"/>
                </a:lnTo>
                <a:lnTo>
                  <a:pt x="1177829" y="967276"/>
                </a:lnTo>
                <a:lnTo>
                  <a:pt x="1177191" y="967426"/>
                </a:lnTo>
                <a:lnTo>
                  <a:pt x="1173935" y="964635"/>
                </a:lnTo>
                <a:lnTo>
                  <a:pt x="1179051" y="961380"/>
                </a:lnTo>
                <a:lnTo>
                  <a:pt x="1186027" y="952543"/>
                </a:lnTo>
                <a:lnTo>
                  <a:pt x="1186958" y="948821"/>
                </a:lnTo>
                <a:lnTo>
                  <a:pt x="1186027" y="946960"/>
                </a:lnTo>
                <a:close/>
                <a:moveTo>
                  <a:pt x="1188153" y="930782"/>
                </a:moveTo>
                <a:lnTo>
                  <a:pt x="1185562" y="932078"/>
                </a:lnTo>
                <a:lnTo>
                  <a:pt x="1180911" y="935799"/>
                </a:lnTo>
                <a:lnTo>
                  <a:pt x="1180445" y="945100"/>
                </a:lnTo>
                <a:lnTo>
                  <a:pt x="1180446" y="945101"/>
                </a:lnTo>
                <a:lnTo>
                  <a:pt x="1180911" y="935799"/>
                </a:lnTo>
                <a:lnTo>
                  <a:pt x="1185562" y="932078"/>
                </a:lnTo>
                <a:close/>
                <a:moveTo>
                  <a:pt x="1158586" y="916264"/>
                </a:moveTo>
                <a:lnTo>
                  <a:pt x="1157191" y="917194"/>
                </a:lnTo>
                <a:lnTo>
                  <a:pt x="1157190" y="917194"/>
                </a:lnTo>
                <a:lnTo>
                  <a:pt x="1156260" y="920449"/>
                </a:lnTo>
                <a:lnTo>
                  <a:pt x="1159980" y="921845"/>
                </a:lnTo>
                <a:lnTo>
                  <a:pt x="1159980" y="926031"/>
                </a:lnTo>
                <a:lnTo>
                  <a:pt x="1162306" y="927427"/>
                </a:lnTo>
                <a:lnTo>
                  <a:pt x="1162306" y="926961"/>
                </a:lnTo>
                <a:lnTo>
                  <a:pt x="1162306" y="926497"/>
                </a:lnTo>
                <a:lnTo>
                  <a:pt x="1162306" y="926496"/>
                </a:lnTo>
                <a:lnTo>
                  <a:pt x="1162306" y="926031"/>
                </a:lnTo>
                <a:lnTo>
                  <a:pt x="1162306" y="921380"/>
                </a:lnTo>
                <a:lnTo>
                  <a:pt x="1158586" y="919985"/>
                </a:lnTo>
                <a:lnTo>
                  <a:pt x="1159516" y="916264"/>
                </a:lnTo>
                <a:close/>
                <a:moveTo>
                  <a:pt x="1137191" y="914868"/>
                </a:moveTo>
                <a:lnTo>
                  <a:pt x="1136261" y="915798"/>
                </a:lnTo>
                <a:lnTo>
                  <a:pt x="1136726" y="915798"/>
                </a:lnTo>
                <a:lnTo>
                  <a:pt x="1136726" y="916264"/>
                </a:lnTo>
                <a:lnTo>
                  <a:pt x="1142307" y="918124"/>
                </a:lnTo>
                <a:lnTo>
                  <a:pt x="1147888" y="919054"/>
                </a:lnTo>
                <a:lnTo>
                  <a:pt x="1148816" y="919054"/>
                </a:lnTo>
                <a:lnTo>
                  <a:pt x="1147423" y="918590"/>
                </a:lnTo>
                <a:lnTo>
                  <a:pt x="1145563" y="918590"/>
                </a:lnTo>
                <a:close/>
                <a:moveTo>
                  <a:pt x="1218585" y="877661"/>
                </a:moveTo>
                <a:lnTo>
                  <a:pt x="1218583" y="877664"/>
                </a:lnTo>
                <a:lnTo>
                  <a:pt x="1218120" y="879055"/>
                </a:lnTo>
                <a:lnTo>
                  <a:pt x="1217189" y="881845"/>
                </a:lnTo>
                <a:lnTo>
                  <a:pt x="1217654" y="886032"/>
                </a:lnTo>
                <a:lnTo>
                  <a:pt x="1227422" y="895799"/>
                </a:lnTo>
                <a:lnTo>
                  <a:pt x="1230212" y="899985"/>
                </a:lnTo>
                <a:lnTo>
                  <a:pt x="1228817" y="902776"/>
                </a:lnTo>
                <a:lnTo>
                  <a:pt x="1220445" y="905101"/>
                </a:lnTo>
                <a:lnTo>
                  <a:pt x="1215826" y="908797"/>
                </a:lnTo>
                <a:lnTo>
                  <a:pt x="1215795" y="908822"/>
                </a:lnTo>
                <a:lnTo>
                  <a:pt x="1215795" y="908822"/>
                </a:lnTo>
                <a:lnTo>
                  <a:pt x="1215794" y="908823"/>
                </a:lnTo>
                <a:lnTo>
                  <a:pt x="1203236" y="923240"/>
                </a:lnTo>
                <a:lnTo>
                  <a:pt x="1201840" y="926031"/>
                </a:lnTo>
                <a:lnTo>
                  <a:pt x="1199050" y="928357"/>
                </a:lnTo>
                <a:lnTo>
                  <a:pt x="1190921" y="929905"/>
                </a:lnTo>
                <a:lnTo>
                  <a:pt x="1199051" y="928357"/>
                </a:lnTo>
                <a:lnTo>
                  <a:pt x="1201841" y="926031"/>
                </a:lnTo>
                <a:lnTo>
                  <a:pt x="1203237" y="923241"/>
                </a:lnTo>
                <a:lnTo>
                  <a:pt x="1215795" y="908822"/>
                </a:lnTo>
                <a:lnTo>
                  <a:pt x="1215826" y="908797"/>
                </a:lnTo>
                <a:lnTo>
                  <a:pt x="1220446" y="905102"/>
                </a:lnTo>
                <a:lnTo>
                  <a:pt x="1228817" y="902776"/>
                </a:lnTo>
                <a:lnTo>
                  <a:pt x="1230213" y="899985"/>
                </a:lnTo>
                <a:lnTo>
                  <a:pt x="1227422" y="895799"/>
                </a:lnTo>
                <a:lnTo>
                  <a:pt x="1217655" y="886032"/>
                </a:lnTo>
                <a:lnTo>
                  <a:pt x="1217190" y="881846"/>
                </a:lnTo>
                <a:lnTo>
                  <a:pt x="1218120" y="879055"/>
                </a:lnTo>
                <a:close/>
                <a:moveTo>
                  <a:pt x="1575789" y="856266"/>
                </a:moveTo>
                <a:lnTo>
                  <a:pt x="1574859" y="857195"/>
                </a:lnTo>
                <a:lnTo>
                  <a:pt x="1575324" y="857660"/>
                </a:lnTo>
                <a:lnTo>
                  <a:pt x="1576719" y="859056"/>
                </a:lnTo>
                <a:lnTo>
                  <a:pt x="1577649" y="859056"/>
                </a:lnTo>
                <a:lnTo>
                  <a:pt x="1578115" y="858125"/>
                </a:lnTo>
                <a:lnTo>
                  <a:pt x="1577184" y="856266"/>
                </a:lnTo>
                <a:close/>
                <a:moveTo>
                  <a:pt x="1586023" y="853010"/>
                </a:moveTo>
                <a:lnTo>
                  <a:pt x="1586952" y="853940"/>
                </a:lnTo>
                <a:lnTo>
                  <a:pt x="1587882" y="854870"/>
                </a:lnTo>
                <a:lnTo>
                  <a:pt x="1589278" y="854405"/>
                </a:lnTo>
                <a:lnTo>
                  <a:pt x="1589741" y="854405"/>
                </a:lnTo>
                <a:lnTo>
                  <a:pt x="1588347" y="853474"/>
                </a:lnTo>
                <a:close/>
                <a:moveTo>
                  <a:pt x="1617649" y="836730"/>
                </a:moveTo>
                <a:lnTo>
                  <a:pt x="1617649" y="841846"/>
                </a:lnTo>
                <a:lnTo>
                  <a:pt x="1618579" y="844637"/>
                </a:lnTo>
                <a:lnTo>
                  <a:pt x="1616719" y="848358"/>
                </a:lnTo>
                <a:lnTo>
                  <a:pt x="1616254" y="853474"/>
                </a:lnTo>
                <a:lnTo>
                  <a:pt x="1617184" y="859985"/>
                </a:lnTo>
                <a:lnTo>
                  <a:pt x="1620439" y="862776"/>
                </a:lnTo>
                <a:lnTo>
                  <a:pt x="1611137" y="869753"/>
                </a:lnTo>
                <a:lnTo>
                  <a:pt x="1605556" y="871148"/>
                </a:lnTo>
                <a:lnTo>
                  <a:pt x="1606021" y="880451"/>
                </a:lnTo>
                <a:lnTo>
                  <a:pt x="1602766" y="884636"/>
                </a:lnTo>
                <a:lnTo>
                  <a:pt x="1607882" y="890683"/>
                </a:lnTo>
                <a:lnTo>
                  <a:pt x="1608812" y="889753"/>
                </a:lnTo>
                <a:lnTo>
                  <a:pt x="1605091" y="885567"/>
                </a:lnTo>
                <a:lnTo>
                  <a:pt x="1608812" y="880915"/>
                </a:lnTo>
                <a:lnTo>
                  <a:pt x="1608346" y="872079"/>
                </a:lnTo>
                <a:lnTo>
                  <a:pt x="1611602" y="871614"/>
                </a:lnTo>
                <a:lnTo>
                  <a:pt x="1622765" y="863242"/>
                </a:lnTo>
                <a:lnTo>
                  <a:pt x="1619974" y="860917"/>
                </a:lnTo>
                <a:lnTo>
                  <a:pt x="1619044" y="853940"/>
                </a:lnTo>
                <a:lnTo>
                  <a:pt x="1619509" y="848823"/>
                </a:lnTo>
                <a:lnTo>
                  <a:pt x="1621370" y="845568"/>
                </a:lnTo>
                <a:lnTo>
                  <a:pt x="1619974" y="842312"/>
                </a:lnTo>
                <a:lnTo>
                  <a:pt x="1620439" y="837196"/>
                </a:lnTo>
                <a:lnTo>
                  <a:pt x="1619044" y="836730"/>
                </a:lnTo>
                <a:close/>
                <a:moveTo>
                  <a:pt x="1544162" y="834405"/>
                </a:moveTo>
                <a:lnTo>
                  <a:pt x="1545092" y="835800"/>
                </a:lnTo>
                <a:lnTo>
                  <a:pt x="1545557" y="837661"/>
                </a:lnTo>
                <a:lnTo>
                  <a:pt x="1543232" y="849754"/>
                </a:lnTo>
                <a:lnTo>
                  <a:pt x="1546022" y="852079"/>
                </a:lnTo>
                <a:lnTo>
                  <a:pt x="1548813" y="858125"/>
                </a:lnTo>
                <a:lnTo>
                  <a:pt x="1551138" y="859520"/>
                </a:lnTo>
                <a:lnTo>
                  <a:pt x="1551138" y="862311"/>
                </a:lnTo>
                <a:lnTo>
                  <a:pt x="1554859" y="868822"/>
                </a:lnTo>
                <a:lnTo>
                  <a:pt x="1556254" y="869288"/>
                </a:lnTo>
                <a:lnTo>
                  <a:pt x="1557650" y="869288"/>
                </a:lnTo>
                <a:lnTo>
                  <a:pt x="1557650" y="868358"/>
                </a:lnTo>
                <a:lnTo>
                  <a:pt x="1555324" y="864637"/>
                </a:lnTo>
                <a:lnTo>
                  <a:pt x="1553928" y="860451"/>
                </a:lnTo>
                <a:lnTo>
                  <a:pt x="1551603" y="858591"/>
                </a:lnTo>
                <a:lnTo>
                  <a:pt x="1548813" y="853010"/>
                </a:lnTo>
                <a:lnTo>
                  <a:pt x="1546022" y="849754"/>
                </a:lnTo>
                <a:lnTo>
                  <a:pt x="1548347" y="836730"/>
                </a:lnTo>
                <a:lnTo>
                  <a:pt x="1545557" y="834405"/>
                </a:lnTo>
                <a:close/>
                <a:moveTo>
                  <a:pt x="1532533" y="822313"/>
                </a:moveTo>
                <a:lnTo>
                  <a:pt x="1532069" y="823242"/>
                </a:lnTo>
                <a:lnTo>
                  <a:pt x="1534394" y="824172"/>
                </a:lnTo>
                <a:lnTo>
                  <a:pt x="1536255" y="826498"/>
                </a:lnTo>
                <a:lnTo>
                  <a:pt x="1537185" y="831149"/>
                </a:lnTo>
                <a:lnTo>
                  <a:pt x="1539511" y="833939"/>
                </a:lnTo>
                <a:lnTo>
                  <a:pt x="1541371" y="833939"/>
                </a:lnTo>
                <a:lnTo>
                  <a:pt x="1541836" y="833939"/>
                </a:lnTo>
                <a:lnTo>
                  <a:pt x="1540440" y="831615"/>
                </a:lnTo>
                <a:lnTo>
                  <a:pt x="1539976" y="827428"/>
                </a:lnTo>
                <a:lnTo>
                  <a:pt x="1538115" y="825568"/>
                </a:lnTo>
                <a:lnTo>
                  <a:pt x="1533464" y="822313"/>
                </a:lnTo>
                <a:close/>
                <a:moveTo>
                  <a:pt x="1443698" y="814871"/>
                </a:moveTo>
                <a:lnTo>
                  <a:pt x="1442303" y="816265"/>
                </a:lnTo>
                <a:lnTo>
                  <a:pt x="1442768" y="816730"/>
                </a:lnTo>
                <a:lnTo>
                  <a:pt x="1443233" y="818126"/>
                </a:lnTo>
                <a:lnTo>
                  <a:pt x="1445558" y="819521"/>
                </a:lnTo>
                <a:lnTo>
                  <a:pt x="1448349" y="819056"/>
                </a:lnTo>
                <a:lnTo>
                  <a:pt x="1450675" y="825103"/>
                </a:lnTo>
                <a:lnTo>
                  <a:pt x="1453000" y="825567"/>
                </a:lnTo>
                <a:lnTo>
                  <a:pt x="1453465" y="825567"/>
                </a:lnTo>
                <a:lnTo>
                  <a:pt x="1451139" y="819521"/>
                </a:lnTo>
                <a:lnTo>
                  <a:pt x="1446024" y="818591"/>
                </a:lnTo>
                <a:close/>
                <a:moveTo>
                  <a:pt x="1470209" y="813940"/>
                </a:moveTo>
                <a:lnTo>
                  <a:pt x="1468814" y="814871"/>
                </a:lnTo>
                <a:lnTo>
                  <a:pt x="1468349" y="814871"/>
                </a:lnTo>
                <a:lnTo>
                  <a:pt x="1468349" y="816265"/>
                </a:lnTo>
                <a:lnTo>
                  <a:pt x="1468814" y="816730"/>
                </a:lnTo>
                <a:lnTo>
                  <a:pt x="1472070" y="817661"/>
                </a:lnTo>
                <a:lnTo>
                  <a:pt x="1472535" y="817196"/>
                </a:lnTo>
                <a:lnTo>
                  <a:pt x="1472534" y="817196"/>
                </a:lnTo>
                <a:lnTo>
                  <a:pt x="1471604" y="817196"/>
                </a:lnTo>
                <a:close/>
                <a:moveTo>
                  <a:pt x="1465093" y="813475"/>
                </a:moveTo>
                <a:lnTo>
                  <a:pt x="1464163" y="813940"/>
                </a:lnTo>
                <a:lnTo>
                  <a:pt x="1463698" y="813940"/>
                </a:lnTo>
                <a:lnTo>
                  <a:pt x="1464628" y="814405"/>
                </a:lnTo>
                <a:lnTo>
                  <a:pt x="1466023" y="814405"/>
                </a:lnTo>
                <a:lnTo>
                  <a:pt x="1466487" y="814405"/>
                </a:lnTo>
                <a:lnTo>
                  <a:pt x="1466023" y="813940"/>
                </a:lnTo>
                <a:lnTo>
                  <a:pt x="1465558" y="813475"/>
                </a:lnTo>
                <a:close/>
                <a:moveTo>
                  <a:pt x="1430210" y="804638"/>
                </a:moveTo>
                <a:lnTo>
                  <a:pt x="1428349" y="806033"/>
                </a:lnTo>
                <a:lnTo>
                  <a:pt x="1427885" y="806498"/>
                </a:lnTo>
                <a:lnTo>
                  <a:pt x="1427885" y="806498"/>
                </a:lnTo>
                <a:lnTo>
                  <a:pt x="1428349" y="807428"/>
                </a:lnTo>
                <a:lnTo>
                  <a:pt x="1435792" y="811149"/>
                </a:lnTo>
                <a:lnTo>
                  <a:pt x="1435326" y="813940"/>
                </a:lnTo>
                <a:lnTo>
                  <a:pt x="1439047" y="817196"/>
                </a:lnTo>
                <a:lnTo>
                  <a:pt x="1439977" y="816266"/>
                </a:lnTo>
                <a:lnTo>
                  <a:pt x="1438581" y="814871"/>
                </a:lnTo>
                <a:lnTo>
                  <a:pt x="1438117" y="814406"/>
                </a:lnTo>
                <a:lnTo>
                  <a:pt x="1439047" y="813475"/>
                </a:lnTo>
                <a:lnTo>
                  <a:pt x="1434861" y="809754"/>
                </a:lnTo>
                <a:lnTo>
                  <a:pt x="1431140" y="808359"/>
                </a:lnTo>
                <a:close/>
                <a:moveTo>
                  <a:pt x="1217190" y="803708"/>
                </a:moveTo>
                <a:lnTo>
                  <a:pt x="1215795" y="804173"/>
                </a:lnTo>
                <a:lnTo>
                  <a:pt x="1217190" y="804637"/>
                </a:lnTo>
                <a:lnTo>
                  <a:pt x="1219515" y="804637"/>
                </a:lnTo>
                <a:lnTo>
                  <a:pt x="1225097" y="807428"/>
                </a:lnTo>
                <a:lnTo>
                  <a:pt x="1230213" y="813474"/>
                </a:lnTo>
                <a:lnTo>
                  <a:pt x="1232073" y="813474"/>
                </a:lnTo>
                <a:lnTo>
                  <a:pt x="1232538" y="813010"/>
                </a:lnTo>
                <a:lnTo>
                  <a:pt x="1232538" y="813010"/>
                </a:lnTo>
                <a:lnTo>
                  <a:pt x="1231143" y="811150"/>
                </a:lnTo>
                <a:lnTo>
                  <a:pt x="1229747" y="809289"/>
                </a:lnTo>
                <a:lnTo>
                  <a:pt x="1227887" y="807429"/>
                </a:lnTo>
                <a:lnTo>
                  <a:pt x="1222306" y="804638"/>
                </a:lnTo>
                <a:close/>
                <a:moveTo>
                  <a:pt x="1510209" y="795802"/>
                </a:moveTo>
                <a:lnTo>
                  <a:pt x="1510674" y="797196"/>
                </a:lnTo>
                <a:lnTo>
                  <a:pt x="1512999" y="796731"/>
                </a:lnTo>
                <a:lnTo>
                  <a:pt x="1520441" y="805103"/>
                </a:lnTo>
                <a:lnTo>
                  <a:pt x="1525092" y="809289"/>
                </a:lnTo>
                <a:lnTo>
                  <a:pt x="1522301" y="812079"/>
                </a:lnTo>
                <a:lnTo>
                  <a:pt x="1520441" y="817196"/>
                </a:lnTo>
                <a:lnTo>
                  <a:pt x="1526488" y="820916"/>
                </a:lnTo>
                <a:lnTo>
                  <a:pt x="1527883" y="822312"/>
                </a:lnTo>
                <a:lnTo>
                  <a:pt x="1528813" y="822312"/>
                </a:lnTo>
                <a:lnTo>
                  <a:pt x="1529743" y="821847"/>
                </a:lnTo>
                <a:lnTo>
                  <a:pt x="1530208" y="821847"/>
                </a:lnTo>
                <a:lnTo>
                  <a:pt x="1529743" y="821382"/>
                </a:lnTo>
                <a:lnTo>
                  <a:pt x="1527882" y="819987"/>
                </a:lnTo>
                <a:lnTo>
                  <a:pt x="1523696" y="817661"/>
                </a:lnTo>
                <a:lnTo>
                  <a:pt x="1524162" y="814406"/>
                </a:lnTo>
                <a:lnTo>
                  <a:pt x="1527418" y="812545"/>
                </a:lnTo>
                <a:lnTo>
                  <a:pt x="1528348" y="809754"/>
                </a:lnTo>
                <a:lnTo>
                  <a:pt x="1523231" y="806033"/>
                </a:lnTo>
                <a:lnTo>
                  <a:pt x="1515790" y="797196"/>
                </a:lnTo>
                <a:lnTo>
                  <a:pt x="1512999" y="796266"/>
                </a:lnTo>
                <a:lnTo>
                  <a:pt x="1510674" y="796266"/>
                </a:lnTo>
                <a:close/>
                <a:moveTo>
                  <a:pt x="1508348" y="794406"/>
                </a:moveTo>
                <a:lnTo>
                  <a:pt x="1507883" y="795801"/>
                </a:lnTo>
                <a:lnTo>
                  <a:pt x="1507883" y="795801"/>
                </a:lnTo>
                <a:lnTo>
                  <a:pt x="1509278" y="795336"/>
                </a:lnTo>
                <a:close/>
                <a:moveTo>
                  <a:pt x="1418582" y="794406"/>
                </a:moveTo>
                <a:lnTo>
                  <a:pt x="1418582" y="794870"/>
                </a:lnTo>
                <a:lnTo>
                  <a:pt x="1421373" y="795335"/>
                </a:lnTo>
                <a:lnTo>
                  <a:pt x="1421373" y="799521"/>
                </a:lnTo>
                <a:lnTo>
                  <a:pt x="1424629" y="807893"/>
                </a:lnTo>
                <a:lnTo>
                  <a:pt x="1425094" y="807428"/>
                </a:lnTo>
                <a:lnTo>
                  <a:pt x="1425094" y="806498"/>
                </a:lnTo>
                <a:lnTo>
                  <a:pt x="1425559" y="805567"/>
                </a:lnTo>
                <a:lnTo>
                  <a:pt x="1426024" y="805103"/>
                </a:lnTo>
                <a:lnTo>
                  <a:pt x="1425559" y="804173"/>
                </a:lnTo>
                <a:lnTo>
                  <a:pt x="1425559" y="799987"/>
                </a:lnTo>
                <a:lnTo>
                  <a:pt x="1424163" y="799987"/>
                </a:lnTo>
                <a:lnTo>
                  <a:pt x="1424163" y="795336"/>
                </a:lnTo>
                <a:close/>
                <a:moveTo>
                  <a:pt x="1407885" y="792080"/>
                </a:moveTo>
                <a:lnTo>
                  <a:pt x="1406490" y="792545"/>
                </a:lnTo>
                <a:lnTo>
                  <a:pt x="1406490" y="792545"/>
                </a:lnTo>
                <a:lnTo>
                  <a:pt x="1407885" y="793475"/>
                </a:lnTo>
                <a:lnTo>
                  <a:pt x="1408815" y="793940"/>
                </a:lnTo>
                <a:lnTo>
                  <a:pt x="1410210" y="794406"/>
                </a:lnTo>
                <a:lnTo>
                  <a:pt x="1411605" y="796731"/>
                </a:lnTo>
                <a:lnTo>
                  <a:pt x="1413001" y="796731"/>
                </a:lnTo>
                <a:lnTo>
                  <a:pt x="1413931" y="796265"/>
                </a:lnTo>
                <a:lnTo>
                  <a:pt x="1413000" y="794406"/>
                </a:lnTo>
                <a:lnTo>
                  <a:pt x="1411605" y="794406"/>
                </a:lnTo>
                <a:close/>
                <a:moveTo>
                  <a:pt x="1381373" y="769290"/>
                </a:moveTo>
                <a:lnTo>
                  <a:pt x="1379978" y="769755"/>
                </a:lnTo>
                <a:lnTo>
                  <a:pt x="1379978" y="771150"/>
                </a:lnTo>
                <a:lnTo>
                  <a:pt x="1381373" y="773011"/>
                </a:lnTo>
                <a:lnTo>
                  <a:pt x="1382769" y="773475"/>
                </a:lnTo>
                <a:lnTo>
                  <a:pt x="1382303" y="776266"/>
                </a:lnTo>
                <a:lnTo>
                  <a:pt x="1386490" y="785103"/>
                </a:lnTo>
                <a:lnTo>
                  <a:pt x="1393466" y="788824"/>
                </a:lnTo>
                <a:lnTo>
                  <a:pt x="1399513" y="793475"/>
                </a:lnTo>
                <a:lnTo>
                  <a:pt x="1400907" y="793010"/>
                </a:lnTo>
                <a:lnTo>
                  <a:pt x="1400442" y="792545"/>
                </a:lnTo>
                <a:lnTo>
                  <a:pt x="1399512" y="791615"/>
                </a:lnTo>
                <a:lnTo>
                  <a:pt x="1397187" y="790220"/>
                </a:lnTo>
                <a:lnTo>
                  <a:pt x="1396257" y="789289"/>
                </a:lnTo>
                <a:lnTo>
                  <a:pt x="1388815" y="784638"/>
                </a:lnTo>
                <a:lnTo>
                  <a:pt x="1385094" y="776731"/>
                </a:lnTo>
                <a:lnTo>
                  <a:pt x="1384164" y="773011"/>
                </a:lnTo>
                <a:close/>
                <a:moveTo>
                  <a:pt x="1353933" y="757197"/>
                </a:moveTo>
                <a:lnTo>
                  <a:pt x="1354397" y="757662"/>
                </a:lnTo>
                <a:lnTo>
                  <a:pt x="1355791" y="757662"/>
                </a:lnTo>
                <a:close/>
                <a:moveTo>
                  <a:pt x="1308816" y="755802"/>
                </a:moveTo>
                <a:lnTo>
                  <a:pt x="1307421" y="756267"/>
                </a:lnTo>
                <a:lnTo>
                  <a:pt x="1306492" y="756267"/>
                </a:lnTo>
                <a:lnTo>
                  <a:pt x="1307886" y="757196"/>
                </a:lnTo>
                <a:lnTo>
                  <a:pt x="1310676" y="757196"/>
                </a:lnTo>
                <a:close/>
                <a:moveTo>
                  <a:pt x="1326025" y="753476"/>
                </a:moveTo>
                <a:lnTo>
                  <a:pt x="1322769" y="753941"/>
                </a:lnTo>
                <a:lnTo>
                  <a:pt x="1322305" y="754406"/>
                </a:lnTo>
                <a:lnTo>
                  <a:pt x="1325560" y="753941"/>
                </a:lnTo>
                <a:close/>
                <a:moveTo>
                  <a:pt x="1330211" y="751616"/>
                </a:moveTo>
                <a:lnTo>
                  <a:pt x="1329746" y="752545"/>
                </a:lnTo>
                <a:lnTo>
                  <a:pt x="1329747" y="752545"/>
                </a:lnTo>
                <a:lnTo>
                  <a:pt x="1330211" y="752545"/>
                </a:lnTo>
                <a:lnTo>
                  <a:pt x="1331142" y="752080"/>
                </a:lnTo>
                <a:lnTo>
                  <a:pt x="1333932" y="753011"/>
                </a:lnTo>
                <a:lnTo>
                  <a:pt x="1336258" y="758592"/>
                </a:lnTo>
                <a:lnTo>
                  <a:pt x="1340444" y="760918"/>
                </a:lnTo>
                <a:lnTo>
                  <a:pt x="1341838" y="760453"/>
                </a:lnTo>
                <a:lnTo>
                  <a:pt x="1340909" y="760453"/>
                </a:lnTo>
                <a:lnTo>
                  <a:pt x="1338583" y="758592"/>
                </a:lnTo>
                <a:lnTo>
                  <a:pt x="1335792" y="752546"/>
                </a:lnTo>
                <a:close/>
                <a:moveTo>
                  <a:pt x="1373466" y="744174"/>
                </a:moveTo>
                <a:lnTo>
                  <a:pt x="1373001" y="745104"/>
                </a:lnTo>
                <a:lnTo>
                  <a:pt x="1372537" y="745104"/>
                </a:lnTo>
                <a:lnTo>
                  <a:pt x="1372537" y="745569"/>
                </a:lnTo>
                <a:lnTo>
                  <a:pt x="1371606" y="746498"/>
                </a:lnTo>
                <a:lnTo>
                  <a:pt x="1371606" y="746499"/>
                </a:lnTo>
                <a:lnTo>
                  <a:pt x="1371605" y="746499"/>
                </a:lnTo>
                <a:lnTo>
                  <a:pt x="1370676" y="747895"/>
                </a:lnTo>
                <a:lnTo>
                  <a:pt x="1369746" y="750685"/>
                </a:lnTo>
                <a:lnTo>
                  <a:pt x="1370676" y="752545"/>
                </a:lnTo>
                <a:lnTo>
                  <a:pt x="1368351" y="754870"/>
                </a:lnTo>
                <a:lnTo>
                  <a:pt x="1367420" y="758592"/>
                </a:lnTo>
                <a:lnTo>
                  <a:pt x="1368351" y="761848"/>
                </a:lnTo>
                <a:lnTo>
                  <a:pt x="1372537" y="765568"/>
                </a:lnTo>
                <a:lnTo>
                  <a:pt x="1373466" y="768824"/>
                </a:lnTo>
                <a:lnTo>
                  <a:pt x="1376257" y="770219"/>
                </a:lnTo>
                <a:lnTo>
                  <a:pt x="1376722" y="769755"/>
                </a:lnTo>
                <a:lnTo>
                  <a:pt x="1375792" y="769290"/>
                </a:lnTo>
                <a:lnTo>
                  <a:pt x="1371140" y="762313"/>
                </a:lnTo>
                <a:lnTo>
                  <a:pt x="1370211" y="758592"/>
                </a:lnTo>
                <a:lnTo>
                  <a:pt x="1371140" y="754872"/>
                </a:lnTo>
                <a:lnTo>
                  <a:pt x="1373466" y="753011"/>
                </a:lnTo>
                <a:lnTo>
                  <a:pt x="1372536" y="749755"/>
                </a:lnTo>
                <a:lnTo>
                  <a:pt x="1375327" y="745569"/>
                </a:lnTo>
                <a:lnTo>
                  <a:pt x="1373932" y="744174"/>
                </a:lnTo>
                <a:close/>
                <a:moveTo>
                  <a:pt x="1365560" y="743244"/>
                </a:moveTo>
                <a:lnTo>
                  <a:pt x="1367420" y="745569"/>
                </a:lnTo>
                <a:lnTo>
                  <a:pt x="1368815" y="746499"/>
                </a:lnTo>
                <a:lnTo>
                  <a:pt x="1369281" y="745104"/>
                </a:lnTo>
                <a:lnTo>
                  <a:pt x="1368350" y="743709"/>
                </a:lnTo>
                <a:lnTo>
                  <a:pt x="1366955" y="743244"/>
                </a:lnTo>
                <a:close/>
                <a:moveTo>
                  <a:pt x="1033471" y="0"/>
                </a:moveTo>
                <a:lnTo>
                  <a:pt x="1035797" y="0"/>
                </a:lnTo>
                <a:lnTo>
                  <a:pt x="1037658" y="2791"/>
                </a:lnTo>
                <a:lnTo>
                  <a:pt x="1037658" y="6512"/>
                </a:lnTo>
                <a:lnTo>
                  <a:pt x="1039053" y="10232"/>
                </a:lnTo>
                <a:lnTo>
                  <a:pt x="1042309" y="13488"/>
                </a:lnTo>
                <a:lnTo>
                  <a:pt x="1045564" y="9768"/>
                </a:lnTo>
                <a:lnTo>
                  <a:pt x="1049751" y="10698"/>
                </a:lnTo>
                <a:lnTo>
                  <a:pt x="1056261" y="10698"/>
                </a:lnTo>
                <a:lnTo>
                  <a:pt x="1056727" y="16279"/>
                </a:lnTo>
                <a:lnTo>
                  <a:pt x="1061378" y="23721"/>
                </a:lnTo>
                <a:lnTo>
                  <a:pt x="1064168" y="26511"/>
                </a:lnTo>
                <a:lnTo>
                  <a:pt x="1067424" y="32092"/>
                </a:lnTo>
                <a:lnTo>
                  <a:pt x="1070215" y="33953"/>
                </a:lnTo>
                <a:lnTo>
                  <a:pt x="1071146" y="30232"/>
                </a:lnTo>
                <a:lnTo>
                  <a:pt x="1073471" y="27907"/>
                </a:lnTo>
                <a:lnTo>
                  <a:pt x="1079517" y="24185"/>
                </a:lnTo>
                <a:lnTo>
                  <a:pt x="1083238" y="22790"/>
                </a:lnTo>
                <a:lnTo>
                  <a:pt x="1084634" y="20465"/>
                </a:lnTo>
                <a:lnTo>
                  <a:pt x="1091145" y="22790"/>
                </a:lnTo>
                <a:lnTo>
                  <a:pt x="1095796" y="26976"/>
                </a:lnTo>
                <a:lnTo>
                  <a:pt x="1099982" y="26046"/>
                </a:lnTo>
                <a:lnTo>
                  <a:pt x="1106028" y="22325"/>
                </a:lnTo>
                <a:lnTo>
                  <a:pt x="1113470" y="12093"/>
                </a:lnTo>
                <a:lnTo>
                  <a:pt x="1114865" y="8372"/>
                </a:lnTo>
                <a:lnTo>
                  <a:pt x="1118587" y="7907"/>
                </a:lnTo>
                <a:lnTo>
                  <a:pt x="1122772" y="5581"/>
                </a:lnTo>
                <a:lnTo>
                  <a:pt x="1127889" y="6046"/>
                </a:lnTo>
                <a:lnTo>
                  <a:pt x="1130679" y="4651"/>
                </a:lnTo>
                <a:lnTo>
                  <a:pt x="1136726" y="5581"/>
                </a:lnTo>
                <a:lnTo>
                  <a:pt x="1136726" y="15814"/>
                </a:lnTo>
                <a:lnTo>
                  <a:pt x="1137656" y="19534"/>
                </a:lnTo>
                <a:lnTo>
                  <a:pt x="1141377" y="23721"/>
                </a:lnTo>
                <a:lnTo>
                  <a:pt x="1145563" y="21860"/>
                </a:lnTo>
                <a:lnTo>
                  <a:pt x="1149749" y="24185"/>
                </a:lnTo>
                <a:lnTo>
                  <a:pt x="1149749" y="28372"/>
                </a:lnTo>
                <a:lnTo>
                  <a:pt x="1147423" y="30697"/>
                </a:lnTo>
                <a:lnTo>
                  <a:pt x="1147889" y="38139"/>
                </a:lnTo>
                <a:lnTo>
                  <a:pt x="1152540" y="38139"/>
                </a:lnTo>
                <a:lnTo>
                  <a:pt x="1153935" y="41395"/>
                </a:lnTo>
                <a:lnTo>
                  <a:pt x="1154865" y="49302"/>
                </a:lnTo>
                <a:lnTo>
                  <a:pt x="1158121" y="54418"/>
                </a:lnTo>
                <a:lnTo>
                  <a:pt x="1164167" y="57209"/>
                </a:lnTo>
                <a:lnTo>
                  <a:pt x="1167423" y="57673"/>
                </a:lnTo>
                <a:lnTo>
                  <a:pt x="1177190" y="62790"/>
                </a:lnTo>
                <a:lnTo>
                  <a:pt x="1179981" y="62790"/>
                </a:lnTo>
                <a:lnTo>
                  <a:pt x="1180911" y="65116"/>
                </a:lnTo>
                <a:lnTo>
                  <a:pt x="1185562" y="70697"/>
                </a:lnTo>
                <a:lnTo>
                  <a:pt x="1189283" y="75813"/>
                </a:lnTo>
                <a:lnTo>
                  <a:pt x="1199050" y="94417"/>
                </a:lnTo>
                <a:lnTo>
                  <a:pt x="1204166" y="100464"/>
                </a:lnTo>
                <a:lnTo>
                  <a:pt x="1210213" y="104184"/>
                </a:lnTo>
                <a:lnTo>
                  <a:pt x="1215329" y="105115"/>
                </a:lnTo>
                <a:lnTo>
                  <a:pt x="1219980" y="107905"/>
                </a:lnTo>
                <a:lnTo>
                  <a:pt x="1221376" y="109301"/>
                </a:lnTo>
                <a:lnTo>
                  <a:pt x="1228817" y="114417"/>
                </a:lnTo>
                <a:lnTo>
                  <a:pt x="1237654" y="117208"/>
                </a:lnTo>
                <a:lnTo>
                  <a:pt x="1245097" y="117208"/>
                </a:lnTo>
                <a:lnTo>
                  <a:pt x="1253468" y="119533"/>
                </a:lnTo>
                <a:lnTo>
                  <a:pt x="1262305" y="129300"/>
                </a:lnTo>
                <a:lnTo>
                  <a:pt x="1268351" y="136277"/>
                </a:lnTo>
                <a:lnTo>
                  <a:pt x="1274863" y="138603"/>
                </a:lnTo>
                <a:lnTo>
                  <a:pt x="1277654" y="142323"/>
                </a:lnTo>
                <a:lnTo>
                  <a:pt x="1281375" y="144649"/>
                </a:lnTo>
                <a:lnTo>
                  <a:pt x="1286491" y="144649"/>
                </a:lnTo>
                <a:lnTo>
                  <a:pt x="1292538" y="141858"/>
                </a:lnTo>
                <a:lnTo>
                  <a:pt x="1295793" y="141858"/>
                </a:lnTo>
                <a:lnTo>
                  <a:pt x="1301839" y="146509"/>
                </a:lnTo>
                <a:lnTo>
                  <a:pt x="1304630" y="150230"/>
                </a:lnTo>
                <a:lnTo>
                  <a:pt x="1309281" y="152091"/>
                </a:lnTo>
                <a:lnTo>
                  <a:pt x="1310211" y="156276"/>
                </a:lnTo>
                <a:lnTo>
                  <a:pt x="1312537" y="160463"/>
                </a:lnTo>
                <a:lnTo>
                  <a:pt x="1309746" y="163253"/>
                </a:lnTo>
                <a:lnTo>
                  <a:pt x="1312072" y="164649"/>
                </a:lnTo>
                <a:lnTo>
                  <a:pt x="1317188" y="171625"/>
                </a:lnTo>
                <a:lnTo>
                  <a:pt x="1320909" y="172090"/>
                </a:lnTo>
                <a:lnTo>
                  <a:pt x="1322304" y="173951"/>
                </a:lnTo>
                <a:lnTo>
                  <a:pt x="1327886" y="175811"/>
                </a:lnTo>
                <a:lnTo>
                  <a:pt x="1330211" y="179532"/>
                </a:lnTo>
                <a:lnTo>
                  <a:pt x="1335328" y="180463"/>
                </a:lnTo>
                <a:lnTo>
                  <a:pt x="1341374" y="177207"/>
                </a:lnTo>
                <a:lnTo>
                  <a:pt x="1342769" y="177207"/>
                </a:lnTo>
                <a:lnTo>
                  <a:pt x="1346490" y="182322"/>
                </a:lnTo>
                <a:lnTo>
                  <a:pt x="1353001" y="188369"/>
                </a:lnTo>
                <a:lnTo>
                  <a:pt x="1353001" y="192090"/>
                </a:lnTo>
                <a:lnTo>
                  <a:pt x="1354397" y="196276"/>
                </a:lnTo>
                <a:lnTo>
                  <a:pt x="1364629" y="201858"/>
                </a:lnTo>
                <a:lnTo>
                  <a:pt x="1367420" y="205113"/>
                </a:lnTo>
                <a:lnTo>
                  <a:pt x="1369281" y="209299"/>
                </a:lnTo>
                <a:lnTo>
                  <a:pt x="1363234" y="211160"/>
                </a:lnTo>
                <a:lnTo>
                  <a:pt x="1358583" y="218601"/>
                </a:lnTo>
                <a:lnTo>
                  <a:pt x="1355327" y="222322"/>
                </a:lnTo>
                <a:lnTo>
                  <a:pt x="1360908" y="229299"/>
                </a:lnTo>
                <a:lnTo>
                  <a:pt x="1364629" y="233019"/>
                </a:lnTo>
                <a:lnTo>
                  <a:pt x="1367420" y="241392"/>
                </a:lnTo>
                <a:lnTo>
                  <a:pt x="1372536" y="245577"/>
                </a:lnTo>
                <a:lnTo>
                  <a:pt x="1376722" y="246043"/>
                </a:lnTo>
                <a:lnTo>
                  <a:pt x="1382769" y="252554"/>
                </a:lnTo>
                <a:lnTo>
                  <a:pt x="1389280" y="255810"/>
                </a:lnTo>
                <a:lnTo>
                  <a:pt x="1394396" y="255810"/>
                </a:lnTo>
                <a:lnTo>
                  <a:pt x="1399978" y="257206"/>
                </a:lnTo>
                <a:lnTo>
                  <a:pt x="1406489" y="256740"/>
                </a:lnTo>
                <a:lnTo>
                  <a:pt x="1410675" y="253950"/>
                </a:lnTo>
                <a:lnTo>
                  <a:pt x="1418117" y="252554"/>
                </a:lnTo>
                <a:lnTo>
                  <a:pt x="1419047" y="254880"/>
                </a:lnTo>
                <a:lnTo>
                  <a:pt x="1422303" y="258135"/>
                </a:lnTo>
                <a:lnTo>
                  <a:pt x="1426024" y="259065"/>
                </a:lnTo>
                <a:lnTo>
                  <a:pt x="1425559" y="263252"/>
                </a:lnTo>
                <a:lnTo>
                  <a:pt x="1426488" y="265577"/>
                </a:lnTo>
                <a:lnTo>
                  <a:pt x="1434861" y="266507"/>
                </a:lnTo>
                <a:lnTo>
                  <a:pt x="1435326" y="269298"/>
                </a:lnTo>
                <a:lnTo>
                  <a:pt x="1445093" y="269763"/>
                </a:lnTo>
                <a:lnTo>
                  <a:pt x="1449744" y="272089"/>
                </a:lnTo>
                <a:lnTo>
                  <a:pt x="1451605" y="267903"/>
                </a:lnTo>
                <a:lnTo>
                  <a:pt x="1456721" y="268833"/>
                </a:lnTo>
                <a:lnTo>
                  <a:pt x="1459046" y="273484"/>
                </a:lnTo>
                <a:lnTo>
                  <a:pt x="1460441" y="273484"/>
                </a:lnTo>
                <a:lnTo>
                  <a:pt x="1463232" y="279530"/>
                </a:lnTo>
                <a:lnTo>
                  <a:pt x="1466953" y="279530"/>
                </a:lnTo>
                <a:lnTo>
                  <a:pt x="1469278" y="283716"/>
                </a:lnTo>
                <a:lnTo>
                  <a:pt x="1469278" y="286972"/>
                </a:lnTo>
                <a:lnTo>
                  <a:pt x="1467419" y="289298"/>
                </a:lnTo>
                <a:lnTo>
                  <a:pt x="1472070" y="293018"/>
                </a:lnTo>
                <a:lnTo>
                  <a:pt x="1473465" y="295344"/>
                </a:lnTo>
                <a:lnTo>
                  <a:pt x="1472534" y="299995"/>
                </a:lnTo>
                <a:lnTo>
                  <a:pt x="1473465" y="302320"/>
                </a:lnTo>
                <a:lnTo>
                  <a:pt x="1477185" y="304647"/>
                </a:lnTo>
                <a:lnTo>
                  <a:pt x="1468814" y="307902"/>
                </a:lnTo>
                <a:lnTo>
                  <a:pt x="1465093" y="306042"/>
                </a:lnTo>
                <a:lnTo>
                  <a:pt x="1461837" y="301855"/>
                </a:lnTo>
                <a:lnTo>
                  <a:pt x="1456721" y="301391"/>
                </a:lnTo>
                <a:lnTo>
                  <a:pt x="1450675" y="304647"/>
                </a:lnTo>
                <a:lnTo>
                  <a:pt x="1454395" y="308832"/>
                </a:lnTo>
                <a:lnTo>
                  <a:pt x="1454860" y="312554"/>
                </a:lnTo>
                <a:lnTo>
                  <a:pt x="1458116" y="312554"/>
                </a:lnTo>
                <a:lnTo>
                  <a:pt x="1459512" y="315344"/>
                </a:lnTo>
                <a:lnTo>
                  <a:pt x="1465558" y="316274"/>
                </a:lnTo>
                <a:lnTo>
                  <a:pt x="1471139" y="318600"/>
                </a:lnTo>
                <a:lnTo>
                  <a:pt x="1475326" y="315344"/>
                </a:lnTo>
                <a:lnTo>
                  <a:pt x="1481836" y="313018"/>
                </a:lnTo>
                <a:lnTo>
                  <a:pt x="1485558" y="314879"/>
                </a:lnTo>
                <a:lnTo>
                  <a:pt x="1490209" y="313483"/>
                </a:lnTo>
                <a:lnTo>
                  <a:pt x="1497185" y="317204"/>
                </a:lnTo>
                <a:lnTo>
                  <a:pt x="1502767" y="313018"/>
                </a:lnTo>
                <a:lnTo>
                  <a:pt x="1505557" y="316739"/>
                </a:lnTo>
                <a:lnTo>
                  <a:pt x="1508348" y="315344"/>
                </a:lnTo>
                <a:lnTo>
                  <a:pt x="1514394" y="316274"/>
                </a:lnTo>
                <a:lnTo>
                  <a:pt x="1514394" y="310693"/>
                </a:lnTo>
                <a:lnTo>
                  <a:pt x="1515325" y="306506"/>
                </a:lnTo>
                <a:lnTo>
                  <a:pt x="1522301" y="312088"/>
                </a:lnTo>
                <a:lnTo>
                  <a:pt x="1525092" y="312088"/>
                </a:lnTo>
                <a:lnTo>
                  <a:pt x="1528813" y="308367"/>
                </a:lnTo>
                <a:lnTo>
                  <a:pt x="1534859" y="312088"/>
                </a:lnTo>
                <a:lnTo>
                  <a:pt x="1537184" y="314879"/>
                </a:lnTo>
                <a:lnTo>
                  <a:pt x="1539510" y="313483"/>
                </a:lnTo>
                <a:lnTo>
                  <a:pt x="1543696" y="317204"/>
                </a:lnTo>
                <a:lnTo>
                  <a:pt x="1545557" y="313018"/>
                </a:lnTo>
                <a:lnTo>
                  <a:pt x="1553928" y="316274"/>
                </a:lnTo>
                <a:lnTo>
                  <a:pt x="1552998" y="311157"/>
                </a:lnTo>
                <a:lnTo>
                  <a:pt x="1549743" y="310227"/>
                </a:lnTo>
                <a:lnTo>
                  <a:pt x="1547882" y="307902"/>
                </a:lnTo>
                <a:lnTo>
                  <a:pt x="1553464" y="297205"/>
                </a:lnTo>
                <a:lnTo>
                  <a:pt x="1556254" y="294879"/>
                </a:lnTo>
                <a:lnTo>
                  <a:pt x="1566022" y="293949"/>
                </a:lnTo>
                <a:lnTo>
                  <a:pt x="1571138" y="301391"/>
                </a:lnTo>
                <a:lnTo>
                  <a:pt x="1572533" y="299995"/>
                </a:lnTo>
                <a:lnTo>
                  <a:pt x="1577184" y="301391"/>
                </a:lnTo>
                <a:lnTo>
                  <a:pt x="1579510" y="303716"/>
                </a:lnTo>
                <a:lnTo>
                  <a:pt x="1583696" y="300460"/>
                </a:lnTo>
                <a:lnTo>
                  <a:pt x="1582766" y="295809"/>
                </a:lnTo>
                <a:lnTo>
                  <a:pt x="1585091" y="288833"/>
                </a:lnTo>
                <a:lnTo>
                  <a:pt x="1587881" y="286972"/>
                </a:lnTo>
                <a:lnTo>
                  <a:pt x="1589742" y="282321"/>
                </a:lnTo>
                <a:lnTo>
                  <a:pt x="1589742" y="278135"/>
                </a:lnTo>
                <a:lnTo>
                  <a:pt x="1596719" y="282321"/>
                </a:lnTo>
                <a:lnTo>
                  <a:pt x="1599044" y="281855"/>
                </a:lnTo>
                <a:lnTo>
                  <a:pt x="1601369" y="278135"/>
                </a:lnTo>
                <a:lnTo>
                  <a:pt x="1600905" y="268833"/>
                </a:lnTo>
                <a:lnTo>
                  <a:pt x="1602765" y="266972"/>
                </a:lnTo>
                <a:lnTo>
                  <a:pt x="1606486" y="267903"/>
                </a:lnTo>
                <a:lnTo>
                  <a:pt x="1612068" y="267903"/>
                </a:lnTo>
                <a:lnTo>
                  <a:pt x="1618579" y="265577"/>
                </a:lnTo>
                <a:lnTo>
                  <a:pt x="1621370" y="263252"/>
                </a:lnTo>
                <a:lnTo>
                  <a:pt x="1624625" y="256275"/>
                </a:lnTo>
                <a:lnTo>
                  <a:pt x="1628346" y="255810"/>
                </a:lnTo>
                <a:lnTo>
                  <a:pt x="1631137" y="257206"/>
                </a:lnTo>
                <a:lnTo>
                  <a:pt x="1639974" y="258135"/>
                </a:lnTo>
                <a:lnTo>
                  <a:pt x="1643229" y="257206"/>
                </a:lnTo>
                <a:lnTo>
                  <a:pt x="1650206" y="251624"/>
                </a:lnTo>
                <a:lnTo>
                  <a:pt x="1656718" y="249299"/>
                </a:lnTo>
                <a:lnTo>
                  <a:pt x="1659509" y="246508"/>
                </a:lnTo>
                <a:lnTo>
                  <a:pt x="1663229" y="241392"/>
                </a:lnTo>
                <a:lnTo>
                  <a:pt x="1668346" y="241392"/>
                </a:lnTo>
                <a:lnTo>
                  <a:pt x="1672531" y="239066"/>
                </a:lnTo>
                <a:lnTo>
                  <a:pt x="1681834" y="239066"/>
                </a:lnTo>
                <a:lnTo>
                  <a:pt x="1683229" y="240926"/>
                </a:lnTo>
                <a:lnTo>
                  <a:pt x="1690670" y="241392"/>
                </a:lnTo>
                <a:lnTo>
                  <a:pt x="1698577" y="239066"/>
                </a:lnTo>
                <a:lnTo>
                  <a:pt x="1708810" y="236740"/>
                </a:lnTo>
                <a:lnTo>
                  <a:pt x="1710670" y="234415"/>
                </a:lnTo>
                <a:lnTo>
                  <a:pt x="1720903" y="243252"/>
                </a:lnTo>
                <a:lnTo>
                  <a:pt x="1727414" y="243252"/>
                </a:lnTo>
                <a:lnTo>
                  <a:pt x="1736252" y="245577"/>
                </a:lnTo>
                <a:lnTo>
                  <a:pt x="1740437" y="244182"/>
                </a:lnTo>
                <a:lnTo>
                  <a:pt x="1748344" y="235345"/>
                </a:lnTo>
                <a:lnTo>
                  <a:pt x="1748810" y="233019"/>
                </a:lnTo>
                <a:lnTo>
                  <a:pt x="1747415" y="227904"/>
                </a:lnTo>
                <a:lnTo>
                  <a:pt x="1747415" y="223717"/>
                </a:lnTo>
                <a:lnTo>
                  <a:pt x="1751135" y="217671"/>
                </a:lnTo>
                <a:lnTo>
                  <a:pt x="1754391" y="215811"/>
                </a:lnTo>
                <a:lnTo>
                  <a:pt x="1763693" y="215346"/>
                </a:lnTo>
                <a:lnTo>
                  <a:pt x="1775320" y="215346"/>
                </a:lnTo>
                <a:lnTo>
                  <a:pt x="1777646" y="213950"/>
                </a:lnTo>
                <a:lnTo>
                  <a:pt x="1779042" y="217671"/>
                </a:lnTo>
                <a:lnTo>
                  <a:pt x="1781832" y="230229"/>
                </a:lnTo>
                <a:lnTo>
                  <a:pt x="1784623" y="233485"/>
                </a:lnTo>
                <a:lnTo>
                  <a:pt x="1789739" y="234880"/>
                </a:lnTo>
                <a:lnTo>
                  <a:pt x="1798111" y="235345"/>
                </a:lnTo>
                <a:lnTo>
                  <a:pt x="1806948" y="240926"/>
                </a:lnTo>
                <a:lnTo>
                  <a:pt x="1811134" y="241392"/>
                </a:lnTo>
                <a:lnTo>
                  <a:pt x="1829273" y="248368"/>
                </a:lnTo>
                <a:lnTo>
                  <a:pt x="1832529" y="251624"/>
                </a:lnTo>
                <a:lnTo>
                  <a:pt x="1837180" y="252554"/>
                </a:lnTo>
                <a:lnTo>
                  <a:pt x="1844156" y="252554"/>
                </a:lnTo>
                <a:lnTo>
                  <a:pt x="1851134" y="254880"/>
                </a:lnTo>
                <a:lnTo>
                  <a:pt x="1856715" y="255810"/>
                </a:lnTo>
                <a:lnTo>
                  <a:pt x="1860901" y="249763"/>
                </a:lnTo>
                <a:lnTo>
                  <a:pt x="1865552" y="246508"/>
                </a:lnTo>
                <a:lnTo>
                  <a:pt x="1871599" y="244182"/>
                </a:lnTo>
                <a:lnTo>
                  <a:pt x="1877645" y="246043"/>
                </a:lnTo>
                <a:lnTo>
                  <a:pt x="1880435" y="249763"/>
                </a:lnTo>
                <a:lnTo>
                  <a:pt x="1883226" y="254880"/>
                </a:lnTo>
                <a:lnTo>
                  <a:pt x="1886016" y="263252"/>
                </a:lnTo>
                <a:lnTo>
                  <a:pt x="1890202" y="266972"/>
                </a:lnTo>
                <a:lnTo>
                  <a:pt x="1891133" y="271623"/>
                </a:lnTo>
                <a:lnTo>
                  <a:pt x="1893923" y="276275"/>
                </a:lnTo>
                <a:lnTo>
                  <a:pt x="1903691" y="279996"/>
                </a:lnTo>
                <a:lnTo>
                  <a:pt x="1906947" y="280460"/>
                </a:lnTo>
                <a:lnTo>
                  <a:pt x="1919970" y="286972"/>
                </a:lnTo>
                <a:lnTo>
                  <a:pt x="1922295" y="290228"/>
                </a:lnTo>
                <a:lnTo>
                  <a:pt x="1925551" y="300460"/>
                </a:lnTo>
                <a:lnTo>
                  <a:pt x="1926947" y="311157"/>
                </a:lnTo>
                <a:lnTo>
                  <a:pt x="1928342" y="317204"/>
                </a:lnTo>
                <a:lnTo>
                  <a:pt x="1923225" y="318600"/>
                </a:lnTo>
                <a:lnTo>
                  <a:pt x="1920900" y="322785"/>
                </a:lnTo>
                <a:lnTo>
                  <a:pt x="1921365" y="331622"/>
                </a:lnTo>
                <a:lnTo>
                  <a:pt x="1918574" y="343251"/>
                </a:lnTo>
                <a:lnTo>
                  <a:pt x="1913458" y="354413"/>
                </a:lnTo>
                <a:lnTo>
                  <a:pt x="1912528" y="363715"/>
                </a:lnTo>
                <a:lnTo>
                  <a:pt x="1911133" y="367436"/>
                </a:lnTo>
                <a:lnTo>
                  <a:pt x="1905086" y="375808"/>
                </a:lnTo>
                <a:lnTo>
                  <a:pt x="1904156" y="379994"/>
                </a:lnTo>
                <a:lnTo>
                  <a:pt x="1905552" y="396273"/>
                </a:lnTo>
                <a:lnTo>
                  <a:pt x="1903226" y="410226"/>
                </a:lnTo>
                <a:lnTo>
                  <a:pt x="1899970" y="418598"/>
                </a:lnTo>
                <a:lnTo>
                  <a:pt x="1892994" y="433947"/>
                </a:lnTo>
                <a:lnTo>
                  <a:pt x="1889272" y="437202"/>
                </a:lnTo>
                <a:lnTo>
                  <a:pt x="1886947" y="445109"/>
                </a:lnTo>
                <a:lnTo>
                  <a:pt x="1887412" y="462783"/>
                </a:lnTo>
                <a:lnTo>
                  <a:pt x="1886016" y="464179"/>
                </a:lnTo>
                <a:lnTo>
                  <a:pt x="1866947" y="470225"/>
                </a:lnTo>
                <a:lnTo>
                  <a:pt x="1862761" y="468364"/>
                </a:lnTo>
                <a:lnTo>
                  <a:pt x="1857180" y="467899"/>
                </a:lnTo>
                <a:lnTo>
                  <a:pt x="1853924" y="468364"/>
                </a:lnTo>
                <a:lnTo>
                  <a:pt x="1848343" y="473946"/>
                </a:lnTo>
                <a:lnTo>
                  <a:pt x="1847412" y="477201"/>
                </a:lnTo>
                <a:lnTo>
                  <a:pt x="1845087" y="477201"/>
                </a:lnTo>
                <a:lnTo>
                  <a:pt x="1839971" y="481388"/>
                </a:lnTo>
                <a:lnTo>
                  <a:pt x="1842297" y="484178"/>
                </a:lnTo>
                <a:lnTo>
                  <a:pt x="1842761" y="488364"/>
                </a:lnTo>
                <a:lnTo>
                  <a:pt x="1839971" y="488830"/>
                </a:lnTo>
                <a:lnTo>
                  <a:pt x="1838111" y="492550"/>
                </a:lnTo>
                <a:lnTo>
                  <a:pt x="1843227" y="497666"/>
                </a:lnTo>
                <a:lnTo>
                  <a:pt x="1846948" y="500457"/>
                </a:lnTo>
                <a:lnTo>
                  <a:pt x="1846948" y="503713"/>
                </a:lnTo>
                <a:lnTo>
                  <a:pt x="1844156" y="507898"/>
                </a:lnTo>
                <a:lnTo>
                  <a:pt x="1839506" y="508829"/>
                </a:lnTo>
                <a:lnTo>
                  <a:pt x="1825553" y="508829"/>
                </a:lnTo>
                <a:lnTo>
                  <a:pt x="1820902" y="506968"/>
                </a:lnTo>
                <a:lnTo>
                  <a:pt x="1813925" y="506503"/>
                </a:lnTo>
                <a:lnTo>
                  <a:pt x="1811134" y="504643"/>
                </a:lnTo>
                <a:lnTo>
                  <a:pt x="1809739" y="506968"/>
                </a:lnTo>
                <a:lnTo>
                  <a:pt x="1802762" y="509294"/>
                </a:lnTo>
                <a:lnTo>
                  <a:pt x="1798111" y="510224"/>
                </a:lnTo>
                <a:lnTo>
                  <a:pt x="1801367" y="515341"/>
                </a:lnTo>
                <a:lnTo>
                  <a:pt x="1801367" y="520456"/>
                </a:lnTo>
                <a:lnTo>
                  <a:pt x="1803227" y="522317"/>
                </a:lnTo>
                <a:lnTo>
                  <a:pt x="1806483" y="522317"/>
                </a:lnTo>
                <a:lnTo>
                  <a:pt x="1805553" y="526503"/>
                </a:lnTo>
                <a:lnTo>
                  <a:pt x="1806948" y="532085"/>
                </a:lnTo>
                <a:lnTo>
                  <a:pt x="1806483" y="537666"/>
                </a:lnTo>
                <a:lnTo>
                  <a:pt x="1808808" y="542782"/>
                </a:lnTo>
                <a:lnTo>
                  <a:pt x="1811599" y="546968"/>
                </a:lnTo>
                <a:lnTo>
                  <a:pt x="1810669" y="554410"/>
                </a:lnTo>
                <a:lnTo>
                  <a:pt x="1809273" y="557200"/>
                </a:lnTo>
                <a:lnTo>
                  <a:pt x="1804157" y="561386"/>
                </a:lnTo>
                <a:lnTo>
                  <a:pt x="1799971" y="559991"/>
                </a:lnTo>
                <a:lnTo>
                  <a:pt x="1798111" y="561386"/>
                </a:lnTo>
                <a:lnTo>
                  <a:pt x="1795320" y="570223"/>
                </a:lnTo>
                <a:lnTo>
                  <a:pt x="1796251" y="574875"/>
                </a:lnTo>
                <a:lnTo>
                  <a:pt x="1790669" y="581851"/>
                </a:lnTo>
                <a:lnTo>
                  <a:pt x="1786483" y="582782"/>
                </a:lnTo>
                <a:lnTo>
                  <a:pt x="1784158" y="585572"/>
                </a:lnTo>
                <a:lnTo>
                  <a:pt x="1783227" y="590223"/>
                </a:lnTo>
                <a:lnTo>
                  <a:pt x="1786949" y="594409"/>
                </a:lnTo>
                <a:lnTo>
                  <a:pt x="1786483" y="596735"/>
                </a:lnTo>
                <a:lnTo>
                  <a:pt x="1782762" y="598130"/>
                </a:lnTo>
                <a:lnTo>
                  <a:pt x="1780902" y="595804"/>
                </a:lnTo>
                <a:lnTo>
                  <a:pt x="1777181" y="594409"/>
                </a:lnTo>
                <a:lnTo>
                  <a:pt x="1766018" y="592548"/>
                </a:lnTo>
                <a:lnTo>
                  <a:pt x="1760437" y="593479"/>
                </a:lnTo>
                <a:lnTo>
                  <a:pt x="1756716" y="591153"/>
                </a:lnTo>
                <a:lnTo>
                  <a:pt x="1748810" y="591153"/>
                </a:lnTo>
                <a:lnTo>
                  <a:pt x="1745554" y="586967"/>
                </a:lnTo>
                <a:lnTo>
                  <a:pt x="1740903" y="588828"/>
                </a:lnTo>
                <a:lnTo>
                  <a:pt x="1740903" y="592084"/>
                </a:lnTo>
                <a:lnTo>
                  <a:pt x="1738577" y="596270"/>
                </a:lnTo>
                <a:lnTo>
                  <a:pt x="1732530" y="597200"/>
                </a:lnTo>
                <a:lnTo>
                  <a:pt x="1724624" y="594409"/>
                </a:lnTo>
                <a:lnTo>
                  <a:pt x="1720903" y="591153"/>
                </a:lnTo>
                <a:lnTo>
                  <a:pt x="1707415" y="596735"/>
                </a:lnTo>
                <a:lnTo>
                  <a:pt x="1704624" y="603246"/>
                </a:lnTo>
                <a:lnTo>
                  <a:pt x="1702299" y="606502"/>
                </a:lnTo>
                <a:lnTo>
                  <a:pt x="1705089" y="609758"/>
                </a:lnTo>
                <a:lnTo>
                  <a:pt x="1707880" y="615339"/>
                </a:lnTo>
                <a:lnTo>
                  <a:pt x="1708345" y="618130"/>
                </a:lnTo>
                <a:lnTo>
                  <a:pt x="1712066" y="628362"/>
                </a:lnTo>
                <a:lnTo>
                  <a:pt x="1713461" y="629757"/>
                </a:lnTo>
                <a:lnTo>
                  <a:pt x="1720438" y="643711"/>
                </a:lnTo>
                <a:lnTo>
                  <a:pt x="1722298" y="642781"/>
                </a:lnTo>
                <a:lnTo>
                  <a:pt x="1724159" y="645571"/>
                </a:lnTo>
                <a:lnTo>
                  <a:pt x="1726949" y="645106"/>
                </a:lnTo>
                <a:lnTo>
                  <a:pt x="1728345" y="647896"/>
                </a:lnTo>
                <a:lnTo>
                  <a:pt x="1724159" y="648827"/>
                </a:lnTo>
                <a:lnTo>
                  <a:pt x="1724159" y="651152"/>
                </a:lnTo>
                <a:lnTo>
                  <a:pt x="1721368" y="654408"/>
                </a:lnTo>
                <a:lnTo>
                  <a:pt x="1720438" y="657199"/>
                </a:lnTo>
                <a:lnTo>
                  <a:pt x="1723228" y="661384"/>
                </a:lnTo>
                <a:lnTo>
                  <a:pt x="1727414" y="662780"/>
                </a:lnTo>
                <a:lnTo>
                  <a:pt x="1730670" y="660454"/>
                </a:lnTo>
                <a:lnTo>
                  <a:pt x="1732065" y="662780"/>
                </a:lnTo>
                <a:lnTo>
                  <a:pt x="1731601" y="666501"/>
                </a:lnTo>
                <a:lnTo>
                  <a:pt x="1734391" y="674873"/>
                </a:lnTo>
                <a:lnTo>
                  <a:pt x="1728810" y="673478"/>
                </a:lnTo>
                <a:lnTo>
                  <a:pt x="1727879" y="672082"/>
                </a:lnTo>
                <a:lnTo>
                  <a:pt x="1720438" y="672547"/>
                </a:lnTo>
                <a:lnTo>
                  <a:pt x="1717182" y="674873"/>
                </a:lnTo>
                <a:lnTo>
                  <a:pt x="1713926" y="674873"/>
                </a:lnTo>
                <a:lnTo>
                  <a:pt x="1708810" y="673478"/>
                </a:lnTo>
                <a:lnTo>
                  <a:pt x="1705089" y="671152"/>
                </a:lnTo>
                <a:lnTo>
                  <a:pt x="1704159" y="673478"/>
                </a:lnTo>
                <a:lnTo>
                  <a:pt x="1704159" y="681384"/>
                </a:lnTo>
                <a:lnTo>
                  <a:pt x="1707880" y="691152"/>
                </a:lnTo>
                <a:lnTo>
                  <a:pt x="1708345" y="694873"/>
                </a:lnTo>
                <a:lnTo>
                  <a:pt x="1706484" y="700454"/>
                </a:lnTo>
                <a:lnTo>
                  <a:pt x="1706484" y="709291"/>
                </a:lnTo>
                <a:lnTo>
                  <a:pt x="1707880" y="713012"/>
                </a:lnTo>
                <a:lnTo>
                  <a:pt x="1709740" y="714872"/>
                </a:lnTo>
                <a:lnTo>
                  <a:pt x="1709740" y="719058"/>
                </a:lnTo>
                <a:lnTo>
                  <a:pt x="1712996" y="721383"/>
                </a:lnTo>
                <a:lnTo>
                  <a:pt x="1714857" y="726965"/>
                </a:lnTo>
                <a:lnTo>
                  <a:pt x="1716252" y="728825"/>
                </a:lnTo>
                <a:lnTo>
                  <a:pt x="1721368" y="728825"/>
                </a:lnTo>
                <a:lnTo>
                  <a:pt x="1726949" y="733011"/>
                </a:lnTo>
                <a:lnTo>
                  <a:pt x="1734856" y="736267"/>
                </a:lnTo>
                <a:lnTo>
                  <a:pt x="1750670" y="736267"/>
                </a:lnTo>
                <a:lnTo>
                  <a:pt x="1757181" y="735337"/>
                </a:lnTo>
                <a:lnTo>
                  <a:pt x="1760903" y="737197"/>
                </a:lnTo>
                <a:lnTo>
                  <a:pt x="1764623" y="738127"/>
                </a:lnTo>
                <a:lnTo>
                  <a:pt x="1766949" y="739523"/>
                </a:lnTo>
                <a:lnTo>
                  <a:pt x="1770205" y="739523"/>
                </a:lnTo>
                <a:lnTo>
                  <a:pt x="1774391" y="738127"/>
                </a:lnTo>
                <a:lnTo>
                  <a:pt x="1777181" y="738127"/>
                </a:lnTo>
                <a:lnTo>
                  <a:pt x="1789739" y="742778"/>
                </a:lnTo>
                <a:lnTo>
                  <a:pt x="1789274" y="748825"/>
                </a:lnTo>
                <a:lnTo>
                  <a:pt x="1787413" y="755336"/>
                </a:lnTo>
                <a:lnTo>
                  <a:pt x="1783693" y="760918"/>
                </a:lnTo>
                <a:lnTo>
                  <a:pt x="1779042" y="769755"/>
                </a:lnTo>
                <a:lnTo>
                  <a:pt x="1777181" y="775336"/>
                </a:lnTo>
                <a:lnTo>
                  <a:pt x="1779972" y="781382"/>
                </a:lnTo>
                <a:lnTo>
                  <a:pt x="1779972" y="784638"/>
                </a:lnTo>
                <a:lnTo>
                  <a:pt x="1775320" y="787429"/>
                </a:lnTo>
                <a:lnTo>
                  <a:pt x="1772530" y="787429"/>
                </a:lnTo>
                <a:lnTo>
                  <a:pt x="1774856" y="792545"/>
                </a:lnTo>
                <a:lnTo>
                  <a:pt x="1778576" y="793941"/>
                </a:lnTo>
                <a:lnTo>
                  <a:pt x="1778576" y="797662"/>
                </a:lnTo>
                <a:lnTo>
                  <a:pt x="1782297" y="797196"/>
                </a:lnTo>
                <a:lnTo>
                  <a:pt x="1784158" y="798592"/>
                </a:lnTo>
                <a:lnTo>
                  <a:pt x="1791134" y="806499"/>
                </a:lnTo>
                <a:lnTo>
                  <a:pt x="1793925" y="812080"/>
                </a:lnTo>
                <a:lnTo>
                  <a:pt x="1799507" y="819057"/>
                </a:lnTo>
                <a:lnTo>
                  <a:pt x="1807878" y="831615"/>
                </a:lnTo>
                <a:lnTo>
                  <a:pt x="1812995" y="833475"/>
                </a:lnTo>
                <a:lnTo>
                  <a:pt x="1815320" y="836266"/>
                </a:lnTo>
                <a:lnTo>
                  <a:pt x="1817180" y="841382"/>
                </a:lnTo>
                <a:lnTo>
                  <a:pt x="1812995" y="846498"/>
                </a:lnTo>
                <a:lnTo>
                  <a:pt x="1808808" y="853010"/>
                </a:lnTo>
                <a:lnTo>
                  <a:pt x="1807413" y="853474"/>
                </a:lnTo>
                <a:lnTo>
                  <a:pt x="1799507" y="865568"/>
                </a:lnTo>
                <a:lnTo>
                  <a:pt x="1791600" y="872079"/>
                </a:lnTo>
                <a:lnTo>
                  <a:pt x="1791600" y="873939"/>
                </a:lnTo>
                <a:lnTo>
                  <a:pt x="1788344" y="880451"/>
                </a:lnTo>
                <a:lnTo>
                  <a:pt x="1783227" y="880915"/>
                </a:lnTo>
                <a:lnTo>
                  <a:pt x="1780902" y="879520"/>
                </a:lnTo>
                <a:lnTo>
                  <a:pt x="1780437" y="873009"/>
                </a:lnTo>
                <a:lnTo>
                  <a:pt x="1772065" y="868823"/>
                </a:lnTo>
                <a:lnTo>
                  <a:pt x="1768344" y="868358"/>
                </a:lnTo>
                <a:lnTo>
                  <a:pt x="1766018" y="873939"/>
                </a:lnTo>
                <a:lnTo>
                  <a:pt x="1761367" y="879520"/>
                </a:lnTo>
                <a:lnTo>
                  <a:pt x="1757181" y="879520"/>
                </a:lnTo>
                <a:lnTo>
                  <a:pt x="1755786" y="884171"/>
                </a:lnTo>
                <a:lnTo>
                  <a:pt x="1748344" y="889288"/>
                </a:lnTo>
                <a:lnTo>
                  <a:pt x="1740903" y="889288"/>
                </a:lnTo>
                <a:lnTo>
                  <a:pt x="1738112" y="891614"/>
                </a:lnTo>
                <a:lnTo>
                  <a:pt x="1740903" y="898125"/>
                </a:lnTo>
                <a:lnTo>
                  <a:pt x="1739972" y="901380"/>
                </a:lnTo>
                <a:lnTo>
                  <a:pt x="1737182" y="901846"/>
                </a:lnTo>
                <a:lnTo>
                  <a:pt x="1736716" y="906032"/>
                </a:lnTo>
                <a:lnTo>
                  <a:pt x="1732996" y="906962"/>
                </a:lnTo>
                <a:lnTo>
                  <a:pt x="1726949" y="906497"/>
                </a:lnTo>
                <a:lnTo>
                  <a:pt x="1719508" y="908822"/>
                </a:lnTo>
                <a:lnTo>
                  <a:pt x="1715787" y="916264"/>
                </a:lnTo>
                <a:lnTo>
                  <a:pt x="1713926" y="915799"/>
                </a:lnTo>
                <a:lnTo>
                  <a:pt x="1711136" y="911148"/>
                </a:lnTo>
                <a:lnTo>
                  <a:pt x="1702299" y="906497"/>
                </a:lnTo>
                <a:lnTo>
                  <a:pt x="1693926" y="896730"/>
                </a:lnTo>
                <a:lnTo>
                  <a:pt x="1689741" y="897195"/>
                </a:lnTo>
                <a:lnTo>
                  <a:pt x="1688811" y="893009"/>
                </a:lnTo>
                <a:lnTo>
                  <a:pt x="1686485" y="889288"/>
                </a:lnTo>
                <a:lnTo>
                  <a:pt x="1684160" y="880451"/>
                </a:lnTo>
                <a:lnTo>
                  <a:pt x="1681834" y="875335"/>
                </a:lnTo>
                <a:lnTo>
                  <a:pt x="1681834" y="872079"/>
                </a:lnTo>
                <a:lnTo>
                  <a:pt x="1684624" y="869288"/>
                </a:lnTo>
                <a:lnTo>
                  <a:pt x="1684160" y="863707"/>
                </a:lnTo>
                <a:lnTo>
                  <a:pt x="1682299" y="861847"/>
                </a:lnTo>
                <a:lnTo>
                  <a:pt x="1679508" y="856266"/>
                </a:lnTo>
                <a:lnTo>
                  <a:pt x="1680438" y="850684"/>
                </a:lnTo>
                <a:lnTo>
                  <a:pt x="1672067" y="856266"/>
                </a:lnTo>
                <a:lnTo>
                  <a:pt x="1664624" y="856266"/>
                </a:lnTo>
                <a:lnTo>
                  <a:pt x="1662299" y="859056"/>
                </a:lnTo>
                <a:lnTo>
                  <a:pt x="1659973" y="865568"/>
                </a:lnTo>
                <a:lnTo>
                  <a:pt x="1657648" y="867893"/>
                </a:lnTo>
                <a:lnTo>
                  <a:pt x="1652067" y="864172"/>
                </a:lnTo>
                <a:lnTo>
                  <a:pt x="1649276" y="863707"/>
                </a:lnTo>
                <a:lnTo>
                  <a:pt x="1643229" y="865568"/>
                </a:lnTo>
                <a:lnTo>
                  <a:pt x="1637648" y="870683"/>
                </a:lnTo>
                <a:lnTo>
                  <a:pt x="1633463" y="870219"/>
                </a:lnTo>
                <a:lnTo>
                  <a:pt x="1628811" y="873009"/>
                </a:lnTo>
                <a:lnTo>
                  <a:pt x="1626486" y="876730"/>
                </a:lnTo>
                <a:lnTo>
                  <a:pt x="1626021" y="880451"/>
                </a:lnTo>
                <a:lnTo>
                  <a:pt x="1622765" y="880451"/>
                </a:lnTo>
                <a:lnTo>
                  <a:pt x="1621835" y="880915"/>
                </a:lnTo>
                <a:lnTo>
                  <a:pt x="1621835" y="880915"/>
                </a:lnTo>
                <a:lnTo>
                  <a:pt x="1621835" y="881381"/>
                </a:lnTo>
                <a:lnTo>
                  <a:pt x="1622300" y="882311"/>
                </a:lnTo>
                <a:lnTo>
                  <a:pt x="1623695" y="883706"/>
                </a:lnTo>
                <a:lnTo>
                  <a:pt x="1626951" y="884171"/>
                </a:lnTo>
                <a:lnTo>
                  <a:pt x="1629742" y="887892"/>
                </a:lnTo>
                <a:lnTo>
                  <a:pt x="1627882" y="891613"/>
                </a:lnTo>
                <a:lnTo>
                  <a:pt x="1627882" y="893939"/>
                </a:lnTo>
                <a:lnTo>
                  <a:pt x="1632067" y="895799"/>
                </a:lnTo>
                <a:lnTo>
                  <a:pt x="1634393" y="899985"/>
                </a:lnTo>
                <a:lnTo>
                  <a:pt x="1638114" y="899985"/>
                </a:lnTo>
                <a:lnTo>
                  <a:pt x="1640904" y="901380"/>
                </a:lnTo>
                <a:lnTo>
                  <a:pt x="1637183" y="906497"/>
                </a:lnTo>
                <a:lnTo>
                  <a:pt x="1636719" y="908822"/>
                </a:lnTo>
                <a:lnTo>
                  <a:pt x="1632997" y="912543"/>
                </a:lnTo>
                <a:lnTo>
                  <a:pt x="1631602" y="916729"/>
                </a:lnTo>
                <a:lnTo>
                  <a:pt x="1632533" y="925101"/>
                </a:lnTo>
                <a:lnTo>
                  <a:pt x="1632067" y="927892"/>
                </a:lnTo>
                <a:lnTo>
                  <a:pt x="1628346" y="933473"/>
                </a:lnTo>
                <a:lnTo>
                  <a:pt x="1635323" y="934403"/>
                </a:lnTo>
                <a:lnTo>
                  <a:pt x="1641834" y="933008"/>
                </a:lnTo>
                <a:lnTo>
                  <a:pt x="1644626" y="933008"/>
                </a:lnTo>
                <a:lnTo>
                  <a:pt x="1652532" y="939054"/>
                </a:lnTo>
                <a:lnTo>
                  <a:pt x="1652997" y="944635"/>
                </a:lnTo>
                <a:lnTo>
                  <a:pt x="1652067" y="947891"/>
                </a:lnTo>
                <a:lnTo>
                  <a:pt x="1649741" y="950216"/>
                </a:lnTo>
                <a:lnTo>
                  <a:pt x="1652067" y="952077"/>
                </a:lnTo>
                <a:lnTo>
                  <a:pt x="1652997" y="956729"/>
                </a:lnTo>
                <a:lnTo>
                  <a:pt x="1661369" y="959984"/>
                </a:lnTo>
                <a:lnTo>
                  <a:pt x="1662299" y="963240"/>
                </a:lnTo>
                <a:lnTo>
                  <a:pt x="1667416" y="969286"/>
                </a:lnTo>
                <a:lnTo>
                  <a:pt x="1667881" y="971147"/>
                </a:lnTo>
                <a:lnTo>
                  <a:pt x="1675787" y="979053"/>
                </a:lnTo>
                <a:lnTo>
                  <a:pt x="1680904" y="979984"/>
                </a:lnTo>
                <a:lnTo>
                  <a:pt x="1679508" y="986496"/>
                </a:lnTo>
                <a:lnTo>
                  <a:pt x="1676718" y="993937"/>
                </a:lnTo>
                <a:lnTo>
                  <a:pt x="1674857" y="996262"/>
                </a:lnTo>
                <a:lnTo>
                  <a:pt x="1673462" y="1001379"/>
                </a:lnTo>
                <a:lnTo>
                  <a:pt x="1672997" y="1010681"/>
                </a:lnTo>
                <a:lnTo>
                  <a:pt x="1668346" y="1014402"/>
                </a:lnTo>
                <a:lnTo>
                  <a:pt x="1668346" y="1018588"/>
                </a:lnTo>
                <a:lnTo>
                  <a:pt x="1670206" y="1022774"/>
                </a:lnTo>
                <a:lnTo>
                  <a:pt x="1673462" y="1024169"/>
                </a:lnTo>
                <a:lnTo>
                  <a:pt x="1671602" y="1027425"/>
                </a:lnTo>
                <a:lnTo>
                  <a:pt x="1672997" y="1030215"/>
                </a:lnTo>
                <a:lnTo>
                  <a:pt x="1675323" y="1037657"/>
                </a:lnTo>
                <a:lnTo>
                  <a:pt x="1677183" y="1038588"/>
                </a:lnTo>
                <a:lnTo>
                  <a:pt x="1682299" y="1037657"/>
                </a:lnTo>
                <a:lnTo>
                  <a:pt x="1683229" y="1043239"/>
                </a:lnTo>
                <a:lnTo>
                  <a:pt x="1689741" y="1049285"/>
                </a:lnTo>
                <a:lnTo>
                  <a:pt x="1690671" y="1051610"/>
                </a:lnTo>
                <a:lnTo>
                  <a:pt x="1689276" y="1054401"/>
                </a:lnTo>
                <a:lnTo>
                  <a:pt x="1685090" y="1059052"/>
                </a:lnTo>
                <a:lnTo>
                  <a:pt x="1680438" y="1060913"/>
                </a:lnTo>
                <a:lnTo>
                  <a:pt x="1677648" y="1064169"/>
                </a:lnTo>
                <a:lnTo>
                  <a:pt x="1672997" y="1065564"/>
                </a:lnTo>
                <a:lnTo>
                  <a:pt x="1670672" y="1069285"/>
                </a:lnTo>
                <a:lnTo>
                  <a:pt x="1672067" y="1071610"/>
                </a:lnTo>
                <a:lnTo>
                  <a:pt x="1672067" y="1075796"/>
                </a:lnTo>
                <a:lnTo>
                  <a:pt x="1676718" y="1074866"/>
                </a:lnTo>
                <a:lnTo>
                  <a:pt x="1684625" y="1081843"/>
                </a:lnTo>
                <a:lnTo>
                  <a:pt x="1684160" y="1088354"/>
                </a:lnTo>
                <a:lnTo>
                  <a:pt x="1681834" y="1091610"/>
                </a:lnTo>
                <a:lnTo>
                  <a:pt x="1686950" y="1093470"/>
                </a:lnTo>
                <a:lnTo>
                  <a:pt x="1689741" y="1095331"/>
                </a:lnTo>
                <a:lnTo>
                  <a:pt x="1692067" y="1100446"/>
                </a:lnTo>
                <a:lnTo>
                  <a:pt x="1690206" y="1104633"/>
                </a:lnTo>
                <a:lnTo>
                  <a:pt x="1693462" y="1106493"/>
                </a:lnTo>
                <a:lnTo>
                  <a:pt x="1696252" y="1110214"/>
                </a:lnTo>
                <a:lnTo>
                  <a:pt x="1698113" y="1115795"/>
                </a:lnTo>
                <a:lnTo>
                  <a:pt x="1702764" y="1118121"/>
                </a:lnTo>
                <a:lnTo>
                  <a:pt x="1704158" y="1116726"/>
                </a:lnTo>
                <a:lnTo>
                  <a:pt x="1704158" y="1113005"/>
                </a:lnTo>
                <a:lnTo>
                  <a:pt x="1705088" y="1110214"/>
                </a:lnTo>
                <a:lnTo>
                  <a:pt x="1705088" y="1105563"/>
                </a:lnTo>
                <a:lnTo>
                  <a:pt x="1706019" y="1103238"/>
                </a:lnTo>
                <a:lnTo>
                  <a:pt x="1714391" y="1099982"/>
                </a:lnTo>
                <a:lnTo>
                  <a:pt x="1716251" y="1098121"/>
                </a:lnTo>
                <a:lnTo>
                  <a:pt x="1718577" y="1091611"/>
                </a:lnTo>
                <a:lnTo>
                  <a:pt x="1722763" y="1086494"/>
                </a:lnTo>
                <a:lnTo>
                  <a:pt x="1723228" y="1081378"/>
                </a:lnTo>
                <a:lnTo>
                  <a:pt x="1726484" y="1078587"/>
                </a:lnTo>
                <a:lnTo>
                  <a:pt x="1729275" y="1080912"/>
                </a:lnTo>
                <a:lnTo>
                  <a:pt x="1737646" y="1084634"/>
                </a:lnTo>
                <a:lnTo>
                  <a:pt x="1740902" y="1089750"/>
                </a:lnTo>
                <a:lnTo>
                  <a:pt x="1743228" y="1092075"/>
                </a:lnTo>
                <a:lnTo>
                  <a:pt x="1745553" y="1097191"/>
                </a:lnTo>
                <a:lnTo>
                  <a:pt x="1748809" y="1100912"/>
                </a:lnTo>
                <a:lnTo>
                  <a:pt x="1752529" y="1103703"/>
                </a:lnTo>
                <a:lnTo>
                  <a:pt x="1752529" y="1106494"/>
                </a:lnTo>
                <a:lnTo>
                  <a:pt x="1756716" y="1111145"/>
                </a:lnTo>
                <a:lnTo>
                  <a:pt x="1754390" y="1116261"/>
                </a:lnTo>
                <a:lnTo>
                  <a:pt x="1754390" y="1119052"/>
                </a:lnTo>
                <a:lnTo>
                  <a:pt x="1759041" y="1120447"/>
                </a:lnTo>
                <a:lnTo>
                  <a:pt x="1763228" y="1129749"/>
                </a:lnTo>
                <a:lnTo>
                  <a:pt x="1762297" y="1132540"/>
                </a:lnTo>
                <a:lnTo>
                  <a:pt x="1765088" y="1138586"/>
                </a:lnTo>
                <a:lnTo>
                  <a:pt x="1768809" y="1142307"/>
                </a:lnTo>
                <a:lnTo>
                  <a:pt x="1778111" y="1144167"/>
                </a:lnTo>
                <a:lnTo>
                  <a:pt x="1779506" y="1150679"/>
                </a:lnTo>
                <a:lnTo>
                  <a:pt x="1781832" y="1152074"/>
                </a:lnTo>
                <a:lnTo>
                  <a:pt x="1782762" y="1159051"/>
                </a:lnTo>
                <a:lnTo>
                  <a:pt x="1796250" y="1158586"/>
                </a:lnTo>
                <a:lnTo>
                  <a:pt x="1797645" y="1161842"/>
                </a:lnTo>
                <a:lnTo>
                  <a:pt x="1800436" y="1164632"/>
                </a:lnTo>
                <a:lnTo>
                  <a:pt x="1799971" y="1167423"/>
                </a:lnTo>
                <a:lnTo>
                  <a:pt x="1802762" y="1167888"/>
                </a:lnTo>
                <a:lnTo>
                  <a:pt x="1801831" y="1171144"/>
                </a:lnTo>
                <a:lnTo>
                  <a:pt x="1810203" y="1176725"/>
                </a:lnTo>
                <a:lnTo>
                  <a:pt x="1816250" y="1172539"/>
                </a:lnTo>
                <a:lnTo>
                  <a:pt x="1820436" y="1171608"/>
                </a:lnTo>
                <a:lnTo>
                  <a:pt x="1821366" y="1168818"/>
                </a:lnTo>
                <a:lnTo>
                  <a:pt x="1827878" y="1169749"/>
                </a:lnTo>
                <a:lnTo>
                  <a:pt x="1832528" y="1167888"/>
                </a:lnTo>
                <a:lnTo>
                  <a:pt x="1835784" y="1165097"/>
                </a:lnTo>
                <a:lnTo>
                  <a:pt x="1838110" y="1167423"/>
                </a:lnTo>
                <a:lnTo>
                  <a:pt x="1846017" y="1170213"/>
                </a:lnTo>
                <a:lnTo>
                  <a:pt x="1849273" y="1169283"/>
                </a:lnTo>
                <a:lnTo>
                  <a:pt x="1852993" y="1170213"/>
                </a:lnTo>
                <a:lnTo>
                  <a:pt x="1857179" y="1179981"/>
                </a:lnTo>
                <a:lnTo>
                  <a:pt x="1859971" y="1180446"/>
                </a:lnTo>
                <a:lnTo>
                  <a:pt x="1862761" y="1186027"/>
                </a:lnTo>
                <a:lnTo>
                  <a:pt x="1866947" y="1186027"/>
                </a:lnTo>
                <a:lnTo>
                  <a:pt x="1875319" y="1190678"/>
                </a:lnTo>
                <a:lnTo>
                  <a:pt x="1879970" y="1194864"/>
                </a:lnTo>
                <a:lnTo>
                  <a:pt x="1883225" y="1194864"/>
                </a:lnTo>
                <a:lnTo>
                  <a:pt x="1887412" y="1199515"/>
                </a:lnTo>
                <a:lnTo>
                  <a:pt x="1887876" y="1203236"/>
                </a:lnTo>
                <a:lnTo>
                  <a:pt x="1892528" y="1206957"/>
                </a:lnTo>
                <a:lnTo>
                  <a:pt x="1898109" y="1203702"/>
                </a:lnTo>
                <a:lnTo>
                  <a:pt x="1898109" y="1200910"/>
                </a:lnTo>
                <a:lnTo>
                  <a:pt x="1901365" y="1200910"/>
                </a:lnTo>
                <a:lnTo>
                  <a:pt x="1905551" y="1205561"/>
                </a:lnTo>
                <a:lnTo>
                  <a:pt x="1906481" y="1209748"/>
                </a:lnTo>
                <a:lnTo>
                  <a:pt x="1909272" y="1211143"/>
                </a:lnTo>
                <a:lnTo>
                  <a:pt x="1911597" y="1209748"/>
                </a:lnTo>
                <a:lnTo>
                  <a:pt x="1913923" y="1213934"/>
                </a:lnTo>
                <a:lnTo>
                  <a:pt x="1911132" y="1222305"/>
                </a:lnTo>
                <a:lnTo>
                  <a:pt x="1905086" y="1225561"/>
                </a:lnTo>
                <a:lnTo>
                  <a:pt x="1904621" y="1227422"/>
                </a:lnTo>
                <a:lnTo>
                  <a:pt x="1909272" y="1231607"/>
                </a:lnTo>
                <a:lnTo>
                  <a:pt x="1907877" y="1234863"/>
                </a:lnTo>
                <a:lnTo>
                  <a:pt x="1909737" y="1237189"/>
                </a:lnTo>
                <a:lnTo>
                  <a:pt x="1908807" y="1240445"/>
                </a:lnTo>
                <a:lnTo>
                  <a:pt x="1909737" y="1243236"/>
                </a:lnTo>
                <a:lnTo>
                  <a:pt x="1914388" y="1246491"/>
                </a:lnTo>
                <a:lnTo>
                  <a:pt x="1920434" y="1244631"/>
                </a:lnTo>
                <a:lnTo>
                  <a:pt x="1924620" y="1246026"/>
                </a:lnTo>
                <a:lnTo>
                  <a:pt x="1926481" y="1248817"/>
                </a:lnTo>
                <a:lnTo>
                  <a:pt x="1934853" y="1253468"/>
                </a:lnTo>
                <a:lnTo>
                  <a:pt x="1939969" y="1253002"/>
                </a:lnTo>
                <a:lnTo>
                  <a:pt x="1943225" y="1257654"/>
                </a:lnTo>
                <a:lnTo>
                  <a:pt x="1948806" y="1259514"/>
                </a:lnTo>
                <a:lnTo>
                  <a:pt x="1953457" y="1260445"/>
                </a:lnTo>
                <a:lnTo>
                  <a:pt x="1956248" y="1264165"/>
                </a:lnTo>
                <a:lnTo>
                  <a:pt x="1960434" y="1265560"/>
                </a:lnTo>
                <a:lnTo>
                  <a:pt x="1964620" y="1264631"/>
                </a:lnTo>
                <a:lnTo>
                  <a:pt x="1966016" y="1260445"/>
                </a:lnTo>
                <a:lnTo>
                  <a:pt x="1970667" y="1261840"/>
                </a:lnTo>
                <a:lnTo>
                  <a:pt x="1979038" y="1268816"/>
                </a:lnTo>
                <a:lnTo>
                  <a:pt x="1980899" y="1268352"/>
                </a:lnTo>
                <a:lnTo>
                  <a:pt x="1987411" y="1273467"/>
                </a:lnTo>
                <a:lnTo>
                  <a:pt x="1992526" y="1276723"/>
                </a:lnTo>
                <a:lnTo>
                  <a:pt x="1996713" y="1281374"/>
                </a:lnTo>
                <a:lnTo>
                  <a:pt x="1999038" y="1286491"/>
                </a:lnTo>
                <a:lnTo>
                  <a:pt x="2005084" y="1291607"/>
                </a:lnTo>
                <a:lnTo>
                  <a:pt x="2010665" y="1293932"/>
                </a:lnTo>
                <a:lnTo>
                  <a:pt x="2016713" y="1295328"/>
                </a:lnTo>
                <a:lnTo>
                  <a:pt x="2021828" y="1297653"/>
                </a:lnTo>
                <a:lnTo>
                  <a:pt x="2033921" y="1300909"/>
                </a:lnTo>
                <a:lnTo>
                  <a:pt x="2036712" y="1302304"/>
                </a:lnTo>
                <a:lnTo>
                  <a:pt x="2038108" y="1306955"/>
                </a:lnTo>
                <a:lnTo>
                  <a:pt x="2033456" y="1305095"/>
                </a:lnTo>
                <a:lnTo>
                  <a:pt x="2031596" y="1306955"/>
                </a:lnTo>
                <a:lnTo>
                  <a:pt x="2023689" y="1306955"/>
                </a:lnTo>
                <a:lnTo>
                  <a:pt x="2020898" y="1309746"/>
                </a:lnTo>
                <a:lnTo>
                  <a:pt x="2016713" y="1314862"/>
                </a:lnTo>
                <a:lnTo>
                  <a:pt x="2016247" y="1317188"/>
                </a:lnTo>
                <a:lnTo>
                  <a:pt x="2013457" y="1319513"/>
                </a:lnTo>
                <a:lnTo>
                  <a:pt x="2016247" y="1326025"/>
                </a:lnTo>
                <a:lnTo>
                  <a:pt x="2010665" y="1329281"/>
                </a:lnTo>
                <a:lnTo>
                  <a:pt x="2010665" y="1331606"/>
                </a:lnTo>
                <a:lnTo>
                  <a:pt x="2006945" y="1332071"/>
                </a:lnTo>
                <a:lnTo>
                  <a:pt x="2004619" y="1333932"/>
                </a:lnTo>
                <a:lnTo>
                  <a:pt x="2000433" y="1339978"/>
                </a:lnTo>
                <a:lnTo>
                  <a:pt x="1997177" y="1341374"/>
                </a:lnTo>
                <a:lnTo>
                  <a:pt x="1996713" y="1345559"/>
                </a:lnTo>
                <a:lnTo>
                  <a:pt x="1993457" y="1350676"/>
                </a:lnTo>
                <a:lnTo>
                  <a:pt x="1990666" y="1350210"/>
                </a:lnTo>
                <a:lnTo>
                  <a:pt x="1983689" y="1358117"/>
                </a:lnTo>
                <a:lnTo>
                  <a:pt x="1979504" y="1358583"/>
                </a:lnTo>
                <a:lnTo>
                  <a:pt x="1977643" y="1357187"/>
                </a:lnTo>
                <a:lnTo>
                  <a:pt x="1972527" y="1358117"/>
                </a:lnTo>
                <a:lnTo>
                  <a:pt x="1970201" y="1359978"/>
                </a:lnTo>
                <a:lnTo>
                  <a:pt x="1967875" y="1364629"/>
                </a:lnTo>
                <a:lnTo>
                  <a:pt x="1967411" y="1369745"/>
                </a:lnTo>
                <a:lnTo>
                  <a:pt x="1965085" y="1374396"/>
                </a:lnTo>
                <a:lnTo>
                  <a:pt x="1964155" y="1377652"/>
                </a:lnTo>
                <a:lnTo>
                  <a:pt x="1959504" y="1382303"/>
                </a:lnTo>
                <a:lnTo>
                  <a:pt x="1957178" y="1382768"/>
                </a:lnTo>
                <a:lnTo>
                  <a:pt x="1954853" y="1387885"/>
                </a:lnTo>
                <a:lnTo>
                  <a:pt x="1950202" y="1386954"/>
                </a:lnTo>
                <a:lnTo>
                  <a:pt x="1941365" y="1388815"/>
                </a:lnTo>
                <a:lnTo>
                  <a:pt x="1937644" y="1396256"/>
                </a:lnTo>
                <a:lnTo>
                  <a:pt x="1934388" y="1398117"/>
                </a:lnTo>
                <a:lnTo>
                  <a:pt x="1937644" y="1410210"/>
                </a:lnTo>
                <a:lnTo>
                  <a:pt x="1938573" y="1412070"/>
                </a:lnTo>
                <a:lnTo>
                  <a:pt x="1942760" y="1414395"/>
                </a:lnTo>
                <a:lnTo>
                  <a:pt x="1943225" y="1418116"/>
                </a:lnTo>
                <a:lnTo>
                  <a:pt x="1940899" y="1421372"/>
                </a:lnTo>
                <a:lnTo>
                  <a:pt x="1941365" y="1424628"/>
                </a:lnTo>
                <a:lnTo>
                  <a:pt x="1938573" y="1426953"/>
                </a:lnTo>
                <a:lnTo>
                  <a:pt x="1936714" y="1430675"/>
                </a:lnTo>
                <a:lnTo>
                  <a:pt x="1932062" y="1432070"/>
                </a:lnTo>
                <a:lnTo>
                  <a:pt x="1930667" y="1434395"/>
                </a:lnTo>
                <a:lnTo>
                  <a:pt x="1932992" y="1435791"/>
                </a:lnTo>
                <a:lnTo>
                  <a:pt x="1930667" y="1439977"/>
                </a:lnTo>
                <a:lnTo>
                  <a:pt x="1923225" y="1444163"/>
                </a:lnTo>
                <a:lnTo>
                  <a:pt x="1922295" y="1446953"/>
                </a:lnTo>
                <a:lnTo>
                  <a:pt x="1924620" y="1450674"/>
                </a:lnTo>
                <a:lnTo>
                  <a:pt x="1915319" y="1451604"/>
                </a:lnTo>
                <a:lnTo>
                  <a:pt x="1914853" y="1458116"/>
                </a:lnTo>
                <a:lnTo>
                  <a:pt x="1919969" y="1461836"/>
                </a:lnTo>
                <a:lnTo>
                  <a:pt x="1919504" y="1466953"/>
                </a:lnTo>
                <a:lnTo>
                  <a:pt x="1923690" y="1473930"/>
                </a:lnTo>
                <a:lnTo>
                  <a:pt x="1926481" y="1475790"/>
                </a:lnTo>
                <a:lnTo>
                  <a:pt x="1926946" y="1478116"/>
                </a:lnTo>
                <a:lnTo>
                  <a:pt x="1924620" y="1480906"/>
                </a:lnTo>
                <a:lnTo>
                  <a:pt x="1923225" y="1497185"/>
                </a:lnTo>
                <a:lnTo>
                  <a:pt x="1919969" y="1495325"/>
                </a:lnTo>
                <a:lnTo>
                  <a:pt x="1914853" y="1496255"/>
                </a:lnTo>
                <a:lnTo>
                  <a:pt x="1917178" y="1499045"/>
                </a:lnTo>
                <a:lnTo>
                  <a:pt x="1917644" y="1502766"/>
                </a:lnTo>
                <a:lnTo>
                  <a:pt x="1919969" y="1506487"/>
                </a:lnTo>
                <a:lnTo>
                  <a:pt x="1916714" y="1507883"/>
                </a:lnTo>
                <a:lnTo>
                  <a:pt x="1913458" y="1511603"/>
                </a:lnTo>
                <a:lnTo>
                  <a:pt x="1909737" y="1510673"/>
                </a:lnTo>
                <a:lnTo>
                  <a:pt x="1905551" y="1507883"/>
                </a:lnTo>
                <a:lnTo>
                  <a:pt x="1899505" y="1514394"/>
                </a:lnTo>
                <a:lnTo>
                  <a:pt x="1896714" y="1521836"/>
                </a:lnTo>
                <a:lnTo>
                  <a:pt x="1896714" y="1532068"/>
                </a:lnTo>
                <a:lnTo>
                  <a:pt x="1895319" y="1536254"/>
                </a:lnTo>
                <a:lnTo>
                  <a:pt x="1891598" y="1537649"/>
                </a:lnTo>
                <a:lnTo>
                  <a:pt x="1885551" y="1548347"/>
                </a:lnTo>
                <a:lnTo>
                  <a:pt x="1886481" y="1562766"/>
                </a:lnTo>
                <a:lnTo>
                  <a:pt x="1887876" y="1563695"/>
                </a:lnTo>
                <a:lnTo>
                  <a:pt x="1885551" y="1562766"/>
                </a:lnTo>
                <a:lnTo>
                  <a:pt x="1885551" y="1562766"/>
                </a:lnTo>
                <a:lnTo>
                  <a:pt x="1887876" y="1563696"/>
                </a:lnTo>
                <a:lnTo>
                  <a:pt x="1888342" y="1565091"/>
                </a:lnTo>
                <a:lnTo>
                  <a:pt x="1895318" y="1564161"/>
                </a:lnTo>
                <a:lnTo>
                  <a:pt x="1898574" y="1566951"/>
                </a:lnTo>
                <a:lnTo>
                  <a:pt x="1903690" y="1572532"/>
                </a:lnTo>
                <a:lnTo>
                  <a:pt x="1910667" y="1577184"/>
                </a:lnTo>
                <a:lnTo>
                  <a:pt x="1916248" y="1576718"/>
                </a:lnTo>
                <a:lnTo>
                  <a:pt x="1918574" y="1579510"/>
                </a:lnTo>
                <a:lnTo>
                  <a:pt x="1917178" y="1582300"/>
                </a:lnTo>
                <a:lnTo>
                  <a:pt x="1920434" y="1585556"/>
                </a:lnTo>
                <a:lnTo>
                  <a:pt x="1923225" y="1585556"/>
                </a:lnTo>
                <a:lnTo>
                  <a:pt x="1926945" y="1587416"/>
                </a:lnTo>
                <a:lnTo>
                  <a:pt x="1928341" y="1593463"/>
                </a:lnTo>
                <a:lnTo>
                  <a:pt x="1933922" y="1597183"/>
                </a:lnTo>
                <a:lnTo>
                  <a:pt x="1935317" y="1600439"/>
                </a:lnTo>
                <a:lnTo>
                  <a:pt x="1942294" y="1598579"/>
                </a:lnTo>
                <a:lnTo>
                  <a:pt x="1946015" y="1599044"/>
                </a:lnTo>
                <a:lnTo>
                  <a:pt x="1949736" y="1601834"/>
                </a:lnTo>
                <a:lnTo>
                  <a:pt x="1951131" y="1607416"/>
                </a:lnTo>
                <a:lnTo>
                  <a:pt x="1956712" y="1611137"/>
                </a:lnTo>
                <a:lnTo>
                  <a:pt x="1959503" y="1609741"/>
                </a:lnTo>
                <a:lnTo>
                  <a:pt x="1956247" y="1593927"/>
                </a:lnTo>
                <a:lnTo>
                  <a:pt x="1962293" y="1589276"/>
                </a:lnTo>
                <a:lnTo>
                  <a:pt x="1966945" y="1589742"/>
                </a:lnTo>
                <a:lnTo>
                  <a:pt x="1970200" y="1591137"/>
                </a:lnTo>
                <a:lnTo>
                  <a:pt x="1968805" y="1594393"/>
                </a:lnTo>
                <a:lnTo>
                  <a:pt x="1972526" y="1596253"/>
                </a:lnTo>
                <a:lnTo>
                  <a:pt x="1973456" y="1598579"/>
                </a:lnTo>
                <a:lnTo>
                  <a:pt x="1979968" y="1599509"/>
                </a:lnTo>
                <a:lnTo>
                  <a:pt x="1982294" y="1598114"/>
                </a:lnTo>
                <a:lnTo>
                  <a:pt x="1984154" y="1601834"/>
                </a:lnTo>
                <a:lnTo>
                  <a:pt x="1984154" y="1604625"/>
                </a:lnTo>
                <a:lnTo>
                  <a:pt x="1986014" y="1607881"/>
                </a:lnTo>
                <a:lnTo>
                  <a:pt x="1989736" y="1611137"/>
                </a:lnTo>
                <a:lnTo>
                  <a:pt x="1993921" y="1610207"/>
                </a:lnTo>
                <a:lnTo>
                  <a:pt x="1998572" y="1611602"/>
                </a:lnTo>
                <a:lnTo>
                  <a:pt x="1998572" y="1614858"/>
                </a:lnTo>
                <a:lnTo>
                  <a:pt x="2001828" y="1615788"/>
                </a:lnTo>
                <a:lnTo>
                  <a:pt x="2000898" y="1618113"/>
                </a:lnTo>
                <a:lnTo>
                  <a:pt x="2006014" y="1619974"/>
                </a:lnTo>
                <a:lnTo>
                  <a:pt x="2010200" y="1623695"/>
                </a:lnTo>
                <a:lnTo>
                  <a:pt x="2012060" y="1624160"/>
                </a:lnTo>
                <a:lnTo>
                  <a:pt x="2015782" y="1621834"/>
                </a:lnTo>
                <a:lnTo>
                  <a:pt x="2020897" y="1624160"/>
                </a:lnTo>
                <a:lnTo>
                  <a:pt x="2019502" y="1626020"/>
                </a:lnTo>
                <a:lnTo>
                  <a:pt x="2020433" y="1629741"/>
                </a:lnTo>
                <a:lnTo>
                  <a:pt x="2026479" y="1631602"/>
                </a:lnTo>
                <a:lnTo>
                  <a:pt x="2029735" y="1634858"/>
                </a:lnTo>
                <a:lnTo>
                  <a:pt x="2032060" y="1635322"/>
                </a:lnTo>
                <a:lnTo>
                  <a:pt x="2035316" y="1632066"/>
                </a:lnTo>
                <a:lnTo>
                  <a:pt x="2037177" y="1634858"/>
                </a:lnTo>
                <a:lnTo>
                  <a:pt x="2040432" y="1636717"/>
                </a:lnTo>
                <a:lnTo>
                  <a:pt x="2042758" y="1639973"/>
                </a:lnTo>
                <a:lnTo>
                  <a:pt x="2047874" y="1644624"/>
                </a:lnTo>
                <a:lnTo>
                  <a:pt x="2068804" y="1648811"/>
                </a:lnTo>
                <a:lnTo>
                  <a:pt x="2072525" y="1655322"/>
                </a:lnTo>
                <a:lnTo>
                  <a:pt x="2072060" y="1661834"/>
                </a:lnTo>
                <a:lnTo>
                  <a:pt x="2079967" y="1671601"/>
                </a:lnTo>
                <a:lnTo>
                  <a:pt x="2086013" y="1678112"/>
                </a:lnTo>
                <a:lnTo>
                  <a:pt x="2086013" y="1689740"/>
                </a:lnTo>
                <a:lnTo>
                  <a:pt x="2088338" y="1688345"/>
                </a:lnTo>
                <a:lnTo>
                  <a:pt x="2094384" y="1688345"/>
                </a:lnTo>
                <a:lnTo>
                  <a:pt x="2094850" y="1681833"/>
                </a:lnTo>
                <a:lnTo>
                  <a:pt x="2100432" y="1682299"/>
                </a:lnTo>
                <a:lnTo>
                  <a:pt x="2106478" y="1685089"/>
                </a:lnTo>
                <a:lnTo>
                  <a:pt x="2106943" y="1688345"/>
                </a:lnTo>
                <a:lnTo>
                  <a:pt x="2112059" y="1692531"/>
                </a:lnTo>
                <a:lnTo>
                  <a:pt x="2111129" y="1699042"/>
                </a:lnTo>
                <a:lnTo>
                  <a:pt x="2122291" y="1705089"/>
                </a:lnTo>
                <a:lnTo>
                  <a:pt x="2137640" y="1714856"/>
                </a:lnTo>
                <a:lnTo>
                  <a:pt x="2146942" y="1716252"/>
                </a:lnTo>
                <a:lnTo>
                  <a:pt x="2163221" y="1731135"/>
                </a:lnTo>
                <a:lnTo>
                  <a:pt x="2167872" y="1732065"/>
                </a:lnTo>
                <a:lnTo>
                  <a:pt x="2173919" y="1737181"/>
                </a:lnTo>
                <a:lnTo>
                  <a:pt x="2175779" y="1739506"/>
                </a:lnTo>
                <a:lnTo>
                  <a:pt x="2178570" y="1739972"/>
                </a:lnTo>
                <a:lnTo>
                  <a:pt x="2182290" y="1739042"/>
                </a:lnTo>
                <a:lnTo>
                  <a:pt x="2182290" y="1736251"/>
                </a:lnTo>
                <a:lnTo>
                  <a:pt x="2189267" y="1726484"/>
                </a:lnTo>
                <a:lnTo>
                  <a:pt x="2192523" y="1726484"/>
                </a:lnTo>
                <a:lnTo>
                  <a:pt x="2205546" y="1727879"/>
                </a:lnTo>
                <a:lnTo>
                  <a:pt x="2208802" y="1732530"/>
                </a:lnTo>
                <a:lnTo>
                  <a:pt x="2213918" y="1738111"/>
                </a:lnTo>
                <a:lnTo>
                  <a:pt x="2218104" y="1739506"/>
                </a:lnTo>
                <a:lnTo>
                  <a:pt x="2218569" y="1737647"/>
                </a:lnTo>
                <a:lnTo>
                  <a:pt x="2227406" y="1741832"/>
                </a:lnTo>
                <a:lnTo>
                  <a:pt x="2230662" y="1746018"/>
                </a:lnTo>
                <a:lnTo>
                  <a:pt x="2234382" y="1747879"/>
                </a:lnTo>
                <a:lnTo>
                  <a:pt x="2242289" y="1754390"/>
                </a:lnTo>
                <a:lnTo>
                  <a:pt x="2252522" y="1759971"/>
                </a:lnTo>
                <a:lnTo>
                  <a:pt x="2254847" y="1764157"/>
                </a:lnTo>
                <a:lnTo>
                  <a:pt x="2258103" y="1767413"/>
                </a:lnTo>
                <a:lnTo>
                  <a:pt x="2265545" y="1771600"/>
                </a:lnTo>
                <a:lnTo>
                  <a:pt x="2269266" y="1772064"/>
                </a:lnTo>
                <a:lnTo>
                  <a:pt x="2276242" y="1769274"/>
                </a:lnTo>
                <a:lnTo>
                  <a:pt x="2279964" y="1770204"/>
                </a:lnTo>
                <a:lnTo>
                  <a:pt x="2290196" y="1766483"/>
                </a:lnTo>
                <a:lnTo>
                  <a:pt x="2292522" y="1767413"/>
                </a:lnTo>
                <a:lnTo>
                  <a:pt x="2299963" y="1765088"/>
                </a:lnTo>
                <a:lnTo>
                  <a:pt x="2306010" y="1764623"/>
                </a:lnTo>
                <a:lnTo>
                  <a:pt x="2308335" y="1769739"/>
                </a:lnTo>
                <a:lnTo>
                  <a:pt x="2307405" y="1774390"/>
                </a:lnTo>
                <a:lnTo>
                  <a:pt x="2311125" y="1778111"/>
                </a:lnTo>
                <a:lnTo>
                  <a:pt x="2310661" y="1782297"/>
                </a:lnTo>
                <a:lnTo>
                  <a:pt x="2313917" y="1787878"/>
                </a:lnTo>
                <a:lnTo>
                  <a:pt x="2311125" y="1795320"/>
                </a:lnTo>
                <a:lnTo>
                  <a:pt x="2312986" y="1799506"/>
                </a:lnTo>
                <a:lnTo>
                  <a:pt x="2311125" y="1802761"/>
                </a:lnTo>
                <a:lnTo>
                  <a:pt x="2321358" y="1804157"/>
                </a:lnTo>
                <a:lnTo>
                  <a:pt x="2326939" y="1803227"/>
                </a:lnTo>
                <a:lnTo>
                  <a:pt x="2332521" y="1803692"/>
                </a:lnTo>
                <a:lnTo>
                  <a:pt x="2341823" y="1803227"/>
                </a:lnTo>
                <a:lnTo>
                  <a:pt x="2345544" y="1809273"/>
                </a:lnTo>
                <a:lnTo>
                  <a:pt x="2358567" y="1812529"/>
                </a:lnTo>
                <a:lnTo>
                  <a:pt x="2379032" y="1811134"/>
                </a:lnTo>
                <a:lnTo>
                  <a:pt x="2382753" y="1811599"/>
                </a:lnTo>
                <a:lnTo>
                  <a:pt x="2386473" y="1817180"/>
                </a:lnTo>
                <a:lnTo>
                  <a:pt x="2396241" y="1824156"/>
                </a:lnTo>
                <a:lnTo>
                  <a:pt x="2395311" y="1827412"/>
                </a:lnTo>
                <a:lnTo>
                  <a:pt x="2399962" y="1832994"/>
                </a:lnTo>
                <a:lnTo>
                  <a:pt x="2405543" y="1833459"/>
                </a:lnTo>
                <a:lnTo>
                  <a:pt x="2408799" y="1832063"/>
                </a:lnTo>
                <a:lnTo>
                  <a:pt x="2414845" y="1825552"/>
                </a:lnTo>
                <a:lnTo>
                  <a:pt x="2413915" y="1823226"/>
                </a:lnTo>
                <a:lnTo>
                  <a:pt x="2417636" y="1820436"/>
                </a:lnTo>
                <a:lnTo>
                  <a:pt x="2413915" y="1813924"/>
                </a:lnTo>
                <a:lnTo>
                  <a:pt x="2416706" y="1811134"/>
                </a:lnTo>
                <a:lnTo>
                  <a:pt x="2414845" y="1806948"/>
                </a:lnTo>
                <a:lnTo>
                  <a:pt x="2450659" y="1808808"/>
                </a:lnTo>
                <a:lnTo>
                  <a:pt x="2485076" y="1826947"/>
                </a:lnTo>
                <a:lnTo>
                  <a:pt x="2489262" y="1830202"/>
                </a:lnTo>
                <a:lnTo>
                  <a:pt x="2489262" y="1830202"/>
                </a:lnTo>
                <a:lnTo>
                  <a:pt x="2493913" y="1828807"/>
                </a:lnTo>
                <a:lnTo>
                  <a:pt x="2496704" y="1825551"/>
                </a:lnTo>
                <a:lnTo>
                  <a:pt x="2496704" y="1823226"/>
                </a:lnTo>
                <a:lnTo>
                  <a:pt x="2491587" y="1822760"/>
                </a:lnTo>
                <a:lnTo>
                  <a:pt x="2491122" y="1816249"/>
                </a:lnTo>
                <a:lnTo>
                  <a:pt x="2500890" y="1812528"/>
                </a:lnTo>
                <a:lnTo>
                  <a:pt x="2503216" y="1813924"/>
                </a:lnTo>
                <a:lnTo>
                  <a:pt x="2510657" y="1813458"/>
                </a:lnTo>
                <a:lnTo>
                  <a:pt x="2515774" y="1814388"/>
                </a:lnTo>
                <a:lnTo>
                  <a:pt x="2519959" y="1813924"/>
                </a:lnTo>
                <a:lnTo>
                  <a:pt x="2522750" y="1807412"/>
                </a:lnTo>
                <a:lnTo>
                  <a:pt x="2526936" y="1805551"/>
                </a:lnTo>
                <a:lnTo>
                  <a:pt x="2529262" y="1799505"/>
                </a:lnTo>
                <a:lnTo>
                  <a:pt x="2532518" y="1801365"/>
                </a:lnTo>
                <a:lnTo>
                  <a:pt x="2535773" y="1800435"/>
                </a:lnTo>
                <a:lnTo>
                  <a:pt x="2535308" y="1806017"/>
                </a:lnTo>
                <a:lnTo>
                  <a:pt x="2539029" y="1807877"/>
                </a:lnTo>
                <a:lnTo>
                  <a:pt x="2544610" y="1808807"/>
                </a:lnTo>
                <a:lnTo>
                  <a:pt x="2545076" y="1813924"/>
                </a:lnTo>
                <a:lnTo>
                  <a:pt x="2548796" y="1811132"/>
                </a:lnTo>
                <a:lnTo>
                  <a:pt x="2552052" y="1812063"/>
                </a:lnTo>
                <a:lnTo>
                  <a:pt x="2555308" y="1816249"/>
                </a:lnTo>
                <a:lnTo>
                  <a:pt x="2555773" y="1821365"/>
                </a:lnTo>
                <a:lnTo>
                  <a:pt x="2558098" y="1824156"/>
                </a:lnTo>
                <a:lnTo>
                  <a:pt x="2573912" y="1826946"/>
                </a:lnTo>
                <a:lnTo>
                  <a:pt x="2581818" y="1826946"/>
                </a:lnTo>
                <a:lnTo>
                  <a:pt x="2586470" y="1829272"/>
                </a:lnTo>
                <a:lnTo>
                  <a:pt x="2589261" y="1828807"/>
                </a:lnTo>
                <a:lnTo>
                  <a:pt x="2601819" y="1830667"/>
                </a:lnTo>
                <a:lnTo>
                  <a:pt x="2608330" y="1832993"/>
                </a:lnTo>
                <a:lnTo>
                  <a:pt x="2610656" y="1832993"/>
                </a:lnTo>
                <a:lnTo>
                  <a:pt x="2613912" y="1838109"/>
                </a:lnTo>
                <a:lnTo>
                  <a:pt x="2621353" y="1852992"/>
                </a:lnTo>
                <a:lnTo>
                  <a:pt x="2619958" y="1857178"/>
                </a:lnTo>
                <a:lnTo>
                  <a:pt x="2619027" y="1862295"/>
                </a:lnTo>
                <a:lnTo>
                  <a:pt x="2620423" y="1867411"/>
                </a:lnTo>
                <a:lnTo>
                  <a:pt x="2619027" y="1871131"/>
                </a:lnTo>
                <a:lnTo>
                  <a:pt x="2619027" y="1874387"/>
                </a:lnTo>
                <a:lnTo>
                  <a:pt x="2617632" y="1877179"/>
                </a:lnTo>
                <a:lnTo>
                  <a:pt x="2614376" y="1879504"/>
                </a:lnTo>
                <a:lnTo>
                  <a:pt x="2613912" y="1884620"/>
                </a:lnTo>
                <a:lnTo>
                  <a:pt x="2623214" y="1887875"/>
                </a:lnTo>
                <a:lnTo>
                  <a:pt x="2632051" y="1892526"/>
                </a:lnTo>
                <a:lnTo>
                  <a:pt x="2634377" y="1889736"/>
                </a:lnTo>
                <a:lnTo>
                  <a:pt x="2638097" y="1893457"/>
                </a:lnTo>
                <a:lnTo>
                  <a:pt x="2641818" y="1889271"/>
                </a:lnTo>
                <a:lnTo>
                  <a:pt x="2647399" y="1891596"/>
                </a:lnTo>
                <a:lnTo>
                  <a:pt x="2648329" y="1894852"/>
                </a:lnTo>
                <a:lnTo>
                  <a:pt x="2656702" y="1898574"/>
                </a:lnTo>
                <a:lnTo>
                  <a:pt x="2659492" y="1898574"/>
                </a:lnTo>
                <a:lnTo>
                  <a:pt x="2664608" y="1899969"/>
                </a:lnTo>
                <a:lnTo>
                  <a:pt x="2667399" y="1903689"/>
                </a:lnTo>
                <a:lnTo>
                  <a:pt x="2666004" y="1907876"/>
                </a:lnTo>
                <a:lnTo>
                  <a:pt x="2670655" y="1908340"/>
                </a:lnTo>
                <a:lnTo>
                  <a:pt x="2671119" y="1911596"/>
                </a:lnTo>
                <a:lnTo>
                  <a:pt x="2677631" y="1912062"/>
                </a:lnTo>
                <a:lnTo>
                  <a:pt x="2675306" y="1918108"/>
                </a:lnTo>
                <a:lnTo>
                  <a:pt x="2677631" y="1919503"/>
                </a:lnTo>
                <a:lnTo>
                  <a:pt x="2685073" y="1917643"/>
                </a:lnTo>
                <a:lnTo>
                  <a:pt x="2688329" y="1915782"/>
                </a:lnTo>
                <a:lnTo>
                  <a:pt x="2692050" y="1916247"/>
                </a:lnTo>
                <a:lnTo>
                  <a:pt x="2700887" y="1916247"/>
                </a:lnTo>
                <a:lnTo>
                  <a:pt x="2701352" y="1920898"/>
                </a:lnTo>
                <a:lnTo>
                  <a:pt x="2699026" y="1926015"/>
                </a:lnTo>
                <a:lnTo>
                  <a:pt x="2701817" y="1931131"/>
                </a:lnTo>
                <a:lnTo>
                  <a:pt x="2702282" y="1933921"/>
                </a:lnTo>
                <a:lnTo>
                  <a:pt x="2704608" y="1935782"/>
                </a:lnTo>
                <a:lnTo>
                  <a:pt x="2707398" y="1934852"/>
                </a:lnTo>
                <a:lnTo>
                  <a:pt x="2712050" y="1936247"/>
                </a:lnTo>
                <a:lnTo>
                  <a:pt x="2721352" y="1937642"/>
                </a:lnTo>
                <a:lnTo>
                  <a:pt x="2723677" y="1939038"/>
                </a:lnTo>
                <a:lnTo>
                  <a:pt x="2726933" y="1935317"/>
                </a:lnTo>
                <a:lnTo>
                  <a:pt x="2730189" y="1935317"/>
                </a:lnTo>
                <a:lnTo>
                  <a:pt x="2731584" y="1932991"/>
                </a:lnTo>
                <a:lnTo>
                  <a:pt x="2735305" y="1930201"/>
                </a:lnTo>
                <a:lnTo>
                  <a:pt x="2739491" y="1930201"/>
                </a:lnTo>
                <a:lnTo>
                  <a:pt x="2742747" y="1931596"/>
                </a:lnTo>
                <a:lnTo>
                  <a:pt x="2749723" y="1928805"/>
                </a:lnTo>
                <a:lnTo>
                  <a:pt x="2749723" y="1926479"/>
                </a:lnTo>
                <a:lnTo>
                  <a:pt x="2753444" y="1926015"/>
                </a:lnTo>
                <a:lnTo>
                  <a:pt x="2756700" y="1921828"/>
                </a:lnTo>
                <a:lnTo>
                  <a:pt x="2760420" y="1921364"/>
                </a:lnTo>
                <a:lnTo>
                  <a:pt x="2766932" y="1918108"/>
                </a:lnTo>
                <a:lnTo>
                  <a:pt x="2769723" y="1915317"/>
                </a:lnTo>
                <a:lnTo>
                  <a:pt x="2772513" y="1919038"/>
                </a:lnTo>
                <a:lnTo>
                  <a:pt x="2778560" y="1920898"/>
                </a:lnTo>
                <a:lnTo>
                  <a:pt x="2785071" y="1925084"/>
                </a:lnTo>
                <a:lnTo>
                  <a:pt x="2787397" y="1929270"/>
                </a:lnTo>
                <a:lnTo>
                  <a:pt x="2785537" y="1946479"/>
                </a:lnTo>
                <a:lnTo>
                  <a:pt x="2785537" y="1950666"/>
                </a:lnTo>
                <a:lnTo>
                  <a:pt x="2789258" y="1957177"/>
                </a:lnTo>
                <a:lnTo>
                  <a:pt x="2792978" y="1958573"/>
                </a:lnTo>
                <a:lnTo>
                  <a:pt x="2797629" y="1959503"/>
                </a:lnTo>
                <a:lnTo>
                  <a:pt x="2800420" y="1963688"/>
                </a:lnTo>
                <a:lnTo>
                  <a:pt x="2802746" y="1962293"/>
                </a:lnTo>
                <a:lnTo>
                  <a:pt x="2806002" y="1962293"/>
                </a:lnTo>
                <a:lnTo>
                  <a:pt x="2806932" y="1969735"/>
                </a:lnTo>
                <a:lnTo>
                  <a:pt x="2812048" y="1965084"/>
                </a:lnTo>
                <a:lnTo>
                  <a:pt x="2818094" y="1962293"/>
                </a:lnTo>
                <a:lnTo>
                  <a:pt x="2822280" y="1958573"/>
                </a:lnTo>
                <a:lnTo>
                  <a:pt x="2822746" y="1955317"/>
                </a:lnTo>
                <a:lnTo>
                  <a:pt x="2825536" y="1953922"/>
                </a:lnTo>
                <a:lnTo>
                  <a:pt x="2829722" y="1954386"/>
                </a:lnTo>
                <a:lnTo>
                  <a:pt x="2833908" y="1952061"/>
                </a:lnTo>
                <a:lnTo>
                  <a:pt x="2840419" y="1953922"/>
                </a:lnTo>
                <a:lnTo>
                  <a:pt x="2841350" y="1955317"/>
                </a:lnTo>
                <a:lnTo>
                  <a:pt x="2848326" y="1958573"/>
                </a:lnTo>
                <a:lnTo>
                  <a:pt x="2851582" y="1959037"/>
                </a:lnTo>
                <a:lnTo>
                  <a:pt x="2854373" y="1962293"/>
                </a:lnTo>
                <a:lnTo>
                  <a:pt x="2856699" y="1960898"/>
                </a:lnTo>
                <a:lnTo>
                  <a:pt x="2859954" y="1961363"/>
                </a:lnTo>
                <a:lnTo>
                  <a:pt x="2860884" y="1965084"/>
                </a:lnTo>
                <a:lnTo>
                  <a:pt x="2866465" y="1965549"/>
                </a:lnTo>
                <a:lnTo>
                  <a:pt x="2869721" y="1961363"/>
                </a:lnTo>
                <a:lnTo>
                  <a:pt x="2876233" y="1961828"/>
                </a:lnTo>
                <a:lnTo>
                  <a:pt x="2878559" y="1960433"/>
                </a:lnTo>
                <a:lnTo>
                  <a:pt x="2884140" y="1961363"/>
                </a:lnTo>
                <a:lnTo>
                  <a:pt x="2883675" y="1963223"/>
                </a:lnTo>
                <a:lnTo>
                  <a:pt x="2892047" y="1965084"/>
                </a:lnTo>
                <a:lnTo>
                  <a:pt x="2892511" y="1966479"/>
                </a:lnTo>
                <a:lnTo>
                  <a:pt x="2901814" y="1969735"/>
                </a:lnTo>
                <a:lnTo>
                  <a:pt x="2908791" y="1974386"/>
                </a:lnTo>
                <a:lnTo>
                  <a:pt x="2915767" y="1974851"/>
                </a:lnTo>
                <a:lnTo>
                  <a:pt x="2919023" y="1981828"/>
                </a:lnTo>
                <a:lnTo>
                  <a:pt x="2928790" y="1985083"/>
                </a:lnTo>
                <a:lnTo>
                  <a:pt x="2929720" y="1987874"/>
                </a:lnTo>
                <a:lnTo>
                  <a:pt x="2939952" y="1991130"/>
                </a:lnTo>
                <a:lnTo>
                  <a:pt x="2940883" y="1992990"/>
                </a:lnTo>
                <a:lnTo>
                  <a:pt x="2945069" y="1994851"/>
                </a:lnTo>
                <a:lnTo>
                  <a:pt x="2948325" y="1994386"/>
                </a:lnTo>
                <a:lnTo>
                  <a:pt x="2949255" y="1991130"/>
                </a:lnTo>
                <a:lnTo>
                  <a:pt x="2951581" y="1988805"/>
                </a:lnTo>
                <a:lnTo>
                  <a:pt x="2961813" y="1992525"/>
                </a:lnTo>
                <a:lnTo>
                  <a:pt x="2966464" y="1989270"/>
                </a:lnTo>
                <a:lnTo>
                  <a:pt x="2968324" y="1990200"/>
                </a:lnTo>
                <a:lnTo>
                  <a:pt x="2971580" y="1987409"/>
                </a:lnTo>
                <a:lnTo>
                  <a:pt x="2971580" y="1984153"/>
                </a:lnTo>
                <a:lnTo>
                  <a:pt x="2977161" y="1983688"/>
                </a:lnTo>
                <a:lnTo>
                  <a:pt x="2977627" y="1979037"/>
                </a:lnTo>
                <a:lnTo>
                  <a:pt x="2982278" y="1977642"/>
                </a:lnTo>
                <a:lnTo>
                  <a:pt x="2984603" y="1978107"/>
                </a:lnTo>
                <a:lnTo>
                  <a:pt x="2990649" y="1976246"/>
                </a:lnTo>
                <a:lnTo>
                  <a:pt x="2995300" y="1969735"/>
                </a:lnTo>
                <a:lnTo>
                  <a:pt x="2995766" y="1966479"/>
                </a:lnTo>
                <a:lnTo>
                  <a:pt x="2999952" y="1966479"/>
                </a:lnTo>
                <a:lnTo>
                  <a:pt x="2999952" y="1974386"/>
                </a:lnTo>
                <a:lnTo>
                  <a:pt x="3000882" y="1977642"/>
                </a:lnTo>
                <a:lnTo>
                  <a:pt x="3002742" y="1990665"/>
                </a:lnTo>
                <a:lnTo>
                  <a:pt x="3010649" y="1996712"/>
                </a:lnTo>
                <a:lnTo>
                  <a:pt x="3014370" y="1999037"/>
                </a:lnTo>
                <a:lnTo>
                  <a:pt x="3018091" y="1997176"/>
                </a:lnTo>
                <a:lnTo>
                  <a:pt x="3027394" y="1997176"/>
                </a:lnTo>
                <a:lnTo>
                  <a:pt x="3030649" y="1998572"/>
                </a:lnTo>
                <a:lnTo>
                  <a:pt x="3030649" y="2004153"/>
                </a:lnTo>
                <a:lnTo>
                  <a:pt x="3038091" y="2005548"/>
                </a:lnTo>
                <a:lnTo>
                  <a:pt x="3042742" y="2008804"/>
                </a:lnTo>
                <a:lnTo>
                  <a:pt x="3045533" y="2006478"/>
                </a:lnTo>
                <a:lnTo>
                  <a:pt x="3045067" y="2001827"/>
                </a:lnTo>
                <a:lnTo>
                  <a:pt x="3046928" y="1998107"/>
                </a:lnTo>
                <a:lnTo>
                  <a:pt x="3050184" y="1996246"/>
                </a:lnTo>
                <a:lnTo>
                  <a:pt x="3056230" y="1995781"/>
                </a:lnTo>
                <a:lnTo>
                  <a:pt x="3062742" y="1992525"/>
                </a:lnTo>
                <a:lnTo>
                  <a:pt x="3070648" y="1993921"/>
                </a:lnTo>
                <a:lnTo>
                  <a:pt x="3075299" y="1996246"/>
                </a:lnTo>
                <a:lnTo>
                  <a:pt x="3076230" y="1998572"/>
                </a:lnTo>
                <a:lnTo>
                  <a:pt x="3081811" y="2000897"/>
                </a:lnTo>
                <a:lnTo>
                  <a:pt x="3085532" y="2001363"/>
                </a:lnTo>
                <a:lnTo>
                  <a:pt x="3092043" y="2000897"/>
                </a:lnTo>
                <a:lnTo>
                  <a:pt x="3091579" y="1998572"/>
                </a:lnTo>
                <a:lnTo>
                  <a:pt x="3096230" y="1996712"/>
                </a:lnTo>
                <a:lnTo>
                  <a:pt x="3096230" y="1993456"/>
                </a:lnTo>
                <a:lnTo>
                  <a:pt x="3101345" y="1994851"/>
                </a:lnTo>
                <a:lnTo>
                  <a:pt x="3105067" y="1998107"/>
                </a:lnTo>
                <a:lnTo>
                  <a:pt x="3108322" y="1998107"/>
                </a:lnTo>
                <a:lnTo>
                  <a:pt x="3111113" y="1996246"/>
                </a:lnTo>
                <a:lnTo>
                  <a:pt x="3111578" y="1991130"/>
                </a:lnTo>
                <a:lnTo>
                  <a:pt x="3114369" y="1987409"/>
                </a:lnTo>
                <a:lnTo>
                  <a:pt x="3123206" y="1992990"/>
                </a:lnTo>
                <a:lnTo>
                  <a:pt x="3125066" y="1990665"/>
                </a:lnTo>
                <a:lnTo>
                  <a:pt x="3124601" y="1988339"/>
                </a:lnTo>
                <a:lnTo>
                  <a:pt x="3131578" y="1986014"/>
                </a:lnTo>
                <a:lnTo>
                  <a:pt x="3132973" y="1989270"/>
                </a:lnTo>
                <a:lnTo>
                  <a:pt x="3135298" y="1991130"/>
                </a:lnTo>
                <a:lnTo>
                  <a:pt x="3136694" y="1996246"/>
                </a:lnTo>
                <a:lnTo>
                  <a:pt x="3141810" y="1999967"/>
                </a:lnTo>
                <a:lnTo>
                  <a:pt x="3145996" y="2000897"/>
                </a:lnTo>
                <a:lnTo>
                  <a:pt x="3145996" y="2005083"/>
                </a:lnTo>
                <a:lnTo>
                  <a:pt x="3148322" y="2006478"/>
                </a:lnTo>
                <a:lnTo>
                  <a:pt x="3152042" y="2006014"/>
                </a:lnTo>
                <a:lnTo>
                  <a:pt x="3151578" y="2002758"/>
                </a:lnTo>
                <a:lnTo>
                  <a:pt x="3153437" y="2000897"/>
                </a:lnTo>
                <a:lnTo>
                  <a:pt x="3159949" y="1995781"/>
                </a:lnTo>
                <a:lnTo>
                  <a:pt x="3162275" y="1992990"/>
                </a:lnTo>
                <a:lnTo>
                  <a:pt x="3163670" y="1987874"/>
                </a:lnTo>
                <a:lnTo>
                  <a:pt x="3162275" y="1979037"/>
                </a:lnTo>
                <a:lnTo>
                  <a:pt x="3163670" y="1975317"/>
                </a:lnTo>
                <a:lnTo>
                  <a:pt x="3163669" y="1975317"/>
                </a:lnTo>
                <a:lnTo>
                  <a:pt x="3163669" y="1974851"/>
                </a:lnTo>
                <a:lnTo>
                  <a:pt x="3164134" y="1971130"/>
                </a:lnTo>
                <a:lnTo>
                  <a:pt x="3165995" y="1969735"/>
                </a:lnTo>
                <a:lnTo>
                  <a:pt x="3169251" y="1962758"/>
                </a:lnTo>
                <a:lnTo>
                  <a:pt x="3169715" y="1959503"/>
                </a:lnTo>
                <a:lnTo>
                  <a:pt x="3172971" y="1955781"/>
                </a:lnTo>
                <a:lnTo>
                  <a:pt x="3173902" y="1946479"/>
                </a:lnTo>
                <a:lnTo>
                  <a:pt x="3176227" y="1942759"/>
                </a:lnTo>
                <a:lnTo>
                  <a:pt x="3177157" y="1933457"/>
                </a:lnTo>
                <a:lnTo>
                  <a:pt x="3175297" y="1927876"/>
                </a:lnTo>
                <a:lnTo>
                  <a:pt x="3175762" y="1925550"/>
                </a:lnTo>
                <a:lnTo>
                  <a:pt x="3173902" y="1921829"/>
                </a:lnTo>
                <a:lnTo>
                  <a:pt x="3174367" y="1916247"/>
                </a:lnTo>
                <a:lnTo>
                  <a:pt x="3168786" y="1911131"/>
                </a:lnTo>
                <a:lnTo>
                  <a:pt x="3170646" y="1906945"/>
                </a:lnTo>
                <a:lnTo>
                  <a:pt x="3166460" y="1901829"/>
                </a:lnTo>
                <a:lnTo>
                  <a:pt x="3165995" y="1895318"/>
                </a:lnTo>
                <a:lnTo>
                  <a:pt x="3161344" y="1891597"/>
                </a:lnTo>
                <a:lnTo>
                  <a:pt x="3160413" y="1887876"/>
                </a:lnTo>
                <a:lnTo>
                  <a:pt x="3153437" y="1886481"/>
                </a:lnTo>
                <a:lnTo>
                  <a:pt x="3149716" y="1879039"/>
                </a:lnTo>
                <a:lnTo>
                  <a:pt x="3149251" y="1875318"/>
                </a:lnTo>
                <a:lnTo>
                  <a:pt x="3145995" y="1873923"/>
                </a:lnTo>
                <a:lnTo>
                  <a:pt x="3145995" y="1869736"/>
                </a:lnTo>
                <a:lnTo>
                  <a:pt x="3148320" y="1867411"/>
                </a:lnTo>
                <a:lnTo>
                  <a:pt x="3149716" y="1857179"/>
                </a:lnTo>
                <a:lnTo>
                  <a:pt x="3149716" y="1853923"/>
                </a:lnTo>
                <a:lnTo>
                  <a:pt x="3150860" y="1853694"/>
                </a:lnTo>
                <a:lnTo>
                  <a:pt x="3149716" y="1853923"/>
                </a:lnTo>
                <a:lnTo>
                  <a:pt x="3152041" y="1848342"/>
                </a:lnTo>
                <a:lnTo>
                  <a:pt x="3152506" y="1841830"/>
                </a:lnTo>
                <a:lnTo>
                  <a:pt x="3155762" y="1834854"/>
                </a:lnTo>
                <a:lnTo>
                  <a:pt x="3158087" y="1832993"/>
                </a:lnTo>
                <a:lnTo>
                  <a:pt x="3156227" y="1829272"/>
                </a:lnTo>
                <a:lnTo>
                  <a:pt x="3153902" y="1826481"/>
                </a:lnTo>
                <a:lnTo>
                  <a:pt x="3155297" y="1819040"/>
                </a:lnTo>
                <a:lnTo>
                  <a:pt x="3159948" y="1815784"/>
                </a:lnTo>
                <a:lnTo>
                  <a:pt x="3156227" y="1809273"/>
                </a:lnTo>
                <a:lnTo>
                  <a:pt x="3154367" y="1807412"/>
                </a:lnTo>
                <a:lnTo>
                  <a:pt x="3154832" y="1803226"/>
                </a:lnTo>
                <a:lnTo>
                  <a:pt x="3157157" y="1801366"/>
                </a:lnTo>
                <a:lnTo>
                  <a:pt x="3157157" y="1796249"/>
                </a:lnTo>
                <a:lnTo>
                  <a:pt x="3159018" y="1790668"/>
                </a:lnTo>
                <a:lnTo>
                  <a:pt x="3161809" y="1786017"/>
                </a:lnTo>
                <a:lnTo>
                  <a:pt x="3165529" y="1783691"/>
                </a:lnTo>
                <a:lnTo>
                  <a:pt x="3166460" y="1777645"/>
                </a:lnTo>
                <a:lnTo>
                  <a:pt x="3170180" y="1773924"/>
                </a:lnTo>
                <a:lnTo>
                  <a:pt x="3172041" y="1769273"/>
                </a:lnTo>
                <a:lnTo>
                  <a:pt x="3170645" y="1767413"/>
                </a:lnTo>
                <a:lnTo>
                  <a:pt x="3172506" y="1760436"/>
                </a:lnTo>
                <a:lnTo>
                  <a:pt x="3175762" y="1759040"/>
                </a:lnTo>
                <a:lnTo>
                  <a:pt x="3176227" y="1754389"/>
                </a:lnTo>
                <a:lnTo>
                  <a:pt x="3178552" y="1751599"/>
                </a:lnTo>
                <a:lnTo>
                  <a:pt x="3176692" y="1747877"/>
                </a:lnTo>
                <a:lnTo>
                  <a:pt x="3177157" y="1745087"/>
                </a:lnTo>
                <a:lnTo>
                  <a:pt x="3179482" y="1743226"/>
                </a:lnTo>
                <a:lnTo>
                  <a:pt x="3178552" y="1739971"/>
                </a:lnTo>
                <a:lnTo>
                  <a:pt x="3175762" y="1739506"/>
                </a:lnTo>
                <a:lnTo>
                  <a:pt x="3171111" y="1735785"/>
                </a:lnTo>
                <a:lnTo>
                  <a:pt x="3167390" y="1734855"/>
                </a:lnTo>
                <a:lnTo>
                  <a:pt x="3165064" y="1729738"/>
                </a:lnTo>
                <a:lnTo>
                  <a:pt x="3167390" y="1724622"/>
                </a:lnTo>
                <a:lnTo>
                  <a:pt x="3166460" y="1722762"/>
                </a:lnTo>
                <a:lnTo>
                  <a:pt x="3168785" y="1720436"/>
                </a:lnTo>
                <a:lnTo>
                  <a:pt x="3174367" y="1723692"/>
                </a:lnTo>
                <a:lnTo>
                  <a:pt x="3177623" y="1723227"/>
                </a:lnTo>
                <a:lnTo>
                  <a:pt x="3179018" y="1719971"/>
                </a:lnTo>
                <a:lnTo>
                  <a:pt x="3183669" y="1719971"/>
                </a:lnTo>
                <a:lnTo>
                  <a:pt x="3185529" y="1723227"/>
                </a:lnTo>
                <a:lnTo>
                  <a:pt x="3190181" y="1721367"/>
                </a:lnTo>
                <a:lnTo>
                  <a:pt x="3191576" y="1719506"/>
                </a:lnTo>
                <a:lnTo>
                  <a:pt x="3195296" y="1719041"/>
                </a:lnTo>
                <a:lnTo>
                  <a:pt x="3200413" y="1715785"/>
                </a:lnTo>
                <a:lnTo>
                  <a:pt x="3204599" y="1715785"/>
                </a:lnTo>
                <a:lnTo>
                  <a:pt x="3208785" y="1717645"/>
                </a:lnTo>
                <a:lnTo>
                  <a:pt x="3210645" y="1716715"/>
                </a:lnTo>
                <a:lnTo>
                  <a:pt x="3214832" y="1712530"/>
                </a:lnTo>
                <a:lnTo>
                  <a:pt x="3220413" y="1710204"/>
                </a:lnTo>
                <a:lnTo>
                  <a:pt x="3223203" y="1705553"/>
                </a:lnTo>
                <a:lnTo>
                  <a:pt x="3226459" y="1705087"/>
                </a:lnTo>
                <a:lnTo>
                  <a:pt x="3231575" y="1706948"/>
                </a:lnTo>
                <a:lnTo>
                  <a:pt x="3234366" y="1701831"/>
                </a:lnTo>
                <a:lnTo>
                  <a:pt x="3234831" y="1698576"/>
                </a:lnTo>
                <a:lnTo>
                  <a:pt x="3238086" y="1698576"/>
                </a:lnTo>
                <a:lnTo>
                  <a:pt x="3244598" y="1695320"/>
                </a:lnTo>
                <a:lnTo>
                  <a:pt x="3243203" y="1690669"/>
                </a:lnTo>
                <a:lnTo>
                  <a:pt x="3245528" y="1690204"/>
                </a:lnTo>
                <a:lnTo>
                  <a:pt x="3248319" y="1694855"/>
                </a:lnTo>
                <a:lnTo>
                  <a:pt x="3252970" y="1700436"/>
                </a:lnTo>
                <a:lnTo>
                  <a:pt x="3255761" y="1699506"/>
                </a:lnTo>
                <a:lnTo>
                  <a:pt x="3265993" y="1700436"/>
                </a:lnTo>
                <a:lnTo>
                  <a:pt x="3271110" y="1704623"/>
                </a:lnTo>
                <a:lnTo>
                  <a:pt x="3273900" y="1708343"/>
                </a:lnTo>
                <a:lnTo>
                  <a:pt x="3278551" y="1711134"/>
                </a:lnTo>
                <a:lnTo>
                  <a:pt x="3280412" y="1715320"/>
                </a:lnTo>
                <a:lnTo>
                  <a:pt x="3279481" y="1726018"/>
                </a:lnTo>
                <a:lnTo>
                  <a:pt x="3283202" y="1727413"/>
                </a:lnTo>
                <a:lnTo>
                  <a:pt x="3286458" y="1732529"/>
                </a:lnTo>
                <a:lnTo>
                  <a:pt x="3286924" y="1742762"/>
                </a:lnTo>
                <a:lnTo>
                  <a:pt x="3282737" y="1746482"/>
                </a:lnTo>
                <a:lnTo>
                  <a:pt x="3282272" y="1753459"/>
                </a:lnTo>
                <a:lnTo>
                  <a:pt x="3283668" y="1760436"/>
                </a:lnTo>
                <a:lnTo>
                  <a:pt x="3281342" y="1767413"/>
                </a:lnTo>
                <a:lnTo>
                  <a:pt x="3281342" y="1773459"/>
                </a:lnTo>
                <a:lnTo>
                  <a:pt x="3277621" y="1778110"/>
                </a:lnTo>
                <a:lnTo>
                  <a:pt x="3275295" y="1778110"/>
                </a:lnTo>
                <a:lnTo>
                  <a:pt x="3274830" y="1785086"/>
                </a:lnTo>
                <a:lnTo>
                  <a:pt x="3271575" y="1789738"/>
                </a:lnTo>
                <a:lnTo>
                  <a:pt x="3268784" y="1792064"/>
                </a:lnTo>
                <a:lnTo>
                  <a:pt x="3270179" y="1796715"/>
                </a:lnTo>
                <a:lnTo>
                  <a:pt x="3272040" y="1798575"/>
                </a:lnTo>
                <a:lnTo>
                  <a:pt x="3271110" y="1804156"/>
                </a:lnTo>
                <a:lnTo>
                  <a:pt x="3271110" y="1811598"/>
                </a:lnTo>
                <a:lnTo>
                  <a:pt x="3272970" y="1812993"/>
                </a:lnTo>
                <a:lnTo>
                  <a:pt x="3275295" y="1820435"/>
                </a:lnTo>
                <a:lnTo>
                  <a:pt x="3279947" y="1825086"/>
                </a:lnTo>
                <a:lnTo>
                  <a:pt x="3282737" y="1823691"/>
                </a:lnTo>
                <a:lnTo>
                  <a:pt x="3284598" y="1826947"/>
                </a:lnTo>
                <a:lnTo>
                  <a:pt x="3286458" y="1827877"/>
                </a:lnTo>
                <a:lnTo>
                  <a:pt x="3288319" y="1832993"/>
                </a:lnTo>
                <a:lnTo>
                  <a:pt x="3293435" y="1834388"/>
                </a:lnTo>
                <a:lnTo>
                  <a:pt x="3291109" y="1838110"/>
                </a:lnTo>
                <a:lnTo>
                  <a:pt x="3289714" y="1843691"/>
                </a:lnTo>
                <a:lnTo>
                  <a:pt x="3285528" y="1846481"/>
                </a:lnTo>
                <a:lnTo>
                  <a:pt x="3279481" y="1846017"/>
                </a:lnTo>
                <a:lnTo>
                  <a:pt x="3273900" y="1848807"/>
                </a:lnTo>
                <a:lnTo>
                  <a:pt x="3273900" y="1853458"/>
                </a:lnTo>
                <a:lnTo>
                  <a:pt x="3271575" y="1860435"/>
                </a:lnTo>
                <a:lnTo>
                  <a:pt x="3267388" y="1862295"/>
                </a:lnTo>
                <a:lnTo>
                  <a:pt x="3266458" y="1866481"/>
                </a:lnTo>
                <a:lnTo>
                  <a:pt x="3271574" y="1868806"/>
                </a:lnTo>
                <a:lnTo>
                  <a:pt x="3273900" y="1868341"/>
                </a:lnTo>
                <a:lnTo>
                  <a:pt x="3278086" y="1872062"/>
                </a:lnTo>
                <a:lnTo>
                  <a:pt x="3285062" y="1873458"/>
                </a:lnTo>
                <a:lnTo>
                  <a:pt x="3285062" y="1879039"/>
                </a:lnTo>
                <a:lnTo>
                  <a:pt x="3286458" y="1886016"/>
                </a:lnTo>
                <a:lnTo>
                  <a:pt x="3285062" y="1891132"/>
                </a:lnTo>
                <a:lnTo>
                  <a:pt x="3285528" y="1900434"/>
                </a:lnTo>
                <a:lnTo>
                  <a:pt x="3288318" y="1899504"/>
                </a:lnTo>
                <a:lnTo>
                  <a:pt x="3288784" y="1896713"/>
                </a:lnTo>
                <a:lnTo>
                  <a:pt x="3291574" y="1893923"/>
                </a:lnTo>
                <a:lnTo>
                  <a:pt x="3297156" y="1896713"/>
                </a:lnTo>
                <a:lnTo>
                  <a:pt x="3298551" y="1900899"/>
                </a:lnTo>
                <a:lnTo>
                  <a:pt x="3296225" y="1903689"/>
                </a:lnTo>
                <a:lnTo>
                  <a:pt x="3299946" y="1906480"/>
                </a:lnTo>
                <a:lnTo>
                  <a:pt x="3303202" y="1906945"/>
                </a:lnTo>
                <a:lnTo>
                  <a:pt x="3310179" y="1903689"/>
                </a:lnTo>
                <a:lnTo>
                  <a:pt x="3312969" y="1906945"/>
                </a:lnTo>
                <a:lnTo>
                  <a:pt x="3313434" y="1910201"/>
                </a:lnTo>
                <a:lnTo>
                  <a:pt x="3319481" y="1911131"/>
                </a:lnTo>
                <a:lnTo>
                  <a:pt x="3319481" y="1915318"/>
                </a:lnTo>
                <a:lnTo>
                  <a:pt x="3322271" y="1917643"/>
                </a:lnTo>
                <a:lnTo>
                  <a:pt x="3321806" y="1921829"/>
                </a:lnTo>
                <a:lnTo>
                  <a:pt x="3325992" y="1926945"/>
                </a:lnTo>
                <a:lnTo>
                  <a:pt x="3332969" y="1924620"/>
                </a:lnTo>
                <a:lnTo>
                  <a:pt x="3335759" y="1926945"/>
                </a:lnTo>
                <a:lnTo>
                  <a:pt x="3343201" y="1924620"/>
                </a:lnTo>
                <a:lnTo>
                  <a:pt x="3345527" y="1925550"/>
                </a:lnTo>
                <a:lnTo>
                  <a:pt x="3351573" y="1922294"/>
                </a:lnTo>
                <a:lnTo>
                  <a:pt x="3356690" y="1919038"/>
                </a:lnTo>
                <a:lnTo>
                  <a:pt x="3358085" y="1921364"/>
                </a:lnTo>
                <a:lnTo>
                  <a:pt x="3362736" y="1917178"/>
                </a:lnTo>
                <a:lnTo>
                  <a:pt x="3366922" y="1917643"/>
                </a:lnTo>
                <a:lnTo>
                  <a:pt x="3367387" y="1920899"/>
                </a:lnTo>
                <a:lnTo>
                  <a:pt x="3376689" y="1922294"/>
                </a:lnTo>
                <a:lnTo>
                  <a:pt x="3378550" y="1927410"/>
                </a:lnTo>
                <a:lnTo>
                  <a:pt x="3384596" y="1927876"/>
                </a:lnTo>
                <a:lnTo>
                  <a:pt x="3386922" y="1925550"/>
                </a:lnTo>
                <a:lnTo>
                  <a:pt x="3389712" y="1925084"/>
                </a:lnTo>
                <a:lnTo>
                  <a:pt x="3395758" y="1928340"/>
                </a:lnTo>
                <a:lnTo>
                  <a:pt x="3402735" y="1930201"/>
                </a:lnTo>
                <a:lnTo>
                  <a:pt x="3405061" y="1932527"/>
                </a:lnTo>
                <a:lnTo>
                  <a:pt x="3407386" y="1931596"/>
                </a:lnTo>
                <a:lnTo>
                  <a:pt x="3409712" y="1933457"/>
                </a:lnTo>
                <a:lnTo>
                  <a:pt x="3407851" y="1938108"/>
                </a:lnTo>
                <a:lnTo>
                  <a:pt x="3405526" y="1938573"/>
                </a:lnTo>
                <a:lnTo>
                  <a:pt x="3403200" y="1941828"/>
                </a:lnTo>
                <a:lnTo>
                  <a:pt x="3410177" y="1942759"/>
                </a:lnTo>
                <a:lnTo>
                  <a:pt x="3412037" y="1939038"/>
                </a:lnTo>
                <a:lnTo>
                  <a:pt x="3417619" y="1939503"/>
                </a:lnTo>
                <a:lnTo>
                  <a:pt x="3420875" y="1942293"/>
                </a:lnTo>
                <a:lnTo>
                  <a:pt x="3425526" y="1942759"/>
                </a:lnTo>
                <a:lnTo>
                  <a:pt x="3429246" y="1946479"/>
                </a:lnTo>
                <a:lnTo>
                  <a:pt x="3433897" y="1943689"/>
                </a:lnTo>
                <a:lnTo>
                  <a:pt x="3441804" y="1945549"/>
                </a:lnTo>
                <a:lnTo>
                  <a:pt x="3441804" y="1945550"/>
                </a:lnTo>
                <a:lnTo>
                  <a:pt x="3442735" y="1939503"/>
                </a:lnTo>
                <a:lnTo>
                  <a:pt x="3446921" y="1941829"/>
                </a:lnTo>
                <a:lnTo>
                  <a:pt x="3457618" y="1942294"/>
                </a:lnTo>
                <a:lnTo>
                  <a:pt x="3465060" y="1939968"/>
                </a:lnTo>
                <a:lnTo>
                  <a:pt x="3473432" y="1940899"/>
                </a:lnTo>
                <a:lnTo>
                  <a:pt x="3485060" y="1937643"/>
                </a:lnTo>
                <a:lnTo>
                  <a:pt x="3494362" y="1933922"/>
                </a:lnTo>
                <a:lnTo>
                  <a:pt x="3493432" y="1927875"/>
                </a:lnTo>
                <a:lnTo>
                  <a:pt x="3495293" y="1922760"/>
                </a:lnTo>
                <a:lnTo>
                  <a:pt x="3500409" y="1918108"/>
                </a:lnTo>
                <a:lnTo>
                  <a:pt x="3505990" y="1918573"/>
                </a:lnTo>
                <a:lnTo>
                  <a:pt x="3510641" y="1919968"/>
                </a:lnTo>
                <a:lnTo>
                  <a:pt x="3513897" y="1919504"/>
                </a:lnTo>
                <a:lnTo>
                  <a:pt x="3519478" y="1914853"/>
                </a:lnTo>
                <a:lnTo>
                  <a:pt x="3520874" y="1911131"/>
                </a:lnTo>
                <a:lnTo>
                  <a:pt x="3529711" y="1910201"/>
                </a:lnTo>
                <a:lnTo>
                  <a:pt x="3531571" y="1911131"/>
                </a:lnTo>
                <a:lnTo>
                  <a:pt x="3536688" y="1915782"/>
                </a:lnTo>
                <a:lnTo>
                  <a:pt x="3553896" y="1928341"/>
                </a:lnTo>
                <a:lnTo>
                  <a:pt x="3559943" y="1928806"/>
                </a:lnTo>
                <a:lnTo>
                  <a:pt x="3564594" y="1929736"/>
                </a:lnTo>
                <a:lnTo>
                  <a:pt x="3567849" y="1932992"/>
                </a:lnTo>
                <a:lnTo>
                  <a:pt x="3572500" y="1932061"/>
                </a:lnTo>
                <a:lnTo>
                  <a:pt x="3575756" y="1933922"/>
                </a:lnTo>
                <a:lnTo>
                  <a:pt x="3581338" y="1933922"/>
                </a:lnTo>
                <a:lnTo>
                  <a:pt x="3582268" y="1932992"/>
                </a:lnTo>
                <a:lnTo>
                  <a:pt x="3592035" y="1932992"/>
                </a:lnTo>
                <a:lnTo>
                  <a:pt x="3602732" y="1932061"/>
                </a:lnTo>
                <a:lnTo>
                  <a:pt x="3606919" y="1932061"/>
                </a:lnTo>
                <a:lnTo>
                  <a:pt x="3622733" y="1930666"/>
                </a:lnTo>
                <a:lnTo>
                  <a:pt x="3632035" y="1932061"/>
                </a:lnTo>
                <a:lnTo>
                  <a:pt x="3637616" y="1925085"/>
                </a:lnTo>
                <a:lnTo>
                  <a:pt x="3644128" y="1926945"/>
                </a:lnTo>
                <a:lnTo>
                  <a:pt x="3652035" y="1926480"/>
                </a:lnTo>
                <a:lnTo>
                  <a:pt x="3660872" y="1926945"/>
                </a:lnTo>
                <a:lnTo>
                  <a:pt x="3665057" y="1927410"/>
                </a:lnTo>
                <a:lnTo>
                  <a:pt x="3670174" y="1931131"/>
                </a:lnTo>
                <a:lnTo>
                  <a:pt x="3676685" y="1932061"/>
                </a:lnTo>
                <a:lnTo>
                  <a:pt x="3683662" y="1928341"/>
                </a:lnTo>
                <a:lnTo>
                  <a:pt x="3687382" y="1922294"/>
                </a:lnTo>
                <a:lnTo>
                  <a:pt x="3688313" y="1922294"/>
                </a:lnTo>
                <a:lnTo>
                  <a:pt x="3699476" y="1929736"/>
                </a:lnTo>
                <a:lnTo>
                  <a:pt x="3701801" y="1930201"/>
                </a:lnTo>
                <a:lnTo>
                  <a:pt x="3717150" y="1927410"/>
                </a:lnTo>
                <a:lnTo>
                  <a:pt x="3722266" y="1924619"/>
                </a:lnTo>
                <a:lnTo>
                  <a:pt x="3731103" y="1927410"/>
                </a:lnTo>
                <a:lnTo>
                  <a:pt x="3734359" y="1926480"/>
                </a:lnTo>
                <a:lnTo>
                  <a:pt x="3739010" y="1926015"/>
                </a:lnTo>
                <a:lnTo>
                  <a:pt x="3750637" y="1919038"/>
                </a:lnTo>
                <a:lnTo>
                  <a:pt x="3755288" y="1914853"/>
                </a:lnTo>
                <a:lnTo>
                  <a:pt x="3759010" y="1908341"/>
                </a:lnTo>
                <a:lnTo>
                  <a:pt x="3765986" y="1907875"/>
                </a:lnTo>
                <a:lnTo>
                  <a:pt x="3774823" y="1912992"/>
                </a:lnTo>
                <a:lnTo>
                  <a:pt x="3779939" y="1918108"/>
                </a:lnTo>
                <a:lnTo>
                  <a:pt x="3785056" y="1919504"/>
                </a:lnTo>
                <a:lnTo>
                  <a:pt x="3791102" y="1919968"/>
                </a:lnTo>
                <a:lnTo>
                  <a:pt x="3797614" y="1916248"/>
                </a:lnTo>
                <a:lnTo>
                  <a:pt x="3799474" y="1911597"/>
                </a:lnTo>
                <a:lnTo>
                  <a:pt x="3799474" y="1911597"/>
                </a:lnTo>
                <a:lnTo>
                  <a:pt x="3800869" y="1905086"/>
                </a:lnTo>
                <a:lnTo>
                  <a:pt x="3800404" y="1897179"/>
                </a:lnTo>
                <a:lnTo>
                  <a:pt x="3798543" y="1895784"/>
                </a:lnTo>
                <a:lnTo>
                  <a:pt x="3798543" y="1891598"/>
                </a:lnTo>
                <a:lnTo>
                  <a:pt x="3794823" y="1889272"/>
                </a:lnTo>
                <a:lnTo>
                  <a:pt x="3794358" y="1885551"/>
                </a:lnTo>
                <a:lnTo>
                  <a:pt x="3792497" y="1883691"/>
                </a:lnTo>
                <a:lnTo>
                  <a:pt x="3789242" y="1883691"/>
                </a:lnTo>
                <a:lnTo>
                  <a:pt x="3786451" y="1879040"/>
                </a:lnTo>
                <a:lnTo>
                  <a:pt x="3785521" y="1872528"/>
                </a:lnTo>
                <a:lnTo>
                  <a:pt x="3787847" y="1868342"/>
                </a:lnTo>
                <a:lnTo>
                  <a:pt x="3785986" y="1865552"/>
                </a:lnTo>
                <a:lnTo>
                  <a:pt x="3786451" y="1862296"/>
                </a:lnTo>
                <a:lnTo>
                  <a:pt x="3791102" y="1859040"/>
                </a:lnTo>
                <a:lnTo>
                  <a:pt x="3793428" y="1852994"/>
                </a:lnTo>
                <a:lnTo>
                  <a:pt x="3792497" y="1849273"/>
                </a:lnTo>
                <a:lnTo>
                  <a:pt x="3788776" y="1846017"/>
                </a:lnTo>
                <a:lnTo>
                  <a:pt x="3793428" y="1843226"/>
                </a:lnTo>
                <a:lnTo>
                  <a:pt x="3798543" y="1844621"/>
                </a:lnTo>
                <a:lnTo>
                  <a:pt x="3801335" y="1843691"/>
                </a:lnTo>
                <a:lnTo>
                  <a:pt x="3800869" y="1840436"/>
                </a:lnTo>
                <a:lnTo>
                  <a:pt x="3794823" y="1837645"/>
                </a:lnTo>
                <a:lnTo>
                  <a:pt x="3791567" y="1834389"/>
                </a:lnTo>
                <a:lnTo>
                  <a:pt x="3791567" y="1831133"/>
                </a:lnTo>
                <a:lnTo>
                  <a:pt x="3789706" y="1828808"/>
                </a:lnTo>
                <a:lnTo>
                  <a:pt x="3789706" y="1825087"/>
                </a:lnTo>
                <a:lnTo>
                  <a:pt x="3790637" y="1821366"/>
                </a:lnTo>
                <a:lnTo>
                  <a:pt x="3788776" y="1819041"/>
                </a:lnTo>
                <a:lnTo>
                  <a:pt x="3788311" y="1814855"/>
                </a:lnTo>
                <a:lnTo>
                  <a:pt x="3785986" y="1813924"/>
                </a:lnTo>
                <a:lnTo>
                  <a:pt x="3785055" y="1811134"/>
                </a:lnTo>
                <a:lnTo>
                  <a:pt x="3785055" y="1806948"/>
                </a:lnTo>
                <a:lnTo>
                  <a:pt x="3772497" y="1810668"/>
                </a:lnTo>
                <a:lnTo>
                  <a:pt x="3770172" y="1808809"/>
                </a:lnTo>
                <a:lnTo>
                  <a:pt x="3765986" y="1809273"/>
                </a:lnTo>
                <a:lnTo>
                  <a:pt x="3758079" y="1806483"/>
                </a:lnTo>
                <a:lnTo>
                  <a:pt x="3754823" y="1809273"/>
                </a:lnTo>
                <a:lnTo>
                  <a:pt x="3752033" y="1808343"/>
                </a:lnTo>
                <a:lnTo>
                  <a:pt x="3746451" y="1809738"/>
                </a:lnTo>
                <a:lnTo>
                  <a:pt x="3743661" y="1808343"/>
                </a:lnTo>
                <a:lnTo>
                  <a:pt x="3736684" y="1808343"/>
                </a:lnTo>
                <a:lnTo>
                  <a:pt x="3736219" y="1805087"/>
                </a:lnTo>
                <a:lnTo>
                  <a:pt x="3732963" y="1803227"/>
                </a:lnTo>
                <a:lnTo>
                  <a:pt x="3726917" y="1806483"/>
                </a:lnTo>
                <a:lnTo>
                  <a:pt x="3725522" y="1803692"/>
                </a:lnTo>
                <a:lnTo>
                  <a:pt x="3721800" y="1800902"/>
                </a:lnTo>
                <a:lnTo>
                  <a:pt x="3719940" y="1796250"/>
                </a:lnTo>
                <a:lnTo>
                  <a:pt x="3717615" y="1796250"/>
                </a:lnTo>
                <a:lnTo>
                  <a:pt x="3715754" y="1792529"/>
                </a:lnTo>
                <a:lnTo>
                  <a:pt x="3712498" y="1788343"/>
                </a:lnTo>
                <a:lnTo>
                  <a:pt x="3714824" y="1785553"/>
                </a:lnTo>
                <a:lnTo>
                  <a:pt x="3712034" y="1779507"/>
                </a:lnTo>
                <a:lnTo>
                  <a:pt x="3713429" y="1776251"/>
                </a:lnTo>
                <a:lnTo>
                  <a:pt x="3717149" y="1772530"/>
                </a:lnTo>
                <a:lnTo>
                  <a:pt x="3717149" y="1770670"/>
                </a:lnTo>
                <a:lnTo>
                  <a:pt x="3722266" y="1766483"/>
                </a:lnTo>
                <a:lnTo>
                  <a:pt x="3723196" y="1759042"/>
                </a:lnTo>
                <a:lnTo>
                  <a:pt x="3725056" y="1757181"/>
                </a:lnTo>
                <a:lnTo>
                  <a:pt x="3723661" y="1754856"/>
                </a:lnTo>
                <a:lnTo>
                  <a:pt x="3723196" y="1749739"/>
                </a:lnTo>
                <a:lnTo>
                  <a:pt x="3718545" y="1746018"/>
                </a:lnTo>
                <a:lnTo>
                  <a:pt x="3712964" y="1746949"/>
                </a:lnTo>
                <a:lnTo>
                  <a:pt x="3710173" y="1741368"/>
                </a:lnTo>
                <a:lnTo>
                  <a:pt x="3713894" y="1738577"/>
                </a:lnTo>
                <a:lnTo>
                  <a:pt x="3717615" y="1738577"/>
                </a:lnTo>
                <a:lnTo>
                  <a:pt x="3719940" y="1739972"/>
                </a:lnTo>
                <a:lnTo>
                  <a:pt x="3729707" y="1739507"/>
                </a:lnTo>
                <a:lnTo>
                  <a:pt x="3733429" y="1745554"/>
                </a:lnTo>
                <a:lnTo>
                  <a:pt x="3736219" y="1747414"/>
                </a:lnTo>
                <a:lnTo>
                  <a:pt x="3741800" y="1749274"/>
                </a:lnTo>
                <a:lnTo>
                  <a:pt x="3745987" y="1749274"/>
                </a:lnTo>
                <a:lnTo>
                  <a:pt x="3751102" y="1747879"/>
                </a:lnTo>
                <a:lnTo>
                  <a:pt x="3754823" y="1748344"/>
                </a:lnTo>
                <a:lnTo>
                  <a:pt x="3755753" y="1753461"/>
                </a:lnTo>
                <a:lnTo>
                  <a:pt x="3757614" y="1753925"/>
                </a:lnTo>
                <a:lnTo>
                  <a:pt x="3759940" y="1760902"/>
                </a:lnTo>
                <a:lnTo>
                  <a:pt x="3762730" y="1763693"/>
                </a:lnTo>
                <a:lnTo>
                  <a:pt x="3767846" y="1762763"/>
                </a:lnTo>
                <a:lnTo>
                  <a:pt x="3769242" y="1765088"/>
                </a:lnTo>
                <a:lnTo>
                  <a:pt x="3773428" y="1762297"/>
                </a:lnTo>
                <a:lnTo>
                  <a:pt x="3775289" y="1758576"/>
                </a:lnTo>
                <a:lnTo>
                  <a:pt x="3776684" y="1758576"/>
                </a:lnTo>
                <a:lnTo>
                  <a:pt x="3779474" y="1755320"/>
                </a:lnTo>
                <a:lnTo>
                  <a:pt x="3788311" y="1757181"/>
                </a:lnTo>
                <a:lnTo>
                  <a:pt x="3791102" y="1757181"/>
                </a:lnTo>
                <a:lnTo>
                  <a:pt x="3795753" y="1753461"/>
                </a:lnTo>
                <a:lnTo>
                  <a:pt x="3801335" y="1747879"/>
                </a:lnTo>
                <a:lnTo>
                  <a:pt x="3806916" y="1743228"/>
                </a:lnTo>
                <a:lnTo>
                  <a:pt x="3813892" y="1739507"/>
                </a:lnTo>
                <a:lnTo>
                  <a:pt x="3822730" y="1738577"/>
                </a:lnTo>
                <a:lnTo>
                  <a:pt x="3824589" y="1739972"/>
                </a:lnTo>
                <a:lnTo>
                  <a:pt x="3827381" y="1748344"/>
                </a:lnTo>
                <a:lnTo>
                  <a:pt x="3831101" y="1753461"/>
                </a:lnTo>
                <a:lnTo>
                  <a:pt x="3842729" y="1750669"/>
                </a:lnTo>
                <a:lnTo>
                  <a:pt x="3843194" y="1746949"/>
                </a:lnTo>
                <a:lnTo>
                  <a:pt x="3847845" y="1745554"/>
                </a:lnTo>
                <a:lnTo>
                  <a:pt x="3852496" y="1749739"/>
                </a:lnTo>
                <a:lnTo>
                  <a:pt x="3854357" y="1749274"/>
                </a:lnTo>
                <a:lnTo>
                  <a:pt x="3860403" y="1743228"/>
                </a:lnTo>
                <a:lnTo>
                  <a:pt x="3864124" y="1742298"/>
                </a:lnTo>
                <a:lnTo>
                  <a:pt x="3868775" y="1746483"/>
                </a:lnTo>
                <a:lnTo>
                  <a:pt x="3871100" y="1746018"/>
                </a:lnTo>
                <a:lnTo>
                  <a:pt x="3875287" y="1739507"/>
                </a:lnTo>
                <a:lnTo>
                  <a:pt x="3878542" y="1735786"/>
                </a:lnTo>
                <a:lnTo>
                  <a:pt x="3888310" y="1731600"/>
                </a:lnTo>
                <a:lnTo>
                  <a:pt x="3893425" y="1725554"/>
                </a:lnTo>
                <a:lnTo>
                  <a:pt x="3899472" y="1715786"/>
                </a:lnTo>
                <a:lnTo>
                  <a:pt x="3892495" y="1705089"/>
                </a:lnTo>
                <a:lnTo>
                  <a:pt x="3887379" y="1702298"/>
                </a:lnTo>
                <a:lnTo>
                  <a:pt x="3890170" y="1692531"/>
                </a:lnTo>
                <a:lnTo>
                  <a:pt x="3894356" y="1689276"/>
                </a:lnTo>
                <a:lnTo>
                  <a:pt x="3899007" y="1686484"/>
                </a:lnTo>
                <a:lnTo>
                  <a:pt x="3906449" y="1680903"/>
                </a:lnTo>
                <a:lnTo>
                  <a:pt x="3909239" y="1677182"/>
                </a:lnTo>
                <a:lnTo>
                  <a:pt x="3912495" y="1678113"/>
                </a:lnTo>
                <a:lnTo>
                  <a:pt x="3912495" y="1682299"/>
                </a:lnTo>
                <a:lnTo>
                  <a:pt x="3915751" y="1681369"/>
                </a:lnTo>
                <a:lnTo>
                  <a:pt x="3924588" y="1676718"/>
                </a:lnTo>
                <a:lnTo>
                  <a:pt x="3927379" y="1671601"/>
                </a:lnTo>
                <a:lnTo>
                  <a:pt x="3935285" y="1666485"/>
                </a:lnTo>
                <a:lnTo>
                  <a:pt x="3939006" y="1668345"/>
                </a:lnTo>
                <a:lnTo>
                  <a:pt x="3941332" y="1672066"/>
                </a:lnTo>
                <a:lnTo>
                  <a:pt x="3946448" y="1666485"/>
                </a:lnTo>
                <a:lnTo>
                  <a:pt x="3944587" y="1659508"/>
                </a:lnTo>
                <a:lnTo>
                  <a:pt x="3952494" y="1658113"/>
                </a:lnTo>
                <a:lnTo>
                  <a:pt x="3956216" y="1658578"/>
                </a:lnTo>
                <a:lnTo>
                  <a:pt x="3960867" y="1654857"/>
                </a:lnTo>
                <a:lnTo>
                  <a:pt x="3965518" y="1656253"/>
                </a:lnTo>
                <a:lnTo>
                  <a:pt x="3972029" y="1656253"/>
                </a:lnTo>
                <a:lnTo>
                  <a:pt x="3976215" y="1652531"/>
                </a:lnTo>
                <a:lnTo>
                  <a:pt x="3975750" y="1648811"/>
                </a:lnTo>
                <a:lnTo>
                  <a:pt x="3977611" y="1641369"/>
                </a:lnTo>
                <a:lnTo>
                  <a:pt x="3977145" y="1639974"/>
                </a:lnTo>
                <a:lnTo>
                  <a:pt x="3971099" y="1637183"/>
                </a:lnTo>
                <a:lnTo>
                  <a:pt x="3970169" y="1634392"/>
                </a:lnTo>
                <a:lnTo>
                  <a:pt x="3973889" y="1632067"/>
                </a:lnTo>
                <a:lnTo>
                  <a:pt x="3977611" y="1627416"/>
                </a:lnTo>
                <a:lnTo>
                  <a:pt x="3985052" y="1622765"/>
                </a:lnTo>
                <a:lnTo>
                  <a:pt x="3986913" y="1615788"/>
                </a:lnTo>
                <a:lnTo>
                  <a:pt x="3989703" y="1611602"/>
                </a:lnTo>
                <a:lnTo>
                  <a:pt x="3988773" y="1605556"/>
                </a:lnTo>
                <a:lnTo>
                  <a:pt x="3992959" y="1604160"/>
                </a:lnTo>
                <a:lnTo>
                  <a:pt x="3993889" y="1599509"/>
                </a:lnTo>
                <a:lnTo>
                  <a:pt x="4006447" y="1595788"/>
                </a:lnTo>
                <a:lnTo>
                  <a:pt x="4012028" y="1591602"/>
                </a:lnTo>
                <a:lnTo>
                  <a:pt x="4016215" y="1595788"/>
                </a:lnTo>
                <a:lnTo>
                  <a:pt x="4017145" y="1592068"/>
                </a:lnTo>
                <a:lnTo>
                  <a:pt x="4019935" y="1590207"/>
                </a:lnTo>
                <a:lnTo>
                  <a:pt x="4023191" y="1592068"/>
                </a:lnTo>
                <a:lnTo>
                  <a:pt x="4024586" y="1594393"/>
                </a:lnTo>
                <a:lnTo>
                  <a:pt x="4037610" y="1595324"/>
                </a:lnTo>
                <a:lnTo>
                  <a:pt x="4042726" y="1594393"/>
                </a:lnTo>
                <a:lnTo>
                  <a:pt x="4050168" y="1591137"/>
                </a:lnTo>
                <a:lnTo>
                  <a:pt x="4057144" y="1589277"/>
                </a:lnTo>
                <a:lnTo>
                  <a:pt x="4064120" y="1592998"/>
                </a:lnTo>
                <a:lnTo>
                  <a:pt x="4075283" y="1586021"/>
                </a:lnTo>
                <a:lnTo>
                  <a:pt x="4078539" y="1586951"/>
                </a:lnTo>
                <a:lnTo>
                  <a:pt x="4084585" y="1591602"/>
                </a:lnTo>
                <a:lnTo>
                  <a:pt x="4086911" y="1592998"/>
                </a:lnTo>
                <a:lnTo>
                  <a:pt x="4089702" y="1591602"/>
                </a:lnTo>
                <a:lnTo>
                  <a:pt x="4092958" y="1586486"/>
                </a:lnTo>
                <a:lnTo>
                  <a:pt x="4094353" y="1583230"/>
                </a:lnTo>
                <a:lnTo>
                  <a:pt x="4094818" y="1578114"/>
                </a:lnTo>
                <a:lnTo>
                  <a:pt x="4099934" y="1573929"/>
                </a:lnTo>
                <a:lnTo>
                  <a:pt x="4097609" y="1569742"/>
                </a:lnTo>
                <a:lnTo>
                  <a:pt x="4099934" y="1565556"/>
                </a:lnTo>
                <a:lnTo>
                  <a:pt x="4099004" y="1561835"/>
                </a:lnTo>
                <a:lnTo>
                  <a:pt x="4104585" y="1559510"/>
                </a:lnTo>
                <a:lnTo>
                  <a:pt x="4106911" y="1555789"/>
                </a:lnTo>
                <a:lnTo>
                  <a:pt x="4112492" y="1550208"/>
                </a:lnTo>
                <a:lnTo>
                  <a:pt x="4121794" y="1543696"/>
                </a:lnTo>
                <a:lnTo>
                  <a:pt x="4124585" y="1541371"/>
                </a:lnTo>
                <a:lnTo>
                  <a:pt x="4125050" y="1537650"/>
                </a:lnTo>
                <a:lnTo>
                  <a:pt x="4127375" y="1534394"/>
                </a:lnTo>
                <a:lnTo>
                  <a:pt x="4127375" y="1531603"/>
                </a:lnTo>
                <a:lnTo>
                  <a:pt x="4129236" y="1526022"/>
                </a:lnTo>
                <a:lnTo>
                  <a:pt x="4133887" y="1517650"/>
                </a:lnTo>
                <a:lnTo>
                  <a:pt x="4140863" y="1511603"/>
                </a:lnTo>
                <a:lnTo>
                  <a:pt x="4145514" y="1506022"/>
                </a:lnTo>
                <a:lnTo>
                  <a:pt x="4155282" y="1505557"/>
                </a:lnTo>
                <a:lnTo>
                  <a:pt x="4157608" y="1504627"/>
                </a:lnTo>
                <a:lnTo>
                  <a:pt x="4159003" y="1498581"/>
                </a:lnTo>
                <a:lnTo>
                  <a:pt x="4165514" y="1494394"/>
                </a:lnTo>
                <a:lnTo>
                  <a:pt x="4168305" y="1491604"/>
                </a:lnTo>
                <a:lnTo>
                  <a:pt x="4178537" y="1493464"/>
                </a:lnTo>
                <a:lnTo>
                  <a:pt x="4184584" y="1493464"/>
                </a:lnTo>
                <a:lnTo>
                  <a:pt x="4188305" y="1491604"/>
                </a:lnTo>
                <a:lnTo>
                  <a:pt x="4190630" y="1487418"/>
                </a:lnTo>
                <a:lnTo>
                  <a:pt x="4191095" y="1482767"/>
                </a:lnTo>
                <a:lnTo>
                  <a:pt x="4196676" y="1478116"/>
                </a:lnTo>
                <a:lnTo>
                  <a:pt x="4198072" y="1476255"/>
                </a:lnTo>
                <a:lnTo>
                  <a:pt x="4199468" y="1469743"/>
                </a:lnTo>
                <a:lnTo>
                  <a:pt x="4201793" y="1469743"/>
                </a:lnTo>
                <a:lnTo>
                  <a:pt x="4207374" y="1473465"/>
                </a:lnTo>
                <a:lnTo>
                  <a:pt x="4212956" y="1477650"/>
                </a:lnTo>
                <a:lnTo>
                  <a:pt x="4221793" y="1486953"/>
                </a:lnTo>
                <a:lnTo>
                  <a:pt x="4225513" y="1492069"/>
                </a:lnTo>
                <a:lnTo>
                  <a:pt x="4226444" y="1494860"/>
                </a:lnTo>
                <a:lnTo>
                  <a:pt x="4225978" y="1500441"/>
                </a:lnTo>
                <a:lnTo>
                  <a:pt x="4226444" y="1503232"/>
                </a:lnTo>
                <a:lnTo>
                  <a:pt x="4234351" y="1499976"/>
                </a:lnTo>
                <a:lnTo>
                  <a:pt x="4238536" y="1499511"/>
                </a:lnTo>
                <a:lnTo>
                  <a:pt x="4245978" y="1503697"/>
                </a:lnTo>
                <a:lnTo>
                  <a:pt x="4253420" y="1504162"/>
                </a:lnTo>
                <a:lnTo>
                  <a:pt x="4260397" y="1508813"/>
                </a:lnTo>
                <a:lnTo>
                  <a:pt x="4259466" y="1501836"/>
                </a:lnTo>
                <a:lnTo>
                  <a:pt x="4265048" y="1505092"/>
                </a:lnTo>
                <a:lnTo>
                  <a:pt x="4274350" y="1506952"/>
                </a:lnTo>
                <a:lnTo>
                  <a:pt x="4278070" y="1512069"/>
                </a:lnTo>
                <a:lnTo>
                  <a:pt x="4286908" y="1513464"/>
                </a:lnTo>
                <a:lnTo>
                  <a:pt x="4298535" y="1512999"/>
                </a:lnTo>
                <a:lnTo>
                  <a:pt x="4298535" y="1520440"/>
                </a:lnTo>
                <a:lnTo>
                  <a:pt x="4300861" y="1522766"/>
                </a:lnTo>
                <a:lnTo>
                  <a:pt x="4306907" y="1521371"/>
                </a:lnTo>
                <a:lnTo>
                  <a:pt x="4313419" y="1524627"/>
                </a:lnTo>
                <a:lnTo>
                  <a:pt x="4323651" y="1526952"/>
                </a:lnTo>
                <a:lnTo>
                  <a:pt x="4325511" y="1525557"/>
                </a:lnTo>
                <a:lnTo>
                  <a:pt x="4331093" y="1526488"/>
                </a:lnTo>
                <a:lnTo>
                  <a:pt x="4336209" y="1516720"/>
                </a:lnTo>
                <a:lnTo>
                  <a:pt x="4336674" y="1510674"/>
                </a:lnTo>
                <a:lnTo>
                  <a:pt x="4338535" y="1506952"/>
                </a:lnTo>
                <a:lnTo>
                  <a:pt x="4345511" y="1509743"/>
                </a:lnTo>
                <a:lnTo>
                  <a:pt x="4345511" y="1499976"/>
                </a:lnTo>
                <a:lnTo>
                  <a:pt x="4344116" y="1495325"/>
                </a:lnTo>
                <a:lnTo>
                  <a:pt x="4345511" y="1493930"/>
                </a:lnTo>
                <a:lnTo>
                  <a:pt x="4351557" y="1493464"/>
                </a:lnTo>
                <a:lnTo>
                  <a:pt x="4352023" y="1488813"/>
                </a:lnTo>
                <a:lnTo>
                  <a:pt x="4353883" y="1485557"/>
                </a:lnTo>
                <a:lnTo>
                  <a:pt x="4359000" y="1487883"/>
                </a:lnTo>
                <a:lnTo>
                  <a:pt x="4365511" y="1483697"/>
                </a:lnTo>
                <a:lnTo>
                  <a:pt x="4370162" y="1478581"/>
                </a:lnTo>
                <a:lnTo>
                  <a:pt x="4374348" y="1478116"/>
                </a:lnTo>
                <a:lnTo>
                  <a:pt x="4376674" y="1475325"/>
                </a:lnTo>
                <a:lnTo>
                  <a:pt x="4377139" y="1472999"/>
                </a:lnTo>
                <a:lnTo>
                  <a:pt x="4382255" y="1468348"/>
                </a:lnTo>
                <a:lnTo>
                  <a:pt x="4384581" y="1471604"/>
                </a:lnTo>
                <a:lnTo>
                  <a:pt x="4390162" y="1468348"/>
                </a:lnTo>
                <a:lnTo>
                  <a:pt x="4392022" y="1468814"/>
                </a:lnTo>
                <a:lnTo>
                  <a:pt x="4398534" y="1461837"/>
                </a:lnTo>
                <a:lnTo>
                  <a:pt x="4410627" y="1463233"/>
                </a:lnTo>
                <a:lnTo>
                  <a:pt x="4416673" y="1458116"/>
                </a:lnTo>
                <a:lnTo>
                  <a:pt x="4419929" y="1456255"/>
                </a:lnTo>
                <a:lnTo>
                  <a:pt x="4426441" y="1449744"/>
                </a:lnTo>
                <a:lnTo>
                  <a:pt x="4430161" y="1448814"/>
                </a:lnTo>
                <a:lnTo>
                  <a:pt x="4432487" y="1449744"/>
                </a:lnTo>
                <a:lnTo>
                  <a:pt x="4435743" y="1455326"/>
                </a:lnTo>
                <a:lnTo>
                  <a:pt x="4441324" y="1460441"/>
                </a:lnTo>
                <a:lnTo>
                  <a:pt x="4446905" y="1470209"/>
                </a:lnTo>
                <a:lnTo>
                  <a:pt x="4446440" y="1476721"/>
                </a:lnTo>
                <a:lnTo>
                  <a:pt x="4449696" y="1479511"/>
                </a:lnTo>
                <a:lnTo>
                  <a:pt x="4451091" y="1483232"/>
                </a:lnTo>
                <a:lnTo>
                  <a:pt x="4454812" y="1488813"/>
                </a:lnTo>
                <a:lnTo>
                  <a:pt x="4457603" y="1490674"/>
                </a:lnTo>
                <a:lnTo>
                  <a:pt x="4464114" y="1490209"/>
                </a:lnTo>
                <a:lnTo>
                  <a:pt x="4467370" y="1486023"/>
                </a:lnTo>
                <a:lnTo>
                  <a:pt x="4472486" y="1484628"/>
                </a:lnTo>
                <a:lnTo>
                  <a:pt x="4475277" y="1480906"/>
                </a:lnTo>
                <a:lnTo>
                  <a:pt x="4477137" y="1481372"/>
                </a:lnTo>
                <a:lnTo>
                  <a:pt x="4479928" y="1486488"/>
                </a:lnTo>
                <a:lnTo>
                  <a:pt x="4478997" y="1490674"/>
                </a:lnTo>
                <a:lnTo>
                  <a:pt x="4476672" y="1493464"/>
                </a:lnTo>
                <a:lnTo>
                  <a:pt x="4474346" y="1499976"/>
                </a:lnTo>
                <a:lnTo>
                  <a:pt x="4472486" y="1501836"/>
                </a:lnTo>
                <a:lnTo>
                  <a:pt x="4466440" y="1502301"/>
                </a:lnTo>
                <a:lnTo>
                  <a:pt x="4458998" y="1503697"/>
                </a:lnTo>
                <a:lnTo>
                  <a:pt x="4457138" y="1505557"/>
                </a:lnTo>
                <a:lnTo>
                  <a:pt x="4452021" y="1507883"/>
                </a:lnTo>
                <a:lnTo>
                  <a:pt x="4449231" y="1513929"/>
                </a:lnTo>
                <a:lnTo>
                  <a:pt x="4444580" y="1517185"/>
                </a:lnTo>
                <a:lnTo>
                  <a:pt x="4437138" y="1518581"/>
                </a:lnTo>
                <a:lnTo>
                  <a:pt x="4441324" y="1523232"/>
                </a:lnTo>
                <a:lnTo>
                  <a:pt x="4443650" y="1529278"/>
                </a:lnTo>
                <a:lnTo>
                  <a:pt x="4446905" y="1535324"/>
                </a:lnTo>
                <a:lnTo>
                  <a:pt x="4446440" y="1538579"/>
                </a:lnTo>
                <a:lnTo>
                  <a:pt x="4442254" y="1540905"/>
                </a:lnTo>
                <a:lnTo>
                  <a:pt x="4440858" y="1544161"/>
                </a:lnTo>
                <a:lnTo>
                  <a:pt x="4443650" y="1546952"/>
                </a:lnTo>
                <a:lnTo>
                  <a:pt x="4444114" y="1550208"/>
                </a:lnTo>
                <a:lnTo>
                  <a:pt x="4453882" y="1546022"/>
                </a:lnTo>
                <a:lnTo>
                  <a:pt x="4457138" y="1543231"/>
                </a:lnTo>
                <a:lnTo>
                  <a:pt x="4458068" y="1540440"/>
                </a:lnTo>
                <a:lnTo>
                  <a:pt x="4464114" y="1533464"/>
                </a:lnTo>
                <a:lnTo>
                  <a:pt x="4468765" y="1530673"/>
                </a:lnTo>
                <a:lnTo>
                  <a:pt x="4472486" y="1526952"/>
                </a:lnTo>
                <a:lnTo>
                  <a:pt x="4486904" y="1526022"/>
                </a:lnTo>
                <a:lnTo>
                  <a:pt x="4490625" y="1524627"/>
                </a:lnTo>
                <a:lnTo>
                  <a:pt x="4493416" y="1522301"/>
                </a:lnTo>
                <a:lnTo>
                  <a:pt x="4500857" y="1518581"/>
                </a:lnTo>
                <a:lnTo>
                  <a:pt x="4495277" y="1531138"/>
                </a:lnTo>
                <a:lnTo>
                  <a:pt x="4493416" y="1533929"/>
                </a:lnTo>
                <a:lnTo>
                  <a:pt x="4494811" y="1539510"/>
                </a:lnTo>
                <a:lnTo>
                  <a:pt x="4500392" y="1539510"/>
                </a:lnTo>
                <a:lnTo>
                  <a:pt x="4500857" y="1542301"/>
                </a:lnTo>
                <a:lnTo>
                  <a:pt x="4503183" y="1547417"/>
                </a:lnTo>
                <a:lnTo>
                  <a:pt x="4502718" y="1553929"/>
                </a:lnTo>
                <a:lnTo>
                  <a:pt x="4510160" y="1565556"/>
                </a:lnTo>
                <a:lnTo>
                  <a:pt x="4514345" y="1569742"/>
                </a:lnTo>
                <a:lnTo>
                  <a:pt x="4515276" y="1575788"/>
                </a:lnTo>
                <a:lnTo>
                  <a:pt x="4510625" y="1583695"/>
                </a:lnTo>
                <a:lnTo>
                  <a:pt x="4506439" y="1585091"/>
                </a:lnTo>
                <a:lnTo>
                  <a:pt x="4502253" y="1585556"/>
                </a:lnTo>
                <a:lnTo>
                  <a:pt x="4495277" y="1589277"/>
                </a:lnTo>
                <a:lnTo>
                  <a:pt x="4492486" y="1590207"/>
                </a:lnTo>
                <a:lnTo>
                  <a:pt x="4496206" y="1597649"/>
                </a:lnTo>
                <a:lnTo>
                  <a:pt x="4492486" y="1601370"/>
                </a:lnTo>
                <a:lnTo>
                  <a:pt x="4488299" y="1604626"/>
                </a:lnTo>
                <a:lnTo>
                  <a:pt x="4484579" y="1608346"/>
                </a:lnTo>
                <a:lnTo>
                  <a:pt x="4482253" y="1606486"/>
                </a:lnTo>
                <a:lnTo>
                  <a:pt x="4481323" y="1612532"/>
                </a:lnTo>
                <a:lnTo>
                  <a:pt x="4473882" y="1612532"/>
                </a:lnTo>
                <a:lnTo>
                  <a:pt x="4469230" y="1618114"/>
                </a:lnTo>
                <a:lnTo>
                  <a:pt x="4474811" y="1621834"/>
                </a:lnTo>
                <a:lnTo>
                  <a:pt x="4476672" y="1624160"/>
                </a:lnTo>
                <a:lnTo>
                  <a:pt x="4475741" y="1627416"/>
                </a:lnTo>
                <a:lnTo>
                  <a:pt x="4470626" y="1630206"/>
                </a:lnTo>
                <a:lnTo>
                  <a:pt x="4459928" y="1638578"/>
                </a:lnTo>
                <a:lnTo>
                  <a:pt x="4459928" y="1639974"/>
                </a:lnTo>
                <a:lnTo>
                  <a:pt x="4465975" y="1640904"/>
                </a:lnTo>
                <a:lnTo>
                  <a:pt x="4468300" y="1644160"/>
                </a:lnTo>
                <a:lnTo>
                  <a:pt x="4476672" y="1642765"/>
                </a:lnTo>
                <a:lnTo>
                  <a:pt x="4478067" y="1648346"/>
                </a:lnTo>
                <a:lnTo>
                  <a:pt x="4479928" y="1648346"/>
                </a:lnTo>
                <a:lnTo>
                  <a:pt x="4480858" y="1651601"/>
                </a:lnTo>
                <a:lnTo>
                  <a:pt x="4484579" y="1650672"/>
                </a:lnTo>
                <a:lnTo>
                  <a:pt x="4485974" y="1643229"/>
                </a:lnTo>
                <a:lnTo>
                  <a:pt x="4490160" y="1638113"/>
                </a:lnTo>
                <a:lnTo>
                  <a:pt x="4493881" y="1637183"/>
                </a:lnTo>
                <a:lnTo>
                  <a:pt x="4498532" y="1638578"/>
                </a:lnTo>
                <a:lnTo>
                  <a:pt x="4505043" y="1633927"/>
                </a:lnTo>
                <a:lnTo>
                  <a:pt x="4506439" y="1632067"/>
                </a:lnTo>
                <a:lnTo>
                  <a:pt x="4512486" y="1629741"/>
                </a:lnTo>
                <a:lnTo>
                  <a:pt x="4523183" y="1629741"/>
                </a:lnTo>
                <a:lnTo>
                  <a:pt x="4525974" y="1632532"/>
                </a:lnTo>
                <a:lnTo>
                  <a:pt x="4531555" y="1635787"/>
                </a:lnTo>
                <a:lnTo>
                  <a:pt x="4534346" y="1636253"/>
                </a:lnTo>
                <a:lnTo>
                  <a:pt x="4538066" y="1639043"/>
                </a:lnTo>
                <a:lnTo>
                  <a:pt x="4540392" y="1646485"/>
                </a:lnTo>
                <a:lnTo>
                  <a:pt x="4548764" y="1647416"/>
                </a:lnTo>
                <a:lnTo>
                  <a:pt x="4552950" y="1647416"/>
                </a:lnTo>
                <a:lnTo>
                  <a:pt x="4554345" y="1645555"/>
                </a:lnTo>
                <a:lnTo>
                  <a:pt x="4560391" y="1644160"/>
                </a:lnTo>
                <a:lnTo>
                  <a:pt x="4563647" y="1648346"/>
                </a:lnTo>
                <a:lnTo>
                  <a:pt x="4564578" y="1651601"/>
                </a:lnTo>
                <a:lnTo>
                  <a:pt x="4568764" y="1652531"/>
                </a:lnTo>
                <a:lnTo>
                  <a:pt x="4572484" y="1655323"/>
                </a:lnTo>
                <a:lnTo>
                  <a:pt x="4575740" y="1656718"/>
                </a:lnTo>
                <a:lnTo>
                  <a:pt x="4579926" y="1654857"/>
                </a:lnTo>
                <a:lnTo>
                  <a:pt x="4584577" y="1649276"/>
                </a:lnTo>
                <a:lnTo>
                  <a:pt x="4591088" y="1646950"/>
                </a:lnTo>
                <a:lnTo>
                  <a:pt x="4596205" y="1649741"/>
                </a:lnTo>
                <a:lnTo>
                  <a:pt x="4601787" y="1654857"/>
                </a:lnTo>
                <a:lnTo>
                  <a:pt x="4603182" y="1659508"/>
                </a:lnTo>
                <a:lnTo>
                  <a:pt x="4606902" y="1660904"/>
                </a:lnTo>
                <a:lnTo>
                  <a:pt x="4612019" y="1659508"/>
                </a:lnTo>
                <a:lnTo>
                  <a:pt x="4614809" y="1664159"/>
                </a:lnTo>
                <a:lnTo>
                  <a:pt x="4621321" y="1664159"/>
                </a:lnTo>
                <a:lnTo>
                  <a:pt x="4625042" y="1666020"/>
                </a:lnTo>
                <a:lnTo>
                  <a:pt x="4625972" y="1668345"/>
                </a:lnTo>
                <a:lnTo>
                  <a:pt x="4629228" y="1669275"/>
                </a:lnTo>
                <a:lnTo>
                  <a:pt x="4632018" y="1671601"/>
                </a:lnTo>
                <a:lnTo>
                  <a:pt x="4635739" y="1672996"/>
                </a:lnTo>
                <a:lnTo>
                  <a:pt x="4639925" y="1677647"/>
                </a:lnTo>
                <a:lnTo>
                  <a:pt x="4638530" y="1679508"/>
                </a:lnTo>
                <a:lnTo>
                  <a:pt x="4635274" y="1677647"/>
                </a:lnTo>
                <a:lnTo>
                  <a:pt x="4628763" y="1684625"/>
                </a:lnTo>
                <a:lnTo>
                  <a:pt x="4627833" y="1686950"/>
                </a:lnTo>
                <a:lnTo>
                  <a:pt x="4630158" y="1692066"/>
                </a:lnTo>
                <a:lnTo>
                  <a:pt x="4625507" y="1697182"/>
                </a:lnTo>
                <a:lnTo>
                  <a:pt x="4625972" y="1701368"/>
                </a:lnTo>
                <a:lnTo>
                  <a:pt x="4629228" y="1701833"/>
                </a:lnTo>
                <a:lnTo>
                  <a:pt x="4634344" y="1701368"/>
                </a:lnTo>
                <a:lnTo>
                  <a:pt x="4636204" y="1706949"/>
                </a:lnTo>
                <a:lnTo>
                  <a:pt x="4639925" y="1707415"/>
                </a:lnTo>
                <a:lnTo>
                  <a:pt x="4641785" y="1711135"/>
                </a:lnTo>
                <a:lnTo>
                  <a:pt x="4638530" y="1711601"/>
                </a:lnTo>
                <a:lnTo>
                  <a:pt x="4636670" y="1716252"/>
                </a:lnTo>
                <a:lnTo>
                  <a:pt x="4636204" y="1723693"/>
                </a:lnTo>
                <a:lnTo>
                  <a:pt x="4638065" y="1726019"/>
                </a:lnTo>
                <a:lnTo>
                  <a:pt x="4636670" y="1728344"/>
                </a:lnTo>
                <a:lnTo>
                  <a:pt x="4638065" y="1732530"/>
                </a:lnTo>
                <a:lnTo>
                  <a:pt x="4634344" y="1734391"/>
                </a:lnTo>
                <a:lnTo>
                  <a:pt x="4631089" y="1732995"/>
                </a:lnTo>
                <a:lnTo>
                  <a:pt x="4627367" y="1733461"/>
                </a:lnTo>
                <a:lnTo>
                  <a:pt x="4627833" y="1729740"/>
                </a:lnTo>
                <a:lnTo>
                  <a:pt x="4625507" y="1726484"/>
                </a:lnTo>
                <a:lnTo>
                  <a:pt x="4617135" y="1730205"/>
                </a:lnTo>
                <a:lnTo>
                  <a:pt x="4613879" y="1733461"/>
                </a:lnTo>
                <a:lnTo>
                  <a:pt x="4608763" y="1738112"/>
                </a:lnTo>
                <a:lnTo>
                  <a:pt x="4601787" y="1745554"/>
                </a:lnTo>
                <a:lnTo>
                  <a:pt x="4598065" y="1746949"/>
                </a:lnTo>
                <a:lnTo>
                  <a:pt x="4596205" y="1750205"/>
                </a:lnTo>
                <a:lnTo>
                  <a:pt x="4592484" y="1750669"/>
                </a:lnTo>
                <a:lnTo>
                  <a:pt x="4592949" y="1754390"/>
                </a:lnTo>
                <a:lnTo>
                  <a:pt x="4591554" y="1758576"/>
                </a:lnTo>
                <a:lnTo>
                  <a:pt x="4586903" y="1756716"/>
                </a:lnTo>
                <a:lnTo>
                  <a:pt x="4582252" y="1758112"/>
                </a:lnTo>
                <a:lnTo>
                  <a:pt x="4578996" y="1760437"/>
                </a:lnTo>
                <a:lnTo>
                  <a:pt x="4577135" y="1765553"/>
                </a:lnTo>
                <a:lnTo>
                  <a:pt x="4573880" y="1769274"/>
                </a:lnTo>
                <a:lnTo>
                  <a:pt x="4572949" y="1772530"/>
                </a:lnTo>
                <a:lnTo>
                  <a:pt x="4569693" y="1772065"/>
                </a:lnTo>
                <a:lnTo>
                  <a:pt x="4565042" y="1775321"/>
                </a:lnTo>
                <a:lnTo>
                  <a:pt x="4563647" y="1779971"/>
                </a:lnTo>
                <a:lnTo>
                  <a:pt x="4559927" y="1781832"/>
                </a:lnTo>
                <a:lnTo>
                  <a:pt x="4560391" y="1786948"/>
                </a:lnTo>
                <a:lnTo>
                  <a:pt x="4562717" y="1787878"/>
                </a:lnTo>
                <a:lnTo>
                  <a:pt x="4563183" y="1792995"/>
                </a:lnTo>
                <a:lnTo>
                  <a:pt x="4566438" y="1798111"/>
                </a:lnTo>
                <a:lnTo>
                  <a:pt x="4565973" y="1800902"/>
                </a:lnTo>
                <a:lnTo>
                  <a:pt x="4562717" y="1805553"/>
                </a:lnTo>
                <a:lnTo>
                  <a:pt x="4562252" y="1810204"/>
                </a:lnTo>
                <a:lnTo>
                  <a:pt x="4565973" y="1812529"/>
                </a:lnTo>
                <a:lnTo>
                  <a:pt x="4566903" y="1816715"/>
                </a:lnTo>
                <a:lnTo>
                  <a:pt x="4571089" y="1818575"/>
                </a:lnTo>
                <a:lnTo>
                  <a:pt x="4572484" y="1822297"/>
                </a:lnTo>
                <a:lnTo>
                  <a:pt x="4571554" y="1823692"/>
                </a:lnTo>
                <a:lnTo>
                  <a:pt x="4573880" y="1827878"/>
                </a:lnTo>
                <a:lnTo>
                  <a:pt x="4576205" y="1829273"/>
                </a:lnTo>
                <a:lnTo>
                  <a:pt x="4577135" y="1833924"/>
                </a:lnTo>
                <a:lnTo>
                  <a:pt x="4582717" y="1838110"/>
                </a:lnTo>
                <a:lnTo>
                  <a:pt x="4583182" y="1840901"/>
                </a:lnTo>
                <a:lnTo>
                  <a:pt x="4589229" y="1847413"/>
                </a:lnTo>
                <a:lnTo>
                  <a:pt x="4591554" y="1848808"/>
                </a:lnTo>
                <a:lnTo>
                  <a:pt x="4591554" y="1853459"/>
                </a:lnTo>
                <a:lnTo>
                  <a:pt x="4594810" y="1855319"/>
                </a:lnTo>
                <a:lnTo>
                  <a:pt x="4596670" y="1859970"/>
                </a:lnTo>
                <a:lnTo>
                  <a:pt x="4600391" y="1860901"/>
                </a:lnTo>
                <a:lnTo>
                  <a:pt x="4603182" y="1865086"/>
                </a:lnTo>
                <a:lnTo>
                  <a:pt x="4603647" y="1868342"/>
                </a:lnTo>
                <a:lnTo>
                  <a:pt x="4601321" y="1870203"/>
                </a:lnTo>
                <a:lnTo>
                  <a:pt x="4599461" y="1874389"/>
                </a:lnTo>
                <a:lnTo>
                  <a:pt x="4597136" y="1874389"/>
                </a:lnTo>
                <a:lnTo>
                  <a:pt x="4593414" y="1871133"/>
                </a:lnTo>
                <a:lnTo>
                  <a:pt x="4588763" y="1872993"/>
                </a:lnTo>
                <a:lnTo>
                  <a:pt x="4586437" y="1872993"/>
                </a:lnTo>
                <a:lnTo>
                  <a:pt x="4581322" y="1867412"/>
                </a:lnTo>
                <a:lnTo>
                  <a:pt x="4576205" y="1865552"/>
                </a:lnTo>
                <a:lnTo>
                  <a:pt x="4573880" y="1863226"/>
                </a:lnTo>
                <a:lnTo>
                  <a:pt x="4569229" y="1861831"/>
                </a:lnTo>
                <a:lnTo>
                  <a:pt x="4563647" y="1861366"/>
                </a:lnTo>
                <a:lnTo>
                  <a:pt x="4555276" y="1857179"/>
                </a:lnTo>
                <a:lnTo>
                  <a:pt x="4554810" y="1853924"/>
                </a:lnTo>
                <a:lnTo>
                  <a:pt x="4558996" y="1850668"/>
                </a:lnTo>
                <a:lnTo>
                  <a:pt x="4558066" y="1845087"/>
                </a:lnTo>
                <a:lnTo>
                  <a:pt x="4555276" y="1844621"/>
                </a:lnTo>
                <a:lnTo>
                  <a:pt x="4553415" y="1842762"/>
                </a:lnTo>
                <a:lnTo>
                  <a:pt x="4552485" y="1838110"/>
                </a:lnTo>
                <a:lnTo>
                  <a:pt x="4550624" y="1837180"/>
                </a:lnTo>
                <a:lnTo>
                  <a:pt x="4547369" y="1833924"/>
                </a:lnTo>
                <a:lnTo>
                  <a:pt x="4545043" y="1829738"/>
                </a:lnTo>
                <a:lnTo>
                  <a:pt x="4540392" y="1827878"/>
                </a:lnTo>
                <a:lnTo>
                  <a:pt x="4535276" y="1827878"/>
                </a:lnTo>
                <a:lnTo>
                  <a:pt x="4530625" y="1824622"/>
                </a:lnTo>
                <a:lnTo>
                  <a:pt x="4527834" y="1827412"/>
                </a:lnTo>
                <a:lnTo>
                  <a:pt x="4524113" y="1826482"/>
                </a:lnTo>
                <a:lnTo>
                  <a:pt x="4520393" y="1826948"/>
                </a:lnTo>
                <a:lnTo>
                  <a:pt x="4516206" y="1826482"/>
                </a:lnTo>
                <a:lnTo>
                  <a:pt x="4512486" y="1829273"/>
                </a:lnTo>
                <a:lnTo>
                  <a:pt x="4512950" y="1831133"/>
                </a:lnTo>
                <a:lnTo>
                  <a:pt x="4506904" y="1834855"/>
                </a:lnTo>
                <a:lnTo>
                  <a:pt x="4501788" y="1839506"/>
                </a:lnTo>
                <a:lnTo>
                  <a:pt x="4497137" y="1837645"/>
                </a:lnTo>
                <a:lnTo>
                  <a:pt x="4492486" y="1837180"/>
                </a:lnTo>
                <a:lnTo>
                  <a:pt x="4486439" y="1837645"/>
                </a:lnTo>
                <a:lnTo>
                  <a:pt x="4479928" y="1840436"/>
                </a:lnTo>
                <a:lnTo>
                  <a:pt x="4475277" y="1839040"/>
                </a:lnTo>
                <a:lnTo>
                  <a:pt x="4472951" y="1841366"/>
                </a:lnTo>
                <a:lnTo>
                  <a:pt x="4466905" y="1839040"/>
                </a:lnTo>
                <a:lnTo>
                  <a:pt x="4463649" y="1840436"/>
                </a:lnTo>
                <a:lnTo>
                  <a:pt x="4461789" y="1842762"/>
                </a:lnTo>
                <a:lnTo>
                  <a:pt x="4454812" y="1841831"/>
                </a:lnTo>
                <a:lnTo>
                  <a:pt x="4452021" y="1844621"/>
                </a:lnTo>
                <a:lnTo>
                  <a:pt x="4448765" y="1845552"/>
                </a:lnTo>
                <a:lnTo>
                  <a:pt x="4446440" y="1847413"/>
                </a:lnTo>
                <a:lnTo>
                  <a:pt x="4443650" y="1847413"/>
                </a:lnTo>
                <a:lnTo>
                  <a:pt x="4435743" y="1851133"/>
                </a:lnTo>
                <a:lnTo>
                  <a:pt x="4433417" y="1851598"/>
                </a:lnTo>
                <a:lnTo>
                  <a:pt x="4431092" y="1853924"/>
                </a:lnTo>
                <a:lnTo>
                  <a:pt x="4423185" y="1857645"/>
                </a:lnTo>
                <a:lnTo>
                  <a:pt x="4420394" y="1865086"/>
                </a:lnTo>
                <a:lnTo>
                  <a:pt x="4414347" y="1872993"/>
                </a:lnTo>
                <a:lnTo>
                  <a:pt x="4410627" y="1880900"/>
                </a:lnTo>
                <a:lnTo>
                  <a:pt x="4398069" y="1889272"/>
                </a:lnTo>
                <a:lnTo>
                  <a:pt x="4394813" y="1888807"/>
                </a:lnTo>
                <a:lnTo>
                  <a:pt x="4392022" y="1890203"/>
                </a:lnTo>
                <a:lnTo>
                  <a:pt x="4388301" y="1888807"/>
                </a:lnTo>
                <a:lnTo>
                  <a:pt x="4382720" y="1894388"/>
                </a:lnTo>
                <a:lnTo>
                  <a:pt x="4379464" y="1899039"/>
                </a:lnTo>
                <a:lnTo>
                  <a:pt x="4379929" y="1902761"/>
                </a:lnTo>
                <a:lnTo>
                  <a:pt x="4378069" y="1905086"/>
                </a:lnTo>
                <a:lnTo>
                  <a:pt x="4378534" y="1909272"/>
                </a:lnTo>
                <a:lnTo>
                  <a:pt x="4374813" y="1912993"/>
                </a:lnTo>
                <a:lnTo>
                  <a:pt x="4370627" y="1912993"/>
                </a:lnTo>
                <a:lnTo>
                  <a:pt x="4365511" y="1908807"/>
                </a:lnTo>
                <a:lnTo>
                  <a:pt x="4362256" y="1913457"/>
                </a:lnTo>
                <a:lnTo>
                  <a:pt x="4359930" y="1914388"/>
                </a:lnTo>
                <a:lnTo>
                  <a:pt x="4359000" y="1919505"/>
                </a:lnTo>
                <a:lnTo>
                  <a:pt x="4355744" y="1924620"/>
                </a:lnTo>
                <a:lnTo>
                  <a:pt x="4350162" y="1923690"/>
                </a:lnTo>
                <a:lnTo>
                  <a:pt x="4348302" y="1921830"/>
                </a:lnTo>
                <a:lnTo>
                  <a:pt x="4345511" y="1921830"/>
                </a:lnTo>
                <a:lnTo>
                  <a:pt x="4340395" y="1926015"/>
                </a:lnTo>
                <a:lnTo>
                  <a:pt x="4338535" y="1931597"/>
                </a:lnTo>
                <a:lnTo>
                  <a:pt x="4335744" y="1936248"/>
                </a:lnTo>
                <a:lnTo>
                  <a:pt x="4332489" y="1937178"/>
                </a:lnTo>
                <a:lnTo>
                  <a:pt x="4325977" y="1946946"/>
                </a:lnTo>
                <a:lnTo>
                  <a:pt x="4323186" y="1946946"/>
                </a:lnTo>
                <a:lnTo>
                  <a:pt x="4316675" y="1950202"/>
                </a:lnTo>
                <a:lnTo>
                  <a:pt x="4313884" y="1950202"/>
                </a:lnTo>
                <a:lnTo>
                  <a:pt x="4306907" y="1953922"/>
                </a:lnTo>
                <a:lnTo>
                  <a:pt x="4301791" y="1952992"/>
                </a:lnTo>
                <a:lnTo>
                  <a:pt x="4299931" y="1948806"/>
                </a:lnTo>
                <a:lnTo>
                  <a:pt x="4296675" y="1948806"/>
                </a:lnTo>
                <a:lnTo>
                  <a:pt x="4296675" y="1948805"/>
                </a:lnTo>
                <a:lnTo>
                  <a:pt x="4291559" y="1955316"/>
                </a:lnTo>
                <a:lnTo>
                  <a:pt x="4287838" y="1956247"/>
                </a:lnTo>
                <a:lnTo>
                  <a:pt x="4283187" y="1960433"/>
                </a:lnTo>
                <a:lnTo>
                  <a:pt x="4283187" y="1967409"/>
                </a:lnTo>
                <a:lnTo>
                  <a:pt x="4280861" y="1971130"/>
                </a:lnTo>
                <a:lnTo>
                  <a:pt x="4277140" y="1973455"/>
                </a:lnTo>
                <a:lnTo>
                  <a:pt x="4278071" y="1976711"/>
                </a:lnTo>
                <a:lnTo>
                  <a:pt x="4275280" y="1979502"/>
                </a:lnTo>
                <a:lnTo>
                  <a:pt x="4269699" y="1987874"/>
                </a:lnTo>
                <a:lnTo>
                  <a:pt x="4269234" y="1990664"/>
                </a:lnTo>
                <a:lnTo>
                  <a:pt x="4272489" y="1990200"/>
                </a:lnTo>
                <a:lnTo>
                  <a:pt x="4276210" y="1995315"/>
                </a:lnTo>
                <a:lnTo>
                  <a:pt x="4275280" y="1999502"/>
                </a:lnTo>
                <a:lnTo>
                  <a:pt x="4280396" y="2001827"/>
                </a:lnTo>
                <a:lnTo>
                  <a:pt x="4279001" y="2007408"/>
                </a:lnTo>
                <a:lnTo>
                  <a:pt x="4279466" y="2018571"/>
                </a:lnTo>
                <a:lnTo>
                  <a:pt x="4278071" y="2021827"/>
                </a:lnTo>
                <a:lnTo>
                  <a:pt x="4279466" y="2025083"/>
                </a:lnTo>
                <a:lnTo>
                  <a:pt x="4278071" y="2027873"/>
                </a:lnTo>
                <a:lnTo>
                  <a:pt x="4281327" y="2032524"/>
                </a:lnTo>
                <a:lnTo>
                  <a:pt x="4279001" y="2034385"/>
                </a:lnTo>
                <a:lnTo>
                  <a:pt x="4277140" y="2041361"/>
                </a:lnTo>
                <a:lnTo>
                  <a:pt x="4279001" y="2046012"/>
                </a:lnTo>
                <a:lnTo>
                  <a:pt x="4278071" y="2048803"/>
                </a:lnTo>
                <a:lnTo>
                  <a:pt x="4279001" y="2052524"/>
                </a:lnTo>
                <a:lnTo>
                  <a:pt x="4282722" y="2053454"/>
                </a:lnTo>
                <a:lnTo>
                  <a:pt x="4285047" y="2052989"/>
                </a:lnTo>
                <a:lnTo>
                  <a:pt x="4288303" y="2055314"/>
                </a:lnTo>
                <a:lnTo>
                  <a:pt x="4285047" y="2060896"/>
                </a:lnTo>
                <a:lnTo>
                  <a:pt x="4285047" y="2064151"/>
                </a:lnTo>
                <a:lnTo>
                  <a:pt x="4280861" y="2069268"/>
                </a:lnTo>
                <a:lnTo>
                  <a:pt x="4277606" y="2072524"/>
                </a:lnTo>
                <a:lnTo>
                  <a:pt x="4275745" y="2075780"/>
                </a:lnTo>
                <a:lnTo>
                  <a:pt x="4271094" y="2079035"/>
                </a:lnTo>
                <a:lnTo>
                  <a:pt x="4267838" y="2079501"/>
                </a:lnTo>
                <a:lnTo>
                  <a:pt x="4263187" y="2084616"/>
                </a:lnTo>
                <a:lnTo>
                  <a:pt x="4261792" y="2087872"/>
                </a:lnTo>
                <a:lnTo>
                  <a:pt x="4261327" y="2092989"/>
                </a:lnTo>
                <a:lnTo>
                  <a:pt x="4264118" y="2097640"/>
                </a:lnTo>
                <a:lnTo>
                  <a:pt x="4264583" y="2102291"/>
                </a:lnTo>
                <a:lnTo>
                  <a:pt x="4266443" y="2103686"/>
                </a:lnTo>
                <a:lnTo>
                  <a:pt x="4265978" y="2108802"/>
                </a:lnTo>
                <a:lnTo>
                  <a:pt x="4266908" y="2112058"/>
                </a:lnTo>
                <a:lnTo>
                  <a:pt x="4264118" y="2115779"/>
                </a:lnTo>
                <a:lnTo>
                  <a:pt x="4260396" y="2116709"/>
                </a:lnTo>
                <a:lnTo>
                  <a:pt x="4256211" y="2122291"/>
                </a:lnTo>
                <a:lnTo>
                  <a:pt x="4249699" y="2127406"/>
                </a:lnTo>
                <a:lnTo>
                  <a:pt x="4248304" y="2129732"/>
                </a:lnTo>
                <a:lnTo>
                  <a:pt x="4245978" y="2138104"/>
                </a:lnTo>
                <a:lnTo>
                  <a:pt x="4240862" y="2143220"/>
                </a:lnTo>
                <a:lnTo>
                  <a:pt x="4243652" y="2146476"/>
                </a:lnTo>
                <a:lnTo>
                  <a:pt x="4235281" y="2147406"/>
                </a:lnTo>
                <a:lnTo>
                  <a:pt x="4232955" y="2149732"/>
                </a:lnTo>
                <a:lnTo>
                  <a:pt x="4228769" y="2159499"/>
                </a:lnTo>
                <a:lnTo>
                  <a:pt x="4224583" y="2160429"/>
                </a:lnTo>
                <a:lnTo>
                  <a:pt x="4222723" y="2161825"/>
                </a:lnTo>
                <a:lnTo>
                  <a:pt x="4219932" y="2159964"/>
                </a:lnTo>
                <a:lnTo>
                  <a:pt x="4218537" y="2162290"/>
                </a:lnTo>
                <a:lnTo>
                  <a:pt x="4209235" y="2164615"/>
                </a:lnTo>
                <a:lnTo>
                  <a:pt x="4208304" y="2165546"/>
                </a:lnTo>
                <a:lnTo>
                  <a:pt x="4208303" y="2165546"/>
                </a:lnTo>
                <a:lnTo>
                  <a:pt x="4207374" y="2172522"/>
                </a:lnTo>
                <a:lnTo>
                  <a:pt x="4203188" y="2174848"/>
                </a:lnTo>
                <a:lnTo>
                  <a:pt x="4199932" y="2178103"/>
                </a:lnTo>
                <a:lnTo>
                  <a:pt x="4198537" y="2187405"/>
                </a:lnTo>
                <a:lnTo>
                  <a:pt x="4194815" y="2195778"/>
                </a:lnTo>
                <a:lnTo>
                  <a:pt x="4195281" y="2199499"/>
                </a:lnTo>
                <a:lnTo>
                  <a:pt x="4192956" y="2208336"/>
                </a:lnTo>
                <a:lnTo>
                  <a:pt x="4195281" y="2212056"/>
                </a:lnTo>
                <a:lnTo>
                  <a:pt x="4199932" y="2212987"/>
                </a:lnTo>
                <a:lnTo>
                  <a:pt x="4202722" y="2215777"/>
                </a:lnTo>
                <a:lnTo>
                  <a:pt x="4218536" y="2222289"/>
                </a:lnTo>
                <a:lnTo>
                  <a:pt x="4218536" y="2228335"/>
                </a:lnTo>
                <a:lnTo>
                  <a:pt x="4219001" y="2235312"/>
                </a:lnTo>
                <a:lnTo>
                  <a:pt x="4217606" y="2241823"/>
                </a:lnTo>
                <a:lnTo>
                  <a:pt x="4215281" y="2246009"/>
                </a:lnTo>
                <a:lnTo>
                  <a:pt x="4212955" y="2247404"/>
                </a:lnTo>
                <a:lnTo>
                  <a:pt x="4211559" y="2252056"/>
                </a:lnTo>
                <a:lnTo>
                  <a:pt x="4213885" y="2256242"/>
                </a:lnTo>
                <a:lnTo>
                  <a:pt x="4212025" y="2257637"/>
                </a:lnTo>
                <a:lnTo>
                  <a:pt x="4209699" y="2263684"/>
                </a:lnTo>
                <a:lnTo>
                  <a:pt x="4204118" y="2268335"/>
                </a:lnTo>
                <a:lnTo>
                  <a:pt x="4201793" y="2272986"/>
                </a:lnTo>
                <a:lnTo>
                  <a:pt x="4199002" y="2284149"/>
                </a:lnTo>
                <a:lnTo>
                  <a:pt x="4200397" y="2287404"/>
                </a:lnTo>
                <a:lnTo>
                  <a:pt x="4198071" y="2291125"/>
                </a:lnTo>
                <a:lnTo>
                  <a:pt x="4197141" y="2294845"/>
                </a:lnTo>
                <a:lnTo>
                  <a:pt x="4193886" y="2296706"/>
                </a:lnTo>
                <a:lnTo>
                  <a:pt x="4187374" y="2295776"/>
                </a:lnTo>
                <a:lnTo>
                  <a:pt x="4187374" y="2303218"/>
                </a:lnTo>
                <a:lnTo>
                  <a:pt x="4185979" y="2307869"/>
                </a:lnTo>
                <a:lnTo>
                  <a:pt x="4182723" y="2313450"/>
                </a:lnTo>
                <a:lnTo>
                  <a:pt x="4177142" y="2319497"/>
                </a:lnTo>
                <a:lnTo>
                  <a:pt x="4173886" y="2320427"/>
                </a:lnTo>
                <a:lnTo>
                  <a:pt x="4168305" y="2334845"/>
                </a:lnTo>
                <a:lnTo>
                  <a:pt x="4164118" y="2335776"/>
                </a:lnTo>
                <a:lnTo>
                  <a:pt x="4165049" y="2339031"/>
                </a:lnTo>
                <a:lnTo>
                  <a:pt x="4164584" y="2345542"/>
                </a:lnTo>
                <a:lnTo>
                  <a:pt x="4163188" y="2348798"/>
                </a:lnTo>
                <a:lnTo>
                  <a:pt x="4158072" y="2351124"/>
                </a:lnTo>
                <a:lnTo>
                  <a:pt x="4161328" y="2353915"/>
                </a:lnTo>
                <a:lnTo>
                  <a:pt x="4155747" y="2361356"/>
                </a:lnTo>
                <a:lnTo>
                  <a:pt x="4151560" y="2361822"/>
                </a:lnTo>
                <a:lnTo>
                  <a:pt x="4152026" y="2370194"/>
                </a:lnTo>
                <a:lnTo>
                  <a:pt x="4149700" y="2376705"/>
                </a:lnTo>
                <a:lnTo>
                  <a:pt x="4146909" y="2379031"/>
                </a:lnTo>
                <a:lnTo>
                  <a:pt x="4145049" y="2385542"/>
                </a:lnTo>
                <a:lnTo>
                  <a:pt x="4145049" y="2389728"/>
                </a:lnTo>
                <a:lnTo>
                  <a:pt x="4141793" y="2391589"/>
                </a:lnTo>
                <a:lnTo>
                  <a:pt x="4140863" y="2395775"/>
                </a:lnTo>
                <a:lnTo>
                  <a:pt x="4141328" y="2405077"/>
                </a:lnTo>
                <a:lnTo>
                  <a:pt x="4139003" y="2410193"/>
                </a:lnTo>
                <a:lnTo>
                  <a:pt x="4139003" y="2412984"/>
                </a:lnTo>
                <a:lnTo>
                  <a:pt x="4130631" y="2426936"/>
                </a:lnTo>
                <a:lnTo>
                  <a:pt x="4131096" y="2431587"/>
                </a:lnTo>
                <a:lnTo>
                  <a:pt x="4127840" y="2431587"/>
                </a:lnTo>
                <a:lnTo>
                  <a:pt x="4126909" y="2433448"/>
                </a:lnTo>
                <a:lnTo>
                  <a:pt x="4126445" y="2439960"/>
                </a:lnTo>
                <a:lnTo>
                  <a:pt x="4125514" y="2446471"/>
                </a:lnTo>
                <a:lnTo>
                  <a:pt x="4121794" y="2446006"/>
                </a:lnTo>
                <a:lnTo>
                  <a:pt x="4119468" y="2448332"/>
                </a:lnTo>
                <a:lnTo>
                  <a:pt x="4118073" y="2444146"/>
                </a:lnTo>
                <a:lnTo>
                  <a:pt x="4115282" y="2439494"/>
                </a:lnTo>
                <a:lnTo>
                  <a:pt x="4107840" y="2438099"/>
                </a:lnTo>
                <a:lnTo>
                  <a:pt x="4106911" y="2435309"/>
                </a:lnTo>
                <a:lnTo>
                  <a:pt x="4102724" y="2432518"/>
                </a:lnTo>
                <a:lnTo>
                  <a:pt x="4094818" y="2432518"/>
                </a:lnTo>
                <a:lnTo>
                  <a:pt x="4092492" y="2429728"/>
                </a:lnTo>
                <a:lnTo>
                  <a:pt x="4087375" y="2428332"/>
                </a:lnTo>
                <a:lnTo>
                  <a:pt x="4083190" y="2428797"/>
                </a:lnTo>
                <a:lnTo>
                  <a:pt x="4078539" y="2431587"/>
                </a:lnTo>
                <a:lnTo>
                  <a:pt x="4073887" y="2432518"/>
                </a:lnTo>
                <a:lnTo>
                  <a:pt x="4069236" y="2432518"/>
                </a:lnTo>
                <a:lnTo>
                  <a:pt x="4066911" y="2426472"/>
                </a:lnTo>
                <a:lnTo>
                  <a:pt x="4064120" y="2424146"/>
                </a:lnTo>
                <a:lnTo>
                  <a:pt x="4062260" y="2419960"/>
                </a:lnTo>
                <a:lnTo>
                  <a:pt x="4058539" y="2420890"/>
                </a:lnTo>
                <a:lnTo>
                  <a:pt x="4044585" y="2418565"/>
                </a:lnTo>
                <a:lnTo>
                  <a:pt x="4039004" y="2419030"/>
                </a:lnTo>
                <a:lnTo>
                  <a:pt x="4039469" y="2422285"/>
                </a:lnTo>
                <a:lnTo>
                  <a:pt x="4037609" y="2425541"/>
                </a:lnTo>
                <a:lnTo>
                  <a:pt x="4032958" y="2426006"/>
                </a:lnTo>
                <a:lnTo>
                  <a:pt x="4031563" y="2422751"/>
                </a:lnTo>
                <a:lnTo>
                  <a:pt x="4029237" y="2426936"/>
                </a:lnTo>
                <a:lnTo>
                  <a:pt x="4025516" y="2427867"/>
                </a:lnTo>
                <a:lnTo>
                  <a:pt x="4022725" y="2430192"/>
                </a:lnTo>
                <a:lnTo>
                  <a:pt x="4016214" y="2426006"/>
                </a:lnTo>
                <a:lnTo>
                  <a:pt x="4015284" y="2420890"/>
                </a:lnTo>
                <a:lnTo>
                  <a:pt x="4011563" y="2416240"/>
                </a:lnTo>
                <a:lnTo>
                  <a:pt x="4009703" y="2410193"/>
                </a:lnTo>
                <a:lnTo>
                  <a:pt x="4006912" y="2406937"/>
                </a:lnTo>
                <a:lnTo>
                  <a:pt x="3997144" y="2403682"/>
                </a:lnTo>
                <a:lnTo>
                  <a:pt x="3993889" y="2405077"/>
                </a:lnTo>
                <a:lnTo>
                  <a:pt x="3995284" y="2409263"/>
                </a:lnTo>
                <a:lnTo>
                  <a:pt x="3994819" y="2411588"/>
                </a:lnTo>
                <a:lnTo>
                  <a:pt x="3994820" y="2411588"/>
                </a:lnTo>
                <a:lnTo>
                  <a:pt x="3995285" y="2415309"/>
                </a:lnTo>
                <a:lnTo>
                  <a:pt x="3994820" y="2423681"/>
                </a:lnTo>
                <a:lnTo>
                  <a:pt x="3996680" y="2424611"/>
                </a:lnTo>
                <a:lnTo>
                  <a:pt x="3999006" y="2430192"/>
                </a:lnTo>
                <a:lnTo>
                  <a:pt x="4004587" y="2432983"/>
                </a:lnTo>
                <a:lnTo>
                  <a:pt x="4003657" y="2440424"/>
                </a:lnTo>
                <a:lnTo>
                  <a:pt x="4004587" y="2451587"/>
                </a:lnTo>
                <a:lnTo>
                  <a:pt x="4005983" y="2453448"/>
                </a:lnTo>
                <a:lnTo>
                  <a:pt x="4005518" y="2459960"/>
                </a:lnTo>
                <a:lnTo>
                  <a:pt x="4007378" y="2467401"/>
                </a:lnTo>
                <a:lnTo>
                  <a:pt x="4007378" y="2470657"/>
                </a:lnTo>
                <a:lnTo>
                  <a:pt x="4011564" y="2476238"/>
                </a:lnTo>
                <a:lnTo>
                  <a:pt x="4009238" y="2480889"/>
                </a:lnTo>
                <a:lnTo>
                  <a:pt x="4009704" y="2493447"/>
                </a:lnTo>
                <a:lnTo>
                  <a:pt x="4008309" y="2495772"/>
                </a:lnTo>
                <a:lnTo>
                  <a:pt x="4008774" y="2501819"/>
                </a:lnTo>
                <a:lnTo>
                  <a:pt x="4005983" y="2506005"/>
                </a:lnTo>
                <a:lnTo>
                  <a:pt x="4005518" y="2512051"/>
                </a:lnTo>
                <a:lnTo>
                  <a:pt x="4004123" y="2519028"/>
                </a:lnTo>
                <a:lnTo>
                  <a:pt x="4004123" y="2523214"/>
                </a:lnTo>
                <a:lnTo>
                  <a:pt x="4006913" y="2526935"/>
                </a:lnTo>
                <a:lnTo>
                  <a:pt x="3999006" y="2532981"/>
                </a:lnTo>
                <a:lnTo>
                  <a:pt x="4001331" y="2536702"/>
                </a:lnTo>
                <a:lnTo>
                  <a:pt x="4001797" y="2544144"/>
                </a:lnTo>
                <a:lnTo>
                  <a:pt x="4001331" y="2549725"/>
                </a:lnTo>
                <a:lnTo>
                  <a:pt x="4003657" y="2555307"/>
                </a:lnTo>
                <a:lnTo>
                  <a:pt x="4000401" y="2568330"/>
                </a:lnTo>
                <a:lnTo>
                  <a:pt x="4003657" y="2570190"/>
                </a:lnTo>
                <a:lnTo>
                  <a:pt x="3999006" y="2573911"/>
                </a:lnTo>
                <a:lnTo>
                  <a:pt x="3998076" y="2580422"/>
                </a:lnTo>
                <a:lnTo>
                  <a:pt x="3995750" y="2582748"/>
                </a:lnTo>
                <a:lnTo>
                  <a:pt x="3993890" y="2587864"/>
                </a:lnTo>
                <a:lnTo>
                  <a:pt x="3989239" y="2592515"/>
                </a:lnTo>
                <a:lnTo>
                  <a:pt x="3981332" y="2592980"/>
                </a:lnTo>
                <a:lnTo>
                  <a:pt x="3978076" y="2590190"/>
                </a:lnTo>
                <a:lnTo>
                  <a:pt x="3973890" y="2584143"/>
                </a:lnTo>
                <a:lnTo>
                  <a:pt x="3970169" y="2584143"/>
                </a:lnTo>
                <a:lnTo>
                  <a:pt x="3967844" y="2585539"/>
                </a:lnTo>
                <a:lnTo>
                  <a:pt x="3963658" y="2583678"/>
                </a:lnTo>
                <a:lnTo>
                  <a:pt x="3962262" y="2586003"/>
                </a:lnTo>
                <a:lnTo>
                  <a:pt x="3962728" y="2592050"/>
                </a:lnTo>
                <a:lnTo>
                  <a:pt x="3961797" y="2593910"/>
                </a:lnTo>
                <a:lnTo>
                  <a:pt x="3964588" y="2597631"/>
                </a:lnTo>
                <a:lnTo>
                  <a:pt x="3963658" y="2600422"/>
                </a:lnTo>
                <a:lnTo>
                  <a:pt x="3966914" y="2608794"/>
                </a:lnTo>
                <a:lnTo>
                  <a:pt x="3963192" y="2609259"/>
                </a:lnTo>
                <a:lnTo>
                  <a:pt x="3963192" y="2612515"/>
                </a:lnTo>
                <a:lnTo>
                  <a:pt x="3960402" y="2617631"/>
                </a:lnTo>
                <a:lnTo>
                  <a:pt x="3959472" y="2625538"/>
                </a:lnTo>
                <a:lnTo>
                  <a:pt x="3956681" y="2626933"/>
                </a:lnTo>
                <a:lnTo>
                  <a:pt x="3959007" y="2638096"/>
                </a:lnTo>
                <a:lnTo>
                  <a:pt x="3955751" y="2644143"/>
                </a:lnTo>
                <a:lnTo>
                  <a:pt x="3957611" y="2646468"/>
                </a:lnTo>
                <a:lnTo>
                  <a:pt x="3957611" y="2650189"/>
                </a:lnTo>
                <a:lnTo>
                  <a:pt x="3959937" y="2654375"/>
                </a:lnTo>
                <a:lnTo>
                  <a:pt x="3959472" y="2656235"/>
                </a:lnTo>
                <a:lnTo>
                  <a:pt x="3962728" y="2659026"/>
                </a:lnTo>
                <a:lnTo>
                  <a:pt x="3964123" y="2665537"/>
                </a:lnTo>
                <a:lnTo>
                  <a:pt x="3959472" y="2670653"/>
                </a:lnTo>
                <a:lnTo>
                  <a:pt x="3959007" y="2674839"/>
                </a:lnTo>
                <a:lnTo>
                  <a:pt x="3961797" y="2675770"/>
                </a:lnTo>
                <a:lnTo>
                  <a:pt x="3962728" y="2680886"/>
                </a:lnTo>
                <a:lnTo>
                  <a:pt x="3962262" y="2684606"/>
                </a:lnTo>
                <a:lnTo>
                  <a:pt x="3964123" y="2687397"/>
                </a:lnTo>
                <a:lnTo>
                  <a:pt x="3968774" y="2688792"/>
                </a:lnTo>
                <a:lnTo>
                  <a:pt x="3971565" y="2692513"/>
                </a:lnTo>
                <a:lnTo>
                  <a:pt x="3971099" y="2694839"/>
                </a:lnTo>
                <a:lnTo>
                  <a:pt x="3972495" y="2700886"/>
                </a:lnTo>
                <a:lnTo>
                  <a:pt x="3971565" y="2702281"/>
                </a:lnTo>
                <a:lnTo>
                  <a:pt x="3972960" y="2708327"/>
                </a:lnTo>
                <a:lnTo>
                  <a:pt x="3972960" y="2717630"/>
                </a:lnTo>
                <a:lnTo>
                  <a:pt x="3974355" y="2721350"/>
                </a:lnTo>
                <a:lnTo>
                  <a:pt x="3971099" y="2723211"/>
                </a:lnTo>
                <a:lnTo>
                  <a:pt x="3964588" y="2723676"/>
                </a:lnTo>
                <a:lnTo>
                  <a:pt x="3966448" y="2730188"/>
                </a:lnTo>
                <a:lnTo>
                  <a:pt x="3967844" y="2731583"/>
                </a:lnTo>
                <a:lnTo>
                  <a:pt x="3966914" y="2734839"/>
                </a:lnTo>
                <a:lnTo>
                  <a:pt x="3961797" y="2735303"/>
                </a:lnTo>
                <a:lnTo>
                  <a:pt x="3959472" y="2731583"/>
                </a:lnTo>
                <a:lnTo>
                  <a:pt x="3957146" y="2732048"/>
                </a:lnTo>
                <a:lnTo>
                  <a:pt x="3953426" y="2730188"/>
                </a:lnTo>
                <a:lnTo>
                  <a:pt x="3948309" y="2732978"/>
                </a:lnTo>
                <a:lnTo>
                  <a:pt x="3949704" y="2737629"/>
                </a:lnTo>
                <a:lnTo>
                  <a:pt x="3948309" y="2742280"/>
                </a:lnTo>
                <a:lnTo>
                  <a:pt x="3950635" y="2744141"/>
                </a:lnTo>
                <a:lnTo>
                  <a:pt x="3951565" y="2748327"/>
                </a:lnTo>
                <a:lnTo>
                  <a:pt x="3943658" y="2747861"/>
                </a:lnTo>
                <a:lnTo>
                  <a:pt x="3943193" y="2751583"/>
                </a:lnTo>
                <a:lnTo>
                  <a:pt x="3941333" y="2756698"/>
                </a:lnTo>
                <a:lnTo>
                  <a:pt x="3940867" y="2759024"/>
                </a:lnTo>
                <a:lnTo>
                  <a:pt x="3942728" y="2764140"/>
                </a:lnTo>
                <a:lnTo>
                  <a:pt x="3942728" y="2768791"/>
                </a:lnTo>
                <a:lnTo>
                  <a:pt x="3939007" y="2768791"/>
                </a:lnTo>
                <a:lnTo>
                  <a:pt x="3935751" y="2761349"/>
                </a:lnTo>
                <a:lnTo>
                  <a:pt x="3932030" y="2762745"/>
                </a:lnTo>
                <a:lnTo>
                  <a:pt x="3929704" y="2766931"/>
                </a:lnTo>
                <a:lnTo>
                  <a:pt x="3927844" y="2772047"/>
                </a:lnTo>
                <a:lnTo>
                  <a:pt x="3925983" y="2769256"/>
                </a:lnTo>
                <a:lnTo>
                  <a:pt x="3924123" y="2764140"/>
                </a:lnTo>
                <a:lnTo>
                  <a:pt x="3921332" y="2760884"/>
                </a:lnTo>
                <a:lnTo>
                  <a:pt x="3920402" y="2755768"/>
                </a:lnTo>
                <a:lnTo>
                  <a:pt x="3917146" y="2755303"/>
                </a:lnTo>
                <a:lnTo>
                  <a:pt x="3913426" y="2752513"/>
                </a:lnTo>
                <a:lnTo>
                  <a:pt x="3912030" y="2749722"/>
                </a:lnTo>
                <a:lnTo>
                  <a:pt x="3905054" y="2746931"/>
                </a:lnTo>
                <a:lnTo>
                  <a:pt x="3903658" y="2744141"/>
                </a:lnTo>
                <a:lnTo>
                  <a:pt x="3899472" y="2742280"/>
                </a:lnTo>
                <a:lnTo>
                  <a:pt x="3898542" y="2740420"/>
                </a:lnTo>
                <a:lnTo>
                  <a:pt x="3893891" y="2739490"/>
                </a:lnTo>
                <a:lnTo>
                  <a:pt x="3892961" y="2748791"/>
                </a:lnTo>
                <a:lnTo>
                  <a:pt x="3890636" y="2747861"/>
                </a:lnTo>
                <a:lnTo>
                  <a:pt x="3892031" y="2759024"/>
                </a:lnTo>
                <a:lnTo>
                  <a:pt x="3890170" y="2763675"/>
                </a:lnTo>
                <a:lnTo>
                  <a:pt x="3886914" y="2763675"/>
                </a:lnTo>
                <a:lnTo>
                  <a:pt x="3883658" y="2767861"/>
                </a:lnTo>
                <a:lnTo>
                  <a:pt x="3879473" y="2769256"/>
                </a:lnTo>
                <a:lnTo>
                  <a:pt x="3878077" y="2760884"/>
                </a:lnTo>
                <a:lnTo>
                  <a:pt x="3878077" y="2756234"/>
                </a:lnTo>
                <a:lnTo>
                  <a:pt x="3872961" y="2743210"/>
                </a:lnTo>
                <a:lnTo>
                  <a:pt x="3877147" y="2742746"/>
                </a:lnTo>
                <a:lnTo>
                  <a:pt x="3879938" y="2740885"/>
                </a:lnTo>
                <a:lnTo>
                  <a:pt x="3879938" y="2736234"/>
                </a:lnTo>
                <a:lnTo>
                  <a:pt x="3878077" y="2734839"/>
                </a:lnTo>
                <a:lnTo>
                  <a:pt x="3877147" y="2726001"/>
                </a:lnTo>
                <a:lnTo>
                  <a:pt x="3877147" y="2721815"/>
                </a:lnTo>
                <a:lnTo>
                  <a:pt x="3875287" y="2716234"/>
                </a:lnTo>
                <a:lnTo>
                  <a:pt x="3875751" y="2711118"/>
                </a:lnTo>
                <a:lnTo>
                  <a:pt x="3872031" y="2698560"/>
                </a:lnTo>
                <a:lnTo>
                  <a:pt x="3870636" y="2686467"/>
                </a:lnTo>
                <a:lnTo>
                  <a:pt x="3868310" y="2671118"/>
                </a:lnTo>
                <a:lnTo>
                  <a:pt x="3866449" y="2653445"/>
                </a:lnTo>
                <a:lnTo>
                  <a:pt x="3864589" y="2644607"/>
                </a:lnTo>
                <a:lnTo>
                  <a:pt x="3862263" y="2638561"/>
                </a:lnTo>
                <a:lnTo>
                  <a:pt x="3859007" y="2634840"/>
                </a:lnTo>
                <a:lnTo>
                  <a:pt x="3858078" y="2628794"/>
                </a:lnTo>
                <a:lnTo>
                  <a:pt x="3854822" y="2624143"/>
                </a:lnTo>
                <a:lnTo>
                  <a:pt x="3855752" y="2619026"/>
                </a:lnTo>
                <a:lnTo>
                  <a:pt x="3854822" y="2616236"/>
                </a:lnTo>
                <a:lnTo>
                  <a:pt x="3850636" y="2612980"/>
                </a:lnTo>
                <a:lnTo>
                  <a:pt x="3848775" y="2609259"/>
                </a:lnTo>
                <a:lnTo>
                  <a:pt x="3846449" y="2608329"/>
                </a:lnTo>
                <a:lnTo>
                  <a:pt x="3845054" y="2606003"/>
                </a:lnTo>
                <a:lnTo>
                  <a:pt x="3841798" y="2604608"/>
                </a:lnTo>
                <a:lnTo>
                  <a:pt x="3842729" y="2601817"/>
                </a:lnTo>
                <a:lnTo>
                  <a:pt x="3842729" y="2592515"/>
                </a:lnTo>
                <a:lnTo>
                  <a:pt x="3844589" y="2584143"/>
                </a:lnTo>
                <a:lnTo>
                  <a:pt x="3843659" y="2579492"/>
                </a:lnTo>
                <a:lnTo>
                  <a:pt x="3840403" y="2574841"/>
                </a:lnTo>
                <a:lnTo>
                  <a:pt x="3841334" y="2572051"/>
                </a:lnTo>
                <a:lnTo>
                  <a:pt x="3839938" y="2570190"/>
                </a:lnTo>
                <a:lnTo>
                  <a:pt x="3841334" y="2566469"/>
                </a:lnTo>
                <a:lnTo>
                  <a:pt x="3839473" y="2559958"/>
                </a:lnTo>
                <a:lnTo>
                  <a:pt x="3839473" y="2552981"/>
                </a:lnTo>
                <a:lnTo>
                  <a:pt x="3846915" y="2552051"/>
                </a:lnTo>
                <a:lnTo>
                  <a:pt x="3844124" y="2544609"/>
                </a:lnTo>
                <a:lnTo>
                  <a:pt x="3843659" y="2540888"/>
                </a:lnTo>
                <a:lnTo>
                  <a:pt x="3841334" y="2538562"/>
                </a:lnTo>
                <a:lnTo>
                  <a:pt x="3843193" y="2532981"/>
                </a:lnTo>
                <a:lnTo>
                  <a:pt x="3839473" y="2528330"/>
                </a:lnTo>
                <a:lnTo>
                  <a:pt x="3839473" y="2523214"/>
                </a:lnTo>
                <a:lnTo>
                  <a:pt x="3838078" y="2519958"/>
                </a:lnTo>
                <a:lnTo>
                  <a:pt x="3836217" y="2519493"/>
                </a:lnTo>
                <a:lnTo>
                  <a:pt x="3833891" y="2506005"/>
                </a:lnTo>
                <a:lnTo>
                  <a:pt x="3832031" y="2501819"/>
                </a:lnTo>
                <a:lnTo>
                  <a:pt x="3832496" y="2498098"/>
                </a:lnTo>
                <a:lnTo>
                  <a:pt x="3830635" y="2492052"/>
                </a:lnTo>
                <a:lnTo>
                  <a:pt x="3828775" y="2491121"/>
                </a:lnTo>
                <a:lnTo>
                  <a:pt x="3829705" y="2486006"/>
                </a:lnTo>
                <a:lnTo>
                  <a:pt x="3826915" y="2482750"/>
                </a:lnTo>
                <a:lnTo>
                  <a:pt x="3829240" y="2477168"/>
                </a:lnTo>
                <a:lnTo>
                  <a:pt x="3829240" y="2473913"/>
                </a:lnTo>
                <a:lnTo>
                  <a:pt x="3825054" y="2467866"/>
                </a:lnTo>
                <a:lnTo>
                  <a:pt x="3821334" y="2468796"/>
                </a:lnTo>
                <a:lnTo>
                  <a:pt x="3820404" y="2471587"/>
                </a:lnTo>
                <a:lnTo>
                  <a:pt x="3821334" y="2474377"/>
                </a:lnTo>
                <a:lnTo>
                  <a:pt x="3818544" y="2479958"/>
                </a:lnTo>
                <a:lnTo>
                  <a:pt x="3816219" y="2479029"/>
                </a:lnTo>
                <a:lnTo>
                  <a:pt x="3816683" y="2473912"/>
                </a:lnTo>
                <a:lnTo>
                  <a:pt x="3810637" y="2469261"/>
                </a:lnTo>
                <a:lnTo>
                  <a:pt x="3811102" y="2465540"/>
                </a:lnTo>
                <a:lnTo>
                  <a:pt x="3805986" y="2467400"/>
                </a:lnTo>
                <a:lnTo>
                  <a:pt x="3799009" y="2477168"/>
                </a:lnTo>
                <a:lnTo>
                  <a:pt x="3796683" y="2477168"/>
                </a:lnTo>
                <a:lnTo>
                  <a:pt x="3796219" y="2480889"/>
                </a:lnTo>
                <a:lnTo>
                  <a:pt x="3793427" y="2482749"/>
                </a:lnTo>
                <a:lnTo>
                  <a:pt x="3787846" y="2479493"/>
                </a:lnTo>
                <a:lnTo>
                  <a:pt x="3786451" y="2480424"/>
                </a:lnTo>
                <a:lnTo>
                  <a:pt x="3782730" y="2474842"/>
                </a:lnTo>
                <a:lnTo>
                  <a:pt x="3779474" y="2467866"/>
                </a:lnTo>
                <a:lnTo>
                  <a:pt x="3776219" y="2468331"/>
                </a:lnTo>
                <a:lnTo>
                  <a:pt x="3775288" y="2472982"/>
                </a:lnTo>
                <a:lnTo>
                  <a:pt x="3772963" y="2476238"/>
                </a:lnTo>
                <a:lnTo>
                  <a:pt x="3775288" y="2487400"/>
                </a:lnTo>
                <a:lnTo>
                  <a:pt x="3774823" y="2491121"/>
                </a:lnTo>
                <a:lnTo>
                  <a:pt x="3776683" y="2493912"/>
                </a:lnTo>
                <a:lnTo>
                  <a:pt x="3776683" y="2498098"/>
                </a:lnTo>
                <a:lnTo>
                  <a:pt x="3776219" y="2504609"/>
                </a:lnTo>
                <a:lnTo>
                  <a:pt x="3778544" y="2508330"/>
                </a:lnTo>
                <a:lnTo>
                  <a:pt x="3772963" y="2514376"/>
                </a:lnTo>
                <a:lnTo>
                  <a:pt x="3772963" y="2518563"/>
                </a:lnTo>
                <a:lnTo>
                  <a:pt x="3766917" y="2517632"/>
                </a:lnTo>
                <a:lnTo>
                  <a:pt x="3761800" y="2522283"/>
                </a:lnTo>
                <a:lnTo>
                  <a:pt x="3758544" y="2524609"/>
                </a:lnTo>
                <a:lnTo>
                  <a:pt x="3757614" y="2528329"/>
                </a:lnTo>
                <a:lnTo>
                  <a:pt x="3751567" y="2535772"/>
                </a:lnTo>
                <a:lnTo>
                  <a:pt x="3748777" y="2540888"/>
                </a:lnTo>
                <a:lnTo>
                  <a:pt x="3745986" y="2548330"/>
                </a:lnTo>
                <a:lnTo>
                  <a:pt x="3746917" y="2552516"/>
                </a:lnTo>
                <a:lnTo>
                  <a:pt x="3749242" y="2554376"/>
                </a:lnTo>
                <a:lnTo>
                  <a:pt x="3748777" y="2557167"/>
                </a:lnTo>
                <a:lnTo>
                  <a:pt x="3750172" y="2559957"/>
                </a:lnTo>
                <a:lnTo>
                  <a:pt x="3752963" y="2570189"/>
                </a:lnTo>
                <a:lnTo>
                  <a:pt x="3752498" y="2571585"/>
                </a:lnTo>
                <a:lnTo>
                  <a:pt x="3755754" y="2578096"/>
                </a:lnTo>
                <a:lnTo>
                  <a:pt x="3754358" y="2580887"/>
                </a:lnTo>
                <a:lnTo>
                  <a:pt x="3746917" y="2582748"/>
                </a:lnTo>
                <a:lnTo>
                  <a:pt x="3748312" y="2587864"/>
                </a:lnTo>
                <a:lnTo>
                  <a:pt x="3745986" y="2587864"/>
                </a:lnTo>
                <a:lnTo>
                  <a:pt x="3743661" y="2591584"/>
                </a:lnTo>
                <a:lnTo>
                  <a:pt x="3739010" y="2594840"/>
                </a:lnTo>
                <a:lnTo>
                  <a:pt x="3734359" y="2593445"/>
                </a:lnTo>
                <a:lnTo>
                  <a:pt x="3732498" y="2596235"/>
                </a:lnTo>
                <a:lnTo>
                  <a:pt x="3727847" y="2596235"/>
                </a:lnTo>
                <a:lnTo>
                  <a:pt x="3724126" y="2599491"/>
                </a:lnTo>
                <a:lnTo>
                  <a:pt x="3722731" y="2602282"/>
                </a:lnTo>
                <a:lnTo>
                  <a:pt x="3719475" y="2601817"/>
                </a:lnTo>
                <a:lnTo>
                  <a:pt x="3712964" y="2598096"/>
                </a:lnTo>
                <a:lnTo>
                  <a:pt x="3712964" y="2595770"/>
                </a:lnTo>
                <a:lnTo>
                  <a:pt x="3710173" y="2594375"/>
                </a:lnTo>
                <a:lnTo>
                  <a:pt x="3711568" y="2588329"/>
                </a:lnTo>
                <a:lnTo>
                  <a:pt x="3708778" y="2587864"/>
                </a:lnTo>
                <a:lnTo>
                  <a:pt x="3709242" y="2583213"/>
                </a:lnTo>
                <a:lnTo>
                  <a:pt x="3705057" y="2575771"/>
                </a:lnTo>
                <a:lnTo>
                  <a:pt x="3705987" y="2573445"/>
                </a:lnTo>
                <a:lnTo>
                  <a:pt x="3702731" y="2567864"/>
                </a:lnTo>
                <a:lnTo>
                  <a:pt x="3703661" y="2561818"/>
                </a:lnTo>
                <a:lnTo>
                  <a:pt x="3701335" y="2559027"/>
                </a:lnTo>
                <a:lnTo>
                  <a:pt x="3696684" y="2552516"/>
                </a:lnTo>
                <a:lnTo>
                  <a:pt x="3696220" y="2549725"/>
                </a:lnTo>
                <a:lnTo>
                  <a:pt x="3690173" y="2549725"/>
                </a:lnTo>
                <a:lnTo>
                  <a:pt x="3686452" y="2555306"/>
                </a:lnTo>
                <a:lnTo>
                  <a:pt x="3685057" y="2563213"/>
                </a:lnTo>
                <a:lnTo>
                  <a:pt x="3685522" y="2567864"/>
                </a:lnTo>
                <a:lnTo>
                  <a:pt x="3688313" y="2575771"/>
                </a:lnTo>
                <a:lnTo>
                  <a:pt x="3688313" y="2577631"/>
                </a:lnTo>
                <a:lnTo>
                  <a:pt x="3690638" y="2583677"/>
                </a:lnTo>
                <a:lnTo>
                  <a:pt x="3687382" y="2585073"/>
                </a:lnTo>
                <a:lnTo>
                  <a:pt x="3683196" y="2583213"/>
                </a:lnTo>
                <a:lnTo>
                  <a:pt x="3679475" y="2576701"/>
                </a:lnTo>
                <a:lnTo>
                  <a:pt x="3677150" y="2567864"/>
                </a:lnTo>
                <a:lnTo>
                  <a:pt x="3675754" y="2566934"/>
                </a:lnTo>
                <a:lnTo>
                  <a:pt x="3675754" y="2556701"/>
                </a:lnTo>
                <a:lnTo>
                  <a:pt x="3674824" y="2550190"/>
                </a:lnTo>
                <a:lnTo>
                  <a:pt x="3672033" y="2543679"/>
                </a:lnTo>
                <a:lnTo>
                  <a:pt x="3674359" y="2541818"/>
                </a:lnTo>
                <a:lnTo>
                  <a:pt x="3673429" y="2539958"/>
                </a:lnTo>
                <a:lnTo>
                  <a:pt x="3670638" y="2538562"/>
                </a:lnTo>
                <a:lnTo>
                  <a:pt x="3672499" y="2532516"/>
                </a:lnTo>
                <a:lnTo>
                  <a:pt x="3669708" y="2530655"/>
                </a:lnTo>
                <a:lnTo>
                  <a:pt x="3668313" y="2527400"/>
                </a:lnTo>
                <a:lnTo>
                  <a:pt x="3668313" y="2523214"/>
                </a:lnTo>
                <a:lnTo>
                  <a:pt x="3664592" y="2516702"/>
                </a:lnTo>
                <a:lnTo>
                  <a:pt x="3663662" y="2509260"/>
                </a:lnTo>
                <a:lnTo>
                  <a:pt x="3659476" y="2507865"/>
                </a:lnTo>
                <a:lnTo>
                  <a:pt x="3659476" y="2505074"/>
                </a:lnTo>
                <a:lnTo>
                  <a:pt x="3655755" y="2503214"/>
                </a:lnTo>
                <a:lnTo>
                  <a:pt x="3656685" y="2499493"/>
                </a:lnTo>
                <a:lnTo>
                  <a:pt x="3654825" y="2499028"/>
                </a:lnTo>
                <a:lnTo>
                  <a:pt x="3654359" y="2494842"/>
                </a:lnTo>
                <a:lnTo>
                  <a:pt x="3650174" y="2491121"/>
                </a:lnTo>
                <a:lnTo>
                  <a:pt x="3649243" y="2485540"/>
                </a:lnTo>
                <a:lnTo>
                  <a:pt x="3651569" y="2480424"/>
                </a:lnTo>
                <a:lnTo>
                  <a:pt x="3656220" y="2481354"/>
                </a:lnTo>
                <a:lnTo>
                  <a:pt x="3656685" y="2475773"/>
                </a:lnTo>
                <a:lnTo>
                  <a:pt x="3655289" y="2474377"/>
                </a:lnTo>
                <a:lnTo>
                  <a:pt x="3648313" y="2474377"/>
                </a:lnTo>
                <a:lnTo>
                  <a:pt x="3648313" y="2468796"/>
                </a:lnTo>
                <a:lnTo>
                  <a:pt x="3650638" y="2464145"/>
                </a:lnTo>
                <a:lnTo>
                  <a:pt x="3656685" y="2464145"/>
                </a:lnTo>
                <a:lnTo>
                  <a:pt x="3659011" y="2466005"/>
                </a:lnTo>
                <a:lnTo>
                  <a:pt x="3660406" y="2460889"/>
                </a:lnTo>
                <a:lnTo>
                  <a:pt x="3659940" y="2457168"/>
                </a:lnTo>
                <a:lnTo>
                  <a:pt x="3661336" y="2453447"/>
                </a:lnTo>
                <a:lnTo>
                  <a:pt x="3664126" y="2448796"/>
                </a:lnTo>
                <a:lnTo>
                  <a:pt x="3661336" y="2441820"/>
                </a:lnTo>
                <a:lnTo>
                  <a:pt x="3660406" y="2438564"/>
                </a:lnTo>
                <a:lnTo>
                  <a:pt x="3662731" y="2436703"/>
                </a:lnTo>
                <a:lnTo>
                  <a:pt x="3662266" y="2433913"/>
                </a:lnTo>
                <a:lnTo>
                  <a:pt x="3667382" y="2433913"/>
                </a:lnTo>
                <a:lnTo>
                  <a:pt x="3665522" y="2429727"/>
                </a:lnTo>
                <a:lnTo>
                  <a:pt x="3668313" y="2424145"/>
                </a:lnTo>
                <a:lnTo>
                  <a:pt x="3671103" y="2425540"/>
                </a:lnTo>
                <a:lnTo>
                  <a:pt x="3672033" y="2420889"/>
                </a:lnTo>
                <a:lnTo>
                  <a:pt x="3680871" y="2423215"/>
                </a:lnTo>
                <a:lnTo>
                  <a:pt x="3683661" y="2424611"/>
                </a:lnTo>
                <a:lnTo>
                  <a:pt x="3682731" y="2419494"/>
                </a:lnTo>
                <a:lnTo>
                  <a:pt x="3685522" y="2415774"/>
                </a:lnTo>
                <a:lnTo>
                  <a:pt x="3686452" y="2412052"/>
                </a:lnTo>
                <a:lnTo>
                  <a:pt x="3683196" y="2406937"/>
                </a:lnTo>
                <a:lnTo>
                  <a:pt x="3683196" y="2402286"/>
                </a:lnTo>
                <a:lnTo>
                  <a:pt x="3688777" y="2401355"/>
                </a:lnTo>
                <a:lnTo>
                  <a:pt x="3697150" y="2403681"/>
                </a:lnTo>
                <a:lnTo>
                  <a:pt x="3701335" y="2403681"/>
                </a:lnTo>
                <a:lnTo>
                  <a:pt x="3702266" y="2405541"/>
                </a:lnTo>
                <a:lnTo>
                  <a:pt x="3705987" y="2406006"/>
                </a:lnTo>
                <a:lnTo>
                  <a:pt x="3710173" y="2407867"/>
                </a:lnTo>
                <a:lnTo>
                  <a:pt x="3718080" y="2406937"/>
                </a:lnTo>
                <a:lnTo>
                  <a:pt x="3720405" y="2404611"/>
                </a:lnTo>
                <a:lnTo>
                  <a:pt x="3724126" y="2403216"/>
                </a:lnTo>
                <a:lnTo>
                  <a:pt x="3725522" y="2400425"/>
                </a:lnTo>
                <a:lnTo>
                  <a:pt x="3724591" y="2396704"/>
                </a:lnTo>
                <a:lnTo>
                  <a:pt x="3725986" y="2393913"/>
                </a:lnTo>
                <a:lnTo>
                  <a:pt x="3725522" y="2391588"/>
                </a:lnTo>
                <a:lnTo>
                  <a:pt x="3728312" y="2388332"/>
                </a:lnTo>
                <a:lnTo>
                  <a:pt x="3726452" y="2383681"/>
                </a:lnTo>
                <a:lnTo>
                  <a:pt x="3729708" y="2384146"/>
                </a:lnTo>
                <a:lnTo>
                  <a:pt x="3731103" y="2386472"/>
                </a:lnTo>
                <a:lnTo>
                  <a:pt x="3732033" y="2391588"/>
                </a:lnTo>
                <a:lnTo>
                  <a:pt x="3736219" y="2394379"/>
                </a:lnTo>
                <a:lnTo>
                  <a:pt x="3740870" y="2396239"/>
                </a:lnTo>
                <a:lnTo>
                  <a:pt x="3744591" y="2395774"/>
                </a:lnTo>
                <a:lnTo>
                  <a:pt x="3741335" y="2377635"/>
                </a:lnTo>
                <a:lnTo>
                  <a:pt x="3752963" y="2384611"/>
                </a:lnTo>
                <a:lnTo>
                  <a:pt x="3757149" y="2382286"/>
                </a:lnTo>
                <a:lnTo>
                  <a:pt x="3757149" y="2386472"/>
                </a:lnTo>
                <a:lnTo>
                  <a:pt x="3761800" y="2390657"/>
                </a:lnTo>
                <a:lnTo>
                  <a:pt x="3762730" y="2395309"/>
                </a:lnTo>
                <a:lnTo>
                  <a:pt x="3764591" y="2397169"/>
                </a:lnTo>
                <a:lnTo>
                  <a:pt x="3767847" y="2396239"/>
                </a:lnTo>
                <a:lnTo>
                  <a:pt x="3768312" y="2391123"/>
                </a:lnTo>
                <a:lnTo>
                  <a:pt x="3772963" y="2374379"/>
                </a:lnTo>
                <a:lnTo>
                  <a:pt x="3769707" y="2362286"/>
                </a:lnTo>
                <a:lnTo>
                  <a:pt x="3775288" y="2359030"/>
                </a:lnTo>
                <a:lnTo>
                  <a:pt x="3777614" y="2359960"/>
                </a:lnTo>
                <a:lnTo>
                  <a:pt x="3778079" y="2363216"/>
                </a:lnTo>
                <a:lnTo>
                  <a:pt x="3781335" y="2365077"/>
                </a:lnTo>
                <a:lnTo>
                  <a:pt x="3781800" y="2361821"/>
                </a:lnTo>
                <a:lnTo>
                  <a:pt x="3779009" y="2354379"/>
                </a:lnTo>
                <a:lnTo>
                  <a:pt x="3781800" y="2352984"/>
                </a:lnTo>
                <a:lnTo>
                  <a:pt x="3783661" y="2354379"/>
                </a:lnTo>
                <a:lnTo>
                  <a:pt x="3793427" y="2355309"/>
                </a:lnTo>
                <a:lnTo>
                  <a:pt x="3797614" y="2355309"/>
                </a:lnTo>
                <a:lnTo>
                  <a:pt x="3801334" y="2353914"/>
                </a:lnTo>
                <a:lnTo>
                  <a:pt x="3804126" y="2349263"/>
                </a:lnTo>
                <a:lnTo>
                  <a:pt x="3804126" y="2346938"/>
                </a:lnTo>
                <a:lnTo>
                  <a:pt x="3809707" y="2346007"/>
                </a:lnTo>
                <a:lnTo>
                  <a:pt x="3807381" y="2340891"/>
                </a:lnTo>
                <a:lnTo>
                  <a:pt x="3806916" y="2337170"/>
                </a:lnTo>
                <a:lnTo>
                  <a:pt x="3807846" y="2331589"/>
                </a:lnTo>
                <a:lnTo>
                  <a:pt x="3806916" y="2329728"/>
                </a:lnTo>
                <a:lnTo>
                  <a:pt x="3809707" y="2327868"/>
                </a:lnTo>
                <a:lnTo>
                  <a:pt x="3815288" y="2332519"/>
                </a:lnTo>
                <a:lnTo>
                  <a:pt x="3819009" y="2332984"/>
                </a:lnTo>
                <a:lnTo>
                  <a:pt x="3819009" y="2332986"/>
                </a:lnTo>
                <a:lnTo>
                  <a:pt x="3819474" y="2322753"/>
                </a:lnTo>
                <a:lnTo>
                  <a:pt x="3820404" y="2316241"/>
                </a:lnTo>
                <a:lnTo>
                  <a:pt x="3821799" y="2311126"/>
                </a:lnTo>
                <a:lnTo>
                  <a:pt x="3821799" y="2306939"/>
                </a:lnTo>
                <a:lnTo>
                  <a:pt x="3824125" y="2300893"/>
                </a:lnTo>
                <a:lnTo>
                  <a:pt x="3829706" y="2292521"/>
                </a:lnTo>
                <a:lnTo>
                  <a:pt x="3827381" y="2291126"/>
                </a:lnTo>
                <a:lnTo>
                  <a:pt x="3828776" y="2287870"/>
                </a:lnTo>
                <a:lnTo>
                  <a:pt x="3828776" y="2284149"/>
                </a:lnTo>
                <a:lnTo>
                  <a:pt x="3826916" y="2280428"/>
                </a:lnTo>
                <a:lnTo>
                  <a:pt x="3826450" y="2276242"/>
                </a:lnTo>
                <a:lnTo>
                  <a:pt x="3822730" y="2275312"/>
                </a:lnTo>
                <a:lnTo>
                  <a:pt x="3820869" y="2272522"/>
                </a:lnTo>
                <a:lnTo>
                  <a:pt x="3820869" y="2268800"/>
                </a:lnTo>
                <a:lnTo>
                  <a:pt x="3821799" y="2266475"/>
                </a:lnTo>
                <a:lnTo>
                  <a:pt x="3821334" y="2261824"/>
                </a:lnTo>
                <a:lnTo>
                  <a:pt x="3832031" y="2262289"/>
                </a:lnTo>
                <a:lnTo>
                  <a:pt x="3837613" y="2267405"/>
                </a:lnTo>
                <a:lnTo>
                  <a:pt x="3840404" y="2266940"/>
                </a:lnTo>
                <a:lnTo>
                  <a:pt x="3845055" y="2271591"/>
                </a:lnTo>
                <a:lnTo>
                  <a:pt x="3848311" y="2270196"/>
                </a:lnTo>
                <a:lnTo>
                  <a:pt x="3853426" y="2270196"/>
                </a:lnTo>
                <a:lnTo>
                  <a:pt x="3853426" y="2267870"/>
                </a:lnTo>
                <a:lnTo>
                  <a:pt x="3857148" y="2268800"/>
                </a:lnTo>
                <a:lnTo>
                  <a:pt x="3860403" y="2268336"/>
                </a:lnTo>
                <a:lnTo>
                  <a:pt x="3861799" y="2261824"/>
                </a:lnTo>
                <a:lnTo>
                  <a:pt x="3860403" y="2257637"/>
                </a:lnTo>
                <a:lnTo>
                  <a:pt x="3855287" y="2255778"/>
                </a:lnTo>
                <a:lnTo>
                  <a:pt x="3857148" y="2252522"/>
                </a:lnTo>
                <a:lnTo>
                  <a:pt x="3855287" y="2250661"/>
                </a:lnTo>
                <a:lnTo>
                  <a:pt x="3851566" y="2252056"/>
                </a:lnTo>
                <a:lnTo>
                  <a:pt x="3849706" y="2246941"/>
                </a:lnTo>
                <a:lnTo>
                  <a:pt x="3851101" y="2241359"/>
                </a:lnTo>
                <a:lnTo>
                  <a:pt x="3849707" y="2240894"/>
                </a:lnTo>
                <a:lnTo>
                  <a:pt x="3849705" y="2240895"/>
                </a:lnTo>
                <a:lnTo>
                  <a:pt x="3845984" y="2239034"/>
                </a:lnTo>
                <a:lnTo>
                  <a:pt x="3837147" y="2237174"/>
                </a:lnTo>
                <a:lnTo>
                  <a:pt x="3838542" y="2233453"/>
                </a:lnTo>
                <a:lnTo>
                  <a:pt x="3836217" y="2232058"/>
                </a:lnTo>
                <a:lnTo>
                  <a:pt x="3831566" y="2233453"/>
                </a:lnTo>
                <a:lnTo>
                  <a:pt x="3823659" y="2231128"/>
                </a:lnTo>
                <a:lnTo>
                  <a:pt x="3818543" y="2228802"/>
                </a:lnTo>
                <a:lnTo>
                  <a:pt x="3814357" y="2223685"/>
                </a:lnTo>
                <a:lnTo>
                  <a:pt x="3812496" y="2225081"/>
                </a:lnTo>
                <a:lnTo>
                  <a:pt x="3804589" y="2220895"/>
                </a:lnTo>
                <a:lnTo>
                  <a:pt x="3803194" y="2217174"/>
                </a:lnTo>
                <a:lnTo>
                  <a:pt x="3798543" y="2214848"/>
                </a:lnTo>
                <a:lnTo>
                  <a:pt x="3792496" y="2212988"/>
                </a:lnTo>
                <a:lnTo>
                  <a:pt x="3786915" y="2214384"/>
                </a:lnTo>
                <a:lnTo>
                  <a:pt x="3785055" y="2212988"/>
                </a:lnTo>
                <a:lnTo>
                  <a:pt x="3780404" y="2215314"/>
                </a:lnTo>
                <a:lnTo>
                  <a:pt x="3778078" y="2214384"/>
                </a:lnTo>
                <a:lnTo>
                  <a:pt x="3769706" y="2213453"/>
                </a:lnTo>
                <a:lnTo>
                  <a:pt x="3759474" y="2215314"/>
                </a:lnTo>
                <a:lnTo>
                  <a:pt x="3756218" y="2214384"/>
                </a:lnTo>
                <a:lnTo>
                  <a:pt x="3752033" y="2215779"/>
                </a:lnTo>
                <a:lnTo>
                  <a:pt x="3746916" y="2216709"/>
                </a:lnTo>
                <a:lnTo>
                  <a:pt x="3743660" y="2214848"/>
                </a:lnTo>
                <a:lnTo>
                  <a:pt x="3740404" y="2219965"/>
                </a:lnTo>
                <a:lnTo>
                  <a:pt x="3735753" y="2218570"/>
                </a:lnTo>
                <a:lnTo>
                  <a:pt x="3733893" y="2221825"/>
                </a:lnTo>
                <a:lnTo>
                  <a:pt x="3731102" y="2222290"/>
                </a:lnTo>
                <a:lnTo>
                  <a:pt x="3725521" y="2224616"/>
                </a:lnTo>
                <a:lnTo>
                  <a:pt x="3723195" y="2223685"/>
                </a:lnTo>
                <a:lnTo>
                  <a:pt x="3722731" y="2220895"/>
                </a:lnTo>
                <a:lnTo>
                  <a:pt x="3719939" y="2221360"/>
                </a:lnTo>
                <a:lnTo>
                  <a:pt x="3719009" y="2218104"/>
                </a:lnTo>
                <a:lnTo>
                  <a:pt x="3721335" y="2215314"/>
                </a:lnTo>
                <a:lnTo>
                  <a:pt x="3715754" y="2215779"/>
                </a:lnTo>
                <a:lnTo>
                  <a:pt x="3712032" y="2219965"/>
                </a:lnTo>
                <a:lnTo>
                  <a:pt x="3705056" y="2220895"/>
                </a:lnTo>
                <a:lnTo>
                  <a:pt x="3703661" y="2222290"/>
                </a:lnTo>
                <a:lnTo>
                  <a:pt x="3698544" y="2222755"/>
                </a:lnTo>
                <a:lnTo>
                  <a:pt x="3698079" y="2219965"/>
                </a:lnTo>
                <a:lnTo>
                  <a:pt x="3694824" y="2220429"/>
                </a:lnTo>
                <a:lnTo>
                  <a:pt x="3691103" y="2217174"/>
                </a:lnTo>
                <a:lnTo>
                  <a:pt x="3683196" y="2217174"/>
                </a:lnTo>
                <a:lnTo>
                  <a:pt x="3681800" y="2215314"/>
                </a:lnTo>
                <a:lnTo>
                  <a:pt x="3677615" y="2216244"/>
                </a:lnTo>
                <a:lnTo>
                  <a:pt x="3672034" y="2214384"/>
                </a:lnTo>
                <a:lnTo>
                  <a:pt x="3666917" y="2210663"/>
                </a:lnTo>
                <a:lnTo>
                  <a:pt x="3664127" y="2212058"/>
                </a:lnTo>
                <a:lnTo>
                  <a:pt x="3654825" y="2211128"/>
                </a:lnTo>
                <a:lnTo>
                  <a:pt x="3645522" y="2212523"/>
                </a:lnTo>
                <a:lnTo>
                  <a:pt x="3636685" y="2211592"/>
                </a:lnTo>
                <a:lnTo>
                  <a:pt x="3634825" y="2212523"/>
                </a:lnTo>
                <a:lnTo>
                  <a:pt x="3624127" y="2214848"/>
                </a:lnTo>
                <a:lnTo>
                  <a:pt x="3612034" y="2218104"/>
                </a:lnTo>
                <a:lnTo>
                  <a:pt x="3605058" y="2217639"/>
                </a:lnTo>
                <a:lnTo>
                  <a:pt x="3599941" y="2219034"/>
                </a:lnTo>
                <a:lnTo>
                  <a:pt x="3593895" y="2217639"/>
                </a:lnTo>
                <a:lnTo>
                  <a:pt x="3589244" y="2213918"/>
                </a:lnTo>
                <a:lnTo>
                  <a:pt x="3585989" y="2216709"/>
                </a:lnTo>
                <a:lnTo>
                  <a:pt x="3582267" y="2217639"/>
                </a:lnTo>
                <a:lnTo>
                  <a:pt x="3579011" y="2217174"/>
                </a:lnTo>
                <a:lnTo>
                  <a:pt x="3576221" y="2219034"/>
                </a:lnTo>
                <a:lnTo>
                  <a:pt x="3572500" y="2216244"/>
                </a:lnTo>
                <a:lnTo>
                  <a:pt x="3570640" y="2213453"/>
                </a:lnTo>
                <a:lnTo>
                  <a:pt x="3565523" y="2216244"/>
                </a:lnTo>
                <a:lnTo>
                  <a:pt x="3559477" y="2215314"/>
                </a:lnTo>
                <a:lnTo>
                  <a:pt x="3545058" y="2216244"/>
                </a:lnTo>
                <a:lnTo>
                  <a:pt x="3543198" y="2218104"/>
                </a:lnTo>
                <a:lnTo>
                  <a:pt x="3537617" y="2219499"/>
                </a:lnTo>
                <a:lnTo>
                  <a:pt x="3536687" y="2220895"/>
                </a:lnTo>
                <a:lnTo>
                  <a:pt x="3530640" y="2218570"/>
                </a:lnTo>
                <a:lnTo>
                  <a:pt x="3525524" y="2217639"/>
                </a:lnTo>
                <a:lnTo>
                  <a:pt x="3518082" y="2212058"/>
                </a:lnTo>
                <a:lnTo>
                  <a:pt x="3515292" y="2212988"/>
                </a:lnTo>
                <a:lnTo>
                  <a:pt x="3508780" y="2211128"/>
                </a:lnTo>
                <a:lnTo>
                  <a:pt x="3496222" y="2208802"/>
                </a:lnTo>
                <a:lnTo>
                  <a:pt x="3492502" y="2206941"/>
                </a:lnTo>
                <a:lnTo>
                  <a:pt x="3483664" y="2206941"/>
                </a:lnTo>
                <a:lnTo>
                  <a:pt x="3477152" y="2203221"/>
                </a:lnTo>
                <a:lnTo>
                  <a:pt x="3473432" y="2199965"/>
                </a:lnTo>
                <a:lnTo>
                  <a:pt x="3470176" y="2199500"/>
                </a:lnTo>
                <a:lnTo>
                  <a:pt x="3465525" y="2196709"/>
                </a:lnTo>
                <a:lnTo>
                  <a:pt x="3462269" y="2196709"/>
                </a:lnTo>
                <a:lnTo>
                  <a:pt x="3460874" y="2193453"/>
                </a:lnTo>
                <a:lnTo>
                  <a:pt x="3456222" y="2193919"/>
                </a:lnTo>
                <a:lnTo>
                  <a:pt x="3449711" y="2192523"/>
                </a:lnTo>
                <a:lnTo>
                  <a:pt x="3446920" y="2195314"/>
                </a:lnTo>
                <a:lnTo>
                  <a:pt x="3442269" y="2195779"/>
                </a:lnTo>
                <a:lnTo>
                  <a:pt x="3438083" y="2194383"/>
                </a:lnTo>
                <a:lnTo>
                  <a:pt x="3440409" y="2192058"/>
                </a:lnTo>
                <a:lnTo>
                  <a:pt x="3438083" y="2189732"/>
                </a:lnTo>
                <a:lnTo>
                  <a:pt x="3436688" y="2185081"/>
                </a:lnTo>
                <a:lnTo>
                  <a:pt x="3436223" y="2178570"/>
                </a:lnTo>
                <a:lnTo>
                  <a:pt x="3439013" y="2169268"/>
                </a:lnTo>
                <a:lnTo>
                  <a:pt x="3441339" y="2165546"/>
                </a:lnTo>
                <a:lnTo>
                  <a:pt x="3441339" y="2162756"/>
                </a:lnTo>
                <a:lnTo>
                  <a:pt x="3443664" y="2162756"/>
                </a:lnTo>
                <a:lnTo>
                  <a:pt x="3443665" y="2162755"/>
                </a:lnTo>
                <a:lnTo>
                  <a:pt x="3441340" y="2162755"/>
                </a:lnTo>
                <a:lnTo>
                  <a:pt x="3442735" y="2155314"/>
                </a:lnTo>
                <a:lnTo>
                  <a:pt x="3444130" y="2152059"/>
                </a:lnTo>
                <a:lnTo>
                  <a:pt x="3444130" y="2152058"/>
                </a:lnTo>
                <a:lnTo>
                  <a:pt x="3444594" y="2151128"/>
                </a:lnTo>
                <a:lnTo>
                  <a:pt x="3444130" y="2150663"/>
                </a:lnTo>
                <a:lnTo>
                  <a:pt x="3444130" y="2150663"/>
                </a:lnTo>
                <a:lnTo>
                  <a:pt x="3444130" y="2150663"/>
                </a:lnTo>
                <a:lnTo>
                  <a:pt x="3444883" y="2149910"/>
                </a:lnTo>
                <a:lnTo>
                  <a:pt x="3444130" y="2150663"/>
                </a:lnTo>
                <a:lnTo>
                  <a:pt x="3446456" y="2139500"/>
                </a:lnTo>
                <a:lnTo>
                  <a:pt x="3446456" y="2135779"/>
                </a:lnTo>
                <a:lnTo>
                  <a:pt x="3444595" y="2130663"/>
                </a:lnTo>
                <a:lnTo>
                  <a:pt x="3441340" y="2126012"/>
                </a:lnTo>
                <a:lnTo>
                  <a:pt x="3441340" y="2121826"/>
                </a:lnTo>
                <a:lnTo>
                  <a:pt x="3438549" y="2121361"/>
                </a:lnTo>
                <a:lnTo>
                  <a:pt x="3437619" y="2117175"/>
                </a:lnTo>
                <a:lnTo>
                  <a:pt x="3439944" y="2112989"/>
                </a:lnTo>
                <a:lnTo>
                  <a:pt x="3437153" y="2104151"/>
                </a:lnTo>
                <a:lnTo>
                  <a:pt x="3435293" y="2102756"/>
                </a:lnTo>
                <a:lnTo>
                  <a:pt x="3437619" y="2099036"/>
                </a:lnTo>
                <a:lnTo>
                  <a:pt x="3437619" y="2096245"/>
                </a:lnTo>
                <a:lnTo>
                  <a:pt x="3440875" y="2089734"/>
                </a:lnTo>
                <a:lnTo>
                  <a:pt x="3445526" y="2084617"/>
                </a:lnTo>
                <a:lnTo>
                  <a:pt x="3446456" y="2080431"/>
                </a:lnTo>
                <a:lnTo>
                  <a:pt x="3437619" y="2080897"/>
                </a:lnTo>
                <a:lnTo>
                  <a:pt x="3439479" y="2076710"/>
                </a:lnTo>
                <a:lnTo>
                  <a:pt x="3444595" y="2075315"/>
                </a:lnTo>
                <a:lnTo>
                  <a:pt x="3441340" y="2072524"/>
                </a:lnTo>
                <a:lnTo>
                  <a:pt x="3440409" y="2069268"/>
                </a:lnTo>
                <a:lnTo>
                  <a:pt x="3436689" y="2068803"/>
                </a:lnTo>
                <a:lnTo>
                  <a:pt x="3435293" y="2063222"/>
                </a:lnTo>
                <a:lnTo>
                  <a:pt x="3431572" y="2064152"/>
                </a:lnTo>
                <a:lnTo>
                  <a:pt x="3431572" y="2060432"/>
                </a:lnTo>
                <a:lnTo>
                  <a:pt x="3433433" y="2059966"/>
                </a:lnTo>
                <a:lnTo>
                  <a:pt x="3430642" y="2054850"/>
                </a:lnTo>
                <a:lnTo>
                  <a:pt x="3431107" y="2052525"/>
                </a:lnTo>
                <a:lnTo>
                  <a:pt x="3426456" y="2050664"/>
                </a:lnTo>
                <a:lnTo>
                  <a:pt x="3428316" y="2048339"/>
                </a:lnTo>
                <a:lnTo>
                  <a:pt x="3424595" y="2042292"/>
                </a:lnTo>
                <a:lnTo>
                  <a:pt x="3420410" y="2042757"/>
                </a:lnTo>
                <a:lnTo>
                  <a:pt x="3419945" y="2040897"/>
                </a:lnTo>
                <a:lnTo>
                  <a:pt x="3422270" y="2039967"/>
                </a:lnTo>
                <a:lnTo>
                  <a:pt x="3422270" y="2039502"/>
                </a:lnTo>
                <a:lnTo>
                  <a:pt x="3422270" y="2039502"/>
                </a:lnTo>
                <a:lnTo>
                  <a:pt x="3422270" y="2039967"/>
                </a:lnTo>
                <a:lnTo>
                  <a:pt x="3419944" y="2040897"/>
                </a:lnTo>
                <a:lnTo>
                  <a:pt x="3419014" y="2043222"/>
                </a:lnTo>
                <a:lnTo>
                  <a:pt x="3415293" y="2042292"/>
                </a:lnTo>
                <a:lnTo>
                  <a:pt x="3416223" y="2039501"/>
                </a:lnTo>
                <a:lnTo>
                  <a:pt x="3410642" y="2031594"/>
                </a:lnTo>
                <a:lnTo>
                  <a:pt x="3406921" y="2030199"/>
                </a:lnTo>
                <a:lnTo>
                  <a:pt x="3407851" y="2035316"/>
                </a:lnTo>
                <a:lnTo>
                  <a:pt x="3407386" y="2038571"/>
                </a:lnTo>
                <a:lnTo>
                  <a:pt x="3405061" y="2039036"/>
                </a:lnTo>
                <a:lnTo>
                  <a:pt x="3400875" y="2045548"/>
                </a:lnTo>
                <a:lnTo>
                  <a:pt x="3401805" y="2047873"/>
                </a:lnTo>
                <a:lnTo>
                  <a:pt x="3405991" y="2049733"/>
                </a:lnTo>
                <a:lnTo>
                  <a:pt x="3408782" y="2058106"/>
                </a:lnTo>
                <a:lnTo>
                  <a:pt x="3401805" y="2062292"/>
                </a:lnTo>
                <a:lnTo>
                  <a:pt x="3398549" y="2064617"/>
                </a:lnTo>
                <a:lnTo>
                  <a:pt x="3398549" y="2069733"/>
                </a:lnTo>
                <a:lnTo>
                  <a:pt x="3399480" y="2071594"/>
                </a:lnTo>
                <a:lnTo>
                  <a:pt x="3398084" y="2073919"/>
                </a:lnTo>
                <a:lnTo>
                  <a:pt x="3394363" y="2076710"/>
                </a:lnTo>
                <a:lnTo>
                  <a:pt x="3392038" y="2075315"/>
                </a:lnTo>
                <a:lnTo>
                  <a:pt x="3392038" y="2071594"/>
                </a:lnTo>
                <a:lnTo>
                  <a:pt x="3388317" y="2068803"/>
                </a:lnTo>
                <a:lnTo>
                  <a:pt x="3386456" y="2070198"/>
                </a:lnTo>
                <a:lnTo>
                  <a:pt x="3379945" y="2070664"/>
                </a:lnTo>
                <a:lnTo>
                  <a:pt x="3374363" y="2067408"/>
                </a:lnTo>
                <a:lnTo>
                  <a:pt x="3374829" y="2062757"/>
                </a:lnTo>
                <a:lnTo>
                  <a:pt x="3371573" y="2063221"/>
                </a:lnTo>
                <a:lnTo>
                  <a:pt x="3368782" y="2066943"/>
                </a:lnTo>
                <a:lnTo>
                  <a:pt x="3363201" y="2068803"/>
                </a:lnTo>
                <a:lnTo>
                  <a:pt x="3361341" y="2068338"/>
                </a:lnTo>
                <a:lnTo>
                  <a:pt x="3358085" y="2063687"/>
                </a:lnTo>
                <a:lnTo>
                  <a:pt x="3351573" y="2059966"/>
                </a:lnTo>
                <a:lnTo>
                  <a:pt x="3347388" y="2059036"/>
                </a:lnTo>
                <a:lnTo>
                  <a:pt x="3345992" y="2052059"/>
                </a:lnTo>
                <a:lnTo>
                  <a:pt x="3342271" y="2048804"/>
                </a:lnTo>
                <a:lnTo>
                  <a:pt x="3337155" y="2048804"/>
                </a:lnTo>
                <a:lnTo>
                  <a:pt x="3333434" y="2047408"/>
                </a:lnTo>
                <a:lnTo>
                  <a:pt x="3331108" y="2045082"/>
                </a:lnTo>
                <a:lnTo>
                  <a:pt x="3327852" y="2038571"/>
                </a:lnTo>
                <a:lnTo>
                  <a:pt x="3328783" y="2034850"/>
                </a:lnTo>
                <a:lnTo>
                  <a:pt x="3329248" y="2028804"/>
                </a:lnTo>
                <a:lnTo>
                  <a:pt x="3325992" y="2025548"/>
                </a:lnTo>
                <a:lnTo>
                  <a:pt x="3323201" y="2019036"/>
                </a:lnTo>
                <a:lnTo>
                  <a:pt x="3327852" y="2017176"/>
                </a:lnTo>
                <a:lnTo>
                  <a:pt x="3322271" y="2011595"/>
                </a:lnTo>
                <a:lnTo>
                  <a:pt x="3321341" y="2002292"/>
                </a:lnTo>
                <a:lnTo>
                  <a:pt x="3317155" y="1999502"/>
                </a:lnTo>
                <a:lnTo>
                  <a:pt x="3312969" y="1999967"/>
                </a:lnTo>
                <a:lnTo>
                  <a:pt x="3310179" y="1996711"/>
                </a:lnTo>
                <a:lnTo>
                  <a:pt x="3305993" y="1995781"/>
                </a:lnTo>
                <a:lnTo>
                  <a:pt x="3304132" y="1994386"/>
                </a:lnTo>
                <a:lnTo>
                  <a:pt x="3304132" y="1990665"/>
                </a:lnTo>
                <a:lnTo>
                  <a:pt x="3299946" y="1988805"/>
                </a:lnTo>
                <a:lnTo>
                  <a:pt x="3298086" y="1990665"/>
                </a:lnTo>
                <a:lnTo>
                  <a:pt x="3298086" y="1994386"/>
                </a:lnTo>
                <a:lnTo>
                  <a:pt x="3293900" y="1998572"/>
                </a:lnTo>
                <a:lnTo>
                  <a:pt x="3292505" y="2004153"/>
                </a:lnTo>
                <a:lnTo>
                  <a:pt x="3294365" y="2006014"/>
                </a:lnTo>
                <a:lnTo>
                  <a:pt x="3298551" y="2006478"/>
                </a:lnTo>
                <a:lnTo>
                  <a:pt x="3306923" y="2011595"/>
                </a:lnTo>
                <a:lnTo>
                  <a:pt x="3304598" y="2013455"/>
                </a:lnTo>
                <a:lnTo>
                  <a:pt x="3306457" y="2016711"/>
                </a:lnTo>
                <a:lnTo>
                  <a:pt x="3311109" y="2016246"/>
                </a:lnTo>
                <a:lnTo>
                  <a:pt x="3310179" y="2019036"/>
                </a:lnTo>
                <a:lnTo>
                  <a:pt x="3313900" y="2019502"/>
                </a:lnTo>
                <a:lnTo>
                  <a:pt x="3316225" y="2018572"/>
                </a:lnTo>
                <a:lnTo>
                  <a:pt x="3316690" y="2024617"/>
                </a:lnTo>
                <a:lnTo>
                  <a:pt x="3314830" y="2026943"/>
                </a:lnTo>
                <a:lnTo>
                  <a:pt x="3305528" y="2026478"/>
                </a:lnTo>
                <a:lnTo>
                  <a:pt x="3299481" y="2026943"/>
                </a:lnTo>
                <a:lnTo>
                  <a:pt x="3295295" y="2019502"/>
                </a:lnTo>
                <a:lnTo>
                  <a:pt x="3286923" y="2019036"/>
                </a:lnTo>
                <a:lnTo>
                  <a:pt x="3284598" y="2021362"/>
                </a:lnTo>
                <a:lnTo>
                  <a:pt x="3284598" y="2024617"/>
                </a:lnTo>
                <a:lnTo>
                  <a:pt x="3287388" y="2028339"/>
                </a:lnTo>
                <a:lnTo>
                  <a:pt x="3282272" y="2028339"/>
                </a:lnTo>
                <a:lnTo>
                  <a:pt x="3279481" y="2027409"/>
                </a:lnTo>
                <a:lnTo>
                  <a:pt x="3277156" y="2024153"/>
                </a:lnTo>
                <a:lnTo>
                  <a:pt x="3276226" y="2020897"/>
                </a:lnTo>
                <a:lnTo>
                  <a:pt x="3277156" y="2017176"/>
                </a:lnTo>
                <a:lnTo>
                  <a:pt x="3274365" y="2015316"/>
                </a:lnTo>
                <a:lnTo>
                  <a:pt x="3267853" y="2017176"/>
                </a:lnTo>
                <a:lnTo>
                  <a:pt x="3267853" y="2011129"/>
                </a:lnTo>
                <a:lnTo>
                  <a:pt x="3265993" y="2007874"/>
                </a:lnTo>
                <a:lnTo>
                  <a:pt x="3262738" y="2009270"/>
                </a:lnTo>
                <a:lnTo>
                  <a:pt x="3257621" y="2009270"/>
                </a:lnTo>
                <a:lnTo>
                  <a:pt x="3257621" y="2007409"/>
                </a:lnTo>
                <a:lnTo>
                  <a:pt x="3255761" y="2002292"/>
                </a:lnTo>
                <a:lnTo>
                  <a:pt x="3256226" y="1997641"/>
                </a:lnTo>
                <a:lnTo>
                  <a:pt x="3253435" y="1998107"/>
                </a:lnTo>
                <a:lnTo>
                  <a:pt x="3250180" y="1994851"/>
                </a:lnTo>
                <a:lnTo>
                  <a:pt x="3245994" y="1992990"/>
                </a:lnTo>
                <a:lnTo>
                  <a:pt x="3245528" y="1986944"/>
                </a:lnTo>
                <a:lnTo>
                  <a:pt x="3241343" y="1986944"/>
                </a:lnTo>
                <a:lnTo>
                  <a:pt x="3241807" y="1990665"/>
                </a:lnTo>
                <a:lnTo>
                  <a:pt x="3235296" y="1989270"/>
                </a:lnTo>
                <a:lnTo>
                  <a:pt x="3236226" y="1986479"/>
                </a:lnTo>
                <a:lnTo>
                  <a:pt x="3233901" y="1984619"/>
                </a:lnTo>
                <a:lnTo>
                  <a:pt x="3230645" y="1985083"/>
                </a:lnTo>
                <a:lnTo>
                  <a:pt x="3230180" y="1980898"/>
                </a:lnTo>
                <a:lnTo>
                  <a:pt x="3225063" y="1978572"/>
                </a:lnTo>
                <a:lnTo>
                  <a:pt x="3224133" y="1974386"/>
                </a:lnTo>
                <a:lnTo>
                  <a:pt x="3220413" y="1973456"/>
                </a:lnTo>
                <a:lnTo>
                  <a:pt x="3218552" y="1975317"/>
                </a:lnTo>
                <a:lnTo>
                  <a:pt x="3215297" y="1972526"/>
                </a:lnTo>
                <a:lnTo>
                  <a:pt x="3214366" y="1966944"/>
                </a:lnTo>
                <a:lnTo>
                  <a:pt x="3212971" y="1958573"/>
                </a:lnTo>
                <a:lnTo>
                  <a:pt x="3210646" y="1959037"/>
                </a:lnTo>
                <a:lnTo>
                  <a:pt x="3206924" y="1965084"/>
                </a:lnTo>
                <a:lnTo>
                  <a:pt x="3205994" y="1970200"/>
                </a:lnTo>
                <a:lnTo>
                  <a:pt x="3204599" y="1972991"/>
                </a:lnTo>
                <a:lnTo>
                  <a:pt x="3202739" y="1979502"/>
                </a:lnTo>
                <a:lnTo>
                  <a:pt x="3199948" y="1982758"/>
                </a:lnTo>
                <a:lnTo>
                  <a:pt x="3199948" y="1985549"/>
                </a:lnTo>
                <a:lnTo>
                  <a:pt x="3204599" y="1989734"/>
                </a:lnTo>
                <a:lnTo>
                  <a:pt x="3206460" y="1984153"/>
                </a:lnTo>
                <a:lnTo>
                  <a:pt x="3212506" y="1986944"/>
                </a:lnTo>
                <a:lnTo>
                  <a:pt x="3223668" y="1988805"/>
                </a:lnTo>
                <a:lnTo>
                  <a:pt x="3223204" y="1990200"/>
                </a:lnTo>
                <a:lnTo>
                  <a:pt x="3225994" y="1993456"/>
                </a:lnTo>
                <a:lnTo>
                  <a:pt x="3225529" y="1996711"/>
                </a:lnTo>
                <a:lnTo>
                  <a:pt x="3230180" y="2004153"/>
                </a:lnTo>
                <a:lnTo>
                  <a:pt x="3227855" y="2006944"/>
                </a:lnTo>
                <a:lnTo>
                  <a:pt x="3222738" y="2007409"/>
                </a:lnTo>
                <a:lnTo>
                  <a:pt x="3219948" y="2006014"/>
                </a:lnTo>
                <a:lnTo>
                  <a:pt x="3217157" y="2007409"/>
                </a:lnTo>
                <a:lnTo>
                  <a:pt x="3216227" y="2010665"/>
                </a:lnTo>
                <a:lnTo>
                  <a:pt x="3212971" y="2010665"/>
                </a:lnTo>
                <a:lnTo>
                  <a:pt x="3210646" y="2014385"/>
                </a:lnTo>
                <a:lnTo>
                  <a:pt x="3205064" y="2017176"/>
                </a:lnTo>
                <a:lnTo>
                  <a:pt x="3202739" y="2020432"/>
                </a:lnTo>
                <a:lnTo>
                  <a:pt x="3202273" y="2025548"/>
                </a:lnTo>
                <a:lnTo>
                  <a:pt x="3203668" y="2027409"/>
                </a:lnTo>
                <a:lnTo>
                  <a:pt x="3202739" y="2031594"/>
                </a:lnTo>
                <a:lnTo>
                  <a:pt x="3199948" y="2032524"/>
                </a:lnTo>
                <a:lnTo>
                  <a:pt x="3197622" y="2034850"/>
                </a:lnTo>
                <a:lnTo>
                  <a:pt x="3192041" y="2035316"/>
                </a:lnTo>
                <a:lnTo>
                  <a:pt x="3190646" y="2037175"/>
                </a:lnTo>
                <a:lnTo>
                  <a:pt x="3186459" y="2036711"/>
                </a:lnTo>
                <a:lnTo>
                  <a:pt x="3184134" y="2039967"/>
                </a:lnTo>
                <a:lnTo>
                  <a:pt x="3175297" y="2044618"/>
                </a:lnTo>
                <a:lnTo>
                  <a:pt x="3174832" y="2051129"/>
                </a:lnTo>
                <a:lnTo>
                  <a:pt x="3172506" y="2053920"/>
                </a:lnTo>
                <a:lnTo>
                  <a:pt x="3176692" y="2059036"/>
                </a:lnTo>
                <a:lnTo>
                  <a:pt x="3174367" y="2062757"/>
                </a:lnTo>
                <a:lnTo>
                  <a:pt x="3176227" y="2066013"/>
                </a:lnTo>
                <a:lnTo>
                  <a:pt x="3172041" y="2066943"/>
                </a:lnTo>
                <a:lnTo>
                  <a:pt x="3167855" y="2072524"/>
                </a:lnTo>
                <a:lnTo>
                  <a:pt x="3164600" y="2082291"/>
                </a:lnTo>
                <a:lnTo>
                  <a:pt x="3161808" y="2082757"/>
                </a:lnTo>
                <a:lnTo>
                  <a:pt x="3160413" y="2086012"/>
                </a:lnTo>
                <a:lnTo>
                  <a:pt x="3163669" y="2091593"/>
                </a:lnTo>
                <a:lnTo>
                  <a:pt x="3165064" y="2097174"/>
                </a:lnTo>
                <a:lnTo>
                  <a:pt x="3163669" y="2101361"/>
                </a:lnTo>
                <a:lnTo>
                  <a:pt x="3172041" y="2109733"/>
                </a:lnTo>
                <a:lnTo>
                  <a:pt x="3176227" y="2106012"/>
                </a:lnTo>
                <a:lnTo>
                  <a:pt x="3179018" y="2107872"/>
                </a:lnTo>
                <a:lnTo>
                  <a:pt x="3181808" y="2106012"/>
                </a:lnTo>
                <a:lnTo>
                  <a:pt x="3184134" y="2106477"/>
                </a:lnTo>
                <a:lnTo>
                  <a:pt x="3187390" y="2103686"/>
                </a:lnTo>
                <a:lnTo>
                  <a:pt x="3189715" y="2104151"/>
                </a:lnTo>
                <a:lnTo>
                  <a:pt x="3190180" y="2109267"/>
                </a:lnTo>
                <a:lnTo>
                  <a:pt x="3192971" y="2110198"/>
                </a:lnTo>
                <a:lnTo>
                  <a:pt x="3197622" y="2114384"/>
                </a:lnTo>
                <a:lnTo>
                  <a:pt x="3198553" y="2117174"/>
                </a:lnTo>
                <a:lnTo>
                  <a:pt x="3200878" y="2117174"/>
                </a:lnTo>
                <a:lnTo>
                  <a:pt x="3206924" y="2121361"/>
                </a:lnTo>
                <a:lnTo>
                  <a:pt x="3206460" y="2124151"/>
                </a:lnTo>
                <a:lnTo>
                  <a:pt x="3211111" y="2126476"/>
                </a:lnTo>
                <a:lnTo>
                  <a:pt x="3211575" y="2128802"/>
                </a:lnTo>
                <a:lnTo>
                  <a:pt x="3219482" y="2130198"/>
                </a:lnTo>
                <a:lnTo>
                  <a:pt x="3219482" y="2136244"/>
                </a:lnTo>
                <a:lnTo>
                  <a:pt x="3218087" y="2138569"/>
                </a:lnTo>
                <a:lnTo>
                  <a:pt x="3221808" y="2144151"/>
                </a:lnTo>
                <a:lnTo>
                  <a:pt x="3225994" y="2144151"/>
                </a:lnTo>
                <a:lnTo>
                  <a:pt x="3225529" y="2147871"/>
                </a:lnTo>
                <a:lnTo>
                  <a:pt x="3229715" y="2152522"/>
                </a:lnTo>
                <a:lnTo>
                  <a:pt x="3232970" y="2152988"/>
                </a:lnTo>
                <a:lnTo>
                  <a:pt x="3234366" y="2155778"/>
                </a:lnTo>
                <a:lnTo>
                  <a:pt x="3238551" y="2157639"/>
                </a:lnTo>
                <a:lnTo>
                  <a:pt x="3241807" y="2157639"/>
                </a:lnTo>
                <a:lnTo>
                  <a:pt x="3243668" y="2156244"/>
                </a:lnTo>
                <a:lnTo>
                  <a:pt x="3245994" y="2159499"/>
                </a:lnTo>
                <a:lnTo>
                  <a:pt x="3249249" y="2159034"/>
                </a:lnTo>
                <a:lnTo>
                  <a:pt x="3249714" y="2161825"/>
                </a:lnTo>
                <a:lnTo>
                  <a:pt x="3252505" y="2163685"/>
                </a:lnTo>
                <a:lnTo>
                  <a:pt x="3258087" y="2163685"/>
                </a:lnTo>
                <a:lnTo>
                  <a:pt x="3259482" y="2159034"/>
                </a:lnTo>
                <a:lnTo>
                  <a:pt x="3264598" y="2158104"/>
                </a:lnTo>
                <a:lnTo>
                  <a:pt x="3268784" y="2159964"/>
                </a:lnTo>
                <a:lnTo>
                  <a:pt x="3273435" y="2154848"/>
                </a:lnTo>
                <a:lnTo>
                  <a:pt x="3275760" y="2155313"/>
                </a:lnTo>
                <a:lnTo>
                  <a:pt x="3276226" y="2160895"/>
                </a:lnTo>
                <a:lnTo>
                  <a:pt x="3279016" y="2160895"/>
                </a:lnTo>
                <a:lnTo>
                  <a:pt x="3280411" y="2166476"/>
                </a:lnTo>
                <a:lnTo>
                  <a:pt x="3278552" y="2168802"/>
                </a:lnTo>
                <a:lnTo>
                  <a:pt x="3279947" y="2171592"/>
                </a:lnTo>
                <a:lnTo>
                  <a:pt x="3278086" y="2176243"/>
                </a:lnTo>
                <a:lnTo>
                  <a:pt x="3280877" y="2177638"/>
                </a:lnTo>
                <a:lnTo>
                  <a:pt x="3280877" y="2182755"/>
                </a:lnTo>
                <a:lnTo>
                  <a:pt x="3285528" y="2185080"/>
                </a:lnTo>
                <a:lnTo>
                  <a:pt x="3287388" y="2189266"/>
                </a:lnTo>
                <a:lnTo>
                  <a:pt x="3290644" y="2187406"/>
                </a:lnTo>
                <a:lnTo>
                  <a:pt x="3292969" y="2192056"/>
                </a:lnTo>
                <a:lnTo>
                  <a:pt x="3298551" y="2192522"/>
                </a:lnTo>
                <a:lnTo>
                  <a:pt x="3304132" y="2194382"/>
                </a:lnTo>
                <a:lnTo>
                  <a:pt x="3306923" y="2194382"/>
                </a:lnTo>
                <a:lnTo>
                  <a:pt x="3306923" y="2197173"/>
                </a:lnTo>
                <a:lnTo>
                  <a:pt x="3303202" y="2197638"/>
                </a:lnTo>
                <a:lnTo>
                  <a:pt x="3299016" y="2200429"/>
                </a:lnTo>
                <a:lnTo>
                  <a:pt x="3298086" y="2204150"/>
                </a:lnTo>
                <a:lnTo>
                  <a:pt x="3299016" y="2207870"/>
                </a:lnTo>
                <a:lnTo>
                  <a:pt x="3295295" y="2207870"/>
                </a:lnTo>
                <a:lnTo>
                  <a:pt x="3295760" y="2211126"/>
                </a:lnTo>
                <a:lnTo>
                  <a:pt x="3293435" y="2217173"/>
                </a:lnTo>
                <a:lnTo>
                  <a:pt x="3289249" y="2213917"/>
                </a:lnTo>
                <a:lnTo>
                  <a:pt x="3285993" y="2214382"/>
                </a:lnTo>
                <a:lnTo>
                  <a:pt x="3281342" y="2209266"/>
                </a:lnTo>
                <a:lnTo>
                  <a:pt x="3274365" y="2216243"/>
                </a:lnTo>
                <a:lnTo>
                  <a:pt x="3270179" y="2214847"/>
                </a:lnTo>
                <a:lnTo>
                  <a:pt x="3269714" y="2212987"/>
                </a:lnTo>
                <a:lnTo>
                  <a:pt x="3265528" y="2213917"/>
                </a:lnTo>
                <a:lnTo>
                  <a:pt x="3259482" y="2209731"/>
                </a:lnTo>
                <a:lnTo>
                  <a:pt x="3255761" y="2209266"/>
                </a:lnTo>
                <a:lnTo>
                  <a:pt x="3253435" y="2211126"/>
                </a:lnTo>
                <a:lnTo>
                  <a:pt x="3248784" y="2209731"/>
                </a:lnTo>
                <a:lnTo>
                  <a:pt x="3244598" y="2210196"/>
                </a:lnTo>
                <a:lnTo>
                  <a:pt x="3238551" y="2214847"/>
                </a:lnTo>
                <a:lnTo>
                  <a:pt x="3235761" y="2214847"/>
                </a:lnTo>
                <a:lnTo>
                  <a:pt x="3234831" y="2212057"/>
                </a:lnTo>
                <a:lnTo>
                  <a:pt x="3222738" y="2208801"/>
                </a:lnTo>
                <a:lnTo>
                  <a:pt x="3220878" y="2212057"/>
                </a:lnTo>
                <a:lnTo>
                  <a:pt x="3217157" y="2212057"/>
                </a:lnTo>
                <a:lnTo>
                  <a:pt x="3217622" y="2214847"/>
                </a:lnTo>
                <a:lnTo>
                  <a:pt x="3220413" y="2219963"/>
                </a:lnTo>
                <a:lnTo>
                  <a:pt x="3219948" y="2222754"/>
                </a:lnTo>
                <a:lnTo>
                  <a:pt x="3217157" y="2224150"/>
                </a:lnTo>
                <a:lnTo>
                  <a:pt x="3219017" y="2232521"/>
                </a:lnTo>
                <a:lnTo>
                  <a:pt x="3216227" y="2238103"/>
                </a:lnTo>
                <a:lnTo>
                  <a:pt x="3219017" y="2239033"/>
                </a:lnTo>
                <a:lnTo>
                  <a:pt x="3216227" y="2244614"/>
                </a:lnTo>
                <a:lnTo>
                  <a:pt x="3214366" y="2245079"/>
                </a:lnTo>
                <a:lnTo>
                  <a:pt x="3210180" y="2251591"/>
                </a:lnTo>
                <a:lnTo>
                  <a:pt x="3210646" y="2255777"/>
                </a:lnTo>
                <a:lnTo>
                  <a:pt x="3207390" y="2257172"/>
                </a:lnTo>
                <a:lnTo>
                  <a:pt x="3204134" y="2255311"/>
                </a:lnTo>
                <a:lnTo>
                  <a:pt x="3201343" y="2257172"/>
                </a:lnTo>
                <a:lnTo>
                  <a:pt x="3200413" y="2260428"/>
                </a:lnTo>
                <a:lnTo>
                  <a:pt x="3198553" y="2261358"/>
                </a:lnTo>
                <a:lnTo>
                  <a:pt x="3201343" y="2266939"/>
                </a:lnTo>
                <a:lnTo>
                  <a:pt x="3199017" y="2269265"/>
                </a:lnTo>
                <a:lnTo>
                  <a:pt x="3197158" y="2267405"/>
                </a:lnTo>
                <a:lnTo>
                  <a:pt x="3189251" y="2265079"/>
                </a:lnTo>
                <a:lnTo>
                  <a:pt x="3188785" y="2260428"/>
                </a:lnTo>
                <a:lnTo>
                  <a:pt x="3183669" y="2253451"/>
                </a:lnTo>
                <a:lnTo>
                  <a:pt x="3175297" y="2254381"/>
                </a:lnTo>
                <a:lnTo>
                  <a:pt x="3172041" y="2257637"/>
                </a:lnTo>
                <a:lnTo>
                  <a:pt x="3168786" y="2258103"/>
                </a:lnTo>
                <a:lnTo>
                  <a:pt x="3169251" y="2260893"/>
                </a:lnTo>
                <a:lnTo>
                  <a:pt x="3172041" y="2264149"/>
                </a:lnTo>
                <a:lnTo>
                  <a:pt x="3171576" y="2266474"/>
                </a:lnTo>
                <a:lnTo>
                  <a:pt x="3173437" y="2270195"/>
                </a:lnTo>
                <a:lnTo>
                  <a:pt x="3164600" y="2279032"/>
                </a:lnTo>
                <a:lnTo>
                  <a:pt x="3163669" y="2285079"/>
                </a:lnTo>
                <a:lnTo>
                  <a:pt x="3161344" y="2284613"/>
                </a:lnTo>
                <a:lnTo>
                  <a:pt x="3157623" y="2290195"/>
                </a:lnTo>
                <a:lnTo>
                  <a:pt x="3158553" y="2291590"/>
                </a:lnTo>
                <a:lnTo>
                  <a:pt x="3156227" y="2296241"/>
                </a:lnTo>
                <a:lnTo>
                  <a:pt x="3148786" y="2303683"/>
                </a:lnTo>
                <a:lnTo>
                  <a:pt x="3148786" y="2305544"/>
                </a:lnTo>
                <a:lnTo>
                  <a:pt x="3154367" y="2309729"/>
                </a:lnTo>
                <a:lnTo>
                  <a:pt x="3158088" y="2315310"/>
                </a:lnTo>
                <a:lnTo>
                  <a:pt x="3163669" y="2326008"/>
                </a:lnTo>
                <a:lnTo>
                  <a:pt x="3170181" y="2332985"/>
                </a:lnTo>
                <a:lnTo>
                  <a:pt x="3174832" y="2335310"/>
                </a:lnTo>
                <a:lnTo>
                  <a:pt x="3179483" y="2340892"/>
                </a:lnTo>
                <a:lnTo>
                  <a:pt x="3188785" y="2343217"/>
                </a:lnTo>
                <a:lnTo>
                  <a:pt x="3199017" y="2353450"/>
                </a:lnTo>
                <a:lnTo>
                  <a:pt x="3202273" y="2355310"/>
                </a:lnTo>
                <a:lnTo>
                  <a:pt x="3209250" y="2356240"/>
                </a:lnTo>
                <a:lnTo>
                  <a:pt x="3216227" y="2354380"/>
                </a:lnTo>
                <a:lnTo>
                  <a:pt x="3227389" y="2360891"/>
                </a:lnTo>
                <a:lnTo>
                  <a:pt x="3231110" y="2361356"/>
                </a:lnTo>
                <a:lnTo>
                  <a:pt x="3235296" y="2369263"/>
                </a:lnTo>
                <a:lnTo>
                  <a:pt x="3237156" y="2364147"/>
                </a:lnTo>
                <a:lnTo>
                  <a:pt x="3240412" y="2366007"/>
                </a:lnTo>
                <a:lnTo>
                  <a:pt x="3245994" y="2366007"/>
                </a:lnTo>
                <a:lnTo>
                  <a:pt x="3246924" y="2367402"/>
                </a:lnTo>
                <a:lnTo>
                  <a:pt x="3253900" y="2366007"/>
                </a:lnTo>
                <a:lnTo>
                  <a:pt x="3258551" y="2366938"/>
                </a:lnTo>
                <a:lnTo>
                  <a:pt x="3261807" y="2369263"/>
                </a:lnTo>
                <a:lnTo>
                  <a:pt x="3264133" y="2374379"/>
                </a:lnTo>
                <a:lnTo>
                  <a:pt x="3263202" y="2386472"/>
                </a:lnTo>
                <a:lnTo>
                  <a:pt x="3261342" y="2386472"/>
                </a:lnTo>
                <a:lnTo>
                  <a:pt x="3258087" y="2392053"/>
                </a:lnTo>
                <a:lnTo>
                  <a:pt x="3259482" y="2399960"/>
                </a:lnTo>
                <a:lnTo>
                  <a:pt x="3257621" y="2400425"/>
                </a:lnTo>
                <a:lnTo>
                  <a:pt x="3257621" y="2404147"/>
                </a:lnTo>
                <a:lnTo>
                  <a:pt x="3262272" y="2404147"/>
                </a:lnTo>
                <a:lnTo>
                  <a:pt x="3261807" y="2409262"/>
                </a:lnTo>
                <a:lnTo>
                  <a:pt x="3263668" y="2411123"/>
                </a:lnTo>
                <a:lnTo>
                  <a:pt x="3264133" y="2418565"/>
                </a:lnTo>
                <a:lnTo>
                  <a:pt x="3267389" y="2419495"/>
                </a:lnTo>
                <a:lnTo>
                  <a:pt x="3269249" y="2423216"/>
                </a:lnTo>
                <a:lnTo>
                  <a:pt x="3264598" y="2423681"/>
                </a:lnTo>
                <a:lnTo>
                  <a:pt x="3263668" y="2427867"/>
                </a:lnTo>
                <a:lnTo>
                  <a:pt x="3264598" y="2432518"/>
                </a:lnTo>
                <a:lnTo>
                  <a:pt x="3263202" y="2435774"/>
                </a:lnTo>
                <a:lnTo>
                  <a:pt x="3258551" y="2435774"/>
                </a:lnTo>
                <a:lnTo>
                  <a:pt x="3258551" y="2438564"/>
                </a:lnTo>
                <a:lnTo>
                  <a:pt x="3252970" y="2440889"/>
                </a:lnTo>
                <a:lnTo>
                  <a:pt x="3252505" y="2443215"/>
                </a:lnTo>
                <a:lnTo>
                  <a:pt x="3247389" y="2445076"/>
                </a:lnTo>
                <a:lnTo>
                  <a:pt x="3245528" y="2442750"/>
                </a:lnTo>
                <a:lnTo>
                  <a:pt x="3238551" y="2445076"/>
                </a:lnTo>
                <a:lnTo>
                  <a:pt x="3242273" y="2452518"/>
                </a:lnTo>
                <a:lnTo>
                  <a:pt x="3239017" y="2457634"/>
                </a:lnTo>
                <a:lnTo>
                  <a:pt x="3235761" y="2459029"/>
                </a:lnTo>
                <a:lnTo>
                  <a:pt x="3239017" y="2461820"/>
                </a:lnTo>
                <a:lnTo>
                  <a:pt x="3238087" y="2466471"/>
                </a:lnTo>
                <a:lnTo>
                  <a:pt x="3236692" y="2470191"/>
                </a:lnTo>
                <a:lnTo>
                  <a:pt x="3238087" y="2478098"/>
                </a:lnTo>
                <a:lnTo>
                  <a:pt x="3236226" y="2482285"/>
                </a:lnTo>
                <a:lnTo>
                  <a:pt x="3240877" y="2485541"/>
                </a:lnTo>
                <a:lnTo>
                  <a:pt x="3239947" y="2490192"/>
                </a:lnTo>
                <a:lnTo>
                  <a:pt x="3249249" y="2488796"/>
                </a:lnTo>
                <a:lnTo>
                  <a:pt x="3252040" y="2499029"/>
                </a:lnTo>
                <a:lnTo>
                  <a:pt x="3255761" y="2500889"/>
                </a:lnTo>
                <a:lnTo>
                  <a:pt x="3257156" y="2504610"/>
                </a:lnTo>
                <a:lnTo>
                  <a:pt x="3260877" y="2506470"/>
                </a:lnTo>
                <a:lnTo>
                  <a:pt x="3265063" y="2511121"/>
                </a:lnTo>
                <a:lnTo>
                  <a:pt x="3270645" y="2507865"/>
                </a:lnTo>
                <a:lnTo>
                  <a:pt x="3273435" y="2508331"/>
                </a:lnTo>
                <a:lnTo>
                  <a:pt x="3273900" y="2511121"/>
                </a:lnTo>
                <a:lnTo>
                  <a:pt x="3272040" y="2513912"/>
                </a:lnTo>
                <a:lnTo>
                  <a:pt x="3272504" y="2518098"/>
                </a:lnTo>
                <a:lnTo>
                  <a:pt x="3268319" y="2517633"/>
                </a:lnTo>
                <a:lnTo>
                  <a:pt x="3266458" y="2526934"/>
                </a:lnTo>
                <a:lnTo>
                  <a:pt x="3267853" y="2530656"/>
                </a:lnTo>
                <a:lnTo>
                  <a:pt x="3263668" y="2533912"/>
                </a:lnTo>
                <a:lnTo>
                  <a:pt x="3263668" y="2537167"/>
                </a:lnTo>
                <a:lnTo>
                  <a:pt x="3265528" y="2539028"/>
                </a:lnTo>
                <a:lnTo>
                  <a:pt x="3257621" y="2543679"/>
                </a:lnTo>
                <a:lnTo>
                  <a:pt x="3261807" y="2547400"/>
                </a:lnTo>
                <a:lnTo>
                  <a:pt x="3261342" y="2550655"/>
                </a:lnTo>
                <a:lnTo>
                  <a:pt x="3265528" y="2552981"/>
                </a:lnTo>
                <a:lnTo>
                  <a:pt x="3269249" y="2552981"/>
                </a:lnTo>
                <a:lnTo>
                  <a:pt x="3271574" y="2556702"/>
                </a:lnTo>
                <a:lnTo>
                  <a:pt x="3276226" y="2556702"/>
                </a:lnTo>
                <a:lnTo>
                  <a:pt x="3275296" y="2551121"/>
                </a:lnTo>
                <a:lnTo>
                  <a:pt x="3279016" y="2552051"/>
                </a:lnTo>
                <a:lnTo>
                  <a:pt x="3282272" y="2555306"/>
                </a:lnTo>
                <a:lnTo>
                  <a:pt x="3292040" y="2554377"/>
                </a:lnTo>
                <a:lnTo>
                  <a:pt x="3294830" y="2557632"/>
                </a:lnTo>
                <a:lnTo>
                  <a:pt x="3298086" y="2559028"/>
                </a:lnTo>
                <a:lnTo>
                  <a:pt x="3302272" y="2555772"/>
                </a:lnTo>
                <a:lnTo>
                  <a:pt x="3304132" y="2556702"/>
                </a:lnTo>
                <a:lnTo>
                  <a:pt x="3302737" y="2561353"/>
                </a:lnTo>
                <a:lnTo>
                  <a:pt x="3299481" y="2561353"/>
                </a:lnTo>
                <a:lnTo>
                  <a:pt x="3295760" y="2565074"/>
                </a:lnTo>
                <a:lnTo>
                  <a:pt x="3294830" y="2570190"/>
                </a:lnTo>
                <a:lnTo>
                  <a:pt x="3291109" y="2572981"/>
                </a:lnTo>
                <a:lnTo>
                  <a:pt x="3289249" y="2575771"/>
                </a:lnTo>
                <a:lnTo>
                  <a:pt x="3285062" y="2577632"/>
                </a:lnTo>
                <a:lnTo>
                  <a:pt x="3284598" y="2582283"/>
                </a:lnTo>
                <a:lnTo>
                  <a:pt x="3286458" y="2589259"/>
                </a:lnTo>
                <a:lnTo>
                  <a:pt x="3285528" y="2591120"/>
                </a:lnTo>
                <a:lnTo>
                  <a:pt x="3285062" y="2599492"/>
                </a:lnTo>
                <a:lnTo>
                  <a:pt x="3283667" y="2601818"/>
                </a:lnTo>
                <a:lnTo>
                  <a:pt x="3289249" y="2602747"/>
                </a:lnTo>
                <a:lnTo>
                  <a:pt x="3289249" y="2606933"/>
                </a:lnTo>
                <a:lnTo>
                  <a:pt x="3292040" y="2608328"/>
                </a:lnTo>
                <a:lnTo>
                  <a:pt x="3290179" y="2610654"/>
                </a:lnTo>
                <a:lnTo>
                  <a:pt x="3291109" y="2615305"/>
                </a:lnTo>
                <a:lnTo>
                  <a:pt x="3294830" y="2616701"/>
                </a:lnTo>
                <a:lnTo>
                  <a:pt x="3297156" y="2615305"/>
                </a:lnTo>
                <a:lnTo>
                  <a:pt x="3300411" y="2621352"/>
                </a:lnTo>
                <a:lnTo>
                  <a:pt x="3299016" y="2629724"/>
                </a:lnTo>
                <a:lnTo>
                  <a:pt x="3296225" y="2630654"/>
                </a:lnTo>
                <a:lnTo>
                  <a:pt x="3292969" y="2634375"/>
                </a:lnTo>
                <a:lnTo>
                  <a:pt x="3292969" y="2639956"/>
                </a:lnTo>
                <a:lnTo>
                  <a:pt x="3296225" y="2644142"/>
                </a:lnTo>
                <a:lnTo>
                  <a:pt x="3299016" y="2647398"/>
                </a:lnTo>
                <a:lnTo>
                  <a:pt x="3297156" y="2652514"/>
                </a:lnTo>
                <a:lnTo>
                  <a:pt x="3294830" y="2655770"/>
                </a:lnTo>
                <a:lnTo>
                  <a:pt x="3294830" y="2659491"/>
                </a:lnTo>
                <a:lnTo>
                  <a:pt x="3299016" y="2661351"/>
                </a:lnTo>
                <a:lnTo>
                  <a:pt x="3295760" y="2664142"/>
                </a:lnTo>
                <a:lnTo>
                  <a:pt x="3295760" y="2667863"/>
                </a:lnTo>
                <a:lnTo>
                  <a:pt x="3289249" y="2669258"/>
                </a:lnTo>
                <a:lnTo>
                  <a:pt x="3286458" y="2672514"/>
                </a:lnTo>
                <a:lnTo>
                  <a:pt x="3285062" y="2672514"/>
                </a:lnTo>
                <a:lnTo>
                  <a:pt x="3282737" y="2678095"/>
                </a:lnTo>
                <a:lnTo>
                  <a:pt x="3283203" y="2680421"/>
                </a:lnTo>
                <a:lnTo>
                  <a:pt x="3282272" y="2691583"/>
                </a:lnTo>
                <a:lnTo>
                  <a:pt x="3279481" y="2691118"/>
                </a:lnTo>
                <a:lnTo>
                  <a:pt x="3276226" y="2687863"/>
                </a:lnTo>
                <a:lnTo>
                  <a:pt x="3275760" y="2683211"/>
                </a:lnTo>
                <a:lnTo>
                  <a:pt x="3273435" y="2680886"/>
                </a:lnTo>
                <a:lnTo>
                  <a:pt x="3271574" y="2679490"/>
                </a:lnTo>
                <a:lnTo>
                  <a:pt x="3269249" y="2678095"/>
                </a:lnTo>
                <a:lnTo>
                  <a:pt x="3266458" y="2677165"/>
                </a:lnTo>
                <a:lnTo>
                  <a:pt x="3264598" y="2677630"/>
                </a:lnTo>
                <a:lnTo>
                  <a:pt x="3263202" y="2678095"/>
                </a:lnTo>
                <a:lnTo>
                  <a:pt x="3262272" y="2677165"/>
                </a:lnTo>
                <a:lnTo>
                  <a:pt x="3260877" y="2676700"/>
                </a:lnTo>
                <a:lnTo>
                  <a:pt x="3263202" y="2678560"/>
                </a:lnTo>
                <a:lnTo>
                  <a:pt x="3265063" y="2677630"/>
                </a:lnTo>
                <a:lnTo>
                  <a:pt x="3266923" y="2677630"/>
                </a:lnTo>
                <a:lnTo>
                  <a:pt x="3269249" y="2678560"/>
                </a:lnTo>
                <a:lnTo>
                  <a:pt x="3270645" y="2679490"/>
                </a:lnTo>
                <a:lnTo>
                  <a:pt x="3270645" y="2681351"/>
                </a:lnTo>
                <a:lnTo>
                  <a:pt x="3272504" y="2683211"/>
                </a:lnTo>
                <a:lnTo>
                  <a:pt x="3271109" y="2679956"/>
                </a:lnTo>
                <a:lnTo>
                  <a:pt x="3272504" y="2680421"/>
                </a:lnTo>
                <a:lnTo>
                  <a:pt x="3273900" y="2682746"/>
                </a:lnTo>
                <a:lnTo>
                  <a:pt x="3275296" y="2683211"/>
                </a:lnTo>
                <a:lnTo>
                  <a:pt x="3273900" y="2686932"/>
                </a:lnTo>
                <a:lnTo>
                  <a:pt x="3272970" y="2684141"/>
                </a:lnTo>
                <a:lnTo>
                  <a:pt x="3274365" y="2689723"/>
                </a:lnTo>
                <a:lnTo>
                  <a:pt x="3277156" y="2692048"/>
                </a:lnTo>
                <a:lnTo>
                  <a:pt x="3281807" y="2692048"/>
                </a:lnTo>
                <a:lnTo>
                  <a:pt x="3282737" y="2696234"/>
                </a:lnTo>
                <a:lnTo>
                  <a:pt x="3281807" y="2703676"/>
                </a:lnTo>
                <a:lnTo>
                  <a:pt x="3285062" y="2704606"/>
                </a:lnTo>
                <a:lnTo>
                  <a:pt x="3288318" y="2707397"/>
                </a:lnTo>
                <a:lnTo>
                  <a:pt x="3291574" y="2712513"/>
                </a:lnTo>
                <a:lnTo>
                  <a:pt x="3295760" y="2714839"/>
                </a:lnTo>
                <a:lnTo>
                  <a:pt x="3294365" y="2720885"/>
                </a:lnTo>
                <a:lnTo>
                  <a:pt x="3298086" y="2724606"/>
                </a:lnTo>
                <a:lnTo>
                  <a:pt x="3298551" y="2727397"/>
                </a:lnTo>
                <a:lnTo>
                  <a:pt x="3293900" y="2726931"/>
                </a:lnTo>
                <a:lnTo>
                  <a:pt x="3292969" y="2726001"/>
                </a:lnTo>
                <a:lnTo>
                  <a:pt x="3292505" y="2727397"/>
                </a:lnTo>
                <a:lnTo>
                  <a:pt x="3290179" y="2735769"/>
                </a:lnTo>
                <a:lnTo>
                  <a:pt x="3285528" y="2736699"/>
                </a:lnTo>
                <a:lnTo>
                  <a:pt x="3284598" y="2732513"/>
                </a:lnTo>
                <a:lnTo>
                  <a:pt x="3283203" y="2730652"/>
                </a:lnTo>
                <a:lnTo>
                  <a:pt x="3282737" y="2730652"/>
                </a:lnTo>
                <a:lnTo>
                  <a:pt x="3281807" y="2731582"/>
                </a:lnTo>
                <a:lnTo>
                  <a:pt x="3279947" y="2730652"/>
                </a:lnTo>
                <a:lnTo>
                  <a:pt x="3274830" y="2730187"/>
                </a:lnTo>
                <a:lnTo>
                  <a:pt x="3274830" y="2727862"/>
                </a:lnTo>
                <a:lnTo>
                  <a:pt x="3278086" y="2725071"/>
                </a:lnTo>
                <a:lnTo>
                  <a:pt x="3278086" y="2724606"/>
                </a:lnTo>
                <a:lnTo>
                  <a:pt x="3273900" y="2726931"/>
                </a:lnTo>
                <a:lnTo>
                  <a:pt x="3274830" y="2730187"/>
                </a:lnTo>
                <a:lnTo>
                  <a:pt x="3278086" y="2732513"/>
                </a:lnTo>
                <a:lnTo>
                  <a:pt x="3276226" y="2734838"/>
                </a:lnTo>
                <a:lnTo>
                  <a:pt x="3272040" y="2735304"/>
                </a:lnTo>
                <a:lnTo>
                  <a:pt x="3268319" y="2732513"/>
                </a:lnTo>
                <a:lnTo>
                  <a:pt x="3265528" y="2732048"/>
                </a:lnTo>
                <a:lnTo>
                  <a:pt x="3266458" y="2726467"/>
                </a:lnTo>
                <a:lnTo>
                  <a:pt x="3269714" y="2723211"/>
                </a:lnTo>
                <a:lnTo>
                  <a:pt x="3271574" y="2721816"/>
                </a:lnTo>
                <a:lnTo>
                  <a:pt x="3272504" y="2721816"/>
                </a:lnTo>
                <a:lnTo>
                  <a:pt x="3272970" y="2721350"/>
                </a:lnTo>
                <a:lnTo>
                  <a:pt x="3272970" y="2719955"/>
                </a:lnTo>
                <a:lnTo>
                  <a:pt x="3272504" y="2721350"/>
                </a:lnTo>
                <a:lnTo>
                  <a:pt x="3271574" y="2721816"/>
                </a:lnTo>
                <a:lnTo>
                  <a:pt x="3269249" y="2722746"/>
                </a:lnTo>
                <a:lnTo>
                  <a:pt x="3265063" y="2726931"/>
                </a:lnTo>
                <a:lnTo>
                  <a:pt x="3265993" y="2728327"/>
                </a:lnTo>
                <a:lnTo>
                  <a:pt x="3263202" y="2732513"/>
                </a:lnTo>
                <a:lnTo>
                  <a:pt x="3258087" y="2730187"/>
                </a:lnTo>
                <a:lnTo>
                  <a:pt x="3257156" y="2730187"/>
                </a:lnTo>
                <a:lnTo>
                  <a:pt x="3253900" y="2730652"/>
                </a:lnTo>
                <a:lnTo>
                  <a:pt x="3252505" y="2734374"/>
                </a:lnTo>
                <a:lnTo>
                  <a:pt x="3248319" y="2739489"/>
                </a:lnTo>
                <a:lnTo>
                  <a:pt x="3248784" y="2741350"/>
                </a:lnTo>
                <a:lnTo>
                  <a:pt x="3246458" y="2743676"/>
                </a:lnTo>
                <a:lnTo>
                  <a:pt x="3245063" y="2747862"/>
                </a:lnTo>
                <a:lnTo>
                  <a:pt x="3246458" y="2756233"/>
                </a:lnTo>
                <a:lnTo>
                  <a:pt x="3247854" y="2758559"/>
                </a:lnTo>
                <a:lnTo>
                  <a:pt x="3244598" y="2762745"/>
                </a:lnTo>
                <a:lnTo>
                  <a:pt x="3241807" y="2771582"/>
                </a:lnTo>
                <a:lnTo>
                  <a:pt x="3244598" y="2776698"/>
                </a:lnTo>
                <a:lnTo>
                  <a:pt x="3242738" y="2781814"/>
                </a:lnTo>
                <a:lnTo>
                  <a:pt x="3238551" y="2785070"/>
                </a:lnTo>
                <a:lnTo>
                  <a:pt x="3237621" y="2782279"/>
                </a:lnTo>
                <a:lnTo>
                  <a:pt x="3236226" y="2783210"/>
                </a:lnTo>
                <a:lnTo>
                  <a:pt x="3234366" y="2782745"/>
                </a:lnTo>
                <a:lnTo>
                  <a:pt x="3236226" y="2783674"/>
                </a:lnTo>
                <a:lnTo>
                  <a:pt x="3238551" y="2786000"/>
                </a:lnTo>
                <a:lnTo>
                  <a:pt x="3236226" y="2794837"/>
                </a:lnTo>
                <a:lnTo>
                  <a:pt x="3233436" y="2795767"/>
                </a:lnTo>
                <a:lnTo>
                  <a:pt x="3231110" y="2792047"/>
                </a:lnTo>
                <a:lnTo>
                  <a:pt x="3232505" y="2788326"/>
                </a:lnTo>
                <a:lnTo>
                  <a:pt x="3234366" y="2786465"/>
                </a:lnTo>
                <a:lnTo>
                  <a:pt x="3233901" y="2782279"/>
                </a:lnTo>
                <a:lnTo>
                  <a:pt x="3233436" y="2782279"/>
                </a:lnTo>
                <a:lnTo>
                  <a:pt x="3233901" y="2786000"/>
                </a:lnTo>
                <a:lnTo>
                  <a:pt x="3230645" y="2791116"/>
                </a:lnTo>
                <a:lnTo>
                  <a:pt x="3225994" y="2787861"/>
                </a:lnTo>
                <a:lnTo>
                  <a:pt x="3225529" y="2785535"/>
                </a:lnTo>
                <a:lnTo>
                  <a:pt x="3227855" y="2782279"/>
                </a:lnTo>
                <a:lnTo>
                  <a:pt x="3229715" y="2780884"/>
                </a:lnTo>
                <a:lnTo>
                  <a:pt x="3226459" y="2780419"/>
                </a:lnTo>
                <a:lnTo>
                  <a:pt x="3223668" y="2781349"/>
                </a:lnTo>
                <a:lnTo>
                  <a:pt x="3222738" y="2783210"/>
                </a:lnTo>
                <a:lnTo>
                  <a:pt x="3222273" y="2784140"/>
                </a:lnTo>
                <a:lnTo>
                  <a:pt x="3219482" y="2783674"/>
                </a:lnTo>
                <a:lnTo>
                  <a:pt x="3220413" y="2779954"/>
                </a:lnTo>
                <a:lnTo>
                  <a:pt x="3217157" y="2781349"/>
                </a:lnTo>
                <a:lnTo>
                  <a:pt x="3215297" y="2782745"/>
                </a:lnTo>
                <a:lnTo>
                  <a:pt x="3214366" y="2781814"/>
                </a:lnTo>
                <a:lnTo>
                  <a:pt x="3212971" y="2782745"/>
                </a:lnTo>
                <a:lnTo>
                  <a:pt x="3210180" y="2785535"/>
                </a:lnTo>
                <a:lnTo>
                  <a:pt x="3209250" y="2791116"/>
                </a:lnTo>
                <a:lnTo>
                  <a:pt x="3208320" y="2793442"/>
                </a:lnTo>
                <a:lnTo>
                  <a:pt x="3209250" y="2799488"/>
                </a:lnTo>
                <a:lnTo>
                  <a:pt x="3207390" y="2801814"/>
                </a:lnTo>
                <a:lnTo>
                  <a:pt x="3204599" y="2800418"/>
                </a:lnTo>
                <a:lnTo>
                  <a:pt x="3203204" y="2796698"/>
                </a:lnTo>
                <a:lnTo>
                  <a:pt x="3203204" y="2790652"/>
                </a:lnTo>
                <a:lnTo>
                  <a:pt x="3201809" y="2790186"/>
                </a:lnTo>
                <a:lnTo>
                  <a:pt x="3202739" y="2790652"/>
                </a:lnTo>
                <a:lnTo>
                  <a:pt x="3202739" y="2796698"/>
                </a:lnTo>
                <a:lnTo>
                  <a:pt x="3204134" y="2800884"/>
                </a:lnTo>
                <a:lnTo>
                  <a:pt x="3207390" y="2802279"/>
                </a:lnTo>
                <a:lnTo>
                  <a:pt x="3206924" y="2805535"/>
                </a:lnTo>
                <a:lnTo>
                  <a:pt x="3203668" y="2806000"/>
                </a:lnTo>
                <a:lnTo>
                  <a:pt x="3201343" y="2806930"/>
                </a:lnTo>
                <a:lnTo>
                  <a:pt x="3200878" y="2808791"/>
                </a:lnTo>
                <a:lnTo>
                  <a:pt x="3201809" y="2813442"/>
                </a:lnTo>
                <a:lnTo>
                  <a:pt x="3199483" y="2815768"/>
                </a:lnTo>
                <a:lnTo>
                  <a:pt x="3195297" y="2814372"/>
                </a:lnTo>
                <a:lnTo>
                  <a:pt x="3196227" y="2812046"/>
                </a:lnTo>
                <a:lnTo>
                  <a:pt x="3195297" y="2806930"/>
                </a:lnTo>
                <a:lnTo>
                  <a:pt x="3191576" y="2801814"/>
                </a:lnTo>
                <a:lnTo>
                  <a:pt x="3188785" y="2801349"/>
                </a:lnTo>
                <a:lnTo>
                  <a:pt x="3188320" y="2799023"/>
                </a:lnTo>
                <a:lnTo>
                  <a:pt x="3189251" y="2798093"/>
                </a:lnTo>
                <a:lnTo>
                  <a:pt x="3195761" y="2794837"/>
                </a:lnTo>
                <a:lnTo>
                  <a:pt x="3197158" y="2792512"/>
                </a:lnTo>
                <a:lnTo>
                  <a:pt x="3196227" y="2791116"/>
                </a:lnTo>
                <a:lnTo>
                  <a:pt x="3196692" y="2790652"/>
                </a:lnTo>
                <a:lnTo>
                  <a:pt x="3196227" y="2790652"/>
                </a:lnTo>
                <a:lnTo>
                  <a:pt x="3195297" y="2794837"/>
                </a:lnTo>
                <a:lnTo>
                  <a:pt x="3189715" y="2797163"/>
                </a:lnTo>
                <a:lnTo>
                  <a:pt x="3188320" y="2798558"/>
                </a:lnTo>
                <a:lnTo>
                  <a:pt x="3187855" y="2799954"/>
                </a:lnTo>
                <a:lnTo>
                  <a:pt x="3191110" y="2805535"/>
                </a:lnTo>
                <a:lnTo>
                  <a:pt x="3191576" y="2807861"/>
                </a:lnTo>
                <a:lnTo>
                  <a:pt x="3181344" y="2806465"/>
                </a:lnTo>
                <a:lnTo>
                  <a:pt x="3181344" y="2804139"/>
                </a:lnTo>
                <a:lnTo>
                  <a:pt x="3178553" y="2796698"/>
                </a:lnTo>
                <a:lnTo>
                  <a:pt x="3175297" y="2792047"/>
                </a:lnTo>
                <a:lnTo>
                  <a:pt x="3172971" y="2786930"/>
                </a:lnTo>
                <a:lnTo>
                  <a:pt x="3174832" y="2779954"/>
                </a:lnTo>
                <a:lnTo>
                  <a:pt x="3174367" y="2777164"/>
                </a:lnTo>
                <a:lnTo>
                  <a:pt x="3171111" y="2772977"/>
                </a:lnTo>
                <a:lnTo>
                  <a:pt x="3178088" y="2765535"/>
                </a:lnTo>
                <a:lnTo>
                  <a:pt x="3180878" y="2759954"/>
                </a:lnTo>
                <a:lnTo>
                  <a:pt x="3182274" y="2750652"/>
                </a:lnTo>
                <a:lnTo>
                  <a:pt x="3180413" y="2743676"/>
                </a:lnTo>
                <a:lnTo>
                  <a:pt x="3180413" y="2740420"/>
                </a:lnTo>
                <a:lnTo>
                  <a:pt x="3176692" y="2733908"/>
                </a:lnTo>
                <a:lnTo>
                  <a:pt x="3172971" y="2732048"/>
                </a:lnTo>
                <a:lnTo>
                  <a:pt x="3165530" y="2730187"/>
                </a:lnTo>
                <a:lnTo>
                  <a:pt x="3158553" y="2730187"/>
                </a:lnTo>
                <a:lnTo>
                  <a:pt x="3159949" y="2726467"/>
                </a:lnTo>
                <a:lnTo>
                  <a:pt x="3160879" y="2720885"/>
                </a:lnTo>
                <a:lnTo>
                  <a:pt x="3163669" y="2713909"/>
                </a:lnTo>
                <a:lnTo>
                  <a:pt x="3160879" y="2713909"/>
                </a:lnTo>
                <a:lnTo>
                  <a:pt x="3159483" y="2717164"/>
                </a:lnTo>
                <a:lnTo>
                  <a:pt x="3159018" y="2722746"/>
                </a:lnTo>
                <a:lnTo>
                  <a:pt x="3154832" y="2728327"/>
                </a:lnTo>
                <a:lnTo>
                  <a:pt x="3151111" y="2727862"/>
                </a:lnTo>
                <a:lnTo>
                  <a:pt x="3144135" y="2723675"/>
                </a:lnTo>
                <a:lnTo>
                  <a:pt x="3140414" y="2718094"/>
                </a:lnTo>
                <a:lnTo>
                  <a:pt x="3140414" y="2706002"/>
                </a:lnTo>
                <a:lnTo>
                  <a:pt x="3139018" y="2697629"/>
                </a:lnTo>
                <a:lnTo>
                  <a:pt x="3135763" y="2696699"/>
                </a:lnTo>
                <a:lnTo>
                  <a:pt x="3137623" y="2703676"/>
                </a:lnTo>
                <a:lnTo>
                  <a:pt x="3138088" y="2710187"/>
                </a:lnTo>
                <a:lnTo>
                  <a:pt x="3136228" y="2712048"/>
                </a:lnTo>
                <a:lnTo>
                  <a:pt x="3136693" y="2720420"/>
                </a:lnTo>
                <a:lnTo>
                  <a:pt x="3142274" y="2725536"/>
                </a:lnTo>
                <a:lnTo>
                  <a:pt x="3145530" y="2730187"/>
                </a:lnTo>
                <a:lnTo>
                  <a:pt x="3150646" y="2731582"/>
                </a:lnTo>
                <a:lnTo>
                  <a:pt x="3152506" y="2730187"/>
                </a:lnTo>
                <a:lnTo>
                  <a:pt x="3157157" y="2733443"/>
                </a:lnTo>
                <a:lnTo>
                  <a:pt x="3163669" y="2732978"/>
                </a:lnTo>
                <a:lnTo>
                  <a:pt x="3168320" y="2734374"/>
                </a:lnTo>
                <a:lnTo>
                  <a:pt x="3170181" y="2737164"/>
                </a:lnTo>
                <a:lnTo>
                  <a:pt x="3177622" y="2746931"/>
                </a:lnTo>
                <a:lnTo>
                  <a:pt x="3173437" y="2753443"/>
                </a:lnTo>
                <a:lnTo>
                  <a:pt x="3159949" y="2762280"/>
                </a:lnTo>
                <a:lnTo>
                  <a:pt x="3156693" y="2763676"/>
                </a:lnTo>
                <a:lnTo>
                  <a:pt x="3151111" y="2757629"/>
                </a:lnTo>
                <a:lnTo>
                  <a:pt x="3151111" y="2754373"/>
                </a:lnTo>
                <a:lnTo>
                  <a:pt x="3148786" y="2753908"/>
                </a:lnTo>
                <a:lnTo>
                  <a:pt x="3149716" y="2759024"/>
                </a:lnTo>
                <a:lnTo>
                  <a:pt x="3155298" y="2763676"/>
                </a:lnTo>
                <a:lnTo>
                  <a:pt x="3150181" y="2774838"/>
                </a:lnTo>
                <a:lnTo>
                  <a:pt x="3147391" y="2782279"/>
                </a:lnTo>
                <a:lnTo>
                  <a:pt x="3143669" y="2790186"/>
                </a:lnTo>
                <a:lnTo>
                  <a:pt x="3137158" y="2796698"/>
                </a:lnTo>
                <a:lnTo>
                  <a:pt x="3135298" y="2800418"/>
                </a:lnTo>
                <a:lnTo>
                  <a:pt x="3129251" y="2801814"/>
                </a:lnTo>
                <a:lnTo>
                  <a:pt x="3126926" y="2805535"/>
                </a:lnTo>
                <a:lnTo>
                  <a:pt x="3119949" y="2811581"/>
                </a:lnTo>
                <a:lnTo>
                  <a:pt x="3116693" y="2816232"/>
                </a:lnTo>
                <a:lnTo>
                  <a:pt x="3113438" y="2818093"/>
                </a:lnTo>
                <a:lnTo>
                  <a:pt x="3107857" y="2817627"/>
                </a:lnTo>
                <a:lnTo>
                  <a:pt x="3105531" y="2820883"/>
                </a:lnTo>
                <a:lnTo>
                  <a:pt x="3095763" y="2825070"/>
                </a:lnTo>
                <a:lnTo>
                  <a:pt x="3077159" y="2828790"/>
                </a:lnTo>
                <a:lnTo>
                  <a:pt x="3064601" y="2832976"/>
                </a:lnTo>
                <a:lnTo>
                  <a:pt x="3064601" y="2832976"/>
                </a:lnTo>
                <a:lnTo>
                  <a:pt x="3060415" y="2834836"/>
                </a:lnTo>
                <a:lnTo>
                  <a:pt x="3053439" y="2839953"/>
                </a:lnTo>
                <a:lnTo>
                  <a:pt x="3049717" y="2840417"/>
                </a:lnTo>
                <a:lnTo>
                  <a:pt x="3046927" y="2842743"/>
                </a:lnTo>
                <a:lnTo>
                  <a:pt x="3036229" y="2841813"/>
                </a:lnTo>
                <a:lnTo>
                  <a:pt x="3026462" y="2842743"/>
                </a:lnTo>
                <a:lnTo>
                  <a:pt x="3020881" y="2843673"/>
                </a:lnTo>
                <a:lnTo>
                  <a:pt x="3012509" y="2846929"/>
                </a:lnTo>
                <a:lnTo>
                  <a:pt x="3005998" y="2850185"/>
                </a:lnTo>
                <a:lnTo>
                  <a:pt x="2998091" y="2857627"/>
                </a:lnTo>
                <a:lnTo>
                  <a:pt x="2996230" y="2858092"/>
                </a:lnTo>
                <a:lnTo>
                  <a:pt x="2987393" y="2865068"/>
                </a:lnTo>
                <a:lnTo>
                  <a:pt x="2979486" y="2872975"/>
                </a:lnTo>
                <a:lnTo>
                  <a:pt x="2973440" y="2880882"/>
                </a:lnTo>
                <a:lnTo>
                  <a:pt x="2971114" y="2882743"/>
                </a:lnTo>
                <a:lnTo>
                  <a:pt x="2963672" y="2896231"/>
                </a:lnTo>
                <a:lnTo>
                  <a:pt x="2963672" y="2899487"/>
                </a:lnTo>
                <a:lnTo>
                  <a:pt x="2959952" y="2904138"/>
                </a:lnTo>
                <a:lnTo>
                  <a:pt x="2960882" y="2906928"/>
                </a:lnTo>
                <a:lnTo>
                  <a:pt x="2959952" y="2913440"/>
                </a:lnTo>
                <a:lnTo>
                  <a:pt x="2963207" y="2922277"/>
                </a:lnTo>
                <a:lnTo>
                  <a:pt x="2965533" y="2927393"/>
                </a:lnTo>
                <a:lnTo>
                  <a:pt x="2970184" y="2933904"/>
                </a:lnTo>
                <a:lnTo>
                  <a:pt x="2972045" y="2937160"/>
                </a:lnTo>
                <a:lnTo>
                  <a:pt x="2975300" y="2947393"/>
                </a:lnTo>
                <a:lnTo>
                  <a:pt x="2978556" y="2955300"/>
                </a:lnTo>
                <a:lnTo>
                  <a:pt x="2981347" y="2959486"/>
                </a:lnTo>
                <a:lnTo>
                  <a:pt x="2983207" y="2965997"/>
                </a:lnTo>
                <a:lnTo>
                  <a:pt x="2981347" y="2973439"/>
                </a:lnTo>
                <a:lnTo>
                  <a:pt x="2969254" y="2971113"/>
                </a:lnTo>
                <a:lnTo>
                  <a:pt x="2961812" y="2974834"/>
                </a:lnTo>
                <a:lnTo>
                  <a:pt x="2959021" y="2977625"/>
                </a:lnTo>
                <a:lnTo>
                  <a:pt x="2959021" y="2983671"/>
                </a:lnTo>
                <a:lnTo>
                  <a:pt x="2956231" y="2986462"/>
                </a:lnTo>
                <a:lnTo>
                  <a:pt x="2954370" y="2992043"/>
                </a:lnTo>
                <a:lnTo>
                  <a:pt x="2951114" y="2997160"/>
                </a:lnTo>
                <a:lnTo>
                  <a:pt x="2953905" y="2997160"/>
                </a:lnTo>
                <a:lnTo>
                  <a:pt x="2957161" y="2997160"/>
                </a:lnTo>
                <a:lnTo>
                  <a:pt x="2959952" y="2996695"/>
                </a:lnTo>
                <a:lnTo>
                  <a:pt x="2960416" y="2992043"/>
                </a:lnTo>
                <a:lnTo>
                  <a:pt x="2962277" y="2995299"/>
                </a:lnTo>
                <a:lnTo>
                  <a:pt x="2963207" y="2996229"/>
                </a:lnTo>
                <a:lnTo>
                  <a:pt x="2964138" y="2995764"/>
                </a:lnTo>
                <a:lnTo>
                  <a:pt x="2972045" y="2988322"/>
                </a:lnTo>
                <a:lnTo>
                  <a:pt x="2977626" y="2985997"/>
                </a:lnTo>
                <a:lnTo>
                  <a:pt x="2983207" y="2985997"/>
                </a:lnTo>
                <a:lnTo>
                  <a:pt x="2989254" y="2988322"/>
                </a:lnTo>
                <a:lnTo>
                  <a:pt x="2992510" y="2988322"/>
                </a:lnTo>
                <a:lnTo>
                  <a:pt x="2975300" y="2999950"/>
                </a:lnTo>
                <a:lnTo>
                  <a:pt x="2967858" y="3005066"/>
                </a:lnTo>
                <a:lnTo>
                  <a:pt x="2953905" y="3015764"/>
                </a:lnTo>
                <a:lnTo>
                  <a:pt x="2951580" y="3020880"/>
                </a:lnTo>
                <a:lnTo>
                  <a:pt x="2949719" y="3020880"/>
                </a:lnTo>
                <a:lnTo>
                  <a:pt x="2947394" y="3026926"/>
                </a:lnTo>
                <a:lnTo>
                  <a:pt x="2945533" y="3029252"/>
                </a:lnTo>
                <a:lnTo>
                  <a:pt x="2945533" y="3038089"/>
                </a:lnTo>
                <a:lnTo>
                  <a:pt x="2948324" y="3037624"/>
                </a:lnTo>
                <a:lnTo>
                  <a:pt x="2953440" y="3040414"/>
                </a:lnTo>
                <a:lnTo>
                  <a:pt x="2954835" y="3045531"/>
                </a:lnTo>
                <a:lnTo>
                  <a:pt x="2951580" y="3050182"/>
                </a:lnTo>
                <a:lnTo>
                  <a:pt x="2945999" y="3054368"/>
                </a:lnTo>
                <a:lnTo>
                  <a:pt x="2941812" y="3055763"/>
                </a:lnTo>
                <a:lnTo>
                  <a:pt x="2943208" y="3058089"/>
                </a:lnTo>
                <a:lnTo>
                  <a:pt x="2936696" y="3061345"/>
                </a:lnTo>
                <a:lnTo>
                  <a:pt x="2936696" y="3062740"/>
                </a:lnTo>
                <a:lnTo>
                  <a:pt x="2927394" y="3065996"/>
                </a:lnTo>
                <a:lnTo>
                  <a:pt x="2921813" y="3069252"/>
                </a:lnTo>
                <a:lnTo>
                  <a:pt x="2914371" y="3072507"/>
                </a:lnTo>
                <a:lnTo>
                  <a:pt x="2910185" y="3076228"/>
                </a:lnTo>
                <a:lnTo>
                  <a:pt x="2906929" y="3078089"/>
                </a:lnTo>
                <a:lnTo>
                  <a:pt x="2907860" y="3080414"/>
                </a:lnTo>
                <a:lnTo>
                  <a:pt x="2911116" y="3076693"/>
                </a:lnTo>
                <a:lnTo>
                  <a:pt x="2912046" y="3077158"/>
                </a:lnTo>
                <a:lnTo>
                  <a:pt x="2904604" y="3089251"/>
                </a:lnTo>
                <a:lnTo>
                  <a:pt x="2894836" y="3099484"/>
                </a:lnTo>
                <a:lnTo>
                  <a:pt x="2893906" y="3103204"/>
                </a:lnTo>
                <a:lnTo>
                  <a:pt x="2894371" y="3106460"/>
                </a:lnTo>
                <a:lnTo>
                  <a:pt x="2890651" y="3110181"/>
                </a:lnTo>
                <a:lnTo>
                  <a:pt x="2884604" y="3109250"/>
                </a:lnTo>
                <a:lnTo>
                  <a:pt x="2883209" y="3107855"/>
                </a:lnTo>
                <a:lnTo>
                  <a:pt x="2881348" y="3101343"/>
                </a:lnTo>
                <a:lnTo>
                  <a:pt x="2875767" y="3097158"/>
                </a:lnTo>
                <a:lnTo>
                  <a:pt x="2870651" y="3095762"/>
                </a:lnTo>
                <a:lnTo>
                  <a:pt x="2868325" y="3097158"/>
                </a:lnTo>
                <a:lnTo>
                  <a:pt x="2867395" y="3101343"/>
                </a:lnTo>
                <a:lnTo>
                  <a:pt x="2869720" y="3103204"/>
                </a:lnTo>
                <a:lnTo>
                  <a:pt x="2876232" y="3102274"/>
                </a:lnTo>
                <a:lnTo>
                  <a:pt x="2881348" y="3109716"/>
                </a:lnTo>
                <a:lnTo>
                  <a:pt x="2886929" y="3114367"/>
                </a:lnTo>
                <a:lnTo>
                  <a:pt x="2876232" y="3117157"/>
                </a:lnTo>
                <a:lnTo>
                  <a:pt x="2865534" y="3123204"/>
                </a:lnTo>
                <a:lnTo>
                  <a:pt x="2850186" y="3128320"/>
                </a:lnTo>
                <a:lnTo>
                  <a:pt x="2844140" y="3130181"/>
                </a:lnTo>
                <a:lnTo>
                  <a:pt x="2836698" y="3131576"/>
                </a:lnTo>
                <a:lnTo>
                  <a:pt x="2836233" y="3132041"/>
                </a:lnTo>
                <a:lnTo>
                  <a:pt x="2821815" y="3134832"/>
                </a:lnTo>
                <a:lnTo>
                  <a:pt x="2804605" y="3139947"/>
                </a:lnTo>
                <a:lnTo>
                  <a:pt x="2778559" y="3149250"/>
                </a:lnTo>
                <a:lnTo>
                  <a:pt x="2762746" y="3157622"/>
                </a:lnTo>
                <a:lnTo>
                  <a:pt x="2754839" y="3161343"/>
                </a:lnTo>
                <a:lnTo>
                  <a:pt x="2748792" y="3164599"/>
                </a:lnTo>
                <a:lnTo>
                  <a:pt x="2737165" y="3170180"/>
                </a:lnTo>
                <a:lnTo>
                  <a:pt x="2724141" y="3177156"/>
                </a:lnTo>
                <a:lnTo>
                  <a:pt x="2717165" y="3181807"/>
                </a:lnTo>
                <a:lnTo>
                  <a:pt x="2692514" y="3200412"/>
                </a:lnTo>
                <a:lnTo>
                  <a:pt x="2686933" y="3205063"/>
                </a:lnTo>
                <a:lnTo>
                  <a:pt x="2683677" y="3210179"/>
                </a:lnTo>
                <a:lnTo>
                  <a:pt x="2679956" y="3213900"/>
                </a:lnTo>
                <a:lnTo>
                  <a:pt x="2670189" y="3219946"/>
                </a:lnTo>
                <a:lnTo>
                  <a:pt x="2659491" y="3228318"/>
                </a:lnTo>
                <a:lnTo>
                  <a:pt x="2651584" y="3235760"/>
                </a:lnTo>
                <a:lnTo>
                  <a:pt x="2645538" y="3241806"/>
                </a:lnTo>
                <a:lnTo>
                  <a:pt x="2639492" y="3250179"/>
                </a:lnTo>
                <a:lnTo>
                  <a:pt x="2638096" y="3252969"/>
                </a:lnTo>
                <a:lnTo>
                  <a:pt x="2635306" y="3256225"/>
                </a:lnTo>
                <a:lnTo>
                  <a:pt x="2629725" y="3254830"/>
                </a:lnTo>
                <a:lnTo>
                  <a:pt x="2630189" y="3250644"/>
                </a:lnTo>
                <a:lnTo>
                  <a:pt x="2626469" y="3251109"/>
                </a:lnTo>
                <a:lnTo>
                  <a:pt x="2623213" y="3254830"/>
                </a:lnTo>
                <a:lnTo>
                  <a:pt x="2625537" y="3258549"/>
                </a:lnTo>
                <a:lnTo>
                  <a:pt x="2625539" y="3258550"/>
                </a:lnTo>
                <a:lnTo>
                  <a:pt x="2627400" y="3259945"/>
                </a:lnTo>
                <a:lnTo>
                  <a:pt x="2635771" y="3256690"/>
                </a:lnTo>
                <a:lnTo>
                  <a:pt x="2632515" y="3262736"/>
                </a:lnTo>
                <a:lnTo>
                  <a:pt x="2617632" y="3282735"/>
                </a:lnTo>
                <a:lnTo>
                  <a:pt x="2608795" y="3291573"/>
                </a:lnTo>
                <a:lnTo>
                  <a:pt x="2603679" y="3298084"/>
                </a:lnTo>
                <a:lnTo>
                  <a:pt x="2603213" y="3302270"/>
                </a:lnTo>
                <a:lnTo>
                  <a:pt x="2599958" y="3305526"/>
                </a:lnTo>
                <a:lnTo>
                  <a:pt x="2599493" y="3309712"/>
                </a:lnTo>
                <a:lnTo>
                  <a:pt x="2591121" y="3316688"/>
                </a:lnTo>
                <a:lnTo>
                  <a:pt x="2585074" y="3324131"/>
                </a:lnTo>
                <a:lnTo>
                  <a:pt x="2581353" y="3328317"/>
                </a:lnTo>
                <a:lnTo>
                  <a:pt x="2581353" y="3331107"/>
                </a:lnTo>
                <a:lnTo>
                  <a:pt x="2571586" y="3340875"/>
                </a:lnTo>
                <a:lnTo>
                  <a:pt x="2567865" y="3345990"/>
                </a:lnTo>
                <a:lnTo>
                  <a:pt x="2567401" y="3349246"/>
                </a:lnTo>
                <a:lnTo>
                  <a:pt x="2554843" y="3359944"/>
                </a:lnTo>
                <a:lnTo>
                  <a:pt x="2541819" y="3372967"/>
                </a:lnTo>
                <a:lnTo>
                  <a:pt x="2535307" y="3379943"/>
                </a:lnTo>
                <a:lnTo>
                  <a:pt x="2531587" y="3387385"/>
                </a:lnTo>
                <a:lnTo>
                  <a:pt x="2532052" y="3389711"/>
                </a:lnTo>
                <a:lnTo>
                  <a:pt x="2523680" y="3395757"/>
                </a:lnTo>
                <a:lnTo>
                  <a:pt x="2507866" y="3403664"/>
                </a:lnTo>
                <a:lnTo>
                  <a:pt x="2503680" y="3405989"/>
                </a:lnTo>
                <a:lnTo>
                  <a:pt x="2495773" y="3408781"/>
                </a:lnTo>
                <a:lnTo>
                  <a:pt x="2490658" y="3412501"/>
                </a:lnTo>
                <a:lnTo>
                  <a:pt x="2474378" y="3419013"/>
                </a:lnTo>
                <a:lnTo>
                  <a:pt x="2459030" y="3428315"/>
                </a:lnTo>
                <a:lnTo>
                  <a:pt x="2454844" y="3432035"/>
                </a:lnTo>
                <a:lnTo>
                  <a:pt x="2442751" y="3440408"/>
                </a:lnTo>
                <a:lnTo>
                  <a:pt x="2441356" y="3445059"/>
                </a:lnTo>
                <a:lnTo>
                  <a:pt x="2436705" y="3450640"/>
                </a:lnTo>
                <a:lnTo>
                  <a:pt x="2430193" y="3454826"/>
                </a:lnTo>
                <a:lnTo>
                  <a:pt x="2424611" y="3459012"/>
                </a:lnTo>
                <a:lnTo>
                  <a:pt x="2423216" y="3463663"/>
                </a:lnTo>
                <a:lnTo>
                  <a:pt x="2419030" y="3466454"/>
                </a:lnTo>
                <a:lnTo>
                  <a:pt x="2417635" y="3473895"/>
                </a:lnTo>
                <a:lnTo>
                  <a:pt x="2414845" y="3476686"/>
                </a:lnTo>
                <a:lnTo>
                  <a:pt x="2413914" y="3479476"/>
                </a:lnTo>
                <a:lnTo>
                  <a:pt x="2408798" y="3482732"/>
                </a:lnTo>
                <a:lnTo>
                  <a:pt x="2406938" y="3488779"/>
                </a:lnTo>
                <a:lnTo>
                  <a:pt x="2403217" y="3490639"/>
                </a:lnTo>
                <a:lnTo>
                  <a:pt x="2399031" y="3494360"/>
                </a:lnTo>
                <a:lnTo>
                  <a:pt x="2399496" y="3496686"/>
                </a:lnTo>
                <a:lnTo>
                  <a:pt x="2393915" y="3501802"/>
                </a:lnTo>
                <a:lnTo>
                  <a:pt x="2390659" y="3503663"/>
                </a:lnTo>
                <a:lnTo>
                  <a:pt x="2390194" y="3507383"/>
                </a:lnTo>
                <a:lnTo>
                  <a:pt x="2386938" y="3510174"/>
                </a:lnTo>
                <a:lnTo>
                  <a:pt x="2379962" y="3513429"/>
                </a:lnTo>
                <a:lnTo>
                  <a:pt x="2378101" y="3515755"/>
                </a:lnTo>
                <a:lnTo>
                  <a:pt x="2370659" y="3517615"/>
                </a:lnTo>
                <a:lnTo>
                  <a:pt x="2366938" y="3519941"/>
                </a:lnTo>
                <a:lnTo>
                  <a:pt x="2354846" y="3525058"/>
                </a:lnTo>
                <a:lnTo>
                  <a:pt x="2351124" y="3530173"/>
                </a:lnTo>
                <a:lnTo>
                  <a:pt x="2345543" y="3532499"/>
                </a:lnTo>
                <a:lnTo>
                  <a:pt x="2340892" y="3535290"/>
                </a:lnTo>
                <a:lnTo>
                  <a:pt x="2334381" y="3538080"/>
                </a:lnTo>
                <a:lnTo>
                  <a:pt x="2332055" y="3539941"/>
                </a:lnTo>
                <a:lnTo>
                  <a:pt x="2327404" y="3541336"/>
                </a:lnTo>
                <a:lnTo>
                  <a:pt x="2311125" y="3548778"/>
                </a:lnTo>
                <a:lnTo>
                  <a:pt x="2295312" y="3557615"/>
                </a:lnTo>
                <a:lnTo>
                  <a:pt x="2281824" y="3565987"/>
                </a:lnTo>
                <a:lnTo>
                  <a:pt x="2269730" y="3574824"/>
                </a:lnTo>
                <a:lnTo>
                  <a:pt x="2263684" y="3579940"/>
                </a:lnTo>
                <a:lnTo>
                  <a:pt x="2252986" y="3590638"/>
                </a:lnTo>
                <a:lnTo>
                  <a:pt x="2249731" y="3593428"/>
                </a:lnTo>
                <a:lnTo>
                  <a:pt x="2241824" y="3602265"/>
                </a:lnTo>
                <a:lnTo>
                  <a:pt x="2238103" y="3610172"/>
                </a:lnTo>
                <a:lnTo>
                  <a:pt x="2239033" y="3612498"/>
                </a:lnTo>
                <a:lnTo>
                  <a:pt x="2236708" y="3615289"/>
                </a:lnTo>
                <a:lnTo>
                  <a:pt x="2237173" y="3618544"/>
                </a:lnTo>
                <a:lnTo>
                  <a:pt x="2233917" y="3619474"/>
                </a:lnTo>
                <a:lnTo>
                  <a:pt x="2233917" y="3624591"/>
                </a:lnTo>
                <a:lnTo>
                  <a:pt x="2236708" y="3629707"/>
                </a:lnTo>
                <a:lnTo>
                  <a:pt x="2238569" y="3629242"/>
                </a:lnTo>
                <a:lnTo>
                  <a:pt x="2244150" y="3633893"/>
                </a:lnTo>
                <a:lnTo>
                  <a:pt x="2247405" y="3632498"/>
                </a:lnTo>
                <a:lnTo>
                  <a:pt x="2250661" y="3633893"/>
                </a:lnTo>
                <a:lnTo>
                  <a:pt x="2250196" y="3639939"/>
                </a:lnTo>
                <a:lnTo>
                  <a:pt x="2247871" y="3649707"/>
                </a:lnTo>
                <a:lnTo>
                  <a:pt x="2247871" y="3652497"/>
                </a:lnTo>
                <a:lnTo>
                  <a:pt x="2243220" y="3652963"/>
                </a:lnTo>
                <a:lnTo>
                  <a:pt x="2241359" y="3656218"/>
                </a:lnTo>
                <a:lnTo>
                  <a:pt x="2238569" y="3654823"/>
                </a:lnTo>
                <a:lnTo>
                  <a:pt x="2238568" y="3654823"/>
                </a:lnTo>
                <a:lnTo>
                  <a:pt x="2241359" y="3656219"/>
                </a:lnTo>
                <a:lnTo>
                  <a:pt x="2237173" y="3657149"/>
                </a:lnTo>
                <a:lnTo>
                  <a:pt x="2234382" y="3655754"/>
                </a:lnTo>
                <a:lnTo>
                  <a:pt x="2232522" y="3657149"/>
                </a:lnTo>
                <a:lnTo>
                  <a:pt x="2234846" y="3660404"/>
                </a:lnTo>
                <a:lnTo>
                  <a:pt x="2234847" y="3660404"/>
                </a:lnTo>
                <a:lnTo>
                  <a:pt x="2236242" y="3658079"/>
                </a:lnTo>
                <a:lnTo>
                  <a:pt x="2239033" y="3659009"/>
                </a:lnTo>
                <a:lnTo>
                  <a:pt x="2244615" y="3657614"/>
                </a:lnTo>
                <a:lnTo>
                  <a:pt x="2246475" y="3654358"/>
                </a:lnTo>
                <a:lnTo>
                  <a:pt x="2248335" y="3657149"/>
                </a:lnTo>
                <a:lnTo>
                  <a:pt x="2246940" y="3662265"/>
                </a:lnTo>
                <a:lnTo>
                  <a:pt x="2244615" y="3666451"/>
                </a:lnTo>
                <a:lnTo>
                  <a:pt x="2244615" y="3672497"/>
                </a:lnTo>
                <a:lnTo>
                  <a:pt x="2240894" y="3672962"/>
                </a:lnTo>
                <a:lnTo>
                  <a:pt x="2238569" y="3668311"/>
                </a:lnTo>
                <a:lnTo>
                  <a:pt x="2234382" y="3666451"/>
                </a:lnTo>
                <a:lnTo>
                  <a:pt x="2236243" y="3663195"/>
                </a:lnTo>
                <a:lnTo>
                  <a:pt x="2234847" y="3660405"/>
                </a:lnTo>
                <a:lnTo>
                  <a:pt x="2235313" y="3664125"/>
                </a:lnTo>
                <a:lnTo>
                  <a:pt x="2233917" y="3666451"/>
                </a:lnTo>
                <a:lnTo>
                  <a:pt x="2238103" y="3669241"/>
                </a:lnTo>
                <a:lnTo>
                  <a:pt x="2241359" y="3676683"/>
                </a:lnTo>
                <a:lnTo>
                  <a:pt x="2238103" y="3682729"/>
                </a:lnTo>
                <a:lnTo>
                  <a:pt x="2228801" y="3685985"/>
                </a:lnTo>
                <a:lnTo>
                  <a:pt x="2205545" y="3698078"/>
                </a:lnTo>
                <a:lnTo>
                  <a:pt x="2193453" y="3705054"/>
                </a:lnTo>
                <a:lnTo>
                  <a:pt x="2185080" y="3709241"/>
                </a:lnTo>
                <a:lnTo>
                  <a:pt x="2176709" y="3710636"/>
                </a:lnTo>
                <a:lnTo>
                  <a:pt x="2166011" y="3714822"/>
                </a:lnTo>
                <a:lnTo>
                  <a:pt x="2159500" y="3718543"/>
                </a:lnTo>
                <a:lnTo>
                  <a:pt x="2149268" y="3723194"/>
                </a:lnTo>
                <a:lnTo>
                  <a:pt x="2143686" y="3719473"/>
                </a:lnTo>
                <a:lnTo>
                  <a:pt x="2138105" y="3719473"/>
                </a:lnTo>
                <a:lnTo>
                  <a:pt x="2124151" y="3717612"/>
                </a:lnTo>
                <a:lnTo>
                  <a:pt x="2120896" y="3715287"/>
                </a:lnTo>
                <a:lnTo>
                  <a:pt x="2115780" y="3716217"/>
                </a:lnTo>
                <a:lnTo>
                  <a:pt x="2104617" y="3716682"/>
                </a:lnTo>
                <a:lnTo>
                  <a:pt x="2097175" y="3718078"/>
                </a:lnTo>
                <a:lnTo>
                  <a:pt x="2085547" y="3722729"/>
                </a:lnTo>
                <a:lnTo>
                  <a:pt x="2079966" y="3726450"/>
                </a:lnTo>
                <a:lnTo>
                  <a:pt x="2073455" y="3733426"/>
                </a:lnTo>
                <a:lnTo>
                  <a:pt x="2069734" y="3739938"/>
                </a:lnTo>
                <a:lnTo>
                  <a:pt x="2067408" y="3745519"/>
                </a:lnTo>
                <a:lnTo>
                  <a:pt x="2066943" y="3750170"/>
                </a:lnTo>
                <a:lnTo>
                  <a:pt x="2065083" y="3757612"/>
                </a:lnTo>
                <a:lnTo>
                  <a:pt x="2057176" y="3771565"/>
                </a:lnTo>
                <a:lnTo>
                  <a:pt x="2058106" y="3779007"/>
                </a:lnTo>
                <a:lnTo>
                  <a:pt x="2049269" y="3785984"/>
                </a:lnTo>
                <a:lnTo>
                  <a:pt x="2038106" y="3798076"/>
                </a:lnTo>
                <a:lnTo>
                  <a:pt x="2034850" y="3802727"/>
                </a:lnTo>
                <a:lnTo>
                  <a:pt x="2034386" y="3806913"/>
                </a:lnTo>
                <a:lnTo>
                  <a:pt x="2035781" y="3810634"/>
                </a:lnTo>
                <a:lnTo>
                  <a:pt x="2034850" y="3815751"/>
                </a:lnTo>
                <a:lnTo>
                  <a:pt x="2025084" y="3820867"/>
                </a:lnTo>
                <a:lnTo>
                  <a:pt x="2024153" y="3819937"/>
                </a:lnTo>
                <a:lnTo>
                  <a:pt x="2019037" y="3821332"/>
                </a:lnTo>
                <a:lnTo>
                  <a:pt x="2009270" y="3822727"/>
                </a:lnTo>
                <a:lnTo>
                  <a:pt x="2006944" y="3821797"/>
                </a:lnTo>
                <a:lnTo>
                  <a:pt x="2003688" y="3816681"/>
                </a:lnTo>
                <a:lnTo>
                  <a:pt x="2005084" y="3813890"/>
                </a:lnTo>
                <a:lnTo>
                  <a:pt x="2002293" y="3805983"/>
                </a:lnTo>
                <a:lnTo>
                  <a:pt x="2005084" y="3805053"/>
                </a:lnTo>
                <a:lnTo>
                  <a:pt x="2005084" y="3802262"/>
                </a:lnTo>
                <a:lnTo>
                  <a:pt x="2000897" y="3797611"/>
                </a:lnTo>
                <a:lnTo>
                  <a:pt x="1989270" y="3794355"/>
                </a:lnTo>
                <a:lnTo>
                  <a:pt x="1978572" y="3794820"/>
                </a:lnTo>
                <a:lnTo>
                  <a:pt x="1966014" y="3797611"/>
                </a:lnTo>
                <a:lnTo>
                  <a:pt x="1957178" y="3800867"/>
                </a:lnTo>
                <a:lnTo>
                  <a:pt x="1948341" y="3805053"/>
                </a:lnTo>
                <a:lnTo>
                  <a:pt x="1941364" y="3808774"/>
                </a:lnTo>
                <a:lnTo>
                  <a:pt x="1930201" y="3816215"/>
                </a:lnTo>
                <a:lnTo>
                  <a:pt x="1925550" y="3820402"/>
                </a:lnTo>
                <a:lnTo>
                  <a:pt x="1919039" y="3828308"/>
                </a:lnTo>
                <a:lnTo>
                  <a:pt x="1913922" y="3840401"/>
                </a:lnTo>
                <a:lnTo>
                  <a:pt x="1912062" y="3848308"/>
                </a:lnTo>
                <a:lnTo>
                  <a:pt x="1907876" y="3862726"/>
                </a:lnTo>
                <a:lnTo>
                  <a:pt x="1897178" y="3876214"/>
                </a:lnTo>
                <a:lnTo>
                  <a:pt x="1893457" y="3882261"/>
                </a:lnTo>
                <a:lnTo>
                  <a:pt x="1891597" y="3887843"/>
                </a:lnTo>
                <a:lnTo>
                  <a:pt x="1889271" y="3896214"/>
                </a:lnTo>
                <a:lnTo>
                  <a:pt x="1890201" y="3903191"/>
                </a:lnTo>
                <a:lnTo>
                  <a:pt x="1889271" y="3907377"/>
                </a:lnTo>
                <a:lnTo>
                  <a:pt x="1886481" y="3913423"/>
                </a:lnTo>
                <a:lnTo>
                  <a:pt x="1883690" y="3924586"/>
                </a:lnTo>
                <a:lnTo>
                  <a:pt x="1884620" y="3939469"/>
                </a:lnTo>
                <a:lnTo>
                  <a:pt x="1886946" y="3951562"/>
                </a:lnTo>
                <a:lnTo>
                  <a:pt x="1889271" y="3958074"/>
                </a:lnTo>
                <a:lnTo>
                  <a:pt x="1889737" y="3968772"/>
                </a:lnTo>
                <a:lnTo>
                  <a:pt x="1892527" y="3977609"/>
                </a:lnTo>
                <a:lnTo>
                  <a:pt x="1893923" y="3981330"/>
                </a:lnTo>
                <a:lnTo>
                  <a:pt x="1898574" y="3987842"/>
                </a:lnTo>
                <a:lnTo>
                  <a:pt x="1902759" y="4001330"/>
                </a:lnTo>
                <a:lnTo>
                  <a:pt x="1903690" y="4003655"/>
                </a:lnTo>
                <a:lnTo>
                  <a:pt x="1907411" y="4005981"/>
                </a:lnTo>
                <a:lnTo>
                  <a:pt x="1904620" y="4019469"/>
                </a:lnTo>
                <a:lnTo>
                  <a:pt x="1903225" y="4044584"/>
                </a:lnTo>
                <a:lnTo>
                  <a:pt x="1898574" y="4056677"/>
                </a:lnTo>
                <a:lnTo>
                  <a:pt x="1896713" y="4068770"/>
                </a:lnTo>
                <a:lnTo>
                  <a:pt x="1896249" y="4077607"/>
                </a:lnTo>
                <a:lnTo>
                  <a:pt x="1897178" y="4086909"/>
                </a:lnTo>
                <a:lnTo>
                  <a:pt x="1899504" y="4099002"/>
                </a:lnTo>
                <a:lnTo>
                  <a:pt x="1903225" y="4105978"/>
                </a:lnTo>
                <a:lnTo>
                  <a:pt x="1908341" y="4118072"/>
                </a:lnTo>
                <a:lnTo>
                  <a:pt x="1911132" y="4123653"/>
                </a:lnTo>
                <a:lnTo>
                  <a:pt x="1913457" y="4131094"/>
                </a:lnTo>
                <a:lnTo>
                  <a:pt x="1914852" y="4132955"/>
                </a:lnTo>
                <a:lnTo>
                  <a:pt x="1916247" y="4139001"/>
                </a:lnTo>
                <a:lnTo>
                  <a:pt x="1913457" y="4150164"/>
                </a:lnTo>
                <a:lnTo>
                  <a:pt x="1912992" y="4157606"/>
                </a:lnTo>
                <a:lnTo>
                  <a:pt x="1914852" y="4166443"/>
                </a:lnTo>
                <a:lnTo>
                  <a:pt x="1919039" y="4175745"/>
                </a:lnTo>
                <a:lnTo>
                  <a:pt x="1924154" y="4189698"/>
                </a:lnTo>
                <a:lnTo>
                  <a:pt x="1926015" y="4194349"/>
                </a:lnTo>
                <a:lnTo>
                  <a:pt x="1922759" y="4193884"/>
                </a:lnTo>
                <a:lnTo>
                  <a:pt x="1920899" y="4185047"/>
                </a:lnTo>
                <a:lnTo>
                  <a:pt x="1919503" y="4182721"/>
                </a:lnTo>
                <a:lnTo>
                  <a:pt x="1918108" y="4175280"/>
                </a:lnTo>
                <a:lnTo>
                  <a:pt x="1912062" y="4167373"/>
                </a:lnTo>
                <a:lnTo>
                  <a:pt x="1910666" y="4165048"/>
                </a:lnTo>
                <a:lnTo>
                  <a:pt x="1906481" y="4162257"/>
                </a:lnTo>
                <a:lnTo>
                  <a:pt x="1906015" y="4157606"/>
                </a:lnTo>
                <a:lnTo>
                  <a:pt x="1900434" y="4152025"/>
                </a:lnTo>
                <a:lnTo>
                  <a:pt x="1898574" y="4153420"/>
                </a:lnTo>
                <a:lnTo>
                  <a:pt x="1899504" y="4158536"/>
                </a:lnTo>
                <a:lnTo>
                  <a:pt x="1898108" y="4166908"/>
                </a:lnTo>
                <a:lnTo>
                  <a:pt x="1896249" y="4166908"/>
                </a:lnTo>
                <a:lnTo>
                  <a:pt x="1891597" y="4160396"/>
                </a:lnTo>
                <a:lnTo>
                  <a:pt x="1887411" y="4163187"/>
                </a:lnTo>
                <a:lnTo>
                  <a:pt x="1887411" y="4167373"/>
                </a:lnTo>
                <a:lnTo>
                  <a:pt x="1884620" y="4171559"/>
                </a:lnTo>
                <a:lnTo>
                  <a:pt x="1887876" y="4175745"/>
                </a:lnTo>
                <a:lnTo>
                  <a:pt x="1889737" y="4176675"/>
                </a:lnTo>
                <a:lnTo>
                  <a:pt x="1893457" y="4182257"/>
                </a:lnTo>
                <a:lnTo>
                  <a:pt x="1898108" y="4183187"/>
                </a:lnTo>
                <a:lnTo>
                  <a:pt x="1901830" y="4186908"/>
                </a:lnTo>
                <a:lnTo>
                  <a:pt x="1904155" y="4185977"/>
                </a:lnTo>
                <a:lnTo>
                  <a:pt x="1913922" y="4187838"/>
                </a:lnTo>
                <a:lnTo>
                  <a:pt x="1917643" y="4189698"/>
                </a:lnTo>
                <a:lnTo>
                  <a:pt x="1919503" y="4194349"/>
                </a:lnTo>
                <a:lnTo>
                  <a:pt x="1923224" y="4197140"/>
                </a:lnTo>
                <a:lnTo>
                  <a:pt x="1926015" y="4197140"/>
                </a:lnTo>
                <a:lnTo>
                  <a:pt x="1926480" y="4205977"/>
                </a:lnTo>
                <a:lnTo>
                  <a:pt x="1919969" y="4203186"/>
                </a:lnTo>
                <a:lnTo>
                  <a:pt x="1919671" y="4201995"/>
                </a:lnTo>
                <a:lnTo>
                  <a:pt x="1919969" y="4203187"/>
                </a:lnTo>
                <a:lnTo>
                  <a:pt x="1926481" y="4205977"/>
                </a:lnTo>
                <a:lnTo>
                  <a:pt x="1926015" y="4197140"/>
                </a:lnTo>
                <a:lnTo>
                  <a:pt x="1928341" y="4196675"/>
                </a:lnTo>
                <a:lnTo>
                  <a:pt x="1928341" y="4201326"/>
                </a:lnTo>
                <a:lnTo>
                  <a:pt x="1931132" y="4213420"/>
                </a:lnTo>
                <a:lnTo>
                  <a:pt x="1931132" y="4218535"/>
                </a:lnTo>
                <a:lnTo>
                  <a:pt x="1929736" y="4225512"/>
                </a:lnTo>
                <a:lnTo>
                  <a:pt x="1925551" y="4240396"/>
                </a:lnTo>
                <a:lnTo>
                  <a:pt x="1923690" y="4243652"/>
                </a:lnTo>
                <a:lnTo>
                  <a:pt x="1924620" y="4251558"/>
                </a:lnTo>
                <a:lnTo>
                  <a:pt x="1920900" y="4257605"/>
                </a:lnTo>
                <a:lnTo>
                  <a:pt x="1920434" y="4262721"/>
                </a:lnTo>
                <a:lnTo>
                  <a:pt x="1917178" y="4277605"/>
                </a:lnTo>
                <a:lnTo>
                  <a:pt x="1915783" y="4289697"/>
                </a:lnTo>
                <a:lnTo>
                  <a:pt x="1915318" y="4298534"/>
                </a:lnTo>
                <a:lnTo>
                  <a:pt x="1916713" y="4302720"/>
                </a:lnTo>
                <a:lnTo>
                  <a:pt x="1909737" y="4322255"/>
                </a:lnTo>
                <a:lnTo>
                  <a:pt x="1907876" y="4329697"/>
                </a:lnTo>
                <a:lnTo>
                  <a:pt x="1902295" y="4344115"/>
                </a:lnTo>
                <a:lnTo>
                  <a:pt x="1901364" y="4352952"/>
                </a:lnTo>
                <a:lnTo>
                  <a:pt x="1899969" y="4355277"/>
                </a:lnTo>
                <a:lnTo>
                  <a:pt x="1894853" y="4363650"/>
                </a:lnTo>
                <a:lnTo>
                  <a:pt x="1887411" y="4372021"/>
                </a:lnTo>
                <a:lnTo>
                  <a:pt x="1883225" y="4370161"/>
                </a:lnTo>
                <a:lnTo>
                  <a:pt x="1882295" y="4372021"/>
                </a:lnTo>
                <a:lnTo>
                  <a:pt x="1884621" y="4374812"/>
                </a:lnTo>
                <a:lnTo>
                  <a:pt x="1879040" y="4385045"/>
                </a:lnTo>
                <a:lnTo>
                  <a:pt x="1878109" y="4386905"/>
                </a:lnTo>
                <a:lnTo>
                  <a:pt x="1873923" y="4388765"/>
                </a:lnTo>
                <a:lnTo>
                  <a:pt x="1874388" y="4392952"/>
                </a:lnTo>
                <a:lnTo>
                  <a:pt x="1865086" y="4406905"/>
                </a:lnTo>
                <a:lnTo>
                  <a:pt x="1857645" y="4418998"/>
                </a:lnTo>
                <a:lnTo>
                  <a:pt x="1852064" y="4432951"/>
                </a:lnTo>
                <a:lnTo>
                  <a:pt x="1850203" y="4438998"/>
                </a:lnTo>
                <a:lnTo>
                  <a:pt x="1850202" y="4438998"/>
                </a:lnTo>
                <a:lnTo>
                  <a:pt x="1848342" y="4448765"/>
                </a:lnTo>
                <a:lnTo>
                  <a:pt x="1844621" y="4460392"/>
                </a:lnTo>
                <a:lnTo>
                  <a:pt x="1843401" y="4457952"/>
                </a:lnTo>
                <a:lnTo>
                  <a:pt x="1844621" y="4460393"/>
                </a:lnTo>
                <a:lnTo>
                  <a:pt x="1843226" y="4467369"/>
                </a:lnTo>
                <a:lnTo>
                  <a:pt x="1840901" y="4476671"/>
                </a:lnTo>
                <a:lnTo>
                  <a:pt x="1838110" y="4491090"/>
                </a:lnTo>
                <a:lnTo>
                  <a:pt x="1837645" y="4497136"/>
                </a:lnTo>
                <a:lnTo>
                  <a:pt x="1838110" y="4504578"/>
                </a:lnTo>
                <a:lnTo>
                  <a:pt x="1842296" y="4514345"/>
                </a:lnTo>
                <a:lnTo>
                  <a:pt x="1844157" y="4516670"/>
                </a:lnTo>
                <a:lnTo>
                  <a:pt x="1846482" y="4524112"/>
                </a:lnTo>
                <a:lnTo>
                  <a:pt x="1849272" y="4534345"/>
                </a:lnTo>
                <a:lnTo>
                  <a:pt x="1850668" y="4534345"/>
                </a:lnTo>
                <a:lnTo>
                  <a:pt x="1850668" y="4545507"/>
                </a:lnTo>
                <a:lnTo>
                  <a:pt x="1852064" y="4553879"/>
                </a:lnTo>
                <a:lnTo>
                  <a:pt x="1853923" y="4568763"/>
                </a:lnTo>
                <a:lnTo>
                  <a:pt x="1852993" y="4595274"/>
                </a:lnTo>
                <a:lnTo>
                  <a:pt x="1852528" y="4595739"/>
                </a:lnTo>
                <a:lnTo>
                  <a:pt x="1852993" y="4596669"/>
                </a:lnTo>
                <a:lnTo>
                  <a:pt x="1852528" y="4618994"/>
                </a:lnTo>
                <a:lnTo>
                  <a:pt x="1852528" y="4621785"/>
                </a:lnTo>
                <a:lnTo>
                  <a:pt x="1850203" y="4622250"/>
                </a:lnTo>
                <a:lnTo>
                  <a:pt x="1852528" y="4621785"/>
                </a:lnTo>
                <a:lnTo>
                  <a:pt x="1852528" y="4630157"/>
                </a:lnTo>
                <a:lnTo>
                  <a:pt x="1853459" y="4658529"/>
                </a:lnTo>
                <a:lnTo>
                  <a:pt x="1853923" y="4664110"/>
                </a:lnTo>
                <a:lnTo>
                  <a:pt x="1854854" y="4685970"/>
                </a:lnTo>
                <a:lnTo>
                  <a:pt x="1855784" y="4693877"/>
                </a:lnTo>
                <a:lnTo>
                  <a:pt x="1857645" y="4703644"/>
                </a:lnTo>
                <a:lnTo>
                  <a:pt x="1854854" y="4706900"/>
                </a:lnTo>
                <a:lnTo>
                  <a:pt x="1850203" y="4708761"/>
                </a:lnTo>
                <a:lnTo>
                  <a:pt x="1843691" y="4709226"/>
                </a:lnTo>
                <a:lnTo>
                  <a:pt x="1835319" y="4708761"/>
                </a:lnTo>
                <a:lnTo>
                  <a:pt x="1838575" y="4704575"/>
                </a:lnTo>
                <a:lnTo>
                  <a:pt x="1838110" y="4702714"/>
                </a:lnTo>
                <a:lnTo>
                  <a:pt x="1833459" y="4703180"/>
                </a:lnTo>
                <a:lnTo>
                  <a:pt x="1832063" y="4701784"/>
                </a:lnTo>
                <a:lnTo>
                  <a:pt x="1826482" y="4700854"/>
                </a:lnTo>
                <a:lnTo>
                  <a:pt x="1819970" y="4701319"/>
                </a:lnTo>
                <a:lnTo>
                  <a:pt x="1817180" y="4697598"/>
                </a:lnTo>
                <a:lnTo>
                  <a:pt x="1814855" y="4701784"/>
                </a:lnTo>
                <a:lnTo>
                  <a:pt x="1809738" y="4704109"/>
                </a:lnTo>
                <a:lnTo>
                  <a:pt x="1823226" y="4706435"/>
                </a:lnTo>
                <a:lnTo>
                  <a:pt x="1826017" y="4706435"/>
                </a:lnTo>
                <a:lnTo>
                  <a:pt x="1832994" y="4707831"/>
                </a:lnTo>
                <a:lnTo>
                  <a:pt x="1832994" y="4708761"/>
                </a:lnTo>
                <a:lnTo>
                  <a:pt x="1800901" y="4703644"/>
                </a:lnTo>
                <a:lnTo>
                  <a:pt x="1804622" y="4702249"/>
                </a:lnTo>
                <a:lnTo>
                  <a:pt x="1806482" y="4699458"/>
                </a:lnTo>
                <a:lnTo>
                  <a:pt x="1810668" y="4700388"/>
                </a:lnTo>
                <a:lnTo>
                  <a:pt x="1811134" y="4698063"/>
                </a:lnTo>
                <a:lnTo>
                  <a:pt x="1804157" y="4697133"/>
                </a:lnTo>
                <a:lnTo>
                  <a:pt x="1803692" y="4700854"/>
                </a:lnTo>
                <a:lnTo>
                  <a:pt x="1798575" y="4703180"/>
                </a:lnTo>
                <a:lnTo>
                  <a:pt x="1780436" y="4701784"/>
                </a:lnTo>
                <a:lnTo>
                  <a:pt x="1778111" y="4702249"/>
                </a:lnTo>
                <a:lnTo>
                  <a:pt x="1776251" y="4705505"/>
                </a:lnTo>
                <a:lnTo>
                  <a:pt x="1770204" y="4706900"/>
                </a:lnTo>
                <a:lnTo>
                  <a:pt x="1762763" y="4712016"/>
                </a:lnTo>
                <a:lnTo>
                  <a:pt x="1759971" y="4715738"/>
                </a:lnTo>
                <a:lnTo>
                  <a:pt x="1761832" y="4718528"/>
                </a:lnTo>
                <a:lnTo>
                  <a:pt x="1755786" y="4724109"/>
                </a:lnTo>
                <a:lnTo>
                  <a:pt x="1755320" y="4728295"/>
                </a:lnTo>
                <a:lnTo>
                  <a:pt x="1753925" y="4728760"/>
                </a:lnTo>
                <a:lnTo>
                  <a:pt x="1754390" y="4732946"/>
                </a:lnTo>
                <a:lnTo>
                  <a:pt x="1753460" y="4737133"/>
                </a:lnTo>
                <a:lnTo>
                  <a:pt x="1754856" y="4741318"/>
                </a:lnTo>
                <a:lnTo>
                  <a:pt x="1757181" y="4742248"/>
                </a:lnTo>
                <a:lnTo>
                  <a:pt x="1759041" y="4746435"/>
                </a:lnTo>
                <a:lnTo>
                  <a:pt x="1755786" y="4749225"/>
                </a:lnTo>
                <a:lnTo>
                  <a:pt x="1747879" y="4758528"/>
                </a:lnTo>
                <a:lnTo>
                  <a:pt x="1741832" y="4764109"/>
                </a:lnTo>
                <a:lnTo>
                  <a:pt x="1740902" y="4767364"/>
                </a:lnTo>
                <a:lnTo>
                  <a:pt x="1737646" y="4770155"/>
                </a:lnTo>
                <a:lnTo>
                  <a:pt x="1737181" y="4774806"/>
                </a:lnTo>
                <a:lnTo>
                  <a:pt x="1734391" y="4779457"/>
                </a:lnTo>
                <a:lnTo>
                  <a:pt x="1732065" y="4780852"/>
                </a:lnTo>
                <a:lnTo>
                  <a:pt x="1726484" y="4789690"/>
                </a:lnTo>
                <a:lnTo>
                  <a:pt x="1723693" y="4791085"/>
                </a:lnTo>
                <a:lnTo>
                  <a:pt x="1719972" y="4796201"/>
                </a:lnTo>
                <a:lnTo>
                  <a:pt x="1713926" y="4803643"/>
                </a:lnTo>
                <a:lnTo>
                  <a:pt x="1712530" y="4808759"/>
                </a:lnTo>
                <a:lnTo>
                  <a:pt x="1710205" y="4813410"/>
                </a:lnTo>
                <a:lnTo>
                  <a:pt x="1706949" y="4816666"/>
                </a:lnTo>
                <a:lnTo>
                  <a:pt x="1704159" y="4827829"/>
                </a:lnTo>
                <a:lnTo>
                  <a:pt x="1703693" y="4834805"/>
                </a:lnTo>
                <a:lnTo>
                  <a:pt x="1701368" y="4835271"/>
                </a:lnTo>
                <a:lnTo>
                  <a:pt x="1701368" y="4838991"/>
                </a:lnTo>
                <a:lnTo>
                  <a:pt x="1707879" y="4848759"/>
                </a:lnTo>
                <a:lnTo>
                  <a:pt x="1715786" y="4857131"/>
                </a:lnTo>
                <a:lnTo>
                  <a:pt x="1720903" y="4861317"/>
                </a:lnTo>
                <a:lnTo>
                  <a:pt x="1727879" y="4865967"/>
                </a:lnTo>
                <a:lnTo>
                  <a:pt x="1733925" y="4867828"/>
                </a:lnTo>
                <a:lnTo>
                  <a:pt x="1738576" y="4867828"/>
                </a:lnTo>
                <a:lnTo>
                  <a:pt x="1739972" y="4870154"/>
                </a:lnTo>
                <a:lnTo>
                  <a:pt x="1732065" y="4872479"/>
                </a:lnTo>
                <a:lnTo>
                  <a:pt x="1727414" y="4872014"/>
                </a:lnTo>
                <a:lnTo>
                  <a:pt x="1713926" y="4870154"/>
                </a:lnTo>
                <a:lnTo>
                  <a:pt x="1705089" y="4871549"/>
                </a:lnTo>
                <a:lnTo>
                  <a:pt x="1702298" y="4873875"/>
                </a:lnTo>
                <a:lnTo>
                  <a:pt x="1698577" y="4872944"/>
                </a:lnTo>
                <a:lnTo>
                  <a:pt x="1695322" y="4873409"/>
                </a:lnTo>
                <a:lnTo>
                  <a:pt x="1686484" y="4876200"/>
                </a:lnTo>
                <a:lnTo>
                  <a:pt x="1678577" y="4879456"/>
                </a:lnTo>
                <a:lnTo>
                  <a:pt x="1675322" y="4879920"/>
                </a:lnTo>
                <a:lnTo>
                  <a:pt x="1672531" y="4883642"/>
                </a:lnTo>
                <a:lnTo>
                  <a:pt x="1664624" y="4882712"/>
                </a:lnTo>
                <a:lnTo>
                  <a:pt x="1660904" y="4885038"/>
                </a:lnTo>
                <a:lnTo>
                  <a:pt x="1661833" y="4889223"/>
                </a:lnTo>
                <a:lnTo>
                  <a:pt x="1657648" y="4889223"/>
                </a:lnTo>
                <a:lnTo>
                  <a:pt x="1649741" y="4892944"/>
                </a:lnTo>
                <a:lnTo>
                  <a:pt x="1646020" y="4892014"/>
                </a:lnTo>
                <a:lnTo>
                  <a:pt x="1639509" y="4892479"/>
                </a:lnTo>
                <a:lnTo>
                  <a:pt x="1631136" y="4893874"/>
                </a:lnTo>
                <a:lnTo>
                  <a:pt x="1623695" y="4896200"/>
                </a:lnTo>
                <a:lnTo>
                  <a:pt x="1607881" y="4909223"/>
                </a:lnTo>
                <a:lnTo>
                  <a:pt x="1596253" y="4916665"/>
                </a:lnTo>
                <a:lnTo>
                  <a:pt x="1592068" y="4920385"/>
                </a:lnTo>
                <a:lnTo>
                  <a:pt x="1587881" y="4927362"/>
                </a:lnTo>
                <a:lnTo>
                  <a:pt x="1587417" y="4931083"/>
                </a:lnTo>
                <a:lnTo>
                  <a:pt x="1585091" y="4933409"/>
                </a:lnTo>
                <a:lnTo>
                  <a:pt x="1584626" y="4942711"/>
                </a:lnTo>
                <a:lnTo>
                  <a:pt x="1583695" y="4945967"/>
                </a:lnTo>
                <a:lnTo>
                  <a:pt x="1584161" y="4950618"/>
                </a:lnTo>
                <a:lnTo>
                  <a:pt x="1589277" y="4951548"/>
                </a:lnTo>
                <a:lnTo>
                  <a:pt x="1590207" y="4953873"/>
                </a:lnTo>
                <a:lnTo>
                  <a:pt x="1584161" y="4956199"/>
                </a:lnTo>
                <a:lnTo>
                  <a:pt x="1583230" y="4960385"/>
                </a:lnTo>
                <a:lnTo>
                  <a:pt x="1579975" y="4964106"/>
                </a:lnTo>
                <a:lnTo>
                  <a:pt x="1578579" y="4969222"/>
                </a:lnTo>
                <a:lnTo>
                  <a:pt x="1576254" y="4969687"/>
                </a:lnTo>
                <a:lnTo>
                  <a:pt x="1574393" y="4972477"/>
                </a:lnTo>
                <a:lnTo>
                  <a:pt x="1574393" y="4976664"/>
                </a:lnTo>
                <a:lnTo>
                  <a:pt x="1579510" y="4978059"/>
                </a:lnTo>
                <a:lnTo>
                  <a:pt x="1580439" y="4980385"/>
                </a:lnTo>
                <a:lnTo>
                  <a:pt x="1578114" y="4992012"/>
                </a:lnTo>
                <a:lnTo>
                  <a:pt x="1579044" y="4994803"/>
                </a:lnTo>
                <a:lnTo>
                  <a:pt x="1572533" y="5002245"/>
                </a:lnTo>
                <a:lnTo>
                  <a:pt x="1568812" y="5007361"/>
                </a:lnTo>
                <a:lnTo>
                  <a:pt x="1567417" y="5013407"/>
                </a:lnTo>
                <a:lnTo>
                  <a:pt x="1569277" y="5015268"/>
                </a:lnTo>
                <a:lnTo>
                  <a:pt x="1562300" y="5017128"/>
                </a:lnTo>
                <a:lnTo>
                  <a:pt x="1555324" y="5020384"/>
                </a:lnTo>
                <a:lnTo>
                  <a:pt x="1551138" y="5024570"/>
                </a:lnTo>
                <a:lnTo>
                  <a:pt x="1542766" y="5028756"/>
                </a:lnTo>
                <a:lnTo>
                  <a:pt x="1540440" y="5031081"/>
                </a:lnTo>
                <a:lnTo>
                  <a:pt x="1528813" y="5035267"/>
                </a:lnTo>
                <a:lnTo>
                  <a:pt x="1524627" y="5038988"/>
                </a:lnTo>
                <a:lnTo>
                  <a:pt x="1524162" y="5041779"/>
                </a:lnTo>
                <a:lnTo>
                  <a:pt x="1517650" y="5046430"/>
                </a:lnTo>
                <a:lnTo>
                  <a:pt x="1513464" y="5048290"/>
                </a:lnTo>
                <a:lnTo>
                  <a:pt x="1497185" y="5050616"/>
                </a:lnTo>
                <a:lnTo>
                  <a:pt x="1491139" y="5052942"/>
                </a:lnTo>
                <a:lnTo>
                  <a:pt x="1488348" y="5055732"/>
                </a:lnTo>
                <a:lnTo>
                  <a:pt x="1488348" y="5060383"/>
                </a:lnTo>
                <a:lnTo>
                  <a:pt x="1484628" y="5062244"/>
                </a:lnTo>
                <a:lnTo>
                  <a:pt x="1466953" y="5058988"/>
                </a:lnTo>
                <a:lnTo>
                  <a:pt x="1455326" y="5055267"/>
                </a:lnTo>
                <a:lnTo>
                  <a:pt x="1448349" y="5054337"/>
                </a:lnTo>
                <a:lnTo>
                  <a:pt x="1446953" y="5050616"/>
                </a:lnTo>
                <a:lnTo>
                  <a:pt x="1441372" y="5047360"/>
                </a:lnTo>
                <a:lnTo>
                  <a:pt x="1438582" y="5046895"/>
                </a:lnTo>
                <a:lnTo>
                  <a:pt x="1433931" y="5042244"/>
                </a:lnTo>
                <a:lnTo>
                  <a:pt x="1428814" y="5039454"/>
                </a:lnTo>
                <a:lnTo>
                  <a:pt x="1425093" y="5035267"/>
                </a:lnTo>
                <a:lnTo>
                  <a:pt x="1413931" y="5026895"/>
                </a:lnTo>
                <a:lnTo>
                  <a:pt x="1416256" y="5026430"/>
                </a:lnTo>
                <a:lnTo>
                  <a:pt x="1418901" y="5023345"/>
                </a:lnTo>
                <a:lnTo>
                  <a:pt x="1416257" y="5026429"/>
                </a:lnTo>
                <a:lnTo>
                  <a:pt x="1413931" y="5026895"/>
                </a:lnTo>
                <a:lnTo>
                  <a:pt x="1402304" y="5017593"/>
                </a:lnTo>
                <a:lnTo>
                  <a:pt x="1399978" y="5015267"/>
                </a:lnTo>
                <a:lnTo>
                  <a:pt x="1396257" y="5013407"/>
                </a:lnTo>
                <a:lnTo>
                  <a:pt x="1393931" y="5007825"/>
                </a:lnTo>
                <a:lnTo>
                  <a:pt x="1381373" y="4992942"/>
                </a:lnTo>
                <a:lnTo>
                  <a:pt x="1355327" y="4959919"/>
                </a:lnTo>
                <a:lnTo>
                  <a:pt x="1352071" y="4956198"/>
                </a:lnTo>
                <a:lnTo>
                  <a:pt x="1348816" y="4950617"/>
                </a:lnTo>
                <a:lnTo>
                  <a:pt x="1339049" y="4938058"/>
                </a:lnTo>
                <a:lnTo>
                  <a:pt x="1334863" y="4934338"/>
                </a:lnTo>
                <a:lnTo>
                  <a:pt x="1331142" y="4933873"/>
                </a:lnTo>
                <a:lnTo>
                  <a:pt x="1326956" y="4927826"/>
                </a:lnTo>
                <a:lnTo>
                  <a:pt x="1324630" y="4919454"/>
                </a:lnTo>
                <a:lnTo>
                  <a:pt x="1323235" y="4911082"/>
                </a:lnTo>
                <a:lnTo>
                  <a:pt x="1313932" y="4891548"/>
                </a:lnTo>
                <a:lnTo>
                  <a:pt x="1298584" y="4856664"/>
                </a:lnTo>
                <a:lnTo>
                  <a:pt x="1294863" y="4847828"/>
                </a:lnTo>
                <a:lnTo>
                  <a:pt x="1290212" y="4830153"/>
                </a:lnTo>
                <a:lnTo>
                  <a:pt x="1288352" y="4819921"/>
                </a:lnTo>
                <a:lnTo>
                  <a:pt x="1286026" y="4793410"/>
                </a:lnTo>
                <a:lnTo>
                  <a:pt x="1282305" y="4772945"/>
                </a:lnTo>
                <a:lnTo>
                  <a:pt x="1278584" y="4760387"/>
                </a:lnTo>
                <a:lnTo>
                  <a:pt x="1282305" y="4758991"/>
                </a:lnTo>
                <a:lnTo>
                  <a:pt x="1283235" y="4764108"/>
                </a:lnTo>
                <a:lnTo>
                  <a:pt x="1287421" y="4765968"/>
                </a:lnTo>
                <a:lnTo>
                  <a:pt x="1286491" y="4768759"/>
                </a:lnTo>
                <a:lnTo>
                  <a:pt x="1281840" y="4769224"/>
                </a:lnTo>
                <a:lnTo>
                  <a:pt x="1283700" y="4774805"/>
                </a:lnTo>
                <a:lnTo>
                  <a:pt x="1286491" y="4770619"/>
                </a:lnTo>
                <a:lnTo>
                  <a:pt x="1293468" y="4773875"/>
                </a:lnTo>
                <a:lnTo>
                  <a:pt x="1295328" y="4779921"/>
                </a:lnTo>
                <a:lnTo>
                  <a:pt x="1299514" y="4782712"/>
                </a:lnTo>
                <a:lnTo>
                  <a:pt x="1298119" y="4785968"/>
                </a:lnTo>
                <a:lnTo>
                  <a:pt x="1299049" y="4789223"/>
                </a:lnTo>
                <a:lnTo>
                  <a:pt x="1299979" y="4794805"/>
                </a:lnTo>
                <a:lnTo>
                  <a:pt x="1299049" y="4802247"/>
                </a:lnTo>
                <a:lnTo>
                  <a:pt x="1302770" y="4804573"/>
                </a:lnTo>
                <a:lnTo>
                  <a:pt x="1302770" y="4808293"/>
                </a:lnTo>
                <a:lnTo>
                  <a:pt x="1299049" y="4815735"/>
                </a:lnTo>
                <a:lnTo>
                  <a:pt x="1299049" y="4820386"/>
                </a:lnTo>
                <a:lnTo>
                  <a:pt x="1297654" y="4821781"/>
                </a:lnTo>
                <a:lnTo>
                  <a:pt x="1296723" y="4827363"/>
                </a:lnTo>
                <a:lnTo>
                  <a:pt x="1297654" y="4829688"/>
                </a:lnTo>
                <a:lnTo>
                  <a:pt x="1320444" y="4829224"/>
                </a:lnTo>
                <a:lnTo>
                  <a:pt x="1307421" y="4824107"/>
                </a:lnTo>
                <a:lnTo>
                  <a:pt x="1306956" y="4822246"/>
                </a:lnTo>
                <a:lnTo>
                  <a:pt x="1309281" y="4815735"/>
                </a:lnTo>
                <a:lnTo>
                  <a:pt x="1306956" y="4811549"/>
                </a:lnTo>
                <a:lnTo>
                  <a:pt x="1304630" y="4810154"/>
                </a:lnTo>
                <a:lnTo>
                  <a:pt x="1306491" y="4802247"/>
                </a:lnTo>
                <a:lnTo>
                  <a:pt x="1301840" y="4801317"/>
                </a:lnTo>
                <a:lnTo>
                  <a:pt x="1302770" y="4794805"/>
                </a:lnTo>
                <a:lnTo>
                  <a:pt x="1299979" y="4789689"/>
                </a:lnTo>
                <a:lnTo>
                  <a:pt x="1299514" y="4786433"/>
                </a:lnTo>
                <a:lnTo>
                  <a:pt x="1302305" y="4783642"/>
                </a:lnTo>
                <a:lnTo>
                  <a:pt x="1302305" y="4778991"/>
                </a:lnTo>
                <a:lnTo>
                  <a:pt x="1297188" y="4767828"/>
                </a:lnTo>
                <a:lnTo>
                  <a:pt x="1293468" y="4766898"/>
                </a:lnTo>
                <a:lnTo>
                  <a:pt x="1295328" y="4771550"/>
                </a:lnTo>
                <a:lnTo>
                  <a:pt x="1291607" y="4771085"/>
                </a:lnTo>
                <a:lnTo>
                  <a:pt x="1290677" y="4767364"/>
                </a:lnTo>
                <a:lnTo>
                  <a:pt x="1287421" y="4762713"/>
                </a:lnTo>
                <a:lnTo>
                  <a:pt x="1283700" y="4754806"/>
                </a:lnTo>
                <a:lnTo>
                  <a:pt x="1284166" y="4750620"/>
                </a:lnTo>
                <a:lnTo>
                  <a:pt x="1280445" y="4744573"/>
                </a:lnTo>
                <a:lnTo>
                  <a:pt x="1282305" y="4741782"/>
                </a:lnTo>
                <a:lnTo>
                  <a:pt x="1281840" y="4738992"/>
                </a:lnTo>
                <a:lnTo>
                  <a:pt x="1275793" y="4732480"/>
                </a:lnTo>
                <a:lnTo>
                  <a:pt x="1274398" y="4738526"/>
                </a:lnTo>
                <a:lnTo>
                  <a:pt x="1276723" y="4742248"/>
                </a:lnTo>
                <a:lnTo>
                  <a:pt x="1278584" y="4748294"/>
                </a:lnTo>
                <a:lnTo>
                  <a:pt x="1278584" y="4751550"/>
                </a:lnTo>
                <a:lnTo>
                  <a:pt x="1279515" y="4755736"/>
                </a:lnTo>
                <a:lnTo>
                  <a:pt x="1276259" y="4756666"/>
                </a:lnTo>
                <a:lnTo>
                  <a:pt x="1273003" y="4744573"/>
                </a:lnTo>
                <a:lnTo>
                  <a:pt x="1269747" y="4732015"/>
                </a:lnTo>
                <a:lnTo>
                  <a:pt x="1266027" y="4722713"/>
                </a:lnTo>
                <a:lnTo>
                  <a:pt x="1262305" y="4711550"/>
                </a:lnTo>
                <a:lnTo>
                  <a:pt x="1258584" y="4698062"/>
                </a:lnTo>
                <a:lnTo>
                  <a:pt x="1253469" y="4684109"/>
                </a:lnTo>
                <a:lnTo>
                  <a:pt x="1240910" y="4658063"/>
                </a:lnTo>
                <a:lnTo>
                  <a:pt x="1239980" y="4655737"/>
                </a:lnTo>
                <a:lnTo>
                  <a:pt x="1233469" y="4641319"/>
                </a:lnTo>
                <a:lnTo>
                  <a:pt x="1226492" y="4625041"/>
                </a:lnTo>
                <a:lnTo>
                  <a:pt x="1220445" y="4598064"/>
                </a:lnTo>
                <a:lnTo>
                  <a:pt x="1214399" y="4574808"/>
                </a:lnTo>
                <a:lnTo>
                  <a:pt x="1211143" y="4567367"/>
                </a:lnTo>
                <a:lnTo>
                  <a:pt x="1209282" y="4565041"/>
                </a:lnTo>
                <a:lnTo>
                  <a:pt x="1204631" y="4552483"/>
                </a:lnTo>
                <a:lnTo>
                  <a:pt x="1200911" y="4539925"/>
                </a:lnTo>
                <a:lnTo>
                  <a:pt x="1198585" y="4537599"/>
                </a:lnTo>
                <a:lnTo>
                  <a:pt x="1199050" y="4535274"/>
                </a:lnTo>
                <a:lnTo>
                  <a:pt x="1193469" y="4524111"/>
                </a:lnTo>
                <a:lnTo>
                  <a:pt x="1190213" y="4518530"/>
                </a:lnTo>
                <a:lnTo>
                  <a:pt x="1184632" y="4515740"/>
                </a:lnTo>
                <a:lnTo>
                  <a:pt x="1182306" y="4516670"/>
                </a:lnTo>
                <a:lnTo>
                  <a:pt x="1179980" y="4512948"/>
                </a:lnTo>
                <a:lnTo>
                  <a:pt x="1173004" y="4492949"/>
                </a:lnTo>
                <a:lnTo>
                  <a:pt x="1168818" y="4482717"/>
                </a:lnTo>
                <a:lnTo>
                  <a:pt x="1166028" y="4477600"/>
                </a:lnTo>
                <a:lnTo>
                  <a:pt x="1162307" y="4472949"/>
                </a:lnTo>
                <a:lnTo>
                  <a:pt x="1157190" y="4467833"/>
                </a:lnTo>
                <a:lnTo>
                  <a:pt x="1153934" y="4466903"/>
                </a:lnTo>
                <a:lnTo>
                  <a:pt x="1152075" y="4462252"/>
                </a:lnTo>
                <a:lnTo>
                  <a:pt x="1146493" y="4455741"/>
                </a:lnTo>
                <a:lnTo>
                  <a:pt x="1141842" y="4452485"/>
                </a:lnTo>
                <a:lnTo>
                  <a:pt x="1140446" y="4453415"/>
                </a:lnTo>
                <a:lnTo>
                  <a:pt x="1133470" y="4445043"/>
                </a:lnTo>
                <a:lnTo>
                  <a:pt x="1129749" y="4439461"/>
                </a:lnTo>
                <a:lnTo>
                  <a:pt x="1131144" y="4438066"/>
                </a:lnTo>
                <a:lnTo>
                  <a:pt x="1128354" y="4431554"/>
                </a:lnTo>
                <a:lnTo>
                  <a:pt x="1124168" y="4428299"/>
                </a:lnTo>
                <a:lnTo>
                  <a:pt x="1124633" y="4425509"/>
                </a:lnTo>
                <a:lnTo>
                  <a:pt x="1124632" y="4425509"/>
                </a:lnTo>
                <a:lnTo>
                  <a:pt x="1123702" y="4429230"/>
                </a:lnTo>
                <a:lnTo>
                  <a:pt x="1126958" y="4432021"/>
                </a:lnTo>
                <a:lnTo>
                  <a:pt x="1127888" y="4436672"/>
                </a:lnTo>
                <a:lnTo>
                  <a:pt x="1121842" y="4428300"/>
                </a:lnTo>
                <a:lnTo>
                  <a:pt x="1118586" y="4425509"/>
                </a:lnTo>
                <a:lnTo>
                  <a:pt x="1118586" y="4425508"/>
                </a:lnTo>
                <a:lnTo>
                  <a:pt x="1114400" y="4428764"/>
                </a:lnTo>
                <a:lnTo>
                  <a:pt x="1111610" y="4422717"/>
                </a:lnTo>
                <a:lnTo>
                  <a:pt x="1109749" y="4415741"/>
                </a:lnTo>
                <a:lnTo>
                  <a:pt x="1109284" y="4410625"/>
                </a:lnTo>
                <a:lnTo>
                  <a:pt x="1103703" y="4399462"/>
                </a:lnTo>
                <a:lnTo>
                  <a:pt x="1102307" y="4395276"/>
                </a:lnTo>
                <a:lnTo>
                  <a:pt x="1100912" y="4396206"/>
                </a:lnTo>
                <a:lnTo>
                  <a:pt x="1091145" y="4371091"/>
                </a:lnTo>
                <a:lnTo>
                  <a:pt x="1088354" y="4366440"/>
                </a:lnTo>
                <a:lnTo>
                  <a:pt x="1084168" y="4361323"/>
                </a:lnTo>
                <a:lnTo>
                  <a:pt x="1080447" y="4353416"/>
                </a:lnTo>
                <a:lnTo>
                  <a:pt x="1077657" y="4348300"/>
                </a:lnTo>
                <a:lnTo>
                  <a:pt x="1075796" y="4343184"/>
                </a:lnTo>
                <a:lnTo>
                  <a:pt x="1067889" y="4322719"/>
                </a:lnTo>
                <a:lnTo>
                  <a:pt x="1063703" y="4314347"/>
                </a:lnTo>
                <a:lnTo>
                  <a:pt x="1060913" y="4306906"/>
                </a:lnTo>
                <a:lnTo>
                  <a:pt x="1060914" y="4306906"/>
                </a:lnTo>
                <a:lnTo>
                  <a:pt x="1057193" y="4299930"/>
                </a:lnTo>
                <a:lnTo>
                  <a:pt x="1054868" y="4292023"/>
                </a:lnTo>
                <a:lnTo>
                  <a:pt x="1053472" y="4290627"/>
                </a:lnTo>
                <a:lnTo>
                  <a:pt x="1049751" y="4271093"/>
                </a:lnTo>
                <a:lnTo>
                  <a:pt x="1046961" y="4258070"/>
                </a:lnTo>
                <a:lnTo>
                  <a:pt x="1047425" y="4256209"/>
                </a:lnTo>
                <a:lnTo>
                  <a:pt x="1045565" y="4251093"/>
                </a:lnTo>
                <a:lnTo>
                  <a:pt x="1043705" y="4242256"/>
                </a:lnTo>
                <a:lnTo>
                  <a:pt x="1039984" y="4230163"/>
                </a:lnTo>
                <a:lnTo>
                  <a:pt x="1038124" y="4221326"/>
                </a:lnTo>
                <a:lnTo>
                  <a:pt x="1038124" y="4217605"/>
                </a:lnTo>
                <a:lnTo>
                  <a:pt x="1036728" y="4212024"/>
                </a:lnTo>
                <a:lnTo>
                  <a:pt x="1033937" y="4209233"/>
                </a:lnTo>
                <a:lnTo>
                  <a:pt x="1033473" y="4192489"/>
                </a:lnTo>
                <a:lnTo>
                  <a:pt x="1033007" y="4191560"/>
                </a:lnTo>
                <a:lnTo>
                  <a:pt x="1031147" y="4177141"/>
                </a:lnTo>
                <a:lnTo>
                  <a:pt x="1028356" y="4159932"/>
                </a:lnTo>
                <a:lnTo>
                  <a:pt x="1025566" y="4154815"/>
                </a:lnTo>
                <a:lnTo>
                  <a:pt x="1024170" y="4145048"/>
                </a:lnTo>
                <a:lnTo>
                  <a:pt x="1019984" y="4125979"/>
                </a:lnTo>
                <a:lnTo>
                  <a:pt x="1017659" y="4121793"/>
                </a:lnTo>
                <a:lnTo>
                  <a:pt x="1017193" y="4118537"/>
                </a:lnTo>
                <a:lnTo>
                  <a:pt x="1013008" y="4111561"/>
                </a:lnTo>
                <a:lnTo>
                  <a:pt x="1010217" y="4111561"/>
                </a:lnTo>
                <a:lnTo>
                  <a:pt x="1005101" y="4105514"/>
                </a:lnTo>
                <a:lnTo>
                  <a:pt x="1002775" y="4099933"/>
                </a:lnTo>
                <a:lnTo>
                  <a:pt x="1002310" y="4095282"/>
                </a:lnTo>
                <a:lnTo>
                  <a:pt x="1000449" y="4089235"/>
                </a:lnTo>
                <a:lnTo>
                  <a:pt x="1000449" y="4085515"/>
                </a:lnTo>
                <a:lnTo>
                  <a:pt x="997194" y="4071096"/>
                </a:lnTo>
                <a:lnTo>
                  <a:pt x="995333" y="4070631"/>
                </a:lnTo>
                <a:lnTo>
                  <a:pt x="988822" y="4051561"/>
                </a:lnTo>
                <a:lnTo>
                  <a:pt x="987427" y="4042259"/>
                </a:lnTo>
                <a:lnTo>
                  <a:pt x="985566" y="4034818"/>
                </a:lnTo>
                <a:lnTo>
                  <a:pt x="980450" y="4021329"/>
                </a:lnTo>
                <a:lnTo>
                  <a:pt x="980450" y="4018074"/>
                </a:lnTo>
                <a:lnTo>
                  <a:pt x="984635" y="4013887"/>
                </a:lnTo>
                <a:lnTo>
                  <a:pt x="981845" y="4012027"/>
                </a:lnTo>
                <a:lnTo>
                  <a:pt x="979054" y="4014818"/>
                </a:lnTo>
                <a:lnTo>
                  <a:pt x="979520" y="4018074"/>
                </a:lnTo>
                <a:lnTo>
                  <a:pt x="973473" y="4018539"/>
                </a:lnTo>
                <a:lnTo>
                  <a:pt x="972543" y="4012958"/>
                </a:lnTo>
                <a:lnTo>
                  <a:pt x="966496" y="4000865"/>
                </a:lnTo>
                <a:lnTo>
                  <a:pt x="968357" y="3999934"/>
                </a:lnTo>
                <a:lnTo>
                  <a:pt x="967427" y="3995283"/>
                </a:lnTo>
                <a:lnTo>
                  <a:pt x="967892" y="3992493"/>
                </a:lnTo>
                <a:lnTo>
                  <a:pt x="962776" y="3982260"/>
                </a:lnTo>
                <a:lnTo>
                  <a:pt x="960915" y="3980865"/>
                </a:lnTo>
                <a:lnTo>
                  <a:pt x="954404" y="3984586"/>
                </a:lnTo>
                <a:lnTo>
                  <a:pt x="951613" y="3980400"/>
                </a:lnTo>
                <a:lnTo>
                  <a:pt x="948357" y="3979469"/>
                </a:lnTo>
                <a:lnTo>
                  <a:pt x="946031" y="3975749"/>
                </a:lnTo>
                <a:lnTo>
                  <a:pt x="940450" y="3974818"/>
                </a:lnTo>
                <a:lnTo>
                  <a:pt x="937660" y="3971563"/>
                </a:lnTo>
                <a:lnTo>
                  <a:pt x="943241" y="3969702"/>
                </a:lnTo>
                <a:lnTo>
                  <a:pt x="942776" y="3965981"/>
                </a:lnTo>
                <a:lnTo>
                  <a:pt x="939055" y="3959005"/>
                </a:lnTo>
                <a:lnTo>
                  <a:pt x="939520" y="3955283"/>
                </a:lnTo>
                <a:lnTo>
                  <a:pt x="944171" y="3953423"/>
                </a:lnTo>
                <a:lnTo>
                  <a:pt x="946497" y="3952958"/>
                </a:lnTo>
                <a:lnTo>
                  <a:pt x="946496" y="3952958"/>
                </a:lnTo>
                <a:lnTo>
                  <a:pt x="944170" y="3953423"/>
                </a:lnTo>
                <a:lnTo>
                  <a:pt x="939519" y="3955283"/>
                </a:lnTo>
                <a:lnTo>
                  <a:pt x="938589" y="3956679"/>
                </a:lnTo>
                <a:lnTo>
                  <a:pt x="929753" y="3952958"/>
                </a:lnTo>
                <a:lnTo>
                  <a:pt x="931148" y="3946447"/>
                </a:lnTo>
                <a:lnTo>
                  <a:pt x="928357" y="3939470"/>
                </a:lnTo>
                <a:lnTo>
                  <a:pt x="926497" y="3937609"/>
                </a:lnTo>
                <a:lnTo>
                  <a:pt x="921846" y="3936214"/>
                </a:lnTo>
                <a:lnTo>
                  <a:pt x="920450" y="3931098"/>
                </a:lnTo>
                <a:lnTo>
                  <a:pt x="917660" y="3928307"/>
                </a:lnTo>
                <a:lnTo>
                  <a:pt x="912078" y="3926447"/>
                </a:lnTo>
                <a:lnTo>
                  <a:pt x="910683" y="3921330"/>
                </a:lnTo>
                <a:lnTo>
                  <a:pt x="913939" y="3919935"/>
                </a:lnTo>
                <a:lnTo>
                  <a:pt x="913009" y="3917145"/>
                </a:lnTo>
                <a:lnTo>
                  <a:pt x="914868" y="3915284"/>
                </a:lnTo>
                <a:lnTo>
                  <a:pt x="912078" y="3902726"/>
                </a:lnTo>
                <a:lnTo>
                  <a:pt x="906497" y="3884587"/>
                </a:lnTo>
                <a:lnTo>
                  <a:pt x="903241" y="3878540"/>
                </a:lnTo>
                <a:lnTo>
                  <a:pt x="898125" y="3879936"/>
                </a:lnTo>
                <a:lnTo>
                  <a:pt x="896729" y="3878540"/>
                </a:lnTo>
                <a:lnTo>
                  <a:pt x="892544" y="3877611"/>
                </a:lnTo>
                <a:lnTo>
                  <a:pt x="889753" y="3874355"/>
                </a:lnTo>
                <a:lnTo>
                  <a:pt x="888822" y="3871564"/>
                </a:lnTo>
                <a:lnTo>
                  <a:pt x="893939" y="3872959"/>
                </a:lnTo>
                <a:lnTo>
                  <a:pt x="898590" y="3872029"/>
                </a:lnTo>
                <a:lnTo>
                  <a:pt x="904636" y="3873889"/>
                </a:lnTo>
                <a:lnTo>
                  <a:pt x="906497" y="3871099"/>
                </a:lnTo>
                <a:lnTo>
                  <a:pt x="905102" y="3868308"/>
                </a:lnTo>
                <a:lnTo>
                  <a:pt x="900915" y="3868773"/>
                </a:lnTo>
                <a:lnTo>
                  <a:pt x="899055" y="3865052"/>
                </a:lnTo>
                <a:lnTo>
                  <a:pt x="896729" y="3865052"/>
                </a:lnTo>
                <a:lnTo>
                  <a:pt x="891614" y="3863657"/>
                </a:lnTo>
                <a:lnTo>
                  <a:pt x="892078" y="3858075"/>
                </a:lnTo>
                <a:lnTo>
                  <a:pt x="886032" y="3858541"/>
                </a:lnTo>
                <a:lnTo>
                  <a:pt x="883707" y="3847843"/>
                </a:lnTo>
                <a:lnTo>
                  <a:pt x="880451" y="3842261"/>
                </a:lnTo>
                <a:lnTo>
                  <a:pt x="884171" y="3837610"/>
                </a:lnTo>
                <a:lnTo>
                  <a:pt x="880451" y="3837610"/>
                </a:lnTo>
                <a:lnTo>
                  <a:pt x="878125" y="3833890"/>
                </a:lnTo>
                <a:lnTo>
                  <a:pt x="877195" y="3829239"/>
                </a:lnTo>
                <a:lnTo>
                  <a:pt x="873474" y="3820866"/>
                </a:lnTo>
                <a:lnTo>
                  <a:pt x="872544" y="3819937"/>
                </a:lnTo>
                <a:lnTo>
                  <a:pt x="873565" y="3819681"/>
                </a:lnTo>
                <a:lnTo>
                  <a:pt x="872543" y="3819937"/>
                </a:lnTo>
                <a:lnTo>
                  <a:pt x="867892" y="3817146"/>
                </a:lnTo>
                <a:lnTo>
                  <a:pt x="869752" y="3814355"/>
                </a:lnTo>
                <a:lnTo>
                  <a:pt x="867427" y="3807379"/>
                </a:lnTo>
                <a:lnTo>
                  <a:pt x="863706" y="3799006"/>
                </a:lnTo>
                <a:lnTo>
                  <a:pt x="861381" y="3796216"/>
                </a:lnTo>
                <a:lnTo>
                  <a:pt x="857194" y="3789240"/>
                </a:lnTo>
                <a:lnTo>
                  <a:pt x="851613" y="3786448"/>
                </a:lnTo>
                <a:lnTo>
                  <a:pt x="845101" y="3784589"/>
                </a:lnTo>
                <a:lnTo>
                  <a:pt x="844637" y="3780867"/>
                </a:lnTo>
                <a:lnTo>
                  <a:pt x="842311" y="3777612"/>
                </a:lnTo>
                <a:lnTo>
                  <a:pt x="842311" y="3772495"/>
                </a:lnTo>
                <a:lnTo>
                  <a:pt x="840916" y="3768309"/>
                </a:lnTo>
                <a:lnTo>
                  <a:pt x="836730" y="3765053"/>
                </a:lnTo>
                <a:lnTo>
                  <a:pt x="838125" y="3762728"/>
                </a:lnTo>
                <a:lnTo>
                  <a:pt x="835799" y="3748775"/>
                </a:lnTo>
                <a:lnTo>
                  <a:pt x="833474" y="3741799"/>
                </a:lnTo>
                <a:lnTo>
                  <a:pt x="830683" y="3733892"/>
                </a:lnTo>
                <a:lnTo>
                  <a:pt x="828823" y="3725519"/>
                </a:lnTo>
                <a:lnTo>
                  <a:pt x="825567" y="3718543"/>
                </a:lnTo>
                <a:lnTo>
                  <a:pt x="826032" y="3715753"/>
                </a:lnTo>
                <a:lnTo>
                  <a:pt x="822776" y="3714357"/>
                </a:lnTo>
                <a:lnTo>
                  <a:pt x="822311" y="3708776"/>
                </a:lnTo>
                <a:lnTo>
                  <a:pt x="820916" y="3700869"/>
                </a:lnTo>
                <a:lnTo>
                  <a:pt x="816730" y="3693427"/>
                </a:lnTo>
                <a:lnTo>
                  <a:pt x="815799" y="3689706"/>
                </a:lnTo>
                <a:lnTo>
                  <a:pt x="813940" y="3685985"/>
                </a:lnTo>
                <a:lnTo>
                  <a:pt x="816265" y="3682264"/>
                </a:lnTo>
                <a:lnTo>
                  <a:pt x="818591" y="3680869"/>
                </a:lnTo>
                <a:lnTo>
                  <a:pt x="815335" y="3678078"/>
                </a:lnTo>
                <a:lnTo>
                  <a:pt x="814404" y="3675288"/>
                </a:lnTo>
                <a:lnTo>
                  <a:pt x="818591" y="3674823"/>
                </a:lnTo>
                <a:lnTo>
                  <a:pt x="819986" y="3671567"/>
                </a:lnTo>
                <a:lnTo>
                  <a:pt x="817195" y="3668311"/>
                </a:lnTo>
                <a:lnTo>
                  <a:pt x="816730" y="3660869"/>
                </a:lnTo>
                <a:lnTo>
                  <a:pt x="813009" y="3653893"/>
                </a:lnTo>
                <a:lnTo>
                  <a:pt x="812544" y="3647381"/>
                </a:lnTo>
                <a:lnTo>
                  <a:pt x="814870" y="3642730"/>
                </a:lnTo>
                <a:lnTo>
                  <a:pt x="814404" y="3640870"/>
                </a:lnTo>
                <a:lnTo>
                  <a:pt x="811148" y="3639474"/>
                </a:lnTo>
                <a:lnTo>
                  <a:pt x="810684" y="3630172"/>
                </a:lnTo>
                <a:lnTo>
                  <a:pt x="812079" y="3626916"/>
                </a:lnTo>
                <a:lnTo>
                  <a:pt x="808823" y="3624591"/>
                </a:lnTo>
                <a:lnTo>
                  <a:pt x="809753" y="3622730"/>
                </a:lnTo>
                <a:lnTo>
                  <a:pt x="809289" y="3617614"/>
                </a:lnTo>
                <a:lnTo>
                  <a:pt x="810684" y="3616219"/>
                </a:lnTo>
                <a:lnTo>
                  <a:pt x="811148" y="3611103"/>
                </a:lnTo>
                <a:lnTo>
                  <a:pt x="808358" y="3610172"/>
                </a:lnTo>
                <a:lnTo>
                  <a:pt x="809289" y="3606917"/>
                </a:lnTo>
                <a:lnTo>
                  <a:pt x="808358" y="3605056"/>
                </a:lnTo>
                <a:lnTo>
                  <a:pt x="805567" y="3605521"/>
                </a:lnTo>
                <a:lnTo>
                  <a:pt x="805102" y="3600870"/>
                </a:lnTo>
                <a:lnTo>
                  <a:pt x="809753" y="3602731"/>
                </a:lnTo>
                <a:lnTo>
                  <a:pt x="810218" y="3596219"/>
                </a:lnTo>
                <a:lnTo>
                  <a:pt x="809753" y="3591103"/>
                </a:lnTo>
                <a:lnTo>
                  <a:pt x="807428" y="3588777"/>
                </a:lnTo>
                <a:lnTo>
                  <a:pt x="803242" y="3574360"/>
                </a:lnTo>
                <a:lnTo>
                  <a:pt x="799521" y="3564592"/>
                </a:lnTo>
                <a:lnTo>
                  <a:pt x="796730" y="3564127"/>
                </a:lnTo>
                <a:lnTo>
                  <a:pt x="795800" y="3560871"/>
                </a:lnTo>
                <a:lnTo>
                  <a:pt x="802777" y="3556220"/>
                </a:lnTo>
                <a:lnTo>
                  <a:pt x="799056" y="3553894"/>
                </a:lnTo>
                <a:lnTo>
                  <a:pt x="799056" y="3550173"/>
                </a:lnTo>
                <a:lnTo>
                  <a:pt x="797195" y="3545058"/>
                </a:lnTo>
                <a:lnTo>
                  <a:pt x="792544" y="3544592"/>
                </a:lnTo>
                <a:lnTo>
                  <a:pt x="790684" y="3541336"/>
                </a:lnTo>
                <a:lnTo>
                  <a:pt x="793475" y="3540406"/>
                </a:lnTo>
                <a:lnTo>
                  <a:pt x="793475" y="3532964"/>
                </a:lnTo>
                <a:lnTo>
                  <a:pt x="794870" y="3531569"/>
                </a:lnTo>
                <a:lnTo>
                  <a:pt x="793009" y="3524593"/>
                </a:lnTo>
                <a:lnTo>
                  <a:pt x="786963" y="3518081"/>
                </a:lnTo>
                <a:lnTo>
                  <a:pt x="786498" y="3514360"/>
                </a:lnTo>
                <a:lnTo>
                  <a:pt x="790219" y="3512964"/>
                </a:lnTo>
                <a:lnTo>
                  <a:pt x="790219" y="3511105"/>
                </a:lnTo>
                <a:lnTo>
                  <a:pt x="787428" y="3508779"/>
                </a:lnTo>
                <a:lnTo>
                  <a:pt x="784638" y="3502732"/>
                </a:lnTo>
                <a:lnTo>
                  <a:pt x="785568" y="3500407"/>
                </a:lnTo>
                <a:lnTo>
                  <a:pt x="783707" y="3498081"/>
                </a:lnTo>
                <a:lnTo>
                  <a:pt x="782312" y="3494361"/>
                </a:lnTo>
                <a:lnTo>
                  <a:pt x="785568" y="3491105"/>
                </a:lnTo>
                <a:lnTo>
                  <a:pt x="784638" y="3485988"/>
                </a:lnTo>
                <a:lnTo>
                  <a:pt x="781847" y="3478081"/>
                </a:lnTo>
                <a:lnTo>
                  <a:pt x="779521" y="3473896"/>
                </a:lnTo>
                <a:lnTo>
                  <a:pt x="777196" y="3464128"/>
                </a:lnTo>
                <a:lnTo>
                  <a:pt x="775800" y="3460872"/>
                </a:lnTo>
                <a:lnTo>
                  <a:pt x="773010" y="3459012"/>
                </a:lnTo>
                <a:lnTo>
                  <a:pt x="772545" y="3453896"/>
                </a:lnTo>
                <a:lnTo>
                  <a:pt x="768824" y="3451570"/>
                </a:lnTo>
                <a:lnTo>
                  <a:pt x="768824" y="3447850"/>
                </a:lnTo>
                <a:lnTo>
                  <a:pt x="770684" y="3445989"/>
                </a:lnTo>
                <a:lnTo>
                  <a:pt x="767894" y="3444128"/>
                </a:lnTo>
                <a:lnTo>
                  <a:pt x="765103" y="3439943"/>
                </a:lnTo>
                <a:lnTo>
                  <a:pt x="766499" y="3436221"/>
                </a:lnTo>
                <a:lnTo>
                  <a:pt x="765103" y="3433431"/>
                </a:lnTo>
                <a:lnTo>
                  <a:pt x="762777" y="3432966"/>
                </a:lnTo>
                <a:lnTo>
                  <a:pt x="763707" y="3429711"/>
                </a:lnTo>
                <a:lnTo>
                  <a:pt x="762777" y="3425989"/>
                </a:lnTo>
                <a:lnTo>
                  <a:pt x="760917" y="3424129"/>
                </a:lnTo>
                <a:lnTo>
                  <a:pt x="759522" y="3419943"/>
                </a:lnTo>
                <a:lnTo>
                  <a:pt x="761382" y="3419478"/>
                </a:lnTo>
                <a:lnTo>
                  <a:pt x="762312" y="3415292"/>
                </a:lnTo>
                <a:lnTo>
                  <a:pt x="761382" y="3410176"/>
                </a:lnTo>
                <a:lnTo>
                  <a:pt x="754870" y="3403199"/>
                </a:lnTo>
                <a:lnTo>
                  <a:pt x="753941" y="3395292"/>
                </a:lnTo>
                <a:lnTo>
                  <a:pt x="755800" y="3394828"/>
                </a:lnTo>
                <a:lnTo>
                  <a:pt x="759522" y="3397153"/>
                </a:lnTo>
                <a:lnTo>
                  <a:pt x="759987" y="3400874"/>
                </a:lnTo>
                <a:lnTo>
                  <a:pt x="764638" y="3400874"/>
                </a:lnTo>
                <a:lnTo>
                  <a:pt x="773475" y="3404130"/>
                </a:lnTo>
                <a:lnTo>
                  <a:pt x="774405" y="3396223"/>
                </a:lnTo>
                <a:lnTo>
                  <a:pt x="769754" y="3398083"/>
                </a:lnTo>
                <a:lnTo>
                  <a:pt x="765568" y="3394828"/>
                </a:lnTo>
                <a:lnTo>
                  <a:pt x="762777" y="3396223"/>
                </a:lnTo>
                <a:lnTo>
                  <a:pt x="761382" y="3392036"/>
                </a:lnTo>
                <a:lnTo>
                  <a:pt x="757661" y="3390177"/>
                </a:lnTo>
                <a:lnTo>
                  <a:pt x="756731" y="3386455"/>
                </a:lnTo>
                <a:lnTo>
                  <a:pt x="753941" y="3384129"/>
                </a:lnTo>
                <a:lnTo>
                  <a:pt x="750685" y="3383199"/>
                </a:lnTo>
                <a:lnTo>
                  <a:pt x="752080" y="3379944"/>
                </a:lnTo>
                <a:lnTo>
                  <a:pt x="752080" y="3376688"/>
                </a:lnTo>
                <a:lnTo>
                  <a:pt x="749754" y="3375758"/>
                </a:lnTo>
                <a:lnTo>
                  <a:pt x="749289" y="3368781"/>
                </a:lnTo>
                <a:lnTo>
                  <a:pt x="747429" y="3365525"/>
                </a:lnTo>
                <a:lnTo>
                  <a:pt x="750219" y="3354363"/>
                </a:lnTo>
                <a:lnTo>
                  <a:pt x="753010" y="3352502"/>
                </a:lnTo>
                <a:lnTo>
                  <a:pt x="751615" y="3348781"/>
                </a:lnTo>
                <a:lnTo>
                  <a:pt x="746034" y="3335293"/>
                </a:lnTo>
                <a:lnTo>
                  <a:pt x="743708" y="3335293"/>
                </a:lnTo>
                <a:lnTo>
                  <a:pt x="741383" y="3325991"/>
                </a:lnTo>
                <a:lnTo>
                  <a:pt x="742778" y="3321805"/>
                </a:lnTo>
                <a:lnTo>
                  <a:pt x="743243" y="3315293"/>
                </a:lnTo>
                <a:lnTo>
                  <a:pt x="742778" y="3309712"/>
                </a:lnTo>
                <a:lnTo>
                  <a:pt x="744638" y="3308317"/>
                </a:lnTo>
                <a:lnTo>
                  <a:pt x="748359" y="3307852"/>
                </a:lnTo>
                <a:lnTo>
                  <a:pt x="751149" y="3309712"/>
                </a:lnTo>
                <a:lnTo>
                  <a:pt x="755336" y="3303666"/>
                </a:lnTo>
                <a:lnTo>
                  <a:pt x="757661" y="3308317"/>
                </a:lnTo>
                <a:lnTo>
                  <a:pt x="759987" y="3310178"/>
                </a:lnTo>
                <a:lnTo>
                  <a:pt x="761382" y="3306922"/>
                </a:lnTo>
                <a:lnTo>
                  <a:pt x="760917" y="3297620"/>
                </a:lnTo>
                <a:lnTo>
                  <a:pt x="755336" y="3300876"/>
                </a:lnTo>
                <a:lnTo>
                  <a:pt x="752545" y="3299945"/>
                </a:lnTo>
                <a:lnTo>
                  <a:pt x="749754" y="3293898"/>
                </a:lnTo>
                <a:lnTo>
                  <a:pt x="749754" y="3291108"/>
                </a:lnTo>
                <a:lnTo>
                  <a:pt x="752080" y="3289713"/>
                </a:lnTo>
                <a:lnTo>
                  <a:pt x="757661" y="3290178"/>
                </a:lnTo>
                <a:lnTo>
                  <a:pt x="758126" y="3288317"/>
                </a:lnTo>
                <a:lnTo>
                  <a:pt x="754870" y="3283666"/>
                </a:lnTo>
                <a:lnTo>
                  <a:pt x="757196" y="3280876"/>
                </a:lnTo>
                <a:lnTo>
                  <a:pt x="764638" y="3279480"/>
                </a:lnTo>
                <a:lnTo>
                  <a:pt x="766963" y="3278085"/>
                </a:lnTo>
                <a:lnTo>
                  <a:pt x="764638" y="3272969"/>
                </a:lnTo>
                <a:lnTo>
                  <a:pt x="765103" y="3269713"/>
                </a:lnTo>
                <a:lnTo>
                  <a:pt x="763243" y="3265062"/>
                </a:lnTo>
                <a:lnTo>
                  <a:pt x="758592" y="3265062"/>
                </a:lnTo>
                <a:lnTo>
                  <a:pt x="757196" y="3270178"/>
                </a:lnTo>
                <a:lnTo>
                  <a:pt x="751149" y="3274829"/>
                </a:lnTo>
                <a:lnTo>
                  <a:pt x="742312" y="3274364"/>
                </a:lnTo>
                <a:lnTo>
                  <a:pt x="739987" y="3282736"/>
                </a:lnTo>
                <a:lnTo>
                  <a:pt x="739522" y="3286922"/>
                </a:lnTo>
                <a:lnTo>
                  <a:pt x="737661" y="3289247"/>
                </a:lnTo>
                <a:lnTo>
                  <a:pt x="735801" y="3283201"/>
                </a:lnTo>
                <a:lnTo>
                  <a:pt x="732546" y="3281806"/>
                </a:lnTo>
                <a:lnTo>
                  <a:pt x="734871" y="3278085"/>
                </a:lnTo>
                <a:lnTo>
                  <a:pt x="734405" y="3274364"/>
                </a:lnTo>
                <a:lnTo>
                  <a:pt x="738127" y="3270643"/>
                </a:lnTo>
                <a:lnTo>
                  <a:pt x="738592" y="3267387"/>
                </a:lnTo>
                <a:lnTo>
                  <a:pt x="736266" y="3265992"/>
                </a:lnTo>
                <a:lnTo>
                  <a:pt x="736731" y="3259016"/>
                </a:lnTo>
                <a:lnTo>
                  <a:pt x="735336" y="3253899"/>
                </a:lnTo>
                <a:lnTo>
                  <a:pt x="730685" y="3249713"/>
                </a:lnTo>
                <a:lnTo>
                  <a:pt x="730220" y="3247388"/>
                </a:lnTo>
                <a:lnTo>
                  <a:pt x="732080" y="3245062"/>
                </a:lnTo>
                <a:lnTo>
                  <a:pt x="732080" y="3241342"/>
                </a:lnTo>
                <a:lnTo>
                  <a:pt x="728824" y="3237621"/>
                </a:lnTo>
                <a:lnTo>
                  <a:pt x="729754" y="3232504"/>
                </a:lnTo>
                <a:lnTo>
                  <a:pt x="730220" y="3224133"/>
                </a:lnTo>
                <a:lnTo>
                  <a:pt x="732546" y="3219016"/>
                </a:lnTo>
                <a:lnTo>
                  <a:pt x="725569" y="3211574"/>
                </a:lnTo>
                <a:lnTo>
                  <a:pt x="726034" y="3205063"/>
                </a:lnTo>
                <a:lnTo>
                  <a:pt x="723708" y="3197156"/>
                </a:lnTo>
                <a:lnTo>
                  <a:pt x="729290" y="3192039"/>
                </a:lnTo>
                <a:lnTo>
                  <a:pt x="723243" y="3187854"/>
                </a:lnTo>
                <a:lnTo>
                  <a:pt x="721383" y="3185993"/>
                </a:lnTo>
                <a:lnTo>
                  <a:pt x="718592" y="3174366"/>
                </a:lnTo>
                <a:lnTo>
                  <a:pt x="721383" y="3173900"/>
                </a:lnTo>
                <a:lnTo>
                  <a:pt x="720917" y="3169715"/>
                </a:lnTo>
                <a:lnTo>
                  <a:pt x="719057" y="3166924"/>
                </a:lnTo>
                <a:lnTo>
                  <a:pt x="717662" y="3160412"/>
                </a:lnTo>
                <a:lnTo>
                  <a:pt x="718127" y="3155761"/>
                </a:lnTo>
                <a:lnTo>
                  <a:pt x="714406" y="3148785"/>
                </a:lnTo>
                <a:lnTo>
                  <a:pt x="714406" y="3140878"/>
                </a:lnTo>
                <a:lnTo>
                  <a:pt x="713476" y="3137622"/>
                </a:lnTo>
                <a:lnTo>
                  <a:pt x="709290" y="3135296"/>
                </a:lnTo>
                <a:lnTo>
                  <a:pt x="708825" y="3130181"/>
                </a:lnTo>
                <a:lnTo>
                  <a:pt x="711615" y="3131576"/>
                </a:lnTo>
                <a:lnTo>
                  <a:pt x="713476" y="3129250"/>
                </a:lnTo>
                <a:lnTo>
                  <a:pt x="713941" y="3124599"/>
                </a:lnTo>
                <a:lnTo>
                  <a:pt x="713011" y="3119948"/>
                </a:lnTo>
                <a:lnTo>
                  <a:pt x="711150" y="3117157"/>
                </a:lnTo>
                <a:lnTo>
                  <a:pt x="714871" y="3113437"/>
                </a:lnTo>
                <a:lnTo>
                  <a:pt x="719057" y="3110645"/>
                </a:lnTo>
                <a:lnTo>
                  <a:pt x="719988" y="3108320"/>
                </a:lnTo>
                <a:lnTo>
                  <a:pt x="719057" y="3099483"/>
                </a:lnTo>
                <a:lnTo>
                  <a:pt x="718127" y="3094832"/>
                </a:lnTo>
                <a:lnTo>
                  <a:pt x="720917" y="3092506"/>
                </a:lnTo>
                <a:lnTo>
                  <a:pt x="722778" y="3086925"/>
                </a:lnTo>
                <a:lnTo>
                  <a:pt x="722778" y="3083204"/>
                </a:lnTo>
                <a:lnTo>
                  <a:pt x="722779" y="3083204"/>
                </a:lnTo>
                <a:lnTo>
                  <a:pt x="724175" y="3072506"/>
                </a:lnTo>
                <a:lnTo>
                  <a:pt x="723709" y="3067390"/>
                </a:lnTo>
                <a:lnTo>
                  <a:pt x="725570" y="3056693"/>
                </a:lnTo>
                <a:lnTo>
                  <a:pt x="728360" y="3054832"/>
                </a:lnTo>
                <a:lnTo>
                  <a:pt x="728826" y="3049716"/>
                </a:lnTo>
                <a:lnTo>
                  <a:pt x="730686" y="3046925"/>
                </a:lnTo>
                <a:lnTo>
                  <a:pt x="733476" y="3046460"/>
                </a:lnTo>
                <a:lnTo>
                  <a:pt x="735802" y="3043669"/>
                </a:lnTo>
                <a:lnTo>
                  <a:pt x="735803" y="3043670"/>
                </a:lnTo>
                <a:lnTo>
                  <a:pt x="736732" y="3040880"/>
                </a:lnTo>
                <a:lnTo>
                  <a:pt x="737198" y="3032973"/>
                </a:lnTo>
                <a:lnTo>
                  <a:pt x="739524" y="3028787"/>
                </a:lnTo>
                <a:lnTo>
                  <a:pt x="742776" y="3027393"/>
                </a:lnTo>
                <a:lnTo>
                  <a:pt x="742778" y="3027391"/>
                </a:lnTo>
                <a:lnTo>
                  <a:pt x="742314" y="3025530"/>
                </a:lnTo>
                <a:lnTo>
                  <a:pt x="746034" y="3021810"/>
                </a:lnTo>
                <a:lnTo>
                  <a:pt x="746500" y="3012508"/>
                </a:lnTo>
                <a:lnTo>
                  <a:pt x="747895" y="3006926"/>
                </a:lnTo>
                <a:lnTo>
                  <a:pt x="746500" y="2997624"/>
                </a:lnTo>
                <a:lnTo>
                  <a:pt x="744639" y="2996229"/>
                </a:lnTo>
                <a:lnTo>
                  <a:pt x="741383" y="2984136"/>
                </a:lnTo>
                <a:lnTo>
                  <a:pt x="741848" y="2981810"/>
                </a:lnTo>
                <a:lnTo>
                  <a:pt x="745570" y="2981345"/>
                </a:lnTo>
                <a:lnTo>
                  <a:pt x="738127" y="2973904"/>
                </a:lnTo>
                <a:lnTo>
                  <a:pt x="738593" y="2971112"/>
                </a:lnTo>
                <a:lnTo>
                  <a:pt x="731151" y="2954369"/>
                </a:lnTo>
                <a:lnTo>
                  <a:pt x="730221" y="2950183"/>
                </a:lnTo>
                <a:lnTo>
                  <a:pt x="725105" y="2946462"/>
                </a:lnTo>
                <a:lnTo>
                  <a:pt x="722779" y="2939485"/>
                </a:lnTo>
                <a:lnTo>
                  <a:pt x="720453" y="2930648"/>
                </a:lnTo>
                <a:lnTo>
                  <a:pt x="725105" y="2925997"/>
                </a:lnTo>
                <a:lnTo>
                  <a:pt x="717663" y="2924137"/>
                </a:lnTo>
                <a:lnTo>
                  <a:pt x="716732" y="2919486"/>
                </a:lnTo>
                <a:lnTo>
                  <a:pt x="717663" y="2914835"/>
                </a:lnTo>
                <a:lnTo>
                  <a:pt x="719058" y="2912974"/>
                </a:lnTo>
                <a:lnTo>
                  <a:pt x="713476" y="2909718"/>
                </a:lnTo>
                <a:lnTo>
                  <a:pt x="711151" y="2910649"/>
                </a:lnTo>
                <a:lnTo>
                  <a:pt x="710221" y="2912974"/>
                </a:lnTo>
                <a:lnTo>
                  <a:pt x="710221" y="2921812"/>
                </a:lnTo>
                <a:lnTo>
                  <a:pt x="708826" y="2923671"/>
                </a:lnTo>
                <a:lnTo>
                  <a:pt x="705105" y="2921346"/>
                </a:lnTo>
                <a:lnTo>
                  <a:pt x="704175" y="2912509"/>
                </a:lnTo>
                <a:lnTo>
                  <a:pt x="703710" y="2898556"/>
                </a:lnTo>
                <a:lnTo>
                  <a:pt x="700454" y="2894370"/>
                </a:lnTo>
                <a:lnTo>
                  <a:pt x="699059" y="2889254"/>
                </a:lnTo>
                <a:lnTo>
                  <a:pt x="699524" y="2883672"/>
                </a:lnTo>
                <a:lnTo>
                  <a:pt x="704175" y="2878091"/>
                </a:lnTo>
                <a:lnTo>
                  <a:pt x="704175" y="2872975"/>
                </a:lnTo>
                <a:lnTo>
                  <a:pt x="711151" y="2864138"/>
                </a:lnTo>
                <a:lnTo>
                  <a:pt x="708361" y="2862278"/>
                </a:lnTo>
                <a:lnTo>
                  <a:pt x="709291" y="2858091"/>
                </a:lnTo>
                <a:lnTo>
                  <a:pt x="711151" y="2854836"/>
                </a:lnTo>
                <a:lnTo>
                  <a:pt x="712547" y="2847859"/>
                </a:lnTo>
                <a:lnTo>
                  <a:pt x="712081" y="2845069"/>
                </a:lnTo>
                <a:lnTo>
                  <a:pt x="707431" y="2850184"/>
                </a:lnTo>
                <a:lnTo>
                  <a:pt x="705105" y="2851115"/>
                </a:lnTo>
                <a:lnTo>
                  <a:pt x="700454" y="2844138"/>
                </a:lnTo>
                <a:lnTo>
                  <a:pt x="701849" y="2838092"/>
                </a:lnTo>
                <a:lnTo>
                  <a:pt x="705105" y="2831580"/>
                </a:lnTo>
                <a:lnTo>
                  <a:pt x="708361" y="2831580"/>
                </a:lnTo>
                <a:lnTo>
                  <a:pt x="712081" y="2829720"/>
                </a:lnTo>
                <a:lnTo>
                  <a:pt x="717198" y="2825534"/>
                </a:lnTo>
                <a:lnTo>
                  <a:pt x="720453" y="2827860"/>
                </a:lnTo>
                <a:lnTo>
                  <a:pt x="724175" y="2827394"/>
                </a:lnTo>
                <a:lnTo>
                  <a:pt x="724639" y="2825999"/>
                </a:lnTo>
                <a:lnTo>
                  <a:pt x="730686" y="2826929"/>
                </a:lnTo>
                <a:lnTo>
                  <a:pt x="732081" y="2824138"/>
                </a:lnTo>
                <a:lnTo>
                  <a:pt x="726500" y="2822743"/>
                </a:lnTo>
                <a:lnTo>
                  <a:pt x="722314" y="2819022"/>
                </a:lnTo>
                <a:lnTo>
                  <a:pt x="718593" y="2820883"/>
                </a:lnTo>
                <a:lnTo>
                  <a:pt x="700454" y="2820883"/>
                </a:lnTo>
                <a:lnTo>
                  <a:pt x="694407" y="2824138"/>
                </a:lnTo>
                <a:lnTo>
                  <a:pt x="692547" y="2824604"/>
                </a:lnTo>
                <a:lnTo>
                  <a:pt x="688826" y="2820883"/>
                </a:lnTo>
                <a:lnTo>
                  <a:pt x="687896" y="2815302"/>
                </a:lnTo>
                <a:lnTo>
                  <a:pt x="691617" y="2810185"/>
                </a:lnTo>
                <a:lnTo>
                  <a:pt x="691617" y="2806929"/>
                </a:lnTo>
                <a:lnTo>
                  <a:pt x="693012" y="2801348"/>
                </a:lnTo>
                <a:lnTo>
                  <a:pt x="695803" y="2796232"/>
                </a:lnTo>
                <a:lnTo>
                  <a:pt x="690222" y="2792046"/>
                </a:lnTo>
                <a:lnTo>
                  <a:pt x="688361" y="2791581"/>
                </a:lnTo>
                <a:lnTo>
                  <a:pt x="686035" y="2783674"/>
                </a:lnTo>
                <a:lnTo>
                  <a:pt x="685105" y="2777163"/>
                </a:lnTo>
                <a:lnTo>
                  <a:pt x="686035" y="2766931"/>
                </a:lnTo>
                <a:lnTo>
                  <a:pt x="687896" y="2760884"/>
                </a:lnTo>
                <a:lnTo>
                  <a:pt x="689291" y="2752977"/>
                </a:lnTo>
                <a:lnTo>
                  <a:pt x="692547" y="2739954"/>
                </a:lnTo>
                <a:lnTo>
                  <a:pt x="695803" y="2733908"/>
                </a:lnTo>
                <a:lnTo>
                  <a:pt x="698129" y="2731582"/>
                </a:lnTo>
                <a:lnTo>
                  <a:pt x="702780" y="2728791"/>
                </a:lnTo>
                <a:lnTo>
                  <a:pt x="708361" y="2728791"/>
                </a:lnTo>
                <a:lnTo>
                  <a:pt x="716732" y="2734373"/>
                </a:lnTo>
                <a:lnTo>
                  <a:pt x="726034" y="2735768"/>
                </a:lnTo>
                <a:lnTo>
                  <a:pt x="732546" y="2725535"/>
                </a:lnTo>
                <a:lnTo>
                  <a:pt x="735337" y="2723675"/>
                </a:lnTo>
                <a:lnTo>
                  <a:pt x="743709" y="2727861"/>
                </a:lnTo>
                <a:lnTo>
                  <a:pt x="748360" y="2726001"/>
                </a:lnTo>
                <a:lnTo>
                  <a:pt x="747429" y="2723675"/>
                </a:lnTo>
                <a:lnTo>
                  <a:pt x="743244" y="2724605"/>
                </a:lnTo>
                <a:lnTo>
                  <a:pt x="739523" y="2717629"/>
                </a:lnTo>
                <a:lnTo>
                  <a:pt x="734407" y="2720420"/>
                </a:lnTo>
                <a:lnTo>
                  <a:pt x="726034" y="2726466"/>
                </a:lnTo>
                <a:lnTo>
                  <a:pt x="715337" y="2725535"/>
                </a:lnTo>
                <a:lnTo>
                  <a:pt x="710221" y="2719954"/>
                </a:lnTo>
                <a:lnTo>
                  <a:pt x="706500" y="2717164"/>
                </a:lnTo>
                <a:lnTo>
                  <a:pt x="702314" y="2718094"/>
                </a:lnTo>
                <a:lnTo>
                  <a:pt x="696733" y="2722279"/>
                </a:lnTo>
                <a:lnTo>
                  <a:pt x="694407" y="2721815"/>
                </a:lnTo>
                <a:lnTo>
                  <a:pt x="692081" y="2724140"/>
                </a:lnTo>
                <a:lnTo>
                  <a:pt x="690222" y="2722745"/>
                </a:lnTo>
                <a:lnTo>
                  <a:pt x="685571" y="2726931"/>
                </a:lnTo>
                <a:lnTo>
                  <a:pt x="682780" y="2732047"/>
                </a:lnTo>
                <a:lnTo>
                  <a:pt x="680919" y="2731582"/>
                </a:lnTo>
                <a:lnTo>
                  <a:pt x="683710" y="2724605"/>
                </a:lnTo>
                <a:lnTo>
                  <a:pt x="680454" y="2724605"/>
                </a:lnTo>
                <a:lnTo>
                  <a:pt x="674408" y="2714373"/>
                </a:lnTo>
                <a:lnTo>
                  <a:pt x="666966" y="2712513"/>
                </a:lnTo>
                <a:lnTo>
                  <a:pt x="669291" y="2709722"/>
                </a:lnTo>
                <a:lnTo>
                  <a:pt x="669757" y="2705536"/>
                </a:lnTo>
                <a:lnTo>
                  <a:pt x="665571" y="2708327"/>
                </a:lnTo>
                <a:lnTo>
                  <a:pt x="664640" y="2711583"/>
                </a:lnTo>
                <a:lnTo>
                  <a:pt x="666966" y="2714838"/>
                </a:lnTo>
                <a:lnTo>
                  <a:pt x="670687" y="2714838"/>
                </a:lnTo>
                <a:lnTo>
                  <a:pt x="671617" y="2717164"/>
                </a:lnTo>
                <a:lnTo>
                  <a:pt x="671152" y="2723210"/>
                </a:lnTo>
                <a:lnTo>
                  <a:pt x="671617" y="2726931"/>
                </a:lnTo>
                <a:lnTo>
                  <a:pt x="669291" y="2731582"/>
                </a:lnTo>
                <a:lnTo>
                  <a:pt x="665105" y="2726001"/>
                </a:lnTo>
                <a:lnTo>
                  <a:pt x="662780" y="2727396"/>
                </a:lnTo>
                <a:lnTo>
                  <a:pt x="663710" y="2731582"/>
                </a:lnTo>
                <a:lnTo>
                  <a:pt x="667431" y="2734373"/>
                </a:lnTo>
                <a:lnTo>
                  <a:pt x="666966" y="2738559"/>
                </a:lnTo>
                <a:lnTo>
                  <a:pt x="662315" y="2735768"/>
                </a:lnTo>
                <a:lnTo>
                  <a:pt x="662315" y="2739954"/>
                </a:lnTo>
                <a:lnTo>
                  <a:pt x="659989" y="2742744"/>
                </a:lnTo>
                <a:lnTo>
                  <a:pt x="656733" y="2743675"/>
                </a:lnTo>
                <a:lnTo>
                  <a:pt x="654408" y="2751117"/>
                </a:lnTo>
                <a:lnTo>
                  <a:pt x="653478" y="2756698"/>
                </a:lnTo>
                <a:lnTo>
                  <a:pt x="649757" y="2771582"/>
                </a:lnTo>
                <a:lnTo>
                  <a:pt x="646966" y="2772977"/>
                </a:lnTo>
                <a:lnTo>
                  <a:pt x="646966" y="2769256"/>
                </a:lnTo>
                <a:lnTo>
                  <a:pt x="645571" y="2768326"/>
                </a:lnTo>
                <a:lnTo>
                  <a:pt x="646966" y="2762744"/>
                </a:lnTo>
                <a:lnTo>
                  <a:pt x="644176" y="2760419"/>
                </a:lnTo>
                <a:lnTo>
                  <a:pt x="643711" y="2757163"/>
                </a:lnTo>
                <a:lnTo>
                  <a:pt x="651152" y="2753442"/>
                </a:lnTo>
                <a:lnTo>
                  <a:pt x="653943" y="2752977"/>
                </a:lnTo>
                <a:lnTo>
                  <a:pt x="653478" y="2747861"/>
                </a:lnTo>
                <a:lnTo>
                  <a:pt x="648827" y="2750186"/>
                </a:lnTo>
                <a:lnTo>
                  <a:pt x="649757" y="2752512"/>
                </a:lnTo>
                <a:lnTo>
                  <a:pt x="643245" y="2756232"/>
                </a:lnTo>
                <a:lnTo>
                  <a:pt x="642315" y="2757628"/>
                </a:lnTo>
                <a:lnTo>
                  <a:pt x="642315" y="2765535"/>
                </a:lnTo>
                <a:lnTo>
                  <a:pt x="640455" y="2773442"/>
                </a:lnTo>
                <a:lnTo>
                  <a:pt x="642315" y="2778558"/>
                </a:lnTo>
                <a:lnTo>
                  <a:pt x="646036" y="2784604"/>
                </a:lnTo>
                <a:lnTo>
                  <a:pt x="646966" y="2802743"/>
                </a:lnTo>
                <a:lnTo>
                  <a:pt x="648362" y="2807395"/>
                </a:lnTo>
                <a:lnTo>
                  <a:pt x="646501" y="2813441"/>
                </a:lnTo>
                <a:lnTo>
                  <a:pt x="649757" y="2819022"/>
                </a:lnTo>
                <a:lnTo>
                  <a:pt x="650687" y="2823208"/>
                </a:lnTo>
                <a:lnTo>
                  <a:pt x="653478" y="2826929"/>
                </a:lnTo>
                <a:lnTo>
                  <a:pt x="653943" y="2829720"/>
                </a:lnTo>
                <a:lnTo>
                  <a:pt x="647896" y="2839022"/>
                </a:lnTo>
                <a:lnTo>
                  <a:pt x="647432" y="2844603"/>
                </a:lnTo>
                <a:lnTo>
                  <a:pt x="646036" y="2851115"/>
                </a:lnTo>
                <a:lnTo>
                  <a:pt x="642781" y="2859022"/>
                </a:lnTo>
                <a:lnTo>
                  <a:pt x="637664" y="2865533"/>
                </a:lnTo>
                <a:lnTo>
                  <a:pt x="632548" y="2870184"/>
                </a:lnTo>
                <a:lnTo>
                  <a:pt x="632082" y="2872510"/>
                </a:lnTo>
                <a:lnTo>
                  <a:pt x="626036" y="2879486"/>
                </a:lnTo>
                <a:lnTo>
                  <a:pt x="622781" y="2885533"/>
                </a:lnTo>
                <a:lnTo>
                  <a:pt x="623245" y="2887859"/>
                </a:lnTo>
                <a:lnTo>
                  <a:pt x="618594" y="2894835"/>
                </a:lnTo>
                <a:lnTo>
                  <a:pt x="619525" y="2897625"/>
                </a:lnTo>
                <a:lnTo>
                  <a:pt x="623245" y="2899486"/>
                </a:lnTo>
                <a:lnTo>
                  <a:pt x="623711" y="2902276"/>
                </a:lnTo>
                <a:lnTo>
                  <a:pt x="619060" y="2904137"/>
                </a:lnTo>
                <a:lnTo>
                  <a:pt x="617199" y="2906463"/>
                </a:lnTo>
                <a:lnTo>
                  <a:pt x="606967" y="2912044"/>
                </a:lnTo>
                <a:lnTo>
                  <a:pt x="608828" y="2905998"/>
                </a:lnTo>
                <a:lnTo>
                  <a:pt x="603246" y="2910183"/>
                </a:lnTo>
                <a:lnTo>
                  <a:pt x="604176" y="2912509"/>
                </a:lnTo>
                <a:lnTo>
                  <a:pt x="597665" y="2916695"/>
                </a:lnTo>
                <a:lnTo>
                  <a:pt x="592084" y="2917625"/>
                </a:lnTo>
                <a:lnTo>
                  <a:pt x="573014" y="2926927"/>
                </a:lnTo>
                <a:lnTo>
                  <a:pt x="571619" y="2930183"/>
                </a:lnTo>
                <a:lnTo>
                  <a:pt x="567898" y="2932974"/>
                </a:lnTo>
                <a:lnTo>
                  <a:pt x="560921" y="2932974"/>
                </a:lnTo>
                <a:lnTo>
                  <a:pt x="554410" y="2937160"/>
                </a:lnTo>
                <a:lnTo>
                  <a:pt x="552084" y="2936695"/>
                </a:lnTo>
                <a:lnTo>
                  <a:pt x="547898" y="2938555"/>
                </a:lnTo>
                <a:lnTo>
                  <a:pt x="547898" y="2941346"/>
                </a:lnTo>
                <a:lnTo>
                  <a:pt x="541851" y="2942741"/>
                </a:lnTo>
                <a:lnTo>
                  <a:pt x="530689" y="2946462"/>
                </a:lnTo>
                <a:lnTo>
                  <a:pt x="528363" y="2945532"/>
                </a:lnTo>
                <a:lnTo>
                  <a:pt x="522317" y="2955299"/>
                </a:lnTo>
                <a:lnTo>
                  <a:pt x="517666" y="2956695"/>
                </a:lnTo>
                <a:lnTo>
                  <a:pt x="516271" y="2959020"/>
                </a:lnTo>
                <a:lnTo>
                  <a:pt x="510690" y="2959020"/>
                </a:lnTo>
                <a:lnTo>
                  <a:pt x="505573" y="2961811"/>
                </a:lnTo>
                <a:lnTo>
                  <a:pt x="497666" y="2962741"/>
                </a:lnTo>
                <a:lnTo>
                  <a:pt x="483713" y="2970182"/>
                </a:lnTo>
                <a:lnTo>
                  <a:pt x="479993" y="2970182"/>
                </a:lnTo>
                <a:lnTo>
                  <a:pt x="478596" y="2972508"/>
                </a:lnTo>
                <a:lnTo>
                  <a:pt x="471155" y="2974368"/>
                </a:lnTo>
                <a:lnTo>
                  <a:pt x="470225" y="2978089"/>
                </a:lnTo>
                <a:lnTo>
                  <a:pt x="464179" y="2977624"/>
                </a:lnTo>
                <a:lnTo>
                  <a:pt x="460457" y="2978089"/>
                </a:lnTo>
                <a:lnTo>
                  <a:pt x="454411" y="2982275"/>
                </a:lnTo>
                <a:lnTo>
                  <a:pt x="452086" y="2980880"/>
                </a:lnTo>
                <a:lnTo>
                  <a:pt x="445109" y="2979950"/>
                </a:lnTo>
                <a:lnTo>
                  <a:pt x="440458" y="2982741"/>
                </a:lnTo>
                <a:lnTo>
                  <a:pt x="438598" y="2981810"/>
                </a:lnTo>
                <a:lnTo>
                  <a:pt x="435342" y="2982275"/>
                </a:lnTo>
                <a:lnTo>
                  <a:pt x="431621" y="2983206"/>
                </a:lnTo>
                <a:lnTo>
                  <a:pt x="429296" y="2986461"/>
                </a:lnTo>
                <a:lnTo>
                  <a:pt x="428830" y="2985996"/>
                </a:lnTo>
                <a:lnTo>
                  <a:pt x="426504" y="2985996"/>
                </a:lnTo>
                <a:lnTo>
                  <a:pt x="426504" y="2983206"/>
                </a:lnTo>
                <a:lnTo>
                  <a:pt x="423714" y="2978555"/>
                </a:lnTo>
                <a:lnTo>
                  <a:pt x="424645" y="2973904"/>
                </a:lnTo>
                <a:lnTo>
                  <a:pt x="424644" y="2973904"/>
                </a:lnTo>
                <a:lnTo>
                  <a:pt x="423713" y="2978555"/>
                </a:lnTo>
                <a:lnTo>
                  <a:pt x="423713" y="2979020"/>
                </a:lnTo>
                <a:lnTo>
                  <a:pt x="423714" y="2979019"/>
                </a:lnTo>
                <a:lnTo>
                  <a:pt x="426040" y="2984601"/>
                </a:lnTo>
                <a:lnTo>
                  <a:pt x="421389" y="2982741"/>
                </a:lnTo>
                <a:lnTo>
                  <a:pt x="422186" y="2981464"/>
                </a:lnTo>
                <a:lnTo>
                  <a:pt x="421388" y="2982741"/>
                </a:lnTo>
                <a:lnTo>
                  <a:pt x="426039" y="2984602"/>
                </a:lnTo>
                <a:lnTo>
                  <a:pt x="426039" y="2986928"/>
                </a:lnTo>
                <a:lnTo>
                  <a:pt x="420923" y="2986928"/>
                </a:lnTo>
                <a:lnTo>
                  <a:pt x="417202" y="2985067"/>
                </a:lnTo>
                <a:lnTo>
                  <a:pt x="415806" y="2985997"/>
                </a:lnTo>
                <a:lnTo>
                  <a:pt x="408365" y="2983672"/>
                </a:lnTo>
                <a:lnTo>
                  <a:pt x="406040" y="2984136"/>
                </a:lnTo>
                <a:lnTo>
                  <a:pt x="396737" y="2979485"/>
                </a:lnTo>
                <a:lnTo>
                  <a:pt x="395342" y="2976230"/>
                </a:lnTo>
                <a:lnTo>
                  <a:pt x="395342" y="2976230"/>
                </a:lnTo>
                <a:lnTo>
                  <a:pt x="394412" y="2977159"/>
                </a:lnTo>
                <a:lnTo>
                  <a:pt x="390226" y="2977159"/>
                </a:lnTo>
                <a:lnTo>
                  <a:pt x="380924" y="2973904"/>
                </a:lnTo>
                <a:lnTo>
                  <a:pt x="375343" y="2970182"/>
                </a:lnTo>
                <a:lnTo>
                  <a:pt x="373948" y="2970648"/>
                </a:lnTo>
                <a:lnTo>
                  <a:pt x="367436" y="2966927"/>
                </a:lnTo>
                <a:lnTo>
                  <a:pt x="357668" y="2961811"/>
                </a:lnTo>
                <a:lnTo>
                  <a:pt x="350227" y="2954834"/>
                </a:lnTo>
                <a:lnTo>
                  <a:pt x="345576" y="2953439"/>
                </a:lnTo>
                <a:lnTo>
                  <a:pt x="342785" y="2951113"/>
                </a:lnTo>
                <a:lnTo>
                  <a:pt x="338599" y="2949253"/>
                </a:lnTo>
                <a:lnTo>
                  <a:pt x="323715" y="2937160"/>
                </a:lnTo>
                <a:lnTo>
                  <a:pt x="310227" y="2925067"/>
                </a:lnTo>
                <a:lnTo>
                  <a:pt x="308367" y="2922742"/>
                </a:lnTo>
                <a:lnTo>
                  <a:pt x="297205" y="2912509"/>
                </a:lnTo>
                <a:lnTo>
                  <a:pt x="292554" y="2906463"/>
                </a:lnTo>
                <a:lnTo>
                  <a:pt x="288832" y="2902742"/>
                </a:lnTo>
                <a:lnTo>
                  <a:pt x="270693" y="2881347"/>
                </a:lnTo>
                <a:lnTo>
                  <a:pt x="258135" y="2865068"/>
                </a:lnTo>
                <a:lnTo>
                  <a:pt x="242321" y="2846464"/>
                </a:lnTo>
                <a:lnTo>
                  <a:pt x="244182" y="2842277"/>
                </a:lnTo>
                <a:lnTo>
                  <a:pt x="249763" y="2838092"/>
                </a:lnTo>
                <a:lnTo>
                  <a:pt x="250228" y="2835301"/>
                </a:lnTo>
                <a:lnTo>
                  <a:pt x="248368" y="2832511"/>
                </a:lnTo>
                <a:lnTo>
                  <a:pt x="246972" y="2828324"/>
                </a:lnTo>
                <a:lnTo>
                  <a:pt x="244182" y="2828789"/>
                </a:lnTo>
                <a:lnTo>
                  <a:pt x="239531" y="2826929"/>
                </a:lnTo>
                <a:lnTo>
                  <a:pt x="238601" y="2829255"/>
                </a:lnTo>
                <a:lnTo>
                  <a:pt x="242321" y="2832975"/>
                </a:lnTo>
                <a:lnTo>
                  <a:pt x="240926" y="2836231"/>
                </a:lnTo>
                <a:lnTo>
                  <a:pt x="244182" y="2839487"/>
                </a:lnTo>
                <a:lnTo>
                  <a:pt x="242787" y="2844603"/>
                </a:lnTo>
                <a:lnTo>
                  <a:pt x="238136" y="2842743"/>
                </a:lnTo>
                <a:lnTo>
                  <a:pt x="224648" y="2827860"/>
                </a:lnTo>
                <a:lnTo>
                  <a:pt x="219531" y="2826464"/>
                </a:lnTo>
                <a:lnTo>
                  <a:pt x="208368" y="2815767"/>
                </a:lnTo>
                <a:lnTo>
                  <a:pt x="204648" y="2811116"/>
                </a:lnTo>
                <a:lnTo>
                  <a:pt x="198136" y="2805999"/>
                </a:lnTo>
                <a:lnTo>
                  <a:pt x="191624" y="2799488"/>
                </a:lnTo>
                <a:lnTo>
                  <a:pt x="188834" y="2795767"/>
                </a:lnTo>
                <a:lnTo>
                  <a:pt x="184648" y="2793441"/>
                </a:lnTo>
                <a:lnTo>
                  <a:pt x="171625" y="2781814"/>
                </a:lnTo>
                <a:lnTo>
                  <a:pt x="162788" y="2772512"/>
                </a:lnTo>
                <a:lnTo>
                  <a:pt x="148369" y="2755768"/>
                </a:lnTo>
                <a:lnTo>
                  <a:pt x="142323" y="2748326"/>
                </a:lnTo>
                <a:lnTo>
                  <a:pt x="138137" y="2744605"/>
                </a:lnTo>
                <a:lnTo>
                  <a:pt x="131625" y="2735768"/>
                </a:lnTo>
                <a:lnTo>
                  <a:pt x="126044" y="2729722"/>
                </a:lnTo>
                <a:lnTo>
                  <a:pt x="121393" y="2723210"/>
                </a:lnTo>
                <a:lnTo>
                  <a:pt x="121859" y="2721350"/>
                </a:lnTo>
                <a:lnTo>
                  <a:pt x="118603" y="2712513"/>
                </a:lnTo>
                <a:lnTo>
                  <a:pt x="119998" y="2708791"/>
                </a:lnTo>
                <a:lnTo>
                  <a:pt x="121859" y="2707396"/>
                </a:lnTo>
                <a:lnTo>
                  <a:pt x="121859" y="2703210"/>
                </a:lnTo>
                <a:lnTo>
                  <a:pt x="126510" y="2694839"/>
                </a:lnTo>
                <a:lnTo>
                  <a:pt x="130230" y="2690652"/>
                </a:lnTo>
                <a:lnTo>
                  <a:pt x="141858" y="2683676"/>
                </a:lnTo>
                <a:lnTo>
                  <a:pt x="140928" y="2687862"/>
                </a:lnTo>
                <a:lnTo>
                  <a:pt x="135812" y="2692048"/>
                </a:lnTo>
                <a:lnTo>
                  <a:pt x="139998" y="2698094"/>
                </a:lnTo>
                <a:lnTo>
                  <a:pt x="141858" y="2698559"/>
                </a:lnTo>
                <a:lnTo>
                  <a:pt x="146509" y="2695769"/>
                </a:lnTo>
                <a:lnTo>
                  <a:pt x="148835" y="2697629"/>
                </a:lnTo>
                <a:lnTo>
                  <a:pt x="152556" y="2697164"/>
                </a:lnTo>
                <a:lnTo>
                  <a:pt x="153951" y="2695303"/>
                </a:lnTo>
                <a:lnTo>
                  <a:pt x="159532" y="2693443"/>
                </a:lnTo>
                <a:lnTo>
                  <a:pt x="160927" y="2699025"/>
                </a:lnTo>
                <a:lnTo>
                  <a:pt x="158137" y="2700420"/>
                </a:lnTo>
                <a:lnTo>
                  <a:pt x="157207" y="2705071"/>
                </a:lnTo>
                <a:lnTo>
                  <a:pt x="155346" y="2706932"/>
                </a:lnTo>
                <a:lnTo>
                  <a:pt x="154416" y="2711583"/>
                </a:lnTo>
                <a:lnTo>
                  <a:pt x="155812" y="2715303"/>
                </a:lnTo>
                <a:lnTo>
                  <a:pt x="161393" y="2720420"/>
                </a:lnTo>
                <a:lnTo>
                  <a:pt x="164648" y="2721815"/>
                </a:lnTo>
                <a:lnTo>
                  <a:pt x="175346" y="2718559"/>
                </a:lnTo>
                <a:lnTo>
                  <a:pt x="181858" y="2713908"/>
                </a:lnTo>
                <a:lnTo>
                  <a:pt x="182788" y="2709257"/>
                </a:lnTo>
                <a:lnTo>
                  <a:pt x="186973" y="2710652"/>
                </a:lnTo>
                <a:lnTo>
                  <a:pt x="195346" y="2712047"/>
                </a:lnTo>
                <a:lnTo>
                  <a:pt x="201392" y="2708327"/>
                </a:lnTo>
                <a:lnTo>
                  <a:pt x="203253" y="2709257"/>
                </a:lnTo>
                <a:lnTo>
                  <a:pt x="206508" y="2707862"/>
                </a:lnTo>
                <a:lnTo>
                  <a:pt x="206973" y="2705071"/>
                </a:lnTo>
                <a:lnTo>
                  <a:pt x="210694" y="2701815"/>
                </a:lnTo>
                <a:lnTo>
                  <a:pt x="212089" y="2692978"/>
                </a:lnTo>
                <a:lnTo>
                  <a:pt x="216275" y="2696699"/>
                </a:lnTo>
                <a:lnTo>
                  <a:pt x="217670" y="2703210"/>
                </a:lnTo>
                <a:lnTo>
                  <a:pt x="220461" y="2702745"/>
                </a:lnTo>
                <a:lnTo>
                  <a:pt x="224182" y="2706001"/>
                </a:lnTo>
                <a:lnTo>
                  <a:pt x="226973" y="2706001"/>
                </a:lnTo>
                <a:lnTo>
                  <a:pt x="226973" y="2703210"/>
                </a:lnTo>
                <a:lnTo>
                  <a:pt x="231159" y="2705071"/>
                </a:lnTo>
                <a:lnTo>
                  <a:pt x="233019" y="2704606"/>
                </a:lnTo>
                <a:lnTo>
                  <a:pt x="234414" y="2698559"/>
                </a:lnTo>
                <a:lnTo>
                  <a:pt x="239996" y="2698094"/>
                </a:lnTo>
                <a:lnTo>
                  <a:pt x="239065" y="2693908"/>
                </a:lnTo>
                <a:lnTo>
                  <a:pt x="240461" y="2691583"/>
                </a:lnTo>
                <a:lnTo>
                  <a:pt x="238601" y="2688792"/>
                </a:lnTo>
                <a:lnTo>
                  <a:pt x="243252" y="2686932"/>
                </a:lnTo>
                <a:lnTo>
                  <a:pt x="246508" y="2687397"/>
                </a:lnTo>
                <a:lnTo>
                  <a:pt x="247438" y="2692513"/>
                </a:lnTo>
                <a:lnTo>
                  <a:pt x="249763" y="2691583"/>
                </a:lnTo>
                <a:lnTo>
                  <a:pt x="254879" y="2696699"/>
                </a:lnTo>
                <a:lnTo>
                  <a:pt x="257205" y="2696699"/>
                </a:lnTo>
                <a:lnTo>
                  <a:pt x="259530" y="2692513"/>
                </a:lnTo>
                <a:lnTo>
                  <a:pt x="260460" y="2688327"/>
                </a:lnTo>
                <a:lnTo>
                  <a:pt x="262321" y="2687862"/>
                </a:lnTo>
                <a:lnTo>
                  <a:pt x="265577" y="2689257"/>
                </a:lnTo>
                <a:lnTo>
                  <a:pt x="273484" y="2684606"/>
                </a:lnTo>
                <a:lnTo>
                  <a:pt x="273949" y="2682281"/>
                </a:lnTo>
                <a:lnTo>
                  <a:pt x="277205" y="2678094"/>
                </a:lnTo>
                <a:lnTo>
                  <a:pt x="278600" y="2678094"/>
                </a:lnTo>
                <a:lnTo>
                  <a:pt x="279065" y="2676234"/>
                </a:lnTo>
                <a:lnTo>
                  <a:pt x="279065" y="2675304"/>
                </a:lnTo>
                <a:lnTo>
                  <a:pt x="287437" y="2672048"/>
                </a:lnTo>
                <a:lnTo>
                  <a:pt x="291158" y="2672048"/>
                </a:lnTo>
                <a:lnTo>
                  <a:pt x="294413" y="2670187"/>
                </a:lnTo>
                <a:lnTo>
                  <a:pt x="302320" y="2672048"/>
                </a:lnTo>
                <a:lnTo>
                  <a:pt x="309762" y="2672048"/>
                </a:lnTo>
                <a:lnTo>
                  <a:pt x="314878" y="2670187"/>
                </a:lnTo>
                <a:lnTo>
                  <a:pt x="318134" y="2666002"/>
                </a:lnTo>
                <a:lnTo>
                  <a:pt x="319530" y="2659955"/>
                </a:lnTo>
                <a:lnTo>
                  <a:pt x="322785" y="2657630"/>
                </a:lnTo>
                <a:lnTo>
                  <a:pt x="326971" y="2651118"/>
                </a:lnTo>
                <a:lnTo>
                  <a:pt x="325576" y="2646467"/>
                </a:lnTo>
                <a:lnTo>
                  <a:pt x="328366" y="2644607"/>
                </a:lnTo>
                <a:lnTo>
                  <a:pt x="328366" y="2641351"/>
                </a:lnTo>
                <a:lnTo>
                  <a:pt x="331157" y="2639956"/>
                </a:lnTo>
                <a:lnTo>
                  <a:pt x="335808" y="2635770"/>
                </a:lnTo>
                <a:lnTo>
                  <a:pt x="336739" y="2629258"/>
                </a:lnTo>
                <a:lnTo>
                  <a:pt x="339064" y="2627863"/>
                </a:lnTo>
                <a:lnTo>
                  <a:pt x="344180" y="2616700"/>
                </a:lnTo>
                <a:lnTo>
                  <a:pt x="347902" y="2611119"/>
                </a:lnTo>
                <a:lnTo>
                  <a:pt x="352553" y="2608328"/>
                </a:lnTo>
                <a:lnTo>
                  <a:pt x="354878" y="2605538"/>
                </a:lnTo>
                <a:lnTo>
                  <a:pt x="356273" y="2601817"/>
                </a:lnTo>
                <a:lnTo>
                  <a:pt x="359994" y="2596236"/>
                </a:lnTo>
                <a:lnTo>
                  <a:pt x="362785" y="2592049"/>
                </a:lnTo>
                <a:lnTo>
                  <a:pt x="366041" y="2583212"/>
                </a:lnTo>
                <a:lnTo>
                  <a:pt x="362785" y="2582282"/>
                </a:lnTo>
                <a:lnTo>
                  <a:pt x="357668" y="2583212"/>
                </a:lnTo>
                <a:lnTo>
                  <a:pt x="350692" y="2589724"/>
                </a:lnTo>
                <a:lnTo>
                  <a:pt x="350227" y="2600422"/>
                </a:lnTo>
                <a:lnTo>
                  <a:pt x="348832" y="2603677"/>
                </a:lnTo>
                <a:lnTo>
                  <a:pt x="343715" y="2606003"/>
                </a:lnTo>
                <a:lnTo>
                  <a:pt x="339064" y="2605073"/>
                </a:lnTo>
                <a:lnTo>
                  <a:pt x="336273" y="2602282"/>
                </a:lnTo>
                <a:lnTo>
                  <a:pt x="333483" y="2603677"/>
                </a:lnTo>
                <a:lnTo>
                  <a:pt x="327902" y="2599026"/>
                </a:lnTo>
                <a:lnTo>
                  <a:pt x="325111" y="2597631"/>
                </a:lnTo>
                <a:lnTo>
                  <a:pt x="323715" y="2600887"/>
                </a:lnTo>
                <a:lnTo>
                  <a:pt x="320925" y="2602282"/>
                </a:lnTo>
                <a:lnTo>
                  <a:pt x="315808" y="2602282"/>
                </a:lnTo>
                <a:lnTo>
                  <a:pt x="309762" y="2604143"/>
                </a:lnTo>
                <a:lnTo>
                  <a:pt x="308832" y="2606933"/>
                </a:lnTo>
                <a:lnTo>
                  <a:pt x="304646" y="2609724"/>
                </a:lnTo>
                <a:lnTo>
                  <a:pt x="286042" y="2611584"/>
                </a:lnTo>
                <a:lnTo>
                  <a:pt x="279996" y="2612514"/>
                </a:lnTo>
                <a:lnTo>
                  <a:pt x="272089" y="2617165"/>
                </a:lnTo>
                <a:lnTo>
                  <a:pt x="266508" y="2616235"/>
                </a:lnTo>
                <a:lnTo>
                  <a:pt x="258601" y="2619491"/>
                </a:lnTo>
                <a:lnTo>
                  <a:pt x="255809" y="2619956"/>
                </a:lnTo>
                <a:lnTo>
                  <a:pt x="248368" y="2625072"/>
                </a:lnTo>
                <a:lnTo>
                  <a:pt x="247438" y="2629723"/>
                </a:lnTo>
                <a:lnTo>
                  <a:pt x="242321" y="2636700"/>
                </a:lnTo>
                <a:lnTo>
                  <a:pt x="241857" y="2639026"/>
                </a:lnTo>
                <a:lnTo>
                  <a:pt x="235810" y="2635770"/>
                </a:lnTo>
                <a:lnTo>
                  <a:pt x="227438" y="2634375"/>
                </a:lnTo>
                <a:lnTo>
                  <a:pt x="223717" y="2635304"/>
                </a:lnTo>
                <a:lnTo>
                  <a:pt x="219066" y="2633444"/>
                </a:lnTo>
                <a:lnTo>
                  <a:pt x="216741" y="2631119"/>
                </a:lnTo>
                <a:lnTo>
                  <a:pt x="212089" y="2630189"/>
                </a:lnTo>
                <a:lnTo>
                  <a:pt x="204183" y="2632979"/>
                </a:lnTo>
                <a:lnTo>
                  <a:pt x="199997" y="2632049"/>
                </a:lnTo>
                <a:lnTo>
                  <a:pt x="193950" y="2627863"/>
                </a:lnTo>
                <a:lnTo>
                  <a:pt x="186509" y="2624607"/>
                </a:lnTo>
                <a:lnTo>
                  <a:pt x="184183" y="2625072"/>
                </a:lnTo>
                <a:lnTo>
                  <a:pt x="179532" y="2623212"/>
                </a:lnTo>
                <a:lnTo>
                  <a:pt x="171160" y="2624607"/>
                </a:lnTo>
                <a:lnTo>
                  <a:pt x="164183" y="2622282"/>
                </a:lnTo>
                <a:lnTo>
                  <a:pt x="160463" y="2621816"/>
                </a:lnTo>
                <a:lnTo>
                  <a:pt x="154881" y="2618561"/>
                </a:lnTo>
                <a:lnTo>
                  <a:pt x="149300" y="2615770"/>
                </a:lnTo>
                <a:lnTo>
                  <a:pt x="144649" y="2611584"/>
                </a:lnTo>
                <a:lnTo>
                  <a:pt x="135812" y="2606003"/>
                </a:lnTo>
                <a:lnTo>
                  <a:pt x="126510" y="2601351"/>
                </a:lnTo>
                <a:lnTo>
                  <a:pt x="114881" y="2594375"/>
                </a:lnTo>
                <a:lnTo>
                  <a:pt x="99068" y="2583678"/>
                </a:lnTo>
                <a:lnTo>
                  <a:pt x="90231" y="2579957"/>
                </a:lnTo>
                <a:lnTo>
                  <a:pt x="86975" y="2576236"/>
                </a:lnTo>
                <a:lnTo>
                  <a:pt x="80928" y="2572050"/>
                </a:lnTo>
                <a:lnTo>
                  <a:pt x="74882" y="2568329"/>
                </a:lnTo>
                <a:lnTo>
                  <a:pt x="69766" y="2561817"/>
                </a:lnTo>
                <a:lnTo>
                  <a:pt x="63255" y="2555771"/>
                </a:lnTo>
                <a:lnTo>
                  <a:pt x="67440" y="2554840"/>
                </a:lnTo>
                <a:lnTo>
                  <a:pt x="66045" y="2552050"/>
                </a:lnTo>
                <a:lnTo>
                  <a:pt x="71626" y="2551585"/>
                </a:lnTo>
                <a:lnTo>
                  <a:pt x="74882" y="2548794"/>
                </a:lnTo>
                <a:lnTo>
                  <a:pt x="71626" y="2547864"/>
                </a:lnTo>
                <a:lnTo>
                  <a:pt x="70231" y="2542748"/>
                </a:lnTo>
                <a:lnTo>
                  <a:pt x="74882" y="2543213"/>
                </a:lnTo>
                <a:lnTo>
                  <a:pt x="71162" y="2539493"/>
                </a:lnTo>
                <a:lnTo>
                  <a:pt x="71162" y="2534841"/>
                </a:lnTo>
                <a:lnTo>
                  <a:pt x="65115" y="2530190"/>
                </a:lnTo>
                <a:lnTo>
                  <a:pt x="62324" y="2526935"/>
                </a:lnTo>
                <a:lnTo>
                  <a:pt x="59999" y="2528795"/>
                </a:lnTo>
                <a:lnTo>
                  <a:pt x="59069" y="2521818"/>
                </a:lnTo>
                <a:lnTo>
                  <a:pt x="54882" y="2520888"/>
                </a:lnTo>
                <a:lnTo>
                  <a:pt x="54418" y="2516702"/>
                </a:lnTo>
                <a:lnTo>
                  <a:pt x="50697" y="2513911"/>
                </a:lnTo>
                <a:lnTo>
                  <a:pt x="49301" y="2505074"/>
                </a:lnTo>
                <a:lnTo>
                  <a:pt x="47906" y="2500888"/>
                </a:lnTo>
                <a:lnTo>
                  <a:pt x="48836" y="2498097"/>
                </a:lnTo>
                <a:lnTo>
                  <a:pt x="47441" y="2491121"/>
                </a:lnTo>
                <a:lnTo>
                  <a:pt x="48371" y="2489260"/>
                </a:lnTo>
                <a:lnTo>
                  <a:pt x="47906" y="2484144"/>
                </a:lnTo>
                <a:lnTo>
                  <a:pt x="49767" y="2480423"/>
                </a:lnTo>
                <a:lnTo>
                  <a:pt x="52092" y="2479493"/>
                </a:lnTo>
                <a:lnTo>
                  <a:pt x="53952" y="2474842"/>
                </a:lnTo>
                <a:lnTo>
                  <a:pt x="56743" y="2473446"/>
                </a:lnTo>
                <a:lnTo>
                  <a:pt x="58604" y="2469726"/>
                </a:lnTo>
                <a:lnTo>
                  <a:pt x="64650" y="2467400"/>
                </a:lnTo>
                <a:lnTo>
                  <a:pt x="66045" y="2464610"/>
                </a:lnTo>
                <a:lnTo>
                  <a:pt x="70231" y="2462750"/>
                </a:lnTo>
                <a:lnTo>
                  <a:pt x="73952" y="2456238"/>
                </a:lnTo>
                <a:lnTo>
                  <a:pt x="79069" y="2452052"/>
                </a:lnTo>
                <a:lnTo>
                  <a:pt x="84184" y="2451122"/>
                </a:lnTo>
                <a:lnTo>
                  <a:pt x="86975" y="2449261"/>
                </a:lnTo>
                <a:lnTo>
                  <a:pt x="86045" y="2446006"/>
                </a:lnTo>
                <a:lnTo>
                  <a:pt x="76743" y="2445075"/>
                </a:lnTo>
                <a:lnTo>
                  <a:pt x="72557" y="2449261"/>
                </a:lnTo>
                <a:lnTo>
                  <a:pt x="65115" y="2448796"/>
                </a:lnTo>
                <a:lnTo>
                  <a:pt x="61394" y="2452052"/>
                </a:lnTo>
                <a:lnTo>
                  <a:pt x="59999" y="2455773"/>
                </a:lnTo>
                <a:lnTo>
                  <a:pt x="54882" y="2463214"/>
                </a:lnTo>
                <a:lnTo>
                  <a:pt x="52092" y="2458563"/>
                </a:lnTo>
                <a:lnTo>
                  <a:pt x="53487" y="2455773"/>
                </a:lnTo>
                <a:lnTo>
                  <a:pt x="53022" y="2452517"/>
                </a:lnTo>
                <a:lnTo>
                  <a:pt x="57673" y="2448796"/>
                </a:lnTo>
                <a:lnTo>
                  <a:pt x="60929" y="2441819"/>
                </a:lnTo>
                <a:lnTo>
                  <a:pt x="67440" y="2437634"/>
                </a:lnTo>
                <a:lnTo>
                  <a:pt x="68370" y="2435308"/>
                </a:lnTo>
                <a:lnTo>
                  <a:pt x="66975" y="2432517"/>
                </a:lnTo>
                <a:lnTo>
                  <a:pt x="63255" y="2431122"/>
                </a:lnTo>
                <a:lnTo>
                  <a:pt x="63720" y="2434378"/>
                </a:lnTo>
                <a:lnTo>
                  <a:pt x="59069" y="2433912"/>
                </a:lnTo>
                <a:lnTo>
                  <a:pt x="55348" y="2430192"/>
                </a:lnTo>
                <a:lnTo>
                  <a:pt x="57208" y="2427401"/>
                </a:lnTo>
                <a:lnTo>
                  <a:pt x="89301" y="2427401"/>
                </a:lnTo>
                <a:lnTo>
                  <a:pt x="89301" y="2420890"/>
                </a:lnTo>
                <a:lnTo>
                  <a:pt x="90696" y="2414843"/>
                </a:lnTo>
                <a:lnTo>
                  <a:pt x="91161" y="2403681"/>
                </a:lnTo>
                <a:lnTo>
                  <a:pt x="91626" y="2371588"/>
                </a:lnTo>
                <a:lnTo>
                  <a:pt x="93021" y="2369728"/>
                </a:lnTo>
                <a:lnTo>
                  <a:pt x="101393" y="2367402"/>
                </a:lnTo>
                <a:lnTo>
                  <a:pt x="103719" y="2381355"/>
                </a:lnTo>
                <a:lnTo>
                  <a:pt x="104649" y="2384611"/>
                </a:lnTo>
                <a:lnTo>
                  <a:pt x="109766" y="2386471"/>
                </a:lnTo>
                <a:lnTo>
                  <a:pt x="112556" y="2386471"/>
                </a:lnTo>
                <a:lnTo>
                  <a:pt x="116742" y="2375774"/>
                </a:lnTo>
                <a:lnTo>
                  <a:pt x="120463" y="2372518"/>
                </a:lnTo>
                <a:lnTo>
                  <a:pt x="124184" y="2379495"/>
                </a:lnTo>
                <a:lnTo>
                  <a:pt x="126974" y="2381355"/>
                </a:lnTo>
                <a:lnTo>
                  <a:pt x="131161" y="2380890"/>
                </a:lnTo>
                <a:lnTo>
                  <a:pt x="142323" y="2374379"/>
                </a:lnTo>
                <a:lnTo>
                  <a:pt x="147905" y="2375309"/>
                </a:lnTo>
                <a:lnTo>
                  <a:pt x="150695" y="2376705"/>
                </a:lnTo>
                <a:lnTo>
                  <a:pt x="160463" y="2379960"/>
                </a:lnTo>
                <a:lnTo>
                  <a:pt x="165114" y="2377169"/>
                </a:lnTo>
                <a:lnTo>
                  <a:pt x="172555" y="2373913"/>
                </a:lnTo>
                <a:lnTo>
                  <a:pt x="178136" y="2372518"/>
                </a:lnTo>
                <a:lnTo>
                  <a:pt x="186509" y="2374379"/>
                </a:lnTo>
                <a:lnTo>
                  <a:pt x="189764" y="2374379"/>
                </a:lnTo>
                <a:lnTo>
                  <a:pt x="194415" y="2372983"/>
                </a:lnTo>
                <a:lnTo>
                  <a:pt x="197671" y="2373449"/>
                </a:lnTo>
                <a:lnTo>
                  <a:pt x="208368" y="2376705"/>
                </a:lnTo>
                <a:lnTo>
                  <a:pt x="220926" y="2373913"/>
                </a:lnTo>
                <a:lnTo>
                  <a:pt x="224182" y="2372518"/>
                </a:lnTo>
                <a:lnTo>
                  <a:pt x="226973" y="2375774"/>
                </a:lnTo>
                <a:lnTo>
                  <a:pt x="237206" y="2385076"/>
                </a:lnTo>
                <a:lnTo>
                  <a:pt x="244182" y="2390193"/>
                </a:lnTo>
                <a:lnTo>
                  <a:pt x="259996" y="2391588"/>
                </a:lnTo>
                <a:lnTo>
                  <a:pt x="273949" y="2392518"/>
                </a:lnTo>
                <a:lnTo>
                  <a:pt x="284181" y="2392052"/>
                </a:lnTo>
                <a:lnTo>
                  <a:pt x="291623" y="2391588"/>
                </a:lnTo>
                <a:lnTo>
                  <a:pt x="295344" y="2388797"/>
                </a:lnTo>
                <a:lnTo>
                  <a:pt x="299995" y="2383216"/>
                </a:lnTo>
                <a:lnTo>
                  <a:pt x="305111" y="2371123"/>
                </a:lnTo>
                <a:lnTo>
                  <a:pt x="311623" y="2368332"/>
                </a:lnTo>
                <a:lnTo>
                  <a:pt x="325576" y="2365542"/>
                </a:lnTo>
                <a:lnTo>
                  <a:pt x="334878" y="2361821"/>
                </a:lnTo>
                <a:lnTo>
                  <a:pt x="339529" y="2360425"/>
                </a:lnTo>
                <a:lnTo>
                  <a:pt x="346506" y="2359496"/>
                </a:lnTo>
                <a:lnTo>
                  <a:pt x="360924" y="2353449"/>
                </a:lnTo>
                <a:lnTo>
                  <a:pt x="364645" y="2352984"/>
                </a:lnTo>
                <a:lnTo>
                  <a:pt x="372087" y="2349263"/>
                </a:lnTo>
                <a:lnTo>
                  <a:pt x="379063" y="2347867"/>
                </a:lnTo>
                <a:lnTo>
                  <a:pt x="385110" y="2351123"/>
                </a:lnTo>
                <a:lnTo>
                  <a:pt x="381854" y="2358565"/>
                </a:lnTo>
                <a:lnTo>
                  <a:pt x="378599" y="2360891"/>
                </a:lnTo>
                <a:lnTo>
                  <a:pt x="379994" y="2366007"/>
                </a:lnTo>
                <a:lnTo>
                  <a:pt x="379063" y="2368798"/>
                </a:lnTo>
                <a:lnTo>
                  <a:pt x="380924" y="2371123"/>
                </a:lnTo>
                <a:lnTo>
                  <a:pt x="378599" y="2374844"/>
                </a:lnTo>
                <a:lnTo>
                  <a:pt x="379063" y="2377169"/>
                </a:lnTo>
                <a:lnTo>
                  <a:pt x="381854" y="2379030"/>
                </a:lnTo>
                <a:lnTo>
                  <a:pt x="385110" y="2379030"/>
                </a:lnTo>
                <a:lnTo>
                  <a:pt x="392087" y="2381820"/>
                </a:lnTo>
                <a:lnTo>
                  <a:pt x="403249" y="2382286"/>
                </a:lnTo>
                <a:lnTo>
                  <a:pt x="415807" y="2382286"/>
                </a:lnTo>
                <a:lnTo>
                  <a:pt x="420923" y="2379960"/>
                </a:lnTo>
                <a:lnTo>
                  <a:pt x="423248" y="2377635"/>
                </a:lnTo>
                <a:lnTo>
                  <a:pt x="429760" y="2376239"/>
                </a:lnTo>
                <a:lnTo>
                  <a:pt x="428365" y="2370193"/>
                </a:lnTo>
                <a:lnTo>
                  <a:pt x="434877" y="2365542"/>
                </a:lnTo>
                <a:lnTo>
                  <a:pt x="440458" y="2360425"/>
                </a:lnTo>
                <a:lnTo>
                  <a:pt x="446504" y="2358100"/>
                </a:lnTo>
                <a:lnTo>
                  <a:pt x="448830" y="2360425"/>
                </a:lnTo>
                <a:lnTo>
                  <a:pt x="453946" y="2360425"/>
                </a:lnTo>
                <a:lnTo>
                  <a:pt x="457202" y="2358565"/>
                </a:lnTo>
                <a:lnTo>
                  <a:pt x="460457" y="2354379"/>
                </a:lnTo>
                <a:lnTo>
                  <a:pt x="466039" y="2352984"/>
                </a:lnTo>
                <a:lnTo>
                  <a:pt x="467899" y="2348798"/>
                </a:lnTo>
                <a:lnTo>
                  <a:pt x="465574" y="2346007"/>
                </a:lnTo>
                <a:lnTo>
                  <a:pt x="461388" y="2345077"/>
                </a:lnTo>
                <a:lnTo>
                  <a:pt x="451155" y="2345542"/>
                </a:lnTo>
                <a:lnTo>
                  <a:pt x="447899" y="2343682"/>
                </a:lnTo>
                <a:lnTo>
                  <a:pt x="447899" y="2339496"/>
                </a:lnTo>
                <a:lnTo>
                  <a:pt x="448830" y="2329728"/>
                </a:lnTo>
                <a:lnTo>
                  <a:pt x="446504" y="2326472"/>
                </a:lnTo>
                <a:lnTo>
                  <a:pt x="446969" y="2322287"/>
                </a:lnTo>
                <a:lnTo>
                  <a:pt x="446504" y="2316240"/>
                </a:lnTo>
                <a:lnTo>
                  <a:pt x="449760" y="2311124"/>
                </a:lnTo>
                <a:lnTo>
                  <a:pt x="453946" y="2309729"/>
                </a:lnTo>
                <a:lnTo>
                  <a:pt x="459993" y="2305543"/>
                </a:lnTo>
                <a:lnTo>
                  <a:pt x="463713" y="2302287"/>
                </a:lnTo>
                <a:lnTo>
                  <a:pt x="458132" y="2296706"/>
                </a:lnTo>
                <a:lnTo>
                  <a:pt x="452086" y="2281358"/>
                </a:lnTo>
                <a:lnTo>
                  <a:pt x="447435" y="2272055"/>
                </a:lnTo>
                <a:lnTo>
                  <a:pt x="443248" y="2265544"/>
                </a:lnTo>
                <a:lnTo>
                  <a:pt x="439528" y="2261358"/>
                </a:lnTo>
                <a:lnTo>
                  <a:pt x="438132" y="2257637"/>
                </a:lnTo>
                <a:lnTo>
                  <a:pt x="434877" y="2247405"/>
                </a:lnTo>
                <a:lnTo>
                  <a:pt x="433016" y="2238102"/>
                </a:lnTo>
                <a:lnTo>
                  <a:pt x="429760" y="2220893"/>
                </a:lnTo>
                <a:lnTo>
                  <a:pt x="423714" y="2214382"/>
                </a:lnTo>
                <a:lnTo>
                  <a:pt x="416272" y="2206940"/>
                </a:lnTo>
                <a:lnTo>
                  <a:pt x="408365" y="2198103"/>
                </a:lnTo>
                <a:lnTo>
                  <a:pt x="406040" y="2190196"/>
                </a:lnTo>
                <a:lnTo>
                  <a:pt x="402784" y="2185545"/>
                </a:lnTo>
                <a:lnTo>
                  <a:pt x="394877" y="2178103"/>
                </a:lnTo>
                <a:lnTo>
                  <a:pt x="395807" y="2172987"/>
                </a:lnTo>
                <a:lnTo>
                  <a:pt x="395807" y="2167871"/>
                </a:lnTo>
                <a:lnTo>
                  <a:pt x="397202" y="2155313"/>
                </a:lnTo>
                <a:lnTo>
                  <a:pt x="395342" y="2154382"/>
                </a:lnTo>
                <a:lnTo>
                  <a:pt x="395342" y="2142755"/>
                </a:lnTo>
                <a:lnTo>
                  <a:pt x="395807" y="2130197"/>
                </a:lnTo>
                <a:lnTo>
                  <a:pt x="393482" y="2123685"/>
                </a:lnTo>
                <a:lnTo>
                  <a:pt x="390691" y="2122290"/>
                </a:lnTo>
                <a:lnTo>
                  <a:pt x="383249" y="2122755"/>
                </a:lnTo>
                <a:lnTo>
                  <a:pt x="377668" y="2125546"/>
                </a:lnTo>
                <a:lnTo>
                  <a:pt x="372552" y="2127406"/>
                </a:lnTo>
                <a:lnTo>
                  <a:pt x="365575" y="2127406"/>
                </a:lnTo>
                <a:lnTo>
                  <a:pt x="355343" y="2128802"/>
                </a:lnTo>
                <a:lnTo>
                  <a:pt x="351157" y="2129732"/>
                </a:lnTo>
                <a:lnTo>
                  <a:pt x="347436" y="2128802"/>
                </a:lnTo>
                <a:lnTo>
                  <a:pt x="333018" y="2123685"/>
                </a:lnTo>
                <a:lnTo>
                  <a:pt x="331157" y="2121825"/>
                </a:lnTo>
                <a:lnTo>
                  <a:pt x="329296" y="2115778"/>
                </a:lnTo>
                <a:lnTo>
                  <a:pt x="326506" y="2111593"/>
                </a:lnTo>
                <a:lnTo>
                  <a:pt x="319995" y="2104616"/>
                </a:lnTo>
                <a:lnTo>
                  <a:pt x="316274" y="2102290"/>
                </a:lnTo>
                <a:lnTo>
                  <a:pt x="313948" y="2097639"/>
                </a:lnTo>
                <a:lnTo>
                  <a:pt x="304646" y="2083686"/>
                </a:lnTo>
                <a:lnTo>
                  <a:pt x="302320" y="2076710"/>
                </a:lnTo>
                <a:lnTo>
                  <a:pt x="302320" y="2070663"/>
                </a:lnTo>
                <a:lnTo>
                  <a:pt x="300460" y="2059966"/>
                </a:lnTo>
                <a:lnTo>
                  <a:pt x="302786" y="2052989"/>
                </a:lnTo>
                <a:lnTo>
                  <a:pt x="310693" y="2040896"/>
                </a:lnTo>
                <a:lnTo>
                  <a:pt x="313018" y="2035780"/>
                </a:lnTo>
                <a:lnTo>
                  <a:pt x="315344" y="2026943"/>
                </a:lnTo>
                <a:lnTo>
                  <a:pt x="313948" y="2021362"/>
                </a:lnTo>
                <a:lnTo>
                  <a:pt x="314413" y="2015781"/>
                </a:lnTo>
                <a:lnTo>
                  <a:pt x="316274" y="2008338"/>
                </a:lnTo>
                <a:lnTo>
                  <a:pt x="315808" y="1993455"/>
                </a:lnTo>
                <a:lnTo>
                  <a:pt x="317204" y="1984153"/>
                </a:lnTo>
                <a:lnTo>
                  <a:pt x="314413" y="1972991"/>
                </a:lnTo>
                <a:lnTo>
                  <a:pt x="311623" y="1969735"/>
                </a:lnTo>
                <a:lnTo>
                  <a:pt x="304646" y="1966014"/>
                </a:lnTo>
                <a:lnTo>
                  <a:pt x="298135" y="1964153"/>
                </a:lnTo>
                <a:lnTo>
                  <a:pt x="291623" y="1964153"/>
                </a:lnTo>
                <a:lnTo>
                  <a:pt x="274879" y="1966944"/>
                </a:lnTo>
                <a:lnTo>
                  <a:pt x="264647" y="1966944"/>
                </a:lnTo>
                <a:lnTo>
                  <a:pt x="258600" y="1965548"/>
                </a:lnTo>
                <a:lnTo>
                  <a:pt x="251624" y="1961363"/>
                </a:lnTo>
                <a:lnTo>
                  <a:pt x="243717" y="1954386"/>
                </a:lnTo>
                <a:lnTo>
                  <a:pt x="212089" y="1939968"/>
                </a:lnTo>
                <a:lnTo>
                  <a:pt x="209764" y="1937643"/>
                </a:lnTo>
                <a:lnTo>
                  <a:pt x="205578" y="1927410"/>
                </a:lnTo>
                <a:lnTo>
                  <a:pt x="208368" y="1910666"/>
                </a:lnTo>
                <a:lnTo>
                  <a:pt x="208834" y="1902759"/>
                </a:lnTo>
                <a:lnTo>
                  <a:pt x="210694" y="1889736"/>
                </a:lnTo>
                <a:lnTo>
                  <a:pt x="214415" y="1880434"/>
                </a:lnTo>
                <a:lnTo>
                  <a:pt x="218601" y="1868341"/>
                </a:lnTo>
                <a:lnTo>
                  <a:pt x="222322" y="1860899"/>
                </a:lnTo>
                <a:lnTo>
                  <a:pt x="234880" y="1847876"/>
                </a:lnTo>
                <a:lnTo>
                  <a:pt x="258135" y="1828807"/>
                </a:lnTo>
                <a:lnTo>
                  <a:pt x="266042" y="1820900"/>
                </a:lnTo>
                <a:lnTo>
                  <a:pt x="273018" y="1810667"/>
                </a:lnTo>
                <a:lnTo>
                  <a:pt x="277670" y="1803226"/>
                </a:lnTo>
                <a:lnTo>
                  <a:pt x="290228" y="1793458"/>
                </a:lnTo>
                <a:lnTo>
                  <a:pt x="291623" y="1791133"/>
                </a:lnTo>
                <a:lnTo>
                  <a:pt x="295809" y="1779040"/>
                </a:lnTo>
                <a:lnTo>
                  <a:pt x="305111" y="1755785"/>
                </a:lnTo>
                <a:lnTo>
                  <a:pt x="312553" y="1743692"/>
                </a:lnTo>
                <a:lnTo>
                  <a:pt x="316739" y="1739506"/>
                </a:lnTo>
                <a:lnTo>
                  <a:pt x="320925" y="1734390"/>
                </a:lnTo>
                <a:lnTo>
                  <a:pt x="332552" y="1726483"/>
                </a:lnTo>
                <a:lnTo>
                  <a:pt x="335808" y="1723227"/>
                </a:lnTo>
                <a:lnTo>
                  <a:pt x="341390" y="1716715"/>
                </a:lnTo>
                <a:lnTo>
                  <a:pt x="346041" y="1712064"/>
                </a:lnTo>
                <a:lnTo>
                  <a:pt x="356273" y="1709739"/>
                </a:lnTo>
                <a:lnTo>
                  <a:pt x="363715" y="1707878"/>
                </a:lnTo>
                <a:lnTo>
                  <a:pt x="372087" y="1707878"/>
                </a:lnTo>
                <a:lnTo>
                  <a:pt x="377203" y="1710204"/>
                </a:lnTo>
                <a:lnTo>
                  <a:pt x="392551" y="1726483"/>
                </a:lnTo>
                <a:lnTo>
                  <a:pt x="394412" y="1729273"/>
                </a:lnTo>
                <a:lnTo>
                  <a:pt x="394877" y="1737180"/>
                </a:lnTo>
                <a:lnTo>
                  <a:pt x="395342" y="1742761"/>
                </a:lnTo>
                <a:lnTo>
                  <a:pt x="405109" y="1759971"/>
                </a:lnTo>
                <a:lnTo>
                  <a:pt x="407900" y="1764622"/>
                </a:lnTo>
                <a:lnTo>
                  <a:pt x="417667" y="1766948"/>
                </a:lnTo>
                <a:lnTo>
                  <a:pt x="428365" y="1767878"/>
                </a:lnTo>
                <a:lnTo>
                  <a:pt x="431621" y="1767412"/>
                </a:lnTo>
                <a:lnTo>
                  <a:pt x="452086" y="1757180"/>
                </a:lnTo>
                <a:lnTo>
                  <a:pt x="460457" y="1753924"/>
                </a:lnTo>
                <a:lnTo>
                  <a:pt x="474411" y="1747413"/>
                </a:lnTo>
                <a:lnTo>
                  <a:pt x="479992" y="1745552"/>
                </a:lnTo>
                <a:lnTo>
                  <a:pt x="489759" y="1742297"/>
                </a:lnTo>
                <a:lnTo>
                  <a:pt x="506968" y="1738576"/>
                </a:lnTo>
                <a:lnTo>
                  <a:pt x="511620" y="1738110"/>
                </a:lnTo>
                <a:lnTo>
                  <a:pt x="531154" y="1738110"/>
                </a:lnTo>
                <a:lnTo>
                  <a:pt x="539991" y="1737180"/>
                </a:lnTo>
                <a:lnTo>
                  <a:pt x="551154" y="1737180"/>
                </a:lnTo>
                <a:lnTo>
                  <a:pt x="557665" y="1734855"/>
                </a:lnTo>
                <a:lnTo>
                  <a:pt x="568363" y="1729739"/>
                </a:lnTo>
                <a:lnTo>
                  <a:pt x="582781" y="1724158"/>
                </a:lnTo>
                <a:lnTo>
                  <a:pt x="589292" y="1721366"/>
                </a:lnTo>
                <a:lnTo>
                  <a:pt x="591618" y="1709274"/>
                </a:lnTo>
                <a:lnTo>
                  <a:pt x="591618" y="1705088"/>
                </a:lnTo>
                <a:lnTo>
                  <a:pt x="594409" y="1691600"/>
                </a:lnTo>
                <a:lnTo>
                  <a:pt x="599990" y="1684158"/>
                </a:lnTo>
                <a:lnTo>
                  <a:pt x="604641" y="1676716"/>
                </a:lnTo>
                <a:lnTo>
                  <a:pt x="608362" y="1672996"/>
                </a:lnTo>
                <a:lnTo>
                  <a:pt x="625571" y="1659042"/>
                </a:lnTo>
                <a:lnTo>
                  <a:pt x="630223" y="1652996"/>
                </a:lnTo>
                <a:lnTo>
                  <a:pt x="634874" y="1649275"/>
                </a:lnTo>
                <a:lnTo>
                  <a:pt x="638594" y="1641833"/>
                </a:lnTo>
                <a:lnTo>
                  <a:pt x="653477" y="1593927"/>
                </a:lnTo>
                <a:lnTo>
                  <a:pt x="657198" y="1587415"/>
                </a:lnTo>
                <a:lnTo>
                  <a:pt x="666501" y="1575788"/>
                </a:lnTo>
                <a:lnTo>
                  <a:pt x="669291" y="1573463"/>
                </a:lnTo>
                <a:lnTo>
                  <a:pt x="676268" y="1570671"/>
                </a:lnTo>
                <a:lnTo>
                  <a:pt x="687896" y="1564160"/>
                </a:lnTo>
                <a:lnTo>
                  <a:pt x="699058" y="1557183"/>
                </a:lnTo>
                <a:lnTo>
                  <a:pt x="708825" y="1550672"/>
                </a:lnTo>
                <a:lnTo>
                  <a:pt x="723244" y="1542300"/>
                </a:lnTo>
                <a:lnTo>
                  <a:pt x="753011" y="1529277"/>
                </a:lnTo>
                <a:lnTo>
                  <a:pt x="755336" y="1527417"/>
                </a:lnTo>
                <a:lnTo>
                  <a:pt x="764173" y="1506021"/>
                </a:lnTo>
                <a:lnTo>
                  <a:pt x="776731" y="1490672"/>
                </a:lnTo>
                <a:lnTo>
                  <a:pt x="786034" y="1472999"/>
                </a:lnTo>
                <a:lnTo>
                  <a:pt x="794870" y="1454860"/>
                </a:lnTo>
                <a:lnTo>
                  <a:pt x="796266" y="1452534"/>
                </a:lnTo>
                <a:lnTo>
                  <a:pt x="799522" y="1445557"/>
                </a:lnTo>
                <a:lnTo>
                  <a:pt x="807429" y="1431604"/>
                </a:lnTo>
                <a:lnTo>
                  <a:pt x="811614" y="1417651"/>
                </a:lnTo>
                <a:lnTo>
                  <a:pt x="813940" y="1407883"/>
                </a:lnTo>
                <a:lnTo>
                  <a:pt x="818126" y="1393000"/>
                </a:lnTo>
                <a:lnTo>
                  <a:pt x="821382" y="1380442"/>
                </a:lnTo>
                <a:lnTo>
                  <a:pt x="822313" y="1377651"/>
                </a:lnTo>
                <a:lnTo>
                  <a:pt x="825568" y="1364163"/>
                </a:lnTo>
                <a:lnTo>
                  <a:pt x="826498" y="1361838"/>
                </a:lnTo>
                <a:lnTo>
                  <a:pt x="829754" y="1359978"/>
                </a:lnTo>
                <a:lnTo>
                  <a:pt x="861381" y="1346489"/>
                </a:lnTo>
                <a:lnTo>
                  <a:pt x="867893" y="1344629"/>
                </a:lnTo>
                <a:lnTo>
                  <a:pt x="876730" y="1341838"/>
                </a:lnTo>
                <a:lnTo>
                  <a:pt x="884171" y="1339978"/>
                </a:lnTo>
                <a:lnTo>
                  <a:pt x="890218" y="1337652"/>
                </a:lnTo>
                <a:lnTo>
                  <a:pt x="897195" y="1330676"/>
                </a:lnTo>
                <a:lnTo>
                  <a:pt x="911148" y="1319513"/>
                </a:lnTo>
                <a:lnTo>
                  <a:pt x="916264" y="1316257"/>
                </a:lnTo>
                <a:lnTo>
                  <a:pt x="917659" y="1314862"/>
                </a:lnTo>
                <a:lnTo>
                  <a:pt x="916264" y="1302305"/>
                </a:lnTo>
                <a:lnTo>
                  <a:pt x="912543" y="1294862"/>
                </a:lnTo>
                <a:lnTo>
                  <a:pt x="906962" y="1286491"/>
                </a:lnTo>
                <a:lnTo>
                  <a:pt x="903241" y="1284166"/>
                </a:lnTo>
                <a:lnTo>
                  <a:pt x="902776" y="1279979"/>
                </a:lnTo>
                <a:lnTo>
                  <a:pt x="907892" y="1273933"/>
                </a:lnTo>
                <a:lnTo>
                  <a:pt x="911613" y="1273003"/>
                </a:lnTo>
                <a:lnTo>
                  <a:pt x="913008" y="1269281"/>
                </a:lnTo>
                <a:lnTo>
                  <a:pt x="912543" y="1266026"/>
                </a:lnTo>
                <a:lnTo>
                  <a:pt x="917194" y="1266491"/>
                </a:lnTo>
                <a:lnTo>
                  <a:pt x="918590" y="1260910"/>
                </a:lnTo>
                <a:lnTo>
                  <a:pt x="921380" y="1257654"/>
                </a:lnTo>
                <a:lnTo>
                  <a:pt x="927427" y="1253933"/>
                </a:lnTo>
                <a:lnTo>
                  <a:pt x="929752" y="1251608"/>
                </a:lnTo>
                <a:lnTo>
                  <a:pt x="932078" y="1254398"/>
                </a:lnTo>
                <a:lnTo>
                  <a:pt x="935334" y="1253003"/>
                </a:lnTo>
                <a:lnTo>
                  <a:pt x="936729" y="1250212"/>
                </a:lnTo>
                <a:lnTo>
                  <a:pt x="933938" y="1248352"/>
                </a:lnTo>
                <a:lnTo>
                  <a:pt x="937659" y="1245096"/>
                </a:lnTo>
                <a:lnTo>
                  <a:pt x="937659" y="1240445"/>
                </a:lnTo>
                <a:lnTo>
                  <a:pt x="942775" y="1234864"/>
                </a:lnTo>
                <a:lnTo>
                  <a:pt x="946961" y="1233933"/>
                </a:lnTo>
                <a:lnTo>
                  <a:pt x="954403" y="1226957"/>
                </a:lnTo>
                <a:lnTo>
                  <a:pt x="959984" y="1218119"/>
                </a:lnTo>
                <a:lnTo>
                  <a:pt x="963705" y="1217189"/>
                </a:lnTo>
                <a:lnTo>
                  <a:pt x="966496" y="1213468"/>
                </a:lnTo>
                <a:lnTo>
                  <a:pt x="965100" y="1208352"/>
                </a:lnTo>
                <a:lnTo>
                  <a:pt x="969287" y="1206957"/>
                </a:lnTo>
                <a:lnTo>
                  <a:pt x="968356" y="1203701"/>
                </a:lnTo>
                <a:lnTo>
                  <a:pt x="972077" y="1199050"/>
                </a:lnTo>
                <a:lnTo>
                  <a:pt x="973472" y="1194399"/>
                </a:lnTo>
                <a:lnTo>
                  <a:pt x="975797" y="1193469"/>
                </a:lnTo>
                <a:lnTo>
                  <a:pt x="980914" y="1194864"/>
                </a:lnTo>
                <a:lnTo>
                  <a:pt x="982309" y="1193469"/>
                </a:lnTo>
                <a:lnTo>
                  <a:pt x="980449" y="1189748"/>
                </a:lnTo>
                <a:lnTo>
                  <a:pt x="981379" y="1187422"/>
                </a:lnTo>
                <a:lnTo>
                  <a:pt x="986030" y="1184167"/>
                </a:lnTo>
                <a:lnTo>
                  <a:pt x="989751" y="1182306"/>
                </a:lnTo>
                <a:lnTo>
                  <a:pt x="989751" y="1179980"/>
                </a:lnTo>
                <a:lnTo>
                  <a:pt x="997658" y="1172539"/>
                </a:lnTo>
                <a:lnTo>
                  <a:pt x="1001844" y="1172073"/>
                </a:lnTo>
                <a:lnTo>
                  <a:pt x="1003240" y="1170214"/>
                </a:lnTo>
                <a:lnTo>
                  <a:pt x="1008821" y="1166492"/>
                </a:lnTo>
                <a:lnTo>
                  <a:pt x="1007425" y="1164632"/>
                </a:lnTo>
                <a:lnTo>
                  <a:pt x="1008821" y="1160446"/>
                </a:lnTo>
                <a:lnTo>
                  <a:pt x="1010216" y="1158121"/>
                </a:lnTo>
                <a:lnTo>
                  <a:pt x="1011146" y="1154400"/>
                </a:lnTo>
                <a:lnTo>
                  <a:pt x="1013937" y="1153470"/>
                </a:lnTo>
                <a:lnTo>
                  <a:pt x="1018588" y="1158121"/>
                </a:lnTo>
                <a:lnTo>
                  <a:pt x="1023704" y="1156260"/>
                </a:lnTo>
                <a:lnTo>
                  <a:pt x="1027425" y="1156260"/>
                </a:lnTo>
                <a:lnTo>
                  <a:pt x="1031611" y="1153004"/>
                </a:lnTo>
                <a:lnTo>
                  <a:pt x="1033471" y="1148353"/>
                </a:lnTo>
                <a:lnTo>
                  <a:pt x="1033006" y="1144632"/>
                </a:lnTo>
                <a:lnTo>
                  <a:pt x="1031145" y="1142307"/>
                </a:lnTo>
                <a:lnTo>
                  <a:pt x="1022774" y="1140912"/>
                </a:lnTo>
                <a:lnTo>
                  <a:pt x="1017192" y="1142771"/>
                </a:lnTo>
                <a:lnTo>
                  <a:pt x="1018588" y="1145563"/>
                </a:lnTo>
                <a:lnTo>
                  <a:pt x="1016728" y="1148819"/>
                </a:lnTo>
                <a:lnTo>
                  <a:pt x="1013006" y="1150678"/>
                </a:lnTo>
                <a:lnTo>
                  <a:pt x="1009750" y="1149748"/>
                </a:lnTo>
                <a:lnTo>
                  <a:pt x="1009750" y="1144632"/>
                </a:lnTo>
                <a:lnTo>
                  <a:pt x="1008355" y="1142771"/>
                </a:lnTo>
                <a:lnTo>
                  <a:pt x="1003704" y="1140912"/>
                </a:lnTo>
                <a:lnTo>
                  <a:pt x="1002774" y="1133005"/>
                </a:lnTo>
                <a:lnTo>
                  <a:pt x="1004635" y="1127423"/>
                </a:lnTo>
                <a:lnTo>
                  <a:pt x="1004169" y="1124632"/>
                </a:lnTo>
                <a:lnTo>
                  <a:pt x="1006030" y="1120446"/>
                </a:lnTo>
                <a:lnTo>
                  <a:pt x="1004169" y="1115795"/>
                </a:lnTo>
                <a:lnTo>
                  <a:pt x="1007425" y="1110679"/>
                </a:lnTo>
                <a:lnTo>
                  <a:pt x="1010681" y="1110679"/>
                </a:lnTo>
                <a:lnTo>
                  <a:pt x="1017657" y="1092540"/>
                </a:lnTo>
                <a:lnTo>
                  <a:pt x="1022309" y="1087425"/>
                </a:lnTo>
                <a:lnTo>
                  <a:pt x="1025099" y="1080447"/>
                </a:lnTo>
                <a:lnTo>
                  <a:pt x="1017657" y="1073006"/>
                </a:lnTo>
                <a:lnTo>
                  <a:pt x="1015332" y="1073936"/>
                </a:lnTo>
                <a:lnTo>
                  <a:pt x="1013937" y="1069750"/>
                </a:lnTo>
                <a:lnTo>
                  <a:pt x="1018123" y="1068355"/>
                </a:lnTo>
                <a:lnTo>
                  <a:pt x="1019053" y="1065564"/>
                </a:lnTo>
                <a:lnTo>
                  <a:pt x="1018588" y="1060448"/>
                </a:lnTo>
                <a:lnTo>
                  <a:pt x="1014867" y="1050215"/>
                </a:lnTo>
                <a:lnTo>
                  <a:pt x="1007425" y="1036262"/>
                </a:lnTo>
                <a:lnTo>
                  <a:pt x="1005099" y="1031611"/>
                </a:lnTo>
                <a:lnTo>
                  <a:pt x="1005565" y="1027425"/>
                </a:lnTo>
                <a:lnTo>
                  <a:pt x="1010681" y="1025099"/>
                </a:lnTo>
                <a:lnTo>
                  <a:pt x="1009750" y="1021843"/>
                </a:lnTo>
                <a:lnTo>
                  <a:pt x="1010216" y="1017658"/>
                </a:lnTo>
                <a:lnTo>
                  <a:pt x="1012076" y="1014402"/>
                </a:lnTo>
                <a:lnTo>
                  <a:pt x="1011611" y="1012077"/>
                </a:lnTo>
                <a:lnTo>
                  <a:pt x="1017657" y="1005100"/>
                </a:lnTo>
                <a:lnTo>
                  <a:pt x="1018123" y="1001844"/>
                </a:lnTo>
                <a:lnTo>
                  <a:pt x="1021843" y="1001844"/>
                </a:lnTo>
                <a:lnTo>
                  <a:pt x="1026494" y="996728"/>
                </a:lnTo>
                <a:lnTo>
                  <a:pt x="1030681" y="994402"/>
                </a:lnTo>
                <a:lnTo>
                  <a:pt x="1034867" y="993937"/>
                </a:lnTo>
                <a:lnTo>
                  <a:pt x="1035797" y="987891"/>
                </a:lnTo>
                <a:lnTo>
                  <a:pt x="1039983" y="991612"/>
                </a:lnTo>
                <a:lnTo>
                  <a:pt x="1050215" y="986961"/>
                </a:lnTo>
                <a:lnTo>
                  <a:pt x="1053471" y="984170"/>
                </a:lnTo>
                <a:lnTo>
                  <a:pt x="1053006" y="980914"/>
                </a:lnTo>
                <a:lnTo>
                  <a:pt x="1057191" y="978124"/>
                </a:lnTo>
                <a:lnTo>
                  <a:pt x="1060913" y="973937"/>
                </a:lnTo>
                <a:lnTo>
                  <a:pt x="1059983" y="971612"/>
                </a:lnTo>
                <a:lnTo>
                  <a:pt x="1062773" y="970216"/>
                </a:lnTo>
                <a:lnTo>
                  <a:pt x="1066029" y="970216"/>
                </a:lnTo>
                <a:lnTo>
                  <a:pt x="1066959" y="968356"/>
                </a:lnTo>
                <a:lnTo>
                  <a:pt x="1070215" y="967426"/>
                </a:lnTo>
                <a:lnTo>
                  <a:pt x="1075796" y="969751"/>
                </a:lnTo>
                <a:lnTo>
                  <a:pt x="1081842" y="974402"/>
                </a:lnTo>
                <a:lnTo>
                  <a:pt x="1085563" y="972542"/>
                </a:lnTo>
                <a:lnTo>
                  <a:pt x="1090215" y="972077"/>
                </a:lnTo>
                <a:lnTo>
                  <a:pt x="1093005" y="968821"/>
                </a:lnTo>
                <a:lnTo>
                  <a:pt x="1095796" y="967891"/>
                </a:lnTo>
                <a:lnTo>
                  <a:pt x="1100912" y="964170"/>
                </a:lnTo>
                <a:lnTo>
                  <a:pt x="1106029" y="964635"/>
                </a:lnTo>
                <a:lnTo>
                  <a:pt x="1106958" y="966961"/>
                </a:lnTo>
                <a:lnTo>
                  <a:pt x="1111610" y="964170"/>
                </a:lnTo>
                <a:lnTo>
                  <a:pt x="1112539" y="958589"/>
                </a:lnTo>
                <a:lnTo>
                  <a:pt x="1115795" y="957659"/>
                </a:lnTo>
                <a:lnTo>
                  <a:pt x="1117656" y="959984"/>
                </a:lnTo>
                <a:lnTo>
                  <a:pt x="1117656" y="962775"/>
                </a:lnTo>
                <a:lnTo>
                  <a:pt x="1119982" y="963705"/>
                </a:lnTo>
                <a:lnTo>
                  <a:pt x="1125098" y="958589"/>
                </a:lnTo>
                <a:lnTo>
                  <a:pt x="1126958" y="953007"/>
                </a:lnTo>
                <a:lnTo>
                  <a:pt x="1131144" y="950682"/>
                </a:lnTo>
                <a:lnTo>
                  <a:pt x="1132539" y="947891"/>
                </a:lnTo>
                <a:lnTo>
                  <a:pt x="1133470" y="942310"/>
                </a:lnTo>
                <a:lnTo>
                  <a:pt x="1132539" y="939054"/>
                </a:lnTo>
                <a:lnTo>
                  <a:pt x="1137190" y="939054"/>
                </a:lnTo>
                <a:lnTo>
                  <a:pt x="1139516" y="935334"/>
                </a:lnTo>
                <a:lnTo>
                  <a:pt x="1139051" y="931147"/>
                </a:lnTo>
                <a:lnTo>
                  <a:pt x="1140446" y="929287"/>
                </a:lnTo>
                <a:lnTo>
                  <a:pt x="1135795" y="925566"/>
                </a:lnTo>
                <a:lnTo>
                  <a:pt x="1135330" y="919519"/>
                </a:lnTo>
                <a:lnTo>
                  <a:pt x="1133004" y="916729"/>
                </a:lnTo>
                <a:lnTo>
                  <a:pt x="1133468" y="915802"/>
                </a:lnTo>
                <a:lnTo>
                  <a:pt x="1132540" y="917194"/>
                </a:lnTo>
                <a:lnTo>
                  <a:pt x="1127889" y="913473"/>
                </a:lnTo>
                <a:lnTo>
                  <a:pt x="1127423" y="911148"/>
                </a:lnTo>
                <a:lnTo>
                  <a:pt x="1122772" y="911614"/>
                </a:lnTo>
                <a:lnTo>
                  <a:pt x="1122772" y="907892"/>
                </a:lnTo>
                <a:lnTo>
                  <a:pt x="1119516" y="908357"/>
                </a:lnTo>
                <a:lnTo>
                  <a:pt x="1115796" y="905566"/>
                </a:lnTo>
                <a:lnTo>
                  <a:pt x="1113470" y="906497"/>
                </a:lnTo>
                <a:lnTo>
                  <a:pt x="1112075" y="900915"/>
                </a:lnTo>
                <a:lnTo>
                  <a:pt x="1107889" y="901380"/>
                </a:lnTo>
                <a:lnTo>
                  <a:pt x="1102773" y="904171"/>
                </a:lnTo>
                <a:lnTo>
                  <a:pt x="1101377" y="896265"/>
                </a:lnTo>
                <a:lnTo>
                  <a:pt x="1099052" y="891149"/>
                </a:lnTo>
                <a:lnTo>
                  <a:pt x="1096261" y="893009"/>
                </a:lnTo>
                <a:lnTo>
                  <a:pt x="1093005" y="890683"/>
                </a:lnTo>
                <a:lnTo>
                  <a:pt x="1090215" y="890683"/>
                </a:lnTo>
                <a:lnTo>
                  <a:pt x="1087424" y="888358"/>
                </a:lnTo>
                <a:lnTo>
                  <a:pt x="1085099" y="888822"/>
                </a:lnTo>
                <a:lnTo>
                  <a:pt x="1084634" y="892078"/>
                </a:lnTo>
                <a:lnTo>
                  <a:pt x="1081378" y="895800"/>
                </a:lnTo>
                <a:lnTo>
                  <a:pt x="1075331" y="895800"/>
                </a:lnTo>
                <a:lnTo>
                  <a:pt x="1071610" y="893009"/>
                </a:lnTo>
                <a:lnTo>
                  <a:pt x="1065099" y="893473"/>
                </a:lnTo>
                <a:lnTo>
                  <a:pt x="1062308" y="889288"/>
                </a:lnTo>
                <a:lnTo>
                  <a:pt x="1057657" y="889288"/>
                </a:lnTo>
                <a:lnTo>
                  <a:pt x="1052541" y="888358"/>
                </a:lnTo>
                <a:lnTo>
                  <a:pt x="1052076" y="890683"/>
                </a:lnTo>
                <a:lnTo>
                  <a:pt x="1046959" y="891614"/>
                </a:lnTo>
                <a:lnTo>
                  <a:pt x="1036262" y="891149"/>
                </a:lnTo>
                <a:lnTo>
                  <a:pt x="1035797" y="888822"/>
                </a:lnTo>
                <a:lnTo>
                  <a:pt x="1032076" y="889288"/>
                </a:lnTo>
                <a:lnTo>
                  <a:pt x="1031146" y="885567"/>
                </a:lnTo>
                <a:lnTo>
                  <a:pt x="1033007" y="881846"/>
                </a:lnTo>
                <a:lnTo>
                  <a:pt x="1028356" y="878590"/>
                </a:lnTo>
                <a:lnTo>
                  <a:pt x="1026960" y="875335"/>
                </a:lnTo>
                <a:lnTo>
                  <a:pt x="1026495" y="869288"/>
                </a:lnTo>
                <a:lnTo>
                  <a:pt x="1024169" y="866498"/>
                </a:lnTo>
                <a:lnTo>
                  <a:pt x="1026495" y="864637"/>
                </a:lnTo>
                <a:lnTo>
                  <a:pt x="1026960" y="861381"/>
                </a:lnTo>
                <a:lnTo>
                  <a:pt x="1033471" y="856730"/>
                </a:lnTo>
                <a:lnTo>
                  <a:pt x="1030681" y="853940"/>
                </a:lnTo>
                <a:lnTo>
                  <a:pt x="1028356" y="853474"/>
                </a:lnTo>
                <a:lnTo>
                  <a:pt x="1026495" y="848823"/>
                </a:lnTo>
                <a:lnTo>
                  <a:pt x="1027890" y="843242"/>
                </a:lnTo>
                <a:lnTo>
                  <a:pt x="1029751" y="839521"/>
                </a:lnTo>
                <a:lnTo>
                  <a:pt x="1032076" y="831615"/>
                </a:lnTo>
                <a:lnTo>
                  <a:pt x="1034402" y="827428"/>
                </a:lnTo>
                <a:lnTo>
                  <a:pt x="1035332" y="823708"/>
                </a:lnTo>
                <a:lnTo>
                  <a:pt x="1026960" y="824172"/>
                </a:lnTo>
                <a:lnTo>
                  <a:pt x="1023704" y="829289"/>
                </a:lnTo>
                <a:lnTo>
                  <a:pt x="1027425" y="833010"/>
                </a:lnTo>
                <a:lnTo>
                  <a:pt x="1024169" y="833475"/>
                </a:lnTo>
                <a:lnTo>
                  <a:pt x="1021379" y="838126"/>
                </a:lnTo>
                <a:lnTo>
                  <a:pt x="1016727" y="839521"/>
                </a:lnTo>
                <a:lnTo>
                  <a:pt x="1011611" y="837196"/>
                </a:lnTo>
                <a:lnTo>
                  <a:pt x="1009751" y="840452"/>
                </a:lnTo>
                <a:lnTo>
                  <a:pt x="1007425" y="840917"/>
                </a:lnTo>
                <a:lnTo>
                  <a:pt x="1003705" y="839521"/>
                </a:lnTo>
                <a:lnTo>
                  <a:pt x="1002310" y="836266"/>
                </a:lnTo>
                <a:lnTo>
                  <a:pt x="1000449" y="836730"/>
                </a:lnTo>
                <a:lnTo>
                  <a:pt x="995332" y="832079"/>
                </a:lnTo>
                <a:lnTo>
                  <a:pt x="991611" y="833475"/>
                </a:lnTo>
                <a:lnTo>
                  <a:pt x="987425" y="833475"/>
                </a:lnTo>
                <a:lnTo>
                  <a:pt x="984635" y="837196"/>
                </a:lnTo>
                <a:lnTo>
                  <a:pt x="980449" y="836730"/>
                </a:lnTo>
                <a:lnTo>
                  <a:pt x="975798" y="833940"/>
                </a:lnTo>
                <a:lnTo>
                  <a:pt x="971147" y="828359"/>
                </a:lnTo>
                <a:lnTo>
                  <a:pt x="971612" y="825568"/>
                </a:lnTo>
                <a:lnTo>
                  <a:pt x="968356" y="823708"/>
                </a:lnTo>
                <a:lnTo>
                  <a:pt x="965101" y="823708"/>
                </a:lnTo>
                <a:lnTo>
                  <a:pt x="963705" y="821847"/>
                </a:lnTo>
                <a:lnTo>
                  <a:pt x="957659" y="820917"/>
                </a:lnTo>
                <a:lnTo>
                  <a:pt x="955333" y="816266"/>
                </a:lnTo>
                <a:lnTo>
                  <a:pt x="950682" y="813475"/>
                </a:lnTo>
                <a:lnTo>
                  <a:pt x="948357" y="813475"/>
                </a:lnTo>
                <a:lnTo>
                  <a:pt x="942775" y="811150"/>
                </a:lnTo>
                <a:lnTo>
                  <a:pt x="941380" y="811615"/>
                </a:lnTo>
                <a:lnTo>
                  <a:pt x="936729" y="809289"/>
                </a:lnTo>
                <a:lnTo>
                  <a:pt x="932543" y="808824"/>
                </a:lnTo>
                <a:lnTo>
                  <a:pt x="931613" y="804638"/>
                </a:lnTo>
                <a:lnTo>
                  <a:pt x="925566" y="804638"/>
                </a:lnTo>
                <a:lnTo>
                  <a:pt x="921380" y="803708"/>
                </a:lnTo>
                <a:lnTo>
                  <a:pt x="922775" y="799057"/>
                </a:lnTo>
                <a:lnTo>
                  <a:pt x="918589" y="797662"/>
                </a:lnTo>
                <a:lnTo>
                  <a:pt x="916729" y="793941"/>
                </a:lnTo>
                <a:lnTo>
                  <a:pt x="911148" y="794406"/>
                </a:lnTo>
                <a:lnTo>
                  <a:pt x="906962" y="791150"/>
                </a:lnTo>
                <a:lnTo>
                  <a:pt x="894869" y="790220"/>
                </a:lnTo>
                <a:lnTo>
                  <a:pt x="892543" y="796731"/>
                </a:lnTo>
                <a:lnTo>
                  <a:pt x="890217" y="797662"/>
                </a:lnTo>
                <a:lnTo>
                  <a:pt x="887892" y="796266"/>
                </a:lnTo>
                <a:lnTo>
                  <a:pt x="889753" y="792080"/>
                </a:lnTo>
                <a:lnTo>
                  <a:pt x="881846" y="783243"/>
                </a:lnTo>
                <a:lnTo>
                  <a:pt x="880916" y="779057"/>
                </a:lnTo>
                <a:lnTo>
                  <a:pt x="874404" y="774871"/>
                </a:lnTo>
                <a:lnTo>
                  <a:pt x="868822" y="775336"/>
                </a:lnTo>
                <a:lnTo>
                  <a:pt x="864637" y="774871"/>
                </a:lnTo>
                <a:lnTo>
                  <a:pt x="863707" y="772546"/>
                </a:lnTo>
                <a:lnTo>
                  <a:pt x="863707" y="765104"/>
                </a:lnTo>
                <a:lnTo>
                  <a:pt x="865567" y="763709"/>
                </a:lnTo>
                <a:lnTo>
                  <a:pt x="868358" y="759523"/>
                </a:lnTo>
                <a:lnTo>
                  <a:pt x="868822" y="751616"/>
                </a:lnTo>
                <a:lnTo>
                  <a:pt x="863707" y="749755"/>
                </a:lnTo>
                <a:lnTo>
                  <a:pt x="863707" y="746499"/>
                </a:lnTo>
                <a:lnTo>
                  <a:pt x="860451" y="743709"/>
                </a:lnTo>
                <a:lnTo>
                  <a:pt x="859056" y="738592"/>
                </a:lnTo>
                <a:lnTo>
                  <a:pt x="859986" y="736267"/>
                </a:lnTo>
                <a:lnTo>
                  <a:pt x="857660" y="733476"/>
                </a:lnTo>
                <a:lnTo>
                  <a:pt x="856730" y="728825"/>
                </a:lnTo>
                <a:lnTo>
                  <a:pt x="853939" y="726500"/>
                </a:lnTo>
                <a:lnTo>
                  <a:pt x="854870" y="723709"/>
                </a:lnTo>
                <a:lnTo>
                  <a:pt x="853009" y="721849"/>
                </a:lnTo>
                <a:lnTo>
                  <a:pt x="853474" y="717197"/>
                </a:lnTo>
                <a:lnTo>
                  <a:pt x="858125" y="711616"/>
                </a:lnTo>
                <a:lnTo>
                  <a:pt x="857660" y="707430"/>
                </a:lnTo>
                <a:lnTo>
                  <a:pt x="862312" y="705570"/>
                </a:lnTo>
                <a:lnTo>
                  <a:pt x="863707" y="704175"/>
                </a:lnTo>
                <a:lnTo>
                  <a:pt x="859056" y="698593"/>
                </a:lnTo>
                <a:lnTo>
                  <a:pt x="859056" y="695803"/>
                </a:lnTo>
                <a:lnTo>
                  <a:pt x="860916" y="693012"/>
                </a:lnTo>
                <a:lnTo>
                  <a:pt x="864637" y="690686"/>
                </a:lnTo>
                <a:lnTo>
                  <a:pt x="862312" y="688361"/>
                </a:lnTo>
                <a:lnTo>
                  <a:pt x="862776" y="681849"/>
                </a:lnTo>
                <a:lnTo>
                  <a:pt x="857660" y="676268"/>
                </a:lnTo>
                <a:lnTo>
                  <a:pt x="853474" y="672547"/>
                </a:lnTo>
                <a:lnTo>
                  <a:pt x="854405" y="668361"/>
                </a:lnTo>
                <a:lnTo>
                  <a:pt x="853474" y="662780"/>
                </a:lnTo>
                <a:lnTo>
                  <a:pt x="858125" y="659059"/>
                </a:lnTo>
                <a:lnTo>
                  <a:pt x="859056" y="655338"/>
                </a:lnTo>
                <a:lnTo>
                  <a:pt x="858590" y="648827"/>
                </a:lnTo>
                <a:lnTo>
                  <a:pt x="853009" y="643711"/>
                </a:lnTo>
                <a:lnTo>
                  <a:pt x="853009" y="640920"/>
                </a:lnTo>
                <a:lnTo>
                  <a:pt x="855334" y="629757"/>
                </a:lnTo>
                <a:lnTo>
                  <a:pt x="857195" y="626967"/>
                </a:lnTo>
                <a:lnTo>
                  <a:pt x="858125" y="622781"/>
                </a:lnTo>
                <a:lnTo>
                  <a:pt x="856265" y="618130"/>
                </a:lnTo>
                <a:lnTo>
                  <a:pt x="851614" y="614409"/>
                </a:lnTo>
                <a:lnTo>
                  <a:pt x="849288" y="609758"/>
                </a:lnTo>
                <a:lnTo>
                  <a:pt x="846032" y="600921"/>
                </a:lnTo>
                <a:lnTo>
                  <a:pt x="846032" y="595804"/>
                </a:lnTo>
                <a:lnTo>
                  <a:pt x="845102" y="589293"/>
                </a:lnTo>
                <a:lnTo>
                  <a:pt x="843242" y="585572"/>
                </a:lnTo>
                <a:lnTo>
                  <a:pt x="843242" y="580456"/>
                </a:lnTo>
                <a:lnTo>
                  <a:pt x="841846" y="573014"/>
                </a:lnTo>
                <a:lnTo>
                  <a:pt x="841846" y="561386"/>
                </a:lnTo>
                <a:lnTo>
                  <a:pt x="842312" y="558595"/>
                </a:lnTo>
                <a:lnTo>
                  <a:pt x="839986" y="556270"/>
                </a:lnTo>
                <a:lnTo>
                  <a:pt x="839056" y="550224"/>
                </a:lnTo>
                <a:lnTo>
                  <a:pt x="834870" y="541387"/>
                </a:lnTo>
                <a:lnTo>
                  <a:pt x="833940" y="538131"/>
                </a:lnTo>
                <a:lnTo>
                  <a:pt x="831614" y="535805"/>
                </a:lnTo>
                <a:lnTo>
                  <a:pt x="832079" y="533480"/>
                </a:lnTo>
                <a:lnTo>
                  <a:pt x="827893" y="532085"/>
                </a:lnTo>
                <a:lnTo>
                  <a:pt x="826963" y="527433"/>
                </a:lnTo>
                <a:lnTo>
                  <a:pt x="829288" y="525573"/>
                </a:lnTo>
                <a:lnTo>
                  <a:pt x="831614" y="517201"/>
                </a:lnTo>
                <a:lnTo>
                  <a:pt x="831149" y="510690"/>
                </a:lnTo>
                <a:lnTo>
                  <a:pt x="833010" y="506503"/>
                </a:lnTo>
                <a:lnTo>
                  <a:pt x="833474" y="502318"/>
                </a:lnTo>
                <a:lnTo>
                  <a:pt x="832544" y="499992"/>
                </a:lnTo>
                <a:lnTo>
                  <a:pt x="834405" y="497666"/>
                </a:lnTo>
                <a:lnTo>
                  <a:pt x="834405" y="492550"/>
                </a:lnTo>
                <a:lnTo>
                  <a:pt x="837195" y="489759"/>
                </a:lnTo>
                <a:lnTo>
                  <a:pt x="839986" y="490690"/>
                </a:lnTo>
                <a:lnTo>
                  <a:pt x="842312" y="489759"/>
                </a:lnTo>
                <a:lnTo>
                  <a:pt x="846498" y="490690"/>
                </a:lnTo>
                <a:lnTo>
                  <a:pt x="849288" y="490225"/>
                </a:lnTo>
                <a:lnTo>
                  <a:pt x="852079" y="487434"/>
                </a:lnTo>
                <a:lnTo>
                  <a:pt x="862312" y="488364"/>
                </a:lnTo>
                <a:lnTo>
                  <a:pt x="865567" y="492085"/>
                </a:lnTo>
                <a:lnTo>
                  <a:pt x="867427" y="492085"/>
                </a:lnTo>
                <a:lnTo>
                  <a:pt x="869288" y="487899"/>
                </a:lnTo>
                <a:lnTo>
                  <a:pt x="868822" y="484178"/>
                </a:lnTo>
                <a:lnTo>
                  <a:pt x="874870" y="475342"/>
                </a:lnTo>
                <a:lnTo>
                  <a:pt x="869753" y="472086"/>
                </a:lnTo>
                <a:lnTo>
                  <a:pt x="874404" y="462783"/>
                </a:lnTo>
                <a:lnTo>
                  <a:pt x="875800" y="462783"/>
                </a:lnTo>
                <a:lnTo>
                  <a:pt x="880451" y="452551"/>
                </a:lnTo>
                <a:lnTo>
                  <a:pt x="886962" y="447435"/>
                </a:lnTo>
                <a:lnTo>
                  <a:pt x="894869" y="447899"/>
                </a:lnTo>
                <a:lnTo>
                  <a:pt x="898124" y="443714"/>
                </a:lnTo>
                <a:lnTo>
                  <a:pt x="907427" y="442784"/>
                </a:lnTo>
                <a:lnTo>
                  <a:pt x="909287" y="444644"/>
                </a:lnTo>
                <a:lnTo>
                  <a:pt x="911613" y="443248"/>
                </a:lnTo>
                <a:lnTo>
                  <a:pt x="913008" y="440458"/>
                </a:lnTo>
                <a:lnTo>
                  <a:pt x="917660" y="438597"/>
                </a:lnTo>
                <a:lnTo>
                  <a:pt x="918589" y="434877"/>
                </a:lnTo>
                <a:lnTo>
                  <a:pt x="926031" y="432086"/>
                </a:lnTo>
                <a:lnTo>
                  <a:pt x="927892" y="432086"/>
                </a:lnTo>
                <a:lnTo>
                  <a:pt x="929752" y="428830"/>
                </a:lnTo>
                <a:lnTo>
                  <a:pt x="929287" y="424645"/>
                </a:lnTo>
                <a:lnTo>
                  <a:pt x="934868" y="420458"/>
                </a:lnTo>
                <a:lnTo>
                  <a:pt x="933008" y="409296"/>
                </a:lnTo>
                <a:lnTo>
                  <a:pt x="939519" y="405575"/>
                </a:lnTo>
                <a:lnTo>
                  <a:pt x="938589" y="401389"/>
                </a:lnTo>
                <a:lnTo>
                  <a:pt x="933938" y="398598"/>
                </a:lnTo>
                <a:lnTo>
                  <a:pt x="938124" y="389296"/>
                </a:lnTo>
                <a:lnTo>
                  <a:pt x="943706" y="387900"/>
                </a:lnTo>
                <a:lnTo>
                  <a:pt x="944636" y="386040"/>
                </a:lnTo>
                <a:lnTo>
                  <a:pt x="940450" y="382785"/>
                </a:lnTo>
                <a:lnTo>
                  <a:pt x="941845" y="379064"/>
                </a:lnTo>
                <a:lnTo>
                  <a:pt x="938124" y="379994"/>
                </a:lnTo>
                <a:lnTo>
                  <a:pt x="935799" y="378134"/>
                </a:lnTo>
                <a:lnTo>
                  <a:pt x="931148" y="379994"/>
                </a:lnTo>
                <a:lnTo>
                  <a:pt x="927892" y="379064"/>
                </a:lnTo>
                <a:lnTo>
                  <a:pt x="924636" y="376273"/>
                </a:lnTo>
                <a:lnTo>
                  <a:pt x="923241" y="372552"/>
                </a:lnTo>
                <a:lnTo>
                  <a:pt x="919985" y="372552"/>
                </a:lnTo>
                <a:lnTo>
                  <a:pt x="916729" y="374412"/>
                </a:lnTo>
                <a:lnTo>
                  <a:pt x="915334" y="372087"/>
                </a:lnTo>
                <a:lnTo>
                  <a:pt x="910217" y="366971"/>
                </a:lnTo>
                <a:lnTo>
                  <a:pt x="901846" y="367436"/>
                </a:lnTo>
                <a:lnTo>
                  <a:pt x="899055" y="363715"/>
                </a:lnTo>
                <a:lnTo>
                  <a:pt x="893009" y="360924"/>
                </a:lnTo>
                <a:lnTo>
                  <a:pt x="887892" y="360924"/>
                </a:lnTo>
                <a:lnTo>
                  <a:pt x="883241" y="365110"/>
                </a:lnTo>
                <a:lnTo>
                  <a:pt x="879520" y="365575"/>
                </a:lnTo>
                <a:lnTo>
                  <a:pt x="877660" y="363715"/>
                </a:lnTo>
                <a:lnTo>
                  <a:pt x="879520" y="353483"/>
                </a:lnTo>
                <a:lnTo>
                  <a:pt x="875334" y="345576"/>
                </a:lnTo>
                <a:lnTo>
                  <a:pt x="875334" y="338599"/>
                </a:lnTo>
                <a:lnTo>
                  <a:pt x="876729" y="333948"/>
                </a:lnTo>
                <a:lnTo>
                  <a:pt x="880916" y="326041"/>
                </a:lnTo>
                <a:lnTo>
                  <a:pt x="885566" y="321390"/>
                </a:lnTo>
                <a:lnTo>
                  <a:pt x="890683" y="319064"/>
                </a:lnTo>
                <a:lnTo>
                  <a:pt x="889288" y="311157"/>
                </a:lnTo>
                <a:lnTo>
                  <a:pt x="889288" y="306042"/>
                </a:lnTo>
                <a:lnTo>
                  <a:pt x="884171" y="305576"/>
                </a:lnTo>
                <a:lnTo>
                  <a:pt x="878590" y="300460"/>
                </a:lnTo>
                <a:lnTo>
                  <a:pt x="871148" y="301391"/>
                </a:lnTo>
                <a:lnTo>
                  <a:pt x="866032" y="297205"/>
                </a:lnTo>
                <a:lnTo>
                  <a:pt x="856730" y="299995"/>
                </a:lnTo>
                <a:lnTo>
                  <a:pt x="853009" y="299995"/>
                </a:lnTo>
                <a:lnTo>
                  <a:pt x="849288" y="297205"/>
                </a:lnTo>
                <a:lnTo>
                  <a:pt x="844172" y="298135"/>
                </a:lnTo>
                <a:lnTo>
                  <a:pt x="841381" y="295809"/>
                </a:lnTo>
                <a:lnTo>
                  <a:pt x="828358" y="298135"/>
                </a:lnTo>
                <a:lnTo>
                  <a:pt x="822777" y="290693"/>
                </a:lnTo>
                <a:lnTo>
                  <a:pt x="812545" y="288367"/>
                </a:lnTo>
                <a:lnTo>
                  <a:pt x="806033" y="284182"/>
                </a:lnTo>
                <a:lnTo>
                  <a:pt x="799057" y="277670"/>
                </a:lnTo>
                <a:lnTo>
                  <a:pt x="793940" y="274414"/>
                </a:lnTo>
                <a:lnTo>
                  <a:pt x="788824" y="269763"/>
                </a:lnTo>
                <a:lnTo>
                  <a:pt x="785569" y="267903"/>
                </a:lnTo>
                <a:lnTo>
                  <a:pt x="786033" y="258601"/>
                </a:lnTo>
                <a:lnTo>
                  <a:pt x="785569" y="253950"/>
                </a:lnTo>
                <a:lnTo>
                  <a:pt x="788359" y="245112"/>
                </a:lnTo>
                <a:lnTo>
                  <a:pt x="784173" y="241857"/>
                </a:lnTo>
                <a:lnTo>
                  <a:pt x="778591" y="235810"/>
                </a:lnTo>
                <a:lnTo>
                  <a:pt x="775801" y="235810"/>
                </a:lnTo>
                <a:lnTo>
                  <a:pt x="773010" y="239996"/>
                </a:lnTo>
                <a:lnTo>
                  <a:pt x="768359" y="241857"/>
                </a:lnTo>
                <a:lnTo>
                  <a:pt x="765103" y="239996"/>
                </a:lnTo>
                <a:lnTo>
                  <a:pt x="761382" y="240926"/>
                </a:lnTo>
                <a:lnTo>
                  <a:pt x="758126" y="243252"/>
                </a:lnTo>
                <a:lnTo>
                  <a:pt x="750685" y="243252"/>
                </a:lnTo>
                <a:lnTo>
                  <a:pt x="749290" y="241857"/>
                </a:lnTo>
                <a:lnTo>
                  <a:pt x="748825" y="236740"/>
                </a:lnTo>
                <a:lnTo>
                  <a:pt x="740918" y="237206"/>
                </a:lnTo>
                <a:lnTo>
                  <a:pt x="738127" y="235345"/>
                </a:lnTo>
                <a:lnTo>
                  <a:pt x="736267" y="237670"/>
                </a:lnTo>
                <a:lnTo>
                  <a:pt x="732546" y="239066"/>
                </a:lnTo>
                <a:lnTo>
                  <a:pt x="732546" y="241392"/>
                </a:lnTo>
                <a:lnTo>
                  <a:pt x="727429" y="243717"/>
                </a:lnTo>
                <a:lnTo>
                  <a:pt x="723709" y="240926"/>
                </a:lnTo>
                <a:lnTo>
                  <a:pt x="720453" y="241857"/>
                </a:lnTo>
                <a:lnTo>
                  <a:pt x="715802" y="246043"/>
                </a:lnTo>
                <a:lnTo>
                  <a:pt x="711151" y="243252"/>
                </a:lnTo>
                <a:lnTo>
                  <a:pt x="708360" y="239531"/>
                </a:lnTo>
                <a:lnTo>
                  <a:pt x="699988" y="237670"/>
                </a:lnTo>
                <a:lnTo>
                  <a:pt x="695802" y="231159"/>
                </a:lnTo>
                <a:lnTo>
                  <a:pt x="693477" y="231159"/>
                </a:lnTo>
                <a:lnTo>
                  <a:pt x="689756" y="228368"/>
                </a:lnTo>
                <a:lnTo>
                  <a:pt x="689756" y="222322"/>
                </a:lnTo>
                <a:lnTo>
                  <a:pt x="693012" y="219531"/>
                </a:lnTo>
                <a:lnTo>
                  <a:pt x="693942" y="213950"/>
                </a:lnTo>
                <a:lnTo>
                  <a:pt x="696732" y="213950"/>
                </a:lnTo>
                <a:lnTo>
                  <a:pt x="698128" y="209299"/>
                </a:lnTo>
                <a:lnTo>
                  <a:pt x="700453" y="207904"/>
                </a:lnTo>
                <a:lnTo>
                  <a:pt x="698593" y="203253"/>
                </a:lnTo>
                <a:lnTo>
                  <a:pt x="693012" y="201858"/>
                </a:lnTo>
                <a:lnTo>
                  <a:pt x="689756" y="198602"/>
                </a:lnTo>
                <a:lnTo>
                  <a:pt x="690686" y="195346"/>
                </a:lnTo>
                <a:lnTo>
                  <a:pt x="690221" y="192090"/>
                </a:lnTo>
                <a:lnTo>
                  <a:pt x="692546" y="186974"/>
                </a:lnTo>
                <a:lnTo>
                  <a:pt x="696732" y="183718"/>
                </a:lnTo>
                <a:lnTo>
                  <a:pt x="695337" y="179997"/>
                </a:lnTo>
                <a:lnTo>
                  <a:pt x="693012" y="177671"/>
                </a:lnTo>
                <a:lnTo>
                  <a:pt x="694407" y="175346"/>
                </a:lnTo>
                <a:lnTo>
                  <a:pt x="694407" y="171625"/>
                </a:lnTo>
                <a:lnTo>
                  <a:pt x="698593" y="167904"/>
                </a:lnTo>
                <a:lnTo>
                  <a:pt x="699988" y="161393"/>
                </a:lnTo>
                <a:lnTo>
                  <a:pt x="706500" y="158602"/>
                </a:lnTo>
                <a:lnTo>
                  <a:pt x="711151" y="161393"/>
                </a:lnTo>
                <a:lnTo>
                  <a:pt x="713941" y="161393"/>
                </a:lnTo>
                <a:lnTo>
                  <a:pt x="717197" y="158137"/>
                </a:lnTo>
                <a:lnTo>
                  <a:pt x="719523" y="158137"/>
                </a:lnTo>
                <a:lnTo>
                  <a:pt x="725104" y="153021"/>
                </a:lnTo>
                <a:lnTo>
                  <a:pt x="729290" y="152091"/>
                </a:lnTo>
                <a:lnTo>
                  <a:pt x="733011" y="147905"/>
                </a:lnTo>
                <a:lnTo>
                  <a:pt x="735336" y="146509"/>
                </a:lnTo>
                <a:lnTo>
                  <a:pt x="736267" y="143718"/>
                </a:lnTo>
                <a:lnTo>
                  <a:pt x="739987" y="139998"/>
                </a:lnTo>
                <a:lnTo>
                  <a:pt x="743243" y="139998"/>
                </a:lnTo>
                <a:lnTo>
                  <a:pt x="746499" y="136277"/>
                </a:lnTo>
                <a:lnTo>
                  <a:pt x="746964" y="129766"/>
                </a:lnTo>
                <a:lnTo>
                  <a:pt x="745104" y="126974"/>
                </a:lnTo>
                <a:lnTo>
                  <a:pt x="753011" y="121859"/>
                </a:lnTo>
                <a:lnTo>
                  <a:pt x="754871" y="123254"/>
                </a:lnTo>
                <a:lnTo>
                  <a:pt x="757197" y="121393"/>
                </a:lnTo>
                <a:lnTo>
                  <a:pt x="763708" y="122789"/>
                </a:lnTo>
                <a:lnTo>
                  <a:pt x="763243" y="115347"/>
                </a:lnTo>
                <a:lnTo>
                  <a:pt x="764638" y="112091"/>
                </a:lnTo>
                <a:lnTo>
                  <a:pt x="767894" y="109301"/>
                </a:lnTo>
                <a:lnTo>
                  <a:pt x="773010" y="107905"/>
                </a:lnTo>
                <a:lnTo>
                  <a:pt x="774871" y="106045"/>
                </a:lnTo>
                <a:lnTo>
                  <a:pt x="775801" y="102324"/>
                </a:lnTo>
                <a:lnTo>
                  <a:pt x="778591" y="100464"/>
                </a:lnTo>
                <a:lnTo>
                  <a:pt x="778591" y="98138"/>
                </a:lnTo>
                <a:lnTo>
                  <a:pt x="781847" y="93487"/>
                </a:lnTo>
                <a:lnTo>
                  <a:pt x="778591" y="87906"/>
                </a:lnTo>
                <a:lnTo>
                  <a:pt x="779057" y="81859"/>
                </a:lnTo>
                <a:lnTo>
                  <a:pt x="777662" y="79069"/>
                </a:lnTo>
                <a:lnTo>
                  <a:pt x="780452" y="77673"/>
                </a:lnTo>
                <a:lnTo>
                  <a:pt x="785103" y="77673"/>
                </a:lnTo>
                <a:lnTo>
                  <a:pt x="789289" y="73952"/>
                </a:lnTo>
                <a:lnTo>
                  <a:pt x="795801" y="71627"/>
                </a:lnTo>
                <a:lnTo>
                  <a:pt x="797196" y="74882"/>
                </a:lnTo>
                <a:lnTo>
                  <a:pt x="801382" y="75348"/>
                </a:lnTo>
                <a:lnTo>
                  <a:pt x="804172" y="73487"/>
                </a:lnTo>
                <a:lnTo>
                  <a:pt x="812545" y="73487"/>
                </a:lnTo>
                <a:lnTo>
                  <a:pt x="818591" y="71627"/>
                </a:lnTo>
                <a:lnTo>
                  <a:pt x="821381" y="72092"/>
                </a:lnTo>
                <a:lnTo>
                  <a:pt x="822777" y="68836"/>
                </a:lnTo>
                <a:lnTo>
                  <a:pt x="828823" y="68836"/>
                </a:lnTo>
                <a:lnTo>
                  <a:pt x="833474" y="66046"/>
                </a:lnTo>
                <a:lnTo>
                  <a:pt x="839056" y="69301"/>
                </a:lnTo>
                <a:lnTo>
                  <a:pt x="842776" y="69767"/>
                </a:lnTo>
                <a:lnTo>
                  <a:pt x="845568" y="72092"/>
                </a:lnTo>
                <a:lnTo>
                  <a:pt x="848823" y="71162"/>
                </a:lnTo>
                <a:lnTo>
                  <a:pt x="850219" y="73487"/>
                </a:lnTo>
                <a:lnTo>
                  <a:pt x="853009" y="71627"/>
                </a:lnTo>
                <a:lnTo>
                  <a:pt x="857195" y="72092"/>
                </a:lnTo>
                <a:lnTo>
                  <a:pt x="859520" y="71162"/>
                </a:lnTo>
                <a:lnTo>
                  <a:pt x="860451" y="75348"/>
                </a:lnTo>
                <a:lnTo>
                  <a:pt x="866032" y="77208"/>
                </a:lnTo>
                <a:lnTo>
                  <a:pt x="867893" y="75813"/>
                </a:lnTo>
                <a:lnTo>
                  <a:pt x="876729" y="77673"/>
                </a:lnTo>
                <a:lnTo>
                  <a:pt x="879520" y="73022"/>
                </a:lnTo>
                <a:lnTo>
                  <a:pt x="888822" y="74882"/>
                </a:lnTo>
                <a:lnTo>
                  <a:pt x="893009" y="71627"/>
                </a:lnTo>
                <a:lnTo>
                  <a:pt x="901846" y="75348"/>
                </a:lnTo>
                <a:lnTo>
                  <a:pt x="907427" y="73952"/>
                </a:lnTo>
                <a:lnTo>
                  <a:pt x="908357" y="69301"/>
                </a:lnTo>
                <a:lnTo>
                  <a:pt x="906497" y="64650"/>
                </a:lnTo>
                <a:lnTo>
                  <a:pt x="902311" y="58604"/>
                </a:lnTo>
                <a:lnTo>
                  <a:pt x="899985" y="57209"/>
                </a:lnTo>
                <a:lnTo>
                  <a:pt x="896729" y="57673"/>
                </a:lnTo>
                <a:lnTo>
                  <a:pt x="893009" y="53022"/>
                </a:lnTo>
                <a:lnTo>
                  <a:pt x="887892" y="52558"/>
                </a:lnTo>
                <a:lnTo>
                  <a:pt x="885566" y="50232"/>
                </a:lnTo>
                <a:lnTo>
                  <a:pt x="879520" y="48836"/>
                </a:lnTo>
                <a:lnTo>
                  <a:pt x="878125" y="43255"/>
                </a:lnTo>
                <a:lnTo>
                  <a:pt x="872544" y="38604"/>
                </a:lnTo>
                <a:lnTo>
                  <a:pt x="874404" y="32558"/>
                </a:lnTo>
                <a:lnTo>
                  <a:pt x="878125" y="33023"/>
                </a:lnTo>
                <a:lnTo>
                  <a:pt x="883241" y="36278"/>
                </a:lnTo>
                <a:lnTo>
                  <a:pt x="885566" y="34418"/>
                </a:lnTo>
                <a:lnTo>
                  <a:pt x="889753" y="36744"/>
                </a:lnTo>
                <a:lnTo>
                  <a:pt x="893009" y="36278"/>
                </a:lnTo>
                <a:lnTo>
                  <a:pt x="896265" y="38604"/>
                </a:lnTo>
                <a:lnTo>
                  <a:pt x="898124" y="35348"/>
                </a:lnTo>
                <a:lnTo>
                  <a:pt x="900450" y="35348"/>
                </a:lnTo>
                <a:lnTo>
                  <a:pt x="906031" y="38139"/>
                </a:lnTo>
                <a:lnTo>
                  <a:pt x="907892" y="40465"/>
                </a:lnTo>
                <a:lnTo>
                  <a:pt x="912078" y="39999"/>
                </a:lnTo>
                <a:lnTo>
                  <a:pt x="914404" y="41395"/>
                </a:lnTo>
                <a:lnTo>
                  <a:pt x="918589" y="47441"/>
                </a:lnTo>
                <a:lnTo>
                  <a:pt x="923241" y="50697"/>
                </a:lnTo>
                <a:lnTo>
                  <a:pt x="927426" y="50232"/>
                </a:lnTo>
                <a:lnTo>
                  <a:pt x="931613" y="54418"/>
                </a:lnTo>
                <a:lnTo>
                  <a:pt x="937194" y="48372"/>
                </a:lnTo>
                <a:lnTo>
                  <a:pt x="941845" y="48836"/>
                </a:lnTo>
                <a:lnTo>
                  <a:pt x="946031" y="47441"/>
                </a:lnTo>
                <a:lnTo>
                  <a:pt x="948821" y="35348"/>
                </a:lnTo>
                <a:lnTo>
                  <a:pt x="950682" y="34418"/>
                </a:lnTo>
                <a:lnTo>
                  <a:pt x="959984" y="36278"/>
                </a:lnTo>
                <a:lnTo>
                  <a:pt x="961845" y="38139"/>
                </a:lnTo>
                <a:lnTo>
                  <a:pt x="965101" y="38139"/>
                </a:lnTo>
                <a:lnTo>
                  <a:pt x="967891" y="34883"/>
                </a:lnTo>
                <a:lnTo>
                  <a:pt x="973937" y="32092"/>
                </a:lnTo>
                <a:lnTo>
                  <a:pt x="981844" y="23721"/>
                </a:lnTo>
                <a:lnTo>
                  <a:pt x="985100" y="21860"/>
                </a:lnTo>
                <a:lnTo>
                  <a:pt x="987891" y="21860"/>
                </a:lnTo>
                <a:lnTo>
                  <a:pt x="991611" y="17674"/>
                </a:lnTo>
                <a:lnTo>
                  <a:pt x="999054" y="16744"/>
                </a:lnTo>
                <a:lnTo>
                  <a:pt x="1001844" y="18139"/>
                </a:lnTo>
                <a:lnTo>
                  <a:pt x="1007891" y="18139"/>
                </a:lnTo>
                <a:lnTo>
                  <a:pt x="1012076" y="25116"/>
                </a:lnTo>
                <a:lnTo>
                  <a:pt x="1014867" y="25116"/>
                </a:lnTo>
                <a:lnTo>
                  <a:pt x="1017658" y="6512"/>
                </a:lnTo>
                <a:lnTo>
                  <a:pt x="1025100" y="4186"/>
                </a:lnTo>
                <a:lnTo>
                  <a:pt x="1027890" y="4186"/>
                </a:lnTo>
                <a:close/>
              </a:path>
            </a:pathLst>
          </a:custGeom>
          <a:solidFill>
            <a:schemeClr val="accent4"/>
          </a:solidFill>
          <a:ln w="3175" cap="rnd">
            <a:noFill/>
            <a:prstDash val="solid"/>
            <a:round/>
          </a:ln>
        </p:spPr>
        <p:txBody>
          <a:bodyPr wrap="square" rtlCol="0" anchor="ctr">
            <a:noAutofit/>
          </a:bodyPr>
          <a:lstStyle/>
          <a:p>
            <a:endParaRPr lang="en-US" dirty="0">
              <a:solidFill>
                <a:prstClr val="black"/>
              </a:solidFill>
            </a:endParaRPr>
          </a:p>
        </p:txBody>
      </p:sp>
    </p:spTree>
    <p:custDataLst>
      <p:tags r:id="rId1"/>
    </p:custDataLst>
    <p:extLst>
      <p:ext uri="{BB962C8B-B14F-4D97-AF65-F5344CB8AC3E}">
        <p14:creationId xmlns:p14="http://schemas.microsoft.com/office/powerpoint/2010/main" val="4223192324"/>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2</a:t>
            </a:r>
          </a:p>
        </p:txBody>
      </p:sp>
      <p:cxnSp>
        <p:nvCxnSpPr>
          <p:cNvPr id="264" name="Straight Connector 263"/>
          <p:cNvCxnSpPr/>
          <p:nvPr/>
        </p:nvCxnSpPr>
        <p:spPr>
          <a:xfrm>
            <a:off x="4363112"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71" name="Rectangle 270"/>
          <p:cNvSpPr/>
          <p:nvPr/>
        </p:nvSpPr>
        <p:spPr>
          <a:xfrm>
            <a:off x="1000561" y="4868957"/>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94">
            <a:extLst>
              <a:ext uri="{28A0092B-C50C-407E-A947-70E740481C1C}">
                <a14:useLocalDpi xmlns:a14="http://schemas.microsoft.com/office/drawing/2010/main" val="0"/>
              </a:ext>
            </a:extLst>
          </a:blip>
          <a:srcRect r="39187" b="5451"/>
          <a:stretch>
            <a:fillRect/>
          </a:stretch>
        </p:blipFill>
        <p:spPr>
          <a:xfrm>
            <a:off x="1878886"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1839478"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1594619"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9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1801740"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8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2008861"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8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2215982"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8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2423103"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2630224"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2837345"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3044466"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3251587"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3458708"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1283395"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269" name="Rectangle 268"/>
          <p:cNvSpPr/>
          <p:nvPr/>
        </p:nvSpPr>
        <p:spPr>
          <a:xfrm>
            <a:off x="7932114" y="4832449"/>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9019233" y="1774876"/>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8976857" y="177176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12"/>
            </p:custDataLst>
          </p:nvPr>
        </p:nvGrpSpPr>
        <p:grpSpPr bwMode="auto">
          <a:xfrm>
            <a:off x="8526172" y="3770271"/>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13"/>
            </p:custDataLst>
          </p:nvPr>
        </p:nvGrpSpPr>
        <p:grpSpPr bwMode="auto">
          <a:xfrm>
            <a:off x="8733293" y="3770271"/>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14"/>
            </p:custDataLst>
          </p:nvPr>
        </p:nvGrpSpPr>
        <p:grpSpPr bwMode="auto">
          <a:xfrm>
            <a:off x="8940414" y="3770271"/>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15"/>
            </p:custDataLst>
          </p:nvPr>
        </p:nvGrpSpPr>
        <p:grpSpPr bwMode="auto">
          <a:xfrm>
            <a:off x="9147535" y="3770271"/>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16"/>
            </p:custDataLst>
          </p:nvPr>
        </p:nvGrpSpPr>
        <p:grpSpPr bwMode="auto">
          <a:xfrm>
            <a:off x="9354656" y="3770271"/>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17"/>
            </p:custDataLst>
          </p:nvPr>
        </p:nvGrpSpPr>
        <p:grpSpPr bwMode="auto">
          <a:xfrm>
            <a:off x="9561777" y="3770271"/>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6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18"/>
            </p:custDataLst>
          </p:nvPr>
        </p:nvGrpSpPr>
        <p:grpSpPr bwMode="auto">
          <a:xfrm>
            <a:off x="9768898" y="3770271"/>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5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19"/>
            </p:custDataLst>
          </p:nvPr>
        </p:nvGrpSpPr>
        <p:grpSpPr bwMode="auto">
          <a:xfrm>
            <a:off x="9976019" y="3770271"/>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5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20"/>
            </p:custDataLst>
          </p:nvPr>
        </p:nvGrpSpPr>
        <p:grpSpPr bwMode="auto">
          <a:xfrm>
            <a:off x="10183140" y="3770271"/>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5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21"/>
            </p:custDataLst>
          </p:nvPr>
        </p:nvGrpSpPr>
        <p:grpSpPr bwMode="auto">
          <a:xfrm>
            <a:off x="10390261" y="3770271"/>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5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1" name="Rectangle 420">
            <a:extLst>
              <a:ext uri="{FF2B5EF4-FFF2-40B4-BE49-F238E27FC236}">
                <a16:creationId xmlns:a16="http://schemas.microsoft.com/office/drawing/2014/main" id="{1DB06625-1970-409E-E21A-C2691B3755A6}"/>
              </a:ext>
            </a:extLst>
          </p:cNvPr>
          <p:cNvSpPr/>
          <p:nvPr/>
        </p:nvSpPr>
        <p:spPr>
          <a:xfrm>
            <a:off x="8214948" y="4478021"/>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cxnSp>
        <p:nvCxnSpPr>
          <p:cNvPr id="265" name="Straight Connector 264"/>
          <p:cNvCxnSpPr/>
          <p:nvPr/>
        </p:nvCxnSpPr>
        <p:spPr>
          <a:xfrm>
            <a:off x="7828888" y="1808269"/>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4466337" y="4905465"/>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5451676" y="1847892"/>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96">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96">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5408167" y="183815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22"/>
            </p:custDataLst>
          </p:nvPr>
        </p:nvGrpSpPr>
        <p:grpSpPr bwMode="auto">
          <a:xfrm>
            <a:off x="5060395" y="3843287"/>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5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23"/>
            </p:custDataLst>
          </p:nvPr>
        </p:nvGrpSpPr>
        <p:grpSpPr bwMode="auto">
          <a:xfrm>
            <a:off x="5267516" y="3843287"/>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24"/>
            </p:custDataLst>
          </p:nvPr>
        </p:nvGrpSpPr>
        <p:grpSpPr bwMode="auto">
          <a:xfrm>
            <a:off x="5474637" y="3843287"/>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25"/>
            </p:custDataLst>
          </p:nvPr>
        </p:nvGrpSpPr>
        <p:grpSpPr bwMode="auto">
          <a:xfrm>
            <a:off x="5681758" y="3843287"/>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26"/>
            </p:custDataLst>
          </p:nvPr>
        </p:nvGrpSpPr>
        <p:grpSpPr bwMode="auto">
          <a:xfrm>
            <a:off x="5888879" y="3843287"/>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27"/>
            </p:custDataLst>
          </p:nvPr>
        </p:nvGrpSpPr>
        <p:grpSpPr bwMode="auto">
          <a:xfrm>
            <a:off x="6096000" y="3843287"/>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4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4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28"/>
            </p:custDataLst>
          </p:nvPr>
        </p:nvGrpSpPr>
        <p:grpSpPr bwMode="auto">
          <a:xfrm>
            <a:off x="6303121" y="3843287"/>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3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3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29"/>
            </p:custDataLst>
          </p:nvPr>
        </p:nvGrpSpPr>
        <p:grpSpPr bwMode="auto">
          <a:xfrm>
            <a:off x="6510242" y="3843287"/>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3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3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30"/>
            </p:custDataLst>
          </p:nvPr>
        </p:nvGrpSpPr>
        <p:grpSpPr bwMode="auto">
          <a:xfrm>
            <a:off x="6717363" y="3843287"/>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3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3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31"/>
            </p:custDataLst>
          </p:nvPr>
        </p:nvGrpSpPr>
        <p:grpSpPr bwMode="auto">
          <a:xfrm>
            <a:off x="6924484" y="3843287"/>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3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3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0" name="Rectangle 419">
            <a:extLst>
              <a:ext uri="{FF2B5EF4-FFF2-40B4-BE49-F238E27FC236}">
                <a16:creationId xmlns:a16="http://schemas.microsoft.com/office/drawing/2014/main" id="{5C9BA3DD-650C-0040-6FD6-F55345BAE7C3}"/>
              </a:ext>
            </a:extLst>
          </p:cNvPr>
          <p:cNvSpPr/>
          <p:nvPr/>
        </p:nvSpPr>
        <p:spPr>
          <a:xfrm>
            <a:off x="4749171" y="4551037"/>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Tree>
    <p:custDataLst>
      <p:tags r:id="rId1"/>
    </p:custDataLst>
    <p:extLst>
      <p:ext uri="{BB962C8B-B14F-4D97-AF65-F5344CB8AC3E}">
        <p14:creationId xmlns:p14="http://schemas.microsoft.com/office/powerpoint/2010/main" val="3976346053"/>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69" name="Rectangle 268"/>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0" name="Rectangle 269"/>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1" name="Rectangle 270"/>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470200460"/>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6D5D69-7AC7-B6ED-52A3-C1809CF4459C}"/>
              </a:ext>
            </a:extLst>
          </p:cNvPr>
          <p:cNvSpPr>
            <a:spLocks noGrp="1"/>
          </p:cNvSpPr>
          <p:nvPr>
            <p:ph type="title"/>
          </p:nvPr>
        </p:nvSpPr>
        <p:spPr>
          <a:xfrm>
            <a:off x="214184" y="13663"/>
            <a:ext cx="9728886" cy="678316"/>
          </a:xfrm>
        </p:spPr>
        <p:txBody>
          <a:bodyPr/>
          <a:lstStyle/>
          <a:p>
            <a:r>
              <a:rPr lang="en-US" dirty="0"/>
              <a:t>Country comparison 4</a:t>
            </a:r>
          </a:p>
        </p:txBody>
      </p:sp>
      <p:graphicFrame>
        <p:nvGraphicFramePr>
          <p:cNvPr id="3" name="Chart 2">
            <a:extLst>
              <a:ext uri="{FF2B5EF4-FFF2-40B4-BE49-F238E27FC236}">
                <a16:creationId xmlns:a16="http://schemas.microsoft.com/office/drawing/2014/main" id="{9FD3C3D8-F636-5C78-2FB0-8BCE9A45EC24}"/>
              </a:ext>
            </a:extLst>
          </p:cNvPr>
          <p:cNvGraphicFramePr/>
          <p:nvPr>
            <p:extLst>
              <p:ext uri="{D42A27DB-BD31-4B8C-83A1-F6EECF244321}">
                <p14:modId xmlns:p14="http://schemas.microsoft.com/office/powerpoint/2010/main" val="2889688944"/>
              </p:ext>
            </p:extLst>
          </p:nvPr>
        </p:nvGraphicFramePr>
        <p:xfrm>
          <a:off x="3536830" y="2209549"/>
          <a:ext cx="7470476" cy="1027328"/>
        </p:xfrm>
        <a:graphic>
          <a:graphicData uri="http://schemas.openxmlformats.org/drawingml/2006/chart">
            <c:chart xmlns:c="http://schemas.openxmlformats.org/drawingml/2006/chart" xmlns:r="http://schemas.openxmlformats.org/officeDocument/2006/relationships" r:id="rId3"/>
          </a:graphicData>
        </a:graphic>
      </p:graphicFrame>
      <p:sp>
        <p:nvSpPr>
          <p:cNvPr id="4" name="TextBox 3">
            <a:extLst>
              <a:ext uri="{FF2B5EF4-FFF2-40B4-BE49-F238E27FC236}">
                <a16:creationId xmlns:a16="http://schemas.microsoft.com/office/drawing/2014/main" id="{A852A036-76D0-F591-6FEB-8613DBE09EE4}"/>
              </a:ext>
            </a:extLst>
          </p:cNvPr>
          <p:cNvSpPr txBox="1"/>
          <p:nvPr/>
        </p:nvSpPr>
        <p:spPr>
          <a:xfrm>
            <a:off x="2056938" y="2851861"/>
            <a:ext cx="1168910" cy="307777"/>
          </a:xfrm>
          <a:prstGeom prst="rect">
            <a:avLst/>
          </a:prstGeom>
          <a:noFill/>
        </p:spPr>
        <p:txBody>
          <a:bodyPr wrap="none" rtlCol="0">
            <a:spAutoFit/>
          </a:bodyPr>
          <a:lstStyle/>
          <a:p>
            <a:r>
              <a:rPr lang="en-US" sz="1400" b="1" dirty="0"/>
              <a:t>Automotive</a:t>
            </a:r>
          </a:p>
        </p:txBody>
      </p:sp>
      <p:sp>
        <p:nvSpPr>
          <p:cNvPr id="5" name="TextBox 4">
            <a:extLst>
              <a:ext uri="{FF2B5EF4-FFF2-40B4-BE49-F238E27FC236}">
                <a16:creationId xmlns:a16="http://schemas.microsoft.com/office/drawing/2014/main" id="{1B15978F-2A77-E14D-955A-54A9F0DA7911}"/>
              </a:ext>
            </a:extLst>
          </p:cNvPr>
          <p:cNvSpPr txBox="1"/>
          <p:nvPr/>
        </p:nvSpPr>
        <p:spPr>
          <a:xfrm>
            <a:off x="2056938" y="3838217"/>
            <a:ext cx="1725152" cy="307777"/>
          </a:xfrm>
          <a:prstGeom prst="rect">
            <a:avLst/>
          </a:prstGeom>
          <a:noFill/>
        </p:spPr>
        <p:txBody>
          <a:bodyPr wrap="none" rtlCol="0">
            <a:spAutoFit/>
          </a:bodyPr>
          <a:lstStyle/>
          <a:p>
            <a:r>
              <a:rPr lang="en-US" sz="1400" b="1" dirty="0"/>
              <a:t>Financial services</a:t>
            </a:r>
          </a:p>
        </p:txBody>
      </p:sp>
      <p:sp>
        <p:nvSpPr>
          <p:cNvPr id="6" name="TextBox 5">
            <a:extLst>
              <a:ext uri="{FF2B5EF4-FFF2-40B4-BE49-F238E27FC236}">
                <a16:creationId xmlns:a16="http://schemas.microsoft.com/office/drawing/2014/main" id="{6F78D799-9026-B5B9-2818-19D1B2896033}"/>
              </a:ext>
            </a:extLst>
          </p:cNvPr>
          <p:cNvSpPr txBox="1"/>
          <p:nvPr/>
        </p:nvSpPr>
        <p:spPr>
          <a:xfrm>
            <a:off x="2056938" y="4824573"/>
            <a:ext cx="1128835" cy="307777"/>
          </a:xfrm>
          <a:prstGeom prst="rect">
            <a:avLst/>
          </a:prstGeom>
          <a:noFill/>
        </p:spPr>
        <p:txBody>
          <a:bodyPr wrap="none" rtlCol="0">
            <a:spAutoFit/>
          </a:bodyPr>
          <a:lstStyle/>
          <a:p>
            <a:r>
              <a:rPr lang="en-US" sz="1400" b="1" dirty="0"/>
              <a:t>Real estate</a:t>
            </a:r>
          </a:p>
        </p:txBody>
      </p:sp>
      <p:sp>
        <p:nvSpPr>
          <p:cNvPr id="7" name="TextBox 6">
            <a:extLst>
              <a:ext uri="{FF2B5EF4-FFF2-40B4-BE49-F238E27FC236}">
                <a16:creationId xmlns:a16="http://schemas.microsoft.com/office/drawing/2014/main" id="{D42DE984-284F-7557-D221-F86666C1A30D}"/>
              </a:ext>
            </a:extLst>
          </p:cNvPr>
          <p:cNvSpPr txBox="1"/>
          <p:nvPr/>
        </p:nvSpPr>
        <p:spPr>
          <a:xfrm>
            <a:off x="2056938" y="5810929"/>
            <a:ext cx="1292341" cy="307777"/>
          </a:xfrm>
          <a:prstGeom prst="rect">
            <a:avLst/>
          </a:prstGeom>
          <a:noFill/>
        </p:spPr>
        <p:txBody>
          <a:bodyPr wrap="none" rtlCol="0">
            <a:spAutoFit/>
          </a:bodyPr>
          <a:lstStyle/>
          <a:p>
            <a:r>
              <a:rPr lang="en-US" sz="1400" b="1" dirty="0"/>
              <a:t>E-Commerce</a:t>
            </a:r>
          </a:p>
        </p:txBody>
      </p:sp>
      <p:graphicFrame>
        <p:nvGraphicFramePr>
          <p:cNvPr id="8" name="Chart 7">
            <a:extLst>
              <a:ext uri="{FF2B5EF4-FFF2-40B4-BE49-F238E27FC236}">
                <a16:creationId xmlns:a16="http://schemas.microsoft.com/office/drawing/2014/main" id="{4813305C-6A7C-687B-8C6C-BF59715B55CA}"/>
              </a:ext>
            </a:extLst>
          </p:cNvPr>
          <p:cNvGraphicFramePr/>
          <p:nvPr>
            <p:extLst>
              <p:ext uri="{D42A27DB-BD31-4B8C-83A1-F6EECF244321}">
                <p14:modId xmlns:p14="http://schemas.microsoft.com/office/powerpoint/2010/main" val="3381769754"/>
              </p:ext>
            </p:extLst>
          </p:nvPr>
        </p:nvGraphicFramePr>
        <p:xfrm>
          <a:off x="3536830" y="3183167"/>
          <a:ext cx="7470476" cy="10273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Chart 8">
            <a:extLst>
              <a:ext uri="{FF2B5EF4-FFF2-40B4-BE49-F238E27FC236}">
                <a16:creationId xmlns:a16="http://schemas.microsoft.com/office/drawing/2014/main" id="{580A79B2-20C7-C4DA-C960-66FFAD2ABABC}"/>
              </a:ext>
            </a:extLst>
          </p:cNvPr>
          <p:cNvGraphicFramePr/>
          <p:nvPr>
            <p:extLst>
              <p:ext uri="{D42A27DB-BD31-4B8C-83A1-F6EECF244321}">
                <p14:modId xmlns:p14="http://schemas.microsoft.com/office/powerpoint/2010/main" val="2859757042"/>
              </p:ext>
            </p:extLst>
          </p:nvPr>
        </p:nvGraphicFramePr>
        <p:xfrm>
          <a:off x="3536830" y="4156785"/>
          <a:ext cx="7470476" cy="102732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0" name="Chart 9">
            <a:extLst>
              <a:ext uri="{FF2B5EF4-FFF2-40B4-BE49-F238E27FC236}">
                <a16:creationId xmlns:a16="http://schemas.microsoft.com/office/drawing/2014/main" id="{AAE1A5CF-73D5-8592-47DE-8D1B1E26A006}"/>
              </a:ext>
            </a:extLst>
          </p:cNvPr>
          <p:cNvGraphicFramePr/>
          <p:nvPr>
            <p:extLst>
              <p:ext uri="{D42A27DB-BD31-4B8C-83A1-F6EECF244321}">
                <p14:modId xmlns:p14="http://schemas.microsoft.com/office/powerpoint/2010/main" val="1875561167"/>
              </p:ext>
            </p:extLst>
          </p:nvPr>
        </p:nvGraphicFramePr>
        <p:xfrm>
          <a:off x="3536830" y="5141435"/>
          <a:ext cx="7470476" cy="1027328"/>
        </p:xfrm>
        <a:graphic>
          <a:graphicData uri="http://schemas.openxmlformats.org/drawingml/2006/chart">
            <c:chart xmlns:c="http://schemas.openxmlformats.org/drawingml/2006/chart" xmlns:r="http://schemas.openxmlformats.org/officeDocument/2006/relationships" r:id="rId6"/>
          </a:graphicData>
        </a:graphic>
      </p:graphicFrame>
      <p:grpSp>
        <p:nvGrpSpPr>
          <p:cNvPr id="21" name="ATM3" descr="{&quot;Key&quot;:&quot;POWER_USER_SHAPE_ICON&quot;,&quot;Value&quot;:&quot;POWER_USER_SHAPE_ICON_STYLE_1&quot;}">
            <a:extLst>
              <a:ext uri="{FF2B5EF4-FFF2-40B4-BE49-F238E27FC236}">
                <a16:creationId xmlns:a16="http://schemas.microsoft.com/office/drawing/2014/main" id="{5815E740-E498-2791-76D6-CFEFEB58F6CC}"/>
              </a:ext>
            </a:extLst>
          </p:cNvPr>
          <p:cNvGrpSpPr>
            <a:grpSpLocks noChangeAspect="1"/>
          </p:cNvGrpSpPr>
          <p:nvPr/>
        </p:nvGrpSpPr>
        <p:grpSpPr>
          <a:xfrm>
            <a:off x="1506352" y="3840809"/>
            <a:ext cx="351395" cy="391026"/>
            <a:chOff x="9676988" y="3463177"/>
            <a:chExt cx="374044" cy="416228"/>
          </a:xfrm>
          <a:solidFill>
            <a:schemeClr val="accent2"/>
          </a:solidFill>
        </p:grpSpPr>
        <p:sp>
          <p:nvSpPr>
            <p:cNvPr id="22" name="Freeform 2519">
              <a:extLst>
                <a:ext uri="{FF2B5EF4-FFF2-40B4-BE49-F238E27FC236}">
                  <a16:creationId xmlns:a16="http://schemas.microsoft.com/office/drawing/2014/main" id="{97C1D679-C7A4-F929-E27D-FBEC5B797E01}"/>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520">
              <a:extLst>
                <a:ext uri="{FF2B5EF4-FFF2-40B4-BE49-F238E27FC236}">
                  <a16:creationId xmlns:a16="http://schemas.microsoft.com/office/drawing/2014/main" id="{8036AB02-1F17-8454-D329-80599D13FE2C}"/>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521">
              <a:extLst>
                <a:ext uri="{FF2B5EF4-FFF2-40B4-BE49-F238E27FC236}">
                  <a16:creationId xmlns:a16="http://schemas.microsoft.com/office/drawing/2014/main" id="{C562E52C-83F1-F3D8-C06E-EF24856E6E0C}"/>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522">
              <a:extLst>
                <a:ext uri="{FF2B5EF4-FFF2-40B4-BE49-F238E27FC236}">
                  <a16:creationId xmlns:a16="http://schemas.microsoft.com/office/drawing/2014/main" id="{311CF36E-D625-29D3-FE03-EB382A70E35B}"/>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523">
              <a:extLst>
                <a:ext uri="{FF2B5EF4-FFF2-40B4-BE49-F238E27FC236}">
                  <a16:creationId xmlns:a16="http://schemas.microsoft.com/office/drawing/2014/main" id="{0AA2813B-4264-491D-0033-0170E62631F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2524">
              <a:extLst>
                <a:ext uri="{FF2B5EF4-FFF2-40B4-BE49-F238E27FC236}">
                  <a16:creationId xmlns:a16="http://schemas.microsoft.com/office/drawing/2014/main" id="{FA8D556C-3CBC-B750-E996-4AF7D5F7E91B}"/>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2525">
              <a:extLst>
                <a:ext uri="{FF2B5EF4-FFF2-40B4-BE49-F238E27FC236}">
                  <a16:creationId xmlns:a16="http://schemas.microsoft.com/office/drawing/2014/main" id="{13F13D26-FF25-543F-284E-E97B3529B4C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2526">
              <a:extLst>
                <a:ext uri="{FF2B5EF4-FFF2-40B4-BE49-F238E27FC236}">
                  <a16:creationId xmlns:a16="http://schemas.microsoft.com/office/drawing/2014/main" id="{E6E6DF7F-1539-1EAC-6DA4-2F247A2DC1DA}"/>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2527">
              <a:extLst>
                <a:ext uri="{FF2B5EF4-FFF2-40B4-BE49-F238E27FC236}">
                  <a16:creationId xmlns:a16="http://schemas.microsoft.com/office/drawing/2014/main" id="{52ACD152-AED4-2870-D6DB-105CD00786C1}"/>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2528">
              <a:extLst>
                <a:ext uri="{FF2B5EF4-FFF2-40B4-BE49-F238E27FC236}">
                  <a16:creationId xmlns:a16="http://schemas.microsoft.com/office/drawing/2014/main" id="{F5CCC3DF-B3FA-B009-A133-76F86CD810EA}"/>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529">
              <a:extLst>
                <a:ext uri="{FF2B5EF4-FFF2-40B4-BE49-F238E27FC236}">
                  <a16:creationId xmlns:a16="http://schemas.microsoft.com/office/drawing/2014/main" id="{D169A222-0017-617E-5CAF-CE1D348B43D1}"/>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530">
              <a:extLst>
                <a:ext uri="{FF2B5EF4-FFF2-40B4-BE49-F238E27FC236}">
                  <a16:creationId xmlns:a16="http://schemas.microsoft.com/office/drawing/2014/main" id="{C3CDFDE7-1ADD-5E28-5D73-0A0525639E00}"/>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531">
              <a:extLst>
                <a:ext uri="{FF2B5EF4-FFF2-40B4-BE49-F238E27FC236}">
                  <a16:creationId xmlns:a16="http://schemas.microsoft.com/office/drawing/2014/main" id="{09F1613D-21B1-02DD-B2A2-80723B0522D3}"/>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532">
              <a:extLst>
                <a:ext uri="{FF2B5EF4-FFF2-40B4-BE49-F238E27FC236}">
                  <a16:creationId xmlns:a16="http://schemas.microsoft.com/office/drawing/2014/main" id="{A770890D-9795-96DE-3BB5-41FE9D0C57E5}"/>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 name="House_sale" descr="{&quot;Key&quot;:&quot;POWER_USER_SHAPE_ICON&quot;,&quot;Value&quot;:&quot;POWER_USER_SHAPE_ICON_STYLE_1&quot;}">
            <a:extLst>
              <a:ext uri="{FF2B5EF4-FFF2-40B4-BE49-F238E27FC236}">
                <a16:creationId xmlns:a16="http://schemas.microsoft.com/office/drawing/2014/main" id="{C1CC04D7-BB26-B2EF-A62E-658D6EFC4D88}"/>
              </a:ext>
            </a:extLst>
          </p:cNvPr>
          <p:cNvGrpSpPr>
            <a:grpSpLocks noChangeAspect="1"/>
          </p:cNvGrpSpPr>
          <p:nvPr/>
        </p:nvGrpSpPr>
        <p:grpSpPr>
          <a:xfrm>
            <a:off x="1505710" y="4755847"/>
            <a:ext cx="466286" cy="402170"/>
            <a:chOff x="6267450" y="2784475"/>
            <a:chExt cx="508001" cy="438150"/>
          </a:xfrm>
          <a:solidFill>
            <a:schemeClr val="accent3"/>
          </a:solidFill>
        </p:grpSpPr>
        <p:sp>
          <p:nvSpPr>
            <p:cNvPr id="37" name="Freeform 463">
              <a:extLst>
                <a:ext uri="{FF2B5EF4-FFF2-40B4-BE49-F238E27FC236}">
                  <a16:creationId xmlns:a16="http://schemas.microsoft.com/office/drawing/2014/main" id="{1955EBE1-3303-73DF-356E-3AD5A6443B54}"/>
                </a:ext>
              </a:extLst>
            </p:cNvPr>
            <p:cNvSpPr>
              <a:spLocks/>
            </p:cNvSpPr>
            <p:nvPr/>
          </p:nvSpPr>
          <p:spPr bwMode="auto">
            <a:xfrm>
              <a:off x="6624638" y="3086100"/>
              <a:ext cx="19050" cy="17463"/>
            </a:xfrm>
            <a:custGeom>
              <a:avLst/>
              <a:gdLst>
                <a:gd name="T0" fmla="*/ 82 w 154"/>
                <a:gd name="T1" fmla="*/ 145 h 145"/>
                <a:gd name="T2" fmla="*/ 72 w 154"/>
                <a:gd name="T3" fmla="*/ 145 h 145"/>
                <a:gd name="T4" fmla="*/ 0 w 154"/>
                <a:gd name="T5" fmla="*/ 73 h 145"/>
                <a:gd name="T6" fmla="*/ 72 w 154"/>
                <a:gd name="T7" fmla="*/ 0 h 145"/>
                <a:gd name="T8" fmla="*/ 82 w 154"/>
                <a:gd name="T9" fmla="*/ 0 h 145"/>
                <a:gd name="T10" fmla="*/ 154 w 154"/>
                <a:gd name="T11" fmla="*/ 73 h 145"/>
                <a:gd name="T12" fmla="*/ 82 w 154"/>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54" h="145">
                  <a:moveTo>
                    <a:pt x="82" y="145"/>
                  </a:moveTo>
                  <a:lnTo>
                    <a:pt x="72" y="145"/>
                  </a:lnTo>
                  <a:cubicBezTo>
                    <a:pt x="32" y="145"/>
                    <a:pt x="0" y="113"/>
                    <a:pt x="0" y="73"/>
                  </a:cubicBezTo>
                  <a:cubicBezTo>
                    <a:pt x="0" y="32"/>
                    <a:pt x="32" y="0"/>
                    <a:pt x="72" y="0"/>
                  </a:cubicBezTo>
                  <a:lnTo>
                    <a:pt x="82" y="0"/>
                  </a:lnTo>
                  <a:cubicBezTo>
                    <a:pt x="122" y="0"/>
                    <a:pt x="154" y="32"/>
                    <a:pt x="154" y="73"/>
                  </a:cubicBezTo>
                  <a:cubicBezTo>
                    <a:pt x="154" y="113"/>
                    <a:pt x="122" y="145"/>
                    <a:pt x="8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464">
              <a:extLst>
                <a:ext uri="{FF2B5EF4-FFF2-40B4-BE49-F238E27FC236}">
                  <a16:creationId xmlns:a16="http://schemas.microsoft.com/office/drawing/2014/main" id="{77F54F1C-5D37-B30E-85D9-BADC17B6257A}"/>
                </a:ext>
              </a:extLst>
            </p:cNvPr>
            <p:cNvSpPr>
              <a:spLocks/>
            </p:cNvSpPr>
            <p:nvPr/>
          </p:nvSpPr>
          <p:spPr bwMode="auto">
            <a:xfrm>
              <a:off x="6651625" y="3086100"/>
              <a:ext cx="60325" cy="17463"/>
            </a:xfrm>
            <a:custGeom>
              <a:avLst/>
              <a:gdLst>
                <a:gd name="T0" fmla="*/ 394 w 466"/>
                <a:gd name="T1" fmla="*/ 145 h 145"/>
                <a:gd name="T2" fmla="*/ 72 w 466"/>
                <a:gd name="T3" fmla="*/ 145 h 145"/>
                <a:gd name="T4" fmla="*/ 0 w 466"/>
                <a:gd name="T5" fmla="*/ 73 h 145"/>
                <a:gd name="T6" fmla="*/ 72 w 466"/>
                <a:gd name="T7" fmla="*/ 0 h 145"/>
                <a:gd name="T8" fmla="*/ 394 w 466"/>
                <a:gd name="T9" fmla="*/ 0 h 145"/>
                <a:gd name="T10" fmla="*/ 466 w 466"/>
                <a:gd name="T11" fmla="*/ 73 h 145"/>
                <a:gd name="T12" fmla="*/ 394 w 466"/>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466" h="145">
                  <a:moveTo>
                    <a:pt x="394" y="145"/>
                  </a:moveTo>
                  <a:lnTo>
                    <a:pt x="72" y="145"/>
                  </a:lnTo>
                  <a:cubicBezTo>
                    <a:pt x="32" y="145"/>
                    <a:pt x="0" y="113"/>
                    <a:pt x="0" y="73"/>
                  </a:cubicBezTo>
                  <a:cubicBezTo>
                    <a:pt x="0" y="32"/>
                    <a:pt x="32" y="0"/>
                    <a:pt x="72" y="0"/>
                  </a:cubicBezTo>
                  <a:lnTo>
                    <a:pt x="394" y="0"/>
                  </a:lnTo>
                  <a:cubicBezTo>
                    <a:pt x="433" y="0"/>
                    <a:pt x="466" y="32"/>
                    <a:pt x="466" y="73"/>
                  </a:cubicBezTo>
                  <a:cubicBezTo>
                    <a:pt x="466" y="113"/>
                    <a:pt x="433" y="145"/>
                    <a:pt x="394"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465">
              <a:extLst>
                <a:ext uri="{FF2B5EF4-FFF2-40B4-BE49-F238E27FC236}">
                  <a16:creationId xmlns:a16="http://schemas.microsoft.com/office/drawing/2014/main" id="{A4A32F09-EDE8-CEDD-44AB-D2519F9500C2}"/>
                </a:ext>
              </a:extLst>
            </p:cNvPr>
            <p:cNvSpPr>
              <a:spLocks/>
            </p:cNvSpPr>
            <p:nvPr/>
          </p:nvSpPr>
          <p:spPr bwMode="auto">
            <a:xfrm>
              <a:off x="6440488" y="2943225"/>
              <a:ext cx="334963" cy="160338"/>
            </a:xfrm>
            <a:custGeom>
              <a:avLst/>
              <a:gdLst>
                <a:gd name="T0" fmla="*/ 2379 w 2631"/>
                <a:gd name="T1" fmla="*/ 1260 h 1260"/>
                <a:gd name="T2" fmla="*/ 2243 w 2631"/>
                <a:gd name="T3" fmla="*/ 1260 h 1260"/>
                <a:gd name="T4" fmla="*/ 2170 w 2631"/>
                <a:gd name="T5" fmla="*/ 1188 h 1260"/>
                <a:gd name="T6" fmla="*/ 2243 w 2631"/>
                <a:gd name="T7" fmla="*/ 1115 h 1260"/>
                <a:gd name="T8" fmla="*/ 2379 w 2631"/>
                <a:gd name="T9" fmla="*/ 1115 h 1260"/>
                <a:gd name="T10" fmla="*/ 2486 w 2631"/>
                <a:gd name="T11" fmla="*/ 1008 h 1260"/>
                <a:gd name="T12" fmla="*/ 2486 w 2631"/>
                <a:gd name="T13" fmla="*/ 252 h 1260"/>
                <a:gd name="T14" fmla="*/ 2379 w 2631"/>
                <a:gd name="T15" fmla="*/ 145 h 1260"/>
                <a:gd name="T16" fmla="*/ 252 w 2631"/>
                <a:gd name="T17" fmla="*/ 145 h 1260"/>
                <a:gd name="T18" fmla="*/ 145 w 2631"/>
                <a:gd name="T19" fmla="*/ 252 h 1260"/>
                <a:gd name="T20" fmla="*/ 145 w 2631"/>
                <a:gd name="T21" fmla="*/ 1008 h 1260"/>
                <a:gd name="T22" fmla="*/ 252 w 2631"/>
                <a:gd name="T23" fmla="*/ 1115 h 1260"/>
                <a:gd name="T24" fmla="*/ 1314 w 2631"/>
                <a:gd name="T25" fmla="*/ 1115 h 1260"/>
                <a:gd name="T26" fmla="*/ 1386 w 2631"/>
                <a:gd name="T27" fmla="*/ 1188 h 1260"/>
                <a:gd name="T28" fmla="*/ 1314 w 2631"/>
                <a:gd name="T29" fmla="*/ 1260 h 1260"/>
                <a:gd name="T30" fmla="*/ 252 w 2631"/>
                <a:gd name="T31" fmla="*/ 1260 h 1260"/>
                <a:gd name="T32" fmla="*/ 0 w 2631"/>
                <a:gd name="T33" fmla="*/ 1008 h 1260"/>
                <a:gd name="T34" fmla="*/ 0 w 2631"/>
                <a:gd name="T35" fmla="*/ 252 h 1260"/>
                <a:gd name="T36" fmla="*/ 252 w 2631"/>
                <a:gd name="T37" fmla="*/ 0 h 1260"/>
                <a:gd name="T38" fmla="*/ 2379 w 2631"/>
                <a:gd name="T39" fmla="*/ 0 h 1260"/>
                <a:gd name="T40" fmla="*/ 2631 w 2631"/>
                <a:gd name="T41" fmla="*/ 252 h 1260"/>
                <a:gd name="T42" fmla="*/ 2631 w 2631"/>
                <a:gd name="T43" fmla="*/ 1008 h 1260"/>
                <a:gd name="T44" fmla="*/ 2379 w 2631"/>
                <a:gd name="T45" fmla="*/ 126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31" h="1260">
                  <a:moveTo>
                    <a:pt x="2379" y="1260"/>
                  </a:moveTo>
                  <a:lnTo>
                    <a:pt x="2243" y="1260"/>
                  </a:lnTo>
                  <a:cubicBezTo>
                    <a:pt x="2203" y="1260"/>
                    <a:pt x="2170" y="1228"/>
                    <a:pt x="2170" y="1188"/>
                  </a:cubicBezTo>
                  <a:cubicBezTo>
                    <a:pt x="2170" y="1148"/>
                    <a:pt x="2203" y="1115"/>
                    <a:pt x="2243" y="1115"/>
                  </a:cubicBezTo>
                  <a:lnTo>
                    <a:pt x="2379" y="1115"/>
                  </a:lnTo>
                  <a:cubicBezTo>
                    <a:pt x="2438" y="1115"/>
                    <a:pt x="2486" y="1067"/>
                    <a:pt x="2486" y="1008"/>
                  </a:cubicBezTo>
                  <a:lnTo>
                    <a:pt x="2486" y="252"/>
                  </a:lnTo>
                  <a:cubicBezTo>
                    <a:pt x="2486" y="193"/>
                    <a:pt x="2438" y="145"/>
                    <a:pt x="2379" y="145"/>
                  </a:cubicBezTo>
                  <a:lnTo>
                    <a:pt x="252" y="145"/>
                  </a:lnTo>
                  <a:cubicBezTo>
                    <a:pt x="193" y="145"/>
                    <a:pt x="145" y="193"/>
                    <a:pt x="145" y="252"/>
                  </a:cubicBezTo>
                  <a:lnTo>
                    <a:pt x="145" y="1008"/>
                  </a:lnTo>
                  <a:cubicBezTo>
                    <a:pt x="145" y="1067"/>
                    <a:pt x="193" y="1115"/>
                    <a:pt x="252" y="1115"/>
                  </a:cubicBezTo>
                  <a:lnTo>
                    <a:pt x="1314" y="1115"/>
                  </a:lnTo>
                  <a:cubicBezTo>
                    <a:pt x="1354" y="1115"/>
                    <a:pt x="1386" y="1148"/>
                    <a:pt x="1386" y="1188"/>
                  </a:cubicBezTo>
                  <a:cubicBezTo>
                    <a:pt x="1386" y="1228"/>
                    <a:pt x="1354" y="1260"/>
                    <a:pt x="1314" y="1260"/>
                  </a:cubicBezTo>
                  <a:lnTo>
                    <a:pt x="252" y="1260"/>
                  </a:lnTo>
                  <a:cubicBezTo>
                    <a:pt x="113" y="1260"/>
                    <a:pt x="0" y="1147"/>
                    <a:pt x="0" y="1008"/>
                  </a:cubicBezTo>
                  <a:lnTo>
                    <a:pt x="0" y="252"/>
                  </a:lnTo>
                  <a:cubicBezTo>
                    <a:pt x="0" y="113"/>
                    <a:pt x="113" y="0"/>
                    <a:pt x="252" y="0"/>
                  </a:cubicBezTo>
                  <a:lnTo>
                    <a:pt x="2379" y="0"/>
                  </a:lnTo>
                  <a:cubicBezTo>
                    <a:pt x="2518" y="0"/>
                    <a:pt x="2631" y="113"/>
                    <a:pt x="2631" y="252"/>
                  </a:cubicBezTo>
                  <a:lnTo>
                    <a:pt x="2631" y="1008"/>
                  </a:lnTo>
                  <a:cubicBezTo>
                    <a:pt x="2631" y="1147"/>
                    <a:pt x="2518" y="1260"/>
                    <a:pt x="2379" y="12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466">
              <a:extLst>
                <a:ext uri="{FF2B5EF4-FFF2-40B4-BE49-F238E27FC236}">
                  <a16:creationId xmlns:a16="http://schemas.microsoft.com/office/drawing/2014/main" id="{EF87D1F7-496A-DE48-A4D9-45C4FAC6A7A7}"/>
                </a:ext>
              </a:extLst>
            </p:cNvPr>
            <p:cNvSpPr>
              <a:spLocks/>
            </p:cNvSpPr>
            <p:nvPr/>
          </p:nvSpPr>
          <p:spPr bwMode="auto">
            <a:xfrm>
              <a:off x="6570663" y="3114675"/>
              <a:ext cx="74613" cy="107950"/>
            </a:xfrm>
            <a:custGeom>
              <a:avLst/>
              <a:gdLst>
                <a:gd name="T0" fmla="*/ 47 w 47"/>
                <a:gd name="T1" fmla="*/ 68 h 68"/>
                <a:gd name="T2" fmla="*/ 0 w 47"/>
                <a:gd name="T3" fmla="*/ 68 h 68"/>
                <a:gd name="T4" fmla="*/ 0 w 47"/>
                <a:gd name="T5" fmla="*/ 0 h 68"/>
                <a:gd name="T6" fmla="*/ 12 w 47"/>
                <a:gd name="T7" fmla="*/ 0 h 68"/>
                <a:gd name="T8" fmla="*/ 12 w 47"/>
                <a:gd name="T9" fmla="*/ 56 h 68"/>
                <a:gd name="T10" fmla="*/ 35 w 47"/>
                <a:gd name="T11" fmla="*/ 56 h 68"/>
                <a:gd name="T12" fmla="*/ 35 w 47"/>
                <a:gd name="T13" fmla="*/ 0 h 68"/>
                <a:gd name="T14" fmla="*/ 47 w 47"/>
                <a:gd name="T15" fmla="*/ 0 h 68"/>
                <a:gd name="T16" fmla="*/ 47 w 47"/>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8">
                  <a:moveTo>
                    <a:pt x="47" y="68"/>
                  </a:moveTo>
                  <a:lnTo>
                    <a:pt x="0" y="68"/>
                  </a:lnTo>
                  <a:lnTo>
                    <a:pt x="0" y="0"/>
                  </a:lnTo>
                  <a:lnTo>
                    <a:pt x="12" y="0"/>
                  </a:lnTo>
                  <a:lnTo>
                    <a:pt x="12" y="56"/>
                  </a:lnTo>
                  <a:lnTo>
                    <a:pt x="35" y="56"/>
                  </a:lnTo>
                  <a:lnTo>
                    <a:pt x="35" y="0"/>
                  </a:lnTo>
                  <a:lnTo>
                    <a:pt x="47" y="0"/>
                  </a:lnTo>
                  <a:lnTo>
                    <a:pt x="47"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467">
              <a:extLst>
                <a:ext uri="{FF2B5EF4-FFF2-40B4-BE49-F238E27FC236}">
                  <a16:creationId xmlns:a16="http://schemas.microsoft.com/office/drawing/2014/main" id="{706F584A-F024-24CB-343D-3FE52D28BFAA}"/>
                </a:ext>
              </a:extLst>
            </p:cNvPr>
            <p:cNvSpPr>
              <a:spLocks/>
            </p:cNvSpPr>
            <p:nvPr/>
          </p:nvSpPr>
          <p:spPr bwMode="auto">
            <a:xfrm>
              <a:off x="6570663" y="2901950"/>
              <a:ext cx="74613" cy="58738"/>
            </a:xfrm>
            <a:custGeom>
              <a:avLst/>
              <a:gdLst>
                <a:gd name="T0" fmla="*/ 508 w 580"/>
                <a:gd name="T1" fmla="*/ 457 h 457"/>
                <a:gd name="T2" fmla="*/ 435 w 580"/>
                <a:gd name="T3" fmla="*/ 385 h 457"/>
                <a:gd name="T4" fmla="*/ 435 w 580"/>
                <a:gd name="T5" fmla="*/ 145 h 457"/>
                <a:gd name="T6" fmla="*/ 145 w 580"/>
                <a:gd name="T7" fmla="*/ 145 h 457"/>
                <a:gd name="T8" fmla="*/ 145 w 580"/>
                <a:gd name="T9" fmla="*/ 375 h 457"/>
                <a:gd name="T10" fmla="*/ 73 w 580"/>
                <a:gd name="T11" fmla="*/ 448 h 457"/>
                <a:gd name="T12" fmla="*/ 0 w 580"/>
                <a:gd name="T13" fmla="*/ 375 h 457"/>
                <a:gd name="T14" fmla="*/ 0 w 580"/>
                <a:gd name="T15" fmla="*/ 73 h 457"/>
                <a:gd name="T16" fmla="*/ 73 w 580"/>
                <a:gd name="T17" fmla="*/ 0 h 457"/>
                <a:gd name="T18" fmla="*/ 508 w 580"/>
                <a:gd name="T19" fmla="*/ 0 h 457"/>
                <a:gd name="T20" fmla="*/ 580 w 580"/>
                <a:gd name="T21" fmla="*/ 73 h 457"/>
                <a:gd name="T22" fmla="*/ 580 w 580"/>
                <a:gd name="T23" fmla="*/ 385 h 457"/>
                <a:gd name="T24" fmla="*/ 508 w 580"/>
                <a:gd name="T25"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0" h="457">
                  <a:moveTo>
                    <a:pt x="508" y="457"/>
                  </a:moveTo>
                  <a:cubicBezTo>
                    <a:pt x="468" y="457"/>
                    <a:pt x="435" y="425"/>
                    <a:pt x="435" y="385"/>
                  </a:cubicBezTo>
                  <a:lnTo>
                    <a:pt x="435" y="145"/>
                  </a:lnTo>
                  <a:lnTo>
                    <a:pt x="145" y="145"/>
                  </a:lnTo>
                  <a:lnTo>
                    <a:pt x="145" y="375"/>
                  </a:lnTo>
                  <a:cubicBezTo>
                    <a:pt x="145" y="415"/>
                    <a:pt x="113" y="448"/>
                    <a:pt x="73" y="448"/>
                  </a:cubicBezTo>
                  <a:cubicBezTo>
                    <a:pt x="33" y="448"/>
                    <a:pt x="0" y="415"/>
                    <a:pt x="0" y="375"/>
                  </a:cubicBezTo>
                  <a:lnTo>
                    <a:pt x="0" y="73"/>
                  </a:lnTo>
                  <a:cubicBezTo>
                    <a:pt x="0" y="33"/>
                    <a:pt x="33" y="0"/>
                    <a:pt x="73" y="0"/>
                  </a:cubicBezTo>
                  <a:lnTo>
                    <a:pt x="508" y="0"/>
                  </a:lnTo>
                  <a:cubicBezTo>
                    <a:pt x="548" y="0"/>
                    <a:pt x="580" y="33"/>
                    <a:pt x="580" y="73"/>
                  </a:cubicBezTo>
                  <a:lnTo>
                    <a:pt x="580" y="385"/>
                  </a:lnTo>
                  <a:cubicBezTo>
                    <a:pt x="580" y="425"/>
                    <a:pt x="548" y="457"/>
                    <a:pt x="508" y="4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468">
              <a:extLst>
                <a:ext uri="{FF2B5EF4-FFF2-40B4-BE49-F238E27FC236}">
                  <a16:creationId xmlns:a16="http://schemas.microsoft.com/office/drawing/2014/main" id="{5DA3BB38-8A2B-5DE7-A330-7481702BE5EA}"/>
                </a:ext>
              </a:extLst>
            </p:cNvPr>
            <p:cNvSpPr>
              <a:spLocks/>
            </p:cNvSpPr>
            <p:nvPr/>
          </p:nvSpPr>
          <p:spPr bwMode="auto">
            <a:xfrm>
              <a:off x="6556375" y="3021013"/>
              <a:ext cx="46038" cy="15875"/>
            </a:xfrm>
            <a:custGeom>
              <a:avLst/>
              <a:gdLst>
                <a:gd name="T0" fmla="*/ 278 w 351"/>
                <a:gd name="T1" fmla="*/ 133 h 133"/>
                <a:gd name="T2" fmla="*/ 73 w 351"/>
                <a:gd name="T3" fmla="*/ 133 h 133"/>
                <a:gd name="T4" fmla="*/ 0 w 351"/>
                <a:gd name="T5" fmla="*/ 66 h 133"/>
                <a:gd name="T6" fmla="*/ 73 w 351"/>
                <a:gd name="T7" fmla="*/ 0 h 133"/>
                <a:gd name="T8" fmla="*/ 278 w 351"/>
                <a:gd name="T9" fmla="*/ 0 h 133"/>
                <a:gd name="T10" fmla="*/ 351 w 351"/>
                <a:gd name="T11" fmla="*/ 66 h 133"/>
                <a:gd name="T12" fmla="*/ 278 w 351"/>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1" h="133">
                  <a:moveTo>
                    <a:pt x="278" y="133"/>
                  </a:moveTo>
                  <a:lnTo>
                    <a:pt x="73" y="133"/>
                  </a:lnTo>
                  <a:cubicBezTo>
                    <a:pt x="33" y="133"/>
                    <a:pt x="0" y="106"/>
                    <a:pt x="0" y="66"/>
                  </a:cubicBezTo>
                  <a:cubicBezTo>
                    <a:pt x="0" y="26"/>
                    <a:pt x="33" y="0"/>
                    <a:pt x="73" y="0"/>
                  </a:cubicBezTo>
                  <a:lnTo>
                    <a:pt x="278" y="0"/>
                  </a:lnTo>
                  <a:cubicBezTo>
                    <a:pt x="318" y="0"/>
                    <a:pt x="351" y="26"/>
                    <a:pt x="351" y="66"/>
                  </a:cubicBezTo>
                  <a:cubicBezTo>
                    <a:pt x="351" y="106"/>
                    <a:pt x="318" y="133"/>
                    <a:pt x="27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69">
              <a:extLst>
                <a:ext uri="{FF2B5EF4-FFF2-40B4-BE49-F238E27FC236}">
                  <a16:creationId xmlns:a16="http://schemas.microsoft.com/office/drawing/2014/main" id="{1123D92B-915C-668A-4933-948AD36E335C}"/>
                </a:ext>
              </a:extLst>
            </p:cNvPr>
            <p:cNvSpPr>
              <a:spLocks/>
            </p:cNvSpPr>
            <p:nvPr/>
          </p:nvSpPr>
          <p:spPr bwMode="auto">
            <a:xfrm>
              <a:off x="6621463" y="2981325"/>
              <a:ext cx="57150" cy="82550"/>
            </a:xfrm>
            <a:custGeom>
              <a:avLst/>
              <a:gdLst>
                <a:gd name="T0" fmla="*/ 379 w 451"/>
                <a:gd name="T1" fmla="*/ 644 h 644"/>
                <a:gd name="T2" fmla="*/ 77 w 451"/>
                <a:gd name="T3" fmla="*/ 644 h 644"/>
                <a:gd name="T4" fmla="*/ 0 w 451"/>
                <a:gd name="T5" fmla="*/ 568 h 644"/>
                <a:gd name="T6" fmla="*/ 0 w 451"/>
                <a:gd name="T7" fmla="*/ 73 h 644"/>
                <a:gd name="T8" fmla="*/ 75 w 451"/>
                <a:gd name="T9" fmla="*/ 0 h 644"/>
                <a:gd name="T10" fmla="*/ 150 w 451"/>
                <a:gd name="T11" fmla="*/ 73 h 644"/>
                <a:gd name="T12" fmla="*/ 150 w 451"/>
                <a:gd name="T13" fmla="*/ 494 h 644"/>
                <a:gd name="T14" fmla="*/ 379 w 451"/>
                <a:gd name="T15" fmla="*/ 494 h 644"/>
                <a:gd name="T16" fmla="*/ 451 w 451"/>
                <a:gd name="T17" fmla="*/ 569 h 644"/>
                <a:gd name="T18" fmla="*/ 379 w 451"/>
                <a:gd name="T19" fmla="*/ 644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 h="644">
                  <a:moveTo>
                    <a:pt x="379" y="644"/>
                  </a:moveTo>
                  <a:lnTo>
                    <a:pt x="77" y="644"/>
                  </a:lnTo>
                  <a:cubicBezTo>
                    <a:pt x="37" y="644"/>
                    <a:pt x="0" y="608"/>
                    <a:pt x="0" y="568"/>
                  </a:cubicBezTo>
                  <a:lnTo>
                    <a:pt x="0" y="73"/>
                  </a:lnTo>
                  <a:cubicBezTo>
                    <a:pt x="0" y="32"/>
                    <a:pt x="35" y="0"/>
                    <a:pt x="75" y="0"/>
                  </a:cubicBezTo>
                  <a:cubicBezTo>
                    <a:pt x="115" y="0"/>
                    <a:pt x="150" y="32"/>
                    <a:pt x="150" y="73"/>
                  </a:cubicBezTo>
                  <a:lnTo>
                    <a:pt x="150" y="494"/>
                  </a:lnTo>
                  <a:lnTo>
                    <a:pt x="379" y="494"/>
                  </a:lnTo>
                  <a:cubicBezTo>
                    <a:pt x="419" y="494"/>
                    <a:pt x="451" y="529"/>
                    <a:pt x="451" y="569"/>
                  </a:cubicBezTo>
                  <a:cubicBezTo>
                    <a:pt x="451" y="609"/>
                    <a:pt x="419" y="644"/>
                    <a:pt x="379" y="6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0">
              <a:extLst>
                <a:ext uri="{FF2B5EF4-FFF2-40B4-BE49-F238E27FC236}">
                  <a16:creationId xmlns:a16="http://schemas.microsoft.com/office/drawing/2014/main" id="{F24167DF-D1A8-DC2D-E696-A2B56B106F06}"/>
                </a:ext>
              </a:extLst>
            </p:cNvPr>
            <p:cNvSpPr>
              <a:spLocks/>
            </p:cNvSpPr>
            <p:nvPr/>
          </p:nvSpPr>
          <p:spPr bwMode="auto">
            <a:xfrm>
              <a:off x="6683375" y="2979738"/>
              <a:ext cx="60325" cy="84138"/>
            </a:xfrm>
            <a:custGeom>
              <a:avLst/>
              <a:gdLst>
                <a:gd name="T0" fmla="*/ 403 w 476"/>
                <a:gd name="T1" fmla="*/ 650 h 650"/>
                <a:gd name="T2" fmla="*/ 65 w 476"/>
                <a:gd name="T3" fmla="*/ 650 h 650"/>
                <a:gd name="T4" fmla="*/ 0 w 476"/>
                <a:gd name="T5" fmla="*/ 573 h 650"/>
                <a:gd name="T6" fmla="*/ 0 w 476"/>
                <a:gd name="T7" fmla="*/ 78 h 650"/>
                <a:gd name="T8" fmla="*/ 65 w 476"/>
                <a:gd name="T9" fmla="*/ 0 h 650"/>
                <a:gd name="T10" fmla="*/ 391 w 476"/>
                <a:gd name="T11" fmla="*/ 0 h 650"/>
                <a:gd name="T12" fmla="*/ 464 w 476"/>
                <a:gd name="T13" fmla="*/ 75 h 650"/>
                <a:gd name="T14" fmla="*/ 391 w 476"/>
                <a:gd name="T15" fmla="*/ 150 h 650"/>
                <a:gd name="T16" fmla="*/ 133 w 476"/>
                <a:gd name="T17" fmla="*/ 150 h 650"/>
                <a:gd name="T18" fmla="*/ 133 w 476"/>
                <a:gd name="T19" fmla="*/ 500 h 650"/>
                <a:gd name="T20" fmla="*/ 403 w 476"/>
                <a:gd name="T21" fmla="*/ 500 h 650"/>
                <a:gd name="T22" fmla="*/ 476 w 476"/>
                <a:gd name="T23" fmla="*/ 575 h 650"/>
                <a:gd name="T24" fmla="*/ 403 w 476"/>
                <a:gd name="T25" fmla="*/ 65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6" h="650">
                  <a:moveTo>
                    <a:pt x="403" y="650"/>
                  </a:moveTo>
                  <a:lnTo>
                    <a:pt x="65" y="650"/>
                  </a:lnTo>
                  <a:cubicBezTo>
                    <a:pt x="25" y="650"/>
                    <a:pt x="0" y="614"/>
                    <a:pt x="0" y="573"/>
                  </a:cubicBezTo>
                  <a:lnTo>
                    <a:pt x="0" y="78"/>
                  </a:lnTo>
                  <a:cubicBezTo>
                    <a:pt x="0" y="38"/>
                    <a:pt x="25" y="0"/>
                    <a:pt x="65" y="0"/>
                  </a:cubicBezTo>
                  <a:lnTo>
                    <a:pt x="391" y="0"/>
                  </a:lnTo>
                  <a:cubicBezTo>
                    <a:pt x="431" y="0"/>
                    <a:pt x="464" y="35"/>
                    <a:pt x="464" y="75"/>
                  </a:cubicBezTo>
                  <a:cubicBezTo>
                    <a:pt x="464" y="115"/>
                    <a:pt x="431" y="150"/>
                    <a:pt x="391" y="150"/>
                  </a:cubicBezTo>
                  <a:lnTo>
                    <a:pt x="133" y="150"/>
                  </a:lnTo>
                  <a:lnTo>
                    <a:pt x="133" y="500"/>
                  </a:lnTo>
                  <a:lnTo>
                    <a:pt x="403" y="500"/>
                  </a:lnTo>
                  <a:cubicBezTo>
                    <a:pt x="443" y="500"/>
                    <a:pt x="476" y="535"/>
                    <a:pt x="476" y="575"/>
                  </a:cubicBezTo>
                  <a:cubicBezTo>
                    <a:pt x="476" y="615"/>
                    <a:pt x="443" y="650"/>
                    <a:pt x="403" y="6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1">
              <a:extLst>
                <a:ext uri="{FF2B5EF4-FFF2-40B4-BE49-F238E27FC236}">
                  <a16:creationId xmlns:a16="http://schemas.microsoft.com/office/drawing/2014/main" id="{BAF7ACB8-C67A-B395-28B5-AB7AA15DE3C2}"/>
                </a:ext>
              </a:extLst>
            </p:cNvPr>
            <p:cNvSpPr>
              <a:spLocks/>
            </p:cNvSpPr>
            <p:nvPr/>
          </p:nvSpPr>
          <p:spPr bwMode="auto">
            <a:xfrm>
              <a:off x="6688138" y="3009900"/>
              <a:ext cx="50800" cy="20638"/>
            </a:xfrm>
            <a:custGeom>
              <a:avLst/>
              <a:gdLst>
                <a:gd name="T0" fmla="*/ 326 w 398"/>
                <a:gd name="T1" fmla="*/ 167 h 167"/>
                <a:gd name="T2" fmla="*/ 72 w 398"/>
                <a:gd name="T3" fmla="*/ 167 h 167"/>
                <a:gd name="T4" fmla="*/ 0 w 398"/>
                <a:gd name="T5" fmla="*/ 84 h 167"/>
                <a:gd name="T6" fmla="*/ 72 w 398"/>
                <a:gd name="T7" fmla="*/ 0 h 167"/>
                <a:gd name="T8" fmla="*/ 326 w 398"/>
                <a:gd name="T9" fmla="*/ 0 h 167"/>
                <a:gd name="T10" fmla="*/ 398 w 398"/>
                <a:gd name="T11" fmla="*/ 84 h 167"/>
                <a:gd name="T12" fmla="*/ 326 w 398"/>
                <a:gd name="T13" fmla="*/ 167 h 167"/>
              </a:gdLst>
              <a:ahLst/>
              <a:cxnLst>
                <a:cxn ang="0">
                  <a:pos x="T0" y="T1"/>
                </a:cxn>
                <a:cxn ang="0">
                  <a:pos x="T2" y="T3"/>
                </a:cxn>
                <a:cxn ang="0">
                  <a:pos x="T4" y="T5"/>
                </a:cxn>
                <a:cxn ang="0">
                  <a:pos x="T6" y="T7"/>
                </a:cxn>
                <a:cxn ang="0">
                  <a:pos x="T8" y="T9"/>
                </a:cxn>
                <a:cxn ang="0">
                  <a:pos x="T10" y="T11"/>
                </a:cxn>
                <a:cxn ang="0">
                  <a:pos x="T12" y="T13"/>
                </a:cxn>
              </a:cxnLst>
              <a:rect l="0" t="0" r="r" b="b"/>
              <a:pathLst>
                <a:path w="398" h="167">
                  <a:moveTo>
                    <a:pt x="326" y="167"/>
                  </a:moveTo>
                  <a:lnTo>
                    <a:pt x="72" y="167"/>
                  </a:lnTo>
                  <a:cubicBezTo>
                    <a:pt x="32" y="167"/>
                    <a:pt x="0" y="124"/>
                    <a:pt x="0" y="84"/>
                  </a:cubicBezTo>
                  <a:cubicBezTo>
                    <a:pt x="0" y="44"/>
                    <a:pt x="32" y="0"/>
                    <a:pt x="72" y="0"/>
                  </a:cubicBezTo>
                  <a:lnTo>
                    <a:pt x="326" y="0"/>
                  </a:lnTo>
                  <a:cubicBezTo>
                    <a:pt x="366" y="0"/>
                    <a:pt x="398" y="44"/>
                    <a:pt x="398" y="84"/>
                  </a:cubicBezTo>
                  <a:cubicBezTo>
                    <a:pt x="398" y="124"/>
                    <a:pt x="366" y="167"/>
                    <a:pt x="326" y="1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72">
              <a:extLst>
                <a:ext uri="{FF2B5EF4-FFF2-40B4-BE49-F238E27FC236}">
                  <a16:creationId xmlns:a16="http://schemas.microsoft.com/office/drawing/2014/main" id="{DE36C837-0E06-B2E8-7300-D9B95AC683C7}"/>
                </a:ext>
              </a:extLst>
            </p:cNvPr>
            <p:cNvSpPr>
              <a:spLocks/>
            </p:cNvSpPr>
            <p:nvPr/>
          </p:nvSpPr>
          <p:spPr bwMode="auto">
            <a:xfrm>
              <a:off x="6477000" y="2976563"/>
              <a:ext cx="65088" cy="87313"/>
            </a:xfrm>
            <a:custGeom>
              <a:avLst/>
              <a:gdLst>
                <a:gd name="T0" fmla="*/ 251 w 509"/>
                <a:gd name="T1" fmla="*/ 682 h 682"/>
                <a:gd name="T2" fmla="*/ 129 w 509"/>
                <a:gd name="T3" fmla="*/ 655 h 682"/>
                <a:gd name="T4" fmla="*/ 12 w 509"/>
                <a:gd name="T5" fmla="*/ 498 h 682"/>
                <a:gd name="T6" fmla="*/ 60 w 509"/>
                <a:gd name="T7" fmla="*/ 408 h 682"/>
                <a:gd name="T8" fmla="*/ 151 w 509"/>
                <a:gd name="T9" fmla="*/ 457 h 682"/>
                <a:gd name="T10" fmla="*/ 195 w 509"/>
                <a:gd name="T11" fmla="*/ 526 h 682"/>
                <a:gd name="T12" fmla="*/ 345 w 509"/>
                <a:gd name="T13" fmla="*/ 503 h 682"/>
                <a:gd name="T14" fmla="*/ 353 w 509"/>
                <a:gd name="T15" fmla="*/ 460 h 682"/>
                <a:gd name="T16" fmla="*/ 306 w 509"/>
                <a:gd name="T17" fmla="*/ 424 h 682"/>
                <a:gd name="T18" fmla="*/ 256 w 509"/>
                <a:gd name="T19" fmla="*/ 412 h 682"/>
                <a:gd name="T20" fmla="*/ 144 w 509"/>
                <a:gd name="T21" fmla="*/ 379 h 682"/>
                <a:gd name="T22" fmla="*/ 26 w 509"/>
                <a:gd name="T23" fmla="*/ 185 h 682"/>
                <a:gd name="T24" fmla="*/ 143 w 509"/>
                <a:gd name="T25" fmla="*/ 38 h 682"/>
                <a:gd name="T26" fmla="*/ 404 w 509"/>
                <a:gd name="T27" fmla="*/ 59 h 682"/>
                <a:gd name="T28" fmla="*/ 475 w 509"/>
                <a:gd name="T29" fmla="*/ 178 h 682"/>
                <a:gd name="T30" fmla="*/ 416 w 509"/>
                <a:gd name="T31" fmla="*/ 262 h 682"/>
                <a:gd name="T32" fmla="*/ 332 w 509"/>
                <a:gd name="T33" fmla="*/ 204 h 682"/>
                <a:gd name="T34" fmla="*/ 321 w 509"/>
                <a:gd name="T35" fmla="*/ 178 h 682"/>
                <a:gd name="T36" fmla="*/ 209 w 509"/>
                <a:gd name="T37" fmla="*/ 167 h 682"/>
                <a:gd name="T38" fmla="*/ 170 w 509"/>
                <a:gd name="T39" fmla="*/ 203 h 682"/>
                <a:gd name="T40" fmla="*/ 197 w 509"/>
                <a:gd name="T41" fmla="*/ 244 h 682"/>
                <a:gd name="T42" fmla="*/ 290 w 509"/>
                <a:gd name="T43" fmla="*/ 271 h 682"/>
                <a:gd name="T44" fmla="*/ 345 w 509"/>
                <a:gd name="T45" fmla="*/ 285 h 682"/>
                <a:gd name="T46" fmla="*/ 493 w 509"/>
                <a:gd name="T47" fmla="*/ 420 h 682"/>
                <a:gd name="T48" fmla="*/ 454 w 509"/>
                <a:gd name="T49" fmla="*/ 598 h 682"/>
                <a:gd name="T50" fmla="*/ 251 w 509"/>
                <a:gd name="T51" fmla="*/ 68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9" h="682">
                  <a:moveTo>
                    <a:pt x="251" y="682"/>
                  </a:moveTo>
                  <a:cubicBezTo>
                    <a:pt x="208" y="682"/>
                    <a:pt x="166" y="673"/>
                    <a:pt x="129" y="655"/>
                  </a:cubicBezTo>
                  <a:cubicBezTo>
                    <a:pt x="75" y="627"/>
                    <a:pt x="34" y="571"/>
                    <a:pt x="12" y="498"/>
                  </a:cubicBezTo>
                  <a:cubicBezTo>
                    <a:pt x="0" y="460"/>
                    <a:pt x="22" y="419"/>
                    <a:pt x="60" y="408"/>
                  </a:cubicBezTo>
                  <a:cubicBezTo>
                    <a:pt x="99" y="396"/>
                    <a:pt x="139" y="418"/>
                    <a:pt x="151" y="457"/>
                  </a:cubicBezTo>
                  <a:cubicBezTo>
                    <a:pt x="161" y="491"/>
                    <a:pt x="177" y="516"/>
                    <a:pt x="195" y="526"/>
                  </a:cubicBezTo>
                  <a:cubicBezTo>
                    <a:pt x="239" y="548"/>
                    <a:pt x="316" y="537"/>
                    <a:pt x="345" y="503"/>
                  </a:cubicBezTo>
                  <a:cubicBezTo>
                    <a:pt x="351" y="495"/>
                    <a:pt x="356" y="470"/>
                    <a:pt x="353" y="460"/>
                  </a:cubicBezTo>
                  <a:cubicBezTo>
                    <a:pt x="349" y="445"/>
                    <a:pt x="343" y="435"/>
                    <a:pt x="306" y="424"/>
                  </a:cubicBezTo>
                  <a:cubicBezTo>
                    <a:pt x="291" y="420"/>
                    <a:pt x="274" y="416"/>
                    <a:pt x="256" y="412"/>
                  </a:cubicBezTo>
                  <a:cubicBezTo>
                    <a:pt x="219" y="403"/>
                    <a:pt x="181" y="394"/>
                    <a:pt x="144" y="379"/>
                  </a:cubicBezTo>
                  <a:cubicBezTo>
                    <a:pt x="65" y="348"/>
                    <a:pt x="16" y="267"/>
                    <a:pt x="26" y="185"/>
                  </a:cubicBezTo>
                  <a:cubicBezTo>
                    <a:pt x="32" y="142"/>
                    <a:pt x="56" y="82"/>
                    <a:pt x="143" y="38"/>
                  </a:cubicBezTo>
                  <a:cubicBezTo>
                    <a:pt x="218" y="0"/>
                    <a:pt x="330" y="9"/>
                    <a:pt x="404" y="59"/>
                  </a:cubicBezTo>
                  <a:cubicBezTo>
                    <a:pt x="445" y="87"/>
                    <a:pt x="467" y="139"/>
                    <a:pt x="475" y="178"/>
                  </a:cubicBezTo>
                  <a:cubicBezTo>
                    <a:pt x="482" y="217"/>
                    <a:pt x="456" y="255"/>
                    <a:pt x="416" y="262"/>
                  </a:cubicBezTo>
                  <a:cubicBezTo>
                    <a:pt x="377" y="269"/>
                    <a:pt x="339" y="243"/>
                    <a:pt x="332" y="204"/>
                  </a:cubicBezTo>
                  <a:cubicBezTo>
                    <a:pt x="330" y="194"/>
                    <a:pt x="325" y="182"/>
                    <a:pt x="321" y="178"/>
                  </a:cubicBezTo>
                  <a:cubicBezTo>
                    <a:pt x="291" y="158"/>
                    <a:pt x="237" y="153"/>
                    <a:pt x="209" y="167"/>
                  </a:cubicBezTo>
                  <a:cubicBezTo>
                    <a:pt x="195" y="174"/>
                    <a:pt x="172" y="188"/>
                    <a:pt x="170" y="203"/>
                  </a:cubicBezTo>
                  <a:cubicBezTo>
                    <a:pt x="168" y="219"/>
                    <a:pt x="180" y="238"/>
                    <a:pt x="197" y="244"/>
                  </a:cubicBezTo>
                  <a:cubicBezTo>
                    <a:pt x="224" y="255"/>
                    <a:pt x="256" y="263"/>
                    <a:pt x="290" y="271"/>
                  </a:cubicBezTo>
                  <a:cubicBezTo>
                    <a:pt x="308" y="275"/>
                    <a:pt x="327" y="280"/>
                    <a:pt x="345" y="285"/>
                  </a:cubicBezTo>
                  <a:cubicBezTo>
                    <a:pt x="375" y="293"/>
                    <a:pt x="463" y="318"/>
                    <a:pt x="493" y="420"/>
                  </a:cubicBezTo>
                  <a:cubicBezTo>
                    <a:pt x="509" y="477"/>
                    <a:pt x="493" y="554"/>
                    <a:pt x="454" y="598"/>
                  </a:cubicBezTo>
                  <a:cubicBezTo>
                    <a:pt x="408" y="652"/>
                    <a:pt x="329" y="682"/>
                    <a:pt x="251" y="6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473">
              <a:extLst>
                <a:ext uri="{FF2B5EF4-FFF2-40B4-BE49-F238E27FC236}">
                  <a16:creationId xmlns:a16="http://schemas.microsoft.com/office/drawing/2014/main" id="{3D2828BB-85F9-0BAA-2B96-35220B4A6EFA}"/>
                </a:ext>
              </a:extLst>
            </p:cNvPr>
            <p:cNvSpPr>
              <a:spLocks/>
            </p:cNvSpPr>
            <p:nvPr/>
          </p:nvSpPr>
          <p:spPr bwMode="auto">
            <a:xfrm>
              <a:off x="6316663" y="2973388"/>
              <a:ext cx="119063" cy="19050"/>
            </a:xfrm>
            <a:custGeom>
              <a:avLst/>
              <a:gdLst>
                <a:gd name="T0" fmla="*/ 858 w 930"/>
                <a:gd name="T1" fmla="*/ 150 h 150"/>
                <a:gd name="T2" fmla="*/ 73 w 930"/>
                <a:gd name="T3" fmla="*/ 150 h 150"/>
                <a:gd name="T4" fmla="*/ 0 w 930"/>
                <a:gd name="T5" fmla="*/ 75 h 150"/>
                <a:gd name="T6" fmla="*/ 73 w 930"/>
                <a:gd name="T7" fmla="*/ 0 h 150"/>
                <a:gd name="T8" fmla="*/ 858 w 930"/>
                <a:gd name="T9" fmla="*/ 0 h 150"/>
                <a:gd name="T10" fmla="*/ 930 w 930"/>
                <a:gd name="T11" fmla="*/ 75 h 150"/>
                <a:gd name="T12" fmla="*/ 858 w 930"/>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930" h="150">
                  <a:moveTo>
                    <a:pt x="858" y="150"/>
                  </a:moveTo>
                  <a:lnTo>
                    <a:pt x="73" y="150"/>
                  </a:lnTo>
                  <a:cubicBezTo>
                    <a:pt x="33" y="150"/>
                    <a:pt x="0" y="115"/>
                    <a:pt x="0" y="75"/>
                  </a:cubicBezTo>
                  <a:cubicBezTo>
                    <a:pt x="0" y="35"/>
                    <a:pt x="33" y="0"/>
                    <a:pt x="73" y="0"/>
                  </a:cubicBezTo>
                  <a:lnTo>
                    <a:pt x="858" y="0"/>
                  </a:lnTo>
                  <a:cubicBezTo>
                    <a:pt x="898" y="0"/>
                    <a:pt x="930" y="35"/>
                    <a:pt x="930" y="75"/>
                  </a:cubicBezTo>
                  <a:cubicBezTo>
                    <a:pt x="930" y="115"/>
                    <a:pt x="898" y="150"/>
                    <a:pt x="8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474">
              <a:extLst>
                <a:ext uri="{FF2B5EF4-FFF2-40B4-BE49-F238E27FC236}">
                  <a16:creationId xmlns:a16="http://schemas.microsoft.com/office/drawing/2014/main" id="{6E8EBE71-1B2C-1551-A469-EF5C81BC97D1}"/>
                </a:ext>
              </a:extLst>
            </p:cNvPr>
            <p:cNvSpPr>
              <a:spLocks/>
            </p:cNvSpPr>
            <p:nvPr/>
          </p:nvSpPr>
          <p:spPr bwMode="auto">
            <a:xfrm>
              <a:off x="6267450" y="2784475"/>
              <a:ext cx="312738" cy="212725"/>
            </a:xfrm>
            <a:custGeom>
              <a:avLst/>
              <a:gdLst>
                <a:gd name="T0" fmla="*/ 80 w 2453"/>
                <a:gd name="T1" fmla="*/ 1653 h 1653"/>
                <a:gd name="T2" fmla="*/ 29 w 2453"/>
                <a:gd name="T3" fmla="*/ 1632 h 1653"/>
                <a:gd name="T4" fmla="*/ 28 w 2453"/>
                <a:gd name="T5" fmla="*/ 1530 h 1653"/>
                <a:gd name="T6" fmla="*/ 1485 w 2453"/>
                <a:gd name="T7" fmla="*/ 29 h 1653"/>
                <a:gd name="T8" fmla="*/ 1586 w 2453"/>
                <a:gd name="T9" fmla="*/ 26 h 1653"/>
                <a:gd name="T10" fmla="*/ 2421 w 2453"/>
                <a:gd name="T11" fmla="*/ 778 h 1653"/>
                <a:gd name="T12" fmla="*/ 2426 w 2453"/>
                <a:gd name="T13" fmla="*/ 881 h 1653"/>
                <a:gd name="T14" fmla="*/ 2324 w 2453"/>
                <a:gd name="T15" fmla="*/ 886 h 1653"/>
                <a:gd name="T16" fmla="*/ 1541 w 2453"/>
                <a:gd name="T17" fmla="*/ 180 h 1653"/>
                <a:gd name="T18" fmla="*/ 132 w 2453"/>
                <a:gd name="T19" fmla="*/ 1631 h 1653"/>
                <a:gd name="T20" fmla="*/ 80 w 2453"/>
                <a:gd name="T21" fmla="*/ 1653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53" h="1653">
                  <a:moveTo>
                    <a:pt x="80" y="1653"/>
                  </a:moveTo>
                  <a:cubicBezTo>
                    <a:pt x="61" y="1653"/>
                    <a:pt x="43" y="1646"/>
                    <a:pt x="29" y="1632"/>
                  </a:cubicBezTo>
                  <a:cubicBezTo>
                    <a:pt x="1" y="1604"/>
                    <a:pt x="0" y="1558"/>
                    <a:pt x="28" y="1530"/>
                  </a:cubicBezTo>
                  <a:lnTo>
                    <a:pt x="1485" y="29"/>
                  </a:lnTo>
                  <a:cubicBezTo>
                    <a:pt x="1512" y="1"/>
                    <a:pt x="1557" y="0"/>
                    <a:pt x="1586" y="26"/>
                  </a:cubicBezTo>
                  <a:lnTo>
                    <a:pt x="2421" y="778"/>
                  </a:lnTo>
                  <a:cubicBezTo>
                    <a:pt x="2451" y="805"/>
                    <a:pt x="2453" y="851"/>
                    <a:pt x="2426" y="881"/>
                  </a:cubicBezTo>
                  <a:cubicBezTo>
                    <a:pt x="2399" y="910"/>
                    <a:pt x="2354" y="913"/>
                    <a:pt x="2324" y="886"/>
                  </a:cubicBezTo>
                  <a:lnTo>
                    <a:pt x="1541" y="180"/>
                  </a:lnTo>
                  <a:lnTo>
                    <a:pt x="132" y="1631"/>
                  </a:lnTo>
                  <a:cubicBezTo>
                    <a:pt x="117" y="1645"/>
                    <a:pt x="99" y="1653"/>
                    <a:pt x="80" y="16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475">
              <a:extLst>
                <a:ext uri="{FF2B5EF4-FFF2-40B4-BE49-F238E27FC236}">
                  <a16:creationId xmlns:a16="http://schemas.microsoft.com/office/drawing/2014/main" id="{5E6FC861-F365-985F-CCB9-2A42129E77EB}"/>
                </a:ext>
              </a:extLst>
            </p:cNvPr>
            <p:cNvSpPr>
              <a:spLocks/>
            </p:cNvSpPr>
            <p:nvPr/>
          </p:nvSpPr>
          <p:spPr bwMode="auto">
            <a:xfrm>
              <a:off x="6310313" y="2976563"/>
              <a:ext cx="255588" cy="206375"/>
            </a:xfrm>
            <a:custGeom>
              <a:avLst/>
              <a:gdLst>
                <a:gd name="T0" fmla="*/ 1930 w 2003"/>
                <a:gd name="T1" fmla="*/ 1613 h 1613"/>
                <a:gd name="T2" fmla="*/ 83 w 2003"/>
                <a:gd name="T3" fmla="*/ 1613 h 1613"/>
                <a:gd name="T4" fmla="*/ 0 w 2003"/>
                <a:gd name="T5" fmla="*/ 1533 h 1613"/>
                <a:gd name="T6" fmla="*/ 0 w 2003"/>
                <a:gd name="T7" fmla="*/ 72 h 1613"/>
                <a:gd name="T8" fmla="*/ 83 w 2003"/>
                <a:gd name="T9" fmla="*/ 0 h 1613"/>
                <a:gd name="T10" fmla="*/ 166 w 2003"/>
                <a:gd name="T11" fmla="*/ 72 h 1613"/>
                <a:gd name="T12" fmla="*/ 166 w 2003"/>
                <a:gd name="T13" fmla="*/ 1463 h 1613"/>
                <a:gd name="T14" fmla="*/ 1930 w 2003"/>
                <a:gd name="T15" fmla="*/ 1463 h 1613"/>
                <a:gd name="T16" fmla="*/ 2003 w 2003"/>
                <a:gd name="T17" fmla="*/ 1538 h 1613"/>
                <a:gd name="T18" fmla="*/ 1930 w 2003"/>
                <a:gd name="T19" fmla="*/ 1613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3" h="1613">
                  <a:moveTo>
                    <a:pt x="1930" y="1613"/>
                  </a:moveTo>
                  <a:lnTo>
                    <a:pt x="83" y="1613"/>
                  </a:lnTo>
                  <a:cubicBezTo>
                    <a:pt x="43" y="1613"/>
                    <a:pt x="0" y="1573"/>
                    <a:pt x="0" y="1533"/>
                  </a:cubicBezTo>
                  <a:lnTo>
                    <a:pt x="0" y="72"/>
                  </a:lnTo>
                  <a:cubicBezTo>
                    <a:pt x="0" y="32"/>
                    <a:pt x="43" y="0"/>
                    <a:pt x="83" y="0"/>
                  </a:cubicBezTo>
                  <a:cubicBezTo>
                    <a:pt x="123" y="0"/>
                    <a:pt x="166" y="32"/>
                    <a:pt x="166" y="72"/>
                  </a:cubicBezTo>
                  <a:lnTo>
                    <a:pt x="166" y="1463"/>
                  </a:lnTo>
                  <a:lnTo>
                    <a:pt x="1930" y="1463"/>
                  </a:lnTo>
                  <a:cubicBezTo>
                    <a:pt x="1970" y="1463"/>
                    <a:pt x="2003" y="1498"/>
                    <a:pt x="2003" y="1538"/>
                  </a:cubicBezTo>
                  <a:cubicBezTo>
                    <a:pt x="2003" y="1578"/>
                    <a:pt x="1970" y="1613"/>
                    <a:pt x="1930" y="16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476">
              <a:extLst>
                <a:ext uri="{FF2B5EF4-FFF2-40B4-BE49-F238E27FC236}">
                  <a16:creationId xmlns:a16="http://schemas.microsoft.com/office/drawing/2014/main" id="{20575427-29A1-2D51-868C-95E462FC25DE}"/>
                </a:ext>
              </a:extLst>
            </p:cNvPr>
            <p:cNvSpPr>
              <a:spLocks noEditPoints="1"/>
            </p:cNvSpPr>
            <p:nvPr/>
          </p:nvSpPr>
          <p:spPr bwMode="auto">
            <a:xfrm>
              <a:off x="6353175" y="3024188"/>
              <a:ext cx="74613" cy="98425"/>
            </a:xfrm>
            <a:custGeom>
              <a:avLst/>
              <a:gdLst>
                <a:gd name="T0" fmla="*/ 150 w 583"/>
                <a:gd name="T1" fmla="*/ 633 h 767"/>
                <a:gd name="T2" fmla="*/ 450 w 583"/>
                <a:gd name="T3" fmla="*/ 633 h 767"/>
                <a:gd name="T4" fmla="*/ 450 w 583"/>
                <a:gd name="T5" fmla="*/ 133 h 767"/>
                <a:gd name="T6" fmla="*/ 150 w 583"/>
                <a:gd name="T7" fmla="*/ 133 h 767"/>
                <a:gd name="T8" fmla="*/ 150 w 583"/>
                <a:gd name="T9" fmla="*/ 633 h 767"/>
                <a:gd name="T10" fmla="*/ 583 w 583"/>
                <a:gd name="T11" fmla="*/ 694 h 767"/>
                <a:gd name="T12" fmla="*/ 511 w 583"/>
                <a:gd name="T13" fmla="*/ 767 h 767"/>
                <a:gd name="T14" fmla="*/ 72 w 583"/>
                <a:gd name="T15" fmla="*/ 767 h 767"/>
                <a:gd name="T16" fmla="*/ 0 w 583"/>
                <a:gd name="T17" fmla="*/ 694 h 767"/>
                <a:gd name="T18" fmla="*/ 0 w 583"/>
                <a:gd name="T19" fmla="*/ 72 h 767"/>
                <a:gd name="T20" fmla="*/ 72 w 583"/>
                <a:gd name="T21" fmla="*/ 0 h 767"/>
                <a:gd name="T22" fmla="*/ 511 w 583"/>
                <a:gd name="T23" fmla="*/ 0 h 767"/>
                <a:gd name="T24" fmla="*/ 583 w 583"/>
                <a:gd name="T25" fmla="*/ 72 h 767"/>
                <a:gd name="T26" fmla="*/ 583 w 583"/>
                <a:gd name="T27" fmla="*/ 694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3" h="767">
                  <a:moveTo>
                    <a:pt x="150" y="633"/>
                  </a:moveTo>
                  <a:lnTo>
                    <a:pt x="450" y="633"/>
                  </a:lnTo>
                  <a:lnTo>
                    <a:pt x="450" y="133"/>
                  </a:lnTo>
                  <a:lnTo>
                    <a:pt x="150" y="133"/>
                  </a:lnTo>
                  <a:lnTo>
                    <a:pt x="150" y="633"/>
                  </a:lnTo>
                  <a:close/>
                  <a:moveTo>
                    <a:pt x="583" y="694"/>
                  </a:moveTo>
                  <a:cubicBezTo>
                    <a:pt x="583" y="734"/>
                    <a:pt x="551" y="767"/>
                    <a:pt x="511" y="767"/>
                  </a:cubicBezTo>
                  <a:lnTo>
                    <a:pt x="72" y="767"/>
                  </a:lnTo>
                  <a:cubicBezTo>
                    <a:pt x="32" y="767"/>
                    <a:pt x="0" y="734"/>
                    <a:pt x="0" y="694"/>
                  </a:cubicBezTo>
                  <a:lnTo>
                    <a:pt x="0" y="72"/>
                  </a:lnTo>
                  <a:cubicBezTo>
                    <a:pt x="0" y="32"/>
                    <a:pt x="32" y="0"/>
                    <a:pt x="72" y="0"/>
                  </a:cubicBezTo>
                  <a:lnTo>
                    <a:pt x="511" y="0"/>
                  </a:lnTo>
                  <a:cubicBezTo>
                    <a:pt x="551" y="0"/>
                    <a:pt x="583" y="32"/>
                    <a:pt x="583" y="72"/>
                  </a:cubicBezTo>
                  <a:lnTo>
                    <a:pt x="583" y="69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477">
              <a:extLst>
                <a:ext uri="{FF2B5EF4-FFF2-40B4-BE49-F238E27FC236}">
                  <a16:creationId xmlns:a16="http://schemas.microsoft.com/office/drawing/2014/main" id="{B9E581E7-8C91-EE5E-7BE7-FAD86C196469}"/>
                </a:ext>
              </a:extLst>
            </p:cNvPr>
            <p:cNvSpPr>
              <a:spLocks/>
            </p:cNvSpPr>
            <p:nvPr/>
          </p:nvSpPr>
          <p:spPr bwMode="auto">
            <a:xfrm>
              <a:off x="6540500" y="2978150"/>
              <a:ext cx="76200" cy="84138"/>
            </a:xfrm>
            <a:custGeom>
              <a:avLst/>
              <a:gdLst>
                <a:gd name="T0" fmla="*/ 521 w 603"/>
                <a:gd name="T1" fmla="*/ 657 h 661"/>
                <a:gd name="T2" fmla="*/ 454 w 603"/>
                <a:gd name="T3" fmla="*/ 613 h 661"/>
                <a:gd name="T4" fmla="*/ 303 w 603"/>
                <a:gd name="T5" fmla="*/ 252 h 661"/>
                <a:gd name="T6" fmla="*/ 149 w 603"/>
                <a:gd name="T7" fmla="*/ 608 h 661"/>
                <a:gd name="T8" fmla="*/ 54 w 603"/>
                <a:gd name="T9" fmla="*/ 645 h 661"/>
                <a:gd name="T10" fmla="*/ 16 w 603"/>
                <a:gd name="T11" fmla="*/ 550 h 661"/>
                <a:gd name="T12" fmla="*/ 237 w 603"/>
                <a:gd name="T13" fmla="*/ 41 h 661"/>
                <a:gd name="T14" fmla="*/ 304 w 603"/>
                <a:gd name="T15" fmla="*/ 0 h 661"/>
                <a:gd name="T16" fmla="*/ 304 w 603"/>
                <a:gd name="T17" fmla="*/ 0 h 661"/>
                <a:gd name="T18" fmla="*/ 370 w 603"/>
                <a:gd name="T19" fmla="*/ 42 h 661"/>
                <a:gd name="T20" fmla="*/ 588 w 603"/>
                <a:gd name="T21" fmla="*/ 557 h 661"/>
                <a:gd name="T22" fmla="*/ 549 w 603"/>
                <a:gd name="T23" fmla="*/ 652 h 661"/>
                <a:gd name="T24" fmla="*/ 521 w 603"/>
                <a:gd name="T25" fmla="*/ 657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3" h="661">
                  <a:moveTo>
                    <a:pt x="521" y="657"/>
                  </a:moveTo>
                  <a:cubicBezTo>
                    <a:pt x="493" y="657"/>
                    <a:pt x="466" y="640"/>
                    <a:pt x="454" y="613"/>
                  </a:cubicBezTo>
                  <a:lnTo>
                    <a:pt x="303" y="252"/>
                  </a:lnTo>
                  <a:lnTo>
                    <a:pt x="149" y="608"/>
                  </a:lnTo>
                  <a:cubicBezTo>
                    <a:pt x="133" y="644"/>
                    <a:pt x="91" y="661"/>
                    <a:pt x="54" y="645"/>
                  </a:cubicBezTo>
                  <a:cubicBezTo>
                    <a:pt x="17" y="629"/>
                    <a:pt x="0" y="587"/>
                    <a:pt x="16" y="550"/>
                  </a:cubicBezTo>
                  <a:lnTo>
                    <a:pt x="237" y="41"/>
                  </a:lnTo>
                  <a:cubicBezTo>
                    <a:pt x="249" y="15"/>
                    <a:pt x="275" y="0"/>
                    <a:pt x="304" y="0"/>
                  </a:cubicBezTo>
                  <a:lnTo>
                    <a:pt x="304" y="0"/>
                  </a:lnTo>
                  <a:cubicBezTo>
                    <a:pt x="333" y="0"/>
                    <a:pt x="359" y="15"/>
                    <a:pt x="370" y="42"/>
                  </a:cubicBezTo>
                  <a:lnTo>
                    <a:pt x="588" y="557"/>
                  </a:lnTo>
                  <a:cubicBezTo>
                    <a:pt x="603" y="595"/>
                    <a:pt x="586" y="636"/>
                    <a:pt x="549" y="652"/>
                  </a:cubicBezTo>
                  <a:cubicBezTo>
                    <a:pt x="540" y="656"/>
                    <a:pt x="530" y="657"/>
                    <a:pt x="521" y="6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2" name="Shopping_cart4" descr="{&quot;Key&quot;:&quot;POWER_USER_SHAPE_ICON&quot;,&quot;Value&quot;:&quot;POWER_USER_SHAPE_ICON_STYLE_1&quot;}">
            <a:extLst>
              <a:ext uri="{FF2B5EF4-FFF2-40B4-BE49-F238E27FC236}">
                <a16:creationId xmlns:a16="http://schemas.microsoft.com/office/drawing/2014/main" id="{AFD8943A-4FA9-5B5E-2D72-41A558264687}"/>
              </a:ext>
            </a:extLst>
          </p:cNvPr>
          <p:cNvGrpSpPr>
            <a:grpSpLocks noChangeAspect="1"/>
          </p:cNvGrpSpPr>
          <p:nvPr/>
        </p:nvGrpSpPr>
        <p:grpSpPr>
          <a:xfrm>
            <a:off x="1567858" y="5730433"/>
            <a:ext cx="428155" cy="430129"/>
            <a:chOff x="1352804" y="4254500"/>
            <a:chExt cx="344488" cy="346076"/>
          </a:xfrm>
          <a:solidFill>
            <a:schemeClr val="accent4"/>
          </a:solidFill>
        </p:grpSpPr>
        <p:sp>
          <p:nvSpPr>
            <p:cNvPr id="53" name="Freeform 1028">
              <a:extLst>
                <a:ext uri="{FF2B5EF4-FFF2-40B4-BE49-F238E27FC236}">
                  <a16:creationId xmlns:a16="http://schemas.microsoft.com/office/drawing/2014/main" id="{16E94B73-47A0-5165-F541-C59BBDD71035}"/>
                </a:ext>
              </a:extLst>
            </p:cNvPr>
            <p:cNvSpPr>
              <a:spLocks noEditPoints="1"/>
            </p:cNvSpPr>
            <p:nvPr/>
          </p:nvSpPr>
          <p:spPr bwMode="auto">
            <a:xfrm>
              <a:off x="1352804" y="4254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029">
              <a:extLst>
                <a:ext uri="{FF2B5EF4-FFF2-40B4-BE49-F238E27FC236}">
                  <a16:creationId xmlns:a16="http://schemas.microsoft.com/office/drawing/2014/main" id="{C5264796-A472-E146-3875-7861366E64F7}"/>
                </a:ext>
              </a:extLst>
            </p:cNvPr>
            <p:cNvSpPr>
              <a:spLocks noEditPoints="1"/>
            </p:cNvSpPr>
            <p:nvPr/>
          </p:nvSpPr>
          <p:spPr bwMode="auto">
            <a:xfrm>
              <a:off x="1536954" y="4551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030">
              <a:extLst>
                <a:ext uri="{FF2B5EF4-FFF2-40B4-BE49-F238E27FC236}">
                  <a16:creationId xmlns:a16="http://schemas.microsoft.com/office/drawing/2014/main" id="{AD929B5B-A9D3-1EF6-0FC7-6EEA2E30DA9F}"/>
                </a:ext>
              </a:extLst>
            </p:cNvPr>
            <p:cNvSpPr>
              <a:spLocks noEditPoints="1"/>
            </p:cNvSpPr>
            <p:nvPr/>
          </p:nvSpPr>
          <p:spPr bwMode="auto">
            <a:xfrm>
              <a:off x="1413129" y="4551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6" name="TextBox 55">
            <a:extLst>
              <a:ext uri="{FF2B5EF4-FFF2-40B4-BE49-F238E27FC236}">
                <a16:creationId xmlns:a16="http://schemas.microsoft.com/office/drawing/2014/main" id="{6FD1267A-1E3F-5EBD-AC48-E6C0FAD00430}"/>
              </a:ext>
            </a:extLst>
          </p:cNvPr>
          <p:cNvSpPr txBox="1"/>
          <p:nvPr/>
        </p:nvSpPr>
        <p:spPr>
          <a:xfrm>
            <a:off x="4663445" y="1938680"/>
            <a:ext cx="434734" cy="307777"/>
          </a:xfrm>
          <a:prstGeom prst="rect">
            <a:avLst/>
          </a:prstGeom>
          <a:noFill/>
        </p:spPr>
        <p:txBody>
          <a:bodyPr wrap="none" rtlCol="0">
            <a:spAutoFit/>
          </a:bodyPr>
          <a:lstStyle/>
          <a:p>
            <a:pPr algn="ctr"/>
            <a:r>
              <a:rPr lang="en-US" sz="1400" b="1" dirty="0">
                <a:solidFill>
                  <a:schemeClr val="accent1"/>
                </a:solidFill>
              </a:rPr>
              <a:t>US</a:t>
            </a:r>
          </a:p>
        </p:txBody>
      </p:sp>
      <p:sp>
        <p:nvSpPr>
          <p:cNvPr id="57" name="TextBox 56">
            <a:extLst>
              <a:ext uri="{FF2B5EF4-FFF2-40B4-BE49-F238E27FC236}">
                <a16:creationId xmlns:a16="http://schemas.microsoft.com/office/drawing/2014/main" id="{FE3F3C48-9F56-3EFC-7CCA-4198733D5CFB}"/>
              </a:ext>
            </a:extLst>
          </p:cNvPr>
          <p:cNvSpPr txBox="1"/>
          <p:nvPr/>
        </p:nvSpPr>
        <p:spPr>
          <a:xfrm>
            <a:off x="6124400" y="1938679"/>
            <a:ext cx="681597" cy="307777"/>
          </a:xfrm>
          <a:prstGeom prst="rect">
            <a:avLst/>
          </a:prstGeom>
          <a:noFill/>
        </p:spPr>
        <p:txBody>
          <a:bodyPr wrap="none" rtlCol="0">
            <a:spAutoFit/>
          </a:bodyPr>
          <a:lstStyle/>
          <a:p>
            <a:pPr algn="ctr"/>
            <a:r>
              <a:rPr lang="en-US" sz="1400" b="1" dirty="0">
                <a:solidFill>
                  <a:schemeClr val="accent2"/>
                </a:solidFill>
              </a:rPr>
              <a:t>China</a:t>
            </a:r>
          </a:p>
        </p:txBody>
      </p:sp>
      <p:sp>
        <p:nvSpPr>
          <p:cNvPr id="58" name="TextBox 57">
            <a:extLst>
              <a:ext uri="{FF2B5EF4-FFF2-40B4-BE49-F238E27FC236}">
                <a16:creationId xmlns:a16="http://schemas.microsoft.com/office/drawing/2014/main" id="{1551330E-B585-F451-98CD-2FA8FF03365C}"/>
              </a:ext>
            </a:extLst>
          </p:cNvPr>
          <p:cNvSpPr txBox="1"/>
          <p:nvPr/>
        </p:nvSpPr>
        <p:spPr>
          <a:xfrm>
            <a:off x="7648671" y="1938678"/>
            <a:ext cx="801823" cy="307777"/>
          </a:xfrm>
          <a:prstGeom prst="rect">
            <a:avLst/>
          </a:prstGeom>
          <a:noFill/>
        </p:spPr>
        <p:txBody>
          <a:bodyPr wrap="none" rtlCol="0">
            <a:spAutoFit/>
          </a:bodyPr>
          <a:lstStyle/>
          <a:p>
            <a:pPr algn="ctr"/>
            <a:r>
              <a:rPr lang="en-US" sz="1400" b="1" dirty="0">
                <a:solidFill>
                  <a:schemeClr val="accent3"/>
                </a:solidFill>
              </a:rPr>
              <a:t>Europe</a:t>
            </a:r>
          </a:p>
        </p:txBody>
      </p:sp>
      <p:sp>
        <p:nvSpPr>
          <p:cNvPr id="59" name="TextBox 58">
            <a:extLst>
              <a:ext uri="{FF2B5EF4-FFF2-40B4-BE49-F238E27FC236}">
                <a16:creationId xmlns:a16="http://schemas.microsoft.com/office/drawing/2014/main" id="{27F49DAA-5527-1EFC-3E12-A45C01358298}"/>
              </a:ext>
            </a:extLst>
          </p:cNvPr>
          <p:cNvSpPr txBox="1"/>
          <p:nvPr/>
        </p:nvSpPr>
        <p:spPr>
          <a:xfrm>
            <a:off x="9333246" y="1938677"/>
            <a:ext cx="601447" cy="307777"/>
          </a:xfrm>
          <a:prstGeom prst="rect">
            <a:avLst/>
          </a:prstGeom>
          <a:noFill/>
        </p:spPr>
        <p:txBody>
          <a:bodyPr wrap="none" rtlCol="0">
            <a:spAutoFit/>
          </a:bodyPr>
          <a:lstStyle/>
          <a:p>
            <a:pPr algn="ctr"/>
            <a:r>
              <a:rPr lang="en-US" sz="1400" b="1" dirty="0">
                <a:solidFill>
                  <a:schemeClr val="accent4"/>
                </a:solidFill>
              </a:rPr>
              <a:t>India</a:t>
            </a:r>
          </a:p>
        </p:txBody>
      </p:sp>
      <p:sp>
        <p:nvSpPr>
          <p:cNvPr id="60" name="TextBox 59">
            <a:extLst>
              <a:ext uri="{FF2B5EF4-FFF2-40B4-BE49-F238E27FC236}">
                <a16:creationId xmlns:a16="http://schemas.microsoft.com/office/drawing/2014/main" id="{62EB96E3-B6E9-A29C-A0DF-F097B808A6EC}"/>
              </a:ext>
            </a:extLst>
          </p:cNvPr>
          <p:cNvSpPr txBox="1"/>
          <p:nvPr/>
        </p:nvSpPr>
        <p:spPr>
          <a:xfrm>
            <a:off x="1520542" y="2151628"/>
            <a:ext cx="1875835" cy="307777"/>
          </a:xfrm>
          <a:prstGeom prst="rect">
            <a:avLst/>
          </a:prstGeom>
          <a:noFill/>
        </p:spPr>
        <p:txBody>
          <a:bodyPr wrap="none" rtlCol="0">
            <a:spAutoFit/>
          </a:bodyPr>
          <a:lstStyle/>
          <a:p>
            <a:r>
              <a:rPr lang="en-US" sz="1400" b="1" dirty="0"/>
              <a:t>5-years growth in %</a:t>
            </a:r>
          </a:p>
        </p:txBody>
      </p:sp>
      <p:grpSp>
        <p:nvGrpSpPr>
          <p:cNvPr id="61" name="Car13" descr="{&quot;Key&quot;:&quot;POWER_USER_SHAPE_ICON&quot;,&quot;Value&quot;:&quot;POWER_USER_SHAPE_ICON_STYLE_1&quot;}">
            <a:extLst>
              <a:ext uri="{FF2B5EF4-FFF2-40B4-BE49-F238E27FC236}">
                <a16:creationId xmlns:a16="http://schemas.microsoft.com/office/drawing/2014/main" id="{E15D87C3-B0F6-8504-16EA-B2C5AB21C97A}"/>
              </a:ext>
            </a:extLst>
          </p:cNvPr>
          <p:cNvGrpSpPr>
            <a:grpSpLocks noChangeAspect="1"/>
          </p:cNvGrpSpPr>
          <p:nvPr/>
        </p:nvGrpSpPr>
        <p:grpSpPr>
          <a:xfrm>
            <a:off x="1515197" y="2923733"/>
            <a:ext cx="425453" cy="279584"/>
            <a:chOff x="6535237" y="5505539"/>
            <a:chExt cx="3000375" cy="1971675"/>
          </a:xfrm>
          <a:solidFill>
            <a:schemeClr val="accent1"/>
          </a:solidFill>
        </p:grpSpPr>
        <p:sp>
          <p:nvSpPr>
            <p:cNvPr id="62" name="Free-form: Shape 61">
              <a:extLst>
                <a:ext uri="{FF2B5EF4-FFF2-40B4-BE49-F238E27FC236}">
                  <a16:creationId xmlns:a16="http://schemas.microsoft.com/office/drawing/2014/main" id="{40A56AAB-4B94-7BA8-AD2D-7BFFCCD47C17}"/>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2E581E1C-C537-EB82-8B06-2559E2CBFCD2}"/>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60DFCAE5-FB9A-79F4-C35C-FA075D99EE86}"/>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33C8A705-7B9E-15E1-5171-74564693EED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pic>
        <p:nvPicPr>
          <p:cNvPr id="67" name="Graphic 66" descr="{&quot;Key&quot;:&quot;POWER_USER_SHAPE_ICON&quot;,&quot;Value&quot;:&quot;POWER_USER_SHAPE_ICON_STYLE_1&quot;}">
            <a:extLst>
              <a:ext uri="{FF2B5EF4-FFF2-40B4-BE49-F238E27FC236}">
                <a16:creationId xmlns:a16="http://schemas.microsoft.com/office/drawing/2014/main" id="{EFE537BA-65BE-6085-B399-86FD74FC0D4C}"/>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9354886" y="1367017"/>
            <a:ext cx="563667" cy="553418"/>
          </a:xfrm>
          <a:prstGeom prst="rect">
            <a:avLst/>
          </a:prstGeom>
        </p:spPr>
      </p:pic>
      <p:pic>
        <p:nvPicPr>
          <p:cNvPr id="69" name="Graphic 68" descr="{&quot;Key&quot;:&quot;POWER_USER_SHAPE_ICON&quot;,&quot;Value&quot;:&quot;POWER_USER_SHAPE_ICON_STYLE_1&quot;}">
            <a:extLst>
              <a:ext uri="{FF2B5EF4-FFF2-40B4-BE49-F238E27FC236}">
                <a16:creationId xmlns:a16="http://schemas.microsoft.com/office/drawing/2014/main" id="{958D1A70-2AF7-3AF5-DAA9-B7288D28E8CB}"/>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183364" y="1346655"/>
            <a:ext cx="563667" cy="553418"/>
          </a:xfrm>
          <a:prstGeom prst="rect">
            <a:avLst/>
          </a:prstGeom>
        </p:spPr>
      </p:pic>
      <p:pic>
        <p:nvPicPr>
          <p:cNvPr id="71" name="Graphic 70" descr="{&quot;Key&quot;:&quot;POWER_USER_SHAPE_ICON&quot;,&quot;Value&quot;:&quot;POWER_USER_SHAPE_ICON_STYLE_1&quot;}">
            <a:extLst>
              <a:ext uri="{FF2B5EF4-FFF2-40B4-BE49-F238E27FC236}">
                <a16:creationId xmlns:a16="http://schemas.microsoft.com/office/drawing/2014/main" id="{E4918B7A-3CFD-B4D2-50A2-5F17AFD79641}"/>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4582862" y="1367017"/>
            <a:ext cx="563667" cy="553418"/>
          </a:xfrm>
          <a:prstGeom prst="rect">
            <a:avLst/>
          </a:prstGeom>
        </p:spPr>
      </p:pic>
      <p:pic>
        <p:nvPicPr>
          <p:cNvPr id="73" name="Graphic 72" descr="{&quot;Key&quot;:&quot;POWER_USER_SHAPE_ICON&quot;,&quot;Value&quot;:&quot;POWER_USER_SHAPE_ICON_STYLE_1&quot;}">
            <a:extLst>
              <a:ext uri="{FF2B5EF4-FFF2-40B4-BE49-F238E27FC236}">
                <a16:creationId xmlns:a16="http://schemas.microsoft.com/office/drawing/2014/main" id="{41DDE000-CA81-64A1-23ED-B46235695CD6}"/>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7699750" y="1367017"/>
            <a:ext cx="563667" cy="553418"/>
          </a:xfrm>
          <a:prstGeom prst="rect">
            <a:avLst/>
          </a:prstGeom>
        </p:spPr>
      </p:pic>
    </p:spTree>
    <p:extLst>
      <p:ext uri="{BB962C8B-B14F-4D97-AF65-F5344CB8AC3E}">
        <p14:creationId xmlns:p14="http://schemas.microsoft.com/office/powerpoint/2010/main" val="2627585079"/>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CV Jane Doe</a:t>
            </a:r>
          </a:p>
        </p:txBody>
      </p:sp>
      <p:sp>
        <p:nvSpPr>
          <p:cNvPr id="159" name="Rectangle 158"/>
          <p:cNvSpPr/>
          <p:nvPr/>
        </p:nvSpPr>
        <p:spPr>
          <a:xfrm>
            <a:off x="547556" y="1183729"/>
            <a:ext cx="5239151" cy="1749614"/>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112" name="Rectangle 111"/>
          <p:cNvSpPr/>
          <p:nvPr/>
        </p:nvSpPr>
        <p:spPr>
          <a:xfrm>
            <a:off x="547555" y="4646358"/>
            <a:ext cx="5239151" cy="1659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EXPERTISE</a:t>
            </a:r>
            <a:endParaRPr kumimoji="0" lang="en-US" sz="1800" b="0" i="0" u="none" strike="noStrike" kern="0" cap="none" spc="0" normalizeH="0" baseline="0" noProof="0" dirty="0">
              <a:ln>
                <a:noFill/>
              </a:ln>
              <a:solidFill>
                <a:schemeClr val="tx1"/>
              </a:solidFill>
              <a:effectLst/>
              <a:uLnTx/>
              <a:uFillTx/>
            </a:endParaRPr>
          </a:p>
        </p:txBody>
      </p:sp>
      <p:sp>
        <p:nvSpPr>
          <p:cNvPr id="222" name="Rectangle 221"/>
          <p:cNvSpPr/>
          <p:nvPr/>
        </p:nvSpPr>
        <p:spPr>
          <a:xfrm>
            <a:off x="3230707"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Functional</a:t>
            </a:r>
          </a:p>
        </p:txBody>
      </p:sp>
      <p:sp>
        <p:nvSpPr>
          <p:cNvPr id="109" name="Rectangle 108"/>
          <p:cNvSpPr/>
          <p:nvPr/>
        </p:nvSpPr>
        <p:spPr>
          <a:xfrm>
            <a:off x="547556" y="3135402"/>
            <a:ext cx="5239151" cy="1289858"/>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tx1"/>
                </a:solidFill>
                <a:effectLst/>
                <a:uLnTx/>
                <a:uFillTx/>
              </a:rPr>
              <a:t>RESUME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Jane is a Managing Director with 15 years of experience.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leads our digital transformation practice in New York. She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holds an MBA from Harvard Business School.</a:t>
            </a:r>
          </a:p>
        </p:txBody>
      </p:sp>
      <p:sp>
        <p:nvSpPr>
          <p:cNvPr id="221" name="Rectangle 220"/>
          <p:cNvSpPr/>
          <p:nvPr/>
        </p:nvSpPr>
        <p:spPr>
          <a:xfrm>
            <a:off x="547556"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Industry</a:t>
            </a:r>
            <a:endParaRPr kumimoji="0" lang="en-US" sz="1400" b="0" i="0" u="none" strike="noStrike" kern="0" cap="none" spc="0" normalizeH="0" baseline="0" noProof="0" dirty="0">
              <a:ln>
                <a:noFill/>
              </a:ln>
              <a:solidFill>
                <a:schemeClr val="tx1"/>
              </a:solidFill>
              <a:effectLst/>
              <a:uLnTx/>
              <a:uFillTx/>
            </a:endParaRPr>
          </a:p>
        </p:txBody>
      </p:sp>
      <p:sp>
        <p:nvSpPr>
          <p:cNvPr id="215" name="Rectangle 214"/>
          <p:cNvSpPr/>
          <p:nvPr/>
        </p:nvSpPr>
        <p:spPr>
          <a:xfrm>
            <a:off x="6029943" y="1155140"/>
            <a:ext cx="5614501" cy="1206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EDUCATION</a:t>
            </a:r>
            <a:endParaRPr kumimoji="0" lang="en-US" sz="18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MBA – Harvard Business School</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Master in Management – University of Boston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Bachelor in economics – University of Boston</a:t>
            </a:r>
          </a:p>
        </p:txBody>
      </p:sp>
      <p:sp>
        <p:nvSpPr>
          <p:cNvPr id="153" name="Rectangle 152"/>
          <p:cNvSpPr/>
          <p:nvPr/>
        </p:nvSpPr>
        <p:spPr>
          <a:xfrm>
            <a:off x="6029943" y="2578329"/>
            <a:ext cx="5614501" cy="3727362"/>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PROFESSIONNAL EXPERIENCE</a:t>
            </a:r>
            <a:endParaRPr kumimoji="0" lang="en-US" sz="1800" b="0" i="0" u="none" strike="noStrike" kern="0" cap="none" spc="0" normalizeH="0" baseline="0" noProof="0" dirty="0">
              <a:ln>
                <a:noFill/>
              </a:ln>
              <a:solidFill>
                <a:schemeClr val="tx1"/>
              </a:solidFill>
              <a:effectLst/>
              <a:uLnTx/>
              <a:uFillTx/>
            </a:endParaRPr>
          </a:p>
        </p:txBody>
      </p:sp>
      <p:grpSp>
        <p:nvGrpSpPr>
          <p:cNvPr id="43" name="Group 42"/>
          <p:cNvGrpSpPr>
            <a:grpSpLocks noChangeAspect="1"/>
          </p:cNvGrpSpPr>
          <p:nvPr/>
        </p:nvGrpSpPr>
        <p:grpSpPr>
          <a:xfrm>
            <a:off x="690328" y="5881157"/>
            <a:ext cx="312145" cy="312145"/>
            <a:chOff x="5691187" y="4213717"/>
            <a:chExt cx="809625" cy="809625"/>
          </a:xfrm>
        </p:grpSpPr>
        <p:sp>
          <p:nvSpPr>
            <p:cNvPr id="37" name="Freeform 6"/>
            <p:cNvSpPr>
              <a:spLocks noEditPoints="1"/>
            </p:cNvSpPr>
            <p:nvPr/>
          </p:nvSpPr>
          <p:spPr bwMode="auto">
            <a:xfrm>
              <a:off x="5818187" y="4378817"/>
              <a:ext cx="555625" cy="466725"/>
            </a:xfrm>
            <a:custGeom>
              <a:avLst/>
              <a:gdLst>
                <a:gd name="T0" fmla="*/ 1970 w 2454"/>
                <a:gd name="T1" fmla="*/ 1256 h 2064"/>
                <a:gd name="T2" fmla="*/ 1900 w 2454"/>
                <a:gd name="T3" fmla="*/ 1361 h 2064"/>
                <a:gd name="T4" fmla="*/ 1925 w 2454"/>
                <a:gd name="T5" fmla="*/ 1488 h 2064"/>
                <a:gd name="T6" fmla="*/ 2030 w 2454"/>
                <a:gd name="T7" fmla="*/ 1559 h 2064"/>
                <a:gd name="T8" fmla="*/ 2157 w 2454"/>
                <a:gd name="T9" fmla="*/ 1534 h 2064"/>
                <a:gd name="T10" fmla="*/ 2228 w 2454"/>
                <a:gd name="T11" fmla="*/ 1429 h 2064"/>
                <a:gd name="T12" fmla="*/ 2203 w 2454"/>
                <a:gd name="T13" fmla="*/ 1301 h 2064"/>
                <a:gd name="T14" fmla="*/ 2098 w 2454"/>
                <a:gd name="T15" fmla="*/ 1231 h 2064"/>
                <a:gd name="T16" fmla="*/ 325 w 2454"/>
                <a:gd name="T17" fmla="*/ 1241 h 2064"/>
                <a:gd name="T18" fmla="*/ 236 w 2454"/>
                <a:gd name="T19" fmla="*/ 1329 h 2064"/>
                <a:gd name="T20" fmla="*/ 236 w 2454"/>
                <a:gd name="T21" fmla="*/ 1460 h 2064"/>
                <a:gd name="T22" fmla="*/ 325 w 2454"/>
                <a:gd name="T23" fmla="*/ 1549 h 2064"/>
                <a:gd name="T24" fmla="*/ 456 w 2454"/>
                <a:gd name="T25" fmla="*/ 1549 h 2064"/>
                <a:gd name="T26" fmla="*/ 544 w 2454"/>
                <a:gd name="T27" fmla="*/ 1460 h 2064"/>
                <a:gd name="T28" fmla="*/ 544 w 2454"/>
                <a:gd name="T29" fmla="*/ 1329 h 2064"/>
                <a:gd name="T30" fmla="*/ 456 w 2454"/>
                <a:gd name="T31" fmla="*/ 1241 h 2064"/>
                <a:gd name="T32" fmla="*/ 649 w 2454"/>
                <a:gd name="T33" fmla="*/ 226 h 2064"/>
                <a:gd name="T34" fmla="*/ 591 w 2454"/>
                <a:gd name="T35" fmla="*/ 276 h 2064"/>
                <a:gd name="T36" fmla="*/ 560 w 2454"/>
                <a:gd name="T37" fmla="*/ 346 h 2064"/>
                <a:gd name="T38" fmla="*/ 1899 w 2454"/>
                <a:gd name="T39" fmla="*/ 360 h 2064"/>
                <a:gd name="T40" fmla="*/ 1873 w 2454"/>
                <a:gd name="T41" fmla="*/ 293 h 2064"/>
                <a:gd name="T42" fmla="*/ 1822 w 2454"/>
                <a:gd name="T43" fmla="*/ 233 h 2064"/>
                <a:gd name="T44" fmla="*/ 669 w 2454"/>
                <a:gd name="T45" fmla="*/ 0 h 2064"/>
                <a:gd name="T46" fmla="*/ 1904 w 2454"/>
                <a:gd name="T47" fmla="*/ 25 h 2064"/>
                <a:gd name="T48" fmla="*/ 2033 w 2454"/>
                <a:gd name="T49" fmla="*/ 130 h 2064"/>
                <a:gd name="T50" fmla="*/ 2115 w 2454"/>
                <a:gd name="T51" fmla="*/ 306 h 2064"/>
                <a:gd name="T52" fmla="*/ 2272 w 2454"/>
                <a:gd name="T53" fmla="*/ 930 h 2064"/>
                <a:gd name="T54" fmla="*/ 2404 w 2454"/>
                <a:gd name="T55" fmla="*/ 1051 h 2064"/>
                <a:gd name="T56" fmla="*/ 2454 w 2454"/>
                <a:gd name="T57" fmla="*/ 1228 h 2064"/>
                <a:gd name="T58" fmla="*/ 2426 w 2454"/>
                <a:gd name="T59" fmla="*/ 1642 h 2064"/>
                <a:gd name="T60" fmla="*/ 2312 w 2454"/>
                <a:gd name="T61" fmla="*/ 1779 h 2064"/>
                <a:gd name="T62" fmla="*/ 2228 w 2454"/>
                <a:gd name="T63" fmla="*/ 1978 h 2064"/>
                <a:gd name="T64" fmla="*/ 2168 w 2454"/>
                <a:gd name="T65" fmla="*/ 2053 h 2064"/>
                <a:gd name="T66" fmla="*/ 1982 w 2454"/>
                <a:gd name="T67" fmla="*/ 2061 h 2064"/>
                <a:gd name="T68" fmla="*/ 1907 w 2454"/>
                <a:gd name="T69" fmla="*/ 2001 h 2064"/>
                <a:gd name="T70" fmla="*/ 557 w 2454"/>
                <a:gd name="T71" fmla="*/ 1841 h 2064"/>
                <a:gd name="T72" fmla="*/ 534 w 2454"/>
                <a:gd name="T73" fmla="*/ 2022 h 2064"/>
                <a:gd name="T74" fmla="*/ 446 w 2454"/>
                <a:gd name="T75" fmla="*/ 2064 h 2064"/>
                <a:gd name="T76" fmla="*/ 265 w 2454"/>
                <a:gd name="T77" fmla="*/ 2039 h 2064"/>
                <a:gd name="T78" fmla="*/ 223 w 2454"/>
                <a:gd name="T79" fmla="*/ 1953 h 2064"/>
                <a:gd name="T80" fmla="*/ 107 w 2454"/>
                <a:gd name="T81" fmla="*/ 1751 h 2064"/>
                <a:gd name="T82" fmla="*/ 13 w 2454"/>
                <a:gd name="T83" fmla="*/ 1600 h 2064"/>
                <a:gd name="T84" fmla="*/ 3 w 2454"/>
                <a:gd name="T85" fmla="*/ 1180 h 2064"/>
                <a:gd name="T86" fmla="*/ 77 w 2454"/>
                <a:gd name="T87" fmla="*/ 1015 h 2064"/>
                <a:gd name="T88" fmla="*/ 224 w 2454"/>
                <a:gd name="T89" fmla="*/ 912 h 2064"/>
                <a:gd name="T90" fmla="*/ 354 w 2454"/>
                <a:gd name="T91" fmla="*/ 255 h 2064"/>
                <a:gd name="T92" fmla="*/ 449 w 2454"/>
                <a:gd name="T93" fmla="*/ 96 h 2064"/>
                <a:gd name="T94" fmla="*/ 588 w 2454"/>
                <a:gd name="T95" fmla="*/ 12 h 2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54" h="2064">
                  <a:moveTo>
                    <a:pt x="2063" y="1228"/>
                  </a:moveTo>
                  <a:lnTo>
                    <a:pt x="2030" y="1231"/>
                  </a:lnTo>
                  <a:lnTo>
                    <a:pt x="1998" y="1241"/>
                  </a:lnTo>
                  <a:lnTo>
                    <a:pt x="1970" y="1256"/>
                  </a:lnTo>
                  <a:lnTo>
                    <a:pt x="1945" y="1276"/>
                  </a:lnTo>
                  <a:lnTo>
                    <a:pt x="1925" y="1301"/>
                  </a:lnTo>
                  <a:lnTo>
                    <a:pt x="1910" y="1329"/>
                  </a:lnTo>
                  <a:lnTo>
                    <a:pt x="1900" y="1361"/>
                  </a:lnTo>
                  <a:lnTo>
                    <a:pt x="1897" y="1394"/>
                  </a:lnTo>
                  <a:lnTo>
                    <a:pt x="1900" y="1429"/>
                  </a:lnTo>
                  <a:lnTo>
                    <a:pt x="1910" y="1460"/>
                  </a:lnTo>
                  <a:lnTo>
                    <a:pt x="1925" y="1488"/>
                  </a:lnTo>
                  <a:lnTo>
                    <a:pt x="1945" y="1513"/>
                  </a:lnTo>
                  <a:lnTo>
                    <a:pt x="1970" y="1534"/>
                  </a:lnTo>
                  <a:lnTo>
                    <a:pt x="1998" y="1549"/>
                  </a:lnTo>
                  <a:lnTo>
                    <a:pt x="2030" y="1559"/>
                  </a:lnTo>
                  <a:lnTo>
                    <a:pt x="2063" y="1562"/>
                  </a:lnTo>
                  <a:lnTo>
                    <a:pt x="2098" y="1559"/>
                  </a:lnTo>
                  <a:lnTo>
                    <a:pt x="2129" y="1549"/>
                  </a:lnTo>
                  <a:lnTo>
                    <a:pt x="2157" y="1534"/>
                  </a:lnTo>
                  <a:lnTo>
                    <a:pt x="2182" y="1513"/>
                  </a:lnTo>
                  <a:lnTo>
                    <a:pt x="2203" y="1488"/>
                  </a:lnTo>
                  <a:lnTo>
                    <a:pt x="2218" y="1460"/>
                  </a:lnTo>
                  <a:lnTo>
                    <a:pt x="2228" y="1429"/>
                  </a:lnTo>
                  <a:lnTo>
                    <a:pt x="2231" y="1394"/>
                  </a:lnTo>
                  <a:lnTo>
                    <a:pt x="2228" y="1361"/>
                  </a:lnTo>
                  <a:lnTo>
                    <a:pt x="2218" y="1329"/>
                  </a:lnTo>
                  <a:lnTo>
                    <a:pt x="2203" y="1301"/>
                  </a:lnTo>
                  <a:lnTo>
                    <a:pt x="2182" y="1276"/>
                  </a:lnTo>
                  <a:lnTo>
                    <a:pt x="2157" y="1256"/>
                  </a:lnTo>
                  <a:lnTo>
                    <a:pt x="2129" y="1241"/>
                  </a:lnTo>
                  <a:lnTo>
                    <a:pt x="2098" y="1231"/>
                  </a:lnTo>
                  <a:lnTo>
                    <a:pt x="2063" y="1228"/>
                  </a:lnTo>
                  <a:close/>
                  <a:moveTo>
                    <a:pt x="391" y="1228"/>
                  </a:moveTo>
                  <a:lnTo>
                    <a:pt x="356" y="1231"/>
                  </a:lnTo>
                  <a:lnTo>
                    <a:pt x="325" y="1241"/>
                  </a:lnTo>
                  <a:lnTo>
                    <a:pt x="297" y="1256"/>
                  </a:lnTo>
                  <a:lnTo>
                    <a:pt x="272" y="1276"/>
                  </a:lnTo>
                  <a:lnTo>
                    <a:pt x="251" y="1301"/>
                  </a:lnTo>
                  <a:lnTo>
                    <a:pt x="236" y="1329"/>
                  </a:lnTo>
                  <a:lnTo>
                    <a:pt x="226" y="1361"/>
                  </a:lnTo>
                  <a:lnTo>
                    <a:pt x="223" y="1394"/>
                  </a:lnTo>
                  <a:lnTo>
                    <a:pt x="226" y="1429"/>
                  </a:lnTo>
                  <a:lnTo>
                    <a:pt x="236" y="1460"/>
                  </a:lnTo>
                  <a:lnTo>
                    <a:pt x="251" y="1488"/>
                  </a:lnTo>
                  <a:lnTo>
                    <a:pt x="272" y="1513"/>
                  </a:lnTo>
                  <a:lnTo>
                    <a:pt x="297" y="1534"/>
                  </a:lnTo>
                  <a:lnTo>
                    <a:pt x="325" y="1549"/>
                  </a:lnTo>
                  <a:lnTo>
                    <a:pt x="356" y="1559"/>
                  </a:lnTo>
                  <a:lnTo>
                    <a:pt x="391" y="1562"/>
                  </a:lnTo>
                  <a:lnTo>
                    <a:pt x="424" y="1559"/>
                  </a:lnTo>
                  <a:lnTo>
                    <a:pt x="456" y="1549"/>
                  </a:lnTo>
                  <a:lnTo>
                    <a:pt x="484" y="1534"/>
                  </a:lnTo>
                  <a:lnTo>
                    <a:pt x="509" y="1513"/>
                  </a:lnTo>
                  <a:lnTo>
                    <a:pt x="529" y="1488"/>
                  </a:lnTo>
                  <a:lnTo>
                    <a:pt x="544" y="1460"/>
                  </a:lnTo>
                  <a:lnTo>
                    <a:pt x="554" y="1429"/>
                  </a:lnTo>
                  <a:lnTo>
                    <a:pt x="557" y="1394"/>
                  </a:lnTo>
                  <a:lnTo>
                    <a:pt x="554" y="1361"/>
                  </a:lnTo>
                  <a:lnTo>
                    <a:pt x="544" y="1329"/>
                  </a:lnTo>
                  <a:lnTo>
                    <a:pt x="529" y="1301"/>
                  </a:lnTo>
                  <a:lnTo>
                    <a:pt x="509" y="1276"/>
                  </a:lnTo>
                  <a:lnTo>
                    <a:pt x="484" y="1256"/>
                  </a:lnTo>
                  <a:lnTo>
                    <a:pt x="456" y="1241"/>
                  </a:lnTo>
                  <a:lnTo>
                    <a:pt x="424" y="1231"/>
                  </a:lnTo>
                  <a:lnTo>
                    <a:pt x="391" y="1228"/>
                  </a:lnTo>
                  <a:close/>
                  <a:moveTo>
                    <a:pt x="669" y="224"/>
                  </a:moveTo>
                  <a:lnTo>
                    <a:pt x="649" y="226"/>
                  </a:lnTo>
                  <a:lnTo>
                    <a:pt x="632" y="233"/>
                  </a:lnTo>
                  <a:lnTo>
                    <a:pt x="617" y="244"/>
                  </a:lnTo>
                  <a:lnTo>
                    <a:pt x="603" y="259"/>
                  </a:lnTo>
                  <a:lnTo>
                    <a:pt x="591" y="276"/>
                  </a:lnTo>
                  <a:lnTo>
                    <a:pt x="581" y="293"/>
                  </a:lnTo>
                  <a:lnTo>
                    <a:pt x="571" y="311"/>
                  </a:lnTo>
                  <a:lnTo>
                    <a:pt x="565" y="330"/>
                  </a:lnTo>
                  <a:lnTo>
                    <a:pt x="560" y="346"/>
                  </a:lnTo>
                  <a:lnTo>
                    <a:pt x="555" y="360"/>
                  </a:lnTo>
                  <a:lnTo>
                    <a:pt x="448" y="892"/>
                  </a:lnTo>
                  <a:lnTo>
                    <a:pt x="2006" y="892"/>
                  </a:lnTo>
                  <a:lnTo>
                    <a:pt x="1899" y="360"/>
                  </a:lnTo>
                  <a:lnTo>
                    <a:pt x="1894" y="346"/>
                  </a:lnTo>
                  <a:lnTo>
                    <a:pt x="1889" y="330"/>
                  </a:lnTo>
                  <a:lnTo>
                    <a:pt x="1883" y="311"/>
                  </a:lnTo>
                  <a:lnTo>
                    <a:pt x="1873" y="293"/>
                  </a:lnTo>
                  <a:lnTo>
                    <a:pt x="1863" y="276"/>
                  </a:lnTo>
                  <a:lnTo>
                    <a:pt x="1851" y="259"/>
                  </a:lnTo>
                  <a:lnTo>
                    <a:pt x="1837" y="244"/>
                  </a:lnTo>
                  <a:lnTo>
                    <a:pt x="1822" y="233"/>
                  </a:lnTo>
                  <a:lnTo>
                    <a:pt x="1805" y="226"/>
                  </a:lnTo>
                  <a:lnTo>
                    <a:pt x="1785" y="224"/>
                  </a:lnTo>
                  <a:lnTo>
                    <a:pt x="669" y="224"/>
                  </a:lnTo>
                  <a:close/>
                  <a:moveTo>
                    <a:pt x="669" y="0"/>
                  </a:moveTo>
                  <a:lnTo>
                    <a:pt x="1785" y="0"/>
                  </a:lnTo>
                  <a:lnTo>
                    <a:pt x="1826" y="3"/>
                  </a:lnTo>
                  <a:lnTo>
                    <a:pt x="1866" y="12"/>
                  </a:lnTo>
                  <a:lnTo>
                    <a:pt x="1904" y="25"/>
                  </a:lnTo>
                  <a:lnTo>
                    <a:pt x="1940" y="44"/>
                  </a:lnTo>
                  <a:lnTo>
                    <a:pt x="1973" y="68"/>
                  </a:lnTo>
                  <a:lnTo>
                    <a:pt x="2005" y="96"/>
                  </a:lnTo>
                  <a:lnTo>
                    <a:pt x="2033" y="130"/>
                  </a:lnTo>
                  <a:lnTo>
                    <a:pt x="2058" y="168"/>
                  </a:lnTo>
                  <a:lnTo>
                    <a:pt x="2081" y="210"/>
                  </a:lnTo>
                  <a:lnTo>
                    <a:pt x="2100" y="255"/>
                  </a:lnTo>
                  <a:lnTo>
                    <a:pt x="2115" y="306"/>
                  </a:lnTo>
                  <a:lnTo>
                    <a:pt x="2117" y="312"/>
                  </a:lnTo>
                  <a:lnTo>
                    <a:pt x="2231" y="892"/>
                  </a:lnTo>
                  <a:lnTo>
                    <a:pt x="2230" y="912"/>
                  </a:lnTo>
                  <a:lnTo>
                    <a:pt x="2272" y="930"/>
                  </a:lnTo>
                  <a:lnTo>
                    <a:pt x="2311" y="953"/>
                  </a:lnTo>
                  <a:lnTo>
                    <a:pt x="2346" y="982"/>
                  </a:lnTo>
                  <a:lnTo>
                    <a:pt x="2377" y="1015"/>
                  </a:lnTo>
                  <a:lnTo>
                    <a:pt x="2404" y="1051"/>
                  </a:lnTo>
                  <a:lnTo>
                    <a:pt x="2425" y="1091"/>
                  </a:lnTo>
                  <a:lnTo>
                    <a:pt x="2441" y="1134"/>
                  </a:lnTo>
                  <a:lnTo>
                    <a:pt x="2451" y="1180"/>
                  </a:lnTo>
                  <a:lnTo>
                    <a:pt x="2454" y="1228"/>
                  </a:lnTo>
                  <a:lnTo>
                    <a:pt x="2454" y="1507"/>
                  </a:lnTo>
                  <a:lnTo>
                    <a:pt x="2451" y="1553"/>
                  </a:lnTo>
                  <a:lnTo>
                    <a:pt x="2441" y="1600"/>
                  </a:lnTo>
                  <a:lnTo>
                    <a:pt x="2426" y="1642"/>
                  </a:lnTo>
                  <a:lnTo>
                    <a:pt x="2404" y="1682"/>
                  </a:lnTo>
                  <a:lnTo>
                    <a:pt x="2378" y="1719"/>
                  </a:lnTo>
                  <a:lnTo>
                    <a:pt x="2347" y="1751"/>
                  </a:lnTo>
                  <a:lnTo>
                    <a:pt x="2312" y="1779"/>
                  </a:lnTo>
                  <a:lnTo>
                    <a:pt x="2273" y="1803"/>
                  </a:lnTo>
                  <a:lnTo>
                    <a:pt x="2231" y="1822"/>
                  </a:lnTo>
                  <a:lnTo>
                    <a:pt x="2231" y="1953"/>
                  </a:lnTo>
                  <a:lnTo>
                    <a:pt x="2228" y="1978"/>
                  </a:lnTo>
                  <a:lnTo>
                    <a:pt x="2220" y="2001"/>
                  </a:lnTo>
                  <a:lnTo>
                    <a:pt x="2206" y="2022"/>
                  </a:lnTo>
                  <a:lnTo>
                    <a:pt x="2190" y="2039"/>
                  </a:lnTo>
                  <a:lnTo>
                    <a:pt x="2168" y="2053"/>
                  </a:lnTo>
                  <a:lnTo>
                    <a:pt x="2145" y="2061"/>
                  </a:lnTo>
                  <a:lnTo>
                    <a:pt x="2120" y="2064"/>
                  </a:lnTo>
                  <a:lnTo>
                    <a:pt x="2008" y="2064"/>
                  </a:lnTo>
                  <a:lnTo>
                    <a:pt x="1982" y="2061"/>
                  </a:lnTo>
                  <a:lnTo>
                    <a:pt x="1959" y="2053"/>
                  </a:lnTo>
                  <a:lnTo>
                    <a:pt x="1938" y="2039"/>
                  </a:lnTo>
                  <a:lnTo>
                    <a:pt x="1920" y="2022"/>
                  </a:lnTo>
                  <a:lnTo>
                    <a:pt x="1907" y="2001"/>
                  </a:lnTo>
                  <a:lnTo>
                    <a:pt x="1899" y="1978"/>
                  </a:lnTo>
                  <a:lnTo>
                    <a:pt x="1897" y="1953"/>
                  </a:lnTo>
                  <a:lnTo>
                    <a:pt x="1897" y="1841"/>
                  </a:lnTo>
                  <a:lnTo>
                    <a:pt x="557" y="1841"/>
                  </a:lnTo>
                  <a:lnTo>
                    <a:pt x="557" y="1953"/>
                  </a:lnTo>
                  <a:lnTo>
                    <a:pt x="555" y="1978"/>
                  </a:lnTo>
                  <a:lnTo>
                    <a:pt x="547" y="2001"/>
                  </a:lnTo>
                  <a:lnTo>
                    <a:pt x="534" y="2022"/>
                  </a:lnTo>
                  <a:lnTo>
                    <a:pt x="516" y="2039"/>
                  </a:lnTo>
                  <a:lnTo>
                    <a:pt x="495" y="2053"/>
                  </a:lnTo>
                  <a:lnTo>
                    <a:pt x="472" y="2061"/>
                  </a:lnTo>
                  <a:lnTo>
                    <a:pt x="446" y="2064"/>
                  </a:lnTo>
                  <a:lnTo>
                    <a:pt x="335" y="2064"/>
                  </a:lnTo>
                  <a:lnTo>
                    <a:pt x="309" y="2061"/>
                  </a:lnTo>
                  <a:lnTo>
                    <a:pt x="286" y="2053"/>
                  </a:lnTo>
                  <a:lnTo>
                    <a:pt x="265" y="2039"/>
                  </a:lnTo>
                  <a:lnTo>
                    <a:pt x="248" y="2022"/>
                  </a:lnTo>
                  <a:lnTo>
                    <a:pt x="234" y="2001"/>
                  </a:lnTo>
                  <a:lnTo>
                    <a:pt x="226" y="1978"/>
                  </a:lnTo>
                  <a:lnTo>
                    <a:pt x="223" y="1953"/>
                  </a:lnTo>
                  <a:lnTo>
                    <a:pt x="223" y="1822"/>
                  </a:lnTo>
                  <a:lnTo>
                    <a:pt x="181" y="1803"/>
                  </a:lnTo>
                  <a:lnTo>
                    <a:pt x="142" y="1779"/>
                  </a:lnTo>
                  <a:lnTo>
                    <a:pt x="107" y="1751"/>
                  </a:lnTo>
                  <a:lnTo>
                    <a:pt x="76" y="1719"/>
                  </a:lnTo>
                  <a:lnTo>
                    <a:pt x="50" y="1682"/>
                  </a:lnTo>
                  <a:lnTo>
                    <a:pt x="28" y="1642"/>
                  </a:lnTo>
                  <a:lnTo>
                    <a:pt x="13" y="1600"/>
                  </a:lnTo>
                  <a:lnTo>
                    <a:pt x="3" y="1553"/>
                  </a:lnTo>
                  <a:lnTo>
                    <a:pt x="0" y="1507"/>
                  </a:lnTo>
                  <a:lnTo>
                    <a:pt x="0" y="1228"/>
                  </a:lnTo>
                  <a:lnTo>
                    <a:pt x="3" y="1180"/>
                  </a:lnTo>
                  <a:lnTo>
                    <a:pt x="13" y="1134"/>
                  </a:lnTo>
                  <a:lnTo>
                    <a:pt x="29" y="1091"/>
                  </a:lnTo>
                  <a:lnTo>
                    <a:pt x="50" y="1051"/>
                  </a:lnTo>
                  <a:lnTo>
                    <a:pt x="77" y="1015"/>
                  </a:lnTo>
                  <a:lnTo>
                    <a:pt x="108" y="982"/>
                  </a:lnTo>
                  <a:lnTo>
                    <a:pt x="143" y="953"/>
                  </a:lnTo>
                  <a:lnTo>
                    <a:pt x="182" y="930"/>
                  </a:lnTo>
                  <a:lnTo>
                    <a:pt x="224" y="912"/>
                  </a:lnTo>
                  <a:lnTo>
                    <a:pt x="223" y="892"/>
                  </a:lnTo>
                  <a:lnTo>
                    <a:pt x="225" y="871"/>
                  </a:lnTo>
                  <a:lnTo>
                    <a:pt x="339" y="306"/>
                  </a:lnTo>
                  <a:lnTo>
                    <a:pt x="354" y="255"/>
                  </a:lnTo>
                  <a:lnTo>
                    <a:pt x="373" y="210"/>
                  </a:lnTo>
                  <a:lnTo>
                    <a:pt x="396" y="168"/>
                  </a:lnTo>
                  <a:lnTo>
                    <a:pt x="421" y="130"/>
                  </a:lnTo>
                  <a:lnTo>
                    <a:pt x="449" y="96"/>
                  </a:lnTo>
                  <a:lnTo>
                    <a:pt x="481" y="68"/>
                  </a:lnTo>
                  <a:lnTo>
                    <a:pt x="514" y="44"/>
                  </a:lnTo>
                  <a:lnTo>
                    <a:pt x="550" y="25"/>
                  </a:lnTo>
                  <a:lnTo>
                    <a:pt x="588" y="12"/>
                  </a:lnTo>
                  <a:lnTo>
                    <a:pt x="628" y="3"/>
                  </a:lnTo>
                  <a:lnTo>
                    <a:pt x="669"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8" name="Freeform 7"/>
            <p:cNvSpPr>
              <a:spLocks noEditPoints="1"/>
            </p:cNvSpPr>
            <p:nvPr/>
          </p:nvSpPr>
          <p:spPr bwMode="auto">
            <a:xfrm>
              <a:off x="5691187" y="4213717"/>
              <a:ext cx="809625" cy="809625"/>
            </a:xfrm>
            <a:custGeom>
              <a:avLst/>
              <a:gdLst>
                <a:gd name="T0" fmla="*/ 1108 w 3570"/>
                <a:gd name="T1" fmla="*/ 750 h 3570"/>
                <a:gd name="T2" fmla="*/ 979 w 3570"/>
                <a:gd name="T3" fmla="*/ 855 h 3570"/>
                <a:gd name="T4" fmla="*/ 897 w 3570"/>
                <a:gd name="T5" fmla="*/ 1031 h 3570"/>
                <a:gd name="T6" fmla="*/ 740 w 3570"/>
                <a:gd name="T7" fmla="*/ 1655 h 3570"/>
                <a:gd name="T8" fmla="*/ 608 w 3570"/>
                <a:gd name="T9" fmla="*/ 1776 h 3570"/>
                <a:gd name="T10" fmla="*/ 558 w 3570"/>
                <a:gd name="T11" fmla="*/ 1953 h 3570"/>
                <a:gd name="T12" fmla="*/ 586 w 3570"/>
                <a:gd name="T13" fmla="*/ 2367 h 3570"/>
                <a:gd name="T14" fmla="*/ 700 w 3570"/>
                <a:gd name="T15" fmla="*/ 2504 h 3570"/>
                <a:gd name="T16" fmla="*/ 784 w 3570"/>
                <a:gd name="T17" fmla="*/ 2703 h 3570"/>
                <a:gd name="T18" fmla="*/ 844 w 3570"/>
                <a:gd name="T19" fmla="*/ 2778 h 3570"/>
                <a:gd name="T20" fmla="*/ 1030 w 3570"/>
                <a:gd name="T21" fmla="*/ 2786 h 3570"/>
                <a:gd name="T22" fmla="*/ 1105 w 3570"/>
                <a:gd name="T23" fmla="*/ 2726 h 3570"/>
                <a:gd name="T24" fmla="*/ 2455 w 3570"/>
                <a:gd name="T25" fmla="*/ 2566 h 3570"/>
                <a:gd name="T26" fmla="*/ 2478 w 3570"/>
                <a:gd name="T27" fmla="*/ 2747 h 3570"/>
                <a:gd name="T28" fmla="*/ 2566 w 3570"/>
                <a:gd name="T29" fmla="*/ 2789 h 3570"/>
                <a:gd name="T30" fmla="*/ 2748 w 3570"/>
                <a:gd name="T31" fmla="*/ 2764 h 3570"/>
                <a:gd name="T32" fmla="*/ 2789 w 3570"/>
                <a:gd name="T33" fmla="*/ 2678 h 3570"/>
                <a:gd name="T34" fmla="*/ 2905 w 3570"/>
                <a:gd name="T35" fmla="*/ 2476 h 3570"/>
                <a:gd name="T36" fmla="*/ 2999 w 3570"/>
                <a:gd name="T37" fmla="*/ 2325 h 3570"/>
                <a:gd name="T38" fmla="*/ 3009 w 3570"/>
                <a:gd name="T39" fmla="*/ 1905 h 3570"/>
                <a:gd name="T40" fmla="*/ 2935 w 3570"/>
                <a:gd name="T41" fmla="*/ 1740 h 3570"/>
                <a:gd name="T42" fmla="*/ 2788 w 3570"/>
                <a:gd name="T43" fmla="*/ 1637 h 3570"/>
                <a:gd name="T44" fmla="*/ 2658 w 3570"/>
                <a:gd name="T45" fmla="*/ 980 h 3570"/>
                <a:gd name="T46" fmla="*/ 2563 w 3570"/>
                <a:gd name="T47" fmla="*/ 821 h 3570"/>
                <a:gd name="T48" fmla="*/ 2424 w 3570"/>
                <a:gd name="T49" fmla="*/ 737 h 3570"/>
                <a:gd name="T50" fmla="*/ 1785 w 3570"/>
                <a:gd name="T51" fmla="*/ 0 h 3570"/>
                <a:gd name="T52" fmla="*/ 2209 w 3570"/>
                <a:gd name="T53" fmla="*/ 51 h 3570"/>
                <a:gd name="T54" fmla="*/ 2596 w 3570"/>
                <a:gd name="T55" fmla="*/ 195 h 3570"/>
                <a:gd name="T56" fmla="*/ 2935 w 3570"/>
                <a:gd name="T57" fmla="*/ 420 h 3570"/>
                <a:gd name="T58" fmla="*/ 3213 w 3570"/>
                <a:gd name="T59" fmla="*/ 714 h 3570"/>
                <a:gd name="T60" fmla="*/ 3420 w 3570"/>
                <a:gd name="T61" fmla="*/ 1067 h 3570"/>
                <a:gd name="T62" fmla="*/ 3541 w 3570"/>
                <a:gd name="T63" fmla="*/ 1464 h 3570"/>
                <a:gd name="T64" fmla="*/ 3567 w 3570"/>
                <a:gd name="T65" fmla="*/ 1894 h 3570"/>
                <a:gd name="T66" fmla="*/ 3492 w 3570"/>
                <a:gd name="T67" fmla="*/ 2310 h 3570"/>
                <a:gd name="T68" fmla="*/ 3327 w 3570"/>
                <a:gd name="T69" fmla="*/ 2686 h 3570"/>
                <a:gd name="T70" fmla="*/ 3082 w 3570"/>
                <a:gd name="T71" fmla="*/ 3011 h 3570"/>
                <a:gd name="T72" fmla="*/ 2773 w 3570"/>
                <a:gd name="T73" fmla="*/ 3273 h 3570"/>
                <a:gd name="T74" fmla="*/ 2408 w 3570"/>
                <a:gd name="T75" fmla="*/ 3459 h 3570"/>
                <a:gd name="T76" fmla="*/ 2000 w 3570"/>
                <a:gd name="T77" fmla="*/ 3557 h 3570"/>
                <a:gd name="T78" fmla="*/ 1570 w 3570"/>
                <a:gd name="T79" fmla="*/ 3557 h 3570"/>
                <a:gd name="T80" fmla="*/ 1162 w 3570"/>
                <a:gd name="T81" fmla="*/ 3459 h 3570"/>
                <a:gd name="T82" fmla="*/ 797 w 3570"/>
                <a:gd name="T83" fmla="*/ 3273 h 3570"/>
                <a:gd name="T84" fmla="*/ 488 w 3570"/>
                <a:gd name="T85" fmla="*/ 3011 h 3570"/>
                <a:gd name="T86" fmla="*/ 243 w 3570"/>
                <a:gd name="T87" fmla="*/ 2686 h 3570"/>
                <a:gd name="T88" fmla="*/ 78 w 3570"/>
                <a:gd name="T89" fmla="*/ 2310 h 3570"/>
                <a:gd name="T90" fmla="*/ 3 w 3570"/>
                <a:gd name="T91" fmla="*/ 1894 h 3570"/>
                <a:gd name="T92" fmla="*/ 29 w 3570"/>
                <a:gd name="T93" fmla="*/ 1464 h 3570"/>
                <a:gd name="T94" fmla="*/ 150 w 3570"/>
                <a:gd name="T95" fmla="*/ 1067 h 3570"/>
                <a:gd name="T96" fmla="*/ 357 w 3570"/>
                <a:gd name="T97" fmla="*/ 714 h 3570"/>
                <a:gd name="T98" fmla="*/ 635 w 3570"/>
                <a:gd name="T99" fmla="*/ 420 h 3570"/>
                <a:gd name="T100" fmla="*/ 974 w 3570"/>
                <a:gd name="T101" fmla="*/ 195 h 3570"/>
                <a:gd name="T102" fmla="*/ 1361 w 3570"/>
                <a:gd name="T103" fmla="*/ 51 h 3570"/>
                <a:gd name="T104" fmla="*/ 1785 w 3570"/>
                <a:gd name="T105"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0" h="3570">
                  <a:moveTo>
                    <a:pt x="1227" y="725"/>
                  </a:moveTo>
                  <a:lnTo>
                    <a:pt x="1186" y="728"/>
                  </a:lnTo>
                  <a:lnTo>
                    <a:pt x="1146" y="737"/>
                  </a:lnTo>
                  <a:lnTo>
                    <a:pt x="1108" y="750"/>
                  </a:lnTo>
                  <a:lnTo>
                    <a:pt x="1072" y="769"/>
                  </a:lnTo>
                  <a:lnTo>
                    <a:pt x="1039" y="793"/>
                  </a:lnTo>
                  <a:lnTo>
                    <a:pt x="1007" y="821"/>
                  </a:lnTo>
                  <a:lnTo>
                    <a:pt x="979" y="855"/>
                  </a:lnTo>
                  <a:lnTo>
                    <a:pt x="954" y="893"/>
                  </a:lnTo>
                  <a:lnTo>
                    <a:pt x="931" y="935"/>
                  </a:lnTo>
                  <a:lnTo>
                    <a:pt x="912" y="980"/>
                  </a:lnTo>
                  <a:lnTo>
                    <a:pt x="897" y="1031"/>
                  </a:lnTo>
                  <a:lnTo>
                    <a:pt x="783" y="1596"/>
                  </a:lnTo>
                  <a:lnTo>
                    <a:pt x="781" y="1617"/>
                  </a:lnTo>
                  <a:lnTo>
                    <a:pt x="782" y="1637"/>
                  </a:lnTo>
                  <a:lnTo>
                    <a:pt x="740" y="1655"/>
                  </a:lnTo>
                  <a:lnTo>
                    <a:pt x="701" y="1678"/>
                  </a:lnTo>
                  <a:lnTo>
                    <a:pt x="666" y="1707"/>
                  </a:lnTo>
                  <a:lnTo>
                    <a:pt x="635" y="1740"/>
                  </a:lnTo>
                  <a:lnTo>
                    <a:pt x="608" y="1776"/>
                  </a:lnTo>
                  <a:lnTo>
                    <a:pt x="587" y="1816"/>
                  </a:lnTo>
                  <a:lnTo>
                    <a:pt x="571" y="1859"/>
                  </a:lnTo>
                  <a:lnTo>
                    <a:pt x="561" y="1905"/>
                  </a:lnTo>
                  <a:lnTo>
                    <a:pt x="558" y="1953"/>
                  </a:lnTo>
                  <a:lnTo>
                    <a:pt x="558" y="2232"/>
                  </a:lnTo>
                  <a:lnTo>
                    <a:pt x="561" y="2278"/>
                  </a:lnTo>
                  <a:lnTo>
                    <a:pt x="571" y="2325"/>
                  </a:lnTo>
                  <a:lnTo>
                    <a:pt x="586" y="2367"/>
                  </a:lnTo>
                  <a:lnTo>
                    <a:pt x="608" y="2407"/>
                  </a:lnTo>
                  <a:lnTo>
                    <a:pt x="634" y="2444"/>
                  </a:lnTo>
                  <a:lnTo>
                    <a:pt x="665" y="2476"/>
                  </a:lnTo>
                  <a:lnTo>
                    <a:pt x="700" y="2504"/>
                  </a:lnTo>
                  <a:lnTo>
                    <a:pt x="739" y="2528"/>
                  </a:lnTo>
                  <a:lnTo>
                    <a:pt x="781" y="2547"/>
                  </a:lnTo>
                  <a:lnTo>
                    <a:pt x="781" y="2678"/>
                  </a:lnTo>
                  <a:lnTo>
                    <a:pt x="784" y="2703"/>
                  </a:lnTo>
                  <a:lnTo>
                    <a:pt x="792" y="2726"/>
                  </a:lnTo>
                  <a:lnTo>
                    <a:pt x="806" y="2747"/>
                  </a:lnTo>
                  <a:lnTo>
                    <a:pt x="823" y="2764"/>
                  </a:lnTo>
                  <a:lnTo>
                    <a:pt x="844" y="2778"/>
                  </a:lnTo>
                  <a:lnTo>
                    <a:pt x="867" y="2786"/>
                  </a:lnTo>
                  <a:lnTo>
                    <a:pt x="893" y="2789"/>
                  </a:lnTo>
                  <a:lnTo>
                    <a:pt x="1004" y="2789"/>
                  </a:lnTo>
                  <a:lnTo>
                    <a:pt x="1030" y="2786"/>
                  </a:lnTo>
                  <a:lnTo>
                    <a:pt x="1053" y="2778"/>
                  </a:lnTo>
                  <a:lnTo>
                    <a:pt x="1074" y="2764"/>
                  </a:lnTo>
                  <a:lnTo>
                    <a:pt x="1092" y="2747"/>
                  </a:lnTo>
                  <a:lnTo>
                    <a:pt x="1105" y="2726"/>
                  </a:lnTo>
                  <a:lnTo>
                    <a:pt x="1113" y="2703"/>
                  </a:lnTo>
                  <a:lnTo>
                    <a:pt x="1115" y="2678"/>
                  </a:lnTo>
                  <a:lnTo>
                    <a:pt x="1115" y="2566"/>
                  </a:lnTo>
                  <a:lnTo>
                    <a:pt x="2455" y="2566"/>
                  </a:lnTo>
                  <a:lnTo>
                    <a:pt x="2455" y="2678"/>
                  </a:lnTo>
                  <a:lnTo>
                    <a:pt x="2457" y="2703"/>
                  </a:lnTo>
                  <a:lnTo>
                    <a:pt x="2465" y="2726"/>
                  </a:lnTo>
                  <a:lnTo>
                    <a:pt x="2478" y="2747"/>
                  </a:lnTo>
                  <a:lnTo>
                    <a:pt x="2496" y="2764"/>
                  </a:lnTo>
                  <a:lnTo>
                    <a:pt x="2517" y="2778"/>
                  </a:lnTo>
                  <a:lnTo>
                    <a:pt x="2540" y="2786"/>
                  </a:lnTo>
                  <a:lnTo>
                    <a:pt x="2566" y="2789"/>
                  </a:lnTo>
                  <a:lnTo>
                    <a:pt x="2678" y="2789"/>
                  </a:lnTo>
                  <a:lnTo>
                    <a:pt x="2703" y="2786"/>
                  </a:lnTo>
                  <a:lnTo>
                    <a:pt x="2726" y="2778"/>
                  </a:lnTo>
                  <a:lnTo>
                    <a:pt x="2748" y="2764"/>
                  </a:lnTo>
                  <a:lnTo>
                    <a:pt x="2764" y="2747"/>
                  </a:lnTo>
                  <a:lnTo>
                    <a:pt x="2778" y="2726"/>
                  </a:lnTo>
                  <a:lnTo>
                    <a:pt x="2786" y="2703"/>
                  </a:lnTo>
                  <a:lnTo>
                    <a:pt x="2789" y="2678"/>
                  </a:lnTo>
                  <a:lnTo>
                    <a:pt x="2789" y="2547"/>
                  </a:lnTo>
                  <a:lnTo>
                    <a:pt x="2831" y="2528"/>
                  </a:lnTo>
                  <a:lnTo>
                    <a:pt x="2870" y="2504"/>
                  </a:lnTo>
                  <a:lnTo>
                    <a:pt x="2905" y="2476"/>
                  </a:lnTo>
                  <a:lnTo>
                    <a:pt x="2936" y="2444"/>
                  </a:lnTo>
                  <a:lnTo>
                    <a:pt x="2962" y="2407"/>
                  </a:lnTo>
                  <a:lnTo>
                    <a:pt x="2984" y="2367"/>
                  </a:lnTo>
                  <a:lnTo>
                    <a:pt x="2999" y="2325"/>
                  </a:lnTo>
                  <a:lnTo>
                    <a:pt x="3009" y="2278"/>
                  </a:lnTo>
                  <a:lnTo>
                    <a:pt x="3012" y="2232"/>
                  </a:lnTo>
                  <a:lnTo>
                    <a:pt x="3012" y="1953"/>
                  </a:lnTo>
                  <a:lnTo>
                    <a:pt x="3009" y="1905"/>
                  </a:lnTo>
                  <a:lnTo>
                    <a:pt x="2999" y="1859"/>
                  </a:lnTo>
                  <a:lnTo>
                    <a:pt x="2983" y="1816"/>
                  </a:lnTo>
                  <a:lnTo>
                    <a:pt x="2962" y="1776"/>
                  </a:lnTo>
                  <a:lnTo>
                    <a:pt x="2935" y="1740"/>
                  </a:lnTo>
                  <a:lnTo>
                    <a:pt x="2904" y="1707"/>
                  </a:lnTo>
                  <a:lnTo>
                    <a:pt x="2869" y="1678"/>
                  </a:lnTo>
                  <a:lnTo>
                    <a:pt x="2830" y="1655"/>
                  </a:lnTo>
                  <a:lnTo>
                    <a:pt x="2788" y="1637"/>
                  </a:lnTo>
                  <a:lnTo>
                    <a:pt x="2789" y="1617"/>
                  </a:lnTo>
                  <a:lnTo>
                    <a:pt x="2675" y="1037"/>
                  </a:lnTo>
                  <a:lnTo>
                    <a:pt x="2673" y="1031"/>
                  </a:lnTo>
                  <a:lnTo>
                    <a:pt x="2658" y="980"/>
                  </a:lnTo>
                  <a:lnTo>
                    <a:pt x="2639" y="935"/>
                  </a:lnTo>
                  <a:lnTo>
                    <a:pt x="2616" y="893"/>
                  </a:lnTo>
                  <a:lnTo>
                    <a:pt x="2591" y="855"/>
                  </a:lnTo>
                  <a:lnTo>
                    <a:pt x="2563" y="821"/>
                  </a:lnTo>
                  <a:lnTo>
                    <a:pt x="2531" y="793"/>
                  </a:lnTo>
                  <a:lnTo>
                    <a:pt x="2498" y="769"/>
                  </a:lnTo>
                  <a:lnTo>
                    <a:pt x="2462" y="750"/>
                  </a:lnTo>
                  <a:lnTo>
                    <a:pt x="2424" y="737"/>
                  </a:lnTo>
                  <a:lnTo>
                    <a:pt x="2384" y="728"/>
                  </a:lnTo>
                  <a:lnTo>
                    <a:pt x="2343" y="725"/>
                  </a:lnTo>
                  <a:lnTo>
                    <a:pt x="1227"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9" name="Freeform 8"/>
            <p:cNvSpPr>
              <a:spLocks/>
            </p:cNvSpPr>
            <p:nvPr/>
          </p:nvSpPr>
          <p:spPr bwMode="auto">
            <a:xfrm>
              <a:off x="5919787" y="4429617"/>
              <a:ext cx="352425" cy="150813"/>
            </a:xfrm>
            <a:custGeom>
              <a:avLst/>
              <a:gdLst>
                <a:gd name="T0" fmla="*/ 221 w 1558"/>
                <a:gd name="T1" fmla="*/ 0 h 668"/>
                <a:gd name="T2" fmla="*/ 1337 w 1558"/>
                <a:gd name="T3" fmla="*/ 0 h 668"/>
                <a:gd name="T4" fmla="*/ 1357 w 1558"/>
                <a:gd name="T5" fmla="*/ 2 h 668"/>
                <a:gd name="T6" fmla="*/ 1374 w 1558"/>
                <a:gd name="T7" fmla="*/ 9 h 668"/>
                <a:gd name="T8" fmla="*/ 1389 w 1558"/>
                <a:gd name="T9" fmla="*/ 20 h 668"/>
                <a:gd name="T10" fmla="*/ 1403 w 1558"/>
                <a:gd name="T11" fmla="*/ 35 h 668"/>
                <a:gd name="T12" fmla="*/ 1415 w 1558"/>
                <a:gd name="T13" fmla="*/ 52 h 668"/>
                <a:gd name="T14" fmla="*/ 1425 w 1558"/>
                <a:gd name="T15" fmla="*/ 69 h 668"/>
                <a:gd name="T16" fmla="*/ 1435 w 1558"/>
                <a:gd name="T17" fmla="*/ 87 h 668"/>
                <a:gd name="T18" fmla="*/ 1441 w 1558"/>
                <a:gd name="T19" fmla="*/ 106 h 668"/>
                <a:gd name="T20" fmla="*/ 1446 w 1558"/>
                <a:gd name="T21" fmla="*/ 122 h 668"/>
                <a:gd name="T22" fmla="*/ 1451 w 1558"/>
                <a:gd name="T23" fmla="*/ 136 h 668"/>
                <a:gd name="T24" fmla="*/ 1558 w 1558"/>
                <a:gd name="T25" fmla="*/ 668 h 668"/>
                <a:gd name="T26" fmla="*/ 0 w 1558"/>
                <a:gd name="T27" fmla="*/ 668 h 668"/>
                <a:gd name="T28" fmla="*/ 107 w 1558"/>
                <a:gd name="T29" fmla="*/ 136 h 668"/>
                <a:gd name="T30" fmla="*/ 112 w 1558"/>
                <a:gd name="T31" fmla="*/ 122 h 668"/>
                <a:gd name="T32" fmla="*/ 117 w 1558"/>
                <a:gd name="T33" fmla="*/ 106 h 668"/>
                <a:gd name="T34" fmla="*/ 123 w 1558"/>
                <a:gd name="T35" fmla="*/ 87 h 668"/>
                <a:gd name="T36" fmla="*/ 133 w 1558"/>
                <a:gd name="T37" fmla="*/ 69 h 668"/>
                <a:gd name="T38" fmla="*/ 143 w 1558"/>
                <a:gd name="T39" fmla="*/ 52 h 668"/>
                <a:gd name="T40" fmla="*/ 155 w 1558"/>
                <a:gd name="T41" fmla="*/ 35 h 668"/>
                <a:gd name="T42" fmla="*/ 169 w 1558"/>
                <a:gd name="T43" fmla="*/ 20 h 668"/>
                <a:gd name="T44" fmla="*/ 184 w 1558"/>
                <a:gd name="T45" fmla="*/ 9 h 668"/>
                <a:gd name="T46" fmla="*/ 201 w 1558"/>
                <a:gd name="T47" fmla="*/ 2 h 668"/>
                <a:gd name="T48" fmla="*/ 221 w 1558"/>
                <a:gd name="T49" fmla="*/ 0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58" h="668">
                  <a:moveTo>
                    <a:pt x="221" y="0"/>
                  </a:moveTo>
                  <a:lnTo>
                    <a:pt x="1337" y="0"/>
                  </a:lnTo>
                  <a:lnTo>
                    <a:pt x="1357" y="2"/>
                  </a:lnTo>
                  <a:lnTo>
                    <a:pt x="1374" y="9"/>
                  </a:lnTo>
                  <a:lnTo>
                    <a:pt x="1389" y="20"/>
                  </a:lnTo>
                  <a:lnTo>
                    <a:pt x="1403" y="35"/>
                  </a:lnTo>
                  <a:lnTo>
                    <a:pt x="1415" y="52"/>
                  </a:lnTo>
                  <a:lnTo>
                    <a:pt x="1425" y="69"/>
                  </a:lnTo>
                  <a:lnTo>
                    <a:pt x="1435" y="87"/>
                  </a:lnTo>
                  <a:lnTo>
                    <a:pt x="1441" y="106"/>
                  </a:lnTo>
                  <a:lnTo>
                    <a:pt x="1446" y="122"/>
                  </a:lnTo>
                  <a:lnTo>
                    <a:pt x="1451" y="136"/>
                  </a:lnTo>
                  <a:lnTo>
                    <a:pt x="1558" y="668"/>
                  </a:lnTo>
                  <a:lnTo>
                    <a:pt x="0" y="668"/>
                  </a:lnTo>
                  <a:lnTo>
                    <a:pt x="107" y="136"/>
                  </a:lnTo>
                  <a:lnTo>
                    <a:pt x="112" y="122"/>
                  </a:lnTo>
                  <a:lnTo>
                    <a:pt x="117" y="106"/>
                  </a:lnTo>
                  <a:lnTo>
                    <a:pt x="123" y="87"/>
                  </a:lnTo>
                  <a:lnTo>
                    <a:pt x="133" y="69"/>
                  </a:lnTo>
                  <a:lnTo>
                    <a:pt x="143" y="52"/>
                  </a:lnTo>
                  <a:lnTo>
                    <a:pt x="155" y="35"/>
                  </a:lnTo>
                  <a:lnTo>
                    <a:pt x="169" y="20"/>
                  </a:lnTo>
                  <a:lnTo>
                    <a:pt x="184" y="9"/>
                  </a:lnTo>
                  <a:lnTo>
                    <a:pt x="201" y="2"/>
                  </a:lnTo>
                  <a:lnTo>
                    <a:pt x="22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0" name="Freeform 9"/>
            <p:cNvSpPr>
              <a:spLocks/>
            </p:cNvSpPr>
            <p:nvPr/>
          </p:nvSpPr>
          <p:spPr bwMode="auto">
            <a:xfrm>
              <a:off x="5868987" y="4656630"/>
              <a:ext cx="74613" cy="76200"/>
            </a:xfrm>
            <a:custGeom>
              <a:avLst/>
              <a:gdLst>
                <a:gd name="T0" fmla="*/ 168 w 334"/>
                <a:gd name="T1" fmla="*/ 0 h 334"/>
                <a:gd name="T2" fmla="*/ 201 w 334"/>
                <a:gd name="T3" fmla="*/ 3 h 334"/>
                <a:gd name="T4" fmla="*/ 233 w 334"/>
                <a:gd name="T5" fmla="*/ 13 h 334"/>
                <a:gd name="T6" fmla="*/ 261 w 334"/>
                <a:gd name="T7" fmla="*/ 28 h 334"/>
                <a:gd name="T8" fmla="*/ 286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6 w 334"/>
                <a:gd name="T25" fmla="*/ 285 h 334"/>
                <a:gd name="T26" fmla="*/ 261 w 334"/>
                <a:gd name="T27" fmla="*/ 306 h 334"/>
                <a:gd name="T28" fmla="*/ 233 w 334"/>
                <a:gd name="T29" fmla="*/ 321 h 334"/>
                <a:gd name="T30" fmla="*/ 201 w 334"/>
                <a:gd name="T31" fmla="*/ 331 h 334"/>
                <a:gd name="T32" fmla="*/ 168 w 334"/>
                <a:gd name="T33" fmla="*/ 334 h 334"/>
                <a:gd name="T34" fmla="*/ 133 w 334"/>
                <a:gd name="T35" fmla="*/ 331 h 334"/>
                <a:gd name="T36" fmla="*/ 102 w 334"/>
                <a:gd name="T37" fmla="*/ 321 h 334"/>
                <a:gd name="T38" fmla="*/ 74 w 334"/>
                <a:gd name="T39" fmla="*/ 306 h 334"/>
                <a:gd name="T40" fmla="*/ 49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9 w 334"/>
                <a:gd name="T57" fmla="*/ 48 h 334"/>
                <a:gd name="T58" fmla="*/ 74 w 334"/>
                <a:gd name="T59" fmla="*/ 28 h 334"/>
                <a:gd name="T60" fmla="*/ 102 w 334"/>
                <a:gd name="T61" fmla="*/ 13 h 334"/>
                <a:gd name="T62" fmla="*/ 133 w 334"/>
                <a:gd name="T63" fmla="*/ 3 h 334"/>
                <a:gd name="T64" fmla="*/ 168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8" y="0"/>
                  </a:moveTo>
                  <a:lnTo>
                    <a:pt x="201" y="3"/>
                  </a:lnTo>
                  <a:lnTo>
                    <a:pt x="233" y="13"/>
                  </a:lnTo>
                  <a:lnTo>
                    <a:pt x="261" y="28"/>
                  </a:lnTo>
                  <a:lnTo>
                    <a:pt x="286" y="48"/>
                  </a:lnTo>
                  <a:lnTo>
                    <a:pt x="306" y="73"/>
                  </a:lnTo>
                  <a:lnTo>
                    <a:pt x="321" y="101"/>
                  </a:lnTo>
                  <a:lnTo>
                    <a:pt x="331" y="133"/>
                  </a:lnTo>
                  <a:lnTo>
                    <a:pt x="334" y="166"/>
                  </a:lnTo>
                  <a:lnTo>
                    <a:pt x="331" y="201"/>
                  </a:lnTo>
                  <a:lnTo>
                    <a:pt x="321" y="232"/>
                  </a:lnTo>
                  <a:lnTo>
                    <a:pt x="306" y="260"/>
                  </a:lnTo>
                  <a:lnTo>
                    <a:pt x="286" y="285"/>
                  </a:lnTo>
                  <a:lnTo>
                    <a:pt x="261" y="306"/>
                  </a:lnTo>
                  <a:lnTo>
                    <a:pt x="233" y="321"/>
                  </a:lnTo>
                  <a:lnTo>
                    <a:pt x="201" y="331"/>
                  </a:lnTo>
                  <a:lnTo>
                    <a:pt x="168" y="334"/>
                  </a:lnTo>
                  <a:lnTo>
                    <a:pt x="133" y="331"/>
                  </a:lnTo>
                  <a:lnTo>
                    <a:pt x="102" y="321"/>
                  </a:lnTo>
                  <a:lnTo>
                    <a:pt x="74" y="306"/>
                  </a:lnTo>
                  <a:lnTo>
                    <a:pt x="49" y="285"/>
                  </a:lnTo>
                  <a:lnTo>
                    <a:pt x="28" y="260"/>
                  </a:lnTo>
                  <a:lnTo>
                    <a:pt x="13" y="232"/>
                  </a:lnTo>
                  <a:lnTo>
                    <a:pt x="3" y="201"/>
                  </a:lnTo>
                  <a:lnTo>
                    <a:pt x="0" y="166"/>
                  </a:lnTo>
                  <a:lnTo>
                    <a:pt x="3" y="133"/>
                  </a:lnTo>
                  <a:lnTo>
                    <a:pt x="13" y="101"/>
                  </a:lnTo>
                  <a:lnTo>
                    <a:pt x="28" y="73"/>
                  </a:lnTo>
                  <a:lnTo>
                    <a:pt x="49" y="48"/>
                  </a:lnTo>
                  <a:lnTo>
                    <a:pt x="74" y="28"/>
                  </a:lnTo>
                  <a:lnTo>
                    <a:pt x="102" y="13"/>
                  </a:lnTo>
                  <a:lnTo>
                    <a:pt x="133" y="3"/>
                  </a:lnTo>
                  <a:lnTo>
                    <a:pt x="16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1" name="Freeform 10"/>
            <p:cNvSpPr>
              <a:spLocks/>
            </p:cNvSpPr>
            <p:nvPr/>
          </p:nvSpPr>
          <p:spPr bwMode="auto">
            <a:xfrm>
              <a:off x="6248400" y="4656630"/>
              <a:ext cx="74613" cy="76200"/>
            </a:xfrm>
            <a:custGeom>
              <a:avLst/>
              <a:gdLst>
                <a:gd name="T0" fmla="*/ 166 w 334"/>
                <a:gd name="T1" fmla="*/ 0 h 334"/>
                <a:gd name="T2" fmla="*/ 201 w 334"/>
                <a:gd name="T3" fmla="*/ 3 h 334"/>
                <a:gd name="T4" fmla="*/ 232 w 334"/>
                <a:gd name="T5" fmla="*/ 13 h 334"/>
                <a:gd name="T6" fmla="*/ 260 w 334"/>
                <a:gd name="T7" fmla="*/ 28 h 334"/>
                <a:gd name="T8" fmla="*/ 285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5 w 334"/>
                <a:gd name="T25" fmla="*/ 285 h 334"/>
                <a:gd name="T26" fmla="*/ 260 w 334"/>
                <a:gd name="T27" fmla="*/ 306 h 334"/>
                <a:gd name="T28" fmla="*/ 232 w 334"/>
                <a:gd name="T29" fmla="*/ 321 h 334"/>
                <a:gd name="T30" fmla="*/ 201 w 334"/>
                <a:gd name="T31" fmla="*/ 331 h 334"/>
                <a:gd name="T32" fmla="*/ 166 w 334"/>
                <a:gd name="T33" fmla="*/ 334 h 334"/>
                <a:gd name="T34" fmla="*/ 133 w 334"/>
                <a:gd name="T35" fmla="*/ 331 h 334"/>
                <a:gd name="T36" fmla="*/ 101 w 334"/>
                <a:gd name="T37" fmla="*/ 321 h 334"/>
                <a:gd name="T38" fmla="*/ 73 w 334"/>
                <a:gd name="T39" fmla="*/ 306 h 334"/>
                <a:gd name="T40" fmla="*/ 48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8 w 334"/>
                <a:gd name="T57" fmla="*/ 48 h 334"/>
                <a:gd name="T58" fmla="*/ 73 w 334"/>
                <a:gd name="T59" fmla="*/ 28 h 334"/>
                <a:gd name="T60" fmla="*/ 101 w 334"/>
                <a:gd name="T61" fmla="*/ 13 h 334"/>
                <a:gd name="T62" fmla="*/ 133 w 334"/>
                <a:gd name="T63" fmla="*/ 3 h 334"/>
                <a:gd name="T64" fmla="*/ 166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6" y="0"/>
                  </a:moveTo>
                  <a:lnTo>
                    <a:pt x="201" y="3"/>
                  </a:lnTo>
                  <a:lnTo>
                    <a:pt x="232" y="13"/>
                  </a:lnTo>
                  <a:lnTo>
                    <a:pt x="260" y="28"/>
                  </a:lnTo>
                  <a:lnTo>
                    <a:pt x="285" y="48"/>
                  </a:lnTo>
                  <a:lnTo>
                    <a:pt x="306" y="73"/>
                  </a:lnTo>
                  <a:lnTo>
                    <a:pt x="321" y="101"/>
                  </a:lnTo>
                  <a:lnTo>
                    <a:pt x="331" y="133"/>
                  </a:lnTo>
                  <a:lnTo>
                    <a:pt x="334" y="166"/>
                  </a:lnTo>
                  <a:lnTo>
                    <a:pt x="331" y="201"/>
                  </a:lnTo>
                  <a:lnTo>
                    <a:pt x="321" y="232"/>
                  </a:lnTo>
                  <a:lnTo>
                    <a:pt x="306" y="260"/>
                  </a:lnTo>
                  <a:lnTo>
                    <a:pt x="285" y="285"/>
                  </a:lnTo>
                  <a:lnTo>
                    <a:pt x="260" y="306"/>
                  </a:lnTo>
                  <a:lnTo>
                    <a:pt x="232" y="321"/>
                  </a:lnTo>
                  <a:lnTo>
                    <a:pt x="201" y="331"/>
                  </a:lnTo>
                  <a:lnTo>
                    <a:pt x="166" y="334"/>
                  </a:lnTo>
                  <a:lnTo>
                    <a:pt x="133" y="331"/>
                  </a:lnTo>
                  <a:lnTo>
                    <a:pt x="101" y="321"/>
                  </a:lnTo>
                  <a:lnTo>
                    <a:pt x="73" y="306"/>
                  </a:lnTo>
                  <a:lnTo>
                    <a:pt x="48" y="285"/>
                  </a:lnTo>
                  <a:lnTo>
                    <a:pt x="28" y="260"/>
                  </a:lnTo>
                  <a:lnTo>
                    <a:pt x="13" y="232"/>
                  </a:lnTo>
                  <a:lnTo>
                    <a:pt x="3" y="201"/>
                  </a:lnTo>
                  <a:lnTo>
                    <a:pt x="0" y="166"/>
                  </a:lnTo>
                  <a:lnTo>
                    <a:pt x="3" y="133"/>
                  </a:lnTo>
                  <a:lnTo>
                    <a:pt x="13" y="101"/>
                  </a:lnTo>
                  <a:lnTo>
                    <a:pt x="28" y="73"/>
                  </a:lnTo>
                  <a:lnTo>
                    <a:pt x="48" y="48"/>
                  </a:lnTo>
                  <a:lnTo>
                    <a:pt x="73" y="28"/>
                  </a:lnTo>
                  <a:lnTo>
                    <a:pt x="101" y="13"/>
                  </a:lnTo>
                  <a:lnTo>
                    <a:pt x="133" y="3"/>
                  </a:lnTo>
                  <a:lnTo>
                    <a:pt x="166"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4" name="Group 63"/>
          <p:cNvGrpSpPr>
            <a:grpSpLocks noChangeAspect="1"/>
          </p:cNvGrpSpPr>
          <p:nvPr/>
        </p:nvGrpSpPr>
        <p:grpSpPr>
          <a:xfrm>
            <a:off x="690328" y="5559137"/>
            <a:ext cx="312145" cy="312145"/>
            <a:chOff x="4745038" y="2970213"/>
            <a:chExt cx="809625" cy="809625"/>
          </a:xfrm>
        </p:grpSpPr>
        <p:sp>
          <p:nvSpPr>
            <p:cNvPr id="47" name="Freeform 15"/>
            <p:cNvSpPr>
              <a:spLocks/>
            </p:cNvSpPr>
            <p:nvPr/>
          </p:nvSpPr>
          <p:spPr bwMode="auto">
            <a:xfrm>
              <a:off x="4897438" y="3387726"/>
              <a:ext cx="0" cy="6350"/>
            </a:xfrm>
            <a:custGeom>
              <a:avLst/>
              <a:gdLst>
                <a:gd name="T0" fmla="*/ 0 h 26"/>
                <a:gd name="T1" fmla="*/ 21 h 26"/>
                <a:gd name="T2" fmla="*/ 26 h 26"/>
                <a:gd name="T3" fmla="*/ 0 h 26"/>
              </a:gdLst>
              <a:ahLst/>
              <a:cxnLst>
                <a:cxn ang="0">
                  <a:pos x="0" y="T0"/>
                </a:cxn>
                <a:cxn ang="0">
                  <a:pos x="0" y="T1"/>
                </a:cxn>
                <a:cxn ang="0">
                  <a:pos x="0" y="T2"/>
                </a:cxn>
                <a:cxn ang="0">
                  <a:pos x="0" y="T3"/>
                </a:cxn>
              </a:cxnLst>
              <a:rect l="0" t="0" r="r" b="b"/>
              <a:pathLst>
                <a:path h="26">
                  <a:moveTo>
                    <a:pt x="0" y="0"/>
                  </a:moveTo>
                  <a:lnTo>
                    <a:pt x="0" y="21"/>
                  </a:lnTo>
                  <a:lnTo>
                    <a:pt x="0" y="2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8" name="Freeform 16"/>
            <p:cNvSpPr>
              <a:spLocks/>
            </p:cNvSpPr>
            <p:nvPr/>
          </p:nvSpPr>
          <p:spPr bwMode="auto">
            <a:xfrm>
              <a:off x="4897438" y="3097213"/>
              <a:ext cx="504825" cy="531813"/>
            </a:xfrm>
            <a:custGeom>
              <a:avLst/>
              <a:gdLst>
                <a:gd name="T0" fmla="*/ 1139 w 2230"/>
                <a:gd name="T1" fmla="*/ 7 h 2345"/>
                <a:gd name="T2" fmla="*/ 1158 w 2230"/>
                <a:gd name="T3" fmla="*/ 18 h 2345"/>
                <a:gd name="T4" fmla="*/ 1177 w 2230"/>
                <a:gd name="T5" fmla="*/ 34 h 2345"/>
                <a:gd name="T6" fmla="*/ 1210 w 2230"/>
                <a:gd name="T7" fmla="*/ 74 h 2345"/>
                <a:gd name="T8" fmla="*/ 1249 w 2230"/>
                <a:gd name="T9" fmla="*/ 133 h 2345"/>
                <a:gd name="T10" fmla="*/ 1282 w 2230"/>
                <a:gd name="T11" fmla="*/ 196 h 2345"/>
                <a:gd name="T12" fmla="*/ 1326 w 2230"/>
                <a:gd name="T13" fmla="*/ 313 h 2345"/>
                <a:gd name="T14" fmla="*/ 1326 w 2230"/>
                <a:gd name="T15" fmla="*/ 714 h 2345"/>
                <a:gd name="T16" fmla="*/ 1628 w 2230"/>
                <a:gd name="T17" fmla="*/ 790 h 2345"/>
                <a:gd name="T18" fmla="*/ 1722 w 2230"/>
                <a:gd name="T19" fmla="*/ 792 h 2345"/>
                <a:gd name="T20" fmla="*/ 1781 w 2230"/>
                <a:gd name="T21" fmla="*/ 867 h 2345"/>
                <a:gd name="T22" fmla="*/ 2162 w 2230"/>
                <a:gd name="T23" fmla="*/ 1120 h 2345"/>
                <a:gd name="T24" fmla="*/ 2223 w 2230"/>
                <a:gd name="T25" fmla="*/ 1215 h 2345"/>
                <a:gd name="T26" fmla="*/ 2230 w 2230"/>
                <a:gd name="T27" fmla="*/ 1282 h 2345"/>
                <a:gd name="T28" fmla="*/ 2230 w 2230"/>
                <a:gd name="T29" fmla="*/ 1334 h 2345"/>
                <a:gd name="T30" fmla="*/ 2230 w 2230"/>
                <a:gd name="T31" fmla="*/ 1450 h 2345"/>
                <a:gd name="T32" fmla="*/ 2189 w 2230"/>
                <a:gd name="T33" fmla="*/ 1537 h 2345"/>
                <a:gd name="T34" fmla="*/ 2093 w 2230"/>
                <a:gd name="T35" fmla="*/ 1559 h 2345"/>
                <a:gd name="T36" fmla="*/ 2018 w 2230"/>
                <a:gd name="T37" fmla="*/ 1500 h 2345"/>
                <a:gd name="T38" fmla="*/ 1308 w 2230"/>
                <a:gd name="T39" fmla="*/ 1203 h 2345"/>
                <a:gd name="T40" fmla="*/ 1761 w 2230"/>
                <a:gd name="T41" fmla="*/ 2092 h 2345"/>
                <a:gd name="T42" fmla="*/ 1784 w 2230"/>
                <a:gd name="T43" fmla="*/ 2188 h 2345"/>
                <a:gd name="T44" fmla="*/ 1785 w 2230"/>
                <a:gd name="T45" fmla="*/ 2275 h 2345"/>
                <a:gd name="T46" fmla="*/ 1775 w 2230"/>
                <a:gd name="T47" fmla="*/ 2304 h 2345"/>
                <a:gd name="T48" fmla="*/ 1742 w 2230"/>
                <a:gd name="T49" fmla="*/ 2339 h 2345"/>
                <a:gd name="T50" fmla="*/ 1673 w 2230"/>
                <a:gd name="T51" fmla="*/ 2336 h 2345"/>
                <a:gd name="T52" fmla="*/ 1216 w 2230"/>
                <a:gd name="T53" fmla="*/ 2224 h 2345"/>
                <a:gd name="T54" fmla="*/ 1141 w 2230"/>
                <a:gd name="T55" fmla="*/ 2284 h 2345"/>
                <a:gd name="T56" fmla="*/ 1045 w 2230"/>
                <a:gd name="T57" fmla="*/ 2262 h 2345"/>
                <a:gd name="T58" fmla="*/ 1004 w 2230"/>
                <a:gd name="T59" fmla="*/ 2176 h 2345"/>
                <a:gd name="T60" fmla="*/ 517 w 2230"/>
                <a:gd name="T61" fmla="*/ 2345 h 2345"/>
                <a:gd name="T62" fmla="*/ 467 w 2230"/>
                <a:gd name="T63" fmla="*/ 2324 h 2345"/>
                <a:gd name="T64" fmla="*/ 449 w 2230"/>
                <a:gd name="T65" fmla="*/ 2286 h 2345"/>
                <a:gd name="T66" fmla="*/ 445 w 2230"/>
                <a:gd name="T67" fmla="*/ 2244 h 2345"/>
                <a:gd name="T68" fmla="*/ 452 w 2230"/>
                <a:gd name="T69" fmla="*/ 2138 h 2345"/>
                <a:gd name="T70" fmla="*/ 502 w 2230"/>
                <a:gd name="T71" fmla="*/ 2056 h 2345"/>
                <a:gd name="T72" fmla="*/ 223 w 2230"/>
                <a:gd name="T73" fmla="*/ 1450 h 2345"/>
                <a:gd name="T74" fmla="*/ 180 w 2230"/>
                <a:gd name="T75" fmla="*/ 1537 h 2345"/>
                <a:gd name="T76" fmla="*/ 85 w 2230"/>
                <a:gd name="T77" fmla="*/ 1559 h 2345"/>
                <a:gd name="T78" fmla="*/ 10 w 2230"/>
                <a:gd name="T79" fmla="*/ 1500 h 2345"/>
                <a:gd name="T80" fmla="*/ 0 w 2230"/>
                <a:gd name="T81" fmla="*/ 1344 h 2345"/>
                <a:gd name="T82" fmla="*/ 0 w 2230"/>
                <a:gd name="T83" fmla="*/ 1303 h 2345"/>
                <a:gd name="T84" fmla="*/ 16 w 2230"/>
                <a:gd name="T85" fmla="*/ 1189 h 2345"/>
                <a:gd name="T86" fmla="*/ 97 w 2230"/>
                <a:gd name="T87" fmla="*/ 1099 h 2345"/>
                <a:gd name="T88" fmla="*/ 457 w 2230"/>
                <a:gd name="T89" fmla="*/ 843 h 2345"/>
                <a:gd name="T90" fmla="*/ 532 w 2230"/>
                <a:gd name="T91" fmla="*/ 783 h 2345"/>
                <a:gd name="T92" fmla="*/ 622 w 2230"/>
                <a:gd name="T93" fmla="*/ 802 h 2345"/>
                <a:gd name="T94" fmla="*/ 892 w 2230"/>
                <a:gd name="T95" fmla="*/ 377 h 2345"/>
                <a:gd name="T96" fmla="*/ 913 w 2230"/>
                <a:gd name="T97" fmla="*/ 286 h 2345"/>
                <a:gd name="T98" fmla="*/ 964 w 2230"/>
                <a:gd name="T99" fmla="*/ 166 h 2345"/>
                <a:gd name="T100" fmla="*/ 998 w 2230"/>
                <a:gd name="T101" fmla="*/ 105 h 2345"/>
                <a:gd name="T102" fmla="*/ 1035 w 2230"/>
                <a:gd name="T103" fmla="*/ 54 h 2345"/>
                <a:gd name="T104" fmla="*/ 1056 w 2230"/>
                <a:gd name="T105" fmla="*/ 32 h 2345"/>
                <a:gd name="T106" fmla="*/ 1075 w 2230"/>
                <a:gd name="T107" fmla="*/ 15 h 2345"/>
                <a:gd name="T108" fmla="*/ 1094 w 2230"/>
                <a:gd name="T109" fmla="*/ 5 h 2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30" h="2345">
                  <a:moveTo>
                    <a:pt x="1115" y="0"/>
                  </a:moveTo>
                  <a:lnTo>
                    <a:pt x="1133" y="3"/>
                  </a:lnTo>
                  <a:lnTo>
                    <a:pt x="1136" y="5"/>
                  </a:lnTo>
                  <a:lnTo>
                    <a:pt x="1139" y="7"/>
                  </a:lnTo>
                  <a:lnTo>
                    <a:pt x="1145" y="9"/>
                  </a:lnTo>
                  <a:lnTo>
                    <a:pt x="1152" y="13"/>
                  </a:lnTo>
                  <a:lnTo>
                    <a:pt x="1155" y="15"/>
                  </a:lnTo>
                  <a:lnTo>
                    <a:pt x="1158" y="18"/>
                  </a:lnTo>
                  <a:lnTo>
                    <a:pt x="1165" y="23"/>
                  </a:lnTo>
                  <a:lnTo>
                    <a:pt x="1171" y="28"/>
                  </a:lnTo>
                  <a:lnTo>
                    <a:pt x="1175" y="32"/>
                  </a:lnTo>
                  <a:lnTo>
                    <a:pt x="1177" y="34"/>
                  </a:lnTo>
                  <a:lnTo>
                    <a:pt x="1184" y="41"/>
                  </a:lnTo>
                  <a:lnTo>
                    <a:pt x="1191" y="49"/>
                  </a:lnTo>
                  <a:lnTo>
                    <a:pt x="1195" y="54"/>
                  </a:lnTo>
                  <a:lnTo>
                    <a:pt x="1210" y="74"/>
                  </a:lnTo>
                  <a:lnTo>
                    <a:pt x="1213" y="78"/>
                  </a:lnTo>
                  <a:lnTo>
                    <a:pt x="1230" y="102"/>
                  </a:lnTo>
                  <a:lnTo>
                    <a:pt x="1232" y="105"/>
                  </a:lnTo>
                  <a:lnTo>
                    <a:pt x="1249" y="133"/>
                  </a:lnTo>
                  <a:lnTo>
                    <a:pt x="1249" y="133"/>
                  </a:lnTo>
                  <a:lnTo>
                    <a:pt x="1266" y="166"/>
                  </a:lnTo>
                  <a:lnTo>
                    <a:pt x="1266" y="166"/>
                  </a:lnTo>
                  <a:lnTo>
                    <a:pt x="1282" y="196"/>
                  </a:lnTo>
                  <a:lnTo>
                    <a:pt x="1295" y="226"/>
                  </a:lnTo>
                  <a:lnTo>
                    <a:pt x="1308" y="257"/>
                  </a:lnTo>
                  <a:lnTo>
                    <a:pt x="1317" y="286"/>
                  </a:lnTo>
                  <a:lnTo>
                    <a:pt x="1326" y="313"/>
                  </a:lnTo>
                  <a:lnTo>
                    <a:pt x="1332" y="338"/>
                  </a:lnTo>
                  <a:lnTo>
                    <a:pt x="1337" y="359"/>
                  </a:lnTo>
                  <a:lnTo>
                    <a:pt x="1338" y="377"/>
                  </a:lnTo>
                  <a:lnTo>
                    <a:pt x="1326" y="714"/>
                  </a:lnTo>
                  <a:lnTo>
                    <a:pt x="1578" y="834"/>
                  </a:lnTo>
                  <a:lnTo>
                    <a:pt x="1591" y="817"/>
                  </a:lnTo>
                  <a:lnTo>
                    <a:pt x="1608" y="802"/>
                  </a:lnTo>
                  <a:lnTo>
                    <a:pt x="1628" y="790"/>
                  </a:lnTo>
                  <a:lnTo>
                    <a:pt x="1649" y="783"/>
                  </a:lnTo>
                  <a:lnTo>
                    <a:pt x="1673" y="781"/>
                  </a:lnTo>
                  <a:lnTo>
                    <a:pt x="1698" y="783"/>
                  </a:lnTo>
                  <a:lnTo>
                    <a:pt x="1722" y="792"/>
                  </a:lnTo>
                  <a:lnTo>
                    <a:pt x="1742" y="805"/>
                  </a:lnTo>
                  <a:lnTo>
                    <a:pt x="1760" y="822"/>
                  </a:lnTo>
                  <a:lnTo>
                    <a:pt x="1773" y="843"/>
                  </a:lnTo>
                  <a:lnTo>
                    <a:pt x="1781" y="867"/>
                  </a:lnTo>
                  <a:lnTo>
                    <a:pt x="1785" y="893"/>
                  </a:lnTo>
                  <a:lnTo>
                    <a:pt x="1785" y="933"/>
                  </a:lnTo>
                  <a:lnTo>
                    <a:pt x="2133" y="1099"/>
                  </a:lnTo>
                  <a:lnTo>
                    <a:pt x="2162" y="1120"/>
                  </a:lnTo>
                  <a:lnTo>
                    <a:pt x="2185" y="1142"/>
                  </a:lnTo>
                  <a:lnTo>
                    <a:pt x="2202" y="1164"/>
                  </a:lnTo>
                  <a:lnTo>
                    <a:pt x="2214" y="1189"/>
                  </a:lnTo>
                  <a:lnTo>
                    <a:pt x="2223" y="1215"/>
                  </a:lnTo>
                  <a:lnTo>
                    <a:pt x="2227" y="1242"/>
                  </a:lnTo>
                  <a:lnTo>
                    <a:pt x="2229" y="1271"/>
                  </a:lnTo>
                  <a:lnTo>
                    <a:pt x="2230" y="1303"/>
                  </a:lnTo>
                  <a:lnTo>
                    <a:pt x="2230" y="1282"/>
                  </a:lnTo>
                  <a:lnTo>
                    <a:pt x="2230" y="1308"/>
                  </a:lnTo>
                  <a:lnTo>
                    <a:pt x="2230" y="1303"/>
                  </a:lnTo>
                  <a:lnTo>
                    <a:pt x="2229" y="1329"/>
                  </a:lnTo>
                  <a:lnTo>
                    <a:pt x="2230" y="1334"/>
                  </a:lnTo>
                  <a:lnTo>
                    <a:pt x="2230" y="1338"/>
                  </a:lnTo>
                  <a:lnTo>
                    <a:pt x="2230" y="1344"/>
                  </a:lnTo>
                  <a:lnTo>
                    <a:pt x="2230" y="1349"/>
                  </a:lnTo>
                  <a:lnTo>
                    <a:pt x="2230" y="1450"/>
                  </a:lnTo>
                  <a:lnTo>
                    <a:pt x="2228" y="1476"/>
                  </a:lnTo>
                  <a:lnTo>
                    <a:pt x="2220" y="1500"/>
                  </a:lnTo>
                  <a:lnTo>
                    <a:pt x="2207" y="1520"/>
                  </a:lnTo>
                  <a:lnTo>
                    <a:pt x="2189" y="1537"/>
                  </a:lnTo>
                  <a:lnTo>
                    <a:pt x="2168" y="1550"/>
                  </a:lnTo>
                  <a:lnTo>
                    <a:pt x="2145" y="1559"/>
                  </a:lnTo>
                  <a:lnTo>
                    <a:pt x="2119" y="1561"/>
                  </a:lnTo>
                  <a:lnTo>
                    <a:pt x="2093" y="1559"/>
                  </a:lnTo>
                  <a:lnTo>
                    <a:pt x="2070" y="1550"/>
                  </a:lnTo>
                  <a:lnTo>
                    <a:pt x="2050" y="1537"/>
                  </a:lnTo>
                  <a:lnTo>
                    <a:pt x="2032" y="1520"/>
                  </a:lnTo>
                  <a:lnTo>
                    <a:pt x="2018" y="1500"/>
                  </a:lnTo>
                  <a:lnTo>
                    <a:pt x="2011" y="1476"/>
                  </a:lnTo>
                  <a:lnTo>
                    <a:pt x="2008" y="1450"/>
                  </a:lnTo>
                  <a:lnTo>
                    <a:pt x="2008" y="1400"/>
                  </a:lnTo>
                  <a:lnTo>
                    <a:pt x="1308" y="1203"/>
                  </a:lnTo>
                  <a:lnTo>
                    <a:pt x="1286" y="1780"/>
                  </a:lnTo>
                  <a:lnTo>
                    <a:pt x="1728" y="2056"/>
                  </a:lnTo>
                  <a:lnTo>
                    <a:pt x="1747" y="2073"/>
                  </a:lnTo>
                  <a:lnTo>
                    <a:pt x="1761" y="2092"/>
                  </a:lnTo>
                  <a:lnTo>
                    <a:pt x="1772" y="2114"/>
                  </a:lnTo>
                  <a:lnTo>
                    <a:pt x="1778" y="2138"/>
                  </a:lnTo>
                  <a:lnTo>
                    <a:pt x="1782" y="2162"/>
                  </a:lnTo>
                  <a:lnTo>
                    <a:pt x="1784" y="2188"/>
                  </a:lnTo>
                  <a:lnTo>
                    <a:pt x="1785" y="2215"/>
                  </a:lnTo>
                  <a:lnTo>
                    <a:pt x="1785" y="2244"/>
                  </a:lnTo>
                  <a:lnTo>
                    <a:pt x="1785" y="2273"/>
                  </a:lnTo>
                  <a:lnTo>
                    <a:pt x="1785" y="2275"/>
                  </a:lnTo>
                  <a:lnTo>
                    <a:pt x="1784" y="2280"/>
                  </a:lnTo>
                  <a:lnTo>
                    <a:pt x="1781" y="2286"/>
                  </a:lnTo>
                  <a:lnTo>
                    <a:pt x="1779" y="2295"/>
                  </a:lnTo>
                  <a:lnTo>
                    <a:pt x="1775" y="2304"/>
                  </a:lnTo>
                  <a:lnTo>
                    <a:pt x="1770" y="2314"/>
                  </a:lnTo>
                  <a:lnTo>
                    <a:pt x="1763" y="2324"/>
                  </a:lnTo>
                  <a:lnTo>
                    <a:pt x="1753" y="2333"/>
                  </a:lnTo>
                  <a:lnTo>
                    <a:pt x="1742" y="2339"/>
                  </a:lnTo>
                  <a:lnTo>
                    <a:pt x="1729" y="2343"/>
                  </a:lnTo>
                  <a:lnTo>
                    <a:pt x="1713" y="2345"/>
                  </a:lnTo>
                  <a:lnTo>
                    <a:pt x="1695" y="2342"/>
                  </a:lnTo>
                  <a:lnTo>
                    <a:pt x="1673" y="2336"/>
                  </a:lnTo>
                  <a:lnTo>
                    <a:pt x="1226" y="2163"/>
                  </a:lnTo>
                  <a:lnTo>
                    <a:pt x="1226" y="2176"/>
                  </a:lnTo>
                  <a:lnTo>
                    <a:pt x="1223" y="2201"/>
                  </a:lnTo>
                  <a:lnTo>
                    <a:pt x="1216" y="2224"/>
                  </a:lnTo>
                  <a:lnTo>
                    <a:pt x="1202" y="2245"/>
                  </a:lnTo>
                  <a:lnTo>
                    <a:pt x="1185" y="2262"/>
                  </a:lnTo>
                  <a:lnTo>
                    <a:pt x="1164" y="2275"/>
                  </a:lnTo>
                  <a:lnTo>
                    <a:pt x="1141" y="2284"/>
                  </a:lnTo>
                  <a:lnTo>
                    <a:pt x="1115" y="2287"/>
                  </a:lnTo>
                  <a:lnTo>
                    <a:pt x="1089" y="2284"/>
                  </a:lnTo>
                  <a:lnTo>
                    <a:pt x="1066" y="2275"/>
                  </a:lnTo>
                  <a:lnTo>
                    <a:pt x="1045" y="2262"/>
                  </a:lnTo>
                  <a:lnTo>
                    <a:pt x="1028" y="2245"/>
                  </a:lnTo>
                  <a:lnTo>
                    <a:pt x="1014" y="2224"/>
                  </a:lnTo>
                  <a:lnTo>
                    <a:pt x="1007" y="2201"/>
                  </a:lnTo>
                  <a:lnTo>
                    <a:pt x="1004" y="2176"/>
                  </a:lnTo>
                  <a:lnTo>
                    <a:pt x="1004" y="2163"/>
                  </a:lnTo>
                  <a:lnTo>
                    <a:pt x="557" y="2336"/>
                  </a:lnTo>
                  <a:lnTo>
                    <a:pt x="535" y="2342"/>
                  </a:lnTo>
                  <a:lnTo>
                    <a:pt x="517" y="2345"/>
                  </a:lnTo>
                  <a:lnTo>
                    <a:pt x="501" y="2343"/>
                  </a:lnTo>
                  <a:lnTo>
                    <a:pt x="488" y="2339"/>
                  </a:lnTo>
                  <a:lnTo>
                    <a:pt x="477" y="2333"/>
                  </a:lnTo>
                  <a:lnTo>
                    <a:pt x="467" y="2324"/>
                  </a:lnTo>
                  <a:lnTo>
                    <a:pt x="461" y="2314"/>
                  </a:lnTo>
                  <a:lnTo>
                    <a:pt x="455" y="2304"/>
                  </a:lnTo>
                  <a:lnTo>
                    <a:pt x="451" y="2295"/>
                  </a:lnTo>
                  <a:lnTo>
                    <a:pt x="449" y="2286"/>
                  </a:lnTo>
                  <a:lnTo>
                    <a:pt x="446" y="2280"/>
                  </a:lnTo>
                  <a:lnTo>
                    <a:pt x="445" y="2275"/>
                  </a:lnTo>
                  <a:lnTo>
                    <a:pt x="445" y="2273"/>
                  </a:lnTo>
                  <a:lnTo>
                    <a:pt x="445" y="2244"/>
                  </a:lnTo>
                  <a:lnTo>
                    <a:pt x="445" y="2215"/>
                  </a:lnTo>
                  <a:lnTo>
                    <a:pt x="446" y="2188"/>
                  </a:lnTo>
                  <a:lnTo>
                    <a:pt x="448" y="2162"/>
                  </a:lnTo>
                  <a:lnTo>
                    <a:pt x="452" y="2138"/>
                  </a:lnTo>
                  <a:lnTo>
                    <a:pt x="458" y="2114"/>
                  </a:lnTo>
                  <a:lnTo>
                    <a:pt x="469" y="2092"/>
                  </a:lnTo>
                  <a:lnTo>
                    <a:pt x="483" y="2073"/>
                  </a:lnTo>
                  <a:lnTo>
                    <a:pt x="502" y="2056"/>
                  </a:lnTo>
                  <a:lnTo>
                    <a:pt x="944" y="1780"/>
                  </a:lnTo>
                  <a:lnTo>
                    <a:pt x="922" y="1203"/>
                  </a:lnTo>
                  <a:lnTo>
                    <a:pt x="223" y="1400"/>
                  </a:lnTo>
                  <a:lnTo>
                    <a:pt x="223" y="1450"/>
                  </a:lnTo>
                  <a:lnTo>
                    <a:pt x="219" y="1476"/>
                  </a:lnTo>
                  <a:lnTo>
                    <a:pt x="212" y="1500"/>
                  </a:lnTo>
                  <a:lnTo>
                    <a:pt x="198" y="1520"/>
                  </a:lnTo>
                  <a:lnTo>
                    <a:pt x="180" y="1537"/>
                  </a:lnTo>
                  <a:lnTo>
                    <a:pt x="160" y="1550"/>
                  </a:lnTo>
                  <a:lnTo>
                    <a:pt x="137" y="1559"/>
                  </a:lnTo>
                  <a:lnTo>
                    <a:pt x="111" y="1561"/>
                  </a:lnTo>
                  <a:lnTo>
                    <a:pt x="85" y="1559"/>
                  </a:lnTo>
                  <a:lnTo>
                    <a:pt x="62" y="1550"/>
                  </a:lnTo>
                  <a:lnTo>
                    <a:pt x="41" y="1537"/>
                  </a:lnTo>
                  <a:lnTo>
                    <a:pt x="23" y="1520"/>
                  </a:lnTo>
                  <a:lnTo>
                    <a:pt x="10" y="1500"/>
                  </a:lnTo>
                  <a:lnTo>
                    <a:pt x="2" y="1476"/>
                  </a:lnTo>
                  <a:lnTo>
                    <a:pt x="0" y="1450"/>
                  </a:lnTo>
                  <a:lnTo>
                    <a:pt x="0" y="1349"/>
                  </a:lnTo>
                  <a:lnTo>
                    <a:pt x="0" y="1344"/>
                  </a:lnTo>
                  <a:lnTo>
                    <a:pt x="0" y="1338"/>
                  </a:lnTo>
                  <a:lnTo>
                    <a:pt x="0" y="1334"/>
                  </a:lnTo>
                  <a:lnTo>
                    <a:pt x="1" y="1329"/>
                  </a:lnTo>
                  <a:lnTo>
                    <a:pt x="0" y="1303"/>
                  </a:lnTo>
                  <a:lnTo>
                    <a:pt x="1" y="1271"/>
                  </a:lnTo>
                  <a:lnTo>
                    <a:pt x="3" y="1242"/>
                  </a:lnTo>
                  <a:lnTo>
                    <a:pt x="7" y="1215"/>
                  </a:lnTo>
                  <a:lnTo>
                    <a:pt x="16" y="1189"/>
                  </a:lnTo>
                  <a:lnTo>
                    <a:pt x="28" y="1164"/>
                  </a:lnTo>
                  <a:lnTo>
                    <a:pt x="45" y="1142"/>
                  </a:lnTo>
                  <a:lnTo>
                    <a:pt x="68" y="1120"/>
                  </a:lnTo>
                  <a:lnTo>
                    <a:pt x="97" y="1099"/>
                  </a:lnTo>
                  <a:lnTo>
                    <a:pt x="445" y="933"/>
                  </a:lnTo>
                  <a:lnTo>
                    <a:pt x="445" y="893"/>
                  </a:lnTo>
                  <a:lnTo>
                    <a:pt x="449" y="867"/>
                  </a:lnTo>
                  <a:lnTo>
                    <a:pt x="457" y="843"/>
                  </a:lnTo>
                  <a:lnTo>
                    <a:pt x="470" y="822"/>
                  </a:lnTo>
                  <a:lnTo>
                    <a:pt x="488" y="805"/>
                  </a:lnTo>
                  <a:lnTo>
                    <a:pt x="508" y="792"/>
                  </a:lnTo>
                  <a:lnTo>
                    <a:pt x="532" y="783"/>
                  </a:lnTo>
                  <a:lnTo>
                    <a:pt x="557" y="781"/>
                  </a:lnTo>
                  <a:lnTo>
                    <a:pt x="581" y="783"/>
                  </a:lnTo>
                  <a:lnTo>
                    <a:pt x="602" y="790"/>
                  </a:lnTo>
                  <a:lnTo>
                    <a:pt x="622" y="802"/>
                  </a:lnTo>
                  <a:lnTo>
                    <a:pt x="639" y="817"/>
                  </a:lnTo>
                  <a:lnTo>
                    <a:pt x="652" y="834"/>
                  </a:lnTo>
                  <a:lnTo>
                    <a:pt x="904" y="714"/>
                  </a:lnTo>
                  <a:lnTo>
                    <a:pt x="892" y="377"/>
                  </a:lnTo>
                  <a:lnTo>
                    <a:pt x="893" y="359"/>
                  </a:lnTo>
                  <a:lnTo>
                    <a:pt x="898" y="338"/>
                  </a:lnTo>
                  <a:lnTo>
                    <a:pt x="904" y="313"/>
                  </a:lnTo>
                  <a:lnTo>
                    <a:pt x="913" y="286"/>
                  </a:lnTo>
                  <a:lnTo>
                    <a:pt x="922" y="257"/>
                  </a:lnTo>
                  <a:lnTo>
                    <a:pt x="935" y="226"/>
                  </a:lnTo>
                  <a:lnTo>
                    <a:pt x="948" y="196"/>
                  </a:lnTo>
                  <a:lnTo>
                    <a:pt x="964" y="166"/>
                  </a:lnTo>
                  <a:lnTo>
                    <a:pt x="964" y="166"/>
                  </a:lnTo>
                  <a:lnTo>
                    <a:pt x="981" y="133"/>
                  </a:lnTo>
                  <a:lnTo>
                    <a:pt x="981" y="133"/>
                  </a:lnTo>
                  <a:lnTo>
                    <a:pt x="998" y="105"/>
                  </a:lnTo>
                  <a:lnTo>
                    <a:pt x="1000" y="102"/>
                  </a:lnTo>
                  <a:lnTo>
                    <a:pt x="1017" y="78"/>
                  </a:lnTo>
                  <a:lnTo>
                    <a:pt x="1020" y="74"/>
                  </a:lnTo>
                  <a:lnTo>
                    <a:pt x="1035" y="54"/>
                  </a:lnTo>
                  <a:lnTo>
                    <a:pt x="1039" y="49"/>
                  </a:lnTo>
                  <a:lnTo>
                    <a:pt x="1046" y="41"/>
                  </a:lnTo>
                  <a:lnTo>
                    <a:pt x="1053" y="34"/>
                  </a:lnTo>
                  <a:lnTo>
                    <a:pt x="1056" y="32"/>
                  </a:lnTo>
                  <a:lnTo>
                    <a:pt x="1059" y="28"/>
                  </a:lnTo>
                  <a:lnTo>
                    <a:pt x="1065" y="23"/>
                  </a:lnTo>
                  <a:lnTo>
                    <a:pt x="1072" y="18"/>
                  </a:lnTo>
                  <a:lnTo>
                    <a:pt x="1075" y="15"/>
                  </a:lnTo>
                  <a:lnTo>
                    <a:pt x="1078" y="13"/>
                  </a:lnTo>
                  <a:lnTo>
                    <a:pt x="1085" y="9"/>
                  </a:lnTo>
                  <a:lnTo>
                    <a:pt x="1091" y="7"/>
                  </a:lnTo>
                  <a:lnTo>
                    <a:pt x="1094" y="5"/>
                  </a:lnTo>
                  <a:lnTo>
                    <a:pt x="1097" y="3"/>
                  </a:lnTo>
                  <a:lnTo>
                    <a:pt x="11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9" name="Freeform 17"/>
            <p:cNvSpPr>
              <a:spLocks noEditPoints="1"/>
            </p:cNvSpPr>
            <p:nvPr/>
          </p:nvSpPr>
          <p:spPr bwMode="auto">
            <a:xfrm>
              <a:off x="4745038" y="2970213"/>
              <a:ext cx="809625" cy="809625"/>
            </a:xfrm>
            <a:custGeom>
              <a:avLst/>
              <a:gdLst>
                <a:gd name="T0" fmla="*/ 1748 w 3570"/>
                <a:gd name="T1" fmla="*/ 571 h 3570"/>
                <a:gd name="T2" fmla="*/ 1723 w 3570"/>
                <a:gd name="T3" fmla="*/ 592 h 3570"/>
                <a:gd name="T4" fmla="*/ 1670 w 3570"/>
                <a:gd name="T5" fmla="*/ 660 h 3570"/>
                <a:gd name="T6" fmla="*/ 1618 w 3570"/>
                <a:gd name="T7" fmla="*/ 754 h 3570"/>
                <a:gd name="T8" fmla="*/ 1563 w 3570"/>
                <a:gd name="T9" fmla="*/ 917 h 3570"/>
                <a:gd name="T10" fmla="*/ 1272 w 3570"/>
                <a:gd name="T11" fmla="*/ 1348 h 3570"/>
                <a:gd name="T12" fmla="*/ 1140 w 3570"/>
                <a:gd name="T13" fmla="*/ 1380 h 3570"/>
                <a:gd name="T14" fmla="*/ 738 w 3570"/>
                <a:gd name="T15" fmla="*/ 1678 h 3570"/>
                <a:gd name="T16" fmla="*/ 671 w 3570"/>
                <a:gd name="T17" fmla="*/ 1829 h 3570"/>
                <a:gd name="T18" fmla="*/ 670 w 3570"/>
                <a:gd name="T19" fmla="*/ 2008 h 3570"/>
                <a:gd name="T20" fmla="*/ 755 w 3570"/>
                <a:gd name="T21" fmla="*/ 2117 h 3570"/>
                <a:gd name="T22" fmla="*/ 882 w 3570"/>
                <a:gd name="T23" fmla="*/ 2058 h 3570"/>
                <a:gd name="T24" fmla="*/ 1172 w 3570"/>
                <a:gd name="T25" fmla="*/ 2614 h 3570"/>
                <a:gd name="T26" fmla="*/ 1116 w 3570"/>
                <a:gd name="T27" fmla="*/ 2746 h 3570"/>
                <a:gd name="T28" fmla="*/ 1119 w 3570"/>
                <a:gd name="T29" fmla="*/ 2844 h 3570"/>
                <a:gd name="T30" fmla="*/ 1158 w 3570"/>
                <a:gd name="T31" fmla="*/ 2897 h 3570"/>
                <a:gd name="T32" fmla="*/ 1674 w 3570"/>
                <a:gd name="T33" fmla="*/ 2734 h 3570"/>
                <a:gd name="T34" fmla="*/ 1759 w 3570"/>
                <a:gd name="T35" fmla="*/ 2842 h 3570"/>
                <a:gd name="T36" fmla="*/ 1886 w 3570"/>
                <a:gd name="T37" fmla="*/ 2782 h 3570"/>
                <a:gd name="T38" fmla="*/ 2383 w 3570"/>
                <a:gd name="T39" fmla="*/ 2903 h 3570"/>
                <a:gd name="T40" fmla="*/ 2445 w 3570"/>
                <a:gd name="T41" fmla="*/ 2862 h 3570"/>
                <a:gd name="T42" fmla="*/ 2455 w 3570"/>
                <a:gd name="T43" fmla="*/ 2802 h 3570"/>
                <a:gd name="T44" fmla="*/ 2431 w 3570"/>
                <a:gd name="T45" fmla="*/ 2650 h 3570"/>
                <a:gd name="T46" fmla="*/ 2678 w 3570"/>
                <a:gd name="T47" fmla="*/ 2008 h 3570"/>
                <a:gd name="T48" fmla="*/ 2763 w 3570"/>
                <a:gd name="T49" fmla="*/ 2117 h 3570"/>
                <a:gd name="T50" fmla="*/ 2890 w 3570"/>
                <a:gd name="T51" fmla="*/ 2058 h 3570"/>
                <a:gd name="T52" fmla="*/ 2900 w 3570"/>
                <a:gd name="T53" fmla="*/ 1840 h 3570"/>
                <a:gd name="T54" fmla="*/ 2872 w 3570"/>
                <a:gd name="T55" fmla="*/ 1722 h 3570"/>
                <a:gd name="T56" fmla="*/ 2451 w 3570"/>
                <a:gd name="T57" fmla="*/ 1425 h 3570"/>
                <a:gd name="T58" fmla="*/ 2343 w 3570"/>
                <a:gd name="T59" fmla="*/ 1339 h 3570"/>
                <a:gd name="T60" fmla="*/ 1996 w 3570"/>
                <a:gd name="T61" fmla="*/ 1272 h 3570"/>
                <a:gd name="T62" fmla="*/ 1978 w 3570"/>
                <a:gd name="T63" fmla="*/ 815 h 3570"/>
                <a:gd name="T64" fmla="*/ 1919 w 3570"/>
                <a:gd name="T65" fmla="*/ 691 h 3570"/>
                <a:gd name="T66" fmla="*/ 1861 w 3570"/>
                <a:gd name="T67" fmla="*/ 607 h 3570"/>
                <a:gd name="T68" fmla="*/ 1828 w 3570"/>
                <a:gd name="T69" fmla="*/ 576 h 3570"/>
                <a:gd name="T70" fmla="*/ 1803 w 3570"/>
                <a:gd name="T71" fmla="*/ 561 h 3570"/>
                <a:gd name="T72" fmla="*/ 2209 w 3570"/>
                <a:gd name="T73" fmla="*/ 51 h 3570"/>
                <a:gd name="T74" fmla="*/ 2773 w 3570"/>
                <a:gd name="T75" fmla="*/ 298 h 3570"/>
                <a:gd name="T76" fmla="*/ 3213 w 3570"/>
                <a:gd name="T77" fmla="*/ 714 h 3570"/>
                <a:gd name="T78" fmla="*/ 3492 w 3570"/>
                <a:gd name="T79" fmla="*/ 1260 h 3570"/>
                <a:gd name="T80" fmla="*/ 3567 w 3570"/>
                <a:gd name="T81" fmla="*/ 1894 h 3570"/>
                <a:gd name="T82" fmla="*/ 3420 w 3570"/>
                <a:gd name="T83" fmla="*/ 2503 h 3570"/>
                <a:gd name="T84" fmla="*/ 3082 w 3570"/>
                <a:gd name="T85" fmla="*/ 3011 h 3570"/>
                <a:gd name="T86" fmla="*/ 2596 w 3570"/>
                <a:gd name="T87" fmla="*/ 3375 h 3570"/>
                <a:gd name="T88" fmla="*/ 2000 w 3570"/>
                <a:gd name="T89" fmla="*/ 3557 h 3570"/>
                <a:gd name="T90" fmla="*/ 1361 w 3570"/>
                <a:gd name="T91" fmla="*/ 3519 h 3570"/>
                <a:gd name="T92" fmla="*/ 797 w 3570"/>
                <a:gd name="T93" fmla="*/ 3273 h 3570"/>
                <a:gd name="T94" fmla="*/ 357 w 3570"/>
                <a:gd name="T95" fmla="*/ 2856 h 3570"/>
                <a:gd name="T96" fmla="*/ 78 w 3570"/>
                <a:gd name="T97" fmla="*/ 2310 h 3570"/>
                <a:gd name="T98" fmla="*/ 3 w 3570"/>
                <a:gd name="T99" fmla="*/ 1676 h 3570"/>
                <a:gd name="T100" fmla="*/ 150 w 3570"/>
                <a:gd name="T101" fmla="*/ 1067 h 3570"/>
                <a:gd name="T102" fmla="*/ 488 w 3570"/>
                <a:gd name="T103" fmla="*/ 559 h 3570"/>
                <a:gd name="T104" fmla="*/ 974 w 3570"/>
                <a:gd name="T105" fmla="*/ 195 h 3570"/>
                <a:gd name="T106" fmla="*/ 1570 w 3570"/>
                <a:gd name="T107" fmla="*/ 1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558"/>
                  </a:moveTo>
                  <a:lnTo>
                    <a:pt x="1767" y="561"/>
                  </a:lnTo>
                  <a:lnTo>
                    <a:pt x="1764" y="563"/>
                  </a:lnTo>
                  <a:lnTo>
                    <a:pt x="1761" y="565"/>
                  </a:lnTo>
                  <a:lnTo>
                    <a:pt x="1755" y="567"/>
                  </a:lnTo>
                  <a:lnTo>
                    <a:pt x="1748" y="571"/>
                  </a:lnTo>
                  <a:lnTo>
                    <a:pt x="1745" y="573"/>
                  </a:lnTo>
                  <a:lnTo>
                    <a:pt x="1742" y="576"/>
                  </a:lnTo>
                  <a:lnTo>
                    <a:pt x="1735" y="581"/>
                  </a:lnTo>
                  <a:lnTo>
                    <a:pt x="1729" y="586"/>
                  </a:lnTo>
                  <a:lnTo>
                    <a:pt x="1726" y="590"/>
                  </a:lnTo>
                  <a:lnTo>
                    <a:pt x="1723" y="592"/>
                  </a:lnTo>
                  <a:lnTo>
                    <a:pt x="1716" y="599"/>
                  </a:lnTo>
                  <a:lnTo>
                    <a:pt x="1709" y="607"/>
                  </a:lnTo>
                  <a:lnTo>
                    <a:pt x="1705" y="612"/>
                  </a:lnTo>
                  <a:lnTo>
                    <a:pt x="1690" y="632"/>
                  </a:lnTo>
                  <a:lnTo>
                    <a:pt x="1687" y="636"/>
                  </a:lnTo>
                  <a:lnTo>
                    <a:pt x="1670" y="660"/>
                  </a:lnTo>
                  <a:lnTo>
                    <a:pt x="1668" y="663"/>
                  </a:lnTo>
                  <a:lnTo>
                    <a:pt x="1651" y="691"/>
                  </a:lnTo>
                  <a:lnTo>
                    <a:pt x="1651" y="691"/>
                  </a:lnTo>
                  <a:lnTo>
                    <a:pt x="1634" y="724"/>
                  </a:lnTo>
                  <a:lnTo>
                    <a:pt x="1634" y="724"/>
                  </a:lnTo>
                  <a:lnTo>
                    <a:pt x="1618" y="754"/>
                  </a:lnTo>
                  <a:lnTo>
                    <a:pt x="1605" y="784"/>
                  </a:lnTo>
                  <a:lnTo>
                    <a:pt x="1592" y="815"/>
                  </a:lnTo>
                  <a:lnTo>
                    <a:pt x="1583" y="844"/>
                  </a:lnTo>
                  <a:lnTo>
                    <a:pt x="1574" y="871"/>
                  </a:lnTo>
                  <a:lnTo>
                    <a:pt x="1568" y="896"/>
                  </a:lnTo>
                  <a:lnTo>
                    <a:pt x="1563" y="917"/>
                  </a:lnTo>
                  <a:lnTo>
                    <a:pt x="1562" y="935"/>
                  </a:lnTo>
                  <a:lnTo>
                    <a:pt x="1574" y="1272"/>
                  </a:lnTo>
                  <a:lnTo>
                    <a:pt x="1322" y="1392"/>
                  </a:lnTo>
                  <a:lnTo>
                    <a:pt x="1309" y="1375"/>
                  </a:lnTo>
                  <a:lnTo>
                    <a:pt x="1292" y="1360"/>
                  </a:lnTo>
                  <a:lnTo>
                    <a:pt x="1272" y="1348"/>
                  </a:lnTo>
                  <a:lnTo>
                    <a:pt x="1251" y="1341"/>
                  </a:lnTo>
                  <a:lnTo>
                    <a:pt x="1227" y="1339"/>
                  </a:lnTo>
                  <a:lnTo>
                    <a:pt x="1202" y="1341"/>
                  </a:lnTo>
                  <a:lnTo>
                    <a:pt x="1178" y="1350"/>
                  </a:lnTo>
                  <a:lnTo>
                    <a:pt x="1158" y="1363"/>
                  </a:lnTo>
                  <a:lnTo>
                    <a:pt x="1140" y="1380"/>
                  </a:lnTo>
                  <a:lnTo>
                    <a:pt x="1127" y="1401"/>
                  </a:lnTo>
                  <a:lnTo>
                    <a:pt x="1119" y="1425"/>
                  </a:lnTo>
                  <a:lnTo>
                    <a:pt x="1115" y="1451"/>
                  </a:lnTo>
                  <a:lnTo>
                    <a:pt x="1115" y="1491"/>
                  </a:lnTo>
                  <a:lnTo>
                    <a:pt x="767" y="1657"/>
                  </a:lnTo>
                  <a:lnTo>
                    <a:pt x="738" y="1678"/>
                  </a:lnTo>
                  <a:lnTo>
                    <a:pt x="715" y="1700"/>
                  </a:lnTo>
                  <a:lnTo>
                    <a:pt x="698" y="1722"/>
                  </a:lnTo>
                  <a:lnTo>
                    <a:pt x="686" y="1747"/>
                  </a:lnTo>
                  <a:lnTo>
                    <a:pt x="677" y="1773"/>
                  </a:lnTo>
                  <a:lnTo>
                    <a:pt x="673" y="1800"/>
                  </a:lnTo>
                  <a:lnTo>
                    <a:pt x="671" y="1829"/>
                  </a:lnTo>
                  <a:lnTo>
                    <a:pt x="670" y="1861"/>
                  </a:lnTo>
                  <a:lnTo>
                    <a:pt x="670" y="1840"/>
                  </a:lnTo>
                  <a:lnTo>
                    <a:pt x="670" y="1896"/>
                  </a:lnTo>
                  <a:lnTo>
                    <a:pt x="670" y="1902"/>
                  </a:lnTo>
                  <a:lnTo>
                    <a:pt x="670" y="1907"/>
                  </a:lnTo>
                  <a:lnTo>
                    <a:pt x="670" y="2008"/>
                  </a:lnTo>
                  <a:lnTo>
                    <a:pt x="672" y="2034"/>
                  </a:lnTo>
                  <a:lnTo>
                    <a:pt x="680" y="2058"/>
                  </a:lnTo>
                  <a:lnTo>
                    <a:pt x="693" y="2078"/>
                  </a:lnTo>
                  <a:lnTo>
                    <a:pt x="711" y="2095"/>
                  </a:lnTo>
                  <a:lnTo>
                    <a:pt x="732" y="2108"/>
                  </a:lnTo>
                  <a:lnTo>
                    <a:pt x="755" y="2117"/>
                  </a:lnTo>
                  <a:lnTo>
                    <a:pt x="781" y="2119"/>
                  </a:lnTo>
                  <a:lnTo>
                    <a:pt x="807" y="2117"/>
                  </a:lnTo>
                  <a:lnTo>
                    <a:pt x="830" y="2108"/>
                  </a:lnTo>
                  <a:lnTo>
                    <a:pt x="850" y="2095"/>
                  </a:lnTo>
                  <a:lnTo>
                    <a:pt x="868" y="2078"/>
                  </a:lnTo>
                  <a:lnTo>
                    <a:pt x="882" y="2058"/>
                  </a:lnTo>
                  <a:lnTo>
                    <a:pt x="889" y="2034"/>
                  </a:lnTo>
                  <a:lnTo>
                    <a:pt x="893" y="2008"/>
                  </a:lnTo>
                  <a:lnTo>
                    <a:pt x="893" y="1958"/>
                  </a:lnTo>
                  <a:lnTo>
                    <a:pt x="1592" y="1761"/>
                  </a:lnTo>
                  <a:lnTo>
                    <a:pt x="1614" y="2338"/>
                  </a:lnTo>
                  <a:lnTo>
                    <a:pt x="1172" y="2614"/>
                  </a:lnTo>
                  <a:lnTo>
                    <a:pt x="1153" y="2631"/>
                  </a:lnTo>
                  <a:lnTo>
                    <a:pt x="1139" y="2650"/>
                  </a:lnTo>
                  <a:lnTo>
                    <a:pt x="1128" y="2672"/>
                  </a:lnTo>
                  <a:lnTo>
                    <a:pt x="1122" y="2696"/>
                  </a:lnTo>
                  <a:lnTo>
                    <a:pt x="1118" y="2720"/>
                  </a:lnTo>
                  <a:lnTo>
                    <a:pt x="1116" y="2746"/>
                  </a:lnTo>
                  <a:lnTo>
                    <a:pt x="1115" y="2773"/>
                  </a:lnTo>
                  <a:lnTo>
                    <a:pt x="1115" y="2802"/>
                  </a:lnTo>
                  <a:lnTo>
                    <a:pt x="1115" y="2831"/>
                  </a:lnTo>
                  <a:lnTo>
                    <a:pt x="1115" y="2833"/>
                  </a:lnTo>
                  <a:lnTo>
                    <a:pt x="1116" y="2838"/>
                  </a:lnTo>
                  <a:lnTo>
                    <a:pt x="1119" y="2844"/>
                  </a:lnTo>
                  <a:lnTo>
                    <a:pt x="1121" y="2853"/>
                  </a:lnTo>
                  <a:lnTo>
                    <a:pt x="1125" y="2862"/>
                  </a:lnTo>
                  <a:lnTo>
                    <a:pt x="1131" y="2872"/>
                  </a:lnTo>
                  <a:lnTo>
                    <a:pt x="1137" y="2882"/>
                  </a:lnTo>
                  <a:lnTo>
                    <a:pt x="1147" y="2891"/>
                  </a:lnTo>
                  <a:lnTo>
                    <a:pt x="1158" y="2897"/>
                  </a:lnTo>
                  <a:lnTo>
                    <a:pt x="1171" y="2901"/>
                  </a:lnTo>
                  <a:lnTo>
                    <a:pt x="1187" y="2903"/>
                  </a:lnTo>
                  <a:lnTo>
                    <a:pt x="1205" y="2900"/>
                  </a:lnTo>
                  <a:lnTo>
                    <a:pt x="1227" y="2894"/>
                  </a:lnTo>
                  <a:lnTo>
                    <a:pt x="1674" y="2721"/>
                  </a:lnTo>
                  <a:lnTo>
                    <a:pt x="1674" y="2734"/>
                  </a:lnTo>
                  <a:lnTo>
                    <a:pt x="1677" y="2759"/>
                  </a:lnTo>
                  <a:lnTo>
                    <a:pt x="1684" y="2782"/>
                  </a:lnTo>
                  <a:lnTo>
                    <a:pt x="1698" y="2803"/>
                  </a:lnTo>
                  <a:lnTo>
                    <a:pt x="1715" y="2820"/>
                  </a:lnTo>
                  <a:lnTo>
                    <a:pt x="1736" y="2833"/>
                  </a:lnTo>
                  <a:lnTo>
                    <a:pt x="1759" y="2842"/>
                  </a:lnTo>
                  <a:lnTo>
                    <a:pt x="1785" y="2845"/>
                  </a:lnTo>
                  <a:lnTo>
                    <a:pt x="1811" y="2842"/>
                  </a:lnTo>
                  <a:lnTo>
                    <a:pt x="1834" y="2833"/>
                  </a:lnTo>
                  <a:lnTo>
                    <a:pt x="1855" y="2820"/>
                  </a:lnTo>
                  <a:lnTo>
                    <a:pt x="1872" y="2803"/>
                  </a:lnTo>
                  <a:lnTo>
                    <a:pt x="1886" y="2782"/>
                  </a:lnTo>
                  <a:lnTo>
                    <a:pt x="1893" y="2759"/>
                  </a:lnTo>
                  <a:lnTo>
                    <a:pt x="1896" y="2734"/>
                  </a:lnTo>
                  <a:lnTo>
                    <a:pt x="1896" y="2721"/>
                  </a:lnTo>
                  <a:lnTo>
                    <a:pt x="2343" y="2894"/>
                  </a:lnTo>
                  <a:lnTo>
                    <a:pt x="2365" y="2900"/>
                  </a:lnTo>
                  <a:lnTo>
                    <a:pt x="2383" y="2903"/>
                  </a:lnTo>
                  <a:lnTo>
                    <a:pt x="2399" y="2901"/>
                  </a:lnTo>
                  <a:lnTo>
                    <a:pt x="2412" y="2897"/>
                  </a:lnTo>
                  <a:lnTo>
                    <a:pt x="2423" y="2891"/>
                  </a:lnTo>
                  <a:lnTo>
                    <a:pt x="2433" y="2882"/>
                  </a:lnTo>
                  <a:lnTo>
                    <a:pt x="2440" y="2872"/>
                  </a:lnTo>
                  <a:lnTo>
                    <a:pt x="2445" y="2862"/>
                  </a:lnTo>
                  <a:lnTo>
                    <a:pt x="2449" y="2853"/>
                  </a:lnTo>
                  <a:lnTo>
                    <a:pt x="2451" y="2844"/>
                  </a:lnTo>
                  <a:lnTo>
                    <a:pt x="2454" y="2838"/>
                  </a:lnTo>
                  <a:lnTo>
                    <a:pt x="2455" y="2833"/>
                  </a:lnTo>
                  <a:lnTo>
                    <a:pt x="2455" y="2831"/>
                  </a:lnTo>
                  <a:lnTo>
                    <a:pt x="2455" y="2802"/>
                  </a:lnTo>
                  <a:lnTo>
                    <a:pt x="2455" y="2773"/>
                  </a:lnTo>
                  <a:lnTo>
                    <a:pt x="2454" y="2746"/>
                  </a:lnTo>
                  <a:lnTo>
                    <a:pt x="2452" y="2720"/>
                  </a:lnTo>
                  <a:lnTo>
                    <a:pt x="2448" y="2696"/>
                  </a:lnTo>
                  <a:lnTo>
                    <a:pt x="2442" y="2672"/>
                  </a:lnTo>
                  <a:lnTo>
                    <a:pt x="2431" y="2650"/>
                  </a:lnTo>
                  <a:lnTo>
                    <a:pt x="2417" y="2631"/>
                  </a:lnTo>
                  <a:lnTo>
                    <a:pt x="2398" y="2614"/>
                  </a:lnTo>
                  <a:lnTo>
                    <a:pt x="1956" y="2338"/>
                  </a:lnTo>
                  <a:lnTo>
                    <a:pt x="1978" y="1761"/>
                  </a:lnTo>
                  <a:lnTo>
                    <a:pt x="2678" y="1958"/>
                  </a:lnTo>
                  <a:lnTo>
                    <a:pt x="2678" y="2008"/>
                  </a:lnTo>
                  <a:lnTo>
                    <a:pt x="2681" y="2034"/>
                  </a:lnTo>
                  <a:lnTo>
                    <a:pt x="2688" y="2058"/>
                  </a:lnTo>
                  <a:lnTo>
                    <a:pt x="2702" y="2078"/>
                  </a:lnTo>
                  <a:lnTo>
                    <a:pt x="2720" y="2095"/>
                  </a:lnTo>
                  <a:lnTo>
                    <a:pt x="2740" y="2108"/>
                  </a:lnTo>
                  <a:lnTo>
                    <a:pt x="2763" y="2117"/>
                  </a:lnTo>
                  <a:lnTo>
                    <a:pt x="2789" y="2119"/>
                  </a:lnTo>
                  <a:lnTo>
                    <a:pt x="2815" y="2117"/>
                  </a:lnTo>
                  <a:lnTo>
                    <a:pt x="2838" y="2108"/>
                  </a:lnTo>
                  <a:lnTo>
                    <a:pt x="2859" y="2095"/>
                  </a:lnTo>
                  <a:lnTo>
                    <a:pt x="2877" y="2078"/>
                  </a:lnTo>
                  <a:lnTo>
                    <a:pt x="2890" y="2058"/>
                  </a:lnTo>
                  <a:lnTo>
                    <a:pt x="2898" y="2034"/>
                  </a:lnTo>
                  <a:lnTo>
                    <a:pt x="2900" y="2008"/>
                  </a:lnTo>
                  <a:lnTo>
                    <a:pt x="2900" y="1907"/>
                  </a:lnTo>
                  <a:lnTo>
                    <a:pt x="2900" y="1902"/>
                  </a:lnTo>
                  <a:lnTo>
                    <a:pt x="2900" y="1896"/>
                  </a:lnTo>
                  <a:lnTo>
                    <a:pt x="2900" y="1840"/>
                  </a:lnTo>
                  <a:lnTo>
                    <a:pt x="2900" y="1861"/>
                  </a:lnTo>
                  <a:lnTo>
                    <a:pt x="2899" y="1829"/>
                  </a:lnTo>
                  <a:lnTo>
                    <a:pt x="2897" y="1800"/>
                  </a:lnTo>
                  <a:lnTo>
                    <a:pt x="2893" y="1773"/>
                  </a:lnTo>
                  <a:lnTo>
                    <a:pt x="2884" y="1747"/>
                  </a:lnTo>
                  <a:lnTo>
                    <a:pt x="2872" y="1722"/>
                  </a:lnTo>
                  <a:lnTo>
                    <a:pt x="2855" y="1700"/>
                  </a:lnTo>
                  <a:lnTo>
                    <a:pt x="2832" y="1678"/>
                  </a:lnTo>
                  <a:lnTo>
                    <a:pt x="2803" y="1657"/>
                  </a:lnTo>
                  <a:lnTo>
                    <a:pt x="2455" y="1491"/>
                  </a:lnTo>
                  <a:lnTo>
                    <a:pt x="2455" y="1451"/>
                  </a:lnTo>
                  <a:lnTo>
                    <a:pt x="2451" y="1425"/>
                  </a:lnTo>
                  <a:lnTo>
                    <a:pt x="2443" y="1401"/>
                  </a:lnTo>
                  <a:lnTo>
                    <a:pt x="2430" y="1380"/>
                  </a:lnTo>
                  <a:lnTo>
                    <a:pt x="2412" y="1363"/>
                  </a:lnTo>
                  <a:lnTo>
                    <a:pt x="2392" y="1350"/>
                  </a:lnTo>
                  <a:lnTo>
                    <a:pt x="2368" y="1341"/>
                  </a:lnTo>
                  <a:lnTo>
                    <a:pt x="2343" y="1339"/>
                  </a:lnTo>
                  <a:lnTo>
                    <a:pt x="2319" y="1341"/>
                  </a:lnTo>
                  <a:lnTo>
                    <a:pt x="2298" y="1348"/>
                  </a:lnTo>
                  <a:lnTo>
                    <a:pt x="2278" y="1360"/>
                  </a:lnTo>
                  <a:lnTo>
                    <a:pt x="2261" y="1375"/>
                  </a:lnTo>
                  <a:lnTo>
                    <a:pt x="2248" y="1392"/>
                  </a:lnTo>
                  <a:lnTo>
                    <a:pt x="1996" y="1272"/>
                  </a:lnTo>
                  <a:lnTo>
                    <a:pt x="2008" y="935"/>
                  </a:lnTo>
                  <a:lnTo>
                    <a:pt x="2007" y="917"/>
                  </a:lnTo>
                  <a:lnTo>
                    <a:pt x="2002" y="896"/>
                  </a:lnTo>
                  <a:lnTo>
                    <a:pt x="1996" y="871"/>
                  </a:lnTo>
                  <a:lnTo>
                    <a:pt x="1987" y="844"/>
                  </a:lnTo>
                  <a:lnTo>
                    <a:pt x="1978" y="815"/>
                  </a:lnTo>
                  <a:lnTo>
                    <a:pt x="1965" y="784"/>
                  </a:lnTo>
                  <a:lnTo>
                    <a:pt x="1952" y="754"/>
                  </a:lnTo>
                  <a:lnTo>
                    <a:pt x="1936" y="724"/>
                  </a:lnTo>
                  <a:lnTo>
                    <a:pt x="1936" y="724"/>
                  </a:lnTo>
                  <a:lnTo>
                    <a:pt x="1919" y="691"/>
                  </a:lnTo>
                  <a:lnTo>
                    <a:pt x="1919" y="691"/>
                  </a:lnTo>
                  <a:lnTo>
                    <a:pt x="1902" y="663"/>
                  </a:lnTo>
                  <a:lnTo>
                    <a:pt x="1900" y="660"/>
                  </a:lnTo>
                  <a:lnTo>
                    <a:pt x="1883" y="636"/>
                  </a:lnTo>
                  <a:lnTo>
                    <a:pt x="1880" y="632"/>
                  </a:lnTo>
                  <a:lnTo>
                    <a:pt x="1865" y="612"/>
                  </a:lnTo>
                  <a:lnTo>
                    <a:pt x="1861" y="607"/>
                  </a:lnTo>
                  <a:lnTo>
                    <a:pt x="1854" y="599"/>
                  </a:lnTo>
                  <a:lnTo>
                    <a:pt x="1847" y="592"/>
                  </a:lnTo>
                  <a:lnTo>
                    <a:pt x="1845" y="590"/>
                  </a:lnTo>
                  <a:lnTo>
                    <a:pt x="1841" y="586"/>
                  </a:lnTo>
                  <a:lnTo>
                    <a:pt x="1835" y="581"/>
                  </a:lnTo>
                  <a:lnTo>
                    <a:pt x="1828" y="576"/>
                  </a:lnTo>
                  <a:lnTo>
                    <a:pt x="1825" y="573"/>
                  </a:lnTo>
                  <a:lnTo>
                    <a:pt x="1822" y="571"/>
                  </a:lnTo>
                  <a:lnTo>
                    <a:pt x="1815" y="567"/>
                  </a:lnTo>
                  <a:lnTo>
                    <a:pt x="1809" y="565"/>
                  </a:lnTo>
                  <a:lnTo>
                    <a:pt x="1806" y="563"/>
                  </a:lnTo>
                  <a:lnTo>
                    <a:pt x="1803" y="561"/>
                  </a:lnTo>
                  <a:lnTo>
                    <a:pt x="1785" y="558"/>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0" name="Freeform 18"/>
            <p:cNvSpPr>
              <a:spLocks/>
            </p:cNvSpPr>
            <p:nvPr/>
          </p:nvSpPr>
          <p:spPr bwMode="auto">
            <a:xfrm>
              <a:off x="5402263" y="3392488"/>
              <a:ext cx="0" cy="7938"/>
            </a:xfrm>
            <a:custGeom>
              <a:avLst/>
              <a:gdLst>
                <a:gd name="T0" fmla="*/ 1 w 1"/>
                <a:gd name="T1" fmla="*/ 0 h 35"/>
                <a:gd name="T2" fmla="*/ 1 w 1"/>
                <a:gd name="T3" fmla="*/ 5 h 35"/>
                <a:gd name="T4" fmla="*/ 1 w 1"/>
                <a:gd name="T5" fmla="*/ 35 h 35"/>
                <a:gd name="T6" fmla="*/ 1 w 1"/>
                <a:gd name="T7" fmla="*/ 31 h 35"/>
                <a:gd name="T8" fmla="*/ 0 w 1"/>
                <a:gd name="T9" fmla="*/ 26 h 35"/>
                <a:gd name="T10" fmla="*/ 1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1" y="0"/>
                  </a:moveTo>
                  <a:lnTo>
                    <a:pt x="1" y="5"/>
                  </a:lnTo>
                  <a:lnTo>
                    <a:pt x="1" y="35"/>
                  </a:lnTo>
                  <a:lnTo>
                    <a:pt x="1" y="31"/>
                  </a:lnTo>
                  <a:lnTo>
                    <a:pt x="0" y="26"/>
                  </a:lnTo>
                  <a:lnTo>
                    <a:pt x="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1" name="Freeform 19"/>
            <p:cNvSpPr>
              <a:spLocks/>
            </p:cNvSpPr>
            <p:nvPr/>
          </p:nvSpPr>
          <p:spPr bwMode="auto">
            <a:xfrm>
              <a:off x="4897438" y="3392488"/>
              <a:ext cx="0" cy="7938"/>
            </a:xfrm>
            <a:custGeom>
              <a:avLst/>
              <a:gdLst>
                <a:gd name="T0" fmla="*/ 0 w 1"/>
                <a:gd name="T1" fmla="*/ 0 h 35"/>
                <a:gd name="T2" fmla="*/ 1 w 1"/>
                <a:gd name="T3" fmla="*/ 26 h 35"/>
                <a:gd name="T4" fmla="*/ 0 w 1"/>
                <a:gd name="T5" fmla="*/ 31 h 35"/>
                <a:gd name="T6" fmla="*/ 0 w 1"/>
                <a:gd name="T7" fmla="*/ 35 h 35"/>
                <a:gd name="T8" fmla="*/ 0 w 1"/>
                <a:gd name="T9" fmla="*/ 5 h 35"/>
                <a:gd name="T10" fmla="*/ 0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0" y="0"/>
                  </a:moveTo>
                  <a:lnTo>
                    <a:pt x="1" y="26"/>
                  </a:lnTo>
                  <a:lnTo>
                    <a:pt x="0" y="31"/>
                  </a:lnTo>
                  <a:lnTo>
                    <a:pt x="0" y="35"/>
                  </a:lnTo>
                  <a:lnTo>
                    <a:pt x="0" y="5"/>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5" name="Group 64"/>
          <p:cNvGrpSpPr>
            <a:grpSpLocks noChangeAspect="1"/>
          </p:cNvGrpSpPr>
          <p:nvPr/>
        </p:nvGrpSpPr>
        <p:grpSpPr>
          <a:xfrm>
            <a:off x="690328" y="5237116"/>
            <a:ext cx="312145" cy="312145"/>
            <a:chOff x="2219325" y="3338513"/>
            <a:chExt cx="809625" cy="809625"/>
          </a:xfrm>
        </p:grpSpPr>
        <p:sp>
          <p:nvSpPr>
            <p:cNvPr id="56" name="Freeform 24"/>
            <p:cNvSpPr>
              <a:spLocks/>
            </p:cNvSpPr>
            <p:nvPr/>
          </p:nvSpPr>
          <p:spPr bwMode="auto">
            <a:xfrm>
              <a:off x="2219325" y="3338513"/>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nvGrpSpPr>
            <p:cNvPr id="63" name="Group 62"/>
            <p:cNvGrpSpPr/>
            <p:nvPr/>
          </p:nvGrpSpPr>
          <p:grpSpPr>
            <a:xfrm>
              <a:off x="2438400" y="3498851"/>
              <a:ext cx="371476" cy="528637"/>
              <a:chOff x="2438400" y="3498851"/>
              <a:chExt cx="371476" cy="528637"/>
            </a:xfrm>
          </p:grpSpPr>
          <p:sp>
            <p:nvSpPr>
              <p:cNvPr id="57" name="Freeform 25"/>
              <p:cNvSpPr>
                <a:spLocks/>
              </p:cNvSpPr>
              <p:nvPr/>
            </p:nvSpPr>
            <p:spPr bwMode="auto">
              <a:xfrm>
                <a:off x="2595563" y="3587751"/>
                <a:ext cx="57150" cy="58738"/>
              </a:xfrm>
              <a:custGeom>
                <a:avLst/>
                <a:gdLst>
                  <a:gd name="T0" fmla="*/ 128 w 256"/>
                  <a:gd name="T1" fmla="*/ 0 h 257"/>
                  <a:gd name="T2" fmla="*/ 153 w 256"/>
                  <a:gd name="T3" fmla="*/ 2 h 257"/>
                  <a:gd name="T4" fmla="*/ 176 w 256"/>
                  <a:gd name="T5" fmla="*/ 10 h 257"/>
                  <a:gd name="T6" fmla="*/ 198 w 256"/>
                  <a:gd name="T7" fmla="*/ 22 h 257"/>
                  <a:gd name="T8" fmla="*/ 219 w 256"/>
                  <a:gd name="T9" fmla="*/ 38 h 257"/>
                  <a:gd name="T10" fmla="*/ 235 w 256"/>
                  <a:gd name="T11" fmla="*/ 57 h 257"/>
                  <a:gd name="T12" fmla="*/ 247 w 256"/>
                  <a:gd name="T13" fmla="*/ 80 h 257"/>
                  <a:gd name="T14" fmla="*/ 253 w 256"/>
                  <a:gd name="T15" fmla="*/ 104 h 257"/>
                  <a:gd name="T16" fmla="*/ 256 w 256"/>
                  <a:gd name="T17" fmla="*/ 128 h 257"/>
                  <a:gd name="T18" fmla="*/ 253 w 256"/>
                  <a:gd name="T19" fmla="*/ 153 h 257"/>
                  <a:gd name="T20" fmla="*/ 247 w 256"/>
                  <a:gd name="T21" fmla="*/ 176 h 257"/>
                  <a:gd name="T22" fmla="*/ 235 w 256"/>
                  <a:gd name="T23" fmla="*/ 198 h 257"/>
                  <a:gd name="T24" fmla="*/ 219 w 256"/>
                  <a:gd name="T25" fmla="*/ 219 h 257"/>
                  <a:gd name="T26" fmla="*/ 198 w 256"/>
                  <a:gd name="T27" fmla="*/ 235 h 257"/>
                  <a:gd name="T28" fmla="*/ 176 w 256"/>
                  <a:gd name="T29" fmla="*/ 247 h 257"/>
                  <a:gd name="T30" fmla="*/ 153 w 256"/>
                  <a:gd name="T31" fmla="*/ 253 h 257"/>
                  <a:gd name="T32" fmla="*/ 128 w 256"/>
                  <a:gd name="T33" fmla="*/ 257 h 257"/>
                  <a:gd name="T34" fmla="*/ 103 w 256"/>
                  <a:gd name="T35" fmla="*/ 253 h 257"/>
                  <a:gd name="T36" fmla="*/ 80 w 256"/>
                  <a:gd name="T37" fmla="*/ 247 h 257"/>
                  <a:gd name="T38" fmla="*/ 58 w 256"/>
                  <a:gd name="T39" fmla="*/ 235 h 257"/>
                  <a:gd name="T40" fmla="*/ 37 w 256"/>
                  <a:gd name="T41" fmla="*/ 219 h 257"/>
                  <a:gd name="T42" fmla="*/ 21 w 256"/>
                  <a:gd name="T43" fmla="*/ 198 h 257"/>
                  <a:gd name="T44" fmla="*/ 9 w 256"/>
                  <a:gd name="T45" fmla="*/ 176 h 257"/>
                  <a:gd name="T46" fmla="*/ 3 w 256"/>
                  <a:gd name="T47" fmla="*/ 153 h 257"/>
                  <a:gd name="T48" fmla="*/ 0 w 256"/>
                  <a:gd name="T49" fmla="*/ 128 h 257"/>
                  <a:gd name="T50" fmla="*/ 3 w 256"/>
                  <a:gd name="T51" fmla="*/ 104 h 257"/>
                  <a:gd name="T52" fmla="*/ 9 w 256"/>
                  <a:gd name="T53" fmla="*/ 80 h 257"/>
                  <a:gd name="T54" fmla="*/ 21 w 256"/>
                  <a:gd name="T55" fmla="*/ 57 h 257"/>
                  <a:gd name="T56" fmla="*/ 37 w 256"/>
                  <a:gd name="T57" fmla="*/ 38 h 257"/>
                  <a:gd name="T58" fmla="*/ 58 w 256"/>
                  <a:gd name="T59" fmla="*/ 22 h 257"/>
                  <a:gd name="T60" fmla="*/ 80 w 256"/>
                  <a:gd name="T61" fmla="*/ 10 h 257"/>
                  <a:gd name="T62" fmla="*/ 103 w 256"/>
                  <a:gd name="T63" fmla="*/ 2 h 257"/>
                  <a:gd name="T64" fmla="*/ 128 w 256"/>
                  <a:gd name="T65"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6" h="257">
                    <a:moveTo>
                      <a:pt x="128" y="0"/>
                    </a:moveTo>
                    <a:lnTo>
                      <a:pt x="153" y="2"/>
                    </a:lnTo>
                    <a:lnTo>
                      <a:pt x="176" y="10"/>
                    </a:lnTo>
                    <a:lnTo>
                      <a:pt x="198" y="22"/>
                    </a:lnTo>
                    <a:lnTo>
                      <a:pt x="219" y="38"/>
                    </a:lnTo>
                    <a:lnTo>
                      <a:pt x="235" y="57"/>
                    </a:lnTo>
                    <a:lnTo>
                      <a:pt x="247" y="80"/>
                    </a:lnTo>
                    <a:lnTo>
                      <a:pt x="253" y="104"/>
                    </a:lnTo>
                    <a:lnTo>
                      <a:pt x="256" y="128"/>
                    </a:lnTo>
                    <a:lnTo>
                      <a:pt x="253" y="153"/>
                    </a:lnTo>
                    <a:lnTo>
                      <a:pt x="247" y="176"/>
                    </a:lnTo>
                    <a:lnTo>
                      <a:pt x="235" y="198"/>
                    </a:lnTo>
                    <a:lnTo>
                      <a:pt x="219" y="219"/>
                    </a:lnTo>
                    <a:lnTo>
                      <a:pt x="198" y="235"/>
                    </a:lnTo>
                    <a:lnTo>
                      <a:pt x="176" y="247"/>
                    </a:lnTo>
                    <a:lnTo>
                      <a:pt x="153" y="253"/>
                    </a:lnTo>
                    <a:lnTo>
                      <a:pt x="128" y="257"/>
                    </a:lnTo>
                    <a:lnTo>
                      <a:pt x="103" y="253"/>
                    </a:lnTo>
                    <a:lnTo>
                      <a:pt x="80" y="247"/>
                    </a:lnTo>
                    <a:lnTo>
                      <a:pt x="58" y="235"/>
                    </a:lnTo>
                    <a:lnTo>
                      <a:pt x="37" y="219"/>
                    </a:lnTo>
                    <a:lnTo>
                      <a:pt x="21" y="198"/>
                    </a:lnTo>
                    <a:lnTo>
                      <a:pt x="9" y="176"/>
                    </a:lnTo>
                    <a:lnTo>
                      <a:pt x="3" y="153"/>
                    </a:lnTo>
                    <a:lnTo>
                      <a:pt x="0" y="128"/>
                    </a:lnTo>
                    <a:lnTo>
                      <a:pt x="3" y="104"/>
                    </a:lnTo>
                    <a:lnTo>
                      <a:pt x="9" y="80"/>
                    </a:lnTo>
                    <a:lnTo>
                      <a:pt x="21" y="57"/>
                    </a:lnTo>
                    <a:lnTo>
                      <a:pt x="37" y="38"/>
                    </a:lnTo>
                    <a:lnTo>
                      <a:pt x="58" y="22"/>
                    </a:lnTo>
                    <a:lnTo>
                      <a:pt x="80" y="10"/>
                    </a:lnTo>
                    <a:lnTo>
                      <a:pt x="103" y="2"/>
                    </a:lnTo>
                    <a:lnTo>
                      <a:pt x="12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8" name="Freeform 26"/>
              <p:cNvSpPr>
                <a:spLocks/>
              </p:cNvSpPr>
              <p:nvPr/>
            </p:nvSpPr>
            <p:spPr bwMode="auto">
              <a:xfrm>
                <a:off x="2668588" y="3535363"/>
                <a:ext cx="63500" cy="163513"/>
              </a:xfrm>
              <a:custGeom>
                <a:avLst/>
                <a:gdLst>
                  <a:gd name="T0" fmla="*/ 93 w 281"/>
                  <a:gd name="T1" fmla="*/ 0 h 719"/>
                  <a:gd name="T2" fmla="*/ 110 w 281"/>
                  <a:gd name="T3" fmla="*/ 4 h 719"/>
                  <a:gd name="T4" fmla="*/ 127 w 281"/>
                  <a:gd name="T5" fmla="*/ 12 h 719"/>
                  <a:gd name="T6" fmla="*/ 142 w 281"/>
                  <a:gd name="T7" fmla="*/ 23 h 719"/>
                  <a:gd name="T8" fmla="*/ 178 w 281"/>
                  <a:gd name="T9" fmla="*/ 65 h 719"/>
                  <a:gd name="T10" fmla="*/ 209 w 281"/>
                  <a:gd name="T11" fmla="*/ 108 h 719"/>
                  <a:gd name="T12" fmla="*/ 234 w 281"/>
                  <a:gd name="T13" fmla="*/ 153 h 719"/>
                  <a:gd name="T14" fmla="*/ 255 w 281"/>
                  <a:gd name="T15" fmla="*/ 202 h 719"/>
                  <a:gd name="T16" fmla="*/ 269 w 281"/>
                  <a:gd name="T17" fmla="*/ 253 h 719"/>
                  <a:gd name="T18" fmla="*/ 279 w 281"/>
                  <a:gd name="T19" fmla="*/ 306 h 719"/>
                  <a:gd name="T20" fmla="*/ 281 w 281"/>
                  <a:gd name="T21" fmla="*/ 359 h 719"/>
                  <a:gd name="T22" fmla="*/ 279 w 281"/>
                  <a:gd name="T23" fmla="*/ 413 h 719"/>
                  <a:gd name="T24" fmla="*/ 269 w 281"/>
                  <a:gd name="T25" fmla="*/ 466 h 719"/>
                  <a:gd name="T26" fmla="*/ 255 w 281"/>
                  <a:gd name="T27" fmla="*/ 516 h 719"/>
                  <a:gd name="T28" fmla="*/ 234 w 281"/>
                  <a:gd name="T29" fmla="*/ 564 h 719"/>
                  <a:gd name="T30" fmla="*/ 209 w 281"/>
                  <a:gd name="T31" fmla="*/ 611 h 719"/>
                  <a:gd name="T32" fmla="*/ 178 w 281"/>
                  <a:gd name="T33" fmla="*/ 654 h 719"/>
                  <a:gd name="T34" fmla="*/ 142 w 281"/>
                  <a:gd name="T35" fmla="*/ 694 h 719"/>
                  <a:gd name="T36" fmla="*/ 129 w 281"/>
                  <a:gd name="T37" fmla="*/ 705 h 719"/>
                  <a:gd name="T38" fmla="*/ 114 w 281"/>
                  <a:gd name="T39" fmla="*/ 713 h 719"/>
                  <a:gd name="T40" fmla="*/ 99 w 281"/>
                  <a:gd name="T41" fmla="*/ 718 h 719"/>
                  <a:gd name="T42" fmla="*/ 83 w 281"/>
                  <a:gd name="T43" fmla="*/ 719 h 719"/>
                  <a:gd name="T44" fmla="*/ 67 w 281"/>
                  <a:gd name="T45" fmla="*/ 718 h 719"/>
                  <a:gd name="T46" fmla="*/ 51 w 281"/>
                  <a:gd name="T47" fmla="*/ 713 h 719"/>
                  <a:gd name="T48" fmla="*/ 37 w 281"/>
                  <a:gd name="T49" fmla="*/ 705 h 719"/>
                  <a:gd name="T50" fmla="*/ 24 w 281"/>
                  <a:gd name="T51" fmla="*/ 694 h 719"/>
                  <a:gd name="T52" fmla="*/ 11 w 281"/>
                  <a:gd name="T53" fmla="*/ 679 h 719"/>
                  <a:gd name="T54" fmla="*/ 4 w 281"/>
                  <a:gd name="T55" fmla="*/ 663 h 719"/>
                  <a:gd name="T56" fmla="*/ 0 w 281"/>
                  <a:gd name="T57" fmla="*/ 644 h 719"/>
                  <a:gd name="T58" fmla="*/ 0 w 281"/>
                  <a:gd name="T59" fmla="*/ 626 h 719"/>
                  <a:gd name="T60" fmla="*/ 4 w 281"/>
                  <a:gd name="T61" fmla="*/ 609 h 719"/>
                  <a:gd name="T62" fmla="*/ 11 w 281"/>
                  <a:gd name="T63" fmla="*/ 591 h 719"/>
                  <a:gd name="T64" fmla="*/ 24 w 281"/>
                  <a:gd name="T65" fmla="*/ 576 h 719"/>
                  <a:gd name="T66" fmla="*/ 50 w 281"/>
                  <a:gd name="T67" fmla="*/ 546 h 719"/>
                  <a:gd name="T68" fmla="*/ 73 w 281"/>
                  <a:gd name="T69" fmla="*/ 512 h 719"/>
                  <a:gd name="T70" fmla="*/ 90 w 281"/>
                  <a:gd name="T71" fmla="*/ 477 h 719"/>
                  <a:gd name="T72" fmla="*/ 103 w 281"/>
                  <a:gd name="T73" fmla="*/ 439 h 719"/>
                  <a:gd name="T74" fmla="*/ 111 w 281"/>
                  <a:gd name="T75" fmla="*/ 400 h 719"/>
                  <a:gd name="T76" fmla="*/ 114 w 281"/>
                  <a:gd name="T77" fmla="*/ 359 h 719"/>
                  <a:gd name="T78" fmla="*/ 111 w 281"/>
                  <a:gd name="T79" fmla="*/ 319 h 719"/>
                  <a:gd name="T80" fmla="*/ 103 w 281"/>
                  <a:gd name="T81" fmla="*/ 280 h 719"/>
                  <a:gd name="T82" fmla="*/ 90 w 281"/>
                  <a:gd name="T83" fmla="*/ 242 h 719"/>
                  <a:gd name="T84" fmla="*/ 73 w 281"/>
                  <a:gd name="T85" fmla="*/ 206 h 719"/>
                  <a:gd name="T86" fmla="*/ 50 w 281"/>
                  <a:gd name="T87" fmla="*/ 173 h 719"/>
                  <a:gd name="T88" fmla="*/ 24 w 281"/>
                  <a:gd name="T89" fmla="*/ 142 h 719"/>
                  <a:gd name="T90" fmla="*/ 11 w 281"/>
                  <a:gd name="T91" fmla="*/ 127 h 719"/>
                  <a:gd name="T92" fmla="*/ 4 w 281"/>
                  <a:gd name="T93" fmla="*/ 110 h 719"/>
                  <a:gd name="T94" fmla="*/ 0 w 281"/>
                  <a:gd name="T95" fmla="*/ 93 h 719"/>
                  <a:gd name="T96" fmla="*/ 0 w 281"/>
                  <a:gd name="T97" fmla="*/ 74 h 719"/>
                  <a:gd name="T98" fmla="*/ 4 w 281"/>
                  <a:gd name="T99" fmla="*/ 56 h 719"/>
                  <a:gd name="T100" fmla="*/ 11 w 281"/>
                  <a:gd name="T101" fmla="*/ 39 h 719"/>
                  <a:gd name="T102" fmla="*/ 24 w 281"/>
                  <a:gd name="T103" fmla="*/ 23 h 719"/>
                  <a:gd name="T104" fmla="*/ 40 w 281"/>
                  <a:gd name="T105" fmla="*/ 12 h 719"/>
                  <a:gd name="T106" fmla="*/ 56 w 281"/>
                  <a:gd name="T107" fmla="*/ 4 h 719"/>
                  <a:gd name="T108" fmla="*/ 74 w 281"/>
                  <a:gd name="T109" fmla="*/ 0 h 719"/>
                  <a:gd name="T110" fmla="*/ 93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93" y="0"/>
                    </a:moveTo>
                    <a:lnTo>
                      <a:pt x="110" y="4"/>
                    </a:lnTo>
                    <a:lnTo>
                      <a:pt x="127" y="12"/>
                    </a:lnTo>
                    <a:lnTo>
                      <a:pt x="142" y="23"/>
                    </a:lnTo>
                    <a:lnTo>
                      <a:pt x="178" y="65"/>
                    </a:lnTo>
                    <a:lnTo>
                      <a:pt x="209" y="108"/>
                    </a:lnTo>
                    <a:lnTo>
                      <a:pt x="234" y="153"/>
                    </a:lnTo>
                    <a:lnTo>
                      <a:pt x="255" y="202"/>
                    </a:lnTo>
                    <a:lnTo>
                      <a:pt x="269" y="253"/>
                    </a:lnTo>
                    <a:lnTo>
                      <a:pt x="279" y="306"/>
                    </a:lnTo>
                    <a:lnTo>
                      <a:pt x="281" y="359"/>
                    </a:lnTo>
                    <a:lnTo>
                      <a:pt x="279" y="413"/>
                    </a:lnTo>
                    <a:lnTo>
                      <a:pt x="269" y="466"/>
                    </a:lnTo>
                    <a:lnTo>
                      <a:pt x="255" y="516"/>
                    </a:lnTo>
                    <a:lnTo>
                      <a:pt x="234" y="564"/>
                    </a:lnTo>
                    <a:lnTo>
                      <a:pt x="209" y="611"/>
                    </a:lnTo>
                    <a:lnTo>
                      <a:pt x="178" y="654"/>
                    </a:lnTo>
                    <a:lnTo>
                      <a:pt x="142" y="694"/>
                    </a:lnTo>
                    <a:lnTo>
                      <a:pt x="129" y="705"/>
                    </a:lnTo>
                    <a:lnTo>
                      <a:pt x="114" y="713"/>
                    </a:lnTo>
                    <a:lnTo>
                      <a:pt x="99" y="718"/>
                    </a:lnTo>
                    <a:lnTo>
                      <a:pt x="83" y="719"/>
                    </a:lnTo>
                    <a:lnTo>
                      <a:pt x="67" y="718"/>
                    </a:lnTo>
                    <a:lnTo>
                      <a:pt x="51" y="713"/>
                    </a:lnTo>
                    <a:lnTo>
                      <a:pt x="37" y="705"/>
                    </a:lnTo>
                    <a:lnTo>
                      <a:pt x="24" y="694"/>
                    </a:lnTo>
                    <a:lnTo>
                      <a:pt x="11" y="679"/>
                    </a:lnTo>
                    <a:lnTo>
                      <a:pt x="4" y="663"/>
                    </a:lnTo>
                    <a:lnTo>
                      <a:pt x="0" y="644"/>
                    </a:lnTo>
                    <a:lnTo>
                      <a:pt x="0" y="626"/>
                    </a:lnTo>
                    <a:lnTo>
                      <a:pt x="4" y="609"/>
                    </a:lnTo>
                    <a:lnTo>
                      <a:pt x="11" y="591"/>
                    </a:lnTo>
                    <a:lnTo>
                      <a:pt x="24" y="576"/>
                    </a:lnTo>
                    <a:lnTo>
                      <a:pt x="50" y="546"/>
                    </a:lnTo>
                    <a:lnTo>
                      <a:pt x="73" y="512"/>
                    </a:lnTo>
                    <a:lnTo>
                      <a:pt x="90" y="477"/>
                    </a:lnTo>
                    <a:lnTo>
                      <a:pt x="103" y="439"/>
                    </a:lnTo>
                    <a:lnTo>
                      <a:pt x="111" y="400"/>
                    </a:lnTo>
                    <a:lnTo>
                      <a:pt x="114" y="359"/>
                    </a:lnTo>
                    <a:lnTo>
                      <a:pt x="111" y="319"/>
                    </a:lnTo>
                    <a:lnTo>
                      <a:pt x="103" y="280"/>
                    </a:lnTo>
                    <a:lnTo>
                      <a:pt x="90" y="242"/>
                    </a:lnTo>
                    <a:lnTo>
                      <a:pt x="73" y="206"/>
                    </a:lnTo>
                    <a:lnTo>
                      <a:pt x="50" y="173"/>
                    </a:lnTo>
                    <a:lnTo>
                      <a:pt x="24" y="142"/>
                    </a:lnTo>
                    <a:lnTo>
                      <a:pt x="11" y="127"/>
                    </a:lnTo>
                    <a:lnTo>
                      <a:pt x="4" y="110"/>
                    </a:lnTo>
                    <a:lnTo>
                      <a:pt x="0" y="93"/>
                    </a:lnTo>
                    <a:lnTo>
                      <a:pt x="0" y="74"/>
                    </a:lnTo>
                    <a:lnTo>
                      <a:pt x="4" y="56"/>
                    </a:lnTo>
                    <a:lnTo>
                      <a:pt x="11" y="39"/>
                    </a:lnTo>
                    <a:lnTo>
                      <a:pt x="24" y="23"/>
                    </a:lnTo>
                    <a:lnTo>
                      <a:pt x="40" y="12"/>
                    </a:lnTo>
                    <a:lnTo>
                      <a:pt x="56" y="4"/>
                    </a:lnTo>
                    <a:lnTo>
                      <a:pt x="74" y="0"/>
                    </a:lnTo>
                    <a:lnTo>
                      <a:pt x="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9" name="Freeform 27"/>
              <p:cNvSpPr>
                <a:spLocks/>
              </p:cNvSpPr>
              <p:nvPr/>
            </p:nvSpPr>
            <p:spPr bwMode="auto">
              <a:xfrm>
                <a:off x="2732088" y="3498851"/>
                <a:ext cx="77788" cy="234950"/>
              </a:xfrm>
              <a:custGeom>
                <a:avLst/>
                <a:gdLst>
                  <a:gd name="T0" fmla="*/ 92 w 346"/>
                  <a:gd name="T1" fmla="*/ 0 h 1035"/>
                  <a:gd name="T2" fmla="*/ 126 w 346"/>
                  <a:gd name="T3" fmla="*/ 13 h 1035"/>
                  <a:gd name="T4" fmla="*/ 185 w 346"/>
                  <a:gd name="T5" fmla="*/ 71 h 1035"/>
                  <a:gd name="T6" fmla="*/ 255 w 346"/>
                  <a:gd name="T7" fmla="*/ 173 h 1035"/>
                  <a:gd name="T8" fmla="*/ 306 w 346"/>
                  <a:gd name="T9" fmla="*/ 283 h 1035"/>
                  <a:gd name="T10" fmla="*/ 335 w 346"/>
                  <a:gd name="T11" fmla="*/ 399 h 1035"/>
                  <a:gd name="T12" fmla="*/ 346 w 346"/>
                  <a:gd name="T13" fmla="*/ 517 h 1035"/>
                  <a:gd name="T14" fmla="*/ 335 w 346"/>
                  <a:gd name="T15" fmla="*/ 636 h 1035"/>
                  <a:gd name="T16" fmla="*/ 306 w 346"/>
                  <a:gd name="T17" fmla="*/ 752 h 1035"/>
                  <a:gd name="T18" fmla="*/ 255 w 346"/>
                  <a:gd name="T19" fmla="*/ 862 h 1035"/>
                  <a:gd name="T20" fmla="*/ 185 w 346"/>
                  <a:gd name="T21" fmla="*/ 964 h 1035"/>
                  <a:gd name="T22" fmla="*/ 129 w 346"/>
                  <a:gd name="T23" fmla="*/ 1021 h 1035"/>
                  <a:gd name="T24" fmla="*/ 98 w 346"/>
                  <a:gd name="T25" fmla="*/ 1033 h 1035"/>
                  <a:gd name="T26" fmla="*/ 67 w 346"/>
                  <a:gd name="T27" fmla="*/ 1033 h 1035"/>
                  <a:gd name="T28" fmla="*/ 37 w 346"/>
                  <a:gd name="T29" fmla="*/ 1021 h 1035"/>
                  <a:gd name="T30" fmla="*/ 12 w 346"/>
                  <a:gd name="T31" fmla="*/ 995 h 1035"/>
                  <a:gd name="T32" fmla="*/ 0 w 346"/>
                  <a:gd name="T33" fmla="*/ 960 h 1035"/>
                  <a:gd name="T34" fmla="*/ 3 w 346"/>
                  <a:gd name="T35" fmla="*/ 924 h 1035"/>
                  <a:gd name="T36" fmla="*/ 24 w 346"/>
                  <a:gd name="T37" fmla="*/ 892 h 1035"/>
                  <a:gd name="T38" fmla="*/ 92 w 346"/>
                  <a:gd name="T39" fmla="*/ 809 h 1035"/>
                  <a:gd name="T40" fmla="*/ 139 w 346"/>
                  <a:gd name="T41" fmla="*/ 717 h 1035"/>
                  <a:gd name="T42" fmla="*/ 169 w 346"/>
                  <a:gd name="T43" fmla="*/ 618 h 1035"/>
                  <a:gd name="T44" fmla="*/ 178 w 346"/>
                  <a:gd name="T45" fmla="*/ 517 h 1035"/>
                  <a:gd name="T46" fmla="*/ 169 w 346"/>
                  <a:gd name="T47" fmla="*/ 416 h 1035"/>
                  <a:gd name="T48" fmla="*/ 139 w 346"/>
                  <a:gd name="T49" fmla="*/ 318 h 1035"/>
                  <a:gd name="T50" fmla="*/ 92 w 346"/>
                  <a:gd name="T51" fmla="*/ 226 h 1035"/>
                  <a:gd name="T52" fmla="*/ 24 w 346"/>
                  <a:gd name="T53" fmla="*/ 142 h 1035"/>
                  <a:gd name="T54" fmla="*/ 3 w 346"/>
                  <a:gd name="T55" fmla="*/ 110 h 1035"/>
                  <a:gd name="T56" fmla="*/ 0 w 346"/>
                  <a:gd name="T57" fmla="*/ 74 h 1035"/>
                  <a:gd name="T58" fmla="*/ 12 w 346"/>
                  <a:gd name="T59" fmla="*/ 40 h 1035"/>
                  <a:gd name="T60" fmla="*/ 39 w 346"/>
                  <a:gd name="T61" fmla="*/ 13 h 1035"/>
                  <a:gd name="T62" fmla="*/ 73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73" y="0"/>
                    </a:moveTo>
                    <a:lnTo>
                      <a:pt x="92" y="0"/>
                    </a:lnTo>
                    <a:lnTo>
                      <a:pt x="110" y="4"/>
                    </a:lnTo>
                    <a:lnTo>
                      <a:pt x="126" y="13"/>
                    </a:lnTo>
                    <a:lnTo>
                      <a:pt x="142" y="25"/>
                    </a:lnTo>
                    <a:lnTo>
                      <a:pt x="185" y="71"/>
                    </a:lnTo>
                    <a:lnTo>
                      <a:pt x="223" y="121"/>
                    </a:lnTo>
                    <a:lnTo>
                      <a:pt x="255" y="173"/>
                    </a:lnTo>
                    <a:lnTo>
                      <a:pt x="283" y="227"/>
                    </a:lnTo>
                    <a:lnTo>
                      <a:pt x="306" y="283"/>
                    </a:lnTo>
                    <a:lnTo>
                      <a:pt x="323" y="340"/>
                    </a:lnTo>
                    <a:lnTo>
                      <a:pt x="335" y="399"/>
                    </a:lnTo>
                    <a:lnTo>
                      <a:pt x="343" y="457"/>
                    </a:lnTo>
                    <a:lnTo>
                      <a:pt x="346" y="517"/>
                    </a:lnTo>
                    <a:lnTo>
                      <a:pt x="343" y="576"/>
                    </a:lnTo>
                    <a:lnTo>
                      <a:pt x="335" y="636"/>
                    </a:lnTo>
                    <a:lnTo>
                      <a:pt x="323" y="694"/>
                    </a:lnTo>
                    <a:lnTo>
                      <a:pt x="306" y="752"/>
                    </a:lnTo>
                    <a:lnTo>
                      <a:pt x="283" y="808"/>
                    </a:lnTo>
                    <a:lnTo>
                      <a:pt x="255" y="862"/>
                    </a:lnTo>
                    <a:lnTo>
                      <a:pt x="223" y="914"/>
                    </a:lnTo>
                    <a:lnTo>
                      <a:pt x="185" y="964"/>
                    </a:lnTo>
                    <a:lnTo>
                      <a:pt x="142" y="1010"/>
                    </a:lnTo>
                    <a:lnTo>
                      <a:pt x="129" y="1021"/>
                    </a:lnTo>
                    <a:lnTo>
                      <a:pt x="115" y="1028"/>
                    </a:lnTo>
                    <a:lnTo>
                      <a:pt x="98" y="1033"/>
                    </a:lnTo>
                    <a:lnTo>
                      <a:pt x="83" y="1035"/>
                    </a:lnTo>
                    <a:lnTo>
                      <a:pt x="67" y="1033"/>
                    </a:lnTo>
                    <a:lnTo>
                      <a:pt x="52" y="1028"/>
                    </a:lnTo>
                    <a:lnTo>
                      <a:pt x="37" y="1021"/>
                    </a:lnTo>
                    <a:lnTo>
                      <a:pt x="24" y="1010"/>
                    </a:lnTo>
                    <a:lnTo>
                      <a:pt x="12" y="995"/>
                    </a:lnTo>
                    <a:lnTo>
                      <a:pt x="3" y="979"/>
                    </a:lnTo>
                    <a:lnTo>
                      <a:pt x="0" y="960"/>
                    </a:lnTo>
                    <a:lnTo>
                      <a:pt x="0" y="942"/>
                    </a:lnTo>
                    <a:lnTo>
                      <a:pt x="3" y="924"/>
                    </a:lnTo>
                    <a:lnTo>
                      <a:pt x="12" y="907"/>
                    </a:lnTo>
                    <a:lnTo>
                      <a:pt x="24" y="892"/>
                    </a:lnTo>
                    <a:lnTo>
                      <a:pt x="61" y="852"/>
                    </a:lnTo>
                    <a:lnTo>
                      <a:pt x="92" y="809"/>
                    </a:lnTo>
                    <a:lnTo>
                      <a:pt x="118" y="763"/>
                    </a:lnTo>
                    <a:lnTo>
                      <a:pt x="139" y="717"/>
                    </a:lnTo>
                    <a:lnTo>
                      <a:pt x="157" y="668"/>
                    </a:lnTo>
                    <a:lnTo>
                      <a:pt x="169" y="618"/>
                    </a:lnTo>
                    <a:lnTo>
                      <a:pt x="176" y="568"/>
                    </a:lnTo>
                    <a:lnTo>
                      <a:pt x="178" y="517"/>
                    </a:lnTo>
                    <a:lnTo>
                      <a:pt x="176" y="466"/>
                    </a:lnTo>
                    <a:lnTo>
                      <a:pt x="169" y="416"/>
                    </a:lnTo>
                    <a:lnTo>
                      <a:pt x="157" y="366"/>
                    </a:lnTo>
                    <a:lnTo>
                      <a:pt x="139" y="318"/>
                    </a:lnTo>
                    <a:lnTo>
                      <a:pt x="118" y="270"/>
                    </a:lnTo>
                    <a:lnTo>
                      <a:pt x="92" y="226"/>
                    </a:lnTo>
                    <a:lnTo>
                      <a:pt x="61" y="183"/>
                    </a:lnTo>
                    <a:lnTo>
                      <a:pt x="24" y="142"/>
                    </a:lnTo>
                    <a:lnTo>
                      <a:pt x="12" y="127"/>
                    </a:lnTo>
                    <a:lnTo>
                      <a:pt x="3" y="110"/>
                    </a:lnTo>
                    <a:lnTo>
                      <a:pt x="0" y="93"/>
                    </a:lnTo>
                    <a:lnTo>
                      <a:pt x="0" y="74"/>
                    </a:lnTo>
                    <a:lnTo>
                      <a:pt x="3" y="56"/>
                    </a:lnTo>
                    <a:lnTo>
                      <a:pt x="12" y="40"/>
                    </a:lnTo>
                    <a:lnTo>
                      <a:pt x="24" y="25"/>
                    </a:lnTo>
                    <a:lnTo>
                      <a:pt x="39" y="13"/>
                    </a:lnTo>
                    <a:lnTo>
                      <a:pt x="56" y="4"/>
                    </a:lnTo>
                    <a:lnTo>
                      <a:pt x="7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0" name="Freeform 28"/>
              <p:cNvSpPr>
                <a:spLocks/>
              </p:cNvSpPr>
              <p:nvPr/>
            </p:nvSpPr>
            <p:spPr bwMode="auto">
              <a:xfrm>
                <a:off x="2516188" y="3535363"/>
                <a:ext cx="63500" cy="163513"/>
              </a:xfrm>
              <a:custGeom>
                <a:avLst/>
                <a:gdLst>
                  <a:gd name="T0" fmla="*/ 207 w 281"/>
                  <a:gd name="T1" fmla="*/ 0 h 719"/>
                  <a:gd name="T2" fmla="*/ 225 w 281"/>
                  <a:gd name="T3" fmla="*/ 4 h 719"/>
                  <a:gd name="T4" fmla="*/ 241 w 281"/>
                  <a:gd name="T5" fmla="*/ 12 h 719"/>
                  <a:gd name="T6" fmla="*/ 257 w 281"/>
                  <a:gd name="T7" fmla="*/ 23 h 719"/>
                  <a:gd name="T8" fmla="*/ 270 w 281"/>
                  <a:gd name="T9" fmla="*/ 39 h 719"/>
                  <a:gd name="T10" fmla="*/ 277 w 281"/>
                  <a:gd name="T11" fmla="*/ 56 h 719"/>
                  <a:gd name="T12" fmla="*/ 281 w 281"/>
                  <a:gd name="T13" fmla="*/ 74 h 719"/>
                  <a:gd name="T14" fmla="*/ 281 w 281"/>
                  <a:gd name="T15" fmla="*/ 93 h 719"/>
                  <a:gd name="T16" fmla="*/ 277 w 281"/>
                  <a:gd name="T17" fmla="*/ 110 h 719"/>
                  <a:gd name="T18" fmla="*/ 270 w 281"/>
                  <a:gd name="T19" fmla="*/ 127 h 719"/>
                  <a:gd name="T20" fmla="*/ 257 w 281"/>
                  <a:gd name="T21" fmla="*/ 142 h 719"/>
                  <a:gd name="T22" fmla="*/ 231 w 281"/>
                  <a:gd name="T23" fmla="*/ 173 h 719"/>
                  <a:gd name="T24" fmla="*/ 208 w 281"/>
                  <a:gd name="T25" fmla="*/ 206 h 719"/>
                  <a:gd name="T26" fmla="*/ 191 w 281"/>
                  <a:gd name="T27" fmla="*/ 242 h 719"/>
                  <a:gd name="T28" fmla="*/ 178 w 281"/>
                  <a:gd name="T29" fmla="*/ 280 h 719"/>
                  <a:gd name="T30" fmla="*/ 170 w 281"/>
                  <a:gd name="T31" fmla="*/ 319 h 719"/>
                  <a:gd name="T32" fmla="*/ 167 w 281"/>
                  <a:gd name="T33" fmla="*/ 359 h 719"/>
                  <a:gd name="T34" fmla="*/ 170 w 281"/>
                  <a:gd name="T35" fmla="*/ 400 h 719"/>
                  <a:gd name="T36" fmla="*/ 178 w 281"/>
                  <a:gd name="T37" fmla="*/ 439 h 719"/>
                  <a:gd name="T38" fmla="*/ 191 w 281"/>
                  <a:gd name="T39" fmla="*/ 477 h 719"/>
                  <a:gd name="T40" fmla="*/ 208 w 281"/>
                  <a:gd name="T41" fmla="*/ 512 h 719"/>
                  <a:gd name="T42" fmla="*/ 231 w 281"/>
                  <a:gd name="T43" fmla="*/ 546 h 719"/>
                  <a:gd name="T44" fmla="*/ 257 w 281"/>
                  <a:gd name="T45" fmla="*/ 576 h 719"/>
                  <a:gd name="T46" fmla="*/ 270 w 281"/>
                  <a:gd name="T47" fmla="*/ 591 h 719"/>
                  <a:gd name="T48" fmla="*/ 277 w 281"/>
                  <a:gd name="T49" fmla="*/ 609 h 719"/>
                  <a:gd name="T50" fmla="*/ 281 w 281"/>
                  <a:gd name="T51" fmla="*/ 626 h 719"/>
                  <a:gd name="T52" fmla="*/ 281 w 281"/>
                  <a:gd name="T53" fmla="*/ 644 h 719"/>
                  <a:gd name="T54" fmla="*/ 277 w 281"/>
                  <a:gd name="T55" fmla="*/ 663 h 719"/>
                  <a:gd name="T56" fmla="*/ 270 w 281"/>
                  <a:gd name="T57" fmla="*/ 679 h 719"/>
                  <a:gd name="T58" fmla="*/ 257 w 281"/>
                  <a:gd name="T59" fmla="*/ 694 h 719"/>
                  <a:gd name="T60" fmla="*/ 244 w 281"/>
                  <a:gd name="T61" fmla="*/ 705 h 719"/>
                  <a:gd name="T62" fmla="*/ 230 w 281"/>
                  <a:gd name="T63" fmla="*/ 713 h 719"/>
                  <a:gd name="T64" fmla="*/ 214 w 281"/>
                  <a:gd name="T65" fmla="*/ 718 h 719"/>
                  <a:gd name="T66" fmla="*/ 198 w 281"/>
                  <a:gd name="T67" fmla="*/ 719 h 719"/>
                  <a:gd name="T68" fmla="*/ 182 w 281"/>
                  <a:gd name="T69" fmla="*/ 718 h 719"/>
                  <a:gd name="T70" fmla="*/ 167 w 281"/>
                  <a:gd name="T71" fmla="*/ 713 h 719"/>
                  <a:gd name="T72" fmla="*/ 152 w 281"/>
                  <a:gd name="T73" fmla="*/ 705 h 719"/>
                  <a:gd name="T74" fmla="*/ 139 w 281"/>
                  <a:gd name="T75" fmla="*/ 694 h 719"/>
                  <a:gd name="T76" fmla="*/ 103 w 281"/>
                  <a:gd name="T77" fmla="*/ 654 h 719"/>
                  <a:gd name="T78" fmla="*/ 72 w 281"/>
                  <a:gd name="T79" fmla="*/ 611 h 719"/>
                  <a:gd name="T80" fmla="*/ 47 w 281"/>
                  <a:gd name="T81" fmla="*/ 564 h 719"/>
                  <a:gd name="T82" fmla="*/ 26 w 281"/>
                  <a:gd name="T83" fmla="*/ 516 h 719"/>
                  <a:gd name="T84" fmla="*/ 12 w 281"/>
                  <a:gd name="T85" fmla="*/ 466 h 719"/>
                  <a:gd name="T86" fmla="*/ 2 w 281"/>
                  <a:gd name="T87" fmla="*/ 413 h 719"/>
                  <a:gd name="T88" fmla="*/ 0 w 281"/>
                  <a:gd name="T89" fmla="*/ 359 h 719"/>
                  <a:gd name="T90" fmla="*/ 2 w 281"/>
                  <a:gd name="T91" fmla="*/ 306 h 719"/>
                  <a:gd name="T92" fmla="*/ 12 w 281"/>
                  <a:gd name="T93" fmla="*/ 253 h 719"/>
                  <a:gd name="T94" fmla="*/ 26 w 281"/>
                  <a:gd name="T95" fmla="*/ 202 h 719"/>
                  <a:gd name="T96" fmla="*/ 47 w 281"/>
                  <a:gd name="T97" fmla="*/ 153 h 719"/>
                  <a:gd name="T98" fmla="*/ 72 w 281"/>
                  <a:gd name="T99" fmla="*/ 108 h 719"/>
                  <a:gd name="T100" fmla="*/ 103 w 281"/>
                  <a:gd name="T101" fmla="*/ 65 h 719"/>
                  <a:gd name="T102" fmla="*/ 139 w 281"/>
                  <a:gd name="T103" fmla="*/ 23 h 719"/>
                  <a:gd name="T104" fmla="*/ 154 w 281"/>
                  <a:gd name="T105" fmla="*/ 12 h 719"/>
                  <a:gd name="T106" fmla="*/ 171 w 281"/>
                  <a:gd name="T107" fmla="*/ 4 h 719"/>
                  <a:gd name="T108" fmla="*/ 188 w 281"/>
                  <a:gd name="T109" fmla="*/ 0 h 719"/>
                  <a:gd name="T110" fmla="*/ 207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207" y="0"/>
                    </a:moveTo>
                    <a:lnTo>
                      <a:pt x="225" y="4"/>
                    </a:lnTo>
                    <a:lnTo>
                      <a:pt x="241" y="12"/>
                    </a:lnTo>
                    <a:lnTo>
                      <a:pt x="257" y="23"/>
                    </a:lnTo>
                    <a:lnTo>
                      <a:pt x="270" y="39"/>
                    </a:lnTo>
                    <a:lnTo>
                      <a:pt x="277" y="56"/>
                    </a:lnTo>
                    <a:lnTo>
                      <a:pt x="281" y="74"/>
                    </a:lnTo>
                    <a:lnTo>
                      <a:pt x="281" y="93"/>
                    </a:lnTo>
                    <a:lnTo>
                      <a:pt x="277" y="110"/>
                    </a:lnTo>
                    <a:lnTo>
                      <a:pt x="270" y="127"/>
                    </a:lnTo>
                    <a:lnTo>
                      <a:pt x="257" y="142"/>
                    </a:lnTo>
                    <a:lnTo>
                      <a:pt x="231" y="173"/>
                    </a:lnTo>
                    <a:lnTo>
                      <a:pt x="208" y="206"/>
                    </a:lnTo>
                    <a:lnTo>
                      <a:pt x="191" y="242"/>
                    </a:lnTo>
                    <a:lnTo>
                      <a:pt x="178" y="280"/>
                    </a:lnTo>
                    <a:lnTo>
                      <a:pt x="170" y="319"/>
                    </a:lnTo>
                    <a:lnTo>
                      <a:pt x="167" y="359"/>
                    </a:lnTo>
                    <a:lnTo>
                      <a:pt x="170" y="400"/>
                    </a:lnTo>
                    <a:lnTo>
                      <a:pt x="178" y="439"/>
                    </a:lnTo>
                    <a:lnTo>
                      <a:pt x="191" y="477"/>
                    </a:lnTo>
                    <a:lnTo>
                      <a:pt x="208" y="512"/>
                    </a:lnTo>
                    <a:lnTo>
                      <a:pt x="231" y="546"/>
                    </a:lnTo>
                    <a:lnTo>
                      <a:pt x="257" y="576"/>
                    </a:lnTo>
                    <a:lnTo>
                      <a:pt x="270" y="591"/>
                    </a:lnTo>
                    <a:lnTo>
                      <a:pt x="277" y="609"/>
                    </a:lnTo>
                    <a:lnTo>
                      <a:pt x="281" y="626"/>
                    </a:lnTo>
                    <a:lnTo>
                      <a:pt x="281" y="644"/>
                    </a:lnTo>
                    <a:lnTo>
                      <a:pt x="277" y="663"/>
                    </a:lnTo>
                    <a:lnTo>
                      <a:pt x="270" y="679"/>
                    </a:lnTo>
                    <a:lnTo>
                      <a:pt x="257" y="694"/>
                    </a:lnTo>
                    <a:lnTo>
                      <a:pt x="244" y="705"/>
                    </a:lnTo>
                    <a:lnTo>
                      <a:pt x="230" y="713"/>
                    </a:lnTo>
                    <a:lnTo>
                      <a:pt x="214" y="718"/>
                    </a:lnTo>
                    <a:lnTo>
                      <a:pt x="198" y="719"/>
                    </a:lnTo>
                    <a:lnTo>
                      <a:pt x="182" y="718"/>
                    </a:lnTo>
                    <a:lnTo>
                      <a:pt x="167" y="713"/>
                    </a:lnTo>
                    <a:lnTo>
                      <a:pt x="152" y="705"/>
                    </a:lnTo>
                    <a:lnTo>
                      <a:pt x="139" y="694"/>
                    </a:lnTo>
                    <a:lnTo>
                      <a:pt x="103" y="654"/>
                    </a:lnTo>
                    <a:lnTo>
                      <a:pt x="72" y="611"/>
                    </a:lnTo>
                    <a:lnTo>
                      <a:pt x="47" y="564"/>
                    </a:lnTo>
                    <a:lnTo>
                      <a:pt x="26" y="516"/>
                    </a:lnTo>
                    <a:lnTo>
                      <a:pt x="12" y="466"/>
                    </a:lnTo>
                    <a:lnTo>
                      <a:pt x="2" y="413"/>
                    </a:lnTo>
                    <a:lnTo>
                      <a:pt x="0" y="359"/>
                    </a:lnTo>
                    <a:lnTo>
                      <a:pt x="2" y="306"/>
                    </a:lnTo>
                    <a:lnTo>
                      <a:pt x="12" y="253"/>
                    </a:lnTo>
                    <a:lnTo>
                      <a:pt x="26" y="202"/>
                    </a:lnTo>
                    <a:lnTo>
                      <a:pt x="47" y="153"/>
                    </a:lnTo>
                    <a:lnTo>
                      <a:pt x="72" y="108"/>
                    </a:lnTo>
                    <a:lnTo>
                      <a:pt x="103" y="65"/>
                    </a:lnTo>
                    <a:lnTo>
                      <a:pt x="139" y="23"/>
                    </a:lnTo>
                    <a:lnTo>
                      <a:pt x="154" y="12"/>
                    </a:lnTo>
                    <a:lnTo>
                      <a:pt x="171" y="4"/>
                    </a:lnTo>
                    <a:lnTo>
                      <a:pt x="188" y="0"/>
                    </a:lnTo>
                    <a:lnTo>
                      <a:pt x="2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1" name="Freeform 29"/>
              <p:cNvSpPr>
                <a:spLocks/>
              </p:cNvSpPr>
              <p:nvPr/>
            </p:nvSpPr>
            <p:spPr bwMode="auto">
              <a:xfrm>
                <a:off x="2438400" y="3498851"/>
                <a:ext cx="77788" cy="234950"/>
              </a:xfrm>
              <a:custGeom>
                <a:avLst/>
                <a:gdLst>
                  <a:gd name="T0" fmla="*/ 273 w 346"/>
                  <a:gd name="T1" fmla="*/ 0 h 1035"/>
                  <a:gd name="T2" fmla="*/ 307 w 346"/>
                  <a:gd name="T3" fmla="*/ 13 h 1035"/>
                  <a:gd name="T4" fmla="*/ 334 w 346"/>
                  <a:gd name="T5" fmla="*/ 40 h 1035"/>
                  <a:gd name="T6" fmla="*/ 346 w 346"/>
                  <a:gd name="T7" fmla="*/ 74 h 1035"/>
                  <a:gd name="T8" fmla="*/ 343 w 346"/>
                  <a:gd name="T9" fmla="*/ 110 h 1035"/>
                  <a:gd name="T10" fmla="*/ 322 w 346"/>
                  <a:gd name="T11" fmla="*/ 142 h 1035"/>
                  <a:gd name="T12" fmla="*/ 254 w 346"/>
                  <a:gd name="T13" fmla="*/ 226 h 1035"/>
                  <a:gd name="T14" fmla="*/ 207 w 346"/>
                  <a:gd name="T15" fmla="*/ 318 h 1035"/>
                  <a:gd name="T16" fmla="*/ 177 w 346"/>
                  <a:gd name="T17" fmla="*/ 416 h 1035"/>
                  <a:gd name="T18" fmla="*/ 168 w 346"/>
                  <a:gd name="T19" fmla="*/ 517 h 1035"/>
                  <a:gd name="T20" fmla="*/ 177 w 346"/>
                  <a:gd name="T21" fmla="*/ 618 h 1035"/>
                  <a:gd name="T22" fmla="*/ 207 w 346"/>
                  <a:gd name="T23" fmla="*/ 717 h 1035"/>
                  <a:gd name="T24" fmla="*/ 254 w 346"/>
                  <a:gd name="T25" fmla="*/ 809 h 1035"/>
                  <a:gd name="T26" fmla="*/ 322 w 346"/>
                  <a:gd name="T27" fmla="*/ 892 h 1035"/>
                  <a:gd name="T28" fmla="*/ 343 w 346"/>
                  <a:gd name="T29" fmla="*/ 924 h 1035"/>
                  <a:gd name="T30" fmla="*/ 346 w 346"/>
                  <a:gd name="T31" fmla="*/ 960 h 1035"/>
                  <a:gd name="T32" fmla="*/ 334 w 346"/>
                  <a:gd name="T33" fmla="*/ 995 h 1035"/>
                  <a:gd name="T34" fmla="*/ 309 w 346"/>
                  <a:gd name="T35" fmla="*/ 1021 h 1035"/>
                  <a:gd name="T36" fmla="*/ 279 w 346"/>
                  <a:gd name="T37" fmla="*/ 1033 h 1035"/>
                  <a:gd name="T38" fmla="*/ 248 w 346"/>
                  <a:gd name="T39" fmla="*/ 1033 h 1035"/>
                  <a:gd name="T40" fmla="*/ 217 w 346"/>
                  <a:gd name="T41" fmla="*/ 1021 h 1035"/>
                  <a:gd name="T42" fmla="*/ 161 w 346"/>
                  <a:gd name="T43" fmla="*/ 964 h 1035"/>
                  <a:gd name="T44" fmla="*/ 91 w 346"/>
                  <a:gd name="T45" fmla="*/ 862 h 1035"/>
                  <a:gd name="T46" fmla="*/ 40 w 346"/>
                  <a:gd name="T47" fmla="*/ 752 h 1035"/>
                  <a:gd name="T48" fmla="*/ 11 w 346"/>
                  <a:gd name="T49" fmla="*/ 636 h 1035"/>
                  <a:gd name="T50" fmla="*/ 0 w 346"/>
                  <a:gd name="T51" fmla="*/ 517 h 1035"/>
                  <a:gd name="T52" fmla="*/ 11 w 346"/>
                  <a:gd name="T53" fmla="*/ 399 h 1035"/>
                  <a:gd name="T54" fmla="*/ 40 w 346"/>
                  <a:gd name="T55" fmla="*/ 283 h 1035"/>
                  <a:gd name="T56" fmla="*/ 91 w 346"/>
                  <a:gd name="T57" fmla="*/ 173 h 1035"/>
                  <a:gd name="T58" fmla="*/ 161 w 346"/>
                  <a:gd name="T59" fmla="*/ 71 h 1035"/>
                  <a:gd name="T60" fmla="*/ 220 w 346"/>
                  <a:gd name="T61" fmla="*/ 13 h 1035"/>
                  <a:gd name="T62" fmla="*/ 254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254" y="0"/>
                    </a:moveTo>
                    <a:lnTo>
                      <a:pt x="273" y="0"/>
                    </a:lnTo>
                    <a:lnTo>
                      <a:pt x="290" y="4"/>
                    </a:lnTo>
                    <a:lnTo>
                      <a:pt x="307" y="13"/>
                    </a:lnTo>
                    <a:lnTo>
                      <a:pt x="322" y="25"/>
                    </a:lnTo>
                    <a:lnTo>
                      <a:pt x="334" y="40"/>
                    </a:lnTo>
                    <a:lnTo>
                      <a:pt x="343" y="56"/>
                    </a:lnTo>
                    <a:lnTo>
                      <a:pt x="346" y="74"/>
                    </a:lnTo>
                    <a:lnTo>
                      <a:pt x="346" y="93"/>
                    </a:lnTo>
                    <a:lnTo>
                      <a:pt x="343" y="110"/>
                    </a:lnTo>
                    <a:lnTo>
                      <a:pt x="334" y="127"/>
                    </a:lnTo>
                    <a:lnTo>
                      <a:pt x="322" y="142"/>
                    </a:lnTo>
                    <a:lnTo>
                      <a:pt x="286" y="183"/>
                    </a:lnTo>
                    <a:lnTo>
                      <a:pt x="254" y="226"/>
                    </a:lnTo>
                    <a:lnTo>
                      <a:pt x="228" y="270"/>
                    </a:lnTo>
                    <a:lnTo>
                      <a:pt x="207" y="318"/>
                    </a:lnTo>
                    <a:lnTo>
                      <a:pt x="189" y="366"/>
                    </a:lnTo>
                    <a:lnTo>
                      <a:pt x="177" y="416"/>
                    </a:lnTo>
                    <a:lnTo>
                      <a:pt x="170" y="466"/>
                    </a:lnTo>
                    <a:lnTo>
                      <a:pt x="168" y="517"/>
                    </a:lnTo>
                    <a:lnTo>
                      <a:pt x="170" y="568"/>
                    </a:lnTo>
                    <a:lnTo>
                      <a:pt x="177" y="618"/>
                    </a:lnTo>
                    <a:lnTo>
                      <a:pt x="189" y="668"/>
                    </a:lnTo>
                    <a:lnTo>
                      <a:pt x="207" y="717"/>
                    </a:lnTo>
                    <a:lnTo>
                      <a:pt x="228" y="763"/>
                    </a:lnTo>
                    <a:lnTo>
                      <a:pt x="254" y="809"/>
                    </a:lnTo>
                    <a:lnTo>
                      <a:pt x="286" y="852"/>
                    </a:lnTo>
                    <a:lnTo>
                      <a:pt x="322" y="892"/>
                    </a:lnTo>
                    <a:lnTo>
                      <a:pt x="334" y="907"/>
                    </a:lnTo>
                    <a:lnTo>
                      <a:pt x="343" y="924"/>
                    </a:lnTo>
                    <a:lnTo>
                      <a:pt x="346" y="942"/>
                    </a:lnTo>
                    <a:lnTo>
                      <a:pt x="346" y="960"/>
                    </a:lnTo>
                    <a:lnTo>
                      <a:pt x="343" y="979"/>
                    </a:lnTo>
                    <a:lnTo>
                      <a:pt x="334" y="995"/>
                    </a:lnTo>
                    <a:lnTo>
                      <a:pt x="322" y="1010"/>
                    </a:lnTo>
                    <a:lnTo>
                      <a:pt x="309" y="1021"/>
                    </a:lnTo>
                    <a:lnTo>
                      <a:pt x="294" y="1028"/>
                    </a:lnTo>
                    <a:lnTo>
                      <a:pt x="279" y="1033"/>
                    </a:lnTo>
                    <a:lnTo>
                      <a:pt x="263" y="1035"/>
                    </a:lnTo>
                    <a:lnTo>
                      <a:pt x="248" y="1033"/>
                    </a:lnTo>
                    <a:lnTo>
                      <a:pt x="231" y="1028"/>
                    </a:lnTo>
                    <a:lnTo>
                      <a:pt x="217" y="1021"/>
                    </a:lnTo>
                    <a:lnTo>
                      <a:pt x="204" y="1010"/>
                    </a:lnTo>
                    <a:lnTo>
                      <a:pt x="161" y="964"/>
                    </a:lnTo>
                    <a:lnTo>
                      <a:pt x="123" y="914"/>
                    </a:lnTo>
                    <a:lnTo>
                      <a:pt x="91" y="862"/>
                    </a:lnTo>
                    <a:lnTo>
                      <a:pt x="63" y="808"/>
                    </a:lnTo>
                    <a:lnTo>
                      <a:pt x="40" y="752"/>
                    </a:lnTo>
                    <a:lnTo>
                      <a:pt x="23" y="694"/>
                    </a:lnTo>
                    <a:lnTo>
                      <a:pt x="11" y="636"/>
                    </a:lnTo>
                    <a:lnTo>
                      <a:pt x="3" y="576"/>
                    </a:lnTo>
                    <a:lnTo>
                      <a:pt x="0" y="517"/>
                    </a:lnTo>
                    <a:lnTo>
                      <a:pt x="3" y="457"/>
                    </a:lnTo>
                    <a:lnTo>
                      <a:pt x="11" y="399"/>
                    </a:lnTo>
                    <a:lnTo>
                      <a:pt x="23" y="340"/>
                    </a:lnTo>
                    <a:lnTo>
                      <a:pt x="40" y="283"/>
                    </a:lnTo>
                    <a:lnTo>
                      <a:pt x="63" y="227"/>
                    </a:lnTo>
                    <a:lnTo>
                      <a:pt x="91" y="173"/>
                    </a:lnTo>
                    <a:lnTo>
                      <a:pt x="123" y="121"/>
                    </a:lnTo>
                    <a:lnTo>
                      <a:pt x="161" y="71"/>
                    </a:lnTo>
                    <a:lnTo>
                      <a:pt x="204" y="25"/>
                    </a:lnTo>
                    <a:lnTo>
                      <a:pt x="220" y="13"/>
                    </a:lnTo>
                    <a:lnTo>
                      <a:pt x="236" y="4"/>
                    </a:lnTo>
                    <a:lnTo>
                      <a:pt x="254"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2" name="Freeform 30"/>
              <p:cNvSpPr>
                <a:spLocks noEditPoints="1"/>
              </p:cNvSpPr>
              <p:nvPr/>
            </p:nvSpPr>
            <p:spPr bwMode="auto">
              <a:xfrm>
                <a:off x="2478088" y="3681413"/>
                <a:ext cx="292100" cy="346075"/>
              </a:xfrm>
              <a:custGeom>
                <a:avLst/>
                <a:gdLst>
                  <a:gd name="T0" fmla="*/ 494 w 1284"/>
                  <a:gd name="T1" fmla="*/ 667 h 1531"/>
                  <a:gd name="T2" fmla="*/ 426 w 1284"/>
                  <a:gd name="T3" fmla="*/ 834 h 1531"/>
                  <a:gd name="T4" fmla="*/ 858 w 1284"/>
                  <a:gd name="T5" fmla="*/ 834 h 1531"/>
                  <a:gd name="T6" fmla="*/ 790 w 1284"/>
                  <a:gd name="T7" fmla="*/ 667 h 1531"/>
                  <a:gd name="T8" fmla="*/ 494 w 1284"/>
                  <a:gd name="T9" fmla="*/ 667 h 1531"/>
                  <a:gd name="T10" fmla="*/ 642 w 1284"/>
                  <a:gd name="T11" fmla="*/ 305 h 1531"/>
                  <a:gd name="T12" fmla="*/ 563 w 1284"/>
                  <a:gd name="T13" fmla="*/ 499 h 1531"/>
                  <a:gd name="T14" fmla="*/ 721 w 1284"/>
                  <a:gd name="T15" fmla="*/ 499 h 1531"/>
                  <a:gd name="T16" fmla="*/ 642 w 1284"/>
                  <a:gd name="T17" fmla="*/ 305 h 1531"/>
                  <a:gd name="T18" fmla="*/ 642 w 1284"/>
                  <a:gd name="T19" fmla="*/ 0 h 1531"/>
                  <a:gd name="T20" fmla="*/ 661 w 1284"/>
                  <a:gd name="T21" fmla="*/ 3 h 1531"/>
                  <a:gd name="T22" fmla="*/ 680 w 1284"/>
                  <a:gd name="T23" fmla="*/ 10 h 1531"/>
                  <a:gd name="T24" fmla="*/ 696 w 1284"/>
                  <a:gd name="T25" fmla="*/ 21 h 1531"/>
                  <a:gd name="T26" fmla="*/ 710 w 1284"/>
                  <a:gd name="T27" fmla="*/ 35 h 1531"/>
                  <a:gd name="T28" fmla="*/ 720 w 1284"/>
                  <a:gd name="T29" fmla="*/ 52 h 1531"/>
                  <a:gd name="T30" fmla="*/ 1277 w 1284"/>
                  <a:gd name="T31" fmla="*/ 1416 h 1531"/>
                  <a:gd name="T32" fmla="*/ 1282 w 1284"/>
                  <a:gd name="T33" fmla="*/ 1435 h 1531"/>
                  <a:gd name="T34" fmla="*/ 1284 w 1284"/>
                  <a:gd name="T35" fmla="*/ 1453 h 1531"/>
                  <a:gd name="T36" fmla="*/ 1280 w 1284"/>
                  <a:gd name="T37" fmla="*/ 1471 h 1531"/>
                  <a:gd name="T38" fmla="*/ 1273 w 1284"/>
                  <a:gd name="T39" fmla="*/ 1488 h 1531"/>
                  <a:gd name="T40" fmla="*/ 1262 w 1284"/>
                  <a:gd name="T41" fmla="*/ 1503 h 1531"/>
                  <a:gd name="T42" fmla="*/ 1249 w 1284"/>
                  <a:gd name="T43" fmla="*/ 1516 h 1531"/>
                  <a:gd name="T44" fmla="*/ 1232 w 1284"/>
                  <a:gd name="T45" fmla="*/ 1524 h 1531"/>
                  <a:gd name="T46" fmla="*/ 1215 w 1284"/>
                  <a:gd name="T47" fmla="*/ 1530 h 1531"/>
                  <a:gd name="T48" fmla="*/ 1200 w 1284"/>
                  <a:gd name="T49" fmla="*/ 1531 h 1531"/>
                  <a:gd name="T50" fmla="*/ 1181 w 1284"/>
                  <a:gd name="T51" fmla="*/ 1529 h 1531"/>
                  <a:gd name="T52" fmla="*/ 1162 w 1284"/>
                  <a:gd name="T53" fmla="*/ 1522 h 1531"/>
                  <a:gd name="T54" fmla="*/ 1146 w 1284"/>
                  <a:gd name="T55" fmla="*/ 1511 h 1531"/>
                  <a:gd name="T56" fmla="*/ 1132 w 1284"/>
                  <a:gd name="T57" fmla="*/ 1497 h 1531"/>
                  <a:gd name="T58" fmla="*/ 1122 w 1284"/>
                  <a:gd name="T59" fmla="*/ 1479 h 1531"/>
                  <a:gd name="T60" fmla="*/ 927 w 1284"/>
                  <a:gd name="T61" fmla="*/ 1001 h 1531"/>
                  <a:gd name="T62" fmla="*/ 923 w 1284"/>
                  <a:gd name="T63" fmla="*/ 1001 h 1531"/>
                  <a:gd name="T64" fmla="*/ 921 w 1284"/>
                  <a:gd name="T65" fmla="*/ 1001 h 1531"/>
                  <a:gd name="T66" fmla="*/ 363 w 1284"/>
                  <a:gd name="T67" fmla="*/ 1001 h 1531"/>
                  <a:gd name="T68" fmla="*/ 361 w 1284"/>
                  <a:gd name="T69" fmla="*/ 1001 h 1531"/>
                  <a:gd name="T70" fmla="*/ 357 w 1284"/>
                  <a:gd name="T71" fmla="*/ 1001 h 1531"/>
                  <a:gd name="T72" fmla="*/ 162 w 1284"/>
                  <a:gd name="T73" fmla="*/ 1479 h 1531"/>
                  <a:gd name="T74" fmla="*/ 152 w 1284"/>
                  <a:gd name="T75" fmla="*/ 1496 h 1531"/>
                  <a:gd name="T76" fmla="*/ 140 w 1284"/>
                  <a:gd name="T77" fmla="*/ 1510 h 1531"/>
                  <a:gd name="T78" fmla="*/ 125 w 1284"/>
                  <a:gd name="T79" fmla="*/ 1520 h 1531"/>
                  <a:gd name="T80" fmla="*/ 108 w 1284"/>
                  <a:gd name="T81" fmla="*/ 1528 h 1531"/>
                  <a:gd name="T82" fmla="*/ 90 w 1284"/>
                  <a:gd name="T83" fmla="*/ 1531 h 1531"/>
                  <a:gd name="T84" fmla="*/ 71 w 1284"/>
                  <a:gd name="T85" fmla="*/ 1530 h 1531"/>
                  <a:gd name="T86" fmla="*/ 52 w 1284"/>
                  <a:gd name="T87" fmla="*/ 1524 h 1531"/>
                  <a:gd name="T88" fmla="*/ 35 w 1284"/>
                  <a:gd name="T89" fmla="*/ 1516 h 1531"/>
                  <a:gd name="T90" fmla="*/ 22 w 1284"/>
                  <a:gd name="T91" fmla="*/ 1503 h 1531"/>
                  <a:gd name="T92" fmla="*/ 11 w 1284"/>
                  <a:gd name="T93" fmla="*/ 1488 h 1531"/>
                  <a:gd name="T94" fmla="*/ 4 w 1284"/>
                  <a:gd name="T95" fmla="*/ 1471 h 1531"/>
                  <a:gd name="T96" fmla="*/ 0 w 1284"/>
                  <a:gd name="T97" fmla="*/ 1453 h 1531"/>
                  <a:gd name="T98" fmla="*/ 2 w 1284"/>
                  <a:gd name="T99" fmla="*/ 1435 h 1531"/>
                  <a:gd name="T100" fmla="*/ 7 w 1284"/>
                  <a:gd name="T101" fmla="*/ 1416 h 1531"/>
                  <a:gd name="T102" fmla="*/ 564 w 1284"/>
                  <a:gd name="T103" fmla="*/ 52 h 1531"/>
                  <a:gd name="T104" fmla="*/ 574 w 1284"/>
                  <a:gd name="T105" fmla="*/ 35 h 1531"/>
                  <a:gd name="T106" fmla="*/ 588 w 1284"/>
                  <a:gd name="T107" fmla="*/ 21 h 1531"/>
                  <a:gd name="T108" fmla="*/ 604 w 1284"/>
                  <a:gd name="T109" fmla="*/ 10 h 1531"/>
                  <a:gd name="T110" fmla="*/ 623 w 1284"/>
                  <a:gd name="T111" fmla="*/ 3 h 1531"/>
                  <a:gd name="T112" fmla="*/ 642 w 1284"/>
                  <a:gd name="T113" fmla="*/ 0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4" h="1531">
                    <a:moveTo>
                      <a:pt x="494" y="667"/>
                    </a:moveTo>
                    <a:lnTo>
                      <a:pt x="426" y="834"/>
                    </a:lnTo>
                    <a:lnTo>
                      <a:pt x="858" y="834"/>
                    </a:lnTo>
                    <a:lnTo>
                      <a:pt x="790" y="667"/>
                    </a:lnTo>
                    <a:lnTo>
                      <a:pt x="494" y="667"/>
                    </a:lnTo>
                    <a:close/>
                    <a:moveTo>
                      <a:pt x="642" y="305"/>
                    </a:moveTo>
                    <a:lnTo>
                      <a:pt x="563" y="499"/>
                    </a:lnTo>
                    <a:lnTo>
                      <a:pt x="721" y="499"/>
                    </a:lnTo>
                    <a:lnTo>
                      <a:pt x="642" y="305"/>
                    </a:lnTo>
                    <a:close/>
                    <a:moveTo>
                      <a:pt x="642" y="0"/>
                    </a:moveTo>
                    <a:lnTo>
                      <a:pt x="661" y="3"/>
                    </a:lnTo>
                    <a:lnTo>
                      <a:pt x="680" y="10"/>
                    </a:lnTo>
                    <a:lnTo>
                      <a:pt x="696" y="21"/>
                    </a:lnTo>
                    <a:lnTo>
                      <a:pt x="710" y="35"/>
                    </a:lnTo>
                    <a:lnTo>
                      <a:pt x="720" y="52"/>
                    </a:lnTo>
                    <a:lnTo>
                      <a:pt x="1277" y="1416"/>
                    </a:lnTo>
                    <a:lnTo>
                      <a:pt x="1282" y="1435"/>
                    </a:lnTo>
                    <a:lnTo>
                      <a:pt x="1284" y="1453"/>
                    </a:lnTo>
                    <a:lnTo>
                      <a:pt x="1280" y="1471"/>
                    </a:lnTo>
                    <a:lnTo>
                      <a:pt x="1273" y="1488"/>
                    </a:lnTo>
                    <a:lnTo>
                      <a:pt x="1262" y="1503"/>
                    </a:lnTo>
                    <a:lnTo>
                      <a:pt x="1249" y="1516"/>
                    </a:lnTo>
                    <a:lnTo>
                      <a:pt x="1232" y="1524"/>
                    </a:lnTo>
                    <a:lnTo>
                      <a:pt x="1215" y="1530"/>
                    </a:lnTo>
                    <a:lnTo>
                      <a:pt x="1200" y="1531"/>
                    </a:lnTo>
                    <a:lnTo>
                      <a:pt x="1181" y="1529"/>
                    </a:lnTo>
                    <a:lnTo>
                      <a:pt x="1162" y="1522"/>
                    </a:lnTo>
                    <a:lnTo>
                      <a:pt x="1146" y="1511"/>
                    </a:lnTo>
                    <a:lnTo>
                      <a:pt x="1132" y="1497"/>
                    </a:lnTo>
                    <a:lnTo>
                      <a:pt x="1122" y="1479"/>
                    </a:lnTo>
                    <a:lnTo>
                      <a:pt x="927" y="1001"/>
                    </a:lnTo>
                    <a:lnTo>
                      <a:pt x="923" y="1001"/>
                    </a:lnTo>
                    <a:lnTo>
                      <a:pt x="921" y="1001"/>
                    </a:lnTo>
                    <a:lnTo>
                      <a:pt x="363" y="1001"/>
                    </a:lnTo>
                    <a:lnTo>
                      <a:pt x="361" y="1001"/>
                    </a:lnTo>
                    <a:lnTo>
                      <a:pt x="357" y="1001"/>
                    </a:lnTo>
                    <a:lnTo>
                      <a:pt x="162" y="1479"/>
                    </a:lnTo>
                    <a:lnTo>
                      <a:pt x="152" y="1496"/>
                    </a:lnTo>
                    <a:lnTo>
                      <a:pt x="140" y="1510"/>
                    </a:lnTo>
                    <a:lnTo>
                      <a:pt x="125" y="1520"/>
                    </a:lnTo>
                    <a:lnTo>
                      <a:pt x="108" y="1528"/>
                    </a:lnTo>
                    <a:lnTo>
                      <a:pt x="90" y="1531"/>
                    </a:lnTo>
                    <a:lnTo>
                      <a:pt x="71" y="1530"/>
                    </a:lnTo>
                    <a:lnTo>
                      <a:pt x="52" y="1524"/>
                    </a:lnTo>
                    <a:lnTo>
                      <a:pt x="35" y="1516"/>
                    </a:lnTo>
                    <a:lnTo>
                      <a:pt x="22" y="1503"/>
                    </a:lnTo>
                    <a:lnTo>
                      <a:pt x="11" y="1488"/>
                    </a:lnTo>
                    <a:lnTo>
                      <a:pt x="4" y="1471"/>
                    </a:lnTo>
                    <a:lnTo>
                      <a:pt x="0" y="1453"/>
                    </a:lnTo>
                    <a:lnTo>
                      <a:pt x="2" y="1435"/>
                    </a:lnTo>
                    <a:lnTo>
                      <a:pt x="7" y="1416"/>
                    </a:lnTo>
                    <a:lnTo>
                      <a:pt x="564" y="52"/>
                    </a:lnTo>
                    <a:lnTo>
                      <a:pt x="574" y="35"/>
                    </a:lnTo>
                    <a:lnTo>
                      <a:pt x="588" y="21"/>
                    </a:lnTo>
                    <a:lnTo>
                      <a:pt x="604" y="10"/>
                    </a:lnTo>
                    <a:lnTo>
                      <a:pt x="623" y="3"/>
                    </a:lnTo>
                    <a:lnTo>
                      <a:pt x="642"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sp>
        <p:nvSpPr>
          <p:cNvPr id="66" name="TextBox 65"/>
          <p:cNvSpPr txBox="1"/>
          <p:nvPr/>
        </p:nvSpPr>
        <p:spPr>
          <a:xfrm>
            <a:off x="1172955" y="5239300"/>
            <a:ext cx="182614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Telecommunications</a:t>
            </a:r>
          </a:p>
        </p:txBody>
      </p:sp>
      <p:sp>
        <p:nvSpPr>
          <p:cNvPr id="67" name="TextBox 66"/>
          <p:cNvSpPr txBox="1"/>
          <p:nvPr/>
        </p:nvSpPr>
        <p:spPr>
          <a:xfrm>
            <a:off x="1172955" y="5561321"/>
            <a:ext cx="1130438"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Aeronautics</a:t>
            </a:r>
          </a:p>
        </p:txBody>
      </p:sp>
      <p:sp>
        <p:nvSpPr>
          <p:cNvPr id="68" name="TextBox 67"/>
          <p:cNvSpPr txBox="1"/>
          <p:nvPr/>
        </p:nvSpPr>
        <p:spPr>
          <a:xfrm>
            <a:off x="1172955" y="5883341"/>
            <a:ext cx="10807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Automotive</a:t>
            </a:r>
          </a:p>
        </p:txBody>
      </p:sp>
      <p:grpSp>
        <p:nvGrpSpPr>
          <p:cNvPr id="80" name="Group 79"/>
          <p:cNvGrpSpPr>
            <a:grpSpLocks noChangeAspect="1"/>
          </p:cNvGrpSpPr>
          <p:nvPr/>
        </p:nvGrpSpPr>
        <p:grpSpPr>
          <a:xfrm>
            <a:off x="3381892" y="5881157"/>
            <a:ext cx="313992" cy="312145"/>
            <a:chOff x="4894263" y="4021138"/>
            <a:chExt cx="809625" cy="804863"/>
          </a:xfrm>
        </p:grpSpPr>
        <p:grpSp>
          <p:nvGrpSpPr>
            <p:cNvPr id="79" name="Group 78"/>
            <p:cNvGrpSpPr/>
            <p:nvPr/>
          </p:nvGrpSpPr>
          <p:grpSpPr>
            <a:xfrm>
              <a:off x="5019676" y="4167188"/>
              <a:ext cx="558800" cy="498476"/>
              <a:chOff x="5019676" y="4167188"/>
              <a:chExt cx="558800" cy="498476"/>
            </a:xfrm>
          </p:grpSpPr>
          <p:sp>
            <p:nvSpPr>
              <p:cNvPr id="72" name="Freeform 35"/>
              <p:cNvSpPr>
                <a:spLocks/>
              </p:cNvSpPr>
              <p:nvPr/>
            </p:nvSpPr>
            <p:spPr bwMode="auto">
              <a:xfrm>
                <a:off x="5019676" y="4376738"/>
                <a:ext cx="174625" cy="255588"/>
              </a:xfrm>
              <a:custGeom>
                <a:avLst/>
                <a:gdLst>
                  <a:gd name="T0" fmla="*/ 315 w 765"/>
                  <a:gd name="T1" fmla="*/ 0 h 1124"/>
                  <a:gd name="T2" fmla="*/ 334 w 765"/>
                  <a:gd name="T3" fmla="*/ 2 h 1124"/>
                  <a:gd name="T4" fmla="*/ 353 w 765"/>
                  <a:gd name="T5" fmla="*/ 6 h 1124"/>
                  <a:gd name="T6" fmla="*/ 372 w 765"/>
                  <a:gd name="T7" fmla="*/ 15 h 1124"/>
                  <a:gd name="T8" fmla="*/ 709 w 765"/>
                  <a:gd name="T9" fmla="*/ 210 h 1124"/>
                  <a:gd name="T10" fmla="*/ 727 w 765"/>
                  <a:gd name="T11" fmla="*/ 224 h 1124"/>
                  <a:gd name="T12" fmla="*/ 742 w 765"/>
                  <a:gd name="T13" fmla="*/ 239 h 1124"/>
                  <a:gd name="T14" fmla="*/ 753 w 765"/>
                  <a:gd name="T15" fmla="*/ 257 h 1124"/>
                  <a:gd name="T16" fmla="*/ 761 w 765"/>
                  <a:gd name="T17" fmla="*/ 278 h 1124"/>
                  <a:gd name="T18" fmla="*/ 765 w 765"/>
                  <a:gd name="T19" fmla="*/ 298 h 1124"/>
                  <a:gd name="T20" fmla="*/ 764 w 765"/>
                  <a:gd name="T21" fmla="*/ 320 h 1124"/>
                  <a:gd name="T22" fmla="*/ 759 w 765"/>
                  <a:gd name="T23" fmla="*/ 342 h 1124"/>
                  <a:gd name="T24" fmla="*/ 750 w 765"/>
                  <a:gd name="T25" fmla="*/ 362 h 1124"/>
                  <a:gd name="T26" fmla="*/ 347 w 765"/>
                  <a:gd name="T27" fmla="*/ 1060 h 1124"/>
                  <a:gd name="T28" fmla="*/ 344 w 765"/>
                  <a:gd name="T29" fmla="*/ 1065 h 1124"/>
                  <a:gd name="T30" fmla="*/ 339 w 765"/>
                  <a:gd name="T31" fmla="*/ 1075 h 1124"/>
                  <a:gd name="T32" fmla="*/ 332 w 765"/>
                  <a:gd name="T33" fmla="*/ 1088 h 1124"/>
                  <a:gd name="T34" fmla="*/ 325 w 765"/>
                  <a:gd name="T35" fmla="*/ 1104 h 1124"/>
                  <a:gd name="T36" fmla="*/ 318 w 765"/>
                  <a:gd name="T37" fmla="*/ 1124 h 1124"/>
                  <a:gd name="T38" fmla="*/ 27 w 765"/>
                  <a:gd name="T39" fmla="*/ 621 h 1124"/>
                  <a:gd name="T40" fmla="*/ 15 w 765"/>
                  <a:gd name="T41" fmla="*/ 595 h 1124"/>
                  <a:gd name="T42" fmla="*/ 7 w 765"/>
                  <a:gd name="T43" fmla="*/ 567 h 1124"/>
                  <a:gd name="T44" fmla="*/ 2 w 765"/>
                  <a:gd name="T45" fmla="*/ 535 h 1124"/>
                  <a:gd name="T46" fmla="*/ 0 w 765"/>
                  <a:gd name="T47" fmla="*/ 504 h 1124"/>
                  <a:gd name="T48" fmla="*/ 2 w 765"/>
                  <a:gd name="T49" fmla="*/ 471 h 1124"/>
                  <a:gd name="T50" fmla="*/ 7 w 765"/>
                  <a:gd name="T51" fmla="*/ 440 h 1124"/>
                  <a:gd name="T52" fmla="*/ 15 w 765"/>
                  <a:gd name="T53" fmla="*/ 412 h 1124"/>
                  <a:gd name="T54" fmla="*/ 27 w 765"/>
                  <a:gd name="T55" fmla="*/ 386 h 1124"/>
                  <a:gd name="T56" fmla="*/ 219 w 765"/>
                  <a:gd name="T57" fmla="*/ 55 h 1124"/>
                  <a:gd name="T58" fmla="*/ 233 w 765"/>
                  <a:gd name="T59" fmla="*/ 37 h 1124"/>
                  <a:gd name="T60" fmla="*/ 250 w 765"/>
                  <a:gd name="T61" fmla="*/ 21 h 1124"/>
                  <a:gd name="T62" fmla="*/ 269 w 765"/>
                  <a:gd name="T63" fmla="*/ 9 h 1124"/>
                  <a:gd name="T64" fmla="*/ 292 w 765"/>
                  <a:gd name="T65" fmla="*/ 2 h 1124"/>
                  <a:gd name="T66" fmla="*/ 315 w 765"/>
                  <a:gd name="T67" fmla="*/ 0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5" h="1124">
                    <a:moveTo>
                      <a:pt x="315" y="0"/>
                    </a:moveTo>
                    <a:lnTo>
                      <a:pt x="334" y="2"/>
                    </a:lnTo>
                    <a:lnTo>
                      <a:pt x="353" y="6"/>
                    </a:lnTo>
                    <a:lnTo>
                      <a:pt x="372" y="15"/>
                    </a:lnTo>
                    <a:lnTo>
                      <a:pt x="709" y="210"/>
                    </a:lnTo>
                    <a:lnTo>
                      <a:pt x="727" y="224"/>
                    </a:lnTo>
                    <a:lnTo>
                      <a:pt x="742" y="239"/>
                    </a:lnTo>
                    <a:lnTo>
                      <a:pt x="753" y="257"/>
                    </a:lnTo>
                    <a:lnTo>
                      <a:pt x="761" y="278"/>
                    </a:lnTo>
                    <a:lnTo>
                      <a:pt x="765" y="298"/>
                    </a:lnTo>
                    <a:lnTo>
                      <a:pt x="764" y="320"/>
                    </a:lnTo>
                    <a:lnTo>
                      <a:pt x="759" y="342"/>
                    </a:lnTo>
                    <a:lnTo>
                      <a:pt x="750" y="362"/>
                    </a:lnTo>
                    <a:lnTo>
                      <a:pt x="347" y="1060"/>
                    </a:lnTo>
                    <a:lnTo>
                      <a:pt x="344" y="1065"/>
                    </a:lnTo>
                    <a:lnTo>
                      <a:pt x="339" y="1075"/>
                    </a:lnTo>
                    <a:lnTo>
                      <a:pt x="332" y="1088"/>
                    </a:lnTo>
                    <a:lnTo>
                      <a:pt x="325" y="1104"/>
                    </a:lnTo>
                    <a:lnTo>
                      <a:pt x="318" y="1124"/>
                    </a:lnTo>
                    <a:lnTo>
                      <a:pt x="27" y="621"/>
                    </a:lnTo>
                    <a:lnTo>
                      <a:pt x="15" y="595"/>
                    </a:lnTo>
                    <a:lnTo>
                      <a:pt x="7" y="567"/>
                    </a:lnTo>
                    <a:lnTo>
                      <a:pt x="2" y="535"/>
                    </a:lnTo>
                    <a:lnTo>
                      <a:pt x="0" y="504"/>
                    </a:lnTo>
                    <a:lnTo>
                      <a:pt x="2" y="471"/>
                    </a:lnTo>
                    <a:lnTo>
                      <a:pt x="7" y="440"/>
                    </a:lnTo>
                    <a:lnTo>
                      <a:pt x="15" y="412"/>
                    </a:lnTo>
                    <a:lnTo>
                      <a:pt x="27" y="386"/>
                    </a:lnTo>
                    <a:lnTo>
                      <a:pt x="219" y="55"/>
                    </a:lnTo>
                    <a:lnTo>
                      <a:pt x="233" y="37"/>
                    </a:lnTo>
                    <a:lnTo>
                      <a:pt x="250" y="21"/>
                    </a:lnTo>
                    <a:lnTo>
                      <a:pt x="269" y="9"/>
                    </a:lnTo>
                    <a:lnTo>
                      <a:pt x="292" y="2"/>
                    </a:lnTo>
                    <a:lnTo>
                      <a:pt x="3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3" name="Freeform 36"/>
              <p:cNvSpPr>
                <a:spLocks/>
              </p:cNvSpPr>
              <p:nvPr/>
            </p:nvSpPr>
            <p:spPr bwMode="auto">
              <a:xfrm>
                <a:off x="5411788" y="4395788"/>
                <a:ext cx="166688" cy="106363"/>
              </a:xfrm>
              <a:custGeom>
                <a:avLst/>
                <a:gdLst>
                  <a:gd name="T0" fmla="*/ 157 w 735"/>
                  <a:gd name="T1" fmla="*/ 0 h 468"/>
                  <a:gd name="T2" fmla="*/ 533 w 735"/>
                  <a:gd name="T3" fmla="*/ 0 h 468"/>
                  <a:gd name="T4" fmla="*/ 708 w 735"/>
                  <a:gd name="T5" fmla="*/ 306 h 468"/>
                  <a:gd name="T6" fmla="*/ 719 w 735"/>
                  <a:gd name="T7" fmla="*/ 330 h 468"/>
                  <a:gd name="T8" fmla="*/ 727 w 735"/>
                  <a:gd name="T9" fmla="*/ 357 h 468"/>
                  <a:gd name="T10" fmla="*/ 733 w 735"/>
                  <a:gd name="T11" fmla="*/ 388 h 468"/>
                  <a:gd name="T12" fmla="*/ 735 w 735"/>
                  <a:gd name="T13" fmla="*/ 422 h 468"/>
                  <a:gd name="T14" fmla="*/ 735 w 735"/>
                  <a:gd name="T15" fmla="*/ 429 h 468"/>
                  <a:gd name="T16" fmla="*/ 735 w 735"/>
                  <a:gd name="T17" fmla="*/ 429 h 468"/>
                  <a:gd name="T18" fmla="*/ 734 w 735"/>
                  <a:gd name="T19" fmla="*/ 434 h 468"/>
                  <a:gd name="T20" fmla="*/ 733 w 735"/>
                  <a:gd name="T21" fmla="*/ 435 h 468"/>
                  <a:gd name="T22" fmla="*/ 731 w 735"/>
                  <a:gd name="T23" fmla="*/ 438 h 468"/>
                  <a:gd name="T24" fmla="*/ 728 w 735"/>
                  <a:gd name="T25" fmla="*/ 440 h 468"/>
                  <a:gd name="T26" fmla="*/ 726 w 735"/>
                  <a:gd name="T27" fmla="*/ 442 h 468"/>
                  <a:gd name="T28" fmla="*/ 722 w 735"/>
                  <a:gd name="T29" fmla="*/ 446 h 468"/>
                  <a:gd name="T30" fmla="*/ 705 w 735"/>
                  <a:gd name="T31" fmla="*/ 454 h 468"/>
                  <a:gd name="T32" fmla="*/ 683 w 735"/>
                  <a:gd name="T33" fmla="*/ 461 h 468"/>
                  <a:gd name="T34" fmla="*/ 660 w 735"/>
                  <a:gd name="T35" fmla="*/ 465 h 468"/>
                  <a:gd name="T36" fmla="*/ 638 w 735"/>
                  <a:gd name="T37" fmla="*/ 468 h 468"/>
                  <a:gd name="T38" fmla="*/ 619 w 735"/>
                  <a:gd name="T39" fmla="*/ 468 h 468"/>
                  <a:gd name="T40" fmla="*/ 93 w 735"/>
                  <a:gd name="T41" fmla="*/ 468 h 468"/>
                  <a:gd name="T42" fmla="*/ 0 w 735"/>
                  <a:gd name="T43" fmla="*/ 307 h 468"/>
                  <a:gd name="T44" fmla="*/ 157 w 735"/>
                  <a:gd name="T45"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5" h="468">
                    <a:moveTo>
                      <a:pt x="157" y="0"/>
                    </a:moveTo>
                    <a:lnTo>
                      <a:pt x="533" y="0"/>
                    </a:lnTo>
                    <a:lnTo>
                      <a:pt x="708" y="306"/>
                    </a:lnTo>
                    <a:lnTo>
                      <a:pt x="719" y="330"/>
                    </a:lnTo>
                    <a:lnTo>
                      <a:pt x="727" y="357"/>
                    </a:lnTo>
                    <a:lnTo>
                      <a:pt x="733" y="388"/>
                    </a:lnTo>
                    <a:lnTo>
                      <a:pt x="735" y="422"/>
                    </a:lnTo>
                    <a:lnTo>
                      <a:pt x="735" y="429"/>
                    </a:lnTo>
                    <a:lnTo>
                      <a:pt x="735" y="429"/>
                    </a:lnTo>
                    <a:lnTo>
                      <a:pt x="734" y="434"/>
                    </a:lnTo>
                    <a:lnTo>
                      <a:pt x="733" y="435"/>
                    </a:lnTo>
                    <a:lnTo>
                      <a:pt x="731" y="438"/>
                    </a:lnTo>
                    <a:lnTo>
                      <a:pt x="728" y="440"/>
                    </a:lnTo>
                    <a:lnTo>
                      <a:pt x="726" y="442"/>
                    </a:lnTo>
                    <a:lnTo>
                      <a:pt x="722" y="446"/>
                    </a:lnTo>
                    <a:lnTo>
                      <a:pt x="705" y="454"/>
                    </a:lnTo>
                    <a:lnTo>
                      <a:pt x="683" y="461"/>
                    </a:lnTo>
                    <a:lnTo>
                      <a:pt x="660" y="465"/>
                    </a:lnTo>
                    <a:lnTo>
                      <a:pt x="638" y="468"/>
                    </a:lnTo>
                    <a:lnTo>
                      <a:pt x="619" y="468"/>
                    </a:lnTo>
                    <a:lnTo>
                      <a:pt x="93" y="468"/>
                    </a:lnTo>
                    <a:lnTo>
                      <a:pt x="0" y="307"/>
                    </a:lnTo>
                    <a:lnTo>
                      <a:pt x="15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4" name="Freeform 37"/>
              <p:cNvSpPr>
                <a:spLocks/>
              </p:cNvSpPr>
              <p:nvPr/>
            </p:nvSpPr>
            <p:spPr bwMode="auto">
              <a:xfrm>
                <a:off x="5343526" y="4525963"/>
                <a:ext cx="223838" cy="139700"/>
              </a:xfrm>
              <a:custGeom>
                <a:avLst/>
                <a:gdLst>
                  <a:gd name="T0" fmla="*/ 987 w 987"/>
                  <a:gd name="T1" fmla="*/ 0 h 620"/>
                  <a:gd name="T2" fmla="*/ 696 w 987"/>
                  <a:gd name="T3" fmla="*/ 502 h 620"/>
                  <a:gd name="T4" fmla="*/ 680 w 987"/>
                  <a:gd name="T5" fmla="*/ 526 h 620"/>
                  <a:gd name="T6" fmla="*/ 660 w 987"/>
                  <a:gd name="T7" fmla="*/ 548 h 620"/>
                  <a:gd name="T8" fmla="*/ 636 w 987"/>
                  <a:gd name="T9" fmla="*/ 567 h 620"/>
                  <a:gd name="T10" fmla="*/ 609 w 987"/>
                  <a:gd name="T11" fmla="*/ 584 h 620"/>
                  <a:gd name="T12" fmla="*/ 580 w 987"/>
                  <a:gd name="T13" fmla="*/ 600 h 620"/>
                  <a:gd name="T14" fmla="*/ 550 w 987"/>
                  <a:gd name="T15" fmla="*/ 610 h 620"/>
                  <a:gd name="T16" fmla="*/ 522 w 987"/>
                  <a:gd name="T17" fmla="*/ 617 h 620"/>
                  <a:gd name="T18" fmla="*/ 494 w 987"/>
                  <a:gd name="T19" fmla="*/ 620 h 620"/>
                  <a:gd name="T20" fmla="*/ 111 w 987"/>
                  <a:gd name="T21" fmla="*/ 620 h 620"/>
                  <a:gd name="T22" fmla="*/ 86 w 987"/>
                  <a:gd name="T23" fmla="*/ 617 h 620"/>
                  <a:gd name="T24" fmla="*/ 62 w 987"/>
                  <a:gd name="T25" fmla="*/ 608 h 620"/>
                  <a:gd name="T26" fmla="*/ 42 w 987"/>
                  <a:gd name="T27" fmla="*/ 595 h 620"/>
                  <a:gd name="T28" fmla="*/ 25 w 987"/>
                  <a:gd name="T29" fmla="*/ 578 h 620"/>
                  <a:gd name="T30" fmla="*/ 12 w 987"/>
                  <a:gd name="T31" fmla="*/ 557 h 620"/>
                  <a:gd name="T32" fmla="*/ 3 w 987"/>
                  <a:gd name="T33" fmla="*/ 534 h 620"/>
                  <a:gd name="T34" fmla="*/ 0 w 987"/>
                  <a:gd name="T35" fmla="*/ 508 h 620"/>
                  <a:gd name="T36" fmla="*/ 0 w 987"/>
                  <a:gd name="T37" fmla="*/ 117 h 620"/>
                  <a:gd name="T38" fmla="*/ 3 w 987"/>
                  <a:gd name="T39" fmla="*/ 92 h 620"/>
                  <a:gd name="T40" fmla="*/ 12 w 987"/>
                  <a:gd name="T41" fmla="*/ 68 h 620"/>
                  <a:gd name="T42" fmla="*/ 25 w 987"/>
                  <a:gd name="T43" fmla="*/ 48 h 620"/>
                  <a:gd name="T44" fmla="*/ 42 w 987"/>
                  <a:gd name="T45" fmla="*/ 31 h 620"/>
                  <a:gd name="T46" fmla="*/ 62 w 987"/>
                  <a:gd name="T47" fmla="*/ 18 h 620"/>
                  <a:gd name="T48" fmla="*/ 86 w 987"/>
                  <a:gd name="T49" fmla="*/ 9 h 620"/>
                  <a:gd name="T50" fmla="*/ 111 w 987"/>
                  <a:gd name="T51" fmla="*/ 7 h 620"/>
                  <a:gd name="T52" fmla="*/ 918 w 987"/>
                  <a:gd name="T53" fmla="*/ 7 h 620"/>
                  <a:gd name="T54" fmla="*/ 928 w 987"/>
                  <a:gd name="T55" fmla="*/ 6 h 620"/>
                  <a:gd name="T56" fmla="*/ 944 w 987"/>
                  <a:gd name="T57" fmla="*/ 6 h 620"/>
                  <a:gd name="T58" fmla="*/ 964 w 987"/>
                  <a:gd name="T59" fmla="*/ 4 h 620"/>
                  <a:gd name="T60" fmla="*/ 987 w 987"/>
                  <a:gd name="T6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87" h="620">
                    <a:moveTo>
                      <a:pt x="987" y="0"/>
                    </a:moveTo>
                    <a:lnTo>
                      <a:pt x="696" y="502"/>
                    </a:lnTo>
                    <a:lnTo>
                      <a:pt x="680" y="526"/>
                    </a:lnTo>
                    <a:lnTo>
                      <a:pt x="660" y="548"/>
                    </a:lnTo>
                    <a:lnTo>
                      <a:pt x="636" y="567"/>
                    </a:lnTo>
                    <a:lnTo>
                      <a:pt x="609" y="584"/>
                    </a:lnTo>
                    <a:lnTo>
                      <a:pt x="580" y="600"/>
                    </a:lnTo>
                    <a:lnTo>
                      <a:pt x="550" y="610"/>
                    </a:lnTo>
                    <a:lnTo>
                      <a:pt x="522" y="617"/>
                    </a:lnTo>
                    <a:lnTo>
                      <a:pt x="494" y="620"/>
                    </a:lnTo>
                    <a:lnTo>
                      <a:pt x="111" y="620"/>
                    </a:lnTo>
                    <a:lnTo>
                      <a:pt x="86" y="617"/>
                    </a:lnTo>
                    <a:lnTo>
                      <a:pt x="62" y="608"/>
                    </a:lnTo>
                    <a:lnTo>
                      <a:pt x="42" y="595"/>
                    </a:lnTo>
                    <a:lnTo>
                      <a:pt x="25" y="578"/>
                    </a:lnTo>
                    <a:lnTo>
                      <a:pt x="12" y="557"/>
                    </a:lnTo>
                    <a:lnTo>
                      <a:pt x="3" y="534"/>
                    </a:lnTo>
                    <a:lnTo>
                      <a:pt x="0" y="508"/>
                    </a:lnTo>
                    <a:lnTo>
                      <a:pt x="0" y="117"/>
                    </a:lnTo>
                    <a:lnTo>
                      <a:pt x="3" y="92"/>
                    </a:lnTo>
                    <a:lnTo>
                      <a:pt x="12" y="68"/>
                    </a:lnTo>
                    <a:lnTo>
                      <a:pt x="25" y="48"/>
                    </a:lnTo>
                    <a:lnTo>
                      <a:pt x="42" y="31"/>
                    </a:lnTo>
                    <a:lnTo>
                      <a:pt x="62" y="18"/>
                    </a:lnTo>
                    <a:lnTo>
                      <a:pt x="86" y="9"/>
                    </a:lnTo>
                    <a:lnTo>
                      <a:pt x="111" y="7"/>
                    </a:lnTo>
                    <a:lnTo>
                      <a:pt x="918" y="7"/>
                    </a:lnTo>
                    <a:lnTo>
                      <a:pt x="928" y="6"/>
                    </a:lnTo>
                    <a:lnTo>
                      <a:pt x="944" y="6"/>
                    </a:lnTo>
                    <a:lnTo>
                      <a:pt x="964" y="4"/>
                    </a:lnTo>
                    <a:lnTo>
                      <a:pt x="98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5" name="Freeform 38"/>
              <p:cNvSpPr>
                <a:spLocks/>
              </p:cNvSpPr>
              <p:nvPr/>
            </p:nvSpPr>
            <p:spPr bwMode="auto">
              <a:xfrm>
                <a:off x="5141913" y="4175126"/>
                <a:ext cx="142875" cy="161925"/>
              </a:xfrm>
              <a:custGeom>
                <a:avLst/>
                <a:gdLst>
                  <a:gd name="T0" fmla="*/ 280 w 626"/>
                  <a:gd name="T1" fmla="*/ 0 h 717"/>
                  <a:gd name="T2" fmla="*/ 291 w 626"/>
                  <a:gd name="T3" fmla="*/ 3 h 717"/>
                  <a:gd name="T4" fmla="*/ 304 w 626"/>
                  <a:gd name="T5" fmla="*/ 12 h 717"/>
                  <a:gd name="T6" fmla="*/ 317 w 626"/>
                  <a:gd name="T7" fmla="*/ 23 h 717"/>
                  <a:gd name="T8" fmla="*/ 330 w 626"/>
                  <a:gd name="T9" fmla="*/ 36 h 717"/>
                  <a:gd name="T10" fmla="*/ 341 w 626"/>
                  <a:gd name="T11" fmla="*/ 49 h 717"/>
                  <a:gd name="T12" fmla="*/ 350 w 626"/>
                  <a:gd name="T13" fmla="*/ 62 h 717"/>
                  <a:gd name="T14" fmla="*/ 358 w 626"/>
                  <a:gd name="T15" fmla="*/ 73 h 717"/>
                  <a:gd name="T16" fmla="*/ 362 w 626"/>
                  <a:gd name="T17" fmla="*/ 81 h 717"/>
                  <a:gd name="T18" fmla="*/ 626 w 626"/>
                  <a:gd name="T19" fmla="*/ 538 h 717"/>
                  <a:gd name="T20" fmla="*/ 532 w 626"/>
                  <a:gd name="T21" fmla="*/ 717 h 717"/>
                  <a:gd name="T22" fmla="*/ 188 w 626"/>
                  <a:gd name="T23" fmla="*/ 717 h 717"/>
                  <a:gd name="T24" fmla="*/ 0 w 626"/>
                  <a:gd name="T25" fmla="*/ 391 h 717"/>
                  <a:gd name="T26" fmla="*/ 177 w 626"/>
                  <a:gd name="T27" fmla="*/ 87 h 717"/>
                  <a:gd name="T28" fmla="*/ 192 w 626"/>
                  <a:gd name="T29" fmla="*/ 65 h 717"/>
                  <a:gd name="T30" fmla="*/ 212 w 626"/>
                  <a:gd name="T31" fmla="*/ 43 h 717"/>
                  <a:gd name="T32" fmla="*/ 237 w 626"/>
                  <a:gd name="T33" fmla="*/ 23 h 717"/>
                  <a:gd name="T34" fmla="*/ 265 w 626"/>
                  <a:gd name="T35" fmla="*/ 5 h 717"/>
                  <a:gd name="T36" fmla="*/ 267 w 626"/>
                  <a:gd name="T37" fmla="*/ 2 h 717"/>
                  <a:gd name="T38" fmla="*/ 269 w 626"/>
                  <a:gd name="T39" fmla="*/ 2 h 717"/>
                  <a:gd name="T40" fmla="*/ 270 w 626"/>
                  <a:gd name="T41" fmla="*/ 1 h 717"/>
                  <a:gd name="T42" fmla="*/ 280 w 626"/>
                  <a:gd name="T43" fmla="*/ 0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6" h="717">
                    <a:moveTo>
                      <a:pt x="280" y="0"/>
                    </a:moveTo>
                    <a:lnTo>
                      <a:pt x="291" y="3"/>
                    </a:lnTo>
                    <a:lnTo>
                      <a:pt x="304" y="12"/>
                    </a:lnTo>
                    <a:lnTo>
                      <a:pt x="317" y="23"/>
                    </a:lnTo>
                    <a:lnTo>
                      <a:pt x="330" y="36"/>
                    </a:lnTo>
                    <a:lnTo>
                      <a:pt x="341" y="49"/>
                    </a:lnTo>
                    <a:lnTo>
                      <a:pt x="350" y="62"/>
                    </a:lnTo>
                    <a:lnTo>
                      <a:pt x="358" y="73"/>
                    </a:lnTo>
                    <a:lnTo>
                      <a:pt x="362" y="81"/>
                    </a:lnTo>
                    <a:lnTo>
                      <a:pt x="626" y="538"/>
                    </a:lnTo>
                    <a:lnTo>
                      <a:pt x="532" y="717"/>
                    </a:lnTo>
                    <a:lnTo>
                      <a:pt x="188" y="717"/>
                    </a:lnTo>
                    <a:lnTo>
                      <a:pt x="0" y="391"/>
                    </a:lnTo>
                    <a:lnTo>
                      <a:pt x="177" y="87"/>
                    </a:lnTo>
                    <a:lnTo>
                      <a:pt x="192" y="65"/>
                    </a:lnTo>
                    <a:lnTo>
                      <a:pt x="212" y="43"/>
                    </a:lnTo>
                    <a:lnTo>
                      <a:pt x="237" y="23"/>
                    </a:lnTo>
                    <a:lnTo>
                      <a:pt x="265" y="5"/>
                    </a:lnTo>
                    <a:lnTo>
                      <a:pt x="267" y="2"/>
                    </a:lnTo>
                    <a:lnTo>
                      <a:pt x="269" y="2"/>
                    </a:lnTo>
                    <a:lnTo>
                      <a:pt x="270" y="1"/>
                    </a:lnTo>
                    <a:lnTo>
                      <a:pt x="28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6" name="Freeform 39"/>
              <p:cNvSpPr>
                <a:spLocks/>
              </p:cNvSpPr>
              <p:nvPr/>
            </p:nvSpPr>
            <p:spPr bwMode="auto">
              <a:xfrm>
                <a:off x="5237163" y="4167188"/>
                <a:ext cx="225425" cy="184150"/>
              </a:xfrm>
              <a:custGeom>
                <a:avLst/>
                <a:gdLst>
                  <a:gd name="T0" fmla="*/ 0 w 988"/>
                  <a:gd name="T1" fmla="*/ 0 h 810"/>
                  <a:gd name="T2" fmla="*/ 580 w 988"/>
                  <a:gd name="T3" fmla="*/ 0 h 810"/>
                  <a:gd name="T4" fmla="*/ 608 w 988"/>
                  <a:gd name="T5" fmla="*/ 3 h 810"/>
                  <a:gd name="T6" fmla="*/ 637 w 988"/>
                  <a:gd name="T7" fmla="*/ 10 h 810"/>
                  <a:gd name="T8" fmla="*/ 666 w 988"/>
                  <a:gd name="T9" fmla="*/ 20 h 810"/>
                  <a:gd name="T10" fmla="*/ 695 w 988"/>
                  <a:gd name="T11" fmla="*/ 36 h 810"/>
                  <a:gd name="T12" fmla="*/ 722 w 988"/>
                  <a:gd name="T13" fmla="*/ 53 h 810"/>
                  <a:gd name="T14" fmla="*/ 746 w 988"/>
                  <a:gd name="T15" fmla="*/ 72 h 810"/>
                  <a:gd name="T16" fmla="*/ 767 w 988"/>
                  <a:gd name="T17" fmla="*/ 94 h 810"/>
                  <a:gd name="T18" fmla="*/ 783 w 988"/>
                  <a:gd name="T19" fmla="*/ 118 h 810"/>
                  <a:gd name="T20" fmla="*/ 974 w 988"/>
                  <a:gd name="T21" fmla="*/ 449 h 810"/>
                  <a:gd name="T22" fmla="*/ 983 w 988"/>
                  <a:gd name="T23" fmla="*/ 468 h 810"/>
                  <a:gd name="T24" fmla="*/ 987 w 988"/>
                  <a:gd name="T25" fmla="*/ 490 h 810"/>
                  <a:gd name="T26" fmla="*/ 988 w 988"/>
                  <a:gd name="T27" fmla="*/ 512 h 810"/>
                  <a:gd name="T28" fmla="*/ 985 w 988"/>
                  <a:gd name="T29" fmla="*/ 532 h 810"/>
                  <a:gd name="T30" fmla="*/ 978 w 988"/>
                  <a:gd name="T31" fmla="*/ 553 h 810"/>
                  <a:gd name="T32" fmla="*/ 966 w 988"/>
                  <a:gd name="T33" fmla="*/ 571 h 810"/>
                  <a:gd name="T34" fmla="*/ 950 w 988"/>
                  <a:gd name="T35" fmla="*/ 587 h 810"/>
                  <a:gd name="T36" fmla="*/ 932 w 988"/>
                  <a:gd name="T37" fmla="*/ 601 h 810"/>
                  <a:gd name="T38" fmla="*/ 595 w 988"/>
                  <a:gd name="T39" fmla="*/ 796 h 810"/>
                  <a:gd name="T40" fmla="*/ 574 w 988"/>
                  <a:gd name="T41" fmla="*/ 805 h 810"/>
                  <a:gd name="T42" fmla="*/ 553 w 988"/>
                  <a:gd name="T43" fmla="*/ 809 h 810"/>
                  <a:gd name="T44" fmla="*/ 532 w 988"/>
                  <a:gd name="T45" fmla="*/ 810 h 810"/>
                  <a:gd name="T46" fmla="*/ 510 w 988"/>
                  <a:gd name="T47" fmla="*/ 806 h 810"/>
                  <a:gd name="T48" fmla="*/ 490 w 988"/>
                  <a:gd name="T49" fmla="*/ 798 h 810"/>
                  <a:gd name="T50" fmla="*/ 471 w 988"/>
                  <a:gd name="T51" fmla="*/ 787 h 810"/>
                  <a:gd name="T52" fmla="*/ 455 w 988"/>
                  <a:gd name="T53" fmla="*/ 772 h 810"/>
                  <a:gd name="T54" fmla="*/ 442 w 988"/>
                  <a:gd name="T55" fmla="*/ 755 h 810"/>
                  <a:gd name="T56" fmla="*/ 40 w 988"/>
                  <a:gd name="T57" fmla="*/ 57 h 810"/>
                  <a:gd name="T58" fmla="*/ 36 w 988"/>
                  <a:gd name="T59" fmla="*/ 52 h 810"/>
                  <a:gd name="T60" fmla="*/ 31 w 988"/>
                  <a:gd name="T61" fmla="*/ 43 h 810"/>
                  <a:gd name="T62" fmla="*/ 22 w 988"/>
                  <a:gd name="T63" fmla="*/ 31 h 810"/>
                  <a:gd name="T64" fmla="*/ 13 w 988"/>
                  <a:gd name="T65" fmla="*/ 16 h 810"/>
                  <a:gd name="T66" fmla="*/ 0 w 988"/>
                  <a:gd name="T67" fmla="*/ 0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88" h="810">
                    <a:moveTo>
                      <a:pt x="0" y="0"/>
                    </a:moveTo>
                    <a:lnTo>
                      <a:pt x="580" y="0"/>
                    </a:lnTo>
                    <a:lnTo>
                      <a:pt x="608" y="3"/>
                    </a:lnTo>
                    <a:lnTo>
                      <a:pt x="637" y="10"/>
                    </a:lnTo>
                    <a:lnTo>
                      <a:pt x="666" y="20"/>
                    </a:lnTo>
                    <a:lnTo>
                      <a:pt x="695" y="36"/>
                    </a:lnTo>
                    <a:lnTo>
                      <a:pt x="722" y="53"/>
                    </a:lnTo>
                    <a:lnTo>
                      <a:pt x="746" y="72"/>
                    </a:lnTo>
                    <a:lnTo>
                      <a:pt x="767" y="94"/>
                    </a:lnTo>
                    <a:lnTo>
                      <a:pt x="783" y="118"/>
                    </a:lnTo>
                    <a:lnTo>
                      <a:pt x="974" y="449"/>
                    </a:lnTo>
                    <a:lnTo>
                      <a:pt x="983" y="468"/>
                    </a:lnTo>
                    <a:lnTo>
                      <a:pt x="987" y="490"/>
                    </a:lnTo>
                    <a:lnTo>
                      <a:pt x="988" y="512"/>
                    </a:lnTo>
                    <a:lnTo>
                      <a:pt x="985" y="532"/>
                    </a:lnTo>
                    <a:lnTo>
                      <a:pt x="978" y="553"/>
                    </a:lnTo>
                    <a:lnTo>
                      <a:pt x="966" y="571"/>
                    </a:lnTo>
                    <a:lnTo>
                      <a:pt x="950" y="587"/>
                    </a:lnTo>
                    <a:lnTo>
                      <a:pt x="932" y="601"/>
                    </a:lnTo>
                    <a:lnTo>
                      <a:pt x="595" y="796"/>
                    </a:lnTo>
                    <a:lnTo>
                      <a:pt x="574" y="805"/>
                    </a:lnTo>
                    <a:lnTo>
                      <a:pt x="553" y="809"/>
                    </a:lnTo>
                    <a:lnTo>
                      <a:pt x="532" y="810"/>
                    </a:lnTo>
                    <a:lnTo>
                      <a:pt x="510" y="806"/>
                    </a:lnTo>
                    <a:lnTo>
                      <a:pt x="490" y="798"/>
                    </a:lnTo>
                    <a:lnTo>
                      <a:pt x="471" y="787"/>
                    </a:lnTo>
                    <a:lnTo>
                      <a:pt x="455" y="772"/>
                    </a:lnTo>
                    <a:lnTo>
                      <a:pt x="442" y="755"/>
                    </a:lnTo>
                    <a:lnTo>
                      <a:pt x="40" y="57"/>
                    </a:lnTo>
                    <a:lnTo>
                      <a:pt x="36" y="52"/>
                    </a:lnTo>
                    <a:lnTo>
                      <a:pt x="31" y="43"/>
                    </a:lnTo>
                    <a:lnTo>
                      <a:pt x="22" y="31"/>
                    </a:lnTo>
                    <a:lnTo>
                      <a:pt x="13" y="1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7" name="Freeform 40"/>
              <p:cNvSpPr>
                <a:spLocks/>
              </p:cNvSpPr>
              <p:nvPr/>
            </p:nvSpPr>
            <p:spPr bwMode="auto">
              <a:xfrm>
                <a:off x="5113338" y="4527551"/>
                <a:ext cx="152400" cy="138113"/>
              </a:xfrm>
              <a:custGeom>
                <a:avLst/>
                <a:gdLst>
                  <a:gd name="T0" fmla="*/ 293 w 668"/>
                  <a:gd name="T1" fmla="*/ 0 h 613"/>
                  <a:gd name="T2" fmla="*/ 481 w 668"/>
                  <a:gd name="T3" fmla="*/ 0 h 613"/>
                  <a:gd name="T4" fmla="*/ 668 w 668"/>
                  <a:gd name="T5" fmla="*/ 289 h 613"/>
                  <a:gd name="T6" fmla="*/ 478 w 668"/>
                  <a:gd name="T7" fmla="*/ 613 h 613"/>
                  <a:gd name="T8" fmla="*/ 128 w 668"/>
                  <a:gd name="T9" fmla="*/ 613 h 613"/>
                  <a:gd name="T10" fmla="*/ 102 w 668"/>
                  <a:gd name="T11" fmla="*/ 611 h 613"/>
                  <a:gd name="T12" fmla="*/ 74 w 668"/>
                  <a:gd name="T13" fmla="*/ 603 h 613"/>
                  <a:gd name="T14" fmla="*/ 44 w 668"/>
                  <a:gd name="T15" fmla="*/ 593 h 613"/>
                  <a:gd name="T16" fmla="*/ 14 w 668"/>
                  <a:gd name="T17" fmla="*/ 577 h 613"/>
                  <a:gd name="T18" fmla="*/ 8 w 668"/>
                  <a:gd name="T19" fmla="*/ 574 h 613"/>
                  <a:gd name="T20" fmla="*/ 8 w 668"/>
                  <a:gd name="T21" fmla="*/ 574 h 613"/>
                  <a:gd name="T22" fmla="*/ 6 w 668"/>
                  <a:gd name="T23" fmla="*/ 572 h 613"/>
                  <a:gd name="T24" fmla="*/ 3 w 668"/>
                  <a:gd name="T25" fmla="*/ 570 h 613"/>
                  <a:gd name="T26" fmla="*/ 2 w 668"/>
                  <a:gd name="T27" fmla="*/ 568 h 613"/>
                  <a:gd name="T28" fmla="*/ 1 w 668"/>
                  <a:gd name="T29" fmla="*/ 565 h 613"/>
                  <a:gd name="T30" fmla="*/ 0 w 668"/>
                  <a:gd name="T31" fmla="*/ 560 h 613"/>
                  <a:gd name="T32" fmla="*/ 0 w 668"/>
                  <a:gd name="T33" fmla="*/ 556 h 613"/>
                  <a:gd name="T34" fmla="*/ 1 w 668"/>
                  <a:gd name="T35" fmla="*/ 536 h 613"/>
                  <a:gd name="T36" fmla="*/ 5 w 668"/>
                  <a:gd name="T37" fmla="*/ 517 h 613"/>
                  <a:gd name="T38" fmla="*/ 11 w 668"/>
                  <a:gd name="T39" fmla="*/ 497 h 613"/>
                  <a:gd name="T40" fmla="*/ 19 w 668"/>
                  <a:gd name="T41" fmla="*/ 480 h 613"/>
                  <a:gd name="T42" fmla="*/ 25 w 668"/>
                  <a:gd name="T43" fmla="*/ 465 h 613"/>
                  <a:gd name="T44" fmla="*/ 32 w 668"/>
                  <a:gd name="T45" fmla="*/ 454 h 613"/>
                  <a:gd name="T46" fmla="*/ 293 w 668"/>
                  <a:gd name="T47" fmla="*/ 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68" h="613">
                    <a:moveTo>
                      <a:pt x="293" y="0"/>
                    </a:moveTo>
                    <a:lnTo>
                      <a:pt x="481" y="0"/>
                    </a:lnTo>
                    <a:lnTo>
                      <a:pt x="668" y="289"/>
                    </a:lnTo>
                    <a:lnTo>
                      <a:pt x="478" y="613"/>
                    </a:lnTo>
                    <a:lnTo>
                      <a:pt x="128" y="613"/>
                    </a:lnTo>
                    <a:lnTo>
                      <a:pt x="102" y="611"/>
                    </a:lnTo>
                    <a:lnTo>
                      <a:pt x="74" y="603"/>
                    </a:lnTo>
                    <a:lnTo>
                      <a:pt x="44" y="593"/>
                    </a:lnTo>
                    <a:lnTo>
                      <a:pt x="14" y="577"/>
                    </a:lnTo>
                    <a:lnTo>
                      <a:pt x="8" y="574"/>
                    </a:lnTo>
                    <a:lnTo>
                      <a:pt x="8" y="574"/>
                    </a:lnTo>
                    <a:lnTo>
                      <a:pt x="6" y="572"/>
                    </a:lnTo>
                    <a:lnTo>
                      <a:pt x="3" y="570"/>
                    </a:lnTo>
                    <a:lnTo>
                      <a:pt x="2" y="568"/>
                    </a:lnTo>
                    <a:lnTo>
                      <a:pt x="1" y="565"/>
                    </a:lnTo>
                    <a:lnTo>
                      <a:pt x="0" y="560"/>
                    </a:lnTo>
                    <a:lnTo>
                      <a:pt x="0" y="556"/>
                    </a:lnTo>
                    <a:lnTo>
                      <a:pt x="1" y="536"/>
                    </a:lnTo>
                    <a:lnTo>
                      <a:pt x="5" y="517"/>
                    </a:lnTo>
                    <a:lnTo>
                      <a:pt x="11" y="497"/>
                    </a:lnTo>
                    <a:lnTo>
                      <a:pt x="19" y="480"/>
                    </a:lnTo>
                    <a:lnTo>
                      <a:pt x="25" y="465"/>
                    </a:lnTo>
                    <a:lnTo>
                      <a:pt x="32" y="454"/>
                    </a:lnTo>
                    <a:lnTo>
                      <a:pt x="2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78" name="Freeform 41"/>
            <p:cNvSpPr>
              <a:spLocks noEditPoints="1"/>
            </p:cNvSpPr>
            <p:nvPr/>
          </p:nvSpPr>
          <p:spPr bwMode="auto">
            <a:xfrm>
              <a:off x="4894263" y="4021138"/>
              <a:ext cx="809625" cy="804863"/>
            </a:xfrm>
            <a:custGeom>
              <a:avLst/>
              <a:gdLst>
                <a:gd name="T0" fmla="*/ 979 w 3570"/>
                <a:gd name="T1" fmla="*/ 2729 h 3549"/>
                <a:gd name="T2" fmla="*/ 969 w 3570"/>
                <a:gd name="T3" fmla="*/ 2797 h 3549"/>
                <a:gd name="T4" fmla="*/ 976 w 3570"/>
                <a:gd name="T5" fmla="*/ 2806 h 3549"/>
                <a:gd name="T6" fmla="*/ 1096 w 3570"/>
                <a:gd name="T7" fmla="*/ 2845 h 3549"/>
                <a:gd name="T8" fmla="*/ 2967 w 3570"/>
                <a:gd name="T9" fmla="*/ 2225 h 3549"/>
                <a:gd name="T10" fmla="*/ 2091 w 3570"/>
                <a:gd name="T11" fmla="*/ 2232 h 3549"/>
                <a:gd name="T12" fmla="*/ 1992 w 3570"/>
                <a:gd name="T13" fmla="*/ 2293 h 3549"/>
                <a:gd name="T14" fmla="*/ 1992 w 3570"/>
                <a:gd name="T15" fmla="*/ 2782 h 3549"/>
                <a:gd name="T16" fmla="*/ 2091 w 3570"/>
                <a:gd name="T17" fmla="*/ 2845 h 3549"/>
                <a:gd name="T18" fmla="*/ 2589 w 3570"/>
                <a:gd name="T19" fmla="*/ 2809 h 3549"/>
                <a:gd name="T20" fmla="*/ 2967 w 3570"/>
                <a:gd name="T21" fmla="*/ 2225 h 3549"/>
                <a:gd name="T22" fmla="*/ 2917 w 3570"/>
                <a:gd name="T23" fmla="*/ 2119 h 3549"/>
                <a:gd name="T24" fmla="*/ 3005 w 3570"/>
                <a:gd name="T25" fmla="*/ 2093 h 3549"/>
                <a:gd name="T26" fmla="*/ 3014 w 3570"/>
                <a:gd name="T27" fmla="*/ 2080 h 3549"/>
                <a:gd name="T28" fmla="*/ 2998 w 3570"/>
                <a:gd name="T29" fmla="*/ 1981 h 3549"/>
                <a:gd name="T30" fmla="*/ 848 w 3570"/>
                <a:gd name="T31" fmla="*/ 1572 h 3549"/>
                <a:gd name="T32" fmla="*/ 583 w 3570"/>
                <a:gd name="T33" fmla="*/ 1956 h 3549"/>
                <a:gd name="T34" fmla="*/ 558 w 3570"/>
                <a:gd name="T35" fmla="*/ 2105 h 3549"/>
                <a:gd name="T36" fmla="*/ 881 w 3570"/>
                <a:gd name="T37" fmla="*/ 2674 h 3549"/>
                <a:gd name="T38" fmla="*/ 1306 w 3570"/>
                <a:gd name="T39" fmla="*/ 1932 h 3549"/>
                <a:gd name="T40" fmla="*/ 1309 w 3570"/>
                <a:gd name="T41" fmla="*/ 1827 h 3549"/>
                <a:gd name="T42" fmla="*/ 909 w 3570"/>
                <a:gd name="T43" fmla="*/ 1576 h 3549"/>
                <a:gd name="T44" fmla="*/ 1364 w 3570"/>
                <a:gd name="T45" fmla="*/ 679 h 3549"/>
                <a:gd name="T46" fmla="*/ 1287 w 3570"/>
                <a:gd name="T47" fmla="*/ 742 h 3549"/>
                <a:gd name="T48" fmla="*/ 1721 w 3570"/>
                <a:gd name="T49" fmla="*/ 1215 h 3549"/>
                <a:gd name="T50" fmla="*/ 1425 w 3570"/>
                <a:gd name="T51" fmla="*/ 713 h 3549"/>
                <a:gd name="T52" fmla="*/ 1515 w 3570"/>
                <a:gd name="T53" fmla="*/ 646 h 3549"/>
                <a:gd name="T54" fmla="*/ 1555 w 3570"/>
                <a:gd name="T55" fmla="*/ 703 h 3549"/>
                <a:gd name="T56" fmla="*/ 2025 w 3570"/>
                <a:gd name="T57" fmla="*/ 1452 h 3549"/>
                <a:gd name="T58" fmla="*/ 2447 w 3570"/>
                <a:gd name="T59" fmla="*/ 1247 h 3549"/>
                <a:gd name="T60" fmla="*/ 2503 w 3570"/>
                <a:gd name="T61" fmla="*/ 1158 h 3549"/>
                <a:gd name="T62" fmla="*/ 2282 w 3570"/>
                <a:gd name="T63" fmla="*/ 740 h 3549"/>
                <a:gd name="T64" fmla="*/ 2152 w 3570"/>
                <a:gd name="T65" fmla="*/ 656 h 3549"/>
                <a:gd name="T66" fmla="*/ 2050 w 3570"/>
                <a:gd name="T67" fmla="*/ 0 h 3549"/>
                <a:gd name="T68" fmla="*/ 2503 w 3570"/>
                <a:gd name="T69" fmla="*/ 130 h 3549"/>
                <a:gd name="T70" fmla="*/ 2935 w 3570"/>
                <a:gd name="T71" fmla="*/ 399 h 3549"/>
                <a:gd name="T72" fmla="*/ 3273 w 3570"/>
                <a:gd name="T73" fmla="*/ 777 h 3549"/>
                <a:gd name="T74" fmla="*/ 3492 w 3570"/>
                <a:gd name="T75" fmla="*/ 1240 h 3549"/>
                <a:gd name="T76" fmla="*/ 3570 w 3570"/>
                <a:gd name="T77" fmla="*/ 1764 h 3549"/>
                <a:gd name="T78" fmla="*/ 3492 w 3570"/>
                <a:gd name="T79" fmla="*/ 2289 h 3549"/>
                <a:gd name="T80" fmla="*/ 3273 w 3570"/>
                <a:gd name="T81" fmla="*/ 2752 h 3549"/>
                <a:gd name="T82" fmla="*/ 2935 w 3570"/>
                <a:gd name="T83" fmla="*/ 3130 h 3549"/>
                <a:gd name="T84" fmla="*/ 2503 w 3570"/>
                <a:gd name="T85" fmla="*/ 3399 h 3549"/>
                <a:gd name="T86" fmla="*/ 2000 w 3570"/>
                <a:gd name="T87" fmla="*/ 3536 h 3549"/>
                <a:gd name="T88" fmla="*/ 1464 w 3570"/>
                <a:gd name="T89" fmla="*/ 3521 h 3549"/>
                <a:gd name="T90" fmla="*/ 974 w 3570"/>
                <a:gd name="T91" fmla="*/ 3355 h 3549"/>
                <a:gd name="T92" fmla="*/ 559 w 3570"/>
                <a:gd name="T93" fmla="*/ 3063 h 3549"/>
                <a:gd name="T94" fmla="*/ 243 w 3570"/>
                <a:gd name="T95" fmla="*/ 2666 h 3549"/>
                <a:gd name="T96" fmla="*/ 51 w 3570"/>
                <a:gd name="T97" fmla="*/ 2189 h 3549"/>
                <a:gd name="T98" fmla="*/ 3 w 3570"/>
                <a:gd name="T99" fmla="*/ 1656 h 3549"/>
                <a:gd name="T100" fmla="*/ 111 w 3570"/>
                <a:gd name="T101" fmla="*/ 1141 h 3549"/>
                <a:gd name="T102" fmla="*/ 357 w 3570"/>
                <a:gd name="T103" fmla="*/ 695 h 3549"/>
                <a:gd name="T104" fmla="*/ 714 w 3570"/>
                <a:gd name="T105" fmla="*/ 336 h 3549"/>
                <a:gd name="T106" fmla="*/ 1162 w 3570"/>
                <a:gd name="T107" fmla="*/ 91 h 3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49">
                  <a:moveTo>
                    <a:pt x="1261" y="2232"/>
                  </a:moveTo>
                  <a:lnTo>
                    <a:pt x="1000" y="2686"/>
                  </a:lnTo>
                  <a:lnTo>
                    <a:pt x="993" y="2697"/>
                  </a:lnTo>
                  <a:lnTo>
                    <a:pt x="987" y="2712"/>
                  </a:lnTo>
                  <a:lnTo>
                    <a:pt x="979" y="2729"/>
                  </a:lnTo>
                  <a:lnTo>
                    <a:pt x="973" y="2749"/>
                  </a:lnTo>
                  <a:lnTo>
                    <a:pt x="969" y="2768"/>
                  </a:lnTo>
                  <a:lnTo>
                    <a:pt x="968" y="2788"/>
                  </a:lnTo>
                  <a:lnTo>
                    <a:pt x="968" y="2792"/>
                  </a:lnTo>
                  <a:lnTo>
                    <a:pt x="969" y="2797"/>
                  </a:lnTo>
                  <a:lnTo>
                    <a:pt x="970" y="2800"/>
                  </a:lnTo>
                  <a:lnTo>
                    <a:pt x="971" y="2802"/>
                  </a:lnTo>
                  <a:lnTo>
                    <a:pt x="974" y="2804"/>
                  </a:lnTo>
                  <a:lnTo>
                    <a:pt x="976" y="2806"/>
                  </a:lnTo>
                  <a:lnTo>
                    <a:pt x="976" y="2806"/>
                  </a:lnTo>
                  <a:lnTo>
                    <a:pt x="982" y="2809"/>
                  </a:lnTo>
                  <a:lnTo>
                    <a:pt x="1012" y="2825"/>
                  </a:lnTo>
                  <a:lnTo>
                    <a:pt x="1042" y="2835"/>
                  </a:lnTo>
                  <a:lnTo>
                    <a:pt x="1070" y="2843"/>
                  </a:lnTo>
                  <a:lnTo>
                    <a:pt x="1096" y="2845"/>
                  </a:lnTo>
                  <a:lnTo>
                    <a:pt x="1446" y="2845"/>
                  </a:lnTo>
                  <a:lnTo>
                    <a:pt x="1636" y="2521"/>
                  </a:lnTo>
                  <a:lnTo>
                    <a:pt x="1449" y="2232"/>
                  </a:lnTo>
                  <a:lnTo>
                    <a:pt x="1261" y="2232"/>
                  </a:lnTo>
                  <a:close/>
                  <a:moveTo>
                    <a:pt x="2967" y="2225"/>
                  </a:moveTo>
                  <a:lnTo>
                    <a:pt x="2944" y="2229"/>
                  </a:lnTo>
                  <a:lnTo>
                    <a:pt x="2924" y="2231"/>
                  </a:lnTo>
                  <a:lnTo>
                    <a:pt x="2908" y="2231"/>
                  </a:lnTo>
                  <a:lnTo>
                    <a:pt x="2898" y="2232"/>
                  </a:lnTo>
                  <a:lnTo>
                    <a:pt x="2091" y="2232"/>
                  </a:lnTo>
                  <a:lnTo>
                    <a:pt x="2066" y="2234"/>
                  </a:lnTo>
                  <a:lnTo>
                    <a:pt x="2042" y="2243"/>
                  </a:lnTo>
                  <a:lnTo>
                    <a:pt x="2022" y="2256"/>
                  </a:lnTo>
                  <a:lnTo>
                    <a:pt x="2005" y="2273"/>
                  </a:lnTo>
                  <a:lnTo>
                    <a:pt x="1992" y="2293"/>
                  </a:lnTo>
                  <a:lnTo>
                    <a:pt x="1983" y="2317"/>
                  </a:lnTo>
                  <a:lnTo>
                    <a:pt x="1980" y="2342"/>
                  </a:lnTo>
                  <a:lnTo>
                    <a:pt x="1980" y="2733"/>
                  </a:lnTo>
                  <a:lnTo>
                    <a:pt x="1983" y="2759"/>
                  </a:lnTo>
                  <a:lnTo>
                    <a:pt x="1992" y="2782"/>
                  </a:lnTo>
                  <a:lnTo>
                    <a:pt x="2005" y="2803"/>
                  </a:lnTo>
                  <a:lnTo>
                    <a:pt x="2022" y="2820"/>
                  </a:lnTo>
                  <a:lnTo>
                    <a:pt x="2042" y="2833"/>
                  </a:lnTo>
                  <a:lnTo>
                    <a:pt x="2066" y="2842"/>
                  </a:lnTo>
                  <a:lnTo>
                    <a:pt x="2091" y="2845"/>
                  </a:lnTo>
                  <a:lnTo>
                    <a:pt x="2474" y="2845"/>
                  </a:lnTo>
                  <a:lnTo>
                    <a:pt x="2502" y="2842"/>
                  </a:lnTo>
                  <a:lnTo>
                    <a:pt x="2530" y="2835"/>
                  </a:lnTo>
                  <a:lnTo>
                    <a:pt x="2560" y="2825"/>
                  </a:lnTo>
                  <a:lnTo>
                    <a:pt x="2589" y="2809"/>
                  </a:lnTo>
                  <a:lnTo>
                    <a:pt x="2616" y="2792"/>
                  </a:lnTo>
                  <a:lnTo>
                    <a:pt x="2640" y="2773"/>
                  </a:lnTo>
                  <a:lnTo>
                    <a:pt x="2660" y="2751"/>
                  </a:lnTo>
                  <a:lnTo>
                    <a:pt x="2676" y="2727"/>
                  </a:lnTo>
                  <a:lnTo>
                    <a:pt x="2967" y="2225"/>
                  </a:lnTo>
                  <a:close/>
                  <a:moveTo>
                    <a:pt x="2436" y="1651"/>
                  </a:moveTo>
                  <a:lnTo>
                    <a:pt x="2279" y="1958"/>
                  </a:lnTo>
                  <a:lnTo>
                    <a:pt x="2372" y="2119"/>
                  </a:lnTo>
                  <a:lnTo>
                    <a:pt x="2898" y="2119"/>
                  </a:lnTo>
                  <a:lnTo>
                    <a:pt x="2917" y="2119"/>
                  </a:lnTo>
                  <a:lnTo>
                    <a:pt x="2939" y="2116"/>
                  </a:lnTo>
                  <a:lnTo>
                    <a:pt x="2962" y="2112"/>
                  </a:lnTo>
                  <a:lnTo>
                    <a:pt x="2984" y="2105"/>
                  </a:lnTo>
                  <a:lnTo>
                    <a:pt x="3001" y="2097"/>
                  </a:lnTo>
                  <a:lnTo>
                    <a:pt x="3005" y="2093"/>
                  </a:lnTo>
                  <a:lnTo>
                    <a:pt x="3007" y="2091"/>
                  </a:lnTo>
                  <a:lnTo>
                    <a:pt x="3010" y="2089"/>
                  </a:lnTo>
                  <a:lnTo>
                    <a:pt x="3012" y="2086"/>
                  </a:lnTo>
                  <a:lnTo>
                    <a:pt x="3013" y="2085"/>
                  </a:lnTo>
                  <a:lnTo>
                    <a:pt x="3014" y="2080"/>
                  </a:lnTo>
                  <a:lnTo>
                    <a:pt x="3014" y="2080"/>
                  </a:lnTo>
                  <a:lnTo>
                    <a:pt x="3014" y="2073"/>
                  </a:lnTo>
                  <a:lnTo>
                    <a:pt x="3012" y="2039"/>
                  </a:lnTo>
                  <a:lnTo>
                    <a:pt x="3006" y="2008"/>
                  </a:lnTo>
                  <a:lnTo>
                    <a:pt x="2998" y="1981"/>
                  </a:lnTo>
                  <a:lnTo>
                    <a:pt x="2987" y="1957"/>
                  </a:lnTo>
                  <a:lnTo>
                    <a:pt x="2812" y="1651"/>
                  </a:lnTo>
                  <a:lnTo>
                    <a:pt x="2436" y="1651"/>
                  </a:lnTo>
                  <a:close/>
                  <a:moveTo>
                    <a:pt x="871" y="1570"/>
                  </a:moveTo>
                  <a:lnTo>
                    <a:pt x="848" y="1572"/>
                  </a:lnTo>
                  <a:lnTo>
                    <a:pt x="825" y="1579"/>
                  </a:lnTo>
                  <a:lnTo>
                    <a:pt x="806" y="1591"/>
                  </a:lnTo>
                  <a:lnTo>
                    <a:pt x="789" y="1607"/>
                  </a:lnTo>
                  <a:lnTo>
                    <a:pt x="775" y="1625"/>
                  </a:lnTo>
                  <a:lnTo>
                    <a:pt x="583" y="1956"/>
                  </a:lnTo>
                  <a:lnTo>
                    <a:pt x="571" y="1982"/>
                  </a:lnTo>
                  <a:lnTo>
                    <a:pt x="563" y="2010"/>
                  </a:lnTo>
                  <a:lnTo>
                    <a:pt x="558" y="2041"/>
                  </a:lnTo>
                  <a:lnTo>
                    <a:pt x="556" y="2074"/>
                  </a:lnTo>
                  <a:lnTo>
                    <a:pt x="558" y="2105"/>
                  </a:lnTo>
                  <a:lnTo>
                    <a:pt x="563" y="2137"/>
                  </a:lnTo>
                  <a:lnTo>
                    <a:pt x="571" y="2165"/>
                  </a:lnTo>
                  <a:lnTo>
                    <a:pt x="583" y="2191"/>
                  </a:lnTo>
                  <a:lnTo>
                    <a:pt x="874" y="2694"/>
                  </a:lnTo>
                  <a:lnTo>
                    <a:pt x="881" y="2674"/>
                  </a:lnTo>
                  <a:lnTo>
                    <a:pt x="888" y="2658"/>
                  </a:lnTo>
                  <a:lnTo>
                    <a:pt x="895" y="2645"/>
                  </a:lnTo>
                  <a:lnTo>
                    <a:pt x="900" y="2635"/>
                  </a:lnTo>
                  <a:lnTo>
                    <a:pt x="903" y="2630"/>
                  </a:lnTo>
                  <a:lnTo>
                    <a:pt x="1306" y="1932"/>
                  </a:lnTo>
                  <a:lnTo>
                    <a:pt x="1315" y="1912"/>
                  </a:lnTo>
                  <a:lnTo>
                    <a:pt x="1320" y="1890"/>
                  </a:lnTo>
                  <a:lnTo>
                    <a:pt x="1321" y="1868"/>
                  </a:lnTo>
                  <a:lnTo>
                    <a:pt x="1317" y="1848"/>
                  </a:lnTo>
                  <a:lnTo>
                    <a:pt x="1309" y="1827"/>
                  </a:lnTo>
                  <a:lnTo>
                    <a:pt x="1298" y="1809"/>
                  </a:lnTo>
                  <a:lnTo>
                    <a:pt x="1283" y="1794"/>
                  </a:lnTo>
                  <a:lnTo>
                    <a:pt x="1265" y="1780"/>
                  </a:lnTo>
                  <a:lnTo>
                    <a:pt x="928" y="1585"/>
                  </a:lnTo>
                  <a:lnTo>
                    <a:pt x="909" y="1576"/>
                  </a:lnTo>
                  <a:lnTo>
                    <a:pt x="890" y="1572"/>
                  </a:lnTo>
                  <a:lnTo>
                    <a:pt x="871" y="1570"/>
                  </a:lnTo>
                  <a:close/>
                  <a:moveTo>
                    <a:pt x="1375" y="677"/>
                  </a:moveTo>
                  <a:lnTo>
                    <a:pt x="1365" y="678"/>
                  </a:lnTo>
                  <a:lnTo>
                    <a:pt x="1364" y="679"/>
                  </a:lnTo>
                  <a:lnTo>
                    <a:pt x="1362" y="679"/>
                  </a:lnTo>
                  <a:lnTo>
                    <a:pt x="1360" y="682"/>
                  </a:lnTo>
                  <a:lnTo>
                    <a:pt x="1332" y="700"/>
                  </a:lnTo>
                  <a:lnTo>
                    <a:pt x="1307" y="720"/>
                  </a:lnTo>
                  <a:lnTo>
                    <a:pt x="1287" y="742"/>
                  </a:lnTo>
                  <a:lnTo>
                    <a:pt x="1272" y="764"/>
                  </a:lnTo>
                  <a:lnTo>
                    <a:pt x="1095" y="1068"/>
                  </a:lnTo>
                  <a:lnTo>
                    <a:pt x="1283" y="1394"/>
                  </a:lnTo>
                  <a:lnTo>
                    <a:pt x="1627" y="1394"/>
                  </a:lnTo>
                  <a:lnTo>
                    <a:pt x="1721" y="1215"/>
                  </a:lnTo>
                  <a:lnTo>
                    <a:pt x="1457" y="758"/>
                  </a:lnTo>
                  <a:lnTo>
                    <a:pt x="1453" y="750"/>
                  </a:lnTo>
                  <a:lnTo>
                    <a:pt x="1445" y="739"/>
                  </a:lnTo>
                  <a:lnTo>
                    <a:pt x="1436" y="726"/>
                  </a:lnTo>
                  <a:lnTo>
                    <a:pt x="1425" y="713"/>
                  </a:lnTo>
                  <a:lnTo>
                    <a:pt x="1412" y="700"/>
                  </a:lnTo>
                  <a:lnTo>
                    <a:pt x="1399" y="689"/>
                  </a:lnTo>
                  <a:lnTo>
                    <a:pt x="1386" y="680"/>
                  </a:lnTo>
                  <a:lnTo>
                    <a:pt x="1375" y="677"/>
                  </a:lnTo>
                  <a:close/>
                  <a:moveTo>
                    <a:pt x="1515" y="646"/>
                  </a:moveTo>
                  <a:lnTo>
                    <a:pt x="1528" y="662"/>
                  </a:lnTo>
                  <a:lnTo>
                    <a:pt x="1537" y="677"/>
                  </a:lnTo>
                  <a:lnTo>
                    <a:pt x="1546" y="689"/>
                  </a:lnTo>
                  <a:lnTo>
                    <a:pt x="1551" y="698"/>
                  </a:lnTo>
                  <a:lnTo>
                    <a:pt x="1555" y="703"/>
                  </a:lnTo>
                  <a:lnTo>
                    <a:pt x="1957" y="1401"/>
                  </a:lnTo>
                  <a:lnTo>
                    <a:pt x="1970" y="1418"/>
                  </a:lnTo>
                  <a:lnTo>
                    <a:pt x="1986" y="1433"/>
                  </a:lnTo>
                  <a:lnTo>
                    <a:pt x="2005" y="1444"/>
                  </a:lnTo>
                  <a:lnTo>
                    <a:pt x="2025" y="1452"/>
                  </a:lnTo>
                  <a:lnTo>
                    <a:pt x="2047" y="1456"/>
                  </a:lnTo>
                  <a:lnTo>
                    <a:pt x="2068" y="1455"/>
                  </a:lnTo>
                  <a:lnTo>
                    <a:pt x="2089" y="1451"/>
                  </a:lnTo>
                  <a:lnTo>
                    <a:pt x="2110" y="1442"/>
                  </a:lnTo>
                  <a:lnTo>
                    <a:pt x="2447" y="1247"/>
                  </a:lnTo>
                  <a:lnTo>
                    <a:pt x="2465" y="1233"/>
                  </a:lnTo>
                  <a:lnTo>
                    <a:pt x="2481" y="1217"/>
                  </a:lnTo>
                  <a:lnTo>
                    <a:pt x="2493" y="1199"/>
                  </a:lnTo>
                  <a:lnTo>
                    <a:pt x="2500" y="1178"/>
                  </a:lnTo>
                  <a:lnTo>
                    <a:pt x="2503" y="1158"/>
                  </a:lnTo>
                  <a:lnTo>
                    <a:pt x="2502" y="1136"/>
                  </a:lnTo>
                  <a:lnTo>
                    <a:pt x="2498" y="1114"/>
                  </a:lnTo>
                  <a:lnTo>
                    <a:pt x="2489" y="1095"/>
                  </a:lnTo>
                  <a:lnTo>
                    <a:pt x="2298" y="764"/>
                  </a:lnTo>
                  <a:lnTo>
                    <a:pt x="2282" y="740"/>
                  </a:lnTo>
                  <a:lnTo>
                    <a:pt x="2261" y="718"/>
                  </a:lnTo>
                  <a:lnTo>
                    <a:pt x="2237" y="699"/>
                  </a:lnTo>
                  <a:lnTo>
                    <a:pt x="2210" y="682"/>
                  </a:lnTo>
                  <a:lnTo>
                    <a:pt x="2181" y="666"/>
                  </a:lnTo>
                  <a:lnTo>
                    <a:pt x="2152" y="656"/>
                  </a:lnTo>
                  <a:lnTo>
                    <a:pt x="2123" y="649"/>
                  </a:lnTo>
                  <a:lnTo>
                    <a:pt x="2095" y="646"/>
                  </a:lnTo>
                  <a:lnTo>
                    <a:pt x="1515" y="646"/>
                  </a:lnTo>
                  <a:close/>
                  <a:moveTo>
                    <a:pt x="1520" y="0"/>
                  </a:moveTo>
                  <a:lnTo>
                    <a:pt x="2050" y="0"/>
                  </a:lnTo>
                  <a:lnTo>
                    <a:pt x="2106" y="9"/>
                  </a:lnTo>
                  <a:lnTo>
                    <a:pt x="2209" y="30"/>
                  </a:lnTo>
                  <a:lnTo>
                    <a:pt x="2310" y="58"/>
                  </a:lnTo>
                  <a:lnTo>
                    <a:pt x="2408" y="91"/>
                  </a:lnTo>
                  <a:lnTo>
                    <a:pt x="2503" y="130"/>
                  </a:lnTo>
                  <a:lnTo>
                    <a:pt x="2596" y="174"/>
                  </a:lnTo>
                  <a:lnTo>
                    <a:pt x="2686" y="223"/>
                  </a:lnTo>
                  <a:lnTo>
                    <a:pt x="2773" y="277"/>
                  </a:lnTo>
                  <a:lnTo>
                    <a:pt x="2856" y="336"/>
                  </a:lnTo>
                  <a:lnTo>
                    <a:pt x="2935" y="399"/>
                  </a:lnTo>
                  <a:lnTo>
                    <a:pt x="3011" y="467"/>
                  </a:lnTo>
                  <a:lnTo>
                    <a:pt x="3082" y="539"/>
                  </a:lnTo>
                  <a:lnTo>
                    <a:pt x="3150" y="614"/>
                  </a:lnTo>
                  <a:lnTo>
                    <a:pt x="3213" y="695"/>
                  </a:lnTo>
                  <a:lnTo>
                    <a:pt x="3273" y="777"/>
                  </a:lnTo>
                  <a:lnTo>
                    <a:pt x="3327" y="863"/>
                  </a:lnTo>
                  <a:lnTo>
                    <a:pt x="3375" y="953"/>
                  </a:lnTo>
                  <a:lnTo>
                    <a:pt x="3420" y="1046"/>
                  </a:lnTo>
                  <a:lnTo>
                    <a:pt x="3459" y="1141"/>
                  </a:lnTo>
                  <a:lnTo>
                    <a:pt x="3492" y="1240"/>
                  </a:lnTo>
                  <a:lnTo>
                    <a:pt x="3519" y="1340"/>
                  </a:lnTo>
                  <a:lnTo>
                    <a:pt x="3541" y="1444"/>
                  </a:lnTo>
                  <a:lnTo>
                    <a:pt x="3557" y="1549"/>
                  </a:lnTo>
                  <a:lnTo>
                    <a:pt x="3567" y="1656"/>
                  </a:lnTo>
                  <a:lnTo>
                    <a:pt x="3570" y="1764"/>
                  </a:lnTo>
                  <a:lnTo>
                    <a:pt x="3567" y="1874"/>
                  </a:lnTo>
                  <a:lnTo>
                    <a:pt x="3557" y="1981"/>
                  </a:lnTo>
                  <a:lnTo>
                    <a:pt x="3541" y="2086"/>
                  </a:lnTo>
                  <a:lnTo>
                    <a:pt x="3519" y="2189"/>
                  </a:lnTo>
                  <a:lnTo>
                    <a:pt x="3492" y="2289"/>
                  </a:lnTo>
                  <a:lnTo>
                    <a:pt x="3459" y="2388"/>
                  </a:lnTo>
                  <a:lnTo>
                    <a:pt x="3420" y="2483"/>
                  </a:lnTo>
                  <a:lnTo>
                    <a:pt x="3375" y="2576"/>
                  </a:lnTo>
                  <a:lnTo>
                    <a:pt x="3327" y="2666"/>
                  </a:lnTo>
                  <a:lnTo>
                    <a:pt x="3273" y="2752"/>
                  </a:lnTo>
                  <a:lnTo>
                    <a:pt x="3213" y="2835"/>
                  </a:lnTo>
                  <a:lnTo>
                    <a:pt x="3150" y="2914"/>
                  </a:lnTo>
                  <a:lnTo>
                    <a:pt x="3082" y="2990"/>
                  </a:lnTo>
                  <a:lnTo>
                    <a:pt x="3011" y="3063"/>
                  </a:lnTo>
                  <a:lnTo>
                    <a:pt x="2935" y="3130"/>
                  </a:lnTo>
                  <a:lnTo>
                    <a:pt x="2856" y="3194"/>
                  </a:lnTo>
                  <a:lnTo>
                    <a:pt x="2773" y="3252"/>
                  </a:lnTo>
                  <a:lnTo>
                    <a:pt x="2686" y="3306"/>
                  </a:lnTo>
                  <a:lnTo>
                    <a:pt x="2596" y="3355"/>
                  </a:lnTo>
                  <a:lnTo>
                    <a:pt x="2503" y="3399"/>
                  </a:lnTo>
                  <a:lnTo>
                    <a:pt x="2408" y="3438"/>
                  </a:lnTo>
                  <a:lnTo>
                    <a:pt x="2310" y="3472"/>
                  </a:lnTo>
                  <a:lnTo>
                    <a:pt x="2209" y="3499"/>
                  </a:lnTo>
                  <a:lnTo>
                    <a:pt x="2106" y="3521"/>
                  </a:lnTo>
                  <a:lnTo>
                    <a:pt x="2000" y="3536"/>
                  </a:lnTo>
                  <a:lnTo>
                    <a:pt x="1894" y="3546"/>
                  </a:lnTo>
                  <a:lnTo>
                    <a:pt x="1785" y="3549"/>
                  </a:lnTo>
                  <a:lnTo>
                    <a:pt x="1676" y="3546"/>
                  </a:lnTo>
                  <a:lnTo>
                    <a:pt x="1570" y="3536"/>
                  </a:lnTo>
                  <a:lnTo>
                    <a:pt x="1464" y="3521"/>
                  </a:lnTo>
                  <a:lnTo>
                    <a:pt x="1361" y="3499"/>
                  </a:lnTo>
                  <a:lnTo>
                    <a:pt x="1260" y="3472"/>
                  </a:lnTo>
                  <a:lnTo>
                    <a:pt x="1162" y="3438"/>
                  </a:lnTo>
                  <a:lnTo>
                    <a:pt x="1067" y="3399"/>
                  </a:lnTo>
                  <a:lnTo>
                    <a:pt x="974" y="3355"/>
                  </a:lnTo>
                  <a:lnTo>
                    <a:pt x="884" y="3306"/>
                  </a:lnTo>
                  <a:lnTo>
                    <a:pt x="797" y="3252"/>
                  </a:lnTo>
                  <a:lnTo>
                    <a:pt x="714" y="3194"/>
                  </a:lnTo>
                  <a:lnTo>
                    <a:pt x="635" y="3130"/>
                  </a:lnTo>
                  <a:lnTo>
                    <a:pt x="559" y="3063"/>
                  </a:lnTo>
                  <a:lnTo>
                    <a:pt x="488" y="2990"/>
                  </a:lnTo>
                  <a:lnTo>
                    <a:pt x="420" y="2914"/>
                  </a:lnTo>
                  <a:lnTo>
                    <a:pt x="357" y="2835"/>
                  </a:lnTo>
                  <a:lnTo>
                    <a:pt x="298" y="2752"/>
                  </a:lnTo>
                  <a:lnTo>
                    <a:pt x="243" y="2666"/>
                  </a:lnTo>
                  <a:lnTo>
                    <a:pt x="195" y="2576"/>
                  </a:lnTo>
                  <a:lnTo>
                    <a:pt x="150" y="2483"/>
                  </a:lnTo>
                  <a:lnTo>
                    <a:pt x="111" y="2388"/>
                  </a:lnTo>
                  <a:lnTo>
                    <a:pt x="78" y="2289"/>
                  </a:lnTo>
                  <a:lnTo>
                    <a:pt x="51" y="2189"/>
                  </a:lnTo>
                  <a:lnTo>
                    <a:pt x="29" y="2086"/>
                  </a:lnTo>
                  <a:lnTo>
                    <a:pt x="13" y="1981"/>
                  </a:lnTo>
                  <a:lnTo>
                    <a:pt x="3" y="1874"/>
                  </a:lnTo>
                  <a:lnTo>
                    <a:pt x="0" y="1764"/>
                  </a:lnTo>
                  <a:lnTo>
                    <a:pt x="3" y="1656"/>
                  </a:lnTo>
                  <a:lnTo>
                    <a:pt x="13" y="1549"/>
                  </a:lnTo>
                  <a:lnTo>
                    <a:pt x="29" y="1444"/>
                  </a:lnTo>
                  <a:lnTo>
                    <a:pt x="51" y="1340"/>
                  </a:lnTo>
                  <a:lnTo>
                    <a:pt x="78" y="1240"/>
                  </a:lnTo>
                  <a:lnTo>
                    <a:pt x="111" y="1141"/>
                  </a:lnTo>
                  <a:lnTo>
                    <a:pt x="150" y="1046"/>
                  </a:lnTo>
                  <a:lnTo>
                    <a:pt x="195" y="953"/>
                  </a:lnTo>
                  <a:lnTo>
                    <a:pt x="243" y="863"/>
                  </a:lnTo>
                  <a:lnTo>
                    <a:pt x="298" y="777"/>
                  </a:lnTo>
                  <a:lnTo>
                    <a:pt x="357" y="695"/>
                  </a:lnTo>
                  <a:lnTo>
                    <a:pt x="420" y="614"/>
                  </a:lnTo>
                  <a:lnTo>
                    <a:pt x="488" y="539"/>
                  </a:lnTo>
                  <a:lnTo>
                    <a:pt x="559" y="467"/>
                  </a:lnTo>
                  <a:lnTo>
                    <a:pt x="635" y="399"/>
                  </a:lnTo>
                  <a:lnTo>
                    <a:pt x="714" y="336"/>
                  </a:lnTo>
                  <a:lnTo>
                    <a:pt x="797" y="277"/>
                  </a:lnTo>
                  <a:lnTo>
                    <a:pt x="884" y="223"/>
                  </a:lnTo>
                  <a:lnTo>
                    <a:pt x="974" y="174"/>
                  </a:lnTo>
                  <a:lnTo>
                    <a:pt x="1067" y="130"/>
                  </a:lnTo>
                  <a:lnTo>
                    <a:pt x="1162" y="91"/>
                  </a:lnTo>
                  <a:lnTo>
                    <a:pt x="1260" y="58"/>
                  </a:lnTo>
                  <a:lnTo>
                    <a:pt x="1361" y="30"/>
                  </a:lnTo>
                  <a:lnTo>
                    <a:pt x="1464" y="9"/>
                  </a:lnTo>
                  <a:lnTo>
                    <a:pt x="152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95" name="Group 94"/>
          <p:cNvGrpSpPr>
            <a:grpSpLocks noChangeAspect="1"/>
          </p:cNvGrpSpPr>
          <p:nvPr/>
        </p:nvGrpSpPr>
        <p:grpSpPr>
          <a:xfrm>
            <a:off x="3381699" y="5559137"/>
            <a:ext cx="312145" cy="312145"/>
            <a:chOff x="4768850" y="5226050"/>
            <a:chExt cx="809625" cy="809625"/>
          </a:xfrm>
        </p:grpSpPr>
        <p:grpSp>
          <p:nvGrpSpPr>
            <p:cNvPr id="94" name="Group 93"/>
            <p:cNvGrpSpPr/>
            <p:nvPr/>
          </p:nvGrpSpPr>
          <p:grpSpPr>
            <a:xfrm>
              <a:off x="4876800" y="5391150"/>
              <a:ext cx="593725" cy="479425"/>
              <a:chOff x="4876800" y="5391150"/>
              <a:chExt cx="593725" cy="479425"/>
            </a:xfrm>
          </p:grpSpPr>
          <p:sp>
            <p:nvSpPr>
              <p:cNvPr id="90" name="Freeform 52"/>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1" name="Freeform 53"/>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2" name="Freeform 54"/>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93" name="Freeform 55"/>
            <p:cNvSpPr>
              <a:spLocks noEditPoints="1"/>
            </p:cNvSpPr>
            <p:nvPr/>
          </p:nvSpPr>
          <p:spPr bwMode="auto">
            <a:xfrm>
              <a:off x="4768850" y="5226050"/>
              <a:ext cx="809625" cy="809625"/>
            </a:xfrm>
            <a:custGeom>
              <a:avLst/>
              <a:gdLst>
                <a:gd name="T0" fmla="*/ 2303 w 3570"/>
                <a:gd name="T1" fmla="*/ 1247 h 3570"/>
                <a:gd name="T2" fmla="*/ 2258 w 3570"/>
                <a:gd name="T3" fmla="*/ 1322 h 3570"/>
                <a:gd name="T4" fmla="*/ 2277 w 3570"/>
                <a:gd name="T5" fmla="*/ 1403 h 3570"/>
                <a:gd name="T6" fmla="*/ 2875 w 3570"/>
                <a:gd name="T7" fmla="*/ 1785 h 3570"/>
                <a:gd name="T8" fmla="*/ 2277 w 3570"/>
                <a:gd name="T9" fmla="*/ 2167 h 3570"/>
                <a:gd name="T10" fmla="*/ 2258 w 3570"/>
                <a:gd name="T11" fmla="*/ 2248 h 3570"/>
                <a:gd name="T12" fmla="*/ 2305 w 3570"/>
                <a:gd name="T13" fmla="*/ 2324 h 3570"/>
                <a:gd name="T14" fmla="*/ 2389 w 3570"/>
                <a:gd name="T15" fmla="*/ 2341 h 3570"/>
                <a:gd name="T16" fmla="*/ 3029 w 3570"/>
                <a:gd name="T17" fmla="*/ 1952 h 3570"/>
                <a:gd name="T18" fmla="*/ 3093 w 3570"/>
                <a:gd name="T19" fmla="*/ 1834 h 3570"/>
                <a:gd name="T20" fmla="*/ 3084 w 3570"/>
                <a:gd name="T21" fmla="*/ 1704 h 3570"/>
                <a:gd name="T22" fmla="*/ 3020 w 3570"/>
                <a:gd name="T23" fmla="*/ 1610 h 3570"/>
                <a:gd name="T24" fmla="*/ 2364 w 3570"/>
                <a:gd name="T25" fmla="*/ 1227 h 3570"/>
                <a:gd name="T26" fmla="*/ 1143 w 3570"/>
                <a:gd name="T27" fmla="*/ 1244 h 3570"/>
                <a:gd name="T28" fmla="*/ 500 w 3570"/>
                <a:gd name="T29" fmla="*/ 1674 h 3570"/>
                <a:gd name="T30" fmla="*/ 473 w 3570"/>
                <a:gd name="T31" fmla="*/ 1801 h 3570"/>
                <a:gd name="T32" fmla="*/ 518 w 3570"/>
                <a:gd name="T33" fmla="*/ 1925 h 3570"/>
                <a:gd name="T34" fmla="*/ 1162 w 3570"/>
                <a:gd name="T35" fmla="*/ 2336 h 3570"/>
                <a:gd name="T36" fmla="*/ 1245 w 3570"/>
                <a:gd name="T37" fmla="*/ 2333 h 3570"/>
                <a:gd name="T38" fmla="*/ 1307 w 3570"/>
                <a:gd name="T39" fmla="*/ 2270 h 3570"/>
                <a:gd name="T40" fmla="*/ 1304 w 3570"/>
                <a:gd name="T41" fmla="*/ 2185 h 3570"/>
                <a:gd name="T42" fmla="*/ 696 w 3570"/>
                <a:gd name="T43" fmla="*/ 1788 h 3570"/>
                <a:gd name="T44" fmla="*/ 1278 w 3570"/>
                <a:gd name="T45" fmla="*/ 1420 h 3570"/>
                <a:gd name="T46" fmla="*/ 1313 w 3570"/>
                <a:gd name="T47" fmla="*/ 1344 h 3570"/>
                <a:gd name="T48" fmla="*/ 1283 w 3570"/>
                <a:gd name="T49" fmla="*/ 1262 h 3570"/>
                <a:gd name="T50" fmla="*/ 1206 w 3570"/>
                <a:gd name="T51" fmla="*/ 1227 h 3570"/>
                <a:gd name="T52" fmla="*/ 2084 w 3570"/>
                <a:gd name="T53" fmla="*/ 745 h 3570"/>
                <a:gd name="T54" fmla="*/ 1319 w 3570"/>
                <a:gd name="T55" fmla="*/ 2694 h 3570"/>
                <a:gd name="T56" fmla="*/ 1321 w 3570"/>
                <a:gd name="T57" fmla="*/ 2779 h 3570"/>
                <a:gd name="T58" fmla="*/ 1383 w 3570"/>
                <a:gd name="T59" fmla="*/ 2838 h 3570"/>
                <a:gd name="T60" fmla="*/ 1466 w 3570"/>
                <a:gd name="T61" fmla="*/ 2837 h 3570"/>
                <a:gd name="T62" fmla="*/ 1526 w 3570"/>
                <a:gd name="T63" fmla="*/ 2773 h 3570"/>
                <a:gd name="T64" fmla="*/ 2257 w 3570"/>
                <a:gd name="T65" fmla="*/ 811 h 3570"/>
                <a:gd name="T66" fmla="*/ 2208 w 3570"/>
                <a:gd name="T67" fmla="*/ 742 h 3570"/>
                <a:gd name="T68" fmla="*/ 1785 w 3570"/>
                <a:gd name="T69" fmla="*/ 0 h 3570"/>
                <a:gd name="T70" fmla="*/ 2209 w 3570"/>
                <a:gd name="T71" fmla="*/ 51 h 3570"/>
                <a:gd name="T72" fmla="*/ 2596 w 3570"/>
                <a:gd name="T73" fmla="*/ 195 h 3570"/>
                <a:gd name="T74" fmla="*/ 2935 w 3570"/>
                <a:gd name="T75" fmla="*/ 420 h 3570"/>
                <a:gd name="T76" fmla="*/ 3213 w 3570"/>
                <a:gd name="T77" fmla="*/ 714 h 3570"/>
                <a:gd name="T78" fmla="*/ 3420 w 3570"/>
                <a:gd name="T79" fmla="*/ 1067 h 3570"/>
                <a:gd name="T80" fmla="*/ 3541 w 3570"/>
                <a:gd name="T81" fmla="*/ 1464 h 3570"/>
                <a:gd name="T82" fmla="*/ 3567 w 3570"/>
                <a:gd name="T83" fmla="*/ 1894 h 3570"/>
                <a:gd name="T84" fmla="*/ 3492 w 3570"/>
                <a:gd name="T85" fmla="*/ 2310 h 3570"/>
                <a:gd name="T86" fmla="*/ 3327 w 3570"/>
                <a:gd name="T87" fmla="*/ 2686 h 3570"/>
                <a:gd name="T88" fmla="*/ 3082 w 3570"/>
                <a:gd name="T89" fmla="*/ 3011 h 3570"/>
                <a:gd name="T90" fmla="*/ 2773 w 3570"/>
                <a:gd name="T91" fmla="*/ 3273 h 3570"/>
                <a:gd name="T92" fmla="*/ 2408 w 3570"/>
                <a:gd name="T93" fmla="*/ 3459 h 3570"/>
                <a:gd name="T94" fmla="*/ 2000 w 3570"/>
                <a:gd name="T95" fmla="*/ 3557 h 3570"/>
                <a:gd name="T96" fmla="*/ 1570 w 3570"/>
                <a:gd name="T97" fmla="*/ 3557 h 3570"/>
                <a:gd name="T98" fmla="*/ 1162 w 3570"/>
                <a:gd name="T99" fmla="*/ 3459 h 3570"/>
                <a:gd name="T100" fmla="*/ 797 w 3570"/>
                <a:gd name="T101" fmla="*/ 3273 h 3570"/>
                <a:gd name="T102" fmla="*/ 488 w 3570"/>
                <a:gd name="T103" fmla="*/ 3011 h 3570"/>
                <a:gd name="T104" fmla="*/ 243 w 3570"/>
                <a:gd name="T105" fmla="*/ 2686 h 3570"/>
                <a:gd name="T106" fmla="*/ 78 w 3570"/>
                <a:gd name="T107" fmla="*/ 2310 h 3570"/>
                <a:gd name="T108" fmla="*/ 3 w 3570"/>
                <a:gd name="T109" fmla="*/ 1894 h 3570"/>
                <a:gd name="T110" fmla="*/ 29 w 3570"/>
                <a:gd name="T111" fmla="*/ 1464 h 3570"/>
                <a:gd name="T112" fmla="*/ 150 w 3570"/>
                <a:gd name="T113" fmla="*/ 1067 h 3570"/>
                <a:gd name="T114" fmla="*/ 357 w 3570"/>
                <a:gd name="T115" fmla="*/ 714 h 3570"/>
                <a:gd name="T116" fmla="*/ 635 w 3570"/>
                <a:gd name="T117" fmla="*/ 420 h 3570"/>
                <a:gd name="T118" fmla="*/ 974 w 3570"/>
                <a:gd name="T119" fmla="*/ 195 h 3570"/>
                <a:gd name="T120" fmla="*/ 1361 w 3570"/>
                <a:gd name="T121" fmla="*/ 51 h 3570"/>
                <a:gd name="T122" fmla="*/ 1785 w 3570"/>
                <a:gd name="T123"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70" h="3570">
                  <a:moveTo>
                    <a:pt x="2364" y="1227"/>
                  </a:moveTo>
                  <a:lnTo>
                    <a:pt x="2342" y="1230"/>
                  </a:lnTo>
                  <a:lnTo>
                    <a:pt x="2323" y="1238"/>
                  </a:lnTo>
                  <a:lnTo>
                    <a:pt x="2303" y="1247"/>
                  </a:lnTo>
                  <a:lnTo>
                    <a:pt x="2287" y="1262"/>
                  </a:lnTo>
                  <a:lnTo>
                    <a:pt x="2274" y="1280"/>
                  </a:lnTo>
                  <a:lnTo>
                    <a:pt x="2263" y="1300"/>
                  </a:lnTo>
                  <a:lnTo>
                    <a:pt x="2258" y="1322"/>
                  </a:lnTo>
                  <a:lnTo>
                    <a:pt x="2257" y="1344"/>
                  </a:lnTo>
                  <a:lnTo>
                    <a:pt x="2260" y="1364"/>
                  </a:lnTo>
                  <a:lnTo>
                    <a:pt x="2266" y="1385"/>
                  </a:lnTo>
                  <a:lnTo>
                    <a:pt x="2277" y="1403"/>
                  </a:lnTo>
                  <a:lnTo>
                    <a:pt x="2292" y="1420"/>
                  </a:lnTo>
                  <a:lnTo>
                    <a:pt x="2310" y="1433"/>
                  </a:lnTo>
                  <a:lnTo>
                    <a:pt x="2874" y="1782"/>
                  </a:lnTo>
                  <a:lnTo>
                    <a:pt x="2875" y="1785"/>
                  </a:lnTo>
                  <a:lnTo>
                    <a:pt x="2874" y="1788"/>
                  </a:lnTo>
                  <a:lnTo>
                    <a:pt x="2310" y="2137"/>
                  </a:lnTo>
                  <a:lnTo>
                    <a:pt x="2292" y="2150"/>
                  </a:lnTo>
                  <a:lnTo>
                    <a:pt x="2277" y="2167"/>
                  </a:lnTo>
                  <a:lnTo>
                    <a:pt x="2266" y="2185"/>
                  </a:lnTo>
                  <a:lnTo>
                    <a:pt x="2260" y="2206"/>
                  </a:lnTo>
                  <a:lnTo>
                    <a:pt x="2257" y="2226"/>
                  </a:lnTo>
                  <a:lnTo>
                    <a:pt x="2258" y="2248"/>
                  </a:lnTo>
                  <a:lnTo>
                    <a:pt x="2263" y="2270"/>
                  </a:lnTo>
                  <a:lnTo>
                    <a:pt x="2274" y="2290"/>
                  </a:lnTo>
                  <a:lnTo>
                    <a:pt x="2288" y="2309"/>
                  </a:lnTo>
                  <a:lnTo>
                    <a:pt x="2305" y="2324"/>
                  </a:lnTo>
                  <a:lnTo>
                    <a:pt x="2325" y="2333"/>
                  </a:lnTo>
                  <a:lnTo>
                    <a:pt x="2346" y="2341"/>
                  </a:lnTo>
                  <a:lnTo>
                    <a:pt x="2368" y="2343"/>
                  </a:lnTo>
                  <a:lnTo>
                    <a:pt x="2389" y="2341"/>
                  </a:lnTo>
                  <a:lnTo>
                    <a:pt x="2408" y="2336"/>
                  </a:lnTo>
                  <a:lnTo>
                    <a:pt x="2427" y="2326"/>
                  </a:lnTo>
                  <a:lnTo>
                    <a:pt x="3020" y="1960"/>
                  </a:lnTo>
                  <a:lnTo>
                    <a:pt x="3029" y="1952"/>
                  </a:lnTo>
                  <a:lnTo>
                    <a:pt x="3052" y="1925"/>
                  </a:lnTo>
                  <a:lnTo>
                    <a:pt x="3070" y="1896"/>
                  </a:lnTo>
                  <a:lnTo>
                    <a:pt x="3084" y="1866"/>
                  </a:lnTo>
                  <a:lnTo>
                    <a:pt x="3093" y="1834"/>
                  </a:lnTo>
                  <a:lnTo>
                    <a:pt x="3097" y="1801"/>
                  </a:lnTo>
                  <a:lnTo>
                    <a:pt x="3097" y="1769"/>
                  </a:lnTo>
                  <a:lnTo>
                    <a:pt x="3093" y="1736"/>
                  </a:lnTo>
                  <a:lnTo>
                    <a:pt x="3084" y="1704"/>
                  </a:lnTo>
                  <a:lnTo>
                    <a:pt x="3070" y="1674"/>
                  </a:lnTo>
                  <a:lnTo>
                    <a:pt x="3052" y="1645"/>
                  </a:lnTo>
                  <a:lnTo>
                    <a:pt x="3029" y="1618"/>
                  </a:lnTo>
                  <a:lnTo>
                    <a:pt x="3020" y="1610"/>
                  </a:lnTo>
                  <a:lnTo>
                    <a:pt x="2427" y="1244"/>
                  </a:lnTo>
                  <a:lnTo>
                    <a:pt x="2407" y="1234"/>
                  </a:lnTo>
                  <a:lnTo>
                    <a:pt x="2385" y="1229"/>
                  </a:lnTo>
                  <a:lnTo>
                    <a:pt x="2364" y="1227"/>
                  </a:lnTo>
                  <a:close/>
                  <a:moveTo>
                    <a:pt x="1206" y="1227"/>
                  </a:moveTo>
                  <a:lnTo>
                    <a:pt x="1185" y="1229"/>
                  </a:lnTo>
                  <a:lnTo>
                    <a:pt x="1163" y="1234"/>
                  </a:lnTo>
                  <a:lnTo>
                    <a:pt x="1143" y="1244"/>
                  </a:lnTo>
                  <a:lnTo>
                    <a:pt x="550" y="1610"/>
                  </a:lnTo>
                  <a:lnTo>
                    <a:pt x="541" y="1618"/>
                  </a:lnTo>
                  <a:lnTo>
                    <a:pt x="518" y="1645"/>
                  </a:lnTo>
                  <a:lnTo>
                    <a:pt x="500" y="1674"/>
                  </a:lnTo>
                  <a:lnTo>
                    <a:pt x="486" y="1704"/>
                  </a:lnTo>
                  <a:lnTo>
                    <a:pt x="477" y="1736"/>
                  </a:lnTo>
                  <a:lnTo>
                    <a:pt x="473" y="1769"/>
                  </a:lnTo>
                  <a:lnTo>
                    <a:pt x="473" y="1801"/>
                  </a:lnTo>
                  <a:lnTo>
                    <a:pt x="477" y="1834"/>
                  </a:lnTo>
                  <a:lnTo>
                    <a:pt x="486" y="1866"/>
                  </a:lnTo>
                  <a:lnTo>
                    <a:pt x="500" y="1896"/>
                  </a:lnTo>
                  <a:lnTo>
                    <a:pt x="518" y="1925"/>
                  </a:lnTo>
                  <a:lnTo>
                    <a:pt x="541" y="1952"/>
                  </a:lnTo>
                  <a:lnTo>
                    <a:pt x="550" y="1960"/>
                  </a:lnTo>
                  <a:lnTo>
                    <a:pt x="1143" y="2326"/>
                  </a:lnTo>
                  <a:lnTo>
                    <a:pt x="1162" y="2336"/>
                  </a:lnTo>
                  <a:lnTo>
                    <a:pt x="1181" y="2341"/>
                  </a:lnTo>
                  <a:lnTo>
                    <a:pt x="1202" y="2343"/>
                  </a:lnTo>
                  <a:lnTo>
                    <a:pt x="1224" y="2341"/>
                  </a:lnTo>
                  <a:lnTo>
                    <a:pt x="1245" y="2333"/>
                  </a:lnTo>
                  <a:lnTo>
                    <a:pt x="1265" y="2324"/>
                  </a:lnTo>
                  <a:lnTo>
                    <a:pt x="1282" y="2309"/>
                  </a:lnTo>
                  <a:lnTo>
                    <a:pt x="1296" y="2290"/>
                  </a:lnTo>
                  <a:lnTo>
                    <a:pt x="1307" y="2270"/>
                  </a:lnTo>
                  <a:lnTo>
                    <a:pt x="1312" y="2248"/>
                  </a:lnTo>
                  <a:lnTo>
                    <a:pt x="1313" y="2226"/>
                  </a:lnTo>
                  <a:lnTo>
                    <a:pt x="1310" y="2206"/>
                  </a:lnTo>
                  <a:lnTo>
                    <a:pt x="1304" y="2185"/>
                  </a:lnTo>
                  <a:lnTo>
                    <a:pt x="1293" y="2167"/>
                  </a:lnTo>
                  <a:lnTo>
                    <a:pt x="1278" y="2150"/>
                  </a:lnTo>
                  <a:lnTo>
                    <a:pt x="1260" y="2137"/>
                  </a:lnTo>
                  <a:lnTo>
                    <a:pt x="696" y="1788"/>
                  </a:lnTo>
                  <a:lnTo>
                    <a:pt x="695" y="1785"/>
                  </a:lnTo>
                  <a:lnTo>
                    <a:pt x="696" y="1782"/>
                  </a:lnTo>
                  <a:lnTo>
                    <a:pt x="1260" y="1433"/>
                  </a:lnTo>
                  <a:lnTo>
                    <a:pt x="1278" y="1420"/>
                  </a:lnTo>
                  <a:lnTo>
                    <a:pt x="1293" y="1403"/>
                  </a:lnTo>
                  <a:lnTo>
                    <a:pt x="1304" y="1385"/>
                  </a:lnTo>
                  <a:lnTo>
                    <a:pt x="1310" y="1364"/>
                  </a:lnTo>
                  <a:lnTo>
                    <a:pt x="1313" y="1344"/>
                  </a:lnTo>
                  <a:lnTo>
                    <a:pt x="1312" y="1322"/>
                  </a:lnTo>
                  <a:lnTo>
                    <a:pt x="1307" y="1300"/>
                  </a:lnTo>
                  <a:lnTo>
                    <a:pt x="1296" y="1280"/>
                  </a:lnTo>
                  <a:lnTo>
                    <a:pt x="1283" y="1262"/>
                  </a:lnTo>
                  <a:lnTo>
                    <a:pt x="1267" y="1247"/>
                  </a:lnTo>
                  <a:lnTo>
                    <a:pt x="1247" y="1238"/>
                  </a:lnTo>
                  <a:lnTo>
                    <a:pt x="1227" y="1230"/>
                  </a:lnTo>
                  <a:lnTo>
                    <a:pt x="1206" y="1227"/>
                  </a:lnTo>
                  <a:close/>
                  <a:moveTo>
                    <a:pt x="2144" y="725"/>
                  </a:moveTo>
                  <a:lnTo>
                    <a:pt x="2123" y="728"/>
                  </a:lnTo>
                  <a:lnTo>
                    <a:pt x="2102" y="735"/>
                  </a:lnTo>
                  <a:lnTo>
                    <a:pt x="2084" y="745"/>
                  </a:lnTo>
                  <a:lnTo>
                    <a:pt x="2067" y="759"/>
                  </a:lnTo>
                  <a:lnTo>
                    <a:pt x="2053" y="777"/>
                  </a:lnTo>
                  <a:lnTo>
                    <a:pt x="2044" y="797"/>
                  </a:lnTo>
                  <a:lnTo>
                    <a:pt x="1319" y="2694"/>
                  </a:lnTo>
                  <a:lnTo>
                    <a:pt x="1312" y="2715"/>
                  </a:lnTo>
                  <a:lnTo>
                    <a:pt x="1311" y="2737"/>
                  </a:lnTo>
                  <a:lnTo>
                    <a:pt x="1313" y="2759"/>
                  </a:lnTo>
                  <a:lnTo>
                    <a:pt x="1321" y="2779"/>
                  </a:lnTo>
                  <a:lnTo>
                    <a:pt x="1331" y="2798"/>
                  </a:lnTo>
                  <a:lnTo>
                    <a:pt x="1345" y="2814"/>
                  </a:lnTo>
                  <a:lnTo>
                    <a:pt x="1362" y="2828"/>
                  </a:lnTo>
                  <a:lnTo>
                    <a:pt x="1383" y="2838"/>
                  </a:lnTo>
                  <a:lnTo>
                    <a:pt x="1402" y="2843"/>
                  </a:lnTo>
                  <a:lnTo>
                    <a:pt x="1423" y="2845"/>
                  </a:lnTo>
                  <a:lnTo>
                    <a:pt x="1444" y="2843"/>
                  </a:lnTo>
                  <a:lnTo>
                    <a:pt x="1466" y="2837"/>
                  </a:lnTo>
                  <a:lnTo>
                    <a:pt x="1485" y="2826"/>
                  </a:lnTo>
                  <a:lnTo>
                    <a:pt x="1502" y="2812"/>
                  </a:lnTo>
                  <a:lnTo>
                    <a:pt x="1516" y="2794"/>
                  </a:lnTo>
                  <a:lnTo>
                    <a:pt x="1526" y="2773"/>
                  </a:lnTo>
                  <a:lnTo>
                    <a:pt x="2251" y="876"/>
                  </a:lnTo>
                  <a:lnTo>
                    <a:pt x="2258" y="855"/>
                  </a:lnTo>
                  <a:lnTo>
                    <a:pt x="2259" y="833"/>
                  </a:lnTo>
                  <a:lnTo>
                    <a:pt x="2257" y="811"/>
                  </a:lnTo>
                  <a:lnTo>
                    <a:pt x="2249" y="791"/>
                  </a:lnTo>
                  <a:lnTo>
                    <a:pt x="2239" y="772"/>
                  </a:lnTo>
                  <a:lnTo>
                    <a:pt x="2225" y="756"/>
                  </a:lnTo>
                  <a:lnTo>
                    <a:pt x="2208" y="742"/>
                  </a:lnTo>
                  <a:lnTo>
                    <a:pt x="2187" y="732"/>
                  </a:lnTo>
                  <a:lnTo>
                    <a:pt x="2166" y="727"/>
                  </a:lnTo>
                  <a:lnTo>
                    <a:pt x="2144"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101" name="Group 100"/>
          <p:cNvGrpSpPr>
            <a:grpSpLocks noChangeAspect="1"/>
          </p:cNvGrpSpPr>
          <p:nvPr/>
        </p:nvGrpSpPr>
        <p:grpSpPr>
          <a:xfrm>
            <a:off x="3378725" y="5237116"/>
            <a:ext cx="312145" cy="312145"/>
            <a:chOff x="7539038" y="5067300"/>
            <a:chExt cx="809625" cy="809625"/>
          </a:xfrm>
        </p:grpSpPr>
        <p:sp>
          <p:nvSpPr>
            <p:cNvPr id="99" name="Freeform 60"/>
            <p:cNvSpPr>
              <a:spLocks/>
            </p:cNvSpPr>
            <p:nvPr/>
          </p:nvSpPr>
          <p:spPr bwMode="auto">
            <a:xfrm>
              <a:off x="7539038" y="5067300"/>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100" name="Freeform 61"/>
            <p:cNvSpPr>
              <a:spLocks noEditPoints="1"/>
            </p:cNvSpPr>
            <p:nvPr/>
          </p:nvSpPr>
          <p:spPr bwMode="auto">
            <a:xfrm>
              <a:off x="7754938" y="5207000"/>
              <a:ext cx="377825" cy="50482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102" name="TextBox 101"/>
          <p:cNvSpPr txBox="1"/>
          <p:nvPr/>
        </p:nvSpPr>
        <p:spPr>
          <a:xfrm>
            <a:off x="3830471" y="5883341"/>
            <a:ext cx="12410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Sustainability</a:t>
            </a:r>
          </a:p>
        </p:txBody>
      </p:sp>
      <p:sp>
        <p:nvSpPr>
          <p:cNvPr id="103" name="TextBox 102"/>
          <p:cNvSpPr txBox="1"/>
          <p:nvPr/>
        </p:nvSpPr>
        <p:spPr>
          <a:xfrm>
            <a:off x="3830470" y="5561321"/>
            <a:ext cx="196560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Software development</a:t>
            </a:r>
          </a:p>
        </p:txBody>
      </p:sp>
      <p:sp>
        <p:nvSpPr>
          <p:cNvPr id="104" name="TextBox 103"/>
          <p:cNvSpPr txBox="1"/>
          <p:nvPr/>
        </p:nvSpPr>
        <p:spPr>
          <a:xfrm>
            <a:off x="3830470" y="5239300"/>
            <a:ext cx="187583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Digital transformation</a:t>
            </a:r>
          </a:p>
        </p:txBody>
      </p:sp>
      <p:sp>
        <p:nvSpPr>
          <p:cNvPr id="154" name="Rectangle 153"/>
          <p:cNvSpPr/>
          <p:nvPr/>
        </p:nvSpPr>
        <p:spPr>
          <a:xfrm>
            <a:off x="6127290" y="405891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161" name="Rectangle 160"/>
          <p:cNvSpPr/>
          <p:nvPr/>
        </p:nvSpPr>
        <p:spPr>
          <a:xfrm>
            <a:off x="1066600" y="1270030"/>
            <a:ext cx="3651427" cy="2472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tx1"/>
                </a:solidFill>
                <a:effectLst/>
                <a:uLnTx/>
                <a:uFillTx/>
              </a:rPr>
              <a:t>MANAGING DIRECTOR</a:t>
            </a:r>
          </a:p>
        </p:txBody>
      </p:sp>
      <p:sp>
        <p:nvSpPr>
          <p:cNvPr id="178" name="TextBox 177"/>
          <p:cNvSpPr txBox="1"/>
          <p:nvPr/>
        </p:nvSpPr>
        <p:spPr>
          <a:xfrm>
            <a:off x="3076814" y="1653836"/>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jane.doe@mail.com</a:t>
            </a:r>
          </a:p>
        </p:txBody>
      </p:sp>
      <p:sp>
        <p:nvSpPr>
          <p:cNvPr id="191" name="TextBox 190"/>
          <p:cNvSpPr txBox="1"/>
          <p:nvPr/>
        </p:nvSpPr>
        <p:spPr>
          <a:xfrm>
            <a:off x="3076813" y="2091020"/>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+123 456 780</a:t>
            </a:r>
          </a:p>
        </p:txBody>
      </p:sp>
      <p:sp>
        <p:nvSpPr>
          <p:cNvPr id="192" name="TextBox 191"/>
          <p:cNvSpPr txBox="1"/>
          <p:nvPr/>
        </p:nvSpPr>
        <p:spPr>
          <a:xfrm>
            <a:off x="3076814" y="2401205"/>
            <a:ext cx="2301400" cy="52322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business street</a:t>
            </a:r>
            <a:br>
              <a:rPr kumimoji="0" lang="en-US" sz="1400" b="0" i="0" u="none" strike="noStrike" kern="0" cap="none" spc="0" normalizeH="0" baseline="0" noProof="0" dirty="0">
                <a:ln>
                  <a:noFill/>
                </a:ln>
                <a:effectLst/>
                <a:uLnTx/>
                <a:uFillTx/>
              </a:rPr>
            </a:br>
            <a:r>
              <a:rPr kumimoji="0" lang="en-US" sz="1400" b="0" i="0" u="none" strike="noStrike" kern="0" cap="none" spc="0" normalizeH="0" baseline="0" noProof="0" dirty="0">
                <a:ln>
                  <a:noFill/>
                </a:ln>
                <a:effectLst/>
                <a:uLnTx/>
                <a:uFillTx/>
              </a:rPr>
              <a:t>10001 New York (USA)</a:t>
            </a:r>
          </a:p>
        </p:txBody>
      </p:sp>
      <p:sp>
        <p:nvSpPr>
          <p:cNvPr id="218" name="Rectangle 217"/>
          <p:cNvSpPr/>
          <p:nvPr/>
        </p:nvSpPr>
        <p:spPr>
          <a:xfrm>
            <a:off x="6029943" y="1084800"/>
            <a:ext cx="5614501" cy="34847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9" name="Rectangle 218"/>
          <p:cNvSpPr/>
          <p:nvPr/>
        </p:nvSpPr>
        <p:spPr>
          <a:xfrm>
            <a:off x="547555" y="4130769"/>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5" name="Rectangle 104"/>
          <p:cNvSpPr/>
          <p:nvPr/>
        </p:nvSpPr>
        <p:spPr>
          <a:xfrm>
            <a:off x="6124236" y="507092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200" b="0" i="0" u="none" strike="noStrike" kern="0" cap="none" spc="0" normalizeH="0" baseline="0" noProof="0" dirty="0">
              <a:ln>
                <a:noFill/>
              </a:ln>
              <a:solidFill>
                <a:schemeClr val="tx1"/>
              </a:solidFill>
              <a:effectLst/>
              <a:uLnTx/>
              <a:uFillTx/>
            </a:endParaRPr>
          </a:p>
        </p:txBody>
      </p:sp>
      <p:sp>
        <p:nvSpPr>
          <p:cNvPr id="108" name="Rectangle 107"/>
          <p:cNvSpPr/>
          <p:nvPr/>
        </p:nvSpPr>
        <p:spPr>
          <a:xfrm>
            <a:off x="6127290" y="304690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7" name="Oval 6"/>
          <p:cNvSpPr>
            <a:spLocks noChangeAspect="1"/>
          </p:cNvSpPr>
          <p:nvPr/>
        </p:nvSpPr>
        <p:spPr>
          <a:xfrm>
            <a:off x="5952686" y="1020196"/>
            <a:ext cx="552985" cy="55298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3" name="Oval 112"/>
          <p:cNvSpPr>
            <a:spLocks noChangeAspect="1"/>
          </p:cNvSpPr>
          <p:nvPr/>
        </p:nvSpPr>
        <p:spPr>
          <a:xfrm>
            <a:off x="5952686" y="2432332"/>
            <a:ext cx="552985" cy="55298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0" name="Oval 119"/>
          <p:cNvSpPr>
            <a:spLocks noChangeAspect="1"/>
          </p:cNvSpPr>
          <p:nvPr/>
        </p:nvSpPr>
        <p:spPr>
          <a:xfrm>
            <a:off x="566749" y="4473581"/>
            <a:ext cx="552985" cy="55298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 name="Group 2">
            <a:extLst>
              <a:ext uri="{FF2B5EF4-FFF2-40B4-BE49-F238E27FC236}">
                <a16:creationId xmlns:a16="http://schemas.microsoft.com/office/drawing/2014/main" id="{1C93EECF-EC85-E479-F295-208EC45C3791}"/>
              </a:ext>
            </a:extLst>
          </p:cNvPr>
          <p:cNvGrpSpPr/>
          <p:nvPr/>
        </p:nvGrpSpPr>
        <p:grpSpPr>
          <a:xfrm>
            <a:off x="569906" y="2961247"/>
            <a:ext cx="552985" cy="552985"/>
            <a:chOff x="761861" y="3101212"/>
            <a:chExt cx="552985" cy="552985"/>
          </a:xfrm>
        </p:grpSpPr>
        <p:sp>
          <p:nvSpPr>
            <p:cNvPr id="117" name="Oval 116"/>
            <p:cNvSpPr>
              <a:spLocks noChangeAspect="1"/>
            </p:cNvSpPr>
            <p:nvPr/>
          </p:nvSpPr>
          <p:spPr>
            <a:xfrm>
              <a:off x="761861" y="3101212"/>
              <a:ext cx="552985" cy="55298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9" name="Identification">
              <a:extLst>
                <a:ext uri="{FF2B5EF4-FFF2-40B4-BE49-F238E27FC236}">
                  <a16:creationId xmlns:a16="http://schemas.microsoft.com/office/drawing/2014/main" id="{985152F4-D0AD-4849-84AF-E45ED4C87A0A}"/>
                </a:ext>
              </a:extLst>
            </p:cNvPr>
            <p:cNvSpPr>
              <a:spLocks/>
            </p:cNvSpPr>
            <p:nvPr>
              <p:custDataLst>
                <p:tags r:id="rId2"/>
              </p:custDataLst>
            </p:nvPr>
          </p:nvSpPr>
          <p:spPr bwMode="auto">
            <a:xfrm>
              <a:off x="1112190" y="3398344"/>
              <a:ext cx="1473" cy="1473"/>
            </a:xfrm>
            <a:custGeom>
              <a:avLst/>
              <a:gdLst>
                <a:gd name="T0" fmla="*/ 3 w 3"/>
                <a:gd name="T1" fmla="*/ 2 h 2"/>
                <a:gd name="T2" fmla="*/ 0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cubicBezTo>
                    <a:pt x="0" y="1"/>
                    <a:pt x="0" y="1"/>
                    <a:pt x="0" y="0"/>
                  </a:cubicBezTo>
                  <a:cubicBezTo>
                    <a:pt x="1" y="1"/>
                    <a:pt x="2" y="1"/>
                    <a:pt x="3" y="2"/>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grpSp>
        <p:nvGrpSpPr>
          <p:cNvPr id="121" name="Mail2" descr="{&quot;Key&quot;:&quot;POWER_USER_SHAPE_ICON&quot;,&quot;Value&quot;:&quot;POWER_USER_SHAPE_ICON_STYLE_1&quot;}">
            <a:extLst>
              <a:ext uri="{FF2B5EF4-FFF2-40B4-BE49-F238E27FC236}">
                <a16:creationId xmlns:a16="http://schemas.microsoft.com/office/drawing/2014/main" id="{82A07340-5A04-AB9A-CE49-9679CC146701}"/>
              </a:ext>
            </a:extLst>
          </p:cNvPr>
          <p:cNvGrpSpPr>
            <a:grpSpLocks noChangeAspect="1"/>
          </p:cNvGrpSpPr>
          <p:nvPr/>
        </p:nvGrpSpPr>
        <p:grpSpPr>
          <a:xfrm>
            <a:off x="2632373" y="1711991"/>
            <a:ext cx="220604" cy="198651"/>
            <a:chOff x="347662" y="3633780"/>
            <a:chExt cx="638173" cy="574673"/>
          </a:xfrm>
          <a:solidFill>
            <a:srgbClr val="A6A6A6"/>
          </a:solidFill>
        </p:grpSpPr>
        <p:sp>
          <p:nvSpPr>
            <p:cNvPr id="122" name="Freeform 209">
              <a:extLst>
                <a:ext uri="{FF2B5EF4-FFF2-40B4-BE49-F238E27FC236}">
                  <a16:creationId xmlns:a16="http://schemas.microsoft.com/office/drawing/2014/main" id="{413E1D2B-1DED-4E81-972F-5E0A27D546ED}"/>
                </a:ext>
              </a:extLst>
            </p:cNvPr>
            <p:cNvSpPr>
              <a:spLocks noEditPoints="1"/>
            </p:cNvSpPr>
            <p:nvPr/>
          </p:nvSpPr>
          <p:spPr bwMode="auto">
            <a:xfrm>
              <a:off x="347662" y="3633780"/>
              <a:ext cx="638173" cy="574673"/>
            </a:xfrm>
            <a:custGeom>
              <a:avLst/>
              <a:gdLst>
                <a:gd name="T0" fmla="*/ 45 w 1067"/>
                <a:gd name="T1" fmla="*/ 469 h 962"/>
                <a:gd name="T2" fmla="*/ 107 w 1067"/>
                <a:gd name="T3" fmla="*/ 504 h 962"/>
                <a:gd name="T4" fmla="*/ 384 w 1067"/>
                <a:gd name="T5" fmla="*/ 167 h 962"/>
                <a:gd name="T6" fmla="*/ 684 w 1067"/>
                <a:gd name="T7" fmla="*/ 166 h 962"/>
                <a:gd name="T8" fmla="*/ 927 w 1067"/>
                <a:gd name="T9" fmla="*/ 166 h 962"/>
                <a:gd name="T10" fmla="*/ 927 w 1067"/>
                <a:gd name="T11" fmla="*/ 379 h 962"/>
                <a:gd name="T12" fmla="*/ 823 w 1067"/>
                <a:gd name="T13" fmla="*/ 583 h 962"/>
                <a:gd name="T14" fmla="*/ 807 w 1067"/>
                <a:gd name="T15" fmla="*/ 478 h 962"/>
                <a:gd name="T16" fmla="*/ 588 w 1067"/>
                <a:gd name="T17" fmla="*/ 495 h 962"/>
                <a:gd name="T18" fmla="*/ 541 w 1067"/>
                <a:gd name="T19" fmla="*/ 661 h 962"/>
                <a:gd name="T20" fmla="*/ 449 w 1067"/>
                <a:gd name="T21" fmla="*/ 701 h 962"/>
                <a:gd name="T22" fmla="*/ 140 w 1067"/>
                <a:gd name="T23" fmla="*/ 379 h 962"/>
                <a:gd name="T24" fmla="*/ 140 w 1067"/>
                <a:gd name="T25" fmla="*/ 166 h 962"/>
                <a:gd name="T26" fmla="*/ 534 w 1067"/>
                <a:gd name="T27" fmla="*/ 41 h 962"/>
                <a:gd name="T28" fmla="*/ 428 w 1067"/>
                <a:gd name="T29" fmla="*/ 133 h 962"/>
                <a:gd name="T30" fmla="*/ 1022 w 1067"/>
                <a:gd name="T31" fmla="*/ 469 h 962"/>
                <a:gd name="T32" fmla="*/ 961 w 1067"/>
                <a:gd name="T33" fmla="*/ 415 h 962"/>
                <a:gd name="T34" fmla="*/ 654 w 1067"/>
                <a:gd name="T35" fmla="*/ 720 h 962"/>
                <a:gd name="T36" fmla="*/ 1034 w 1067"/>
                <a:gd name="T37" fmla="*/ 917 h 962"/>
                <a:gd name="T38" fmla="*/ 790 w 1067"/>
                <a:gd name="T39" fmla="*/ 603 h 962"/>
                <a:gd name="T40" fmla="*/ 622 w 1067"/>
                <a:gd name="T41" fmla="*/ 511 h 962"/>
                <a:gd name="T42" fmla="*/ 790 w 1067"/>
                <a:gd name="T43" fmla="*/ 603 h 962"/>
                <a:gd name="T44" fmla="*/ 982 w 1067"/>
                <a:gd name="T45" fmla="*/ 928 h 962"/>
                <a:gd name="T46" fmla="*/ 534 w 1067"/>
                <a:gd name="T47" fmla="*/ 695 h 962"/>
                <a:gd name="T48" fmla="*/ 414 w 1067"/>
                <a:gd name="T49" fmla="*/ 720 h 962"/>
                <a:gd name="T50" fmla="*/ 34 w 1067"/>
                <a:gd name="T51" fmla="*/ 500 h 962"/>
                <a:gd name="T52" fmla="*/ 1067 w 1067"/>
                <a:gd name="T53" fmla="*/ 471 h 962"/>
                <a:gd name="T54" fmla="*/ 1065 w 1067"/>
                <a:gd name="T55" fmla="*/ 465 h 962"/>
                <a:gd name="T56" fmla="*/ 1062 w 1067"/>
                <a:gd name="T57" fmla="*/ 459 h 962"/>
                <a:gd name="T58" fmla="*/ 961 w 1067"/>
                <a:gd name="T59" fmla="*/ 371 h 962"/>
                <a:gd name="T60" fmla="*/ 944 w 1067"/>
                <a:gd name="T61" fmla="*/ 133 h 962"/>
                <a:gd name="T62" fmla="*/ 545 w 1067"/>
                <a:gd name="T63" fmla="*/ 6 h 962"/>
                <a:gd name="T64" fmla="*/ 378 w 1067"/>
                <a:gd name="T65" fmla="*/ 133 h 962"/>
                <a:gd name="T66" fmla="*/ 107 w 1067"/>
                <a:gd name="T67" fmla="*/ 150 h 962"/>
                <a:gd name="T68" fmla="*/ 6 w 1067"/>
                <a:gd name="T69" fmla="*/ 459 h 962"/>
                <a:gd name="T70" fmla="*/ 2 w 1067"/>
                <a:gd name="T71" fmla="*/ 464 h 962"/>
                <a:gd name="T72" fmla="*/ 1 w 1067"/>
                <a:gd name="T73" fmla="*/ 469 h 962"/>
                <a:gd name="T74" fmla="*/ 0 w 1067"/>
                <a:gd name="T75" fmla="*/ 472 h 962"/>
                <a:gd name="T76" fmla="*/ 1 w 1067"/>
                <a:gd name="T77" fmla="*/ 945 h 962"/>
                <a:gd name="T78" fmla="*/ 2 w 1067"/>
                <a:gd name="T79" fmla="*/ 952 h 962"/>
                <a:gd name="T80" fmla="*/ 4 w 1067"/>
                <a:gd name="T81" fmla="*/ 954 h 962"/>
                <a:gd name="T82" fmla="*/ 9 w 1067"/>
                <a:gd name="T83" fmla="*/ 959 h 962"/>
                <a:gd name="T84" fmla="*/ 15 w 1067"/>
                <a:gd name="T85" fmla="*/ 961 h 962"/>
                <a:gd name="T86" fmla="*/ 1050 w 1067"/>
                <a:gd name="T87" fmla="*/ 962 h 962"/>
                <a:gd name="T88" fmla="*/ 1056 w 1067"/>
                <a:gd name="T89" fmla="*/ 960 h 962"/>
                <a:gd name="T90" fmla="*/ 1062 w 1067"/>
                <a:gd name="T91" fmla="*/ 957 h 962"/>
                <a:gd name="T92" fmla="*/ 1065 w 1067"/>
                <a:gd name="T93" fmla="*/ 953 h 962"/>
                <a:gd name="T94" fmla="*/ 1066 w 1067"/>
                <a:gd name="T95" fmla="*/ 949 h 962"/>
                <a:gd name="T96" fmla="*/ 1067 w 1067"/>
                <a:gd name="T97" fmla="*/ 94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7" h="962">
                  <a:moveTo>
                    <a:pt x="107" y="504"/>
                  </a:moveTo>
                  <a:lnTo>
                    <a:pt x="45" y="469"/>
                  </a:lnTo>
                  <a:lnTo>
                    <a:pt x="107" y="415"/>
                  </a:lnTo>
                  <a:lnTo>
                    <a:pt x="107" y="504"/>
                  </a:lnTo>
                  <a:close/>
                  <a:moveTo>
                    <a:pt x="383" y="166"/>
                  </a:moveTo>
                  <a:cubicBezTo>
                    <a:pt x="384" y="166"/>
                    <a:pt x="384" y="167"/>
                    <a:pt x="384" y="167"/>
                  </a:cubicBezTo>
                  <a:cubicBezTo>
                    <a:pt x="384" y="167"/>
                    <a:pt x="384" y="166"/>
                    <a:pt x="384" y="166"/>
                  </a:cubicBezTo>
                  <a:lnTo>
                    <a:pt x="684" y="166"/>
                  </a:lnTo>
                  <a:cubicBezTo>
                    <a:pt x="684" y="166"/>
                    <a:pt x="685" y="166"/>
                    <a:pt x="685" y="166"/>
                  </a:cubicBezTo>
                  <a:lnTo>
                    <a:pt x="927" y="166"/>
                  </a:lnTo>
                  <a:lnTo>
                    <a:pt x="927" y="379"/>
                  </a:lnTo>
                  <a:lnTo>
                    <a:pt x="927" y="379"/>
                  </a:lnTo>
                  <a:lnTo>
                    <a:pt x="927" y="523"/>
                  </a:lnTo>
                  <a:lnTo>
                    <a:pt x="823" y="583"/>
                  </a:lnTo>
                  <a:lnTo>
                    <a:pt x="823" y="495"/>
                  </a:lnTo>
                  <a:cubicBezTo>
                    <a:pt x="823" y="486"/>
                    <a:pt x="816" y="478"/>
                    <a:pt x="807" y="478"/>
                  </a:cubicBezTo>
                  <a:lnTo>
                    <a:pt x="605" y="478"/>
                  </a:lnTo>
                  <a:cubicBezTo>
                    <a:pt x="596" y="478"/>
                    <a:pt x="588" y="486"/>
                    <a:pt x="588" y="495"/>
                  </a:cubicBezTo>
                  <a:lnTo>
                    <a:pt x="588" y="686"/>
                  </a:lnTo>
                  <a:lnTo>
                    <a:pt x="541" y="661"/>
                  </a:lnTo>
                  <a:cubicBezTo>
                    <a:pt x="537" y="659"/>
                    <a:pt x="531" y="659"/>
                    <a:pt x="526" y="661"/>
                  </a:cubicBezTo>
                  <a:lnTo>
                    <a:pt x="449" y="701"/>
                  </a:lnTo>
                  <a:lnTo>
                    <a:pt x="140" y="523"/>
                  </a:lnTo>
                  <a:lnTo>
                    <a:pt x="140" y="379"/>
                  </a:lnTo>
                  <a:cubicBezTo>
                    <a:pt x="140" y="379"/>
                    <a:pt x="140" y="379"/>
                    <a:pt x="140" y="379"/>
                  </a:cubicBezTo>
                  <a:lnTo>
                    <a:pt x="140" y="166"/>
                  </a:lnTo>
                  <a:lnTo>
                    <a:pt x="383" y="166"/>
                  </a:lnTo>
                  <a:close/>
                  <a:moveTo>
                    <a:pt x="534" y="41"/>
                  </a:moveTo>
                  <a:lnTo>
                    <a:pt x="639" y="133"/>
                  </a:lnTo>
                  <a:lnTo>
                    <a:pt x="428" y="133"/>
                  </a:lnTo>
                  <a:lnTo>
                    <a:pt x="534" y="41"/>
                  </a:lnTo>
                  <a:close/>
                  <a:moveTo>
                    <a:pt x="1022" y="469"/>
                  </a:moveTo>
                  <a:lnTo>
                    <a:pt x="961" y="504"/>
                  </a:lnTo>
                  <a:lnTo>
                    <a:pt x="961" y="415"/>
                  </a:lnTo>
                  <a:lnTo>
                    <a:pt x="1022" y="469"/>
                  </a:lnTo>
                  <a:close/>
                  <a:moveTo>
                    <a:pt x="654" y="720"/>
                  </a:moveTo>
                  <a:lnTo>
                    <a:pt x="1034" y="500"/>
                  </a:lnTo>
                  <a:lnTo>
                    <a:pt x="1034" y="917"/>
                  </a:lnTo>
                  <a:lnTo>
                    <a:pt x="654" y="720"/>
                  </a:lnTo>
                  <a:close/>
                  <a:moveTo>
                    <a:pt x="790" y="603"/>
                  </a:moveTo>
                  <a:lnTo>
                    <a:pt x="622" y="700"/>
                  </a:lnTo>
                  <a:lnTo>
                    <a:pt x="622" y="511"/>
                  </a:lnTo>
                  <a:lnTo>
                    <a:pt x="790" y="511"/>
                  </a:lnTo>
                  <a:lnTo>
                    <a:pt x="790" y="603"/>
                  </a:lnTo>
                  <a:close/>
                  <a:moveTo>
                    <a:pt x="534" y="695"/>
                  </a:moveTo>
                  <a:lnTo>
                    <a:pt x="982" y="928"/>
                  </a:lnTo>
                  <a:lnTo>
                    <a:pt x="85" y="928"/>
                  </a:lnTo>
                  <a:lnTo>
                    <a:pt x="534" y="695"/>
                  </a:lnTo>
                  <a:close/>
                  <a:moveTo>
                    <a:pt x="34" y="500"/>
                  </a:moveTo>
                  <a:lnTo>
                    <a:pt x="414" y="720"/>
                  </a:lnTo>
                  <a:lnTo>
                    <a:pt x="34" y="917"/>
                  </a:lnTo>
                  <a:lnTo>
                    <a:pt x="34" y="500"/>
                  </a:lnTo>
                  <a:close/>
                  <a:moveTo>
                    <a:pt x="1067" y="472"/>
                  </a:moveTo>
                  <a:cubicBezTo>
                    <a:pt x="1067" y="471"/>
                    <a:pt x="1067" y="471"/>
                    <a:pt x="1067" y="471"/>
                  </a:cubicBezTo>
                  <a:cubicBezTo>
                    <a:pt x="1067" y="470"/>
                    <a:pt x="1067" y="470"/>
                    <a:pt x="1067" y="470"/>
                  </a:cubicBezTo>
                  <a:cubicBezTo>
                    <a:pt x="1067" y="468"/>
                    <a:pt x="1066" y="466"/>
                    <a:pt x="1065" y="465"/>
                  </a:cubicBezTo>
                  <a:cubicBezTo>
                    <a:pt x="1065" y="464"/>
                    <a:pt x="1065" y="464"/>
                    <a:pt x="1065" y="464"/>
                  </a:cubicBezTo>
                  <a:cubicBezTo>
                    <a:pt x="1064" y="462"/>
                    <a:pt x="1063" y="461"/>
                    <a:pt x="1062" y="459"/>
                  </a:cubicBezTo>
                  <a:cubicBezTo>
                    <a:pt x="1061" y="459"/>
                    <a:pt x="1061" y="459"/>
                    <a:pt x="1061" y="459"/>
                  </a:cubicBezTo>
                  <a:lnTo>
                    <a:pt x="961" y="371"/>
                  </a:lnTo>
                  <a:lnTo>
                    <a:pt x="961" y="150"/>
                  </a:lnTo>
                  <a:cubicBezTo>
                    <a:pt x="961" y="141"/>
                    <a:pt x="953" y="133"/>
                    <a:pt x="944" y="133"/>
                  </a:cubicBezTo>
                  <a:lnTo>
                    <a:pt x="690" y="133"/>
                  </a:lnTo>
                  <a:lnTo>
                    <a:pt x="545" y="6"/>
                  </a:lnTo>
                  <a:cubicBezTo>
                    <a:pt x="538" y="0"/>
                    <a:pt x="529" y="0"/>
                    <a:pt x="523" y="6"/>
                  </a:cubicBezTo>
                  <a:lnTo>
                    <a:pt x="378" y="133"/>
                  </a:lnTo>
                  <a:lnTo>
                    <a:pt x="124" y="133"/>
                  </a:lnTo>
                  <a:cubicBezTo>
                    <a:pt x="114" y="133"/>
                    <a:pt x="107" y="141"/>
                    <a:pt x="107" y="150"/>
                  </a:cubicBezTo>
                  <a:lnTo>
                    <a:pt x="107" y="371"/>
                  </a:lnTo>
                  <a:lnTo>
                    <a:pt x="6" y="459"/>
                  </a:lnTo>
                  <a:cubicBezTo>
                    <a:pt x="6" y="459"/>
                    <a:pt x="6" y="459"/>
                    <a:pt x="6" y="460"/>
                  </a:cubicBezTo>
                  <a:cubicBezTo>
                    <a:pt x="4" y="461"/>
                    <a:pt x="3" y="462"/>
                    <a:pt x="2" y="464"/>
                  </a:cubicBezTo>
                  <a:cubicBezTo>
                    <a:pt x="2" y="464"/>
                    <a:pt x="2" y="465"/>
                    <a:pt x="2" y="466"/>
                  </a:cubicBezTo>
                  <a:cubicBezTo>
                    <a:pt x="1" y="467"/>
                    <a:pt x="1" y="468"/>
                    <a:pt x="1" y="469"/>
                  </a:cubicBezTo>
                  <a:cubicBezTo>
                    <a:pt x="1" y="470"/>
                    <a:pt x="0" y="470"/>
                    <a:pt x="0" y="471"/>
                  </a:cubicBezTo>
                  <a:cubicBezTo>
                    <a:pt x="0" y="471"/>
                    <a:pt x="0" y="471"/>
                    <a:pt x="0" y="472"/>
                  </a:cubicBezTo>
                  <a:lnTo>
                    <a:pt x="0" y="945"/>
                  </a:lnTo>
                  <a:cubicBezTo>
                    <a:pt x="0" y="945"/>
                    <a:pt x="1" y="945"/>
                    <a:pt x="1" y="945"/>
                  </a:cubicBezTo>
                  <a:cubicBezTo>
                    <a:pt x="1" y="947"/>
                    <a:pt x="1" y="948"/>
                    <a:pt x="1" y="949"/>
                  </a:cubicBezTo>
                  <a:cubicBezTo>
                    <a:pt x="1" y="950"/>
                    <a:pt x="2" y="951"/>
                    <a:pt x="2" y="952"/>
                  </a:cubicBezTo>
                  <a:cubicBezTo>
                    <a:pt x="2" y="952"/>
                    <a:pt x="2" y="952"/>
                    <a:pt x="2" y="953"/>
                  </a:cubicBezTo>
                  <a:cubicBezTo>
                    <a:pt x="3" y="953"/>
                    <a:pt x="3" y="954"/>
                    <a:pt x="4" y="954"/>
                  </a:cubicBezTo>
                  <a:cubicBezTo>
                    <a:pt x="4" y="955"/>
                    <a:pt x="5" y="956"/>
                    <a:pt x="6" y="957"/>
                  </a:cubicBezTo>
                  <a:cubicBezTo>
                    <a:pt x="7" y="958"/>
                    <a:pt x="8" y="958"/>
                    <a:pt x="9" y="959"/>
                  </a:cubicBezTo>
                  <a:cubicBezTo>
                    <a:pt x="9" y="959"/>
                    <a:pt x="10" y="960"/>
                    <a:pt x="11" y="960"/>
                  </a:cubicBezTo>
                  <a:cubicBezTo>
                    <a:pt x="12" y="961"/>
                    <a:pt x="14" y="961"/>
                    <a:pt x="15" y="961"/>
                  </a:cubicBezTo>
                  <a:cubicBezTo>
                    <a:pt x="16" y="961"/>
                    <a:pt x="16" y="962"/>
                    <a:pt x="17" y="962"/>
                  </a:cubicBezTo>
                  <a:lnTo>
                    <a:pt x="1050" y="962"/>
                  </a:lnTo>
                  <a:lnTo>
                    <a:pt x="1050" y="962"/>
                  </a:lnTo>
                  <a:cubicBezTo>
                    <a:pt x="1052" y="961"/>
                    <a:pt x="1054" y="961"/>
                    <a:pt x="1056" y="960"/>
                  </a:cubicBezTo>
                  <a:cubicBezTo>
                    <a:pt x="1057" y="960"/>
                    <a:pt x="1057" y="960"/>
                    <a:pt x="1058" y="960"/>
                  </a:cubicBezTo>
                  <a:cubicBezTo>
                    <a:pt x="1059" y="959"/>
                    <a:pt x="1060" y="958"/>
                    <a:pt x="1062" y="957"/>
                  </a:cubicBezTo>
                  <a:cubicBezTo>
                    <a:pt x="1062" y="957"/>
                    <a:pt x="1062" y="957"/>
                    <a:pt x="1062" y="956"/>
                  </a:cubicBezTo>
                  <a:cubicBezTo>
                    <a:pt x="1063" y="955"/>
                    <a:pt x="1064" y="954"/>
                    <a:pt x="1065" y="953"/>
                  </a:cubicBezTo>
                  <a:cubicBezTo>
                    <a:pt x="1065" y="952"/>
                    <a:pt x="1065" y="952"/>
                    <a:pt x="1065" y="952"/>
                  </a:cubicBezTo>
                  <a:cubicBezTo>
                    <a:pt x="1066" y="951"/>
                    <a:pt x="1066" y="950"/>
                    <a:pt x="1066" y="949"/>
                  </a:cubicBezTo>
                  <a:cubicBezTo>
                    <a:pt x="1067" y="948"/>
                    <a:pt x="1067" y="947"/>
                    <a:pt x="1067" y="945"/>
                  </a:cubicBezTo>
                  <a:cubicBezTo>
                    <a:pt x="1067" y="945"/>
                    <a:pt x="1067" y="945"/>
                    <a:pt x="1067" y="945"/>
                  </a:cubicBezTo>
                  <a:lnTo>
                    <a:pt x="1067" y="47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3" name="Freeform 210">
              <a:extLst>
                <a:ext uri="{FF2B5EF4-FFF2-40B4-BE49-F238E27FC236}">
                  <a16:creationId xmlns:a16="http://schemas.microsoft.com/office/drawing/2014/main" id="{C9487638-0BFC-A20F-4700-F935FE38721E}"/>
                </a:ext>
              </a:extLst>
            </p:cNvPr>
            <p:cNvSpPr>
              <a:spLocks noEditPoints="1"/>
            </p:cNvSpPr>
            <p:nvPr/>
          </p:nvSpPr>
          <p:spPr bwMode="auto">
            <a:xfrm>
              <a:off x="493711" y="3756009"/>
              <a:ext cx="141287" cy="130175"/>
            </a:xfrm>
            <a:custGeom>
              <a:avLst/>
              <a:gdLst>
                <a:gd name="T0" fmla="*/ 34 w 235"/>
                <a:gd name="T1" fmla="*/ 33 h 216"/>
                <a:gd name="T2" fmla="*/ 202 w 235"/>
                <a:gd name="T3" fmla="*/ 33 h 216"/>
                <a:gd name="T4" fmla="*/ 202 w 235"/>
                <a:gd name="T5" fmla="*/ 183 h 216"/>
                <a:gd name="T6" fmla="*/ 34 w 235"/>
                <a:gd name="T7" fmla="*/ 183 h 216"/>
                <a:gd name="T8" fmla="*/ 34 w 235"/>
                <a:gd name="T9" fmla="*/ 33 h 216"/>
                <a:gd name="T10" fmla="*/ 17 w 235"/>
                <a:gd name="T11" fmla="*/ 216 h 216"/>
                <a:gd name="T12" fmla="*/ 218 w 235"/>
                <a:gd name="T13" fmla="*/ 216 h 216"/>
                <a:gd name="T14" fmla="*/ 235 w 235"/>
                <a:gd name="T15" fmla="*/ 200 h 216"/>
                <a:gd name="T16" fmla="*/ 235 w 235"/>
                <a:gd name="T17" fmla="*/ 16 h 216"/>
                <a:gd name="T18" fmla="*/ 218 w 235"/>
                <a:gd name="T19" fmla="*/ 0 h 216"/>
                <a:gd name="T20" fmla="*/ 17 w 235"/>
                <a:gd name="T21" fmla="*/ 0 h 216"/>
                <a:gd name="T22" fmla="*/ 0 w 235"/>
                <a:gd name="T23" fmla="*/ 16 h 216"/>
                <a:gd name="T24" fmla="*/ 0 w 235"/>
                <a:gd name="T25" fmla="*/ 200 h 216"/>
                <a:gd name="T26" fmla="*/ 17 w 235"/>
                <a:gd name="T2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16">
                  <a:moveTo>
                    <a:pt x="34" y="33"/>
                  </a:moveTo>
                  <a:lnTo>
                    <a:pt x="202" y="33"/>
                  </a:lnTo>
                  <a:lnTo>
                    <a:pt x="202" y="183"/>
                  </a:lnTo>
                  <a:lnTo>
                    <a:pt x="34" y="183"/>
                  </a:lnTo>
                  <a:lnTo>
                    <a:pt x="34" y="33"/>
                  </a:lnTo>
                  <a:close/>
                  <a:moveTo>
                    <a:pt x="17" y="216"/>
                  </a:moveTo>
                  <a:lnTo>
                    <a:pt x="218" y="216"/>
                  </a:lnTo>
                  <a:cubicBezTo>
                    <a:pt x="228" y="216"/>
                    <a:pt x="235" y="209"/>
                    <a:pt x="235" y="200"/>
                  </a:cubicBezTo>
                  <a:lnTo>
                    <a:pt x="235" y="16"/>
                  </a:lnTo>
                  <a:cubicBezTo>
                    <a:pt x="235" y="7"/>
                    <a:pt x="228" y="0"/>
                    <a:pt x="218" y="0"/>
                  </a:cubicBezTo>
                  <a:lnTo>
                    <a:pt x="17" y="0"/>
                  </a:lnTo>
                  <a:cubicBezTo>
                    <a:pt x="8" y="0"/>
                    <a:pt x="0" y="7"/>
                    <a:pt x="0" y="16"/>
                  </a:cubicBezTo>
                  <a:lnTo>
                    <a:pt x="0" y="200"/>
                  </a:lnTo>
                  <a:cubicBezTo>
                    <a:pt x="0" y="209"/>
                    <a:pt x="8" y="216"/>
                    <a:pt x="17" y="2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4" name="Freeform 211">
              <a:extLst>
                <a:ext uri="{FF2B5EF4-FFF2-40B4-BE49-F238E27FC236}">
                  <a16:creationId xmlns:a16="http://schemas.microsoft.com/office/drawing/2014/main" id="{FD26E401-C396-23A4-32FE-5FB0F7486438}"/>
                </a:ext>
              </a:extLst>
            </p:cNvPr>
            <p:cNvSpPr>
              <a:spLocks/>
            </p:cNvSpPr>
            <p:nvPr/>
          </p:nvSpPr>
          <p:spPr bwMode="auto">
            <a:xfrm>
              <a:off x="663572" y="3757809"/>
              <a:ext cx="176212" cy="17054"/>
            </a:xfrm>
            <a:custGeom>
              <a:avLst/>
              <a:gdLst>
                <a:gd name="T0" fmla="*/ 17 w 295"/>
                <a:gd name="T1" fmla="*/ 33 h 33"/>
                <a:gd name="T2" fmla="*/ 279 w 295"/>
                <a:gd name="T3" fmla="*/ 33 h 33"/>
                <a:gd name="T4" fmla="*/ 295 w 295"/>
                <a:gd name="T5" fmla="*/ 16 h 33"/>
                <a:gd name="T6" fmla="*/ 279 w 295"/>
                <a:gd name="T7" fmla="*/ 0 h 33"/>
                <a:gd name="T8" fmla="*/ 17 w 295"/>
                <a:gd name="T9" fmla="*/ 0 h 33"/>
                <a:gd name="T10" fmla="*/ 0 w 295"/>
                <a:gd name="T11" fmla="*/ 16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5"/>
                    <a:pt x="295" y="16"/>
                  </a:cubicBezTo>
                  <a:cubicBezTo>
                    <a:pt x="295" y="7"/>
                    <a:pt x="288" y="0"/>
                    <a:pt x="279" y="0"/>
                  </a:cubicBezTo>
                  <a:lnTo>
                    <a:pt x="17" y="0"/>
                  </a:lnTo>
                  <a:cubicBezTo>
                    <a:pt x="7" y="0"/>
                    <a:pt x="0" y="7"/>
                    <a:pt x="0" y="16"/>
                  </a:cubicBezTo>
                  <a:cubicBezTo>
                    <a:pt x="0" y="25"/>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5" name="Freeform 212">
              <a:extLst>
                <a:ext uri="{FF2B5EF4-FFF2-40B4-BE49-F238E27FC236}">
                  <a16:creationId xmlns:a16="http://schemas.microsoft.com/office/drawing/2014/main" id="{4B53FDBA-B614-DBE0-2F3C-7C63D936A01E}"/>
                </a:ext>
              </a:extLst>
            </p:cNvPr>
            <p:cNvSpPr>
              <a:spLocks/>
            </p:cNvSpPr>
            <p:nvPr/>
          </p:nvSpPr>
          <p:spPr bwMode="auto">
            <a:xfrm>
              <a:off x="663572" y="3813171"/>
              <a:ext cx="176212" cy="20637"/>
            </a:xfrm>
            <a:custGeom>
              <a:avLst/>
              <a:gdLst>
                <a:gd name="T0" fmla="*/ 17 w 295"/>
                <a:gd name="T1" fmla="*/ 34 h 34"/>
                <a:gd name="T2" fmla="*/ 279 w 295"/>
                <a:gd name="T3" fmla="*/ 34 h 34"/>
                <a:gd name="T4" fmla="*/ 295 w 295"/>
                <a:gd name="T5" fmla="*/ 17 h 34"/>
                <a:gd name="T6" fmla="*/ 279 w 295"/>
                <a:gd name="T7" fmla="*/ 0 h 34"/>
                <a:gd name="T8" fmla="*/ 17 w 295"/>
                <a:gd name="T9" fmla="*/ 0 h 34"/>
                <a:gd name="T10" fmla="*/ 0 w 295"/>
                <a:gd name="T11" fmla="*/ 17 h 34"/>
                <a:gd name="T12" fmla="*/ 17 w 295"/>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295" h="34">
                  <a:moveTo>
                    <a:pt x="17" y="34"/>
                  </a:moveTo>
                  <a:lnTo>
                    <a:pt x="279" y="34"/>
                  </a:lnTo>
                  <a:cubicBezTo>
                    <a:pt x="288" y="34"/>
                    <a:pt x="295" y="26"/>
                    <a:pt x="295" y="17"/>
                  </a:cubicBezTo>
                  <a:cubicBezTo>
                    <a:pt x="295" y="8"/>
                    <a:pt x="288" y="0"/>
                    <a:pt x="279" y="0"/>
                  </a:cubicBezTo>
                  <a:lnTo>
                    <a:pt x="17" y="0"/>
                  </a:lnTo>
                  <a:cubicBezTo>
                    <a:pt x="7" y="0"/>
                    <a:pt x="0" y="8"/>
                    <a:pt x="0" y="17"/>
                  </a:cubicBezTo>
                  <a:cubicBezTo>
                    <a:pt x="0" y="26"/>
                    <a:pt x="7" y="34"/>
                    <a:pt x="17"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6" name="Freeform 213">
              <a:extLst>
                <a:ext uri="{FF2B5EF4-FFF2-40B4-BE49-F238E27FC236}">
                  <a16:creationId xmlns:a16="http://schemas.microsoft.com/office/drawing/2014/main" id="{BCB723D6-DECB-D970-E64B-2766260FB699}"/>
                </a:ext>
              </a:extLst>
            </p:cNvPr>
            <p:cNvSpPr>
              <a:spLocks/>
            </p:cNvSpPr>
            <p:nvPr/>
          </p:nvSpPr>
          <p:spPr bwMode="auto">
            <a:xfrm>
              <a:off x="663572" y="3865562"/>
              <a:ext cx="176212" cy="20637"/>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7"/>
                    <a:pt x="288" y="0"/>
                    <a:pt x="279" y="0"/>
                  </a:cubicBezTo>
                  <a:lnTo>
                    <a:pt x="17" y="0"/>
                  </a:lnTo>
                  <a:cubicBezTo>
                    <a:pt x="7" y="0"/>
                    <a:pt x="0" y="7"/>
                    <a:pt x="0" y="17"/>
                  </a:cubicBezTo>
                  <a:cubicBezTo>
                    <a:pt x="0" y="26"/>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8" name="Freeform 214">
              <a:extLst>
                <a:ext uri="{FF2B5EF4-FFF2-40B4-BE49-F238E27FC236}">
                  <a16:creationId xmlns:a16="http://schemas.microsoft.com/office/drawing/2014/main" id="{7C808B28-868B-5FDB-0256-34BF1040088F}"/>
                </a:ext>
              </a:extLst>
            </p:cNvPr>
            <p:cNvSpPr>
              <a:spLocks/>
            </p:cNvSpPr>
            <p:nvPr/>
          </p:nvSpPr>
          <p:spPr bwMode="auto">
            <a:xfrm>
              <a:off x="493711" y="3919529"/>
              <a:ext cx="176212" cy="19050"/>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8"/>
                    <a:pt x="288" y="0"/>
                    <a:pt x="279" y="0"/>
                  </a:cubicBezTo>
                  <a:lnTo>
                    <a:pt x="17" y="0"/>
                  </a:lnTo>
                  <a:cubicBezTo>
                    <a:pt x="8" y="0"/>
                    <a:pt x="0" y="8"/>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9" name="Freeform 215">
              <a:extLst>
                <a:ext uri="{FF2B5EF4-FFF2-40B4-BE49-F238E27FC236}">
                  <a16:creationId xmlns:a16="http://schemas.microsoft.com/office/drawing/2014/main" id="{795B2DB2-C5D0-5600-1342-00D3287AA60B}"/>
                </a:ext>
              </a:extLst>
            </p:cNvPr>
            <p:cNvSpPr>
              <a:spLocks/>
            </p:cNvSpPr>
            <p:nvPr/>
          </p:nvSpPr>
          <p:spPr bwMode="auto">
            <a:xfrm>
              <a:off x="528638" y="3976689"/>
              <a:ext cx="141287" cy="20637"/>
            </a:xfrm>
            <a:custGeom>
              <a:avLst/>
              <a:gdLst>
                <a:gd name="T0" fmla="*/ 221 w 237"/>
                <a:gd name="T1" fmla="*/ 0 h 33"/>
                <a:gd name="T2" fmla="*/ 16 w 237"/>
                <a:gd name="T3" fmla="*/ 0 h 33"/>
                <a:gd name="T4" fmla="*/ 0 w 237"/>
                <a:gd name="T5" fmla="*/ 17 h 33"/>
                <a:gd name="T6" fmla="*/ 16 w 237"/>
                <a:gd name="T7" fmla="*/ 33 h 33"/>
                <a:gd name="T8" fmla="*/ 221 w 237"/>
                <a:gd name="T9" fmla="*/ 33 h 33"/>
                <a:gd name="T10" fmla="*/ 237 w 237"/>
                <a:gd name="T11" fmla="*/ 17 h 33"/>
                <a:gd name="T12" fmla="*/ 221 w 23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37" h="33">
                  <a:moveTo>
                    <a:pt x="221" y="0"/>
                  </a:moveTo>
                  <a:lnTo>
                    <a:pt x="16" y="0"/>
                  </a:lnTo>
                  <a:cubicBezTo>
                    <a:pt x="7" y="0"/>
                    <a:pt x="0" y="7"/>
                    <a:pt x="0" y="17"/>
                  </a:cubicBezTo>
                  <a:cubicBezTo>
                    <a:pt x="0" y="26"/>
                    <a:pt x="7" y="33"/>
                    <a:pt x="16" y="33"/>
                  </a:cubicBezTo>
                  <a:lnTo>
                    <a:pt x="221" y="33"/>
                  </a:lnTo>
                  <a:cubicBezTo>
                    <a:pt x="230" y="33"/>
                    <a:pt x="237" y="26"/>
                    <a:pt x="237" y="17"/>
                  </a:cubicBezTo>
                  <a:cubicBezTo>
                    <a:pt x="237" y="7"/>
                    <a:pt x="230" y="0"/>
                    <a:pt x="22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8" name="Oval 17">
            <a:extLst>
              <a:ext uri="{FF2B5EF4-FFF2-40B4-BE49-F238E27FC236}">
                <a16:creationId xmlns:a16="http://schemas.microsoft.com/office/drawing/2014/main" id="{63F3AA8B-10AA-2DD3-52ED-DD663734B79F}"/>
              </a:ext>
            </a:extLst>
          </p:cNvPr>
          <p:cNvSpPr>
            <a:spLocks noChangeAspect="1"/>
          </p:cNvSpPr>
          <p:nvPr/>
        </p:nvSpPr>
        <p:spPr>
          <a:xfrm>
            <a:off x="2561411" y="1647822"/>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130" name="Smartphone6" descr="{&quot;Key&quot;:&quot;POWER_USER_SHAPE_ICON&quot;,&quot;Value&quot;:&quot;POWER_USER_SHAPE_ICON_STYLE_1&quot;}">
            <a:extLst>
              <a:ext uri="{FF2B5EF4-FFF2-40B4-BE49-F238E27FC236}">
                <a16:creationId xmlns:a16="http://schemas.microsoft.com/office/drawing/2014/main" id="{04293880-61C4-4C74-3F7D-FDE062D64132}"/>
              </a:ext>
            </a:extLst>
          </p:cNvPr>
          <p:cNvGrpSpPr>
            <a:grpSpLocks noChangeAspect="1"/>
          </p:cNvGrpSpPr>
          <p:nvPr/>
        </p:nvGrpSpPr>
        <p:grpSpPr>
          <a:xfrm>
            <a:off x="2661047" y="2118677"/>
            <a:ext cx="128732" cy="242796"/>
            <a:chOff x="5616575" y="2076450"/>
            <a:chExt cx="125413" cy="236538"/>
          </a:xfrm>
          <a:solidFill>
            <a:srgbClr val="A6A6A6"/>
          </a:solidFill>
        </p:grpSpPr>
        <p:sp>
          <p:nvSpPr>
            <p:cNvPr id="131" name="Freeform 1258">
              <a:extLst>
                <a:ext uri="{FF2B5EF4-FFF2-40B4-BE49-F238E27FC236}">
                  <a16:creationId xmlns:a16="http://schemas.microsoft.com/office/drawing/2014/main" id="{85E9F8D1-3899-C90C-0656-85F20703244F}"/>
                </a:ext>
              </a:extLst>
            </p:cNvPr>
            <p:cNvSpPr>
              <a:spLocks noEditPoints="1"/>
            </p:cNvSpPr>
            <p:nvPr/>
          </p:nvSpPr>
          <p:spPr bwMode="auto">
            <a:xfrm>
              <a:off x="5616575" y="2076450"/>
              <a:ext cx="125413" cy="236538"/>
            </a:xfrm>
            <a:custGeom>
              <a:avLst/>
              <a:gdLst>
                <a:gd name="T0" fmla="*/ 330 w 3447"/>
                <a:gd name="T1" fmla="*/ 200 h 6481"/>
                <a:gd name="T2" fmla="*/ 201 w 3447"/>
                <a:gd name="T3" fmla="*/ 330 h 6481"/>
                <a:gd name="T4" fmla="*/ 201 w 3447"/>
                <a:gd name="T5" fmla="*/ 6151 h 6481"/>
                <a:gd name="T6" fmla="*/ 330 w 3447"/>
                <a:gd name="T7" fmla="*/ 6280 h 6481"/>
                <a:gd name="T8" fmla="*/ 3117 w 3447"/>
                <a:gd name="T9" fmla="*/ 6280 h 6481"/>
                <a:gd name="T10" fmla="*/ 3247 w 3447"/>
                <a:gd name="T11" fmla="*/ 6151 h 6481"/>
                <a:gd name="T12" fmla="*/ 3247 w 3447"/>
                <a:gd name="T13" fmla="*/ 330 h 6481"/>
                <a:gd name="T14" fmla="*/ 3117 w 3447"/>
                <a:gd name="T15" fmla="*/ 200 h 6481"/>
                <a:gd name="T16" fmla="*/ 330 w 3447"/>
                <a:gd name="T17" fmla="*/ 200 h 6481"/>
                <a:gd name="T18" fmla="*/ 3117 w 3447"/>
                <a:gd name="T19" fmla="*/ 6481 h 6481"/>
                <a:gd name="T20" fmla="*/ 330 w 3447"/>
                <a:gd name="T21" fmla="*/ 6481 h 6481"/>
                <a:gd name="T22" fmla="*/ 0 w 3447"/>
                <a:gd name="T23" fmla="*/ 6151 h 6481"/>
                <a:gd name="T24" fmla="*/ 0 w 3447"/>
                <a:gd name="T25" fmla="*/ 330 h 6481"/>
                <a:gd name="T26" fmla="*/ 330 w 3447"/>
                <a:gd name="T27" fmla="*/ 0 h 6481"/>
                <a:gd name="T28" fmla="*/ 3117 w 3447"/>
                <a:gd name="T29" fmla="*/ 0 h 6481"/>
                <a:gd name="T30" fmla="*/ 3447 w 3447"/>
                <a:gd name="T31" fmla="*/ 330 h 6481"/>
                <a:gd name="T32" fmla="*/ 3447 w 3447"/>
                <a:gd name="T33" fmla="*/ 6151 h 6481"/>
                <a:gd name="T34" fmla="*/ 3117 w 3447"/>
                <a:gd name="T35" fmla="*/ 6481 h 6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47" h="6481">
                  <a:moveTo>
                    <a:pt x="330" y="200"/>
                  </a:moveTo>
                  <a:cubicBezTo>
                    <a:pt x="259" y="200"/>
                    <a:pt x="201" y="258"/>
                    <a:pt x="201" y="330"/>
                  </a:cubicBezTo>
                  <a:lnTo>
                    <a:pt x="201" y="6151"/>
                  </a:lnTo>
                  <a:cubicBezTo>
                    <a:pt x="201" y="6222"/>
                    <a:pt x="259" y="6280"/>
                    <a:pt x="330" y="6280"/>
                  </a:cubicBezTo>
                  <a:lnTo>
                    <a:pt x="3117" y="6280"/>
                  </a:lnTo>
                  <a:cubicBezTo>
                    <a:pt x="3189" y="6280"/>
                    <a:pt x="3247" y="6222"/>
                    <a:pt x="3247" y="6151"/>
                  </a:cubicBezTo>
                  <a:lnTo>
                    <a:pt x="3247" y="330"/>
                  </a:lnTo>
                  <a:cubicBezTo>
                    <a:pt x="3247" y="258"/>
                    <a:pt x="3189" y="200"/>
                    <a:pt x="3117" y="200"/>
                  </a:cubicBezTo>
                  <a:lnTo>
                    <a:pt x="330" y="200"/>
                  </a:lnTo>
                  <a:close/>
                  <a:moveTo>
                    <a:pt x="3117" y="6481"/>
                  </a:moveTo>
                  <a:lnTo>
                    <a:pt x="330" y="6481"/>
                  </a:lnTo>
                  <a:cubicBezTo>
                    <a:pt x="148" y="6481"/>
                    <a:pt x="0" y="6333"/>
                    <a:pt x="0" y="6151"/>
                  </a:cubicBezTo>
                  <a:lnTo>
                    <a:pt x="0" y="330"/>
                  </a:lnTo>
                  <a:cubicBezTo>
                    <a:pt x="0" y="148"/>
                    <a:pt x="148" y="0"/>
                    <a:pt x="330" y="0"/>
                  </a:cubicBezTo>
                  <a:lnTo>
                    <a:pt x="3117" y="0"/>
                  </a:lnTo>
                  <a:cubicBezTo>
                    <a:pt x="3298" y="0"/>
                    <a:pt x="3447" y="148"/>
                    <a:pt x="3447" y="330"/>
                  </a:cubicBezTo>
                  <a:lnTo>
                    <a:pt x="3447" y="6151"/>
                  </a:lnTo>
                  <a:cubicBezTo>
                    <a:pt x="3447" y="6333"/>
                    <a:pt x="3298" y="6481"/>
                    <a:pt x="3117" y="6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2" name="Rectangle 1259">
              <a:extLst>
                <a:ext uri="{FF2B5EF4-FFF2-40B4-BE49-F238E27FC236}">
                  <a16:creationId xmlns:a16="http://schemas.microsoft.com/office/drawing/2014/main" id="{D424D5DC-1605-A0B1-4A4B-AFD2C8F25873}"/>
                </a:ext>
              </a:extLst>
            </p:cNvPr>
            <p:cNvSpPr>
              <a:spLocks noChangeArrowheads="1"/>
            </p:cNvSpPr>
            <p:nvPr/>
          </p:nvSpPr>
          <p:spPr bwMode="auto">
            <a:xfrm>
              <a:off x="5616575" y="2120900"/>
              <a:ext cx="1254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4" name="Rectangle 1260">
              <a:extLst>
                <a:ext uri="{FF2B5EF4-FFF2-40B4-BE49-F238E27FC236}">
                  <a16:creationId xmlns:a16="http://schemas.microsoft.com/office/drawing/2014/main" id="{B0848A56-7A11-21B5-0299-8BF3120AF062}"/>
                </a:ext>
              </a:extLst>
            </p:cNvPr>
            <p:cNvSpPr>
              <a:spLocks noChangeArrowheads="1"/>
            </p:cNvSpPr>
            <p:nvPr/>
          </p:nvSpPr>
          <p:spPr bwMode="auto">
            <a:xfrm>
              <a:off x="5654675" y="2098675"/>
              <a:ext cx="492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5" name="Freeform 1261">
              <a:extLst>
                <a:ext uri="{FF2B5EF4-FFF2-40B4-BE49-F238E27FC236}">
                  <a16:creationId xmlns:a16="http://schemas.microsoft.com/office/drawing/2014/main" id="{28522021-582F-098F-EF90-028B8B2DF17D}"/>
                </a:ext>
              </a:extLst>
            </p:cNvPr>
            <p:cNvSpPr>
              <a:spLocks/>
            </p:cNvSpPr>
            <p:nvPr/>
          </p:nvSpPr>
          <p:spPr bwMode="auto">
            <a:xfrm>
              <a:off x="5654675" y="2255838"/>
              <a:ext cx="87313" cy="7938"/>
            </a:xfrm>
            <a:custGeom>
              <a:avLst/>
              <a:gdLst>
                <a:gd name="T0" fmla="*/ 2269 w 2369"/>
                <a:gd name="T1" fmla="*/ 200 h 200"/>
                <a:gd name="T2" fmla="*/ 100 w 2369"/>
                <a:gd name="T3" fmla="*/ 200 h 200"/>
                <a:gd name="T4" fmla="*/ 0 w 2369"/>
                <a:gd name="T5" fmla="*/ 100 h 200"/>
                <a:gd name="T6" fmla="*/ 100 w 2369"/>
                <a:gd name="T7" fmla="*/ 0 h 200"/>
                <a:gd name="T8" fmla="*/ 2269 w 2369"/>
                <a:gd name="T9" fmla="*/ 0 h 200"/>
                <a:gd name="T10" fmla="*/ 2369 w 2369"/>
                <a:gd name="T11" fmla="*/ 100 h 200"/>
                <a:gd name="T12" fmla="*/ 2269 w 2369"/>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369" h="200">
                  <a:moveTo>
                    <a:pt x="2269" y="200"/>
                  </a:moveTo>
                  <a:lnTo>
                    <a:pt x="100" y="200"/>
                  </a:lnTo>
                  <a:cubicBezTo>
                    <a:pt x="45" y="200"/>
                    <a:pt x="0" y="155"/>
                    <a:pt x="0" y="100"/>
                  </a:cubicBezTo>
                  <a:cubicBezTo>
                    <a:pt x="0" y="45"/>
                    <a:pt x="45" y="0"/>
                    <a:pt x="100" y="0"/>
                  </a:cubicBezTo>
                  <a:lnTo>
                    <a:pt x="2269" y="0"/>
                  </a:lnTo>
                  <a:cubicBezTo>
                    <a:pt x="2324" y="0"/>
                    <a:pt x="2369" y="45"/>
                    <a:pt x="2369" y="100"/>
                  </a:cubicBezTo>
                  <a:cubicBezTo>
                    <a:pt x="2369" y="155"/>
                    <a:pt x="2324" y="200"/>
                    <a:pt x="226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6" name="Freeform 1262">
              <a:extLst>
                <a:ext uri="{FF2B5EF4-FFF2-40B4-BE49-F238E27FC236}">
                  <a16:creationId xmlns:a16="http://schemas.microsoft.com/office/drawing/2014/main" id="{180642DC-53BC-D52F-AF2C-9982BB02CCB8}"/>
                </a:ext>
              </a:extLst>
            </p:cNvPr>
            <p:cNvSpPr>
              <a:spLocks/>
            </p:cNvSpPr>
            <p:nvPr/>
          </p:nvSpPr>
          <p:spPr bwMode="auto">
            <a:xfrm>
              <a:off x="5645150" y="2255838"/>
              <a:ext cx="7938" cy="7938"/>
            </a:xfrm>
            <a:custGeom>
              <a:avLst/>
              <a:gdLst>
                <a:gd name="T0" fmla="*/ 108 w 208"/>
                <a:gd name="T1" fmla="*/ 200 h 200"/>
                <a:gd name="T2" fmla="*/ 100 w 208"/>
                <a:gd name="T3" fmla="*/ 200 h 200"/>
                <a:gd name="T4" fmla="*/ 0 w 208"/>
                <a:gd name="T5" fmla="*/ 100 h 200"/>
                <a:gd name="T6" fmla="*/ 100 w 208"/>
                <a:gd name="T7" fmla="*/ 0 h 200"/>
                <a:gd name="T8" fmla="*/ 108 w 208"/>
                <a:gd name="T9" fmla="*/ 0 h 200"/>
                <a:gd name="T10" fmla="*/ 208 w 208"/>
                <a:gd name="T11" fmla="*/ 100 h 200"/>
                <a:gd name="T12" fmla="*/ 108 w 20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08" h="200">
                  <a:moveTo>
                    <a:pt x="108" y="200"/>
                  </a:moveTo>
                  <a:lnTo>
                    <a:pt x="100" y="200"/>
                  </a:lnTo>
                  <a:cubicBezTo>
                    <a:pt x="45" y="200"/>
                    <a:pt x="0" y="155"/>
                    <a:pt x="0" y="100"/>
                  </a:cubicBezTo>
                  <a:cubicBezTo>
                    <a:pt x="0" y="45"/>
                    <a:pt x="45" y="0"/>
                    <a:pt x="100" y="0"/>
                  </a:cubicBezTo>
                  <a:lnTo>
                    <a:pt x="108" y="0"/>
                  </a:lnTo>
                  <a:cubicBezTo>
                    <a:pt x="164" y="0"/>
                    <a:pt x="208" y="45"/>
                    <a:pt x="208" y="100"/>
                  </a:cubicBezTo>
                  <a:cubicBezTo>
                    <a:pt x="208" y="155"/>
                    <a:pt x="164" y="200"/>
                    <a:pt x="10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7" name="Freeform 1263">
              <a:extLst>
                <a:ext uri="{FF2B5EF4-FFF2-40B4-BE49-F238E27FC236}">
                  <a16:creationId xmlns:a16="http://schemas.microsoft.com/office/drawing/2014/main" id="{0BC3D3F3-0FFD-AA0D-650C-ED472AEE816A}"/>
                </a:ext>
              </a:extLst>
            </p:cNvPr>
            <p:cNvSpPr>
              <a:spLocks/>
            </p:cNvSpPr>
            <p:nvPr/>
          </p:nvSpPr>
          <p:spPr bwMode="auto">
            <a:xfrm>
              <a:off x="5616575" y="2255838"/>
              <a:ext cx="25400" cy="7938"/>
            </a:xfrm>
            <a:custGeom>
              <a:avLst/>
              <a:gdLst>
                <a:gd name="T0" fmla="*/ 577 w 677"/>
                <a:gd name="T1" fmla="*/ 200 h 200"/>
                <a:gd name="T2" fmla="*/ 100 w 677"/>
                <a:gd name="T3" fmla="*/ 200 h 200"/>
                <a:gd name="T4" fmla="*/ 0 w 677"/>
                <a:gd name="T5" fmla="*/ 100 h 200"/>
                <a:gd name="T6" fmla="*/ 100 w 677"/>
                <a:gd name="T7" fmla="*/ 0 h 200"/>
                <a:gd name="T8" fmla="*/ 577 w 677"/>
                <a:gd name="T9" fmla="*/ 0 h 200"/>
                <a:gd name="T10" fmla="*/ 677 w 677"/>
                <a:gd name="T11" fmla="*/ 100 h 200"/>
                <a:gd name="T12" fmla="*/ 577 w 677"/>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77" h="200">
                  <a:moveTo>
                    <a:pt x="577" y="200"/>
                  </a:moveTo>
                  <a:lnTo>
                    <a:pt x="100" y="200"/>
                  </a:lnTo>
                  <a:cubicBezTo>
                    <a:pt x="45" y="200"/>
                    <a:pt x="0" y="155"/>
                    <a:pt x="0" y="100"/>
                  </a:cubicBezTo>
                  <a:cubicBezTo>
                    <a:pt x="0" y="45"/>
                    <a:pt x="45" y="0"/>
                    <a:pt x="100" y="0"/>
                  </a:cubicBezTo>
                  <a:lnTo>
                    <a:pt x="577" y="0"/>
                  </a:lnTo>
                  <a:cubicBezTo>
                    <a:pt x="632" y="0"/>
                    <a:pt x="677" y="45"/>
                    <a:pt x="677" y="100"/>
                  </a:cubicBezTo>
                  <a:cubicBezTo>
                    <a:pt x="677" y="155"/>
                    <a:pt x="632" y="200"/>
                    <a:pt x="577"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8" name="Freeform 1264">
              <a:extLst>
                <a:ext uri="{FF2B5EF4-FFF2-40B4-BE49-F238E27FC236}">
                  <a16:creationId xmlns:a16="http://schemas.microsoft.com/office/drawing/2014/main" id="{2A1B85AB-9320-4163-7332-C2F258F10D08}"/>
                </a:ext>
              </a:extLst>
            </p:cNvPr>
            <p:cNvSpPr>
              <a:spLocks noEditPoints="1"/>
            </p:cNvSpPr>
            <p:nvPr/>
          </p:nvSpPr>
          <p:spPr bwMode="auto">
            <a:xfrm>
              <a:off x="5665788" y="2270125"/>
              <a:ext cx="26988" cy="26988"/>
            </a:xfrm>
            <a:custGeom>
              <a:avLst/>
              <a:gdLst>
                <a:gd name="T0" fmla="*/ 357 w 713"/>
                <a:gd name="T1" fmla="*/ 200 h 712"/>
                <a:gd name="T2" fmla="*/ 200 w 713"/>
                <a:gd name="T3" fmla="*/ 356 h 712"/>
                <a:gd name="T4" fmla="*/ 357 w 713"/>
                <a:gd name="T5" fmla="*/ 513 h 712"/>
                <a:gd name="T6" fmla="*/ 513 w 713"/>
                <a:gd name="T7" fmla="*/ 356 h 712"/>
                <a:gd name="T8" fmla="*/ 357 w 713"/>
                <a:gd name="T9" fmla="*/ 200 h 712"/>
                <a:gd name="T10" fmla="*/ 357 w 713"/>
                <a:gd name="T11" fmla="*/ 712 h 712"/>
                <a:gd name="T12" fmla="*/ 0 w 713"/>
                <a:gd name="T13" fmla="*/ 356 h 712"/>
                <a:gd name="T14" fmla="*/ 357 w 713"/>
                <a:gd name="T15" fmla="*/ 0 h 712"/>
                <a:gd name="T16" fmla="*/ 713 w 713"/>
                <a:gd name="T17" fmla="*/ 356 h 712"/>
                <a:gd name="T18" fmla="*/ 357 w 713"/>
                <a:gd name="T19" fmla="*/ 712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3" h="712">
                  <a:moveTo>
                    <a:pt x="357" y="200"/>
                  </a:moveTo>
                  <a:cubicBezTo>
                    <a:pt x="270" y="200"/>
                    <a:pt x="200" y="269"/>
                    <a:pt x="200" y="356"/>
                  </a:cubicBezTo>
                  <a:cubicBezTo>
                    <a:pt x="200" y="443"/>
                    <a:pt x="270" y="513"/>
                    <a:pt x="357" y="513"/>
                  </a:cubicBezTo>
                  <a:cubicBezTo>
                    <a:pt x="443" y="513"/>
                    <a:pt x="513" y="443"/>
                    <a:pt x="513" y="356"/>
                  </a:cubicBezTo>
                  <a:cubicBezTo>
                    <a:pt x="513" y="269"/>
                    <a:pt x="443" y="200"/>
                    <a:pt x="357" y="200"/>
                  </a:cubicBezTo>
                  <a:close/>
                  <a:moveTo>
                    <a:pt x="357" y="712"/>
                  </a:moveTo>
                  <a:cubicBezTo>
                    <a:pt x="160" y="712"/>
                    <a:pt x="0" y="552"/>
                    <a:pt x="0" y="356"/>
                  </a:cubicBezTo>
                  <a:cubicBezTo>
                    <a:pt x="0" y="160"/>
                    <a:pt x="160" y="0"/>
                    <a:pt x="357" y="0"/>
                  </a:cubicBezTo>
                  <a:cubicBezTo>
                    <a:pt x="553" y="0"/>
                    <a:pt x="713" y="160"/>
                    <a:pt x="713" y="356"/>
                  </a:cubicBezTo>
                  <a:cubicBezTo>
                    <a:pt x="713" y="552"/>
                    <a:pt x="553" y="712"/>
                    <a:pt x="357" y="7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39" name="Oval 138">
            <a:extLst>
              <a:ext uri="{FF2B5EF4-FFF2-40B4-BE49-F238E27FC236}">
                <a16:creationId xmlns:a16="http://schemas.microsoft.com/office/drawing/2014/main" id="{9E086253-8CE9-5A5C-897A-FC70D14985A7}"/>
              </a:ext>
            </a:extLst>
          </p:cNvPr>
          <p:cNvSpPr>
            <a:spLocks noChangeAspect="1"/>
          </p:cNvSpPr>
          <p:nvPr/>
        </p:nvSpPr>
        <p:spPr>
          <a:xfrm>
            <a:off x="2561411" y="206881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0" name="Oval 139">
            <a:extLst>
              <a:ext uri="{FF2B5EF4-FFF2-40B4-BE49-F238E27FC236}">
                <a16:creationId xmlns:a16="http://schemas.microsoft.com/office/drawing/2014/main" id="{4DB9D8FA-C09B-FC64-2044-A2FF75F57CBB}"/>
              </a:ext>
            </a:extLst>
          </p:cNvPr>
          <p:cNvSpPr>
            <a:spLocks noChangeAspect="1"/>
          </p:cNvSpPr>
          <p:nvPr/>
        </p:nvSpPr>
        <p:spPr>
          <a:xfrm>
            <a:off x="2561411" y="248980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7" name="Oval 156"/>
          <p:cNvSpPr>
            <a:spLocks noChangeAspect="1"/>
          </p:cNvSpPr>
          <p:nvPr/>
        </p:nvSpPr>
        <p:spPr>
          <a:xfrm>
            <a:off x="862850" y="1571868"/>
            <a:ext cx="1338773" cy="1338773"/>
          </a:xfrm>
          <a:prstGeom prst="ellipse">
            <a:avLst/>
          </a:prstGeom>
          <a:blipFill dpi="0" rotWithShape="1">
            <a:blip r:embed="rId5"/>
            <a:srcRect/>
            <a:stretch>
              <a:fillRect/>
            </a:stretch>
          </a:blipFill>
          <a:ln w="9525">
            <a:solidFill>
              <a:srgbClr val="D9D9D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grpSp>
        <p:nvGrpSpPr>
          <p:cNvPr id="4" name="Resume" descr="{&quot;Key&quot;:&quot;POWER_USER_SHAPE_ICON&quot;,&quot;Value&quot;:&quot;POWER_USER_SHAPE_ICON_STYLE_1&quot;}">
            <a:extLst>
              <a:ext uri="{FF2B5EF4-FFF2-40B4-BE49-F238E27FC236}">
                <a16:creationId xmlns:a16="http://schemas.microsoft.com/office/drawing/2014/main" id="{DF172967-D908-C371-4FBD-9A6786D19051}"/>
              </a:ext>
            </a:extLst>
          </p:cNvPr>
          <p:cNvGrpSpPr>
            <a:grpSpLocks noChangeAspect="1"/>
          </p:cNvGrpSpPr>
          <p:nvPr/>
        </p:nvGrpSpPr>
        <p:grpSpPr>
          <a:xfrm>
            <a:off x="685930" y="3099718"/>
            <a:ext cx="322569" cy="269302"/>
            <a:chOff x="9298887" y="3796494"/>
            <a:chExt cx="1011339" cy="844327"/>
          </a:xfrm>
          <a:solidFill>
            <a:srgbClr val="FFFFFF"/>
          </a:solidFill>
        </p:grpSpPr>
        <p:sp>
          <p:nvSpPr>
            <p:cNvPr id="5" name="Free-form: Shape 4">
              <a:extLst>
                <a:ext uri="{FF2B5EF4-FFF2-40B4-BE49-F238E27FC236}">
                  <a16:creationId xmlns:a16="http://schemas.microsoft.com/office/drawing/2014/main" id="{C5D7AA8D-A90B-3471-F159-930BECA1478D}"/>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70B5552-EECB-3642-B988-74857D52AD02}"/>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C019590-711C-9984-3B55-633D7D20E60E}"/>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68AC765-CD5E-BC0E-F076-003AC951DA4E}"/>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4D401BD3-E3A4-25B2-9905-92A22AAF9ECF}"/>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1846171E-C80D-3FA0-7F2F-E4A337851184}"/>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879FB204-DD47-A351-0CB7-A074A9263F68}"/>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34" name="Global_solution" descr="{&quot;Key&quot;:&quot;POWER_USER_SHAPE_ICON&quot;,&quot;Value&quot;:&quot;POWER_USER_SHAPE_ICON_STYLE_1&quot;}">
            <a:extLst>
              <a:ext uri="{FF2B5EF4-FFF2-40B4-BE49-F238E27FC236}">
                <a16:creationId xmlns:a16="http://schemas.microsoft.com/office/drawing/2014/main" id="{340B9413-D9D2-E891-BA93-5E66CEC2619A}"/>
              </a:ext>
            </a:extLst>
          </p:cNvPr>
          <p:cNvGrpSpPr>
            <a:grpSpLocks noChangeAspect="1"/>
          </p:cNvGrpSpPr>
          <p:nvPr/>
        </p:nvGrpSpPr>
        <p:grpSpPr>
          <a:xfrm>
            <a:off x="682089" y="4576229"/>
            <a:ext cx="354097" cy="331780"/>
            <a:chOff x="9792661" y="-1380672"/>
            <a:chExt cx="1198689" cy="1123140"/>
          </a:xfrm>
          <a:solidFill>
            <a:srgbClr val="FFFFFF"/>
          </a:solidFill>
        </p:grpSpPr>
        <p:sp>
          <p:nvSpPr>
            <p:cNvPr id="35" name="Free-form: Shape 34">
              <a:extLst>
                <a:ext uri="{FF2B5EF4-FFF2-40B4-BE49-F238E27FC236}">
                  <a16:creationId xmlns:a16="http://schemas.microsoft.com/office/drawing/2014/main" id="{6ACDD9FE-C32E-0053-835B-13D39127707F}"/>
                </a:ext>
              </a:extLst>
            </p:cNvPr>
            <p:cNvSpPr/>
            <p:nvPr/>
          </p:nvSpPr>
          <p:spPr>
            <a:xfrm>
              <a:off x="9792661" y="-1380672"/>
              <a:ext cx="1198689" cy="1123140"/>
            </a:xfrm>
            <a:custGeom>
              <a:avLst/>
              <a:gdLst>
                <a:gd name="connsiteX0" fmla="*/ 542511 w 1198689"/>
                <a:gd name="connsiteY0" fmla="*/ 0 h 1123140"/>
                <a:gd name="connsiteX1" fmla="*/ 566578 w 1198689"/>
                <a:gd name="connsiteY1" fmla="*/ 42768 h 1123140"/>
                <a:gd name="connsiteX2" fmla="*/ 569289 w 1198689"/>
                <a:gd name="connsiteY2" fmla="*/ 44317 h 1123140"/>
                <a:gd name="connsiteX3" fmla="*/ 642487 w 1198689"/>
                <a:gd name="connsiteY3" fmla="*/ 18147 h 1123140"/>
                <a:gd name="connsiteX4" fmla="*/ 666883 w 1198689"/>
                <a:gd name="connsiteY4" fmla="*/ 29702 h 1123140"/>
                <a:gd name="connsiteX5" fmla="*/ 666886 w 1198689"/>
                <a:gd name="connsiteY5" fmla="*/ 29711 h 1123140"/>
                <a:gd name="connsiteX6" fmla="*/ 721604 w 1198689"/>
                <a:gd name="connsiteY6" fmla="*/ 183022 h 1123140"/>
                <a:gd name="connsiteX7" fmla="*/ 709567 w 1198689"/>
                <a:gd name="connsiteY7" fmla="*/ 208575 h 1123140"/>
                <a:gd name="connsiteX8" fmla="*/ 709543 w 1198689"/>
                <a:gd name="connsiteY8" fmla="*/ 208583 h 1123140"/>
                <a:gd name="connsiteX9" fmla="*/ 637729 w 1198689"/>
                <a:gd name="connsiteY9" fmla="*/ 234200 h 1123140"/>
                <a:gd name="connsiteX10" fmla="*/ 636567 w 1198689"/>
                <a:gd name="connsiteY10" fmla="*/ 236579 h 1123140"/>
                <a:gd name="connsiteX11" fmla="*/ 671644 w 1198689"/>
                <a:gd name="connsiteY11" fmla="*/ 334729 h 1123140"/>
                <a:gd name="connsiteX12" fmla="*/ 675517 w 1198689"/>
                <a:gd name="connsiteY12" fmla="*/ 336997 h 1123140"/>
                <a:gd name="connsiteX13" fmla="*/ 761108 w 1198689"/>
                <a:gd name="connsiteY13" fmla="*/ 349557 h 1123140"/>
                <a:gd name="connsiteX14" fmla="*/ 790819 w 1198689"/>
                <a:gd name="connsiteY14" fmla="*/ 360622 h 1123140"/>
                <a:gd name="connsiteX15" fmla="*/ 880725 w 1198689"/>
                <a:gd name="connsiteY15" fmla="*/ 417830 h 1123140"/>
                <a:gd name="connsiteX16" fmla="*/ 915802 w 1198689"/>
                <a:gd name="connsiteY16" fmla="*/ 499880 h 1123140"/>
                <a:gd name="connsiteX17" fmla="*/ 921446 w 1198689"/>
                <a:gd name="connsiteY17" fmla="*/ 534349 h 1123140"/>
                <a:gd name="connsiteX18" fmla="*/ 924433 w 1198689"/>
                <a:gd name="connsiteY18" fmla="*/ 537503 h 1123140"/>
                <a:gd name="connsiteX19" fmla="*/ 1060040 w 1198689"/>
                <a:gd name="connsiteY19" fmla="*/ 580713 h 1123140"/>
                <a:gd name="connsiteX20" fmla="*/ 1089806 w 1198689"/>
                <a:gd name="connsiteY20" fmla="*/ 603287 h 1123140"/>
                <a:gd name="connsiteX21" fmla="*/ 1119019 w 1198689"/>
                <a:gd name="connsiteY21" fmla="*/ 626967 h 1123140"/>
                <a:gd name="connsiteX22" fmla="*/ 1129918 w 1198689"/>
                <a:gd name="connsiteY22" fmla="*/ 640743 h 1123140"/>
                <a:gd name="connsiteX23" fmla="*/ 1137443 w 1198689"/>
                <a:gd name="connsiteY23" fmla="*/ 651809 h 1123140"/>
                <a:gd name="connsiteX24" fmla="*/ 1198690 w 1198689"/>
                <a:gd name="connsiteY24" fmla="*/ 815687 h 1123140"/>
                <a:gd name="connsiteX25" fmla="*/ 1198690 w 1198689"/>
                <a:gd name="connsiteY25" fmla="*/ 843462 h 1123140"/>
                <a:gd name="connsiteX26" fmla="*/ 1166766 w 1198689"/>
                <a:gd name="connsiteY26" fmla="*/ 962968 h 1123140"/>
                <a:gd name="connsiteX27" fmla="*/ 1165549 w 1198689"/>
                <a:gd name="connsiteY27" fmla="*/ 968113 h 1123140"/>
                <a:gd name="connsiteX28" fmla="*/ 1157748 w 1198689"/>
                <a:gd name="connsiteY28" fmla="*/ 986759 h 1123140"/>
                <a:gd name="connsiteX29" fmla="*/ 1146018 w 1198689"/>
                <a:gd name="connsiteY29" fmla="*/ 997160 h 1123140"/>
                <a:gd name="connsiteX30" fmla="*/ 1121564 w 1198689"/>
                <a:gd name="connsiteY30" fmla="*/ 1027258 h 1123140"/>
                <a:gd name="connsiteX31" fmla="*/ 1084882 w 1198689"/>
                <a:gd name="connsiteY31" fmla="*/ 1060454 h 1123140"/>
                <a:gd name="connsiteX32" fmla="*/ 1054673 w 1198689"/>
                <a:gd name="connsiteY32" fmla="*/ 1082253 h 1123140"/>
                <a:gd name="connsiteX33" fmla="*/ 919454 w 1198689"/>
                <a:gd name="connsiteY33" fmla="*/ 1123140 h 1123140"/>
                <a:gd name="connsiteX34" fmla="*/ 892122 w 1198689"/>
                <a:gd name="connsiteY34" fmla="*/ 1123140 h 1123140"/>
                <a:gd name="connsiteX35" fmla="*/ 755962 w 1198689"/>
                <a:gd name="connsiteY35" fmla="*/ 1082087 h 1123140"/>
                <a:gd name="connsiteX36" fmla="*/ 727082 w 1198689"/>
                <a:gd name="connsiteY36" fmla="*/ 1061506 h 1123140"/>
                <a:gd name="connsiteX37" fmla="*/ 690898 w 1198689"/>
                <a:gd name="connsiteY37" fmla="*/ 1029084 h 1123140"/>
                <a:gd name="connsiteX38" fmla="*/ 654769 w 1198689"/>
                <a:gd name="connsiteY38" fmla="*/ 982001 h 1123140"/>
                <a:gd name="connsiteX39" fmla="*/ 612665 w 1198689"/>
                <a:gd name="connsiteY39" fmla="*/ 843959 h 1123140"/>
                <a:gd name="connsiteX40" fmla="*/ 609954 w 1198689"/>
                <a:gd name="connsiteY40" fmla="*/ 842300 h 1123140"/>
                <a:gd name="connsiteX41" fmla="*/ 539910 w 1198689"/>
                <a:gd name="connsiteY41" fmla="*/ 873283 h 1123140"/>
                <a:gd name="connsiteX42" fmla="*/ 537974 w 1198689"/>
                <a:gd name="connsiteY42" fmla="*/ 876990 h 1123140"/>
                <a:gd name="connsiteX43" fmla="*/ 573992 w 1198689"/>
                <a:gd name="connsiteY43" fmla="*/ 1074508 h 1123140"/>
                <a:gd name="connsiteX44" fmla="*/ 571013 w 1198689"/>
                <a:gd name="connsiteY44" fmla="*/ 1078821 h 1123140"/>
                <a:gd name="connsiteX45" fmla="*/ 571004 w 1198689"/>
                <a:gd name="connsiteY45" fmla="*/ 1078823 h 1123140"/>
                <a:gd name="connsiteX46" fmla="*/ 540353 w 1198689"/>
                <a:gd name="connsiteY46" fmla="*/ 1084411 h 1123140"/>
                <a:gd name="connsiteX47" fmla="*/ 535884 w 1198689"/>
                <a:gd name="connsiteY47" fmla="*/ 1081382 h 1123140"/>
                <a:gd name="connsiteX48" fmla="*/ 535872 w 1198689"/>
                <a:gd name="connsiteY48" fmla="*/ 1081313 h 1123140"/>
                <a:gd name="connsiteX49" fmla="*/ 497253 w 1198689"/>
                <a:gd name="connsiteY49" fmla="*/ 870019 h 1123140"/>
                <a:gd name="connsiteX50" fmla="*/ 518388 w 1198689"/>
                <a:gd name="connsiteY50" fmla="*/ 839478 h 1123140"/>
                <a:gd name="connsiteX51" fmla="*/ 685808 w 1198689"/>
                <a:gd name="connsiteY51" fmla="*/ 748078 h 1123140"/>
                <a:gd name="connsiteX52" fmla="*/ 690953 w 1198689"/>
                <a:gd name="connsiteY52" fmla="*/ 743043 h 1123140"/>
                <a:gd name="connsiteX53" fmla="*/ 697261 w 1198689"/>
                <a:gd name="connsiteY53" fmla="*/ 735795 h 1123140"/>
                <a:gd name="connsiteX54" fmla="*/ 724592 w 1198689"/>
                <a:gd name="connsiteY54" fmla="*/ 715601 h 1123140"/>
                <a:gd name="connsiteX55" fmla="*/ 805480 w 1198689"/>
                <a:gd name="connsiteY55" fmla="*/ 612582 h 1123140"/>
                <a:gd name="connsiteX56" fmla="*/ 802769 w 1198689"/>
                <a:gd name="connsiteY56" fmla="*/ 607879 h 1123140"/>
                <a:gd name="connsiteX57" fmla="*/ 742020 w 1198689"/>
                <a:gd name="connsiteY57" fmla="*/ 592166 h 1123140"/>
                <a:gd name="connsiteX58" fmla="*/ 711148 w 1198689"/>
                <a:gd name="connsiteY58" fmla="*/ 568209 h 1123140"/>
                <a:gd name="connsiteX59" fmla="*/ 707219 w 1198689"/>
                <a:gd name="connsiteY59" fmla="*/ 568541 h 1123140"/>
                <a:gd name="connsiteX60" fmla="*/ 656263 w 1198689"/>
                <a:gd name="connsiteY60" fmla="*/ 616731 h 1123140"/>
                <a:gd name="connsiteX61" fmla="*/ 538195 w 1198689"/>
                <a:gd name="connsiteY61" fmla="*/ 674271 h 1123140"/>
                <a:gd name="connsiteX62" fmla="*/ 443033 w 1198689"/>
                <a:gd name="connsiteY62" fmla="*/ 699003 h 1123140"/>
                <a:gd name="connsiteX63" fmla="*/ 431746 w 1198689"/>
                <a:gd name="connsiteY63" fmla="*/ 705697 h 1123140"/>
                <a:gd name="connsiteX64" fmla="*/ 353901 w 1198689"/>
                <a:gd name="connsiteY64" fmla="*/ 798149 h 1123140"/>
                <a:gd name="connsiteX65" fmla="*/ 327399 w 1198689"/>
                <a:gd name="connsiteY65" fmla="*/ 803349 h 1123140"/>
                <a:gd name="connsiteX66" fmla="*/ 204020 w 1198689"/>
                <a:gd name="connsiteY66" fmla="*/ 738727 h 1123140"/>
                <a:gd name="connsiteX67" fmla="*/ 185928 w 1198689"/>
                <a:gd name="connsiteY67" fmla="*/ 734855 h 1123140"/>
                <a:gd name="connsiteX68" fmla="*/ 94860 w 1198689"/>
                <a:gd name="connsiteY68" fmla="*/ 778950 h 1123140"/>
                <a:gd name="connsiteX69" fmla="*/ 42465 w 1198689"/>
                <a:gd name="connsiteY69" fmla="*/ 866090 h 1123140"/>
                <a:gd name="connsiteX70" fmla="*/ 44789 w 1198689"/>
                <a:gd name="connsiteY70" fmla="*/ 959593 h 1123140"/>
                <a:gd name="connsiteX71" fmla="*/ 66919 w 1198689"/>
                <a:gd name="connsiteY71" fmla="*/ 1073733 h 1123140"/>
                <a:gd name="connsiteX72" fmla="*/ 63378 w 1198689"/>
                <a:gd name="connsiteY72" fmla="*/ 1078989 h 1123140"/>
                <a:gd name="connsiteX73" fmla="*/ 33778 w 1198689"/>
                <a:gd name="connsiteY73" fmla="*/ 1084411 h 1123140"/>
                <a:gd name="connsiteX74" fmla="*/ 28910 w 1198689"/>
                <a:gd name="connsiteY74" fmla="*/ 1081091 h 1123140"/>
                <a:gd name="connsiteX75" fmla="*/ 1523 w 1198689"/>
                <a:gd name="connsiteY75" fmla="*/ 938845 h 1123140"/>
                <a:gd name="connsiteX76" fmla="*/ 84 w 1198689"/>
                <a:gd name="connsiteY76" fmla="*/ 903160 h 1123140"/>
                <a:gd name="connsiteX77" fmla="*/ 2906 w 1198689"/>
                <a:gd name="connsiteY77" fmla="*/ 867473 h 1123140"/>
                <a:gd name="connsiteX78" fmla="*/ 99230 w 1198689"/>
                <a:gd name="connsiteY78" fmla="*/ 729156 h 1123140"/>
                <a:gd name="connsiteX79" fmla="*/ 178901 w 1198689"/>
                <a:gd name="connsiteY79" fmla="*/ 696623 h 1123140"/>
                <a:gd name="connsiteX80" fmla="*/ 213425 w 1198689"/>
                <a:gd name="connsiteY80" fmla="*/ 699832 h 1123140"/>
                <a:gd name="connsiteX81" fmla="*/ 330553 w 1198689"/>
                <a:gd name="connsiteY81" fmla="*/ 761301 h 1123140"/>
                <a:gd name="connsiteX82" fmla="*/ 335090 w 1198689"/>
                <a:gd name="connsiteY82" fmla="*/ 760360 h 1123140"/>
                <a:gd name="connsiteX83" fmla="*/ 408121 w 1198689"/>
                <a:gd name="connsiteY83" fmla="*/ 673607 h 1123140"/>
                <a:gd name="connsiteX84" fmla="*/ 426601 w 1198689"/>
                <a:gd name="connsiteY84" fmla="*/ 662763 h 1123140"/>
                <a:gd name="connsiteX85" fmla="*/ 493270 w 1198689"/>
                <a:gd name="connsiteY85" fmla="*/ 647327 h 1123140"/>
                <a:gd name="connsiteX86" fmla="*/ 624339 w 1198689"/>
                <a:gd name="connsiteY86" fmla="*/ 591557 h 1123140"/>
                <a:gd name="connsiteX87" fmla="*/ 643317 w 1198689"/>
                <a:gd name="connsiteY87" fmla="*/ 577283 h 1123140"/>
                <a:gd name="connsiteX88" fmla="*/ 661409 w 1198689"/>
                <a:gd name="connsiteY88" fmla="*/ 561625 h 1123140"/>
                <a:gd name="connsiteX89" fmla="*/ 661563 w 1198689"/>
                <a:gd name="connsiteY89" fmla="*/ 559743 h 1123140"/>
                <a:gd name="connsiteX90" fmla="*/ 660634 w 1198689"/>
                <a:gd name="connsiteY90" fmla="*/ 559246 h 1123140"/>
                <a:gd name="connsiteX91" fmla="*/ 586938 w 1198689"/>
                <a:gd name="connsiteY91" fmla="*/ 526659 h 1123140"/>
                <a:gd name="connsiteX92" fmla="*/ 560049 w 1198689"/>
                <a:gd name="connsiteY92" fmla="*/ 473102 h 1123140"/>
                <a:gd name="connsiteX93" fmla="*/ 606303 w 1198689"/>
                <a:gd name="connsiteY93" fmla="*/ 367538 h 1123140"/>
                <a:gd name="connsiteX94" fmla="*/ 633302 w 1198689"/>
                <a:gd name="connsiteY94" fmla="*/ 350110 h 1123140"/>
                <a:gd name="connsiteX95" fmla="*/ 634741 w 1198689"/>
                <a:gd name="connsiteY95" fmla="*/ 346016 h 1123140"/>
                <a:gd name="connsiteX96" fmla="*/ 521542 w 1198689"/>
                <a:gd name="connsiteY96" fmla="*/ 32090 h 1123140"/>
                <a:gd name="connsiteX97" fmla="*/ 532109 w 1198689"/>
                <a:gd name="connsiteY97" fmla="*/ 0 h 1123140"/>
                <a:gd name="connsiteX98" fmla="*/ 542511 w 1198689"/>
                <a:gd name="connsiteY98" fmla="*/ 0 h 1123140"/>
                <a:gd name="connsiteX99" fmla="*/ 637514 w 1198689"/>
                <a:gd name="connsiteY99" fmla="*/ 63080 h 1123140"/>
                <a:gd name="connsiteX100" fmla="*/ 635107 w 1198689"/>
                <a:gd name="connsiteY100" fmla="*/ 61947 h 1123140"/>
                <a:gd name="connsiteX101" fmla="*/ 635107 w 1198689"/>
                <a:gd name="connsiteY101" fmla="*/ 61947 h 1123140"/>
                <a:gd name="connsiteX102" fmla="*/ 582322 w 1198689"/>
                <a:gd name="connsiteY102" fmla="*/ 80951 h 1123140"/>
                <a:gd name="connsiteX103" fmla="*/ 581190 w 1198689"/>
                <a:gd name="connsiteY103" fmla="*/ 83358 h 1123140"/>
                <a:gd name="connsiteX104" fmla="*/ 581190 w 1198689"/>
                <a:gd name="connsiteY104" fmla="*/ 83358 h 1123140"/>
                <a:gd name="connsiteX105" fmla="*/ 622009 w 1198689"/>
                <a:gd name="connsiteY105" fmla="*/ 196737 h 1123140"/>
                <a:gd name="connsiteX106" fmla="*/ 624416 w 1198689"/>
                <a:gd name="connsiteY106" fmla="*/ 197869 h 1123140"/>
                <a:gd name="connsiteX107" fmla="*/ 624416 w 1198689"/>
                <a:gd name="connsiteY107" fmla="*/ 197869 h 1123140"/>
                <a:gd name="connsiteX108" fmla="*/ 677201 w 1198689"/>
                <a:gd name="connsiteY108" fmla="*/ 178865 h 1123140"/>
                <a:gd name="connsiteX109" fmla="*/ 678333 w 1198689"/>
                <a:gd name="connsiteY109" fmla="*/ 176458 h 1123140"/>
                <a:gd name="connsiteX110" fmla="*/ 678333 w 1198689"/>
                <a:gd name="connsiteY110" fmla="*/ 176458 h 1123140"/>
                <a:gd name="connsiteX111" fmla="*/ 637514 w 1198689"/>
                <a:gd name="connsiteY111" fmla="*/ 63080 h 1123140"/>
                <a:gd name="connsiteX112" fmla="*/ 683041 w 1198689"/>
                <a:gd name="connsiteY112" fmla="*/ 520739 h 1123140"/>
                <a:gd name="connsiteX113" fmla="*/ 684757 w 1198689"/>
                <a:gd name="connsiteY113" fmla="*/ 518304 h 1123140"/>
                <a:gd name="connsiteX114" fmla="*/ 732836 w 1198689"/>
                <a:gd name="connsiteY114" fmla="*/ 381425 h 1123140"/>
                <a:gd name="connsiteX115" fmla="*/ 732504 w 1198689"/>
                <a:gd name="connsiteY115" fmla="*/ 378825 h 1123140"/>
                <a:gd name="connsiteX116" fmla="*/ 653552 w 1198689"/>
                <a:gd name="connsiteY116" fmla="*/ 383970 h 1123140"/>
                <a:gd name="connsiteX117" fmla="*/ 602983 w 1198689"/>
                <a:gd name="connsiteY117" fmla="*/ 433598 h 1123140"/>
                <a:gd name="connsiteX118" fmla="*/ 683041 w 1198689"/>
                <a:gd name="connsiteY118" fmla="*/ 520739 h 1123140"/>
                <a:gd name="connsiteX119" fmla="*/ 755354 w 1198689"/>
                <a:gd name="connsiteY119" fmla="*/ 554654 h 1123140"/>
                <a:gd name="connsiteX120" fmla="*/ 850074 w 1198689"/>
                <a:gd name="connsiteY120" fmla="*/ 562123 h 1123140"/>
                <a:gd name="connsiteX121" fmla="*/ 872979 w 1198689"/>
                <a:gd name="connsiteY121" fmla="*/ 552164 h 1123140"/>
                <a:gd name="connsiteX122" fmla="*/ 882163 w 1198689"/>
                <a:gd name="connsiteY122" fmla="*/ 525884 h 1123140"/>
                <a:gd name="connsiteX123" fmla="*/ 878457 w 1198689"/>
                <a:gd name="connsiteY123" fmla="*/ 510282 h 1123140"/>
                <a:gd name="connsiteX124" fmla="*/ 837902 w 1198689"/>
                <a:gd name="connsiteY124" fmla="*/ 420763 h 1123140"/>
                <a:gd name="connsiteX125" fmla="*/ 754635 w 1198689"/>
                <a:gd name="connsiteY125" fmla="*/ 413681 h 1123140"/>
                <a:gd name="connsiteX126" fmla="*/ 722434 w 1198689"/>
                <a:gd name="connsiteY126" fmla="*/ 457610 h 1123140"/>
                <a:gd name="connsiteX127" fmla="*/ 734606 w 1198689"/>
                <a:gd name="connsiteY127" fmla="*/ 534294 h 1123140"/>
                <a:gd name="connsiteX128" fmla="*/ 755354 w 1198689"/>
                <a:gd name="connsiteY128" fmla="*/ 554654 h 1123140"/>
                <a:gd name="connsiteX129" fmla="*/ 778481 w 1198689"/>
                <a:gd name="connsiteY129" fmla="*/ 771979 h 1123140"/>
                <a:gd name="connsiteX130" fmla="*/ 795079 w 1198689"/>
                <a:gd name="connsiteY130" fmla="*/ 762739 h 1123140"/>
                <a:gd name="connsiteX131" fmla="*/ 849355 w 1198689"/>
                <a:gd name="connsiteY131" fmla="*/ 754330 h 1123140"/>
                <a:gd name="connsiteX132" fmla="*/ 853504 w 1198689"/>
                <a:gd name="connsiteY132" fmla="*/ 751397 h 1123140"/>
                <a:gd name="connsiteX133" fmla="*/ 868110 w 1198689"/>
                <a:gd name="connsiteY133" fmla="*/ 722019 h 1123140"/>
                <a:gd name="connsiteX134" fmla="*/ 894335 w 1198689"/>
                <a:gd name="connsiteY134" fmla="*/ 702267 h 1123140"/>
                <a:gd name="connsiteX135" fmla="*/ 897544 w 1198689"/>
                <a:gd name="connsiteY135" fmla="*/ 696734 h 1123140"/>
                <a:gd name="connsiteX136" fmla="*/ 885262 w 1198689"/>
                <a:gd name="connsiteY136" fmla="*/ 662985 h 1123140"/>
                <a:gd name="connsiteX137" fmla="*/ 876797 w 1198689"/>
                <a:gd name="connsiteY137" fmla="*/ 635432 h 1123140"/>
                <a:gd name="connsiteX138" fmla="*/ 892510 w 1198689"/>
                <a:gd name="connsiteY138" fmla="*/ 623979 h 1123140"/>
                <a:gd name="connsiteX139" fmla="*/ 935941 w 1198689"/>
                <a:gd name="connsiteY139" fmla="*/ 605942 h 1123140"/>
                <a:gd name="connsiteX140" fmla="*/ 955029 w 1198689"/>
                <a:gd name="connsiteY140" fmla="*/ 602678 h 1123140"/>
                <a:gd name="connsiteX141" fmla="*/ 973066 w 1198689"/>
                <a:gd name="connsiteY141" fmla="*/ 638641 h 1123140"/>
                <a:gd name="connsiteX142" fmla="*/ 976773 w 1198689"/>
                <a:gd name="connsiteY142" fmla="*/ 640190 h 1123140"/>
                <a:gd name="connsiteX143" fmla="*/ 1024409 w 1198689"/>
                <a:gd name="connsiteY143" fmla="*/ 608266 h 1123140"/>
                <a:gd name="connsiteX144" fmla="*/ 1024243 w 1198689"/>
                <a:gd name="connsiteY144" fmla="*/ 604946 h 1123140"/>
                <a:gd name="connsiteX145" fmla="*/ 907835 w 1198689"/>
                <a:gd name="connsiteY145" fmla="*/ 575678 h 1123140"/>
                <a:gd name="connsiteX146" fmla="*/ 902745 w 1198689"/>
                <a:gd name="connsiteY146" fmla="*/ 577560 h 1123140"/>
                <a:gd name="connsiteX147" fmla="*/ 856160 w 1198689"/>
                <a:gd name="connsiteY147" fmla="*/ 600299 h 1123140"/>
                <a:gd name="connsiteX148" fmla="*/ 852176 w 1198689"/>
                <a:gd name="connsiteY148" fmla="*/ 603619 h 1123140"/>
                <a:gd name="connsiteX149" fmla="*/ 735934 w 1198689"/>
                <a:gd name="connsiteY149" fmla="*/ 756543 h 1123140"/>
                <a:gd name="connsiteX150" fmla="*/ 734551 w 1198689"/>
                <a:gd name="connsiteY150" fmla="*/ 762020 h 1123140"/>
                <a:gd name="connsiteX151" fmla="*/ 747331 w 1198689"/>
                <a:gd name="connsiteY151" fmla="*/ 793335 h 1123140"/>
                <a:gd name="connsiteX152" fmla="*/ 762214 w 1198689"/>
                <a:gd name="connsiteY152" fmla="*/ 812368 h 1123140"/>
                <a:gd name="connsiteX153" fmla="*/ 785728 w 1198689"/>
                <a:gd name="connsiteY153" fmla="*/ 829021 h 1123140"/>
                <a:gd name="connsiteX154" fmla="*/ 800722 w 1198689"/>
                <a:gd name="connsiteY154" fmla="*/ 846781 h 1123140"/>
                <a:gd name="connsiteX155" fmla="*/ 819478 w 1198689"/>
                <a:gd name="connsiteY155" fmla="*/ 886617 h 1123140"/>
                <a:gd name="connsiteX156" fmla="*/ 841609 w 1198689"/>
                <a:gd name="connsiteY156" fmla="*/ 924903 h 1123140"/>
                <a:gd name="connsiteX157" fmla="*/ 894225 w 1198689"/>
                <a:gd name="connsiteY157" fmla="*/ 999263 h 1123140"/>
                <a:gd name="connsiteX158" fmla="*/ 897378 w 1198689"/>
                <a:gd name="connsiteY158" fmla="*/ 998765 h 1123140"/>
                <a:gd name="connsiteX159" fmla="*/ 928528 w 1198689"/>
                <a:gd name="connsiteY159" fmla="*/ 896797 h 1123140"/>
                <a:gd name="connsiteX160" fmla="*/ 912252 w 1198689"/>
                <a:gd name="connsiteY160" fmla="*/ 866105 h 1123140"/>
                <a:gd name="connsiteX161" fmla="*/ 912206 w 1198689"/>
                <a:gd name="connsiteY161" fmla="*/ 866090 h 1123140"/>
                <a:gd name="connsiteX162" fmla="*/ 819810 w 1198689"/>
                <a:gd name="connsiteY162" fmla="*/ 837874 h 1123140"/>
                <a:gd name="connsiteX163" fmla="*/ 805314 w 1198689"/>
                <a:gd name="connsiteY163" fmla="*/ 827693 h 1123140"/>
                <a:gd name="connsiteX164" fmla="*/ 781579 w 1198689"/>
                <a:gd name="connsiteY164" fmla="*/ 797651 h 1123140"/>
                <a:gd name="connsiteX165" fmla="*/ 778481 w 1198689"/>
                <a:gd name="connsiteY165" fmla="*/ 771979 h 1123140"/>
                <a:gd name="connsiteX166" fmla="*/ 937878 w 1198689"/>
                <a:gd name="connsiteY166" fmla="*/ 714328 h 1123140"/>
                <a:gd name="connsiteX167" fmla="*/ 907503 w 1198689"/>
                <a:gd name="connsiteY167" fmla="*/ 739336 h 1123140"/>
                <a:gd name="connsiteX168" fmla="*/ 885372 w 1198689"/>
                <a:gd name="connsiteY168" fmla="*/ 775520 h 1123140"/>
                <a:gd name="connsiteX169" fmla="*/ 873035 w 1198689"/>
                <a:gd name="connsiteY169" fmla="*/ 789352 h 1123140"/>
                <a:gd name="connsiteX170" fmla="*/ 840724 w 1198689"/>
                <a:gd name="connsiteY170" fmla="*/ 794884 h 1123140"/>
                <a:gd name="connsiteX171" fmla="*/ 839949 w 1198689"/>
                <a:gd name="connsiteY171" fmla="*/ 803073 h 1123140"/>
                <a:gd name="connsiteX172" fmla="*/ 943355 w 1198689"/>
                <a:gd name="connsiteY172" fmla="*/ 836490 h 1123140"/>
                <a:gd name="connsiteX173" fmla="*/ 956080 w 1198689"/>
                <a:gd name="connsiteY173" fmla="*/ 848386 h 1123140"/>
                <a:gd name="connsiteX174" fmla="*/ 968086 w 1198689"/>
                <a:gd name="connsiteY174" fmla="*/ 882080 h 1123140"/>
                <a:gd name="connsiteX175" fmla="*/ 968308 w 1198689"/>
                <a:gd name="connsiteY175" fmla="*/ 899840 h 1123140"/>
                <a:gd name="connsiteX176" fmla="*/ 930962 w 1198689"/>
                <a:gd name="connsiteY176" fmla="*/ 1020508 h 1123140"/>
                <a:gd name="connsiteX177" fmla="*/ 924710 w 1198689"/>
                <a:gd name="connsiteY177" fmla="*/ 1033455 h 1123140"/>
                <a:gd name="connsiteX178" fmla="*/ 884930 w 1198689"/>
                <a:gd name="connsiteY178" fmla="*/ 1039817 h 1123140"/>
                <a:gd name="connsiteX179" fmla="*/ 868996 w 1198689"/>
                <a:gd name="connsiteY179" fmla="*/ 1031020 h 1123140"/>
                <a:gd name="connsiteX180" fmla="*/ 809962 w 1198689"/>
                <a:gd name="connsiteY180" fmla="*/ 947477 h 1123140"/>
                <a:gd name="connsiteX181" fmla="*/ 789546 w 1198689"/>
                <a:gd name="connsiteY181" fmla="*/ 913395 h 1123140"/>
                <a:gd name="connsiteX182" fmla="*/ 772671 w 1198689"/>
                <a:gd name="connsiteY182" fmla="*/ 877764 h 1123140"/>
                <a:gd name="connsiteX183" fmla="*/ 734496 w 1198689"/>
                <a:gd name="connsiteY183" fmla="*/ 840087 h 1123140"/>
                <a:gd name="connsiteX184" fmla="*/ 717234 w 1198689"/>
                <a:gd name="connsiteY184" fmla="*/ 821607 h 1123140"/>
                <a:gd name="connsiteX185" fmla="*/ 703457 w 1198689"/>
                <a:gd name="connsiteY185" fmla="*/ 787194 h 1123140"/>
                <a:gd name="connsiteX186" fmla="*/ 700609 w 1198689"/>
                <a:gd name="connsiteY186" fmla="*/ 785829 h 1123140"/>
                <a:gd name="connsiteX187" fmla="*/ 700082 w 1198689"/>
                <a:gd name="connsiteY187" fmla="*/ 786087 h 1123140"/>
                <a:gd name="connsiteX188" fmla="*/ 653552 w 1198689"/>
                <a:gd name="connsiteY188" fmla="*/ 817292 h 1123140"/>
                <a:gd name="connsiteX189" fmla="*/ 651284 w 1198689"/>
                <a:gd name="connsiteY189" fmla="*/ 821386 h 1123140"/>
                <a:gd name="connsiteX190" fmla="*/ 692613 w 1198689"/>
                <a:gd name="connsiteY190" fmla="*/ 968611 h 1123140"/>
                <a:gd name="connsiteX191" fmla="*/ 760776 w 1198689"/>
                <a:gd name="connsiteY191" fmla="*/ 1038711 h 1123140"/>
                <a:gd name="connsiteX192" fmla="*/ 959345 w 1198689"/>
                <a:gd name="connsiteY192" fmla="*/ 1078380 h 1123140"/>
                <a:gd name="connsiteX193" fmla="*/ 1113431 w 1198689"/>
                <a:gd name="connsiteY193" fmla="*/ 975970 h 1123140"/>
                <a:gd name="connsiteX194" fmla="*/ 1112379 w 1198689"/>
                <a:gd name="connsiteY194" fmla="*/ 971876 h 1123140"/>
                <a:gd name="connsiteX195" fmla="*/ 1095173 w 1198689"/>
                <a:gd name="connsiteY195" fmla="*/ 951792 h 1123140"/>
                <a:gd name="connsiteX196" fmla="*/ 1084992 w 1198689"/>
                <a:gd name="connsiteY196" fmla="*/ 904875 h 1123140"/>
                <a:gd name="connsiteX197" fmla="*/ 1074757 w 1198689"/>
                <a:gd name="connsiteY197" fmla="*/ 893422 h 1123140"/>
                <a:gd name="connsiteX198" fmla="*/ 1054397 w 1198689"/>
                <a:gd name="connsiteY198" fmla="*/ 885234 h 1123140"/>
                <a:gd name="connsiteX199" fmla="*/ 1036637 w 1198689"/>
                <a:gd name="connsiteY199" fmla="*/ 872730 h 1123140"/>
                <a:gd name="connsiteX200" fmla="*/ 1014561 w 1198689"/>
                <a:gd name="connsiteY200" fmla="*/ 846947 h 1123140"/>
                <a:gd name="connsiteX201" fmla="*/ 1001504 w 1198689"/>
                <a:gd name="connsiteY201" fmla="*/ 820279 h 1123140"/>
                <a:gd name="connsiteX202" fmla="*/ 994588 w 1198689"/>
                <a:gd name="connsiteY202" fmla="*/ 786309 h 1123140"/>
                <a:gd name="connsiteX203" fmla="*/ 997963 w 1198689"/>
                <a:gd name="connsiteY203" fmla="*/ 771315 h 1123140"/>
                <a:gd name="connsiteX204" fmla="*/ 1082337 w 1198689"/>
                <a:gd name="connsiteY204" fmla="*/ 650757 h 1123140"/>
                <a:gd name="connsiteX205" fmla="*/ 1081839 w 1198689"/>
                <a:gd name="connsiteY205" fmla="*/ 647216 h 1123140"/>
                <a:gd name="connsiteX206" fmla="*/ 1063858 w 1198689"/>
                <a:gd name="connsiteY206" fmla="*/ 632057 h 1123140"/>
                <a:gd name="connsiteX207" fmla="*/ 1059210 w 1198689"/>
                <a:gd name="connsiteY207" fmla="*/ 631835 h 1123140"/>
                <a:gd name="connsiteX208" fmla="*/ 996303 w 1198689"/>
                <a:gd name="connsiteY208" fmla="*/ 673718 h 1123140"/>
                <a:gd name="connsiteX209" fmla="*/ 978820 w 1198689"/>
                <a:gd name="connsiteY209" fmla="*/ 681243 h 1123140"/>
                <a:gd name="connsiteX210" fmla="*/ 939593 w 1198689"/>
                <a:gd name="connsiteY210" fmla="*/ 667411 h 1123140"/>
                <a:gd name="connsiteX211" fmla="*/ 936052 w 1198689"/>
                <a:gd name="connsiteY211" fmla="*/ 650702 h 1123140"/>
                <a:gd name="connsiteX212" fmla="*/ 933009 w 1198689"/>
                <a:gd name="connsiteY212" fmla="*/ 648821 h 1123140"/>
                <a:gd name="connsiteX213" fmla="*/ 931460 w 1198689"/>
                <a:gd name="connsiteY213" fmla="*/ 649208 h 1123140"/>
                <a:gd name="connsiteX214" fmla="*/ 928251 w 1198689"/>
                <a:gd name="connsiteY214" fmla="*/ 653966 h 1123140"/>
                <a:gd name="connsiteX215" fmla="*/ 937878 w 1198689"/>
                <a:gd name="connsiteY215" fmla="*/ 714328 h 1123140"/>
                <a:gd name="connsiteX216" fmla="*/ 1117470 w 1198689"/>
                <a:gd name="connsiteY216" fmla="*/ 875164 h 1123140"/>
                <a:gd name="connsiteX217" fmla="*/ 1131744 w 1198689"/>
                <a:gd name="connsiteY217" fmla="*/ 936798 h 1123140"/>
                <a:gd name="connsiteX218" fmla="*/ 1135451 w 1198689"/>
                <a:gd name="connsiteY218" fmla="*/ 938514 h 1123140"/>
                <a:gd name="connsiteX219" fmla="*/ 1138383 w 1198689"/>
                <a:gd name="connsiteY219" fmla="*/ 934032 h 1123140"/>
                <a:gd name="connsiteX220" fmla="*/ 1113652 w 1198689"/>
                <a:gd name="connsiteY220" fmla="*/ 683068 h 1123140"/>
                <a:gd name="connsiteX221" fmla="*/ 1108115 w 1198689"/>
                <a:gd name="connsiteY221" fmla="*/ 681906 h 1123140"/>
                <a:gd name="connsiteX222" fmla="*/ 1107013 w 1198689"/>
                <a:gd name="connsiteY222" fmla="*/ 682958 h 1123140"/>
                <a:gd name="connsiteX223" fmla="*/ 1036305 w 1198689"/>
                <a:gd name="connsiteY223" fmla="*/ 784040 h 1123140"/>
                <a:gd name="connsiteX224" fmla="*/ 1034866 w 1198689"/>
                <a:gd name="connsiteY224" fmla="*/ 789628 h 1123140"/>
                <a:gd name="connsiteX225" fmla="*/ 1060925 w 1198689"/>
                <a:gd name="connsiteY225" fmla="*/ 841746 h 1123140"/>
                <a:gd name="connsiteX226" fmla="*/ 1110111 w 1198689"/>
                <a:gd name="connsiteY226" fmla="*/ 866201 h 1123140"/>
                <a:gd name="connsiteX227" fmla="*/ 1117470 w 1198689"/>
                <a:gd name="connsiteY227" fmla="*/ 875164 h 11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Lst>
              <a:rect l="l" t="t" r="r" b="b"/>
              <a:pathLst>
                <a:path w="1198689" h="1123140">
                  <a:moveTo>
                    <a:pt x="542511" y="0"/>
                  </a:moveTo>
                  <a:cubicBezTo>
                    <a:pt x="554240" y="8041"/>
                    <a:pt x="562263" y="22297"/>
                    <a:pt x="566578" y="42768"/>
                  </a:cubicBezTo>
                  <a:cubicBezTo>
                    <a:pt x="566873" y="44317"/>
                    <a:pt x="567777" y="44833"/>
                    <a:pt x="569289" y="44317"/>
                  </a:cubicBezTo>
                  <a:lnTo>
                    <a:pt x="642487" y="18147"/>
                  </a:lnTo>
                  <a:cubicBezTo>
                    <a:pt x="652414" y="14601"/>
                    <a:pt x="663337" y="19775"/>
                    <a:pt x="666883" y="29702"/>
                  </a:cubicBezTo>
                  <a:cubicBezTo>
                    <a:pt x="666884" y="29705"/>
                    <a:pt x="666885" y="29708"/>
                    <a:pt x="666886" y="29711"/>
                  </a:cubicBezTo>
                  <a:lnTo>
                    <a:pt x="721604" y="183022"/>
                  </a:lnTo>
                  <a:cubicBezTo>
                    <a:pt x="725336" y="193402"/>
                    <a:pt x="719947" y="204843"/>
                    <a:pt x="709567" y="208575"/>
                  </a:cubicBezTo>
                  <a:cubicBezTo>
                    <a:pt x="709559" y="208578"/>
                    <a:pt x="709551" y="208580"/>
                    <a:pt x="709543" y="208583"/>
                  </a:cubicBezTo>
                  <a:lnTo>
                    <a:pt x="637729" y="234200"/>
                  </a:lnTo>
                  <a:cubicBezTo>
                    <a:pt x="636754" y="234540"/>
                    <a:pt x="636236" y="235601"/>
                    <a:pt x="636567" y="236579"/>
                  </a:cubicBezTo>
                  <a:lnTo>
                    <a:pt x="671644" y="334729"/>
                  </a:lnTo>
                  <a:cubicBezTo>
                    <a:pt x="672212" y="336326"/>
                    <a:pt x="673846" y="337284"/>
                    <a:pt x="675517" y="336997"/>
                  </a:cubicBezTo>
                  <a:cubicBezTo>
                    <a:pt x="706058" y="332202"/>
                    <a:pt x="734588" y="336389"/>
                    <a:pt x="761108" y="349557"/>
                  </a:cubicBezTo>
                  <a:cubicBezTo>
                    <a:pt x="772284" y="355145"/>
                    <a:pt x="776157" y="362448"/>
                    <a:pt x="790819" y="360622"/>
                  </a:cubicBezTo>
                  <a:cubicBezTo>
                    <a:pt x="834804" y="355200"/>
                    <a:pt x="862467" y="381093"/>
                    <a:pt x="880725" y="417830"/>
                  </a:cubicBezTo>
                  <a:cubicBezTo>
                    <a:pt x="896032" y="448592"/>
                    <a:pt x="907725" y="475942"/>
                    <a:pt x="915802" y="499880"/>
                  </a:cubicBezTo>
                  <a:cubicBezTo>
                    <a:pt x="919159" y="509839"/>
                    <a:pt x="921040" y="521329"/>
                    <a:pt x="921446" y="534349"/>
                  </a:cubicBezTo>
                  <a:cubicBezTo>
                    <a:pt x="921483" y="536304"/>
                    <a:pt x="922478" y="537355"/>
                    <a:pt x="924433" y="537503"/>
                  </a:cubicBezTo>
                  <a:cubicBezTo>
                    <a:pt x="972199" y="540712"/>
                    <a:pt x="1017401" y="555115"/>
                    <a:pt x="1060040" y="580713"/>
                  </a:cubicBezTo>
                  <a:cubicBezTo>
                    <a:pt x="1070773" y="587168"/>
                    <a:pt x="1080695" y="594693"/>
                    <a:pt x="1089806" y="603287"/>
                  </a:cubicBezTo>
                  <a:cubicBezTo>
                    <a:pt x="1098253" y="611254"/>
                    <a:pt x="1107990" y="619147"/>
                    <a:pt x="1119019" y="626967"/>
                  </a:cubicBezTo>
                  <a:cubicBezTo>
                    <a:pt x="1124717" y="631061"/>
                    <a:pt x="1125492" y="633495"/>
                    <a:pt x="1129918" y="640743"/>
                  </a:cubicBezTo>
                  <a:cubicBezTo>
                    <a:pt x="1132316" y="644727"/>
                    <a:pt x="1134824" y="648415"/>
                    <a:pt x="1137443" y="651809"/>
                  </a:cubicBezTo>
                  <a:cubicBezTo>
                    <a:pt x="1174327" y="699427"/>
                    <a:pt x="1194743" y="754053"/>
                    <a:pt x="1198690" y="815687"/>
                  </a:cubicBezTo>
                  <a:lnTo>
                    <a:pt x="1198690" y="843462"/>
                  </a:lnTo>
                  <a:cubicBezTo>
                    <a:pt x="1196071" y="885621"/>
                    <a:pt x="1185430" y="925456"/>
                    <a:pt x="1166766" y="962968"/>
                  </a:cubicBezTo>
                  <a:cubicBezTo>
                    <a:pt x="1165954" y="964591"/>
                    <a:pt x="1165549" y="966306"/>
                    <a:pt x="1165549" y="968113"/>
                  </a:cubicBezTo>
                  <a:cubicBezTo>
                    <a:pt x="1165586" y="976007"/>
                    <a:pt x="1162985" y="982222"/>
                    <a:pt x="1157748" y="986759"/>
                  </a:cubicBezTo>
                  <a:cubicBezTo>
                    <a:pt x="1150112" y="993435"/>
                    <a:pt x="1146203" y="996902"/>
                    <a:pt x="1146018" y="997160"/>
                  </a:cubicBezTo>
                  <a:cubicBezTo>
                    <a:pt x="1134215" y="1011361"/>
                    <a:pt x="1126064" y="1021394"/>
                    <a:pt x="1121564" y="1027258"/>
                  </a:cubicBezTo>
                  <a:cubicBezTo>
                    <a:pt x="1111273" y="1040647"/>
                    <a:pt x="1096390" y="1050938"/>
                    <a:pt x="1084882" y="1060454"/>
                  </a:cubicBezTo>
                  <a:cubicBezTo>
                    <a:pt x="1073374" y="1069971"/>
                    <a:pt x="1063304" y="1077237"/>
                    <a:pt x="1054673" y="1082253"/>
                  </a:cubicBezTo>
                  <a:cubicBezTo>
                    <a:pt x="1013289" y="1106376"/>
                    <a:pt x="968216" y="1120005"/>
                    <a:pt x="919454" y="1123140"/>
                  </a:cubicBezTo>
                  <a:lnTo>
                    <a:pt x="892122" y="1123140"/>
                  </a:lnTo>
                  <a:cubicBezTo>
                    <a:pt x="842992" y="1120079"/>
                    <a:pt x="797605" y="1106394"/>
                    <a:pt x="755962" y="1082087"/>
                  </a:cubicBezTo>
                  <a:cubicBezTo>
                    <a:pt x="744713" y="1075522"/>
                    <a:pt x="735086" y="1068661"/>
                    <a:pt x="727082" y="1061506"/>
                  </a:cubicBezTo>
                  <a:cubicBezTo>
                    <a:pt x="715408" y="1050938"/>
                    <a:pt x="700525" y="1041809"/>
                    <a:pt x="690898" y="1029084"/>
                  </a:cubicBezTo>
                  <a:cubicBezTo>
                    <a:pt x="678615" y="1012928"/>
                    <a:pt x="665392" y="999761"/>
                    <a:pt x="654769" y="982001"/>
                  </a:cubicBezTo>
                  <a:cubicBezTo>
                    <a:pt x="629577" y="939989"/>
                    <a:pt x="615542" y="893975"/>
                    <a:pt x="612665" y="843959"/>
                  </a:cubicBezTo>
                  <a:cubicBezTo>
                    <a:pt x="612555" y="842115"/>
                    <a:pt x="611651" y="841562"/>
                    <a:pt x="609954" y="842300"/>
                  </a:cubicBezTo>
                  <a:lnTo>
                    <a:pt x="539910" y="873283"/>
                  </a:lnTo>
                  <a:cubicBezTo>
                    <a:pt x="538324" y="874021"/>
                    <a:pt x="537679" y="875256"/>
                    <a:pt x="537974" y="876990"/>
                  </a:cubicBezTo>
                  <a:lnTo>
                    <a:pt x="573992" y="1074508"/>
                  </a:lnTo>
                  <a:cubicBezTo>
                    <a:pt x="574361" y="1076521"/>
                    <a:pt x="573027" y="1078453"/>
                    <a:pt x="571013" y="1078821"/>
                  </a:cubicBezTo>
                  <a:cubicBezTo>
                    <a:pt x="571010" y="1078822"/>
                    <a:pt x="571007" y="1078823"/>
                    <a:pt x="571004" y="1078823"/>
                  </a:cubicBezTo>
                  <a:lnTo>
                    <a:pt x="540353" y="1084411"/>
                  </a:lnTo>
                  <a:cubicBezTo>
                    <a:pt x="538282" y="1084809"/>
                    <a:pt x="536282" y="1083452"/>
                    <a:pt x="535884" y="1081382"/>
                  </a:cubicBezTo>
                  <a:cubicBezTo>
                    <a:pt x="535880" y="1081359"/>
                    <a:pt x="535875" y="1081336"/>
                    <a:pt x="535872" y="1081313"/>
                  </a:cubicBezTo>
                  <a:cubicBezTo>
                    <a:pt x="526023" y="1027018"/>
                    <a:pt x="513150" y="956587"/>
                    <a:pt x="497253" y="870019"/>
                  </a:cubicBezTo>
                  <a:cubicBezTo>
                    <a:pt x="493712" y="850709"/>
                    <a:pt x="501071" y="845841"/>
                    <a:pt x="518388" y="839478"/>
                  </a:cubicBezTo>
                  <a:cubicBezTo>
                    <a:pt x="578400" y="817273"/>
                    <a:pt x="634206" y="786807"/>
                    <a:pt x="685808" y="748078"/>
                  </a:cubicBezTo>
                  <a:cubicBezTo>
                    <a:pt x="688242" y="746233"/>
                    <a:pt x="689957" y="744555"/>
                    <a:pt x="690953" y="743043"/>
                  </a:cubicBezTo>
                  <a:cubicBezTo>
                    <a:pt x="692668" y="740387"/>
                    <a:pt x="694605" y="737344"/>
                    <a:pt x="697261" y="735795"/>
                  </a:cubicBezTo>
                  <a:cubicBezTo>
                    <a:pt x="707109" y="730041"/>
                    <a:pt x="716219" y="723310"/>
                    <a:pt x="724592" y="715601"/>
                  </a:cubicBezTo>
                  <a:cubicBezTo>
                    <a:pt x="758600" y="684175"/>
                    <a:pt x="785562" y="649835"/>
                    <a:pt x="805480" y="612582"/>
                  </a:cubicBezTo>
                  <a:cubicBezTo>
                    <a:pt x="807103" y="609557"/>
                    <a:pt x="806199" y="607989"/>
                    <a:pt x="802769" y="607879"/>
                  </a:cubicBezTo>
                  <a:cubicBezTo>
                    <a:pt x="781265" y="607141"/>
                    <a:pt x="761016" y="601903"/>
                    <a:pt x="742020" y="592166"/>
                  </a:cubicBezTo>
                  <a:cubicBezTo>
                    <a:pt x="738221" y="590248"/>
                    <a:pt x="727930" y="582262"/>
                    <a:pt x="711148" y="568209"/>
                  </a:cubicBezTo>
                  <a:cubicBezTo>
                    <a:pt x="709746" y="567066"/>
                    <a:pt x="708437" y="567177"/>
                    <a:pt x="707219" y="568541"/>
                  </a:cubicBezTo>
                  <a:cubicBezTo>
                    <a:pt x="686896" y="591373"/>
                    <a:pt x="669910" y="607436"/>
                    <a:pt x="656263" y="616731"/>
                  </a:cubicBezTo>
                  <a:cubicBezTo>
                    <a:pt x="620079" y="641444"/>
                    <a:pt x="580723" y="660624"/>
                    <a:pt x="538195" y="674271"/>
                  </a:cubicBezTo>
                  <a:cubicBezTo>
                    <a:pt x="508024" y="683935"/>
                    <a:pt x="476303" y="692179"/>
                    <a:pt x="443033" y="699003"/>
                  </a:cubicBezTo>
                  <a:cubicBezTo>
                    <a:pt x="438596" y="699896"/>
                    <a:pt x="434614" y="702258"/>
                    <a:pt x="431746" y="705697"/>
                  </a:cubicBezTo>
                  <a:lnTo>
                    <a:pt x="353901" y="798149"/>
                  </a:lnTo>
                  <a:cubicBezTo>
                    <a:pt x="347389" y="805899"/>
                    <a:pt x="336357" y="808064"/>
                    <a:pt x="327399" y="803349"/>
                  </a:cubicBezTo>
                  <a:cubicBezTo>
                    <a:pt x="288375" y="782842"/>
                    <a:pt x="247249" y="761301"/>
                    <a:pt x="204020" y="738727"/>
                  </a:cubicBezTo>
                  <a:cubicBezTo>
                    <a:pt x="197713" y="735463"/>
                    <a:pt x="193120" y="732807"/>
                    <a:pt x="185928" y="734855"/>
                  </a:cubicBezTo>
                  <a:cubicBezTo>
                    <a:pt x="147937" y="745551"/>
                    <a:pt x="117581" y="760250"/>
                    <a:pt x="94860" y="778950"/>
                  </a:cubicBezTo>
                  <a:cubicBezTo>
                    <a:pt x="66938" y="801892"/>
                    <a:pt x="49473" y="830939"/>
                    <a:pt x="42465" y="866090"/>
                  </a:cubicBezTo>
                  <a:cubicBezTo>
                    <a:pt x="36268" y="897239"/>
                    <a:pt x="38371" y="926397"/>
                    <a:pt x="44789" y="959593"/>
                  </a:cubicBezTo>
                  <a:cubicBezTo>
                    <a:pt x="52387" y="999244"/>
                    <a:pt x="59764" y="1037291"/>
                    <a:pt x="66919" y="1073733"/>
                  </a:cubicBezTo>
                  <a:cubicBezTo>
                    <a:pt x="67510" y="1076684"/>
                    <a:pt x="66329" y="1078436"/>
                    <a:pt x="63378" y="1078989"/>
                  </a:cubicBezTo>
                  <a:lnTo>
                    <a:pt x="33778" y="1084411"/>
                  </a:lnTo>
                  <a:cubicBezTo>
                    <a:pt x="31049" y="1084891"/>
                    <a:pt x="29426" y="1083784"/>
                    <a:pt x="28910" y="1081091"/>
                  </a:cubicBezTo>
                  <a:cubicBezTo>
                    <a:pt x="17807" y="1023957"/>
                    <a:pt x="8678" y="976542"/>
                    <a:pt x="1523" y="938845"/>
                  </a:cubicBezTo>
                  <a:cubicBezTo>
                    <a:pt x="269" y="932354"/>
                    <a:pt x="-211" y="920458"/>
                    <a:pt x="84" y="903160"/>
                  </a:cubicBezTo>
                  <a:cubicBezTo>
                    <a:pt x="343" y="888885"/>
                    <a:pt x="1283" y="876990"/>
                    <a:pt x="2906" y="867473"/>
                  </a:cubicBezTo>
                  <a:cubicBezTo>
                    <a:pt x="13012" y="806835"/>
                    <a:pt x="45121" y="760729"/>
                    <a:pt x="99230" y="729156"/>
                  </a:cubicBezTo>
                  <a:cubicBezTo>
                    <a:pt x="122984" y="715287"/>
                    <a:pt x="149541" y="704443"/>
                    <a:pt x="178901" y="696623"/>
                  </a:cubicBezTo>
                  <a:cubicBezTo>
                    <a:pt x="193729" y="692640"/>
                    <a:pt x="198764" y="692142"/>
                    <a:pt x="213425" y="699832"/>
                  </a:cubicBezTo>
                  <a:cubicBezTo>
                    <a:pt x="254220" y="721299"/>
                    <a:pt x="293262" y="741789"/>
                    <a:pt x="330553" y="761301"/>
                  </a:cubicBezTo>
                  <a:cubicBezTo>
                    <a:pt x="332096" y="762110"/>
                    <a:pt x="333995" y="761716"/>
                    <a:pt x="335090" y="760360"/>
                  </a:cubicBezTo>
                  <a:lnTo>
                    <a:pt x="408121" y="673607"/>
                  </a:lnTo>
                  <a:cubicBezTo>
                    <a:pt x="412844" y="667987"/>
                    <a:pt x="419369" y="664158"/>
                    <a:pt x="426601" y="662763"/>
                  </a:cubicBezTo>
                  <a:cubicBezTo>
                    <a:pt x="446666" y="658854"/>
                    <a:pt x="468889" y="653708"/>
                    <a:pt x="493270" y="647327"/>
                  </a:cubicBezTo>
                  <a:cubicBezTo>
                    <a:pt x="543580" y="634122"/>
                    <a:pt x="587270" y="615532"/>
                    <a:pt x="624339" y="591557"/>
                  </a:cubicBezTo>
                  <a:cubicBezTo>
                    <a:pt x="631089" y="587168"/>
                    <a:pt x="637415" y="582410"/>
                    <a:pt x="643317" y="577283"/>
                  </a:cubicBezTo>
                  <a:cubicBezTo>
                    <a:pt x="655157" y="567066"/>
                    <a:pt x="661187" y="561847"/>
                    <a:pt x="661409" y="561625"/>
                  </a:cubicBezTo>
                  <a:cubicBezTo>
                    <a:pt x="661985" y="561165"/>
                    <a:pt x="662054" y="560322"/>
                    <a:pt x="661563" y="559743"/>
                  </a:cubicBezTo>
                  <a:cubicBezTo>
                    <a:pt x="661329" y="559466"/>
                    <a:pt x="660995" y="559288"/>
                    <a:pt x="660634" y="559246"/>
                  </a:cubicBezTo>
                  <a:cubicBezTo>
                    <a:pt x="631827" y="556923"/>
                    <a:pt x="607262" y="546060"/>
                    <a:pt x="586938" y="526659"/>
                  </a:cubicBezTo>
                  <a:cubicBezTo>
                    <a:pt x="573217" y="513601"/>
                    <a:pt x="564254" y="495749"/>
                    <a:pt x="560049" y="473102"/>
                  </a:cubicBezTo>
                  <a:cubicBezTo>
                    <a:pt x="552802" y="433654"/>
                    <a:pt x="575154" y="391716"/>
                    <a:pt x="606303" y="367538"/>
                  </a:cubicBezTo>
                  <a:cubicBezTo>
                    <a:pt x="611872" y="363222"/>
                    <a:pt x="620872" y="357413"/>
                    <a:pt x="633302" y="350110"/>
                  </a:cubicBezTo>
                  <a:cubicBezTo>
                    <a:pt x="634925" y="349151"/>
                    <a:pt x="635405" y="347786"/>
                    <a:pt x="634741" y="346016"/>
                  </a:cubicBezTo>
                  <a:cubicBezTo>
                    <a:pt x="597008" y="241337"/>
                    <a:pt x="559275" y="136695"/>
                    <a:pt x="521542" y="32090"/>
                  </a:cubicBezTo>
                  <a:cubicBezTo>
                    <a:pt x="516286" y="17483"/>
                    <a:pt x="517669" y="6861"/>
                    <a:pt x="532109" y="0"/>
                  </a:cubicBezTo>
                  <a:lnTo>
                    <a:pt x="542511" y="0"/>
                  </a:lnTo>
                  <a:close/>
                  <a:moveTo>
                    <a:pt x="637514" y="63080"/>
                  </a:moveTo>
                  <a:cubicBezTo>
                    <a:pt x="637163" y="62102"/>
                    <a:pt x="636085" y="61595"/>
                    <a:pt x="635107" y="61947"/>
                  </a:cubicBezTo>
                  <a:cubicBezTo>
                    <a:pt x="635107" y="61947"/>
                    <a:pt x="635107" y="61947"/>
                    <a:pt x="635107" y="61947"/>
                  </a:cubicBezTo>
                  <a:lnTo>
                    <a:pt x="582322" y="80951"/>
                  </a:lnTo>
                  <a:cubicBezTo>
                    <a:pt x="581345" y="81303"/>
                    <a:pt x="580838" y="82380"/>
                    <a:pt x="581190" y="83358"/>
                  </a:cubicBezTo>
                  <a:cubicBezTo>
                    <a:pt x="581190" y="83358"/>
                    <a:pt x="581190" y="83358"/>
                    <a:pt x="581190" y="83358"/>
                  </a:cubicBezTo>
                  <a:lnTo>
                    <a:pt x="622009" y="196737"/>
                  </a:lnTo>
                  <a:cubicBezTo>
                    <a:pt x="622360" y="197714"/>
                    <a:pt x="623438" y="198221"/>
                    <a:pt x="624416" y="197869"/>
                  </a:cubicBezTo>
                  <a:cubicBezTo>
                    <a:pt x="624416" y="197869"/>
                    <a:pt x="624416" y="197869"/>
                    <a:pt x="624416" y="197869"/>
                  </a:cubicBezTo>
                  <a:lnTo>
                    <a:pt x="677201" y="178865"/>
                  </a:lnTo>
                  <a:cubicBezTo>
                    <a:pt x="678178" y="178513"/>
                    <a:pt x="678685" y="177436"/>
                    <a:pt x="678333" y="176458"/>
                  </a:cubicBezTo>
                  <a:cubicBezTo>
                    <a:pt x="678333" y="176458"/>
                    <a:pt x="678333" y="176458"/>
                    <a:pt x="678333" y="176458"/>
                  </a:cubicBezTo>
                  <a:lnTo>
                    <a:pt x="637514" y="63080"/>
                  </a:lnTo>
                  <a:close/>
                  <a:moveTo>
                    <a:pt x="683041" y="520739"/>
                  </a:moveTo>
                  <a:cubicBezTo>
                    <a:pt x="684554" y="520628"/>
                    <a:pt x="685125" y="519816"/>
                    <a:pt x="684757" y="518304"/>
                  </a:cubicBezTo>
                  <a:cubicBezTo>
                    <a:pt x="671865" y="467735"/>
                    <a:pt x="686859" y="410250"/>
                    <a:pt x="732836" y="381425"/>
                  </a:cubicBezTo>
                  <a:cubicBezTo>
                    <a:pt x="734606" y="380318"/>
                    <a:pt x="734496" y="379452"/>
                    <a:pt x="732504" y="378825"/>
                  </a:cubicBezTo>
                  <a:cubicBezTo>
                    <a:pt x="705320" y="370526"/>
                    <a:pt x="679003" y="372241"/>
                    <a:pt x="653552" y="383970"/>
                  </a:cubicBezTo>
                  <a:cubicBezTo>
                    <a:pt x="628028" y="395736"/>
                    <a:pt x="611172" y="412279"/>
                    <a:pt x="602983" y="433598"/>
                  </a:cubicBezTo>
                  <a:cubicBezTo>
                    <a:pt x="580908" y="491249"/>
                    <a:pt x="631255" y="524778"/>
                    <a:pt x="683041" y="520739"/>
                  </a:cubicBezTo>
                  <a:close/>
                  <a:moveTo>
                    <a:pt x="755354" y="554654"/>
                  </a:moveTo>
                  <a:cubicBezTo>
                    <a:pt x="783460" y="572635"/>
                    <a:pt x="817320" y="572691"/>
                    <a:pt x="850074" y="562123"/>
                  </a:cubicBezTo>
                  <a:cubicBezTo>
                    <a:pt x="861914" y="558287"/>
                    <a:pt x="869549" y="554968"/>
                    <a:pt x="872979" y="552164"/>
                  </a:cubicBezTo>
                  <a:cubicBezTo>
                    <a:pt x="880467" y="546078"/>
                    <a:pt x="883528" y="537318"/>
                    <a:pt x="882163" y="525884"/>
                  </a:cubicBezTo>
                  <a:cubicBezTo>
                    <a:pt x="881536" y="520610"/>
                    <a:pt x="880301" y="515409"/>
                    <a:pt x="878457" y="510282"/>
                  </a:cubicBezTo>
                  <a:cubicBezTo>
                    <a:pt x="865473" y="474319"/>
                    <a:pt x="851955" y="444479"/>
                    <a:pt x="837902" y="420763"/>
                  </a:cubicBezTo>
                  <a:cubicBezTo>
                    <a:pt x="818371" y="387843"/>
                    <a:pt x="781911" y="397027"/>
                    <a:pt x="754635" y="413681"/>
                  </a:cubicBezTo>
                  <a:cubicBezTo>
                    <a:pt x="738037" y="423861"/>
                    <a:pt x="727303" y="438504"/>
                    <a:pt x="722434" y="457610"/>
                  </a:cubicBezTo>
                  <a:cubicBezTo>
                    <a:pt x="715316" y="485643"/>
                    <a:pt x="719373" y="511204"/>
                    <a:pt x="734606" y="534294"/>
                  </a:cubicBezTo>
                  <a:cubicBezTo>
                    <a:pt x="739991" y="542445"/>
                    <a:pt x="746907" y="549232"/>
                    <a:pt x="755354" y="554654"/>
                  </a:cubicBezTo>
                  <a:close/>
                  <a:moveTo>
                    <a:pt x="778481" y="771979"/>
                  </a:moveTo>
                  <a:cubicBezTo>
                    <a:pt x="782409" y="765450"/>
                    <a:pt x="787997" y="763846"/>
                    <a:pt x="795079" y="762739"/>
                  </a:cubicBezTo>
                  <a:cubicBezTo>
                    <a:pt x="827427" y="757723"/>
                    <a:pt x="845519" y="754920"/>
                    <a:pt x="849355" y="754330"/>
                  </a:cubicBezTo>
                  <a:cubicBezTo>
                    <a:pt x="851199" y="754035"/>
                    <a:pt x="852582" y="753057"/>
                    <a:pt x="853504" y="751397"/>
                  </a:cubicBezTo>
                  <a:cubicBezTo>
                    <a:pt x="858760" y="742102"/>
                    <a:pt x="861969" y="728713"/>
                    <a:pt x="868110" y="722019"/>
                  </a:cubicBezTo>
                  <a:cubicBezTo>
                    <a:pt x="875082" y="714494"/>
                    <a:pt x="883823" y="707910"/>
                    <a:pt x="894335" y="702267"/>
                  </a:cubicBezTo>
                  <a:cubicBezTo>
                    <a:pt x="896366" y="701179"/>
                    <a:pt x="897608" y="699037"/>
                    <a:pt x="897544" y="696734"/>
                  </a:cubicBezTo>
                  <a:cubicBezTo>
                    <a:pt x="897139" y="682865"/>
                    <a:pt x="893045" y="671616"/>
                    <a:pt x="885262" y="662985"/>
                  </a:cubicBezTo>
                  <a:cubicBezTo>
                    <a:pt x="876852" y="653690"/>
                    <a:pt x="870213" y="646940"/>
                    <a:pt x="876797" y="635432"/>
                  </a:cubicBezTo>
                  <a:cubicBezTo>
                    <a:pt x="879157" y="631337"/>
                    <a:pt x="884395" y="627520"/>
                    <a:pt x="892510" y="623979"/>
                  </a:cubicBezTo>
                  <a:cubicBezTo>
                    <a:pt x="906858" y="617745"/>
                    <a:pt x="921335" y="611733"/>
                    <a:pt x="935941" y="605942"/>
                  </a:cubicBezTo>
                  <a:cubicBezTo>
                    <a:pt x="944056" y="602770"/>
                    <a:pt x="950419" y="601682"/>
                    <a:pt x="955029" y="602678"/>
                  </a:cubicBezTo>
                  <a:cubicBezTo>
                    <a:pt x="969968" y="605942"/>
                    <a:pt x="970576" y="626967"/>
                    <a:pt x="973066" y="638641"/>
                  </a:cubicBezTo>
                  <a:cubicBezTo>
                    <a:pt x="973545" y="641001"/>
                    <a:pt x="974781" y="641518"/>
                    <a:pt x="976773" y="640190"/>
                  </a:cubicBezTo>
                  <a:lnTo>
                    <a:pt x="1024409" y="608266"/>
                  </a:lnTo>
                  <a:cubicBezTo>
                    <a:pt x="1026217" y="607049"/>
                    <a:pt x="1026161" y="605942"/>
                    <a:pt x="1024243" y="604946"/>
                  </a:cubicBezTo>
                  <a:cubicBezTo>
                    <a:pt x="987359" y="585803"/>
                    <a:pt x="948556" y="576047"/>
                    <a:pt x="907835" y="575678"/>
                  </a:cubicBezTo>
                  <a:cubicBezTo>
                    <a:pt x="905880" y="575642"/>
                    <a:pt x="904184" y="576269"/>
                    <a:pt x="902745" y="577560"/>
                  </a:cubicBezTo>
                  <a:cubicBezTo>
                    <a:pt x="890278" y="588736"/>
                    <a:pt x="874750" y="596315"/>
                    <a:pt x="856160" y="600299"/>
                  </a:cubicBezTo>
                  <a:cubicBezTo>
                    <a:pt x="854242" y="600705"/>
                    <a:pt x="852914" y="601811"/>
                    <a:pt x="852176" y="603619"/>
                  </a:cubicBezTo>
                  <a:cubicBezTo>
                    <a:pt x="827427" y="661675"/>
                    <a:pt x="788679" y="712650"/>
                    <a:pt x="735934" y="756543"/>
                  </a:cubicBezTo>
                  <a:cubicBezTo>
                    <a:pt x="734349" y="757869"/>
                    <a:pt x="733792" y="760073"/>
                    <a:pt x="734551" y="762020"/>
                  </a:cubicBezTo>
                  <a:cubicBezTo>
                    <a:pt x="740674" y="777401"/>
                    <a:pt x="744934" y="787839"/>
                    <a:pt x="747331" y="793335"/>
                  </a:cubicBezTo>
                  <a:cubicBezTo>
                    <a:pt x="751131" y="802114"/>
                    <a:pt x="756092" y="808458"/>
                    <a:pt x="762214" y="812368"/>
                  </a:cubicBezTo>
                  <a:cubicBezTo>
                    <a:pt x="763358" y="813069"/>
                    <a:pt x="771196" y="818620"/>
                    <a:pt x="785728" y="829021"/>
                  </a:cubicBezTo>
                  <a:cubicBezTo>
                    <a:pt x="792294" y="833706"/>
                    <a:pt x="797292" y="839626"/>
                    <a:pt x="800722" y="846781"/>
                  </a:cubicBezTo>
                  <a:cubicBezTo>
                    <a:pt x="808394" y="862752"/>
                    <a:pt x="814646" y="876031"/>
                    <a:pt x="819478" y="886617"/>
                  </a:cubicBezTo>
                  <a:cubicBezTo>
                    <a:pt x="825490" y="899821"/>
                    <a:pt x="832867" y="912584"/>
                    <a:pt x="841609" y="924903"/>
                  </a:cubicBezTo>
                  <a:cubicBezTo>
                    <a:pt x="865768" y="959095"/>
                    <a:pt x="883307" y="983882"/>
                    <a:pt x="894225" y="999263"/>
                  </a:cubicBezTo>
                  <a:cubicBezTo>
                    <a:pt x="895626" y="1001218"/>
                    <a:pt x="896678" y="1001052"/>
                    <a:pt x="897378" y="998765"/>
                  </a:cubicBezTo>
                  <a:lnTo>
                    <a:pt x="928528" y="896797"/>
                  </a:lnTo>
                  <a:cubicBezTo>
                    <a:pt x="932509" y="883827"/>
                    <a:pt x="925222" y="870086"/>
                    <a:pt x="912252" y="866105"/>
                  </a:cubicBezTo>
                  <a:cubicBezTo>
                    <a:pt x="912237" y="866100"/>
                    <a:pt x="912222" y="866095"/>
                    <a:pt x="912206" y="866090"/>
                  </a:cubicBezTo>
                  <a:lnTo>
                    <a:pt x="819810" y="837874"/>
                  </a:lnTo>
                  <a:cubicBezTo>
                    <a:pt x="814023" y="836114"/>
                    <a:pt x="808945" y="832548"/>
                    <a:pt x="805314" y="827693"/>
                  </a:cubicBezTo>
                  <a:cubicBezTo>
                    <a:pt x="800741" y="821607"/>
                    <a:pt x="792829" y="811593"/>
                    <a:pt x="781579" y="797651"/>
                  </a:cubicBezTo>
                  <a:cubicBezTo>
                    <a:pt x="774534" y="788946"/>
                    <a:pt x="773501" y="780389"/>
                    <a:pt x="778481" y="771979"/>
                  </a:cubicBezTo>
                  <a:close/>
                  <a:moveTo>
                    <a:pt x="937878" y="714328"/>
                  </a:moveTo>
                  <a:cubicBezTo>
                    <a:pt x="933064" y="723955"/>
                    <a:pt x="916909" y="732641"/>
                    <a:pt x="907503" y="739336"/>
                  </a:cubicBezTo>
                  <a:cubicBezTo>
                    <a:pt x="895276" y="748078"/>
                    <a:pt x="892288" y="759918"/>
                    <a:pt x="885372" y="775520"/>
                  </a:cubicBezTo>
                  <a:cubicBezTo>
                    <a:pt x="881684" y="783893"/>
                    <a:pt x="877571" y="788503"/>
                    <a:pt x="873035" y="789352"/>
                  </a:cubicBezTo>
                  <a:cubicBezTo>
                    <a:pt x="859313" y="792007"/>
                    <a:pt x="848543" y="793852"/>
                    <a:pt x="840724" y="794884"/>
                  </a:cubicBezTo>
                  <a:cubicBezTo>
                    <a:pt x="828109" y="796507"/>
                    <a:pt x="827851" y="799237"/>
                    <a:pt x="839949" y="803073"/>
                  </a:cubicBezTo>
                  <a:cubicBezTo>
                    <a:pt x="904608" y="823618"/>
                    <a:pt x="939077" y="834757"/>
                    <a:pt x="943355" y="836490"/>
                  </a:cubicBezTo>
                  <a:cubicBezTo>
                    <a:pt x="949884" y="839109"/>
                    <a:pt x="954126" y="843074"/>
                    <a:pt x="956080" y="848386"/>
                  </a:cubicBezTo>
                  <a:cubicBezTo>
                    <a:pt x="960248" y="859414"/>
                    <a:pt x="964250" y="870646"/>
                    <a:pt x="968086" y="882080"/>
                  </a:cubicBezTo>
                  <a:cubicBezTo>
                    <a:pt x="969994" y="887842"/>
                    <a:pt x="970072" y="894046"/>
                    <a:pt x="968308" y="899840"/>
                  </a:cubicBezTo>
                  <a:cubicBezTo>
                    <a:pt x="956025" y="939749"/>
                    <a:pt x="943577" y="979972"/>
                    <a:pt x="930962" y="1020508"/>
                  </a:cubicBezTo>
                  <a:cubicBezTo>
                    <a:pt x="928933" y="1026963"/>
                    <a:pt x="926849" y="1031279"/>
                    <a:pt x="924710" y="1033455"/>
                  </a:cubicBezTo>
                  <a:cubicBezTo>
                    <a:pt x="915747" y="1042473"/>
                    <a:pt x="896991" y="1040647"/>
                    <a:pt x="884930" y="1039817"/>
                  </a:cubicBezTo>
                  <a:cubicBezTo>
                    <a:pt x="878032" y="1039375"/>
                    <a:pt x="872721" y="1036442"/>
                    <a:pt x="868996" y="1031020"/>
                  </a:cubicBezTo>
                  <a:cubicBezTo>
                    <a:pt x="849594" y="1003025"/>
                    <a:pt x="829916" y="975177"/>
                    <a:pt x="809962" y="947477"/>
                  </a:cubicBezTo>
                  <a:cubicBezTo>
                    <a:pt x="802474" y="937038"/>
                    <a:pt x="795669" y="925678"/>
                    <a:pt x="789546" y="913395"/>
                  </a:cubicBezTo>
                  <a:cubicBezTo>
                    <a:pt x="780915" y="895985"/>
                    <a:pt x="775290" y="884109"/>
                    <a:pt x="772671" y="877764"/>
                  </a:cubicBezTo>
                  <a:cubicBezTo>
                    <a:pt x="765036" y="859008"/>
                    <a:pt x="751481" y="851816"/>
                    <a:pt x="734496" y="840087"/>
                  </a:cubicBezTo>
                  <a:cubicBezTo>
                    <a:pt x="726123" y="834333"/>
                    <a:pt x="720369" y="828173"/>
                    <a:pt x="717234" y="821607"/>
                  </a:cubicBezTo>
                  <a:cubicBezTo>
                    <a:pt x="713656" y="814009"/>
                    <a:pt x="709064" y="802538"/>
                    <a:pt x="703457" y="787194"/>
                  </a:cubicBezTo>
                  <a:cubicBezTo>
                    <a:pt x="703069" y="786034"/>
                    <a:pt x="701793" y="785423"/>
                    <a:pt x="700609" y="785829"/>
                  </a:cubicBezTo>
                  <a:cubicBezTo>
                    <a:pt x="700423" y="785893"/>
                    <a:pt x="700246" y="785979"/>
                    <a:pt x="700082" y="786087"/>
                  </a:cubicBezTo>
                  <a:lnTo>
                    <a:pt x="653552" y="817292"/>
                  </a:lnTo>
                  <a:cubicBezTo>
                    <a:pt x="652077" y="818251"/>
                    <a:pt x="651321" y="819616"/>
                    <a:pt x="651284" y="821386"/>
                  </a:cubicBezTo>
                  <a:cubicBezTo>
                    <a:pt x="650103" y="877045"/>
                    <a:pt x="663880" y="926120"/>
                    <a:pt x="692613" y="968611"/>
                  </a:cubicBezTo>
                  <a:cubicBezTo>
                    <a:pt x="712125" y="997492"/>
                    <a:pt x="734846" y="1020859"/>
                    <a:pt x="760776" y="1038711"/>
                  </a:cubicBezTo>
                  <a:cubicBezTo>
                    <a:pt x="820345" y="1079801"/>
                    <a:pt x="886534" y="1093024"/>
                    <a:pt x="959345" y="1078380"/>
                  </a:cubicBezTo>
                  <a:cubicBezTo>
                    <a:pt x="1019688" y="1066245"/>
                    <a:pt x="1071050" y="1032108"/>
                    <a:pt x="1113431" y="975970"/>
                  </a:cubicBezTo>
                  <a:cubicBezTo>
                    <a:pt x="1114795" y="974163"/>
                    <a:pt x="1114445" y="972798"/>
                    <a:pt x="1112379" y="971876"/>
                  </a:cubicBezTo>
                  <a:cubicBezTo>
                    <a:pt x="1103084" y="967671"/>
                    <a:pt x="1097718" y="963023"/>
                    <a:pt x="1095173" y="951792"/>
                  </a:cubicBezTo>
                  <a:cubicBezTo>
                    <a:pt x="1088497" y="922432"/>
                    <a:pt x="1085103" y="906793"/>
                    <a:pt x="1084992" y="904875"/>
                  </a:cubicBezTo>
                  <a:cubicBezTo>
                    <a:pt x="1084771" y="899858"/>
                    <a:pt x="1081359" y="896041"/>
                    <a:pt x="1074757" y="893422"/>
                  </a:cubicBezTo>
                  <a:cubicBezTo>
                    <a:pt x="1061663" y="888184"/>
                    <a:pt x="1054876" y="885455"/>
                    <a:pt x="1054397" y="885234"/>
                  </a:cubicBezTo>
                  <a:cubicBezTo>
                    <a:pt x="1047499" y="882356"/>
                    <a:pt x="1041579" y="878189"/>
                    <a:pt x="1036637" y="872730"/>
                  </a:cubicBezTo>
                  <a:cubicBezTo>
                    <a:pt x="1034055" y="869853"/>
                    <a:pt x="1026696" y="861258"/>
                    <a:pt x="1014561" y="846947"/>
                  </a:cubicBezTo>
                  <a:cubicBezTo>
                    <a:pt x="1007996" y="839128"/>
                    <a:pt x="1003643" y="830238"/>
                    <a:pt x="1001504" y="820279"/>
                  </a:cubicBezTo>
                  <a:cubicBezTo>
                    <a:pt x="997779" y="802870"/>
                    <a:pt x="995473" y="791546"/>
                    <a:pt x="994588" y="786309"/>
                  </a:cubicBezTo>
                  <a:cubicBezTo>
                    <a:pt x="993699" y="781061"/>
                    <a:pt x="994912" y="775675"/>
                    <a:pt x="997963" y="771315"/>
                  </a:cubicBezTo>
                  <a:lnTo>
                    <a:pt x="1082337" y="650757"/>
                  </a:lnTo>
                  <a:cubicBezTo>
                    <a:pt x="1083259" y="649429"/>
                    <a:pt x="1083093" y="648249"/>
                    <a:pt x="1081839" y="647216"/>
                  </a:cubicBezTo>
                  <a:lnTo>
                    <a:pt x="1063858" y="632057"/>
                  </a:lnTo>
                  <a:cubicBezTo>
                    <a:pt x="1062382" y="630803"/>
                    <a:pt x="1060833" y="630729"/>
                    <a:pt x="1059210" y="631835"/>
                  </a:cubicBezTo>
                  <a:cubicBezTo>
                    <a:pt x="1018231" y="659056"/>
                    <a:pt x="997262" y="673017"/>
                    <a:pt x="996303" y="673718"/>
                  </a:cubicBezTo>
                  <a:cubicBezTo>
                    <a:pt x="990107" y="678144"/>
                    <a:pt x="984279" y="680652"/>
                    <a:pt x="978820" y="681243"/>
                  </a:cubicBezTo>
                  <a:cubicBezTo>
                    <a:pt x="962332" y="683068"/>
                    <a:pt x="945070" y="685171"/>
                    <a:pt x="939593" y="667411"/>
                  </a:cubicBezTo>
                  <a:cubicBezTo>
                    <a:pt x="937786" y="661657"/>
                    <a:pt x="936605" y="656087"/>
                    <a:pt x="936052" y="650702"/>
                  </a:cubicBezTo>
                  <a:cubicBezTo>
                    <a:pt x="935868" y="649005"/>
                    <a:pt x="934853" y="648378"/>
                    <a:pt x="933009" y="648821"/>
                  </a:cubicBezTo>
                  <a:lnTo>
                    <a:pt x="931460" y="649208"/>
                  </a:lnTo>
                  <a:cubicBezTo>
                    <a:pt x="928730" y="649872"/>
                    <a:pt x="927661" y="651458"/>
                    <a:pt x="928251" y="653966"/>
                  </a:cubicBezTo>
                  <a:cubicBezTo>
                    <a:pt x="934005" y="677757"/>
                    <a:pt x="942747" y="704646"/>
                    <a:pt x="937878" y="714328"/>
                  </a:cubicBezTo>
                  <a:close/>
                  <a:moveTo>
                    <a:pt x="1117470" y="875164"/>
                  </a:moveTo>
                  <a:lnTo>
                    <a:pt x="1131744" y="936798"/>
                  </a:lnTo>
                  <a:cubicBezTo>
                    <a:pt x="1132223" y="938975"/>
                    <a:pt x="1133459" y="939546"/>
                    <a:pt x="1135451" y="938514"/>
                  </a:cubicBezTo>
                  <a:cubicBezTo>
                    <a:pt x="1136373" y="938071"/>
                    <a:pt x="1137350" y="936577"/>
                    <a:pt x="1138383" y="934032"/>
                  </a:cubicBezTo>
                  <a:cubicBezTo>
                    <a:pt x="1173756" y="845878"/>
                    <a:pt x="1165512" y="762223"/>
                    <a:pt x="1113652" y="683068"/>
                  </a:cubicBezTo>
                  <a:cubicBezTo>
                    <a:pt x="1112465" y="681215"/>
                    <a:pt x="1109986" y="680694"/>
                    <a:pt x="1108115" y="681906"/>
                  </a:cubicBezTo>
                  <a:cubicBezTo>
                    <a:pt x="1107685" y="682185"/>
                    <a:pt x="1107311" y="682542"/>
                    <a:pt x="1107013" y="682958"/>
                  </a:cubicBezTo>
                  <a:lnTo>
                    <a:pt x="1036305" y="784040"/>
                  </a:lnTo>
                  <a:cubicBezTo>
                    <a:pt x="1035124" y="785700"/>
                    <a:pt x="1034645" y="787563"/>
                    <a:pt x="1034866" y="789628"/>
                  </a:cubicBezTo>
                  <a:cubicBezTo>
                    <a:pt x="1036858" y="809878"/>
                    <a:pt x="1045544" y="827251"/>
                    <a:pt x="1060925" y="841746"/>
                  </a:cubicBezTo>
                  <a:cubicBezTo>
                    <a:pt x="1074204" y="854250"/>
                    <a:pt x="1092794" y="858511"/>
                    <a:pt x="1110111" y="866201"/>
                  </a:cubicBezTo>
                  <a:cubicBezTo>
                    <a:pt x="1113842" y="867871"/>
                    <a:pt x="1116568" y="871191"/>
                    <a:pt x="1117470" y="875164"/>
                  </a:cubicBezTo>
                  <a:close/>
                </a:path>
              </a:pathLst>
            </a:custGeom>
            <a:grpFill/>
            <a:ln w="553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A1E7389A-DF21-775C-0F05-2D7F6ABBAB5D}"/>
                </a:ext>
              </a:extLst>
            </p:cNvPr>
            <p:cNvSpPr/>
            <p:nvPr/>
          </p:nvSpPr>
          <p:spPr>
            <a:xfrm>
              <a:off x="9874353" y="-1114493"/>
              <a:ext cx="391604" cy="397137"/>
            </a:xfrm>
            <a:custGeom>
              <a:avLst/>
              <a:gdLst>
                <a:gd name="connsiteX0" fmla="*/ 195802 w 391604"/>
                <a:gd name="connsiteY0" fmla="*/ 397138 h 397137"/>
                <a:gd name="connsiteX1" fmla="*/ 0 w 391604"/>
                <a:gd name="connsiteY1" fmla="*/ 198569 h 397137"/>
                <a:gd name="connsiteX2" fmla="*/ 195802 w 391604"/>
                <a:gd name="connsiteY2" fmla="*/ 0 h 397137"/>
                <a:gd name="connsiteX3" fmla="*/ 391605 w 391604"/>
                <a:gd name="connsiteY3" fmla="*/ 198569 h 397137"/>
                <a:gd name="connsiteX4" fmla="*/ 195802 w 391604"/>
                <a:gd name="connsiteY4" fmla="*/ 397138 h 397137"/>
                <a:gd name="connsiteX5" fmla="*/ 196082 w 391604"/>
                <a:gd name="connsiteY5" fmla="*/ 358520 h 397137"/>
                <a:gd name="connsiteX6" fmla="*/ 353042 w 391604"/>
                <a:gd name="connsiteY6" fmla="*/ 198295 h 397137"/>
                <a:gd name="connsiteX7" fmla="*/ 195524 w 391604"/>
                <a:gd name="connsiteY7" fmla="*/ 38619 h 397137"/>
                <a:gd name="connsiteX8" fmla="*/ 38564 w 391604"/>
                <a:gd name="connsiteY8" fmla="*/ 198843 h 397137"/>
                <a:gd name="connsiteX9" fmla="*/ 196082 w 391604"/>
                <a:gd name="connsiteY9" fmla="*/ 358520 h 39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604" h="397137">
                  <a:moveTo>
                    <a:pt x="195802" y="397138"/>
                  </a:moveTo>
                  <a:cubicBezTo>
                    <a:pt x="87664" y="397138"/>
                    <a:pt x="0" y="308236"/>
                    <a:pt x="0" y="198569"/>
                  </a:cubicBezTo>
                  <a:cubicBezTo>
                    <a:pt x="0" y="88902"/>
                    <a:pt x="87664" y="0"/>
                    <a:pt x="195802" y="0"/>
                  </a:cubicBezTo>
                  <a:cubicBezTo>
                    <a:pt x="303941" y="0"/>
                    <a:pt x="391605" y="88902"/>
                    <a:pt x="391605" y="198569"/>
                  </a:cubicBezTo>
                  <a:cubicBezTo>
                    <a:pt x="391605" y="308236"/>
                    <a:pt x="303941" y="397138"/>
                    <a:pt x="195802" y="397138"/>
                  </a:cubicBezTo>
                  <a:close/>
                  <a:moveTo>
                    <a:pt x="196082" y="358520"/>
                  </a:moveTo>
                  <a:cubicBezTo>
                    <a:pt x="282923" y="358368"/>
                    <a:pt x="353196" y="286633"/>
                    <a:pt x="353042" y="198295"/>
                  </a:cubicBezTo>
                  <a:cubicBezTo>
                    <a:pt x="352888" y="109957"/>
                    <a:pt x="282365" y="38467"/>
                    <a:pt x="195524" y="38619"/>
                  </a:cubicBezTo>
                  <a:cubicBezTo>
                    <a:pt x="108683" y="38770"/>
                    <a:pt x="38410" y="110505"/>
                    <a:pt x="38564" y="198843"/>
                  </a:cubicBezTo>
                  <a:cubicBezTo>
                    <a:pt x="38718" y="287182"/>
                    <a:pt x="109241" y="358671"/>
                    <a:pt x="196082" y="358520"/>
                  </a:cubicBezTo>
                  <a:close/>
                </a:path>
              </a:pathLst>
            </a:custGeom>
            <a:grpFill/>
            <a:ln w="553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371B7CAA-426F-3A1D-7EF7-0F8D28F0AA18}"/>
                </a:ext>
              </a:extLst>
            </p:cNvPr>
            <p:cNvSpPr/>
            <p:nvPr/>
          </p:nvSpPr>
          <p:spPr>
            <a:xfrm rot="20982000">
              <a:off x="9984398" y="-421687"/>
              <a:ext cx="38728" cy="123600"/>
            </a:xfrm>
            <a:custGeom>
              <a:avLst/>
              <a:gdLst>
                <a:gd name="connsiteX0" fmla="*/ 36333 w 38728"/>
                <a:gd name="connsiteY0" fmla="*/ 184 h 123600"/>
                <a:gd name="connsiteX1" fmla="*/ 38767 w 38728"/>
                <a:gd name="connsiteY1" fmla="*/ 184 h 123600"/>
                <a:gd name="connsiteX2" fmla="*/ 38767 w 38728"/>
                <a:gd name="connsiteY2" fmla="*/ 123785 h 123600"/>
                <a:gd name="connsiteX3" fmla="*/ 36333 w 38728"/>
                <a:gd name="connsiteY3" fmla="*/ 123785 h 123600"/>
                <a:gd name="connsiteX4" fmla="*/ 2473 w 38728"/>
                <a:gd name="connsiteY4" fmla="*/ 123785 h 123600"/>
                <a:gd name="connsiteX5" fmla="*/ 39 w 38728"/>
                <a:gd name="connsiteY5" fmla="*/ 123785 h 123600"/>
                <a:gd name="connsiteX6" fmla="*/ 39 w 38728"/>
                <a:gd name="connsiteY6" fmla="*/ 184 h 123600"/>
                <a:gd name="connsiteX7" fmla="*/ 2473 w 38728"/>
                <a:gd name="connsiteY7" fmla="*/ 184 h 1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28" h="123600">
                  <a:moveTo>
                    <a:pt x="36333" y="184"/>
                  </a:moveTo>
                  <a:cubicBezTo>
                    <a:pt x="37678" y="184"/>
                    <a:pt x="38767" y="184"/>
                    <a:pt x="38767" y="184"/>
                  </a:cubicBezTo>
                  <a:lnTo>
                    <a:pt x="38767" y="123785"/>
                  </a:lnTo>
                  <a:cubicBezTo>
                    <a:pt x="38767" y="123785"/>
                    <a:pt x="37678" y="123785"/>
                    <a:pt x="36333" y="123785"/>
                  </a:cubicBezTo>
                  <a:lnTo>
                    <a:pt x="2473" y="123785"/>
                  </a:lnTo>
                  <a:cubicBezTo>
                    <a:pt x="1128" y="123785"/>
                    <a:pt x="39" y="123785"/>
                    <a:pt x="39" y="123785"/>
                  </a:cubicBezTo>
                  <a:lnTo>
                    <a:pt x="39" y="184"/>
                  </a:lnTo>
                  <a:cubicBezTo>
                    <a:pt x="39" y="184"/>
                    <a:pt x="1128" y="184"/>
                    <a:pt x="2473" y="184"/>
                  </a:cubicBezTo>
                  <a:close/>
                </a:path>
              </a:pathLst>
            </a:custGeom>
            <a:grpFill/>
            <a:ln w="5531" cap="flat">
              <a:noFill/>
              <a:prstDash val="solid"/>
              <a:miter/>
            </a:ln>
          </p:spPr>
          <p:txBody>
            <a:bodyPr rtlCol="0" anchor="ctr"/>
            <a:lstStyle/>
            <a:p>
              <a:endParaRPr lang="en-US" dirty="0"/>
            </a:p>
          </p:txBody>
        </p:sp>
      </p:grpSp>
      <p:grpSp>
        <p:nvGrpSpPr>
          <p:cNvPr id="44" name="Graduation" descr="{&quot;Key&quot;:&quot;POWER_USER_SHAPE_ICON&quot;,&quot;Value&quot;:&quot;POWER_USER_SHAPE_ICON_STYLE_1&quot;}">
            <a:extLst>
              <a:ext uri="{FF2B5EF4-FFF2-40B4-BE49-F238E27FC236}">
                <a16:creationId xmlns:a16="http://schemas.microsoft.com/office/drawing/2014/main" id="{90E8DD10-4AC8-C016-A577-2A975DA5E4AE}"/>
              </a:ext>
            </a:extLst>
          </p:cNvPr>
          <p:cNvGrpSpPr>
            <a:grpSpLocks noChangeAspect="1"/>
          </p:cNvGrpSpPr>
          <p:nvPr/>
        </p:nvGrpSpPr>
        <p:grpSpPr>
          <a:xfrm>
            <a:off x="6050045" y="1131489"/>
            <a:ext cx="358265" cy="337706"/>
            <a:chOff x="8204488" y="3325097"/>
            <a:chExt cx="2181224" cy="2056055"/>
          </a:xfrm>
          <a:solidFill>
            <a:srgbClr val="FFFFFF"/>
          </a:solidFill>
        </p:grpSpPr>
        <p:sp>
          <p:nvSpPr>
            <p:cNvPr id="45" name="Free-form: Shape 44">
              <a:extLst>
                <a:ext uri="{FF2B5EF4-FFF2-40B4-BE49-F238E27FC236}">
                  <a16:creationId xmlns:a16="http://schemas.microsoft.com/office/drawing/2014/main" id="{E83E7964-2937-CAF9-1817-1BA8824BA663}"/>
                </a:ext>
              </a:extLst>
            </p:cNvPr>
            <p:cNvSpPr/>
            <p:nvPr/>
          </p:nvSpPr>
          <p:spPr>
            <a:xfrm>
              <a:off x="8204488" y="3325097"/>
              <a:ext cx="2172303" cy="1026950"/>
            </a:xfrm>
            <a:custGeom>
              <a:avLst/>
              <a:gdLst>
                <a:gd name="connsiteX0" fmla="*/ 0 w 2172303"/>
                <a:gd name="connsiteY0" fmla="*/ 896863 h 1026950"/>
                <a:gd name="connsiteX1" fmla="*/ 0 w 2172303"/>
                <a:gd name="connsiteY1" fmla="*/ 871432 h 1026950"/>
                <a:gd name="connsiteX2" fmla="*/ 118682 w 2172303"/>
                <a:gd name="connsiteY2" fmla="*/ 743892 h 1026950"/>
                <a:gd name="connsiteX3" fmla="*/ 123444 w 2172303"/>
                <a:gd name="connsiteY3" fmla="*/ 737986 h 1026950"/>
                <a:gd name="connsiteX4" fmla="*/ 123634 w 2172303"/>
                <a:gd name="connsiteY4" fmla="*/ 288883 h 1026950"/>
                <a:gd name="connsiteX5" fmla="*/ 117062 w 2172303"/>
                <a:gd name="connsiteY5" fmla="*/ 248687 h 1026950"/>
                <a:gd name="connsiteX6" fmla="*/ 135827 w 2172303"/>
                <a:gd name="connsiteY6" fmla="*/ 192299 h 1026950"/>
                <a:gd name="connsiteX7" fmla="*/ 186023 w 2172303"/>
                <a:gd name="connsiteY7" fmla="*/ 174487 h 1026950"/>
                <a:gd name="connsiteX8" fmla="*/ 1107377 w 2172303"/>
                <a:gd name="connsiteY8" fmla="*/ 3704 h 1026950"/>
                <a:gd name="connsiteX9" fmla="*/ 1172242 w 2172303"/>
                <a:gd name="connsiteY9" fmla="*/ 2371 h 1026950"/>
                <a:gd name="connsiteX10" fmla="*/ 2117884 w 2172303"/>
                <a:gd name="connsiteY10" fmla="*/ 177535 h 1026950"/>
                <a:gd name="connsiteX11" fmla="*/ 2143030 w 2172303"/>
                <a:gd name="connsiteY11" fmla="*/ 186584 h 1026950"/>
                <a:gd name="connsiteX12" fmla="*/ 2168081 w 2172303"/>
                <a:gd name="connsiteY12" fmla="*/ 212016 h 1026950"/>
                <a:gd name="connsiteX13" fmla="*/ 2155793 w 2172303"/>
                <a:gd name="connsiteY13" fmla="*/ 274690 h 1026950"/>
                <a:gd name="connsiteX14" fmla="*/ 2103215 w 2172303"/>
                <a:gd name="connsiteY14" fmla="*/ 296122 h 1026950"/>
                <a:gd name="connsiteX15" fmla="*/ 1529239 w 2172303"/>
                <a:gd name="connsiteY15" fmla="*/ 410707 h 1026950"/>
                <a:gd name="connsiteX16" fmla="*/ 1528382 w 2172303"/>
                <a:gd name="connsiteY16" fmla="*/ 414994 h 1026950"/>
                <a:gd name="connsiteX17" fmla="*/ 1826038 w 2172303"/>
                <a:gd name="connsiteY17" fmla="*/ 817711 h 1026950"/>
                <a:gd name="connsiteX18" fmla="*/ 1825276 w 2172303"/>
                <a:gd name="connsiteY18" fmla="*/ 846667 h 1026950"/>
                <a:gd name="connsiteX19" fmla="*/ 1801939 w 2172303"/>
                <a:gd name="connsiteY19" fmla="*/ 856954 h 1026950"/>
                <a:gd name="connsiteX20" fmla="*/ 1181100 w 2172303"/>
                <a:gd name="connsiteY20" fmla="*/ 975159 h 1026950"/>
                <a:gd name="connsiteX21" fmla="*/ 1112330 w 2172303"/>
                <a:gd name="connsiteY21" fmla="*/ 975921 h 1026950"/>
                <a:gd name="connsiteX22" fmla="*/ 482822 w 2172303"/>
                <a:gd name="connsiteY22" fmla="*/ 856573 h 1026950"/>
                <a:gd name="connsiteX23" fmla="*/ 463201 w 2172303"/>
                <a:gd name="connsiteY23" fmla="*/ 849048 h 1026950"/>
                <a:gd name="connsiteX24" fmla="*/ 458248 w 2172303"/>
                <a:gd name="connsiteY24" fmla="*/ 825426 h 1026950"/>
                <a:gd name="connsiteX25" fmla="*/ 758285 w 2172303"/>
                <a:gd name="connsiteY25" fmla="*/ 414613 h 1026950"/>
                <a:gd name="connsiteX26" fmla="*/ 757333 w 2172303"/>
                <a:gd name="connsiteY26" fmla="*/ 410231 h 1026950"/>
                <a:gd name="connsiteX27" fmla="*/ 176403 w 2172303"/>
                <a:gd name="connsiteY27" fmla="*/ 294407 h 1026950"/>
                <a:gd name="connsiteX28" fmla="*/ 171450 w 2172303"/>
                <a:gd name="connsiteY28" fmla="*/ 298503 h 1026950"/>
                <a:gd name="connsiteX29" fmla="*/ 171450 w 2172303"/>
                <a:gd name="connsiteY29" fmla="*/ 767990 h 1026950"/>
                <a:gd name="connsiteX30" fmla="*/ 150971 w 2172303"/>
                <a:gd name="connsiteY30" fmla="*/ 788659 h 1026950"/>
                <a:gd name="connsiteX31" fmla="*/ 50006 w 2172303"/>
                <a:gd name="connsiteY31" fmla="*/ 867241 h 1026950"/>
                <a:gd name="connsiteX32" fmla="*/ 71057 w 2172303"/>
                <a:gd name="connsiteY32" fmla="*/ 945822 h 1026950"/>
                <a:gd name="connsiteX33" fmla="*/ 152210 w 2172303"/>
                <a:gd name="connsiteY33" fmla="*/ 978493 h 1026950"/>
                <a:gd name="connsiteX34" fmla="*/ 227838 w 2172303"/>
                <a:gd name="connsiteY34" fmla="*/ 927153 h 1026950"/>
                <a:gd name="connsiteX35" fmla="*/ 240602 w 2172303"/>
                <a:gd name="connsiteY35" fmla="*/ 876480 h 1026950"/>
                <a:gd name="connsiteX36" fmla="*/ 265462 w 2172303"/>
                <a:gd name="connsiteY36" fmla="*/ 860764 h 1026950"/>
                <a:gd name="connsiteX37" fmla="*/ 260414 w 2172303"/>
                <a:gd name="connsiteY37" fmla="*/ 965062 h 1026950"/>
                <a:gd name="connsiteX38" fmla="*/ 97250 w 2172303"/>
                <a:gd name="connsiteY38" fmla="*/ 1018974 h 1026950"/>
                <a:gd name="connsiteX39" fmla="*/ 0 w 2172303"/>
                <a:gd name="connsiteY39" fmla="*/ 896863 h 1026950"/>
                <a:gd name="connsiteX40" fmla="*/ 2118265 w 2172303"/>
                <a:gd name="connsiteY40" fmla="*/ 244496 h 1026950"/>
                <a:gd name="connsiteX41" fmla="*/ 2125861 w 2172303"/>
                <a:gd name="connsiteY41" fmla="*/ 233535 h 1026950"/>
                <a:gd name="connsiteX42" fmla="*/ 2118170 w 2172303"/>
                <a:gd name="connsiteY42" fmla="*/ 225922 h 1026950"/>
                <a:gd name="connsiteX43" fmla="*/ 1145762 w 2172303"/>
                <a:gd name="connsiteY43" fmla="*/ 45614 h 1026950"/>
                <a:gd name="connsiteX44" fmla="*/ 1142333 w 2172303"/>
                <a:gd name="connsiteY44" fmla="*/ 45614 h 1026950"/>
                <a:gd name="connsiteX45" fmla="*/ 169831 w 2172303"/>
                <a:gd name="connsiteY45" fmla="*/ 225922 h 1026950"/>
                <a:gd name="connsiteX46" fmla="*/ 162122 w 2172303"/>
                <a:gd name="connsiteY46" fmla="*/ 236805 h 1026950"/>
                <a:gd name="connsiteX47" fmla="*/ 169736 w 2172303"/>
                <a:gd name="connsiteY47" fmla="*/ 244496 h 1026950"/>
                <a:gd name="connsiteX48" fmla="*/ 1142238 w 2172303"/>
                <a:gd name="connsiteY48" fmla="*/ 438425 h 1026950"/>
                <a:gd name="connsiteX49" fmla="*/ 1145858 w 2172303"/>
                <a:gd name="connsiteY49" fmla="*/ 438425 h 1026950"/>
                <a:gd name="connsiteX50" fmla="*/ 2118265 w 2172303"/>
                <a:gd name="connsiteY50" fmla="*/ 244496 h 1026950"/>
                <a:gd name="connsiteX51" fmla="*/ 1143381 w 2172303"/>
                <a:gd name="connsiteY51" fmla="*/ 930772 h 1026950"/>
                <a:gd name="connsiteX52" fmla="*/ 1174052 w 2172303"/>
                <a:gd name="connsiteY52" fmla="*/ 927820 h 1026950"/>
                <a:gd name="connsiteX53" fmla="*/ 1768221 w 2172303"/>
                <a:gd name="connsiteY53" fmla="*/ 814853 h 1026950"/>
                <a:gd name="connsiteX54" fmla="*/ 1771460 w 2172303"/>
                <a:gd name="connsiteY54" fmla="*/ 809614 h 1026950"/>
                <a:gd name="connsiteX55" fmla="*/ 1745837 w 2172303"/>
                <a:gd name="connsiteY55" fmla="*/ 747511 h 1026950"/>
                <a:gd name="connsiteX56" fmla="*/ 1533430 w 2172303"/>
                <a:gd name="connsiteY56" fmla="*/ 478430 h 1026950"/>
                <a:gd name="connsiteX57" fmla="*/ 1457420 w 2172303"/>
                <a:gd name="connsiteY57" fmla="*/ 427948 h 1026950"/>
                <a:gd name="connsiteX58" fmla="*/ 1448181 w 2172303"/>
                <a:gd name="connsiteY58" fmla="*/ 426614 h 1026950"/>
                <a:gd name="connsiteX59" fmla="*/ 1171480 w 2172303"/>
                <a:gd name="connsiteY59" fmla="*/ 480716 h 1026950"/>
                <a:gd name="connsiteX60" fmla="*/ 1143286 w 2172303"/>
                <a:gd name="connsiteY60" fmla="*/ 483193 h 1026950"/>
                <a:gd name="connsiteX61" fmla="*/ 1115187 w 2172303"/>
                <a:gd name="connsiteY61" fmla="*/ 480716 h 1026950"/>
                <a:gd name="connsiteX62" fmla="*/ 838486 w 2172303"/>
                <a:gd name="connsiteY62" fmla="*/ 426614 h 1026950"/>
                <a:gd name="connsiteX63" fmla="*/ 829247 w 2172303"/>
                <a:gd name="connsiteY63" fmla="*/ 427948 h 1026950"/>
                <a:gd name="connsiteX64" fmla="*/ 753237 w 2172303"/>
                <a:gd name="connsiteY64" fmla="*/ 478430 h 1026950"/>
                <a:gd name="connsiteX65" fmla="*/ 540830 w 2172303"/>
                <a:gd name="connsiteY65" fmla="*/ 747607 h 1026950"/>
                <a:gd name="connsiteX66" fmla="*/ 515207 w 2172303"/>
                <a:gd name="connsiteY66" fmla="*/ 809710 h 1026950"/>
                <a:gd name="connsiteX67" fmla="*/ 518446 w 2172303"/>
                <a:gd name="connsiteY67" fmla="*/ 814948 h 1026950"/>
                <a:gd name="connsiteX68" fmla="*/ 1112711 w 2172303"/>
                <a:gd name="connsiteY68" fmla="*/ 927820 h 1026950"/>
                <a:gd name="connsiteX69" fmla="*/ 1143381 w 2172303"/>
                <a:gd name="connsiteY69" fmla="*/ 930772 h 102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172303" h="1026950">
                  <a:moveTo>
                    <a:pt x="0" y="896863"/>
                  </a:moveTo>
                  <a:lnTo>
                    <a:pt x="0" y="871432"/>
                  </a:lnTo>
                  <a:cubicBezTo>
                    <a:pt x="11303" y="801836"/>
                    <a:pt x="50864" y="759322"/>
                    <a:pt x="118682" y="743892"/>
                  </a:cubicBezTo>
                  <a:cubicBezTo>
                    <a:pt x="121793" y="743130"/>
                    <a:pt x="123380" y="741161"/>
                    <a:pt x="123444" y="737986"/>
                  </a:cubicBezTo>
                  <a:cubicBezTo>
                    <a:pt x="124016" y="588380"/>
                    <a:pt x="124079" y="438679"/>
                    <a:pt x="123634" y="288883"/>
                  </a:cubicBezTo>
                  <a:cubicBezTo>
                    <a:pt x="123634" y="281453"/>
                    <a:pt x="121444" y="268055"/>
                    <a:pt x="117062" y="248687"/>
                  </a:cubicBezTo>
                  <a:cubicBezTo>
                    <a:pt x="111728" y="224875"/>
                    <a:pt x="117983" y="206079"/>
                    <a:pt x="135827" y="192299"/>
                  </a:cubicBezTo>
                  <a:cubicBezTo>
                    <a:pt x="145479" y="184806"/>
                    <a:pt x="162211" y="178869"/>
                    <a:pt x="186023" y="174487"/>
                  </a:cubicBezTo>
                  <a:cubicBezTo>
                    <a:pt x="302990" y="152834"/>
                    <a:pt x="610108" y="95906"/>
                    <a:pt x="1107377" y="3704"/>
                  </a:cubicBezTo>
                  <a:cubicBezTo>
                    <a:pt x="1131443" y="-741"/>
                    <a:pt x="1153065" y="-1185"/>
                    <a:pt x="1172242" y="2371"/>
                  </a:cubicBezTo>
                  <a:cubicBezTo>
                    <a:pt x="1552607" y="72602"/>
                    <a:pt x="1867821" y="130990"/>
                    <a:pt x="2117884" y="177535"/>
                  </a:cubicBezTo>
                  <a:cubicBezTo>
                    <a:pt x="2130647" y="179948"/>
                    <a:pt x="2139029" y="182965"/>
                    <a:pt x="2143030" y="186584"/>
                  </a:cubicBezTo>
                  <a:cubicBezTo>
                    <a:pt x="2153793" y="196300"/>
                    <a:pt x="2162842" y="195728"/>
                    <a:pt x="2168081" y="212016"/>
                  </a:cubicBezTo>
                  <a:cubicBezTo>
                    <a:pt x="2176463" y="237987"/>
                    <a:pt x="2172367" y="258879"/>
                    <a:pt x="2155793" y="274690"/>
                  </a:cubicBezTo>
                  <a:cubicBezTo>
                    <a:pt x="2146141" y="283898"/>
                    <a:pt x="2128615" y="291042"/>
                    <a:pt x="2103215" y="296122"/>
                  </a:cubicBezTo>
                  <a:cubicBezTo>
                    <a:pt x="1894046" y="337714"/>
                    <a:pt x="1702721" y="375909"/>
                    <a:pt x="1529239" y="410707"/>
                  </a:cubicBezTo>
                  <a:cubicBezTo>
                    <a:pt x="1525683" y="411406"/>
                    <a:pt x="1525397" y="412835"/>
                    <a:pt x="1528382" y="414994"/>
                  </a:cubicBezTo>
                  <a:cubicBezTo>
                    <a:pt x="1666558" y="514562"/>
                    <a:pt x="1765776" y="648801"/>
                    <a:pt x="1826038" y="817711"/>
                  </a:cubicBezTo>
                  <a:cubicBezTo>
                    <a:pt x="1830292" y="829712"/>
                    <a:pt x="1830038" y="839364"/>
                    <a:pt x="1825276" y="846667"/>
                  </a:cubicBezTo>
                  <a:cubicBezTo>
                    <a:pt x="1822355" y="851112"/>
                    <a:pt x="1814576" y="854541"/>
                    <a:pt x="1801939" y="856954"/>
                  </a:cubicBezTo>
                  <a:cubicBezTo>
                    <a:pt x="1607439" y="893911"/>
                    <a:pt x="1400493" y="933312"/>
                    <a:pt x="1181100" y="975159"/>
                  </a:cubicBezTo>
                  <a:cubicBezTo>
                    <a:pt x="1157097" y="979731"/>
                    <a:pt x="1134174" y="979985"/>
                    <a:pt x="1112330" y="975921"/>
                  </a:cubicBezTo>
                  <a:cubicBezTo>
                    <a:pt x="838200" y="924613"/>
                    <a:pt x="628364" y="884830"/>
                    <a:pt x="482822" y="856573"/>
                  </a:cubicBezTo>
                  <a:cubicBezTo>
                    <a:pt x="472789" y="854604"/>
                    <a:pt x="466249" y="852096"/>
                    <a:pt x="463201" y="849048"/>
                  </a:cubicBezTo>
                  <a:cubicBezTo>
                    <a:pt x="456787" y="842634"/>
                    <a:pt x="455136" y="834760"/>
                    <a:pt x="458248" y="825426"/>
                  </a:cubicBezTo>
                  <a:cubicBezTo>
                    <a:pt x="513556" y="659373"/>
                    <a:pt x="613569" y="522436"/>
                    <a:pt x="758285" y="414613"/>
                  </a:cubicBezTo>
                  <a:cubicBezTo>
                    <a:pt x="761206" y="412454"/>
                    <a:pt x="760889" y="410993"/>
                    <a:pt x="757333" y="410231"/>
                  </a:cubicBezTo>
                  <a:lnTo>
                    <a:pt x="176403" y="294407"/>
                  </a:lnTo>
                  <a:cubicBezTo>
                    <a:pt x="173101" y="293709"/>
                    <a:pt x="171450" y="295074"/>
                    <a:pt x="171450" y="298503"/>
                  </a:cubicBezTo>
                  <a:lnTo>
                    <a:pt x="171450" y="767990"/>
                  </a:lnTo>
                  <a:cubicBezTo>
                    <a:pt x="171450" y="779295"/>
                    <a:pt x="162327" y="788503"/>
                    <a:pt x="150971" y="788659"/>
                  </a:cubicBezTo>
                  <a:cubicBezTo>
                    <a:pt x="96298" y="789421"/>
                    <a:pt x="62643" y="815615"/>
                    <a:pt x="50006" y="867241"/>
                  </a:cubicBezTo>
                  <a:cubicBezTo>
                    <a:pt x="43529" y="893657"/>
                    <a:pt x="50546" y="919850"/>
                    <a:pt x="71057" y="945822"/>
                  </a:cubicBezTo>
                  <a:cubicBezTo>
                    <a:pt x="90170" y="969952"/>
                    <a:pt x="117221" y="980842"/>
                    <a:pt x="152210" y="978493"/>
                  </a:cubicBezTo>
                  <a:cubicBezTo>
                    <a:pt x="183960" y="976334"/>
                    <a:pt x="209169" y="959220"/>
                    <a:pt x="227838" y="927153"/>
                  </a:cubicBezTo>
                  <a:cubicBezTo>
                    <a:pt x="235839" y="913342"/>
                    <a:pt x="236792" y="890672"/>
                    <a:pt x="240602" y="876480"/>
                  </a:cubicBezTo>
                  <a:cubicBezTo>
                    <a:pt x="243500" y="865544"/>
                    <a:pt x="254339" y="858692"/>
                    <a:pt x="265462" y="860764"/>
                  </a:cubicBezTo>
                  <a:cubicBezTo>
                    <a:pt x="307086" y="868765"/>
                    <a:pt x="272415" y="949918"/>
                    <a:pt x="260414" y="965062"/>
                  </a:cubicBezTo>
                  <a:cubicBezTo>
                    <a:pt x="216091" y="1021133"/>
                    <a:pt x="161703" y="1039103"/>
                    <a:pt x="97250" y="1018974"/>
                  </a:cubicBezTo>
                  <a:cubicBezTo>
                    <a:pt x="42577" y="1001829"/>
                    <a:pt x="7906" y="952870"/>
                    <a:pt x="0" y="896863"/>
                  </a:cubicBezTo>
                  <a:close/>
                  <a:moveTo>
                    <a:pt x="2118265" y="244496"/>
                  </a:moveTo>
                  <a:cubicBezTo>
                    <a:pt x="2123389" y="243567"/>
                    <a:pt x="2126790" y="238660"/>
                    <a:pt x="2125861" y="233535"/>
                  </a:cubicBezTo>
                  <a:cubicBezTo>
                    <a:pt x="2125154" y="229633"/>
                    <a:pt x="2122079" y="226590"/>
                    <a:pt x="2118170" y="225922"/>
                  </a:cubicBezTo>
                  <a:lnTo>
                    <a:pt x="1145762" y="45614"/>
                  </a:lnTo>
                  <a:cubicBezTo>
                    <a:pt x="1144629" y="45405"/>
                    <a:pt x="1143467" y="45405"/>
                    <a:pt x="1142333" y="45614"/>
                  </a:cubicBezTo>
                  <a:lnTo>
                    <a:pt x="169831" y="225922"/>
                  </a:lnTo>
                  <a:cubicBezTo>
                    <a:pt x="164697" y="226799"/>
                    <a:pt x="161246" y="231671"/>
                    <a:pt x="162122" y="236805"/>
                  </a:cubicBezTo>
                  <a:cubicBezTo>
                    <a:pt x="162790" y="240714"/>
                    <a:pt x="165833" y="243789"/>
                    <a:pt x="169736" y="244496"/>
                  </a:cubicBezTo>
                  <a:lnTo>
                    <a:pt x="1142238" y="438425"/>
                  </a:lnTo>
                  <a:cubicBezTo>
                    <a:pt x="1143433" y="438659"/>
                    <a:pt x="1144662" y="438659"/>
                    <a:pt x="1145858" y="438425"/>
                  </a:cubicBezTo>
                  <a:lnTo>
                    <a:pt x="2118265" y="244496"/>
                  </a:lnTo>
                  <a:close/>
                  <a:moveTo>
                    <a:pt x="1143381" y="930772"/>
                  </a:moveTo>
                  <a:cubicBezTo>
                    <a:pt x="1153605" y="930772"/>
                    <a:pt x="1163828" y="929788"/>
                    <a:pt x="1174052" y="927820"/>
                  </a:cubicBezTo>
                  <a:cubicBezTo>
                    <a:pt x="1352042" y="893974"/>
                    <a:pt x="1550099" y="856319"/>
                    <a:pt x="1768221" y="814853"/>
                  </a:cubicBezTo>
                  <a:cubicBezTo>
                    <a:pt x="1771269" y="814282"/>
                    <a:pt x="1772349" y="812535"/>
                    <a:pt x="1771460" y="809614"/>
                  </a:cubicBezTo>
                  <a:cubicBezTo>
                    <a:pt x="1766316" y="792787"/>
                    <a:pt x="1757775" y="772086"/>
                    <a:pt x="1745837" y="747511"/>
                  </a:cubicBezTo>
                  <a:cubicBezTo>
                    <a:pt x="1693958" y="640768"/>
                    <a:pt x="1623155" y="551074"/>
                    <a:pt x="1533430" y="478430"/>
                  </a:cubicBezTo>
                  <a:cubicBezTo>
                    <a:pt x="1509554" y="459190"/>
                    <a:pt x="1484217" y="442362"/>
                    <a:pt x="1457420" y="427948"/>
                  </a:cubicBezTo>
                  <a:cubicBezTo>
                    <a:pt x="1454499" y="426424"/>
                    <a:pt x="1451420" y="425979"/>
                    <a:pt x="1448181" y="426614"/>
                  </a:cubicBezTo>
                  <a:cubicBezTo>
                    <a:pt x="1362075" y="444394"/>
                    <a:pt x="1269841" y="462428"/>
                    <a:pt x="1171480" y="480716"/>
                  </a:cubicBezTo>
                  <a:cubicBezTo>
                    <a:pt x="1162844" y="482367"/>
                    <a:pt x="1153446" y="483193"/>
                    <a:pt x="1143286" y="483193"/>
                  </a:cubicBezTo>
                  <a:cubicBezTo>
                    <a:pt x="1133189" y="483193"/>
                    <a:pt x="1123823" y="482367"/>
                    <a:pt x="1115187" y="480716"/>
                  </a:cubicBezTo>
                  <a:cubicBezTo>
                    <a:pt x="1016826" y="462428"/>
                    <a:pt x="924592" y="444394"/>
                    <a:pt x="838486" y="426614"/>
                  </a:cubicBezTo>
                  <a:cubicBezTo>
                    <a:pt x="835247" y="425979"/>
                    <a:pt x="832168" y="426424"/>
                    <a:pt x="829247" y="427948"/>
                  </a:cubicBezTo>
                  <a:cubicBezTo>
                    <a:pt x="802450" y="442362"/>
                    <a:pt x="777113" y="459190"/>
                    <a:pt x="753237" y="478430"/>
                  </a:cubicBezTo>
                  <a:cubicBezTo>
                    <a:pt x="663512" y="551138"/>
                    <a:pt x="592709" y="640863"/>
                    <a:pt x="540830" y="747607"/>
                  </a:cubicBezTo>
                  <a:cubicBezTo>
                    <a:pt x="528892" y="772181"/>
                    <a:pt x="520351" y="792882"/>
                    <a:pt x="515207" y="809710"/>
                  </a:cubicBezTo>
                  <a:cubicBezTo>
                    <a:pt x="514318" y="812631"/>
                    <a:pt x="515398" y="814377"/>
                    <a:pt x="518446" y="814948"/>
                  </a:cubicBezTo>
                  <a:cubicBezTo>
                    <a:pt x="736568" y="856350"/>
                    <a:pt x="934656" y="893974"/>
                    <a:pt x="1112711" y="927820"/>
                  </a:cubicBezTo>
                  <a:cubicBezTo>
                    <a:pt x="1122871" y="929788"/>
                    <a:pt x="1133094" y="930772"/>
                    <a:pt x="1143381" y="930772"/>
                  </a:cubicBezTo>
                  <a:close/>
                </a:path>
              </a:pathLst>
            </a:custGeom>
            <a:grpFill/>
            <a:ln w="95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B9194CAC-3F1F-9167-FBEA-91388625505C}"/>
                </a:ext>
              </a:extLst>
            </p:cNvPr>
            <p:cNvSpPr/>
            <p:nvPr/>
          </p:nvSpPr>
          <p:spPr>
            <a:xfrm>
              <a:off x="9319008" y="3895729"/>
              <a:ext cx="47434" cy="275081"/>
            </a:xfrm>
            <a:custGeom>
              <a:avLst/>
              <a:gdLst>
                <a:gd name="connsiteX0" fmla="*/ 24289 w 47434"/>
                <a:gd name="connsiteY0" fmla="*/ 0 h 275081"/>
                <a:gd name="connsiteX1" fmla="*/ 47434 w 47434"/>
                <a:gd name="connsiteY1" fmla="*/ 0 h 275081"/>
                <a:gd name="connsiteX2" fmla="*/ 47434 w 47434"/>
                <a:gd name="connsiteY2" fmla="*/ 275082 h 275081"/>
                <a:gd name="connsiteX3" fmla="*/ 24289 w 47434"/>
                <a:gd name="connsiteY3" fmla="*/ 275082 h 275081"/>
                <a:gd name="connsiteX4" fmla="*/ 23146 w 47434"/>
                <a:gd name="connsiteY4" fmla="*/ 275082 h 275081"/>
                <a:gd name="connsiteX5" fmla="*/ 0 w 47434"/>
                <a:gd name="connsiteY5" fmla="*/ 275082 h 275081"/>
                <a:gd name="connsiteX6" fmla="*/ 0 w 47434"/>
                <a:gd name="connsiteY6" fmla="*/ 0 h 275081"/>
                <a:gd name="connsiteX7" fmla="*/ 23146 w 47434"/>
                <a:gd name="connsiteY7" fmla="*/ 0 h 275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434" h="275081">
                  <a:moveTo>
                    <a:pt x="24289" y="0"/>
                  </a:moveTo>
                  <a:cubicBezTo>
                    <a:pt x="37072" y="0"/>
                    <a:pt x="47434" y="0"/>
                    <a:pt x="47434" y="0"/>
                  </a:cubicBezTo>
                  <a:lnTo>
                    <a:pt x="47434" y="275082"/>
                  </a:lnTo>
                  <a:cubicBezTo>
                    <a:pt x="47434" y="275082"/>
                    <a:pt x="37072" y="275082"/>
                    <a:pt x="24289" y="275082"/>
                  </a:cubicBezTo>
                  <a:lnTo>
                    <a:pt x="23146" y="275082"/>
                  </a:lnTo>
                  <a:cubicBezTo>
                    <a:pt x="10363" y="275082"/>
                    <a:pt x="0" y="275082"/>
                    <a:pt x="0" y="275082"/>
                  </a:cubicBezTo>
                  <a:lnTo>
                    <a:pt x="0" y="0"/>
                  </a:lnTo>
                  <a:cubicBezTo>
                    <a:pt x="0" y="0"/>
                    <a:pt x="10363" y="0"/>
                    <a:pt x="23146" y="0"/>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FC41962-3BA3-89FC-F968-D481576DAFB9}"/>
                </a:ext>
              </a:extLst>
            </p:cNvPr>
            <p:cNvSpPr/>
            <p:nvPr/>
          </p:nvSpPr>
          <p:spPr>
            <a:xfrm>
              <a:off x="8310836" y="4494930"/>
              <a:ext cx="2074876" cy="886222"/>
            </a:xfrm>
            <a:custGeom>
              <a:avLst/>
              <a:gdLst>
                <a:gd name="connsiteX0" fmla="*/ 2074876 w 2074876"/>
                <a:gd name="connsiteY0" fmla="*/ 340535 h 886222"/>
                <a:gd name="connsiteX1" fmla="*/ 2074876 w 2074876"/>
                <a:gd name="connsiteY1" fmla="*/ 370539 h 886222"/>
                <a:gd name="connsiteX2" fmla="*/ 2050587 w 2074876"/>
                <a:gd name="connsiteY2" fmla="*/ 481410 h 886222"/>
                <a:gd name="connsiteX3" fmla="*/ 2030680 w 2074876"/>
                <a:gd name="connsiteY3" fmla="*/ 497221 h 886222"/>
                <a:gd name="connsiteX4" fmla="*/ 2023536 w 2074876"/>
                <a:gd name="connsiteY4" fmla="*/ 496935 h 886222"/>
                <a:gd name="connsiteX5" fmla="*/ 2006677 w 2074876"/>
                <a:gd name="connsiteY5" fmla="*/ 466646 h 886222"/>
                <a:gd name="connsiteX6" fmla="*/ 2014202 w 2074876"/>
                <a:gd name="connsiteY6" fmla="*/ 239951 h 886222"/>
                <a:gd name="connsiteX7" fmla="*/ 1922095 w 2074876"/>
                <a:gd name="connsiteY7" fmla="*/ 86884 h 886222"/>
                <a:gd name="connsiteX8" fmla="*/ 1755884 w 2074876"/>
                <a:gd name="connsiteY8" fmla="*/ 67644 h 886222"/>
                <a:gd name="connsiteX9" fmla="*/ 1690447 w 2074876"/>
                <a:gd name="connsiteY9" fmla="*/ 128127 h 886222"/>
                <a:gd name="connsiteX10" fmla="*/ 1655681 w 2074876"/>
                <a:gd name="connsiteY10" fmla="*/ 341678 h 886222"/>
                <a:gd name="connsiteX11" fmla="*/ 1715117 w 2074876"/>
                <a:gd name="connsiteY11" fmla="*/ 441881 h 886222"/>
                <a:gd name="connsiteX12" fmla="*/ 1816939 w 2074876"/>
                <a:gd name="connsiteY12" fmla="*/ 455121 h 886222"/>
                <a:gd name="connsiteX13" fmla="*/ 1871422 w 2074876"/>
                <a:gd name="connsiteY13" fmla="*/ 385969 h 886222"/>
                <a:gd name="connsiteX14" fmla="*/ 1857325 w 2074876"/>
                <a:gd name="connsiteY14" fmla="*/ 262430 h 886222"/>
                <a:gd name="connsiteX15" fmla="*/ 1816368 w 2074876"/>
                <a:gd name="connsiteY15" fmla="*/ 243856 h 886222"/>
                <a:gd name="connsiteX16" fmla="*/ 1795032 w 2074876"/>
                <a:gd name="connsiteY16" fmla="*/ 262430 h 886222"/>
                <a:gd name="connsiteX17" fmla="*/ 1793603 w 2074876"/>
                <a:gd name="connsiteY17" fmla="*/ 293862 h 886222"/>
                <a:gd name="connsiteX18" fmla="*/ 1797032 w 2074876"/>
                <a:gd name="connsiteY18" fmla="*/ 317389 h 886222"/>
                <a:gd name="connsiteX19" fmla="*/ 1773696 w 2074876"/>
                <a:gd name="connsiteY19" fmla="*/ 333486 h 886222"/>
                <a:gd name="connsiteX20" fmla="*/ 1754836 w 2074876"/>
                <a:gd name="connsiteY20" fmla="*/ 322152 h 886222"/>
                <a:gd name="connsiteX21" fmla="*/ 1741596 w 2074876"/>
                <a:gd name="connsiteY21" fmla="*/ 292434 h 886222"/>
                <a:gd name="connsiteX22" fmla="*/ 1813986 w 2074876"/>
                <a:gd name="connsiteY22" fmla="*/ 194326 h 886222"/>
                <a:gd name="connsiteX23" fmla="*/ 1884471 w 2074876"/>
                <a:gd name="connsiteY23" fmla="*/ 221949 h 886222"/>
                <a:gd name="connsiteX24" fmla="*/ 1922667 w 2074876"/>
                <a:gd name="connsiteY24" fmla="*/ 293100 h 886222"/>
                <a:gd name="connsiteX25" fmla="*/ 1897997 w 2074876"/>
                <a:gd name="connsiteY25" fmla="*/ 440643 h 886222"/>
                <a:gd name="connsiteX26" fmla="*/ 1831608 w 2074876"/>
                <a:gd name="connsiteY26" fmla="*/ 502079 h 886222"/>
                <a:gd name="connsiteX27" fmla="*/ 1749216 w 2074876"/>
                <a:gd name="connsiteY27" fmla="*/ 514652 h 886222"/>
                <a:gd name="connsiteX28" fmla="*/ 1177145 w 2074876"/>
                <a:gd name="connsiteY28" fmla="*/ 514842 h 886222"/>
                <a:gd name="connsiteX29" fmla="*/ 1174668 w 2074876"/>
                <a:gd name="connsiteY29" fmla="*/ 518843 h 886222"/>
                <a:gd name="connsiteX30" fmla="*/ 1177240 w 2074876"/>
                <a:gd name="connsiteY30" fmla="*/ 522462 h 886222"/>
                <a:gd name="connsiteX31" fmla="*/ 1179526 w 2074876"/>
                <a:gd name="connsiteY31" fmla="*/ 530463 h 886222"/>
                <a:gd name="connsiteX32" fmla="*/ 1179526 w 2074876"/>
                <a:gd name="connsiteY32" fmla="*/ 858981 h 886222"/>
                <a:gd name="connsiteX33" fmla="*/ 1163619 w 2074876"/>
                <a:gd name="connsiteY33" fmla="*/ 886222 h 886222"/>
                <a:gd name="connsiteX34" fmla="*/ 1149808 w 2074876"/>
                <a:gd name="connsiteY34" fmla="*/ 886222 h 886222"/>
                <a:gd name="connsiteX35" fmla="*/ 986073 w 2074876"/>
                <a:gd name="connsiteY35" fmla="*/ 770970 h 886222"/>
                <a:gd name="connsiteX36" fmla="*/ 973215 w 2074876"/>
                <a:gd name="connsiteY36" fmla="*/ 770970 h 886222"/>
                <a:gd name="connsiteX37" fmla="*/ 809385 w 2074876"/>
                <a:gd name="connsiteY37" fmla="*/ 886222 h 886222"/>
                <a:gd name="connsiteX38" fmla="*/ 796431 w 2074876"/>
                <a:gd name="connsiteY38" fmla="*/ 886222 h 886222"/>
                <a:gd name="connsiteX39" fmla="*/ 779476 w 2074876"/>
                <a:gd name="connsiteY39" fmla="*/ 864791 h 886222"/>
                <a:gd name="connsiteX40" fmla="*/ 779571 w 2074876"/>
                <a:gd name="connsiteY40" fmla="*/ 529892 h 886222"/>
                <a:gd name="connsiteX41" fmla="*/ 780810 w 2074876"/>
                <a:gd name="connsiteY41" fmla="*/ 524272 h 886222"/>
                <a:gd name="connsiteX42" fmla="*/ 783381 w 2074876"/>
                <a:gd name="connsiteY42" fmla="*/ 519033 h 886222"/>
                <a:gd name="connsiteX43" fmla="*/ 780714 w 2074876"/>
                <a:gd name="connsiteY43" fmla="*/ 514842 h 886222"/>
                <a:gd name="connsiteX44" fmla="*/ 242647 w 2074876"/>
                <a:gd name="connsiteY44" fmla="*/ 514652 h 886222"/>
                <a:gd name="connsiteX45" fmla="*/ 163971 w 2074876"/>
                <a:gd name="connsiteY45" fmla="*/ 514271 h 886222"/>
                <a:gd name="connsiteX46" fmla="*/ 89771 w 2074876"/>
                <a:gd name="connsiteY46" fmla="*/ 482934 h 886222"/>
                <a:gd name="connsiteX47" fmla="*/ 3760 w 2074876"/>
                <a:gd name="connsiteY47" fmla="*/ 324914 h 886222"/>
                <a:gd name="connsiteX48" fmla="*/ 66911 w 2074876"/>
                <a:gd name="connsiteY48" fmla="*/ 78693 h 886222"/>
                <a:gd name="connsiteX49" fmla="*/ 237027 w 2074876"/>
                <a:gd name="connsiteY49" fmla="*/ 16 h 886222"/>
                <a:gd name="connsiteX50" fmla="*/ 1793222 w 2074876"/>
                <a:gd name="connsiteY50" fmla="*/ 588 h 886222"/>
                <a:gd name="connsiteX51" fmla="*/ 1875804 w 2074876"/>
                <a:gd name="connsiteY51" fmla="*/ 9732 h 886222"/>
                <a:gd name="connsiteX52" fmla="*/ 2046492 w 2074876"/>
                <a:gd name="connsiteY52" fmla="*/ 185658 h 886222"/>
                <a:gd name="connsiteX53" fmla="*/ 2070209 w 2074876"/>
                <a:gd name="connsiteY53" fmla="*/ 274336 h 886222"/>
                <a:gd name="connsiteX54" fmla="*/ 2074876 w 2074876"/>
                <a:gd name="connsiteY54" fmla="*/ 340535 h 886222"/>
                <a:gd name="connsiteX55" fmla="*/ 71959 w 2074876"/>
                <a:gd name="connsiteY55" fmla="*/ 386826 h 886222"/>
                <a:gd name="connsiteX56" fmla="*/ 139110 w 2074876"/>
                <a:gd name="connsiteY56" fmla="*/ 458264 h 886222"/>
                <a:gd name="connsiteX57" fmla="*/ 197022 w 2074876"/>
                <a:gd name="connsiteY57" fmla="*/ 467313 h 886222"/>
                <a:gd name="connsiteX58" fmla="*/ 687941 w 2074876"/>
                <a:gd name="connsiteY58" fmla="*/ 467122 h 886222"/>
                <a:gd name="connsiteX59" fmla="*/ 689846 w 2074876"/>
                <a:gd name="connsiteY59" fmla="*/ 465217 h 886222"/>
                <a:gd name="connsiteX60" fmla="*/ 689465 w 2074876"/>
                <a:gd name="connsiteY60" fmla="*/ 464074 h 886222"/>
                <a:gd name="connsiteX61" fmla="*/ 668605 w 2074876"/>
                <a:gd name="connsiteY61" fmla="*/ 443405 h 886222"/>
                <a:gd name="connsiteX62" fmla="*/ 617742 w 2074876"/>
                <a:gd name="connsiteY62" fmla="*/ 291291 h 886222"/>
                <a:gd name="connsiteX63" fmla="*/ 710896 w 2074876"/>
                <a:gd name="connsiteY63" fmla="*/ 51451 h 886222"/>
                <a:gd name="connsiteX64" fmla="*/ 710818 w 2074876"/>
                <a:gd name="connsiteY64" fmla="*/ 48893 h 886222"/>
                <a:gd name="connsiteX65" fmla="*/ 709658 w 2074876"/>
                <a:gd name="connsiteY65" fmla="*/ 48403 h 886222"/>
                <a:gd name="connsiteX66" fmla="*/ 286081 w 2074876"/>
                <a:gd name="connsiteY66" fmla="*/ 48117 h 886222"/>
                <a:gd name="connsiteX67" fmla="*/ 191974 w 2074876"/>
                <a:gd name="connsiteY67" fmla="*/ 52118 h 886222"/>
                <a:gd name="connsiteX68" fmla="*/ 70816 w 2074876"/>
                <a:gd name="connsiteY68" fmla="*/ 163370 h 886222"/>
                <a:gd name="connsiteX69" fmla="*/ 71959 w 2074876"/>
                <a:gd name="connsiteY69" fmla="*/ 386826 h 886222"/>
                <a:gd name="connsiteX70" fmla="*/ 1064083 w 2074876"/>
                <a:gd name="connsiteY70" fmla="*/ 51165 h 886222"/>
                <a:gd name="connsiteX71" fmla="*/ 1064132 w 2074876"/>
                <a:gd name="connsiteY71" fmla="*/ 49550 h 886222"/>
                <a:gd name="connsiteX72" fmla="*/ 1063893 w 2074876"/>
                <a:gd name="connsiteY72" fmla="*/ 49356 h 886222"/>
                <a:gd name="connsiteX73" fmla="*/ 1060464 w 2074876"/>
                <a:gd name="connsiteY73" fmla="*/ 48498 h 886222"/>
                <a:gd name="connsiteX74" fmla="*/ 846246 w 2074876"/>
                <a:gd name="connsiteY74" fmla="*/ 48308 h 886222"/>
                <a:gd name="connsiteX75" fmla="*/ 746996 w 2074876"/>
                <a:gd name="connsiteY75" fmla="*/ 84503 h 886222"/>
                <a:gd name="connsiteX76" fmla="*/ 669843 w 2074876"/>
                <a:gd name="connsiteY76" fmla="*/ 224235 h 886222"/>
                <a:gd name="connsiteX77" fmla="*/ 687655 w 2074876"/>
                <a:gd name="connsiteY77" fmla="*/ 382826 h 886222"/>
                <a:gd name="connsiteX78" fmla="*/ 789096 w 2074876"/>
                <a:gd name="connsiteY78" fmla="*/ 466646 h 886222"/>
                <a:gd name="connsiteX79" fmla="*/ 1038747 w 2074876"/>
                <a:gd name="connsiteY79" fmla="*/ 466932 h 886222"/>
                <a:gd name="connsiteX80" fmla="*/ 1040461 w 2074876"/>
                <a:gd name="connsiteY80" fmla="*/ 462550 h 886222"/>
                <a:gd name="connsiteX81" fmla="*/ 975024 w 2074876"/>
                <a:gd name="connsiteY81" fmla="*/ 227568 h 886222"/>
                <a:gd name="connsiteX82" fmla="*/ 1064083 w 2074876"/>
                <a:gd name="connsiteY82" fmla="*/ 51165 h 886222"/>
                <a:gd name="connsiteX83" fmla="*/ 1695876 w 2074876"/>
                <a:gd name="connsiteY83" fmla="*/ 51832 h 886222"/>
                <a:gd name="connsiteX84" fmla="*/ 1696044 w 2074876"/>
                <a:gd name="connsiteY84" fmla="*/ 50496 h 886222"/>
                <a:gd name="connsiteX85" fmla="*/ 1695686 w 2074876"/>
                <a:gd name="connsiteY85" fmla="*/ 50213 h 886222"/>
                <a:gd name="connsiteX86" fmla="*/ 1688923 w 2074876"/>
                <a:gd name="connsiteY86" fmla="*/ 49070 h 886222"/>
                <a:gd name="connsiteX87" fmla="*/ 1245725 w 2074876"/>
                <a:gd name="connsiteY87" fmla="*/ 47927 h 886222"/>
                <a:gd name="connsiteX88" fmla="*/ 1143236 w 2074876"/>
                <a:gd name="connsiteY88" fmla="*/ 58881 h 886222"/>
                <a:gd name="connsiteX89" fmla="*/ 1060749 w 2074876"/>
                <a:gd name="connsiteY89" fmla="*/ 129556 h 886222"/>
                <a:gd name="connsiteX90" fmla="*/ 1034175 w 2074876"/>
                <a:gd name="connsiteY90" fmla="*/ 363966 h 886222"/>
                <a:gd name="connsiteX91" fmla="*/ 1096944 w 2074876"/>
                <a:gd name="connsiteY91" fmla="*/ 449787 h 886222"/>
                <a:gd name="connsiteX92" fmla="*/ 1175049 w 2074876"/>
                <a:gd name="connsiteY92" fmla="*/ 467217 h 886222"/>
                <a:gd name="connsiteX93" fmla="*/ 1665682 w 2074876"/>
                <a:gd name="connsiteY93" fmla="*/ 466932 h 886222"/>
                <a:gd name="connsiteX94" fmla="*/ 1667778 w 2074876"/>
                <a:gd name="connsiteY94" fmla="*/ 460740 h 886222"/>
                <a:gd name="connsiteX95" fmla="*/ 1632154 w 2074876"/>
                <a:gd name="connsiteY95" fmla="*/ 415592 h 886222"/>
                <a:gd name="connsiteX96" fmla="*/ 1632059 w 2074876"/>
                <a:gd name="connsiteY96" fmla="*/ 132985 h 886222"/>
                <a:gd name="connsiteX97" fmla="*/ 1695876 w 2074876"/>
                <a:gd name="connsiteY97" fmla="*/ 51832 h 886222"/>
                <a:gd name="connsiteX98" fmla="*/ 979501 w 2074876"/>
                <a:gd name="connsiteY98" fmla="*/ 715439 h 886222"/>
                <a:gd name="connsiteX99" fmla="*/ 993312 w 2074876"/>
                <a:gd name="connsiteY99" fmla="*/ 718296 h 886222"/>
                <a:gd name="connsiteX100" fmla="*/ 1127234 w 2074876"/>
                <a:gd name="connsiteY100" fmla="*/ 813070 h 886222"/>
                <a:gd name="connsiteX101" fmla="*/ 1131615 w 2074876"/>
                <a:gd name="connsiteY101" fmla="*/ 810879 h 886222"/>
                <a:gd name="connsiteX102" fmla="*/ 1131615 w 2074876"/>
                <a:gd name="connsiteY102" fmla="*/ 532178 h 886222"/>
                <a:gd name="connsiteX103" fmla="*/ 1135044 w 2074876"/>
                <a:gd name="connsiteY103" fmla="*/ 521605 h 886222"/>
                <a:gd name="connsiteX104" fmla="*/ 1132092 w 2074876"/>
                <a:gd name="connsiteY104" fmla="*/ 515604 h 886222"/>
                <a:gd name="connsiteX105" fmla="*/ 979501 w 2074876"/>
                <a:gd name="connsiteY105" fmla="*/ 514747 h 886222"/>
                <a:gd name="connsiteX106" fmla="*/ 826911 w 2074876"/>
                <a:gd name="connsiteY106" fmla="*/ 515604 h 886222"/>
                <a:gd name="connsiteX107" fmla="*/ 823958 w 2074876"/>
                <a:gd name="connsiteY107" fmla="*/ 521605 h 886222"/>
                <a:gd name="connsiteX108" fmla="*/ 827387 w 2074876"/>
                <a:gd name="connsiteY108" fmla="*/ 532178 h 886222"/>
                <a:gd name="connsiteX109" fmla="*/ 827387 w 2074876"/>
                <a:gd name="connsiteY109" fmla="*/ 810879 h 886222"/>
                <a:gd name="connsiteX110" fmla="*/ 831768 w 2074876"/>
                <a:gd name="connsiteY110" fmla="*/ 813070 h 886222"/>
                <a:gd name="connsiteX111" fmla="*/ 965690 w 2074876"/>
                <a:gd name="connsiteY111" fmla="*/ 718296 h 886222"/>
                <a:gd name="connsiteX112" fmla="*/ 979501 w 2074876"/>
                <a:gd name="connsiteY112" fmla="*/ 715439 h 88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074876" h="886222">
                  <a:moveTo>
                    <a:pt x="2074876" y="340535"/>
                  </a:moveTo>
                  <a:lnTo>
                    <a:pt x="2074876" y="370539"/>
                  </a:lnTo>
                  <a:lnTo>
                    <a:pt x="2050587" y="481410"/>
                  </a:lnTo>
                  <a:cubicBezTo>
                    <a:pt x="2048524" y="490692"/>
                    <a:pt x="2040233" y="497277"/>
                    <a:pt x="2030680" y="497221"/>
                  </a:cubicBezTo>
                  <a:cubicBezTo>
                    <a:pt x="2026172" y="497158"/>
                    <a:pt x="2023790" y="497062"/>
                    <a:pt x="2023536" y="496935"/>
                  </a:cubicBezTo>
                  <a:cubicBezTo>
                    <a:pt x="2008169" y="490712"/>
                    <a:pt x="2002550" y="480616"/>
                    <a:pt x="2006677" y="466646"/>
                  </a:cubicBezTo>
                  <a:cubicBezTo>
                    <a:pt x="2029537" y="389112"/>
                    <a:pt x="2032045" y="313547"/>
                    <a:pt x="2014202" y="239951"/>
                  </a:cubicBezTo>
                  <a:cubicBezTo>
                    <a:pt x="1999216" y="178229"/>
                    <a:pt x="1968514" y="127207"/>
                    <a:pt x="1922095" y="86884"/>
                  </a:cubicBezTo>
                  <a:cubicBezTo>
                    <a:pt x="1877994" y="48498"/>
                    <a:pt x="1808938" y="37735"/>
                    <a:pt x="1755884" y="67644"/>
                  </a:cubicBezTo>
                  <a:cubicBezTo>
                    <a:pt x="1727880" y="83392"/>
                    <a:pt x="1706068" y="103553"/>
                    <a:pt x="1690447" y="128127"/>
                  </a:cubicBezTo>
                  <a:cubicBezTo>
                    <a:pt x="1648918" y="193405"/>
                    <a:pt x="1637329" y="264589"/>
                    <a:pt x="1655681" y="341678"/>
                  </a:cubicBezTo>
                  <a:cubicBezTo>
                    <a:pt x="1665714" y="383715"/>
                    <a:pt x="1685526" y="417116"/>
                    <a:pt x="1715117" y="441881"/>
                  </a:cubicBezTo>
                  <a:cubicBezTo>
                    <a:pt x="1748581" y="469884"/>
                    <a:pt x="1782522" y="474298"/>
                    <a:pt x="1816939" y="455121"/>
                  </a:cubicBezTo>
                  <a:cubicBezTo>
                    <a:pt x="1842530" y="440897"/>
                    <a:pt x="1860691" y="417846"/>
                    <a:pt x="1871422" y="385969"/>
                  </a:cubicBezTo>
                  <a:cubicBezTo>
                    <a:pt x="1886218" y="341900"/>
                    <a:pt x="1881519" y="300720"/>
                    <a:pt x="1857325" y="262430"/>
                  </a:cubicBezTo>
                  <a:cubicBezTo>
                    <a:pt x="1848435" y="248269"/>
                    <a:pt x="1834783" y="242078"/>
                    <a:pt x="1816368" y="243856"/>
                  </a:cubicBezTo>
                  <a:cubicBezTo>
                    <a:pt x="1806970" y="244809"/>
                    <a:pt x="1799858" y="251000"/>
                    <a:pt x="1795032" y="262430"/>
                  </a:cubicBezTo>
                  <a:cubicBezTo>
                    <a:pt x="1790714" y="272590"/>
                    <a:pt x="1790237" y="283067"/>
                    <a:pt x="1793603" y="293862"/>
                  </a:cubicBezTo>
                  <a:cubicBezTo>
                    <a:pt x="1797159" y="305165"/>
                    <a:pt x="1798302" y="313008"/>
                    <a:pt x="1797032" y="317389"/>
                  </a:cubicBezTo>
                  <a:cubicBezTo>
                    <a:pt x="1794174" y="327740"/>
                    <a:pt x="1786396" y="333105"/>
                    <a:pt x="1773696" y="333486"/>
                  </a:cubicBezTo>
                  <a:cubicBezTo>
                    <a:pt x="1764996" y="333677"/>
                    <a:pt x="1758710" y="329899"/>
                    <a:pt x="1754836" y="322152"/>
                  </a:cubicBezTo>
                  <a:cubicBezTo>
                    <a:pt x="1750455" y="313484"/>
                    <a:pt x="1742454" y="304911"/>
                    <a:pt x="1741596" y="292434"/>
                  </a:cubicBezTo>
                  <a:cubicBezTo>
                    <a:pt x="1738358" y="247285"/>
                    <a:pt x="1766647" y="198327"/>
                    <a:pt x="1813986" y="194326"/>
                  </a:cubicBezTo>
                  <a:cubicBezTo>
                    <a:pt x="1841228" y="191977"/>
                    <a:pt x="1864723" y="201184"/>
                    <a:pt x="1884471" y="221949"/>
                  </a:cubicBezTo>
                  <a:cubicBezTo>
                    <a:pt x="1903902" y="242269"/>
                    <a:pt x="1916634" y="265986"/>
                    <a:pt x="1922667" y="293100"/>
                  </a:cubicBezTo>
                  <a:cubicBezTo>
                    <a:pt x="1934224" y="344853"/>
                    <a:pt x="1926000" y="394034"/>
                    <a:pt x="1897997" y="440643"/>
                  </a:cubicBezTo>
                  <a:cubicBezTo>
                    <a:pt x="1881296" y="468392"/>
                    <a:pt x="1859167" y="488871"/>
                    <a:pt x="1831608" y="502079"/>
                  </a:cubicBezTo>
                  <a:cubicBezTo>
                    <a:pt x="1814272" y="510461"/>
                    <a:pt x="1786808" y="514652"/>
                    <a:pt x="1749216" y="514652"/>
                  </a:cubicBezTo>
                  <a:cubicBezTo>
                    <a:pt x="1582719" y="514715"/>
                    <a:pt x="1392029" y="514779"/>
                    <a:pt x="1177145" y="514842"/>
                  </a:cubicBezTo>
                  <a:cubicBezTo>
                    <a:pt x="1173589" y="514842"/>
                    <a:pt x="1172763" y="516176"/>
                    <a:pt x="1174668" y="518843"/>
                  </a:cubicBezTo>
                  <a:lnTo>
                    <a:pt x="1177240" y="522462"/>
                  </a:lnTo>
                  <a:cubicBezTo>
                    <a:pt x="1178764" y="524558"/>
                    <a:pt x="1179526" y="527225"/>
                    <a:pt x="1179526" y="530463"/>
                  </a:cubicBezTo>
                  <a:cubicBezTo>
                    <a:pt x="1179526" y="649589"/>
                    <a:pt x="1179526" y="759095"/>
                    <a:pt x="1179526" y="858981"/>
                  </a:cubicBezTo>
                  <a:cubicBezTo>
                    <a:pt x="1179526" y="872220"/>
                    <a:pt x="1173716" y="879269"/>
                    <a:pt x="1163619" y="886222"/>
                  </a:cubicBezTo>
                  <a:lnTo>
                    <a:pt x="1149808" y="886222"/>
                  </a:lnTo>
                  <a:lnTo>
                    <a:pt x="986073" y="770970"/>
                  </a:lnTo>
                  <a:cubicBezTo>
                    <a:pt x="982200" y="768233"/>
                    <a:pt x="977041" y="768233"/>
                    <a:pt x="973215" y="770970"/>
                  </a:cubicBezTo>
                  <a:lnTo>
                    <a:pt x="809385" y="886222"/>
                  </a:lnTo>
                  <a:lnTo>
                    <a:pt x="796431" y="886222"/>
                  </a:lnTo>
                  <a:cubicBezTo>
                    <a:pt x="785128" y="879999"/>
                    <a:pt x="779476" y="872855"/>
                    <a:pt x="779476" y="864791"/>
                  </a:cubicBezTo>
                  <a:cubicBezTo>
                    <a:pt x="779413" y="742045"/>
                    <a:pt x="779444" y="630412"/>
                    <a:pt x="779571" y="529892"/>
                  </a:cubicBezTo>
                  <a:cubicBezTo>
                    <a:pt x="779571" y="527887"/>
                    <a:pt x="779994" y="525965"/>
                    <a:pt x="780810" y="524272"/>
                  </a:cubicBezTo>
                  <a:lnTo>
                    <a:pt x="783381" y="519033"/>
                  </a:lnTo>
                  <a:cubicBezTo>
                    <a:pt x="784842" y="516239"/>
                    <a:pt x="783953" y="514842"/>
                    <a:pt x="780714" y="514842"/>
                  </a:cubicBezTo>
                  <a:cubicBezTo>
                    <a:pt x="487725" y="514715"/>
                    <a:pt x="308370" y="514652"/>
                    <a:pt x="242647" y="514652"/>
                  </a:cubicBezTo>
                  <a:cubicBezTo>
                    <a:pt x="192038" y="514652"/>
                    <a:pt x="165812" y="514525"/>
                    <a:pt x="163971" y="514271"/>
                  </a:cubicBezTo>
                  <a:cubicBezTo>
                    <a:pt x="136920" y="511096"/>
                    <a:pt x="112186" y="500650"/>
                    <a:pt x="89771" y="482934"/>
                  </a:cubicBezTo>
                  <a:cubicBezTo>
                    <a:pt x="41765" y="444834"/>
                    <a:pt x="13095" y="392160"/>
                    <a:pt x="3760" y="324914"/>
                  </a:cubicBezTo>
                  <a:cubicBezTo>
                    <a:pt x="-9321" y="230426"/>
                    <a:pt x="11729" y="148352"/>
                    <a:pt x="66911" y="78693"/>
                  </a:cubicBezTo>
                  <a:cubicBezTo>
                    <a:pt x="109011" y="25480"/>
                    <a:pt x="165717" y="-746"/>
                    <a:pt x="237027" y="16"/>
                  </a:cubicBezTo>
                  <a:cubicBezTo>
                    <a:pt x="265602" y="334"/>
                    <a:pt x="784334" y="524"/>
                    <a:pt x="1793222" y="588"/>
                  </a:cubicBezTo>
                  <a:cubicBezTo>
                    <a:pt x="1829163" y="588"/>
                    <a:pt x="1856690" y="3636"/>
                    <a:pt x="1875804" y="9732"/>
                  </a:cubicBezTo>
                  <a:cubicBezTo>
                    <a:pt x="1958957" y="36021"/>
                    <a:pt x="2016583" y="104982"/>
                    <a:pt x="2046492" y="185658"/>
                  </a:cubicBezTo>
                  <a:cubicBezTo>
                    <a:pt x="2062430" y="228521"/>
                    <a:pt x="2070336" y="258080"/>
                    <a:pt x="2070209" y="274336"/>
                  </a:cubicBezTo>
                  <a:cubicBezTo>
                    <a:pt x="2070082" y="296498"/>
                    <a:pt x="2071638" y="318564"/>
                    <a:pt x="2074876" y="340535"/>
                  </a:cubicBezTo>
                  <a:close/>
                  <a:moveTo>
                    <a:pt x="71959" y="386826"/>
                  </a:moveTo>
                  <a:cubicBezTo>
                    <a:pt x="84913" y="415020"/>
                    <a:pt x="112059" y="443405"/>
                    <a:pt x="139110" y="458264"/>
                  </a:cubicBezTo>
                  <a:cubicBezTo>
                    <a:pt x="149969" y="464233"/>
                    <a:pt x="169273" y="467249"/>
                    <a:pt x="197022" y="467313"/>
                  </a:cubicBezTo>
                  <a:cubicBezTo>
                    <a:pt x="269031" y="467376"/>
                    <a:pt x="432671" y="467313"/>
                    <a:pt x="687941" y="467122"/>
                  </a:cubicBezTo>
                  <a:cubicBezTo>
                    <a:pt x="688993" y="467122"/>
                    <a:pt x="689846" y="466269"/>
                    <a:pt x="689846" y="465217"/>
                  </a:cubicBezTo>
                  <a:cubicBezTo>
                    <a:pt x="689846" y="464805"/>
                    <a:pt x="689712" y="464404"/>
                    <a:pt x="689465" y="464074"/>
                  </a:cubicBezTo>
                  <a:cubicBezTo>
                    <a:pt x="683845" y="455978"/>
                    <a:pt x="673177" y="449596"/>
                    <a:pt x="668605" y="443405"/>
                  </a:cubicBezTo>
                  <a:cubicBezTo>
                    <a:pt x="637046" y="400352"/>
                    <a:pt x="620091" y="349647"/>
                    <a:pt x="617742" y="291291"/>
                  </a:cubicBezTo>
                  <a:cubicBezTo>
                    <a:pt x="613868" y="196485"/>
                    <a:pt x="644920" y="116539"/>
                    <a:pt x="710896" y="51451"/>
                  </a:cubicBezTo>
                  <a:cubicBezTo>
                    <a:pt x="711581" y="50723"/>
                    <a:pt x="711546" y="49578"/>
                    <a:pt x="710818" y="48893"/>
                  </a:cubicBezTo>
                  <a:cubicBezTo>
                    <a:pt x="710502" y="48596"/>
                    <a:pt x="710091" y="48422"/>
                    <a:pt x="709658" y="48403"/>
                  </a:cubicBezTo>
                  <a:cubicBezTo>
                    <a:pt x="670034" y="47895"/>
                    <a:pt x="528842" y="47800"/>
                    <a:pt x="286081" y="48117"/>
                  </a:cubicBezTo>
                  <a:cubicBezTo>
                    <a:pt x="234900" y="48181"/>
                    <a:pt x="203531" y="49514"/>
                    <a:pt x="191974" y="52118"/>
                  </a:cubicBezTo>
                  <a:cubicBezTo>
                    <a:pt x="135110" y="64881"/>
                    <a:pt x="93390" y="109077"/>
                    <a:pt x="70816" y="163370"/>
                  </a:cubicBezTo>
                  <a:cubicBezTo>
                    <a:pt x="38622" y="240776"/>
                    <a:pt x="39003" y="315262"/>
                    <a:pt x="71959" y="386826"/>
                  </a:cubicBezTo>
                  <a:close/>
                  <a:moveTo>
                    <a:pt x="1064083" y="51165"/>
                  </a:moveTo>
                  <a:cubicBezTo>
                    <a:pt x="1064543" y="50733"/>
                    <a:pt x="1064565" y="50010"/>
                    <a:pt x="1064132" y="49550"/>
                  </a:cubicBezTo>
                  <a:cubicBezTo>
                    <a:pt x="1064061" y="49474"/>
                    <a:pt x="1063981" y="49409"/>
                    <a:pt x="1063893" y="49356"/>
                  </a:cubicBezTo>
                  <a:cubicBezTo>
                    <a:pt x="1063131" y="48784"/>
                    <a:pt x="1061988" y="48498"/>
                    <a:pt x="1060464" y="48498"/>
                  </a:cubicBezTo>
                  <a:cubicBezTo>
                    <a:pt x="963118" y="47800"/>
                    <a:pt x="891712" y="47736"/>
                    <a:pt x="846246" y="48308"/>
                  </a:cubicBezTo>
                  <a:cubicBezTo>
                    <a:pt x="806813" y="48816"/>
                    <a:pt x="773729" y="60881"/>
                    <a:pt x="746996" y="84503"/>
                  </a:cubicBezTo>
                  <a:cubicBezTo>
                    <a:pt x="705022" y="121460"/>
                    <a:pt x="679305" y="168037"/>
                    <a:pt x="669843" y="224235"/>
                  </a:cubicBezTo>
                  <a:cubicBezTo>
                    <a:pt x="659620" y="284560"/>
                    <a:pt x="665557" y="337423"/>
                    <a:pt x="687655" y="382826"/>
                  </a:cubicBezTo>
                  <a:cubicBezTo>
                    <a:pt x="704324" y="417021"/>
                    <a:pt x="747663" y="465979"/>
                    <a:pt x="789096" y="466646"/>
                  </a:cubicBezTo>
                  <a:cubicBezTo>
                    <a:pt x="831832" y="467281"/>
                    <a:pt x="915049" y="467376"/>
                    <a:pt x="1038747" y="466932"/>
                  </a:cubicBezTo>
                  <a:cubicBezTo>
                    <a:pt x="1043065" y="466932"/>
                    <a:pt x="1043636" y="465471"/>
                    <a:pt x="1040461" y="462550"/>
                  </a:cubicBezTo>
                  <a:cubicBezTo>
                    <a:pt x="979596" y="405210"/>
                    <a:pt x="963023" y="306340"/>
                    <a:pt x="975024" y="227568"/>
                  </a:cubicBezTo>
                  <a:cubicBezTo>
                    <a:pt x="985756" y="156893"/>
                    <a:pt x="1015442" y="98092"/>
                    <a:pt x="1064083" y="51165"/>
                  </a:cubicBezTo>
                  <a:close/>
                  <a:moveTo>
                    <a:pt x="1695876" y="51832"/>
                  </a:moveTo>
                  <a:cubicBezTo>
                    <a:pt x="1696292" y="51509"/>
                    <a:pt x="1696367" y="50911"/>
                    <a:pt x="1696044" y="50496"/>
                  </a:cubicBezTo>
                  <a:cubicBezTo>
                    <a:pt x="1695949" y="50374"/>
                    <a:pt x="1695826" y="50277"/>
                    <a:pt x="1695686" y="50213"/>
                  </a:cubicBezTo>
                  <a:cubicBezTo>
                    <a:pt x="1693971" y="49514"/>
                    <a:pt x="1691717" y="49133"/>
                    <a:pt x="1688923" y="49070"/>
                  </a:cubicBezTo>
                  <a:cubicBezTo>
                    <a:pt x="1646759" y="48244"/>
                    <a:pt x="1499026" y="47863"/>
                    <a:pt x="1245725" y="47927"/>
                  </a:cubicBezTo>
                  <a:cubicBezTo>
                    <a:pt x="1196639" y="47927"/>
                    <a:pt x="1162476" y="51578"/>
                    <a:pt x="1143236" y="58881"/>
                  </a:cubicBezTo>
                  <a:cubicBezTo>
                    <a:pt x="1108628" y="72025"/>
                    <a:pt x="1081133" y="95584"/>
                    <a:pt x="1060749" y="129556"/>
                  </a:cubicBezTo>
                  <a:cubicBezTo>
                    <a:pt x="1015347" y="205312"/>
                    <a:pt x="1006489" y="283448"/>
                    <a:pt x="1034175" y="363966"/>
                  </a:cubicBezTo>
                  <a:cubicBezTo>
                    <a:pt x="1047319" y="402384"/>
                    <a:pt x="1068242" y="430991"/>
                    <a:pt x="1096944" y="449787"/>
                  </a:cubicBezTo>
                  <a:cubicBezTo>
                    <a:pt x="1114597" y="461344"/>
                    <a:pt x="1140632" y="467154"/>
                    <a:pt x="1175049" y="467217"/>
                  </a:cubicBezTo>
                  <a:cubicBezTo>
                    <a:pt x="1277094" y="467408"/>
                    <a:pt x="1440638" y="467313"/>
                    <a:pt x="1665682" y="466932"/>
                  </a:cubicBezTo>
                  <a:cubicBezTo>
                    <a:pt x="1672413" y="466932"/>
                    <a:pt x="1673112" y="464868"/>
                    <a:pt x="1667778" y="460740"/>
                  </a:cubicBezTo>
                  <a:cubicBezTo>
                    <a:pt x="1652347" y="448612"/>
                    <a:pt x="1640473" y="433562"/>
                    <a:pt x="1632154" y="415592"/>
                  </a:cubicBezTo>
                  <a:cubicBezTo>
                    <a:pt x="1588593" y="321104"/>
                    <a:pt x="1588561" y="226902"/>
                    <a:pt x="1632059" y="132985"/>
                  </a:cubicBezTo>
                  <a:cubicBezTo>
                    <a:pt x="1645394" y="104124"/>
                    <a:pt x="1673016" y="68691"/>
                    <a:pt x="1695876" y="51832"/>
                  </a:cubicBezTo>
                  <a:close/>
                  <a:moveTo>
                    <a:pt x="979501" y="715439"/>
                  </a:moveTo>
                  <a:cubicBezTo>
                    <a:pt x="985978" y="715375"/>
                    <a:pt x="990582" y="716328"/>
                    <a:pt x="993312" y="718296"/>
                  </a:cubicBezTo>
                  <a:cubicBezTo>
                    <a:pt x="1040556" y="752015"/>
                    <a:pt x="1085197" y="783606"/>
                    <a:pt x="1127234" y="813070"/>
                  </a:cubicBezTo>
                  <a:cubicBezTo>
                    <a:pt x="1130091" y="815102"/>
                    <a:pt x="1131552" y="814372"/>
                    <a:pt x="1131615" y="810879"/>
                  </a:cubicBezTo>
                  <a:cubicBezTo>
                    <a:pt x="1132187" y="733219"/>
                    <a:pt x="1132187" y="640318"/>
                    <a:pt x="1131615" y="532178"/>
                  </a:cubicBezTo>
                  <a:cubicBezTo>
                    <a:pt x="1131615" y="528844"/>
                    <a:pt x="1132854" y="524463"/>
                    <a:pt x="1135044" y="521605"/>
                  </a:cubicBezTo>
                  <a:cubicBezTo>
                    <a:pt x="1137902" y="517668"/>
                    <a:pt x="1136918" y="515668"/>
                    <a:pt x="1132092" y="515604"/>
                  </a:cubicBezTo>
                  <a:cubicBezTo>
                    <a:pt x="1100024" y="515033"/>
                    <a:pt x="1049161" y="514747"/>
                    <a:pt x="979501" y="514747"/>
                  </a:cubicBezTo>
                  <a:cubicBezTo>
                    <a:pt x="909842" y="514747"/>
                    <a:pt x="858978" y="515033"/>
                    <a:pt x="826911" y="515604"/>
                  </a:cubicBezTo>
                  <a:cubicBezTo>
                    <a:pt x="822085" y="515668"/>
                    <a:pt x="821100" y="517668"/>
                    <a:pt x="823958" y="521605"/>
                  </a:cubicBezTo>
                  <a:cubicBezTo>
                    <a:pt x="826149" y="524463"/>
                    <a:pt x="827387" y="528844"/>
                    <a:pt x="827387" y="532178"/>
                  </a:cubicBezTo>
                  <a:cubicBezTo>
                    <a:pt x="826815" y="640318"/>
                    <a:pt x="826815" y="733219"/>
                    <a:pt x="827387" y="810879"/>
                  </a:cubicBezTo>
                  <a:cubicBezTo>
                    <a:pt x="827450" y="814372"/>
                    <a:pt x="828911" y="815102"/>
                    <a:pt x="831768" y="813070"/>
                  </a:cubicBezTo>
                  <a:cubicBezTo>
                    <a:pt x="873805" y="783606"/>
                    <a:pt x="918446" y="752015"/>
                    <a:pt x="965690" y="718296"/>
                  </a:cubicBezTo>
                  <a:cubicBezTo>
                    <a:pt x="968420" y="716391"/>
                    <a:pt x="973024" y="715439"/>
                    <a:pt x="979501" y="715439"/>
                  </a:cubicBezTo>
                  <a:close/>
                </a:path>
              </a:pathLst>
            </a:custGeom>
            <a:grpFill/>
            <a:ln w="9525" cap="flat">
              <a:noFill/>
              <a:prstDash val="solid"/>
              <a:miter/>
            </a:ln>
          </p:spPr>
          <p:txBody>
            <a:bodyPr rtlCol="0" anchor="ctr"/>
            <a:lstStyle/>
            <a:p>
              <a:endParaRPr lang="en-US" dirty="0"/>
            </a:p>
          </p:txBody>
        </p:sp>
      </p:grpSp>
      <p:grpSp>
        <p:nvGrpSpPr>
          <p:cNvPr id="53" name="CV2" descr="{&quot;Key&quot;:&quot;POWER_USER_SHAPE_ICON&quot;,&quot;Value&quot;:&quot;POWER_USER_SHAPE_ICON_STYLE_1&quot;}">
            <a:extLst>
              <a:ext uri="{FF2B5EF4-FFF2-40B4-BE49-F238E27FC236}">
                <a16:creationId xmlns:a16="http://schemas.microsoft.com/office/drawing/2014/main" id="{DEAF38FB-F6FF-7AB1-657C-87EA057A9CC0}"/>
              </a:ext>
            </a:extLst>
          </p:cNvPr>
          <p:cNvGrpSpPr>
            <a:grpSpLocks noChangeAspect="1"/>
          </p:cNvGrpSpPr>
          <p:nvPr/>
        </p:nvGrpSpPr>
        <p:grpSpPr>
          <a:xfrm>
            <a:off x="6085342" y="2507497"/>
            <a:ext cx="296963" cy="391026"/>
            <a:chOff x="4236558" y="5385501"/>
            <a:chExt cx="970007" cy="1277259"/>
          </a:xfrm>
          <a:solidFill>
            <a:srgbClr val="FFFFFF"/>
          </a:solidFill>
        </p:grpSpPr>
        <p:sp>
          <p:nvSpPr>
            <p:cNvPr id="54" name="Free-form: Shape 53">
              <a:extLst>
                <a:ext uri="{FF2B5EF4-FFF2-40B4-BE49-F238E27FC236}">
                  <a16:creationId xmlns:a16="http://schemas.microsoft.com/office/drawing/2014/main" id="{2FB2A6E8-75F5-2A65-7E57-2240D2E72688}"/>
                </a:ext>
              </a:extLst>
            </p:cNvPr>
            <p:cNvSpPr/>
            <p:nvPr/>
          </p:nvSpPr>
          <p:spPr>
            <a:xfrm>
              <a:off x="5120074" y="6554747"/>
              <a:ext cx="2001" cy="17413"/>
            </a:xfrm>
            <a:custGeom>
              <a:avLst/>
              <a:gdLst>
                <a:gd name="connsiteX0" fmla="*/ 1674 w 2001"/>
                <a:gd name="connsiteY0" fmla="*/ 17413 h 17413"/>
                <a:gd name="connsiteX1" fmla="*/ 0 w 2001"/>
                <a:gd name="connsiteY1" fmla="*/ 0 h 17413"/>
              </a:gdLst>
              <a:ahLst/>
              <a:cxnLst>
                <a:cxn ang="0">
                  <a:pos x="connsiteX0" y="connsiteY0"/>
                </a:cxn>
                <a:cxn ang="0">
                  <a:pos x="connsiteX1" y="connsiteY1"/>
                </a:cxn>
              </a:cxnLst>
              <a:rect l="l" t="t" r="r" b="b"/>
              <a:pathLst>
                <a:path w="2001" h="17413">
                  <a:moveTo>
                    <a:pt x="1674" y="17413"/>
                  </a:moveTo>
                  <a:cubicBezTo>
                    <a:pt x="2431" y="10401"/>
                    <a:pt x="1875" y="4601"/>
                    <a:pt x="0" y="0"/>
                  </a:cubicBezTo>
                </a:path>
              </a:pathLst>
            </a:custGeom>
            <a:grpFill/>
            <a:ln w="1339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D0333A6-FBDD-9354-3608-5552B446F045}"/>
                </a:ext>
              </a:extLst>
            </p:cNvPr>
            <p:cNvSpPr/>
            <p:nvPr/>
          </p:nvSpPr>
          <p:spPr>
            <a:xfrm>
              <a:off x="4236558" y="5385501"/>
              <a:ext cx="970007" cy="1277259"/>
            </a:xfrm>
            <a:custGeom>
              <a:avLst/>
              <a:gdLst>
                <a:gd name="connsiteX0" fmla="*/ 952832 w 970007"/>
                <a:gd name="connsiteY0" fmla="*/ 1222490 h 1277259"/>
                <a:gd name="connsiteX1" fmla="*/ 957387 w 970007"/>
                <a:gd name="connsiteY1" fmla="*/ 1222490 h 1277259"/>
                <a:gd name="connsiteX2" fmla="*/ 969910 w 970007"/>
                <a:gd name="connsiteY2" fmla="*/ 1236085 h 1277259"/>
                <a:gd name="connsiteX3" fmla="*/ 932004 w 970007"/>
                <a:gd name="connsiteY3" fmla="*/ 1274460 h 1277259"/>
                <a:gd name="connsiteX4" fmla="*/ 728943 w 970007"/>
                <a:gd name="connsiteY4" fmla="*/ 1276938 h 1277259"/>
                <a:gd name="connsiteX5" fmla="*/ 63971 w 970007"/>
                <a:gd name="connsiteY5" fmla="*/ 1276805 h 1277259"/>
                <a:gd name="connsiteX6" fmla="*/ 23520 w 970007"/>
                <a:gd name="connsiteY6" fmla="*/ 1271045 h 1277259"/>
                <a:gd name="connsiteX7" fmla="*/ 1151 w 970007"/>
                <a:gd name="connsiteY7" fmla="*/ 1230728 h 1277259"/>
                <a:gd name="connsiteX8" fmla="*/ 749 w 970007"/>
                <a:gd name="connsiteY8" fmla="*/ 819917 h 1277259"/>
                <a:gd name="connsiteX9" fmla="*/ 347 w 970007"/>
                <a:gd name="connsiteY9" fmla="*/ 144900 h 1277259"/>
                <a:gd name="connsiteX10" fmla="*/ 47898 w 970007"/>
                <a:gd name="connsiteY10" fmla="*/ 84423 h 1277259"/>
                <a:gd name="connsiteX11" fmla="*/ 329451 w 970007"/>
                <a:gd name="connsiteY11" fmla="*/ 87035 h 1277259"/>
                <a:gd name="connsiteX12" fmla="*/ 340167 w 970007"/>
                <a:gd name="connsiteY12" fmla="*/ 81409 h 1277259"/>
                <a:gd name="connsiteX13" fmla="*/ 354231 w 970007"/>
                <a:gd name="connsiteY13" fmla="*/ 56965 h 1277259"/>
                <a:gd name="connsiteX14" fmla="*/ 431182 w 970007"/>
                <a:gd name="connsiteY14" fmla="*/ 5797 h 1277259"/>
                <a:gd name="connsiteX15" fmla="*/ 548050 w 970007"/>
                <a:gd name="connsiteY15" fmla="*/ 5128 h 1277259"/>
                <a:gd name="connsiteX16" fmla="*/ 630828 w 970007"/>
                <a:gd name="connsiteY16" fmla="*/ 85963 h 1277259"/>
                <a:gd name="connsiteX17" fmla="*/ 635985 w 970007"/>
                <a:gd name="connsiteY17" fmla="*/ 88977 h 1277259"/>
                <a:gd name="connsiteX18" fmla="*/ 836501 w 970007"/>
                <a:gd name="connsiteY18" fmla="*/ 83954 h 1277259"/>
                <a:gd name="connsiteX19" fmla="*/ 926646 w 970007"/>
                <a:gd name="connsiteY19" fmla="*/ 86432 h 1277259"/>
                <a:gd name="connsiteX20" fmla="*/ 959128 w 970007"/>
                <a:gd name="connsiteY20" fmla="*/ 173564 h 1277259"/>
                <a:gd name="connsiteX21" fmla="*/ 952900 w 970007"/>
                <a:gd name="connsiteY21" fmla="*/ 434288 h 1277259"/>
                <a:gd name="connsiteX22" fmla="*/ 951225 w 970007"/>
                <a:gd name="connsiteY22" fmla="*/ 654494 h 1277259"/>
                <a:gd name="connsiteX23" fmla="*/ 949618 w 970007"/>
                <a:gd name="connsiteY23" fmla="*/ 1000341 h 1277259"/>
                <a:gd name="connsiteX24" fmla="*/ 949149 w 970007"/>
                <a:gd name="connsiteY24" fmla="*/ 1218471 h 1277259"/>
                <a:gd name="connsiteX25" fmla="*/ 952832 w 970007"/>
                <a:gd name="connsiteY25" fmla="*/ 1222490 h 1277259"/>
                <a:gd name="connsiteX26" fmla="*/ 382962 w 970007"/>
                <a:gd name="connsiteY26" fmla="*/ 174502 h 1277259"/>
                <a:gd name="connsiteX27" fmla="*/ 345591 w 970007"/>
                <a:gd name="connsiteY27" fmla="*/ 161442 h 1277259"/>
                <a:gd name="connsiteX28" fmla="*/ 280695 w 970007"/>
                <a:gd name="connsiteY28" fmla="*/ 134787 h 1277259"/>
                <a:gd name="connsiteX29" fmla="*/ 276877 w 970007"/>
                <a:gd name="connsiteY29" fmla="*/ 138270 h 1277259"/>
                <a:gd name="connsiteX30" fmla="*/ 282436 w 970007"/>
                <a:gd name="connsiteY30" fmla="*/ 230625 h 1277259"/>
                <a:gd name="connsiteX31" fmla="*/ 289937 w 970007"/>
                <a:gd name="connsiteY31" fmla="*/ 237657 h 1277259"/>
                <a:gd name="connsiteX32" fmla="*/ 672485 w 970007"/>
                <a:gd name="connsiteY32" fmla="*/ 236184 h 1277259"/>
                <a:gd name="connsiteX33" fmla="*/ 675164 w 970007"/>
                <a:gd name="connsiteY33" fmla="*/ 233772 h 1277259"/>
                <a:gd name="connsiteX34" fmla="*/ 682330 w 970007"/>
                <a:gd name="connsiteY34" fmla="*/ 149722 h 1277259"/>
                <a:gd name="connsiteX35" fmla="*/ 673329 w 970007"/>
                <a:gd name="connsiteY35" fmla="*/ 139026 h 1277259"/>
                <a:gd name="connsiteX36" fmla="*/ 672083 w 970007"/>
                <a:gd name="connsiteY36" fmla="*/ 139006 h 1277259"/>
                <a:gd name="connsiteX37" fmla="*/ 644825 w 970007"/>
                <a:gd name="connsiteY37" fmla="*/ 145703 h 1277259"/>
                <a:gd name="connsiteX38" fmla="*/ 588032 w 970007"/>
                <a:gd name="connsiteY38" fmla="*/ 169947 h 1277259"/>
                <a:gd name="connsiteX39" fmla="*/ 578187 w 970007"/>
                <a:gd name="connsiteY39" fmla="*/ 159633 h 1277259"/>
                <a:gd name="connsiteX40" fmla="*/ 573834 w 970007"/>
                <a:gd name="connsiteY40" fmla="*/ 109538 h 1277259"/>
                <a:gd name="connsiteX41" fmla="*/ 542826 w 970007"/>
                <a:gd name="connsiteY41" fmla="*/ 70828 h 1277259"/>
                <a:gd name="connsiteX42" fmla="*/ 431785 w 970007"/>
                <a:gd name="connsiteY42" fmla="*/ 71364 h 1277259"/>
                <a:gd name="connsiteX43" fmla="*/ 395151 w 970007"/>
                <a:gd name="connsiteY43" fmla="*/ 123468 h 1277259"/>
                <a:gd name="connsiteX44" fmla="*/ 388521 w 970007"/>
                <a:gd name="connsiteY44" fmla="*/ 169746 h 1277259"/>
                <a:gd name="connsiteX45" fmla="*/ 382962 w 970007"/>
                <a:gd name="connsiteY45" fmla="*/ 174502 h 1277259"/>
                <a:gd name="connsiteX46" fmla="*/ 226514 w 970007"/>
                <a:gd name="connsiteY46" fmla="*/ 169546 h 1277259"/>
                <a:gd name="connsiteX47" fmla="*/ 227251 w 970007"/>
                <a:gd name="connsiteY47" fmla="*/ 138470 h 1277259"/>
                <a:gd name="connsiteX48" fmla="*/ 223902 w 970007"/>
                <a:gd name="connsiteY48" fmla="*/ 134988 h 1277259"/>
                <a:gd name="connsiteX49" fmla="*/ 223902 w 970007"/>
                <a:gd name="connsiteY49" fmla="*/ 134988 h 1277259"/>
                <a:gd name="connsiteX50" fmla="*/ 67320 w 970007"/>
                <a:gd name="connsiteY50" fmla="*/ 131438 h 1277259"/>
                <a:gd name="connsiteX51" fmla="*/ 50912 w 970007"/>
                <a:gd name="connsiteY51" fmla="*/ 145904 h 1277259"/>
                <a:gd name="connsiteX52" fmla="*/ 50711 w 970007"/>
                <a:gd name="connsiteY52" fmla="*/ 154075 h 1277259"/>
                <a:gd name="connsiteX53" fmla="*/ 66396 w 970007"/>
                <a:gd name="connsiteY53" fmla="*/ 169345 h 1277259"/>
                <a:gd name="connsiteX54" fmla="*/ 66449 w 970007"/>
                <a:gd name="connsiteY54" fmla="*/ 169345 h 1277259"/>
                <a:gd name="connsiteX55" fmla="*/ 223031 w 970007"/>
                <a:gd name="connsiteY55" fmla="*/ 172894 h 1277259"/>
                <a:gd name="connsiteX56" fmla="*/ 226514 w 970007"/>
                <a:gd name="connsiteY56" fmla="*/ 169546 h 1277259"/>
                <a:gd name="connsiteX57" fmla="*/ 226514 w 970007"/>
                <a:gd name="connsiteY57" fmla="*/ 169546 h 1277259"/>
                <a:gd name="connsiteX58" fmla="*/ 922018 w 970007"/>
                <a:gd name="connsiteY58" fmla="*/ 140272 h 1277259"/>
                <a:gd name="connsiteX59" fmla="*/ 917002 w 970007"/>
                <a:gd name="connsiteY59" fmla="*/ 135108 h 1277259"/>
                <a:gd name="connsiteX60" fmla="*/ 736859 w 970007"/>
                <a:gd name="connsiteY60" fmla="*/ 132590 h 1277259"/>
                <a:gd name="connsiteX61" fmla="*/ 731702 w 970007"/>
                <a:gd name="connsiteY61" fmla="*/ 137613 h 1277259"/>
                <a:gd name="connsiteX62" fmla="*/ 731702 w 970007"/>
                <a:gd name="connsiteY62" fmla="*/ 137613 h 1277259"/>
                <a:gd name="connsiteX63" fmla="*/ 731294 w 970007"/>
                <a:gd name="connsiteY63" fmla="*/ 166538 h 1277259"/>
                <a:gd name="connsiteX64" fmla="*/ 736317 w 970007"/>
                <a:gd name="connsiteY64" fmla="*/ 171702 h 1277259"/>
                <a:gd name="connsiteX65" fmla="*/ 916453 w 970007"/>
                <a:gd name="connsiteY65" fmla="*/ 174220 h 1277259"/>
                <a:gd name="connsiteX66" fmla="*/ 921616 w 970007"/>
                <a:gd name="connsiteY66" fmla="*/ 169197 h 1277259"/>
                <a:gd name="connsiteX67" fmla="*/ 921616 w 970007"/>
                <a:gd name="connsiteY67" fmla="*/ 169197 h 1277259"/>
                <a:gd name="connsiteX68" fmla="*/ 922018 w 970007"/>
                <a:gd name="connsiteY68" fmla="*/ 140272 h 1277259"/>
                <a:gd name="connsiteX69" fmla="*/ 885190 w 970007"/>
                <a:gd name="connsiteY69" fmla="*/ 1186659 h 1277259"/>
                <a:gd name="connsiteX70" fmla="*/ 883516 w 970007"/>
                <a:gd name="connsiteY70" fmla="*/ 1169246 h 1277259"/>
                <a:gd name="connsiteX71" fmla="*/ 886396 w 970007"/>
                <a:gd name="connsiteY71" fmla="*/ 1055661 h 1277259"/>
                <a:gd name="connsiteX72" fmla="*/ 889811 w 970007"/>
                <a:gd name="connsiteY72" fmla="*/ 752543 h 1277259"/>
                <a:gd name="connsiteX73" fmla="*/ 885994 w 970007"/>
                <a:gd name="connsiteY73" fmla="*/ 575199 h 1277259"/>
                <a:gd name="connsiteX74" fmla="*/ 896308 w 970007"/>
                <a:gd name="connsiteY74" fmla="*/ 356332 h 1277259"/>
                <a:gd name="connsiteX75" fmla="*/ 899455 w 970007"/>
                <a:gd name="connsiteY75" fmla="*/ 241742 h 1277259"/>
                <a:gd name="connsiteX76" fmla="*/ 888472 w 970007"/>
                <a:gd name="connsiteY76" fmla="*/ 229955 h 1277259"/>
                <a:gd name="connsiteX77" fmla="*/ 746289 w 970007"/>
                <a:gd name="connsiteY77" fmla="*/ 231361 h 1277259"/>
                <a:gd name="connsiteX78" fmla="*/ 738453 w 970007"/>
                <a:gd name="connsiteY78" fmla="*/ 237791 h 1277259"/>
                <a:gd name="connsiteX79" fmla="*/ 723853 w 970007"/>
                <a:gd name="connsiteY79" fmla="*/ 277840 h 1277259"/>
                <a:gd name="connsiteX80" fmla="*/ 686214 w 970007"/>
                <a:gd name="connsiteY80" fmla="*/ 296593 h 1277259"/>
                <a:gd name="connsiteX81" fmla="*/ 639400 w 970007"/>
                <a:gd name="connsiteY81" fmla="*/ 296927 h 1277259"/>
                <a:gd name="connsiteX82" fmla="*/ 331058 w 970007"/>
                <a:gd name="connsiteY82" fmla="*/ 295655 h 1277259"/>
                <a:gd name="connsiteX83" fmla="*/ 266028 w 970007"/>
                <a:gd name="connsiteY83" fmla="*/ 294583 h 1277259"/>
                <a:gd name="connsiteX84" fmla="*/ 223232 w 970007"/>
                <a:gd name="connsiteY84" fmla="*/ 232969 h 1277259"/>
                <a:gd name="connsiteX85" fmla="*/ 219415 w 970007"/>
                <a:gd name="connsiteY85" fmla="*/ 229285 h 1277259"/>
                <a:gd name="connsiteX86" fmla="*/ 65713 w 970007"/>
                <a:gd name="connsiteY86" fmla="*/ 225937 h 1277259"/>
                <a:gd name="connsiteX87" fmla="*/ 60690 w 970007"/>
                <a:gd name="connsiteY87" fmla="*/ 230892 h 1277259"/>
                <a:gd name="connsiteX88" fmla="*/ 60690 w 970007"/>
                <a:gd name="connsiteY88" fmla="*/ 1223829 h 1277259"/>
                <a:gd name="connsiteX89" fmla="*/ 61694 w 970007"/>
                <a:gd name="connsiteY89" fmla="*/ 1224901 h 1277259"/>
                <a:gd name="connsiteX90" fmla="*/ 61761 w 970007"/>
                <a:gd name="connsiteY90" fmla="*/ 1224901 h 1277259"/>
                <a:gd name="connsiteX91" fmla="*/ 839180 w 970007"/>
                <a:gd name="connsiteY91" fmla="*/ 1225638 h 1277259"/>
                <a:gd name="connsiteX92" fmla="*/ 912649 w 970007"/>
                <a:gd name="connsiteY92" fmla="*/ 1221753 h 1277259"/>
                <a:gd name="connsiteX93" fmla="*/ 915870 w 970007"/>
                <a:gd name="connsiteY93" fmla="*/ 1217668 h 1277259"/>
                <a:gd name="connsiteX94" fmla="*/ 913854 w 970007"/>
                <a:gd name="connsiteY94" fmla="*/ 1214855 h 1277259"/>
                <a:gd name="connsiteX95" fmla="*/ 885190 w 970007"/>
                <a:gd name="connsiteY95" fmla="*/ 1186659 h 1277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970007" h="1277259">
                  <a:moveTo>
                    <a:pt x="952832" y="1222490"/>
                  </a:moveTo>
                  <a:lnTo>
                    <a:pt x="957387" y="1222490"/>
                  </a:lnTo>
                  <a:cubicBezTo>
                    <a:pt x="966542" y="1222490"/>
                    <a:pt x="970714" y="1227024"/>
                    <a:pt x="969910" y="1236085"/>
                  </a:cubicBezTo>
                  <a:cubicBezTo>
                    <a:pt x="967680" y="1261086"/>
                    <a:pt x="955042" y="1273878"/>
                    <a:pt x="932004" y="1274460"/>
                  </a:cubicBezTo>
                  <a:cubicBezTo>
                    <a:pt x="858937" y="1276202"/>
                    <a:pt x="791696" y="1278010"/>
                    <a:pt x="728943" y="1276938"/>
                  </a:cubicBezTo>
                  <a:cubicBezTo>
                    <a:pt x="489783" y="1272920"/>
                    <a:pt x="300854" y="1277675"/>
                    <a:pt x="63971" y="1276805"/>
                  </a:cubicBezTo>
                  <a:cubicBezTo>
                    <a:pt x="44013" y="1276758"/>
                    <a:pt x="30532" y="1274842"/>
                    <a:pt x="23520" y="1271045"/>
                  </a:cubicBezTo>
                  <a:cubicBezTo>
                    <a:pt x="8967" y="1263142"/>
                    <a:pt x="1506" y="1249701"/>
                    <a:pt x="1151" y="1230728"/>
                  </a:cubicBezTo>
                  <a:cubicBezTo>
                    <a:pt x="-235" y="1155229"/>
                    <a:pt x="-369" y="1018290"/>
                    <a:pt x="749" y="819917"/>
                  </a:cubicBezTo>
                  <a:cubicBezTo>
                    <a:pt x="2002" y="593194"/>
                    <a:pt x="1868" y="368186"/>
                    <a:pt x="347" y="144900"/>
                  </a:cubicBezTo>
                  <a:cubicBezTo>
                    <a:pt x="79" y="110743"/>
                    <a:pt x="9523" y="86299"/>
                    <a:pt x="47898" y="84423"/>
                  </a:cubicBezTo>
                  <a:cubicBezTo>
                    <a:pt x="140588" y="79869"/>
                    <a:pt x="234437" y="80740"/>
                    <a:pt x="329451" y="87035"/>
                  </a:cubicBezTo>
                  <a:cubicBezTo>
                    <a:pt x="334186" y="87350"/>
                    <a:pt x="337756" y="85475"/>
                    <a:pt x="340167" y="81409"/>
                  </a:cubicBezTo>
                  <a:cubicBezTo>
                    <a:pt x="343468" y="75871"/>
                    <a:pt x="348156" y="67727"/>
                    <a:pt x="354231" y="56965"/>
                  </a:cubicBezTo>
                  <a:cubicBezTo>
                    <a:pt x="370840" y="27698"/>
                    <a:pt x="397227" y="11825"/>
                    <a:pt x="431182" y="5797"/>
                  </a:cubicBezTo>
                  <a:cubicBezTo>
                    <a:pt x="473690" y="-1703"/>
                    <a:pt x="512641" y="-1925"/>
                    <a:pt x="548050" y="5128"/>
                  </a:cubicBezTo>
                  <a:cubicBezTo>
                    <a:pt x="598011" y="15107"/>
                    <a:pt x="608928" y="45378"/>
                    <a:pt x="630828" y="85963"/>
                  </a:cubicBezTo>
                  <a:cubicBezTo>
                    <a:pt x="631899" y="88020"/>
                    <a:pt x="633621" y="89024"/>
                    <a:pt x="635985" y="88977"/>
                  </a:cubicBezTo>
                  <a:cubicBezTo>
                    <a:pt x="724837" y="87417"/>
                    <a:pt x="791676" y="85743"/>
                    <a:pt x="836501" y="83954"/>
                  </a:cubicBezTo>
                  <a:cubicBezTo>
                    <a:pt x="864542" y="82836"/>
                    <a:pt x="894586" y="83667"/>
                    <a:pt x="926646" y="86432"/>
                  </a:cubicBezTo>
                  <a:cubicBezTo>
                    <a:pt x="983037" y="91322"/>
                    <a:pt x="959865" y="139341"/>
                    <a:pt x="959128" y="173564"/>
                  </a:cubicBezTo>
                  <a:cubicBezTo>
                    <a:pt x="957253" y="260495"/>
                    <a:pt x="956382" y="337580"/>
                    <a:pt x="952900" y="434288"/>
                  </a:cubicBezTo>
                  <a:cubicBezTo>
                    <a:pt x="950174" y="509700"/>
                    <a:pt x="949618" y="583102"/>
                    <a:pt x="951225" y="654494"/>
                  </a:cubicBezTo>
                  <a:cubicBezTo>
                    <a:pt x="953837" y="769420"/>
                    <a:pt x="945934" y="882804"/>
                    <a:pt x="949618" y="1000341"/>
                  </a:cubicBezTo>
                  <a:cubicBezTo>
                    <a:pt x="951895" y="1075552"/>
                    <a:pt x="953502" y="1146208"/>
                    <a:pt x="949149" y="1218471"/>
                  </a:cubicBezTo>
                  <a:cubicBezTo>
                    <a:pt x="948968" y="1221150"/>
                    <a:pt x="950200" y="1222490"/>
                    <a:pt x="952832" y="1222490"/>
                  </a:cubicBezTo>
                  <a:close/>
                  <a:moveTo>
                    <a:pt x="382962" y="174502"/>
                  </a:moveTo>
                  <a:cubicBezTo>
                    <a:pt x="369634" y="174300"/>
                    <a:pt x="356910" y="169679"/>
                    <a:pt x="345591" y="161442"/>
                  </a:cubicBezTo>
                  <a:cubicBezTo>
                    <a:pt x="326035" y="147157"/>
                    <a:pt x="304403" y="138270"/>
                    <a:pt x="280695" y="134787"/>
                  </a:cubicBezTo>
                  <a:cubicBezTo>
                    <a:pt x="277969" y="134385"/>
                    <a:pt x="276697" y="135543"/>
                    <a:pt x="276877" y="138270"/>
                  </a:cubicBezTo>
                  <a:lnTo>
                    <a:pt x="282436" y="230625"/>
                  </a:lnTo>
                  <a:cubicBezTo>
                    <a:pt x="282684" y="234609"/>
                    <a:pt x="285979" y="237697"/>
                    <a:pt x="289937" y="237657"/>
                  </a:cubicBezTo>
                  <a:lnTo>
                    <a:pt x="672485" y="236184"/>
                  </a:lnTo>
                  <a:cubicBezTo>
                    <a:pt x="673865" y="236190"/>
                    <a:pt x="675023" y="235145"/>
                    <a:pt x="675164" y="233772"/>
                  </a:cubicBezTo>
                  <a:lnTo>
                    <a:pt x="682330" y="149722"/>
                  </a:lnTo>
                  <a:cubicBezTo>
                    <a:pt x="682779" y="144263"/>
                    <a:pt x="678747" y="139482"/>
                    <a:pt x="673329" y="139026"/>
                  </a:cubicBezTo>
                  <a:cubicBezTo>
                    <a:pt x="672914" y="138993"/>
                    <a:pt x="672498" y="138986"/>
                    <a:pt x="672083" y="139006"/>
                  </a:cubicBezTo>
                  <a:cubicBezTo>
                    <a:pt x="662305" y="139408"/>
                    <a:pt x="653217" y="141638"/>
                    <a:pt x="644825" y="145703"/>
                  </a:cubicBezTo>
                  <a:cubicBezTo>
                    <a:pt x="626542" y="154544"/>
                    <a:pt x="615625" y="173698"/>
                    <a:pt x="588032" y="169947"/>
                  </a:cubicBezTo>
                  <a:cubicBezTo>
                    <a:pt x="582742" y="169197"/>
                    <a:pt x="578670" y="164925"/>
                    <a:pt x="578187" y="159633"/>
                  </a:cubicBezTo>
                  <a:cubicBezTo>
                    <a:pt x="576580" y="142355"/>
                    <a:pt x="574705" y="126147"/>
                    <a:pt x="573834" y="109538"/>
                  </a:cubicBezTo>
                  <a:cubicBezTo>
                    <a:pt x="572763" y="89225"/>
                    <a:pt x="562429" y="76320"/>
                    <a:pt x="542826" y="70828"/>
                  </a:cubicBezTo>
                  <a:cubicBezTo>
                    <a:pt x="506480" y="60601"/>
                    <a:pt x="469471" y="60782"/>
                    <a:pt x="431785" y="71364"/>
                  </a:cubicBezTo>
                  <a:cubicBezTo>
                    <a:pt x="404661" y="78998"/>
                    <a:pt x="398366" y="96009"/>
                    <a:pt x="395151" y="123468"/>
                  </a:cubicBezTo>
                  <a:cubicBezTo>
                    <a:pt x="394528" y="128913"/>
                    <a:pt x="392318" y="144344"/>
                    <a:pt x="388521" y="169746"/>
                  </a:cubicBezTo>
                  <a:cubicBezTo>
                    <a:pt x="388092" y="172486"/>
                    <a:pt x="385735" y="174502"/>
                    <a:pt x="382962" y="174502"/>
                  </a:cubicBezTo>
                  <a:close/>
                  <a:moveTo>
                    <a:pt x="226514" y="169546"/>
                  </a:moveTo>
                  <a:lnTo>
                    <a:pt x="227251" y="138470"/>
                  </a:lnTo>
                  <a:cubicBezTo>
                    <a:pt x="227291" y="136582"/>
                    <a:pt x="225791" y="135028"/>
                    <a:pt x="223902" y="134988"/>
                  </a:cubicBezTo>
                  <a:cubicBezTo>
                    <a:pt x="223902" y="134988"/>
                    <a:pt x="223902" y="134988"/>
                    <a:pt x="223902" y="134988"/>
                  </a:cubicBezTo>
                  <a:lnTo>
                    <a:pt x="67320" y="131438"/>
                  </a:lnTo>
                  <a:cubicBezTo>
                    <a:pt x="58460" y="131237"/>
                    <a:pt x="51119" y="137707"/>
                    <a:pt x="50912" y="145904"/>
                  </a:cubicBezTo>
                  <a:lnTo>
                    <a:pt x="50711" y="154075"/>
                  </a:lnTo>
                  <a:cubicBezTo>
                    <a:pt x="50503" y="162286"/>
                    <a:pt x="57522" y="169117"/>
                    <a:pt x="66396" y="169345"/>
                  </a:cubicBezTo>
                  <a:cubicBezTo>
                    <a:pt x="66416" y="169345"/>
                    <a:pt x="66429" y="169345"/>
                    <a:pt x="66449" y="169345"/>
                  </a:cubicBezTo>
                  <a:lnTo>
                    <a:pt x="223031" y="172894"/>
                  </a:lnTo>
                  <a:cubicBezTo>
                    <a:pt x="224920" y="172934"/>
                    <a:pt x="226474" y="171434"/>
                    <a:pt x="226514" y="169546"/>
                  </a:cubicBezTo>
                  <a:cubicBezTo>
                    <a:pt x="226514" y="169546"/>
                    <a:pt x="226514" y="169546"/>
                    <a:pt x="226514" y="169546"/>
                  </a:cubicBezTo>
                  <a:close/>
                  <a:moveTo>
                    <a:pt x="922018" y="140272"/>
                  </a:moveTo>
                  <a:cubicBezTo>
                    <a:pt x="922059" y="137459"/>
                    <a:pt x="919808" y="135149"/>
                    <a:pt x="917002" y="135108"/>
                  </a:cubicBezTo>
                  <a:lnTo>
                    <a:pt x="736859" y="132590"/>
                  </a:lnTo>
                  <a:cubicBezTo>
                    <a:pt x="734046" y="132557"/>
                    <a:pt x="731736" y="134800"/>
                    <a:pt x="731702" y="137613"/>
                  </a:cubicBezTo>
                  <a:cubicBezTo>
                    <a:pt x="731702" y="137613"/>
                    <a:pt x="731702" y="137613"/>
                    <a:pt x="731702" y="137613"/>
                  </a:cubicBezTo>
                  <a:lnTo>
                    <a:pt x="731294" y="166538"/>
                  </a:lnTo>
                  <a:cubicBezTo>
                    <a:pt x="731254" y="169351"/>
                    <a:pt x="733504" y="171662"/>
                    <a:pt x="736317" y="171702"/>
                  </a:cubicBezTo>
                  <a:lnTo>
                    <a:pt x="916453" y="174220"/>
                  </a:lnTo>
                  <a:cubicBezTo>
                    <a:pt x="919266" y="174254"/>
                    <a:pt x="921576" y="172010"/>
                    <a:pt x="921616" y="169197"/>
                  </a:cubicBezTo>
                  <a:cubicBezTo>
                    <a:pt x="921616" y="169197"/>
                    <a:pt x="921616" y="169197"/>
                    <a:pt x="921616" y="169197"/>
                  </a:cubicBezTo>
                  <a:lnTo>
                    <a:pt x="922018" y="140272"/>
                  </a:lnTo>
                  <a:close/>
                  <a:moveTo>
                    <a:pt x="885190" y="1186659"/>
                  </a:moveTo>
                  <a:cubicBezTo>
                    <a:pt x="885947" y="1179647"/>
                    <a:pt x="885391" y="1173847"/>
                    <a:pt x="883516" y="1169246"/>
                  </a:cubicBezTo>
                  <a:cubicBezTo>
                    <a:pt x="885525" y="1131407"/>
                    <a:pt x="887333" y="1094572"/>
                    <a:pt x="886396" y="1055661"/>
                  </a:cubicBezTo>
                  <a:cubicBezTo>
                    <a:pt x="883516" y="936985"/>
                    <a:pt x="881908" y="856618"/>
                    <a:pt x="889811" y="752543"/>
                  </a:cubicBezTo>
                  <a:cubicBezTo>
                    <a:pt x="891907" y="725352"/>
                    <a:pt x="890635" y="666235"/>
                    <a:pt x="885994" y="575199"/>
                  </a:cubicBezTo>
                  <a:cubicBezTo>
                    <a:pt x="884386" y="543588"/>
                    <a:pt x="887822" y="470634"/>
                    <a:pt x="896308" y="356332"/>
                  </a:cubicBezTo>
                  <a:cubicBezTo>
                    <a:pt x="898538" y="326375"/>
                    <a:pt x="899589" y="288174"/>
                    <a:pt x="899455" y="241742"/>
                  </a:cubicBezTo>
                  <a:cubicBezTo>
                    <a:pt x="899469" y="235561"/>
                    <a:pt x="894673" y="230410"/>
                    <a:pt x="888472" y="229955"/>
                  </a:cubicBezTo>
                  <a:cubicBezTo>
                    <a:pt x="837439" y="226204"/>
                    <a:pt x="790042" y="226673"/>
                    <a:pt x="746289" y="231361"/>
                  </a:cubicBezTo>
                  <a:cubicBezTo>
                    <a:pt x="742625" y="231770"/>
                    <a:pt x="739551" y="234295"/>
                    <a:pt x="738453" y="237791"/>
                  </a:cubicBezTo>
                  <a:cubicBezTo>
                    <a:pt x="734569" y="250449"/>
                    <a:pt x="731555" y="268397"/>
                    <a:pt x="723853" y="277840"/>
                  </a:cubicBezTo>
                  <a:cubicBezTo>
                    <a:pt x="713988" y="290029"/>
                    <a:pt x="701437" y="296278"/>
                    <a:pt x="686214" y="296593"/>
                  </a:cubicBezTo>
                  <a:cubicBezTo>
                    <a:pt x="664870" y="296994"/>
                    <a:pt x="649266" y="297108"/>
                    <a:pt x="639400" y="296927"/>
                  </a:cubicBezTo>
                  <a:cubicBezTo>
                    <a:pt x="515635" y="294738"/>
                    <a:pt x="412852" y="294316"/>
                    <a:pt x="331058" y="295655"/>
                  </a:cubicBezTo>
                  <a:cubicBezTo>
                    <a:pt x="293199" y="296278"/>
                    <a:pt x="271520" y="295923"/>
                    <a:pt x="266028" y="294583"/>
                  </a:cubicBezTo>
                  <a:cubicBezTo>
                    <a:pt x="239594" y="288067"/>
                    <a:pt x="225328" y="267527"/>
                    <a:pt x="223232" y="232969"/>
                  </a:cubicBezTo>
                  <a:cubicBezTo>
                    <a:pt x="223092" y="230919"/>
                    <a:pt x="221437" y="229319"/>
                    <a:pt x="219415" y="229285"/>
                  </a:cubicBezTo>
                  <a:lnTo>
                    <a:pt x="65713" y="225937"/>
                  </a:lnTo>
                  <a:cubicBezTo>
                    <a:pt x="62364" y="225890"/>
                    <a:pt x="60690" y="227544"/>
                    <a:pt x="60690" y="230892"/>
                  </a:cubicBezTo>
                  <a:lnTo>
                    <a:pt x="60690" y="1223829"/>
                  </a:lnTo>
                  <a:cubicBezTo>
                    <a:pt x="60690" y="1224419"/>
                    <a:pt x="61138" y="1224901"/>
                    <a:pt x="61694" y="1224901"/>
                  </a:cubicBezTo>
                  <a:cubicBezTo>
                    <a:pt x="61721" y="1224901"/>
                    <a:pt x="61741" y="1224901"/>
                    <a:pt x="61761" y="1224901"/>
                  </a:cubicBezTo>
                  <a:cubicBezTo>
                    <a:pt x="267320" y="1223427"/>
                    <a:pt x="526464" y="1223675"/>
                    <a:pt x="839180" y="1225638"/>
                  </a:cubicBezTo>
                  <a:cubicBezTo>
                    <a:pt x="863424" y="1225818"/>
                    <a:pt x="887916" y="1224519"/>
                    <a:pt x="912649" y="1221753"/>
                  </a:cubicBezTo>
                  <a:cubicBezTo>
                    <a:pt x="914658" y="1221492"/>
                    <a:pt x="916098" y="1219663"/>
                    <a:pt x="915870" y="1217668"/>
                  </a:cubicBezTo>
                  <a:cubicBezTo>
                    <a:pt x="915730" y="1216442"/>
                    <a:pt x="914973" y="1215384"/>
                    <a:pt x="913854" y="1214855"/>
                  </a:cubicBezTo>
                  <a:cubicBezTo>
                    <a:pt x="902114" y="1208961"/>
                    <a:pt x="892557" y="1199565"/>
                    <a:pt x="885190" y="1186659"/>
                  </a:cubicBezTo>
                  <a:close/>
                </a:path>
              </a:pathLst>
            </a:custGeom>
            <a:grpFill/>
            <a:ln w="6697"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67FF3BE9-851A-D80A-81AB-792DEAF6F3E1}"/>
                </a:ext>
              </a:extLst>
            </p:cNvPr>
            <p:cNvSpPr/>
            <p:nvPr/>
          </p:nvSpPr>
          <p:spPr>
            <a:xfrm>
              <a:off x="4675335" y="5460056"/>
              <a:ext cx="97321" cy="97954"/>
            </a:xfrm>
            <a:custGeom>
              <a:avLst/>
              <a:gdLst>
                <a:gd name="connsiteX0" fmla="*/ 55695 w 97321"/>
                <a:gd name="connsiteY0" fmla="*/ 14557 h 97954"/>
                <a:gd name="connsiteX1" fmla="*/ 63196 w 97321"/>
                <a:gd name="connsiteY1" fmla="*/ 9668 h 97954"/>
                <a:gd name="connsiteX2" fmla="*/ 65138 w 97321"/>
                <a:gd name="connsiteY2" fmla="*/ 1832 h 97954"/>
                <a:gd name="connsiteX3" fmla="*/ 69826 w 97321"/>
                <a:gd name="connsiteY3" fmla="*/ 760 h 97954"/>
                <a:gd name="connsiteX4" fmla="*/ 95611 w 97321"/>
                <a:gd name="connsiteY4" fmla="*/ 60901 h 97954"/>
                <a:gd name="connsiteX5" fmla="*/ 26830 w 97321"/>
                <a:gd name="connsiteY5" fmla="*/ 92513 h 97954"/>
                <a:gd name="connsiteX6" fmla="*/ 44711 w 97321"/>
                <a:gd name="connsiteY6" fmla="*/ 10940 h 97954"/>
                <a:gd name="connsiteX7" fmla="*/ 50940 w 97321"/>
                <a:gd name="connsiteY7" fmla="*/ 11945 h 97954"/>
                <a:gd name="connsiteX8" fmla="*/ 55695 w 97321"/>
                <a:gd name="connsiteY8" fmla="*/ 14557 h 9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21" h="97954">
                  <a:moveTo>
                    <a:pt x="55695" y="14557"/>
                  </a:moveTo>
                  <a:cubicBezTo>
                    <a:pt x="64535" y="22640"/>
                    <a:pt x="67033" y="21006"/>
                    <a:pt x="63196" y="9668"/>
                  </a:cubicBezTo>
                  <a:cubicBezTo>
                    <a:pt x="62526" y="7745"/>
                    <a:pt x="63176" y="5134"/>
                    <a:pt x="65138" y="1832"/>
                  </a:cubicBezTo>
                  <a:cubicBezTo>
                    <a:pt x="66297" y="-178"/>
                    <a:pt x="67864" y="-532"/>
                    <a:pt x="69826" y="760"/>
                  </a:cubicBezTo>
                  <a:cubicBezTo>
                    <a:pt x="92731" y="15849"/>
                    <a:pt x="101323" y="35901"/>
                    <a:pt x="95611" y="60901"/>
                  </a:cubicBezTo>
                  <a:cubicBezTo>
                    <a:pt x="89248" y="88695"/>
                    <a:pt x="52078" y="107849"/>
                    <a:pt x="26830" y="92513"/>
                  </a:cubicBezTo>
                  <a:cubicBezTo>
                    <a:pt x="-16703" y="66126"/>
                    <a:pt x="-4781" y="18709"/>
                    <a:pt x="44711" y="10940"/>
                  </a:cubicBezTo>
                  <a:cubicBezTo>
                    <a:pt x="46901" y="10585"/>
                    <a:pt x="48978" y="10920"/>
                    <a:pt x="50940" y="11945"/>
                  </a:cubicBezTo>
                  <a:cubicBezTo>
                    <a:pt x="53887" y="13505"/>
                    <a:pt x="55474" y="14376"/>
                    <a:pt x="55695" y="14557"/>
                  </a:cubicBezTo>
                  <a:close/>
                </a:path>
              </a:pathLst>
            </a:custGeom>
            <a:grpFill/>
            <a:ln w="6697"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A504DF35-7AEC-3351-7E67-FE6D9A71662A}"/>
                </a:ext>
              </a:extLst>
            </p:cNvPr>
            <p:cNvSpPr/>
            <p:nvPr/>
          </p:nvSpPr>
          <p:spPr>
            <a:xfrm>
              <a:off x="4446037" y="5725690"/>
              <a:ext cx="540888" cy="527159"/>
            </a:xfrm>
            <a:custGeom>
              <a:avLst/>
              <a:gdLst>
                <a:gd name="connsiteX0" fmla="*/ 93986 w 540888"/>
                <a:gd name="connsiteY0" fmla="*/ 71864 h 527159"/>
                <a:gd name="connsiteX1" fmla="*/ 289346 w 540888"/>
                <a:gd name="connsiteY1" fmla="*/ 1208 h 527159"/>
                <a:gd name="connsiteX2" fmla="*/ 442110 w 540888"/>
                <a:gd name="connsiteY2" fmla="*/ 61550 h 527159"/>
                <a:gd name="connsiteX3" fmla="*/ 539421 w 540888"/>
                <a:gd name="connsiteY3" fmla="*/ 287114 h 527159"/>
                <a:gd name="connsiteX4" fmla="*/ 445191 w 540888"/>
                <a:gd name="connsiteY4" fmla="*/ 463118 h 527159"/>
                <a:gd name="connsiteX5" fmla="*/ 332744 w 540888"/>
                <a:gd name="connsiteY5" fmla="*/ 518103 h 527159"/>
                <a:gd name="connsiteX6" fmla="*/ 80927 w 540888"/>
                <a:gd name="connsiteY6" fmla="*/ 451599 h 527159"/>
                <a:gd name="connsiteX7" fmla="*/ 93986 w 540888"/>
                <a:gd name="connsiteY7" fmla="*/ 71864 h 527159"/>
                <a:gd name="connsiteX8" fmla="*/ 346808 w 540888"/>
                <a:gd name="connsiteY8" fmla="*/ 289257 h 527159"/>
                <a:gd name="connsiteX9" fmla="*/ 346554 w 540888"/>
                <a:gd name="connsiteY9" fmla="*/ 294957 h 527159"/>
                <a:gd name="connsiteX10" fmla="*/ 348483 w 540888"/>
                <a:gd name="connsiteY10" fmla="*/ 296156 h 527159"/>
                <a:gd name="connsiteX11" fmla="*/ 458987 w 540888"/>
                <a:gd name="connsiteY11" fmla="*/ 360382 h 527159"/>
                <a:gd name="connsiteX12" fmla="*/ 462671 w 540888"/>
                <a:gd name="connsiteY12" fmla="*/ 359846 h 527159"/>
                <a:gd name="connsiteX13" fmla="*/ 454768 w 540888"/>
                <a:gd name="connsiteY13" fmla="*/ 166027 h 527159"/>
                <a:gd name="connsiteX14" fmla="*/ 159151 w 540888"/>
                <a:gd name="connsiteY14" fmla="*/ 90415 h 527159"/>
                <a:gd name="connsiteX15" fmla="*/ 86351 w 540888"/>
                <a:gd name="connsiteY15" fmla="*/ 168104 h 527159"/>
                <a:gd name="connsiteX16" fmla="*/ 76774 w 540888"/>
                <a:gd name="connsiteY16" fmla="*/ 352345 h 527159"/>
                <a:gd name="connsiteX17" fmla="*/ 87463 w 540888"/>
                <a:gd name="connsiteY17" fmla="*/ 356732 h 527159"/>
                <a:gd name="connsiteX18" fmla="*/ 90102 w 540888"/>
                <a:gd name="connsiteY18" fmla="*/ 354957 h 527159"/>
                <a:gd name="connsiteX19" fmla="*/ 189623 w 540888"/>
                <a:gd name="connsiteY19" fmla="*/ 298767 h 527159"/>
                <a:gd name="connsiteX20" fmla="*/ 192249 w 540888"/>
                <a:gd name="connsiteY20" fmla="*/ 292713 h 527159"/>
                <a:gd name="connsiteX21" fmla="*/ 191499 w 540888"/>
                <a:gd name="connsiteY21" fmla="*/ 291467 h 527159"/>
                <a:gd name="connsiteX22" fmla="*/ 158749 w 540888"/>
                <a:gd name="connsiteY22" fmla="*/ 196969 h 527159"/>
                <a:gd name="connsiteX23" fmla="*/ 277826 w 540888"/>
                <a:gd name="connsiteY23" fmla="*/ 87536 h 527159"/>
                <a:gd name="connsiteX24" fmla="*/ 381232 w 540888"/>
                <a:gd name="connsiteY24" fmla="*/ 194692 h 527159"/>
                <a:gd name="connsiteX25" fmla="*/ 346808 w 540888"/>
                <a:gd name="connsiteY25" fmla="*/ 289257 h 527159"/>
                <a:gd name="connsiteX26" fmla="*/ 274953 w 540888"/>
                <a:gd name="connsiteY26" fmla="*/ 278207 h 527159"/>
                <a:gd name="connsiteX27" fmla="*/ 321868 w 540888"/>
                <a:gd name="connsiteY27" fmla="*/ 209352 h 527159"/>
                <a:gd name="connsiteX28" fmla="*/ 264760 w 540888"/>
                <a:gd name="connsiteY28" fmla="*/ 148682 h 527159"/>
                <a:gd name="connsiteX29" fmla="*/ 217846 w 540888"/>
                <a:gd name="connsiteY29" fmla="*/ 217536 h 527159"/>
                <a:gd name="connsiteX30" fmla="*/ 274953 w 540888"/>
                <a:gd name="connsiteY30" fmla="*/ 278207 h 527159"/>
                <a:gd name="connsiteX31" fmla="*/ 298990 w 540888"/>
                <a:gd name="connsiteY31" fmla="*/ 335469 h 527159"/>
                <a:gd name="connsiteX32" fmla="*/ 252176 w 540888"/>
                <a:gd name="connsiteY32" fmla="*/ 334732 h 527159"/>
                <a:gd name="connsiteX33" fmla="*/ 250367 w 540888"/>
                <a:gd name="connsiteY33" fmla="*/ 336406 h 527159"/>
                <a:gd name="connsiteX34" fmla="*/ 250367 w 540888"/>
                <a:gd name="connsiteY34" fmla="*/ 336406 h 527159"/>
                <a:gd name="connsiteX35" fmla="*/ 250367 w 540888"/>
                <a:gd name="connsiteY35" fmla="*/ 337478 h 527159"/>
                <a:gd name="connsiteX36" fmla="*/ 274277 w 540888"/>
                <a:gd name="connsiteY36" fmla="*/ 373777 h 527159"/>
                <a:gd name="connsiteX37" fmla="*/ 275616 w 540888"/>
                <a:gd name="connsiteY37" fmla="*/ 373777 h 527159"/>
                <a:gd name="connsiteX38" fmla="*/ 300731 w 540888"/>
                <a:gd name="connsiteY38" fmla="*/ 338328 h 527159"/>
                <a:gd name="connsiteX39" fmla="*/ 300731 w 540888"/>
                <a:gd name="connsiteY39" fmla="*/ 338281 h 527159"/>
                <a:gd name="connsiteX40" fmla="*/ 300731 w 540888"/>
                <a:gd name="connsiteY40" fmla="*/ 337210 h 527159"/>
                <a:gd name="connsiteX41" fmla="*/ 298990 w 540888"/>
                <a:gd name="connsiteY41" fmla="*/ 335469 h 527159"/>
                <a:gd name="connsiteX42" fmla="*/ 193842 w 540888"/>
                <a:gd name="connsiteY42" fmla="*/ 457761 h 527159"/>
                <a:gd name="connsiteX43" fmla="*/ 199803 w 540888"/>
                <a:gd name="connsiteY43" fmla="*/ 453943 h 527159"/>
                <a:gd name="connsiteX44" fmla="*/ 190963 w 540888"/>
                <a:gd name="connsiteY44" fmla="*/ 354957 h 527159"/>
                <a:gd name="connsiteX45" fmla="*/ 186141 w 540888"/>
                <a:gd name="connsiteY45" fmla="*/ 352412 h 527159"/>
                <a:gd name="connsiteX46" fmla="*/ 116355 w 540888"/>
                <a:gd name="connsiteY46" fmla="*/ 394003 h 527159"/>
                <a:gd name="connsiteX47" fmla="*/ 115618 w 540888"/>
                <a:gd name="connsiteY47" fmla="*/ 400968 h 527159"/>
                <a:gd name="connsiteX48" fmla="*/ 193842 w 540888"/>
                <a:gd name="connsiteY48" fmla="*/ 457761 h 527159"/>
                <a:gd name="connsiteX49" fmla="*/ 351697 w 540888"/>
                <a:gd name="connsiteY49" fmla="*/ 454814 h 527159"/>
                <a:gd name="connsiteX50" fmla="*/ 359265 w 540888"/>
                <a:gd name="connsiteY50" fmla="*/ 458631 h 527159"/>
                <a:gd name="connsiteX51" fmla="*/ 418268 w 540888"/>
                <a:gd name="connsiteY51" fmla="*/ 414697 h 527159"/>
                <a:gd name="connsiteX52" fmla="*/ 418804 w 540888"/>
                <a:gd name="connsiteY52" fmla="*/ 396413 h 527159"/>
                <a:gd name="connsiteX53" fmla="*/ 370115 w 540888"/>
                <a:gd name="connsiteY53" fmla="*/ 362458 h 527159"/>
                <a:gd name="connsiteX54" fmla="*/ 355716 w 540888"/>
                <a:gd name="connsiteY54" fmla="*/ 367414 h 527159"/>
                <a:gd name="connsiteX55" fmla="*/ 351697 w 540888"/>
                <a:gd name="connsiteY55" fmla="*/ 454814 h 527159"/>
                <a:gd name="connsiteX56" fmla="*/ 268182 w 540888"/>
                <a:gd name="connsiteY56" fmla="*/ 476446 h 527159"/>
                <a:gd name="connsiteX57" fmla="*/ 291154 w 540888"/>
                <a:gd name="connsiteY57" fmla="*/ 473298 h 527159"/>
                <a:gd name="connsiteX58" fmla="*/ 298990 w 540888"/>
                <a:gd name="connsiteY58" fmla="*/ 462850 h 527159"/>
                <a:gd name="connsiteX59" fmla="*/ 298253 w 540888"/>
                <a:gd name="connsiteY59" fmla="*/ 457292 h 527159"/>
                <a:gd name="connsiteX60" fmla="*/ 271671 w 540888"/>
                <a:gd name="connsiteY60" fmla="*/ 412822 h 527159"/>
                <a:gd name="connsiteX61" fmla="*/ 271665 w 540888"/>
                <a:gd name="connsiteY61" fmla="*/ 412822 h 527159"/>
                <a:gd name="connsiteX62" fmla="*/ 270459 w 540888"/>
                <a:gd name="connsiteY62" fmla="*/ 413023 h 527159"/>
                <a:gd name="connsiteX63" fmla="*/ 256998 w 540888"/>
                <a:gd name="connsiteY63" fmla="*/ 462984 h 527159"/>
                <a:gd name="connsiteX64" fmla="*/ 257734 w 540888"/>
                <a:gd name="connsiteY64" fmla="*/ 468610 h 527159"/>
                <a:gd name="connsiteX65" fmla="*/ 268182 w 540888"/>
                <a:gd name="connsiteY65" fmla="*/ 476446 h 52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40888" h="527159">
                  <a:moveTo>
                    <a:pt x="93986" y="71864"/>
                  </a:moveTo>
                  <a:cubicBezTo>
                    <a:pt x="151784" y="22170"/>
                    <a:pt x="212930" y="-6360"/>
                    <a:pt x="289346" y="1208"/>
                  </a:cubicBezTo>
                  <a:cubicBezTo>
                    <a:pt x="349822" y="7235"/>
                    <a:pt x="397172" y="22639"/>
                    <a:pt x="442110" y="61550"/>
                  </a:cubicBezTo>
                  <a:cubicBezTo>
                    <a:pt x="505064" y="115999"/>
                    <a:pt x="549668" y="201925"/>
                    <a:pt x="539421" y="287114"/>
                  </a:cubicBezTo>
                  <a:cubicBezTo>
                    <a:pt x="531030" y="357081"/>
                    <a:pt x="499620" y="415749"/>
                    <a:pt x="445191" y="463118"/>
                  </a:cubicBezTo>
                  <a:cubicBezTo>
                    <a:pt x="419072" y="485842"/>
                    <a:pt x="381587" y="504173"/>
                    <a:pt x="332744" y="518103"/>
                  </a:cubicBezTo>
                  <a:cubicBezTo>
                    <a:pt x="247153" y="542548"/>
                    <a:pt x="142207" y="516562"/>
                    <a:pt x="80927" y="451599"/>
                  </a:cubicBezTo>
                  <a:cubicBezTo>
                    <a:pt x="-28507" y="335736"/>
                    <a:pt x="-29645" y="177949"/>
                    <a:pt x="93986" y="71864"/>
                  </a:cubicBezTo>
                  <a:close/>
                  <a:moveTo>
                    <a:pt x="346808" y="289257"/>
                  </a:moveTo>
                  <a:cubicBezTo>
                    <a:pt x="345147" y="290737"/>
                    <a:pt x="345033" y="293289"/>
                    <a:pt x="346554" y="294957"/>
                  </a:cubicBezTo>
                  <a:cubicBezTo>
                    <a:pt x="347069" y="295526"/>
                    <a:pt x="347739" y="295941"/>
                    <a:pt x="348483" y="296156"/>
                  </a:cubicBezTo>
                  <a:cubicBezTo>
                    <a:pt x="391613" y="308478"/>
                    <a:pt x="428448" y="329890"/>
                    <a:pt x="458987" y="360382"/>
                  </a:cubicBezTo>
                  <a:cubicBezTo>
                    <a:pt x="460461" y="361902"/>
                    <a:pt x="461686" y="361722"/>
                    <a:pt x="462671" y="359846"/>
                  </a:cubicBezTo>
                  <a:cubicBezTo>
                    <a:pt x="496874" y="293008"/>
                    <a:pt x="494235" y="228399"/>
                    <a:pt x="454768" y="166027"/>
                  </a:cubicBezTo>
                  <a:cubicBezTo>
                    <a:pt x="389470" y="62689"/>
                    <a:pt x="267579" y="26457"/>
                    <a:pt x="159151" y="90415"/>
                  </a:cubicBezTo>
                  <a:cubicBezTo>
                    <a:pt x="131558" y="106670"/>
                    <a:pt x="107294" y="132561"/>
                    <a:pt x="86351" y="168104"/>
                  </a:cubicBezTo>
                  <a:cubicBezTo>
                    <a:pt x="52778" y="225077"/>
                    <a:pt x="49584" y="286491"/>
                    <a:pt x="76774" y="352345"/>
                  </a:cubicBezTo>
                  <a:cubicBezTo>
                    <a:pt x="78516" y="356511"/>
                    <a:pt x="83304" y="358474"/>
                    <a:pt x="87463" y="356732"/>
                  </a:cubicBezTo>
                  <a:cubicBezTo>
                    <a:pt x="88454" y="356317"/>
                    <a:pt x="89345" y="355714"/>
                    <a:pt x="90102" y="354957"/>
                  </a:cubicBezTo>
                  <a:cubicBezTo>
                    <a:pt x="117159" y="327699"/>
                    <a:pt x="152119" y="313702"/>
                    <a:pt x="189623" y="298767"/>
                  </a:cubicBezTo>
                  <a:cubicBezTo>
                    <a:pt x="192021" y="297796"/>
                    <a:pt x="193200" y="295084"/>
                    <a:pt x="192249" y="292713"/>
                  </a:cubicBezTo>
                  <a:cubicBezTo>
                    <a:pt x="192068" y="292264"/>
                    <a:pt x="191813" y="291842"/>
                    <a:pt x="191499" y="291467"/>
                  </a:cubicBezTo>
                  <a:cubicBezTo>
                    <a:pt x="167341" y="262669"/>
                    <a:pt x="156425" y="231172"/>
                    <a:pt x="158749" y="196969"/>
                  </a:cubicBezTo>
                  <a:cubicBezTo>
                    <a:pt x="162968" y="134349"/>
                    <a:pt x="211724" y="80235"/>
                    <a:pt x="277826" y="87536"/>
                  </a:cubicBezTo>
                  <a:cubicBezTo>
                    <a:pt x="335825" y="93965"/>
                    <a:pt x="376343" y="134751"/>
                    <a:pt x="381232" y="194692"/>
                  </a:cubicBezTo>
                  <a:cubicBezTo>
                    <a:pt x="384400" y="233804"/>
                    <a:pt x="372928" y="265328"/>
                    <a:pt x="346808" y="289257"/>
                  </a:cubicBezTo>
                  <a:close/>
                  <a:moveTo>
                    <a:pt x="274953" y="278207"/>
                  </a:moveTo>
                  <a:cubicBezTo>
                    <a:pt x="303678" y="275950"/>
                    <a:pt x="324680" y="245116"/>
                    <a:pt x="321868" y="209352"/>
                  </a:cubicBezTo>
                  <a:cubicBezTo>
                    <a:pt x="319055" y="173582"/>
                    <a:pt x="293485" y="146418"/>
                    <a:pt x="264760" y="148682"/>
                  </a:cubicBezTo>
                  <a:cubicBezTo>
                    <a:pt x="236035" y="150938"/>
                    <a:pt x="215033" y="181773"/>
                    <a:pt x="217846" y="217536"/>
                  </a:cubicBezTo>
                  <a:cubicBezTo>
                    <a:pt x="220659" y="253306"/>
                    <a:pt x="246229" y="280470"/>
                    <a:pt x="274953" y="278207"/>
                  </a:cubicBezTo>
                  <a:close/>
                  <a:moveTo>
                    <a:pt x="298990" y="335469"/>
                  </a:moveTo>
                  <a:lnTo>
                    <a:pt x="252176" y="334732"/>
                  </a:lnTo>
                  <a:cubicBezTo>
                    <a:pt x="251218" y="334691"/>
                    <a:pt x="250408" y="335442"/>
                    <a:pt x="250367" y="336406"/>
                  </a:cubicBezTo>
                  <a:cubicBezTo>
                    <a:pt x="250367" y="336406"/>
                    <a:pt x="250367" y="336406"/>
                    <a:pt x="250367" y="336406"/>
                  </a:cubicBezTo>
                  <a:lnTo>
                    <a:pt x="250367" y="337478"/>
                  </a:lnTo>
                  <a:cubicBezTo>
                    <a:pt x="250046" y="357288"/>
                    <a:pt x="260748" y="373536"/>
                    <a:pt x="274277" y="373777"/>
                  </a:cubicBezTo>
                  <a:lnTo>
                    <a:pt x="275616" y="373777"/>
                  </a:lnTo>
                  <a:cubicBezTo>
                    <a:pt x="289151" y="374024"/>
                    <a:pt x="300396" y="358152"/>
                    <a:pt x="300731" y="338328"/>
                  </a:cubicBezTo>
                  <a:cubicBezTo>
                    <a:pt x="300731" y="338315"/>
                    <a:pt x="300731" y="338295"/>
                    <a:pt x="300731" y="338281"/>
                  </a:cubicBezTo>
                  <a:lnTo>
                    <a:pt x="300731" y="337210"/>
                  </a:lnTo>
                  <a:cubicBezTo>
                    <a:pt x="300731" y="336245"/>
                    <a:pt x="299954" y="335469"/>
                    <a:pt x="298990" y="335469"/>
                  </a:cubicBezTo>
                  <a:close/>
                  <a:moveTo>
                    <a:pt x="193842" y="457761"/>
                  </a:moveTo>
                  <a:cubicBezTo>
                    <a:pt x="197057" y="458430"/>
                    <a:pt x="199046" y="457158"/>
                    <a:pt x="199803" y="453943"/>
                  </a:cubicBezTo>
                  <a:cubicBezTo>
                    <a:pt x="207572" y="421126"/>
                    <a:pt x="204625" y="388129"/>
                    <a:pt x="190963" y="354957"/>
                  </a:cubicBezTo>
                  <a:cubicBezTo>
                    <a:pt x="190072" y="352768"/>
                    <a:pt x="188465" y="351923"/>
                    <a:pt x="186141" y="352412"/>
                  </a:cubicBezTo>
                  <a:cubicBezTo>
                    <a:pt x="156941" y="358527"/>
                    <a:pt x="133681" y="372391"/>
                    <a:pt x="116355" y="394003"/>
                  </a:cubicBezTo>
                  <a:cubicBezTo>
                    <a:pt x="114768" y="395965"/>
                    <a:pt x="114480" y="398691"/>
                    <a:pt x="115618" y="400968"/>
                  </a:cubicBezTo>
                  <a:cubicBezTo>
                    <a:pt x="130172" y="430791"/>
                    <a:pt x="156251" y="449724"/>
                    <a:pt x="193842" y="457761"/>
                  </a:cubicBezTo>
                  <a:close/>
                  <a:moveTo>
                    <a:pt x="351697" y="454814"/>
                  </a:moveTo>
                  <a:cubicBezTo>
                    <a:pt x="352635" y="459321"/>
                    <a:pt x="355160" y="460593"/>
                    <a:pt x="359265" y="458631"/>
                  </a:cubicBezTo>
                  <a:cubicBezTo>
                    <a:pt x="383060" y="447514"/>
                    <a:pt x="402730" y="432867"/>
                    <a:pt x="418268" y="414697"/>
                  </a:cubicBezTo>
                  <a:cubicBezTo>
                    <a:pt x="422728" y="409507"/>
                    <a:pt x="422949" y="401892"/>
                    <a:pt x="418804" y="396413"/>
                  </a:cubicBezTo>
                  <a:cubicBezTo>
                    <a:pt x="406528" y="380119"/>
                    <a:pt x="390293" y="368801"/>
                    <a:pt x="370115" y="362458"/>
                  </a:cubicBezTo>
                  <a:cubicBezTo>
                    <a:pt x="364764" y="360791"/>
                    <a:pt x="358937" y="362793"/>
                    <a:pt x="355716" y="367414"/>
                  </a:cubicBezTo>
                  <a:cubicBezTo>
                    <a:pt x="338035" y="392663"/>
                    <a:pt x="345201" y="423470"/>
                    <a:pt x="351697" y="454814"/>
                  </a:cubicBezTo>
                  <a:close/>
                  <a:moveTo>
                    <a:pt x="268182" y="476446"/>
                  </a:moveTo>
                  <a:lnTo>
                    <a:pt x="291154" y="473298"/>
                  </a:lnTo>
                  <a:cubicBezTo>
                    <a:pt x="296197" y="472575"/>
                    <a:pt x="299706" y="467900"/>
                    <a:pt x="298990" y="462850"/>
                  </a:cubicBezTo>
                  <a:lnTo>
                    <a:pt x="298253" y="457292"/>
                  </a:lnTo>
                  <a:cubicBezTo>
                    <a:pt x="294636" y="431206"/>
                    <a:pt x="282735" y="411295"/>
                    <a:pt x="271671" y="412822"/>
                  </a:cubicBezTo>
                  <a:cubicBezTo>
                    <a:pt x="271671" y="412822"/>
                    <a:pt x="271665" y="412822"/>
                    <a:pt x="271665" y="412822"/>
                  </a:cubicBezTo>
                  <a:lnTo>
                    <a:pt x="270459" y="413023"/>
                  </a:lnTo>
                  <a:cubicBezTo>
                    <a:pt x="259416" y="414590"/>
                    <a:pt x="253395" y="436939"/>
                    <a:pt x="256998" y="462984"/>
                  </a:cubicBezTo>
                  <a:lnTo>
                    <a:pt x="257734" y="468610"/>
                  </a:lnTo>
                  <a:cubicBezTo>
                    <a:pt x="258458" y="473660"/>
                    <a:pt x="263132" y="477162"/>
                    <a:pt x="268182" y="476446"/>
                  </a:cubicBezTo>
                  <a:close/>
                </a:path>
              </a:pathLst>
            </a:custGeom>
            <a:grpFill/>
            <a:ln w="6697"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718303E-70A5-B933-49EC-D78A20ABF053}"/>
                </a:ext>
              </a:extLst>
            </p:cNvPr>
            <p:cNvSpPr/>
            <p:nvPr/>
          </p:nvSpPr>
          <p:spPr>
            <a:xfrm>
              <a:off x="4377762" y="6321057"/>
              <a:ext cx="211050" cy="35255"/>
            </a:xfrm>
            <a:custGeom>
              <a:avLst/>
              <a:gdLst>
                <a:gd name="connsiteX0" fmla="*/ 89128 w 211050"/>
                <a:gd name="connsiteY0" fmla="*/ 3037 h 35255"/>
                <a:gd name="connsiteX1" fmla="*/ 188046 w 211050"/>
                <a:gd name="connsiteY1" fmla="*/ 759 h 35255"/>
                <a:gd name="connsiteX2" fmla="*/ 206598 w 211050"/>
                <a:gd name="connsiteY2" fmla="*/ 4979 h 35255"/>
                <a:gd name="connsiteX3" fmla="*/ 210348 w 211050"/>
                <a:gd name="connsiteY3" fmla="*/ 9734 h 35255"/>
                <a:gd name="connsiteX4" fmla="*/ 200034 w 211050"/>
                <a:gd name="connsiteY4" fmla="*/ 29959 h 35255"/>
                <a:gd name="connsiteX5" fmla="*/ 142773 w 211050"/>
                <a:gd name="connsiteY5" fmla="*/ 35251 h 35255"/>
                <a:gd name="connsiteX6" fmla="*/ 20548 w 211050"/>
                <a:gd name="connsiteY6" fmla="*/ 34380 h 35255"/>
                <a:gd name="connsiteX7" fmla="*/ 1260 w 211050"/>
                <a:gd name="connsiteY7" fmla="*/ 18976 h 35255"/>
                <a:gd name="connsiteX8" fmla="*/ 657 w 211050"/>
                <a:gd name="connsiteY8" fmla="*/ 16364 h 35255"/>
                <a:gd name="connsiteX9" fmla="*/ 12712 w 211050"/>
                <a:gd name="connsiteY9" fmla="*/ 2032 h 35255"/>
                <a:gd name="connsiteX10" fmla="*/ 89128 w 211050"/>
                <a:gd name="connsiteY10" fmla="*/ 3037 h 3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050" h="35255">
                  <a:moveTo>
                    <a:pt x="89128" y="3037"/>
                  </a:moveTo>
                  <a:cubicBezTo>
                    <a:pt x="121944" y="3"/>
                    <a:pt x="154915" y="-761"/>
                    <a:pt x="188046" y="759"/>
                  </a:cubicBezTo>
                  <a:cubicBezTo>
                    <a:pt x="194878" y="1074"/>
                    <a:pt x="201059" y="2481"/>
                    <a:pt x="206598" y="4979"/>
                  </a:cubicBezTo>
                  <a:cubicBezTo>
                    <a:pt x="208654" y="5963"/>
                    <a:pt x="209899" y="7544"/>
                    <a:pt x="210348" y="9734"/>
                  </a:cubicBezTo>
                  <a:cubicBezTo>
                    <a:pt x="212672" y="20804"/>
                    <a:pt x="209230" y="27549"/>
                    <a:pt x="200034" y="29959"/>
                  </a:cubicBezTo>
                  <a:cubicBezTo>
                    <a:pt x="186774" y="33395"/>
                    <a:pt x="167687" y="35163"/>
                    <a:pt x="142773" y="35251"/>
                  </a:cubicBezTo>
                  <a:cubicBezTo>
                    <a:pt x="121964" y="35297"/>
                    <a:pt x="81225" y="35002"/>
                    <a:pt x="20548" y="34380"/>
                  </a:cubicBezTo>
                  <a:cubicBezTo>
                    <a:pt x="10100" y="34293"/>
                    <a:pt x="3671" y="29156"/>
                    <a:pt x="1260" y="18976"/>
                  </a:cubicBezTo>
                  <a:lnTo>
                    <a:pt x="657" y="16364"/>
                  </a:lnTo>
                  <a:cubicBezTo>
                    <a:pt x="-1707" y="6231"/>
                    <a:pt x="2311" y="1449"/>
                    <a:pt x="12712" y="2032"/>
                  </a:cubicBezTo>
                  <a:cubicBezTo>
                    <a:pt x="49815" y="4041"/>
                    <a:pt x="75285" y="4376"/>
                    <a:pt x="89128" y="3037"/>
                  </a:cubicBezTo>
                  <a:close/>
                </a:path>
              </a:pathLst>
            </a:custGeom>
            <a:grpFill/>
            <a:ln w="6697"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61BF4FE-FB19-7437-C09E-8392AA4E59F9}"/>
                </a:ext>
              </a:extLst>
            </p:cNvPr>
            <p:cNvSpPr/>
            <p:nvPr/>
          </p:nvSpPr>
          <p:spPr>
            <a:xfrm>
              <a:off x="4649834" y="6323206"/>
              <a:ext cx="396282" cy="39576"/>
            </a:xfrm>
            <a:custGeom>
              <a:avLst/>
              <a:gdLst>
                <a:gd name="connsiteX0" fmla="*/ 124125 w 396282"/>
                <a:gd name="connsiteY0" fmla="*/ 16894 h 39576"/>
                <a:gd name="connsiteX1" fmla="*/ 161897 w 396282"/>
                <a:gd name="connsiteY1" fmla="*/ 7585 h 39576"/>
                <a:gd name="connsiteX2" fmla="*/ 376746 w 396282"/>
                <a:gd name="connsiteY2" fmla="*/ 4303 h 39576"/>
                <a:gd name="connsiteX3" fmla="*/ 396034 w 396282"/>
                <a:gd name="connsiteY3" fmla="*/ 22520 h 39576"/>
                <a:gd name="connsiteX4" fmla="*/ 396168 w 396282"/>
                <a:gd name="connsiteY4" fmla="*/ 23122 h 39576"/>
                <a:gd name="connsiteX5" fmla="*/ 384012 w 396282"/>
                <a:gd name="connsiteY5" fmla="*/ 36724 h 39576"/>
                <a:gd name="connsiteX6" fmla="*/ 382639 w 396282"/>
                <a:gd name="connsiteY6" fmla="*/ 36852 h 39576"/>
                <a:gd name="connsiteX7" fmla="*/ 200541 w 396282"/>
                <a:gd name="connsiteY7" fmla="*/ 39530 h 39576"/>
                <a:gd name="connsiteX8" fmla="*/ 142141 w 396282"/>
                <a:gd name="connsiteY8" fmla="*/ 34106 h 39576"/>
                <a:gd name="connsiteX9" fmla="*/ 102761 w 396282"/>
                <a:gd name="connsiteY9" fmla="*/ 30891 h 39576"/>
                <a:gd name="connsiteX10" fmla="*/ 1029 w 396282"/>
                <a:gd name="connsiteY10" fmla="*/ 22988 h 39576"/>
                <a:gd name="connsiteX11" fmla="*/ 466 w 396282"/>
                <a:gd name="connsiteY11" fmla="*/ 19533 h 39576"/>
                <a:gd name="connsiteX12" fmla="*/ 1900 w 396282"/>
                <a:gd name="connsiteY12" fmla="*/ 18568 h 39576"/>
                <a:gd name="connsiteX13" fmla="*/ 101823 w 396282"/>
                <a:gd name="connsiteY13" fmla="*/ 15019 h 39576"/>
                <a:gd name="connsiteX14" fmla="*/ 117963 w 396282"/>
                <a:gd name="connsiteY14" fmla="*/ 17631 h 39576"/>
                <a:gd name="connsiteX15" fmla="*/ 124125 w 396282"/>
                <a:gd name="connsiteY15" fmla="*/ 16894 h 39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6282" h="39576">
                  <a:moveTo>
                    <a:pt x="124125" y="16894"/>
                  </a:moveTo>
                  <a:cubicBezTo>
                    <a:pt x="132697" y="11757"/>
                    <a:pt x="145288" y="8656"/>
                    <a:pt x="161897" y="7585"/>
                  </a:cubicBezTo>
                  <a:cubicBezTo>
                    <a:pt x="242198" y="2495"/>
                    <a:pt x="307630" y="-4738"/>
                    <a:pt x="376746" y="4303"/>
                  </a:cubicBezTo>
                  <a:cubicBezTo>
                    <a:pt x="384829" y="5341"/>
                    <a:pt x="392304" y="12400"/>
                    <a:pt x="396034" y="22520"/>
                  </a:cubicBezTo>
                  <a:cubicBezTo>
                    <a:pt x="396034" y="22607"/>
                    <a:pt x="396081" y="22807"/>
                    <a:pt x="396168" y="23122"/>
                  </a:cubicBezTo>
                  <a:cubicBezTo>
                    <a:pt x="397152" y="29599"/>
                    <a:pt x="391707" y="35686"/>
                    <a:pt x="384012" y="36724"/>
                  </a:cubicBezTo>
                  <a:cubicBezTo>
                    <a:pt x="383557" y="36785"/>
                    <a:pt x="383102" y="36825"/>
                    <a:pt x="382639" y="36852"/>
                  </a:cubicBezTo>
                  <a:cubicBezTo>
                    <a:pt x="344244" y="38907"/>
                    <a:pt x="283540" y="39799"/>
                    <a:pt x="200541" y="39530"/>
                  </a:cubicBezTo>
                  <a:cubicBezTo>
                    <a:pt x="179779" y="39484"/>
                    <a:pt x="160310" y="37675"/>
                    <a:pt x="142141" y="34106"/>
                  </a:cubicBezTo>
                  <a:cubicBezTo>
                    <a:pt x="127540" y="31206"/>
                    <a:pt x="114414" y="30134"/>
                    <a:pt x="102761" y="30891"/>
                  </a:cubicBezTo>
                  <a:cubicBezTo>
                    <a:pt x="60568" y="33704"/>
                    <a:pt x="28019" y="42678"/>
                    <a:pt x="1029" y="22988"/>
                  </a:cubicBezTo>
                  <a:cubicBezTo>
                    <a:pt x="-83" y="22191"/>
                    <a:pt x="-330" y="20638"/>
                    <a:pt x="466" y="19533"/>
                  </a:cubicBezTo>
                  <a:cubicBezTo>
                    <a:pt x="815" y="19050"/>
                    <a:pt x="1324" y="18709"/>
                    <a:pt x="1900" y="18568"/>
                  </a:cubicBezTo>
                  <a:cubicBezTo>
                    <a:pt x="31167" y="11067"/>
                    <a:pt x="67131" y="14148"/>
                    <a:pt x="101823" y="15019"/>
                  </a:cubicBezTo>
                  <a:cubicBezTo>
                    <a:pt x="107315" y="15152"/>
                    <a:pt x="112693" y="16023"/>
                    <a:pt x="117963" y="17631"/>
                  </a:cubicBezTo>
                  <a:cubicBezTo>
                    <a:pt x="120107" y="18300"/>
                    <a:pt x="122163" y="18052"/>
                    <a:pt x="124125" y="16894"/>
                  </a:cubicBezTo>
                  <a:close/>
                </a:path>
              </a:pathLst>
            </a:custGeom>
            <a:grpFill/>
            <a:ln w="6697"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62592704-93AE-FA5B-AE91-8D39D7CAD85E}"/>
                </a:ext>
              </a:extLst>
            </p:cNvPr>
            <p:cNvSpPr/>
            <p:nvPr/>
          </p:nvSpPr>
          <p:spPr>
            <a:xfrm>
              <a:off x="4378245" y="6412311"/>
              <a:ext cx="659788" cy="49757"/>
            </a:xfrm>
            <a:custGeom>
              <a:avLst/>
              <a:gdLst>
                <a:gd name="connsiteX0" fmla="*/ 653961 w 659788"/>
                <a:gd name="connsiteY0" fmla="*/ 49746 h 49757"/>
                <a:gd name="connsiteX1" fmla="*/ 408439 w 659788"/>
                <a:gd name="connsiteY1" fmla="*/ 43919 h 49757"/>
                <a:gd name="connsiteX2" fmla="*/ 274494 w 659788"/>
                <a:gd name="connsiteY2" fmla="*/ 45259 h 49757"/>
                <a:gd name="connsiteX3" fmla="*/ 25891 w 659788"/>
                <a:gd name="connsiteY3" fmla="*/ 43049 h 49757"/>
                <a:gd name="connsiteX4" fmla="*/ 843 w 659788"/>
                <a:gd name="connsiteY4" fmla="*/ 22890 h 49757"/>
                <a:gd name="connsiteX5" fmla="*/ 776 w 659788"/>
                <a:gd name="connsiteY5" fmla="*/ 22086 h 49757"/>
                <a:gd name="connsiteX6" fmla="*/ 16448 w 659788"/>
                <a:gd name="connsiteY6" fmla="*/ 1458 h 49757"/>
                <a:gd name="connsiteX7" fmla="*/ 219241 w 659788"/>
                <a:gd name="connsiteY7" fmla="*/ 1258 h 49757"/>
                <a:gd name="connsiteX8" fmla="*/ 569173 w 659788"/>
                <a:gd name="connsiteY8" fmla="*/ 6682 h 49757"/>
                <a:gd name="connsiteX9" fmla="*/ 653626 w 659788"/>
                <a:gd name="connsiteY9" fmla="*/ 13982 h 49757"/>
                <a:gd name="connsiteX10" fmla="*/ 659720 w 659788"/>
                <a:gd name="connsiteY10" fmla="*/ 21015 h 49757"/>
                <a:gd name="connsiteX11" fmla="*/ 659787 w 659788"/>
                <a:gd name="connsiteY11" fmla="*/ 44187 h 49757"/>
                <a:gd name="connsiteX12" fmla="*/ 653961 w 659788"/>
                <a:gd name="connsiteY12" fmla="*/ 49746 h 49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9788" h="49757">
                  <a:moveTo>
                    <a:pt x="653961" y="49746"/>
                  </a:moveTo>
                  <a:cubicBezTo>
                    <a:pt x="583706" y="46263"/>
                    <a:pt x="519882" y="45861"/>
                    <a:pt x="408439" y="43919"/>
                  </a:cubicBezTo>
                  <a:cubicBezTo>
                    <a:pt x="361605" y="43116"/>
                    <a:pt x="316954" y="43564"/>
                    <a:pt x="274494" y="45259"/>
                  </a:cubicBezTo>
                  <a:cubicBezTo>
                    <a:pt x="196584" y="48386"/>
                    <a:pt x="113712" y="47650"/>
                    <a:pt x="25891" y="43049"/>
                  </a:cubicBezTo>
                  <a:cubicBezTo>
                    <a:pt x="9463" y="42198"/>
                    <a:pt x="1111" y="35481"/>
                    <a:pt x="843" y="22890"/>
                  </a:cubicBezTo>
                  <a:cubicBezTo>
                    <a:pt x="843" y="22441"/>
                    <a:pt x="823" y="22173"/>
                    <a:pt x="776" y="22086"/>
                  </a:cubicBezTo>
                  <a:cubicBezTo>
                    <a:pt x="-2124" y="8692"/>
                    <a:pt x="3100" y="1814"/>
                    <a:pt x="16448" y="1458"/>
                  </a:cubicBezTo>
                  <a:cubicBezTo>
                    <a:pt x="87526" y="-417"/>
                    <a:pt x="155128" y="-484"/>
                    <a:pt x="219241" y="1258"/>
                  </a:cubicBezTo>
                  <a:cubicBezTo>
                    <a:pt x="343409" y="4606"/>
                    <a:pt x="472465" y="4941"/>
                    <a:pt x="569173" y="6682"/>
                  </a:cubicBezTo>
                  <a:cubicBezTo>
                    <a:pt x="597791" y="7218"/>
                    <a:pt x="625946" y="9649"/>
                    <a:pt x="653626" y="13982"/>
                  </a:cubicBezTo>
                  <a:cubicBezTo>
                    <a:pt x="657691" y="14605"/>
                    <a:pt x="659720" y="16949"/>
                    <a:pt x="659720" y="21015"/>
                  </a:cubicBezTo>
                  <a:lnTo>
                    <a:pt x="659787" y="44187"/>
                  </a:lnTo>
                  <a:cubicBezTo>
                    <a:pt x="659834" y="48071"/>
                    <a:pt x="657892" y="49926"/>
                    <a:pt x="653961" y="49746"/>
                  </a:cubicBezTo>
                  <a:close/>
                </a:path>
              </a:pathLst>
            </a:custGeom>
            <a:grpFill/>
            <a:ln w="6697"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23B425AB-24B6-0A7D-27D2-EE5F31306125}"/>
                </a:ext>
              </a:extLst>
            </p:cNvPr>
            <p:cNvSpPr/>
            <p:nvPr/>
          </p:nvSpPr>
          <p:spPr>
            <a:xfrm>
              <a:off x="4377749" y="6501301"/>
              <a:ext cx="655881" cy="47600"/>
            </a:xfrm>
            <a:custGeom>
              <a:avLst/>
              <a:gdLst>
                <a:gd name="connsiteX0" fmla="*/ 655328 w 655881"/>
                <a:gd name="connsiteY0" fmla="*/ 11656 h 47600"/>
                <a:gd name="connsiteX1" fmla="*/ 655394 w 655881"/>
                <a:gd name="connsiteY1" fmla="*/ 26657 h 47600"/>
                <a:gd name="connsiteX2" fmla="*/ 644880 w 655881"/>
                <a:gd name="connsiteY2" fmla="*/ 32350 h 47600"/>
                <a:gd name="connsiteX3" fmla="*/ 564379 w 655881"/>
                <a:gd name="connsiteY3" fmla="*/ 32752 h 47600"/>
                <a:gd name="connsiteX4" fmla="*/ 345981 w 655881"/>
                <a:gd name="connsiteY4" fmla="*/ 33489 h 47600"/>
                <a:gd name="connsiteX5" fmla="*/ 139638 w 655881"/>
                <a:gd name="connsiteY5" fmla="*/ 43669 h 47600"/>
                <a:gd name="connsiteX6" fmla="*/ 35897 w 655881"/>
                <a:gd name="connsiteY6" fmla="*/ 46749 h 47600"/>
                <a:gd name="connsiteX7" fmla="*/ 2880 w 655881"/>
                <a:gd name="connsiteY7" fmla="*/ 34694 h 47600"/>
                <a:gd name="connsiteX8" fmla="*/ 0 w 655881"/>
                <a:gd name="connsiteY8" fmla="*/ 29202 h 47600"/>
                <a:gd name="connsiteX9" fmla="*/ 0 w 655881"/>
                <a:gd name="connsiteY9" fmla="*/ 11053 h 47600"/>
                <a:gd name="connsiteX10" fmla="*/ 4990 w 655881"/>
                <a:gd name="connsiteY10" fmla="*/ 5997 h 47600"/>
                <a:gd name="connsiteX11" fmla="*/ 5626 w 655881"/>
                <a:gd name="connsiteY11" fmla="*/ 6030 h 47600"/>
                <a:gd name="connsiteX12" fmla="*/ 144259 w 655881"/>
                <a:gd name="connsiteY12" fmla="*/ 12326 h 47600"/>
                <a:gd name="connsiteX13" fmla="*/ 281821 w 655881"/>
                <a:gd name="connsiteY13" fmla="*/ 1074 h 47600"/>
                <a:gd name="connsiteX14" fmla="*/ 353683 w 655881"/>
                <a:gd name="connsiteY14" fmla="*/ 204 h 47600"/>
                <a:gd name="connsiteX15" fmla="*/ 608179 w 655881"/>
                <a:gd name="connsiteY15" fmla="*/ 5427 h 47600"/>
                <a:gd name="connsiteX16" fmla="*/ 655328 w 655881"/>
                <a:gd name="connsiteY16" fmla="*/ 11656 h 4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5881" h="47600">
                  <a:moveTo>
                    <a:pt x="655328" y="11656"/>
                  </a:moveTo>
                  <a:cubicBezTo>
                    <a:pt x="656044" y="18172"/>
                    <a:pt x="656064" y="23175"/>
                    <a:pt x="655394" y="26657"/>
                  </a:cubicBezTo>
                  <a:cubicBezTo>
                    <a:pt x="654591" y="30629"/>
                    <a:pt x="651088" y="32531"/>
                    <a:pt x="644880" y="32350"/>
                  </a:cubicBezTo>
                  <a:cubicBezTo>
                    <a:pt x="617957" y="31593"/>
                    <a:pt x="591121" y="31727"/>
                    <a:pt x="564379" y="32752"/>
                  </a:cubicBezTo>
                  <a:cubicBezTo>
                    <a:pt x="491378" y="34092"/>
                    <a:pt x="432577" y="34962"/>
                    <a:pt x="345981" y="33489"/>
                  </a:cubicBezTo>
                  <a:cubicBezTo>
                    <a:pt x="280930" y="32417"/>
                    <a:pt x="212149" y="35813"/>
                    <a:pt x="139638" y="43669"/>
                  </a:cubicBezTo>
                  <a:cubicBezTo>
                    <a:pt x="104457" y="47506"/>
                    <a:pt x="69873" y="48538"/>
                    <a:pt x="35897" y="46749"/>
                  </a:cubicBezTo>
                  <a:cubicBezTo>
                    <a:pt x="24914" y="46167"/>
                    <a:pt x="13910" y="42149"/>
                    <a:pt x="2880" y="34694"/>
                  </a:cubicBezTo>
                  <a:cubicBezTo>
                    <a:pt x="958" y="33355"/>
                    <a:pt x="0" y="31527"/>
                    <a:pt x="0" y="29202"/>
                  </a:cubicBezTo>
                  <a:lnTo>
                    <a:pt x="0" y="11053"/>
                  </a:lnTo>
                  <a:cubicBezTo>
                    <a:pt x="-20" y="8280"/>
                    <a:pt x="2210" y="6017"/>
                    <a:pt x="4990" y="5997"/>
                  </a:cubicBezTo>
                  <a:cubicBezTo>
                    <a:pt x="5197" y="5990"/>
                    <a:pt x="5411" y="6003"/>
                    <a:pt x="5626" y="6030"/>
                  </a:cubicBezTo>
                  <a:cubicBezTo>
                    <a:pt x="61836" y="12814"/>
                    <a:pt x="108047" y="14917"/>
                    <a:pt x="144259" y="12326"/>
                  </a:cubicBezTo>
                  <a:cubicBezTo>
                    <a:pt x="175515" y="10095"/>
                    <a:pt x="221365" y="6345"/>
                    <a:pt x="281821" y="1074"/>
                  </a:cubicBezTo>
                  <a:cubicBezTo>
                    <a:pt x="293876" y="49"/>
                    <a:pt x="317832" y="-245"/>
                    <a:pt x="353683" y="204"/>
                  </a:cubicBezTo>
                  <a:cubicBezTo>
                    <a:pt x="437754" y="1322"/>
                    <a:pt x="522588" y="3063"/>
                    <a:pt x="608179" y="5427"/>
                  </a:cubicBezTo>
                  <a:cubicBezTo>
                    <a:pt x="629965" y="6010"/>
                    <a:pt x="645684" y="8086"/>
                    <a:pt x="655328" y="11656"/>
                  </a:cubicBezTo>
                  <a:close/>
                </a:path>
              </a:pathLst>
            </a:custGeom>
            <a:grpFill/>
            <a:ln w="6697" cap="flat">
              <a:noFill/>
              <a:prstDash val="solid"/>
              <a:miter/>
            </a:ln>
          </p:spPr>
          <p:txBody>
            <a:bodyPr rtlCol="0" anchor="ctr"/>
            <a:lstStyle/>
            <a:p>
              <a:endParaRPr lang="en-US" dirty="0"/>
            </a:p>
          </p:txBody>
        </p:sp>
      </p:grpSp>
      <p:grpSp>
        <p:nvGrpSpPr>
          <p:cNvPr id="85" name="Location2" descr="{&quot;Key&quot;:&quot;POWER_USER_SHAPE_ICON&quot;,&quot;Value&quot;:&quot;POWER_USER_SHAPE_ICON_STYLE_1&quot;}">
            <a:extLst>
              <a:ext uri="{FF2B5EF4-FFF2-40B4-BE49-F238E27FC236}">
                <a16:creationId xmlns:a16="http://schemas.microsoft.com/office/drawing/2014/main" id="{3D1674A7-633D-0694-0158-496A21EC4EF8}"/>
              </a:ext>
            </a:extLst>
          </p:cNvPr>
          <p:cNvGrpSpPr>
            <a:grpSpLocks noChangeAspect="1"/>
          </p:cNvGrpSpPr>
          <p:nvPr/>
        </p:nvGrpSpPr>
        <p:grpSpPr>
          <a:xfrm>
            <a:off x="2634918" y="2533411"/>
            <a:ext cx="173318" cy="242796"/>
            <a:chOff x="7738870" y="5614987"/>
            <a:chExt cx="1378752" cy="1931443"/>
          </a:xfrm>
          <a:solidFill>
            <a:srgbClr val="A6A6A6"/>
          </a:solidFill>
        </p:grpSpPr>
        <p:sp>
          <p:nvSpPr>
            <p:cNvPr id="86" name="Free-form: Shape 85">
              <a:extLst>
                <a:ext uri="{FF2B5EF4-FFF2-40B4-BE49-F238E27FC236}">
                  <a16:creationId xmlns:a16="http://schemas.microsoft.com/office/drawing/2014/main" id="{4052AC56-7B1D-D5A5-76E9-F69B15A27ABC}"/>
                </a:ext>
              </a:extLst>
            </p:cNvPr>
            <p:cNvSpPr/>
            <p:nvPr/>
          </p:nvSpPr>
          <p:spPr>
            <a:xfrm>
              <a:off x="7738870" y="5614987"/>
              <a:ext cx="1378752" cy="1931443"/>
            </a:xfrm>
            <a:custGeom>
              <a:avLst/>
              <a:gdLst>
                <a:gd name="connsiteX0" fmla="*/ 713994 w 1378752"/>
                <a:gd name="connsiteY0" fmla="*/ 0 h 1931443"/>
                <a:gd name="connsiteX1" fmla="*/ 1176909 w 1378752"/>
                <a:gd name="connsiteY1" fmla="*/ 201930 h 1931443"/>
                <a:gd name="connsiteX2" fmla="*/ 1368266 w 1378752"/>
                <a:gd name="connsiteY2" fmla="*/ 801529 h 1931443"/>
                <a:gd name="connsiteX3" fmla="*/ 1231964 w 1378752"/>
                <a:gd name="connsiteY3" fmla="*/ 1179862 h 1931443"/>
                <a:gd name="connsiteX4" fmla="*/ 726091 w 1378752"/>
                <a:gd name="connsiteY4" fmla="*/ 1907858 h 1931443"/>
                <a:gd name="connsiteX5" fmla="*/ 666179 w 1378752"/>
                <a:gd name="connsiteY5" fmla="*/ 1920145 h 1931443"/>
                <a:gd name="connsiteX6" fmla="*/ 271272 w 1378752"/>
                <a:gd name="connsiteY6" fmla="*/ 1395793 h 1931443"/>
                <a:gd name="connsiteX7" fmla="*/ 0 w 1378752"/>
                <a:gd name="connsiteY7" fmla="*/ 720090 h 1931443"/>
                <a:gd name="connsiteX8" fmla="*/ 0 w 1378752"/>
                <a:gd name="connsiteY8" fmla="*/ 667322 h 1931443"/>
                <a:gd name="connsiteX9" fmla="*/ 665988 w 1378752"/>
                <a:gd name="connsiteY9" fmla="*/ 0 h 1931443"/>
                <a:gd name="connsiteX10" fmla="*/ 713994 w 1378752"/>
                <a:gd name="connsiteY10" fmla="*/ 0 h 1931443"/>
                <a:gd name="connsiteX11" fmla="*/ 690182 w 1378752"/>
                <a:gd name="connsiteY11" fmla="*/ 1844897 h 1931443"/>
                <a:gd name="connsiteX12" fmla="*/ 693134 w 1378752"/>
                <a:gd name="connsiteY12" fmla="*/ 1842992 h 1931443"/>
                <a:gd name="connsiteX13" fmla="*/ 1107377 w 1378752"/>
                <a:gd name="connsiteY13" fmla="*/ 1269397 h 1931443"/>
                <a:gd name="connsiteX14" fmla="*/ 1287209 w 1378752"/>
                <a:gd name="connsiteY14" fmla="*/ 861346 h 1931443"/>
                <a:gd name="connsiteX15" fmla="*/ 1226249 w 1378752"/>
                <a:gd name="connsiteY15" fmla="*/ 373951 h 1931443"/>
                <a:gd name="connsiteX16" fmla="*/ 689229 w 1378752"/>
                <a:gd name="connsiteY16" fmla="*/ 66866 h 1931443"/>
                <a:gd name="connsiteX17" fmla="*/ 152495 w 1378752"/>
                <a:gd name="connsiteY17" fmla="*/ 374523 h 1931443"/>
                <a:gd name="connsiteX18" fmla="*/ 92107 w 1378752"/>
                <a:gd name="connsiteY18" fmla="*/ 862013 h 1931443"/>
                <a:gd name="connsiteX19" fmla="*/ 272415 w 1378752"/>
                <a:gd name="connsiteY19" fmla="*/ 1269873 h 1931443"/>
                <a:gd name="connsiteX20" fmla="*/ 687324 w 1378752"/>
                <a:gd name="connsiteY20" fmla="*/ 1842992 h 1931443"/>
                <a:gd name="connsiteX21" fmla="*/ 690182 w 1378752"/>
                <a:gd name="connsiteY21" fmla="*/ 1844897 h 193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78752" h="1931443">
                  <a:moveTo>
                    <a:pt x="713994" y="0"/>
                  </a:moveTo>
                  <a:cubicBezTo>
                    <a:pt x="897700" y="9906"/>
                    <a:pt x="1052005" y="77216"/>
                    <a:pt x="1176909" y="201930"/>
                  </a:cubicBezTo>
                  <a:cubicBezTo>
                    <a:pt x="1329309" y="353949"/>
                    <a:pt x="1408748" y="582549"/>
                    <a:pt x="1368266" y="801529"/>
                  </a:cubicBezTo>
                  <a:cubicBezTo>
                    <a:pt x="1343692" y="933831"/>
                    <a:pt x="1293781" y="1060418"/>
                    <a:pt x="1231964" y="1179862"/>
                  </a:cubicBezTo>
                  <a:cubicBezTo>
                    <a:pt x="1097471" y="1439894"/>
                    <a:pt x="918972" y="1683925"/>
                    <a:pt x="726091" y="1907858"/>
                  </a:cubicBezTo>
                  <a:cubicBezTo>
                    <a:pt x="709422" y="1927193"/>
                    <a:pt x="686276" y="1943005"/>
                    <a:pt x="666179" y="1920145"/>
                  </a:cubicBezTo>
                  <a:cubicBezTo>
                    <a:pt x="522161" y="1757077"/>
                    <a:pt x="390525" y="1582293"/>
                    <a:pt x="271272" y="1395793"/>
                  </a:cubicBezTo>
                  <a:cubicBezTo>
                    <a:pt x="141732" y="1193387"/>
                    <a:pt x="23146" y="962787"/>
                    <a:pt x="0" y="720090"/>
                  </a:cubicBezTo>
                  <a:lnTo>
                    <a:pt x="0" y="667322"/>
                  </a:lnTo>
                  <a:cubicBezTo>
                    <a:pt x="18383" y="298799"/>
                    <a:pt x="297656" y="19336"/>
                    <a:pt x="665988" y="0"/>
                  </a:cubicBezTo>
                  <a:lnTo>
                    <a:pt x="713994" y="0"/>
                  </a:lnTo>
                  <a:close/>
                  <a:moveTo>
                    <a:pt x="690182" y="1844897"/>
                  </a:moveTo>
                  <a:cubicBezTo>
                    <a:pt x="691007" y="1844897"/>
                    <a:pt x="691991" y="1844262"/>
                    <a:pt x="693134" y="1842992"/>
                  </a:cubicBezTo>
                  <a:cubicBezTo>
                    <a:pt x="848519" y="1663287"/>
                    <a:pt x="986600" y="1472089"/>
                    <a:pt x="1107377" y="1269397"/>
                  </a:cubicBezTo>
                  <a:cubicBezTo>
                    <a:pt x="1179862" y="1147858"/>
                    <a:pt x="1250252" y="1001268"/>
                    <a:pt x="1287209" y="861346"/>
                  </a:cubicBezTo>
                  <a:cubicBezTo>
                    <a:pt x="1333500" y="686149"/>
                    <a:pt x="1313180" y="523685"/>
                    <a:pt x="1226249" y="373951"/>
                  </a:cubicBezTo>
                  <a:cubicBezTo>
                    <a:pt x="1116711" y="185166"/>
                    <a:pt x="909257" y="66770"/>
                    <a:pt x="689229" y="66866"/>
                  </a:cubicBezTo>
                  <a:cubicBezTo>
                    <a:pt x="469201" y="67056"/>
                    <a:pt x="261842" y="185642"/>
                    <a:pt x="152495" y="374523"/>
                  </a:cubicBezTo>
                  <a:cubicBezTo>
                    <a:pt x="65754" y="524383"/>
                    <a:pt x="45625" y="686880"/>
                    <a:pt x="92107" y="862013"/>
                  </a:cubicBezTo>
                  <a:cubicBezTo>
                    <a:pt x="129254" y="1001935"/>
                    <a:pt x="199835" y="1148429"/>
                    <a:pt x="272415" y="1269873"/>
                  </a:cubicBezTo>
                  <a:cubicBezTo>
                    <a:pt x="393446" y="1472438"/>
                    <a:pt x="531749" y="1663478"/>
                    <a:pt x="687324" y="1842992"/>
                  </a:cubicBezTo>
                  <a:cubicBezTo>
                    <a:pt x="688404" y="1844262"/>
                    <a:pt x="689356" y="1844897"/>
                    <a:pt x="690182" y="1844897"/>
                  </a:cubicBezTo>
                  <a:close/>
                </a:path>
              </a:pathLst>
            </a:custGeom>
            <a:grpFill/>
            <a:ln w="952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F8401F14-568A-839D-35AE-851C18DC0D0C}"/>
                </a:ext>
              </a:extLst>
            </p:cNvPr>
            <p:cNvSpPr/>
            <p:nvPr/>
          </p:nvSpPr>
          <p:spPr>
            <a:xfrm>
              <a:off x="8164732" y="6043230"/>
              <a:ext cx="527113" cy="527113"/>
            </a:xfrm>
            <a:custGeom>
              <a:avLst/>
              <a:gdLst>
                <a:gd name="connsiteX0" fmla="*/ 527113 w 527113"/>
                <a:gd name="connsiteY0" fmla="*/ 263557 h 527113"/>
                <a:gd name="connsiteX1" fmla="*/ 263557 w 527113"/>
                <a:gd name="connsiteY1" fmla="*/ 527113 h 527113"/>
                <a:gd name="connsiteX2" fmla="*/ 0 w 527113"/>
                <a:gd name="connsiteY2" fmla="*/ 263557 h 527113"/>
                <a:gd name="connsiteX3" fmla="*/ 263557 w 527113"/>
                <a:gd name="connsiteY3" fmla="*/ 0 h 527113"/>
                <a:gd name="connsiteX4" fmla="*/ 527113 w 527113"/>
                <a:gd name="connsiteY4" fmla="*/ 263557 h 527113"/>
                <a:gd name="connsiteX5" fmla="*/ 460534 w 527113"/>
                <a:gd name="connsiteY5" fmla="*/ 263557 h 527113"/>
                <a:gd name="connsiteX6" fmla="*/ 263557 w 527113"/>
                <a:gd name="connsiteY6" fmla="*/ 66580 h 527113"/>
                <a:gd name="connsiteX7" fmla="*/ 66580 w 527113"/>
                <a:gd name="connsiteY7" fmla="*/ 263557 h 527113"/>
                <a:gd name="connsiteX8" fmla="*/ 263557 w 527113"/>
                <a:gd name="connsiteY8" fmla="*/ 460534 h 527113"/>
                <a:gd name="connsiteX9" fmla="*/ 460534 w 527113"/>
                <a:gd name="connsiteY9" fmla="*/ 263557 h 52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7113" h="527113">
                  <a:moveTo>
                    <a:pt x="527113" y="263557"/>
                  </a:moveTo>
                  <a:cubicBezTo>
                    <a:pt x="527113" y="409115"/>
                    <a:pt x="409115" y="527113"/>
                    <a:pt x="263557" y="527113"/>
                  </a:cubicBezTo>
                  <a:cubicBezTo>
                    <a:pt x="117998" y="527113"/>
                    <a:pt x="0" y="409115"/>
                    <a:pt x="0" y="263557"/>
                  </a:cubicBezTo>
                  <a:cubicBezTo>
                    <a:pt x="0" y="117998"/>
                    <a:pt x="117998" y="0"/>
                    <a:pt x="263557" y="0"/>
                  </a:cubicBezTo>
                  <a:cubicBezTo>
                    <a:pt x="409115" y="0"/>
                    <a:pt x="527113" y="117998"/>
                    <a:pt x="527113" y="263557"/>
                  </a:cubicBezTo>
                  <a:close/>
                  <a:moveTo>
                    <a:pt x="460534" y="263557"/>
                  </a:moveTo>
                  <a:cubicBezTo>
                    <a:pt x="460534" y="154769"/>
                    <a:pt x="372344" y="66580"/>
                    <a:pt x="263557" y="66580"/>
                  </a:cubicBezTo>
                  <a:cubicBezTo>
                    <a:pt x="154769" y="66580"/>
                    <a:pt x="66580" y="154769"/>
                    <a:pt x="66580" y="263557"/>
                  </a:cubicBezTo>
                  <a:cubicBezTo>
                    <a:pt x="66580" y="372344"/>
                    <a:pt x="154769" y="460534"/>
                    <a:pt x="263557" y="460534"/>
                  </a:cubicBezTo>
                  <a:cubicBezTo>
                    <a:pt x="372344" y="460534"/>
                    <a:pt x="460534" y="372344"/>
                    <a:pt x="460534" y="263557"/>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6131996"/>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5D9F26-2782-4502-AEBE-D533FFDA28A3}"/>
              </a:ext>
            </a:extLst>
          </p:cNvPr>
          <p:cNvSpPr>
            <a:spLocks noGrp="1"/>
          </p:cNvSpPr>
          <p:nvPr>
            <p:ph type="title"/>
          </p:nvPr>
        </p:nvSpPr>
        <p:spPr>
          <a:xfrm>
            <a:off x="214184" y="13663"/>
            <a:ext cx="9728886" cy="678316"/>
          </a:xfrm>
        </p:spPr>
        <p:txBody>
          <a:bodyPr>
            <a:normAutofit/>
          </a:bodyPr>
          <a:lstStyle/>
          <a:p>
            <a:r>
              <a:rPr lang="en-US" dirty="0"/>
              <a:t>CV John Doe</a:t>
            </a:r>
          </a:p>
        </p:txBody>
      </p:sp>
      <p:sp>
        <p:nvSpPr>
          <p:cNvPr id="6" name="Rectangle 5">
            <a:extLst>
              <a:ext uri="{FF2B5EF4-FFF2-40B4-BE49-F238E27FC236}">
                <a16:creationId xmlns:a16="http://schemas.microsoft.com/office/drawing/2014/main" id="{F6E9A02F-188B-472A-BBB2-33EE86BF9A48}"/>
              </a:ext>
            </a:extLst>
          </p:cNvPr>
          <p:cNvSpPr/>
          <p:nvPr/>
        </p:nvSpPr>
        <p:spPr>
          <a:xfrm>
            <a:off x="2632537" y="1553142"/>
            <a:ext cx="4484604" cy="12445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John is a Managing Director with 15 years of experience and leads our digital practice.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leads our digital transformation practice in New York. 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holds an MBA from Harvard Business School.</a:t>
            </a:r>
          </a:p>
        </p:txBody>
      </p:sp>
      <p:sp>
        <p:nvSpPr>
          <p:cNvPr id="8" name="Rectangle 7">
            <a:extLst>
              <a:ext uri="{FF2B5EF4-FFF2-40B4-BE49-F238E27FC236}">
                <a16:creationId xmlns:a16="http://schemas.microsoft.com/office/drawing/2014/main" id="{F0AAB741-8FFF-45BC-8AE7-DDA8A0361D98}"/>
              </a:ext>
            </a:extLst>
          </p:cNvPr>
          <p:cNvSpPr/>
          <p:nvPr/>
        </p:nvSpPr>
        <p:spPr>
          <a:xfrm>
            <a:off x="2632537" y="5405247"/>
            <a:ext cx="4484604" cy="791701"/>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indent="-285750">
              <a:buFont typeface="Arial" panose="020B0604020202020204" pitchFamily="34" charset="0"/>
              <a:buChar char="•"/>
            </a:pPr>
            <a:r>
              <a:rPr lang="en-US" sz="1200" kern="0" dirty="0">
                <a:solidFill>
                  <a:schemeClr val="tx1"/>
                </a:solidFill>
              </a:rPr>
              <a:t>MBA – Harvard Business School</a:t>
            </a:r>
          </a:p>
          <a:p>
            <a:pPr marL="285750" indent="-285750">
              <a:buFont typeface="Arial" panose="020B0604020202020204" pitchFamily="34" charset="0"/>
              <a:buChar char="•"/>
            </a:pPr>
            <a:r>
              <a:rPr lang="en-US" sz="1200" kern="0" dirty="0">
                <a:solidFill>
                  <a:schemeClr val="tx1"/>
                </a:solidFill>
              </a:rPr>
              <a:t>Master in Management – University of Boston</a:t>
            </a:r>
          </a:p>
          <a:p>
            <a:pPr marL="285750" indent="-285750">
              <a:buFont typeface="Arial" panose="020B0604020202020204" pitchFamily="34" charset="0"/>
              <a:buChar char="•"/>
            </a:pPr>
            <a:r>
              <a:rPr lang="en-US" sz="1200" kern="0" dirty="0">
                <a:solidFill>
                  <a:schemeClr val="tx1"/>
                </a:solidFill>
              </a:rPr>
              <a:t>Bachelor in economics – University of Boston</a:t>
            </a:r>
          </a:p>
        </p:txBody>
      </p:sp>
      <p:sp>
        <p:nvSpPr>
          <p:cNvPr id="9" name="Rectangle 8">
            <a:extLst>
              <a:ext uri="{FF2B5EF4-FFF2-40B4-BE49-F238E27FC236}">
                <a16:creationId xmlns:a16="http://schemas.microsoft.com/office/drawing/2014/main" id="{FC2663D5-DD8B-4FAC-BB36-E255F98C8D11}"/>
              </a:ext>
            </a:extLst>
          </p:cNvPr>
          <p:cNvSpPr/>
          <p:nvPr/>
        </p:nvSpPr>
        <p:spPr>
          <a:xfrm>
            <a:off x="7350136" y="1553140"/>
            <a:ext cx="4749716" cy="4771442"/>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6" name="TextBox 25">
            <a:extLst>
              <a:ext uri="{FF2B5EF4-FFF2-40B4-BE49-F238E27FC236}">
                <a16:creationId xmlns:a16="http://schemas.microsoft.com/office/drawing/2014/main" id="{80D73B9D-62E6-4C90-A5F1-F5D760A408EA}"/>
              </a:ext>
            </a:extLst>
          </p:cNvPr>
          <p:cNvSpPr txBox="1"/>
          <p:nvPr/>
        </p:nvSpPr>
        <p:spPr>
          <a:xfrm>
            <a:off x="3136006" y="3496804"/>
            <a:ext cx="1590500"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Telecommunications</a:t>
            </a:r>
          </a:p>
        </p:txBody>
      </p:sp>
      <p:sp>
        <p:nvSpPr>
          <p:cNvPr id="27" name="TextBox 26">
            <a:extLst>
              <a:ext uri="{FF2B5EF4-FFF2-40B4-BE49-F238E27FC236}">
                <a16:creationId xmlns:a16="http://schemas.microsoft.com/office/drawing/2014/main" id="{BBEBFFBF-DC15-4748-950F-1E21A72C8B9C}"/>
              </a:ext>
            </a:extLst>
          </p:cNvPr>
          <p:cNvSpPr txBox="1"/>
          <p:nvPr/>
        </p:nvSpPr>
        <p:spPr>
          <a:xfrm>
            <a:off x="3136006" y="3882324"/>
            <a:ext cx="994183"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Aeronautics</a:t>
            </a:r>
          </a:p>
        </p:txBody>
      </p:sp>
      <p:sp>
        <p:nvSpPr>
          <p:cNvPr id="28" name="TextBox 27">
            <a:extLst>
              <a:ext uri="{FF2B5EF4-FFF2-40B4-BE49-F238E27FC236}">
                <a16:creationId xmlns:a16="http://schemas.microsoft.com/office/drawing/2014/main" id="{D7967CF5-B6FB-483F-8EE5-A39A332E054D}"/>
              </a:ext>
            </a:extLst>
          </p:cNvPr>
          <p:cNvSpPr txBox="1"/>
          <p:nvPr/>
        </p:nvSpPr>
        <p:spPr>
          <a:xfrm>
            <a:off x="3136006" y="4267845"/>
            <a:ext cx="95250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Automotive</a:t>
            </a:r>
          </a:p>
        </p:txBody>
      </p:sp>
      <p:grpSp>
        <p:nvGrpSpPr>
          <p:cNvPr id="36" name="Group 35" descr="{&quot;Key&quot;:&quot;POWER_USER_SHAPE_ICON&quot;,&quot;Value&quot;:&quot;POWER_USER_SHAPE_ICON_STYLE_1&quot;}">
            <a:extLst>
              <a:ext uri="{FF2B5EF4-FFF2-40B4-BE49-F238E27FC236}">
                <a16:creationId xmlns:a16="http://schemas.microsoft.com/office/drawing/2014/main" id="{3CB66251-0351-45E3-9BD7-A4C1570FFCDA}"/>
              </a:ext>
            </a:extLst>
          </p:cNvPr>
          <p:cNvGrpSpPr/>
          <p:nvPr/>
        </p:nvGrpSpPr>
        <p:grpSpPr>
          <a:xfrm>
            <a:off x="4779916" y="3911300"/>
            <a:ext cx="276977" cy="223655"/>
            <a:chOff x="4876800" y="5391150"/>
            <a:chExt cx="593725" cy="479425"/>
          </a:xfrm>
          <a:solidFill>
            <a:schemeClr val="accent3"/>
          </a:solidFill>
        </p:grpSpPr>
        <p:sp>
          <p:nvSpPr>
            <p:cNvPr id="37" name="Freeform 52">
              <a:extLst>
                <a:ext uri="{FF2B5EF4-FFF2-40B4-BE49-F238E27FC236}">
                  <a16:creationId xmlns:a16="http://schemas.microsoft.com/office/drawing/2014/main" id="{17F68B1E-439F-4122-B8DC-11C8490945F9}"/>
                </a:ext>
              </a:extLst>
            </p:cNvPr>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8" name="Freeform 53">
              <a:extLst>
                <a:ext uri="{FF2B5EF4-FFF2-40B4-BE49-F238E27FC236}">
                  <a16:creationId xmlns:a16="http://schemas.microsoft.com/office/drawing/2014/main" id="{10492D60-8843-40C8-9A4F-22FD0001D83A}"/>
                </a:ext>
              </a:extLst>
            </p:cNvPr>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9" name="Freeform 54">
              <a:extLst>
                <a:ext uri="{FF2B5EF4-FFF2-40B4-BE49-F238E27FC236}">
                  <a16:creationId xmlns:a16="http://schemas.microsoft.com/office/drawing/2014/main" id="{D6E83175-80CC-4D49-8AE6-6F8363F7278C}"/>
                </a:ext>
              </a:extLst>
            </p:cNvPr>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grpSp>
      <p:sp>
        <p:nvSpPr>
          <p:cNvPr id="40" name="Freeform 61" descr="{&quot;Key&quot;:&quot;POWER_USER_SHAPE_ICON&quot;,&quot;Value&quot;:&quot;POWER_USER_SHAPE_ICON_STYLE_1&quot;}">
            <a:extLst>
              <a:ext uri="{FF2B5EF4-FFF2-40B4-BE49-F238E27FC236}">
                <a16:creationId xmlns:a16="http://schemas.microsoft.com/office/drawing/2014/main" id="{C59A5AAC-0311-44F4-89FF-5EA2AA5A1986}"/>
              </a:ext>
            </a:extLst>
          </p:cNvPr>
          <p:cNvSpPr>
            <a:spLocks noEditPoints="1"/>
          </p:cNvSpPr>
          <p:nvPr/>
        </p:nvSpPr>
        <p:spPr bwMode="auto">
          <a:xfrm>
            <a:off x="4830275" y="3542506"/>
            <a:ext cx="176258" cy="23550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41" name="TextBox 40">
            <a:extLst>
              <a:ext uri="{FF2B5EF4-FFF2-40B4-BE49-F238E27FC236}">
                <a16:creationId xmlns:a16="http://schemas.microsoft.com/office/drawing/2014/main" id="{A993C483-73AE-433B-B3F2-2961096AAE11}"/>
              </a:ext>
            </a:extLst>
          </p:cNvPr>
          <p:cNvSpPr txBox="1"/>
          <p:nvPr/>
        </p:nvSpPr>
        <p:spPr>
          <a:xfrm>
            <a:off x="5030343" y="4267845"/>
            <a:ext cx="108715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Sustainability</a:t>
            </a:r>
          </a:p>
        </p:txBody>
      </p:sp>
      <p:sp>
        <p:nvSpPr>
          <p:cNvPr id="42" name="TextBox 41">
            <a:extLst>
              <a:ext uri="{FF2B5EF4-FFF2-40B4-BE49-F238E27FC236}">
                <a16:creationId xmlns:a16="http://schemas.microsoft.com/office/drawing/2014/main" id="{100CE035-3447-4003-A22E-A3E4B3B54CF5}"/>
              </a:ext>
            </a:extLst>
          </p:cNvPr>
          <p:cNvSpPr txBox="1"/>
          <p:nvPr/>
        </p:nvSpPr>
        <p:spPr>
          <a:xfrm>
            <a:off x="5030343" y="3882324"/>
            <a:ext cx="171072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Software development</a:t>
            </a:r>
          </a:p>
        </p:txBody>
      </p:sp>
      <p:sp>
        <p:nvSpPr>
          <p:cNvPr id="43" name="TextBox 42">
            <a:extLst>
              <a:ext uri="{FF2B5EF4-FFF2-40B4-BE49-F238E27FC236}">
                <a16:creationId xmlns:a16="http://schemas.microsoft.com/office/drawing/2014/main" id="{6CEE651F-2ED1-4DED-8E18-ECB3A6C57B34}"/>
              </a:ext>
            </a:extLst>
          </p:cNvPr>
          <p:cNvSpPr txBox="1"/>
          <p:nvPr/>
        </p:nvSpPr>
        <p:spPr>
          <a:xfrm>
            <a:off x="5030343" y="3496804"/>
            <a:ext cx="1633781"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Digital transformation</a:t>
            </a:r>
          </a:p>
        </p:txBody>
      </p:sp>
      <p:sp>
        <p:nvSpPr>
          <p:cNvPr id="44" name="Rectangle 43">
            <a:extLst>
              <a:ext uri="{FF2B5EF4-FFF2-40B4-BE49-F238E27FC236}">
                <a16:creationId xmlns:a16="http://schemas.microsoft.com/office/drawing/2014/main" id="{DDB5CB2D-19F3-41CC-85AC-B563388ADEFA}"/>
              </a:ext>
            </a:extLst>
          </p:cNvPr>
          <p:cNvSpPr/>
          <p:nvPr/>
        </p:nvSpPr>
        <p:spPr>
          <a:xfrm>
            <a:off x="7175124" y="2960482"/>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45" name="Rectangle 44">
            <a:extLst>
              <a:ext uri="{FF2B5EF4-FFF2-40B4-BE49-F238E27FC236}">
                <a16:creationId xmlns:a16="http://schemas.microsoft.com/office/drawing/2014/main" id="{A30D150F-ED30-4882-BDD1-FE97DC63819E}"/>
              </a:ext>
            </a:extLst>
          </p:cNvPr>
          <p:cNvSpPr/>
          <p:nvPr/>
        </p:nvSpPr>
        <p:spPr>
          <a:xfrm>
            <a:off x="0" y="1158860"/>
            <a:ext cx="2456121" cy="50380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46" name="Rectangle 45">
            <a:extLst>
              <a:ext uri="{FF2B5EF4-FFF2-40B4-BE49-F238E27FC236}">
                <a16:creationId xmlns:a16="http://schemas.microsoft.com/office/drawing/2014/main" id="{7BEDCA70-8D07-4CCE-A8F6-2B3D231AE520}"/>
              </a:ext>
            </a:extLst>
          </p:cNvPr>
          <p:cNvSpPr/>
          <p:nvPr/>
        </p:nvSpPr>
        <p:spPr>
          <a:xfrm>
            <a:off x="0" y="3366900"/>
            <a:ext cx="2456121" cy="6412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effectLst/>
                <a:uLnTx/>
                <a:uFillTx/>
              </a:rPr>
              <a:t>MANAGING DIRECTOR</a:t>
            </a:r>
          </a:p>
        </p:txBody>
      </p:sp>
      <p:cxnSp>
        <p:nvCxnSpPr>
          <p:cNvPr id="47" name="Straight Connector 46">
            <a:extLst>
              <a:ext uri="{FF2B5EF4-FFF2-40B4-BE49-F238E27FC236}">
                <a16:creationId xmlns:a16="http://schemas.microsoft.com/office/drawing/2014/main" id="{93A7840D-EA91-4EE2-90A9-9DB67CE0C86A}"/>
              </a:ext>
            </a:extLst>
          </p:cNvPr>
          <p:cNvCxnSpPr/>
          <p:nvPr/>
        </p:nvCxnSpPr>
        <p:spPr>
          <a:xfrm>
            <a:off x="195533" y="3343581"/>
            <a:ext cx="2065055" cy="0"/>
          </a:xfrm>
          <a:prstGeom prst="line">
            <a:avLst/>
          </a:prstGeom>
          <a:ln w="28575">
            <a:solidFill>
              <a:schemeClr val="lt1"/>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52C49561-B5E5-48B5-9CDC-0B980C15C93A}"/>
              </a:ext>
            </a:extLst>
          </p:cNvPr>
          <p:cNvSpPr txBox="1"/>
          <p:nvPr/>
        </p:nvSpPr>
        <p:spPr>
          <a:xfrm>
            <a:off x="571739" y="4187550"/>
            <a:ext cx="17700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john.doe@mail.com</a:t>
            </a:r>
          </a:p>
        </p:txBody>
      </p:sp>
      <p:sp>
        <p:nvSpPr>
          <p:cNvPr id="49" name="TextBox 48">
            <a:extLst>
              <a:ext uri="{FF2B5EF4-FFF2-40B4-BE49-F238E27FC236}">
                <a16:creationId xmlns:a16="http://schemas.microsoft.com/office/drawing/2014/main" id="{01842F8B-8841-4E34-9889-91E6E5DCF966}"/>
              </a:ext>
            </a:extLst>
          </p:cNvPr>
          <p:cNvSpPr txBox="1"/>
          <p:nvPr/>
        </p:nvSpPr>
        <p:spPr>
          <a:xfrm>
            <a:off x="571739" y="4691668"/>
            <a:ext cx="128272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+123 456 780</a:t>
            </a:r>
          </a:p>
        </p:txBody>
      </p:sp>
      <p:sp>
        <p:nvSpPr>
          <p:cNvPr id="50" name="TextBox 49">
            <a:extLst>
              <a:ext uri="{FF2B5EF4-FFF2-40B4-BE49-F238E27FC236}">
                <a16:creationId xmlns:a16="http://schemas.microsoft.com/office/drawing/2014/main" id="{28B10D42-A5C5-4BF0-839C-2C821BDE93EE}"/>
              </a:ext>
            </a:extLst>
          </p:cNvPr>
          <p:cNvSpPr txBox="1"/>
          <p:nvPr/>
        </p:nvSpPr>
        <p:spPr>
          <a:xfrm>
            <a:off x="571739" y="5031265"/>
            <a:ext cx="2047355" cy="52322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business street</a:t>
            </a:r>
            <a:br>
              <a:rPr kumimoji="0" lang="en-US" sz="1400" b="0" i="0" u="none" strike="noStrike" kern="0" cap="none" spc="0" normalizeH="0" baseline="0" noProof="0" dirty="0">
                <a:ln>
                  <a:noFill/>
                </a:ln>
                <a:solidFill>
                  <a:schemeClr val="lt1"/>
                </a:solidFill>
                <a:effectLst/>
                <a:uLnTx/>
                <a:uFillTx/>
              </a:rPr>
            </a:br>
            <a:r>
              <a:rPr kumimoji="0" lang="en-US" sz="1400" b="0" i="0" u="none" strike="noStrike" kern="0" cap="none" spc="0" normalizeH="0" baseline="0" noProof="0" dirty="0">
                <a:ln>
                  <a:noFill/>
                </a:ln>
                <a:solidFill>
                  <a:schemeClr val="lt1"/>
                </a:solidFill>
                <a:effectLst/>
                <a:uLnTx/>
                <a:uFillTx/>
              </a:rPr>
              <a:t>10001 New York (USA)</a:t>
            </a:r>
          </a:p>
        </p:txBody>
      </p:sp>
      <p:sp>
        <p:nvSpPr>
          <p:cNvPr id="51" name="Rectangle 50">
            <a:extLst>
              <a:ext uri="{FF2B5EF4-FFF2-40B4-BE49-F238E27FC236}">
                <a16:creationId xmlns:a16="http://schemas.microsoft.com/office/drawing/2014/main" id="{ED7F573A-0F05-4B01-BC67-624FF85CA80E}"/>
              </a:ext>
            </a:extLst>
          </p:cNvPr>
          <p:cNvSpPr/>
          <p:nvPr/>
        </p:nvSpPr>
        <p:spPr>
          <a:xfrm>
            <a:off x="5729984" y="5586457"/>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2" name="Rectangle 51">
            <a:extLst>
              <a:ext uri="{FF2B5EF4-FFF2-40B4-BE49-F238E27FC236}">
                <a16:creationId xmlns:a16="http://schemas.microsoft.com/office/drawing/2014/main" id="{42AE8DD1-65E4-4BDF-9A75-3052D1EA8729}"/>
              </a:ext>
            </a:extLst>
          </p:cNvPr>
          <p:cNvSpPr/>
          <p:nvPr/>
        </p:nvSpPr>
        <p:spPr>
          <a:xfrm>
            <a:off x="7172070" y="4191588"/>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p:txBody>
      </p:sp>
      <p:sp>
        <p:nvSpPr>
          <p:cNvPr id="53" name="Rectangle 52">
            <a:extLst>
              <a:ext uri="{FF2B5EF4-FFF2-40B4-BE49-F238E27FC236}">
                <a16:creationId xmlns:a16="http://schemas.microsoft.com/office/drawing/2014/main" id="{F739BBD5-E372-4307-BFC7-3384CE92419E}"/>
              </a:ext>
            </a:extLst>
          </p:cNvPr>
          <p:cNvSpPr/>
          <p:nvPr/>
        </p:nvSpPr>
        <p:spPr>
          <a:xfrm>
            <a:off x="7169016" y="5422694"/>
            <a:ext cx="4676183" cy="781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Consultant at Company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strategy plan 2025 for a major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Made a digital maturity assessment for a telecommunication leader</a:t>
            </a:r>
          </a:p>
        </p:txBody>
      </p:sp>
      <p:sp>
        <p:nvSpPr>
          <p:cNvPr id="55" name="Rectangle 54">
            <a:extLst>
              <a:ext uri="{FF2B5EF4-FFF2-40B4-BE49-F238E27FC236}">
                <a16:creationId xmlns:a16="http://schemas.microsoft.com/office/drawing/2014/main" id="{3F344986-33D7-4EFF-B5CD-4DE051F0A4FD}"/>
              </a:ext>
            </a:extLst>
          </p:cNvPr>
          <p:cNvSpPr/>
          <p:nvPr/>
        </p:nvSpPr>
        <p:spPr>
          <a:xfrm>
            <a:off x="7175124" y="1729376"/>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56" name="Title 1">
            <a:extLst>
              <a:ext uri="{FF2B5EF4-FFF2-40B4-BE49-F238E27FC236}">
                <a16:creationId xmlns:a16="http://schemas.microsoft.com/office/drawing/2014/main" id="{8E0D200D-B453-49DD-B19E-89FECDCC1C00}"/>
              </a:ext>
            </a:extLst>
          </p:cNvPr>
          <p:cNvSpPr txBox="1">
            <a:spLocks/>
          </p:cNvSpPr>
          <p:nvPr/>
        </p:nvSpPr>
        <p:spPr>
          <a:xfrm>
            <a:off x="0" y="2927820"/>
            <a:ext cx="2456121" cy="400615"/>
          </a:xfrm>
          <a:prstGeom prst="rect">
            <a:avLst/>
          </a:prstGeom>
          <a:noFill/>
          <a:ln w="25400" cap="flat" cmpd="sng" algn="ctr">
            <a:noFill/>
            <a:prstDash val="solid"/>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w="25400" cap="flat" cmpd="sng" algn="ctr">
                <a:solidFill>
                  <a:prstClr val="black"/>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lgn="l" defTabSz="914400" rtl="0" eaLnBrk="1" latinLnBrk="0" hangingPunct="1">
              <a:spcBef>
                <a:spcPct val="0"/>
              </a:spcBef>
              <a:buNone/>
              <a:defRPr sz="4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algn="ctr"/>
            <a:r>
              <a:rPr lang="en-US" sz="2400" b="1" dirty="0"/>
              <a:t>John Doe</a:t>
            </a:r>
          </a:p>
        </p:txBody>
      </p:sp>
      <p:grpSp>
        <p:nvGrpSpPr>
          <p:cNvPr id="83" name="Mail" descr="{&quot;Key&quot;:&quot;POWER_USER_SHAPE_ICON&quot;,&quot;Value&quot;:&quot;POWER_USER_SHAPE_ICON_STYLE_1&quot;}">
            <a:extLst>
              <a:ext uri="{FF2B5EF4-FFF2-40B4-BE49-F238E27FC236}">
                <a16:creationId xmlns:a16="http://schemas.microsoft.com/office/drawing/2014/main" id="{CA6972AE-C1D3-4E10-B332-7BA1D82C8C1B}"/>
              </a:ext>
            </a:extLst>
          </p:cNvPr>
          <p:cNvGrpSpPr>
            <a:grpSpLocks noChangeAspect="1"/>
          </p:cNvGrpSpPr>
          <p:nvPr>
            <p:custDataLst>
              <p:tags r:id="rId1"/>
            </p:custDataLst>
          </p:nvPr>
        </p:nvGrpSpPr>
        <p:grpSpPr bwMode="auto">
          <a:xfrm>
            <a:off x="195283" y="4226581"/>
            <a:ext cx="354070" cy="230253"/>
            <a:chOff x="2478" y="1261"/>
            <a:chExt cx="2648" cy="1722"/>
          </a:xfrm>
          <a:solidFill>
            <a:schemeClr val="lt1"/>
          </a:solidFill>
        </p:grpSpPr>
        <p:sp>
          <p:nvSpPr>
            <p:cNvPr id="84" name="Freeform 336">
              <a:extLst>
                <a:ext uri="{FF2B5EF4-FFF2-40B4-BE49-F238E27FC236}">
                  <a16:creationId xmlns:a16="http://schemas.microsoft.com/office/drawing/2014/main" id="{68F9EDF0-81DB-456E-839B-A5CE56E8B979}"/>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37">
              <a:extLst>
                <a:ext uri="{FF2B5EF4-FFF2-40B4-BE49-F238E27FC236}">
                  <a16:creationId xmlns:a16="http://schemas.microsoft.com/office/drawing/2014/main" id="{894370EF-26D3-443F-84CB-2F7A89030E21}"/>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38">
              <a:extLst>
                <a:ext uri="{FF2B5EF4-FFF2-40B4-BE49-F238E27FC236}">
                  <a16:creationId xmlns:a16="http://schemas.microsoft.com/office/drawing/2014/main" id="{B6FE3BCF-C5C5-4188-BE00-191A4AFF8AEC}"/>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39">
              <a:extLst>
                <a:ext uri="{FF2B5EF4-FFF2-40B4-BE49-F238E27FC236}">
                  <a16:creationId xmlns:a16="http://schemas.microsoft.com/office/drawing/2014/main" id="{8B9DFBF7-919E-4CE0-896A-CEBCF132154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88" name="Phone2" descr="{&quot;Key&quot;:&quot;POWER_USER_SHAPE_ICON&quot;,&quot;Value&quot;:&quot;POWER_USER_SHAPE_ICON_STYLE_1&quot;}">
            <a:extLst>
              <a:ext uri="{FF2B5EF4-FFF2-40B4-BE49-F238E27FC236}">
                <a16:creationId xmlns:a16="http://schemas.microsoft.com/office/drawing/2014/main" id="{52FBB909-4C05-41CD-9B5F-C3C8690C1C61}"/>
              </a:ext>
            </a:extLst>
          </p:cNvPr>
          <p:cNvSpPr>
            <a:spLocks noChangeAspect="1"/>
          </p:cNvSpPr>
          <p:nvPr>
            <p:custDataLst>
              <p:tags r:id="rId2"/>
            </p:custDataLst>
          </p:nvPr>
        </p:nvSpPr>
        <p:spPr bwMode="auto">
          <a:xfrm>
            <a:off x="257192" y="4716269"/>
            <a:ext cx="230253" cy="230253"/>
          </a:xfrm>
          <a:custGeom>
            <a:avLst/>
            <a:gdLst>
              <a:gd name="T0" fmla="*/ 419 w 535"/>
              <a:gd name="T1" fmla="*/ 328 h 534"/>
              <a:gd name="T2" fmla="*/ 403 w 535"/>
              <a:gd name="T3" fmla="*/ 331 h 534"/>
              <a:gd name="T4" fmla="*/ 326 w 535"/>
              <a:gd name="T5" fmla="*/ 380 h 534"/>
              <a:gd name="T6" fmla="*/ 162 w 535"/>
              <a:gd name="T7" fmla="*/ 213 h 534"/>
              <a:gd name="T8" fmla="*/ 212 w 535"/>
              <a:gd name="T9" fmla="*/ 137 h 534"/>
              <a:gd name="T10" fmla="*/ 217 w 535"/>
              <a:gd name="T11" fmla="*/ 123 h 534"/>
              <a:gd name="T12" fmla="*/ 123 w 535"/>
              <a:gd name="T13" fmla="*/ 2 h 534"/>
              <a:gd name="T14" fmla="*/ 112 w 535"/>
              <a:gd name="T15" fmla="*/ 1 h 534"/>
              <a:gd name="T16" fmla="*/ 1 w 535"/>
              <a:gd name="T17" fmla="*/ 75 h 534"/>
              <a:gd name="T18" fmla="*/ 1 w 535"/>
              <a:gd name="T19" fmla="*/ 85 h 534"/>
              <a:gd name="T20" fmla="*/ 433 w 535"/>
              <a:gd name="T21" fmla="*/ 529 h 534"/>
              <a:gd name="T22" fmla="*/ 448 w 535"/>
              <a:gd name="T23" fmla="*/ 533 h 534"/>
              <a:gd name="T24" fmla="*/ 453 w 535"/>
              <a:gd name="T25" fmla="*/ 534 h 534"/>
              <a:gd name="T26" fmla="*/ 461 w 535"/>
              <a:gd name="T27" fmla="*/ 532 h 534"/>
              <a:gd name="T28" fmla="*/ 534 w 535"/>
              <a:gd name="T29" fmla="*/ 418 h 534"/>
              <a:gd name="T30" fmla="*/ 532 w 535"/>
              <a:gd name="T31" fmla="*/ 406 h 534"/>
              <a:gd name="T32" fmla="*/ 419 w 535"/>
              <a:gd name="T33" fmla="*/ 32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5" h="534">
                <a:moveTo>
                  <a:pt x="419" y="328"/>
                </a:moveTo>
                <a:cubicBezTo>
                  <a:pt x="413" y="326"/>
                  <a:pt x="407" y="328"/>
                  <a:pt x="403" y="331"/>
                </a:cubicBezTo>
                <a:cubicBezTo>
                  <a:pt x="377" y="354"/>
                  <a:pt x="341" y="377"/>
                  <a:pt x="326" y="380"/>
                </a:cubicBezTo>
                <a:cubicBezTo>
                  <a:pt x="222" y="329"/>
                  <a:pt x="164" y="232"/>
                  <a:pt x="162" y="213"/>
                </a:cubicBezTo>
                <a:cubicBezTo>
                  <a:pt x="161" y="203"/>
                  <a:pt x="185" y="167"/>
                  <a:pt x="212" y="137"/>
                </a:cubicBezTo>
                <a:cubicBezTo>
                  <a:pt x="215" y="133"/>
                  <a:pt x="217" y="128"/>
                  <a:pt x="217" y="123"/>
                </a:cubicBezTo>
                <a:cubicBezTo>
                  <a:pt x="210" y="43"/>
                  <a:pt x="126" y="4"/>
                  <a:pt x="123" y="2"/>
                </a:cubicBezTo>
                <a:cubicBezTo>
                  <a:pt x="120" y="1"/>
                  <a:pt x="116" y="0"/>
                  <a:pt x="112" y="1"/>
                </a:cubicBezTo>
                <a:cubicBezTo>
                  <a:pt x="16" y="17"/>
                  <a:pt x="2" y="73"/>
                  <a:pt x="1" y="75"/>
                </a:cubicBezTo>
                <a:cubicBezTo>
                  <a:pt x="0" y="78"/>
                  <a:pt x="0" y="82"/>
                  <a:pt x="1" y="85"/>
                </a:cubicBezTo>
                <a:cubicBezTo>
                  <a:pt x="116" y="441"/>
                  <a:pt x="355" y="507"/>
                  <a:pt x="433" y="529"/>
                </a:cubicBezTo>
                <a:cubicBezTo>
                  <a:pt x="439" y="531"/>
                  <a:pt x="444" y="532"/>
                  <a:pt x="448" y="533"/>
                </a:cubicBezTo>
                <a:cubicBezTo>
                  <a:pt x="450" y="534"/>
                  <a:pt x="452" y="534"/>
                  <a:pt x="453" y="534"/>
                </a:cubicBezTo>
                <a:cubicBezTo>
                  <a:pt x="456" y="534"/>
                  <a:pt x="459" y="533"/>
                  <a:pt x="461" y="532"/>
                </a:cubicBezTo>
                <a:cubicBezTo>
                  <a:pt x="463" y="531"/>
                  <a:pt x="520" y="505"/>
                  <a:pt x="534" y="418"/>
                </a:cubicBezTo>
                <a:cubicBezTo>
                  <a:pt x="535" y="414"/>
                  <a:pt x="534" y="410"/>
                  <a:pt x="532" y="406"/>
                </a:cubicBezTo>
                <a:cubicBezTo>
                  <a:pt x="531" y="404"/>
                  <a:pt x="501" y="348"/>
                  <a:pt x="419" y="328"/>
                </a:cubicBezTo>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9" name="House2" descr="{&quot;Key&quot;:&quot;POWER_USER_SHAPE_ICON&quot;,&quot;Value&quot;:&quot;POWER_USER_SHAPE_ICON_STYLE_1&quot;}">
            <a:extLst>
              <a:ext uri="{FF2B5EF4-FFF2-40B4-BE49-F238E27FC236}">
                <a16:creationId xmlns:a16="http://schemas.microsoft.com/office/drawing/2014/main" id="{D70F47E0-AB84-42E9-995A-E68C597DC386}"/>
              </a:ext>
            </a:extLst>
          </p:cNvPr>
          <p:cNvSpPr>
            <a:spLocks noChangeAspect="1" noEditPoints="1"/>
          </p:cNvSpPr>
          <p:nvPr>
            <p:custDataLst>
              <p:tags r:id="rId3"/>
            </p:custDataLst>
          </p:nvPr>
        </p:nvSpPr>
        <p:spPr bwMode="auto">
          <a:xfrm>
            <a:off x="187366" y="5114465"/>
            <a:ext cx="369905" cy="337114"/>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Rectangle 89">
            <a:extLst>
              <a:ext uri="{FF2B5EF4-FFF2-40B4-BE49-F238E27FC236}">
                <a16:creationId xmlns:a16="http://schemas.microsoft.com/office/drawing/2014/main" id="{9E03C71C-3F93-433D-A32F-6466E7274591}"/>
              </a:ext>
            </a:extLst>
          </p:cNvPr>
          <p:cNvSpPr/>
          <p:nvPr/>
        </p:nvSpPr>
        <p:spPr>
          <a:xfrm>
            <a:off x="3079672" y="1167159"/>
            <a:ext cx="1172116" cy="369332"/>
          </a:xfrm>
          <a:prstGeom prst="rect">
            <a:avLst/>
          </a:prstGeom>
          <a:noFill/>
        </p:spPr>
        <p:txBody>
          <a:bodyPr wrap="none">
            <a:spAutoFit/>
          </a:bodyPr>
          <a:lstStyle/>
          <a:p>
            <a:pPr lvl="0">
              <a:defRPr/>
            </a:pPr>
            <a:r>
              <a:rPr lang="en-US" b="1" kern="0" dirty="0">
                <a:solidFill>
                  <a:schemeClr val="accent2"/>
                </a:solidFill>
              </a:rPr>
              <a:t>RESUME</a:t>
            </a:r>
          </a:p>
        </p:txBody>
      </p:sp>
      <p:sp>
        <p:nvSpPr>
          <p:cNvPr id="91" name="Rectangle 90">
            <a:extLst>
              <a:ext uri="{FF2B5EF4-FFF2-40B4-BE49-F238E27FC236}">
                <a16:creationId xmlns:a16="http://schemas.microsoft.com/office/drawing/2014/main" id="{F8F92A6B-AEB4-40B1-A089-30C8B247DDF8}"/>
              </a:ext>
            </a:extLst>
          </p:cNvPr>
          <p:cNvSpPr/>
          <p:nvPr/>
        </p:nvSpPr>
        <p:spPr>
          <a:xfrm>
            <a:off x="3079672" y="2886957"/>
            <a:ext cx="1479892" cy="369332"/>
          </a:xfrm>
          <a:prstGeom prst="rect">
            <a:avLst/>
          </a:prstGeom>
          <a:noFill/>
        </p:spPr>
        <p:txBody>
          <a:bodyPr wrap="none">
            <a:spAutoFit/>
          </a:bodyPr>
          <a:lstStyle/>
          <a:p>
            <a:r>
              <a:rPr lang="en-US" b="1" kern="0" dirty="0">
                <a:solidFill>
                  <a:schemeClr val="accent3"/>
                </a:solidFill>
              </a:rPr>
              <a:t>EXPERTISE</a:t>
            </a:r>
            <a:endParaRPr lang="en-US" dirty="0">
              <a:solidFill>
                <a:schemeClr val="accent3"/>
              </a:solidFill>
            </a:endParaRPr>
          </a:p>
        </p:txBody>
      </p:sp>
      <p:sp>
        <p:nvSpPr>
          <p:cNvPr id="92" name="Rectangle 91">
            <a:extLst>
              <a:ext uri="{FF2B5EF4-FFF2-40B4-BE49-F238E27FC236}">
                <a16:creationId xmlns:a16="http://schemas.microsoft.com/office/drawing/2014/main" id="{ECEB2771-8876-4633-9D4D-0211AEE8FA00}"/>
              </a:ext>
            </a:extLst>
          </p:cNvPr>
          <p:cNvSpPr/>
          <p:nvPr/>
        </p:nvSpPr>
        <p:spPr>
          <a:xfrm>
            <a:off x="3207354" y="4979110"/>
            <a:ext cx="1556836" cy="369332"/>
          </a:xfrm>
          <a:prstGeom prst="rect">
            <a:avLst/>
          </a:prstGeom>
          <a:noFill/>
        </p:spPr>
        <p:txBody>
          <a:bodyPr wrap="none">
            <a:spAutoFit/>
          </a:bodyPr>
          <a:lstStyle/>
          <a:p>
            <a:pPr lvl="0">
              <a:defRPr/>
            </a:pPr>
            <a:r>
              <a:rPr lang="en-US" b="1" kern="0" dirty="0">
                <a:solidFill>
                  <a:schemeClr val="accent4"/>
                </a:solidFill>
              </a:rPr>
              <a:t>EDUCATION</a:t>
            </a:r>
            <a:endParaRPr lang="en-US" kern="0" dirty="0">
              <a:solidFill>
                <a:schemeClr val="accent4"/>
              </a:solidFill>
            </a:endParaRPr>
          </a:p>
        </p:txBody>
      </p:sp>
      <p:sp>
        <p:nvSpPr>
          <p:cNvPr id="93" name="Rectangle 92">
            <a:extLst>
              <a:ext uri="{FF2B5EF4-FFF2-40B4-BE49-F238E27FC236}">
                <a16:creationId xmlns:a16="http://schemas.microsoft.com/office/drawing/2014/main" id="{7E820C24-49CB-4979-8471-68066335DE1C}"/>
              </a:ext>
            </a:extLst>
          </p:cNvPr>
          <p:cNvSpPr/>
          <p:nvPr/>
        </p:nvSpPr>
        <p:spPr>
          <a:xfrm>
            <a:off x="7660868" y="1388163"/>
            <a:ext cx="3724096" cy="369332"/>
          </a:xfrm>
          <a:prstGeom prst="rect">
            <a:avLst/>
          </a:prstGeom>
          <a:noFill/>
        </p:spPr>
        <p:txBody>
          <a:bodyPr wrap="none">
            <a:spAutoFit/>
          </a:bodyPr>
          <a:lstStyle/>
          <a:p>
            <a:pPr lvl="0">
              <a:defRPr/>
            </a:pPr>
            <a:r>
              <a:rPr lang="en-US" b="1" kern="0" dirty="0">
                <a:solidFill>
                  <a:schemeClr val="accent5"/>
                </a:solidFill>
              </a:rPr>
              <a:t>PROFESSIONNAL EXPERIENCE</a:t>
            </a:r>
            <a:endParaRPr lang="en-US" kern="0" dirty="0">
              <a:solidFill>
                <a:schemeClr val="accent5"/>
              </a:solidFill>
            </a:endParaRPr>
          </a:p>
        </p:txBody>
      </p:sp>
      <p:sp>
        <p:nvSpPr>
          <p:cNvPr id="94" name="Oval 93">
            <a:extLst>
              <a:ext uri="{FF2B5EF4-FFF2-40B4-BE49-F238E27FC236}">
                <a16:creationId xmlns:a16="http://schemas.microsoft.com/office/drawing/2014/main" id="{085D874B-8104-473D-927A-DC66545C6EC4}"/>
              </a:ext>
            </a:extLst>
          </p:cNvPr>
          <p:cNvSpPr>
            <a:spLocks noChangeAspect="1"/>
          </p:cNvSpPr>
          <p:nvPr/>
        </p:nvSpPr>
        <p:spPr>
          <a:xfrm>
            <a:off x="491735" y="1327657"/>
            <a:ext cx="1472650" cy="1472650"/>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17" name="Book6" descr="{&quot;Key&quot;:&quot;POWER_USER_SHAPE_ICON&quot;,&quot;Value&quot;:&quot;POWER_USER_SHAPE_ICON_STYLE_1&quot;}">
            <a:extLst>
              <a:ext uri="{FF2B5EF4-FFF2-40B4-BE49-F238E27FC236}">
                <a16:creationId xmlns:a16="http://schemas.microsoft.com/office/drawing/2014/main" id="{FD45214E-D654-E1C7-6506-B1DA3867E968}"/>
              </a:ext>
            </a:extLst>
          </p:cNvPr>
          <p:cNvGrpSpPr>
            <a:grpSpLocks noChangeAspect="1"/>
          </p:cNvGrpSpPr>
          <p:nvPr/>
        </p:nvGrpSpPr>
        <p:grpSpPr>
          <a:xfrm>
            <a:off x="2784767" y="4953508"/>
            <a:ext cx="433215" cy="430129"/>
            <a:chOff x="3074989" y="1408113"/>
            <a:chExt cx="668337" cy="663575"/>
          </a:xfrm>
          <a:solidFill>
            <a:schemeClr val="accent4"/>
          </a:solidFill>
        </p:grpSpPr>
        <p:sp>
          <p:nvSpPr>
            <p:cNvPr id="118" name="Freeform 474">
              <a:extLst>
                <a:ext uri="{FF2B5EF4-FFF2-40B4-BE49-F238E27FC236}">
                  <a16:creationId xmlns:a16="http://schemas.microsoft.com/office/drawing/2014/main" id="{7A44AF76-4311-16D9-35E3-20A58178377A}"/>
                </a:ext>
              </a:extLst>
            </p:cNvPr>
            <p:cNvSpPr>
              <a:spLocks/>
            </p:cNvSpPr>
            <p:nvPr/>
          </p:nvSpPr>
          <p:spPr bwMode="auto">
            <a:xfrm>
              <a:off x="3074989" y="1414463"/>
              <a:ext cx="355600" cy="358775"/>
            </a:xfrm>
            <a:custGeom>
              <a:avLst/>
              <a:gdLst>
                <a:gd name="T0" fmla="*/ 472 w 3041"/>
                <a:gd name="T1" fmla="*/ 3074 h 3074"/>
                <a:gd name="T2" fmla="*/ 176 w 3041"/>
                <a:gd name="T3" fmla="*/ 2956 h 3074"/>
                <a:gd name="T4" fmla="*/ 169 w 3041"/>
                <a:gd name="T5" fmla="*/ 2335 h 3074"/>
                <a:gd name="T6" fmla="*/ 2372 w 3041"/>
                <a:gd name="T7" fmla="*/ 31 h 3074"/>
                <a:gd name="T8" fmla="*/ 2478 w 3041"/>
                <a:gd name="T9" fmla="*/ 29 h 3074"/>
                <a:gd name="T10" fmla="*/ 2481 w 3041"/>
                <a:gd name="T11" fmla="*/ 135 h 3074"/>
                <a:gd name="T12" fmla="*/ 278 w 3041"/>
                <a:gd name="T13" fmla="*/ 2439 h 3074"/>
                <a:gd name="T14" fmla="*/ 279 w 3041"/>
                <a:gd name="T15" fmla="*/ 2848 h 3074"/>
                <a:gd name="T16" fmla="*/ 689 w 3041"/>
                <a:gd name="T17" fmla="*/ 2831 h 3074"/>
                <a:gd name="T18" fmla="*/ 2904 w 3041"/>
                <a:gd name="T19" fmla="*/ 515 h 3074"/>
                <a:gd name="T20" fmla="*/ 3010 w 3041"/>
                <a:gd name="T21" fmla="*/ 512 h 3074"/>
                <a:gd name="T22" fmla="*/ 3012 w 3041"/>
                <a:gd name="T23" fmla="*/ 619 h 3074"/>
                <a:gd name="T24" fmla="*/ 797 w 3041"/>
                <a:gd name="T25" fmla="*/ 2935 h 3074"/>
                <a:gd name="T26" fmla="*/ 472 w 3041"/>
                <a:gd name="T27" fmla="*/ 3074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1" h="3074">
                  <a:moveTo>
                    <a:pt x="472" y="3074"/>
                  </a:moveTo>
                  <a:cubicBezTo>
                    <a:pt x="365" y="3074"/>
                    <a:pt x="258" y="3035"/>
                    <a:pt x="176" y="2956"/>
                  </a:cubicBezTo>
                  <a:cubicBezTo>
                    <a:pt x="3" y="2791"/>
                    <a:pt x="0" y="2512"/>
                    <a:pt x="169" y="2335"/>
                  </a:cubicBezTo>
                  <a:lnTo>
                    <a:pt x="2372" y="31"/>
                  </a:lnTo>
                  <a:cubicBezTo>
                    <a:pt x="2401" y="1"/>
                    <a:pt x="2448" y="0"/>
                    <a:pt x="2478" y="29"/>
                  </a:cubicBezTo>
                  <a:cubicBezTo>
                    <a:pt x="2508" y="58"/>
                    <a:pt x="2509" y="105"/>
                    <a:pt x="2481" y="135"/>
                  </a:cubicBezTo>
                  <a:lnTo>
                    <a:pt x="278" y="2439"/>
                  </a:lnTo>
                  <a:cubicBezTo>
                    <a:pt x="165" y="2556"/>
                    <a:pt x="166" y="2740"/>
                    <a:pt x="279" y="2848"/>
                  </a:cubicBezTo>
                  <a:cubicBezTo>
                    <a:pt x="393" y="2956"/>
                    <a:pt x="576" y="2949"/>
                    <a:pt x="689" y="2831"/>
                  </a:cubicBezTo>
                  <a:lnTo>
                    <a:pt x="2904" y="515"/>
                  </a:lnTo>
                  <a:cubicBezTo>
                    <a:pt x="2932" y="485"/>
                    <a:pt x="2980" y="484"/>
                    <a:pt x="3010" y="512"/>
                  </a:cubicBezTo>
                  <a:cubicBezTo>
                    <a:pt x="3040" y="541"/>
                    <a:pt x="3041" y="589"/>
                    <a:pt x="3012" y="619"/>
                  </a:cubicBezTo>
                  <a:lnTo>
                    <a:pt x="797" y="2935"/>
                  </a:lnTo>
                  <a:cubicBezTo>
                    <a:pt x="708" y="3028"/>
                    <a:pt x="590" y="3074"/>
                    <a:pt x="472" y="30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75">
              <a:extLst>
                <a:ext uri="{FF2B5EF4-FFF2-40B4-BE49-F238E27FC236}">
                  <a16:creationId xmlns:a16="http://schemas.microsoft.com/office/drawing/2014/main" id="{F666E3AB-F207-6D25-5D17-6847C26B5622}"/>
                </a:ext>
              </a:extLst>
            </p:cNvPr>
            <p:cNvSpPr>
              <a:spLocks/>
            </p:cNvSpPr>
            <p:nvPr/>
          </p:nvSpPr>
          <p:spPr bwMode="auto">
            <a:xfrm>
              <a:off x="3400426" y="1762125"/>
              <a:ext cx="342900" cy="309563"/>
            </a:xfrm>
            <a:custGeom>
              <a:avLst/>
              <a:gdLst>
                <a:gd name="T0" fmla="*/ 317 w 2942"/>
                <a:gd name="T1" fmla="*/ 2655 h 2655"/>
                <a:gd name="T2" fmla="*/ 35 w 2942"/>
                <a:gd name="T3" fmla="*/ 2551 h 2655"/>
                <a:gd name="T4" fmla="*/ 27 w 2942"/>
                <a:gd name="T5" fmla="*/ 2445 h 2655"/>
                <a:gd name="T6" fmla="*/ 133 w 2942"/>
                <a:gd name="T7" fmla="*/ 2437 h 2655"/>
                <a:gd name="T8" fmla="*/ 523 w 2942"/>
                <a:gd name="T9" fmla="*/ 2417 h 2655"/>
                <a:gd name="T10" fmla="*/ 2805 w 2942"/>
                <a:gd name="T11" fmla="*/ 31 h 2655"/>
                <a:gd name="T12" fmla="*/ 2911 w 2942"/>
                <a:gd name="T13" fmla="*/ 29 h 2655"/>
                <a:gd name="T14" fmla="*/ 2913 w 2942"/>
                <a:gd name="T15" fmla="*/ 135 h 2655"/>
                <a:gd name="T16" fmla="*/ 632 w 2942"/>
                <a:gd name="T17" fmla="*/ 2521 h 2655"/>
                <a:gd name="T18" fmla="*/ 317 w 2942"/>
                <a:gd name="T19" fmla="*/ 2655 h 2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42" h="2655">
                  <a:moveTo>
                    <a:pt x="317" y="2655"/>
                  </a:moveTo>
                  <a:cubicBezTo>
                    <a:pt x="217" y="2655"/>
                    <a:pt x="117" y="2621"/>
                    <a:pt x="35" y="2551"/>
                  </a:cubicBezTo>
                  <a:cubicBezTo>
                    <a:pt x="4" y="2524"/>
                    <a:pt x="0" y="2477"/>
                    <a:pt x="27" y="2445"/>
                  </a:cubicBezTo>
                  <a:cubicBezTo>
                    <a:pt x="54" y="2414"/>
                    <a:pt x="102" y="2410"/>
                    <a:pt x="133" y="2437"/>
                  </a:cubicBezTo>
                  <a:cubicBezTo>
                    <a:pt x="247" y="2535"/>
                    <a:pt x="419" y="2527"/>
                    <a:pt x="523" y="2417"/>
                  </a:cubicBezTo>
                  <a:lnTo>
                    <a:pt x="2805" y="31"/>
                  </a:lnTo>
                  <a:cubicBezTo>
                    <a:pt x="2833" y="1"/>
                    <a:pt x="2881" y="0"/>
                    <a:pt x="2911" y="29"/>
                  </a:cubicBezTo>
                  <a:cubicBezTo>
                    <a:pt x="2941" y="58"/>
                    <a:pt x="2942" y="105"/>
                    <a:pt x="2913" y="135"/>
                  </a:cubicBezTo>
                  <a:lnTo>
                    <a:pt x="632" y="2521"/>
                  </a:lnTo>
                  <a:cubicBezTo>
                    <a:pt x="546" y="2610"/>
                    <a:pt x="432" y="2655"/>
                    <a:pt x="317" y="26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76">
              <a:extLst>
                <a:ext uri="{FF2B5EF4-FFF2-40B4-BE49-F238E27FC236}">
                  <a16:creationId xmlns:a16="http://schemas.microsoft.com/office/drawing/2014/main" id="{4D4BF3A7-A6A3-DC72-75EA-210BD7511194}"/>
                </a:ext>
              </a:extLst>
            </p:cNvPr>
            <p:cNvSpPr>
              <a:spLocks/>
            </p:cNvSpPr>
            <p:nvPr/>
          </p:nvSpPr>
          <p:spPr bwMode="auto">
            <a:xfrm>
              <a:off x="3344864" y="1408113"/>
              <a:ext cx="87313" cy="87313"/>
            </a:xfrm>
            <a:custGeom>
              <a:avLst/>
              <a:gdLst>
                <a:gd name="T0" fmla="*/ 424 w 746"/>
                <a:gd name="T1" fmla="*/ 746 h 746"/>
                <a:gd name="T2" fmla="*/ 418 w 746"/>
                <a:gd name="T3" fmla="*/ 746 h 746"/>
                <a:gd name="T4" fmla="*/ 136 w 746"/>
                <a:gd name="T5" fmla="*/ 629 h 746"/>
                <a:gd name="T6" fmla="*/ 7 w 746"/>
                <a:gd name="T7" fmla="*/ 352 h 746"/>
                <a:gd name="T8" fmla="*/ 108 w 746"/>
                <a:gd name="T9" fmla="*/ 72 h 746"/>
                <a:gd name="T10" fmla="*/ 147 w 746"/>
                <a:gd name="T11" fmla="*/ 31 h 746"/>
                <a:gd name="T12" fmla="*/ 253 w 746"/>
                <a:gd name="T13" fmla="*/ 28 h 746"/>
                <a:gd name="T14" fmla="*/ 255 w 746"/>
                <a:gd name="T15" fmla="*/ 134 h 746"/>
                <a:gd name="T16" fmla="*/ 216 w 746"/>
                <a:gd name="T17" fmla="*/ 175 h 746"/>
                <a:gd name="T18" fmla="*/ 156 w 746"/>
                <a:gd name="T19" fmla="*/ 343 h 746"/>
                <a:gd name="T20" fmla="*/ 240 w 746"/>
                <a:gd name="T21" fmla="*/ 520 h 746"/>
                <a:gd name="T22" fmla="*/ 420 w 746"/>
                <a:gd name="T23" fmla="*/ 596 h 746"/>
                <a:gd name="T24" fmla="*/ 424 w 746"/>
                <a:gd name="T25" fmla="*/ 596 h 746"/>
                <a:gd name="T26" fmla="*/ 586 w 746"/>
                <a:gd name="T27" fmla="*/ 529 h 746"/>
                <a:gd name="T28" fmla="*/ 609 w 746"/>
                <a:gd name="T29" fmla="*/ 504 h 746"/>
                <a:gd name="T30" fmla="*/ 715 w 746"/>
                <a:gd name="T31" fmla="*/ 502 h 746"/>
                <a:gd name="T32" fmla="*/ 718 w 746"/>
                <a:gd name="T33" fmla="*/ 608 h 746"/>
                <a:gd name="T34" fmla="*/ 694 w 746"/>
                <a:gd name="T35" fmla="*/ 632 h 746"/>
                <a:gd name="T36" fmla="*/ 424 w 746"/>
                <a:gd name="T37" fmla="*/ 746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6" h="746">
                  <a:moveTo>
                    <a:pt x="424" y="746"/>
                  </a:moveTo>
                  <a:lnTo>
                    <a:pt x="418" y="746"/>
                  </a:lnTo>
                  <a:cubicBezTo>
                    <a:pt x="314" y="745"/>
                    <a:pt x="214" y="703"/>
                    <a:pt x="136" y="629"/>
                  </a:cubicBezTo>
                  <a:cubicBezTo>
                    <a:pt x="59" y="554"/>
                    <a:pt x="13" y="456"/>
                    <a:pt x="7" y="352"/>
                  </a:cubicBezTo>
                  <a:cubicBezTo>
                    <a:pt x="0" y="246"/>
                    <a:pt x="36" y="146"/>
                    <a:pt x="108" y="72"/>
                  </a:cubicBezTo>
                  <a:lnTo>
                    <a:pt x="147" y="31"/>
                  </a:lnTo>
                  <a:cubicBezTo>
                    <a:pt x="176" y="1"/>
                    <a:pt x="223" y="0"/>
                    <a:pt x="253" y="28"/>
                  </a:cubicBezTo>
                  <a:cubicBezTo>
                    <a:pt x="283" y="57"/>
                    <a:pt x="284" y="104"/>
                    <a:pt x="255" y="134"/>
                  </a:cubicBezTo>
                  <a:lnTo>
                    <a:pt x="216" y="175"/>
                  </a:lnTo>
                  <a:cubicBezTo>
                    <a:pt x="174" y="219"/>
                    <a:pt x="153" y="279"/>
                    <a:pt x="156" y="343"/>
                  </a:cubicBezTo>
                  <a:cubicBezTo>
                    <a:pt x="160" y="410"/>
                    <a:pt x="190" y="472"/>
                    <a:pt x="240" y="520"/>
                  </a:cubicBezTo>
                  <a:cubicBezTo>
                    <a:pt x="290" y="568"/>
                    <a:pt x="354" y="595"/>
                    <a:pt x="420" y="596"/>
                  </a:cubicBezTo>
                  <a:lnTo>
                    <a:pt x="424" y="596"/>
                  </a:lnTo>
                  <a:cubicBezTo>
                    <a:pt x="487" y="596"/>
                    <a:pt x="544" y="572"/>
                    <a:pt x="586" y="529"/>
                  </a:cubicBezTo>
                  <a:lnTo>
                    <a:pt x="609" y="504"/>
                  </a:lnTo>
                  <a:cubicBezTo>
                    <a:pt x="638" y="474"/>
                    <a:pt x="685" y="473"/>
                    <a:pt x="715" y="502"/>
                  </a:cubicBezTo>
                  <a:cubicBezTo>
                    <a:pt x="745" y="530"/>
                    <a:pt x="746" y="578"/>
                    <a:pt x="718" y="608"/>
                  </a:cubicBezTo>
                  <a:lnTo>
                    <a:pt x="694" y="632"/>
                  </a:lnTo>
                  <a:cubicBezTo>
                    <a:pt x="624" y="706"/>
                    <a:pt x="528" y="746"/>
                    <a:pt x="424" y="7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77">
              <a:extLst>
                <a:ext uri="{FF2B5EF4-FFF2-40B4-BE49-F238E27FC236}">
                  <a16:creationId xmlns:a16="http://schemas.microsoft.com/office/drawing/2014/main" id="{CCEA5736-C7B6-7493-80F1-BB965DBB4A12}"/>
                </a:ext>
              </a:extLst>
            </p:cNvPr>
            <p:cNvSpPr>
              <a:spLocks/>
            </p:cNvSpPr>
            <p:nvPr/>
          </p:nvSpPr>
          <p:spPr bwMode="auto">
            <a:xfrm>
              <a:off x="3268664" y="1914525"/>
              <a:ext cx="146050" cy="141288"/>
            </a:xfrm>
            <a:custGeom>
              <a:avLst/>
              <a:gdLst>
                <a:gd name="T0" fmla="*/ 1161 w 1244"/>
                <a:gd name="T1" fmla="*/ 1208 h 1208"/>
                <a:gd name="T2" fmla="*/ 1109 w 1244"/>
                <a:gd name="T3" fmla="*/ 1187 h 1208"/>
                <a:gd name="T4" fmla="*/ 31 w 1244"/>
                <a:gd name="T5" fmla="*/ 136 h 1208"/>
                <a:gd name="T6" fmla="*/ 29 w 1244"/>
                <a:gd name="T7" fmla="*/ 30 h 1208"/>
                <a:gd name="T8" fmla="*/ 135 w 1244"/>
                <a:gd name="T9" fmla="*/ 29 h 1208"/>
                <a:gd name="T10" fmla="*/ 1214 w 1244"/>
                <a:gd name="T11" fmla="*/ 1079 h 1208"/>
                <a:gd name="T12" fmla="*/ 1215 w 1244"/>
                <a:gd name="T13" fmla="*/ 1185 h 1208"/>
                <a:gd name="T14" fmla="*/ 1161 w 1244"/>
                <a:gd name="T15" fmla="*/ 1208 h 1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4" h="1208">
                  <a:moveTo>
                    <a:pt x="1161" y="1208"/>
                  </a:moveTo>
                  <a:cubicBezTo>
                    <a:pt x="1143" y="1208"/>
                    <a:pt x="1124" y="1201"/>
                    <a:pt x="1109" y="1187"/>
                  </a:cubicBezTo>
                  <a:cubicBezTo>
                    <a:pt x="1109" y="1187"/>
                    <a:pt x="589" y="680"/>
                    <a:pt x="31" y="136"/>
                  </a:cubicBezTo>
                  <a:cubicBezTo>
                    <a:pt x="1" y="107"/>
                    <a:pt x="0" y="60"/>
                    <a:pt x="29" y="30"/>
                  </a:cubicBezTo>
                  <a:cubicBezTo>
                    <a:pt x="58" y="1"/>
                    <a:pt x="106" y="0"/>
                    <a:pt x="135" y="29"/>
                  </a:cubicBezTo>
                  <a:cubicBezTo>
                    <a:pt x="693" y="573"/>
                    <a:pt x="1214" y="1079"/>
                    <a:pt x="1214" y="1079"/>
                  </a:cubicBezTo>
                  <a:cubicBezTo>
                    <a:pt x="1243" y="1108"/>
                    <a:pt x="1244" y="1156"/>
                    <a:pt x="1215" y="1185"/>
                  </a:cubicBezTo>
                  <a:cubicBezTo>
                    <a:pt x="1200" y="1200"/>
                    <a:pt x="1181" y="1208"/>
                    <a:pt x="1161" y="12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78">
              <a:extLst>
                <a:ext uri="{FF2B5EF4-FFF2-40B4-BE49-F238E27FC236}">
                  <a16:creationId xmlns:a16="http://schemas.microsoft.com/office/drawing/2014/main" id="{FC6C0A75-26C8-2D12-CC08-7D7133611655}"/>
                </a:ext>
              </a:extLst>
            </p:cNvPr>
            <p:cNvSpPr>
              <a:spLocks/>
            </p:cNvSpPr>
            <p:nvPr/>
          </p:nvSpPr>
          <p:spPr bwMode="auto">
            <a:xfrm>
              <a:off x="3248026" y="1893888"/>
              <a:ext cx="20638" cy="19050"/>
            </a:xfrm>
            <a:custGeom>
              <a:avLst/>
              <a:gdLst>
                <a:gd name="T0" fmla="*/ 95 w 177"/>
                <a:gd name="T1" fmla="*/ 170 h 170"/>
                <a:gd name="T2" fmla="*/ 42 w 177"/>
                <a:gd name="T3" fmla="*/ 148 h 170"/>
                <a:gd name="T4" fmla="*/ 34 w 177"/>
                <a:gd name="T5" fmla="*/ 140 h 170"/>
                <a:gd name="T6" fmla="*/ 30 w 177"/>
                <a:gd name="T7" fmla="*/ 136 h 170"/>
                <a:gd name="T8" fmla="*/ 29 w 177"/>
                <a:gd name="T9" fmla="*/ 30 h 170"/>
                <a:gd name="T10" fmla="*/ 135 w 177"/>
                <a:gd name="T11" fmla="*/ 29 h 170"/>
                <a:gd name="T12" fmla="*/ 143 w 177"/>
                <a:gd name="T13" fmla="*/ 37 h 170"/>
                <a:gd name="T14" fmla="*/ 147 w 177"/>
                <a:gd name="T15" fmla="*/ 41 h 170"/>
                <a:gd name="T16" fmla="*/ 148 w 177"/>
                <a:gd name="T17" fmla="*/ 147 h 170"/>
                <a:gd name="T18" fmla="*/ 95 w 177"/>
                <a:gd name="T1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7" h="170">
                  <a:moveTo>
                    <a:pt x="95" y="170"/>
                  </a:moveTo>
                  <a:cubicBezTo>
                    <a:pt x="76" y="170"/>
                    <a:pt x="57" y="163"/>
                    <a:pt x="42" y="148"/>
                  </a:cubicBezTo>
                  <a:cubicBezTo>
                    <a:pt x="39" y="146"/>
                    <a:pt x="37" y="143"/>
                    <a:pt x="34" y="140"/>
                  </a:cubicBezTo>
                  <a:lnTo>
                    <a:pt x="30" y="136"/>
                  </a:lnTo>
                  <a:cubicBezTo>
                    <a:pt x="1" y="107"/>
                    <a:pt x="0" y="60"/>
                    <a:pt x="29" y="30"/>
                  </a:cubicBezTo>
                  <a:cubicBezTo>
                    <a:pt x="58" y="1"/>
                    <a:pt x="105" y="0"/>
                    <a:pt x="135" y="29"/>
                  </a:cubicBezTo>
                  <a:cubicBezTo>
                    <a:pt x="138" y="32"/>
                    <a:pt x="140" y="34"/>
                    <a:pt x="143" y="37"/>
                  </a:cubicBezTo>
                  <a:lnTo>
                    <a:pt x="147" y="41"/>
                  </a:lnTo>
                  <a:cubicBezTo>
                    <a:pt x="177" y="70"/>
                    <a:pt x="177" y="118"/>
                    <a:pt x="148" y="147"/>
                  </a:cubicBezTo>
                  <a:cubicBezTo>
                    <a:pt x="134" y="162"/>
                    <a:pt x="114" y="170"/>
                    <a:pt x="95" y="1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79">
              <a:extLst>
                <a:ext uri="{FF2B5EF4-FFF2-40B4-BE49-F238E27FC236}">
                  <a16:creationId xmlns:a16="http://schemas.microsoft.com/office/drawing/2014/main" id="{8B4C45C9-CC1F-5D20-74A9-A9099A8554D3}"/>
                </a:ext>
              </a:extLst>
            </p:cNvPr>
            <p:cNvSpPr>
              <a:spLocks/>
            </p:cNvSpPr>
            <p:nvPr/>
          </p:nvSpPr>
          <p:spPr bwMode="auto">
            <a:xfrm>
              <a:off x="3089276" y="1738313"/>
              <a:ext cx="155575" cy="152400"/>
            </a:xfrm>
            <a:custGeom>
              <a:avLst/>
              <a:gdLst>
                <a:gd name="T0" fmla="*/ 1259 w 1341"/>
                <a:gd name="T1" fmla="*/ 1304 h 1304"/>
                <a:gd name="T2" fmla="*/ 1206 w 1341"/>
                <a:gd name="T3" fmla="*/ 1283 h 1304"/>
                <a:gd name="T4" fmla="*/ 30 w 1341"/>
                <a:gd name="T5" fmla="*/ 137 h 1304"/>
                <a:gd name="T6" fmla="*/ 29 w 1341"/>
                <a:gd name="T7" fmla="*/ 30 h 1304"/>
                <a:gd name="T8" fmla="*/ 135 w 1341"/>
                <a:gd name="T9" fmla="*/ 29 h 1304"/>
                <a:gd name="T10" fmla="*/ 1311 w 1341"/>
                <a:gd name="T11" fmla="*/ 1175 h 1304"/>
                <a:gd name="T12" fmla="*/ 1313 w 1341"/>
                <a:gd name="T13" fmla="*/ 1281 h 1304"/>
                <a:gd name="T14" fmla="*/ 1259 w 1341"/>
                <a:gd name="T15" fmla="*/ 1304 h 13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1" h="1304">
                  <a:moveTo>
                    <a:pt x="1259" y="1304"/>
                  </a:moveTo>
                  <a:cubicBezTo>
                    <a:pt x="1240" y="1304"/>
                    <a:pt x="1221" y="1297"/>
                    <a:pt x="1206" y="1283"/>
                  </a:cubicBezTo>
                  <a:lnTo>
                    <a:pt x="30" y="137"/>
                  </a:lnTo>
                  <a:cubicBezTo>
                    <a:pt x="0" y="108"/>
                    <a:pt x="0" y="60"/>
                    <a:pt x="29" y="30"/>
                  </a:cubicBezTo>
                  <a:cubicBezTo>
                    <a:pt x="58" y="1"/>
                    <a:pt x="105" y="0"/>
                    <a:pt x="135" y="29"/>
                  </a:cubicBezTo>
                  <a:lnTo>
                    <a:pt x="1311" y="1175"/>
                  </a:lnTo>
                  <a:cubicBezTo>
                    <a:pt x="1341" y="1204"/>
                    <a:pt x="1341" y="1252"/>
                    <a:pt x="1313" y="1281"/>
                  </a:cubicBezTo>
                  <a:cubicBezTo>
                    <a:pt x="1298" y="1297"/>
                    <a:pt x="1278" y="1304"/>
                    <a:pt x="1259" y="130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480">
              <a:extLst>
                <a:ext uri="{FF2B5EF4-FFF2-40B4-BE49-F238E27FC236}">
                  <a16:creationId xmlns:a16="http://schemas.microsoft.com/office/drawing/2014/main" id="{EC161261-1F13-FC49-3B44-4CBDDC37B157}"/>
                </a:ext>
              </a:extLst>
            </p:cNvPr>
            <p:cNvSpPr>
              <a:spLocks/>
            </p:cNvSpPr>
            <p:nvPr/>
          </p:nvSpPr>
          <p:spPr bwMode="auto">
            <a:xfrm>
              <a:off x="3414714" y="1463675"/>
              <a:ext cx="323850" cy="311150"/>
            </a:xfrm>
            <a:custGeom>
              <a:avLst/>
              <a:gdLst>
                <a:gd name="T0" fmla="*/ 2691 w 2774"/>
                <a:gd name="T1" fmla="*/ 2652 h 2652"/>
                <a:gd name="T2" fmla="*/ 2640 w 2774"/>
                <a:gd name="T3" fmla="*/ 2631 h 2652"/>
                <a:gd name="T4" fmla="*/ 31 w 2774"/>
                <a:gd name="T5" fmla="*/ 137 h 2652"/>
                <a:gd name="T6" fmla="*/ 29 w 2774"/>
                <a:gd name="T7" fmla="*/ 31 h 2652"/>
                <a:gd name="T8" fmla="*/ 135 w 2774"/>
                <a:gd name="T9" fmla="*/ 29 h 2652"/>
                <a:gd name="T10" fmla="*/ 2743 w 2774"/>
                <a:gd name="T11" fmla="*/ 2523 h 2652"/>
                <a:gd name="T12" fmla="*/ 2746 w 2774"/>
                <a:gd name="T13" fmla="*/ 2629 h 2652"/>
                <a:gd name="T14" fmla="*/ 2691 w 2774"/>
                <a:gd name="T15" fmla="*/ 2652 h 26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74" h="2652">
                  <a:moveTo>
                    <a:pt x="2691" y="2652"/>
                  </a:moveTo>
                  <a:cubicBezTo>
                    <a:pt x="2673" y="2652"/>
                    <a:pt x="2654" y="2645"/>
                    <a:pt x="2640" y="2631"/>
                  </a:cubicBezTo>
                  <a:lnTo>
                    <a:pt x="31" y="137"/>
                  </a:lnTo>
                  <a:cubicBezTo>
                    <a:pt x="1" y="108"/>
                    <a:pt x="0" y="61"/>
                    <a:pt x="29" y="31"/>
                  </a:cubicBezTo>
                  <a:cubicBezTo>
                    <a:pt x="57" y="1"/>
                    <a:pt x="105" y="0"/>
                    <a:pt x="135" y="29"/>
                  </a:cubicBezTo>
                  <a:lnTo>
                    <a:pt x="2743" y="2523"/>
                  </a:lnTo>
                  <a:cubicBezTo>
                    <a:pt x="2773" y="2551"/>
                    <a:pt x="2774" y="2599"/>
                    <a:pt x="2746" y="2629"/>
                  </a:cubicBezTo>
                  <a:cubicBezTo>
                    <a:pt x="2731" y="2644"/>
                    <a:pt x="2711" y="2652"/>
                    <a:pt x="2691" y="26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481">
              <a:extLst>
                <a:ext uri="{FF2B5EF4-FFF2-40B4-BE49-F238E27FC236}">
                  <a16:creationId xmlns:a16="http://schemas.microsoft.com/office/drawing/2014/main" id="{2BE4318A-67E2-2DFD-8BBC-BE653062411A}"/>
                </a:ext>
              </a:extLst>
            </p:cNvPr>
            <p:cNvSpPr>
              <a:spLocks/>
            </p:cNvSpPr>
            <p:nvPr/>
          </p:nvSpPr>
          <p:spPr bwMode="auto">
            <a:xfrm>
              <a:off x="3392489" y="1527175"/>
              <a:ext cx="66675" cy="25400"/>
            </a:xfrm>
            <a:custGeom>
              <a:avLst/>
              <a:gdLst>
                <a:gd name="T0" fmla="*/ 283 w 579"/>
                <a:gd name="T1" fmla="*/ 215 h 215"/>
                <a:gd name="T2" fmla="*/ 0 w 579"/>
                <a:gd name="T3" fmla="*/ 149 h 215"/>
                <a:gd name="T4" fmla="*/ 62 w 579"/>
                <a:gd name="T5" fmla="*/ 12 h 215"/>
                <a:gd name="T6" fmla="*/ 498 w 579"/>
                <a:gd name="T7" fmla="*/ 0 h 215"/>
                <a:gd name="T8" fmla="*/ 579 w 579"/>
                <a:gd name="T9" fmla="*/ 127 h 215"/>
                <a:gd name="T10" fmla="*/ 283 w 579"/>
                <a:gd name="T11" fmla="*/ 215 h 215"/>
              </a:gdLst>
              <a:ahLst/>
              <a:cxnLst>
                <a:cxn ang="0">
                  <a:pos x="T0" y="T1"/>
                </a:cxn>
                <a:cxn ang="0">
                  <a:pos x="T2" y="T3"/>
                </a:cxn>
                <a:cxn ang="0">
                  <a:pos x="T4" y="T5"/>
                </a:cxn>
                <a:cxn ang="0">
                  <a:pos x="T6" y="T7"/>
                </a:cxn>
                <a:cxn ang="0">
                  <a:pos x="T8" y="T9"/>
                </a:cxn>
                <a:cxn ang="0">
                  <a:pos x="T10" y="T11"/>
                </a:cxn>
              </a:cxnLst>
              <a:rect l="0" t="0" r="r" b="b"/>
              <a:pathLst>
                <a:path w="579" h="215">
                  <a:moveTo>
                    <a:pt x="283" y="215"/>
                  </a:moveTo>
                  <a:cubicBezTo>
                    <a:pt x="175" y="215"/>
                    <a:pt x="77" y="184"/>
                    <a:pt x="0" y="149"/>
                  </a:cubicBezTo>
                  <a:lnTo>
                    <a:pt x="62" y="12"/>
                  </a:lnTo>
                  <a:cubicBezTo>
                    <a:pt x="173" y="63"/>
                    <a:pt x="339" y="102"/>
                    <a:pt x="498" y="0"/>
                  </a:cubicBezTo>
                  <a:lnTo>
                    <a:pt x="579" y="127"/>
                  </a:lnTo>
                  <a:cubicBezTo>
                    <a:pt x="478" y="191"/>
                    <a:pt x="377" y="215"/>
                    <a:pt x="283" y="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482">
              <a:extLst>
                <a:ext uri="{FF2B5EF4-FFF2-40B4-BE49-F238E27FC236}">
                  <a16:creationId xmlns:a16="http://schemas.microsoft.com/office/drawing/2014/main" id="{BBAAA6D1-DD7D-DB1F-0971-98EF47EA5EDB}"/>
                </a:ext>
              </a:extLst>
            </p:cNvPr>
            <p:cNvSpPr>
              <a:spLocks/>
            </p:cNvSpPr>
            <p:nvPr/>
          </p:nvSpPr>
          <p:spPr bwMode="auto">
            <a:xfrm>
              <a:off x="3644901" y="1736725"/>
              <a:ext cx="36513" cy="79375"/>
            </a:xfrm>
            <a:custGeom>
              <a:avLst/>
              <a:gdLst>
                <a:gd name="T0" fmla="*/ 188 w 321"/>
                <a:gd name="T1" fmla="*/ 675 h 675"/>
                <a:gd name="T2" fmla="*/ 194 w 321"/>
                <a:gd name="T3" fmla="*/ 0 h 675"/>
                <a:gd name="T4" fmla="*/ 321 w 321"/>
                <a:gd name="T5" fmla="*/ 79 h 675"/>
                <a:gd name="T6" fmla="*/ 312 w 321"/>
                <a:gd name="T7" fmla="*/ 590 h 675"/>
                <a:gd name="T8" fmla="*/ 188 w 321"/>
                <a:gd name="T9" fmla="*/ 675 h 675"/>
              </a:gdLst>
              <a:ahLst/>
              <a:cxnLst>
                <a:cxn ang="0">
                  <a:pos x="T0" y="T1"/>
                </a:cxn>
                <a:cxn ang="0">
                  <a:pos x="T2" y="T3"/>
                </a:cxn>
                <a:cxn ang="0">
                  <a:pos x="T4" y="T5"/>
                </a:cxn>
                <a:cxn ang="0">
                  <a:pos x="T6" y="T7"/>
                </a:cxn>
                <a:cxn ang="0">
                  <a:pos x="T8" y="T9"/>
                </a:cxn>
              </a:cxnLst>
              <a:rect l="0" t="0" r="r" b="b"/>
              <a:pathLst>
                <a:path w="321" h="675">
                  <a:moveTo>
                    <a:pt x="188" y="675"/>
                  </a:moveTo>
                  <a:cubicBezTo>
                    <a:pt x="0" y="402"/>
                    <a:pt x="111" y="135"/>
                    <a:pt x="194" y="0"/>
                  </a:cubicBezTo>
                  <a:lnTo>
                    <a:pt x="321" y="79"/>
                  </a:lnTo>
                  <a:cubicBezTo>
                    <a:pt x="243" y="205"/>
                    <a:pt x="178" y="397"/>
                    <a:pt x="312" y="590"/>
                  </a:cubicBezTo>
                  <a:lnTo>
                    <a:pt x="188" y="67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483">
              <a:extLst>
                <a:ext uri="{FF2B5EF4-FFF2-40B4-BE49-F238E27FC236}">
                  <a16:creationId xmlns:a16="http://schemas.microsoft.com/office/drawing/2014/main" id="{40B77519-C34A-2BB0-6B8D-E7FC70CA74AD}"/>
                </a:ext>
              </a:extLst>
            </p:cNvPr>
            <p:cNvSpPr>
              <a:spLocks noEditPoints="1"/>
            </p:cNvSpPr>
            <p:nvPr/>
          </p:nvSpPr>
          <p:spPr bwMode="auto">
            <a:xfrm>
              <a:off x="3248026" y="1560513"/>
              <a:ext cx="406400" cy="404813"/>
            </a:xfrm>
            <a:custGeom>
              <a:avLst/>
              <a:gdLst>
                <a:gd name="T0" fmla="*/ 1526 w 3492"/>
                <a:gd name="T1" fmla="*/ 151 h 3459"/>
                <a:gd name="T2" fmla="*/ 1511 w 3492"/>
                <a:gd name="T3" fmla="*/ 157 h 3459"/>
                <a:gd name="T4" fmla="*/ 157 w 3492"/>
                <a:gd name="T5" fmla="*/ 1573 h 3459"/>
                <a:gd name="T6" fmla="*/ 150 w 3492"/>
                <a:gd name="T7" fmla="*/ 1588 h 3459"/>
                <a:gd name="T8" fmla="*/ 155 w 3492"/>
                <a:gd name="T9" fmla="*/ 1599 h 3459"/>
                <a:gd name="T10" fmla="*/ 1938 w 3492"/>
                <a:gd name="T11" fmla="*/ 3305 h 3459"/>
                <a:gd name="T12" fmla="*/ 1949 w 3492"/>
                <a:gd name="T13" fmla="*/ 3309 h 3459"/>
                <a:gd name="T14" fmla="*/ 1964 w 3492"/>
                <a:gd name="T15" fmla="*/ 3302 h 3459"/>
                <a:gd name="T16" fmla="*/ 3318 w 3492"/>
                <a:gd name="T17" fmla="*/ 1886 h 3459"/>
                <a:gd name="T18" fmla="*/ 3320 w 3492"/>
                <a:gd name="T19" fmla="*/ 1860 h 3459"/>
                <a:gd name="T20" fmla="*/ 1536 w 3492"/>
                <a:gd name="T21" fmla="*/ 154 h 3459"/>
                <a:gd name="T22" fmla="*/ 1526 w 3492"/>
                <a:gd name="T23" fmla="*/ 151 h 3459"/>
                <a:gd name="T24" fmla="*/ 1949 w 3492"/>
                <a:gd name="T25" fmla="*/ 3459 h 3459"/>
                <a:gd name="T26" fmla="*/ 1835 w 3492"/>
                <a:gd name="T27" fmla="*/ 3413 h 3459"/>
                <a:gd name="T28" fmla="*/ 51 w 3492"/>
                <a:gd name="T29" fmla="*/ 1708 h 3459"/>
                <a:gd name="T30" fmla="*/ 0 w 3492"/>
                <a:gd name="T31" fmla="*/ 1589 h 3459"/>
                <a:gd name="T32" fmla="*/ 48 w 3492"/>
                <a:gd name="T33" fmla="*/ 1469 h 3459"/>
                <a:gd name="T34" fmla="*/ 1402 w 3492"/>
                <a:gd name="T35" fmla="*/ 54 h 3459"/>
                <a:gd name="T36" fmla="*/ 1526 w 3492"/>
                <a:gd name="T37" fmla="*/ 0 h 3459"/>
                <a:gd name="T38" fmla="*/ 1640 w 3492"/>
                <a:gd name="T39" fmla="*/ 46 h 3459"/>
                <a:gd name="T40" fmla="*/ 3424 w 3492"/>
                <a:gd name="T41" fmla="*/ 1752 h 3459"/>
                <a:gd name="T42" fmla="*/ 3427 w 3492"/>
                <a:gd name="T43" fmla="*/ 1990 h 3459"/>
                <a:gd name="T44" fmla="*/ 2073 w 3492"/>
                <a:gd name="T45" fmla="*/ 3406 h 3459"/>
                <a:gd name="T46" fmla="*/ 1949 w 3492"/>
                <a:gd name="T47" fmla="*/ 3459 h 3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2" h="3459">
                  <a:moveTo>
                    <a:pt x="1526" y="151"/>
                  </a:moveTo>
                  <a:cubicBezTo>
                    <a:pt x="1523" y="151"/>
                    <a:pt x="1516" y="151"/>
                    <a:pt x="1511" y="157"/>
                  </a:cubicBezTo>
                  <a:lnTo>
                    <a:pt x="157" y="1573"/>
                  </a:lnTo>
                  <a:cubicBezTo>
                    <a:pt x="151" y="1579"/>
                    <a:pt x="150" y="1585"/>
                    <a:pt x="150" y="1588"/>
                  </a:cubicBezTo>
                  <a:cubicBezTo>
                    <a:pt x="150" y="1592"/>
                    <a:pt x="151" y="1596"/>
                    <a:pt x="155" y="1599"/>
                  </a:cubicBezTo>
                  <a:lnTo>
                    <a:pt x="1938" y="3305"/>
                  </a:lnTo>
                  <a:cubicBezTo>
                    <a:pt x="1941" y="3308"/>
                    <a:pt x="1945" y="3309"/>
                    <a:pt x="1949" y="3309"/>
                  </a:cubicBezTo>
                  <a:cubicBezTo>
                    <a:pt x="1952" y="3309"/>
                    <a:pt x="1959" y="3308"/>
                    <a:pt x="1964" y="3302"/>
                  </a:cubicBezTo>
                  <a:lnTo>
                    <a:pt x="3318" y="1886"/>
                  </a:lnTo>
                  <a:cubicBezTo>
                    <a:pt x="3326" y="1878"/>
                    <a:pt x="3327" y="1866"/>
                    <a:pt x="3320" y="1860"/>
                  </a:cubicBezTo>
                  <a:lnTo>
                    <a:pt x="1536" y="154"/>
                  </a:lnTo>
                  <a:cubicBezTo>
                    <a:pt x="1534" y="152"/>
                    <a:pt x="1530" y="151"/>
                    <a:pt x="1526" y="151"/>
                  </a:cubicBezTo>
                  <a:close/>
                  <a:moveTo>
                    <a:pt x="1949" y="3459"/>
                  </a:moveTo>
                  <a:cubicBezTo>
                    <a:pt x="1906" y="3459"/>
                    <a:pt x="1865" y="3443"/>
                    <a:pt x="1835" y="3413"/>
                  </a:cubicBezTo>
                  <a:lnTo>
                    <a:pt x="51" y="1708"/>
                  </a:lnTo>
                  <a:cubicBezTo>
                    <a:pt x="18" y="1677"/>
                    <a:pt x="0" y="1634"/>
                    <a:pt x="0" y="1589"/>
                  </a:cubicBezTo>
                  <a:cubicBezTo>
                    <a:pt x="0" y="1545"/>
                    <a:pt x="17" y="1502"/>
                    <a:pt x="48" y="1469"/>
                  </a:cubicBezTo>
                  <a:lnTo>
                    <a:pt x="1402" y="54"/>
                  </a:lnTo>
                  <a:cubicBezTo>
                    <a:pt x="1434" y="20"/>
                    <a:pt x="1480" y="0"/>
                    <a:pt x="1526" y="0"/>
                  </a:cubicBezTo>
                  <a:cubicBezTo>
                    <a:pt x="1569" y="0"/>
                    <a:pt x="1609" y="17"/>
                    <a:pt x="1640" y="46"/>
                  </a:cubicBezTo>
                  <a:lnTo>
                    <a:pt x="3424" y="1752"/>
                  </a:lnTo>
                  <a:cubicBezTo>
                    <a:pt x="3490" y="1815"/>
                    <a:pt x="3492" y="1922"/>
                    <a:pt x="3427" y="1990"/>
                  </a:cubicBezTo>
                  <a:lnTo>
                    <a:pt x="2073" y="3406"/>
                  </a:lnTo>
                  <a:cubicBezTo>
                    <a:pt x="2040" y="3440"/>
                    <a:pt x="1995" y="3459"/>
                    <a:pt x="1949" y="34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484">
              <a:extLst>
                <a:ext uri="{FF2B5EF4-FFF2-40B4-BE49-F238E27FC236}">
                  <a16:creationId xmlns:a16="http://schemas.microsoft.com/office/drawing/2014/main" id="{6ABA53C7-B992-FCD0-F538-37EB79DD3E51}"/>
                </a:ext>
              </a:extLst>
            </p:cNvPr>
            <p:cNvSpPr>
              <a:spLocks/>
            </p:cNvSpPr>
            <p:nvPr/>
          </p:nvSpPr>
          <p:spPr bwMode="auto">
            <a:xfrm>
              <a:off x="3162301" y="1735138"/>
              <a:ext cx="320675" cy="307975"/>
            </a:xfrm>
            <a:custGeom>
              <a:avLst/>
              <a:gdLst>
                <a:gd name="T0" fmla="*/ 2671 w 2754"/>
                <a:gd name="T1" fmla="*/ 2632 h 2632"/>
                <a:gd name="T2" fmla="*/ 2619 w 2754"/>
                <a:gd name="T3" fmla="*/ 2611 h 2632"/>
                <a:gd name="T4" fmla="*/ 31 w 2754"/>
                <a:gd name="T5" fmla="*/ 137 h 2632"/>
                <a:gd name="T6" fmla="*/ 29 w 2754"/>
                <a:gd name="T7" fmla="*/ 31 h 2632"/>
                <a:gd name="T8" fmla="*/ 135 w 2754"/>
                <a:gd name="T9" fmla="*/ 28 h 2632"/>
                <a:gd name="T10" fmla="*/ 2723 w 2754"/>
                <a:gd name="T11" fmla="*/ 2503 h 2632"/>
                <a:gd name="T12" fmla="*/ 2725 w 2754"/>
                <a:gd name="T13" fmla="*/ 2609 h 2632"/>
                <a:gd name="T14" fmla="*/ 2671 w 2754"/>
                <a:gd name="T15" fmla="*/ 2632 h 26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4" h="2632">
                  <a:moveTo>
                    <a:pt x="2671" y="2632"/>
                  </a:moveTo>
                  <a:cubicBezTo>
                    <a:pt x="2652" y="2632"/>
                    <a:pt x="2633" y="2625"/>
                    <a:pt x="2619" y="2611"/>
                  </a:cubicBezTo>
                  <a:lnTo>
                    <a:pt x="31" y="137"/>
                  </a:lnTo>
                  <a:cubicBezTo>
                    <a:pt x="1" y="108"/>
                    <a:pt x="0" y="61"/>
                    <a:pt x="29" y="31"/>
                  </a:cubicBezTo>
                  <a:cubicBezTo>
                    <a:pt x="57" y="1"/>
                    <a:pt x="105" y="0"/>
                    <a:pt x="135" y="28"/>
                  </a:cubicBezTo>
                  <a:lnTo>
                    <a:pt x="2723" y="2503"/>
                  </a:lnTo>
                  <a:cubicBezTo>
                    <a:pt x="2753" y="2531"/>
                    <a:pt x="2754" y="2579"/>
                    <a:pt x="2725" y="2609"/>
                  </a:cubicBezTo>
                  <a:cubicBezTo>
                    <a:pt x="2710" y="2624"/>
                    <a:pt x="2690" y="2632"/>
                    <a:pt x="2671" y="26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Briefcase10" descr="{&quot;Key&quot;:&quot;POWER_USER_SHAPE_ICON&quot;,&quot;Value&quot;:&quot;POWER_USER_SHAPE_ICON_STYLE_1&quot;}">
            <a:extLst>
              <a:ext uri="{FF2B5EF4-FFF2-40B4-BE49-F238E27FC236}">
                <a16:creationId xmlns:a16="http://schemas.microsoft.com/office/drawing/2014/main" id="{7EAF9176-30BC-B890-41BD-BBC1021CE24B}"/>
              </a:ext>
            </a:extLst>
          </p:cNvPr>
          <p:cNvGrpSpPr>
            <a:grpSpLocks noChangeAspect="1"/>
          </p:cNvGrpSpPr>
          <p:nvPr/>
        </p:nvGrpSpPr>
        <p:grpSpPr>
          <a:xfrm>
            <a:off x="7216291" y="1392161"/>
            <a:ext cx="421927" cy="336934"/>
            <a:chOff x="7331076" y="1797050"/>
            <a:chExt cx="441325" cy="352425"/>
          </a:xfrm>
          <a:solidFill>
            <a:schemeClr val="accent5"/>
          </a:solidFill>
        </p:grpSpPr>
        <p:sp>
          <p:nvSpPr>
            <p:cNvPr id="130" name="Freeform 198">
              <a:extLst>
                <a:ext uri="{FF2B5EF4-FFF2-40B4-BE49-F238E27FC236}">
                  <a16:creationId xmlns:a16="http://schemas.microsoft.com/office/drawing/2014/main" id="{9B36C309-EC5F-655A-1006-10109A10CF1D}"/>
                </a:ext>
              </a:extLst>
            </p:cNvPr>
            <p:cNvSpPr>
              <a:spLocks noEditPoints="1"/>
            </p:cNvSpPr>
            <p:nvPr/>
          </p:nvSpPr>
          <p:spPr bwMode="auto">
            <a:xfrm>
              <a:off x="7331076" y="1847850"/>
              <a:ext cx="439738" cy="301625"/>
            </a:xfrm>
            <a:custGeom>
              <a:avLst/>
              <a:gdLst>
                <a:gd name="T0" fmla="*/ 26 w 482"/>
                <a:gd name="T1" fmla="*/ 14 h 330"/>
                <a:gd name="T2" fmla="*/ 15 w 482"/>
                <a:gd name="T3" fmla="*/ 26 h 330"/>
                <a:gd name="T4" fmla="*/ 15 w 482"/>
                <a:gd name="T5" fmla="*/ 305 h 330"/>
                <a:gd name="T6" fmla="*/ 26 w 482"/>
                <a:gd name="T7" fmla="*/ 316 h 330"/>
                <a:gd name="T8" fmla="*/ 457 w 482"/>
                <a:gd name="T9" fmla="*/ 316 h 330"/>
                <a:gd name="T10" fmla="*/ 468 w 482"/>
                <a:gd name="T11" fmla="*/ 305 h 330"/>
                <a:gd name="T12" fmla="*/ 468 w 482"/>
                <a:gd name="T13" fmla="*/ 26 h 330"/>
                <a:gd name="T14" fmla="*/ 457 w 482"/>
                <a:gd name="T15" fmla="*/ 14 h 330"/>
                <a:gd name="T16" fmla="*/ 26 w 482"/>
                <a:gd name="T17" fmla="*/ 14 h 330"/>
                <a:gd name="T18" fmla="*/ 457 w 482"/>
                <a:gd name="T19" fmla="*/ 330 h 330"/>
                <a:gd name="T20" fmla="*/ 26 w 482"/>
                <a:gd name="T21" fmla="*/ 330 h 330"/>
                <a:gd name="T22" fmla="*/ 0 w 482"/>
                <a:gd name="T23" fmla="*/ 305 h 330"/>
                <a:gd name="T24" fmla="*/ 0 w 482"/>
                <a:gd name="T25" fmla="*/ 26 h 330"/>
                <a:gd name="T26" fmla="*/ 26 w 482"/>
                <a:gd name="T27" fmla="*/ 0 h 330"/>
                <a:gd name="T28" fmla="*/ 457 w 482"/>
                <a:gd name="T29" fmla="*/ 0 h 330"/>
                <a:gd name="T30" fmla="*/ 482 w 482"/>
                <a:gd name="T31" fmla="*/ 26 h 330"/>
                <a:gd name="T32" fmla="*/ 482 w 482"/>
                <a:gd name="T33" fmla="*/ 305 h 330"/>
                <a:gd name="T34" fmla="*/ 457 w 482"/>
                <a:gd name="T35"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2" h="330">
                  <a:moveTo>
                    <a:pt x="26" y="14"/>
                  </a:moveTo>
                  <a:cubicBezTo>
                    <a:pt x="20" y="14"/>
                    <a:pt x="15" y="19"/>
                    <a:pt x="15" y="26"/>
                  </a:cubicBezTo>
                  <a:lnTo>
                    <a:pt x="15" y="305"/>
                  </a:lnTo>
                  <a:cubicBezTo>
                    <a:pt x="15" y="311"/>
                    <a:pt x="20" y="316"/>
                    <a:pt x="26" y="316"/>
                  </a:cubicBezTo>
                  <a:lnTo>
                    <a:pt x="457" y="316"/>
                  </a:lnTo>
                  <a:cubicBezTo>
                    <a:pt x="463" y="316"/>
                    <a:pt x="468" y="311"/>
                    <a:pt x="468" y="305"/>
                  </a:cubicBezTo>
                  <a:lnTo>
                    <a:pt x="468" y="26"/>
                  </a:lnTo>
                  <a:cubicBezTo>
                    <a:pt x="468" y="19"/>
                    <a:pt x="463" y="14"/>
                    <a:pt x="457" y="14"/>
                  </a:cubicBezTo>
                  <a:lnTo>
                    <a:pt x="26" y="14"/>
                  </a:lnTo>
                  <a:close/>
                  <a:moveTo>
                    <a:pt x="457" y="330"/>
                  </a:moveTo>
                  <a:lnTo>
                    <a:pt x="26" y="330"/>
                  </a:lnTo>
                  <a:cubicBezTo>
                    <a:pt x="12" y="330"/>
                    <a:pt x="0" y="319"/>
                    <a:pt x="0" y="305"/>
                  </a:cubicBezTo>
                  <a:lnTo>
                    <a:pt x="0" y="26"/>
                  </a:lnTo>
                  <a:cubicBezTo>
                    <a:pt x="0" y="11"/>
                    <a:pt x="12" y="0"/>
                    <a:pt x="26" y="0"/>
                  </a:cubicBezTo>
                  <a:lnTo>
                    <a:pt x="457" y="0"/>
                  </a:lnTo>
                  <a:cubicBezTo>
                    <a:pt x="471" y="0"/>
                    <a:pt x="482" y="11"/>
                    <a:pt x="482" y="26"/>
                  </a:cubicBezTo>
                  <a:lnTo>
                    <a:pt x="482" y="305"/>
                  </a:lnTo>
                  <a:cubicBezTo>
                    <a:pt x="482" y="319"/>
                    <a:pt x="471" y="330"/>
                    <a:pt x="45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99">
              <a:extLst>
                <a:ext uri="{FF2B5EF4-FFF2-40B4-BE49-F238E27FC236}">
                  <a16:creationId xmlns:a16="http://schemas.microsoft.com/office/drawing/2014/main" id="{8B776013-955F-CA1E-13B3-72962E2C5E59}"/>
                </a:ext>
              </a:extLst>
            </p:cNvPr>
            <p:cNvSpPr>
              <a:spLocks/>
            </p:cNvSpPr>
            <p:nvPr/>
          </p:nvSpPr>
          <p:spPr bwMode="auto">
            <a:xfrm>
              <a:off x="7478713" y="1797050"/>
              <a:ext cx="150813" cy="63500"/>
            </a:xfrm>
            <a:custGeom>
              <a:avLst/>
              <a:gdLst>
                <a:gd name="T0" fmla="*/ 157 w 165"/>
                <a:gd name="T1" fmla="*/ 69 h 69"/>
                <a:gd name="T2" fmla="*/ 150 w 165"/>
                <a:gd name="T3" fmla="*/ 62 h 69"/>
                <a:gd name="T4" fmla="*/ 150 w 165"/>
                <a:gd name="T5" fmla="*/ 14 h 69"/>
                <a:gd name="T6" fmla="*/ 15 w 165"/>
                <a:gd name="T7" fmla="*/ 14 h 69"/>
                <a:gd name="T8" fmla="*/ 15 w 165"/>
                <a:gd name="T9" fmla="*/ 62 h 69"/>
                <a:gd name="T10" fmla="*/ 7 w 165"/>
                <a:gd name="T11" fmla="*/ 69 h 69"/>
                <a:gd name="T12" fmla="*/ 0 w 165"/>
                <a:gd name="T13" fmla="*/ 62 h 69"/>
                <a:gd name="T14" fmla="*/ 0 w 165"/>
                <a:gd name="T15" fmla="*/ 7 h 69"/>
                <a:gd name="T16" fmla="*/ 7 w 165"/>
                <a:gd name="T17" fmla="*/ 0 h 69"/>
                <a:gd name="T18" fmla="*/ 157 w 165"/>
                <a:gd name="T19" fmla="*/ 0 h 69"/>
                <a:gd name="T20" fmla="*/ 165 w 165"/>
                <a:gd name="T21" fmla="*/ 7 h 69"/>
                <a:gd name="T22" fmla="*/ 165 w 165"/>
                <a:gd name="T23" fmla="*/ 62 h 69"/>
                <a:gd name="T24" fmla="*/ 157 w 165"/>
                <a:gd name="T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69">
                  <a:moveTo>
                    <a:pt x="157" y="69"/>
                  </a:moveTo>
                  <a:cubicBezTo>
                    <a:pt x="153" y="69"/>
                    <a:pt x="150" y="66"/>
                    <a:pt x="150" y="62"/>
                  </a:cubicBezTo>
                  <a:lnTo>
                    <a:pt x="150" y="14"/>
                  </a:lnTo>
                  <a:lnTo>
                    <a:pt x="15" y="14"/>
                  </a:lnTo>
                  <a:lnTo>
                    <a:pt x="15" y="62"/>
                  </a:lnTo>
                  <a:cubicBezTo>
                    <a:pt x="15" y="66"/>
                    <a:pt x="11" y="69"/>
                    <a:pt x="7" y="69"/>
                  </a:cubicBezTo>
                  <a:cubicBezTo>
                    <a:pt x="3" y="69"/>
                    <a:pt x="0" y="66"/>
                    <a:pt x="0" y="62"/>
                  </a:cubicBezTo>
                  <a:lnTo>
                    <a:pt x="0" y="7"/>
                  </a:lnTo>
                  <a:cubicBezTo>
                    <a:pt x="0" y="3"/>
                    <a:pt x="3" y="0"/>
                    <a:pt x="7" y="0"/>
                  </a:cubicBezTo>
                  <a:lnTo>
                    <a:pt x="157" y="0"/>
                  </a:lnTo>
                  <a:cubicBezTo>
                    <a:pt x="161" y="0"/>
                    <a:pt x="165" y="3"/>
                    <a:pt x="165" y="7"/>
                  </a:cubicBezTo>
                  <a:lnTo>
                    <a:pt x="165" y="62"/>
                  </a:lnTo>
                  <a:cubicBezTo>
                    <a:pt x="165" y="66"/>
                    <a:pt x="161" y="69"/>
                    <a:pt x="157"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
              <a:extLst>
                <a:ext uri="{FF2B5EF4-FFF2-40B4-BE49-F238E27FC236}">
                  <a16:creationId xmlns:a16="http://schemas.microsoft.com/office/drawing/2014/main" id="{E41239EF-8E14-CE14-1B41-5A66BA4579EC}"/>
                </a:ext>
              </a:extLst>
            </p:cNvPr>
            <p:cNvSpPr>
              <a:spLocks noEditPoints="1"/>
            </p:cNvSpPr>
            <p:nvPr/>
          </p:nvSpPr>
          <p:spPr bwMode="auto">
            <a:xfrm>
              <a:off x="742473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7 w 62"/>
                <a:gd name="T11" fmla="*/ 66 h 90"/>
                <a:gd name="T12" fmla="*/ 47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7" y="71"/>
                    <a:pt x="47" y="66"/>
                  </a:cubicBezTo>
                  <a:lnTo>
                    <a:pt x="47" y="24"/>
                  </a:lnTo>
                  <a:cubicBezTo>
                    <a:pt x="47"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1">
              <a:extLst>
                <a:ext uri="{FF2B5EF4-FFF2-40B4-BE49-F238E27FC236}">
                  <a16:creationId xmlns:a16="http://schemas.microsoft.com/office/drawing/2014/main" id="{691079FA-6352-1BC2-239B-FFAFEE6AE7BD}"/>
                </a:ext>
              </a:extLst>
            </p:cNvPr>
            <p:cNvSpPr>
              <a:spLocks noEditPoints="1"/>
            </p:cNvSpPr>
            <p:nvPr/>
          </p:nvSpPr>
          <p:spPr bwMode="auto">
            <a:xfrm>
              <a:off x="762158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8 w 62"/>
                <a:gd name="T11" fmla="*/ 66 h 90"/>
                <a:gd name="T12" fmla="*/ 48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8" y="71"/>
                    <a:pt x="48" y="66"/>
                  </a:cubicBezTo>
                  <a:lnTo>
                    <a:pt x="48" y="24"/>
                  </a:lnTo>
                  <a:cubicBezTo>
                    <a:pt x="48"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02">
              <a:extLst>
                <a:ext uri="{FF2B5EF4-FFF2-40B4-BE49-F238E27FC236}">
                  <a16:creationId xmlns:a16="http://schemas.microsoft.com/office/drawing/2014/main" id="{850D3820-4158-1F57-B0BE-80E6C00E929E}"/>
                </a:ext>
              </a:extLst>
            </p:cNvPr>
            <p:cNvSpPr>
              <a:spLocks/>
            </p:cNvSpPr>
            <p:nvPr/>
          </p:nvSpPr>
          <p:spPr bwMode="auto">
            <a:xfrm>
              <a:off x="7331076" y="1933575"/>
              <a:ext cx="85725" cy="71438"/>
            </a:xfrm>
            <a:custGeom>
              <a:avLst/>
              <a:gdLst>
                <a:gd name="T0" fmla="*/ 86 w 94"/>
                <a:gd name="T1" fmla="*/ 78 h 78"/>
                <a:gd name="T2" fmla="*/ 71 w 94"/>
                <a:gd name="T3" fmla="*/ 78 h 78"/>
                <a:gd name="T4" fmla="*/ 66 w 94"/>
                <a:gd name="T5" fmla="*/ 76 h 78"/>
                <a:gd name="T6" fmla="*/ 3 w 94"/>
                <a:gd name="T7" fmla="*/ 13 h 78"/>
                <a:gd name="T8" fmla="*/ 3 w 94"/>
                <a:gd name="T9" fmla="*/ 3 h 78"/>
                <a:gd name="T10" fmla="*/ 13 w 94"/>
                <a:gd name="T11" fmla="*/ 3 h 78"/>
                <a:gd name="T12" fmla="*/ 74 w 94"/>
                <a:gd name="T13" fmla="*/ 63 h 78"/>
                <a:gd name="T14" fmla="*/ 86 w 94"/>
                <a:gd name="T15" fmla="*/ 63 h 78"/>
                <a:gd name="T16" fmla="*/ 94 w 94"/>
                <a:gd name="T17" fmla="*/ 71 h 78"/>
                <a:gd name="T18" fmla="*/ 86 w 94"/>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78">
                  <a:moveTo>
                    <a:pt x="86" y="78"/>
                  </a:moveTo>
                  <a:lnTo>
                    <a:pt x="71" y="78"/>
                  </a:lnTo>
                  <a:cubicBezTo>
                    <a:pt x="69" y="78"/>
                    <a:pt x="68" y="77"/>
                    <a:pt x="66" y="76"/>
                  </a:cubicBezTo>
                  <a:lnTo>
                    <a:pt x="3" y="13"/>
                  </a:lnTo>
                  <a:cubicBezTo>
                    <a:pt x="0" y="10"/>
                    <a:pt x="0" y="5"/>
                    <a:pt x="3" y="3"/>
                  </a:cubicBezTo>
                  <a:cubicBezTo>
                    <a:pt x="6" y="0"/>
                    <a:pt x="11" y="0"/>
                    <a:pt x="13" y="3"/>
                  </a:cubicBezTo>
                  <a:lnTo>
                    <a:pt x="74" y="63"/>
                  </a:lnTo>
                  <a:lnTo>
                    <a:pt x="86" y="63"/>
                  </a:lnTo>
                  <a:cubicBezTo>
                    <a:pt x="90" y="63"/>
                    <a:pt x="94" y="67"/>
                    <a:pt x="94" y="71"/>
                  </a:cubicBezTo>
                  <a:cubicBezTo>
                    <a:pt x="94" y="75"/>
                    <a:pt x="90" y="78"/>
                    <a:pt x="8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03">
              <a:extLst>
                <a:ext uri="{FF2B5EF4-FFF2-40B4-BE49-F238E27FC236}">
                  <a16:creationId xmlns:a16="http://schemas.microsoft.com/office/drawing/2014/main" id="{9E70745D-5F7D-C902-AC25-2D248FC3B40C}"/>
                </a:ext>
              </a:extLst>
            </p:cNvPr>
            <p:cNvSpPr>
              <a:spLocks/>
            </p:cNvSpPr>
            <p:nvPr/>
          </p:nvSpPr>
          <p:spPr bwMode="auto">
            <a:xfrm>
              <a:off x="7686676" y="1933575"/>
              <a:ext cx="85725" cy="71438"/>
            </a:xfrm>
            <a:custGeom>
              <a:avLst/>
              <a:gdLst>
                <a:gd name="T0" fmla="*/ 22 w 93"/>
                <a:gd name="T1" fmla="*/ 78 h 78"/>
                <a:gd name="T2" fmla="*/ 7 w 93"/>
                <a:gd name="T3" fmla="*/ 78 h 78"/>
                <a:gd name="T4" fmla="*/ 0 w 93"/>
                <a:gd name="T5" fmla="*/ 71 h 78"/>
                <a:gd name="T6" fmla="*/ 7 w 93"/>
                <a:gd name="T7" fmla="*/ 63 h 78"/>
                <a:gd name="T8" fmla="*/ 19 w 93"/>
                <a:gd name="T9" fmla="*/ 63 h 78"/>
                <a:gd name="T10" fmla="*/ 80 w 93"/>
                <a:gd name="T11" fmla="*/ 3 h 78"/>
                <a:gd name="T12" fmla="*/ 90 w 93"/>
                <a:gd name="T13" fmla="*/ 3 h 78"/>
                <a:gd name="T14" fmla="*/ 90 w 93"/>
                <a:gd name="T15" fmla="*/ 13 h 78"/>
                <a:gd name="T16" fmla="*/ 27 w 93"/>
                <a:gd name="T17" fmla="*/ 76 h 78"/>
                <a:gd name="T18" fmla="*/ 22 w 93"/>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78">
                  <a:moveTo>
                    <a:pt x="22" y="78"/>
                  </a:moveTo>
                  <a:lnTo>
                    <a:pt x="7" y="78"/>
                  </a:lnTo>
                  <a:cubicBezTo>
                    <a:pt x="3" y="78"/>
                    <a:pt x="0" y="75"/>
                    <a:pt x="0" y="71"/>
                  </a:cubicBezTo>
                  <a:cubicBezTo>
                    <a:pt x="0" y="67"/>
                    <a:pt x="3" y="63"/>
                    <a:pt x="7" y="63"/>
                  </a:cubicBezTo>
                  <a:lnTo>
                    <a:pt x="19" y="63"/>
                  </a:lnTo>
                  <a:lnTo>
                    <a:pt x="80" y="3"/>
                  </a:lnTo>
                  <a:cubicBezTo>
                    <a:pt x="83" y="0"/>
                    <a:pt x="87" y="0"/>
                    <a:pt x="90" y="3"/>
                  </a:cubicBezTo>
                  <a:cubicBezTo>
                    <a:pt x="93" y="5"/>
                    <a:pt x="93" y="10"/>
                    <a:pt x="90" y="13"/>
                  </a:cubicBezTo>
                  <a:lnTo>
                    <a:pt x="27" y="76"/>
                  </a:lnTo>
                  <a:cubicBezTo>
                    <a:pt x="26" y="77"/>
                    <a:pt x="24" y="78"/>
                    <a:pt x="22"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04">
              <a:extLst>
                <a:ext uri="{FF2B5EF4-FFF2-40B4-BE49-F238E27FC236}">
                  <a16:creationId xmlns:a16="http://schemas.microsoft.com/office/drawing/2014/main" id="{158FAF2A-4A00-FDAF-E27E-4748E3E86C54}"/>
                </a:ext>
              </a:extLst>
            </p:cNvPr>
            <p:cNvSpPr>
              <a:spLocks/>
            </p:cNvSpPr>
            <p:nvPr/>
          </p:nvSpPr>
          <p:spPr bwMode="auto">
            <a:xfrm>
              <a:off x="7486651" y="1992313"/>
              <a:ext cx="130175" cy="12700"/>
            </a:xfrm>
            <a:custGeom>
              <a:avLst/>
              <a:gdLst>
                <a:gd name="T0" fmla="*/ 135 w 142"/>
                <a:gd name="T1" fmla="*/ 14 h 14"/>
                <a:gd name="T2" fmla="*/ 7 w 142"/>
                <a:gd name="T3" fmla="*/ 14 h 14"/>
                <a:gd name="T4" fmla="*/ 0 w 142"/>
                <a:gd name="T5" fmla="*/ 7 h 14"/>
                <a:gd name="T6" fmla="*/ 7 w 142"/>
                <a:gd name="T7" fmla="*/ 0 h 14"/>
                <a:gd name="T8" fmla="*/ 135 w 142"/>
                <a:gd name="T9" fmla="*/ 0 h 14"/>
                <a:gd name="T10" fmla="*/ 142 w 142"/>
                <a:gd name="T11" fmla="*/ 7 h 14"/>
                <a:gd name="T12" fmla="*/ 135 w 14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2" h="14">
                  <a:moveTo>
                    <a:pt x="135" y="14"/>
                  </a:moveTo>
                  <a:lnTo>
                    <a:pt x="7" y="14"/>
                  </a:lnTo>
                  <a:cubicBezTo>
                    <a:pt x="3" y="14"/>
                    <a:pt x="0" y="11"/>
                    <a:pt x="0" y="7"/>
                  </a:cubicBezTo>
                  <a:cubicBezTo>
                    <a:pt x="0" y="3"/>
                    <a:pt x="3" y="0"/>
                    <a:pt x="7" y="0"/>
                  </a:cubicBezTo>
                  <a:lnTo>
                    <a:pt x="135" y="0"/>
                  </a:lnTo>
                  <a:cubicBezTo>
                    <a:pt x="139" y="0"/>
                    <a:pt x="142" y="3"/>
                    <a:pt x="142" y="7"/>
                  </a:cubicBezTo>
                  <a:cubicBezTo>
                    <a:pt x="142" y="11"/>
                    <a:pt x="139" y="14"/>
                    <a:pt x="13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Rectangle 2">
            <a:extLst>
              <a:ext uri="{FF2B5EF4-FFF2-40B4-BE49-F238E27FC236}">
                <a16:creationId xmlns:a16="http://schemas.microsoft.com/office/drawing/2014/main" id="{CF8FF7B0-2A05-A2B4-679B-E70C0C09C3AA}"/>
              </a:ext>
            </a:extLst>
          </p:cNvPr>
          <p:cNvSpPr/>
          <p:nvPr/>
        </p:nvSpPr>
        <p:spPr>
          <a:xfrm>
            <a:off x="2608735" y="1158859"/>
            <a:ext cx="45719" cy="144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 name="Rectangle 136">
            <a:extLst>
              <a:ext uri="{FF2B5EF4-FFF2-40B4-BE49-F238E27FC236}">
                <a16:creationId xmlns:a16="http://schemas.microsoft.com/office/drawing/2014/main" id="{B7FC477C-8468-49C5-BAE0-A84FB0927929}"/>
              </a:ext>
            </a:extLst>
          </p:cNvPr>
          <p:cNvSpPr/>
          <p:nvPr/>
        </p:nvSpPr>
        <p:spPr>
          <a:xfrm>
            <a:off x="2606198" y="2890097"/>
            <a:ext cx="45719" cy="172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8" name="Rectangle 137">
            <a:extLst>
              <a:ext uri="{FF2B5EF4-FFF2-40B4-BE49-F238E27FC236}">
                <a16:creationId xmlns:a16="http://schemas.microsoft.com/office/drawing/2014/main" id="{156DB95F-6E8A-45E4-2449-807222183B9A}"/>
              </a:ext>
            </a:extLst>
          </p:cNvPr>
          <p:cNvSpPr/>
          <p:nvPr/>
        </p:nvSpPr>
        <p:spPr>
          <a:xfrm>
            <a:off x="2615717" y="4868813"/>
            <a:ext cx="45719" cy="133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9" name="Rectangle 138">
            <a:extLst>
              <a:ext uri="{FF2B5EF4-FFF2-40B4-BE49-F238E27FC236}">
                <a16:creationId xmlns:a16="http://schemas.microsoft.com/office/drawing/2014/main" id="{CA001177-FA72-7BE4-0ED9-4241F7BB405A}"/>
              </a:ext>
            </a:extLst>
          </p:cNvPr>
          <p:cNvSpPr/>
          <p:nvPr/>
        </p:nvSpPr>
        <p:spPr>
          <a:xfrm>
            <a:off x="7118659" y="1158859"/>
            <a:ext cx="45719" cy="503808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0" name="Telecommunications" descr="{&quot;Key&quot;:&quot;POWER_USER_SHAPE_ICON&quot;,&quot;Value&quot;:&quot;POWER_USER_SHAPE_ICON_STYLE_1&quot;}">
            <a:extLst>
              <a:ext uri="{FF2B5EF4-FFF2-40B4-BE49-F238E27FC236}">
                <a16:creationId xmlns:a16="http://schemas.microsoft.com/office/drawing/2014/main" id="{C78FF006-F8C7-68FB-DD9C-1BB72B01258B}"/>
              </a:ext>
            </a:extLst>
          </p:cNvPr>
          <p:cNvGrpSpPr>
            <a:grpSpLocks noChangeAspect="1"/>
          </p:cNvGrpSpPr>
          <p:nvPr/>
        </p:nvGrpSpPr>
        <p:grpSpPr>
          <a:xfrm>
            <a:off x="2909290" y="3521075"/>
            <a:ext cx="219515" cy="242796"/>
            <a:chOff x="6443663" y="2062163"/>
            <a:chExt cx="209550" cy="231775"/>
          </a:xfrm>
          <a:solidFill>
            <a:schemeClr val="accent3"/>
          </a:solidFill>
        </p:grpSpPr>
        <p:sp>
          <p:nvSpPr>
            <p:cNvPr id="141" name="Freeform 3067">
              <a:extLst>
                <a:ext uri="{FF2B5EF4-FFF2-40B4-BE49-F238E27FC236}">
                  <a16:creationId xmlns:a16="http://schemas.microsoft.com/office/drawing/2014/main" id="{22CEF1EA-C6F8-3627-4A3B-B4EDD31516C6}"/>
                </a:ext>
              </a:extLst>
            </p:cNvPr>
            <p:cNvSpPr>
              <a:spLocks noEditPoints="1"/>
            </p:cNvSpPr>
            <p:nvPr/>
          </p:nvSpPr>
          <p:spPr bwMode="auto">
            <a:xfrm>
              <a:off x="6443663" y="2105025"/>
              <a:ext cx="209550" cy="149225"/>
            </a:xfrm>
            <a:custGeom>
              <a:avLst/>
              <a:gdLst>
                <a:gd name="T0" fmla="*/ 904 w 5761"/>
                <a:gd name="T1" fmla="*/ 200 h 4102"/>
                <a:gd name="T2" fmla="*/ 358 w 5761"/>
                <a:gd name="T3" fmla="*/ 402 h 4102"/>
                <a:gd name="T4" fmla="*/ 678 w 5761"/>
                <a:gd name="T5" fmla="*/ 1458 h 4102"/>
                <a:gd name="T6" fmla="*/ 2314 w 5761"/>
                <a:gd name="T7" fmla="*/ 2917 h 4102"/>
                <a:gd name="T8" fmla="*/ 4857 w 5761"/>
                <a:gd name="T9" fmla="*/ 3902 h 4102"/>
                <a:gd name="T10" fmla="*/ 5403 w 5761"/>
                <a:gd name="T11" fmla="*/ 3700 h 4102"/>
                <a:gd name="T12" fmla="*/ 5082 w 5761"/>
                <a:gd name="T13" fmla="*/ 2644 h 4102"/>
                <a:gd name="T14" fmla="*/ 3446 w 5761"/>
                <a:gd name="T15" fmla="*/ 1185 h 4102"/>
                <a:gd name="T16" fmla="*/ 904 w 5761"/>
                <a:gd name="T17" fmla="*/ 200 h 4102"/>
                <a:gd name="T18" fmla="*/ 4857 w 5761"/>
                <a:gd name="T19" fmla="*/ 4102 h 4102"/>
                <a:gd name="T20" fmla="*/ 2205 w 5761"/>
                <a:gd name="T21" fmla="*/ 3084 h 4102"/>
                <a:gd name="T22" fmla="*/ 518 w 5761"/>
                <a:gd name="T23" fmla="*/ 1577 h 4102"/>
                <a:gd name="T24" fmla="*/ 190 w 5761"/>
                <a:gd name="T25" fmla="*/ 292 h 4102"/>
                <a:gd name="T26" fmla="*/ 904 w 5761"/>
                <a:gd name="T27" fmla="*/ 0 h 4102"/>
                <a:gd name="T28" fmla="*/ 3556 w 5761"/>
                <a:gd name="T29" fmla="*/ 1017 h 4102"/>
                <a:gd name="T30" fmla="*/ 5243 w 5761"/>
                <a:gd name="T31" fmla="*/ 2524 h 4102"/>
                <a:gd name="T32" fmla="*/ 5570 w 5761"/>
                <a:gd name="T33" fmla="*/ 3809 h 4102"/>
                <a:gd name="T34" fmla="*/ 4857 w 5761"/>
                <a:gd name="T35" fmla="*/ 4102 h 4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61" h="4102">
                  <a:moveTo>
                    <a:pt x="904" y="200"/>
                  </a:moveTo>
                  <a:cubicBezTo>
                    <a:pt x="715" y="200"/>
                    <a:pt x="467" y="235"/>
                    <a:pt x="358" y="402"/>
                  </a:cubicBezTo>
                  <a:cubicBezTo>
                    <a:pt x="218" y="614"/>
                    <a:pt x="335" y="1000"/>
                    <a:pt x="678" y="1458"/>
                  </a:cubicBezTo>
                  <a:cubicBezTo>
                    <a:pt x="1047" y="1950"/>
                    <a:pt x="1628" y="2468"/>
                    <a:pt x="2314" y="2917"/>
                  </a:cubicBezTo>
                  <a:cubicBezTo>
                    <a:pt x="3244" y="3524"/>
                    <a:pt x="4217" y="3902"/>
                    <a:pt x="4857" y="3902"/>
                  </a:cubicBezTo>
                  <a:cubicBezTo>
                    <a:pt x="5046" y="3902"/>
                    <a:pt x="5294" y="3866"/>
                    <a:pt x="5403" y="3700"/>
                  </a:cubicBezTo>
                  <a:cubicBezTo>
                    <a:pt x="5542" y="3487"/>
                    <a:pt x="5425" y="3102"/>
                    <a:pt x="5082" y="2644"/>
                  </a:cubicBezTo>
                  <a:cubicBezTo>
                    <a:pt x="4714" y="2152"/>
                    <a:pt x="4133" y="1634"/>
                    <a:pt x="3446" y="1185"/>
                  </a:cubicBezTo>
                  <a:cubicBezTo>
                    <a:pt x="2517" y="578"/>
                    <a:pt x="1543" y="200"/>
                    <a:pt x="904" y="200"/>
                  </a:cubicBezTo>
                  <a:close/>
                  <a:moveTo>
                    <a:pt x="4857" y="4102"/>
                  </a:moveTo>
                  <a:cubicBezTo>
                    <a:pt x="4181" y="4102"/>
                    <a:pt x="3165" y="3712"/>
                    <a:pt x="2205" y="3084"/>
                  </a:cubicBezTo>
                  <a:cubicBezTo>
                    <a:pt x="1499" y="2623"/>
                    <a:pt x="900" y="2088"/>
                    <a:pt x="518" y="1577"/>
                  </a:cubicBezTo>
                  <a:cubicBezTo>
                    <a:pt x="116" y="1041"/>
                    <a:pt x="0" y="584"/>
                    <a:pt x="190" y="292"/>
                  </a:cubicBezTo>
                  <a:cubicBezTo>
                    <a:pt x="315" y="101"/>
                    <a:pt x="562" y="0"/>
                    <a:pt x="904" y="0"/>
                  </a:cubicBezTo>
                  <a:cubicBezTo>
                    <a:pt x="1580" y="0"/>
                    <a:pt x="2596" y="390"/>
                    <a:pt x="3556" y="1017"/>
                  </a:cubicBezTo>
                  <a:cubicBezTo>
                    <a:pt x="4262" y="1478"/>
                    <a:pt x="4861" y="2013"/>
                    <a:pt x="5243" y="2524"/>
                  </a:cubicBezTo>
                  <a:cubicBezTo>
                    <a:pt x="5645" y="3061"/>
                    <a:pt x="5761" y="3518"/>
                    <a:pt x="5570" y="3809"/>
                  </a:cubicBezTo>
                  <a:cubicBezTo>
                    <a:pt x="5445" y="4001"/>
                    <a:pt x="5199" y="4102"/>
                    <a:pt x="4857" y="41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3068">
              <a:extLst>
                <a:ext uri="{FF2B5EF4-FFF2-40B4-BE49-F238E27FC236}">
                  <a16:creationId xmlns:a16="http://schemas.microsoft.com/office/drawing/2014/main" id="{1B8E6AF0-4C82-748F-2EF3-075281EEBE19}"/>
                </a:ext>
              </a:extLst>
            </p:cNvPr>
            <p:cNvSpPr>
              <a:spLocks/>
            </p:cNvSpPr>
            <p:nvPr/>
          </p:nvSpPr>
          <p:spPr bwMode="auto">
            <a:xfrm>
              <a:off x="6521450" y="2063750"/>
              <a:ext cx="122238" cy="179388"/>
            </a:xfrm>
            <a:custGeom>
              <a:avLst/>
              <a:gdLst>
                <a:gd name="T0" fmla="*/ 73 w 77"/>
                <a:gd name="T1" fmla="*/ 113 h 113"/>
                <a:gd name="T2" fmla="*/ 60 w 77"/>
                <a:gd name="T3" fmla="*/ 8 h 113"/>
                <a:gd name="T4" fmla="*/ 4 w 77"/>
                <a:gd name="T5" fmla="*/ 94 h 113"/>
                <a:gd name="T6" fmla="*/ 0 w 77"/>
                <a:gd name="T7" fmla="*/ 92 h 113"/>
                <a:gd name="T8" fmla="*/ 59 w 77"/>
                <a:gd name="T9" fmla="*/ 0 h 113"/>
                <a:gd name="T10" fmla="*/ 64 w 77"/>
                <a:gd name="T11" fmla="*/ 1 h 113"/>
                <a:gd name="T12" fmla="*/ 77 w 77"/>
                <a:gd name="T13" fmla="*/ 112 h 113"/>
                <a:gd name="T14" fmla="*/ 73 w 77"/>
                <a:gd name="T15" fmla="*/ 113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13">
                  <a:moveTo>
                    <a:pt x="73" y="113"/>
                  </a:moveTo>
                  <a:lnTo>
                    <a:pt x="60" y="8"/>
                  </a:lnTo>
                  <a:lnTo>
                    <a:pt x="4" y="94"/>
                  </a:lnTo>
                  <a:lnTo>
                    <a:pt x="0" y="92"/>
                  </a:lnTo>
                  <a:lnTo>
                    <a:pt x="59" y="0"/>
                  </a:lnTo>
                  <a:lnTo>
                    <a:pt x="64" y="1"/>
                  </a:lnTo>
                  <a:lnTo>
                    <a:pt x="77" y="112"/>
                  </a:lnTo>
                  <a:lnTo>
                    <a:pt x="73" y="1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69">
              <a:extLst>
                <a:ext uri="{FF2B5EF4-FFF2-40B4-BE49-F238E27FC236}">
                  <a16:creationId xmlns:a16="http://schemas.microsoft.com/office/drawing/2014/main" id="{CDA01339-138B-1C13-108B-C821F7A90092}"/>
                </a:ext>
              </a:extLst>
            </p:cNvPr>
            <p:cNvSpPr>
              <a:spLocks/>
            </p:cNvSpPr>
            <p:nvPr/>
          </p:nvSpPr>
          <p:spPr bwMode="auto">
            <a:xfrm>
              <a:off x="6459538" y="2062163"/>
              <a:ext cx="163513" cy="52388"/>
            </a:xfrm>
            <a:custGeom>
              <a:avLst/>
              <a:gdLst>
                <a:gd name="T0" fmla="*/ 1 w 103"/>
                <a:gd name="T1" fmla="*/ 33 h 33"/>
                <a:gd name="T2" fmla="*/ 0 w 103"/>
                <a:gd name="T3" fmla="*/ 28 h 33"/>
                <a:gd name="T4" fmla="*/ 102 w 103"/>
                <a:gd name="T5" fmla="*/ 0 h 33"/>
                <a:gd name="T6" fmla="*/ 103 w 103"/>
                <a:gd name="T7" fmla="*/ 4 h 33"/>
                <a:gd name="T8" fmla="*/ 1 w 103"/>
                <a:gd name="T9" fmla="*/ 33 h 33"/>
              </a:gdLst>
              <a:ahLst/>
              <a:cxnLst>
                <a:cxn ang="0">
                  <a:pos x="T0" y="T1"/>
                </a:cxn>
                <a:cxn ang="0">
                  <a:pos x="T2" y="T3"/>
                </a:cxn>
                <a:cxn ang="0">
                  <a:pos x="T4" y="T5"/>
                </a:cxn>
                <a:cxn ang="0">
                  <a:pos x="T6" y="T7"/>
                </a:cxn>
                <a:cxn ang="0">
                  <a:pos x="T8" y="T9"/>
                </a:cxn>
              </a:cxnLst>
              <a:rect l="0" t="0" r="r" b="b"/>
              <a:pathLst>
                <a:path w="103" h="33">
                  <a:moveTo>
                    <a:pt x="1" y="33"/>
                  </a:moveTo>
                  <a:lnTo>
                    <a:pt x="0" y="28"/>
                  </a:lnTo>
                  <a:lnTo>
                    <a:pt x="102" y="0"/>
                  </a:lnTo>
                  <a:lnTo>
                    <a:pt x="103" y="4"/>
                  </a:lnTo>
                  <a:lnTo>
                    <a:pt x="1"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3070">
              <a:extLst>
                <a:ext uri="{FF2B5EF4-FFF2-40B4-BE49-F238E27FC236}">
                  <a16:creationId xmlns:a16="http://schemas.microsoft.com/office/drawing/2014/main" id="{715D84F5-203B-5095-8851-584E0E6C2285}"/>
                </a:ext>
              </a:extLst>
            </p:cNvPr>
            <p:cNvSpPr>
              <a:spLocks noChangeArrowheads="1"/>
            </p:cNvSpPr>
            <p:nvPr/>
          </p:nvSpPr>
          <p:spPr bwMode="auto">
            <a:xfrm>
              <a:off x="6521450" y="2239963"/>
              <a:ext cx="6350"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071">
              <a:extLst>
                <a:ext uri="{FF2B5EF4-FFF2-40B4-BE49-F238E27FC236}">
                  <a16:creationId xmlns:a16="http://schemas.microsoft.com/office/drawing/2014/main" id="{1F8931D3-446D-DDD6-11E2-0BF36471647D}"/>
                </a:ext>
              </a:extLst>
            </p:cNvPr>
            <p:cNvSpPr>
              <a:spLocks/>
            </p:cNvSpPr>
            <p:nvPr/>
          </p:nvSpPr>
          <p:spPr bwMode="auto">
            <a:xfrm>
              <a:off x="6467475" y="2262188"/>
              <a:ext cx="120650" cy="31750"/>
            </a:xfrm>
            <a:custGeom>
              <a:avLst/>
              <a:gdLst>
                <a:gd name="T0" fmla="*/ 1662 w 3323"/>
                <a:gd name="T1" fmla="*/ 872 h 872"/>
                <a:gd name="T2" fmla="*/ 0 w 3323"/>
                <a:gd name="T3" fmla="*/ 436 h 872"/>
                <a:gd name="T4" fmla="*/ 497 w 3323"/>
                <a:gd name="T5" fmla="*/ 110 h 872"/>
                <a:gd name="T6" fmla="*/ 1543 w 3323"/>
                <a:gd name="T7" fmla="*/ 1 h 872"/>
                <a:gd name="T8" fmla="*/ 1643 w 3323"/>
                <a:gd name="T9" fmla="*/ 0 h 872"/>
                <a:gd name="T10" fmla="*/ 1646 w 3323"/>
                <a:gd name="T11" fmla="*/ 200 h 872"/>
                <a:gd name="T12" fmla="*/ 1546 w 3323"/>
                <a:gd name="T13" fmla="*/ 201 h 872"/>
                <a:gd name="T14" fmla="*/ 596 w 3323"/>
                <a:gd name="T15" fmla="*/ 293 h 872"/>
                <a:gd name="T16" fmla="*/ 206 w 3323"/>
                <a:gd name="T17" fmla="*/ 436 h 872"/>
                <a:gd name="T18" fmla="*/ 635 w 3323"/>
                <a:gd name="T19" fmla="*/ 587 h 872"/>
                <a:gd name="T20" fmla="*/ 1662 w 3323"/>
                <a:gd name="T21" fmla="*/ 672 h 872"/>
                <a:gd name="T22" fmla="*/ 2689 w 3323"/>
                <a:gd name="T23" fmla="*/ 587 h 872"/>
                <a:gd name="T24" fmla="*/ 3118 w 3323"/>
                <a:gd name="T25" fmla="*/ 436 h 872"/>
                <a:gd name="T26" fmla="*/ 2257 w 3323"/>
                <a:gd name="T27" fmla="*/ 226 h 872"/>
                <a:gd name="T28" fmla="*/ 2157 w 3323"/>
                <a:gd name="T29" fmla="*/ 217 h 872"/>
                <a:gd name="T30" fmla="*/ 2175 w 3323"/>
                <a:gd name="T31" fmla="*/ 18 h 872"/>
                <a:gd name="T32" fmla="*/ 2275 w 3323"/>
                <a:gd name="T33" fmla="*/ 27 h 872"/>
                <a:gd name="T34" fmla="*/ 2985 w 3323"/>
                <a:gd name="T35" fmla="*/ 153 h 872"/>
                <a:gd name="T36" fmla="*/ 3323 w 3323"/>
                <a:gd name="T37" fmla="*/ 436 h 872"/>
                <a:gd name="T38" fmla="*/ 1662 w 3323"/>
                <a:gd name="T39" fmla="*/ 872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23" h="872">
                  <a:moveTo>
                    <a:pt x="1662" y="872"/>
                  </a:moveTo>
                  <a:cubicBezTo>
                    <a:pt x="1491" y="872"/>
                    <a:pt x="0" y="859"/>
                    <a:pt x="0" y="436"/>
                  </a:cubicBezTo>
                  <a:cubicBezTo>
                    <a:pt x="0" y="292"/>
                    <a:pt x="158" y="188"/>
                    <a:pt x="497" y="110"/>
                  </a:cubicBezTo>
                  <a:cubicBezTo>
                    <a:pt x="772" y="46"/>
                    <a:pt x="1144" y="8"/>
                    <a:pt x="1543" y="1"/>
                  </a:cubicBezTo>
                  <a:lnTo>
                    <a:pt x="1643" y="0"/>
                  </a:lnTo>
                  <a:lnTo>
                    <a:pt x="1646" y="200"/>
                  </a:lnTo>
                  <a:lnTo>
                    <a:pt x="1546" y="201"/>
                  </a:lnTo>
                  <a:cubicBezTo>
                    <a:pt x="1189" y="207"/>
                    <a:pt x="852" y="239"/>
                    <a:pt x="596" y="293"/>
                  </a:cubicBezTo>
                  <a:cubicBezTo>
                    <a:pt x="333" y="348"/>
                    <a:pt x="232" y="409"/>
                    <a:pt x="206" y="436"/>
                  </a:cubicBezTo>
                  <a:cubicBezTo>
                    <a:pt x="233" y="465"/>
                    <a:pt x="344" y="530"/>
                    <a:pt x="635" y="587"/>
                  </a:cubicBezTo>
                  <a:cubicBezTo>
                    <a:pt x="916" y="642"/>
                    <a:pt x="1281" y="672"/>
                    <a:pt x="1662" y="672"/>
                  </a:cubicBezTo>
                  <a:cubicBezTo>
                    <a:pt x="2043" y="672"/>
                    <a:pt x="2407" y="642"/>
                    <a:pt x="2689" y="587"/>
                  </a:cubicBezTo>
                  <a:cubicBezTo>
                    <a:pt x="2980" y="530"/>
                    <a:pt x="3090" y="465"/>
                    <a:pt x="3118" y="436"/>
                  </a:cubicBezTo>
                  <a:cubicBezTo>
                    <a:pt x="3072" y="384"/>
                    <a:pt x="2823" y="277"/>
                    <a:pt x="2257" y="226"/>
                  </a:cubicBezTo>
                  <a:lnTo>
                    <a:pt x="2157" y="217"/>
                  </a:lnTo>
                  <a:lnTo>
                    <a:pt x="2175" y="18"/>
                  </a:lnTo>
                  <a:lnTo>
                    <a:pt x="2275" y="27"/>
                  </a:lnTo>
                  <a:cubicBezTo>
                    <a:pt x="2562" y="52"/>
                    <a:pt x="2808" y="97"/>
                    <a:pt x="2985" y="153"/>
                  </a:cubicBezTo>
                  <a:cubicBezTo>
                    <a:pt x="3069" y="179"/>
                    <a:pt x="3323" y="260"/>
                    <a:pt x="3323" y="436"/>
                  </a:cubicBezTo>
                  <a:cubicBezTo>
                    <a:pt x="3323" y="859"/>
                    <a:pt x="1832" y="872"/>
                    <a:pt x="1662" y="8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072">
              <a:extLst>
                <a:ext uri="{FF2B5EF4-FFF2-40B4-BE49-F238E27FC236}">
                  <a16:creationId xmlns:a16="http://schemas.microsoft.com/office/drawing/2014/main" id="{D7FCD969-A032-FF8F-6563-BB0EB3C956BE}"/>
                </a:ext>
              </a:extLst>
            </p:cNvPr>
            <p:cNvSpPr>
              <a:spLocks/>
            </p:cNvSpPr>
            <p:nvPr/>
          </p:nvSpPr>
          <p:spPr bwMode="auto">
            <a:xfrm>
              <a:off x="6446838" y="2117725"/>
              <a:ext cx="190500" cy="142875"/>
            </a:xfrm>
            <a:custGeom>
              <a:avLst/>
              <a:gdLst>
                <a:gd name="T0" fmla="*/ 4116 w 5244"/>
                <a:gd name="T1" fmla="*/ 3888 h 3888"/>
                <a:gd name="T2" fmla="*/ 3863 w 5244"/>
                <a:gd name="T3" fmla="*/ 3879 h 3888"/>
                <a:gd name="T4" fmla="*/ 1634 w 5244"/>
                <a:gd name="T5" fmla="*/ 3105 h 3888"/>
                <a:gd name="T6" fmla="*/ 207 w 5244"/>
                <a:gd name="T7" fmla="*/ 1314 h 3888"/>
                <a:gd name="T8" fmla="*/ 33 w 5244"/>
                <a:gd name="T9" fmla="*/ 98 h 3888"/>
                <a:gd name="T10" fmla="*/ 55 w 5244"/>
                <a:gd name="T11" fmla="*/ 0 h 3888"/>
                <a:gd name="T12" fmla="*/ 250 w 5244"/>
                <a:gd name="T13" fmla="*/ 44 h 3888"/>
                <a:gd name="T14" fmla="*/ 229 w 5244"/>
                <a:gd name="T15" fmla="*/ 142 h 3888"/>
                <a:gd name="T16" fmla="*/ 396 w 5244"/>
                <a:gd name="T17" fmla="*/ 1247 h 3888"/>
                <a:gd name="T18" fmla="*/ 1744 w 5244"/>
                <a:gd name="T19" fmla="*/ 2938 h 3888"/>
                <a:gd name="T20" fmla="*/ 4116 w 5244"/>
                <a:gd name="T21" fmla="*/ 3689 h 3888"/>
                <a:gd name="T22" fmla="*/ 5041 w 5244"/>
                <a:gd name="T23" fmla="*/ 3501 h 3888"/>
                <a:gd name="T24" fmla="*/ 5118 w 5244"/>
                <a:gd name="T25" fmla="*/ 3438 h 3888"/>
                <a:gd name="T26" fmla="*/ 5244 w 5244"/>
                <a:gd name="T27" fmla="*/ 3593 h 3888"/>
                <a:gd name="T28" fmla="*/ 5167 w 5244"/>
                <a:gd name="T29" fmla="*/ 3656 h 3888"/>
                <a:gd name="T30" fmla="*/ 4116 w 5244"/>
                <a:gd name="T31" fmla="*/ 3888 h 3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44" h="3888">
                  <a:moveTo>
                    <a:pt x="4116" y="3888"/>
                  </a:moveTo>
                  <a:cubicBezTo>
                    <a:pt x="4035" y="3888"/>
                    <a:pt x="3950" y="3886"/>
                    <a:pt x="3863" y="3879"/>
                  </a:cubicBezTo>
                  <a:cubicBezTo>
                    <a:pt x="3328" y="3844"/>
                    <a:pt x="2507" y="3681"/>
                    <a:pt x="1634" y="3105"/>
                  </a:cubicBezTo>
                  <a:cubicBezTo>
                    <a:pt x="782" y="2542"/>
                    <a:pt x="388" y="1821"/>
                    <a:pt x="207" y="1314"/>
                  </a:cubicBezTo>
                  <a:cubicBezTo>
                    <a:pt x="0" y="734"/>
                    <a:pt x="0" y="244"/>
                    <a:pt x="33" y="98"/>
                  </a:cubicBezTo>
                  <a:lnTo>
                    <a:pt x="55" y="0"/>
                  </a:lnTo>
                  <a:lnTo>
                    <a:pt x="250" y="44"/>
                  </a:lnTo>
                  <a:lnTo>
                    <a:pt x="229" y="142"/>
                  </a:lnTo>
                  <a:cubicBezTo>
                    <a:pt x="201" y="265"/>
                    <a:pt x="205" y="713"/>
                    <a:pt x="396" y="1247"/>
                  </a:cubicBezTo>
                  <a:cubicBezTo>
                    <a:pt x="566" y="1725"/>
                    <a:pt x="938" y="2406"/>
                    <a:pt x="1744" y="2938"/>
                  </a:cubicBezTo>
                  <a:cubicBezTo>
                    <a:pt x="2624" y="3518"/>
                    <a:pt x="3487" y="3689"/>
                    <a:pt x="4116" y="3689"/>
                  </a:cubicBezTo>
                  <a:cubicBezTo>
                    <a:pt x="4589" y="3689"/>
                    <a:pt x="4927" y="3593"/>
                    <a:pt x="5041" y="3501"/>
                  </a:cubicBezTo>
                  <a:lnTo>
                    <a:pt x="5118" y="3438"/>
                  </a:lnTo>
                  <a:lnTo>
                    <a:pt x="5244" y="3593"/>
                  </a:lnTo>
                  <a:lnTo>
                    <a:pt x="5167" y="3656"/>
                  </a:lnTo>
                  <a:cubicBezTo>
                    <a:pt x="5020" y="3776"/>
                    <a:pt x="4640" y="3888"/>
                    <a:pt x="4116" y="38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073">
              <a:extLst>
                <a:ext uri="{FF2B5EF4-FFF2-40B4-BE49-F238E27FC236}">
                  <a16:creationId xmlns:a16="http://schemas.microsoft.com/office/drawing/2014/main" id="{D9D1C0F9-5F96-6452-B801-8EBFED6B3BBE}"/>
                </a:ext>
              </a:extLst>
            </p:cNvPr>
            <p:cNvSpPr>
              <a:spLocks noEditPoints="1"/>
            </p:cNvSpPr>
            <p:nvPr/>
          </p:nvSpPr>
          <p:spPr bwMode="auto">
            <a:xfrm>
              <a:off x="6505575" y="2181225"/>
              <a:ext cx="57150" cy="42863"/>
            </a:xfrm>
            <a:custGeom>
              <a:avLst/>
              <a:gdLst>
                <a:gd name="T0" fmla="*/ 342 w 1596"/>
                <a:gd name="T1" fmla="*/ 200 h 1178"/>
                <a:gd name="T2" fmla="*/ 236 w 1596"/>
                <a:gd name="T3" fmla="*/ 232 h 1178"/>
                <a:gd name="T4" fmla="*/ 289 w 1596"/>
                <a:gd name="T5" fmla="*/ 428 h 1178"/>
                <a:gd name="T6" fmla="*/ 635 w 1596"/>
                <a:gd name="T7" fmla="*/ 767 h 1178"/>
                <a:gd name="T8" fmla="*/ 1172 w 1596"/>
                <a:gd name="T9" fmla="*/ 978 h 1178"/>
                <a:gd name="T10" fmla="*/ 1278 w 1596"/>
                <a:gd name="T11" fmla="*/ 946 h 1178"/>
                <a:gd name="T12" fmla="*/ 880 w 1596"/>
                <a:gd name="T13" fmla="*/ 410 h 1178"/>
                <a:gd name="T14" fmla="*/ 342 w 1596"/>
                <a:gd name="T15" fmla="*/ 200 h 1178"/>
                <a:gd name="T16" fmla="*/ 1172 w 1596"/>
                <a:gd name="T17" fmla="*/ 1178 h 1178"/>
                <a:gd name="T18" fmla="*/ 521 w 1596"/>
                <a:gd name="T19" fmla="*/ 932 h 1178"/>
                <a:gd name="T20" fmla="*/ 119 w 1596"/>
                <a:gd name="T21" fmla="*/ 534 h 1178"/>
                <a:gd name="T22" fmla="*/ 71 w 1596"/>
                <a:gd name="T23" fmla="*/ 119 h 1178"/>
                <a:gd name="T24" fmla="*/ 342 w 1596"/>
                <a:gd name="T25" fmla="*/ 0 h 1178"/>
                <a:gd name="T26" fmla="*/ 993 w 1596"/>
                <a:gd name="T27" fmla="*/ 245 h 1178"/>
                <a:gd name="T28" fmla="*/ 1443 w 1596"/>
                <a:gd name="T29" fmla="*/ 1059 h 1178"/>
                <a:gd name="T30" fmla="*/ 1172 w 1596"/>
                <a:gd name="T31" fmla="*/ 1178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96" h="1178">
                  <a:moveTo>
                    <a:pt x="342" y="200"/>
                  </a:moveTo>
                  <a:cubicBezTo>
                    <a:pt x="289" y="200"/>
                    <a:pt x="250" y="212"/>
                    <a:pt x="236" y="232"/>
                  </a:cubicBezTo>
                  <a:cubicBezTo>
                    <a:pt x="218" y="259"/>
                    <a:pt x="227" y="330"/>
                    <a:pt x="289" y="428"/>
                  </a:cubicBezTo>
                  <a:cubicBezTo>
                    <a:pt x="361" y="542"/>
                    <a:pt x="487" y="666"/>
                    <a:pt x="635" y="767"/>
                  </a:cubicBezTo>
                  <a:cubicBezTo>
                    <a:pt x="824" y="897"/>
                    <a:pt x="1030" y="978"/>
                    <a:pt x="1172" y="978"/>
                  </a:cubicBezTo>
                  <a:cubicBezTo>
                    <a:pt x="1225" y="978"/>
                    <a:pt x="1264" y="967"/>
                    <a:pt x="1278" y="946"/>
                  </a:cubicBezTo>
                  <a:cubicBezTo>
                    <a:pt x="1319" y="885"/>
                    <a:pt x="1216" y="641"/>
                    <a:pt x="880" y="410"/>
                  </a:cubicBezTo>
                  <a:cubicBezTo>
                    <a:pt x="690" y="280"/>
                    <a:pt x="484" y="200"/>
                    <a:pt x="342" y="200"/>
                  </a:cubicBezTo>
                  <a:close/>
                  <a:moveTo>
                    <a:pt x="1172" y="1178"/>
                  </a:moveTo>
                  <a:cubicBezTo>
                    <a:pt x="989" y="1178"/>
                    <a:pt x="746" y="1086"/>
                    <a:pt x="521" y="932"/>
                  </a:cubicBezTo>
                  <a:cubicBezTo>
                    <a:pt x="350" y="814"/>
                    <a:pt x="206" y="673"/>
                    <a:pt x="119" y="534"/>
                  </a:cubicBezTo>
                  <a:cubicBezTo>
                    <a:pt x="16" y="371"/>
                    <a:pt x="0" y="223"/>
                    <a:pt x="71" y="119"/>
                  </a:cubicBezTo>
                  <a:cubicBezTo>
                    <a:pt x="108" y="64"/>
                    <a:pt x="186" y="0"/>
                    <a:pt x="342" y="0"/>
                  </a:cubicBezTo>
                  <a:cubicBezTo>
                    <a:pt x="525" y="0"/>
                    <a:pt x="768" y="92"/>
                    <a:pt x="993" y="245"/>
                  </a:cubicBezTo>
                  <a:cubicBezTo>
                    <a:pt x="1325" y="473"/>
                    <a:pt x="1596" y="836"/>
                    <a:pt x="1443" y="1059"/>
                  </a:cubicBezTo>
                  <a:cubicBezTo>
                    <a:pt x="1406" y="1113"/>
                    <a:pt x="1328" y="1178"/>
                    <a:pt x="1172" y="1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074">
              <a:extLst>
                <a:ext uri="{FF2B5EF4-FFF2-40B4-BE49-F238E27FC236}">
                  <a16:creationId xmlns:a16="http://schemas.microsoft.com/office/drawing/2014/main" id="{D639A81A-62F7-A94E-2B4F-13E29FB378E9}"/>
                </a:ext>
              </a:extLst>
            </p:cNvPr>
            <p:cNvSpPr>
              <a:spLocks/>
            </p:cNvSpPr>
            <p:nvPr/>
          </p:nvSpPr>
          <p:spPr bwMode="auto">
            <a:xfrm>
              <a:off x="6556375" y="2197100"/>
              <a:ext cx="47625" cy="22225"/>
            </a:xfrm>
            <a:custGeom>
              <a:avLst/>
              <a:gdLst>
                <a:gd name="T0" fmla="*/ 26 w 1305"/>
                <a:gd name="T1" fmla="*/ 612 h 612"/>
                <a:gd name="T2" fmla="*/ 0 w 1305"/>
                <a:gd name="T3" fmla="*/ 414 h 612"/>
                <a:gd name="T4" fmla="*/ 99 w 1305"/>
                <a:gd name="T5" fmla="*/ 400 h 612"/>
                <a:gd name="T6" fmla="*/ 1117 w 1305"/>
                <a:gd name="T7" fmla="*/ 52 h 612"/>
                <a:gd name="T8" fmla="*/ 1203 w 1305"/>
                <a:gd name="T9" fmla="*/ 0 h 612"/>
                <a:gd name="T10" fmla="*/ 1305 w 1305"/>
                <a:gd name="T11" fmla="*/ 171 h 612"/>
                <a:gd name="T12" fmla="*/ 1220 w 1305"/>
                <a:gd name="T13" fmla="*/ 223 h 612"/>
                <a:gd name="T14" fmla="*/ 125 w 1305"/>
                <a:gd name="T15" fmla="*/ 598 h 612"/>
                <a:gd name="T16" fmla="*/ 26 w 1305"/>
                <a:gd name="T17" fmla="*/ 612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5" h="612">
                  <a:moveTo>
                    <a:pt x="26" y="612"/>
                  </a:moveTo>
                  <a:lnTo>
                    <a:pt x="0" y="414"/>
                  </a:lnTo>
                  <a:lnTo>
                    <a:pt x="99" y="400"/>
                  </a:lnTo>
                  <a:cubicBezTo>
                    <a:pt x="104" y="400"/>
                    <a:pt x="666" y="322"/>
                    <a:pt x="1117" y="52"/>
                  </a:cubicBezTo>
                  <a:lnTo>
                    <a:pt x="1203" y="0"/>
                  </a:lnTo>
                  <a:lnTo>
                    <a:pt x="1305" y="171"/>
                  </a:lnTo>
                  <a:lnTo>
                    <a:pt x="1220" y="223"/>
                  </a:lnTo>
                  <a:cubicBezTo>
                    <a:pt x="733" y="515"/>
                    <a:pt x="150" y="595"/>
                    <a:pt x="125" y="598"/>
                  </a:cubicBezTo>
                  <a:lnTo>
                    <a:pt x="26" y="6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075">
              <a:extLst>
                <a:ext uri="{FF2B5EF4-FFF2-40B4-BE49-F238E27FC236}">
                  <a16:creationId xmlns:a16="http://schemas.microsoft.com/office/drawing/2014/main" id="{54341556-2AC0-9AA2-8532-FB76E212A352}"/>
                </a:ext>
              </a:extLst>
            </p:cNvPr>
            <p:cNvSpPr>
              <a:spLocks/>
            </p:cNvSpPr>
            <p:nvPr/>
          </p:nvSpPr>
          <p:spPr bwMode="auto">
            <a:xfrm>
              <a:off x="6607175" y="2176463"/>
              <a:ext cx="15875" cy="19050"/>
            </a:xfrm>
            <a:custGeom>
              <a:avLst/>
              <a:gdLst>
                <a:gd name="T0" fmla="*/ 138 w 418"/>
                <a:gd name="T1" fmla="*/ 492 h 492"/>
                <a:gd name="T2" fmla="*/ 0 w 418"/>
                <a:gd name="T3" fmla="*/ 348 h 492"/>
                <a:gd name="T4" fmla="*/ 73 w 418"/>
                <a:gd name="T5" fmla="*/ 278 h 492"/>
                <a:gd name="T6" fmla="*/ 171 w 418"/>
                <a:gd name="T7" fmla="*/ 146 h 492"/>
                <a:gd name="T8" fmla="*/ 195 w 418"/>
                <a:gd name="T9" fmla="*/ 91 h 492"/>
                <a:gd name="T10" fmla="*/ 236 w 418"/>
                <a:gd name="T11" fmla="*/ 0 h 492"/>
                <a:gd name="T12" fmla="*/ 418 w 418"/>
                <a:gd name="T13" fmla="*/ 83 h 492"/>
                <a:gd name="T14" fmla="*/ 377 w 418"/>
                <a:gd name="T15" fmla="*/ 173 h 492"/>
                <a:gd name="T16" fmla="*/ 354 w 418"/>
                <a:gd name="T17" fmla="*/ 225 h 492"/>
                <a:gd name="T18" fmla="*/ 211 w 418"/>
                <a:gd name="T19" fmla="*/ 423 h 492"/>
                <a:gd name="T20" fmla="*/ 138 w 418"/>
                <a:gd name="T21" fmla="*/ 492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8" h="492">
                  <a:moveTo>
                    <a:pt x="138" y="492"/>
                  </a:moveTo>
                  <a:lnTo>
                    <a:pt x="0" y="348"/>
                  </a:lnTo>
                  <a:lnTo>
                    <a:pt x="73" y="278"/>
                  </a:lnTo>
                  <a:cubicBezTo>
                    <a:pt x="141" y="213"/>
                    <a:pt x="141" y="213"/>
                    <a:pt x="171" y="146"/>
                  </a:cubicBezTo>
                  <a:cubicBezTo>
                    <a:pt x="177" y="131"/>
                    <a:pt x="185" y="113"/>
                    <a:pt x="195" y="91"/>
                  </a:cubicBezTo>
                  <a:lnTo>
                    <a:pt x="236" y="0"/>
                  </a:lnTo>
                  <a:lnTo>
                    <a:pt x="418" y="83"/>
                  </a:lnTo>
                  <a:lnTo>
                    <a:pt x="377" y="173"/>
                  </a:lnTo>
                  <a:cubicBezTo>
                    <a:pt x="368" y="194"/>
                    <a:pt x="361" y="211"/>
                    <a:pt x="354" y="225"/>
                  </a:cubicBezTo>
                  <a:cubicBezTo>
                    <a:pt x="315" y="315"/>
                    <a:pt x="302" y="337"/>
                    <a:pt x="211" y="423"/>
                  </a:cubicBezTo>
                  <a:lnTo>
                    <a:pt x="138" y="4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076">
              <a:extLst>
                <a:ext uri="{FF2B5EF4-FFF2-40B4-BE49-F238E27FC236}">
                  <a16:creationId xmlns:a16="http://schemas.microsoft.com/office/drawing/2014/main" id="{53284516-CCE5-64A7-62CF-2412913F82F7}"/>
                </a:ext>
              </a:extLst>
            </p:cNvPr>
            <p:cNvSpPr>
              <a:spLocks/>
            </p:cNvSpPr>
            <p:nvPr/>
          </p:nvSpPr>
          <p:spPr bwMode="auto">
            <a:xfrm>
              <a:off x="6491288" y="2109788"/>
              <a:ext cx="30163" cy="77788"/>
            </a:xfrm>
            <a:custGeom>
              <a:avLst/>
              <a:gdLst>
                <a:gd name="T0" fmla="*/ 661 w 822"/>
                <a:gd name="T1" fmla="*/ 2147 h 2147"/>
                <a:gd name="T2" fmla="*/ 601 w 822"/>
                <a:gd name="T3" fmla="*/ 2066 h 2147"/>
                <a:gd name="T4" fmla="*/ 421 w 822"/>
                <a:gd name="T5" fmla="*/ 94 h 2147"/>
                <a:gd name="T6" fmla="*/ 456 w 822"/>
                <a:gd name="T7" fmla="*/ 0 h 2147"/>
                <a:gd name="T8" fmla="*/ 643 w 822"/>
                <a:gd name="T9" fmla="*/ 71 h 2147"/>
                <a:gd name="T10" fmla="*/ 608 w 822"/>
                <a:gd name="T11" fmla="*/ 164 h 2147"/>
                <a:gd name="T12" fmla="*/ 540 w 822"/>
                <a:gd name="T13" fmla="*/ 1441 h 2147"/>
                <a:gd name="T14" fmla="*/ 764 w 822"/>
                <a:gd name="T15" fmla="*/ 1949 h 2147"/>
                <a:gd name="T16" fmla="*/ 822 w 822"/>
                <a:gd name="T17" fmla="*/ 2030 h 2147"/>
                <a:gd name="T18" fmla="*/ 661 w 822"/>
                <a:gd name="T19" fmla="*/ 2147 h 2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2" h="2147">
                  <a:moveTo>
                    <a:pt x="661" y="2147"/>
                  </a:moveTo>
                  <a:lnTo>
                    <a:pt x="601" y="2066"/>
                  </a:lnTo>
                  <a:cubicBezTo>
                    <a:pt x="577" y="2032"/>
                    <a:pt x="0" y="1218"/>
                    <a:pt x="421" y="94"/>
                  </a:cubicBezTo>
                  <a:lnTo>
                    <a:pt x="456" y="0"/>
                  </a:lnTo>
                  <a:lnTo>
                    <a:pt x="643" y="71"/>
                  </a:lnTo>
                  <a:lnTo>
                    <a:pt x="608" y="164"/>
                  </a:lnTo>
                  <a:cubicBezTo>
                    <a:pt x="448" y="592"/>
                    <a:pt x="425" y="1021"/>
                    <a:pt x="540" y="1441"/>
                  </a:cubicBezTo>
                  <a:cubicBezTo>
                    <a:pt x="626" y="1756"/>
                    <a:pt x="762" y="1947"/>
                    <a:pt x="764" y="1949"/>
                  </a:cubicBezTo>
                  <a:lnTo>
                    <a:pt x="822" y="2030"/>
                  </a:lnTo>
                  <a:lnTo>
                    <a:pt x="661" y="2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077">
              <a:extLst>
                <a:ext uri="{FF2B5EF4-FFF2-40B4-BE49-F238E27FC236}">
                  <a16:creationId xmlns:a16="http://schemas.microsoft.com/office/drawing/2014/main" id="{CAA442A6-CA55-3EAA-4034-9622845797BF}"/>
                </a:ext>
              </a:extLst>
            </p:cNvPr>
            <p:cNvSpPr>
              <a:spLocks/>
            </p:cNvSpPr>
            <p:nvPr/>
          </p:nvSpPr>
          <p:spPr bwMode="auto">
            <a:xfrm>
              <a:off x="6464300" y="2106613"/>
              <a:ext cx="49213" cy="85725"/>
            </a:xfrm>
            <a:custGeom>
              <a:avLst/>
              <a:gdLst>
                <a:gd name="T0" fmla="*/ 1245 w 1362"/>
                <a:gd name="T1" fmla="*/ 2378 h 2378"/>
                <a:gd name="T2" fmla="*/ 1165 w 1362"/>
                <a:gd name="T3" fmla="*/ 2319 h 2378"/>
                <a:gd name="T4" fmla="*/ 576 w 1362"/>
                <a:gd name="T5" fmla="*/ 1720 h 2378"/>
                <a:gd name="T6" fmla="*/ 15 w 1362"/>
                <a:gd name="T7" fmla="*/ 100 h 2378"/>
                <a:gd name="T8" fmla="*/ 18 w 1362"/>
                <a:gd name="T9" fmla="*/ 0 h 2378"/>
                <a:gd name="T10" fmla="*/ 218 w 1362"/>
                <a:gd name="T11" fmla="*/ 5 h 2378"/>
                <a:gd name="T12" fmla="*/ 215 w 1362"/>
                <a:gd name="T13" fmla="*/ 105 h 2378"/>
                <a:gd name="T14" fmla="*/ 732 w 1362"/>
                <a:gd name="T15" fmla="*/ 1594 h 2378"/>
                <a:gd name="T16" fmla="*/ 1282 w 1362"/>
                <a:gd name="T17" fmla="*/ 2157 h 2378"/>
                <a:gd name="T18" fmla="*/ 1362 w 1362"/>
                <a:gd name="T19" fmla="*/ 2217 h 2378"/>
                <a:gd name="T20" fmla="*/ 1245 w 1362"/>
                <a:gd name="T21" fmla="*/ 2378 h 2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2" h="2378">
                  <a:moveTo>
                    <a:pt x="1245" y="2378"/>
                  </a:moveTo>
                  <a:lnTo>
                    <a:pt x="1165" y="2319"/>
                  </a:lnTo>
                  <a:cubicBezTo>
                    <a:pt x="1152" y="2310"/>
                    <a:pt x="863" y="2098"/>
                    <a:pt x="576" y="1720"/>
                  </a:cubicBezTo>
                  <a:cubicBezTo>
                    <a:pt x="195" y="1216"/>
                    <a:pt x="0" y="656"/>
                    <a:pt x="15" y="100"/>
                  </a:cubicBezTo>
                  <a:lnTo>
                    <a:pt x="18" y="0"/>
                  </a:lnTo>
                  <a:lnTo>
                    <a:pt x="218" y="5"/>
                  </a:lnTo>
                  <a:lnTo>
                    <a:pt x="215" y="105"/>
                  </a:lnTo>
                  <a:cubicBezTo>
                    <a:pt x="198" y="748"/>
                    <a:pt x="487" y="1269"/>
                    <a:pt x="732" y="1594"/>
                  </a:cubicBezTo>
                  <a:cubicBezTo>
                    <a:pt x="1001" y="1951"/>
                    <a:pt x="1279" y="2156"/>
                    <a:pt x="1282" y="2157"/>
                  </a:cubicBezTo>
                  <a:lnTo>
                    <a:pt x="1362" y="2217"/>
                  </a:lnTo>
                  <a:lnTo>
                    <a:pt x="1245" y="237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5" name="Recycle4" descr="{&quot;Key&quot;:&quot;POWER_USER_SHAPE_ICON&quot;,&quot;Value&quot;:&quot;POWER_USER_SHAPE_ICON_STYLE_1&quot;}">
            <a:extLst>
              <a:ext uri="{FF2B5EF4-FFF2-40B4-BE49-F238E27FC236}">
                <a16:creationId xmlns:a16="http://schemas.microsoft.com/office/drawing/2014/main" id="{A8E00877-4FF0-2832-C011-1F838C1353E0}"/>
              </a:ext>
            </a:extLst>
          </p:cNvPr>
          <p:cNvGrpSpPr>
            <a:grpSpLocks noChangeAspect="1"/>
          </p:cNvGrpSpPr>
          <p:nvPr/>
        </p:nvGrpSpPr>
        <p:grpSpPr>
          <a:xfrm>
            <a:off x="4778947" y="4279560"/>
            <a:ext cx="264982" cy="249271"/>
            <a:chOff x="6353175" y="3598863"/>
            <a:chExt cx="401638" cy="377825"/>
          </a:xfrm>
          <a:solidFill>
            <a:schemeClr val="accent3"/>
          </a:solidFill>
        </p:grpSpPr>
        <p:sp>
          <p:nvSpPr>
            <p:cNvPr id="166" name="Freeform 24">
              <a:extLst>
                <a:ext uri="{FF2B5EF4-FFF2-40B4-BE49-F238E27FC236}">
                  <a16:creationId xmlns:a16="http://schemas.microsoft.com/office/drawing/2014/main" id="{E6D7E96B-115D-3106-4E3C-0FCF2D1B4D0C}"/>
                </a:ext>
              </a:extLst>
            </p:cNvPr>
            <p:cNvSpPr>
              <a:spLocks/>
            </p:cNvSpPr>
            <p:nvPr/>
          </p:nvSpPr>
          <p:spPr bwMode="auto">
            <a:xfrm>
              <a:off x="6403975" y="3598863"/>
              <a:ext cx="147638" cy="138113"/>
            </a:xfrm>
            <a:custGeom>
              <a:avLst/>
              <a:gdLst>
                <a:gd name="T0" fmla="*/ 808 w 1464"/>
                <a:gd name="T1" fmla="*/ 1369 h 1369"/>
                <a:gd name="T2" fmla="*/ 771 w 1464"/>
                <a:gd name="T3" fmla="*/ 1358 h 1369"/>
                <a:gd name="T4" fmla="*/ 38 w 1464"/>
                <a:gd name="T5" fmla="*/ 884 h 1369"/>
                <a:gd name="T6" fmla="*/ 14 w 1464"/>
                <a:gd name="T7" fmla="*/ 800 h 1369"/>
                <a:gd name="T8" fmla="*/ 871 w 1464"/>
                <a:gd name="T9" fmla="*/ 5 h 1369"/>
                <a:gd name="T10" fmla="*/ 1276 w 1464"/>
                <a:gd name="T11" fmla="*/ 171 h 1369"/>
                <a:gd name="T12" fmla="*/ 1281 w 1464"/>
                <a:gd name="T13" fmla="*/ 265 h 1369"/>
                <a:gd name="T14" fmla="*/ 1187 w 1464"/>
                <a:gd name="T15" fmla="*/ 269 h 1369"/>
                <a:gd name="T16" fmla="*/ 877 w 1464"/>
                <a:gd name="T17" fmla="*/ 138 h 1369"/>
                <a:gd name="T18" fmla="*/ 161 w 1464"/>
                <a:gd name="T19" fmla="*/ 805 h 1369"/>
                <a:gd name="T20" fmla="*/ 775 w 1464"/>
                <a:gd name="T21" fmla="*/ 1201 h 1369"/>
                <a:gd name="T22" fmla="*/ 1367 w 1464"/>
                <a:gd name="T23" fmla="*/ 437 h 1369"/>
                <a:gd name="T24" fmla="*/ 1452 w 1464"/>
                <a:gd name="T25" fmla="*/ 477 h 1369"/>
                <a:gd name="T26" fmla="*/ 1411 w 1464"/>
                <a:gd name="T27" fmla="*/ 563 h 1369"/>
                <a:gd name="T28" fmla="*/ 871 w 1464"/>
                <a:gd name="T29" fmla="*/ 1324 h 1369"/>
                <a:gd name="T30" fmla="*/ 829 w 1464"/>
                <a:gd name="T31" fmla="*/ 1365 h 1369"/>
                <a:gd name="T32" fmla="*/ 808 w 1464"/>
                <a:gd name="T33" fmla="*/ 1369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4" h="1369">
                  <a:moveTo>
                    <a:pt x="808" y="1369"/>
                  </a:moveTo>
                  <a:cubicBezTo>
                    <a:pt x="795" y="1369"/>
                    <a:pt x="782" y="1365"/>
                    <a:pt x="771" y="1358"/>
                  </a:cubicBezTo>
                  <a:lnTo>
                    <a:pt x="38" y="884"/>
                  </a:lnTo>
                  <a:cubicBezTo>
                    <a:pt x="10" y="866"/>
                    <a:pt x="0" y="830"/>
                    <a:pt x="14" y="800"/>
                  </a:cubicBezTo>
                  <a:cubicBezTo>
                    <a:pt x="29" y="768"/>
                    <a:pt x="387" y="33"/>
                    <a:pt x="871" y="5"/>
                  </a:cubicBezTo>
                  <a:cubicBezTo>
                    <a:pt x="1010" y="0"/>
                    <a:pt x="1150" y="57"/>
                    <a:pt x="1276" y="171"/>
                  </a:cubicBezTo>
                  <a:cubicBezTo>
                    <a:pt x="1303" y="195"/>
                    <a:pt x="1306" y="238"/>
                    <a:pt x="1281" y="265"/>
                  </a:cubicBezTo>
                  <a:cubicBezTo>
                    <a:pt x="1256" y="292"/>
                    <a:pt x="1214" y="294"/>
                    <a:pt x="1187" y="269"/>
                  </a:cubicBezTo>
                  <a:cubicBezTo>
                    <a:pt x="1117" y="207"/>
                    <a:pt x="1007" y="133"/>
                    <a:pt x="877" y="138"/>
                  </a:cubicBezTo>
                  <a:cubicBezTo>
                    <a:pt x="539" y="157"/>
                    <a:pt x="249" y="643"/>
                    <a:pt x="161" y="805"/>
                  </a:cubicBezTo>
                  <a:lnTo>
                    <a:pt x="775" y="1201"/>
                  </a:lnTo>
                  <a:cubicBezTo>
                    <a:pt x="850" y="1012"/>
                    <a:pt x="1065" y="544"/>
                    <a:pt x="1367" y="437"/>
                  </a:cubicBezTo>
                  <a:cubicBezTo>
                    <a:pt x="1401" y="425"/>
                    <a:pt x="1440" y="443"/>
                    <a:pt x="1452" y="477"/>
                  </a:cubicBezTo>
                  <a:cubicBezTo>
                    <a:pt x="1464" y="512"/>
                    <a:pt x="1446" y="550"/>
                    <a:pt x="1411" y="563"/>
                  </a:cubicBezTo>
                  <a:cubicBezTo>
                    <a:pt x="1152" y="655"/>
                    <a:pt x="933" y="1143"/>
                    <a:pt x="871" y="1324"/>
                  </a:cubicBezTo>
                  <a:cubicBezTo>
                    <a:pt x="864" y="1343"/>
                    <a:pt x="849" y="1358"/>
                    <a:pt x="829" y="1365"/>
                  </a:cubicBezTo>
                  <a:cubicBezTo>
                    <a:pt x="822" y="1367"/>
                    <a:pt x="815" y="1369"/>
                    <a:pt x="808" y="13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40B86AE7-E7B2-E63E-8D7B-A7BB1B9D1D6D}"/>
                </a:ext>
              </a:extLst>
            </p:cNvPr>
            <p:cNvSpPr>
              <a:spLocks/>
            </p:cNvSpPr>
            <p:nvPr/>
          </p:nvSpPr>
          <p:spPr bwMode="auto">
            <a:xfrm>
              <a:off x="6496050" y="3598863"/>
              <a:ext cx="195263" cy="138113"/>
            </a:xfrm>
            <a:custGeom>
              <a:avLst/>
              <a:gdLst>
                <a:gd name="T0" fmla="*/ 1453 w 1936"/>
                <a:gd name="T1" fmla="*/ 1367 h 1367"/>
                <a:gd name="T2" fmla="*/ 1447 w 1936"/>
                <a:gd name="T3" fmla="*/ 1367 h 1367"/>
                <a:gd name="T4" fmla="*/ 493 w 1936"/>
                <a:gd name="T5" fmla="*/ 1287 h 1367"/>
                <a:gd name="T6" fmla="*/ 434 w 1936"/>
                <a:gd name="T7" fmla="*/ 1239 h 1367"/>
                <a:gd name="T8" fmla="*/ 459 w 1936"/>
                <a:gd name="T9" fmla="*/ 1167 h 1367"/>
                <a:gd name="T10" fmla="*/ 727 w 1936"/>
                <a:gd name="T11" fmla="*/ 966 h 1367"/>
                <a:gd name="T12" fmla="*/ 425 w 1936"/>
                <a:gd name="T13" fmla="*/ 454 h 1367"/>
                <a:gd name="T14" fmla="*/ 444 w 1936"/>
                <a:gd name="T15" fmla="*/ 362 h 1367"/>
                <a:gd name="T16" fmla="*/ 536 w 1936"/>
                <a:gd name="T17" fmla="*/ 382 h 1367"/>
                <a:gd name="T18" fmla="*/ 872 w 1936"/>
                <a:gd name="T19" fmla="*/ 953 h 1367"/>
                <a:gd name="T20" fmla="*/ 854 w 1936"/>
                <a:gd name="T21" fmla="*/ 1038 h 1367"/>
                <a:gd name="T22" fmla="*/ 679 w 1936"/>
                <a:gd name="T23" fmla="*/ 1169 h 1367"/>
                <a:gd name="T24" fmla="*/ 1413 w 1936"/>
                <a:gd name="T25" fmla="*/ 1230 h 1367"/>
                <a:gd name="T26" fmla="*/ 1720 w 1936"/>
                <a:gd name="T27" fmla="*/ 594 h 1367"/>
                <a:gd name="T28" fmla="*/ 1604 w 1936"/>
                <a:gd name="T29" fmla="*/ 651 h 1367"/>
                <a:gd name="T30" fmla="*/ 1522 w 1936"/>
                <a:gd name="T31" fmla="*/ 632 h 1367"/>
                <a:gd name="T32" fmla="*/ 1152 w 1936"/>
                <a:gd name="T33" fmla="*/ 158 h 1367"/>
                <a:gd name="T34" fmla="*/ 66 w 1936"/>
                <a:gd name="T35" fmla="*/ 133 h 1367"/>
                <a:gd name="T36" fmla="*/ 1 w 1936"/>
                <a:gd name="T37" fmla="*/ 65 h 1367"/>
                <a:gd name="T38" fmla="*/ 67 w 1936"/>
                <a:gd name="T39" fmla="*/ 0 h 1367"/>
                <a:gd name="T40" fmla="*/ 69 w 1936"/>
                <a:gd name="T41" fmla="*/ 0 h 1367"/>
                <a:gd name="T42" fmla="*/ 1187 w 1936"/>
                <a:gd name="T43" fmla="*/ 26 h 1367"/>
                <a:gd name="T44" fmla="*/ 1238 w 1936"/>
                <a:gd name="T45" fmla="*/ 51 h 1367"/>
                <a:gd name="T46" fmla="*/ 1594 w 1936"/>
                <a:gd name="T47" fmla="*/ 507 h 1367"/>
                <a:gd name="T48" fmla="*/ 1834 w 1936"/>
                <a:gd name="T49" fmla="*/ 390 h 1367"/>
                <a:gd name="T50" fmla="*/ 1911 w 1936"/>
                <a:gd name="T51" fmla="*/ 403 h 1367"/>
                <a:gd name="T52" fmla="*/ 1923 w 1936"/>
                <a:gd name="T53" fmla="*/ 479 h 1367"/>
                <a:gd name="T54" fmla="*/ 1513 w 1936"/>
                <a:gd name="T55" fmla="*/ 1330 h 1367"/>
                <a:gd name="T56" fmla="*/ 1453 w 1936"/>
                <a:gd name="T57" fmla="*/ 1367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36" h="1367">
                  <a:moveTo>
                    <a:pt x="1453" y="1367"/>
                  </a:moveTo>
                  <a:lnTo>
                    <a:pt x="1447" y="1367"/>
                  </a:lnTo>
                  <a:lnTo>
                    <a:pt x="493" y="1287"/>
                  </a:lnTo>
                  <a:cubicBezTo>
                    <a:pt x="465" y="1284"/>
                    <a:pt x="442" y="1265"/>
                    <a:pt x="434" y="1239"/>
                  </a:cubicBezTo>
                  <a:cubicBezTo>
                    <a:pt x="427" y="1212"/>
                    <a:pt x="436" y="1183"/>
                    <a:pt x="459" y="1167"/>
                  </a:cubicBezTo>
                  <a:lnTo>
                    <a:pt x="727" y="966"/>
                  </a:lnTo>
                  <a:cubicBezTo>
                    <a:pt x="671" y="864"/>
                    <a:pt x="538" y="629"/>
                    <a:pt x="425" y="454"/>
                  </a:cubicBezTo>
                  <a:cubicBezTo>
                    <a:pt x="404" y="423"/>
                    <a:pt x="413" y="382"/>
                    <a:pt x="444" y="362"/>
                  </a:cubicBezTo>
                  <a:cubicBezTo>
                    <a:pt x="475" y="342"/>
                    <a:pt x="516" y="351"/>
                    <a:pt x="536" y="382"/>
                  </a:cubicBezTo>
                  <a:cubicBezTo>
                    <a:pt x="687" y="614"/>
                    <a:pt x="871" y="949"/>
                    <a:pt x="872" y="953"/>
                  </a:cubicBezTo>
                  <a:cubicBezTo>
                    <a:pt x="888" y="982"/>
                    <a:pt x="880" y="1018"/>
                    <a:pt x="854" y="1038"/>
                  </a:cubicBezTo>
                  <a:lnTo>
                    <a:pt x="679" y="1169"/>
                  </a:lnTo>
                  <a:lnTo>
                    <a:pt x="1413" y="1230"/>
                  </a:lnTo>
                  <a:lnTo>
                    <a:pt x="1720" y="594"/>
                  </a:lnTo>
                  <a:lnTo>
                    <a:pt x="1604" y="651"/>
                  </a:lnTo>
                  <a:cubicBezTo>
                    <a:pt x="1575" y="665"/>
                    <a:pt x="1541" y="657"/>
                    <a:pt x="1522" y="632"/>
                  </a:cubicBezTo>
                  <a:lnTo>
                    <a:pt x="1152" y="158"/>
                  </a:lnTo>
                  <a:lnTo>
                    <a:pt x="66" y="133"/>
                  </a:lnTo>
                  <a:cubicBezTo>
                    <a:pt x="29" y="132"/>
                    <a:pt x="0" y="102"/>
                    <a:pt x="1" y="65"/>
                  </a:cubicBezTo>
                  <a:cubicBezTo>
                    <a:pt x="2" y="28"/>
                    <a:pt x="31" y="0"/>
                    <a:pt x="67" y="0"/>
                  </a:cubicBezTo>
                  <a:lnTo>
                    <a:pt x="69" y="0"/>
                  </a:lnTo>
                  <a:lnTo>
                    <a:pt x="1187" y="26"/>
                  </a:lnTo>
                  <a:cubicBezTo>
                    <a:pt x="1207" y="26"/>
                    <a:pt x="1225" y="35"/>
                    <a:pt x="1238" y="51"/>
                  </a:cubicBezTo>
                  <a:lnTo>
                    <a:pt x="1594" y="507"/>
                  </a:lnTo>
                  <a:lnTo>
                    <a:pt x="1834" y="390"/>
                  </a:lnTo>
                  <a:cubicBezTo>
                    <a:pt x="1860" y="378"/>
                    <a:pt x="1890" y="383"/>
                    <a:pt x="1911" y="403"/>
                  </a:cubicBezTo>
                  <a:cubicBezTo>
                    <a:pt x="1931" y="423"/>
                    <a:pt x="1936" y="454"/>
                    <a:pt x="1923" y="479"/>
                  </a:cubicBezTo>
                  <a:lnTo>
                    <a:pt x="1513" y="1330"/>
                  </a:lnTo>
                  <a:cubicBezTo>
                    <a:pt x="1502" y="1353"/>
                    <a:pt x="1478" y="1367"/>
                    <a:pt x="1453" y="13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ACD2F515-079D-85A6-E572-A491A152B1C3}"/>
                </a:ext>
              </a:extLst>
            </p:cNvPr>
            <p:cNvSpPr>
              <a:spLocks/>
            </p:cNvSpPr>
            <p:nvPr/>
          </p:nvSpPr>
          <p:spPr bwMode="auto">
            <a:xfrm>
              <a:off x="6615113" y="3709988"/>
              <a:ext cx="139700" cy="150813"/>
            </a:xfrm>
            <a:custGeom>
              <a:avLst/>
              <a:gdLst>
                <a:gd name="T0" fmla="*/ 500 w 1388"/>
                <a:gd name="T1" fmla="*/ 1491 h 1491"/>
                <a:gd name="T2" fmla="*/ 483 w 1388"/>
                <a:gd name="T3" fmla="*/ 1489 h 1491"/>
                <a:gd name="T4" fmla="*/ 435 w 1388"/>
                <a:gd name="T5" fmla="*/ 1408 h 1491"/>
                <a:gd name="T6" fmla="*/ 20 w 1388"/>
                <a:gd name="T7" fmla="*/ 547 h 1491"/>
                <a:gd name="T8" fmla="*/ 3 w 1388"/>
                <a:gd name="T9" fmla="*/ 491 h 1491"/>
                <a:gd name="T10" fmla="*/ 36 w 1388"/>
                <a:gd name="T11" fmla="*/ 443 h 1491"/>
                <a:gd name="T12" fmla="*/ 798 w 1388"/>
                <a:gd name="T13" fmla="*/ 16 h 1491"/>
                <a:gd name="T14" fmla="*/ 884 w 1388"/>
                <a:gd name="T15" fmla="*/ 35 h 1491"/>
                <a:gd name="T16" fmla="*/ 1186 w 1388"/>
                <a:gd name="T17" fmla="*/ 1163 h 1491"/>
                <a:gd name="T18" fmla="*/ 837 w 1388"/>
                <a:gd name="T19" fmla="*/ 1449 h 1491"/>
                <a:gd name="T20" fmla="*/ 752 w 1388"/>
                <a:gd name="T21" fmla="*/ 1408 h 1491"/>
                <a:gd name="T22" fmla="*/ 793 w 1388"/>
                <a:gd name="T23" fmla="*/ 1323 h 1491"/>
                <a:gd name="T24" fmla="*/ 1065 w 1388"/>
                <a:gd name="T25" fmla="*/ 1107 h 1491"/>
                <a:gd name="T26" fmla="*/ 810 w 1388"/>
                <a:gd name="T27" fmla="*/ 162 h 1491"/>
                <a:gd name="T28" fmla="*/ 173 w 1388"/>
                <a:gd name="T29" fmla="*/ 520 h 1491"/>
                <a:gd name="T30" fmla="*/ 564 w 1388"/>
                <a:gd name="T31" fmla="*/ 1441 h 1491"/>
                <a:gd name="T32" fmla="*/ 500 w 1388"/>
                <a:gd name="T33" fmla="*/ 1491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88" h="1491">
                  <a:moveTo>
                    <a:pt x="500" y="1491"/>
                  </a:moveTo>
                  <a:cubicBezTo>
                    <a:pt x="494" y="1491"/>
                    <a:pt x="489" y="1490"/>
                    <a:pt x="483" y="1489"/>
                  </a:cubicBezTo>
                  <a:cubicBezTo>
                    <a:pt x="448" y="1480"/>
                    <a:pt x="426" y="1444"/>
                    <a:pt x="435" y="1408"/>
                  </a:cubicBezTo>
                  <a:cubicBezTo>
                    <a:pt x="502" y="1138"/>
                    <a:pt x="158" y="695"/>
                    <a:pt x="20" y="547"/>
                  </a:cubicBezTo>
                  <a:cubicBezTo>
                    <a:pt x="6" y="532"/>
                    <a:pt x="0" y="512"/>
                    <a:pt x="3" y="491"/>
                  </a:cubicBezTo>
                  <a:cubicBezTo>
                    <a:pt x="6" y="471"/>
                    <a:pt x="19" y="453"/>
                    <a:pt x="36" y="443"/>
                  </a:cubicBezTo>
                  <a:lnTo>
                    <a:pt x="798" y="16"/>
                  </a:lnTo>
                  <a:cubicBezTo>
                    <a:pt x="827" y="0"/>
                    <a:pt x="864" y="8"/>
                    <a:pt x="884" y="35"/>
                  </a:cubicBezTo>
                  <a:cubicBezTo>
                    <a:pt x="905" y="63"/>
                    <a:pt x="1388" y="723"/>
                    <a:pt x="1186" y="1163"/>
                  </a:cubicBezTo>
                  <a:cubicBezTo>
                    <a:pt x="1124" y="1293"/>
                    <a:pt x="1003" y="1392"/>
                    <a:pt x="837" y="1449"/>
                  </a:cubicBezTo>
                  <a:cubicBezTo>
                    <a:pt x="802" y="1461"/>
                    <a:pt x="764" y="1443"/>
                    <a:pt x="752" y="1408"/>
                  </a:cubicBezTo>
                  <a:cubicBezTo>
                    <a:pt x="740" y="1373"/>
                    <a:pt x="759" y="1335"/>
                    <a:pt x="793" y="1323"/>
                  </a:cubicBezTo>
                  <a:cubicBezTo>
                    <a:pt x="885" y="1292"/>
                    <a:pt x="1007" y="1228"/>
                    <a:pt x="1065" y="1107"/>
                  </a:cubicBezTo>
                  <a:cubicBezTo>
                    <a:pt x="1206" y="799"/>
                    <a:pt x="912" y="316"/>
                    <a:pt x="810" y="162"/>
                  </a:cubicBezTo>
                  <a:lnTo>
                    <a:pt x="173" y="520"/>
                  </a:lnTo>
                  <a:cubicBezTo>
                    <a:pt x="311" y="682"/>
                    <a:pt x="644" y="1118"/>
                    <a:pt x="564" y="1441"/>
                  </a:cubicBezTo>
                  <a:cubicBezTo>
                    <a:pt x="557" y="1471"/>
                    <a:pt x="530" y="1491"/>
                    <a:pt x="500" y="14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08AA4174-1635-1DF3-0A99-9C725BCEFC3A}"/>
                </a:ext>
              </a:extLst>
            </p:cNvPr>
            <p:cNvSpPr>
              <a:spLocks/>
            </p:cNvSpPr>
            <p:nvPr/>
          </p:nvSpPr>
          <p:spPr bwMode="auto">
            <a:xfrm>
              <a:off x="6537325" y="3819525"/>
              <a:ext cx="193675" cy="157163"/>
            </a:xfrm>
            <a:custGeom>
              <a:avLst/>
              <a:gdLst>
                <a:gd name="T0" fmla="*/ 615 w 1921"/>
                <a:gd name="T1" fmla="*/ 1554 h 1554"/>
                <a:gd name="T2" fmla="*/ 563 w 1921"/>
                <a:gd name="T3" fmla="*/ 1529 h 1554"/>
                <a:gd name="T4" fmla="*/ 20 w 1921"/>
                <a:gd name="T5" fmla="*/ 851 h 1554"/>
                <a:gd name="T6" fmla="*/ 19 w 1921"/>
                <a:gd name="T7" fmla="*/ 770 h 1554"/>
                <a:gd name="T8" fmla="*/ 569 w 1921"/>
                <a:gd name="T9" fmla="*/ 30 h 1554"/>
                <a:gd name="T10" fmla="*/ 638 w 1921"/>
                <a:gd name="T11" fmla="*/ 5 h 1554"/>
                <a:gd name="T12" fmla="*/ 688 w 1921"/>
                <a:gd name="T13" fmla="*/ 58 h 1554"/>
                <a:gd name="T14" fmla="*/ 739 w 1921"/>
                <a:gd name="T15" fmla="*/ 325 h 1554"/>
                <a:gd name="T16" fmla="*/ 1334 w 1921"/>
                <a:gd name="T17" fmla="*/ 296 h 1554"/>
                <a:gd name="T18" fmla="*/ 1407 w 1921"/>
                <a:gd name="T19" fmla="*/ 357 h 1554"/>
                <a:gd name="T20" fmla="*/ 1346 w 1921"/>
                <a:gd name="T21" fmla="*/ 429 h 1554"/>
                <a:gd name="T22" fmla="*/ 684 w 1921"/>
                <a:gd name="T23" fmla="*/ 459 h 1554"/>
                <a:gd name="T24" fmla="*/ 683 w 1921"/>
                <a:gd name="T25" fmla="*/ 459 h 1554"/>
                <a:gd name="T26" fmla="*/ 618 w 1921"/>
                <a:gd name="T27" fmla="*/ 405 h 1554"/>
                <a:gd name="T28" fmla="*/ 585 w 1921"/>
                <a:gd name="T29" fmla="*/ 232 h 1554"/>
                <a:gd name="T30" fmla="*/ 156 w 1921"/>
                <a:gd name="T31" fmla="*/ 808 h 1554"/>
                <a:gd name="T32" fmla="*/ 555 w 1921"/>
                <a:gd name="T33" fmla="*/ 1305 h 1554"/>
                <a:gd name="T34" fmla="*/ 559 w 1921"/>
                <a:gd name="T35" fmla="*/ 1163 h 1554"/>
                <a:gd name="T36" fmla="*/ 623 w 1921"/>
                <a:gd name="T37" fmla="*/ 1099 h 1554"/>
                <a:gd name="T38" fmla="*/ 1259 w 1921"/>
                <a:gd name="T39" fmla="*/ 1073 h 1554"/>
                <a:gd name="T40" fmla="*/ 1786 w 1921"/>
                <a:gd name="T41" fmla="*/ 129 h 1554"/>
                <a:gd name="T42" fmla="*/ 1877 w 1921"/>
                <a:gd name="T43" fmla="*/ 104 h 1554"/>
                <a:gd name="T44" fmla="*/ 1903 w 1921"/>
                <a:gd name="T45" fmla="*/ 194 h 1554"/>
                <a:gd name="T46" fmla="*/ 1357 w 1921"/>
                <a:gd name="T47" fmla="*/ 1170 h 1554"/>
                <a:gd name="T48" fmla="*/ 1302 w 1921"/>
                <a:gd name="T49" fmla="*/ 1205 h 1554"/>
                <a:gd name="T50" fmla="*/ 690 w 1921"/>
                <a:gd name="T51" fmla="*/ 1230 h 1554"/>
                <a:gd name="T52" fmla="*/ 682 w 1921"/>
                <a:gd name="T53" fmla="*/ 1489 h 1554"/>
                <a:gd name="T54" fmla="*/ 636 w 1921"/>
                <a:gd name="T55" fmla="*/ 1550 h 1554"/>
                <a:gd name="T56" fmla="*/ 615 w 1921"/>
                <a:gd name="T57" fmla="*/ 1554 h 1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21" h="1554">
                  <a:moveTo>
                    <a:pt x="615" y="1554"/>
                  </a:moveTo>
                  <a:cubicBezTo>
                    <a:pt x="595" y="1554"/>
                    <a:pt x="576" y="1545"/>
                    <a:pt x="563" y="1529"/>
                  </a:cubicBezTo>
                  <a:lnTo>
                    <a:pt x="20" y="851"/>
                  </a:lnTo>
                  <a:cubicBezTo>
                    <a:pt x="1" y="827"/>
                    <a:pt x="0" y="794"/>
                    <a:pt x="19" y="770"/>
                  </a:cubicBezTo>
                  <a:lnTo>
                    <a:pt x="569" y="30"/>
                  </a:lnTo>
                  <a:cubicBezTo>
                    <a:pt x="585" y="9"/>
                    <a:pt x="612" y="0"/>
                    <a:pt x="638" y="5"/>
                  </a:cubicBezTo>
                  <a:cubicBezTo>
                    <a:pt x="663" y="11"/>
                    <a:pt x="683" y="32"/>
                    <a:pt x="688" y="58"/>
                  </a:cubicBezTo>
                  <a:lnTo>
                    <a:pt x="739" y="325"/>
                  </a:lnTo>
                  <a:cubicBezTo>
                    <a:pt x="854" y="322"/>
                    <a:pt x="1126" y="315"/>
                    <a:pt x="1334" y="296"/>
                  </a:cubicBezTo>
                  <a:cubicBezTo>
                    <a:pt x="1371" y="293"/>
                    <a:pt x="1403" y="320"/>
                    <a:pt x="1407" y="357"/>
                  </a:cubicBezTo>
                  <a:cubicBezTo>
                    <a:pt x="1410" y="393"/>
                    <a:pt x="1383" y="426"/>
                    <a:pt x="1346" y="429"/>
                  </a:cubicBezTo>
                  <a:cubicBezTo>
                    <a:pt x="1071" y="454"/>
                    <a:pt x="688" y="459"/>
                    <a:pt x="684" y="459"/>
                  </a:cubicBezTo>
                  <a:lnTo>
                    <a:pt x="683" y="459"/>
                  </a:lnTo>
                  <a:cubicBezTo>
                    <a:pt x="652" y="459"/>
                    <a:pt x="624" y="436"/>
                    <a:pt x="618" y="405"/>
                  </a:cubicBezTo>
                  <a:lnTo>
                    <a:pt x="585" y="232"/>
                  </a:lnTo>
                  <a:lnTo>
                    <a:pt x="156" y="808"/>
                  </a:lnTo>
                  <a:lnTo>
                    <a:pt x="555" y="1305"/>
                  </a:lnTo>
                  <a:lnTo>
                    <a:pt x="559" y="1163"/>
                  </a:lnTo>
                  <a:cubicBezTo>
                    <a:pt x="560" y="1128"/>
                    <a:pt x="588" y="1100"/>
                    <a:pt x="623" y="1099"/>
                  </a:cubicBezTo>
                  <a:lnTo>
                    <a:pt x="1259" y="1073"/>
                  </a:lnTo>
                  <a:lnTo>
                    <a:pt x="1786" y="129"/>
                  </a:lnTo>
                  <a:cubicBezTo>
                    <a:pt x="1804" y="97"/>
                    <a:pt x="1845" y="86"/>
                    <a:pt x="1877" y="104"/>
                  </a:cubicBezTo>
                  <a:cubicBezTo>
                    <a:pt x="1909" y="122"/>
                    <a:pt x="1921" y="162"/>
                    <a:pt x="1903" y="194"/>
                  </a:cubicBezTo>
                  <a:lnTo>
                    <a:pt x="1357" y="1170"/>
                  </a:lnTo>
                  <a:cubicBezTo>
                    <a:pt x="1346" y="1191"/>
                    <a:pt x="1325" y="1204"/>
                    <a:pt x="1302" y="1205"/>
                  </a:cubicBezTo>
                  <a:lnTo>
                    <a:pt x="690" y="1230"/>
                  </a:lnTo>
                  <a:lnTo>
                    <a:pt x="682" y="1489"/>
                  </a:lnTo>
                  <a:cubicBezTo>
                    <a:pt x="681" y="1517"/>
                    <a:pt x="663" y="1542"/>
                    <a:pt x="636" y="1550"/>
                  </a:cubicBezTo>
                  <a:cubicBezTo>
                    <a:pt x="629" y="1553"/>
                    <a:pt x="622" y="1554"/>
                    <a:pt x="615" y="15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68AB84C-DEA9-468B-6422-13250E492BEA}"/>
                </a:ext>
              </a:extLst>
            </p:cNvPr>
            <p:cNvSpPr>
              <a:spLocks/>
            </p:cNvSpPr>
            <p:nvPr/>
          </p:nvSpPr>
          <p:spPr bwMode="auto">
            <a:xfrm>
              <a:off x="6394450" y="3703638"/>
              <a:ext cx="160338" cy="260350"/>
            </a:xfrm>
            <a:custGeom>
              <a:avLst/>
              <a:gdLst>
                <a:gd name="T0" fmla="*/ 1517 w 1591"/>
                <a:gd name="T1" fmla="*/ 2558 h 2558"/>
                <a:gd name="T2" fmla="*/ 1501 w 1591"/>
                <a:gd name="T3" fmla="*/ 2556 h 2558"/>
                <a:gd name="T4" fmla="*/ 35 w 1591"/>
                <a:gd name="T5" fmla="*/ 64 h 2558"/>
                <a:gd name="T6" fmla="*/ 106 w 1591"/>
                <a:gd name="T7" fmla="*/ 2 h 2558"/>
                <a:gd name="T8" fmla="*/ 168 w 1591"/>
                <a:gd name="T9" fmla="*/ 74 h 2558"/>
                <a:gd name="T10" fmla="*/ 1533 w 1591"/>
                <a:gd name="T11" fmla="*/ 2426 h 2558"/>
                <a:gd name="T12" fmla="*/ 1582 w 1591"/>
                <a:gd name="T13" fmla="*/ 2507 h 2558"/>
                <a:gd name="T14" fmla="*/ 1517 w 1591"/>
                <a:gd name="T15" fmla="*/ 2558 h 2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91" h="2558">
                  <a:moveTo>
                    <a:pt x="1517" y="2558"/>
                  </a:moveTo>
                  <a:cubicBezTo>
                    <a:pt x="1512" y="2558"/>
                    <a:pt x="1506" y="2557"/>
                    <a:pt x="1501" y="2556"/>
                  </a:cubicBezTo>
                  <a:cubicBezTo>
                    <a:pt x="2" y="2179"/>
                    <a:pt x="0" y="553"/>
                    <a:pt x="35" y="64"/>
                  </a:cubicBezTo>
                  <a:cubicBezTo>
                    <a:pt x="38" y="27"/>
                    <a:pt x="70" y="0"/>
                    <a:pt x="106" y="2"/>
                  </a:cubicBezTo>
                  <a:cubicBezTo>
                    <a:pt x="143" y="5"/>
                    <a:pt x="171" y="37"/>
                    <a:pt x="168" y="74"/>
                  </a:cubicBezTo>
                  <a:cubicBezTo>
                    <a:pt x="135" y="537"/>
                    <a:pt x="135" y="2075"/>
                    <a:pt x="1533" y="2426"/>
                  </a:cubicBezTo>
                  <a:cubicBezTo>
                    <a:pt x="1569" y="2435"/>
                    <a:pt x="1591" y="2471"/>
                    <a:pt x="1582" y="2507"/>
                  </a:cubicBezTo>
                  <a:cubicBezTo>
                    <a:pt x="1574" y="2538"/>
                    <a:pt x="1547" y="2558"/>
                    <a:pt x="1517" y="25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77E1FBE6-DC8E-F98E-5783-680AE83AA1AC}"/>
                </a:ext>
              </a:extLst>
            </p:cNvPr>
            <p:cNvSpPr>
              <a:spLocks/>
            </p:cNvSpPr>
            <p:nvPr/>
          </p:nvSpPr>
          <p:spPr bwMode="auto">
            <a:xfrm>
              <a:off x="6353175" y="3700463"/>
              <a:ext cx="133350" cy="236538"/>
            </a:xfrm>
            <a:custGeom>
              <a:avLst/>
              <a:gdLst>
                <a:gd name="T0" fmla="*/ 1248 w 1315"/>
                <a:gd name="T1" fmla="*/ 2338 h 2338"/>
                <a:gd name="T2" fmla="*/ 262 w 1315"/>
                <a:gd name="T3" fmla="*/ 1777 h 2338"/>
                <a:gd name="T4" fmla="*/ 432 w 1315"/>
                <a:gd name="T5" fmla="*/ 46 h 2338"/>
                <a:gd name="T6" fmla="*/ 522 w 1315"/>
                <a:gd name="T7" fmla="*/ 17 h 2338"/>
                <a:gd name="T8" fmla="*/ 550 w 1315"/>
                <a:gd name="T9" fmla="*/ 107 h 2338"/>
                <a:gd name="T10" fmla="*/ 376 w 1315"/>
                <a:gd name="T11" fmla="*/ 1708 h 2338"/>
                <a:gd name="T12" fmla="*/ 1248 w 1315"/>
                <a:gd name="T13" fmla="*/ 2204 h 2338"/>
                <a:gd name="T14" fmla="*/ 1249 w 1315"/>
                <a:gd name="T15" fmla="*/ 2204 h 2338"/>
                <a:gd name="T16" fmla="*/ 1315 w 1315"/>
                <a:gd name="T17" fmla="*/ 2271 h 2338"/>
                <a:gd name="T18" fmla="*/ 1249 w 1315"/>
                <a:gd name="T19" fmla="*/ 2338 h 2338"/>
                <a:gd name="T20" fmla="*/ 1248 w 1315"/>
                <a:gd name="T21" fmla="*/ 2338 h 2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5" h="2338">
                  <a:moveTo>
                    <a:pt x="1248" y="2338"/>
                  </a:moveTo>
                  <a:cubicBezTo>
                    <a:pt x="988" y="2338"/>
                    <a:pt x="511" y="2188"/>
                    <a:pt x="262" y="1777"/>
                  </a:cubicBezTo>
                  <a:cubicBezTo>
                    <a:pt x="0" y="1345"/>
                    <a:pt x="57" y="762"/>
                    <a:pt x="432" y="46"/>
                  </a:cubicBezTo>
                  <a:cubicBezTo>
                    <a:pt x="449" y="13"/>
                    <a:pt x="489" y="0"/>
                    <a:pt x="522" y="17"/>
                  </a:cubicBezTo>
                  <a:cubicBezTo>
                    <a:pt x="554" y="34"/>
                    <a:pt x="567" y="75"/>
                    <a:pt x="550" y="107"/>
                  </a:cubicBezTo>
                  <a:cubicBezTo>
                    <a:pt x="204" y="770"/>
                    <a:pt x="143" y="1324"/>
                    <a:pt x="376" y="1708"/>
                  </a:cubicBezTo>
                  <a:cubicBezTo>
                    <a:pt x="595" y="2070"/>
                    <a:pt x="1027" y="2204"/>
                    <a:pt x="1248" y="2204"/>
                  </a:cubicBezTo>
                  <a:lnTo>
                    <a:pt x="1249" y="2204"/>
                  </a:lnTo>
                  <a:cubicBezTo>
                    <a:pt x="1285" y="2204"/>
                    <a:pt x="1315" y="2234"/>
                    <a:pt x="1315" y="2271"/>
                  </a:cubicBezTo>
                  <a:cubicBezTo>
                    <a:pt x="1315" y="2308"/>
                    <a:pt x="1285" y="2338"/>
                    <a:pt x="1249" y="2338"/>
                  </a:cubicBezTo>
                  <a:lnTo>
                    <a:pt x="1248" y="23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B1C7F057-C943-7579-3E83-AF11A3BB000B}"/>
                </a:ext>
              </a:extLst>
            </p:cNvPr>
            <p:cNvSpPr>
              <a:spLocks/>
            </p:cNvSpPr>
            <p:nvPr/>
          </p:nvSpPr>
          <p:spPr bwMode="auto">
            <a:xfrm>
              <a:off x="6396038" y="3702050"/>
              <a:ext cx="125413" cy="227013"/>
            </a:xfrm>
            <a:custGeom>
              <a:avLst/>
              <a:gdLst>
                <a:gd name="T0" fmla="*/ 940 w 1231"/>
                <a:gd name="T1" fmla="*/ 2237 h 2237"/>
                <a:gd name="T2" fmla="*/ 893 w 1231"/>
                <a:gd name="T3" fmla="*/ 2217 h 2237"/>
                <a:gd name="T4" fmla="*/ 893 w 1231"/>
                <a:gd name="T5" fmla="*/ 2123 h 2237"/>
                <a:gd name="T6" fmla="*/ 1063 w 1231"/>
                <a:gd name="T7" fmla="*/ 1459 h 2237"/>
                <a:gd name="T8" fmla="*/ 459 w 1231"/>
                <a:gd name="T9" fmla="*/ 541 h 2237"/>
                <a:gd name="T10" fmla="*/ 107 w 1231"/>
                <a:gd name="T11" fmla="*/ 214 h 2237"/>
                <a:gd name="T12" fmla="*/ 24 w 1231"/>
                <a:gd name="T13" fmla="*/ 119 h 2237"/>
                <a:gd name="T14" fmla="*/ 28 w 1231"/>
                <a:gd name="T15" fmla="*/ 25 h 2237"/>
                <a:gd name="T16" fmla="*/ 123 w 1231"/>
                <a:gd name="T17" fmla="*/ 29 h 2237"/>
                <a:gd name="T18" fmla="*/ 209 w 1231"/>
                <a:gd name="T19" fmla="*/ 129 h 2237"/>
                <a:gd name="T20" fmla="*/ 533 w 1231"/>
                <a:gd name="T21" fmla="*/ 430 h 2237"/>
                <a:gd name="T22" fmla="*/ 1195 w 1231"/>
                <a:gd name="T23" fmla="*/ 1446 h 2237"/>
                <a:gd name="T24" fmla="*/ 988 w 1231"/>
                <a:gd name="T25" fmla="*/ 2217 h 2237"/>
                <a:gd name="T26" fmla="*/ 940 w 1231"/>
                <a:gd name="T27" fmla="*/ 2237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1" h="2237">
                  <a:moveTo>
                    <a:pt x="940" y="2237"/>
                  </a:moveTo>
                  <a:cubicBezTo>
                    <a:pt x="923" y="2237"/>
                    <a:pt x="906" y="2230"/>
                    <a:pt x="893" y="2217"/>
                  </a:cubicBezTo>
                  <a:cubicBezTo>
                    <a:pt x="867" y="2192"/>
                    <a:pt x="867" y="2149"/>
                    <a:pt x="893" y="2123"/>
                  </a:cubicBezTo>
                  <a:cubicBezTo>
                    <a:pt x="997" y="2018"/>
                    <a:pt x="1092" y="1749"/>
                    <a:pt x="1063" y="1459"/>
                  </a:cubicBezTo>
                  <a:cubicBezTo>
                    <a:pt x="1037" y="1208"/>
                    <a:pt x="912" y="844"/>
                    <a:pt x="459" y="541"/>
                  </a:cubicBezTo>
                  <a:cubicBezTo>
                    <a:pt x="279" y="420"/>
                    <a:pt x="191" y="315"/>
                    <a:pt x="107" y="214"/>
                  </a:cubicBezTo>
                  <a:cubicBezTo>
                    <a:pt x="79" y="182"/>
                    <a:pt x="54" y="151"/>
                    <a:pt x="24" y="119"/>
                  </a:cubicBezTo>
                  <a:cubicBezTo>
                    <a:pt x="0" y="92"/>
                    <a:pt x="1" y="50"/>
                    <a:pt x="28" y="25"/>
                  </a:cubicBezTo>
                  <a:cubicBezTo>
                    <a:pt x="56" y="0"/>
                    <a:pt x="98" y="2"/>
                    <a:pt x="123" y="29"/>
                  </a:cubicBezTo>
                  <a:cubicBezTo>
                    <a:pt x="154" y="63"/>
                    <a:pt x="182" y="96"/>
                    <a:pt x="209" y="129"/>
                  </a:cubicBezTo>
                  <a:cubicBezTo>
                    <a:pt x="291" y="227"/>
                    <a:pt x="369" y="320"/>
                    <a:pt x="533" y="430"/>
                  </a:cubicBezTo>
                  <a:cubicBezTo>
                    <a:pt x="1029" y="763"/>
                    <a:pt x="1167" y="1166"/>
                    <a:pt x="1195" y="1446"/>
                  </a:cubicBezTo>
                  <a:cubicBezTo>
                    <a:pt x="1231" y="1795"/>
                    <a:pt x="1112" y="2090"/>
                    <a:pt x="988" y="2217"/>
                  </a:cubicBezTo>
                  <a:cubicBezTo>
                    <a:pt x="975" y="2230"/>
                    <a:pt x="957" y="2237"/>
                    <a:pt x="940" y="22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9F017B0F-D643-0CD2-62BC-B19F26F31824}"/>
                </a:ext>
              </a:extLst>
            </p:cNvPr>
            <p:cNvSpPr>
              <a:spLocks/>
            </p:cNvSpPr>
            <p:nvPr/>
          </p:nvSpPr>
          <p:spPr bwMode="auto">
            <a:xfrm>
              <a:off x="6445250" y="3784600"/>
              <a:ext cx="53975" cy="115888"/>
            </a:xfrm>
            <a:custGeom>
              <a:avLst/>
              <a:gdLst>
                <a:gd name="T0" fmla="*/ 74 w 532"/>
                <a:gd name="T1" fmla="*/ 1150 h 1150"/>
                <a:gd name="T2" fmla="*/ 26 w 532"/>
                <a:gd name="T3" fmla="*/ 1130 h 1150"/>
                <a:gd name="T4" fmla="*/ 27 w 532"/>
                <a:gd name="T5" fmla="*/ 1036 h 1150"/>
                <a:gd name="T6" fmla="*/ 332 w 532"/>
                <a:gd name="T7" fmla="*/ 76 h 1150"/>
                <a:gd name="T8" fmla="*/ 392 w 532"/>
                <a:gd name="T9" fmla="*/ 3 h 1150"/>
                <a:gd name="T10" fmla="*/ 465 w 532"/>
                <a:gd name="T11" fmla="*/ 63 h 1150"/>
                <a:gd name="T12" fmla="*/ 120 w 532"/>
                <a:gd name="T13" fmla="*/ 1131 h 1150"/>
                <a:gd name="T14" fmla="*/ 74 w 532"/>
                <a:gd name="T15" fmla="*/ 1150 h 1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2" h="1150">
                  <a:moveTo>
                    <a:pt x="74" y="1150"/>
                  </a:moveTo>
                  <a:cubicBezTo>
                    <a:pt x="56" y="1150"/>
                    <a:pt x="39" y="1143"/>
                    <a:pt x="26" y="1130"/>
                  </a:cubicBezTo>
                  <a:cubicBezTo>
                    <a:pt x="0" y="1104"/>
                    <a:pt x="0" y="1062"/>
                    <a:pt x="27" y="1036"/>
                  </a:cubicBezTo>
                  <a:cubicBezTo>
                    <a:pt x="30" y="1032"/>
                    <a:pt x="393" y="664"/>
                    <a:pt x="332" y="76"/>
                  </a:cubicBezTo>
                  <a:cubicBezTo>
                    <a:pt x="329" y="40"/>
                    <a:pt x="355" y="7"/>
                    <a:pt x="392" y="3"/>
                  </a:cubicBezTo>
                  <a:cubicBezTo>
                    <a:pt x="428" y="0"/>
                    <a:pt x="461" y="26"/>
                    <a:pt x="465" y="63"/>
                  </a:cubicBezTo>
                  <a:cubicBezTo>
                    <a:pt x="532" y="716"/>
                    <a:pt x="137" y="1114"/>
                    <a:pt x="120" y="1131"/>
                  </a:cubicBezTo>
                  <a:cubicBezTo>
                    <a:pt x="107" y="1144"/>
                    <a:pt x="91" y="1150"/>
                    <a:pt x="74"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C05724E3-538E-1E14-913F-87E90A72E7F0}"/>
                </a:ext>
              </a:extLst>
            </p:cNvPr>
            <p:cNvSpPr>
              <a:spLocks/>
            </p:cNvSpPr>
            <p:nvPr/>
          </p:nvSpPr>
          <p:spPr bwMode="auto">
            <a:xfrm>
              <a:off x="6416675" y="3752850"/>
              <a:ext cx="42863" cy="93663"/>
            </a:xfrm>
            <a:custGeom>
              <a:avLst/>
              <a:gdLst>
                <a:gd name="T0" fmla="*/ 76 w 418"/>
                <a:gd name="T1" fmla="*/ 923 h 923"/>
                <a:gd name="T2" fmla="*/ 35 w 418"/>
                <a:gd name="T3" fmla="*/ 909 h 923"/>
                <a:gd name="T4" fmla="*/ 22 w 418"/>
                <a:gd name="T5" fmla="*/ 816 h 923"/>
                <a:gd name="T6" fmla="*/ 22 w 418"/>
                <a:gd name="T7" fmla="*/ 816 h 923"/>
                <a:gd name="T8" fmla="*/ 285 w 418"/>
                <a:gd name="T9" fmla="*/ 66 h 923"/>
                <a:gd name="T10" fmla="*/ 352 w 418"/>
                <a:gd name="T11" fmla="*/ 1 h 923"/>
                <a:gd name="T12" fmla="*/ 418 w 418"/>
                <a:gd name="T13" fmla="*/ 69 h 923"/>
                <a:gd name="T14" fmla="*/ 129 w 418"/>
                <a:gd name="T15" fmla="*/ 896 h 923"/>
                <a:gd name="T16" fmla="*/ 76 w 418"/>
                <a:gd name="T17" fmla="*/ 923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8" h="923">
                  <a:moveTo>
                    <a:pt x="76" y="923"/>
                  </a:moveTo>
                  <a:cubicBezTo>
                    <a:pt x="61" y="923"/>
                    <a:pt x="47" y="919"/>
                    <a:pt x="35" y="909"/>
                  </a:cubicBezTo>
                  <a:cubicBezTo>
                    <a:pt x="6" y="887"/>
                    <a:pt x="0" y="846"/>
                    <a:pt x="22" y="816"/>
                  </a:cubicBezTo>
                  <a:lnTo>
                    <a:pt x="22" y="816"/>
                  </a:lnTo>
                  <a:cubicBezTo>
                    <a:pt x="25" y="813"/>
                    <a:pt x="277" y="472"/>
                    <a:pt x="285" y="66"/>
                  </a:cubicBezTo>
                  <a:cubicBezTo>
                    <a:pt x="285" y="30"/>
                    <a:pt x="316" y="0"/>
                    <a:pt x="352" y="1"/>
                  </a:cubicBezTo>
                  <a:cubicBezTo>
                    <a:pt x="389" y="1"/>
                    <a:pt x="418" y="32"/>
                    <a:pt x="418" y="69"/>
                  </a:cubicBezTo>
                  <a:cubicBezTo>
                    <a:pt x="410" y="519"/>
                    <a:pt x="140" y="881"/>
                    <a:pt x="129" y="896"/>
                  </a:cubicBezTo>
                  <a:cubicBezTo>
                    <a:pt x="116" y="914"/>
                    <a:pt x="96" y="923"/>
                    <a:pt x="76" y="9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08F747AC-8F80-9E9B-BAFA-C4BC9026D888}"/>
                </a:ext>
              </a:extLst>
            </p:cNvPr>
            <p:cNvSpPr>
              <a:spLocks/>
            </p:cNvSpPr>
            <p:nvPr/>
          </p:nvSpPr>
          <p:spPr bwMode="auto">
            <a:xfrm>
              <a:off x="6364288" y="3794125"/>
              <a:ext cx="28575" cy="44450"/>
            </a:xfrm>
            <a:custGeom>
              <a:avLst/>
              <a:gdLst>
                <a:gd name="T0" fmla="*/ 200 w 274"/>
                <a:gd name="T1" fmla="*/ 436 h 436"/>
                <a:gd name="T2" fmla="*/ 151 w 274"/>
                <a:gd name="T3" fmla="*/ 415 h 436"/>
                <a:gd name="T4" fmla="*/ 5 w 274"/>
                <a:gd name="T5" fmla="*/ 79 h 436"/>
                <a:gd name="T6" fmla="*/ 63 w 274"/>
                <a:gd name="T7" fmla="*/ 5 h 436"/>
                <a:gd name="T8" fmla="*/ 137 w 274"/>
                <a:gd name="T9" fmla="*/ 62 h 436"/>
                <a:gd name="T10" fmla="*/ 249 w 274"/>
                <a:gd name="T11" fmla="*/ 325 h 436"/>
                <a:gd name="T12" fmla="*/ 245 w 274"/>
                <a:gd name="T13" fmla="*/ 419 h 436"/>
                <a:gd name="T14" fmla="*/ 200 w 274"/>
                <a:gd name="T15" fmla="*/ 436 h 4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436">
                  <a:moveTo>
                    <a:pt x="200" y="436"/>
                  </a:moveTo>
                  <a:cubicBezTo>
                    <a:pt x="182" y="436"/>
                    <a:pt x="164" y="429"/>
                    <a:pt x="151" y="415"/>
                  </a:cubicBezTo>
                  <a:cubicBezTo>
                    <a:pt x="74" y="331"/>
                    <a:pt x="21" y="209"/>
                    <a:pt x="5" y="79"/>
                  </a:cubicBezTo>
                  <a:cubicBezTo>
                    <a:pt x="0" y="42"/>
                    <a:pt x="26" y="9"/>
                    <a:pt x="63" y="5"/>
                  </a:cubicBezTo>
                  <a:cubicBezTo>
                    <a:pt x="99" y="0"/>
                    <a:pt x="132" y="26"/>
                    <a:pt x="137" y="62"/>
                  </a:cubicBezTo>
                  <a:cubicBezTo>
                    <a:pt x="150" y="165"/>
                    <a:pt x="191" y="261"/>
                    <a:pt x="249" y="325"/>
                  </a:cubicBezTo>
                  <a:cubicBezTo>
                    <a:pt x="274" y="352"/>
                    <a:pt x="272" y="394"/>
                    <a:pt x="245" y="419"/>
                  </a:cubicBezTo>
                  <a:cubicBezTo>
                    <a:pt x="232" y="431"/>
                    <a:pt x="216" y="436"/>
                    <a:pt x="200" y="4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CF6E9530-C1A3-86BD-E1D7-102CA71C05A5}"/>
                </a:ext>
              </a:extLst>
            </p:cNvPr>
            <p:cNvSpPr>
              <a:spLocks/>
            </p:cNvSpPr>
            <p:nvPr/>
          </p:nvSpPr>
          <p:spPr bwMode="auto">
            <a:xfrm>
              <a:off x="6394450" y="3833813"/>
              <a:ext cx="19050" cy="15875"/>
            </a:xfrm>
            <a:custGeom>
              <a:avLst/>
              <a:gdLst>
                <a:gd name="T0" fmla="*/ 114 w 185"/>
                <a:gd name="T1" fmla="*/ 149 h 149"/>
                <a:gd name="T2" fmla="*/ 106 w 185"/>
                <a:gd name="T3" fmla="*/ 148 h 149"/>
                <a:gd name="T4" fmla="*/ 57 w 185"/>
                <a:gd name="T5" fmla="*/ 138 h 149"/>
                <a:gd name="T6" fmla="*/ 9 w 185"/>
                <a:gd name="T7" fmla="*/ 57 h 149"/>
                <a:gd name="T8" fmla="*/ 90 w 185"/>
                <a:gd name="T9" fmla="*/ 10 h 149"/>
                <a:gd name="T10" fmla="*/ 123 w 185"/>
                <a:gd name="T11" fmla="*/ 16 h 149"/>
                <a:gd name="T12" fmla="*/ 181 w 185"/>
                <a:gd name="T13" fmla="*/ 91 h 149"/>
                <a:gd name="T14" fmla="*/ 114 w 185"/>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149">
                  <a:moveTo>
                    <a:pt x="114" y="149"/>
                  </a:moveTo>
                  <a:cubicBezTo>
                    <a:pt x="111" y="149"/>
                    <a:pt x="108" y="148"/>
                    <a:pt x="106" y="148"/>
                  </a:cubicBezTo>
                  <a:cubicBezTo>
                    <a:pt x="89" y="146"/>
                    <a:pt x="73" y="143"/>
                    <a:pt x="57" y="138"/>
                  </a:cubicBezTo>
                  <a:cubicBezTo>
                    <a:pt x="21" y="129"/>
                    <a:pt x="0" y="93"/>
                    <a:pt x="9" y="57"/>
                  </a:cubicBezTo>
                  <a:cubicBezTo>
                    <a:pt x="18" y="21"/>
                    <a:pt x="55" y="0"/>
                    <a:pt x="90" y="10"/>
                  </a:cubicBezTo>
                  <a:cubicBezTo>
                    <a:pt x="101" y="12"/>
                    <a:pt x="112" y="14"/>
                    <a:pt x="123" y="16"/>
                  </a:cubicBezTo>
                  <a:cubicBezTo>
                    <a:pt x="160" y="21"/>
                    <a:pt x="185" y="54"/>
                    <a:pt x="181" y="91"/>
                  </a:cubicBezTo>
                  <a:cubicBezTo>
                    <a:pt x="176" y="124"/>
                    <a:pt x="147" y="149"/>
                    <a:pt x="114" y="1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37EAE2CF-DA54-674A-64E6-4E71F8C90692}"/>
                </a:ext>
              </a:extLst>
            </p:cNvPr>
            <p:cNvSpPr>
              <a:spLocks/>
            </p:cNvSpPr>
            <p:nvPr/>
          </p:nvSpPr>
          <p:spPr bwMode="auto">
            <a:xfrm>
              <a:off x="6375400" y="3867150"/>
              <a:ext cx="39688" cy="36513"/>
            </a:xfrm>
            <a:custGeom>
              <a:avLst/>
              <a:gdLst>
                <a:gd name="T0" fmla="*/ 315 w 391"/>
                <a:gd name="T1" fmla="*/ 364 h 364"/>
                <a:gd name="T2" fmla="*/ 288 w 391"/>
                <a:gd name="T3" fmla="*/ 358 h 364"/>
                <a:gd name="T4" fmla="*/ 19 w 391"/>
                <a:gd name="T5" fmla="*/ 111 h 364"/>
                <a:gd name="T6" fmla="*/ 41 w 391"/>
                <a:gd name="T7" fmla="*/ 19 h 364"/>
                <a:gd name="T8" fmla="*/ 133 w 391"/>
                <a:gd name="T9" fmla="*/ 42 h 364"/>
                <a:gd name="T10" fmla="*/ 342 w 391"/>
                <a:gd name="T11" fmla="*/ 236 h 364"/>
                <a:gd name="T12" fmla="*/ 376 w 391"/>
                <a:gd name="T13" fmla="*/ 324 h 364"/>
                <a:gd name="T14" fmla="*/ 315 w 391"/>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1" h="364">
                  <a:moveTo>
                    <a:pt x="315" y="364"/>
                  </a:moveTo>
                  <a:cubicBezTo>
                    <a:pt x="306" y="364"/>
                    <a:pt x="297" y="362"/>
                    <a:pt x="288" y="358"/>
                  </a:cubicBezTo>
                  <a:cubicBezTo>
                    <a:pt x="184" y="313"/>
                    <a:pt x="86" y="223"/>
                    <a:pt x="19" y="111"/>
                  </a:cubicBezTo>
                  <a:cubicBezTo>
                    <a:pt x="0" y="79"/>
                    <a:pt x="10" y="38"/>
                    <a:pt x="41" y="19"/>
                  </a:cubicBezTo>
                  <a:cubicBezTo>
                    <a:pt x="73" y="0"/>
                    <a:pt x="114" y="10"/>
                    <a:pt x="133" y="42"/>
                  </a:cubicBezTo>
                  <a:cubicBezTo>
                    <a:pt x="187" y="131"/>
                    <a:pt x="263" y="202"/>
                    <a:pt x="342" y="236"/>
                  </a:cubicBezTo>
                  <a:cubicBezTo>
                    <a:pt x="375" y="251"/>
                    <a:pt x="391" y="291"/>
                    <a:pt x="376" y="324"/>
                  </a:cubicBezTo>
                  <a:cubicBezTo>
                    <a:pt x="365" y="349"/>
                    <a:pt x="340" y="364"/>
                    <a:pt x="315" y="3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F81D6358-B658-FBE8-4CA3-74CDDAB30E3A}"/>
                </a:ext>
              </a:extLst>
            </p:cNvPr>
            <p:cNvSpPr>
              <a:spLocks/>
            </p:cNvSpPr>
            <p:nvPr/>
          </p:nvSpPr>
          <p:spPr bwMode="auto">
            <a:xfrm>
              <a:off x="6419850" y="3890963"/>
              <a:ext cx="19050" cy="14288"/>
            </a:xfrm>
            <a:custGeom>
              <a:avLst/>
              <a:gdLst>
                <a:gd name="T0" fmla="*/ 72 w 186"/>
                <a:gd name="T1" fmla="*/ 150 h 150"/>
                <a:gd name="T2" fmla="*/ 6 w 186"/>
                <a:gd name="T3" fmla="*/ 94 h 150"/>
                <a:gd name="T4" fmla="*/ 61 w 186"/>
                <a:gd name="T5" fmla="*/ 18 h 150"/>
                <a:gd name="T6" fmla="*/ 93 w 186"/>
                <a:gd name="T7" fmla="*/ 10 h 150"/>
                <a:gd name="T8" fmla="*/ 176 w 186"/>
                <a:gd name="T9" fmla="*/ 56 h 150"/>
                <a:gd name="T10" fmla="*/ 131 w 186"/>
                <a:gd name="T11" fmla="*/ 138 h 150"/>
                <a:gd name="T12" fmla="*/ 82 w 186"/>
                <a:gd name="T13" fmla="*/ 149 h 150"/>
                <a:gd name="T14" fmla="*/ 72 w 186"/>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6" h="150">
                  <a:moveTo>
                    <a:pt x="72" y="150"/>
                  </a:moveTo>
                  <a:cubicBezTo>
                    <a:pt x="39" y="150"/>
                    <a:pt x="11" y="127"/>
                    <a:pt x="6" y="94"/>
                  </a:cubicBezTo>
                  <a:cubicBezTo>
                    <a:pt x="0" y="58"/>
                    <a:pt x="24" y="24"/>
                    <a:pt x="61" y="18"/>
                  </a:cubicBezTo>
                  <a:cubicBezTo>
                    <a:pt x="72" y="16"/>
                    <a:pt x="82" y="13"/>
                    <a:pt x="93" y="10"/>
                  </a:cubicBezTo>
                  <a:cubicBezTo>
                    <a:pt x="129" y="0"/>
                    <a:pt x="166" y="20"/>
                    <a:pt x="176" y="56"/>
                  </a:cubicBezTo>
                  <a:cubicBezTo>
                    <a:pt x="186" y="91"/>
                    <a:pt x="166" y="128"/>
                    <a:pt x="131" y="138"/>
                  </a:cubicBezTo>
                  <a:cubicBezTo>
                    <a:pt x="115" y="143"/>
                    <a:pt x="98" y="147"/>
                    <a:pt x="82" y="149"/>
                  </a:cubicBezTo>
                  <a:cubicBezTo>
                    <a:pt x="79" y="150"/>
                    <a:pt x="75" y="150"/>
                    <a:pt x="72" y="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7" name="Straight Connector 56">
            <a:extLst>
              <a:ext uri="{FF2B5EF4-FFF2-40B4-BE49-F238E27FC236}">
                <a16:creationId xmlns:a16="http://schemas.microsoft.com/office/drawing/2014/main" id="{0E58A8DF-5889-11E5-4BF5-67E6A6E44022}"/>
              </a:ext>
            </a:extLst>
          </p:cNvPr>
          <p:cNvCxnSpPr>
            <a:cxnSpLocks/>
          </p:cNvCxnSpPr>
          <p:nvPr/>
        </p:nvCxnSpPr>
        <p:spPr>
          <a:xfrm>
            <a:off x="4623914" y="3343007"/>
            <a:ext cx="0" cy="127509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 name="Plane8" descr="{&quot;Key&quot;:&quot;POWER_USER_SHAPE_ICON&quot;,&quot;Value&quot;:&quot;POWER_USER_SHAPE_ICON_STYLE_1&quot;}">
            <a:extLst>
              <a:ext uri="{FF2B5EF4-FFF2-40B4-BE49-F238E27FC236}">
                <a16:creationId xmlns:a16="http://schemas.microsoft.com/office/drawing/2014/main" id="{96BF784D-40E5-F747-999B-30B00196217A}"/>
              </a:ext>
            </a:extLst>
          </p:cNvPr>
          <p:cNvSpPr>
            <a:spLocks noChangeAspect="1"/>
          </p:cNvSpPr>
          <p:nvPr/>
        </p:nvSpPr>
        <p:spPr>
          <a:xfrm>
            <a:off x="2847232" y="3935415"/>
            <a:ext cx="355415" cy="225136"/>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5" name="Car13" descr="{&quot;Key&quot;:&quot;POWER_USER_SHAPE_ICON&quot;,&quot;Value&quot;:&quot;POWER_USER_SHAPE_ICON_STYLE_1&quot;}">
            <a:extLst>
              <a:ext uri="{FF2B5EF4-FFF2-40B4-BE49-F238E27FC236}">
                <a16:creationId xmlns:a16="http://schemas.microsoft.com/office/drawing/2014/main" id="{CA8CDFBF-1500-CD05-668C-804BDE30B5C3}"/>
              </a:ext>
            </a:extLst>
          </p:cNvPr>
          <p:cNvGrpSpPr>
            <a:grpSpLocks noChangeAspect="1"/>
          </p:cNvGrpSpPr>
          <p:nvPr/>
        </p:nvGrpSpPr>
        <p:grpSpPr>
          <a:xfrm>
            <a:off x="2820712" y="4284866"/>
            <a:ext cx="386775" cy="254167"/>
            <a:chOff x="6535237" y="5505539"/>
            <a:chExt cx="3000375" cy="1971675"/>
          </a:xfrm>
          <a:solidFill>
            <a:schemeClr val="accent3"/>
          </a:solidFill>
        </p:grpSpPr>
        <p:sp>
          <p:nvSpPr>
            <p:cNvPr id="7" name="Free-form: Shape 6">
              <a:extLst>
                <a:ext uri="{FF2B5EF4-FFF2-40B4-BE49-F238E27FC236}">
                  <a16:creationId xmlns:a16="http://schemas.microsoft.com/office/drawing/2014/main" id="{AF3C9119-07D6-397A-F116-DBCBFFAB8FD4}"/>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AEBE9F24-CEB7-5582-3B0E-450A5C8EDEC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A83DE283-1140-E5FD-0D95-F1AA50A2D5C2}"/>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D18F4A8F-7C6F-5313-053B-9D893E0FBC81}"/>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13" name="Resume" descr="{&quot;Key&quot;:&quot;POWER_USER_SHAPE_ICON&quot;,&quot;Value&quot;:&quot;POWER_USER_SHAPE_ICON_STYLE_1&quot;}">
            <a:extLst>
              <a:ext uri="{FF2B5EF4-FFF2-40B4-BE49-F238E27FC236}">
                <a16:creationId xmlns:a16="http://schemas.microsoft.com/office/drawing/2014/main" id="{34478659-229E-890D-BFCF-A643691F21DE}"/>
              </a:ext>
            </a:extLst>
          </p:cNvPr>
          <p:cNvGrpSpPr>
            <a:grpSpLocks noChangeAspect="1"/>
          </p:cNvGrpSpPr>
          <p:nvPr/>
        </p:nvGrpSpPr>
        <p:grpSpPr>
          <a:xfrm>
            <a:off x="2722474" y="1186196"/>
            <a:ext cx="390309" cy="325855"/>
            <a:chOff x="9298887" y="3796494"/>
            <a:chExt cx="1011339" cy="844327"/>
          </a:xfrm>
          <a:solidFill>
            <a:schemeClr val="accent2"/>
          </a:solidFill>
        </p:grpSpPr>
        <p:sp>
          <p:nvSpPr>
            <p:cNvPr id="14" name="Free-form: Shape 13">
              <a:extLst>
                <a:ext uri="{FF2B5EF4-FFF2-40B4-BE49-F238E27FC236}">
                  <a16:creationId xmlns:a16="http://schemas.microsoft.com/office/drawing/2014/main" id="{33BD6864-3E5F-28AB-0CF6-C5575022E9B0}"/>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68263604-B318-CE3C-D440-2F50D5EDC7DF}"/>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A8B93661-13FE-2401-0643-FA12A7B33269}"/>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309C1AC-42E7-2990-0F7D-914B6CD08D76}"/>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971EADB8-6B47-824B-ABF6-0C47DDEAAE91}"/>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AE0C3C59-C82B-E4EE-0269-D27026D7FC2F}"/>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A74D02C2-2B63-902C-C0AE-A46C715C6F09}"/>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21" name="Deadlines" descr="{&quot;Key&quot;:&quot;POWER_USER_SHAPE_ICON&quot;,&quot;Value&quot;:&quot;POWER_USER_SHAPE_ICON_STYLE_1&quot;}">
            <a:extLst>
              <a:ext uri="{FF2B5EF4-FFF2-40B4-BE49-F238E27FC236}">
                <a16:creationId xmlns:a16="http://schemas.microsoft.com/office/drawing/2014/main" id="{C8DA0043-78A3-B62B-F5B8-622142681635}"/>
              </a:ext>
            </a:extLst>
          </p:cNvPr>
          <p:cNvGrpSpPr>
            <a:grpSpLocks noChangeAspect="1"/>
          </p:cNvGrpSpPr>
          <p:nvPr/>
        </p:nvGrpSpPr>
        <p:grpSpPr>
          <a:xfrm>
            <a:off x="2769487" y="2911379"/>
            <a:ext cx="388422" cy="377992"/>
            <a:chOff x="5005387" y="2400300"/>
            <a:chExt cx="601951" cy="585788"/>
          </a:xfrm>
          <a:solidFill>
            <a:schemeClr val="accent3"/>
          </a:solidFill>
        </p:grpSpPr>
        <p:sp>
          <p:nvSpPr>
            <p:cNvPr id="22" name="Free-form: Shape 21">
              <a:extLst>
                <a:ext uri="{FF2B5EF4-FFF2-40B4-BE49-F238E27FC236}">
                  <a16:creationId xmlns:a16="http://schemas.microsoft.com/office/drawing/2014/main" id="{EB69B6DE-175B-0457-CBF6-284F11428159}"/>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75CDF56F-42B0-7995-FE10-2106D2A1AFD9}"/>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BE8DD691-F6DC-EF91-F29C-FDA9901E2B01}"/>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D336AF9E-3C44-822E-369A-BCBFCAB8144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67E277A2-FF49-35BA-4F86-DE41B9E71CE5}"/>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E555B0F0-0FD0-59FD-63C9-44F99D90A3A1}"/>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A50803DA-9A1D-9265-5030-1289A791B79C}"/>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FF6C5616-CB86-6C7A-DE43-D5B5F4230AE4}"/>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A687D2C-8E6A-F199-88C0-B14A0E1745BD}"/>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913072578"/>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F4EF4A-8ACC-4441-5642-04A99268176F}"/>
              </a:ext>
            </a:extLst>
          </p:cNvPr>
          <p:cNvSpPr>
            <a:spLocks noGrp="1"/>
          </p:cNvSpPr>
          <p:nvPr>
            <p:ph type="title"/>
          </p:nvPr>
        </p:nvSpPr>
        <p:spPr>
          <a:xfrm>
            <a:off x="214184" y="13663"/>
            <a:ext cx="9728886" cy="678316"/>
          </a:xfrm>
        </p:spPr>
        <p:txBody>
          <a:bodyPr>
            <a:normAutofit/>
          </a:bodyPr>
          <a:lstStyle/>
          <a:p>
            <a:r>
              <a:rPr lang="en-US" dirty="0"/>
              <a:t>DNA 1</a:t>
            </a:r>
          </a:p>
        </p:txBody>
      </p:sp>
      <p:cxnSp>
        <p:nvCxnSpPr>
          <p:cNvPr id="3" name="Connecteur droit 94">
            <a:extLst>
              <a:ext uri="{FF2B5EF4-FFF2-40B4-BE49-F238E27FC236}">
                <a16:creationId xmlns:a16="http://schemas.microsoft.com/office/drawing/2014/main" id="{F9CF6170-C806-AC5A-775C-2FFDF714D733}"/>
              </a:ext>
            </a:extLst>
          </p:cNvPr>
          <p:cNvCxnSpPr>
            <a:cxnSpLocks/>
          </p:cNvCxnSpPr>
          <p:nvPr/>
        </p:nvCxnSpPr>
        <p:spPr>
          <a:xfrm rot="10800000" flipH="1">
            <a:off x="6101656" y="2691633"/>
            <a:ext cx="415477"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4" name="Connecteur droit 95">
            <a:extLst>
              <a:ext uri="{FF2B5EF4-FFF2-40B4-BE49-F238E27FC236}">
                <a16:creationId xmlns:a16="http://schemas.microsoft.com/office/drawing/2014/main" id="{0034DCB0-5270-C7C2-CC7D-B6B886670E34}"/>
              </a:ext>
            </a:extLst>
          </p:cNvPr>
          <p:cNvCxnSpPr/>
          <p:nvPr/>
        </p:nvCxnSpPr>
        <p:spPr>
          <a:xfrm rot="10800000">
            <a:off x="5686179" y="2691633"/>
            <a:ext cx="41547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5" name="Connecteur droit 92">
            <a:extLst>
              <a:ext uri="{FF2B5EF4-FFF2-40B4-BE49-F238E27FC236}">
                <a16:creationId xmlns:a16="http://schemas.microsoft.com/office/drawing/2014/main" id="{FF7E14D2-2F5F-B479-032C-515FEE9D8A0C}"/>
              </a:ext>
            </a:extLst>
          </p:cNvPr>
          <p:cNvCxnSpPr>
            <a:cxnSpLocks/>
          </p:cNvCxnSpPr>
          <p:nvPr/>
        </p:nvCxnSpPr>
        <p:spPr>
          <a:xfrm rot="10800000" flipH="1">
            <a:off x="6086348" y="2500580"/>
            <a:ext cx="365893"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6" name="Connecteur droit 93">
            <a:extLst>
              <a:ext uri="{FF2B5EF4-FFF2-40B4-BE49-F238E27FC236}">
                <a16:creationId xmlns:a16="http://schemas.microsoft.com/office/drawing/2014/main" id="{708A054A-C2DF-9643-BF4F-3AF04A04DB22}"/>
              </a:ext>
            </a:extLst>
          </p:cNvPr>
          <p:cNvCxnSpPr/>
          <p:nvPr/>
        </p:nvCxnSpPr>
        <p:spPr>
          <a:xfrm rot="10800000">
            <a:off x="5720454" y="2500580"/>
            <a:ext cx="365893"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7" name="Connecteur droit 90">
            <a:extLst>
              <a:ext uri="{FF2B5EF4-FFF2-40B4-BE49-F238E27FC236}">
                <a16:creationId xmlns:a16="http://schemas.microsoft.com/office/drawing/2014/main" id="{6988485E-2E2D-EC63-A450-C56AE27E6483}"/>
              </a:ext>
            </a:extLst>
          </p:cNvPr>
          <p:cNvCxnSpPr>
            <a:cxnSpLocks/>
          </p:cNvCxnSpPr>
          <p:nvPr/>
        </p:nvCxnSpPr>
        <p:spPr>
          <a:xfrm rot="10800000" flipH="1">
            <a:off x="6086348" y="2343182"/>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91">
            <a:extLst>
              <a:ext uri="{FF2B5EF4-FFF2-40B4-BE49-F238E27FC236}">
                <a16:creationId xmlns:a16="http://schemas.microsoft.com/office/drawing/2014/main" id="{96F7973D-49E4-08B0-540B-BFB1A80F41FE}"/>
              </a:ext>
            </a:extLst>
          </p:cNvPr>
          <p:cNvCxnSpPr/>
          <p:nvPr/>
        </p:nvCxnSpPr>
        <p:spPr>
          <a:xfrm rot="10800000">
            <a:off x="5835169" y="2343182"/>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9" name="Connecteur droit 88">
            <a:extLst>
              <a:ext uri="{FF2B5EF4-FFF2-40B4-BE49-F238E27FC236}">
                <a16:creationId xmlns:a16="http://schemas.microsoft.com/office/drawing/2014/main" id="{2AA1F8A0-357A-BC97-E2F8-F7CF704680C5}"/>
              </a:ext>
            </a:extLst>
          </p:cNvPr>
          <p:cNvCxnSpPr>
            <a:cxnSpLocks/>
          </p:cNvCxnSpPr>
          <p:nvPr/>
        </p:nvCxnSpPr>
        <p:spPr>
          <a:xfrm rot="10800000" flipH="1">
            <a:off x="6104811" y="2186019"/>
            <a:ext cx="135097" cy="0"/>
          </a:xfrm>
          <a:prstGeom prst="line">
            <a:avLst/>
          </a:prstGeom>
          <a:ln w="57150">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10" name="Connecteur droit 89">
            <a:extLst>
              <a:ext uri="{FF2B5EF4-FFF2-40B4-BE49-F238E27FC236}">
                <a16:creationId xmlns:a16="http://schemas.microsoft.com/office/drawing/2014/main" id="{42943B27-3938-A6DA-9E7E-0A5C0059069B}"/>
              </a:ext>
            </a:extLst>
          </p:cNvPr>
          <p:cNvCxnSpPr/>
          <p:nvPr/>
        </p:nvCxnSpPr>
        <p:spPr>
          <a:xfrm rot="10800000">
            <a:off x="5969714" y="2186019"/>
            <a:ext cx="13509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grpSp>
        <p:nvGrpSpPr>
          <p:cNvPr id="11" name="Groupe 220">
            <a:extLst>
              <a:ext uri="{FF2B5EF4-FFF2-40B4-BE49-F238E27FC236}">
                <a16:creationId xmlns:a16="http://schemas.microsoft.com/office/drawing/2014/main" id="{E1CDC1FD-0A25-550D-63CB-32C6AAD58BAE}"/>
              </a:ext>
            </a:extLst>
          </p:cNvPr>
          <p:cNvGrpSpPr/>
          <p:nvPr/>
        </p:nvGrpSpPr>
        <p:grpSpPr>
          <a:xfrm>
            <a:off x="5854477" y="1728782"/>
            <a:ext cx="502356" cy="375779"/>
            <a:chOff x="5854477" y="1728782"/>
            <a:chExt cx="502356" cy="375779"/>
          </a:xfrm>
          <a:solidFill>
            <a:srgbClr val="D9D9D9"/>
          </a:solidFill>
        </p:grpSpPr>
        <p:cxnSp>
          <p:nvCxnSpPr>
            <p:cNvPr id="12" name="Connecteur droit 76">
              <a:extLst>
                <a:ext uri="{FF2B5EF4-FFF2-40B4-BE49-F238E27FC236}">
                  <a16:creationId xmlns:a16="http://schemas.microsoft.com/office/drawing/2014/main" id="{CC27F920-5146-B503-DFED-E6170AA4A985}"/>
                </a:ext>
              </a:extLst>
            </p:cNvPr>
            <p:cNvCxnSpPr>
              <a:cxnSpLocks/>
            </p:cNvCxnSpPr>
            <p:nvPr/>
          </p:nvCxnSpPr>
          <p:spPr>
            <a:xfrm flipH="1">
              <a:off x="5854477"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77">
              <a:extLst>
                <a:ext uri="{FF2B5EF4-FFF2-40B4-BE49-F238E27FC236}">
                  <a16:creationId xmlns:a16="http://schemas.microsoft.com/office/drawing/2014/main" id="{C631B0B4-8A10-3A84-EEFB-9BE77B35B056}"/>
                </a:ext>
              </a:extLst>
            </p:cNvPr>
            <p:cNvCxnSpPr/>
            <p:nvPr/>
          </p:nvCxnSpPr>
          <p:spPr>
            <a:xfrm>
              <a:off x="6105655"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79">
              <a:extLst>
                <a:ext uri="{FF2B5EF4-FFF2-40B4-BE49-F238E27FC236}">
                  <a16:creationId xmlns:a16="http://schemas.microsoft.com/office/drawing/2014/main" id="{E13EEEBD-6614-0A41-9D2E-6F599721233A}"/>
                </a:ext>
              </a:extLst>
            </p:cNvPr>
            <p:cNvCxnSpPr>
              <a:cxnSpLocks/>
            </p:cNvCxnSpPr>
            <p:nvPr/>
          </p:nvCxnSpPr>
          <p:spPr>
            <a:xfrm flipH="1">
              <a:off x="5955274" y="1889123"/>
              <a:ext cx="150381" cy="0"/>
            </a:xfrm>
            <a:prstGeom prst="line">
              <a:avLst/>
            </a:prstGeom>
            <a:grpFill/>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15" name="Connecteur droit 80">
              <a:extLst>
                <a:ext uri="{FF2B5EF4-FFF2-40B4-BE49-F238E27FC236}">
                  <a16:creationId xmlns:a16="http://schemas.microsoft.com/office/drawing/2014/main" id="{BDC539E3-F5F2-A8A4-C616-F1F983014CE1}"/>
                </a:ext>
              </a:extLst>
            </p:cNvPr>
            <p:cNvCxnSpPr/>
            <p:nvPr/>
          </p:nvCxnSpPr>
          <p:spPr>
            <a:xfrm>
              <a:off x="6105655" y="1889123"/>
              <a:ext cx="150381"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sp>
          <p:nvSpPr>
            <p:cNvPr id="16" name="Ellipse 96">
              <a:extLst>
                <a:ext uri="{FF2B5EF4-FFF2-40B4-BE49-F238E27FC236}">
                  <a16:creationId xmlns:a16="http://schemas.microsoft.com/office/drawing/2014/main" id="{4540DDE6-BE05-8CFC-1B80-769BB9563E08}"/>
                </a:ext>
              </a:extLst>
            </p:cNvPr>
            <p:cNvSpPr/>
            <p:nvPr/>
          </p:nvSpPr>
          <p:spPr>
            <a:xfrm>
              <a:off x="6038512" y="1971964"/>
              <a:ext cx="132597" cy="13259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 name="Ellipse 97">
            <a:extLst>
              <a:ext uri="{FF2B5EF4-FFF2-40B4-BE49-F238E27FC236}">
                <a16:creationId xmlns:a16="http://schemas.microsoft.com/office/drawing/2014/main" id="{D7216082-2095-7DCB-3278-D821F81FCB52}"/>
              </a:ext>
            </a:extLst>
          </p:cNvPr>
          <p:cNvSpPr/>
          <p:nvPr/>
        </p:nvSpPr>
        <p:spPr>
          <a:xfrm>
            <a:off x="6020049" y="3117436"/>
            <a:ext cx="132597" cy="1325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Connecteur droit 112">
            <a:extLst>
              <a:ext uri="{FF2B5EF4-FFF2-40B4-BE49-F238E27FC236}">
                <a16:creationId xmlns:a16="http://schemas.microsoft.com/office/drawing/2014/main" id="{BF360DA6-9944-BCA4-B094-153D78CB33AE}"/>
              </a:ext>
            </a:extLst>
          </p:cNvPr>
          <p:cNvCxnSpPr>
            <a:cxnSpLocks/>
          </p:cNvCxnSpPr>
          <p:nvPr/>
        </p:nvCxnSpPr>
        <p:spPr>
          <a:xfrm flipH="1">
            <a:off x="5854477" y="2865816"/>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9" name="Connecteur droit 113">
            <a:extLst>
              <a:ext uri="{FF2B5EF4-FFF2-40B4-BE49-F238E27FC236}">
                <a16:creationId xmlns:a16="http://schemas.microsoft.com/office/drawing/2014/main" id="{A33755CD-E0D4-1658-CB9A-BFABF50D56A0}"/>
              </a:ext>
            </a:extLst>
          </p:cNvPr>
          <p:cNvCxnSpPr/>
          <p:nvPr/>
        </p:nvCxnSpPr>
        <p:spPr>
          <a:xfrm>
            <a:off x="6105655" y="2865816"/>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0" name="Connecteur droit 115">
            <a:extLst>
              <a:ext uri="{FF2B5EF4-FFF2-40B4-BE49-F238E27FC236}">
                <a16:creationId xmlns:a16="http://schemas.microsoft.com/office/drawing/2014/main" id="{81A1D4D4-DB82-81ED-42AB-2639FC26673A}"/>
              </a:ext>
            </a:extLst>
          </p:cNvPr>
          <p:cNvCxnSpPr>
            <a:cxnSpLocks/>
          </p:cNvCxnSpPr>
          <p:nvPr/>
        </p:nvCxnSpPr>
        <p:spPr>
          <a:xfrm flipH="1">
            <a:off x="5955274" y="3026156"/>
            <a:ext cx="150381" cy="0"/>
          </a:xfrm>
          <a:prstGeom prst="line">
            <a:avLst/>
          </a:prstGeom>
          <a:ln w="57150">
            <a:solidFill>
              <a:schemeClr val="accent1"/>
            </a:solidFill>
            <a:tailEnd type="oval" w="sm" len="sm"/>
          </a:ln>
        </p:spPr>
        <p:style>
          <a:lnRef idx="1">
            <a:schemeClr val="accent1"/>
          </a:lnRef>
          <a:fillRef idx="0">
            <a:schemeClr val="accent1"/>
          </a:fillRef>
          <a:effectRef idx="0">
            <a:schemeClr val="accent1"/>
          </a:effectRef>
          <a:fontRef idx="minor">
            <a:schemeClr val="tx1"/>
          </a:fontRef>
        </p:style>
      </p:cxnSp>
      <p:cxnSp>
        <p:nvCxnSpPr>
          <p:cNvPr id="21" name="Connecteur droit 116">
            <a:extLst>
              <a:ext uri="{FF2B5EF4-FFF2-40B4-BE49-F238E27FC236}">
                <a16:creationId xmlns:a16="http://schemas.microsoft.com/office/drawing/2014/main" id="{57B97553-37CB-C24F-AC89-4C9EC9A8FCF8}"/>
              </a:ext>
            </a:extLst>
          </p:cNvPr>
          <p:cNvCxnSpPr/>
          <p:nvPr/>
        </p:nvCxnSpPr>
        <p:spPr>
          <a:xfrm>
            <a:off x="6105655" y="3026156"/>
            <a:ext cx="150381"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2" name="Connecteur droit 118">
            <a:extLst>
              <a:ext uri="{FF2B5EF4-FFF2-40B4-BE49-F238E27FC236}">
                <a16:creationId xmlns:a16="http://schemas.microsoft.com/office/drawing/2014/main" id="{A2202DF9-A242-2589-376C-3370F742A964}"/>
              </a:ext>
            </a:extLst>
          </p:cNvPr>
          <p:cNvCxnSpPr>
            <a:cxnSpLocks/>
          </p:cNvCxnSpPr>
          <p:nvPr/>
        </p:nvCxnSpPr>
        <p:spPr>
          <a:xfrm rot="10800000" flipH="1">
            <a:off x="6101656" y="3837294"/>
            <a:ext cx="415477"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3" name="Connecteur droit 119">
            <a:extLst>
              <a:ext uri="{FF2B5EF4-FFF2-40B4-BE49-F238E27FC236}">
                <a16:creationId xmlns:a16="http://schemas.microsoft.com/office/drawing/2014/main" id="{A2FB3C5D-58C0-6547-DA92-57B689649951}"/>
              </a:ext>
            </a:extLst>
          </p:cNvPr>
          <p:cNvCxnSpPr/>
          <p:nvPr/>
        </p:nvCxnSpPr>
        <p:spPr>
          <a:xfrm rot="10800000">
            <a:off x="5686179" y="3837294"/>
            <a:ext cx="41547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4" name="Connecteur droit 121">
            <a:extLst>
              <a:ext uri="{FF2B5EF4-FFF2-40B4-BE49-F238E27FC236}">
                <a16:creationId xmlns:a16="http://schemas.microsoft.com/office/drawing/2014/main" id="{D1ED91FB-A0F3-3717-F32B-1A85ABCF6802}"/>
              </a:ext>
            </a:extLst>
          </p:cNvPr>
          <p:cNvCxnSpPr>
            <a:cxnSpLocks/>
          </p:cNvCxnSpPr>
          <p:nvPr/>
        </p:nvCxnSpPr>
        <p:spPr>
          <a:xfrm rot="10800000" flipH="1">
            <a:off x="6086348" y="3646241"/>
            <a:ext cx="365893"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122">
            <a:extLst>
              <a:ext uri="{FF2B5EF4-FFF2-40B4-BE49-F238E27FC236}">
                <a16:creationId xmlns:a16="http://schemas.microsoft.com/office/drawing/2014/main" id="{CA530006-67BB-0FCB-8019-F14C7B74F274}"/>
              </a:ext>
            </a:extLst>
          </p:cNvPr>
          <p:cNvCxnSpPr/>
          <p:nvPr/>
        </p:nvCxnSpPr>
        <p:spPr>
          <a:xfrm rot="10800000">
            <a:off x="5720454" y="3646241"/>
            <a:ext cx="365893"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6" name="Connecteur droit 124">
            <a:extLst>
              <a:ext uri="{FF2B5EF4-FFF2-40B4-BE49-F238E27FC236}">
                <a16:creationId xmlns:a16="http://schemas.microsoft.com/office/drawing/2014/main" id="{417B541D-240A-01A6-531E-A40B366C8779}"/>
              </a:ext>
            </a:extLst>
          </p:cNvPr>
          <p:cNvCxnSpPr>
            <a:cxnSpLocks/>
          </p:cNvCxnSpPr>
          <p:nvPr/>
        </p:nvCxnSpPr>
        <p:spPr>
          <a:xfrm rot="10800000" flipH="1">
            <a:off x="6086348" y="3488843"/>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7" name="Connecteur droit 125">
            <a:extLst>
              <a:ext uri="{FF2B5EF4-FFF2-40B4-BE49-F238E27FC236}">
                <a16:creationId xmlns:a16="http://schemas.microsoft.com/office/drawing/2014/main" id="{8591913F-BFA0-3EEF-9A59-9846F1BB4AC3}"/>
              </a:ext>
            </a:extLst>
          </p:cNvPr>
          <p:cNvCxnSpPr/>
          <p:nvPr/>
        </p:nvCxnSpPr>
        <p:spPr>
          <a:xfrm rot="10800000">
            <a:off x="5835169" y="3488843"/>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8" name="Connecteur droit 127">
            <a:extLst>
              <a:ext uri="{FF2B5EF4-FFF2-40B4-BE49-F238E27FC236}">
                <a16:creationId xmlns:a16="http://schemas.microsoft.com/office/drawing/2014/main" id="{32A94B50-D5AB-FD64-789C-E0ABF4A746B3}"/>
              </a:ext>
            </a:extLst>
          </p:cNvPr>
          <p:cNvCxnSpPr>
            <a:cxnSpLocks/>
          </p:cNvCxnSpPr>
          <p:nvPr/>
        </p:nvCxnSpPr>
        <p:spPr>
          <a:xfrm rot="10800000" flipH="1">
            <a:off x="6104811" y="3331680"/>
            <a:ext cx="135097" cy="0"/>
          </a:xfrm>
          <a:prstGeom prst="line">
            <a:avLst/>
          </a:prstGeom>
          <a:ln w="57150">
            <a:solidFill>
              <a:schemeClr val="accent4"/>
            </a:solidFill>
            <a:tailEnd type="oval" w="sm" len="sm"/>
          </a:ln>
        </p:spPr>
        <p:style>
          <a:lnRef idx="1">
            <a:schemeClr val="accent1"/>
          </a:lnRef>
          <a:fillRef idx="0">
            <a:schemeClr val="accent1"/>
          </a:fillRef>
          <a:effectRef idx="0">
            <a:schemeClr val="accent1"/>
          </a:effectRef>
          <a:fontRef idx="minor">
            <a:schemeClr val="tx1"/>
          </a:fontRef>
        </p:style>
      </p:cxnSp>
      <p:cxnSp>
        <p:nvCxnSpPr>
          <p:cNvPr id="29" name="Connecteur droit 128">
            <a:extLst>
              <a:ext uri="{FF2B5EF4-FFF2-40B4-BE49-F238E27FC236}">
                <a16:creationId xmlns:a16="http://schemas.microsoft.com/office/drawing/2014/main" id="{D466BAAE-FF71-DA67-488A-257CF2C15E16}"/>
              </a:ext>
            </a:extLst>
          </p:cNvPr>
          <p:cNvCxnSpPr/>
          <p:nvPr/>
        </p:nvCxnSpPr>
        <p:spPr>
          <a:xfrm rot="10800000">
            <a:off x="5969714" y="3331680"/>
            <a:ext cx="13509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0" name="Connecteur droit 130">
            <a:extLst>
              <a:ext uri="{FF2B5EF4-FFF2-40B4-BE49-F238E27FC236}">
                <a16:creationId xmlns:a16="http://schemas.microsoft.com/office/drawing/2014/main" id="{B6818E6E-A598-9C4F-8EB5-ECA904653251}"/>
              </a:ext>
            </a:extLst>
          </p:cNvPr>
          <p:cNvCxnSpPr>
            <a:cxnSpLocks/>
          </p:cNvCxnSpPr>
          <p:nvPr/>
        </p:nvCxnSpPr>
        <p:spPr>
          <a:xfrm flipH="1">
            <a:off x="5854477" y="4011477"/>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1" name="Connecteur droit 131">
            <a:extLst>
              <a:ext uri="{FF2B5EF4-FFF2-40B4-BE49-F238E27FC236}">
                <a16:creationId xmlns:a16="http://schemas.microsoft.com/office/drawing/2014/main" id="{48C665A2-DB53-FCE1-7351-B3B60954DB13}"/>
              </a:ext>
            </a:extLst>
          </p:cNvPr>
          <p:cNvCxnSpPr/>
          <p:nvPr/>
        </p:nvCxnSpPr>
        <p:spPr>
          <a:xfrm>
            <a:off x="6105655" y="4011477"/>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2" name="Connecteur droit 133">
            <a:extLst>
              <a:ext uri="{FF2B5EF4-FFF2-40B4-BE49-F238E27FC236}">
                <a16:creationId xmlns:a16="http://schemas.microsoft.com/office/drawing/2014/main" id="{41CD608A-AF37-3825-5E8A-855029551125}"/>
              </a:ext>
            </a:extLst>
          </p:cNvPr>
          <p:cNvCxnSpPr>
            <a:cxnSpLocks/>
          </p:cNvCxnSpPr>
          <p:nvPr/>
        </p:nvCxnSpPr>
        <p:spPr>
          <a:xfrm flipH="1">
            <a:off x="5955274" y="4171818"/>
            <a:ext cx="150381" cy="0"/>
          </a:xfrm>
          <a:prstGeom prst="line">
            <a:avLst/>
          </a:prstGeom>
          <a:ln w="57150">
            <a:solidFill>
              <a:schemeClr val="accent3"/>
            </a:solidFill>
            <a:tailEnd type="oval" w="sm" len="sm"/>
          </a:ln>
        </p:spPr>
        <p:style>
          <a:lnRef idx="1">
            <a:schemeClr val="accent1"/>
          </a:lnRef>
          <a:fillRef idx="0">
            <a:schemeClr val="accent1"/>
          </a:fillRef>
          <a:effectRef idx="0">
            <a:schemeClr val="accent1"/>
          </a:effectRef>
          <a:fontRef idx="minor">
            <a:schemeClr val="tx1"/>
          </a:fontRef>
        </p:style>
      </p:cxnSp>
      <p:cxnSp>
        <p:nvCxnSpPr>
          <p:cNvPr id="33" name="Connecteur droit 134">
            <a:extLst>
              <a:ext uri="{FF2B5EF4-FFF2-40B4-BE49-F238E27FC236}">
                <a16:creationId xmlns:a16="http://schemas.microsoft.com/office/drawing/2014/main" id="{FA4FA5DE-33D5-13A4-7D29-0408BCB31239}"/>
              </a:ext>
            </a:extLst>
          </p:cNvPr>
          <p:cNvCxnSpPr/>
          <p:nvPr/>
        </p:nvCxnSpPr>
        <p:spPr>
          <a:xfrm>
            <a:off x="6105655" y="4171818"/>
            <a:ext cx="150381"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4" name="Ellipse 135">
            <a:extLst>
              <a:ext uri="{FF2B5EF4-FFF2-40B4-BE49-F238E27FC236}">
                <a16:creationId xmlns:a16="http://schemas.microsoft.com/office/drawing/2014/main" id="{AC8E6562-4501-8070-58B9-98B099BBCF17}"/>
              </a:ext>
            </a:extLst>
          </p:cNvPr>
          <p:cNvSpPr/>
          <p:nvPr/>
        </p:nvSpPr>
        <p:spPr>
          <a:xfrm>
            <a:off x="6020049" y="4265859"/>
            <a:ext cx="132597" cy="13259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5" name="Connecteur droit 147">
            <a:extLst>
              <a:ext uri="{FF2B5EF4-FFF2-40B4-BE49-F238E27FC236}">
                <a16:creationId xmlns:a16="http://schemas.microsoft.com/office/drawing/2014/main" id="{16C898DD-5F4D-E638-36BC-35510F96BDB0}"/>
              </a:ext>
            </a:extLst>
          </p:cNvPr>
          <p:cNvCxnSpPr>
            <a:cxnSpLocks/>
          </p:cNvCxnSpPr>
          <p:nvPr/>
        </p:nvCxnSpPr>
        <p:spPr>
          <a:xfrm flipV="1">
            <a:off x="6086347" y="5025341"/>
            <a:ext cx="46506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48">
            <a:extLst>
              <a:ext uri="{FF2B5EF4-FFF2-40B4-BE49-F238E27FC236}">
                <a16:creationId xmlns:a16="http://schemas.microsoft.com/office/drawing/2014/main" id="{B54B3318-39E9-A992-6B23-38543B79DE0C}"/>
              </a:ext>
            </a:extLst>
          </p:cNvPr>
          <p:cNvCxnSpPr/>
          <p:nvPr/>
        </p:nvCxnSpPr>
        <p:spPr>
          <a:xfrm flipH="1" flipV="1">
            <a:off x="5621286" y="5025341"/>
            <a:ext cx="46506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49">
            <a:extLst>
              <a:ext uri="{FF2B5EF4-FFF2-40B4-BE49-F238E27FC236}">
                <a16:creationId xmlns:a16="http://schemas.microsoft.com/office/drawing/2014/main" id="{18B16A02-44C4-A1A1-91C6-9FBB66DF7B1D}"/>
              </a:ext>
            </a:extLst>
          </p:cNvPr>
          <p:cNvCxnSpPr>
            <a:cxnSpLocks/>
          </p:cNvCxnSpPr>
          <p:nvPr/>
        </p:nvCxnSpPr>
        <p:spPr>
          <a:xfrm flipV="1">
            <a:off x="6086348" y="4821253"/>
            <a:ext cx="365893"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50">
            <a:extLst>
              <a:ext uri="{FF2B5EF4-FFF2-40B4-BE49-F238E27FC236}">
                <a16:creationId xmlns:a16="http://schemas.microsoft.com/office/drawing/2014/main" id="{1620A86A-6B59-08F3-B724-E77B6C86B383}"/>
              </a:ext>
            </a:extLst>
          </p:cNvPr>
          <p:cNvCxnSpPr/>
          <p:nvPr/>
        </p:nvCxnSpPr>
        <p:spPr>
          <a:xfrm flipH="1" flipV="1">
            <a:off x="5720454" y="4821253"/>
            <a:ext cx="365893"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9" name="Connecteur droit 151">
            <a:extLst>
              <a:ext uri="{FF2B5EF4-FFF2-40B4-BE49-F238E27FC236}">
                <a16:creationId xmlns:a16="http://schemas.microsoft.com/office/drawing/2014/main" id="{178E3F1F-9B64-CE9F-12DE-2FE85A6C045C}"/>
              </a:ext>
            </a:extLst>
          </p:cNvPr>
          <p:cNvCxnSpPr>
            <a:cxnSpLocks/>
          </p:cNvCxnSpPr>
          <p:nvPr/>
        </p:nvCxnSpPr>
        <p:spPr>
          <a:xfrm flipV="1">
            <a:off x="6086347" y="4637682"/>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40" name="Connecteur droit 152">
            <a:extLst>
              <a:ext uri="{FF2B5EF4-FFF2-40B4-BE49-F238E27FC236}">
                <a16:creationId xmlns:a16="http://schemas.microsoft.com/office/drawing/2014/main" id="{E4DC304F-E4C4-EBEF-B859-AAA37020CAB4}"/>
              </a:ext>
            </a:extLst>
          </p:cNvPr>
          <p:cNvCxnSpPr/>
          <p:nvPr/>
        </p:nvCxnSpPr>
        <p:spPr>
          <a:xfrm flipH="1" flipV="1">
            <a:off x="5835169" y="4637682"/>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153">
            <a:extLst>
              <a:ext uri="{FF2B5EF4-FFF2-40B4-BE49-F238E27FC236}">
                <a16:creationId xmlns:a16="http://schemas.microsoft.com/office/drawing/2014/main" id="{3B3A1004-3F1B-D0C0-0290-12867D01400F}"/>
              </a:ext>
            </a:extLst>
          </p:cNvPr>
          <p:cNvCxnSpPr>
            <a:cxnSpLocks/>
          </p:cNvCxnSpPr>
          <p:nvPr/>
        </p:nvCxnSpPr>
        <p:spPr>
          <a:xfrm flipV="1">
            <a:off x="6086347" y="4477341"/>
            <a:ext cx="150381" cy="0"/>
          </a:xfrm>
          <a:prstGeom prst="line">
            <a:avLst/>
          </a:prstGeom>
          <a:ln w="57150">
            <a:solidFill>
              <a:schemeClr val="accent6"/>
            </a:solidFill>
            <a:tailEnd type="oval" w="sm" len="sm"/>
          </a:ln>
        </p:spPr>
        <p:style>
          <a:lnRef idx="1">
            <a:schemeClr val="accent1"/>
          </a:lnRef>
          <a:fillRef idx="0">
            <a:schemeClr val="accent1"/>
          </a:fillRef>
          <a:effectRef idx="0">
            <a:schemeClr val="accent1"/>
          </a:effectRef>
          <a:fontRef idx="minor">
            <a:schemeClr val="tx1"/>
          </a:fontRef>
        </p:style>
      </p:cxnSp>
      <p:cxnSp>
        <p:nvCxnSpPr>
          <p:cNvPr id="42" name="Connecteur droit 154">
            <a:extLst>
              <a:ext uri="{FF2B5EF4-FFF2-40B4-BE49-F238E27FC236}">
                <a16:creationId xmlns:a16="http://schemas.microsoft.com/office/drawing/2014/main" id="{668C11E3-0988-4B7E-B21E-CCCD4A3CCE26}"/>
              </a:ext>
            </a:extLst>
          </p:cNvPr>
          <p:cNvCxnSpPr/>
          <p:nvPr/>
        </p:nvCxnSpPr>
        <p:spPr>
          <a:xfrm flipH="1" flipV="1">
            <a:off x="5935966" y="4477341"/>
            <a:ext cx="15038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2E1426EC-7771-E4F5-233A-3DFF4ECEB9D3}"/>
              </a:ext>
            </a:extLst>
          </p:cNvPr>
          <p:cNvSpPr txBox="1"/>
          <p:nvPr/>
        </p:nvSpPr>
        <p:spPr>
          <a:xfrm>
            <a:off x="7449229" y="23313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6" name="Ellipse 164">
            <a:extLst>
              <a:ext uri="{FF2B5EF4-FFF2-40B4-BE49-F238E27FC236}">
                <a16:creationId xmlns:a16="http://schemas.microsoft.com/office/drawing/2014/main" id="{D7AE3C18-321C-A0C4-CAB6-4D5EED5B015D}"/>
              </a:ext>
            </a:extLst>
          </p:cNvPr>
          <p:cNvSpPr/>
          <p:nvPr/>
        </p:nvSpPr>
        <p:spPr>
          <a:xfrm>
            <a:off x="6900585" y="2669728"/>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2</a:t>
            </a:r>
            <a:endParaRPr lang="en-US" b="1" dirty="0"/>
          </a:p>
        </p:txBody>
      </p:sp>
      <p:sp>
        <p:nvSpPr>
          <p:cNvPr id="49" name="TextBox 82">
            <a:extLst>
              <a:ext uri="{FF2B5EF4-FFF2-40B4-BE49-F238E27FC236}">
                <a16:creationId xmlns:a16="http://schemas.microsoft.com/office/drawing/2014/main" id="{D5CA20E3-258C-7AFE-85B2-AC84281A1C49}"/>
              </a:ext>
            </a:extLst>
          </p:cNvPr>
          <p:cNvSpPr txBox="1"/>
          <p:nvPr/>
        </p:nvSpPr>
        <p:spPr>
          <a:xfrm>
            <a:off x="1236067" y="23313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1" name="Ellipse 159">
            <a:extLst>
              <a:ext uri="{FF2B5EF4-FFF2-40B4-BE49-F238E27FC236}">
                <a16:creationId xmlns:a16="http://schemas.microsoft.com/office/drawing/2014/main" id="{6A4A691D-F4EF-C402-12D6-7101DAA30A59}"/>
              </a:ext>
            </a:extLst>
          </p:cNvPr>
          <p:cNvSpPr/>
          <p:nvPr/>
        </p:nvSpPr>
        <p:spPr>
          <a:xfrm>
            <a:off x="687423" y="266972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1</a:t>
            </a:r>
          </a:p>
        </p:txBody>
      </p:sp>
      <p:sp>
        <p:nvSpPr>
          <p:cNvPr id="54" name="TextBox 82">
            <a:extLst>
              <a:ext uri="{FF2B5EF4-FFF2-40B4-BE49-F238E27FC236}">
                <a16:creationId xmlns:a16="http://schemas.microsoft.com/office/drawing/2014/main" id="{5AF98139-04AC-115A-F948-D33FF5CA83A5}"/>
              </a:ext>
            </a:extLst>
          </p:cNvPr>
          <p:cNvSpPr txBox="1"/>
          <p:nvPr/>
        </p:nvSpPr>
        <p:spPr>
          <a:xfrm>
            <a:off x="1236067" y="35892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6" name="Ellipse 169">
            <a:extLst>
              <a:ext uri="{FF2B5EF4-FFF2-40B4-BE49-F238E27FC236}">
                <a16:creationId xmlns:a16="http://schemas.microsoft.com/office/drawing/2014/main" id="{74DB4A09-85A7-DD61-EAD4-458B21FB92D1}"/>
              </a:ext>
            </a:extLst>
          </p:cNvPr>
          <p:cNvSpPr/>
          <p:nvPr/>
        </p:nvSpPr>
        <p:spPr>
          <a:xfrm>
            <a:off x="687423" y="3927628"/>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3</a:t>
            </a:r>
            <a:endParaRPr lang="en-US" b="1" dirty="0"/>
          </a:p>
        </p:txBody>
      </p:sp>
      <p:sp>
        <p:nvSpPr>
          <p:cNvPr id="59" name="TextBox 82">
            <a:extLst>
              <a:ext uri="{FF2B5EF4-FFF2-40B4-BE49-F238E27FC236}">
                <a16:creationId xmlns:a16="http://schemas.microsoft.com/office/drawing/2014/main" id="{E56453C3-73AC-1B49-C7BF-C506D527C2C5}"/>
              </a:ext>
            </a:extLst>
          </p:cNvPr>
          <p:cNvSpPr txBox="1"/>
          <p:nvPr/>
        </p:nvSpPr>
        <p:spPr>
          <a:xfrm>
            <a:off x="7449229" y="3589248"/>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1" name="Ellipse 174">
            <a:extLst>
              <a:ext uri="{FF2B5EF4-FFF2-40B4-BE49-F238E27FC236}">
                <a16:creationId xmlns:a16="http://schemas.microsoft.com/office/drawing/2014/main" id="{246C5F0C-DCD1-D0B3-7190-78F025981C0A}"/>
              </a:ext>
            </a:extLst>
          </p:cNvPr>
          <p:cNvSpPr/>
          <p:nvPr/>
        </p:nvSpPr>
        <p:spPr>
          <a:xfrm>
            <a:off x="6900585" y="392762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4</a:t>
            </a:r>
            <a:endParaRPr lang="en-US" b="1" dirty="0"/>
          </a:p>
        </p:txBody>
      </p:sp>
      <p:sp>
        <p:nvSpPr>
          <p:cNvPr id="64" name="TextBox 82">
            <a:extLst>
              <a:ext uri="{FF2B5EF4-FFF2-40B4-BE49-F238E27FC236}">
                <a16:creationId xmlns:a16="http://schemas.microsoft.com/office/drawing/2014/main" id="{FE6517F0-E71D-0790-A4F0-731D09E4F682}"/>
              </a:ext>
            </a:extLst>
          </p:cNvPr>
          <p:cNvSpPr txBox="1"/>
          <p:nvPr/>
        </p:nvSpPr>
        <p:spPr>
          <a:xfrm>
            <a:off x="1236067" y="4792359"/>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6" name="Ellipse 179">
            <a:extLst>
              <a:ext uri="{FF2B5EF4-FFF2-40B4-BE49-F238E27FC236}">
                <a16:creationId xmlns:a16="http://schemas.microsoft.com/office/drawing/2014/main" id="{295A0DA8-236F-2D0F-DC6B-97D73836CF36}"/>
              </a:ext>
            </a:extLst>
          </p:cNvPr>
          <p:cNvSpPr/>
          <p:nvPr/>
        </p:nvSpPr>
        <p:spPr>
          <a:xfrm>
            <a:off x="687423" y="5130739"/>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b="1" dirty="0">
                <a:solidFill>
                  <a:schemeClr val="bg1"/>
                </a:solidFill>
              </a:rPr>
              <a:t>5</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69" name="TextBox 82">
            <a:extLst>
              <a:ext uri="{FF2B5EF4-FFF2-40B4-BE49-F238E27FC236}">
                <a16:creationId xmlns:a16="http://schemas.microsoft.com/office/drawing/2014/main" id="{DCE494D1-5FFB-FA5D-4979-68292DF14A2A}"/>
              </a:ext>
            </a:extLst>
          </p:cNvPr>
          <p:cNvSpPr txBox="1"/>
          <p:nvPr/>
        </p:nvSpPr>
        <p:spPr>
          <a:xfrm>
            <a:off x="7449229" y="4792359"/>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1" name="Ellipse 184">
            <a:extLst>
              <a:ext uri="{FF2B5EF4-FFF2-40B4-BE49-F238E27FC236}">
                <a16:creationId xmlns:a16="http://schemas.microsoft.com/office/drawing/2014/main" id="{E5D95F45-6C89-1A62-252C-3DE64921E6AF}"/>
              </a:ext>
            </a:extLst>
          </p:cNvPr>
          <p:cNvSpPr/>
          <p:nvPr/>
        </p:nvSpPr>
        <p:spPr>
          <a:xfrm>
            <a:off x="6900585" y="5130739"/>
            <a:ext cx="400456" cy="40045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6</a:t>
            </a:r>
            <a:endParaRPr lang="en-US" b="1" dirty="0"/>
          </a:p>
        </p:txBody>
      </p:sp>
      <p:cxnSp>
        <p:nvCxnSpPr>
          <p:cNvPr id="73" name="Connecteur droit 227">
            <a:extLst>
              <a:ext uri="{FF2B5EF4-FFF2-40B4-BE49-F238E27FC236}">
                <a16:creationId xmlns:a16="http://schemas.microsoft.com/office/drawing/2014/main" id="{79F4AA60-5174-D000-6FED-AE4AF6AB5284}"/>
              </a:ext>
            </a:extLst>
          </p:cNvPr>
          <p:cNvCxnSpPr>
            <a:cxnSpLocks/>
          </p:cNvCxnSpPr>
          <p:nvPr/>
        </p:nvCxnSpPr>
        <p:spPr>
          <a:xfrm flipH="1">
            <a:off x="5854477" y="5185734"/>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28">
            <a:extLst>
              <a:ext uri="{FF2B5EF4-FFF2-40B4-BE49-F238E27FC236}">
                <a16:creationId xmlns:a16="http://schemas.microsoft.com/office/drawing/2014/main" id="{3DB748EE-8E2E-9D48-51E5-B39AEB8D07BD}"/>
              </a:ext>
            </a:extLst>
          </p:cNvPr>
          <p:cNvCxnSpPr/>
          <p:nvPr/>
        </p:nvCxnSpPr>
        <p:spPr>
          <a:xfrm>
            <a:off x="6105655" y="5185734"/>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75" name="Connecteur droit 229">
            <a:extLst>
              <a:ext uri="{FF2B5EF4-FFF2-40B4-BE49-F238E27FC236}">
                <a16:creationId xmlns:a16="http://schemas.microsoft.com/office/drawing/2014/main" id="{2A42B1E0-109D-A555-FAE4-A43DE32278F5}"/>
              </a:ext>
            </a:extLst>
          </p:cNvPr>
          <p:cNvCxnSpPr>
            <a:cxnSpLocks/>
          </p:cNvCxnSpPr>
          <p:nvPr/>
        </p:nvCxnSpPr>
        <p:spPr>
          <a:xfrm flipH="1">
            <a:off x="5955274" y="5346075"/>
            <a:ext cx="150381" cy="0"/>
          </a:xfrm>
          <a:prstGeom prst="line">
            <a:avLst/>
          </a:prstGeom>
          <a:ln w="57150">
            <a:solidFill>
              <a:schemeClr val="accent5"/>
            </a:solidFill>
            <a:tailEnd type="oval" w="sm" len="sm"/>
          </a:ln>
        </p:spPr>
        <p:style>
          <a:lnRef idx="1">
            <a:schemeClr val="accent1"/>
          </a:lnRef>
          <a:fillRef idx="0">
            <a:schemeClr val="accent1"/>
          </a:fillRef>
          <a:effectRef idx="0">
            <a:schemeClr val="accent1"/>
          </a:effectRef>
          <a:fontRef idx="minor">
            <a:schemeClr val="tx1"/>
          </a:fontRef>
        </p:style>
      </p:cxnSp>
      <p:cxnSp>
        <p:nvCxnSpPr>
          <p:cNvPr id="76" name="Connecteur droit 230">
            <a:extLst>
              <a:ext uri="{FF2B5EF4-FFF2-40B4-BE49-F238E27FC236}">
                <a16:creationId xmlns:a16="http://schemas.microsoft.com/office/drawing/2014/main" id="{8DF6EA40-3D82-F327-5C7C-572B5C3E32DC}"/>
              </a:ext>
            </a:extLst>
          </p:cNvPr>
          <p:cNvCxnSpPr/>
          <p:nvPr/>
        </p:nvCxnSpPr>
        <p:spPr>
          <a:xfrm>
            <a:off x="6105655" y="5346075"/>
            <a:ext cx="15038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77" name="Ellipse 231">
            <a:extLst>
              <a:ext uri="{FF2B5EF4-FFF2-40B4-BE49-F238E27FC236}">
                <a16:creationId xmlns:a16="http://schemas.microsoft.com/office/drawing/2014/main" id="{27B177C6-5B03-5D52-48F4-6F87B1C67403}"/>
              </a:ext>
            </a:extLst>
          </p:cNvPr>
          <p:cNvSpPr/>
          <p:nvPr/>
        </p:nvSpPr>
        <p:spPr>
          <a:xfrm>
            <a:off x="6020049" y="5418557"/>
            <a:ext cx="132597" cy="13259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8" name="Groupe 232">
            <a:extLst>
              <a:ext uri="{FF2B5EF4-FFF2-40B4-BE49-F238E27FC236}">
                <a16:creationId xmlns:a16="http://schemas.microsoft.com/office/drawing/2014/main" id="{4DA5BA2B-AE3A-4131-17C5-1E8F4A13816F}"/>
              </a:ext>
            </a:extLst>
          </p:cNvPr>
          <p:cNvGrpSpPr/>
          <p:nvPr/>
        </p:nvGrpSpPr>
        <p:grpSpPr>
          <a:xfrm flipV="1">
            <a:off x="5854477" y="5644871"/>
            <a:ext cx="502356" cy="160341"/>
            <a:chOff x="5854477" y="1728782"/>
            <a:chExt cx="502356" cy="160341"/>
          </a:xfrm>
        </p:grpSpPr>
        <p:cxnSp>
          <p:nvCxnSpPr>
            <p:cNvPr id="79" name="Connecteur droit 233">
              <a:extLst>
                <a:ext uri="{FF2B5EF4-FFF2-40B4-BE49-F238E27FC236}">
                  <a16:creationId xmlns:a16="http://schemas.microsoft.com/office/drawing/2014/main" id="{5DFAA0BB-EB5E-BE5A-CE44-7AD0BEDDDE07}"/>
                </a:ext>
              </a:extLst>
            </p:cNvPr>
            <p:cNvCxnSpPr>
              <a:cxnSpLocks/>
            </p:cNvCxnSpPr>
            <p:nvPr/>
          </p:nvCxnSpPr>
          <p:spPr>
            <a:xfrm flipH="1">
              <a:off x="5854477"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0" name="Connecteur droit 234">
              <a:extLst>
                <a:ext uri="{FF2B5EF4-FFF2-40B4-BE49-F238E27FC236}">
                  <a16:creationId xmlns:a16="http://schemas.microsoft.com/office/drawing/2014/main" id="{A16C1249-82CF-297E-23C4-CD487095B871}"/>
                </a:ext>
              </a:extLst>
            </p:cNvPr>
            <p:cNvCxnSpPr/>
            <p:nvPr/>
          </p:nvCxnSpPr>
          <p:spPr>
            <a:xfrm>
              <a:off x="6105655"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1" name="Connecteur droit 235">
              <a:extLst>
                <a:ext uri="{FF2B5EF4-FFF2-40B4-BE49-F238E27FC236}">
                  <a16:creationId xmlns:a16="http://schemas.microsoft.com/office/drawing/2014/main" id="{ACCAF5AD-C9AC-D892-77E3-C0AB60309F82}"/>
                </a:ext>
              </a:extLst>
            </p:cNvPr>
            <p:cNvCxnSpPr>
              <a:cxnSpLocks/>
            </p:cNvCxnSpPr>
            <p:nvPr/>
          </p:nvCxnSpPr>
          <p:spPr>
            <a:xfrm flipH="1">
              <a:off x="5955274" y="1889123"/>
              <a:ext cx="150381" cy="0"/>
            </a:xfrm>
            <a:prstGeom prst="line">
              <a:avLst/>
            </a:prstGeom>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82" name="Connecteur droit 236">
              <a:extLst>
                <a:ext uri="{FF2B5EF4-FFF2-40B4-BE49-F238E27FC236}">
                  <a16:creationId xmlns:a16="http://schemas.microsoft.com/office/drawing/2014/main" id="{A55ABDF3-BEA5-E9BE-3C5D-92EA10D7DCB0}"/>
                </a:ext>
              </a:extLst>
            </p:cNvPr>
            <p:cNvCxnSpPr/>
            <p:nvPr/>
          </p:nvCxnSpPr>
          <p:spPr>
            <a:xfrm>
              <a:off x="6105655" y="1889123"/>
              <a:ext cx="150381"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623692028"/>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0FD2A1-C295-4FF4-83FD-99B53D93DC34}"/>
              </a:ext>
            </a:extLst>
          </p:cNvPr>
          <p:cNvSpPr>
            <a:spLocks noGrp="1"/>
          </p:cNvSpPr>
          <p:nvPr>
            <p:ph type="title"/>
          </p:nvPr>
        </p:nvSpPr>
        <p:spPr>
          <a:xfrm>
            <a:off x="214184" y="13663"/>
            <a:ext cx="9728886" cy="678316"/>
          </a:xfrm>
        </p:spPr>
        <p:txBody>
          <a:bodyPr/>
          <a:lstStyle/>
          <a:p>
            <a:r>
              <a:rPr lang="en-US" dirty="0"/>
              <a:t>DNA 2</a:t>
            </a:r>
          </a:p>
        </p:txBody>
      </p:sp>
      <p:grpSp>
        <p:nvGrpSpPr>
          <p:cNvPr id="29" name="Group 28">
            <a:extLst>
              <a:ext uri="{FF2B5EF4-FFF2-40B4-BE49-F238E27FC236}">
                <a16:creationId xmlns:a16="http://schemas.microsoft.com/office/drawing/2014/main" id="{94B350BC-990D-41C2-82A0-C5BB59F79111}"/>
              </a:ext>
            </a:extLst>
          </p:cNvPr>
          <p:cNvGrpSpPr/>
          <p:nvPr/>
        </p:nvGrpSpPr>
        <p:grpSpPr>
          <a:xfrm>
            <a:off x="838200" y="1374728"/>
            <a:ext cx="1658256" cy="4835661"/>
            <a:chOff x="6992556" y="1145044"/>
            <a:chExt cx="1658256" cy="5490318"/>
          </a:xfrm>
        </p:grpSpPr>
        <p:pic>
          <p:nvPicPr>
            <p:cNvPr id="137" name="Picture 136">
              <a:extLst>
                <a:ext uri="{FF2B5EF4-FFF2-40B4-BE49-F238E27FC236}">
                  <a16:creationId xmlns:a16="http://schemas.microsoft.com/office/drawing/2014/main" id="{64B83570-A431-47D7-B169-66923076DBF0}"/>
                </a:ext>
              </a:extLst>
            </p:cNvPr>
            <p:cNvPicPr>
              <a:picLocks noChangeAspect="1"/>
            </p:cNvPicPr>
            <p:nvPr/>
          </p:nvPicPr>
          <p:blipFill>
            <a:blip r:embed="rId4"/>
            <a:srcRect b="18648"/>
            <a:stretch>
              <a:fillRect/>
            </a:stretch>
          </p:blipFill>
          <p:spPr>
            <a:xfrm>
              <a:off x="6992556" y="1145044"/>
              <a:ext cx="1658256" cy="5490318"/>
            </a:xfrm>
            <a:custGeom>
              <a:avLst/>
              <a:gdLst>
                <a:gd name="connsiteX0" fmla="*/ 0 w 1658256"/>
                <a:gd name="connsiteY0" fmla="*/ 0 h 5490318"/>
                <a:gd name="connsiteX1" fmla="*/ 1658256 w 1658256"/>
                <a:gd name="connsiteY1" fmla="*/ 0 h 5490318"/>
                <a:gd name="connsiteX2" fmla="*/ 1658256 w 1658256"/>
                <a:gd name="connsiteY2" fmla="*/ 5490318 h 5490318"/>
                <a:gd name="connsiteX3" fmla="*/ 0 w 1658256"/>
                <a:gd name="connsiteY3" fmla="*/ 5490318 h 5490318"/>
              </a:gdLst>
              <a:ahLst/>
              <a:cxnLst>
                <a:cxn ang="0">
                  <a:pos x="connsiteX0" y="connsiteY0"/>
                </a:cxn>
                <a:cxn ang="0">
                  <a:pos x="connsiteX1" y="connsiteY1"/>
                </a:cxn>
                <a:cxn ang="0">
                  <a:pos x="connsiteX2" y="connsiteY2"/>
                </a:cxn>
                <a:cxn ang="0">
                  <a:pos x="connsiteX3" y="connsiteY3"/>
                </a:cxn>
              </a:cxnLst>
              <a:rect l="l" t="t" r="r" b="b"/>
              <a:pathLst>
                <a:path w="1658256" h="5490318">
                  <a:moveTo>
                    <a:pt x="0" y="0"/>
                  </a:moveTo>
                  <a:lnTo>
                    <a:pt x="1658256" y="0"/>
                  </a:lnTo>
                  <a:lnTo>
                    <a:pt x="1658256" y="5490318"/>
                  </a:lnTo>
                  <a:lnTo>
                    <a:pt x="0" y="5490318"/>
                  </a:lnTo>
                  <a:close/>
                </a:path>
              </a:pathLst>
            </a:custGeom>
          </p:spPr>
        </p:pic>
        <p:sp>
          <p:nvSpPr>
            <p:cNvPr id="123" name="Rounded Rectangle 10">
              <a:extLst>
                <a:ext uri="{FF2B5EF4-FFF2-40B4-BE49-F238E27FC236}">
                  <a16:creationId xmlns:a16="http://schemas.microsoft.com/office/drawing/2014/main" id="{BE8749E1-1E9A-42B5-84C9-BB79AD53CAD2}"/>
                </a:ext>
              </a:extLst>
            </p:cNvPr>
            <p:cNvSpPr>
              <a:spLocks/>
            </p:cNvSpPr>
            <p:nvPr/>
          </p:nvSpPr>
          <p:spPr>
            <a:xfrm rot="16200000">
              <a:off x="8004012" y="3465057"/>
              <a:ext cx="75979" cy="1009053"/>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Rounded Rectangle 11">
              <a:extLst>
                <a:ext uri="{FF2B5EF4-FFF2-40B4-BE49-F238E27FC236}">
                  <a16:creationId xmlns:a16="http://schemas.microsoft.com/office/drawing/2014/main" id="{2033A008-05B5-4777-B618-454AFCC956E4}"/>
                </a:ext>
              </a:extLst>
            </p:cNvPr>
            <p:cNvSpPr>
              <a:spLocks/>
            </p:cNvSpPr>
            <p:nvPr/>
          </p:nvSpPr>
          <p:spPr>
            <a:xfrm rot="16200000">
              <a:off x="7508690" y="3280107"/>
              <a:ext cx="75979" cy="653781"/>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Rounded Rectangle 12">
              <a:extLst>
                <a:ext uri="{FF2B5EF4-FFF2-40B4-BE49-F238E27FC236}">
                  <a16:creationId xmlns:a16="http://schemas.microsoft.com/office/drawing/2014/main" id="{9A72B8CB-B950-456A-AA27-E91A2E108DEF}"/>
                </a:ext>
              </a:extLst>
            </p:cNvPr>
            <p:cNvSpPr>
              <a:spLocks/>
            </p:cNvSpPr>
            <p:nvPr/>
          </p:nvSpPr>
          <p:spPr>
            <a:xfrm rot="16200000">
              <a:off x="7887071" y="3021457"/>
              <a:ext cx="75979" cy="445903"/>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Rounded Rectangle 13">
              <a:extLst>
                <a:ext uri="{FF2B5EF4-FFF2-40B4-BE49-F238E27FC236}">
                  <a16:creationId xmlns:a16="http://schemas.microsoft.com/office/drawing/2014/main" id="{A9739BA0-85C6-4EBC-B489-B56F3B3CDFD6}"/>
                </a:ext>
              </a:extLst>
            </p:cNvPr>
            <p:cNvSpPr>
              <a:spLocks/>
            </p:cNvSpPr>
            <p:nvPr/>
          </p:nvSpPr>
          <p:spPr>
            <a:xfrm rot="16200000">
              <a:off x="7508690" y="4005278"/>
              <a:ext cx="75979" cy="65378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Rounded Rectangle 14">
              <a:extLst>
                <a:ext uri="{FF2B5EF4-FFF2-40B4-BE49-F238E27FC236}">
                  <a16:creationId xmlns:a16="http://schemas.microsoft.com/office/drawing/2014/main" id="{EAB2171C-1E9C-4819-842C-9B4BC18A0296}"/>
                </a:ext>
              </a:extLst>
            </p:cNvPr>
            <p:cNvSpPr>
              <a:spLocks/>
            </p:cNvSpPr>
            <p:nvPr/>
          </p:nvSpPr>
          <p:spPr>
            <a:xfrm rot="16200000">
              <a:off x="7882745" y="4460754"/>
              <a:ext cx="75979" cy="468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Rounded Rectangle 16">
              <a:extLst>
                <a:ext uri="{FF2B5EF4-FFF2-40B4-BE49-F238E27FC236}">
                  <a16:creationId xmlns:a16="http://schemas.microsoft.com/office/drawing/2014/main" id="{DE2AE9D6-FEE8-4C95-A417-D8CC6295D115}"/>
                </a:ext>
              </a:extLst>
            </p:cNvPr>
            <p:cNvSpPr>
              <a:spLocks/>
            </p:cNvSpPr>
            <p:nvPr/>
          </p:nvSpPr>
          <p:spPr>
            <a:xfrm rot="16200000">
              <a:off x="7659787" y="5616114"/>
              <a:ext cx="75979" cy="43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Rounded Rectangle 17">
              <a:extLst>
                <a:ext uri="{FF2B5EF4-FFF2-40B4-BE49-F238E27FC236}">
                  <a16:creationId xmlns:a16="http://schemas.microsoft.com/office/drawing/2014/main" id="{07BA5FA4-AFDE-4CAD-8AB3-A5CE7A92042B}"/>
                </a:ext>
              </a:extLst>
            </p:cNvPr>
            <p:cNvSpPr>
              <a:spLocks/>
            </p:cNvSpPr>
            <p:nvPr/>
          </p:nvSpPr>
          <p:spPr>
            <a:xfrm rot="16200000">
              <a:off x="7611480" y="1837833"/>
              <a:ext cx="75979" cy="44820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Rounded Rectangle 18">
              <a:extLst>
                <a:ext uri="{FF2B5EF4-FFF2-40B4-BE49-F238E27FC236}">
                  <a16:creationId xmlns:a16="http://schemas.microsoft.com/office/drawing/2014/main" id="{45418CD2-206D-4159-A22A-F05FBA5CD58C}"/>
                </a:ext>
              </a:extLst>
            </p:cNvPr>
            <p:cNvSpPr>
              <a:spLocks/>
            </p:cNvSpPr>
            <p:nvPr/>
          </p:nvSpPr>
          <p:spPr>
            <a:xfrm rot="16200000">
              <a:off x="7979617" y="1323242"/>
              <a:ext cx="75979" cy="81052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Rounded Rectangle 19">
              <a:extLst>
                <a:ext uri="{FF2B5EF4-FFF2-40B4-BE49-F238E27FC236}">
                  <a16:creationId xmlns:a16="http://schemas.microsoft.com/office/drawing/2014/main" id="{5D0F9F16-7908-4649-A1E7-FD9579317230}"/>
                </a:ext>
              </a:extLst>
            </p:cNvPr>
            <p:cNvSpPr>
              <a:spLocks/>
            </p:cNvSpPr>
            <p:nvPr/>
          </p:nvSpPr>
          <p:spPr>
            <a:xfrm rot="16200000">
              <a:off x="7970878" y="5773254"/>
              <a:ext cx="75979" cy="828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Rounded Rectangle 18">
              <a:extLst>
                <a:ext uri="{FF2B5EF4-FFF2-40B4-BE49-F238E27FC236}">
                  <a16:creationId xmlns:a16="http://schemas.microsoft.com/office/drawing/2014/main" id="{D36BE8C1-CE59-4044-8BAD-A122ADE0A836}"/>
                </a:ext>
              </a:extLst>
            </p:cNvPr>
            <p:cNvSpPr>
              <a:spLocks/>
            </p:cNvSpPr>
            <p:nvPr/>
          </p:nvSpPr>
          <p:spPr>
            <a:xfrm rot="16200000">
              <a:off x="7559517" y="891074"/>
              <a:ext cx="75979" cy="100800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Rounded Rectangle 19">
              <a:extLst>
                <a:ext uri="{FF2B5EF4-FFF2-40B4-BE49-F238E27FC236}">
                  <a16:creationId xmlns:a16="http://schemas.microsoft.com/office/drawing/2014/main" id="{EB62FE78-64EA-40B8-BD2E-CD59D2F0E890}"/>
                </a:ext>
              </a:extLst>
            </p:cNvPr>
            <p:cNvSpPr>
              <a:spLocks/>
            </p:cNvSpPr>
            <p:nvPr/>
          </p:nvSpPr>
          <p:spPr>
            <a:xfrm rot="16200000">
              <a:off x="7512581" y="6092394"/>
              <a:ext cx="75979" cy="900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9" name="TextBox 18">
            <a:extLst>
              <a:ext uri="{FF2B5EF4-FFF2-40B4-BE49-F238E27FC236}">
                <a16:creationId xmlns:a16="http://schemas.microsoft.com/office/drawing/2014/main" id="{37AE0A7A-C75E-4425-99D8-640E68368A94}"/>
              </a:ext>
            </a:extLst>
          </p:cNvPr>
          <p:cNvSpPr txBox="1"/>
          <p:nvPr/>
        </p:nvSpPr>
        <p:spPr>
          <a:xfrm>
            <a:off x="4096080" y="1720026"/>
            <a:ext cx="7514405" cy="83099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a:t>
            </a:r>
          </a:p>
        </p:txBody>
      </p:sp>
      <p:sp>
        <p:nvSpPr>
          <p:cNvPr id="24" name="TextBox 23">
            <a:extLst>
              <a:ext uri="{FF2B5EF4-FFF2-40B4-BE49-F238E27FC236}">
                <a16:creationId xmlns:a16="http://schemas.microsoft.com/office/drawing/2014/main" id="{1D797DB8-A79B-43EA-AD2F-87248A1054C2}"/>
              </a:ext>
            </a:extLst>
          </p:cNvPr>
          <p:cNvSpPr txBox="1"/>
          <p:nvPr/>
        </p:nvSpPr>
        <p:spPr>
          <a:xfrm>
            <a:off x="4096079" y="1374728"/>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rPr>
              <a:t>LOREM IPSUM</a:t>
            </a:r>
          </a:p>
        </p:txBody>
      </p:sp>
      <p:sp>
        <p:nvSpPr>
          <p:cNvPr id="21" name="TextBox 20">
            <a:extLst>
              <a:ext uri="{FF2B5EF4-FFF2-40B4-BE49-F238E27FC236}">
                <a16:creationId xmlns:a16="http://schemas.microsoft.com/office/drawing/2014/main" id="{C7E4A08B-078B-456D-BC4C-A14763FF6866}"/>
              </a:ext>
            </a:extLst>
          </p:cNvPr>
          <p:cNvSpPr txBox="1"/>
          <p:nvPr/>
        </p:nvSpPr>
        <p:spPr>
          <a:xfrm>
            <a:off x="4096080" y="4251937"/>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6" name="TextBox 25">
            <a:extLst>
              <a:ext uri="{FF2B5EF4-FFF2-40B4-BE49-F238E27FC236}">
                <a16:creationId xmlns:a16="http://schemas.microsoft.com/office/drawing/2014/main" id="{43C9C029-4295-43F6-A332-7A6A2F6F299B}"/>
              </a:ext>
            </a:extLst>
          </p:cNvPr>
          <p:cNvSpPr txBox="1"/>
          <p:nvPr/>
        </p:nvSpPr>
        <p:spPr>
          <a:xfrm>
            <a:off x="4096079" y="3875860"/>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LOREM IPSUM</a:t>
            </a:r>
          </a:p>
        </p:txBody>
      </p:sp>
      <p:sp>
        <p:nvSpPr>
          <p:cNvPr id="23" name="TextBox 22">
            <a:extLst>
              <a:ext uri="{FF2B5EF4-FFF2-40B4-BE49-F238E27FC236}">
                <a16:creationId xmlns:a16="http://schemas.microsoft.com/office/drawing/2014/main" id="{9B81628B-EDDA-4933-8F8F-61DF3FC05C44}"/>
              </a:ext>
            </a:extLst>
          </p:cNvPr>
          <p:cNvSpPr txBox="1"/>
          <p:nvPr/>
        </p:nvSpPr>
        <p:spPr>
          <a:xfrm>
            <a:off x="4096080" y="3032148"/>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2" name="TextBox 21">
            <a:extLst>
              <a:ext uri="{FF2B5EF4-FFF2-40B4-BE49-F238E27FC236}">
                <a16:creationId xmlns:a16="http://schemas.microsoft.com/office/drawing/2014/main" id="{FBBA4692-CE52-42E2-8B71-A3D8100DA807}"/>
              </a:ext>
            </a:extLst>
          </p:cNvPr>
          <p:cNvSpPr txBox="1"/>
          <p:nvPr/>
        </p:nvSpPr>
        <p:spPr>
          <a:xfrm>
            <a:off x="4096079" y="2625294"/>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LOREM IPSUM</a:t>
            </a:r>
          </a:p>
        </p:txBody>
      </p:sp>
      <p:sp>
        <p:nvSpPr>
          <p:cNvPr id="25" name="TextBox 24">
            <a:extLst>
              <a:ext uri="{FF2B5EF4-FFF2-40B4-BE49-F238E27FC236}">
                <a16:creationId xmlns:a16="http://schemas.microsoft.com/office/drawing/2014/main" id="{7D283618-C9E6-4B87-9834-17505BC63929}"/>
              </a:ext>
            </a:extLst>
          </p:cNvPr>
          <p:cNvSpPr txBox="1"/>
          <p:nvPr/>
        </p:nvSpPr>
        <p:spPr>
          <a:xfrm>
            <a:off x="4096080" y="5471725"/>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0" name="TextBox 19">
            <a:extLst>
              <a:ext uri="{FF2B5EF4-FFF2-40B4-BE49-F238E27FC236}">
                <a16:creationId xmlns:a16="http://schemas.microsoft.com/office/drawing/2014/main" id="{9AB1E1E8-8EE3-4D54-B436-7E04C8EB9690}"/>
              </a:ext>
            </a:extLst>
          </p:cNvPr>
          <p:cNvSpPr txBox="1"/>
          <p:nvPr/>
        </p:nvSpPr>
        <p:spPr>
          <a:xfrm>
            <a:off x="4096081" y="5126427"/>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rPr>
              <a:t>LOREM IPSUM</a:t>
            </a:r>
          </a:p>
        </p:txBody>
      </p:sp>
      <p:sp>
        <p:nvSpPr>
          <p:cNvPr id="37" name="POWER_USER_SHAPE_ICON_STYLE_3">
            <a:extLst>
              <a:ext uri="{FF2B5EF4-FFF2-40B4-BE49-F238E27FC236}">
                <a16:creationId xmlns:a16="http://schemas.microsoft.com/office/drawing/2014/main" id="{C5A84E8E-5200-4A6D-92F5-673CA3B7A8BD}"/>
              </a:ext>
            </a:extLst>
          </p:cNvPr>
          <p:cNvSpPr/>
          <p:nvPr/>
        </p:nvSpPr>
        <p:spPr>
          <a:xfrm>
            <a:off x="2919952" y="2805607"/>
            <a:ext cx="829818" cy="829818"/>
          </a:xfrm>
          <a:prstGeom prst="ellipse">
            <a:avLst/>
          </a:prstGeom>
          <a:noFill/>
          <a:ln w="15875">
            <a:solidFill>
              <a:schemeClr val="accent2"/>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6" name="Group 35">
            <a:extLst>
              <a:ext uri="{FF2B5EF4-FFF2-40B4-BE49-F238E27FC236}">
                <a16:creationId xmlns:a16="http://schemas.microsoft.com/office/drawing/2014/main" id="{2143CD6C-317A-4968-A3E1-F6445133C8F1}"/>
              </a:ext>
            </a:extLst>
          </p:cNvPr>
          <p:cNvGrpSpPr>
            <a:grpSpLocks noChangeAspect="1"/>
          </p:cNvGrpSpPr>
          <p:nvPr/>
        </p:nvGrpSpPr>
        <p:grpSpPr>
          <a:xfrm>
            <a:off x="3083655" y="2974685"/>
            <a:ext cx="553212" cy="467366"/>
            <a:chOff x="6615208" y="378295"/>
            <a:chExt cx="642649" cy="542925"/>
          </a:xfrm>
        </p:grpSpPr>
        <p:sp>
          <p:nvSpPr>
            <p:cNvPr id="201" name="Freeform 699">
              <a:extLst>
                <a:ext uri="{FF2B5EF4-FFF2-40B4-BE49-F238E27FC236}">
                  <a16:creationId xmlns:a16="http://schemas.microsoft.com/office/drawing/2014/main" id="{D666C996-5577-4AA7-A965-5D67CE2A3B4A}"/>
                </a:ext>
              </a:extLst>
            </p:cNvPr>
            <p:cNvSpPr>
              <a:spLocks/>
            </p:cNvSpPr>
            <p:nvPr/>
          </p:nvSpPr>
          <p:spPr bwMode="auto">
            <a:xfrm>
              <a:off x="6777717" y="588815"/>
              <a:ext cx="254843" cy="206829"/>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700">
              <a:extLst>
                <a:ext uri="{FF2B5EF4-FFF2-40B4-BE49-F238E27FC236}">
                  <a16:creationId xmlns:a16="http://schemas.microsoft.com/office/drawing/2014/main" id="{76301E8C-0276-4B0D-99ED-2141EFDDC5B4}"/>
                </a:ext>
              </a:extLst>
            </p:cNvPr>
            <p:cNvSpPr>
              <a:spLocks noEditPoints="1"/>
            </p:cNvSpPr>
            <p:nvPr/>
          </p:nvSpPr>
          <p:spPr bwMode="auto">
            <a:xfrm>
              <a:off x="6737091" y="814111"/>
              <a:ext cx="343485" cy="10710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701">
              <a:extLst>
                <a:ext uri="{FF2B5EF4-FFF2-40B4-BE49-F238E27FC236}">
                  <a16:creationId xmlns:a16="http://schemas.microsoft.com/office/drawing/2014/main" id="{AD29A683-9B10-4148-853A-E4A2E6B68023}"/>
                </a:ext>
              </a:extLst>
            </p:cNvPr>
            <p:cNvSpPr>
              <a:spLocks/>
            </p:cNvSpPr>
            <p:nvPr/>
          </p:nvSpPr>
          <p:spPr bwMode="auto">
            <a:xfrm>
              <a:off x="6954998" y="651604"/>
              <a:ext cx="40628" cy="88640"/>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702">
              <a:extLst>
                <a:ext uri="{FF2B5EF4-FFF2-40B4-BE49-F238E27FC236}">
                  <a16:creationId xmlns:a16="http://schemas.microsoft.com/office/drawing/2014/main" id="{00EDF040-7CA6-4F00-90C1-BB62EBE152B2}"/>
                </a:ext>
              </a:extLst>
            </p:cNvPr>
            <p:cNvSpPr>
              <a:spLocks/>
            </p:cNvSpPr>
            <p:nvPr/>
          </p:nvSpPr>
          <p:spPr bwMode="auto">
            <a:xfrm>
              <a:off x="6925451" y="633135"/>
              <a:ext cx="18468" cy="18468"/>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703">
              <a:extLst>
                <a:ext uri="{FF2B5EF4-FFF2-40B4-BE49-F238E27FC236}">
                  <a16:creationId xmlns:a16="http://schemas.microsoft.com/office/drawing/2014/main" id="{1CA8C1F4-11F4-47EA-8F91-BA944716AFB3}"/>
                </a:ext>
              </a:extLst>
            </p:cNvPr>
            <p:cNvSpPr>
              <a:spLocks/>
            </p:cNvSpPr>
            <p:nvPr/>
          </p:nvSpPr>
          <p:spPr bwMode="auto">
            <a:xfrm>
              <a:off x="6615208" y="378295"/>
              <a:ext cx="605712" cy="443203"/>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704">
              <a:extLst>
                <a:ext uri="{FF2B5EF4-FFF2-40B4-BE49-F238E27FC236}">
                  <a16:creationId xmlns:a16="http://schemas.microsoft.com/office/drawing/2014/main" id="{AFAEF5C3-974D-4B15-A74E-F3E7CEF1A3E9}"/>
                </a:ext>
              </a:extLst>
            </p:cNvPr>
            <p:cNvSpPr>
              <a:spLocks/>
            </p:cNvSpPr>
            <p:nvPr/>
          </p:nvSpPr>
          <p:spPr bwMode="auto">
            <a:xfrm>
              <a:off x="6803571" y="415228"/>
              <a:ext cx="36934" cy="55401"/>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705">
              <a:extLst>
                <a:ext uri="{FF2B5EF4-FFF2-40B4-BE49-F238E27FC236}">
                  <a16:creationId xmlns:a16="http://schemas.microsoft.com/office/drawing/2014/main" id="{6209C5A6-CA6E-4B36-ACC0-6EA74F20D02F}"/>
                </a:ext>
              </a:extLst>
            </p:cNvPr>
            <p:cNvSpPr>
              <a:spLocks/>
            </p:cNvSpPr>
            <p:nvPr/>
          </p:nvSpPr>
          <p:spPr bwMode="auto">
            <a:xfrm>
              <a:off x="6659528" y="533415"/>
              <a:ext cx="51707" cy="44320"/>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06">
              <a:extLst>
                <a:ext uri="{FF2B5EF4-FFF2-40B4-BE49-F238E27FC236}">
                  <a16:creationId xmlns:a16="http://schemas.microsoft.com/office/drawing/2014/main" id="{BDFDFC04-B426-4E6E-9B3B-ED205AF2089D}"/>
                </a:ext>
              </a:extLst>
            </p:cNvPr>
            <p:cNvSpPr>
              <a:spLocks/>
            </p:cNvSpPr>
            <p:nvPr/>
          </p:nvSpPr>
          <p:spPr bwMode="auto">
            <a:xfrm>
              <a:off x="6637368" y="718084"/>
              <a:ext cx="40628" cy="18468"/>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707">
              <a:extLst>
                <a:ext uri="{FF2B5EF4-FFF2-40B4-BE49-F238E27FC236}">
                  <a16:creationId xmlns:a16="http://schemas.microsoft.com/office/drawing/2014/main" id="{9E6E19FE-6148-4D88-8BBB-E09690FAA136}"/>
                </a:ext>
              </a:extLst>
            </p:cNvPr>
            <p:cNvSpPr>
              <a:spLocks/>
            </p:cNvSpPr>
            <p:nvPr/>
          </p:nvSpPr>
          <p:spPr bwMode="auto">
            <a:xfrm>
              <a:off x="7154440" y="718084"/>
              <a:ext cx="51707" cy="18468"/>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708">
              <a:extLst>
                <a:ext uri="{FF2B5EF4-FFF2-40B4-BE49-F238E27FC236}">
                  <a16:creationId xmlns:a16="http://schemas.microsoft.com/office/drawing/2014/main" id="{55137DDB-BBCA-447D-994E-484F2DAEC378}"/>
                </a:ext>
              </a:extLst>
            </p:cNvPr>
            <p:cNvSpPr>
              <a:spLocks/>
            </p:cNvSpPr>
            <p:nvPr/>
          </p:nvSpPr>
          <p:spPr bwMode="auto">
            <a:xfrm>
              <a:off x="7117506" y="540802"/>
              <a:ext cx="51707" cy="40628"/>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709">
              <a:extLst>
                <a:ext uri="{FF2B5EF4-FFF2-40B4-BE49-F238E27FC236}">
                  <a16:creationId xmlns:a16="http://schemas.microsoft.com/office/drawing/2014/main" id="{1A4A79A1-607C-42EC-A9C7-671628D4E905}"/>
                </a:ext>
              </a:extLst>
            </p:cNvPr>
            <p:cNvSpPr>
              <a:spLocks/>
            </p:cNvSpPr>
            <p:nvPr/>
          </p:nvSpPr>
          <p:spPr bwMode="auto">
            <a:xfrm>
              <a:off x="6988240" y="415228"/>
              <a:ext cx="40628" cy="62789"/>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710">
              <a:extLst>
                <a:ext uri="{FF2B5EF4-FFF2-40B4-BE49-F238E27FC236}">
                  <a16:creationId xmlns:a16="http://schemas.microsoft.com/office/drawing/2014/main" id="{D6D1AFCB-050C-4D9C-B7DE-2A58BDD61BF5}"/>
                </a:ext>
              </a:extLst>
            </p:cNvPr>
            <p:cNvSpPr>
              <a:spLocks/>
            </p:cNvSpPr>
            <p:nvPr/>
          </p:nvSpPr>
          <p:spPr bwMode="auto">
            <a:xfrm>
              <a:off x="6703849" y="437388"/>
              <a:ext cx="22160" cy="18468"/>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711">
              <a:extLst>
                <a:ext uri="{FF2B5EF4-FFF2-40B4-BE49-F238E27FC236}">
                  <a16:creationId xmlns:a16="http://schemas.microsoft.com/office/drawing/2014/main" id="{E88BBCCC-3CED-4A34-A9F0-FA9762B65BAB}"/>
                </a:ext>
              </a:extLst>
            </p:cNvPr>
            <p:cNvSpPr>
              <a:spLocks/>
            </p:cNvSpPr>
            <p:nvPr/>
          </p:nvSpPr>
          <p:spPr bwMode="auto">
            <a:xfrm>
              <a:off x="7102733" y="452162"/>
              <a:ext cx="18468" cy="18468"/>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712">
              <a:extLst>
                <a:ext uri="{FF2B5EF4-FFF2-40B4-BE49-F238E27FC236}">
                  <a16:creationId xmlns:a16="http://schemas.microsoft.com/office/drawing/2014/main" id="{E8A568C5-0312-48DC-8DEF-FAA98CD73503}"/>
                </a:ext>
              </a:extLst>
            </p:cNvPr>
            <p:cNvSpPr>
              <a:spLocks noEditPoints="1"/>
            </p:cNvSpPr>
            <p:nvPr/>
          </p:nvSpPr>
          <p:spPr bwMode="auto">
            <a:xfrm>
              <a:off x="7239389" y="625748"/>
              <a:ext cx="18468" cy="18468"/>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 name="POWER_USER_SHAPE_ICON_STYLE_3">
            <a:extLst>
              <a:ext uri="{FF2B5EF4-FFF2-40B4-BE49-F238E27FC236}">
                <a16:creationId xmlns:a16="http://schemas.microsoft.com/office/drawing/2014/main" id="{06B4A2BC-7E97-4C6F-BD1C-C35D95FF5C4E}"/>
              </a:ext>
            </a:extLst>
          </p:cNvPr>
          <p:cNvSpPr/>
          <p:nvPr/>
        </p:nvSpPr>
        <p:spPr>
          <a:xfrm>
            <a:off x="2919952" y="3997803"/>
            <a:ext cx="829818" cy="829818"/>
          </a:xfrm>
          <a:prstGeom prst="ellipse">
            <a:avLst/>
          </a:prstGeom>
          <a:noFill/>
          <a:ln w="15875">
            <a:solidFill>
              <a:schemeClr val="accent3"/>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2" name="POWER_USER_SHAPE_ICON_STYLE_3">
            <a:extLst>
              <a:ext uri="{FF2B5EF4-FFF2-40B4-BE49-F238E27FC236}">
                <a16:creationId xmlns:a16="http://schemas.microsoft.com/office/drawing/2014/main" id="{DA369B28-1B69-4F9A-925F-B9FB22D97759}"/>
              </a:ext>
            </a:extLst>
          </p:cNvPr>
          <p:cNvSpPr/>
          <p:nvPr/>
        </p:nvSpPr>
        <p:spPr>
          <a:xfrm>
            <a:off x="2919952" y="5189999"/>
            <a:ext cx="829818" cy="829818"/>
          </a:xfrm>
          <a:prstGeom prst="ellipse">
            <a:avLst/>
          </a:prstGeom>
          <a:noFill/>
          <a:ln w="15875">
            <a:solidFill>
              <a:schemeClr val="accent4"/>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POWER_USER_SHAPE_ICON_STYLE_3">
            <a:extLst>
              <a:ext uri="{FF2B5EF4-FFF2-40B4-BE49-F238E27FC236}">
                <a16:creationId xmlns:a16="http://schemas.microsoft.com/office/drawing/2014/main" id="{2CEBB8BA-9D02-4DCE-99A2-D5862440798B}"/>
              </a:ext>
            </a:extLst>
          </p:cNvPr>
          <p:cNvSpPr/>
          <p:nvPr/>
        </p:nvSpPr>
        <p:spPr>
          <a:xfrm>
            <a:off x="2919952" y="1613411"/>
            <a:ext cx="829818" cy="829818"/>
          </a:xfrm>
          <a:prstGeom prst="ellipse">
            <a:avLst/>
          </a:prstGeom>
          <a:noFill/>
          <a:ln w="15875">
            <a:solidFill>
              <a:schemeClr val="accent1"/>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 name="Abilities" descr="{&quot;Key&quot;:&quot;POWER_USER_SHAPE_ICON&quot;,&quot;Value&quot;:&quot;POWER_USER_SHAPE_ICON_STYLE_1&quot;}">
            <a:extLst>
              <a:ext uri="{FF2B5EF4-FFF2-40B4-BE49-F238E27FC236}">
                <a16:creationId xmlns:a16="http://schemas.microsoft.com/office/drawing/2014/main" id="{01E9A96B-20FC-01D8-03CB-D9BF02D09B0E}"/>
              </a:ext>
            </a:extLst>
          </p:cNvPr>
          <p:cNvGrpSpPr>
            <a:grpSpLocks noChangeAspect="1"/>
          </p:cNvGrpSpPr>
          <p:nvPr/>
        </p:nvGrpSpPr>
        <p:grpSpPr>
          <a:xfrm>
            <a:off x="3075207" y="5337740"/>
            <a:ext cx="562832" cy="534335"/>
            <a:chOff x="10361046" y="2403176"/>
            <a:chExt cx="1011340" cy="960133"/>
          </a:xfrm>
          <a:solidFill>
            <a:schemeClr val="accent4"/>
          </a:solidFill>
        </p:grpSpPr>
        <p:sp>
          <p:nvSpPr>
            <p:cNvPr id="4" name="Free-form: Shape 3">
              <a:extLst>
                <a:ext uri="{FF2B5EF4-FFF2-40B4-BE49-F238E27FC236}">
                  <a16:creationId xmlns:a16="http://schemas.microsoft.com/office/drawing/2014/main" id="{5A2F134C-F6E3-DA53-4DFA-884DB565DE5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79DC0B5-C6C5-94C4-BC5E-C3370A17039E}"/>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699F1513-1B89-D827-026A-CE658794E571}"/>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D5E31E9D-6B15-DF93-8F3C-78E742EF2F9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AB58AB71-BA95-EF8F-F3BE-1381EF134E7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12126E59-A9A8-0700-425F-38914E20BEE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F8B3762-D3FC-C7C8-0011-2B3498E3B61D}"/>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0CEA863E-3733-59FD-7E90-3BD5C22E46A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nalytics30" descr="{&quot;Key&quot;:&quot;POWER_USER_SHAPE_ICON&quot;,&quot;Value&quot;:&quot;POWER_USER_SHAPE_ICON_STYLE_1&quot;}">
            <a:extLst>
              <a:ext uri="{FF2B5EF4-FFF2-40B4-BE49-F238E27FC236}">
                <a16:creationId xmlns:a16="http://schemas.microsoft.com/office/drawing/2014/main" id="{BAE05261-0A1C-AD25-6B21-BFD1925E5B86}"/>
              </a:ext>
            </a:extLst>
          </p:cNvPr>
          <p:cNvGrpSpPr>
            <a:grpSpLocks noChangeAspect="1"/>
          </p:cNvGrpSpPr>
          <p:nvPr/>
        </p:nvGrpSpPr>
        <p:grpSpPr>
          <a:xfrm>
            <a:off x="3099374" y="1783526"/>
            <a:ext cx="504501" cy="534335"/>
            <a:chOff x="8321999" y="5827650"/>
            <a:chExt cx="550316" cy="582860"/>
          </a:xfrm>
          <a:solidFill>
            <a:schemeClr val="accent1"/>
          </a:solidFill>
        </p:grpSpPr>
        <p:sp>
          <p:nvSpPr>
            <p:cNvPr id="13" name="Free-form: Shape 12">
              <a:extLst>
                <a:ext uri="{FF2B5EF4-FFF2-40B4-BE49-F238E27FC236}">
                  <a16:creationId xmlns:a16="http://schemas.microsoft.com/office/drawing/2014/main" id="{70C0F498-A2E5-2F59-FBCE-BB87C79AE02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F8229A10-9E29-A346-D1CA-6D03D2121C5E}"/>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D8F74E70-76CA-38DC-C0C5-7B1857CCBCB0}"/>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FA9AF8C0-7BBA-4D04-37B7-546B5583689D}"/>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55C063-05AD-B5E8-B614-EF83A38A21D7}"/>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8" name="Accounting2" descr="{&quot;Key&quot;:&quot;POWER_USER_SHAPE_ICON&quot;,&quot;Value&quot;:&quot;POWER_USER_SHAPE_ICON_STYLE_1&quot;}">
            <a:extLst>
              <a:ext uri="{FF2B5EF4-FFF2-40B4-BE49-F238E27FC236}">
                <a16:creationId xmlns:a16="http://schemas.microsoft.com/office/drawing/2014/main" id="{8FB85E9D-4CF0-9042-D057-7686BA4E88E7}"/>
              </a:ext>
            </a:extLst>
          </p:cNvPr>
          <p:cNvGrpSpPr>
            <a:grpSpLocks noChangeAspect="1"/>
          </p:cNvGrpSpPr>
          <p:nvPr/>
        </p:nvGrpSpPr>
        <p:grpSpPr>
          <a:xfrm>
            <a:off x="3021382" y="4175073"/>
            <a:ext cx="658679" cy="534335"/>
            <a:chOff x="3374106" y="6005512"/>
            <a:chExt cx="668627" cy="542405"/>
          </a:xfrm>
          <a:solidFill>
            <a:schemeClr val="accent3"/>
          </a:solidFill>
        </p:grpSpPr>
        <p:sp>
          <p:nvSpPr>
            <p:cNvPr id="27" name="Free-form: Shape 26">
              <a:extLst>
                <a:ext uri="{FF2B5EF4-FFF2-40B4-BE49-F238E27FC236}">
                  <a16:creationId xmlns:a16="http://schemas.microsoft.com/office/drawing/2014/main" id="{BF55E190-026F-70DA-3609-010B95B06BFE}"/>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BE78C7B-8A65-7FC8-6513-AA23E978A50B}"/>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51274A8-9956-8EA7-42C4-88067D635B28}"/>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F21ADFB-5C3C-8D6F-0D46-C46410E00FB6}"/>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877205BA-55D7-2573-ECB5-0F9AE1299EB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72698E9-7325-B31A-B568-2DEF80BDD581}"/>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50653919"/>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087258" y="3767082"/>
            <a:ext cx="7136966" cy="901695"/>
          </a:xfrm>
          <a:prstGeom prst="rect">
            <a:avLst/>
          </a:prstGeom>
          <a:solidFill>
            <a:schemeClr val="accent2">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5" name="Group 4"/>
          <p:cNvGrpSpPr>
            <a:grpSpLocks noChangeAspect="1"/>
          </p:cNvGrpSpPr>
          <p:nvPr/>
        </p:nvGrpSpPr>
        <p:grpSpPr>
          <a:xfrm rot="5400000">
            <a:off x="7873112" y="3314806"/>
            <a:ext cx="2705041" cy="1806208"/>
            <a:chOff x="-1435440" y="1124744"/>
            <a:chExt cx="5271360" cy="3519789"/>
          </a:xfrm>
        </p:grpSpPr>
        <p:sp>
          <p:nvSpPr>
            <p:cNvPr id="6" name="Pie 5"/>
            <p:cNvSpPr>
              <a:spLocks noChangeAspect="1"/>
            </p:cNvSpPr>
            <p:nvPr/>
          </p:nvSpPr>
          <p:spPr>
            <a:xfrm>
              <a:off x="321622" y="1124744"/>
              <a:ext cx="3514298"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rot="5400000" flipH="1" flipV="1">
              <a:off x="-1435440" y="1130235"/>
              <a:ext cx="3514298" cy="3514298"/>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16200000">
            <a:off x="734737" y="3314805"/>
            <a:ext cx="2705040" cy="1806208"/>
            <a:chOff x="-1435440" y="1124744"/>
            <a:chExt cx="5271359" cy="3519789"/>
          </a:xfrm>
        </p:grpSpPr>
        <p:sp>
          <p:nvSpPr>
            <p:cNvPr id="9" name="Pie 8"/>
            <p:cNvSpPr>
              <a:spLocks noChangeAspect="1"/>
            </p:cNvSpPr>
            <p:nvPr/>
          </p:nvSpPr>
          <p:spPr>
            <a:xfrm>
              <a:off x="321622" y="1124744"/>
              <a:ext cx="3514297"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rot="5400000" flipH="1" flipV="1">
              <a:off x="-1435440" y="1130235"/>
              <a:ext cx="3514298" cy="3514297"/>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2" name="TextBox 51"/>
          <p:cNvSpPr txBox="1"/>
          <p:nvPr/>
        </p:nvSpPr>
        <p:spPr>
          <a:xfrm>
            <a:off x="2115961" y="3903361"/>
            <a:ext cx="639919" cy="584775"/>
          </a:xfrm>
          <a:prstGeom prst="rect">
            <a:avLst/>
          </a:prstGeom>
          <a:noFill/>
        </p:spPr>
        <p:txBody>
          <a:bodyPr wrap="none" rtlCol="0">
            <a:spAutoFit/>
          </a:bodyPr>
          <a:lstStyle/>
          <a:p>
            <a:r>
              <a:rPr lang="en-US" sz="3200" dirty="0">
                <a:solidFill>
                  <a:schemeClr val="lt1"/>
                </a:solidFill>
              </a:rPr>
              <a:t>02</a:t>
            </a:r>
          </a:p>
        </p:txBody>
      </p:sp>
      <p:sp>
        <p:nvSpPr>
          <p:cNvPr id="55" name="Rectangle 54"/>
          <p:cNvSpPr/>
          <p:nvPr/>
        </p:nvSpPr>
        <p:spPr>
          <a:xfrm>
            <a:off x="3868062" y="1964187"/>
            <a:ext cx="7136966" cy="901695"/>
          </a:xfrm>
          <a:prstGeom prst="rect">
            <a:avLst/>
          </a:prstGeom>
          <a:solidFill>
            <a:schemeClr val="accent4">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56" name="Group 55"/>
          <p:cNvGrpSpPr>
            <a:grpSpLocks noChangeAspect="1"/>
          </p:cNvGrpSpPr>
          <p:nvPr/>
        </p:nvGrpSpPr>
        <p:grpSpPr>
          <a:xfrm rot="5400000">
            <a:off x="9653916" y="1511911"/>
            <a:ext cx="2705041" cy="1806208"/>
            <a:chOff x="-1435440" y="1124744"/>
            <a:chExt cx="5271360" cy="3519789"/>
          </a:xfrm>
        </p:grpSpPr>
        <p:sp>
          <p:nvSpPr>
            <p:cNvPr id="71" name="Pie 70"/>
            <p:cNvSpPr>
              <a:spLocks noChangeAspect="1"/>
            </p:cNvSpPr>
            <p:nvPr/>
          </p:nvSpPr>
          <p:spPr>
            <a:xfrm>
              <a:off x="321622" y="1124744"/>
              <a:ext cx="3514298"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2" name="Pie 71"/>
            <p:cNvSpPr>
              <a:spLocks noChangeAspect="1"/>
            </p:cNvSpPr>
            <p:nvPr/>
          </p:nvSpPr>
          <p:spPr>
            <a:xfrm rot="5400000" flipH="1" flipV="1">
              <a:off x="-1435440" y="1130235"/>
              <a:ext cx="3514298" cy="3514298"/>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Group 56"/>
          <p:cNvGrpSpPr>
            <a:grpSpLocks noChangeAspect="1"/>
          </p:cNvGrpSpPr>
          <p:nvPr/>
        </p:nvGrpSpPr>
        <p:grpSpPr>
          <a:xfrm rot="16200000">
            <a:off x="2515541" y="1511910"/>
            <a:ext cx="2705040" cy="1806208"/>
            <a:chOff x="-1435439" y="1124744"/>
            <a:chExt cx="5271358" cy="3519789"/>
          </a:xfrm>
        </p:grpSpPr>
        <p:sp>
          <p:nvSpPr>
            <p:cNvPr id="69" name="Pie 68"/>
            <p:cNvSpPr>
              <a:spLocks noChangeAspect="1"/>
            </p:cNvSpPr>
            <p:nvPr/>
          </p:nvSpPr>
          <p:spPr>
            <a:xfrm>
              <a:off x="321622" y="1124744"/>
              <a:ext cx="3514297"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0" name="Pie 69"/>
            <p:cNvSpPr>
              <a:spLocks noChangeAspect="1"/>
            </p:cNvSpPr>
            <p:nvPr/>
          </p:nvSpPr>
          <p:spPr>
            <a:xfrm rot="5400000" flipH="1" flipV="1">
              <a:off x="-1435439" y="1130235"/>
              <a:ext cx="3514298" cy="3514297"/>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9" name="TextBox 58"/>
          <p:cNvSpPr txBox="1"/>
          <p:nvPr/>
        </p:nvSpPr>
        <p:spPr>
          <a:xfrm>
            <a:off x="3896765" y="2100466"/>
            <a:ext cx="639919" cy="584775"/>
          </a:xfrm>
          <a:prstGeom prst="rect">
            <a:avLst/>
          </a:prstGeom>
          <a:noFill/>
        </p:spPr>
        <p:txBody>
          <a:bodyPr wrap="none" rtlCol="0">
            <a:spAutoFit/>
          </a:bodyPr>
          <a:lstStyle/>
          <a:p>
            <a:r>
              <a:rPr lang="en-US" sz="3200" dirty="0">
                <a:solidFill>
                  <a:schemeClr val="lt1"/>
                </a:solidFill>
              </a:rPr>
              <a:t>04</a:t>
            </a:r>
          </a:p>
        </p:txBody>
      </p:sp>
      <p:sp>
        <p:nvSpPr>
          <p:cNvPr id="74" name="Rectangle 73"/>
          <p:cNvSpPr/>
          <p:nvPr/>
        </p:nvSpPr>
        <p:spPr>
          <a:xfrm>
            <a:off x="2977197" y="2865882"/>
            <a:ext cx="7136966" cy="901695"/>
          </a:xfrm>
          <a:prstGeom prst="rect">
            <a:avLst/>
          </a:prstGeom>
          <a:solidFill>
            <a:schemeClr val="accent3">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75" name="Group 74"/>
          <p:cNvGrpSpPr>
            <a:grpSpLocks noChangeAspect="1"/>
          </p:cNvGrpSpPr>
          <p:nvPr/>
        </p:nvGrpSpPr>
        <p:grpSpPr>
          <a:xfrm rot="5400000">
            <a:off x="8763051" y="2413606"/>
            <a:ext cx="2705041" cy="1806208"/>
            <a:chOff x="-1435440" y="1124744"/>
            <a:chExt cx="5271360" cy="3519789"/>
          </a:xfrm>
        </p:grpSpPr>
        <p:sp>
          <p:nvSpPr>
            <p:cNvPr id="90" name="Pie 89"/>
            <p:cNvSpPr>
              <a:spLocks noChangeAspect="1"/>
            </p:cNvSpPr>
            <p:nvPr/>
          </p:nvSpPr>
          <p:spPr>
            <a:xfrm>
              <a:off x="321622" y="1124744"/>
              <a:ext cx="3514298"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1" name="Pie 90"/>
            <p:cNvSpPr>
              <a:spLocks noChangeAspect="1"/>
            </p:cNvSpPr>
            <p:nvPr/>
          </p:nvSpPr>
          <p:spPr>
            <a:xfrm rot="5400000" flipH="1" flipV="1">
              <a:off x="-1435440" y="1130235"/>
              <a:ext cx="3514298" cy="3514298"/>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6" name="Group 75"/>
          <p:cNvGrpSpPr>
            <a:grpSpLocks noChangeAspect="1"/>
          </p:cNvGrpSpPr>
          <p:nvPr/>
        </p:nvGrpSpPr>
        <p:grpSpPr>
          <a:xfrm rot="16200000">
            <a:off x="1624676" y="2413605"/>
            <a:ext cx="2705040" cy="1806208"/>
            <a:chOff x="-1435439" y="1124744"/>
            <a:chExt cx="5271358" cy="3519789"/>
          </a:xfrm>
        </p:grpSpPr>
        <p:sp>
          <p:nvSpPr>
            <p:cNvPr id="88" name="Pie 87"/>
            <p:cNvSpPr>
              <a:spLocks noChangeAspect="1"/>
            </p:cNvSpPr>
            <p:nvPr/>
          </p:nvSpPr>
          <p:spPr>
            <a:xfrm>
              <a:off x="321622" y="1124744"/>
              <a:ext cx="3514297"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9" name="Pie 88"/>
            <p:cNvSpPr>
              <a:spLocks noChangeAspect="1"/>
            </p:cNvSpPr>
            <p:nvPr/>
          </p:nvSpPr>
          <p:spPr>
            <a:xfrm rot="5400000" flipH="1" flipV="1">
              <a:off x="-1435439" y="1130235"/>
              <a:ext cx="3514298" cy="3514297"/>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78" name="TextBox 77"/>
          <p:cNvSpPr txBox="1"/>
          <p:nvPr/>
        </p:nvSpPr>
        <p:spPr>
          <a:xfrm>
            <a:off x="3005900" y="3002161"/>
            <a:ext cx="639919" cy="584775"/>
          </a:xfrm>
          <a:prstGeom prst="rect">
            <a:avLst/>
          </a:prstGeom>
          <a:noFill/>
        </p:spPr>
        <p:txBody>
          <a:bodyPr wrap="none" rtlCol="0">
            <a:spAutoFit/>
          </a:bodyPr>
          <a:lstStyle/>
          <a:p>
            <a:r>
              <a:rPr lang="en-US" sz="3200" dirty="0">
                <a:solidFill>
                  <a:schemeClr val="lt1"/>
                </a:solidFill>
              </a:rPr>
              <a:t>03</a:t>
            </a:r>
          </a:p>
        </p:txBody>
      </p:sp>
      <p:sp>
        <p:nvSpPr>
          <p:cNvPr id="93" name="Rectangle 92"/>
          <p:cNvSpPr/>
          <p:nvPr/>
        </p:nvSpPr>
        <p:spPr>
          <a:xfrm>
            <a:off x="1185564" y="4668735"/>
            <a:ext cx="7136966" cy="901695"/>
          </a:xfrm>
          <a:prstGeom prst="rect">
            <a:avLst/>
          </a:prstGeom>
          <a:solidFill>
            <a:schemeClr val="accent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94" name="Group 93"/>
          <p:cNvGrpSpPr>
            <a:grpSpLocks noChangeAspect="1"/>
          </p:cNvGrpSpPr>
          <p:nvPr/>
        </p:nvGrpSpPr>
        <p:grpSpPr>
          <a:xfrm rot="5400000">
            <a:off x="6971418" y="4216456"/>
            <a:ext cx="2705041" cy="1806208"/>
            <a:chOff x="-1435440" y="1124744"/>
            <a:chExt cx="5271360" cy="3519789"/>
          </a:xfrm>
        </p:grpSpPr>
        <p:sp>
          <p:nvSpPr>
            <p:cNvPr id="109" name="Pie 108"/>
            <p:cNvSpPr>
              <a:spLocks noChangeAspect="1"/>
            </p:cNvSpPr>
            <p:nvPr/>
          </p:nvSpPr>
          <p:spPr>
            <a:xfrm>
              <a:off x="321622" y="1124744"/>
              <a:ext cx="3514298"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0" name="Pie 109"/>
            <p:cNvSpPr>
              <a:spLocks noChangeAspect="1"/>
            </p:cNvSpPr>
            <p:nvPr/>
          </p:nvSpPr>
          <p:spPr>
            <a:xfrm rot="5400000" flipH="1" flipV="1">
              <a:off x="-1435440" y="1130235"/>
              <a:ext cx="3514298" cy="3514298"/>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5" name="Group 94"/>
          <p:cNvGrpSpPr>
            <a:grpSpLocks noChangeAspect="1"/>
          </p:cNvGrpSpPr>
          <p:nvPr/>
        </p:nvGrpSpPr>
        <p:grpSpPr>
          <a:xfrm rot="16200000">
            <a:off x="-166957" y="4216455"/>
            <a:ext cx="2705040" cy="1806208"/>
            <a:chOff x="-1435439" y="1124744"/>
            <a:chExt cx="5271358" cy="3519789"/>
          </a:xfrm>
        </p:grpSpPr>
        <p:sp>
          <p:nvSpPr>
            <p:cNvPr id="107" name="Pie 106"/>
            <p:cNvSpPr>
              <a:spLocks noChangeAspect="1"/>
            </p:cNvSpPr>
            <p:nvPr/>
          </p:nvSpPr>
          <p:spPr>
            <a:xfrm>
              <a:off x="321622" y="1124744"/>
              <a:ext cx="3514297"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8" name="Pie 107"/>
            <p:cNvSpPr>
              <a:spLocks noChangeAspect="1"/>
            </p:cNvSpPr>
            <p:nvPr/>
          </p:nvSpPr>
          <p:spPr>
            <a:xfrm rot="5400000" flipH="1" flipV="1">
              <a:off x="-1435439" y="1130235"/>
              <a:ext cx="3514298" cy="3514297"/>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6" name="Atomic" descr="{&quot;Key&quot;:&quot;POWER_USER_SHAPE_ICON&quot;,&quot;Value&quot;:&quot;POWER_USER_SHAPE_ICON_STYLE_1&quot;}"/>
          <p:cNvGrpSpPr>
            <a:grpSpLocks noChangeAspect="1"/>
          </p:cNvGrpSpPr>
          <p:nvPr>
            <p:custDataLst>
              <p:tags r:id="rId1"/>
            </p:custDataLst>
          </p:nvPr>
        </p:nvGrpSpPr>
        <p:grpSpPr bwMode="auto">
          <a:xfrm>
            <a:off x="544119" y="4936582"/>
            <a:ext cx="487444" cy="542925"/>
            <a:chOff x="62" y="39"/>
            <a:chExt cx="369" cy="411"/>
          </a:xfrm>
          <a:solidFill>
            <a:srgbClr val="FFFFFF"/>
          </a:solidFill>
        </p:grpSpPr>
        <p:sp>
          <p:nvSpPr>
            <p:cNvPr id="98" name="Atomic"/>
            <p:cNvSpPr>
              <a:spLocks noEditPoints="1"/>
            </p:cNvSpPr>
            <p:nvPr>
              <p:custDataLst>
                <p:tags r:id="rId5"/>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Atomic"/>
            <p:cNvSpPr>
              <a:spLocks noEditPoints="1"/>
            </p:cNvSpPr>
            <p:nvPr>
              <p:custDataLst>
                <p:tags r:id="rId6"/>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Atomic"/>
            <p:cNvSpPr>
              <a:spLocks noEditPoints="1"/>
            </p:cNvSpPr>
            <p:nvPr>
              <p:custDataLst>
                <p:tags r:id="rId7"/>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Atomic"/>
            <p:cNvSpPr>
              <a:spLocks noChangeArrowheads="1"/>
            </p:cNvSpPr>
            <p:nvPr>
              <p:custDataLst>
                <p:tags r:id="rId8"/>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Atomic"/>
            <p:cNvSpPr>
              <a:spLocks noChangeArrowheads="1"/>
            </p:cNvSpPr>
            <p:nvPr>
              <p:custDataLst>
                <p:tags r:id="rId9"/>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Atomic"/>
            <p:cNvSpPr>
              <a:spLocks noChangeArrowheads="1"/>
            </p:cNvSpPr>
            <p:nvPr>
              <p:custDataLst>
                <p:tags r:id="rId10"/>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Atomic"/>
            <p:cNvSpPr>
              <a:spLocks/>
            </p:cNvSpPr>
            <p:nvPr>
              <p:custDataLst>
                <p:tags r:id="rId11"/>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5" name="Atomic"/>
            <p:cNvSpPr>
              <a:spLocks/>
            </p:cNvSpPr>
            <p:nvPr>
              <p:custDataLst>
                <p:tags r:id="rId12"/>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Atomic"/>
            <p:cNvSpPr>
              <a:spLocks/>
            </p:cNvSpPr>
            <p:nvPr>
              <p:custDataLst>
                <p:tags r:id="rId13"/>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97" name="TextBox 96"/>
          <p:cNvSpPr txBox="1"/>
          <p:nvPr/>
        </p:nvSpPr>
        <p:spPr>
          <a:xfrm>
            <a:off x="1214267" y="4805011"/>
            <a:ext cx="639919" cy="584775"/>
          </a:xfrm>
          <a:prstGeom prst="rect">
            <a:avLst/>
          </a:prstGeom>
          <a:noFill/>
        </p:spPr>
        <p:txBody>
          <a:bodyPr wrap="none" rtlCol="0">
            <a:spAutoFit/>
          </a:bodyPr>
          <a:lstStyle/>
          <a:p>
            <a:r>
              <a:rPr lang="en-US" sz="3200" dirty="0">
                <a:solidFill>
                  <a:schemeClr val="lt1"/>
                </a:solidFill>
              </a:rPr>
              <a:t>01</a:t>
            </a:r>
          </a:p>
        </p:txBody>
      </p:sp>
      <p:grpSp>
        <p:nvGrpSpPr>
          <p:cNvPr id="39" name="Dove2" descr="{&quot;Key&quot;:&quot;POWER_USER_SHAPE_ICON&quot;,&quot;Value&quot;:&quot;POWER_USER_SHAPE_ICON_STYLE_1&quot;}"/>
          <p:cNvGrpSpPr>
            <a:grpSpLocks noChangeAspect="1"/>
          </p:cNvGrpSpPr>
          <p:nvPr>
            <p:custDataLst>
              <p:tags r:id="rId2"/>
            </p:custDataLst>
          </p:nvPr>
        </p:nvGrpSpPr>
        <p:grpSpPr bwMode="auto">
          <a:xfrm>
            <a:off x="1428376" y="4060643"/>
            <a:ext cx="626808" cy="542925"/>
            <a:chOff x="4057" y="1955"/>
            <a:chExt cx="949" cy="822"/>
          </a:xfrm>
          <a:solidFill>
            <a:srgbClr val="FFFFFF"/>
          </a:solidFill>
        </p:grpSpPr>
        <p:sp>
          <p:nvSpPr>
            <p:cNvPr id="40" name="Freeform 72"/>
            <p:cNvSpPr>
              <a:spLocks/>
            </p:cNvSpPr>
            <p:nvPr/>
          </p:nvSpPr>
          <p:spPr bwMode="auto">
            <a:xfrm>
              <a:off x="4057" y="1955"/>
              <a:ext cx="481" cy="642"/>
            </a:xfrm>
            <a:custGeom>
              <a:avLst/>
              <a:gdLst>
                <a:gd name="T0" fmla="*/ 0 w 5070"/>
                <a:gd name="T1" fmla="*/ 0 h 6769"/>
                <a:gd name="T2" fmla="*/ 2968 w 5070"/>
                <a:gd name="T3" fmla="*/ 2563 h 6769"/>
                <a:gd name="T4" fmla="*/ 4498 w 5070"/>
                <a:gd name="T5" fmla="*/ 4365 h 6769"/>
                <a:gd name="T6" fmla="*/ 5070 w 5070"/>
                <a:gd name="T7" fmla="*/ 5495 h 6769"/>
                <a:gd name="T8" fmla="*/ 3533 w 5070"/>
                <a:gd name="T9" fmla="*/ 6769 h 6769"/>
                <a:gd name="T10" fmla="*/ 2750 w 5070"/>
                <a:gd name="T11" fmla="*/ 6183 h 6769"/>
                <a:gd name="T12" fmla="*/ 3426 w 5070"/>
                <a:gd name="T13" fmla="*/ 6324 h 6769"/>
                <a:gd name="T14" fmla="*/ 2296 w 5070"/>
                <a:gd name="T15" fmla="*/ 5555 h 6769"/>
                <a:gd name="T16" fmla="*/ 3118 w 5070"/>
                <a:gd name="T17" fmla="*/ 5775 h 6769"/>
                <a:gd name="T18" fmla="*/ 2587 w 5070"/>
                <a:gd name="T19" fmla="*/ 5518 h 6769"/>
                <a:gd name="T20" fmla="*/ 1574 w 5070"/>
                <a:gd name="T21" fmla="*/ 4584 h 6769"/>
                <a:gd name="T22" fmla="*/ 2875 w 5070"/>
                <a:gd name="T23" fmla="*/ 5180 h 6769"/>
                <a:gd name="T24" fmla="*/ 2576 w 5070"/>
                <a:gd name="T25" fmla="*/ 5012 h 6769"/>
                <a:gd name="T26" fmla="*/ 1248 w 5070"/>
                <a:gd name="T27" fmla="*/ 3755 h 6769"/>
                <a:gd name="T28" fmla="*/ 2634 w 5070"/>
                <a:gd name="T29" fmla="*/ 4514 h 6769"/>
                <a:gd name="T30" fmla="*/ 1782 w 5070"/>
                <a:gd name="T31" fmla="*/ 3936 h 6769"/>
                <a:gd name="T32" fmla="*/ 854 w 5070"/>
                <a:gd name="T33" fmla="*/ 2688 h 6769"/>
                <a:gd name="T34" fmla="*/ 2434 w 5070"/>
                <a:gd name="T35" fmla="*/ 3740 h 6769"/>
                <a:gd name="T36" fmla="*/ 2260 w 5070"/>
                <a:gd name="T37" fmla="*/ 3572 h 6769"/>
                <a:gd name="T38" fmla="*/ 653 w 5070"/>
                <a:gd name="T39" fmla="*/ 1788 h 6769"/>
                <a:gd name="T40" fmla="*/ 2408 w 5070"/>
                <a:gd name="T41" fmla="*/ 3050 h 6769"/>
                <a:gd name="T42" fmla="*/ 0 w 5070"/>
                <a:gd name="T43" fmla="*/ 0 h 6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70" h="6769">
                  <a:moveTo>
                    <a:pt x="0" y="0"/>
                  </a:moveTo>
                  <a:cubicBezTo>
                    <a:pt x="1399" y="1600"/>
                    <a:pt x="2399" y="2121"/>
                    <a:pt x="2968" y="2563"/>
                  </a:cubicBezTo>
                  <a:cubicBezTo>
                    <a:pt x="4016" y="3377"/>
                    <a:pt x="4275" y="3927"/>
                    <a:pt x="4498" y="4365"/>
                  </a:cubicBezTo>
                  <a:cubicBezTo>
                    <a:pt x="4741" y="4840"/>
                    <a:pt x="4862" y="5263"/>
                    <a:pt x="5070" y="5495"/>
                  </a:cubicBezTo>
                  <a:cubicBezTo>
                    <a:pt x="4486" y="5754"/>
                    <a:pt x="3908" y="6284"/>
                    <a:pt x="3533" y="6769"/>
                  </a:cubicBezTo>
                  <a:cubicBezTo>
                    <a:pt x="3183" y="6689"/>
                    <a:pt x="2889" y="6483"/>
                    <a:pt x="2750" y="6183"/>
                  </a:cubicBezTo>
                  <a:cubicBezTo>
                    <a:pt x="2903" y="6312"/>
                    <a:pt x="3386" y="6369"/>
                    <a:pt x="3426" y="6324"/>
                  </a:cubicBezTo>
                  <a:cubicBezTo>
                    <a:pt x="3456" y="6227"/>
                    <a:pt x="2639" y="6032"/>
                    <a:pt x="2296" y="5555"/>
                  </a:cubicBezTo>
                  <a:cubicBezTo>
                    <a:pt x="2534" y="5639"/>
                    <a:pt x="2915" y="5837"/>
                    <a:pt x="3118" y="5775"/>
                  </a:cubicBezTo>
                  <a:cubicBezTo>
                    <a:pt x="3149" y="5759"/>
                    <a:pt x="2686" y="5575"/>
                    <a:pt x="2587" y="5518"/>
                  </a:cubicBezTo>
                  <a:cubicBezTo>
                    <a:pt x="2230" y="5310"/>
                    <a:pt x="1850" y="5116"/>
                    <a:pt x="1574" y="4584"/>
                  </a:cubicBezTo>
                  <a:cubicBezTo>
                    <a:pt x="1939" y="4807"/>
                    <a:pt x="2807" y="5294"/>
                    <a:pt x="2875" y="5180"/>
                  </a:cubicBezTo>
                  <a:cubicBezTo>
                    <a:pt x="2912" y="5151"/>
                    <a:pt x="2806" y="5136"/>
                    <a:pt x="2576" y="5012"/>
                  </a:cubicBezTo>
                  <a:cubicBezTo>
                    <a:pt x="2207" y="4814"/>
                    <a:pt x="1586" y="4408"/>
                    <a:pt x="1248" y="3755"/>
                  </a:cubicBezTo>
                  <a:cubicBezTo>
                    <a:pt x="1705" y="4089"/>
                    <a:pt x="2515" y="4603"/>
                    <a:pt x="2634" y="4514"/>
                  </a:cubicBezTo>
                  <a:cubicBezTo>
                    <a:pt x="2725" y="4455"/>
                    <a:pt x="2297" y="4353"/>
                    <a:pt x="1782" y="3936"/>
                  </a:cubicBezTo>
                  <a:cubicBezTo>
                    <a:pt x="1399" y="3627"/>
                    <a:pt x="979" y="3271"/>
                    <a:pt x="854" y="2688"/>
                  </a:cubicBezTo>
                  <a:cubicBezTo>
                    <a:pt x="1380" y="3180"/>
                    <a:pt x="2341" y="3812"/>
                    <a:pt x="2434" y="3740"/>
                  </a:cubicBezTo>
                  <a:cubicBezTo>
                    <a:pt x="2464" y="3708"/>
                    <a:pt x="2403" y="3671"/>
                    <a:pt x="2260" y="3572"/>
                  </a:cubicBezTo>
                  <a:cubicBezTo>
                    <a:pt x="1859" y="3298"/>
                    <a:pt x="838" y="2571"/>
                    <a:pt x="653" y="1788"/>
                  </a:cubicBezTo>
                  <a:cubicBezTo>
                    <a:pt x="1188" y="2246"/>
                    <a:pt x="2120" y="3086"/>
                    <a:pt x="2408" y="3050"/>
                  </a:cubicBezTo>
                  <a:cubicBezTo>
                    <a:pt x="2614" y="2831"/>
                    <a:pt x="379" y="195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73"/>
            <p:cNvSpPr>
              <a:spLocks/>
            </p:cNvSpPr>
            <p:nvPr/>
          </p:nvSpPr>
          <p:spPr bwMode="auto">
            <a:xfrm>
              <a:off x="4577" y="1995"/>
              <a:ext cx="429" cy="514"/>
            </a:xfrm>
            <a:custGeom>
              <a:avLst/>
              <a:gdLst>
                <a:gd name="T0" fmla="*/ 0 w 4524"/>
                <a:gd name="T1" fmla="*/ 4923 h 5418"/>
                <a:gd name="T2" fmla="*/ 1689 w 4524"/>
                <a:gd name="T3" fmla="*/ 5418 h 5418"/>
                <a:gd name="T4" fmla="*/ 2925 w 4524"/>
                <a:gd name="T5" fmla="*/ 4262 h 5418"/>
                <a:gd name="T6" fmla="*/ 2307 w 4524"/>
                <a:gd name="T7" fmla="*/ 4604 h 5418"/>
                <a:gd name="T8" fmla="*/ 3134 w 4524"/>
                <a:gd name="T9" fmla="*/ 3867 h 5418"/>
                <a:gd name="T10" fmla="*/ 3664 w 4524"/>
                <a:gd name="T11" fmla="*/ 2972 h 5418"/>
                <a:gd name="T12" fmla="*/ 2715 w 4524"/>
                <a:gd name="T13" fmla="*/ 3725 h 5418"/>
                <a:gd name="T14" fmla="*/ 4006 w 4524"/>
                <a:gd name="T15" fmla="*/ 1741 h 5418"/>
                <a:gd name="T16" fmla="*/ 3057 w 4524"/>
                <a:gd name="T17" fmla="*/ 2600 h 5418"/>
                <a:gd name="T18" fmla="*/ 3410 w 4524"/>
                <a:gd name="T19" fmla="*/ 2111 h 5418"/>
                <a:gd name="T20" fmla="*/ 4524 w 4524"/>
                <a:gd name="T21" fmla="*/ 0 h 5418"/>
                <a:gd name="T22" fmla="*/ 1766 w 4524"/>
                <a:gd name="T23" fmla="*/ 2565 h 5418"/>
                <a:gd name="T24" fmla="*/ 1027 w 4524"/>
                <a:gd name="T25" fmla="*/ 3205 h 5418"/>
                <a:gd name="T26" fmla="*/ 0 w 4524"/>
                <a:gd name="T27" fmla="*/ 4923 h 5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24" h="5418">
                  <a:moveTo>
                    <a:pt x="0" y="4923"/>
                  </a:moveTo>
                  <a:cubicBezTo>
                    <a:pt x="1071" y="4608"/>
                    <a:pt x="1634" y="4885"/>
                    <a:pt x="1689" y="5418"/>
                  </a:cubicBezTo>
                  <a:cubicBezTo>
                    <a:pt x="2263" y="5153"/>
                    <a:pt x="2715" y="4884"/>
                    <a:pt x="2925" y="4262"/>
                  </a:cubicBezTo>
                  <a:cubicBezTo>
                    <a:pt x="2704" y="4404"/>
                    <a:pt x="2439" y="4649"/>
                    <a:pt x="2307" y="4604"/>
                  </a:cubicBezTo>
                  <a:cubicBezTo>
                    <a:pt x="2252" y="4572"/>
                    <a:pt x="2759" y="4249"/>
                    <a:pt x="3134" y="3867"/>
                  </a:cubicBezTo>
                  <a:cubicBezTo>
                    <a:pt x="3421" y="3591"/>
                    <a:pt x="3575" y="3305"/>
                    <a:pt x="3664" y="2972"/>
                  </a:cubicBezTo>
                  <a:cubicBezTo>
                    <a:pt x="3366" y="3213"/>
                    <a:pt x="2770" y="3827"/>
                    <a:pt x="2715" y="3725"/>
                  </a:cubicBezTo>
                  <a:cubicBezTo>
                    <a:pt x="2649" y="3596"/>
                    <a:pt x="3906" y="2817"/>
                    <a:pt x="4006" y="1741"/>
                  </a:cubicBezTo>
                  <a:cubicBezTo>
                    <a:pt x="3664" y="2086"/>
                    <a:pt x="3178" y="2715"/>
                    <a:pt x="3057" y="2600"/>
                  </a:cubicBezTo>
                  <a:cubicBezTo>
                    <a:pt x="3002" y="2533"/>
                    <a:pt x="3167" y="2415"/>
                    <a:pt x="3410" y="2111"/>
                  </a:cubicBezTo>
                  <a:cubicBezTo>
                    <a:pt x="3818" y="1584"/>
                    <a:pt x="4469" y="659"/>
                    <a:pt x="4524" y="0"/>
                  </a:cubicBezTo>
                  <a:cubicBezTo>
                    <a:pt x="3465" y="1292"/>
                    <a:pt x="2505" y="1992"/>
                    <a:pt x="1766" y="2565"/>
                  </a:cubicBezTo>
                  <a:cubicBezTo>
                    <a:pt x="1479" y="2788"/>
                    <a:pt x="1237" y="3008"/>
                    <a:pt x="1027" y="3205"/>
                  </a:cubicBezTo>
                  <a:cubicBezTo>
                    <a:pt x="474" y="3715"/>
                    <a:pt x="293" y="4407"/>
                    <a:pt x="0" y="49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74"/>
            <p:cNvSpPr>
              <a:spLocks noEditPoints="1"/>
            </p:cNvSpPr>
            <p:nvPr/>
          </p:nvSpPr>
          <p:spPr bwMode="auto">
            <a:xfrm>
              <a:off x="4333" y="2455"/>
              <a:ext cx="402" cy="322"/>
            </a:xfrm>
            <a:custGeom>
              <a:avLst/>
              <a:gdLst>
                <a:gd name="T0" fmla="*/ 0 w 4236"/>
                <a:gd name="T1" fmla="*/ 3019 h 3394"/>
                <a:gd name="T2" fmla="*/ 369 w 4236"/>
                <a:gd name="T3" fmla="*/ 3198 h 3394"/>
                <a:gd name="T4" fmla="*/ 534 w 4236"/>
                <a:gd name="T5" fmla="*/ 2629 h 3394"/>
                <a:gd name="T6" fmla="*/ 851 w 4236"/>
                <a:gd name="T7" fmla="*/ 2108 h 3394"/>
                <a:gd name="T8" fmla="*/ 517 w 4236"/>
                <a:gd name="T9" fmla="*/ 3243 h 3394"/>
                <a:gd name="T10" fmla="*/ 911 w 4236"/>
                <a:gd name="T11" fmla="*/ 3305 h 3394"/>
                <a:gd name="T12" fmla="*/ 1318 w 4236"/>
                <a:gd name="T13" fmla="*/ 2201 h 3394"/>
                <a:gd name="T14" fmla="*/ 1107 w 4236"/>
                <a:gd name="T15" fmla="*/ 3342 h 3394"/>
                <a:gd name="T16" fmla="*/ 1511 w 4236"/>
                <a:gd name="T17" fmla="*/ 3377 h 3394"/>
                <a:gd name="T18" fmla="*/ 1709 w 4236"/>
                <a:gd name="T19" fmla="*/ 2237 h 3394"/>
                <a:gd name="T20" fmla="*/ 1692 w 4236"/>
                <a:gd name="T21" fmla="*/ 3394 h 3394"/>
                <a:gd name="T22" fmla="*/ 2123 w 4236"/>
                <a:gd name="T23" fmla="*/ 3383 h 3394"/>
                <a:gd name="T24" fmla="*/ 2066 w 4236"/>
                <a:gd name="T25" fmla="*/ 2244 h 3394"/>
                <a:gd name="T26" fmla="*/ 2324 w 4236"/>
                <a:gd name="T27" fmla="*/ 3383 h 3394"/>
                <a:gd name="T28" fmla="*/ 2721 w 4236"/>
                <a:gd name="T29" fmla="*/ 3344 h 3394"/>
                <a:gd name="T30" fmla="*/ 2425 w 4236"/>
                <a:gd name="T31" fmla="*/ 2214 h 3394"/>
                <a:gd name="T32" fmla="*/ 2869 w 4236"/>
                <a:gd name="T33" fmla="*/ 3315 h 3394"/>
                <a:gd name="T34" fmla="*/ 3264 w 4236"/>
                <a:gd name="T35" fmla="*/ 3254 h 3394"/>
                <a:gd name="T36" fmla="*/ 2805 w 4236"/>
                <a:gd name="T37" fmla="*/ 2138 h 3394"/>
                <a:gd name="T38" fmla="*/ 3377 w 4236"/>
                <a:gd name="T39" fmla="*/ 3215 h 3394"/>
                <a:gd name="T40" fmla="*/ 3750 w 4236"/>
                <a:gd name="T41" fmla="*/ 3084 h 3394"/>
                <a:gd name="T42" fmla="*/ 3052 w 4236"/>
                <a:gd name="T43" fmla="*/ 1743 h 3394"/>
                <a:gd name="T44" fmla="*/ 3264 w 4236"/>
                <a:gd name="T45" fmla="*/ 1333 h 3394"/>
                <a:gd name="T46" fmla="*/ 3695 w 4236"/>
                <a:gd name="T47" fmla="*/ 1270 h 3394"/>
                <a:gd name="T48" fmla="*/ 4125 w 4236"/>
                <a:gd name="T49" fmla="*/ 1541 h 3394"/>
                <a:gd name="T50" fmla="*/ 4004 w 4236"/>
                <a:gd name="T51" fmla="*/ 1050 h 3394"/>
                <a:gd name="T52" fmla="*/ 4081 w 4236"/>
                <a:gd name="T53" fmla="*/ 893 h 3394"/>
                <a:gd name="T54" fmla="*/ 3618 w 4236"/>
                <a:gd name="T55" fmla="*/ 98 h 3394"/>
                <a:gd name="T56" fmla="*/ 2462 w 4236"/>
                <a:gd name="T57" fmla="*/ 238 h 3394"/>
                <a:gd name="T58" fmla="*/ 447 w 4236"/>
                <a:gd name="T59" fmla="*/ 2082 h 3394"/>
                <a:gd name="T60" fmla="*/ 0 w 4236"/>
                <a:gd name="T61" fmla="*/ 3019 h 3394"/>
                <a:gd name="T62" fmla="*/ 3629 w 4236"/>
                <a:gd name="T63" fmla="*/ 606 h 3394"/>
                <a:gd name="T64" fmla="*/ 3772 w 4236"/>
                <a:gd name="T65" fmla="*/ 737 h 3394"/>
                <a:gd name="T66" fmla="*/ 3629 w 4236"/>
                <a:gd name="T67" fmla="*/ 861 h 3394"/>
                <a:gd name="T68" fmla="*/ 3508 w 4236"/>
                <a:gd name="T69" fmla="*/ 737 h 3394"/>
                <a:gd name="T70" fmla="*/ 3629 w 4236"/>
                <a:gd name="T71" fmla="*/ 606 h 3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36" h="3394">
                  <a:moveTo>
                    <a:pt x="0" y="3019"/>
                  </a:moveTo>
                  <a:cubicBezTo>
                    <a:pt x="100" y="3099"/>
                    <a:pt x="236" y="3157"/>
                    <a:pt x="369" y="3198"/>
                  </a:cubicBezTo>
                  <a:cubicBezTo>
                    <a:pt x="400" y="3048"/>
                    <a:pt x="437" y="2852"/>
                    <a:pt x="534" y="2629"/>
                  </a:cubicBezTo>
                  <a:cubicBezTo>
                    <a:pt x="604" y="2469"/>
                    <a:pt x="703" y="2295"/>
                    <a:pt x="851" y="2108"/>
                  </a:cubicBezTo>
                  <a:cubicBezTo>
                    <a:pt x="716" y="2392"/>
                    <a:pt x="511" y="2971"/>
                    <a:pt x="517" y="3243"/>
                  </a:cubicBezTo>
                  <a:lnTo>
                    <a:pt x="911" y="3305"/>
                  </a:lnTo>
                  <a:cubicBezTo>
                    <a:pt x="993" y="2757"/>
                    <a:pt x="1078" y="2517"/>
                    <a:pt x="1318" y="2201"/>
                  </a:cubicBezTo>
                  <a:cubicBezTo>
                    <a:pt x="1288" y="2241"/>
                    <a:pt x="1096" y="2917"/>
                    <a:pt x="1107" y="3342"/>
                  </a:cubicBezTo>
                  <a:cubicBezTo>
                    <a:pt x="1235" y="3353"/>
                    <a:pt x="1375" y="3372"/>
                    <a:pt x="1511" y="3377"/>
                  </a:cubicBezTo>
                  <a:cubicBezTo>
                    <a:pt x="1511" y="3044"/>
                    <a:pt x="1597" y="2435"/>
                    <a:pt x="1709" y="2237"/>
                  </a:cubicBezTo>
                  <a:cubicBezTo>
                    <a:pt x="1678" y="2634"/>
                    <a:pt x="1694" y="3010"/>
                    <a:pt x="1692" y="3394"/>
                  </a:cubicBezTo>
                  <a:lnTo>
                    <a:pt x="2123" y="3383"/>
                  </a:lnTo>
                  <a:cubicBezTo>
                    <a:pt x="2079" y="3008"/>
                    <a:pt x="2046" y="2631"/>
                    <a:pt x="2066" y="2244"/>
                  </a:cubicBezTo>
                  <a:cubicBezTo>
                    <a:pt x="2220" y="2752"/>
                    <a:pt x="2279" y="3042"/>
                    <a:pt x="2324" y="3383"/>
                  </a:cubicBezTo>
                  <a:cubicBezTo>
                    <a:pt x="2443" y="3372"/>
                    <a:pt x="2608" y="3354"/>
                    <a:pt x="2721" y="3344"/>
                  </a:cubicBezTo>
                  <a:cubicBezTo>
                    <a:pt x="2707" y="3091"/>
                    <a:pt x="2507" y="2418"/>
                    <a:pt x="2425" y="2214"/>
                  </a:cubicBezTo>
                  <a:cubicBezTo>
                    <a:pt x="2681" y="2584"/>
                    <a:pt x="2807" y="3036"/>
                    <a:pt x="2869" y="3315"/>
                  </a:cubicBezTo>
                  <a:cubicBezTo>
                    <a:pt x="2991" y="3300"/>
                    <a:pt x="3151" y="3275"/>
                    <a:pt x="3264" y="3254"/>
                  </a:cubicBezTo>
                  <a:cubicBezTo>
                    <a:pt x="3240" y="3048"/>
                    <a:pt x="2965" y="2404"/>
                    <a:pt x="2805" y="2138"/>
                  </a:cubicBezTo>
                  <a:cubicBezTo>
                    <a:pt x="2998" y="2268"/>
                    <a:pt x="3308" y="2764"/>
                    <a:pt x="3377" y="3215"/>
                  </a:cubicBezTo>
                  <a:cubicBezTo>
                    <a:pt x="3541" y="3180"/>
                    <a:pt x="3629" y="3130"/>
                    <a:pt x="3750" y="3084"/>
                  </a:cubicBezTo>
                  <a:cubicBezTo>
                    <a:pt x="3662" y="2684"/>
                    <a:pt x="3574" y="2275"/>
                    <a:pt x="3052" y="1743"/>
                  </a:cubicBezTo>
                  <a:cubicBezTo>
                    <a:pt x="3127" y="1645"/>
                    <a:pt x="3253" y="1475"/>
                    <a:pt x="3264" y="1333"/>
                  </a:cubicBezTo>
                  <a:cubicBezTo>
                    <a:pt x="3406" y="1333"/>
                    <a:pt x="3640" y="1363"/>
                    <a:pt x="3695" y="1270"/>
                  </a:cubicBezTo>
                  <a:lnTo>
                    <a:pt x="4125" y="1541"/>
                  </a:lnTo>
                  <a:cubicBezTo>
                    <a:pt x="4070" y="1350"/>
                    <a:pt x="3993" y="1089"/>
                    <a:pt x="4004" y="1050"/>
                  </a:cubicBezTo>
                  <a:cubicBezTo>
                    <a:pt x="4004" y="1017"/>
                    <a:pt x="4059" y="935"/>
                    <a:pt x="4081" y="893"/>
                  </a:cubicBezTo>
                  <a:cubicBezTo>
                    <a:pt x="4236" y="430"/>
                    <a:pt x="3861" y="152"/>
                    <a:pt x="3618" y="98"/>
                  </a:cubicBezTo>
                  <a:cubicBezTo>
                    <a:pt x="3508" y="74"/>
                    <a:pt x="3140" y="0"/>
                    <a:pt x="2462" y="238"/>
                  </a:cubicBezTo>
                  <a:cubicBezTo>
                    <a:pt x="1576" y="551"/>
                    <a:pt x="906" y="1269"/>
                    <a:pt x="447" y="2082"/>
                  </a:cubicBezTo>
                  <a:cubicBezTo>
                    <a:pt x="284" y="2371"/>
                    <a:pt x="86" y="2749"/>
                    <a:pt x="0" y="3019"/>
                  </a:cubicBezTo>
                  <a:close/>
                  <a:moveTo>
                    <a:pt x="3629" y="606"/>
                  </a:moveTo>
                  <a:cubicBezTo>
                    <a:pt x="3706" y="606"/>
                    <a:pt x="3772" y="668"/>
                    <a:pt x="3772" y="737"/>
                  </a:cubicBezTo>
                  <a:cubicBezTo>
                    <a:pt x="3772" y="809"/>
                    <a:pt x="3706" y="861"/>
                    <a:pt x="3629" y="861"/>
                  </a:cubicBezTo>
                  <a:cubicBezTo>
                    <a:pt x="3574" y="861"/>
                    <a:pt x="3508" y="809"/>
                    <a:pt x="3508" y="737"/>
                  </a:cubicBezTo>
                  <a:cubicBezTo>
                    <a:pt x="3508" y="668"/>
                    <a:pt x="3574" y="606"/>
                    <a:pt x="3629" y="6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75"/>
            <p:cNvSpPr>
              <a:spLocks/>
            </p:cNvSpPr>
            <p:nvPr/>
          </p:nvSpPr>
          <p:spPr bwMode="auto">
            <a:xfrm>
              <a:off x="4674" y="2519"/>
              <a:ext cx="240" cy="162"/>
            </a:xfrm>
            <a:custGeom>
              <a:avLst/>
              <a:gdLst>
                <a:gd name="T0" fmla="*/ 2526 w 2526"/>
                <a:gd name="T1" fmla="*/ 0 h 1714"/>
                <a:gd name="T2" fmla="*/ 0 w 2526"/>
                <a:gd name="T3" fmla="*/ 1609 h 1714"/>
                <a:gd name="T4" fmla="*/ 110 w 2526"/>
                <a:gd name="T5" fmla="*/ 1714 h 1714"/>
                <a:gd name="T6" fmla="*/ 574 w 2526"/>
                <a:gd name="T7" fmla="*/ 934 h 1714"/>
                <a:gd name="T8" fmla="*/ 1291 w 2526"/>
                <a:gd name="T9" fmla="*/ 378 h 1714"/>
                <a:gd name="T10" fmla="*/ 2526 w 2526"/>
                <a:gd name="T11" fmla="*/ 0 h 1714"/>
              </a:gdLst>
              <a:ahLst/>
              <a:cxnLst>
                <a:cxn ang="0">
                  <a:pos x="T0" y="T1"/>
                </a:cxn>
                <a:cxn ang="0">
                  <a:pos x="T2" y="T3"/>
                </a:cxn>
                <a:cxn ang="0">
                  <a:pos x="T4" y="T5"/>
                </a:cxn>
                <a:cxn ang="0">
                  <a:pos x="T6" y="T7"/>
                </a:cxn>
                <a:cxn ang="0">
                  <a:pos x="T8" y="T9"/>
                </a:cxn>
                <a:cxn ang="0">
                  <a:pos x="T10" y="T11"/>
                </a:cxn>
              </a:cxnLst>
              <a:rect l="0" t="0" r="r" b="b"/>
              <a:pathLst>
                <a:path w="2526" h="1714">
                  <a:moveTo>
                    <a:pt x="2526" y="0"/>
                  </a:moveTo>
                  <a:cubicBezTo>
                    <a:pt x="982" y="151"/>
                    <a:pt x="794" y="314"/>
                    <a:pt x="0" y="1609"/>
                  </a:cubicBezTo>
                  <a:lnTo>
                    <a:pt x="110" y="1714"/>
                  </a:lnTo>
                  <a:cubicBezTo>
                    <a:pt x="210" y="1403"/>
                    <a:pt x="419" y="1124"/>
                    <a:pt x="574" y="934"/>
                  </a:cubicBezTo>
                  <a:cubicBezTo>
                    <a:pt x="783" y="664"/>
                    <a:pt x="1026" y="496"/>
                    <a:pt x="1291" y="378"/>
                  </a:cubicBezTo>
                  <a:cubicBezTo>
                    <a:pt x="1600" y="243"/>
                    <a:pt x="1787" y="222"/>
                    <a:pt x="252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76"/>
            <p:cNvSpPr>
              <a:spLocks/>
            </p:cNvSpPr>
            <p:nvPr/>
          </p:nvSpPr>
          <p:spPr bwMode="auto">
            <a:xfrm>
              <a:off x="4669" y="2584"/>
              <a:ext cx="32" cy="63"/>
            </a:xfrm>
            <a:custGeom>
              <a:avLst/>
              <a:gdLst>
                <a:gd name="T0" fmla="*/ 77 w 342"/>
                <a:gd name="T1" fmla="*/ 0 h 658"/>
                <a:gd name="T2" fmla="*/ 320 w 342"/>
                <a:gd name="T3" fmla="*/ 658 h 658"/>
                <a:gd name="T4" fmla="*/ 77 w 342"/>
                <a:gd name="T5" fmla="*/ 0 h 658"/>
              </a:gdLst>
              <a:ahLst/>
              <a:cxnLst>
                <a:cxn ang="0">
                  <a:pos x="T0" y="T1"/>
                </a:cxn>
                <a:cxn ang="0">
                  <a:pos x="T2" y="T3"/>
                </a:cxn>
                <a:cxn ang="0">
                  <a:pos x="T4" y="T5"/>
                </a:cxn>
              </a:cxnLst>
              <a:rect l="0" t="0" r="r" b="b"/>
              <a:pathLst>
                <a:path w="342" h="658">
                  <a:moveTo>
                    <a:pt x="77" y="0"/>
                  </a:moveTo>
                  <a:cubicBezTo>
                    <a:pt x="309" y="223"/>
                    <a:pt x="342" y="352"/>
                    <a:pt x="320" y="658"/>
                  </a:cubicBezTo>
                  <a:cubicBezTo>
                    <a:pt x="44" y="638"/>
                    <a:pt x="0" y="294"/>
                    <a:pt x="7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77"/>
            <p:cNvSpPr>
              <a:spLocks/>
            </p:cNvSpPr>
            <p:nvPr/>
          </p:nvSpPr>
          <p:spPr bwMode="auto">
            <a:xfrm>
              <a:off x="4695" y="2616"/>
              <a:ext cx="88" cy="46"/>
            </a:xfrm>
            <a:custGeom>
              <a:avLst/>
              <a:gdLst>
                <a:gd name="T0" fmla="*/ 926 w 926"/>
                <a:gd name="T1" fmla="*/ 63 h 492"/>
                <a:gd name="T2" fmla="*/ 0 w 926"/>
                <a:gd name="T3" fmla="*/ 296 h 492"/>
                <a:gd name="T4" fmla="*/ 926 w 926"/>
                <a:gd name="T5" fmla="*/ 63 h 492"/>
              </a:gdLst>
              <a:ahLst/>
              <a:cxnLst>
                <a:cxn ang="0">
                  <a:pos x="T0" y="T1"/>
                </a:cxn>
                <a:cxn ang="0">
                  <a:pos x="T2" y="T3"/>
                </a:cxn>
                <a:cxn ang="0">
                  <a:pos x="T4" y="T5"/>
                </a:cxn>
              </a:cxnLst>
              <a:rect l="0" t="0" r="r" b="b"/>
              <a:pathLst>
                <a:path w="926" h="492">
                  <a:moveTo>
                    <a:pt x="926" y="63"/>
                  </a:moveTo>
                  <a:cubicBezTo>
                    <a:pt x="518" y="75"/>
                    <a:pt x="408" y="0"/>
                    <a:pt x="0" y="296"/>
                  </a:cubicBezTo>
                  <a:cubicBezTo>
                    <a:pt x="242" y="492"/>
                    <a:pt x="628" y="328"/>
                    <a:pt x="926"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78"/>
            <p:cNvSpPr>
              <a:spLocks/>
            </p:cNvSpPr>
            <p:nvPr/>
          </p:nvSpPr>
          <p:spPr bwMode="auto">
            <a:xfrm>
              <a:off x="4721" y="2505"/>
              <a:ext cx="59" cy="81"/>
            </a:xfrm>
            <a:custGeom>
              <a:avLst/>
              <a:gdLst>
                <a:gd name="T0" fmla="*/ 199 w 618"/>
                <a:gd name="T1" fmla="*/ 853 h 853"/>
                <a:gd name="T2" fmla="*/ 618 w 618"/>
                <a:gd name="T3" fmla="*/ 0 h 853"/>
                <a:gd name="T4" fmla="*/ 199 w 618"/>
                <a:gd name="T5" fmla="*/ 853 h 853"/>
              </a:gdLst>
              <a:ahLst/>
              <a:cxnLst>
                <a:cxn ang="0">
                  <a:pos x="T0" y="T1"/>
                </a:cxn>
                <a:cxn ang="0">
                  <a:pos x="T2" y="T3"/>
                </a:cxn>
                <a:cxn ang="0">
                  <a:pos x="T4" y="T5"/>
                </a:cxn>
              </a:cxnLst>
              <a:rect l="0" t="0" r="r" b="b"/>
              <a:pathLst>
                <a:path w="618" h="853">
                  <a:moveTo>
                    <a:pt x="199" y="853"/>
                  </a:moveTo>
                  <a:cubicBezTo>
                    <a:pt x="0" y="748"/>
                    <a:pt x="11" y="313"/>
                    <a:pt x="618" y="0"/>
                  </a:cubicBezTo>
                  <a:cubicBezTo>
                    <a:pt x="541" y="508"/>
                    <a:pt x="431" y="552"/>
                    <a:pt x="199"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79"/>
            <p:cNvSpPr>
              <a:spLocks/>
            </p:cNvSpPr>
            <p:nvPr/>
          </p:nvSpPr>
          <p:spPr bwMode="auto">
            <a:xfrm>
              <a:off x="4748" y="2565"/>
              <a:ext cx="77" cy="45"/>
            </a:xfrm>
            <a:custGeom>
              <a:avLst/>
              <a:gdLst>
                <a:gd name="T0" fmla="*/ 0 w 806"/>
                <a:gd name="T1" fmla="*/ 154 h 478"/>
                <a:gd name="T2" fmla="*/ 806 w 806"/>
                <a:gd name="T3" fmla="*/ 276 h 478"/>
                <a:gd name="T4" fmla="*/ 0 w 806"/>
                <a:gd name="T5" fmla="*/ 154 h 478"/>
              </a:gdLst>
              <a:ahLst/>
              <a:cxnLst>
                <a:cxn ang="0">
                  <a:pos x="T0" y="T1"/>
                </a:cxn>
                <a:cxn ang="0">
                  <a:pos x="T2" y="T3"/>
                </a:cxn>
                <a:cxn ang="0">
                  <a:pos x="T4" y="T5"/>
                </a:cxn>
              </a:cxnLst>
              <a:rect l="0" t="0" r="r" b="b"/>
              <a:pathLst>
                <a:path w="806" h="478">
                  <a:moveTo>
                    <a:pt x="0" y="154"/>
                  </a:moveTo>
                  <a:cubicBezTo>
                    <a:pt x="88" y="478"/>
                    <a:pt x="519" y="471"/>
                    <a:pt x="806" y="276"/>
                  </a:cubicBezTo>
                  <a:cubicBezTo>
                    <a:pt x="761" y="204"/>
                    <a:pt x="408" y="0"/>
                    <a:pt x="0" y="1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80"/>
            <p:cNvSpPr>
              <a:spLocks/>
            </p:cNvSpPr>
            <p:nvPr/>
          </p:nvSpPr>
          <p:spPr bwMode="auto">
            <a:xfrm>
              <a:off x="4779" y="2486"/>
              <a:ext cx="69" cy="71"/>
            </a:xfrm>
            <a:custGeom>
              <a:avLst/>
              <a:gdLst>
                <a:gd name="T0" fmla="*/ 99 w 728"/>
                <a:gd name="T1" fmla="*/ 746 h 746"/>
                <a:gd name="T2" fmla="*/ 728 w 728"/>
                <a:gd name="T3" fmla="*/ 0 h 746"/>
                <a:gd name="T4" fmla="*/ 99 w 728"/>
                <a:gd name="T5" fmla="*/ 746 h 746"/>
              </a:gdLst>
              <a:ahLst/>
              <a:cxnLst>
                <a:cxn ang="0">
                  <a:pos x="T0" y="T1"/>
                </a:cxn>
                <a:cxn ang="0">
                  <a:pos x="T2" y="T3"/>
                </a:cxn>
                <a:cxn ang="0">
                  <a:pos x="T4" y="T5"/>
                </a:cxn>
              </a:cxnLst>
              <a:rect l="0" t="0" r="r" b="b"/>
              <a:pathLst>
                <a:path w="728" h="746">
                  <a:moveTo>
                    <a:pt x="99" y="746"/>
                  </a:moveTo>
                  <a:cubicBezTo>
                    <a:pt x="0" y="475"/>
                    <a:pt x="408" y="38"/>
                    <a:pt x="728" y="0"/>
                  </a:cubicBezTo>
                  <a:cubicBezTo>
                    <a:pt x="662" y="219"/>
                    <a:pt x="508" y="583"/>
                    <a:pt x="99" y="7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81"/>
            <p:cNvSpPr>
              <a:spLocks/>
            </p:cNvSpPr>
            <p:nvPr/>
          </p:nvSpPr>
          <p:spPr bwMode="auto">
            <a:xfrm>
              <a:off x="4791" y="2536"/>
              <a:ext cx="82" cy="47"/>
            </a:xfrm>
            <a:custGeom>
              <a:avLst/>
              <a:gdLst>
                <a:gd name="T0" fmla="*/ 0 w 860"/>
                <a:gd name="T1" fmla="*/ 213 h 504"/>
                <a:gd name="T2" fmla="*/ 860 w 860"/>
                <a:gd name="T3" fmla="*/ 422 h 504"/>
                <a:gd name="T4" fmla="*/ 0 w 860"/>
                <a:gd name="T5" fmla="*/ 213 h 504"/>
              </a:gdLst>
              <a:ahLst/>
              <a:cxnLst>
                <a:cxn ang="0">
                  <a:pos x="T0" y="T1"/>
                </a:cxn>
                <a:cxn ang="0">
                  <a:pos x="T2" y="T3"/>
                </a:cxn>
                <a:cxn ang="0">
                  <a:pos x="T4" y="T5"/>
                </a:cxn>
              </a:cxnLst>
              <a:rect l="0" t="0" r="r" b="b"/>
              <a:pathLst>
                <a:path w="860" h="504">
                  <a:moveTo>
                    <a:pt x="0" y="213"/>
                  </a:moveTo>
                  <a:cubicBezTo>
                    <a:pt x="187" y="504"/>
                    <a:pt x="584" y="468"/>
                    <a:pt x="860" y="422"/>
                  </a:cubicBezTo>
                  <a:cubicBezTo>
                    <a:pt x="772" y="191"/>
                    <a:pt x="353" y="0"/>
                    <a:pt x="0"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82"/>
            <p:cNvSpPr>
              <a:spLocks/>
            </p:cNvSpPr>
            <p:nvPr/>
          </p:nvSpPr>
          <p:spPr bwMode="auto">
            <a:xfrm>
              <a:off x="4832" y="2471"/>
              <a:ext cx="72" cy="65"/>
            </a:xfrm>
            <a:custGeom>
              <a:avLst/>
              <a:gdLst>
                <a:gd name="T0" fmla="*/ 0 w 761"/>
                <a:gd name="T1" fmla="*/ 687 h 687"/>
                <a:gd name="T2" fmla="*/ 761 w 761"/>
                <a:gd name="T3" fmla="*/ 0 h 687"/>
                <a:gd name="T4" fmla="*/ 0 w 761"/>
                <a:gd name="T5" fmla="*/ 687 h 687"/>
              </a:gdLst>
              <a:ahLst/>
              <a:cxnLst>
                <a:cxn ang="0">
                  <a:pos x="T0" y="T1"/>
                </a:cxn>
                <a:cxn ang="0">
                  <a:pos x="T2" y="T3"/>
                </a:cxn>
                <a:cxn ang="0">
                  <a:pos x="T4" y="T5"/>
                </a:cxn>
              </a:cxnLst>
              <a:rect l="0" t="0" r="r" b="b"/>
              <a:pathLst>
                <a:path w="761" h="687">
                  <a:moveTo>
                    <a:pt x="0" y="687"/>
                  </a:moveTo>
                  <a:cubicBezTo>
                    <a:pt x="187" y="311"/>
                    <a:pt x="452" y="117"/>
                    <a:pt x="761" y="0"/>
                  </a:cubicBezTo>
                  <a:cubicBezTo>
                    <a:pt x="662" y="300"/>
                    <a:pt x="397" y="624"/>
                    <a:pt x="0" y="6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83"/>
            <p:cNvSpPr>
              <a:spLocks/>
            </p:cNvSpPr>
            <p:nvPr/>
          </p:nvSpPr>
          <p:spPr bwMode="auto">
            <a:xfrm>
              <a:off x="4853" y="2533"/>
              <a:ext cx="76" cy="35"/>
            </a:xfrm>
            <a:custGeom>
              <a:avLst/>
              <a:gdLst>
                <a:gd name="T0" fmla="*/ 0 w 795"/>
                <a:gd name="T1" fmla="*/ 0 h 369"/>
                <a:gd name="T2" fmla="*/ 795 w 795"/>
                <a:gd name="T3" fmla="*/ 232 h 369"/>
                <a:gd name="T4" fmla="*/ 0 w 795"/>
                <a:gd name="T5" fmla="*/ 0 h 369"/>
              </a:gdLst>
              <a:ahLst/>
              <a:cxnLst>
                <a:cxn ang="0">
                  <a:pos x="T0" y="T1"/>
                </a:cxn>
                <a:cxn ang="0">
                  <a:pos x="T2" y="T3"/>
                </a:cxn>
                <a:cxn ang="0">
                  <a:pos x="T4" y="T5"/>
                </a:cxn>
              </a:cxnLst>
              <a:rect l="0" t="0" r="r" b="b"/>
              <a:pathLst>
                <a:path w="795" h="369">
                  <a:moveTo>
                    <a:pt x="0" y="0"/>
                  </a:moveTo>
                  <a:cubicBezTo>
                    <a:pt x="309" y="0"/>
                    <a:pt x="574" y="15"/>
                    <a:pt x="795" y="232"/>
                  </a:cubicBezTo>
                  <a:cubicBezTo>
                    <a:pt x="464" y="369"/>
                    <a:pt x="100" y="358"/>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3" name="Disco_ball" descr="{&quot;Key&quot;:&quot;POWER_USER_SHAPE_ICON&quot;,&quot;Value&quot;:&quot;POWER_USER_SHAPE_ICON_STYLE_1&quot;}">
            <a:extLst>
              <a:ext uri="{FF2B5EF4-FFF2-40B4-BE49-F238E27FC236}">
                <a16:creationId xmlns:a16="http://schemas.microsoft.com/office/drawing/2014/main" id="{2A88385B-925F-4177-96EF-E95452977290}"/>
              </a:ext>
            </a:extLst>
          </p:cNvPr>
          <p:cNvGrpSpPr>
            <a:grpSpLocks noChangeAspect="1"/>
          </p:cNvGrpSpPr>
          <p:nvPr>
            <p:custDataLst>
              <p:tags r:id="rId3"/>
            </p:custDataLst>
          </p:nvPr>
        </p:nvGrpSpPr>
        <p:grpSpPr bwMode="auto">
          <a:xfrm>
            <a:off x="2388244" y="3099789"/>
            <a:ext cx="484112" cy="542925"/>
            <a:chOff x="4006" y="1593"/>
            <a:chExt cx="996" cy="1117"/>
          </a:xfrm>
          <a:solidFill>
            <a:srgbClr val="FFFFFF"/>
          </a:solidFill>
        </p:grpSpPr>
        <p:sp>
          <p:nvSpPr>
            <p:cNvPr id="34" name="Freeform 30">
              <a:extLst>
                <a:ext uri="{FF2B5EF4-FFF2-40B4-BE49-F238E27FC236}">
                  <a16:creationId xmlns:a16="http://schemas.microsoft.com/office/drawing/2014/main" id="{DAE5A1E3-1FB8-404D-83AE-ED42F6D3AF40}"/>
                </a:ext>
              </a:extLst>
            </p:cNvPr>
            <p:cNvSpPr>
              <a:spLocks noEditPoints="1"/>
            </p:cNvSpPr>
            <p:nvPr/>
          </p:nvSpPr>
          <p:spPr bwMode="auto">
            <a:xfrm>
              <a:off x="4057" y="1593"/>
              <a:ext cx="782" cy="1102"/>
            </a:xfrm>
            <a:custGeom>
              <a:avLst/>
              <a:gdLst>
                <a:gd name="T0" fmla="*/ 371 w 811"/>
                <a:gd name="T1" fmla="*/ 298 h 1122"/>
                <a:gd name="T2" fmla="*/ 404 w 811"/>
                <a:gd name="T3" fmla="*/ 1 h 1122"/>
                <a:gd name="T4" fmla="*/ 420 w 811"/>
                <a:gd name="T5" fmla="*/ 70 h 1122"/>
                <a:gd name="T6" fmla="*/ 449 w 811"/>
                <a:gd name="T7" fmla="*/ 292 h 1122"/>
                <a:gd name="T8" fmla="*/ 749 w 811"/>
                <a:gd name="T9" fmla="*/ 532 h 1122"/>
                <a:gd name="T10" fmla="*/ 405 w 811"/>
                <a:gd name="T11" fmla="*/ 1117 h 1122"/>
                <a:gd name="T12" fmla="*/ 363 w 811"/>
                <a:gd name="T13" fmla="*/ 337 h 1122"/>
                <a:gd name="T14" fmla="*/ 484 w 811"/>
                <a:gd name="T15" fmla="*/ 799 h 1122"/>
                <a:gd name="T16" fmla="*/ 328 w 811"/>
                <a:gd name="T17" fmla="*/ 644 h 1122"/>
                <a:gd name="T18" fmla="*/ 647 w 811"/>
                <a:gd name="T19" fmla="*/ 656 h 1122"/>
                <a:gd name="T20" fmla="*/ 509 w 811"/>
                <a:gd name="T21" fmla="*/ 802 h 1122"/>
                <a:gd name="T22" fmla="*/ 647 w 811"/>
                <a:gd name="T23" fmla="*/ 656 h 1122"/>
                <a:gd name="T24" fmla="*/ 476 w 811"/>
                <a:gd name="T25" fmla="*/ 514 h 1122"/>
                <a:gd name="T26" fmla="*/ 366 w 811"/>
                <a:gd name="T27" fmla="*/ 490 h 1122"/>
                <a:gd name="T28" fmla="*/ 329 w 811"/>
                <a:gd name="T29" fmla="*/ 621 h 1122"/>
                <a:gd name="T30" fmla="*/ 487 w 811"/>
                <a:gd name="T31" fmla="*/ 621 h 1122"/>
                <a:gd name="T32" fmla="*/ 642 w 811"/>
                <a:gd name="T33" fmla="*/ 809 h 1122"/>
                <a:gd name="T34" fmla="*/ 494 w 811"/>
                <a:gd name="T35" fmla="*/ 958 h 1122"/>
                <a:gd name="T36" fmla="*/ 320 w 811"/>
                <a:gd name="T37" fmla="*/ 956 h 1122"/>
                <a:gd name="T38" fmla="*/ 180 w 811"/>
                <a:gd name="T39" fmla="*/ 809 h 1122"/>
                <a:gd name="T40" fmla="*/ 508 w 811"/>
                <a:gd name="T41" fmla="*/ 623 h 1122"/>
                <a:gd name="T42" fmla="*/ 494 w 811"/>
                <a:gd name="T43" fmla="*/ 498 h 1122"/>
                <a:gd name="T44" fmla="*/ 190 w 811"/>
                <a:gd name="T45" fmla="*/ 634 h 1122"/>
                <a:gd name="T46" fmla="*/ 321 w 811"/>
                <a:gd name="T47" fmla="*/ 495 h 1122"/>
                <a:gd name="T48" fmla="*/ 466 w 811"/>
                <a:gd name="T49" fmla="*/ 469 h 1122"/>
                <a:gd name="T50" fmla="*/ 347 w 811"/>
                <a:gd name="T51" fmla="*/ 469 h 1122"/>
                <a:gd name="T52" fmla="*/ 65 w 811"/>
                <a:gd name="T53" fmla="*/ 742 h 1122"/>
                <a:gd name="T54" fmla="*/ 155 w 811"/>
                <a:gd name="T55" fmla="*/ 663 h 1122"/>
                <a:gd name="T56" fmla="*/ 670 w 811"/>
                <a:gd name="T57" fmla="*/ 661 h 1122"/>
                <a:gd name="T58" fmla="*/ 756 w 811"/>
                <a:gd name="T59" fmla="*/ 677 h 1122"/>
                <a:gd name="T60" fmla="*/ 424 w 811"/>
                <a:gd name="T61" fmla="*/ 1073 h 1122"/>
                <a:gd name="T62" fmla="*/ 348 w 811"/>
                <a:gd name="T63" fmla="*/ 987 h 1122"/>
                <a:gd name="T64" fmla="*/ 481 w 811"/>
                <a:gd name="T65" fmla="*/ 1065 h 1122"/>
                <a:gd name="T66" fmla="*/ 219 w 811"/>
                <a:gd name="T67" fmla="*/ 495 h 1122"/>
                <a:gd name="T68" fmla="*/ 219 w 811"/>
                <a:gd name="T69" fmla="*/ 495 h 1122"/>
                <a:gd name="T70" fmla="*/ 600 w 811"/>
                <a:gd name="T71" fmla="*/ 487 h 1122"/>
                <a:gd name="T72" fmla="*/ 748 w 811"/>
                <a:gd name="T73" fmla="*/ 791 h 1122"/>
                <a:gd name="T74" fmla="*/ 748 w 811"/>
                <a:gd name="T75" fmla="*/ 791 h 1122"/>
                <a:gd name="T76" fmla="*/ 650 w 811"/>
                <a:gd name="T77" fmla="*/ 538 h 1122"/>
                <a:gd name="T78" fmla="*/ 125 w 811"/>
                <a:gd name="T79" fmla="*/ 520 h 1122"/>
                <a:gd name="T80" fmla="*/ 216 w 811"/>
                <a:gd name="T81" fmla="*/ 434 h 1122"/>
                <a:gd name="T82" fmla="*/ 702 w 811"/>
                <a:gd name="T83" fmla="*/ 924 h 1122"/>
                <a:gd name="T84" fmla="*/ 702 w 811"/>
                <a:gd name="T85" fmla="*/ 924 h 1122"/>
                <a:gd name="T86" fmla="*/ 213 w 811"/>
                <a:gd name="T87" fmla="*/ 1019 h 1122"/>
                <a:gd name="T88" fmla="*/ 677 w 811"/>
                <a:gd name="T89" fmla="*/ 535 h 1122"/>
                <a:gd name="T90" fmla="*/ 620 w 811"/>
                <a:gd name="T91" fmla="*/ 440 h 1122"/>
                <a:gd name="T92" fmla="*/ 677 w 811"/>
                <a:gd name="T93" fmla="*/ 535 h 1122"/>
                <a:gd name="T94" fmla="*/ 411 w 811"/>
                <a:gd name="T95" fmla="*/ 294 h 1122"/>
                <a:gd name="T96" fmla="*/ 411 w 811"/>
                <a:gd name="T97" fmla="*/ 338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11" h="1122">
                  <a:moveTo>
                    <a:pt x="363" y="337"/>
                  </a:moveTo>
                  <a:cubicBezTo>
                    <a:pt x="366" y="322"/>
                    <a:pt x="364" y="304"/>
                    <a:pt x="371" y="298"/>
                  </a:cubicBezTo>
                  <a:cubicBezTo>
                    <a:pt x="421" y="261"/>
                    <a:pt x="401" y="209"/>
                    <a:pt x="403" y="161"/>
                  </a:cubicBezTo>
                  <a:cubicBezTo>
                    <a:pt x="405" y="108"/>
                    <a:pt x="404" y="54"/>
                    <a:pt x="404" y="1"/>
                  </a:cubicBezTo>
                  <a:cubicBezTo>
                    <a:pt x="409" y="1"/>
                    <a:pt x="415" y="0"/>
                    <a:pt x="420" y="0"/>
                  </a:cubicBezTo>
                  <a:lnTo>
                    <a:pt x="420" y="70"/>
                  </a:lnTo>
                  <a:cubicBezTo>
                    <a:pt x="420" y="114"/>
                    <a:pt x="420" y="157"/>
                    <a:pt x="421" y="201"/>
                  </a:cubicBezTo>
                  <a:cubicBezTo>
                    <a:pt x="421" y="234"/>
                    <a:pt x="412" y="269"/>
                    <a:pt x="449" y="292"/>
                  </a:cubicBezTo>
                  <a:cubicBezTo>
                    <a:pt x="459" y="298"/>
                    <a:pt x="458" y="320"/>
                    <a:pt x="463" y="339"/>
                  </a:cubicBezTo>
                  <a:cubicBezTo>
                    <a:pt x="584" y="361"/>
                    <a:pt x="684" y="421"/>
                    <a:pt x="749" y="532"/>
                  </a:cubicBezTo>
                  <a:cubicBezTo>
                    <a:pt x="798" y="616"/>
                    <a:pt x="811" y="708"/>
                    <a:pt x="794" y="803"/>
                  </a:cubicBezTo>
                  <a:cubicBezTo>
                    <a:pt x="762" y="983"/>
                    <a:pt x="589" y="1122"/>
                    <a:pt x="405" y="1117"/>
                  </a:cubicBezTo>
                  <a:cubicBezTo>
                    <a:pt x="220" y="1112"/>
                    <a:pt x="55" y="971"/>
                    <a:pt x="29" y="792"/>
                  </a:cubicBezTo>
                  <a:cubicBezTo>
                    <a:pt x="0" y="595"/>
                    <a:pt x="106" y="388"/>
                    <a:pt x="363" y="337"/>
                  </a:cubicBezTo>
                  <a:close/>
                  <a:moveTo>
                    <a:pt x="328" y="799"/>
                  </a:moveTo>
                  <a:lnTo>
                    <a:pt x="484" y="799"/>
                  </a:lnTo>
                  <a:lnTo>
                    <a:pt x="484" y="644"/>
                  </a:lnTo>
                  <a:lnTo>
                    <a:pt x="328" y="644"/>
                  </a:lnTo>
                  <a:lnTo>
                    <a:pt x="328" y="799"/>
                  </a:lnTo>
                  <a:close/>
                  <a:moveTo>
                    <a:pt x="647" y="656"/>
                  </a:moveTo>
                  <a:cubicBezTo>
                    <a:pt x="599" y="651"/>
                    <a:pt x="555" y="647"/>
                    <a:pt x="509" y="643"/>
                  </a:cubicBezTo>
                  <a:lnTo>
                    <a:pt x="509" y="802"/>
                  </a:lnTo>
                  <a:cubicBezTo>
                    <a:pt x="556" y="797"/>
                    <a:pt x="600" y="793"/>
                    <a:pt x="647" y="788"/>
                  </a:cubicBezTo>
                  <a:lnTo>
                    <a:pt x="647" y="656"/>
                  </a:lnTo>
                  <a:close/>
                  <a:moveTo>
                    <a:pt x="487" y="621"/>
                  </a:moveTo>
                  <a:cubicBezTo>
                    <a:pt x="483" y="581"/>
                    <a:pt x="482" y="547"/>
                    <a:pt x="476" y="514"/>
                  </a:cubicBezTo>
                  <a:cubicBezTo>
                    <a:pt x="474" y="504"/>
                    <a:pt x="459" y="492"/>
                    <a:pt x="450" y="490"/>
                  </a:cubicBezTo>
                  <a:cubicBezTo>
                    <a:pt x="422" y="487"/>
                    <a:pt x="394" y="487"/>
                    <a:pt x="366" y="490"/>
                  </a:cubicBezTo>
                  <a:cubicBezTo>
                    <a:pt x="356" y="491"/>
                    <a:pt x="341" y="504"/>
                    <a:pt x="340" y="514"/>
                  </a:cubicBezTo>
                  <a:cubicBezTo>
                    <a:pt x="334" y="548"/>
                    <a:pt x="332" y="583"/>
                    <a:pt x="329" y="621"/>
                  </a:cubicBezTo>
                  <a:lnTo>
                    <a:pt x="440" y="621"/>
                  </a:lnTo>
                  <a:lnTo>
                    <a:pt x="487" y="621"/>
                  </a:lnTo>
                  <a:close/>
                  <a:moveTo>
                    <a:pt x="494" y="958"/>
                  </a:moveTo>
                  <a:cubicBezTo>
                    <a:pt x="626" y="938"/>
                    <a:pt x="627" y="949"/>
                    <a:pt x="642" y="809"/>
                  </a:cubicBezTo>
                  <a:cubicBezTo>
                    <a:pt x="597" y="813"/>
                    <a:pt x="553" y="818"/>
                    <a:pt x="508" y="822"/>
                  </a:cubicBezTo>
                  <a:cubicBezTo>
                    <a:pt x="503" y="868"/>
                    <a:pt x="499" y="910"/>
                    <a:pt x="494" y="958"/>
                  </a:cubicBezTo>
                  <a:close/>
                  <a:moveTo>
                    <a:pt x="180" y="809"/>
                  </a:moveTo>
                  <a:cubicBezTo>
                    <a:pt x="200" y="942"/>
                    <a:pt x="202" y="944"/>
                    <a:pt x="320" y="956"/>
                  </a:cubicBezTo>
                  <a:cubicBezTo>
                    <a:pt x="315" y="911"/>
                    <a:pt x="311" y="867"/>
                    <a:pt x="307" y="821"/>
                  </a:cubicBezTo>
                  <a:cubicBezTo>
                    <a:pt x="264" y="817"/>
                    <a:pt x="224" y="813"/>
                    <a:pt x="180" y="809"/>
                  </a:cubicBezTo>
                  <a:close/>
                  <a:moveTo>
                    <a:pt x="494" y="498"/>
                  </a:moveTo>
                  <a:cubicBezTo>
                    <a:pt x="499" y="542"/>
                    <a:pt x="503" y="581"/>
                    <a:pt x="508" y="623"/>
                  </a:cubicBezTo>
                  <a:cubicBezTo>
                    <a:pt x="554" y="627"/>
                    <a:pt x="597" y="630"/>
                    <a:pt x="640" y="634"/>
                  </a:cubicBezTo>
                  <a:cubicBezTo>
                    <a:pt x="627" y="512"/>
                    <a:pt x="626" y="511"/>
                    <a:pt x="494" y="498"/>
                  </a:cubicBezTo>
                  <a:close/>
                  <a:moveTo>
                    <a:pt x="321" y="495"/>
                  </a:moveTo>
                  <a:cubicBezTo>
                    <a:pt x="204" y="507"/>
                    <a:pt x="179" y="535"/>
                    <a:pt x="190" y="634"/>
                  </a:cubicBezTo>
                  <a:cubicBezTo>
                    <a:pt x="229" y="630"/>
                    <a:pt x="269" y="626"/>
                    <a:pt x="308" y="622"/>
                  </a:cubicBezTo>
                  <a:cubicBezTo>
                    <a:pt x="312" y="577"/>
                    <a:pt x="316" y="539"/>
                    <a:pt x="321" y="495"/>
                  </a:cubicBezTo>
                  <a:close/>
                  <a:moveTo>
                    <a:pt x="347" y="469"/>
                  </a:moveTo>
                  <a:lnTo>
                    <a:pt x="466" y="469"/>
                  </a:lnTo>
                  <a:cubicBezTo>
                    <a:pt x="461" y="385"/>
                    <a:pt x="456" y="377"/>
                    <a:pt x="409" y="378"/>
                  </a:cubicBezTo>
                  <a:cubicBezTo>
                    <a:pt x="356" y="378"/>
                    <a:pt x="350" y="386"/>
                    <a:pt x="347" y="469"/>
                  </a:cubicBezTo>
                  <a:close/>
                  <a:moveTo>
                    <a:pt x="155" y="663"/>
                  </a:moveTo>
                  <a:cubicBezTo>
                    <a:pt x="62" y="672"/>
                    <a:pt x="57" y="676"/>
                    <a:pt x="65" y="742"/>
                  </a:cubicBezTo>
                  <a:cubicBezTo>
                    <a:pt x="68" y="772"/>
                    <a:pt x="100" y="784"/>
                    <a:pt x="155" y="774"/>
                  </a:cubicBezTo>
                  <a:lnTo>
                    <a:pt x="155" y="663"/>
                  </a:lnTo>
                  <a:close/>
                  <a:moveTo>
                    <a:pt x="756" y="677"/>
                  </a:moveTo>
                  <a:cubicBezTo>
                    <a:pt x="727" y="672"/>
                    <a:pt x="699" y="666"/>
                    <a:pt x="670" y="661"/>
                  </a:cubicBezTo>
                  <a:lnTo>
                    <a:pt x="670" y="776"/>
                  </a:lnTo>
                  <a:cubicBezTo>
                    <a:pt x="755" y="785"/>
                    <a:pt x="765" y="775"/>
                    <a:pt x="756" y="677"/>
                  </a:cubicBezTo>
                  <a:close/>
                  <a:moveTo>
                    <a:pt x="348" y="987"/>
                  </a:moveTo>
                  <a:cubicBezTo>
                    <a:pt x="360" y="1076"/>
                    <a:pt x="363" y="1080"/>
                    <a:pt x="424" y="1073"/>
                  </a:cubicBezTo>
                  <a:cubicBezTo>
                    <a:pt x="483" y="1067"/>
                    <a:pt x="450" y="1017"/>
                    <a:pt x="473" y="987"/>
                  </a:cubicBezTo>
                  <a:lnTo>
                    <a:pt x="348" y="987"/>
                  </a:lnTo>
                  <a:close/>
                  <a:moveTo>
                    <a:pt x="602" y="962"/>
                  </a:moveTo>
                  <a:cubicBezTo>
                    <a:pt x="488" y="975"/>
                    <a:pt x="476" y="985"/>
                    <a:pt x="481" y="1065"/>
                  </a:cubicBezTo>
                  <a:cubicBezTo>
                    <a:pt x="560" y="1053"/>
                    <a:pt x="576" y="1040"/>
                    <a:pt x="602" y="962"/>
                  </a:cubicBezTo>
                  <a:close/>
                  <a:moveTo>
                    <a:pt x="219" y="495"/>
                  </a:moveTo>
                  <a:cubicBezTo>
                    <a:pt x="328" y="484"/>
                    <a:pt x="345" y="468"/>
                    <a:pt x="334" y="390"/>
                  </a:cubicBezTo>
                  <a:cubicBezTo>
                    <a:pt x="268" y="394"/>
                    <a:pt x="232" y="433"/>
                    <a:pt x="219" y="495"/>
                  </a:cubicBezTo>
                  <a:close/>
                  <a:moveTo>
                    <a:pt x="480" y="388"/>
                  </a:moveTo>
                  <a:cubicBezTo>
                    <a:pt x="479" y="472"/>
                    <a:pt x="506" y="494"/>
                    <a:pt x="600" y="487"/>
                  </a:cubicBezTo>
                  <a:cubicBezTo>
                    <a:pt x="587" y="423"/>
                    <a:pt x="545" y="394"/>
                    <a:pt x="480" y="388"/>
                  </a:cubicBezTo>
                  <a:close/>
                  <a:moveTo>
                    <a:pt x="748" y="791"/>
                  </a:moveTo>
                  <a:cubicBezTo>
                    <a:pt x="658" y="806"/>
                    <a:pt x="653" y="813"/>
                    <a:pt x="649" y="916"/>
                  </a:cubicBezTo>
                  <a:cubicBezTo>
                    <a:pt x="727" y="891"/>
                    <a:pt x="746" y="867"/>
                    <a:pt x="748" y="791"/>
                  </a:cubicBezTo>
                  <a:close/>
                  <a:moveTo>
                    <a:pt x="749" y="651"/>
                  </a:moveTo>
                  <a:cubicBezTo>
                    <a:pt x="745" y="585"/>
                    <a:pt x="708" y="552"/>
                    <a:pt x="650" y="538"/>
                  </a:cubicBezTo>
                  <a:cubicBezTo>
                    <a:pt x="666" y="653"/>
                    <a:pt x="652" y="641"/>
                    <a:pt x="749" y="651"/>
                  </a:cubicBezTo>
                  <a:close/>
                  <a:moveTo>
                    <a:pt x="125" y="520"/>
                  </a:moveTo>
                  <a:cubicBezTo>
                    <a:pt x="128" y="524"/>
                    <a:pt x="131" y="527"/>
                    <a:pt x="135" y="530"/>
                  </a:cubicBezTo>
                  <a:cubicBezTo>
                    <a:pt x="179" y="518"/>
                    <a:pt x="214" y="498"/>
                    <a:pt x="216" y="434"/>
                  </a:cubicBezTo>
                  <a:cubicBezTo>
                    <a:pt x="182" y="466"/>
                    <a:pt x="153" y="493"/>
                    <a:pt x="125" y="520"/>
                  </a:cubicBezTo>
                  <a:close/>
                  <a:moveTo>
                    <a:pt x="702" y="924"/>
                  </a:moveTo>
                  <a:cubicBezTo>
                    <a:pt x="642" y="932"/>
                    <a:pt x="618" y="960"/>
                    <a:pt x="619" y="1012"/>
                  </a:cubicBezTo>
                  <a:cubicBezTo>
                    <a:pt x="644" y="985"/>
                    <a:pt x="669" y="959"/>
                    <a:pt x="702" y="924"/>
                  </a:cubicBezTo>
                  <a:close/>
                  <a:moveTo>
                    <a:pt x="127" y="933"/>
                  </a:moveTo>
                  <a:cubicBezTo>
                    <a:pt x="153" y="959"/>
                    <a:pt x="179" y="985"/>
                    <a:pt x="213" y="1019"/>
                  </a:cubicBezTo>
                  <a:cubicBezTo>
                    <a:pt x="207" y="956"/>
                    <a:pt x="178" y="933"/>
                    <a:pt x="127" y="933"/>
                  </a:cubicBezTo>
                  <a:close/>
                  <a:moveTo>
                    <a:pt x="677" y="535"/>
                  </a:moveTo>
                  <a:cubicBezTo>
                    <a:pt x="682" y="531"/>
                    <a:pt x="687" y="526"/>
                    <a:pt x="693" y="521"/>
                  </a:cubicBezTo>
                  <a:cubicBezTo>
                    <a:pt x="669" y="494"/>
                    <a:pt x="644" y="467"/>
                    <a:pt x="620" y="440"/>
                  </a:cubicBezTo>
                  <a:cubicBezTo>
                    <a:pt x="614" y="445"/>
                    <a:pt x="608" y="451"/>
                    <a:pt x="602" y="457"/>
                  </a:cubicBezTo>
                  <a:cubicBezTo>
                    <a:pt x="627" y="483"/>
                    <a:pt x="652" y="509"/>
                    <a:pt x="677" y="535"/>
                  </a:cubicBezTo>
                  <a:close/>
                  <a:moveTo>
                    <a:pt x="453" y="317"/>
                  </a:moveTo>
                  <a:cubicBezTo>
                    <a:pt x="432" y="305"/>
                    <a:pt x="421" y="292"/>
                    <a:pt x="411" y="294"/>
                  </a:cubicBezTo>
                  <a:cubicBezTo>
                    <a:pt x="402" y="295"/>
                    <a:pt x="394" y="310"/>
                    <a:pt x="385" y="318"/>
                  </a:cubicBezTo>
                  <a:cubicBezTo>
                    <a:pt x="394" y="325"/>
                    <a:pt x="402" y="337"/>
                    <a:pt x="411" y="338"/>
                  </a:cubicBezTo>
                  <a:cubicBezTo>
                    <a:pt x="421" y="338"/>
                    <a:pt x="432" y="328"/>
                    <a:pt x="453" y="3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31">
              <a:extLst>
                <a:ext uri="{FF2B5EF4-FFF2-40B4-BE49-F238E27FC236}">
                  <a16:creationId xmlns:a16="http://schemas.microsoft.com/office/drawing/2014/main" id="{CAEC4DBF-19C0-4138-8560-B090F40C6376}"/>
                </a:ext>
              </a:extLst>
            </p:cNvPr>
            <p:cNvSpPr>
              <a:spLocks/>
            </p:cNvSpPr>
            <p:nvPr/>
          </p:nvSpPr>
          <p:spPr bwMode="auto">
            <a:xfrm>
              <a:off x="4701" y="1876"/>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32">
              <a:extLst>
                <a:ext uri="{FF2B5EF4-FFF2-40B4-BE49-F238E27FC236}">
                  <a16:creationId xmlns:a16="http://schemas.microsoft.com/office/drawing/2014/main" id="{C7968C7C-EB1D-4661-9C52-30022E1BA5C0}"/>
                </a:ext>
              </a:extLst>
            </p:cNvPr>
            <p:cNvSpPr>
              <a:spLocks/>
            </p:cNvSpPr>
            <p:nvPr/>
          </p:nvSpPr>
          <p:spPr bwMode="auto">
            <a:xfrm>
              <a:off x="4094" y="1649"/>
              <a:ext cx="172"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33">
              <a:extLst>
                <a:ext uri="{FF2B5EF4-FFF2-40B4-BE49-F238E27FC236}">
                  <a16:creationId xmlns:a16="http://schemas.microsoft.com/office/drawing/2014/main" id="{5EF27E07-8A82-4181-B9F7-DD24B2644A07}"/>
                </a:ext>
              </a:extLst>
            </p:cNvPr>
            <p:cNvSpPr>
              <a:spLocks/>
            </p:cNvSpPr>
            <p:nvPr/>
          </p:nvSpPr>
          <p:spPr bwMode="auto">
            <a:xfrm>
              <a:off x="4006" y="2529"/>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34">
              <a:extLst>
                <a:ext uri="{FF2B5EF4-FFF2-40B4-BE49-F238E27FC236}">
                  <a16:creationId xmlns:a16="http://schemas.microsoft.com/office/drawing/2014/main" id="{085DCDD9-8EFB-435A-98DF-C95096C82C06}"/>
                </a:ext>
              </a:extLst>
            </p:cNvPr>
            <p:cNvSpPr>
              <a:spLocks/>
            </p:cNvSpPr>
            <p:nvPr/>
          </p:nvSpPr>
          <p:spPr bwMode="auto">
            <a:xfrm>
              <a:off x="4829" y="2398"/>
              <a:ext cx="173"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 name="Brain3" descr="{&quot;Key&quot;:&quot;POWER_USER_SHAPE_ICON&quot;,&quot;Value&quot;:&quot;POWER_USER_SHAPE_ICON_STYLE_1&quot;}">
            <a:extLst>
              <a:ext uri="{FF2B5EF4-FFF2-40B4-BE49-F238E27FC236}">
                <a16:creationId xmlns:a16="http://schemas.microsoft.com/office/drawing/2014/main" id="{9D8A4117-BB13-4889-99B4-58A1B0456089}"/>
              </a:ext>
            </a:extLst>
          </p:cNvPr>
          <p:cNvSpPr>
            <a:spLocks noChangeAspect="1"/>
          </p:cNvSpPr>
          <p:nvPr>
            <p:custDataLst>
              <p:tags r:id="rId4"/>
            </p:custDataLst>
          </p:nvPr>
        </p:nvSpPr>
        <p:spPr bwMode="auto">
          <a:xfrm flipH="1">
            <a:off x="3306623" y="2222710"/>
            <a:ext cx="401733" cy="542925"/>
          </a:xfrm>
          <a:custGeom>
            <a:avLst/>
            <a:gdLst>
              <a:gd name="connsiteX0" fmla="*/ 1342797 w 3246937"/>
              <a:gd name="connsiteY0" fmla="*/ 518417 h 4388100"/>
              <a:gd name="connsiteX1" fmla="*/ 1537448 w 3246937"/>
              <a:gd name="connsiteY1" fmla="*/ 576332 h 4388100"/>
              <a:gd name="connsiteX2" fmla="*/ 1704041 w 3246937"/>
              <a:gd name="connsiteY2" fmla="*/ 535967 h 4388100"/>
              <a:gd name="connsiteX3" fmla="*/ 1995140 w 3246937"/>
              <a:gd name="connsiteY3" fmla="*/ 690406 h 4388100"/>
              <a:gd name="connsiteX4" fmla="*/ 2019690 w 3246937"/>
              <a:gd name="connsiteY4" fmla="*/ 688651 h 4388100"/>
              <a:gd name="connsiteX5" fmla="*/ 2365151 w 3246937"/>
              <a:gd name="connsiteY5" fmla="*/ 965939 h 4388100"/>
              <a:gd name="connsiteX6" fmla="*/ 2582598 w 3246937"/>
              <a:gd name="connsiteY6" fmla="*/ 1295877 h 4388100"/>
              <a:gd name="connsiteX7" fmla="*/ 2223109 w 3246937"/>
              <a:gd name="connsiteY7" fmla="*/ 1655649 h 4388100"/>
              <a:gd name="connsiteX8" fmla="*/ 2026704 w 3246937"/>
              <a:gd name="connsiteY8" fmla="*/ 1597735 h 4388100"/>
              <a:gd name="connsiteX9" fmla="*/ 1828547 w 3246937"/>
              <a:gd name="connsiteY9" fmla="*/ 1659159 h 4388100"/>
              <a:gd name="connsiteX10" fmla="*/ 1632143 w 3246937"/>
              <a:gd name="connsiteY10" fmla="*/ 1597735 h 4388100"/>
              <a:gd name="connsiteX11" fmla="*/ 1484840 w 3246937"/>
              <a:gd name="connsiteY11" fmla="*/ 1696014 h 4388100"/>
              <a:gd name="connsiteX12" fmla="*/ 1288435 w 3246937"/>
              <a:gd name="connsiteY12" fmla="*/ 2013667 h 4388100"/>
              <a:gd name="connsiteX13" fmla="*/ 1288435 w 3246937"/>
              <a:gd name="connsiteY13" fmla="*/ 2392744 h 4388100"/>
              <a:gd name="connsiteX14" fmla="*/ 1162176 w 3246937"/>
              <a:gd name="connsiteY14" fmla="*/ 2392744 h 4388100"/>
              <a:gd name="connsiteX15" fmla="*/ 1162176 w 3246937"/>
              <a:gd name="connsiteY15" fmla="*/ 1994362 h 4388100"/>
              <a:gd name="connsiteX16" fmla="*/ 1004351 w 3246937"/>
              <a:gd name="connsiteY16" fmla="*/ 1678464 h 4388100"/>
              <a:gd name="connsiteX17" fmla="*/ 925439 w 3246937"/>
              <a:gd name="connsiteY17" fmla="*/ 1618795 h 4388100"/>
              <a:gd name="connsiteX18" fmla="*/ 920178 w 3246937"/>
              <a:gd name="connsiteY18" fmla="*/ 1611775 h 4388100"/>
              <a:gd name="connsiteX19" fmla="*/ 865816 w 3246937"/>
              <a:gd name="connsiteY19" fmla="*/ 1508230 h 4388100"/>
              <a:gd name="connsiteX20" fmla="*/ 948236 w 3246937"/>
              <a:gd name="connsiteY20" fmla="*/ 1495945 h 4388100"/>
              <a:gd name="connsiteX21" fmla="*/ 1051698 w 3246937"/>
              <a:gd name="connsiteY21" fmla="*/ 1515250 h 4388100"/>
              <a:gd name="connsiteX22" fmla="*/ 1100799 w 3246937"/>
              <a:gd name="connsiteY22" fmla="*/ 1495945 h 4388100"/>
              <a:gd name="connsiteX23" fmla="*/ 1079756 w 3246937"/>
              <a:gd name="connsiteY23" fmla="*/ 1446806 h 4388100"/>
              <a:gd name="connsiteX24" fmla="*/ 948236 w 3246937"/>
              <a:gd name="connsiteY24" fmla="*/ 1420481 h 4388100"/>
              <a:gd name="connsiteX25" fmla="*/ 857048 w 3246937"/>
              <a:gd name="connsiteY25" fmla="*/ 1432766 h 4388100"/>
              <a:gd name="connsiteX26" fmla="*/ 1135872 w 3246937"/>
              <a:gd name="connsiteY26" fmla="*/ 1153723 h 4388100"/>
              <a:gd name="connsiteX27" fmla="*/ 1137625 w 3246937"/>
              <a:gd name="connsiteY27" fmla="*/ 1153723 h 4388100"/>
              <a:gd name="connsiteX28" fmla="*/ 1295450 w 3246937"/>
              <a:gd name="connsiteY28" fmla="*/ 1116868 h 4388100"/>
              <a:gd name="connsiteX29" fmla="*/ 1363841 w 3246937"/>
              <a:gd name="connsiteY29" fmla="*/ 1299387 h 4388100"/>
              <a:gd name="connsiteX30" fmla="*/ 1363841 w 3246937"/>
              <a:gd name="connsiteY30" fmla="*/ 1302897 h 4388100"/>
              <a:gd name="connsiteX31" fmla="*/ 1363841 w 3246937"/>
              <a:gd name="connsiteY31" fmla="*/ 1306407 h 4388100"/>
              <a:gd name="connsiteX32" fmla="*/ 1284928 w 3246937"/>
              <a:gd name="connsiteY32" fmla="*/ 1492435 h 4388100"/>
              <a:gd name="connsiteX33" fmla="*/ 1286682 w 3246937"/>
              <a:gd name="connsiteY33" fmla="*/ 1545085 h 4388100"/>
              <a:gd name="connsiteX34" fmla="*/ 1312986 w 3246937"/>
              <a:gd name="connsiteY34" fmla="*/ 1555615 h 4388100"/>
              <a:gd name="connsiteX35" fmla="*/ 1339290 w 3246937"/>
              <a:gd name="connsiteY35" fmla="*/ 1543330 h 4388100"/>
              <a:gd name="connsiteX36" fmla="*/ 1435739 w 3246937"/>
              <a:gd name="connsiteY36" fmla="*/ 1336241 h 4388100"/>
              <a:gd name="connsiteX37" fmla="*/ 1493608 w 3246937"/>
              <a:gd name="connsiteY37" fmla="*/ 1330977 h 4388100"/>
              <a:gd name="connsiteX38" fmla="*/ 1625128 w 3246937"/>
              <a:gd name="connsiteY38" fmla="*/ 1362566 h 4388100"/>
              <a:gd name="connsiteX39" fmla="*/ 1640911 w 3246937"/>
              <a:gd name="connsiteY39" fmla="*/ 1367831 h 4388100"/>
              <a:gd name="connsiteX40" fmla="*/ 1674229 w 3246937"/>
              <a:gd name="connsiteY40" fmla="*/ 1348526 h 4388100"/>
              <a:gd name="connsiteX41" fmla="*/ 1658447 w 3246937"/>
              <a:gd name="connsiteY41" fmla="*/ 1297632 h 4388100"/>
              <a:gd name="connsiteX42" fmla="*/ 1493608 w 3246937"/>
              <a:gd name="connsiteY42" fmla="*/ 1255512 h 4388100"/>
              <a:gd name="connsiteX43" fmla="*/ 1435739 w 3246937"/>
              <a:gd name="connsiteY43" fmla="*/ 1260777 h 4388100"/>
              <a:gd name="connsiteX44" fmla="*/ 1358580 w 3246937"/>
              <a:gd name="connsiteY44" fmla="*/ 1076503 h 4388100"/>
              <a:gd name="connsiteX45" fmla="*/ 1460289 w 3246937"/>
              <a:gd name="connsiteY45" fmla="*/ 944879 h 4388100"/>
              <a:gd name="connsiteX46" fmla="*/ 1667215 w 3246937"/>
              <a:gd name="connsiteY46" fmla="*/ 1011569 h 4388100"/>
              <a:gd name="connsiteX47" fmla="*/ 1744374 w 3246937"/>
              <a:gd name="connsiteY47" fmla="*/ 1002794 h 4388100"/>
              <a:gd name="connsiteX48" fmla="*/ 2095095 w 3246937"/>
              <a:gd name="connsiteY48" fmla="*/ 1308162 h 4388100"/>
              <a:gd name="connsiteX49" fmla="*/ 2098602 w 3246937"/>
              <a:gd name="connsiteY49" fmla="*/ 1308162 h 4388100"/>
              <a:gd name="connsiteX50" fmla="*/ 2295006 w 3246937"/>
              <a:gd name="connsiteY50" fmla="*/ 1388891 h 4388100"/>
              <a:gd name="connsiteX51" fmla="*/ 2319557 w 3246937"/>
              <a:gd name="connsiteY51" fmla="*/ 1399421 h 4388100"/>
              <a:gd name="connsiteX52" fmla="*/ 2345861 w 3246937"/>
              <a:gd name="connsiteY52" fmla="*/ 1387136 h 4388100"/>
              <a:gd name="connsiteX53" fmla="*/ 2345861 w 3246937"/>
              <a:gd name="connsiteY53" fmla="*/ 1334486 h 4388100"/>
              <a:gd name="connsiteX54" fmla="*/ 2098602 w 3246937"/>
              <a:gd name="connsiteY54" fmla="*/ 1234452 h 4388100"/>
              <a:gd name="connsiteX55" fmla="*/ 2095095 w 3246937"/>
              <a:gd name="connsiteY55" fmla="*/ 1234452 h 4388100"/>
              <a:gd name="connsiteX56" fmla="*/ 2023197 w 3246937"/>
              <a:gd name="connsiteY56" fmla="*/ 1225677 h 4388100"/>
              <a:gd name="connsiteX57" fmla="*/ 2165240 w 3246937"/>
              <a:gd name="connsiteY57" fmla="*/ 1122133 h 4388100"/>
              <a:gd name="connsiteX58" fmla="*/ 2188036 w 3246937"/>
              <a:gd name="connsiteY58" fmla="*/ 1076503 h 4388100"/>
              <a:gd name="connsiteX59" fmla="*/ 2142443 w 3246937"/>
              <a:gd name="connsiteY59" fmla="*/ 1051933 h 4388100"/>
              <a:gd name="connsiteX60" fmla="*/ 1953053 w 3246937"/>
              <a:gd name="connsiteY60" fmla="*/ 1195842 h 4388100"/>
              <a:gd name="connsiteX61" fmla="*/ 1816272 w 3246937"/>
              <a:gd name="connsiteY61" fmla="*/ 978224 h 4388100"/>
              <a:gd name="connsiteX62" fmla="*/ 1917981 w 3246937"/>
              <a:gd name="connsiteY62" fmla="*/ 908024 h 4388100"/>
              <a:gd name="connsiteX63" fmla="*/ 1917981 w 3246937"/>
              <a:gd name="connsiteY63" fmla="*/ 855375 h 4388100"/>
              <a:gd name="connsiteX64" fmla="*/ 1865373 w 3246937"/>
              <a:gd name="connsiteY64" fmla="*/ 855375 h 4388100"/>
              <a:gd name="connsiteX65" fmla="*/ 1763663 w 3246937"/>
              <a:gd name="connsiteY65" fmla="*/ 920309 h 4388100"/>
              <a:gd name="connsiteX66" fmla="*/ 1761910 w 3246937"/>
              <a:gd name="connsiteY66" fmla="*/ 920309 h 4388100"/>
              <a:gd name="connsiteX67" fmla="*/ 1667215 w 3246937"/>
              <a:gd name="connsiteY67" fmla="*/ 937859 h 4388100"/>
              <a:gd name="connsiteX68" fmla="*/ 1484840 w 3246937"/>
              <a:gd name="connsiteY68" fmla="*/ 869415 h 4388100"/>
              <a:gd name="connsiteX69" fmla="*/ 1491854 w 3246937"/>
              <a:gd name="connsiteY69" fmla="*/ 799215 h 4388100"/>
              <a:gd name="connsiteX70" fmla="*/ 1453275 w 3246937"/>
              <a:gd name="connsiteY70" fmla="*/ 762360 h 4388100"/>
              <a:gd name="connsiteX71" fmla="*/ 1416449 w 3246937"/>
              <a:gd name="connsiteY71" fmla="*/ 799215 h 4388100"/>
              <a:gd name="connsiteX72" fmla="*/ 1172697 w 3246937"/>
              <a:gd name="connsiteY72" fmla="*/ 1076503 h 4388100"/>
              <a:gd name="connsiteX73" fmla="*/ 1070988 w 3246937"/>
              <a:gd name="connsiteY73" fmla="*/ 865905 h 4388100"/>
              <a:gd name="connsiteX74" fmla="*/ 1018380 w 3246937"/>
              <a:gd name="connsiteY74" fmla="*/ 865905 h 4388100"/>
              <a:gd name="connsiteX75" fmla="*/ 1018380 w 3246937"/>
              <a:gd name="connsiteY75" fmla="*/ 918554 h 4388100"/>
              <a:gd name="connsiteX76" fmla="*/ 1097292 w 3246937"/>
              <a:gd name="connsiteY76" fmla="*/ 1081768 h 4388100"/>
              <a:gd name="connsiteX77" fmla="*/ 825483 w 3246937"/>
              <a:gd name="connsiteY77" fmla="*/ 1266042 h 4388100"/>
              <a:gd name="connsiteX78" fmla="*/ 655383 w 3246937"/>
              <a:gd name="connsiteY78" fmla="*/ 1176538 h 4388100"/>
              <a:gd name="connsiteX79" fmla="*/ 602775 w 3246937"/>
              <a:gd name="connsiteY79" fmla="*/ 1174783 h 4388100"/>
              <a:gd name="connsiteX80" fmla="*/ 601021 w 3246937"/>
              <a:gd name="connsiteY80" fmla="*/ 1227432 h 4388100"/>
              <a:gd name="connsiteX81" fmla="*/ 797425 w 3246937"/>
              <a:gd name="connsiteY81" fmla="*/ 1336241 h 4388100"/>
              <a:gd name="connsiteX82" fmla="*/ 783396 w 3246937"/>
              <a:gd name="connsiteY82" fmla="*/ 1434521 h 4388100"/>
              <a:gd name="connsiteX83" fmla="*/ 834251 w 3246937"/>
              <a:gd name="connsiteY83" fmla="*/ 1624060 h 4388100"/>
              <a:gd name="connsiteX84" fmla="*/ 672919 w 3246937"/>
              <a:gd name="connsiteY84" fmla="*/ 1771478 h 4388100"/>
              <a:gd name="connsiteX85" fmla="*/ 686948 w 3246937"/>
              <a:gd name="connsiteY85" fmla="*/ 1822373 h 4388100"/>
              <a:gd name="connsiteX86" fmla="*/ 704484 w 3246937"/>
              <a:gd name="connsiteY86" fmla="*/ 1827638 h 4388100"/>
              <a:gd name="connsiteX87" fmla="*/ 737803 w 3246937"/>
              <a:gd name="connsiteY87" fmla="*/ 1808333 h 4388100"/>
              <a:gd name="connsiteX88" fmla="*/ 885106 w 3246937"/>
              <a:gd name="connsiteY88" fmla="*/ 1683729 h 4388100"/>
              <a:gd name="connsiteX89" fmla="*/ 965772 w 3246937"/>
              <a:gd name="connsiteY89" fmla="*/ 1741644 h 4388100"/>
              <a:gd name="connsiteX90" fmla="*/ 1086771 w 3246937"/>
              <a:gd name="connsiteY90" fmla="*/ 1994362 h 4388100"/>
              <a:gd name="connsiteX91" fmla="*/ 1086771 w 3246937"/>
              <a:gd name="connsiteY91" fmla="*/ 2392744 h 4388100"/>
              <a:gd name="connsiteX92" fmla="*/ 955250 w 3246937"/>
              <a:gd name="connsiteY92" fmla="*/ 2392744 h 4388100"/>
              <a:gd name="connsiteX93" fmla="*/ 699223 w 3246937"/>
              <a:gd name="connsiteY93" fmla="*/ 1994362 h 4388100"/>
              <a:gd name="connsiteX94" fmla="*/ 699223 w 3246937"/>
              <a:gd name="connsiteY94" fmla="*/ 1992607 h 4388100"/>
              <a:gd name="connsiteX95" fmla="*/ 487037 w 3246937"/>
              <a:gd name="connsiteY95" fmla="*/ 1696014 h 4388100"/>
              <a:gd name="connsiteX96" fmla="*/ 390588 w 3246937"/>
              <a:gd name="connsiteY96" fmla="*/ 1453826 h 4388100"/>
              <a:gd name="connsiteX97" fmla="*/ 462486 w 3246937"/>
              <a:gd name="connsiteY97" fmla="*/ 1241472 h 4388100"/>
              <a:gd name="connsiteX98" fmla="*/ 450211 w 3246937"/>
              <a:gd name="connsiteY98" fmla="*/ 1148458 h 4388100"/>
              <a:gd name="connsiteX99" fmla="*/ 700977 w 3246937"/>
              <a:gd name="connsiteY99" fmla="*/ 811500 h 4388100"/>
              <a:gd name="connsiteX100" fmla="*/ 1021887 w 3246937"/>
              <a:gd name="connsiteY100" fmla="*/ 602657 h 4388100"/>
              <a:gd name="connsiteX101" fmla="*/ 1104307 w 3246937"/>
              <a:gd name="connsiteY101" fmla="*/ 613186 h 4388100"/>
              <a:gd name="connsiteX102" fmla="*/ 1342797 w 3246937"/>
              <a:gd name="connsiteY102" fmla="*/ 518417 h 4388100"/>
              <a:gd name="connsiteX103" fmla="*/ 2191458 w 3246937"/>
              <a:gd name="connsiteY103" fmla="*/ 391 h 4388100"/>
              <a:gd name="connsiteX104" fmla="*/ 2104703 w 3246937"/>
              <a:gd name="connsiteY104" fmla="*/ 24436 h 4388100"/>
              <a:gd name="connsiteX105" fmla="*/ 1659229 w 3246937"/>
              <a:gd name="connsiteY105" fmla="*/ 59190 h 4388100"/>
              <a:gd name="connsiteX106" fmla="*/ 1438106 w 3246937"/>
              <a:gd name="connsiteY106" fmla="*/ 127081 h 4388100"/>
              <a:gd name="connsiteX107" fmla="*/ 1145159 w 3246937"/>
              <a:gd name="connsiteY107" fmla="*/ 119807 h 4388100"/>
              <a:gd name="connsiteX108" fmla="*/ 544737 w 3246937"/>
              <a:gd name="connsiteY108" fmla="*/ 355002 h 4388100"/>
              <a:gd name="connsiteX109" fmla="*/ 0 w 3246937"/>
              <a:gd name="connsiteY109" fmla="*/ 1243246 h 4388100"/>
              <a:gd name="connsiteX110" fmla="*/ 93614 w 3246937"/>
              <a:gd name="connsiteY110" fmla="*/ 1981968 h 4388100"/>
              <a:gd name="connsiteX111" fmla="*/ 166246 w 3246937"/>
              <a:gd name="connsiteY111" fmla="*/ 2206656 h 4388100"/>
              <a:gd name="connsiteX112" fmla="*/ 253404 w 3246937"/>
              <a:gd name="connsiteY112" fmla="*/ 2368302 h 4388100"/>
              <a:gd name="connsiteX113" fmla="*/ 343790 w 3246937"/>
              <a:gd name="connsiteY113" fmla="*/ 2515400 h 4388100"/>
              <a:gd name="connsiteX114" fmla="*/ 5649 w 3246937"/>
              <a:gd name="connsiteY114" fmla="*/ 3383438 h 4388100"/>
              <a:gd name="connsiteX115" fmla="*/ 945018 w 3246937"/>
              <a:gd name="connsiteY115" fmla="*/ 3770580 h 4388100"/>
              <a:gd name="connsiteX116" fmla="*/ 1740738 w 3246937"/>
              <a:gd name="connsiteY116" fmla="*/ 4375944 h 4388100"/>
              <a:gd name="connsiteX117" fmla="*/ 1920703 w 3246937"/>
              <a:gd name="connsiteY117" fmla="*/ 3812608 h 4388100"/>
              <a:gd name="connsiteX118" fmla="*/ 2100668 w 3246937"/>
              <a:gd name="connsiteY118" fmla="*/ 3353534 h 4388100"/>
              <a:gd name="connsiteX119" fmla="*/ 2709160 w 3246937"/>
              <a:gd name="connsiteY119" fmla="*/ 3468302 h 4388100"/>
              <a:gd name="connsiteX120" fmla="*/ 2923020 w 3246937"/>
              <a:gd name="connsiteY120" fmla="*/ 3374548 h 4388100"/>
              <a:gd name="connsiteX121" fmla="*/ 2990809 w 3246937"/>
              <a:gd name="connsiteY121" fmla="*/ 3189463 h 4388100"/>
              <a:gd name="connsiteX122" fmla="*/ 2920599 w 3246937"/>
              <a:gd name="connsiteY122" fmla="*/ 2947803 h 4388100"/>
              <a:gd name="connsiteX123" fmla="*/ 3019055 w 3246937"/>
              <a:gd name="connsiteY123" fmla="*/ 2884761 h 4388100"/>
              <a:gd name="connsiteX124" fmla="*/ 2934318 w 3246937"/>
              <a:gd name="connsiteY124" fmla="*/ 2769992 h 4388100"/>
              <a:gd name="connsiteX125" fmla="*/ 3019055 w 3246937"/>
              <a:gd name="connsiteY125" fmla="*/ 2706950 h 4388100"/>
              <a:gd name="connsiteX126" fmla="*/ 2962564 w 3246937"/>
              <a:gd name="connsiteY126" fmla="*/ 2426494 h 4388100"/>
              <a:gd name="connsiteX127" fmla="*/ 3187722 w 3246937"/>
              <a:gd name="connsiteY127" fmla="*/ 2363453 h 4388100"/>
              <a:gd name="connsiteX128" fmla="*/ 3244213 w 3246937"/>
              <a:gd name="connsiteY128" fmla="*/ 2210697 h 4388100"/>
              <a:gd name="connsiteX129" fmla="*/ 2892353 w 3246937"/>
              <a:gd name="connsiteY129" fmla="*/ 1715252 h 4388100"/>
              <a:gd name="connsiteX130" fmla="*/ 2962564 w 3246937"/>
              <a:gd name="connsiteY130" fmla="*/ 1600484 h 4388100"/>
              <a:gd name="connsiteX131" fmla="*/ 2864107 w 3246937"/>
              <a:gd name="connsiteY131" fmla="*/ 1269918 h 4388100"/>
              <a:gd name="connsiteX132" fmla="*/ 2797932 w 3246937"/>
              <a:gd name="connsiteY132" fmla="*/ 830241 h 4388100"/>
              <a:gd name="connsiteX133" fmla="*/ 2939160 w 3246937"/>
              <a:gd name="connsiteY133" fmla="*/ 627375 h 4388100"/>
              <a:gd name="connsiteX134" fmla="*/ 2986774 w 3246937"/>
              <a:gd name="connsiteY134" fmla="*/ 472195 h 4388100"/>
              <a:gd name="connsiteX135" fmla="*/ 2872985 w 3246937"/>
              <a:gd name="connsiteY135" fmla="*/ 380865 h 4388100"/>
              <a:gd name="connsiteX136" fmla="*/ 2741441 w 3246937"/>
              <a:gd name="connsiteY136" fmla="*/ 242658 h 4388100"/>
              <a:gd name="connsiteX137" fmla="*/ 2648634 w 3246937"/>
              <a:gd name="connsiteY137" fmla="*/ 178000 h 4388100"/>
              <a:gd name="connsiteX138" fmla="*/ 2399265 w 3246937"/>
              <a:gd name="connsiteY138" fmla="*/ 72930 h 4388100"/>
              <a:gd name="connsiteX139" fmla="*/ 2283054 w 3246937"/>
              <a:gd name="connsiteY139" fmla="*/ 30902 h 4388100"/>
              <a:gd name="connsiteX140" fmla="*/ 2191458 w 3246937"/>
              <a:gd name="connsiteY140" fmla="*/ 391 h 438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246937" h="4388100">
                <a:moveTo>
                  <a:pt x="1342797" y="518417"/>
                </a:moveTo>
                <a:cubicBezTo>
                  <a:pt x="1414695" y="518417"/>
                  <a:pt x="1481332" y="539477"/>
                  <a:pt x="1537448" y="576332"/>
                </a:cubicBezTo>
                <a:cubicBezTo>
                  <a:pt x="1586549" y="550007"/>
                  <a:pt x="1642664" y="535967"/>
                  <a:pt x="1704041" y="535967"/>
                </a:cubicBezTo>
                <a:cubicBezTo>
                  <a:pt x="1825040" y="535967"/>
                  <a:pt x="1932010" y="597392"/>
                  <a:pt x="1995140" y="690406"/>
                </a:cubicBezTo>
                <a:cubicBezTo>
                  <a:pt x="2003908" y="688651"/>
                  <a:pt x="2010922" y="688651"/>
                  <a:pt x="2019690" y="688651"/>
                </a:cubicBezTo>
                <a:cubicBezTo>
                  <a:pt x="2189790" y="688651"/>
                  <a:pt x="2330079" y="806235"/>
                  <a:pt x="2365151" y="965939"/>
                </a:cubicBezTo>
                <a:cubicBezTo>
                  <a:pt x="2493164" y="1020344"/>
                  <a:pt x="2582598" y="1148458"/>
                  <a:pt x="2582598" y="1295877"/>
                </a:cubicBezTo>
                <a:cubicBezTo>
                  <a:pt x="2582598" y="1495945"/>
                  <a:pt x="2421266" y="1655649"/>
                  <a:pt x="2223109" y="1655649"/>
                </a:cubicBezTo>
                <a:cubicBezTo>
                  <a:pt x="2151211" y="1655649"/>
                  <a:pt x="2082820" y="1634589"/>
                  <a:pt x="2026704" y="1597735"/>
                </a:cubicBezTo>
                <a:cubicBezTo>
                  <a:pt x="1970589" y="1636344"/>
                  <a:pt x="1902198" y="1659159"/>
                  <a:pt x="1828547" y="1659159"/>
                </a:cubicBezTo>
                <a:cubicBezTo>
                  <a:pt x="1756649" y="1659159"/>
                  <a:pt x="1688258" y="1636344"/>
                  <a:pt x="1632143" y="1597735"/>
                </a:cubicBezTo>
                <a:cubicBezTo>
                  <a:pt x="1591810" y="1641609"/>
                  <a:pt x="1537448" y="1676709"/>
                  <a:pt x="1484840" y="1696014"/>
                </a:cubicBezTo>
                <a:cubicBezTo>
                  <a:pt x="1376116" y="1743399"/>
                  <a:pt x="1288435" y="1875023"/>
                  <a:pt x="1288435" y="2013667"/>
                </a:cubicBezTo>
                <a:lnTo>
                  <a:pt x="1288435" y="2392744"/>
                </a:lnTo>
                <a:lnTo>
                  <a:pt x="1162176" y="2392744"/>
                </a:lnTo>
                <a:lnTo>
                  <a:pt x="1162176" y="1994362"/>
                </a:lnTo>
                <a:cubicBezTo>
                  <a:pt x="1162176" y="1853963"/>
                  <a:pt x="1111321" y="1739889"/>
                  <a:pt x="1004351" y="1678464"/>
                </a:cubicBezTo>
                <a:cubicBezTo>
                  <a:pt x="972786" y="1659159"/>
                  <a:pt x="946482" y="1639854"/>
                  <a:pt x="925439" y="1618795"/>
                </a:cubicBezTo>
                <a:cubicBezTo>
                  <a:pt x="923685" y="1617040"/>
                  <a:pt x="921931" y="1613530"/>
                  <a:pt x="920178" y="1611775"/>
                </a:cubicBezTo>
                <a:cubicBezTo>
                  <a:pt x="892120" y="1581940"/>
                  <a:pt x="874584" y="1548595"/>
                  <a:pt x="865816" y="1508230"/>
                </a:cubicBezTo>
                <a:cubicBezTo>
                  <a:pt x="892120" y="1499455"/>
                  <a:pt x="920178" y="1495945"/>
                  <a:pt x="948236" y="1495945"/>
                </a:cubicBezTo>
                <a:cubicBezTo>
                  <a:pt x="981554" y="1495945"/>
                  <a:pt x="1016626" y="1502965"/>
                  <a:pt x="1051698" y="1515250"/>
                </a:cubicBezTo>
                <a:cubicBezTo>
                  <a:pt x="1070988" y="1524025"/>
                  <a:pt x="1092031" y="1515250"/>
                  <a:pt x="1100799" y="1495945"/>
                </a:cubicBezTo>
                <a:cubicBezTo>
                  <a:pt x="1107814" y="1476641"/>
                  <a:pt x="1099046" y="1455581"/>
                  <a:pt x="1079756" y="1446806"/>
                </a:cubicBezTo>
                <a:cubicBezTo>
                  <a:pt x="1035916" y="1429256"/>
                  <a:pt x="992076" y="1420481"/>
                  <a:pt x="948236" y="1420481"/>
                </a:cubicBezTo>
                <a:cubicBezTo>
                  <a:pt x="916671" y="1420481"/>
                  <a:pt x="886859" y="1425746"/>
                  <a:pt x="857048" y="1432766"/>
                </a:cubicBezTo>
                <a:cubicBezTo>
                  <a:pt x="857048" y="1278327"/>
                  <a:pt x="983308" y="1153723"/>
                  <a:pt x="1135872" y="1153723"/>
                </a:cubicBezTo>
                <a:lnTo>
                  <a:pt x="1137625" y="1153723"/>
                </a:lnTo>
                <a:cubicBezTo>
                  <a:pt x="1195494" y="1153723"/>
                  <a:pt x="1248102" y="1139683"/>
                  <a:pt x="1295450" y="1116868"/>
                </a:cubicBezTo>
                <a:cubicBezTo>
                  <a:pt x="1341044" y="1167763"/>
                  <a:pt x="1363841" y="1232697"/>
                  <a:pt x="1363841" y="1299387"/>
                </a:cubicBezTo>
                <a:lnTo>
                  <a:pt x="1363841" y="1302897"/>
                </a:lnTo>
                <a:cubicBezTo>
                  <a:pt x="1363841" y="1304652"/>
                  <a:pt x="1363841" y="1304652"/>
                  <a:pt x="1363841" y="1306407"/>
                </a:cubicBezTo>
                <a:cubicBezTo>
                  <a:pt x="1362087" y="1373096"/>
                  <a:pt x="1335783" y="1439786"/>
                  <a:pt x="1284928" y="1492435"/>
                </a:cubicBezTo>
                <a:cubicBezTo>
                  <a:pt x="1270899" y="1506475"/>
                  <a:pt x="1270899" y="1531045"/>
                  <a:pt x="1286682" y="1545085"/>
                </a:cubicBezTo>
                <a:cubicBezTo>
                  <a:pt x="1293696" y="1552105"/>
                  <a:pt x="1302464" y="1555615"/>
                  <a:pt x="1312986" y="1555615"/>
                </a:cubicBezTo>
                <a:cubicBezTo>
                  <a:pt x="1321754" y="1555615"/>
                  <a:pt x="1332276" y="1552105"/>
                  <a:pt x="1339290" y="1543330"/>
                </a:cubicBezTo>
                <a:cubicBezTo>
                  <a:pt x="1395406" y="1485415"/>
                  <a:pt x="1426971" y="1411706"/>
                  <a:pt x="1435739" y="1336241"/>
                </a:cubicBezTo>
                <a:cubicBezTo>
                  <a:pt x="1453275" y="1332732"/>
                  <a:pt x="1474318" y="1330977"/>
                  <a:pt x="1493608" y="1330977"/>
                </a:cubicBezTo>
                <a:cubicBezTo>
                  <a:pt x="1537448" y="1330977"/>
                  <a:pt x="1581288" y="1341506"/>
                  <a:pt x="1625128" y="1362566"/>
                </a:cubicBezTo>
                <a:cubicBezTo>
                  <a:pt x="1630389" y="1366076"/>
                  <a:pt x="1635650" y="1367831"/>
                  <a:pt x="1640911" y="1367831"/>
                </a:cubicBezTo>
                <a:cubicBezTo>
                  <a:pt x="1654940" y="1367831"/>
                  <a:pt x="1667215" y="1360811"/>
                  <a:pt x="1674229" y="1348526"/>
                </a:cubicBezTo>
                <a:cubicBezTo>
                  <a:pt x="1684751" y="1329222"/>
                  <a:pt x="1677736" y="1306407"/>
                  <a:pt x="1658447" y="1297632"/>
                </a:cubicBezTo>
                <a:cubicBezTo>
                  <a:pt x="1605839" y="1269552"/>
                  <a:pt x="1549723" y="1255512"/>
                  <a:pt x="1493608" y="1255512"/>
                </a:cubicBezTo>
                <a:cubicBezTo>
                  <a:pt x="1474318" y="1255512"/>
                  <a:pt x="1453275" y="1257267"/>
                  <a:pt x="1435739" y="1260777"/>
                </a:cubicBezTo>
                <a:cubicBezTo>
                  <a:pt x="1428724" y="1194087"/>
                  <a:pt x="1402420" y="1129153"/>
                  <a:pt x="1358580" y="1076503"/>
                </a:cubicBezTo>
                <a:cubicBezTo>
                  <a:pt x="1402420" y="1041404"/>
                  <a:pt x="1437492" y="995774"/>
                  <a:pt x="1460289" y="944879"/>
                </a:cubicBezTo>
                <a:cubicBezTo>
                  <a:pt x="1521665" y="988754"/>
                  <a:pt x="1595317" y="1011569"/>
                  <a:pt x="1667215" y="1011569"/>
                </a:cubicBezTo>
                <a:cubicBezTo>
                  <a:pt x="1693519" y="1011569"/>
                  <a:pt x="1718069" y="1008059"/>
                  <a:pt x="1744374" y="1002794"/>
                </a:cubicBezTo>
                <a:cubicBezTo>
                  <a:pt x="1767170" y="1176538"/>
                  <a:pt x="1916227" y="1308162"/>
                  <a:pt x="2095095" y="1308162"/>
                </a:cubicBezTo>
                <a:lnTo>
                  <a:pt x="2098602" y="1308162"/>
                </a:lnTo>
                <a:cubicBezTo>
                  <a:pt x="2175761" y="1308162"/>
                  <a:pt x="2244152" y="1337996"/>
                  <a:pt x="2295006" y="1388891"/>
                </a:cubicBezTo>
                <a:cubicBezTo>
                  <a:pt x="2302021" y="1395911"/>
                  <a:pt x="2310789" y="1399421"/>
                  <a:pt x="2319557" y="1399421"/>
                </a:cubicBezTo>
                <a:cubicBezTo>
                  <a:pt x="2330079" y="1399421"/>
                  <a:pt x="2338847" y="1394156"/>
                  <a:pt x="2345861" y="1387136"/>
                </a:cubicBezTo>
                <a:cubicBezTo>
                  <a:pt x="2361644" y="1373096"/>
                  <a:pt x="2361644" y="1348526"/>
                  <a:pt x="2345861" y="1334486"/>
                </a:cubicBezTo>
                <a:cubicBezTo>
                  <a:pt x="2282731" y="1273062"/>
                  <a:pt x="2195051" y="1234452"/>
                  <a:pt x="2098602" y="1234452"/>
                </a:cubicBezTo>
                <a:lnTo>
                  <a:pt x="2095095" y="1234452"/>
                </a:lnTo>
                <a:cubicBezTo>
                  <a:pt x="2068791" y="1234452"/>
                  <a:pt x="2045994" y="1230942"/>
                  <a:pt x="2023197" y="1225677"/>
                </a:cubicBezTo>
                <a:cubicBezTo>
                  <a:pt x="2056516" y="1178293"/>
                  <a:pt x="2105617" y="1141438"/>
                  <a:pt x="2165240" y="1122133"/>
                </a:cubicBezTo>
                <a:cubicBezTo>
                  <a:pt x="2184529" y="1116868"/>
                  <a:pt x="2195051" y="1095808"/>
                  <a:pt x="2188036" y="1076503"/>
                </a:cubicBezTo>
                <a:cubicBezTo>
                  <a:pt x="2182776" y="1057198"/>
                  <a:pt x="2161732" y="1044914"/>
                  <a:pt x="2142443" y="1051933"/>
                </a:cubicBezTo>
                <a:cubicBezTo>
                  <a:pt x="2061777" y="1078258"/>
                  <a:pt x="1995140" y="1129153"/>
                  <a:pt x="1953053" y="1195842"/>
                </a:cubicBezTo>
                <a:cubicBezTo>
                  <a:pt x="1877648" y="1150213"/>
                  <a:pt x="1823286" y="1071238"/>
                  <a:pt x="1816272" y="978224"/>
                </a:cubicBezTo>
                <a:cubicBezTo>
                  <a:pt x="1853097" y="962429"/>
                  <a:pt x="1888169" y="937859"/>
                  <a:pt x="1917981" y="908024"/>
                </a:cubicBezTo>
                <a:cubicBezTo>
                  <a:pt x="1932010" y="892230"/>
                  <a:pt x="1932010" y="869415"/>
                  <a:pt x="1917981" y="855375"/>
                </a:cubicBezTo>
                <a:cubicBezTo>
                  <a:pt x="1903952" y="841335"/>
                  <a:pt x="1879401" y="841335"/>
                  <a:pt x="1865373" y="855375"/>
                </a:cubicBezTo>
                <a:cubicBezTo>
                  <a:pt x="1835561" y="885210"/>
                  <a:pt x="1800489" y="906269"/>
                  <a:pt x="1763663" y="920309"/>
                </a:cubicBezTo>
                <a:cubicBezTo>
                  <a:pt x="1763663" y="920309"/>
                  <a:pt x="1761910" y="920309"/>
                  <a:pt x="1761910" y="920309"/>
                </a:cubicBezTo>
                <a:cubicBezTo>
                  <a:pt x="1732098" y="930839"/>
                  <a:pt x="1700533" y="937859"/>
                  <a:pt x="1667215" y="937859"/>
                </a:cubicBezTo>
                <a:cubicBezTo>
                  <a:pt x="1602331" y="937859"/>
                  <a:pt x="1537448" y="915044"/>
                  <a:pt x="1484840" y="869415"/>
                </a:cubicBezTo>
                <a:cubicBezTo>
                  <a:pt x="1488347" y="846600"/>
                  <a:pt x="1491854" y="823785"/>
                  <a:pt x="1491854" y="799215"/>
                </a:cubicBezTo>
                <a:cubicBezTo>
                  <a:pt x="1491854" y="778155"/>
                  <a:pt x="1474318" y="762360"/>
                  <a:pt x="1453275" y="762360"/>
                </a:cubicBezTo>
                <a:cubicBezTo>
                  <a:pt x="1433985" y="762360"/>
                  <a:pt x="1416449" y="778155"/>
                  <a:pt x="1416449" y="799215"/>
                </a:cubicBezTo>
                <a:cubicBezTo>
                  <a:pt x="1416449" y="941369"/>
                  <a:pt x="1311232" y="1058953"/>
                  <a:pt x="1172697" y="1076503"/>
                </a:cubicBezTo>
                <a:cubicBezTo>
                  <a:pt x="1162176" y="995774"/>
                  <a:pt x="1125350" y="920309"/>
                  <a:pt x="1070988" y="865905"/>
                </a:cubicBezTo>
                <a:cubicBezTo>
                  <a:pt x="1056959" y="851865"/>
                  <a:pt x="1032409" y="851865"/>
                  <a:pt x="1018380" y="865905"/>
                </a:cubicBezTo>
                <a:cubicBezTo>
                  <a:pt x="1004351" y="879945"/>
                  <a:pt x="1004351" y="904514"/>
                  <a:pt x="1018380" y="918554"/>
                </a:cubicBezTo>
                <a:cubicBezTo>
                  <a:pt x="1060466" y="960674"/>
                  <a:pt x="1090278" y="1018589"/>
                  <a:pt x="1097292" y="1081768"/>
                </a:cubicBezTo>
                <a:cubicBezTo>
                  <a:pt x="979800" y="1094053"/>
                  <a:pt x="879845" y="1166008"/>
                  <a:pt x="825483" y="1266042"/>
                </a:cubicBezTo>
                <a:cubicBezTo>
                  <a:pt x="758846" y="1257267"/>
                  <a:pt x="699223" y="1223922"/>
                  <a:pt x="655383" y="1176538"/>
                </a:cubicBezTo>
                <a:cubicBezTo>
                  <a:pt x="641354" y="1162498"/>
                  <a:pt x="618557" y="1160743"/>
                  <a:pt x="602775" y="1174783"/>
                </a:cubicBezTo>
                <a:cubicBezTo>
                  <a:pt x="586992" y="1188823"/>
                  <a:pt x="586992" y="1211637"/>
                  <a:pt x="601021" y="1227432"/>
                </a:cubicBezTo>
                <a:cubicBezTo>
                  <a:pt x="650122" y="1281837"/>
                  <a:pt x="718513" y="1322202"/>
                  <a:pt x="797425" y="1336241"/>
                </a:cubicBezTo>
                <a:cubicBezTo>
                  <a:pt x="786904" y="1367831"/>
                  <a:pt x="783396" y="1399421"/>
                  <a:pt x="783396" y="1434521"/>
                </a:cubicBezTo>
                <a:cubicBezTo>
                  <a:pt x="781643" y="1509985"/>
                  <a:pt x="800932" y="1571410"/>
                  <a:pt x="834251" y="1624060"/>
                </a:cubicBezTo>
                <a:cubicBezTo>
                  <a:pt x="769368" y="1653894"/>
                  <a:pt x="711498" y="1703034"/>
                  <a:pt x="672919" y="1771478"/>
                </a:cubicBezTo>
                <a:cubicBezTo>
                  <a:pt x="662397" y="1789028"/>
                  <a:pt x="669412" y="1811843"/>
                  <a:pt x="686948" y="1822373"/>
                </a:cubicBezTo>
                <a:cubicBezTo>
                  <a:pt x="692209" y="1825883"/>
                  <a:pt x="699223" y="1827638"/>
                  <a:pt x="704484" y="1827638"/>
                </a:cubicBezTo>
                <a:cubicBezTo>
                  <a:pt x="718513" y="1827638"/>
                  <a:pt x="730788" y="1820618"/>
                  <a:pt x="737803" y="1808333"/>
                </a:cubicBezTo>
                <a:cubicBezTo>
                  <a:pt x="771121" y="1746909"/>
                  <a:pt x="825483" y="1704789"/>
                  <a:pt x="885106" y="1683729"/>
                </a:cubicBezTo>
                <a:cubicBezTo>
                  <a:pt x="909656" y="1704789"/>
                  <a:pt x="935960" y="1724094"/>
                  <a:pt x="965772" y="1741644"/>
                </a:cubicBezTo>
                <a:cubicBezTo>
                  <a:pt x="1048191" y="1790783"/>
                  <a:pt x="1086771" y="1869758"/>
                  <a:pt x="1086771" y="1994362"/>
                </a:cubicBezTo>
                <a:lnTo>
                  <a:pt x="1086771" y="2392744"/>
                </a:lnTo>
                <a:lnTo>
                  <a:pt x="955250" y="2392744"/>
                </a:lnTo>
                <a:cubicBezTo>
                  <a:pt x="928946" y="2220755"/>
                  <a:pt x="843019" y="2076846"/>
                  <a:pt x="699223" y="1994362"/>
                </a:cubicBezTo>
                <a:lnTo>
                  <a:pt x="699223" y="1992607"/>
                </a:lnTo>
                <a:cubicBezTo>
                  <a:pt x="581731" y="1941712"/>
                  <a:pt x="497558" y="1829393"/>
                  <a:pt x="487037" y="1696014"/>
                </a:cubicBezTo>
                <a:cubicBezTo>
                  <a:pt x="427414" y="1632834"/>
                  <a:pt x="390588" y="1548595"/>
                  <a:pt x="390588" y="1453826"/>
                </a:cubicBezTo>
                <a:cubicBezTo>
                  <a:pt x="390588" y="1374851"/>
                  <a:pt x="416892" y="1299387"/>
                  <a:pt x="462486" y="1241472"/>
                </a:cubicBezTo>
                <a:cubicBezTo>
                  <a:pt x="455472" y="1211637"/>
                  <a:pt x="450211" y="1180048"/>
                  <a:pt x="450211" y="1148458"/>
                </a:cubicBezTo>
                <a:cubicBezTo>
                  <a:pt x="450211" y="990509"/>
                  <a:pt x="555427" y="855375"/>
                  <a:pt x="700977" y="811500"/>
                </a:cubicBezTo>
                <a:cubicBezTo>
                  <a:pt x="755339" y="688651"/>
                  <a:pt x="879845" y="602657"/>
                  <a:pt x="1021887" y="602657"/>
                </a:cubicBezTo>
                <a:cubicBezTo>
                  <a:pt x="1049945" y="602657"/>
                  <a:pt x="1078003" y="606167"/>
                  <a:pt x="1104307" y="613186"/>
                </a:cubicBezTo>
                <a:cubicBezTo>
                  <a:pt x="1167437" y="555272"/>
                  <a:pt x="1251610" y="518417"/>
                  <a:pt x="1342797" y="518417"/>
                </a:cubicBezTo>
                <a:close/>
                <a:moveTo>
                  <a:pt x="2191458" y="391"/>
                </a:moveTo>
                <a:cubicBezTo>
                  <a:pt x="2158773" y="2614"/>
                  <a:pt x="2126896" y="13929"/>
                  <a:pt x="2104703" y="24436"/>
                </a:cubicBezTo>
                <a:cubicBezTo>
                  <a:pt x="1902142" y="119807"/>
                  <a:pt x="1768177" y="55957"/>
                  <a:pt x="1659229" y="59190"/>
                </a:cubicBezTo>
                <a:cubicBezTo>
                  <a:pt x="1578528" y="60806"/>
                  <a:pt x="1510738" y="143246"/>
                  <a:pt x="1438106" y="127081"/>
                </a:cubicBezTo>
                <a:cubicBezTo>
                  <a:pt x="1339650" y="126273"/>
                  <a:pt x="1241194" y="102834"/>
                  <a:pt x="1145159" y="119807"/>
                </a:cubicBezTo>
                <a:cubicBezTo>
                  <a:pt x="922422" y="159410"/>
                  <a:pt x="713404" y="215986"/>
                  <a:pt x="544737" y="355002"/>
                </a:cubicBezTo>
                <a:cubicBezTo>
                  <a:pt x="326036" y="521497"/>
                  <a:pt x="20176" y="778514"/>
                  <a:pt x="0" y="1243246"/>
                </a:cubicBezTo>
                <a:lnTo>
                  <a:pt x="93614" y="1981968"/>
                </a:lnTo>
                <a:lnTo>
                  <a:pt x="166246" y="2206656"/>
                </a:lnTo>
                <a:cubicBezTo>
                  <a:pt x="169474" y="2235752"/>
                  <a:pt x="253404" y="2368302"/>
                  <a:pt x="253404" y="2368302"/>
                </a:cubicBezTo>
                <a:lnTo>
                  <a:pt x="343790" y="2515400"/>
                </a:lnTo>
                <a:cubicBezTo>
                  <a:pt x="330878" y="2895268"/>
                  <a:pt x="128316" y="3031050"/>
                  <a:pt x="5649" y="3383438"/>
                </a:cubicBezTo>
                <a:cubicBezTo>
                  <a:pt x="193685" y="3199970"/>
                  <a:pt x="596387" y="3417384"/>
                  <a:pt x="945018" y="3770580"/>
                </a:cubicBezTo>
                <a:cubicBezTo>
                  <a:pt x="1645510" y="4481014"/>
                  <a:pt x="1635019" y="4392109"/>
                  <a:pt x="1740738" y="4375944"/>
                </a:cubicBezTo>
                <a:cubicBezTo>
                  <a:pt x="1765756" y="4118927"/>
                  <a:pt x="1727826" y="4014666"/>
                  <a:pt x="1920703" y="3812608"/>
                </a:cubicBezTo>
                <a:cubicBezTo>
                  <a:pt x="1919089" y="3536194"/>
                  <a:pt x="2023195" y="3470727"/>
                  <a:pt x="2100668" y="3353534"/>
                </a:cubicBezTo>
                <a:cubicBezTo>
                  <a:pt x="2341967" y="3440014"/>
                  <a:pt x="2484002" y="3480426"/>
                  <a:pt x="2709160" y="3468302"/>
                </a:cubicBezTo>
                <a:cubicBezTo>
                  <a:pt x="2818914" y="3461837"/>
                  <a:pt x="2849581" y="3465069"/>
                  <a:pt x="2923020" y="3374548"/>
                </a:cubicBezTo>
                <a:cubicBezTo>
                  <a:pt x="2954493" y="3330095"/>
                  <a:pt x="3004529" y="3276752"/>
                  <a:pt x="2990809" y="3189463"/>
                </a:cubicBezTo>
                <a:lnTo>
                  <a:pt x="2920599" y="2947803"/>
                </a:lnTo>
                <a:lnTo>
                  <a:pt x="3019055" y="2884761"/>
                </a:lnTo>
                <a:lnTo>
                  <a:pt x="2934318" y="2769992"/>
                </a:lnTo>
                <a:lnTo>
                  <a:pt x="3019055" y="2706950"/>
                </a:lnTo>
                <a:cubicBezTo>
                  <a:pt x="2983546" y="2644716"/>
                  <a:pt x="2939967" y="2597839"/>
                  <a:pt x="2962564" y="2426494"/>
                </a:cubicBezTo>
                <a:lnTo>
                  <a:pt x="3187722" y="2363453"/>
                </a:lnTo>
                <a:cubicBezTo>
                  <a:pt x="3241792" y="2335973"/>
                  <a:pt x="3253090" y="2280205"/>
                  <a:pt x="3244213" y="2210697"/>
                </a:cubicBezTo>
                <a:lnTo>
                  <a:pt x="2892353" y="1715252"/>
                </a:lnTo>
                <a:lnTo>
                  <a:pt x="2962564" y="1600484"/>
                </a:lnTo>
                <a:lnTo>
                  <a:pt x="2864107" y="1269918"/>
                </a:lnTo>
                <a:lnTo>
                  <a:pt x="2797932" y="830241"/>
                </a:lnTo>
                <a:cubicBezTo>
                  <a:pt x="2848774" y="727596"/>
                  <a:pt x="2893967" y="672636"/>
                  <a:pt x="2939160" y="627375"/>
                </a:cubicBezTo>
                <a:cubicBezTo>
                  <a:pt x="2980318" y="550593"/>
                  <a:pt x="3042458" y="535237"/>
                  <a:pt x="2986774" y="472195"/>
                </a:cubicBezTo>
                <a:cubicBezTo>
                  <a:pt x="2956107" y="451989"/>
                  <a:pt x="2919792" y="425318"/>
                  <a:pt x="2872985" y="380865"/>
                </a:cubicBezTo>
                <a:cubicBezTo>
                  <a:pt x="2830213" y="340454"/>
                  <a:pt x="2785827" y="273371"/>
                  <a:pt x="2741441" y="242658"/>
                </a:cubicBezTo>
                <a:cubicBezTo>
                  <a:pt x="2709967" y="220836"/>
                  <a:pt x="2678493" y="186890"/>
                  <a:pt x="2648634" y="178000"/>
                </a:cubicBezTo>
                <a:cubicBezTo>
                  <a:pt x="2590528" y="161027"/>
                  <a:pt x="2496107" y="30902"/>
                  <a:pt x="2399265" y="72930"/>
                </a:cubicBezTo>
                <a:cubicBezTo>
                  <a:pt x="2360528" y="89903"/>
                  <a:pt x="2320984" y="68889"/>
                  <a:pt x="2283054" y="30902"/>
                </a:cubicBezTo>
                <a:cubicBezTo>
                  <a:pt x="2257633" y="5038"/>
                  <a:pt x="2224142" y="-1831"/>
                  <a:pt x="2191458" y="391"/>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 name="Title 2"/>
          <p:cNvSpPr>
            <a:spLocks noGrp="1"/>
          </p:cNvSpPr>
          <p:nvPr>
            <p:ph type="title"/>
          </p:nvPr>
        </p:nvSpPr>
        <p:spPr>
          <a:xfrm>
            <a:off x="214184" y="13663"/>
            <a:ext cx="9728886" cy="678316"/>
          </a:xfrm>
        </p:spPr>
        <p:txBody>
          <a:bodyPr>
            <a:normAutofit/>
          </a:bodyPr>
          <a:lstStyle/>
          <a:p>
            <a:r>
              <a:rPr lang="en-US" dirty="0"/>
              <a:t>DNA 3</a:t>
            </a:r>
          </a:p>
        </p:txBody>
      </p:sp>
    </p:spTree>
    <p:extLst>
      <p:ext uri="{BB962C8B-B14F-4D97-AF65-F5344CB8AC3E}">
        <p14:creationId xmlns:p14="http://schemas.microsoft.com/office/powerpoint/2010/main" val="371811193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 name="Rectangle: Rounded Corners 394">
            <a:extLst>
              <a:ext uri="{FF2B5EF4-FFF2-40B4-BE49-F238E27FC236}">
                <a16:creationId xmlns:a16="http://schemas.microsoft.com/office/drawing/2014/main" id="{705E66A0-9608-4D89-8D80-EA79731962CD}"/>
              </a:ext>
            </a:extLst>
          </p:cNvPr>
          <p:cNvSpPr/>
          <p:nvPr/>
        </p:nvSpPr>
        <p:spPr>
          <a:xfrm>
            <a:off x="909367" y="3640007"/>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Environmental</a:t>
            </a:r>
          </a:p>
        </p:txBody>
      </p:sp>
      <p:sp>
        <p:nvSpPr>
          <p:cNvPr id="394" name="Rectangle: Rounded Corners 393">
            <a:extLst>
              <a:ext uri="{FF2B5EF4-FFF2-40B4-BE49-F238E27FC236}">
                <a16:creationId xmlns:a16="http://schemas.microsoft.com/office/drawing/2014/main" id="{E4B51850-62FC-4D50-8445-A1B672D9E73A}"/>
              </a:ext>
            </a:extLst>
          </p:cNvPr>
          <p:cNvSpPr/>
          <p:nvPr/>
        </p:nvSpPr>
        <p:spPr>
          <a:xfrm>
            <a:off x="6343964" y="3622143"/>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Social</a:t>
            </a:r>
          </a:p>
        </p:txBody>
      </p:sp>
      <p:sp>
        <p:nvSpPr>
          <p:cNvPr id="392" name="Rectangle: Rounded Corners 391">
            <a:extLst>
              <a:ext uri="{FF2B5EF4-FFF2-40B4-BE49-F238E27FC236}">
                <a16:creationId xmlns:a16="http://schemas.microsoft.com/office/drawing/2014/main" id="{754A1326-0D1B-40F4-A7B1-7A0AAAE436DB}"/>
              </a:ext>
            </a:extLst>
          </p:cNvPr>
          <p:cNvSpPr/>
          <p:nvPr/>
        </p:nvSpPr>
        <p:spPr>
          <a:xfrm>
            <a:off x="6335257" y="1863670"/>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Military &amp; Diplomatic</a:t>
            </a:r>
          </a:p>
        </p:txBody>
      </p:sp>
      <p:sp>
        <p:nvSpPr>
          <p:cNvPr id="393" name="Rectangle: Rounded Corners 392">
            <a:extLst>
              <a:ext uri="{FF2B5EF4-FFF2-40B4-BE49-F238E27FC236}">
                <a16:creationId xmlns:a16="http://schemas.microsoft.com/office/drawing/2014/main" id="{BB40BE38-B459-4161-8EA9-E15F3A14D15D}"/>
              </a:ext>
            </a:extLst>
          </p:cNvPr>
          <p:cNvSpPr/>
          <p:nvPr/>
        </p:nvSpPr>
        <p:spPr>
          <a:xfrm>
            <a:off x="909367" y="1864031"/>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Economical</a:t>
            </a:r>
          </a:p>
        </p:txBody>
      </p:sp>
      <p:sp>
        <p:nvSpPr>
          <p:cNvPr id="2" name="Title 1"/>
          <p:cNvSpPr>
            <a:spLocks noGrp="1"/>
          </p:cNvSpPr>
          <p:nvPr>
            <p:ph type="title"/>
          </p:nvPr>
        </p:nvSpPr>
        <p:spPr>
          <a:xfrm>
            <a:off x="214184" y="13663"/>
            <a:ext cx="9728886" cy="678316"/>
          </a:xfrm>
        </p:spPr>
        <p:txBody>
          <a:bodyPr>
            <a:normAutofit/>
          </a:bodyPr>
          <a:lstStyle/>
          <a:p>
            <a:r>
              <a:rPr lang="en-US" dirty="0"/>
              <a:t>Infographics</a:t>
            </a:r>
          </a:p>
        </p:txBody>
      </p:sp>
      <p:sp>
        <p:nvSpPr>
          <p:cNvPr id="55" name="Rectangle 54"/>
          <p:cNvSpPr/>
          <p:nvPr/>
        </p:nvSpPr>
        <p:spPr>
          <a:xfrm>
            <a:off x="1264950" y="463295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88%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fossils energy</a:t>
            </a:r>
          </a:p>
        </p:txBody>
      </p:sp>
      <p:sp>
        <p:nvSpPr>
          <p:cNvPr id="56" name="Rectangle 55"/>
          <p:cNvSpPr/>
          <p:nvPr/>
        </p:nvSpPr>
        <p:spPr>
          <a:xfrm>
            <a:off x="2690373" y="463295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2%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nuclear energy</a:t>
            </a:r>
          </a:p>
        </p:txBody>
      </p:sp>
      <p:sp>
        <p:nvSpPr>
          <p:cNvPr id="54" name="Rectangle 53"/>
          <p:cNvSpPr/>
          <p:nvPr/>
        </p:nvSpPr>
        <p:spPr>
          <a:xfrm>
            <a:off x="4162725" y="4632959"/>
            <a:ext cx="197126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6%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renewable energies</a:t>
            </a:r>
          </a:p>
        </p:txBody>
      </p:sp>
      <p:sp>
        <p:nvSpPr>
          <p:cNvPr id="79" name="Rectangle 78"/>
          <p:cNvSpPr/>
          <p:nvPr/>
        </p:nvSpPr>
        <p:spPr>
          <a:xfrm>
            <a:off x="6615526"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1,1 millions</a:t>
            </a:r>
            <a:r>
              <a:rPr kumimoji="0" lang="en-US" sz="1400" i="0" u="none" strike="noStrike" kern="0" cap="none" spc="0" normalizeH="0" baseline="0" noProof="0" dirty="0">
                <a:ln>
                  <a:noFill/>
                </a:ln>
                <a:solidFill>
                  <a:schemeClr val="accent1"/>
                </a:solidFill>
                <a:effectLst/>
                <a:uLnTx/>
                <a:uFillTx/>
              </a:rPr>
              <a:t> </a:t>
            </a:r>
            <a:r>
              <a:rPr kumimoji="0" lang="en-US" sz="1400" i="0" u="none" strike="noStrike" kern="0" cap="none" spc="0" normalizeH="0" baseline="0" noProof="0" dirty="0">
                <a:ln>
                  <a:noFill/>
                </a:ln>
                <a:solidFill>
                  <a:schemeClr val="tx1"/>
                </a:solidFill>
                <a:effectLst/>
                <a:uLnTx/>
                <a:uFillTx/>
              </a:rPr>
              <a:t>soldiers</a:t>
            </a:r>
          </a:p>
        </p:txBody>
      </p:sp>
      <p:sp>
        <p:nvSpPr>
          <p:cNvPr id="81" name="Rectangle 80"/>
          <p:cNvSpPr/>
          <p:nvPr/>
        </p:nvSpPr>
        <p:spPr>
          <a:xfrm>
            <a:off x="985876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United Nations</a:t>
            </a:r>
            <a:r>
              <a:rPr kumimoji="0" lang="en-US" sz="1400" i="0" u="none" strike="noStrike" kern="0" cap="none" spc="0" normalizeH="0" baseline="0" noProof="0" dirty="0">
                <a:ln>
                  <a:noFill/>
                </a:ln>
                <a:solidFill>
                  <a:srgbClr val="FF0000"/>
                </a:solidFill>
                <a:effectLst/>
                <a:uLnTx/>
                <a:uFillTx/>
              </a:rPr>
              <a:t> </a:t>
            </a:r>
            <a:r>
              <a:rPr kumimoji="0" lang="en-US" sz="1400" i="0" u="none" strike="noStrike" kern="0" cap="none" spc="0" normalizeH="0" baseline="0" noProof="0" dirty="0">
                <a:ln>
                  <a:noFill/>
                </a:ln>
                <a:solidFill>
                  <a:schemeClr val="tx1"/>
                </a:solidFill>
                <a:effectLst/>
                <a:uLnTx/>
                <a:uFillTx/>
              </a:rPr>
              <a:t>security council</a:t>
            </a:r>
            <a:endParaRPr kumimoji="0" lang="en-US" sz="1100" i="0" u="none" strike="noStrike" kern="0" cap="none" spc="0" normalizeH="0" baseline="0" noProof="0" dirty="0">
              <a:ln>
                <a:noFill/>
              </a:ln>
              <a:solidFill>
                <a:schemeClr val="tx1"/>
              </a:solidFill>
              <a:effectLst/>
              <a:uLnTx/>
              <a:uFillTx/>
            </a:endParaRPr>
          </a:p>
        </p:txBody>
      </p:sp>
      <p:sp>
        <p:nvSpPr>
          <p:cNvPr id="82" name="Rectangle 81"/>
          <p:cNvSpPr/>
          <p:nvPr/>
        </p:nvSpPr>
        <p:spPr>
          <a:xfrm>
            <a:off x="8266342"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Nuclear</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power</a:t>
            </a:r>
            <a:endParaRPr kumimoji="0" lang="en-US" sz="1100" i="0" u="none" strike="noStrike" kern="0" cap="none" spc="0" normalizeH="0" baseline="0" noProof="0" dirty="0">
              <a:ln>
                <a:noFill/>
              </a:ln>
              <a:solidFill>
                <a:schemeClr val="tx1"/>
              </a:solidFill>
              <a:effectLst/>
              <a:uLnTx/>
              <a:uFillTx/>
            </a:endParaRPr>
          </a:p>
        </p:txBody>
      </p:sp>
      <p:grpSp>
        <p:nvGrpSpPr>
          <p:cNvPr id="216" name="Soldier2" descr="{&quot;Key&quot;:&quot;POWER_USER_SHAPE_ICON&quot;,&quot;Value&quot;:&quot;POWER_USER_SHAPE_ICON_STYLE_1&quot;}">
            <a:extLst>
              <a:ext uri="{FF2B5EF4-FFF2-40B4-BE49-F238E27FC236}">
                <a16:creationId xmlns:a16="http://schemas.microsoft.com/office/drawing/2014/main" id="{13604E7D-B656-42C4-9ADE-89A5749137E3}"/>
              </a:ext>
            </a:extLst>
          </p:cNvPr>
          <p:cNvGrpSpPr>
            <a:grpSpLocks noChangeAspect="1"/>
          </p:cNvGrpSpPr>
          <p:nvPr/>
        </p:nvGrpSpPr>
        <p:grpSpPr>
          <a:xfrm>
            <a:off x="7030922" y="2248780"/>
            <a:ext cx="515608" cy="542925"/>
            <a:chOff x="7210426" y="1830388"/>
            <a:chExt cx="479426" cy="504826"/>
          </a:xfrm>
          <a:solidFill>
            <a:schemeClr val="accent2"/>
          </a:solidFill>
        </p:grpSpPr>
        <p:sp>
          <p:nvSpPr>
            <p:cNvPr id="217" name="Rectangle 508">
              <a:extLst>
                <a:ext uri="{FF2B5EF4-FFF2-40B4-BE49-F238E27FC236}">
                  <a16:creationId xmlns:a16="http://schemas.microsoft.com/office/drawing/2014/main" id="{DA1FCF81-7877-4EAA-B7A6-29D3AE5BFFD6}"/>
                </a:ext>
              </a:extLst>
            </p:cNvPr>
            <p:cNvSpPr>
              <a:spLocks noChangeArrowheads="1"/>
            </p:cNvSpPr>
            <p:nvPr/>
          </p:nvSpPr>
          <p:spPr bwMode="auto">
            <a:xfrm>
              <a:off x="7494589" y="2154238"/>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509">
              <a:extLst>
                <a:ext uri="{FF2B5EF4-FFF2-40B4-BE49-F238E27FC236}">
                  <a16:creationId xmlns:a16="http://schemas.microsoft.com/office/drawing/2014/main" id="{B9744611-29AB-40AD-9DB4-BADD36FF60BC}"/>
                </a:ext>
              </a:extLst>
            </p:cNvPr>
            <p:cNvSpPr>
              <a:spLocks/>
            </p:cNvSpPr>
            <p:nvPr/>
          </p:nvSpPr>
          <p:spPr bwMode="auto">
            <a:xfrm>
              <a:off x="7532689" y="2216151"/>
              <a:ext cx="26988" cy="20638"/>
            </a:xfrm>
            <a:custGeom>
              <a:avLst/>
              <a:gdLst>
                <a:gd name="T0" fmla="*/ 15 w 17"/>
                <a:gd name="T1" fmla="*/ 13 h 13"/>
                <a:gd name="T2" fmla="*/ 0 w 17"/>
                <a:gd name="T3" fmla="*/ 8 h 13"/>
                <a:gd name="T4" fmla="*/ 2 w 17"/>
                <a:gd name="T5" fmla="*/ 0 h 13"/>
                <a:gd name="T6" fmla="*/ 17 w 17"/>
                <a:gd name="T7" fmla="*/ 5 h 13"/>
                <a:gd name="T8" fmla="*/ 15 w 17"/>
                <a:gd name="T9" fmla="*/ 13 h 13"/>
              </a:gdLst>
              <a:ahLst/>
              <a:cxnLst>
                <a:cxn ang="0">
                  <a:pos x="T0" y="T1"/>
                </a:cxn>
                <a:cxn ang="0">
                  <a:pos x="T2" y="T3"/>
                </a:cxn>
                <a:cxn ang="0">
                  <a:pos x="T4" y="T5"/>
                </a:cxn>
                <a:cxn ang="0">
                  <a:pos x="T6" y="T7"/>
                </a:cxn>
                <a:cxn ang="0">
                  <a:pos x="T8" y="T9"/>
                </a:cxn>
              </a:cxnLst>
              <a:rect l="0" t="0" r="r" b="b"/>
              <a:pathLst>
                <a:path w="17" h="13">
                  <a:moveTo>
                    <a:pt x="15" y="13"/>
                  </a:moveTo>
                  <a:lnTo>
                    <a:pt x="0" y="8"/>
                  </a:lnTo>
                  <a:lnTo>
                    <a:pt x="2" y="0"/>
                  </a:lnTo>
                  <a:lnTo>
                    <a:pt x="17" y="5"/>
                  </a:lnTo>
                  <a:lnTo>
                    <a:pt x="15"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510">
              <a:extLst>
                <a:ext uri="{FF2B5EF4-FFF2-40B4-BE49-F238E27FC236}">
                  <a16:creationId xmlns:a16="http://schemas.microsoft.com/office/drawing/2014/main" id="{290EB4DA-AE5B-40B7-8BBB-04E16985812B}"/>
                </a:ext>
              </a:extLst>
            </p:cNvPr>
            <p:cNvSpPr>
              <a:spLocks/>
            </p:cNvSpPr>
            <p:nvPr/>
          </p:nvSpPr>
          <p:spPr bwMode="auto">
            <a:xfrm>
              <a:off x="7631114" y="2247901"/>
              <a:ext cx="58738" cy="87313"/>
            </a:xfrm>
            <a:custGeom>
              <a:avLst/>
              <a:gdLst>
                <a:gd name="T0" fmla="*/ 74 w 74"/>
                <a:gd name="T1" fmla="*/ 107 h 107"/>
                <a:gd name="T2" fmla="*/ 57 w 74"/>
                <a:gd name="T3" fmla="*/ 107 h 107"/>
                <a:gd name="T4" fmla="*/ 0 w 74"/>
                <a:gd name="T5" fmla="*/ 14 h 107"/>
                <a:gd name="T6" fmla="*/ 8 w 74"/>
                <a:gd name="T7" fmla="*/ 0 h 107"/>
                <a:gd name="T8" fmla="*/ 74 w 74"/>
                <a:gd name="T9" fmla="*/ 107 h 107"/>
              </a:gdLst>
              <a:ahLst/>
              <a:cxnLst>
                <a:cxn ang="0">
                  <a:pos x="T0" y="T1"/>
                </a:cxn>
                <a:cxn ang="0">
                  <a:pos x="T2" y="T3"/>
                </a:cxn>
                <a:cxn ang="0">
                  <a:pos x="T4" y="T5"/>
                </a:cxn>
                <a:cxn ang="0">
                  <a:pos x="T6" y="T7"/>
                </a:cxn>
                <a:cxn ang="0">
                  <a:pos x="T8" y="T9"/>
                </a:cxn>
              </a:cxnLst>
              <a:rect l="0" t="0" r="r" b="b"/>
              <a:pathLst>
                <a:path w="74" h="107">
                  <a:moveTo>
                    <a:pt x="74" y="107"/>
                  </a:moveTo>
                  <a:lnTo>
                    <a:pt x="57" y="107"/>
                  </a:lnTo>
                  <a:cubicBezTo>
                    <a:pt x="57" y="67"/>
                    <a:pt x="35" y="32"/>
                    <a:pt x="0" y="14"/>
                  </a:cubicBezTo>
                  <a:lnTo>
                    <a:pt x="8" y="0"/>
                  </a:lnTo>
                  <a:cubicBezTo>
                    <a:pt x="48" y="20"/>
                    <a:pt x="74" y="61"/>
                    <a:pt x="7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Rectangle 511">
              <a:extLst>
                <a:ext uri="{FF2B5EF4-FFF2-40B4-BE49-F238E27FC236}">
                  <a16:creationId xmlns:a16="http://schemas.microsoft.com/office/drawing/2014/main" id="{40772F19-36E8-483B-B58F-1AD8EA6D7FC5}"/>
                </a:ext>
              </a:extLst>
            </p:cNvPr>
            <p:cNvSpPr>
              <a:spLocks noChangeArrowheads="1"/>
            </p:cNvSpPr>
            <p:nvPr/>
          </p:nvSpPr>
          <p:spPr bwMode="auto">
            <a:xfrm>
              <a:off x="7391401" y="2154238"/>
              <a:ext cx="14288"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512">
              <a:extLst>
                <a:ext uri="{FF2B5EF4-FFF2-40B4-BE49-F238E27FC236}">
                  <a16:creationId xmlns:a16="http://schemas.microsoft.com/office/drawing/2014/main" id="{DAB0B439-6C52-4915-A34B-B115E63B9767}"/>
                </a:ext>
              </a:extLst>
            </p:cNvPr>
            <p:cNvSpPr>
              <a:spLocks/>
            </p:cNvSpPr>
            <p:nvPr/>
          </p:nvSpPr>
          <p:spPr bwMode="auto">
            <a:xfrm>
              <a:off x="7340601" y="2216151"/>
              <a:ext cx="26988" cy="20638"/>
            </a:xfrm>
            <a:custGeom>
              <a:avLst/>
              <a:gdLst>
                <a:gd name="T0" fmla="*/ 2 w 17"/>
                <a:gd name="T1" fmla="*/ 13 h 13"/>
                <a:gd name="T2" fmla="*/ 0 w 17"/>
                <a:gd name="T3" fmla="*/ 5 h 13"/>
                <a:gd name="T4" fmla="*/ 15 w 17"/>
                <a:gd name="T5" fmla="*/ 0 h 13"/>
                <a:gd name="T6" fmla="*/ 17 w 17"/>
                <a:gd name="T7" fmla="*/ 8 h 13"/>
                <a:gd name="T8" fmla="*/ 2 w 17"/>
                <a:gd name="T9" fmla="*/ 13 h 13"/>
              </a:gdLst>
              <a:ahLst/>
              <a:cxnLst>
                <a:cxn ang="0">
                  <a:pos x="T0" y="T1"/>
                </a:cxn>
                <a:cxn ang="0">
                  <a:pos x="T2" y="T3"/>
                </a:cxn>
                <a:cxn ang="0">
                  <a:pos x="T4" y="T5"/>
                </a:cxn>
                <a:cxn ang="0">
                  <a:pos x="T6" y="T7"/>
                </a:cxn>
                <a:cxn ang="0">
                  <a:pos x="T8" y="T9"/>
                </a:cxn>
              </a:cxnLst>
              <a:rect l="0" t="0" r="r" b="b"/>
              <a:pathLst>
                <a:path w="17" h="13">
                  <a:moveTo>
                    <a:pt x="2" y="13"/>
                  </a:moveTo>
                  <a:lnTo>
                    <a:pt x="0" y="5"/>
                  </a:lnTo>
                  <a:lnTo>
                    <a:pt x="15" y="0"/>
                  </a:lnTo>
                  <a:lnTo>
                    <a:pt x="17" y="8"/>
                  </a:lnTo>
                  <a:lnTo>
                    <a:pt x="2"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513">
              <a:extLst>
                <a:ext uri="{FF2B5EF4-FFF2-40B4-BE49-F238E27FC236}">
                  <a16:creationId xmlns:a16="http://schemas.microsoft.com/office/drawing/2014/main" id="{1FC3C5E2-4B2C-4E18-A8A5-E2D7AE5DF2C8}"/>
                </a:ext>
              </a:extLst>
            </p:cNvPr>
            <p:cNvSpPr>
              <a:spLocks/>
            </p:cNvSpPr>
            <p:nvPr/>
          </p:nvSpPr>
          <p:spPr bwMode="auto">
            <a:xfrm>
              <a:off x="7210426" y="2249488"/>
              <a:ext cx="55563" cy="85725"/>
            </a:xfrm>
            <a:custGeom>
              <a:avLst/>
              <a:gdLst>
                <a:gd name="T0" fmla="*/ 17 w 70"/>
                <a:gd name="T1" fmla="*/ 105 h 105"/>
                <a:gd name="T2" fmla="*/ 0 w 70"/>
                <a:gd name="T3" fmla="*/ 105 h 105"/>
                <a:gd name="T4" fmla="*/ 62 w 70"/>
                <a:gd name="T5" fmla="*/ 0 h 105"/>
                <a:gd name="T6" fmla="*/ 70 w 70"/>
                <a:gd name="T7" fmla="*/ 14 h 105"/>
                <a:gd name="T8" fmla="*/ 17 w 70"/>
                <a:gd name="T9" fmla="*/ 105 h 105"/>
              </a:gdLst>
              <a:ahLst/>
              <a:cxnLst>
                <a:cxn ang="0">
                  <a:pos x="T0" y="T1"/>
                </a:cxn>
                <a:cxn ang="0">
                  <a:pos x="T2" y="T3"/>
                </a:cxn>
                <a:cxn ang="0">
                  <a:pos x="T4" y="T5"/>
                </a:cxn>
                <a:cxn ang="0">
                  <a:pos x="T6" y="T7"/>
                </a:cxn>
                <a:cxn ang="0">
                  <a:pos x="T8" y="T9"/>
                </a:cxn>
              </a:cxnLst>
              <a:rect l="0" t="0" r="r" b="b"/>
              <a:pathLst>
                <a:path w="70" h="105">
                  <a:moveTo>
                    <a:pt x="17" y="105"/>
                  </a:moveTo>
                  <a:lnTo>
                    <a:pt x="0" y="105"/>
                  </a:lnTo>
                  <a:cubicBezTo>
                    <a:pt x="0" y="61"/>
                    <a:pt x="24" y="21"/>
                    <a:pt x="62" y="0"/>
                  </a:cubicBezTo>
                  <a:lnTo>
                    <a:pt x="70" y="14"/>
                  </a:lnTo>
                  <a:cubicBezTo>
                    <a:pt x="37" y="33"/>
                    <a:pt x="17" y="67"/>
                    <a:pt x="17" y="1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514">
              <a:extLst>
                <a:ext uri="{FF2B5EF4-FFF2-40B4-BE49-F238E27FC236}">
                  <a16:creationId xmlns:a16="http://schemas.microsoft.com/office/drawing/2014/main" id="{6601F90F-1B59-41AE-A133-2203C4FB5587}"/>
                </a:ext>
              </a:extLst>
            </p:cNvPr>
            <p:cNvSpPr>
              <a:spLocks/>
            </p:cNvSpPr>
            <p:nvPr/>
          </p:nvSpPr>
          <p:spPr bwMode="auto">
            <a:xfrm>
              <a:off x="7353301" y="1984376"/>
              <a:ext cx="193675" cy="203200"/>
            </a:xfrm>
            <a:custGeom>
              <a:avLst/>
              <a:gdLst>
                <a:gd name="T0" fmla="*/ 121 w 242"/>
                <a:gd name="T1" fmla="*/ 252 h 252"/>
                <a:gd name="T2" fmla="*/ 79 w 242"/>
                <a:gd name="T3" fmla="*/ 240 h 252"/>
                <a:gd name="T4" fmla="*/ 0 w 242"/>
                <a:gd name="T5" fmla="*/ 141 h 252"/>
                <a:gd name="T6" fmla="*/ 0 w 242"/>
                <a:gd name="T7" fmla="*/ 17 h 252"/>
                <a:gd name="T8" fmla="*/ 16 w 242"/>
                <a:gd name="T9" fmla="*/ 17 h 252"/>
                <a:gd name="T10" fmla="*/ 16 w 242"/>
                <a:gd name="T11" fmla="*/ 141 h 252"/>
                <a:gd name="T12" fmla="*/ 87 w 242"/>
                <a:gd name="T13" fmla="*/ 226 h 252"/>
                <a:gd name="T14" fmla="*/ 154 w 242"/>
                <a:gd name="T15" fmla="*/ 226 h 252"/>
                <a:gd name="T16" fmla="*/ 225 w 242"/>
                <a:gd name="T17" fmla="*/ 141 h 252"/>
                <a:gd name="T18" fmla="*/ 225 w 242"/>
                <a:gd name="T19" fmla="*/ 0 h 252"/>
                <a:gd name="T20" fmla="*/ 242 w 242"/>
                <a:gd name="T21" fmla="*/ 0 h 252"/>
                <a:gd name="T22" fmla="*/ 242 w 242"/>
                <a:gd name="T23" fmla="*/ 141 h 252"/>
                <a:gd name="T24" fmla="*/ 163 w 242"/>
                <a:gd name="T25" fmla="*/ 240 h 252"/>
                <a:gd name="T26" fmla="*/ 121 w 242"/>
                <a:gd name="T27"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2" h="252">
                  <a:moveTo>
                    <a:pt x="121" y="252"/>
                  </a:moveTo>
                  <a:cubicBezTo>
                    <a:pt x="106" y="252"/>
                    <a:pt x="92" y="248"/>
                    <a:pt x="79" y="240"/>
                  </a:cubicBezTo>
                  <a:cubicBezTo>
                    <a:pt x="43" y="218"/>
                    <a:pt x="0" y="182"/>
                    <a:pt x="0" y="141"/>
                  </a:cubicBezTo>
                  <a:lnTo>
                    <a:pt x="0" y="17"/>
                  </a:lnTo>
                  <a:lnTo>
                    <a:pt x="16" y="17"/>
                  </a:lnTo>
                  <a:lnTo>
                    <a:pt x="16" y="141"/>
                  </a:lnTo>
                  <a:cubicBezTo>
                    <a:pt x="16" y="176"/>
                    <a:pt x="61" y="209"/>
                    <a:pt x="87" y="226"/>
                  </a:cubicBezTo>
                  <a:cubicBezTo>
                    <a:pt x="108" y="239"/>
                    <a:pt x="134" y="239"/>
                    <a:pt x="154" y="226"/>
                  </a:cubicBezTo>
                  <a:cubicBezTo>
                    <a:pt x="181" y="209"/>
                    <a:pt x="225" y="176"/>
                    <a:pt x="225" y="141"/>
                  </a:cubicBezTo>
                  <a:lnTo>
                    <a:pt x="225" y="0"/>
                  </a:lnTo>
                  <a:lnTo>
                    <a:pt x="242" y="0"/>
                  </a:lnTo>
                  <a:lnTo>
                    <a:pt x="242" y="141"/>
                  </a:lnTo>
                  <a:cubicBezTo>
                    <a:pt x="242" y="182"/>
                    <a:pt x="199" y="218"/>
                    <a:pt x="163" y="240"/>
                  </a:cubicBezTo>
                  <a:cubicBezTo>
                    <a:pt x="150" y="248"/>
                    <a:pt x="135" y="252"/>
                    <a:pt x="121" y="2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515">
              <a:extLst>
                <a:ext uri="{FF2B5EF4-FFF2-40B4-BE49-F238E27FC236}">
                  <a16:creationId xmlns:a16="http://schemas.microsoft.com/office/drawing/2014/main" id="{BC2816A1-BCDA-404C-ACE0-4D50808F86C2}"/>
                </a:ext>
              </a:extLst>
            </p:cNvPr>
            <p:cNvSpPr>
              <a:spLocks noEditPoints="1"/>
            </p:cNvSpPr>
            <p:nvPr/>
          </p:nvSpPr>
          <p:spPr bwMode="auto">
            <a:xfrm>
              <a:off x="7321551" y="2020888"/>
              <a:ext cx="44450" cy="87313"/>
            </a:xfrm>
            <a:custGeom>
              <a:avLst/>
              <a:gdLst>
                <a:gd name="T0" fmla="*/ 27 w 56"/>
                <a:gd name="T1" fmla="*/ 17 h 107"/>
                <a:gd name="T2" fmla="*/ 17 w 56"/>
                <a:gd name="T3" fmla="*/ 28 h 107"/>
                <a:gd name="T4" fmla="*/ 17 w 56"/>
                <a:gd name="T5" fmla="*/ 30 h 107"/>
                <a:gd name="T6" fmla="*/ 27 w 56"/>
                <a:gd name="T7" fmla="*/ 75 h 107"/>
                <a:gd name="T8" fmla="*/ 39 w 56"/>
                <a:gd name="T9" fmla="*/ 89 h 107"/>
                <a:gd name="T10" fmla="*/ 39 w 56"/>
                <a:gd name="T11" fmla="*/ 17 h 107"/>
                <a:gd name="T12" fmla="*/ 27 w 56"/>
                <a:gd name="T13" fmla="*/ 17 h 107"/>
                <a:gd name="T14" fmla="*/ 56 w 56"/>
                <a:gd name="T15" fmla="*/ 107 h 107"/>
                <a:gd name="T16" fmla="*/ 47 w 56"/>
                <a:gd name="T17" fmla="*/ 107 h 107"/>
                <a:gd name="T18" fmla="*/ 12 w 56"/>
                <a:gd name="T19" fmla="*/ 83 h 107"/>
                <a:gd name="T20" fmla="*/ 0 w 56"/>
                <a:gd name="T21" fmla="*/ 30 h 107"/>
                <a:gd name="T22" fmla="*/ 0 w 56"/>
                <a:gd name="T23" fmla="*/ 28 h 107"/>
                <a:gd name="T24" fmla="*/ 27 w 56"/>
                <a:gd name="T25" fmla="*/ 0 h 107"/>
                <a:gd name="T26" fmla="*/ 55 w 56"/>
                <a:gd name="T27" fmla="*/ 0 h 107"/>
                <a:gd name="T28" fmla="*/ 56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27" y="17"/>
                  </a:moveTo>
                  <a:cubicBezTo>
                    <a:pt x="21" y="17"/>
                    <a:pt x="17" y="22"/>
                    <a:pt x="17" y="28"/>
                  </a:cubicBezTo>
                  <a:lnTo>
                    <a:pt x="17" y="30"/>
                  </a:lnTo>
                  <a:cubicBezTo>
                    <a:pt x="17" y="46"/>
                    <a:pt x="20" y="62"/>
                    <a:pt x="27" y="75"/>
                  </a:cubicBezTo>
                  <a:cubicBezTo>
                    <a:pt x="31" y="84"/>
                    <a:pt x="34" y="87"/>
                    <a:pt x="39" y="89"/>
                  </a:cubicBezTo>
                  <a:lnTo>
                    <a:pt x="39" y="17"/>
                  </a:lnTo>
                  <a:lnTo>
                    <a:pt x="27" y="17"/>
                  </a:lnTo>
                  <a:close/>
                  <a:moveTo>
                    <a:pt x="56" y="107"/>
                  </a:moveTo>
                  <a:lnTo>
                    <a:pt x="47" y="107"/>
                  </a:lnTo>
                  <a:cubicBezTo>
                    <a:pt x="28" y="107"/>
                    <a:pt x="20" y="98"/>
                    <a:pt x="12" y="83"/>
                  </a:cubicBezTo>
                  <a:cubicBezTo>
                    <a:pt x="4" y="67"/>
                    <a:pt x="0" y="49"/>
                    <a:pt x="0" y="30"/>
                  </a:cubicBezTo>
                  <a:lnTo>
                    <a:pt x="0" y="28"/>
                  </a:lnTo>
                  <a:cubicBezTo>
                    <a:pt x="0" y="13"/>
                    <a:pt x="12" y="0"/>
                    <a:pt x="27" y="0"/>
                  </a:cubicBezTo>
                  <a:lnTo>
                    <a:pt x="55" y="0"/>
                  </a:lnTo>
                  <a:lnTo>
                    <a:pt x="56" y="1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516">
              <a:extLst>
                <a:ext uri="{FF2B5EF4-FFF2-40B4-BE49-F238E27FC236}">
                  <a16:creationId xmlns:a16="http://schemas.microsoft.com/office/drawing/2014/main" id="{110BFFCF-BCB5-4050-89FF-10620C2E34E4}"/>
                </a:ext>
              </a:extLst>
            </p:cNvPr>
            <p:cNvSpPr>
              <a:spLocks/>
            </p:cNvSpPr>
            <p:nvPr/>
          </p:nvSpPr>
          <p:spPr bwMode="auto">
            <a:xfrm>
              <a:off x="7324726" y="1995488"/>
              <a:ext cx="17463" cy="34925"/>
            </a:xfrm>
            <a:custGeom>
              <a:avLst/>
              <a:gdLst>
                <a:gd name="T0" fmla="*/ 2 w 11"/>
                <a:gd name="T1" fmla="*/ 22 h 22"/>
                <a:gd name="T2" fmla="*/ 0 w 11"/>
                <a:gd name="T3" fmla="*/ 1 h 22"/>
                <a:gd name="T4" fmla="*/ 8 w 11"/>
                <a:gd name="T5" fmla="*/ 0 h 22"/>
                <a:gd name="T6" fmla="*/ 11 w 11"/>
                <a:gd name="T7" fmla="*/ 21 h 22"/>
                <a:gd name="T8" fmla="*/ 2 w 11"/>
                <a:gd name="T9" fmla="*/ 22 h 22"/>
              </a:gdLst>
              <a:ahLst/>
              <a:cxnLst>
                <a:cxn ang="0">
                  <a:pos x="T0" y="T1"/>
                </a:cxn>
                <a:cxn ang="0">
                  <a:pos x="T2" y="T3"/>
                </a:cxn>
                <a:cxn ang="0">
                  <a:pos x="T4" y="T5"/>
                </a:cxn>
                <a:cxn ang="0">
                  <a:pos x="T6" y="T7"/>
                </a:cxn>
                <a:cxn ang="0">
                  <a:pos x="T8" y="T9"/>
                </a:cxn>
              </a:cxnLst>
              <a:rect l="0" t="0" r="r" b="b"/>
              <a:pathLst>
                <a:path w="11" h="22">
                  <a:moveTo>
                    <a:pt x="2" y="22"/>
                  </a:moveTo>
                  <a:lnTo>
                    <a:pt x="0" y="1"/>
                  </a:lnTo>
                  <a:lnTo>
                    <a:pt x="8" y="0"/>
                  </a:lnTo>
                  <a:lnTo>
                    <a:pt x="11" y="21"/>
                  </a:lnTo>
                  <a:lnTo>
                    <a:pt x="2" y="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517">
              <a:extLst>
                <a:ext uri="{FF2B5EF4-FFF2-40B4-BE49-F238E27FC236}">
                  <a16:creationId xmlns:a16="http://schemas.microsoft.com/office/drawing/2014/main" id="{FD32DB97-9E11-48D0-8B16-3C19E74752F3}"/>
                </a:ext>
              </a:extLst>
            </p:cNvPr>
            <p:cNvSpPr>
              <a:spLocks/>
            </p:cNvSpPr>
            <p:nvPr/>
          </p:nvSpPr>
          <p:spPr bwMode="auto">
            <a:xfrm>
              <a:off x="7559676" y="1985963"/>
              <a:ext cx="19050" cy="44450"/>
            </a:xfrm>
            <a:custGeom>
              <a:avLst/>
              <a:gdLst>
                <a:gd name="T0" fmla="*/ 16 w 24"/>
                <a:gd name="T1" fmla="*/ 55 h 55"/>
                <a:gd name="T2" fmla="*/ 0 w 24"/>
                <a:gd name="T3" fmla="*/ 53 h 55"/>
                <a:gd name="T4" fmla="*/ 5 w 24"/>
                <a:gd name="T5" fmla="*/ 22 h 55"/>
                <a:gd name="T6" fmla="*/ 7 w 24"/>
                <a:gd name="T7" fmla="*/ 0 h 55"/>
                <a:gd name="T8" fmla="*/ 24 w 24"/>
                <a:gd name="T9" fmla="*/ 0 h 55"/>
                <a:gd name="T10" fmla="*/ 21 w 24"/>
                <a:gd name="T11" fmla="*/ 25 h 55"/>
                <a:gd name="T12" fmla="*/ 16 w 24"/>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24" h="55">
                  <a:moveTo>
                    <a:pt x="16" y="55"/>
                  </a:moveTo>
                  <a:lnTo>
                    <a:pt x="0" y="53"/>
                  </a:lnTo>
                  <a:lnTo>
                    <a:pt x="5" y="22"/>
                  </a:lnTo>
                  <a:cubicBezTo>
                    <a:pt x="6" y="14"/>
                    <a:pt x="7" y="7"/>
                    <a:pt x="7" y="0"/>
                  </a:cubicBezTo>
                  <a:lnTo>
                    <a:pt x="24" y="0"/>
                  </a:lnTo>
                  <a:cubicBezTo>
                    <a:pt x="24" y="8"/>
                    <a:pt x="23" y="16"/>
                    <a:pt x="21" y="25"/>
                  </a:cubicBezTo>
                  <a:lnTo>
                    <a:pt x="16" y="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1" name="Freeform 518">
              <a:extLst>
                <a:ext uri="{FF2B5EF4-FFF2-40B4-BE49-F238E27FC236}">
                  <a16:creationId xmlns:a16="http://schemas.microsoft.com/office/drawing/2014/main" id="{93C9254E-74CE-421A-A330-EDF878C4A605}"/>
                </a:ext>
              </a:extLst>
            </p:cNvPr>
            <p:cNvSpPr>
              <a:spLocks noEditPoints="1"/>
            </p:cNvSpPr>
            <p:nvPr/>
          </p:nvSpPr>
          <p:spPr bwMode="auto">
            <a:xfrm>
              <a:off x="7534276" y="2020888"/>
              <a:ext cx="46038" cy="87313"/>
            </a:xfrm>
            <a:custGeom>
              <a:avLst/>
              <a:gdLst>
                <a:gd name="T0" fmla="*/ 17 w 56"/>
                <a:gd name="T1" fmla="*/ 17 h 107"/>
                <a:gd name="T2" fmla="*/ 17 w 56"/>
                <a:gd name="T3" fmla="*/ 89 h 107"/>
                <a:gd name="T4" fmla="*/ 29 w 56"/>
                <a:gd name="T5" fmla="*/ 75 h 107"/>
                <a:gd name="T6" fmla="*/ 39 w 56"/>
                <a:gd name="T7" fmla="*/ 30 h 107"/>
                <a:gd name="T8" fmla="*/ 39 w 56"/>
                <a:gd name="T9" fmla="*/ 28 h 107"/>
                <a:gd name="T10" fmla="*/ 28 w 56"/>
                <a:gd name="T11" fmla="*/ 17 h 107"/>
                <a:gd name="T12" fmla="*/ 17 w 56"/>
                <a:gd name="T13" fmla="*/ 17 h 107"/>
                <a:gd name="T14" fmla="*/ 8 w 56"/>
                <a:gd name="T15" fmla="*/ 107 h 107"/>
                <a:gd name="T16" fmla="*/ 0 w 56"/>
                <a:gd name="T17" fmla="*/ 107 h 107"/>
                <a:gd name="T18" fmla="*/ 0 w 56"/>
                <a:gd name="T19" fmla="*/ 0 h 107"/>
                <a:gd name="T20" fmla="*/ 28 w 56"/>
                <a:gd name="T21" fmla="*/ 0 h 107"/>
                <a:gd name="T22" fmla="*/ 56 w 56"/>
                <a:gd name="T23" fmla="*/ 28 h 107"/>
                <a:gd name="T24" fmla="*/ 56 w 56"/>
                <a:gd name="T25" fmla="*/ 30 h 107"/>
                <a:gd name="T26" fmla="*/ 44 w 56"/>
                <a:gd name="T27" fmla="*/ 83 h 107"/>
                <a:gd name="T28" fmla="*/ 8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17" y="17"/>
                  </a:moveTo>
                  <a:lnTo>
                    <a:pt x="17" y="89"/>
                  </a:lnTo>
                  <a:cubicBezTo>
                    <a:pt x="21" y="87"/>
                    <a:pt x="24" y="84"/>
                    <a:pt x="29" y="75"/>
                  </a:cubicBezTo>
                  <a:cubicBezTo>
                    <a:pt x="35" y="62"/>
                    <a:pt x="39" y="46"/>
                    <a:pt x="39" y="30"/>
                  </a:cubicBezTo>
                  <a:lnTo>
                    <a:pt x="39" y="28"/>
                  </a:lnTo>
                  <a:cubicBezTo>
                    <a:pt x="39" y="22"/>
                    <a:pt x="34" y="17"/>
                    <a:pt x="28" y="17"/>
                  </a:cubicBezTo>
                  <a:lnTo>
                    <a:pt x="17" y="17"/>
                  </a:lnTo>
                  <a:close/>
                  <a:moveTo>
                    <a:pt x="8" y="107"/>
                  </a:moveTo>
                  <a:lnTo>
                    <a:pt x="0" y="107"/>
                  </a:lnTo>
                  <a:lnTo>
                    <a:pt x="0" y="0"/>
                  </a:lnTo>
                  <a:lnTo>
                    <a:pt x="28" y="0"/>
                  </a:lnTo>
                  <a:cubicBezTo>
                    <a:pt x="43" y="0"/>
                    <a:pt x="56" y="13"/>
                    <a:pt x="56" y="28"/>
                  </a:cubicBezTo>
                  <a:lnTo>
                    <a:pt x="56" y="30"/>
                  </a:lnTo>
                  <a:cubicBezTo>
                    <a:pt x="56" y="49"/>
                    <a:pt x="52" y="67"/>
                    <a:pt x="44" y="83"/>
                  </a:cubicBezTo>
                  <a:cubicBezTo>
                    <a:pt x="36" y="98"/>
                    <a:pt x="27" y="107"/>
                    <a:pt x="8" y="1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2" name="Freeform 519">
              <a:extLst>
                <a:ext uri="{FF2B5EF4-FFF2-40B4-BE49-F238E27FC236}">
                  <a16:creationId xmlns:a16="http://schemas.microsoft.com/office/drawing/2014/main" id="{206323C7-AA03-4E8E-B2E7-8F3FD2205058}"/>
                </a:ext>
              </a:extLst>
            </p:cNvPr>
            <p:cNvSpPr>
              <a:spLocks noEditPoints="1"/>
            </p:cNvSpPr>
            <p:nvPr/>
          </p:nvSpPr>
          <p:spPr bwMode="auto">
            <a:xfrm>
              <a:off x="7440614" y="2176463"/>
              <a:ext cx="101600" cy="103188"/>
            </a:xfrm>
            <a:custGeom>
              <a:avLst/>
              <a:gdLst>
                <a:gd name="T0" fmla="*/ 24 w 127"/>
                <a:gd name="T1" fmla="*/ 72 h 128"/>
                <a:gd name="T2" fmla="*/ 55 w 127"/>
                <a:gd name="T3" fmla="*/ 104 h 128"/>
                <a:gd name="T4" fmla="*/ 105 w 127"/>
                <a:gd name="T5" fmla="*/ 56 h 128"/>
                <a:gd name="T6" fmla="*/ 80 w 127"/>
                <a:gd name="T7" fmla="*/ 24 h 128"/>
                <a:gd name="T8" fmla="*/ 24 w 127"/>
                <a:gd name="T9" fmla="*/ 72 h 128"/>
                <a:gd name="T10" fmla="*/ 55 w 127"/>
                <a:gd name="T11" fmla="*/ 128 h 128"/>
                <a:gd name="T12" fmla="*/ 0 w 127"/>
                <a:gd name="T13" fmla="*/ 71 h 128"/>
                <a:gd name="T14" fmla="*/ 83 w 127"/>
                <a:gd name="T15" fmla="*/ 0 h 128"/>
                <a:gd name="T16" fmla="*/ 127 w 127"/>
                <a:gd name="T17" fmla="*/ 58 h 128"/>
                <a:gd name="T18" fmla="*/ 55 w 127"/>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28">
                  <a:moveTo>
                    <a:pt x="24" y="72"/>
                  </a:moveTo>
                  <a:lnTo>
                    <a:pt x="55" y="104"/>
                  </a:lnTo>
                  <a:lnTo>
                    <a:pt x="105" y="56"/>
                  </a:lnTo>
                  <a:lnTo>
                    <a:pt x="80" y="24"/>
                  </a:lnTo>
                  <a:lnTo>
                    <a:pt x="24" y="72"/>
                  </a:lnTo>
                  <a:close/>
                  <a:moveTo>
                    <a:pt x="55" y="128"/>
                  </a:moveTo>
                  <a:lnTo>
                    <a:pt x="0" y="71"/>
                  </a:lnTo>
                  <a:lnTo>
                    <a:pt x="83" y="0"/>
                  </a:lnTo>
                  <a:lnTo>
                    <a:pt x="127" y="58"/>
                  </a:lnTo>
                  <a:lnTo>
                    <a:pt x="55"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520">
              <a:extLst>
                <a:ext uri="{FF2B5EF4-FFF2-40B4-BE49-F238E27FC236}">
                  <a16:creationId xmlns:a16="http://schemas.microsoft.com/office/drawing/2014/main" id="{BA1230D2-B4C1-432F-B0E3-6678D6FBF1E2}"/>
                </a:ext>
              </a:extLst>
            </p:cNvPr>
            <p:cNvSpPr>
              <a:spLocks noEditPoints="1"/>
            </p:cNvSpPr>
            <p:nvPr/>
          </p:nvSpPr>
          <p:spPr bwMode="auto">
            <a:xfrm>
              <a:off x="7356476" y="2176463"/>
              <a:ext cx="103188" cy="103188"/>
            </a:xfrm>
            <a:custGeom>
              <a:avLst/>
              <a:gdLst>
                <a:gd name="T0" fmla="*/ 23 w 128"/>
                <a:gd name="T1" fmla="*/ 56 h 128"/>
                <a:gd name="T2" fmla="*/ 73 w 128"/>
                <a:gd name="T3" fmla="*/ 104 h 128"/>
                <a:gd name="T4" fmla="*/ 104 w 128"/>
                <a:gd name="T5" fmla="*/ 72 h 128"/>
                <a:gd name="T6" fmla="*/ 47 w 128"/>
                <a:gd name="T7" fmla="*/ 24 h 128"/>
                <a:gd name="T8" fmla="*/ 23 w 128"/>
                <a:gd name="T9" fmla="*/ 56 h 128"/>
                <a:gd name="T10" fmla="*/ 73 w 128"/>
                <a:gd name="T11" fmla="*/ 128 h 128"/>
                <a:gd name="T12" fmla="*/ 0 w 128"/>
                <a:gd name="T13" fmla="*/ 58 h 128"/>
                <a:gd name="T14" fmla="*/ 45 w 128"/>
                <a:gd name="T15" fmla="*/ 0 h 128"/>
                <a:gd name="T16" fmla="*/ 128 w 128"/>
                <a:gd name="T17" fmla="*/ 71 h 128"/>
                <a:gd name="T18" fmla="*/ 73 w 128"/>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28">
                  <a:moveTo>
                    <a:pt x="23" y="56"/>
                  </a:moveTo>
                  <a:lnTo>
                    <a:pt x="73" y="104"/>
                  </a:lnTo>
                  <a:lnTo>
                    <a:pt x="104" y="72"/>
                  </a:lnTo>
                  <a:lnTo>
                    <a:pt x="47" y="24"/>
                  </a:lnTo>
                  <a:lnTo>
                    <a:pt x="23" y="56"/>
                  </a:lnTo>
                  <a:close/>
                  <a:moveTo>
                    <a:pt x="73" y="128"/>
                  </a:moveTo>
                  <a:lnTo>
                    <a:pt x="0" y="58"/>
                  </a:lnTo>
                  <a:lnTo>
                    <a:pt x="45" y="0"/>
                  </a:lnTo>
                  <a:lnTo>
                    <a:pt x="128" y="71"/>
                  </a:lnTo>
                  <a:lnTo>
                    <a:pt x="73" y="12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521">
              <a:extLst>
                <a:ext uri="{FF2B5EF4-FFF2-40B4-BE49-F238E27FC236}">
                  <a16:creationId xmlns:a16="http://schemas.microsoft.com/office/drawing/2014/main" id="{D5164C38-BD42-4F9B-9818-F57C1CC62790}"/>
                </a:ext>
              </a:extLst>
            </p:cNvPr>
            <p:cNvSpPr>
              <a:spLocks noEditPoints="1"/>
            </p:cNvSpPr>
            <p:nvPr/>
          </p:nvSpPr>
          <p:spPr bwMode="auto">
            <a:xfrm>
              <a:off x="7250114" y="2212976"/>
              <a:ext cx="119063" cy="73025"/>
            </a:xfrm>
            <a:custGeom>
              <a:avLst/>
              <a:gdLst>
                <a:gd name="T0" fmla="*/ 25 w 148"/>
                <a:gd name="T1" fmla="*/ 43 h 91"/>
                <a:gd name="T2" fmla="*/ 41 w 148"/>
                <a:gd name="T3" fmla="*/ 71 h 91"/>
                <a:gd name="T4" fmla="*/ 121 w 148"/>
                <a:gd name="T5" fmla="*/ 42 h 91"/>
                <a:gd name="T6" fmla="*/ 104 w 148"/>
                <a:gd name="T7" fmla="*/ 20 h 91"/>
                <a:gd name="T8" fmla="*/ 25 w 148"/>
                <a:gd name="T9" fmla="*/ 43 h 91"/>
                <a:gd name="T10" fmla="*/ 34 w 148"/>
                <a:gd name="T11" fmla="*/ 91 h 91"/>
                <a:gd name="T12" fmla="*/ 0 w 148"/>
                <a:gd name="T13" fmla="*/ 33 h 91"/>
                <a:gd name="T14" fmla="*/ 110 w 148"/>
                <a:gd name="T15" fmla="*/ 0 h 91"/>
                <a:gd name="T16" fmla="*/ 148 w 148"/>
                <a:gd name="T17" fmla="*/ 50 h 91"/>
                <a:gd name="T18" fmla="*/ 3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5" y="43"/>
                  </a:moveTo>
                  <a:lnTo>
                    <a:pt x="41" y="71"/>
                  </a:lnTo>
                  <a:lnTo>
                    <a:pt x="121" y="42"/>
                  </a:lnTo>
                  <a:lnTo>
                    <a:pt x="104" y="20"/>
                  </a:lnTo>
                  <a:lnTo>
                    <a:pt x="25" y="43"/>
                  </a:lnTo>
                  <a:close/>
                  <a:moveTo>
                    <a:pt x="34" y="91"/>
                  </a:moveTo>
                  <a:lnTo>
                    <a:pt x="0" y="33"/>
                  </a:lnTo>
                  <a:lnTo>
                    <a:pt x="110" y="0"/>
                  </a:lnTo>
                  <a:lnTo>
                    <a:pt x="148" y="50"/>
                  </a:lnTo>
                  <a:lnTo>
                    <a:pt x="3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522">
              <a:extLst>
                <a:ext uri="{FF2B5EF4-FFF2-40B4-BE49-F238E27FC236}">
                  <a16:creationId xmlns:a16="http://schemas.microsoft.com/office/drawing/2014/main" id="{C1325572-5406-4567-95F4-4AA2C80B5E1F}"/>
                </a:ext>
              </a:extLst>
            </p:cNvPr>
            <p:cNvSpPr>
              <a:spLocks noEditPoints="1"/>
            </p:cNvSpPr>
            <p:nvPr/>
          </p:nvSpPr>
          <p:spPr bwMode="auto">
            <a:xfrm>
              <a:off x="7531101" y="2212976"/>
              <a:ext cx="119063" cy="73025"/>
            </a:xfrm>
            <a:custGeom>
              <a:avLst/>
              <a:gdLst>
                <a:gd name="T0" fmla="*/ 27 w 148"/>
                <a:gd name="T1" fmla="*/ 42 h 91"/>
                <a:gd name="T2" fmla="*/ 107 w 148"/>
                <a:gd name="T3" fmla="*/ 71 h 91"/>
                <a:gd name="T4" fmla="*/ 123 w 148"/>
                <a:gd name="T5" fmla="*/ 43 h 91"/>
                <a:gd name="T6" fmla="*/ 44 w 148"/>
                <a:gd name="T7" fmla="*/ 20 h 91"/>
                <a:gd name="T8" fmla="*/ 27 w 148"/>
                <a:gd name="T9" fmla="*/ 42 h 91"/>
                <a:gd name="T10" fmla="*/ 114 w 148"/>
                <a:gd name="T11" fmla="*/ 91 h 91"/>
                <a:gd name="T12" fmla="*/ 0 w 148"/>
                <a:gd name="T13" fmla="*/ 50 h 91"/>
                <a:gd name="T14" fmla="*/ 38 w 148"/>
                <a:gd name="T15" fmla="*/ 0 h 91"/>
                <a:gd name="T16" fmla="*/ 148 w 148"/>
                <a:gd name="T17" fmla="*/ 33 h 91"/>
                <a:gd name="T18" fmla="*/ 11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7" y="42"/>
                  </a:moveTo>
                  <a:lnTo>
                    <a:pt x="107" y="71"/>
                  </a:lnTo>
                  <a:lnTo>
                    <a:pt x="123" y="43"/>
                  </a:lnTo>
                  <a:lnTo>
                    <a:pt x="44" y="20"/>
                  </a:lnTo>
                  <a:lnTo>
                    <a:pt x="27" y="42"/>
                  </a:lnTo>
                  <a:close/>
                  <a:moveTo>
                    <a:pt x="114" y="91"/>
                  </a:moveTo>
                  <a:lnTo>
                    <a:pt x="0" y="50"/>
                  </a:lnTo>
                  <a:lnTo>
                    <a:pt x="38" y="0"/>
                  </a:lnTo>
                  <a:lnTo>
                    <a:pt x="148" y="33"/>
                  </a:lnTo>
                  <a:lnTo>
                    <a:pt x="11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523">
              <a:extLst>
                <a:ext uri="{FF2B5EF4-FFF2-40B4-BE49-F238E27FC236}">
                  <a16:creationId xmlns:a16="http://schemas.microsoft.com/office/drawing/2014/main" id="{25FFCAD8-32FC-424C-A229-E4AAECF891F0}"/>
                </a:ext>
              </a:extLst>
            </p:cNvPr>
            <p:cNvSpPr>
              <a:spLocks noEditPoints="1"/>
            </p:cNvSpPr>
            <p:nvPr/>
          </p:nvSpPr>
          <p:spPr bwMode="auto">
            <a:xfrm>
              <a:off x="7305676" y="1830388"/>
              <a:ext cx="292100" cy="179388"/>
            </a:xfrm>
            <a:custGeom>
              <a:avLst/>
              <a:gdLst>
                <a:gd name="T0" fmla="*/ 185 w 363"/>
                <a:gd name="T1" fmla="*/ 26 h 222"/>
                <a:gd name="T2" fmla="*/ 63 w 363"/>
                <a:gd name="T3" fmla="*/ 67 h 222"/>
                <a:gd name="T4" fmla="*/ 16 w 363"/>
                <a:gd name="T5" fmla="*/ 175 h 222"/>
                <a:gd name="T6" fmla="*/ 47 w 363"/>
                <a:gd name="T7" fmla="*/ 206 h 222"/>
                <a:gd name="T8" fmla="*/ 78 w 363"/>
                <a:gd name="T9" fmla="*/ 177 h 222"/>
                <a:gd name="T10" fmla="*/ 78 w 363"/>
                <a:gd name="T11" fmla="*/ 174 h 222"/>
                <a:gd name="T12" fmla="*/ 98 w 363"/>
                <a:gd name="T13" fmla="*/ 126 h 222"/>
                <a:gd name="T14" fmla="*/ 143 w 363"/>
                <a:gd name="T15" fmla="*/ 103 h 222"/>
                <a:gd name="T16" fmla="*/ 147 w 363"/>
                <a:gd name="T17" fmla="*/ 102 h 222"/>
                <a:gd name="T18" fmla="*/ 151 w 363"/>
                <a:gd name="T19" fmla="*/ 118 h 222"/>
                <a:gd name="T20" fmla="*/ 146 w 363"/>
                <a:gd name="T21" fmla="*/ 119 h 222"/>
                <a:gd name="T22" fmla="*/ 110 w 363"/>
                <a:gd name="T23" fmla="*/ 138 h 222"/>
                <a:gd name="T24" fmla="*/ 101 w 363"/>
                <a:gd name="T25" fmla="*/ 153 h 222"/>
                <a:gd name="T26" fmla="*/ 335 w 363"/>
                <a:gd name="T27" fmla="*/ 153 h 222"/>
                <a:gd name="T28" fmla="*/ 338 w 363"/>
                <a:gd name="T29" fmla="*/ 122 h 222"/>
                <a:gd name="T30" fmla="*/ 228 w 363"/>
                <a:gd name="T31" fmla="*/ 31 h 222"/>
                <a:gd name="T32" fmla="*/ 185 w 363"/>
                <a:gd name="T33" fmla="*/ 26 h 222"/>
                <a:gd name="T34" fmla="*/ 47 w 363"/>
                <a:gd name="T35" fmla="*/ 222 h 222"/>
                <a:gd name="T36" fmla="*/ 0 w 363"/>
                <a:gd name="T37" fmla="*/ 175 h 222"/>
                <a:gd name="T38" fmla="*/ 51 w 363"/>
                <a:gd name="T39" fmla="*/ 55 h 222"/>
                <a:gd name="T40" fmla="*/ 232 w 363"/>
                <a:gd name="T41" fmla="*/ 14 h 222"/>
                <a:gd name="T42" fmla="*/ 353 w 363"/>
                <a:gd name="T43" fmla="*/ 115 h 222"/>
                <a:gd name="T44" fmla="*/ 347 w 363"/>
                <a:gd name="T45" fmla="*/ 165 h 222"/>
                <a:gd name="T46" fmla="*/ 344 w 363"/>
                <a:gd name="T47" fmla="*/ 169 h 222"/>
                <a:gd name="T48" fmla="*/ 95 w 363"/>
                <a:gd name="T49" fmla="*/ 169 h 222"/>
                <a:gd name="T50" fmla="*/ 94 w 363"/>
                <a:gd name="T51" fmla="*/ 176 h 222"/>
                <a:gd name="T52" fmla="*/ 94 w 363"/>
                <a:gd name="T53" fmla="*/ 178 h 222"/>
                <a:gd name="T54" fmla="*/ 47 w 363"/>
                <a:gd name="T5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222">
                  <a:moveTo>
                    <a:pt x="185" y="26"/>
                  </a:moveTo>
                  <a:cubicBezTo>
                    <a:pt x="134" y="26"/>
                    <a:pt x="87" y="45"/>
                    <a:pt x="63" y="67"/>
                  </a:cubicBezTo>
                  <a:cubicBezTo>
                    <a:pt x="33" y="95"/>
                    <a:pt x="16" y="134"/>
                    <a:pt x="16" y="175"/>
                  </a:cubicBezTo>
                  <a:cubicBezTo>
                    <a:pt x="16" y="192"/>
                    <a:pt x="30" y="206"/>
                    <a:pt x="47" y="206"/>
                  </a:cubicBezTo>
                  <a:cubicBezTo>
                    <a:pt x="63" y="206"/>
                    <a:pt x="76" y="193"/>
                    <a:pt x="78" y="177"/>
                  </a:cubicBezTo>
                  <a:lnTo>
                    <a:pt x="78" y="174"/>
                  </a:lnTo>
                  <a:cubicBezTo>
                    <a:pt x="79" y="160"/>
                    <a:pt x="87" y="138"/>
                    <a:pt x="98" y="126"/>
                  </a:cubicBezTo>
                  <a:cubicBezTo>
                    <a:pt x="113" y="110"/>
                    <a:pt x="129" y="106"/>
                    <a:pt x="143" y="103"/>
                  </a:cubicBezTo>
                  <a:lnTo>
                    <a:pt x="147" y="102"/>
                  </a:lnTo>
                  <a:lnTo>
                    <a:pt x="151" y="118"/>
                  </a:lnTo>
                  <a:lnTo>
                    <a:pt x="146" y="119"/>
                  </a:lnTo>
                  <a:cubicBezTo>
                    <a:pt x="133" y="122"/>
                    <a:pt x="122" y="125"/>
                    <a:pt x="110" y="138"/>
                  </a:cubicBezTo>
                  <a:cubicBezTo>
                    <a:pt x="107" y="141"/>
                    <a:pt x="103" y="147"/>
                    <a:pt x="101" y="153"/>
                  </a:cubicBezTo>
                  <a:lnTo>
                    <a:pt x="335" y="153"/>
                  </a:lnTo>
                  <a:cubicBezTo>
                    <a:pt x="338" y="146"/>
                    <a:pt x="342" y="133"/>
                    <a:pt x="338" y="122"/>
                  </a:cubicBezTo>
                  <a:cubicBezTo>
                    <a:pt x="313" y="61"/>
                    <a:pt x="265" y="39"/>
                    <a:pt x="228" y="31"/>
                  </a:cubicBezTo>
                  <a:cubicBezTo>
                    <a:pt x="214" y="27"/>
                    <a:pt x="199" y="26"/>
                    <a:pt x="185" y="26"/>
                  </a:cubicBezTo>
                  <a:close/>
                  <a:moveTo>
                    <a:pt x="47" y="222"/>
                  </a:moveTo>
                  <a:cubicBezTo>
                    <a:pt x="21" y="222"/>
                    <a:pt x="0" y="201"/>
                    <a:pt x="0" y="175"/>
                  </a:cubicBezTo>
                  <a:cubicBezTo>
                    <a:pt x="0" y="129"/>
                    <a:pt x="18" y="86"/>
                    <a:pt x="51" y="55"/>
                  </a:cubicBezTo>
                  <a:cubicBezTo>
                    <a:pt x="91" y="17"/>
                    <a:pt x="167" y="0"/>
                    <a:pt x="232" y="14"/>
                  </a:cubicBezTo>
                  <a:cubicBezTo>
                    <a:pt x="272" y="23"/>
                    <a:pt x="326" y="48"/>
                    <a:pt x="353" y="115"/>
                  </a:cubicBezTo>
                  <a:cubicBezTo>
                    <a:pt x="363" y="140"/>
                    <a:pt x="347" y="164"/>
                    <a:pt x="347" y="165"/>
                  </a:cubicBezTo>
                  <a:lnTo>
                    <a:pt x="344" y="169"/>
                  </a:lnTo>
                  <a:lnTo>
                    <a:pt x="95" y="169"/>
                  </a:lnTo>
                  <a:cubicBezTo>
                    <a:pt x="95" y="171"/>
                    <a:pt x="95" y="174"/>
                    <a:pt x="94" y="176"/>
                  </a:cubicBezTo>
                  <a:lnTo>
                    <a:pt x="94" y="178"/>
                  </a:lnTo>
                  <a:cubicBezTo>
                    <a:pt x="92" y="203"/>
                    <a:pt x="72" y="222"/>
                    <a:pt x="4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524">
              <a:extLst>
                <a:ext uri="{FF2B5EF4-FFF2-40B4-BE49-F238E27FC236}">
                  <a16:creationId xmlns:a16="http://schemas.microsoft.com/office/drawing/2014/main" id="{05C3399D-4AEE-4F98-91C7-4A203433BF01}"/>
                </a:ext>
              </a:extLst>
            </p:cNvPr>
            <p:cNvSpPr>
              <a:spLocks/>
            </p:cNvSpPr>
            <p:nvPr/>
          </p:nvSpPr>
          <p:spPr bwMode="auto">
            <a:xfrm>
              <a:off x="7373939" y="1960563"/>
              <a:ext cx="212725" cy="30163"/>
            </a:xfrm>
            <a:custGeom>
              <a:avLst/>
              <a:gdLst>
                <a:gd name="T0" fmla="*/ 257 w 265"/>
                <a:gd name="T1" fmla="*/ 39 h 39"/>
                <a:gd name="T2" fmla="*/ 0 w 265"/>
                <a:gd name="T3" fmla="*/ 39 h 39"/>
                <a:gd name="T4" fmla="*/ 0 w 265"/>
                <a:gd name="T5" fmla="*/ 23 h 39"/>
                <a:gd name="T6" fmla="*/ 249 w 265"/>
                <a:gd name="T7" fmla="*/ 23 h 39"/>
                <a:gd name="T8" fmla="*/ 249 w 265"/>
                <a:gd name="T9" fmla="*/ 0 h 39"/>
                <a:gd name="T10" fmla="*/ 265 w 265"/>
                <a:gd name="T11" fmla="*/ 0 h 39"/>
                <a:gd name="T12" fmla="*/ 265 w 265"/>
                <a:gd name="T13" fmla="*/ 31 h 39"/>
                <a:gd name="T14" fmla="*/ 257 w 265"/>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5" h="39">
                  <a:moveTo>
                    <a:pt x="257" y="39"/>
                  </a:moveTo>
                  <a:lnTo>
                    <a:pt x="0" y="39"/>
                  </a:lnTo>
                  <a:lnTo>
                    <a:pt x="0" y="23"/>
                  </a:lnTo>
                  <a:lnTo>
                    <a:pt x="249" y="23"/>
                  </a:lnTo>
                  <a:lnTo>
                    <a:pt x="249" y="0"/>
                  </a:lnTo>
                  <a:lnTo>
                    <a:pt x="265" y="0"/>
                  </a:lnTo>
                  <a:lnTo>
                    <a:pt x="265" y="31"/>
                  </a:lnTo>
                  <a:cubicBezTo>
                    <a:pt x="265" y="36"/>
                    <a:pt x="261" y="39"/>
                    <a:pt x="25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8" name="Freeform 525">
              <a:extLst>
                <a:ext uri="{FF2B5EF4-FFF2-40B4-BE49-F238E27FC236}">
                  <a16:creationId xmlns:a16="http://schemas.microsoft.com/office/drawing/2014/main" id="{25C17990-493A-4AA9-A14C-DD3308BD52E7}"/>
                </a:ext>
              </a:extLst>
            </p:cNvPr>
            <p:cNvSpPr>
              <a:spLocks noEditPoints="1"/>
            </p:cNvSpPr>
            <p:nvPr/>
          </p:nvSpPr>
          <p:spPr bwMode="auto">
            <a:xfrm>
              <a:off x="7418389" y="1881188"/>
              <a:ext cx="63500" cy="61913"/>
            </a:xfrm>
            <a:custGeom>
              <a:avLst/>
              <a:gdLst>
                <a:gd name="T0" fmla="*/ 39 w 78"/>
                <a:gd name="T1" fmla="*/ 17 h 78"/>
                <a:gd name="T2" fmla="*/ 17 w 78"/>
                <a:gd name="T3" fmla="*/ 39 h 78"/>
                <a:gd name="T4" fmla="*/ 39 w 78"/>
                <a:gd name="T5" fmla="*/ 61 h 78"/>
                <a:gd name="T6" fmla="*/ 61 w 78"/>
                <a:gd name="T7" fmla="*/ 39 h 78"/>
                <a:gd name="T8" fmla="*/ 39 w 78"/>
                <a:gd name="T9" fmla="*/ 17 h 78"/>
                <a:gd name="T10" fmla="*/ 39 w 78"/>
                <a:gd name="T11" fmla="*/ 78 h 78"/>
                <a:gd name="T12" fmla="*/ 0 w 78"/>
                <a:gd name="T13" fmla="*/ 39 h 78"/>
                <a:gd name="T14" fmla="*/ 39 w 78"/>
                <a:gd name="T15" fmla="*/ 0 h 78"/>
                <a:gd name="T16" fmla="*/ 78 w 78"/>
                <a:gd name="T17" fmla="*/ 39 h 78"/>
                <a:gd name="T18" fmla="*/ 39 w 78"/>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78">
                  <a:moveTo>
                    <a:pt x="39" y="17"/>
                  </a:moveTo>
                  <a:cubicBezTo>
                    <a:pt x="27" y="17"/>
                    <a:pt x="17" y="27"/>
                    <a:pt x="17" y="39"/>
                  </a:cubicBezTo>
                  <a:cubicBezTo>
                    <a:pt x="17" y="51"/>
                    <a:pt x="27" y="61"/>
                    <a:pt x="39" y="61"/>
                  </a:cubicBezTo>
                  <a:cubicBezTo>
                    <a:pt x="51" y="61"/>
                    <a:pt x="61" y="51"/>
                    <a:pt x="61" y="39"/>
                  </a:cubicBezTo>
                  <a:cubicBezTo>
                    <a:pt x="61" y="27"/>
                    <a:pt x="51" y="17"/>
                    <a:pt x="39" y="17"/>
                  </a:cubicBezTo>
                  <a:close/>
                  <a:moveTo>
                    <a:pt x="39" y="78"/>
                  </a:moveTo>
                  <a:cubicBezTo>
                    <a:pt x="18" y="78"/>
                    <a:pt x="0" y="60"/>
                    <a:pt x="0" y="39"/>
                  </a:cubicBezTo>
                  <a:cubicBezTo>
                    <a:pt x="0" y="18"/>
                    <a:pt x="18" y="0"/>
                    <a:pt x="39" y="0"/>
                  </a:cubicBezTo>
                  <a:cubicBezTo>
                    <a:pt x="60" y="0"/>
                    <a:pt x="78" y="18"/>
                    <a:pt x="78" y="39"/>
                  </a:cubicBezTo>
                  <a:cubicBezTo>
                    <a:pt x="78" y="60"/>
                    <a:pt x="60" y="78"/>
                    <a:pt x="39"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9" name="Rectangle 526">
              <a:extLst>
                <a:ext uri="{FF2B5EF4-FFF2-40B4-BE49-F238E27FC236}">
                  <a16:creationId xmlns:a16="http://schemas.microsoft.com/office/drawing/2014/main" id="{374620A2-5DF7-4F9C-B911-00C3ED51C748}"/>
                </a:ext>
              </a:extLst>
            </p:cNvPr>
            <p:cNvSpPr>
              <a:spLocks noChangeArrowheads="1"/>
            </p:cNvSpPr>
            <p:nvPr/>
          </p:nvSpPr>
          <p:spPr bwMode="auto">
            <a:xfrm>
              <a:off x="7443789" y="2235201"/>
              <a:ext cx="12700" cy="1000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6" name="International_team" descr="{&quot;Key&quot;:&quot;POWER_USER_SHAPE_ICON&quot;,&quot;Value&quot;:&quot;POWER_USER_SHAPE_ICON_STYLE_1&quot;}">
            <a:extLst>
              <a:ext uri="{FF2B5EF4-FFF2-40B4-BE49-F238E27FC236}">
                <a16:creationId xmlns:a16="http://schemas.microsoft.com/office/drawing/2014/main" id="{FFA9969B-E039-4E57-8624-3E42825A0BBB}"/>
              </a:ext>
            </a:extLst>
          </p:cNvPr>
          <p:cNvGrpSpPr>
            <a:grpSpLocks noChangeAspect="1"/>
          </p:cNvGrpSpPr>
          <p:nvPr/>
        </p:nvGrpSpPr>
        <p:grpSpPr>
          <a:xfrm>
            <a:off x="10327033" y="2257457"/>
            <a:ext cx="409864" cy="580160"/>
            <a:chOff x="4384675" y="2614613"/>
            <a:chExt cx="450850" cy="638176"/>
          </a:xfrm>
          <a:solidFill>
            <a:schemeClr val="accent2"/>
          </a:solidFill>
        </p:grpSpPr>
        <p:sp>
          <p:nvSpPr>
            <p:cNvPr id="277" name="Freeform 106">
              <a:extLst>
                <a:ext uri="{FF2B5EF4-FFF2-40B4-BE49-F238E27FC236}">
                  <a16:creationId xmlns:a16="http://schemas.microsoft.com/office/drawing/2014/main" id="{C348730C-6BF7-4C61-8293-BB6B6CAE9B42}"/>
                </a:ext>
              </a:extLst>
            </p:cNvPr>
            <p:cNvSpPr>
              <a:spLocks noEditPoints="1"/>
            </p:cNvSpPr>
            <p:nvPr/>
          </p:nvSpPr>
          <p:spPr bwMode="auto">
            <a:xfrm>
              <a:off x="4384675" y="2708276"/>
              <a:ext cx="450850" cy="544513"/>
            </a:xfrm>
            <a:custGeom>
              <a:avLst/>
              <a:gdLst>
                <a:gd name="T0" fmla="*/ 655 w 755"/>
                <a:gd name="T1" fmla="*/ 736 h 911"/>
                <a:gd name="T2" fmla="*/ 211 w 755"/>
                <a:gd name="T3" fmla="*/ 736 h 911"/>
                <a:gd name="T4" fmla="*/ 281 w 755"/>
                <a:gd name="T5" fmla="*/ 203 h 911"/>
                <a:gd name="T6" fmla="*/ 281 w 755"/>
                <a:gd name="T7" fmla="*/ 203 h 911"/>
                <a:gd name="T8" fmla="*/ 198 w 755"/>
                <a:gd name="T9" fmla="*/ 34 h 911"/>
                <a:gd name="T10" fmla="*/ 232 w 755"/>
                <a:gd name="T11" fmla="*/ 185 h 911"/>
                <a:gd name="T12" fmla="*/ 169 w 755"/>
                <a:gd name="T13" fmla="*/ 87 h 911"/>
                <a:gd name="T14" fmla="*/ 149 w 755"/>
                <a:gd name="T15" fmla="*/ 233 h 911"/>
                <a:gd name="T16" fmla="*/ 364 w 755"/>
                <a:gd name="T17" fmla="*/ 87 h 911"/>
                <a:gd name="T18" fmla="*/ 368 w 755"/>
                <a:gd name="T19" fmla="*/ 91 h 911"/>
                <a:gd name="T20" fmla="*/ 377 w 755"/>
                <a:gd name="T21" fmla="*/ 94 h 911"/>
                <a:gd name="T22" fmla="*/ 387 w 755"/>
                <a:gd name="T23" fmla="*/ 91 h 911"/>
                <a:gd name="T24" fmla="*/ 391 w 755"/>
                <a:gd name="T25" fmla="*/ 87 h 911"/>
                <a:gd name="T26" fmla="*/ 490 w 755"/>
                <a:gd name="T27" fmla="*/ 173 h 911"/>
                <a:gd name="T28" fmla="*/ 457 w 755"/>
                <a:gd name="T29" fmla="*/ 87 h 911"/>
                <a:gd name="T30" fmla="*/ 378 w 755"/>
                <a:gd name="T31" fmla="*/ 156 h 911"/>
                <a:gd name="T32" fmla="*/ 298 w 755"/>
                <a:gd name="T33" fmla="*/ 87 h 911"/>
                <a:gd name="T34" fmla="*/ 265 w 755"/>
                <a:gd name="T35" fmla="*/ 173 h 911"/>
                <a:gd name="T36" fmla="*/ 557 w 755"/>
                <a:gd name="T37" fmla="*/ 34 h 911"/>
                <a:gd name="T38" fmla="*/ 606 w 755"/>
                <a:gd name="T39" fmla="*/ 233 h 911"/>
                <a:gd name="T40" fmla="*/ 587 w 755"/>
                <a:gd name="T41" fmla="*/ 87 h 911"/>
                <a:gd name="T42" fmla="*/ 524 w 755"/>
                <a:gd name="T43" fmla="*/ 185 h 911"/>
                <a:gd name="T44" fmla="*/ 557 w 755"/>
                <a:gd name="T45" fmla="*/ 34 h 911"/>
                <a:gd name="T46" fmla="*/ 475 w 755"/>
                <a:gd name="T47" fmla="*/ 203 h 911"/>
                <a:gd name="T48" fmla="*/ 721 w 755"/>
                <a:gd name="T49" fmla="*/ 550 h 911"/>
                <a:gd name="T50" fmla="*/ 575 w 755"/>
                <a:gd name="T51" fmla="*/ 550 h 911"/>
                <a:gd name="T52" fmla="*/ 541 w 755"/>
                <a:gd name="T53" fmla="*/ 550 h 911"/>
                <a:gd name="T54" fmla="*/ 394 w 755"/>
                <a:gd name="T55" fmla="*/ 876 h 911"/>
                <a:gd name="T56" fmla="*/ 394 w 755"/>
                <a:gd name="T57" fmla="*/ 876 h 911"/>
                <a:gd name="T58" fmla="*/ 247 w 755"/>
                <a:gd name="T59" fmla="*/ 736 h 911"/>
                <a:gd name="T60" fmla="*/ 361 w 755"/>
                <a:gd name="T61" fmla="*/ 550 h 911"/>
                <a:gd name="T62" fmla="*/ 214 w 755"/>
                <a:gd name="T63" fmla="*/ 550 h 911"/>
                <a:gd name="T64" fmla="*/ 214 w 755"/>
                <a:gd name="T65" fmla="*/ 517 h 911"/>
                <a:gd name="T66" fmla="*/ 361 w 755"/>
                <a:gd name="T67" fmla="*/ 191 h 911"/>
                <a:gd name="T68" fmla="*/ 361 w 755"/>
                <a:gd name="T69" fmla="*/ 191 h 911"/>
                <a:gd name="T70" fmla="*/ 509 w 755"/>
                <a:gd name="T71" fmla="*/ 330 h 911"/>
                <a:gd name="T72" fmla="*/ 394 w 755"/>
                <a:gd name="T73" fmla="*/ 517 h 911"/>
                <a:gd name="T74" fmla="*/ 541 w 755"/>
                <a:gd name="T75" fmla="*/ 517 h 911"/>
                <a:gd name="T76" fmla="*/ 554 w 755"/>
                <a:gd name="T77" fmla="*/ 364 h 911"/>
                <a:gd name="T78" fmla="*/ 78 w 755"/>
                <a:gd name="T79" fmla="*/ 364 h 911"/>
                <a:gd name="T80" fmla="*/ 34 w 755"/>
                <a:gd name="T81" fmla="*/ 517 h 911"/>
                <a:gd name="T82" fmla="*/ 181 w 755"/>
                <a:gd name="T83" fmla="*/ 550 h 911"/>
                <a:gd name="T84" fmla="*/ 34 w 755"/>
                <a:gd name="T85" fmla="*/ 550 h 911"/>
                <a:gd name="T86" fmla="*/ 702 w 755"/>
                <a:gd name="T87" fmla="*/ 341 h 911"/>
                <a:gd name="T88" fmla="*/ 653 w 755"/>
                <a:gd name="T89" fmla="*/ 208 h 911"/>
                <a:gd name="T90" fmla="*/ 535 w 755"/>
                <a:gd name="T91" fmla="*/ 7 h 911"/>
                <a:gd name="T92" fmla="*/ 406 w 755"/>
                <a:gd name="T93" fmla="*/ 7 h 911"/>
                <a:gd name="T94" fmla="*/ 336 w 755"/>
                <a:gd name="T95" fmla="*/ 0 h 911"/>
                <a:gd name="T96" fmla="*/ 207 w 755"/>
                <a:gd name="T97" fmla="*/ 0 h 911"/>
                <a:gd name="T98" fmla="*/ 123 w 755"/>
                <a:gd name="T99" fmla="*/ 254 h 911"/>
                <a:gd name="T100" fmla="*/ 702 w 755"/>
                <a:gd name="T101" fmla="*/ 727 h 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55" h="911">
                  <a:moveTo>
                    <a:pt x="475" y="864"/>
                  </a:moveTo>
                  <a:cubicBezTo>
                    <a:pt x="503" y="833"/>
                    <a:pt x="527" y="789"/>
                    <a:pt x="545" y="736"/>
                  </a:cubicBezTo>
                  <a:lnTo>
                    <a:pt x="655" y="736"/>
                  </a:lnTo>
                  <a:cubicBezTo>
                    <a:pt x="611" y="797"/>
                    <a:pt x="548" y="842"/>
                    <a:pt x="475" y="864"/>
                  </a:cubicBezTo>
                  <a:close/>
                  <a:moveTo>
                    <a:pt x="100" y="736"/>
                  </a:moveTo>
                  <a:lnTo>
                    <a:pt x="211" y="736"/>
                  </a:lnTo>
                  <a:cubicBezTo>
                    <a:pt x="228" y="789"/>
                    <a:pt x="252" y="833"/>
                    <a:pt x="281" y="864"/>
                  </a:cubicBezTo>
                  <a:cubicBezTo>
                    <a:pt x="207" y="842"/>
                    <a:pt x="144" y="797"/>
                    <a:pt x="100" y="736"/>
                  </a:cubicBezTo>
                  <a:close/>
                  <a:moveTo>
                    <a:pt x="281" y="203"/>
                  </a:moveTo>
                  <a:cubicBezTo>
                    <a:pt x="252" y="234"/>
                    <a:pt x="228" y="277"/>
                    <a:pt x="211" y="330"/>
                  </a:cubicBezTo>
                  <a:lnTo>
                    <a:pt x="100" y="330"/>
                  </a:lnTo>
                  <a:cubicBezTo>
                    <a:pt x="144" y="270"/>
                    <a:pt x="207" y="225"/>
                    <a:pt x="281" y="203"/>
                  </a:cubicBezTo>
                  <a:close/>
                  <a:moveTo>
                    <a:pt x="136" y="208"/>
                  </a:moveTo>
                  <a:lnTo>
                    <a:pt x="136" y="104"/>
                  </a:lnTo>
                  <a:cubicBezTo>
                    <a:pt x="136" y="68"/>
                    <a:pt x="163" y="38"/>
                    <a:pt x="198" y="34"/>
                  </a:cubicBezTo>
                  <a:lnTo>
                    <a:pt x="234" y="85"/>
                  </a:lnTo>
                  <a:cubicBezTo>
                    <a:pt x="232" y="91"/>
                    <a:pt x="232" y="98"/>
                    <a:pt x="232" y="104"/>
                  </a:cubicBezTo>
                  <a:lnTo>
                    <a:pt x="232" y="185"/>
                  </a:lnTo>
                  <a:cubicBezTo>
                    <a:pt x="216" y="192"/>
                    <a:pt x="200" y="200"/>
                    <a:pt x="185" y="209"/>
                  </a:cubicBezTo>
                  <a:lnTo>
                    <a:pt x="185" y="103"/>
                  </a:lnTo>
                  <a:cubicBezTo>
                    <a:pt x="185" y="94"/>
                    <a:pt x="178" y="87"/>
                    <a:pt x="169" y="87"/>
                  </a:cubicBezTo>
                  <a:cubicBezTo>
                    <a:pt x="159" y="87"/>
                    <a:pt x="152" y="94"/>
                    <a:pt x="152" y="103"/>
                  </a:cubicBezTo>
                  <a:lnTo>
                    <a:pt x="152" y="231"/>
                  </a:lnTo>
                  <a:cubicBezTo>
                    <a:pt x="151" y="231"/>
                    <a:pt x="150" y="232"/>
                    <a:pt x="149" y="233"/>
                  </a:cubicBezTo>
                  <a:cubicBezTo>
                    <a:pt x="141" y="227"/>
                    <a:pt x="136" y="218"/>
                    <a:pt x="136" y="208"/>
                  </a:cubicBezTo>
                  <a:close/>
                  <a:moveTo>
                    <a:pt x="327" y="34"/>
                  </a:moveTo>
                  <a:lnTo>
                    <a:pt x="364" y="87"/>
                  </a:lnTo>
                  <a:cubicBezTo>
                    <a:pt x="365" y="88"/>
                    <a:pt x="365" y="88"/>
                    <a:pt x="366" y="89"/>
                  </a:cubicBezTo>
                  <a:cubicBezTo>
                    <a:pt x="367" y="89"/>
                    <a:pt x="367" y="90"/>
                    <a:pt x="368" y="91"/>
                  </a:cubicBezTo>
                  <a:cubicBezTo>
                    <a:pt x="368" y="91"/>
                    <a:pt x="368" y="91"/>
                    <a:pt x="368" y="91"/>
                  </a:cubicBezTo>
                  <a:cubicBezTo>
                    <a:pt x="370" y="92"/>
                    <a:pt x="371" y="92"/>
                    <a:pt x="372" y="93"/>
                  </a:cubicBezTo>
                  <a:cubicBezTo>
                    <a:pt x="373" y="93"/>
                    <a:pt x="374" y="93"/>
                    <a:pt x="375" y="94"/>
                  </a:cubicBezTo>
                  <a:cubicBezTo>
                    <a:pt x="375" y="94"/>
                    <a:pt x="376" y="94"/>
                    <a:pt x="377" y="94"/>
                  </a:cubicBezTo>
                  <a:cubicBezTo>
                    <a:pt x="378" y="94"/>
                    <a:pt x="380" y="94"/>
                    <a:pt x="381" y="94"/>
                  </a:cubicBezTo>
                  <a:cubicBezTo>
                    <a:pt x="382" y="93"/>
                    <a:pt x="382" y="93"/>
                    <a:pt x="383" y="93"/>
                  </a:cubicBezTo>
                  <a:cubicBezTo>
                    <a:pt x="384" y="92"/>
                    <a:pt x="386" y="92"/>
                    <a:pt x="387" y="91"/>
                  </a:cubicBezTo>
                  <a:cubicBezTo>
                    <a:pt x="387" y="91"/>
                    <a:pt x="387" y="91"/>
                    <a:pt x="387" y="91"/>
                  </a:cubicBezTo>
                  <a:cubicBezTo>
                    <a:pt x="388" y="90"/>
                    <a:pt x="389" y="90"/>
                    <a:pt x="389" y="89"/>
                  </a:cubicBezTo>
                  <a:cubicBezTo>
                    <a:pt x="390" y="88"/>
                    <a:pt x="391" y="88"/>
                    <a:pt x="391" y="87"/>
                  </a:cubicBezTo>
                  <a:lnTo>
                    <a:pt x="428" y="34"/>
                  </a:lnTo>
                  <a:cubicBezTo>
                    <a:pt x="463" y="38"/>
                    <a:pt x="490" y="68"/>
                    <a:pt x="490" y="104"/>
                  </a:cubicBezTo>
                  <a:lnTo>
                    <a:pt x="490" y="173"/>
                  </a:lnTo>
                  <a:cubicBezTo>
                    <a:pt x="485" y="171"/>
                    <a:pt x="479" y="170"/>
                    <a:pt x="474" y="168"/>
                  </a:cubicBezTo>
                  <a:lnTo>
                    <a:pt x="474" y="104"/>
                  </a:lnTo>
                  <a:cubicBezTo>
                    <a:pt x="474" y="94"/>
                    <a:pt x="466" y="87"/>
                    <a:pt x="457" y="87"/>
                  </a:cubicBezTo>
                  <a:cubicBezTo>
                    <a:pt x="448" y="87"/>
                    <a:pt x="441" y="94"/>
                    <a:pt x="441" y="104"/>
                  </a:cubicBezTo>
                  <a:lnTo>
                    <a:pt x="441" y="161"/>
                  </a:lnTo>
                  <a:cubicBezTo>
                    <a:pt x="420" y="158"/>
                    <a:pt x="399" y="156"/>
                    <a:pt x="378" y="156"/>
                  </a:cubicBezTo>
                  <a:cubicBezTo>
                    <a:pt x="356" y="156"/>
                    <a:pt x="335" y="158"/>
                    <a:pt x="315" y="161"/>
                  </a:cubicBezTo>
                  <a:lnTo>
                    <a:pt x="315" y="103"/>
                  </a:lnTo>
                  <a:cubicBezTo>
                    <a:pt x="315" y="94"/>
                    <a:pt x="307" y="87"/>
                    <a:pt x="298" y="87"/>
                  </a:cubicBezTo>
                  <a:cubicBezTo>
                    <a:pt x="289" y="87"/>
                    <a:pt x="281" y="94"/>
                    <a:pt x="281" y="103"/>
                  </a:cubicBezTo>
                  <a:lnTo>
                    <a:pt x="281" y="168"/>
                  </a:lnTo>
                  <a:cubicBezTo>
                    <a:pt x="276" y="170"/>
                    <a:pt x="270" y="171"/>
                    <a:pt x="265" y="173"/>
                  </a:cubicBezTo>
                  <a:lnTo>
                    <a:pt x="265" y="104"/>
                  </a:lnTo>
                  <a:cubicBezTo>
                    <a:pt x="265" y="68"/>
                    <a:pt x="292" y="38"/>
                    <a:pt x="327" y="34"/>
                  </a:cubicBezTo>
                  <a:close/>
                  <a:moveTo>
                    <a:pt x="557" y="34"/>
                  </a:moveTo>
                  <a:cubicBezTo>
                    <a:pt x="592" y="38"/>
                    <a:pt x="620" y="68"/>
                    <a:pt x="620" y="104"/>
                  </a:cubicBezTo>
                  <a:lnTo>
                    <a:pt x="620" y="208"/>
                  </a:lnTo>
                  <a:cubicBezTo>
                    <a:pt x="620" y="218"/>
                    <a:pt x="614" y="227"/>
                    <a:pt x="606" y="233"/>
                  </a:cubicBezTo>
                  <a:cubicBezTo>
                    <a:pt x="605" y="232"/>
                    <a:pt x="604" y="231"/>
                    <a:pt x="603" y="231"/>
                  </a:cubicBezTo>
                  <a:lnTo>
                    <a:pt x="603" y="104"/>
                  </a:lnTo>
                  <a:cubicBezTo>
                    <a:pt x="603" y="94"/>
                    <a:pt x="596" y="87"/>
                    <a:pt x="587" y="87"/>
                  </a:cubicBezTo>
                  <a:cubicBezTo>
                    <a:pt x="577" y="87"/>
                    <a:pt x="570" y="94"/>
                    <a:pt x="570" y="104"/>
                  </a:cubicBezTo>
                  <a:lnTo>
                    <a:pt x="570" y="208"/>
                  </a:lnTo>
                  <a:cubicBezTo>
                    <a:pt x="555" y="200"/>
                    <a:pt x="540" y="192"/>
                    <a:pt x="524" y="185"/>
                  </a:cubicBezTo>
                  <a:lnTo>
                    <a:pt x="524" y="104"/>
                  </a:lnTo>
                  <a:cubicBezTo>
                    <a:pt x="524" y="98"/>
                    <a:pt x="523" y="91"/>
                    <a:pt x="522" y="85"/>
                  </a:cubicBezTo>
                  <a:lnTo>
                    <a:pt x="557" y="34"/>
                  </a:lnTo>
                  <a:close/>
                  <a:moveTo>
                    <a:pt x="655" y="330"/>
                  </a:moveTo>
                  <a:lnTo>
                    <a:pt x="545" y="330"/>
                  </a:lnTo>
                  <a:cubicBezTo>
                    <a:pt x="527" y="277"/>
                    <a:pt x="503" y="234"/>
                    <a:pt x="475" y="203"/>
                  </a:cubicBezTo>
                  <a:cubicBezTo>
                    <a:pt x="548" y="225"/>
                    <a:pt x="611" y="270"/>
                    <a:pt x="655" y="330"/>
                  </a:cubicBezTo>
                  <a:close/>
                  <a:moveTo>
                    <a:pt x="575" y="550"/>
                  </a:moveTo>
                  <a:lnTo>
                    <a:pt x="721" y="550"/>
                  </a:lnTo>
                  <a:cubicBezTo>
                    <a:pt x="718" y="605"/>
                    <a:pt x="703" y="657"/>
                    <a:pt x="677" y="703"/>
                  </a:cubicBezTo>
                  <a:lnTo>
                    <a:pt x="554" y="703"/>
                  </a:lnTo>
                  <a:cubicBezTo>
                    <a:pt x="566" y="657"/>
                    <a:pt x="573" y="605"/>
                    <a:pt x="575" y="550"/>
                  </a:cubicBezTo>
                  <a:close/>
                  <a:moveTo>
                    <a:pt x="394" y="703"/>
                  </a:moveTo>
                  <a:lnTo>
                    <a:pt x="394" y="550"/>
                  </a:lnTo>
                  <a:lnTo>
                    <a:pt x="541" y="550"/>
                  </a:lnTo>
                  <a:cubicBezTo>
                    <a:pt x="540" y="605"/>
                    <a:pt x="532" y="657"/>
                    <a:pt x="519" y="703"/>
                  </a:cubicBezTo>
                  <a:lnTo>
                    <a:pt x="394" y="703"/>
                  </a:lnTo>
                  <a:close/>
                  <a:moveTo>
                    <a:pt x="394" y="876"/>
                  </a:moveTo>
                  <a:lnTo>
                    <a:pt x="394" y="736"/>
                  </a:lnTo>
                  <a:lnTo>
                    <a:pt x="509" y="736"/>
                  </a:lnTo>
                  <a:cubicBezTo>
                    <a:pt x="482" y="812"/>
                    <a:pt x="441" y="865"/>
                    <a:pt x="394" y="876"/>
                  </a:cubicBezTo>
                  <a:close/>
                  <a:moveTo>
                    <a:pt x="361" y="736"/>
                  </a:moveTo>
                  <a:lnTo>
                    <a:pt x="361" y="876"/>
                  </a:lnTo>
                  <a:cubicBezTo>
                    <a:pt x="315" y="865"/>
                    <a:pt x="274" y="812"/>
                    <a:pt x="247" y="736"/>
                  </a:cubicBezTo>
                  <a:lnTo>
                    <a:pt x="361" y="736"/>
                  </a:lnTo>
                  <a:close/>
                  <a:moveTo>
                    <a:pt x="214" y="550"/>
                  </a:moveTo>
                  <a:lnTo>
                    <a:pt x="361" y="550"/>
                  </a:lnTo>
                  <a:lnTo>
                    <a:pt x="361" y="703"/>
                  </a:lnTo>
                  <a:lnTo>
                    <a:pt x="236" y="703"/>
                  </a:lnTo>
                  <a:cubicBezTo>
                    <a:pt x="223" y="657"/>
                    <a:pt x="216" y="605"/>
                    <a:pt x="214" y="550"/>
                  </a:cubicBezTo>
                  <a:close/>
                  <a:moveTo>
                    <a:pt x="361" y="364"/>
                  </a:moveTo>
                  <a:lnTo>
                    <a:pt x="361" y="517"/>
                  </a:lnTo>
                  <a:lnTo>
                    <a:pt x="214" y="517"/>
                  </a:lnTo>
                  <a:cubicBezTo>
                    <a:pt x="216" y="462"/>
                    <a:pt x="223" y="410"/>
                    <a:pt x="236" y="364"/>
                  </a:cubicBezTo>
                  <a:lnTo>
                    <a:pt x="361" y="364"/>
                  </a:lnTo>
                  <a:close/>
                  <a:moveTo>
                    <a:pt x="361" y="191"/>
                  </a:moveTo>
                  <a:lnTo>
                    <a:pt x="361" y="330"/>
                  </a:lnTo>
                  <a:lnTo>
                    <a:pt x="247" y="330"/>
                  </a:lnTo>
                  <a:cubicBezTo>
                    <a:pt x="274" y="254"/>
                    <a:pt x="315" y="201"/>
                    <a:pt x="361" y="191"/>
                  </a:cubicBezTo>
                  <a:close/>
                  <a:moveTo>
                    <a:pt x="394" y="330"/>
                  </a:moveTo>
                  <a:lnTo>
                    <a:pt x="394" y="191"/>
                  </a:lnTo>
                  <a:cubicBezTo>
                    <a:pt x="441" y="201"/>
                    <a:pt x="482" y="254"/>
                    <a:pt x="509" y="330"/>
                  </a:cubicBezTo>
                  <a:lnTo>
                    <a:pt x="394" y="330"/>
                  </a:lnTo>
                  <a:close/>
                  <a:moveTo>
                    <a:pt x="541" y="517"/>
                  </a:moveTo>
                  <a:lnTo>
                    <a:pt x="394" y="517"/>
                  </a:lnTo>
                  <a:lnTo>
                    <a:pt x="394" y="364"/>
                  </a:lnTo>
                  <a:lnTo>
                    <a:pt x="519" y="364"/>
                  </a:lnTo>
                  <a:cubicBezTo>
                    <a:pt x="532" y="410"/>
                    <a:pt x="540" y="462"/>
                    <a:pt x="541" y="517"/>
                  </a:cubicBezTo>
                  <a:close/>
                  <a:moveTo>
                    <a:pt x="721" y="517"/>
                  </a:moveTo>
                  <a:lnTo>
                    <a:pt x="575" y="517"/>
                  </a:lnTo>
                  <a:cubicBezTo>
                    <a:pt x="573" y="462"/>
                    <a:pt x="566" y="410"/>
                    <a:pt x="554" y="364"/>
                  </a:cubicBezTo>
                  <a:lnTo>
                    <a:pt x="677" y="364"/>
                  </a:lnTo>
                  <a:cubicBezTo>
                    <a:pt x="703" y="409"/>
                    <a:pt x="718" y="461"/>
                    <a:pt x="721" y="517"/>
                  </a:cubicBezTo>
                  <a:close/>
                  <a:moveTo>
                    <a:pt x="78" y="364"/>
                  </a:moveTo>
                  <a:lnTo>
                    <a:pt x="201" y="364"/>
                  </a:lnTo>
                  <a:cubicBezTo>
                    <a:pt x="189" y="410"/>
                    <a:pt x="182" y="462"/>
                    <a:pt x="181" y="517"/>
                  </a:cubicBezTo>
                  <a:lnTo>
                    <a:pt x="34" y="517"/>
                  </a:lnTo>
                  <a:cubicBezTo>
                    <a:pt x="37" y="461"/>
                    <a:pt x="52" y="409"/>
                    <a:pt x="78" y="364"/>
                  </a:cubicBezTo>
                  <a:close/>
                  <a:moveTo>
                    <a:pt x="34" y="550"/>
                  </a:moveTo>
                  <a:lnTo>
                    <a:pt x="181" y="550"/>
                  </a:lnTo>
                  <a:cubicBezTo>
                    <a:pt x="182" y="605"/>
                    <a:pt x="189" y="657"/>
                    <a:pt x="201" y="703"/>
                  </a:cubicBezTo>
                  <a:lnTo>
                    <a:pt x="78" y="703"/>
                  </a:lnTo>
                  <a:cubicBezTo>
                    <a:pt x="52" y="657"/>
                    <a:pt x="37" y="605"/>
                    <a:pt x="34" y="550"/>
                  </a:cubicBezTo>
                  <a:close/>
                  <a:moveTo>
                    <a:pt x="702" y="726"/>
                  </a:moveTo>
                  <a:cubicBezTo>
                    <a:pt x="736" y="670"/>
                    <a:pt x="755" y="604"/>
                    <a:pt x="755" y="533"/>
                  </a:cubicBezTo>
                  <a:cubicBezTo>
                    <a:pt x="755" y="463"/>
                    <a:pt x="736" y="397"/>
                    <a:pt x="702" y="341"/>
                  </a:cubicBezTo>
                  <a:cubicBezTo>
                    <a:pt x="702" y="340"/>
                    <a:pt x="702" y="340"/>
                    <a:pt x="702" y="340"/>
                  </a:cubicBezTo>
                  <a:cubicBezTo>
                    <a:pt x="683" y="308"/>
                    <a:pt x="659" y="279"/>
                    <a:pt x="632" y="254"/>
                  </a:cubicBezTo>
                  <a:cubicBezTo>
                    <a:pt x="645" y="243"/>
                    <a:pt x="653" y="226"/>
                    <a:pt x="653" y="208"/>
                  </a:cubicBezTo>
                  <a:lnTo>
                    <a:pt x="653" y="104"/>
                  </a:lnTo>
                  <a:cubicBezTo>
                    <a:pt x="653" y="47"/>
                    <a:pt x="606" y="0"/>
                    <a:pt x="549" y="0"/>
                  </a:cubicBezTo>
                  <a:cubicBezTo>
                    <a:pt x="543" y="0"/>
                    <a:pt x="538" y="3"/>
                    <a:pt x="535" y="7"/>
                  </a:cubicBezTo>
                  <a:lnTo>
                    <a:pt x="507" y="48"/>
                  </a:lnTo>
                  <a:cubicBezTo>
                    <a:pt x="488" y="19"/>
                    <a:pt x="456" y="0"/>
                    <a:pt x="420" y="0"/>
                  </a:cubicBezTo>
                  <a:cubicBezTo>
                    <a:pt x="414" y="0"/>
                    <a:pt x="409" y="3"/>
                    <a:pt x="406" y="7"/>
                  </a:cubicBezTo>
                  <a:lnTo>
                    <a:pt x="378" y="48"/>
                  </a:lnTo>
                  <a:lnTo>
                    <a:pt x="349" y="7"/>
                  </a:lnTo>
                  <a:cubicBezTo>
                    <a:pt x="346" y="3"/>
                    <a:pt x="341" y="0"/>
                    <a:pt x="336" y="0"/>
                  </a:cubicBezTo>
                  <a:cubicBezTo>
                    <a:pt x="299" y="0"/>
                    <a:pt x="267" y="19"/>
                    <a:pt x="248" y="48"/>
                  </a:cubicBezTo>
                  <a:lnTo>
                    <a:pt x="220" y="7"/>
                  </a:lnTo>
                  <a:cubicBezTo>
                    <a:pt x="217" y="3"/>
                    <a:pt x="212" y="0"/>
                    <a:pt x="207" y="0"/>
                  </a:cubicBezTo>
                  <a:cubicBezTo>
                    <a:pt x="149" y="0"/>
                    <a:pt x="103" y="47"/>
                    <a:pt x="103" y="104"/>
                  </a:cubicBezTo>
                  <a:lnTo>
                    <a:pt x="103" y="208"/>
                  </a:lnTo>
                  <a:cubicBezTo>
                    <a:pt x="103" y="226"/>
                    <a:pt x="110" y="243"/>
                    <a:pt x="123" y="254"/>
                  </a:cubicBezTo>
                  <a:cubicBezTo>
                    <a:pt x="48" y="324"/>
                    <a:pt x="0" y="423"/>
                    <a:pt x="0" y="533"/>
                  </a:cubicBezTo>
                  <a:cubicBezTo>
                    <a:pt x="0" y="742"/>
                    <a:pt x="169" y="911"/>
                    <a:pt x="378" y="911"/>
                  </a:cubicBezTo>
                  <a:cubicBezTo>
                    <a:pt x="515" y="911"/>
                    <a:pt x="636" y="837"/>
                    <a:pt x="702" y="727"/>
                  </a:cubicBezTo>
                  <a:cubicBezTo>
                    <a:pt x="702" y="726"/>
                    <a:pt x="702" y="726"/>
                    <a:pt x="702" y="7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8" name="Freeform 107">
              <a:extLst>
                <a:ext uri="{FF2B5EF4-FFF2-40B4-BE49-F238E27FC236}">
                  <a16:creationId xmlns:a16="http://schemas.microsoft.com/office/drawing/2014/main" id="{7A9379C0-203D-4830-A4C6-0DFDF97E449E}"/>
                </a:ext>
              </a:extLst>
            </p:cNvPr>
            <p:cNvSpPr>
              <a:spLocks noEditPoints="1"/>
            </p:cNvSpPr>
            <p:nvPr/>
          </p:nvSpPr>
          <p:spPr bwMode="auto">
            <a:xfrm>
              <a:off x="4486275" y="2614613"/>
              <a:ext cx="247650" cy="95250"/>
            </a:xfrm>
            <a:custGeom>
              <a:avLst/>
              <a:gdLst>
                <a:gd name="T0" fmla="*/ 78 w 416"/>
                <a:gd name="T1" fmla="*/ 34 h 158"/>
                <a:gd name="T2" fmla="*/ 124 w 416"/>
                <a:gd name="T3" fmla="*/ 79 h 158"/>
                <a:gd name="T4" fmla="*/ 78 w 416"/>
                <a:gd name="T5" fmla="*/ 125 h 158"/>
                <a:gd name="T6" fmla="*/ 33 w 416"/>
                <a:gd name="T7" fmla="*/ 79 h 158"/>
                <a:gd name="T8" fmla="*/ 78 w 416"/>
                <a:gd name="T9" fmla="*/ 34 h 158"/>
                <a:gd name="T10" fmla="*/ 208 w 416"/>
                <a:gd name="T11" fmla="*/ 34 h 158"/>
                <a:gd name="T12" fmla="*/ 253 w 416"/>
                <a:gd name="T13" fmla="*/ 79 h 158"/>
                <a:gd name="T14" fmla="*/ 208 w 416"/>
                <a:gd name="T15" fmla="*/ 125 h 158"/>
                <a:gd name="T16" fmla="*/ 162 w 416"/>
                <a:gd name="T17" fmla="*/ 79 h 158"/>
                <a:gd name="T18" fmla="*/ 208 w 416"/>
                <a:gd name="T19" fmla="*/ 34 h 158"/>
                <a:gd name="T20" fmla="*/ 337 w 416"/>
                <a:gd name="T21" fmla="*/ 34 h 158"/>
                <a:gd name="T22" fmla="*/ 382 w 416"/>
                <a:gd name="T23" fmla="*/ 79 h 158"/>
                <a:gd name="T24" fmla="*/ 337 w 416"/>
                <a:gd name="T25" fmla="*/ 125 h 158"/>
                <a:gd name="T26" fmla="*/ 291 w 416"/>
                <a:gd name="T27" fmla="*/ 79 h 158"/>
                <a:gd name="T28" fmla="*/ 337 w 416"/>
                <a:gd name="T29" fmla="*/ 34 h 158"/>
                <a:gd name="T30" fmla="*/ 78 w 416"/>
                <a:gd name="T31" fmla="*/ 158 h 158"/>
                <a:gd name="T32" fmla="*/ 143 w 416"/>
                <a:gd name="T33" fmla="*/ 124 h 158"/>
                <a:gd name="T34" fmla="*/ 208 w 416"/>
                <a:gd name="T35" fmla="*/ 158 h 158"/>
                <a:gd name="T36" fmla="*/ 272 w 416"/>
                <a:gd name="T37" fmla="*/ 124 h 158"/>
                <a:gd name="T38" fmla="*/ 337 w 416"/>
                <a:gd name="T39" fmla="*/ 158 h 158"/>
                <a:gd name="T40" fmla="*/ 416 w 416"/>
                <a:gd name="T41" fmla="*/ 79 h 158"/>
                <a:gd name="T42" fmla="*/ 337 w 416"/>
                <a:gd name="T43" fmla="*/ 0 h 158"/>
                <a:gd name="T44" fmla="*/ 272 w 416"/>
                <a:gd name="T45" fmla="*/ 34 h 158"/>
                <a:gd name="T46" fmla="*/ 208 w 416"/>
                <a:gd name="T47" fmla="*/ 0 h 158"/>
                <a:gd name="T48" fmla="*/ 143 w 416"/>
                <a:gd name="T49" fmla="*/ 34 h 158"/>
                <a:gd name="T50" fmla="*/ 78 w 416"/>
                <a:gd name="T51" fmla="*/ 0 h 158"/>
                <a:gd name="T52" fmla="*/ 0 w 416"/>
                <a:gd name="T53" fmla="*/ 79 h 158"/>
                <a:gd name="T54" fmla="*/ 78 w 416"/>
                <a:gd name="T5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6" h="158">
                  <a:moveTo>
                    <a:pt x="78" y="34"/>
                  </a:moveTo>
                  <a:cubicBezTo>
                    <a:pt x="104" y="34"/>
                    <a:pt x="124" y="54"/>
                    <a:pt x="124" y="79"/>
                  </a:cubicBezTo>
                  <a:cubicBezTo>
                    <a:pt x="124" y="104"/>
                    <a:pt x="104" y="125"/>
                    <a:pt x="78" y="125"/>
                  </a:cubicBezTo>
                  <a:cubicBezTo>
                    <a:pt x="53" y="125"/>
                    <a:pt x="33" y="104"/>
                    <a:pt x="33" y="79"/>
                  </a:cubicBezTo>
                  <a:cubicBezTo>
                    <a:pt x="33" y="54"/>
                    <a:pt x="53" y="34"/>
                    <a:pt x="78" y="34"/>
                  </a:cubicBezTo>
                  <a:close/>
                  <a:moveTo>
                    <a:pt x="208" y="34"/>
                  </a:moveTo>
                  <a:cubicBezTo>
                    <a:pt x="233" y="34"/>
                    <a:pt x="253" y="54"/>
                    <a:pt x="253" y="79"/>
                  </a:cubicBezTo>
                  <a:cubicBezTo>
                    <a:pt x="253" y="104"/>
                    <a:pt x="233" y="125"/>
                    <a:pt x="208" y="125"/>
                  </a:cubicBezTo>
                  <a:cubicBezTo>
                    <a:pt x="183" y="125"/>
                    <a:pt x="162" y="104"/>
                    <a:pt x="162" y="79"/>
                  </a:cubicBezTo>
                  <a:cubicBezTo>
                    <a:pt x="162" y="54"/>
                    <a:pt x="183" y="34"/>
                    <a:pt x="208" y="34"/>
                  </a:cubicBezTo>
                  <a:close/>
                  <a:moveTo>
                    <a:pt x="337" y="34"/>
                  </a:moveTo>
                  <a:cubicBezTo>
                    <a:pt x="362" y="34"/>
                    <a:pt x="382" y="54"/>
                    <a:pt x="382" y="79"/>
                  </a:cubicBezTo>
                  <a:cubicBezTo>
                    <a:pt x="382" y="104"/>
                    <a:pt x="362" y="125"/>
                    <a:pt x="337" y="125"/>
                  </a:cubicBezTo>
                  <a:cubicBezTo>
                    <a:pt x="312" y="125"/>
                    <a:pt x="291" y="104"/>
                    <a:pt x="291" y="79"/>
                  </a:cubicBezTo>
                  <a:cubicBezTo>
                    <a:pt x="291" y="54"/>
                    <a:pt x="312" y="34"/>
                    <a:pt x="337" y="34"/>
                  </a:cubicBezTo>
                  <a:close/>
                  <a:moveTo>
                    <a:pt x="78" y="158"/>
                  </a:moveTo>
                  <a:cubicBezTo>
                    <a:pt x="105" y="158"/>
                    <a:pt x="129" y="145"/>
                    <a:pt x="143" y="124"/>
                  </a:cubicBezTo>
                  <a:cubicBezTo>
                    <a:pt x="157" y="145"/>
                    <a:pt x="181" y="158"/>
                    <a:pt x="208" y="158"/>
                  </a:cubicBezTo>
                  <a:cubicBezTo>
                    <a:pt x="234" y="158"/>
                    <a:pt x="258" y="145"/>
                    <a:pt x="272" y="124"/>
                  </a:cubicBezTo>
                  <a:cubicBezTo>
                    <a:pt x="287" y="145"/>
                    <a:pt x="310" y="158"/>
                    <a:pt x="337" y="158"/>
                  </a:cubicBezTo>
                  <a:cubicBezTo>
                    <a:pt x="380" y="158"/>
                    <a:pt x="416" y="123"/>
                    <a:pt x="416" y="79"/>
                  </a:cubicBezTo>
                  <a:cubicBezTo>
                    <a:pt x="416" y="36"/>
                    <a:pt x="380" y="0"/>
                    <a:pt x="337" y="0"/>
                  </a:cubicBezTo>
                  <a:cubicBezTo>
                    <a:pt x="310" y="0"/>
                    <a:pt x="287" y="14"/>
                    <a:pt x="272" y="34"/>
                  </a:cubicBezTo>
                  <a:cubicBezTo>
                    <a:pt x="258" y="14"/>
                    <a:pt x="234" y="0"/>
                    <a:pt x="208" y="0"/>
                  </a:cubicBezTo>
                  <a:cubicBezTo>
                    <a:pt x="181" y="0"/>
                    <a:pt x="157" y="14"/>
                    <a:pt x="143" y="34"/>
                  </a:cubicBezTo>
                  <a:cubicBezTo>
                    <a:pt x="129" y="14"/>
                    <a:pt x="105" y="0"/>
                    <a:pt x="78" y="0"/>
                  </a:cubicBezTo>
                  <a:cubicBezTo>
                    <a:pt x="35" y="0"/>
                    <a:pt x="0" y="36"/>
                    <a:pt x="0" y="79"/>
                  </a:cubicBezTo>
                  <a:cubicBezTo>
                    <a:pt x="0" y="123"/>
                    <a:pt x="35" y="158"/>
                    <a:pt x="78"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20" name="Green_energy2" descr="{&quot;Key&quot;:&quot;POWER_USER_SHAPE_ICON&quot;,&quot;Value&quot;:&quot;POWER_USER_SHAPE_ICON_STYLE_1&quot;}">
            <a:extLst>
              <a:ext uri="{FF2B5EF4-FFF2-40B4-BE49-F238E27FC236}">
                <a16:creationId xmlns:a16="http://schemas.microsoft.com/office/drawing/2014/main" id="{A2BE5A93-6799-4D0B-91E1-109476BEC6E2}"/>
              </a:ext>
            </a:extLst>
          </p:cNvPr>
          <p:cNvGrpSpPr>
            <a:grpSpLocks noChangeAspect="1"/>
          </p:cNvGrpSpPr>
          <p:nvPr/>
        </p:nvGrpSpPr>
        <p:grpSpPr>
          <a:xfrm>
            <a:off x="5005207" y="4032618"/>
            <a:ext cx="286301" cy="542925"/>
            <a:chOff x="8745538" y="409575"/>
            <a:chExt cx="260350" cy="493713"/>
          </a:xfrm>
          <a:solidFill>
            <a:schemeClr val="accent3"/>
          </a:solidFill>
        </p:grpSpPr>
        <p:sp>
          <p:nvSpPr>
            <p:cNvPr id="321" name="Rectangle 1538">
              <a:extLst>
                <a:ext uri="{FF2B5EF4-FFF2-40B4-BE49-F238E27FC236}">
                  <a16:creationId xmlns:a16="http://schemas.microsoft.com/office/drawing/2014/main" id="{57716703-9E58-42DA-8595-0896CB462635}"/>
                </a:ext>
              </a:extLst>
            </p:cNvPr>
            <p:cNvSpPr>
              <a:spLocks noChangeArrowheads="1"/>
            </p:cNvSpPr>
            <p:nvPr/>
          </p:nvSpPr>
          <p:spPr bwMode="auto">
            <a:xfrm>
              <a:off x="8759825" y="508000"/>
              <a:ext cx="234950"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2" name="Freeform 1539">
              <a:extLst>
                <a:ext uri="{FF2B5EF4-FFF2-40B4-BE49-F238E27FC236}">
                  <a16:creationId xmlns:a16="http://schemas.microsoft.com/office/drawing/2014/main" id="{0CD7D9BF-F67A-4D45-BF59-6F5D91E6F60A}"/>
                </a:ext>
              </a:extLst>
            </p:cNvPr>
            <p:cNvSpPr>
              <a:spLocks/>
            </p:cNvSpPr>
            <p:nvPr/>
          </p:nvSpPr>
          <p:spPr bwMode="auto">
            <a:xfrm>
              <a:off x="8758238" y="509588"/>
              <a:ext cx="36513" cy="73025"/>
            </a:xfrm>
            <a:custGeom>
              <a:avLst/>
              <a:gdLst>
                <a:gd name="T0" fmla="*/ 294 w 368"/>
                <a:gd name="T1" fmla="*/ 724 h 724"/>
                <a:gd name="T2" fmla="*/ 276 w 368"/>
                <a:gd name="T3" fmla="*/ 722 h 724"/>
                <a:gd name="T4" fmla="*/ 0 w 368"/>
                <a:gd name="T5" fmla="*/ 213 h 724"/>
                <a:gd name="T6" fmla="*/ 23 w 368"/>
                <a:gd name="T7" fmla="*/ 56 h 724"/>
                <a:gd name="T8" fmla="*/ 105 w 368"/>
                <a:gd name="T9" fmla="*/ 10 h 724"/>
                <a:gd name="T10" fmla="*/ 151 w 368"/>
                <a:gd name="T11" fmla="*/ 93 h 724"/>
                <a:gd name="T12" fmla="*/ 134 w 368"/>
                <a:gd name="T13" fmla="*/ 213 h 724"/>
                <a:gd name="T14" fmla="*/ 311 w 368"/>
                <a:gd name="T15" fmla="*/ 593 h 724"/>
                <a:gd name="T16" fmla="*/ 358 w 368"/>
                <a:gd name="T17" fmla="*/ 675 h 724"/>
                <a:gd name="T18" fmla="*/ 294 w 368"/>
                <a:gd name="T19"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8" h="724">
                  <a:moveTo>
                    <a:pt x="294" y="724"/>
                  </a:moveTo>
                  <a:cubicBezTo>
                    <a:pt x="288" y="724"/>
                    <a:pt x="282" y="723"/>
                    <a:pt x="276" y="722"/>
                  </a:cubicBezTo>
                  <a:cubicBezTo>
                    <a:pt x="29" y="655"/>
                    <a:pt x="0" y="400"/>
                    <a:pt x="0" y="213"/>
                  </a:cubicBezTo>
                  <a:cubicBezTo>
                    <a:pt x="0" y="159"/>
                    <a:pt x="8" y="106"/>
                    <a:pt x="23" y="56"/>
                  </a:cubicBezTo>
                  <a:cubicBezTo>
                    <a:pt x="33" y="20"/>
                    <a:pt x="71" y="0"/>
                    <a:pt x="105" y="10"/>
                  </a:cubicBezTo>
                  <a:cubicBezTo>
                    <a:pt x="141" y="21"/>
                    <a:pt x="161" y="58"/>
                    <a:pt x="151" y="93"/>
                  </a:cubicBezTo>
                  <a:cubicBezTo>
                    <a:pt x="139" y="132"/>
                    <a:pt x="134" y="172"/>
                    <a:pt x="134" y="213"/>
                  </a:cubicBezTo>
                  <a:cubicBezTo>
                    <a:pt x="134" y="446"/>
                    <a:pt x="187" y="560"/>
                    <a:pt x="311" y="593"/>
                  </a:cubicBezTo>
                  <a:cubicBezTo>
                    <a:pt x="347" y="603"/>
                    <a:pt x="368" y="639"/>
                    <a:pt x="358" y="675"/>
                  </a:cubicBezTo>
                  <a:cubicBezTo>
                    <a:pt x="350" y="705"/>
                    <a:pt x="323" y="724"/>
                    <a:pt x="294" y="7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3" name="Freeform 1540">
              <a:extLst>
                <a:ext uri="{FF2B5EF4-FFF2-40B4-BE49-F238E27FC236}">
                  <a16:creationId xmlns:a16="http://schemas.microsoft.com/office/drawing/2014/main" id="{FFB9EF84-002C-4072-814D-39B0BB130789}"/>
                </a:ext>
              </a:extLst>
            </p:cNvPr>
            <p:cNvSpPr>
              <a:spLocks/>
            </p:cNvSpPr>
            <p:nvPr/>
          </p:nvSpPr>
          <p:spPr bwMode="auto">
            <a:xfrm>
              <a:off x="8955088" y="509588"/>
              <a:ext cx="41275" cy="73025"/>
            </a:xfrm>
            <a:custGeom>
              <a:avLst/>
              <a:gdLst>
                <a:gd name="T0" fmla="*/ 72 w 401"/>
                <a:gd name="T1" fmla="*/ 723 h 723"/>
                <a:gd name="T2" fmla="*/ 6 w 401"/>
                <a:gd name="T3" fmla="*/ 668 h 723"/>
                <a:gd name="T4" fmla="*/ 61 w 401"/>
                <a:gd name="T5" fmla="*/ 590 h 723"/>
                <a:gd name="T6" fmla="*/ 268 w 401"/>
                <a:gd name="T7" fmla="*/ 204 h 723"/>
                <a:gd name="T8" fmla="*/ 254 w 401"/>
                <a:gd name="T9" fmla="*/ 92 h 723"/>
                <a:gd name="T10" fmla="*/ 301 w 401"/>
                <a:gd name="T11" fmla="*/ 9 h 723"/>
                <a:gd name="T12" fmla="*/ 383 w 401"/>
                <a:gd name="T13" fmla="*/ 56 h 723"/>
                <a:gd name="T14" fmla="*/ 401 w 401"/>
                <a:gd name="T15" fmla="*/ 204 h 723"/>
                <a:gd name="T16" fmla="*/ 84 w 401"/>
                <a:gd name="T17" fmla="*/ 722 h 723"/>
                <a:gd name="T18" fmla="*/ 72 w 401"/>
                <a:gd name="T19" fmla="*/ 723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1" h="723">
                  <a:moveTo>
                    <a:pt x="72" y="723"/>
                  </a:moveTo>
                  <a:cubicBezTo>
                    <a:pt x="40" y="723"/>
                    <a:pt x="12" y="700"/>
                    <a:pt x="6" y="668"/>
                  </a:cubicBezTo>
                  <a:cubicBezTo>
                    <a:pt x="0" y="631"/>
                    <a:pt x="24" y="597"/>
                    <a:pt x="61" y="590"/>
                  </a:cubicBezTo>
                  <a:cubicBezTo>
                    <a:pt x="150" y="575"/>
                    <a:pt x="268" y="518"/>
                    <a:pt x="268" y="204"/>
                  </a:cubicBezTo>
                  <a:cubicBezTo>
                    <a:pt x="268" y="163"/>
                    <a:pt x="263" y="125"/>
                    <a:pt x="254" y="92"/>
                  </a:cubicBezTo>
                  <a:cubicBezTo>
                    <a:pt x="244" y="56"/>
                    <a:pt x="265" y="19"/>
                    <a:pt x="301" y="9"/>
                  </a:cubicBezTo>
                  <a:cubicBezTo>
                    <a:pt x="336" y="0"/>
                    <a:pt x="373" y="20"/>
                    <a:pt x="383" y="56"/>
                  </a:cubicBezTo>
                  <a:cubicBezTo>
                    <a:pt x="395" y="101"/>
                    <a:pt x="401" y="151"/>
                    <a:pt x="401" y="204"/>
                  </a:cubicBezTo>
                  <a:cubicBezTo>
                    <a:pt x="401" y="511"/>
                    <a:pt x="294" y="685"/>
                    <a:pt x="84" y="722"/>
                  </a:cubicBezTo>
                  <a:cubicBezTo>
                    <a:pt x="80" y="722"/>
                    <a:pt x="76" y="723"/>
                    <a:pt x="72" y="7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4" name="Freeform 1541">
              <a:extLst>
                <a:ext uri="{FF2B5EF4-FFF2-40B4-BE49-F238E27FC236}">
                  <a16:creationId xmlns:a16="http://schemas.microsoft.com/office/drawing/2014/main" id="{2A89EC38-804D-4EC6-8D69-DF36AEEC3B2E}"/>
                </a:ext>
              </a:extLst>
            </p:cNvPr>
            <p:cNvSpPr>
              <a:spLocks/>
            </p:cNvSpPr>
            <p:nvPr/>
          </p:nvSpPr>
          <p:spPr bwMode="auto">
            <a:xfrm>
              <a:off x="8780463" y="573088"/>
              <a:ext cx="185738" cy="95250"/>
            </a:xfrm>
            <a:custGeom>
              <a:avLst/>
              <a:gdLst>
                <a:gd name="T0" fmla="*/ 1413 w 1836"/>
                <a:gd name="T1" fmla="*/ 947 h 947"/>
                <a:gd name="T2" fmla="*/ 455 w 1836"/>
                <a:gd name="T3" fmla="*/ 947 h 947"/>
                <a:gd name="T4" fmla="*/ 0 w 1836"/>
                <a:gd name="T5" fmla="*/ 494 h 947"/>
                <a:gd name="T6" fmla="*/ 0 w 1836"/>
                <a:gd name="T7" fmla="*/ 215 h 947"/>
                <a:gd name="T8" fmla="*/ 4 w 1836"/>
                <a:gd name="T9" fmla="*/ 62 h 947"/>
                <a:gd name="T10" fmla="*/ 81 w 1836"/>
                <a:gd name="T11" fmla="*/ 6 h 947"/>
                <a:gd name="T12" fmla="*/ 136 w 1836"/>
                <a:gd name="T13" fmla="*/ 82 h 947"/>
                <a:gd name="T14" fmla="*/ 133 w 1836"/>
                <a:gd name="T15" fmla="*/ 215 h 947"/>
                <a:gd name="T16" fmla="*/ 133 w 1836"/>
                <a:gd name="T17" fmla="*/ 494 h 947"/>
                <a:gd name="T18" fmla="*/ 455 w 1836"/>
                <a:gd name="T19" fmla="*/ 814 h 947"/>
                <a:gd name="T20" fmla="*/ 1413 w 1836"/>
                <a:gd name="T21" fmla="*/ 814 h 947"/>
                <a:gd name="T22" fmla="*/ 1701 w 1836"/>
                <a:gd name="T23" fmla="*/ 642 h 947"/>
                <a:gd name="T24" fmla="*/ 1791 w 1836"/>
                <a:gd name="T25" fmla="*/ 614 h 947"/>
                <a:gd name="T26" fmla="*/ 1819 w 1836"/>
                <a:gd name="T27" fmla="*/ 704 h 947"/>
                <a:gd name="T28" fmla="*/ 1413 w 1836"/>
                <a:gd name="T29" fmla="*/ 947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36" h="947">
                  <a:moveTo>
                    <a:pt x="1413" y="947"/>
                  </a:moveTo>
                  <a:lnTo>
                    <a:pt x="455" y="947"/>
                  </a:lnTo>
                  <a:cubicBezTo>
                    <a:pt x="200" y="947"/>
                    <a:pt x="0" y="748"/>
                    <a:pt x="0" y="494"/>
                  </a:cubicBezTo>
                  <a:lnTo>
                    <a:pt x="0" y="215"/>
                  </a:lnTo>
                  <a:cubicBezTo>
                    <a:pt x="0" y="202"/>
                    <a:pt x="0" y="90"/>
                    <a:pt x="4" y="62"/>
                  </a:cubicBezTo>
                  <a:cubicBezTo>
                    <a:pt x="10" y="25"/>
                    <a:pt x="45" y="0"/>
                    <a:pt x="81" y="6"/>
                  </a:cubicBezTo>
                  <a:cubicBezTo>
                    <a:pt x="117" y="12"/>
                    <a:pt x="142" y="46"/>
                    <a:pt x="136" y="82"/>
                  </a:cubicBezTo>
                  <a:cubicBezTo>
                    <a:pt x="134" y="96"/>
                    <a:pt x="133" y="170"/>
                    <a:pt x="133" y="215"/>
                  </a:cubicBezTo>
                  <a:lnTo>
                    <a:pt x="133" y="494"/>
                  </a:lnTo>
                  <a:cubicBezTo>
                    <a:pt x="133" y="673"/>
                    <a:pt x="274" y="814"/>
                    <a:pt x="455" y="814"/>
                  </a:cubicBezTo>
                  <a:lnTo>
                    <a:pt x="1413" y="814"/>
                  </a:lnTo>
                  <a:cubicBezTo>
                    <a:pt x="1535" y="814"/>
                    <a:pt x="1645" y="748"/>
                    <a:pt x="1701" y="642"/>
                  </a:cubicBezTo>
                  <a:cubicBezTo>
                    <a:pt x="1718" y="609"/>
                    <a:pt x="1758" y="597"/>
                    <a:pt x="1791" y="614"/>
                  </a:cubicBezTo>
                  <a:cubicBezTo>
                    <a:pt x="1824" y="631"/>
                    <a:pt x="1836" y="671"/>
                    <a:pt x="1819" y="704"/>
                  </a:cubicBezTo>
                  <a:cubicBezTo>
                    <a:pt x="1741" y="854"/>
                    <a:pt x="1585" y="947"/>
                    <a:pt x="1413" y="9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5" name="Freeform 1542">
              <a:extLst>
                <a:ext uri="{FF2B5EF4-FFF2-40B4-BE49-F238E27FC236}">
                  <a16:creationId xmlns:a16="http://schemas.microsoft.com/office/drawing/2014/main" id="{A6533220-A06D-4EF0-A913-2307453CF284}"/>
                </a:ext>
              </a:extLst>
            </p:cNvPr>
            <p:cNvSpPr>
              <a:spLocks/>
            </p:cNvSpPr>
            <p:nvPr/>
          </p:nvSpPr>
          <p:spPr bwMode="auto">
            <a:xfrm>
              <a:off x="8956675" y="611188"/>
              <a:ext cx="12700" cy="15875"/>
            </a:xfrm>
            <a:custGeom>
              <a:avLst/>
              <a:gdLst>
                <a:gd name="T0" fmla="*/ 66 w 133"/>
                <a:gd name="T1" fmla="*/ 146 h 146"/>
                <a:gd name="T2" fmla="*/ 0 w 133"/>
                <a:gd name="T3" fmla="*/ 80 h 146"/>
                <a:gd name="T4" fmla="*/ 0 w 133"/>
                <a:gd name="T5" fmla="*/ 67 h 146"/>
                <a:gd name="T6" fmla="*/ 66 w 133"/>
                <a:gd name="T7" fmla="*/ 0 h 146"/>
                <a:gd name="T8" fmla="*/ 133 w 133"/>
                <a:gd name="T9" fmla="*/ 67 h 146"/>
                <a:gd name="T10" fmla="*/ 133 w 133"/>
                <a:gd name="T11" fmla="*/ 80 h 146"/>
                <a:gd name="T12" fmla="*/ 66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6" y="146"/>
                  </a:moveTo>
                  <a:cubicBezTo>
                    <a:pt x="30" y="146"/>
                    <a:pt x="0" y="116"/>
                    <a:pt x="0" y="80"/>
                  </a:cubicBezTo>
                  <a:lnTo>
                    <a:pt x="0" y="67"/>
                  </a:lnTo>
                  <a:cubicBezTo>
                    <a:pt x="0" y="30"/>
                    <a:pt x="30" y="0"/>
                    <a:pt x="66" y="0"/>
                  </a:cubicBezTo>
                  <a:cubicBezTo>
                    <a:pt x="103" y="0"/>
                    <a:pt x="133" y="30"/>
                    <a:pt x="133" y="67"/>
                  </a:cubicBezTo>
                  <a:lnTo>
                    <a:pt x="133" y="80"/>
                  </a:lnTo>
                  <a:cubicBezTo>
                    <a:pt x="133" y="116"/>
                    <a:pt x="103" y="146"/>
                    <a:pt x="66"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6" name="Freeform 1543">
              <a:extLst>
                <a:ext uri="{FF2B5EF4-FFF2-40B4-BE49-F238E27FC236}">
                  <a16:creationId xmlns:a16="http://schemas.microsoft.com/office/drawing/2014/main" id="{398608AC-0C84-4660-8D29-63E6A2AD3EC0}"/>
                </a:ext>
              </a:extLst>
            </p:cNvPr>
            <p:cNvSpPr>
              <a:spLocks/>
            </p:cNvSpPr>
            <p:nvPr/>
          </p:nvSpPr>
          <p:spPr bwMode="auto">
            <a:xfrm>
              <a:off x="8956675" y="571500"/>
              <a:ext cx="12700" cy="34925"/>
            </a:xfrm>
            <a:custGeom>
              <a:avLst/>
              <a:gdLst>
                <a:gd name="T0" fmla="*/ 67 w 134"/>
                <a:gd name="T1" fmla="*/ 334 h 334"/>
                <a:gd name="T2" fmla="*/ 1 w 134"/>
                <a:gd name="T3" fmla="*/ 268 h 334"/>
                <a:gd name="T4" fmla="*/ 0 w 134"/>
                <a:gd name="T5" fmla="*/ 68 h 334"/>
                <a:gd name="T6" fmla="*/ 66 w 134"/>
                <a:gd name="T7" fmla="*/ 0 h 334"/>
                <a:gd name="T8" fmla="*/ 134 w 134"/>
                <a:gd name="T9" fmla="*/ 64 h 334"/>
                <a:gd name="T10" fmla="*/ 134 w 134"/>
                <a:gd name="T11" fmla="*/ 215 h 334"/>
                <a:gd name="T12" fmla="*/ 134 w 134"/>
                <a:gd name="T13" fmla="*/ 218 h 334"/>
                <a:gd name="T14" fmla="*/ 134 w 134"/>
                <a:gd name="T15" fmla="*/ 268 h 334"/>
                <a:gd name="T16" fmla="*/ 67 w 134"/>
                <a:gd name="T17"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4">
                  <a:moveTo>
                    <a:pt x="67" y="334"/>
                  </a:moveTo>
                  <a:cubicBezTo>
                    <a:pt x="31" y="334"/>
                    <a:pt x="1" y="305"/>
                    <a:pt x="1" y="268"/>
                  </a:cubicBezTo>
                  <a:cubicBezTo>
                    <a:pt x="1" y="254"/>
                    <a:pt x="0" y="78"/>
                    <a:pt x="0" y="68"/>
                  </a:cubicBezTo>
                  <a:cubicBezTo>
                    <a:pt x="0" y="31"/>
                    <a:pt x="29" y="1"/>
                    <a:pt x="66" y="0"/>
                  </a:cubicBezTo>
                  <a:cubicBezTo>
                    <a:pt x="102" y="0"/>
                    <a:pt x="133" y="28"/>
                    <a:pt x="134" y="64"/>
                  </a:cubicBezTo>
                  <a:cubicBezTo>
                    <a:pt x="134" y="69"/>
                    <a:pt x="134" y="157"/>
                    <a:pt x="134" y="215"/>
                  </a:cubicBezTo>
                  <a:lnTo>
                    <a:pt x="134" y="218"/>
                  </a:lnTo>
                  <a:lnTo>
                    <a:pt x="134" y="268"/>
                  </a:lnTo>
                  <a:cubicBezTo>
                    <a:pt x="134" y="305"/>
                    <a:pt x="104" y="334"/>
                    <a:pt x="67"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7" name="Freeform 1544">
              <a:extLst>
                <a:ext uri="{FF2B5EF4-FFF2-40B4-BE49-F238E27FC236}">
                  <a16:creationId xmlns:a16="http://schemas.microsoft.com/office/drawing/2014/main" id="{81ACA364-8135-4E09-86A7-259184E43414}"/>
                </a:ext>
              </a:extLst>
            </p:cNvPr>
            <p:cNvSpPr>
              <a:spLocks/>
            </p:cNvSpPr>
            <p:nvPr/>
          </p:nvSpPr>
          <p:spPr bwMode="auto">
            <a:xfrm>
              <a:off x="8828088" y="569913"/>
              <a:ext cx="100013" cy="14288"/>
            </a:xfrm>
            <a:custGeom>
              <a:avLst/>
              <a:gdLst>
                <a:gd name="T0" fmla="*/ 924 w 990"/>
                <a:gd name="T1" fmla="*/ 133 h 133"/>
                <a:gd name="T2" fmla="*/ 67 w 990"/>
                <a:gd name="T3" fmla="*/ 133 h 133"/>
                <a:gd name="T4" fmla="*/ 0 w 990"/>
                <a:gd name="T5" fmla="*/ 66 h 133"/>
                <a:gd name="T6" fmla="*/ 67 w 990"/>
                <a:gd name="T7" fmla="*/ 0 h 133"/>
                <a:gd name="T8" fmla="*/ 924 w 990"/>
                <a:gd name="T9" fmla="*/ 0 h 133"/>
                <a:gd name="T10" fmla="*/ 990 w 990"/>
                <a:gd name="T11" fmla="*/ 66 h 133"/>
                <a:gd name="T12" fmla="*/ 924 w 99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990" h="133">
                  <a:moveTo>
                    <a:pt x="924" y="133"/>
                  </a:moveTo>
                  <a:lnTo>
                    <a:pt x="67" y="133"/>
                  </a:lnTo>
                  <a:cubicBezTo>
                    <a:pt x="30" y="133"/>
                    <a:pt x="0" y="103"/>
                    <a:pt x="0" y="66"/>
                  </a:cubicBezTo>
                  <a:cubicBezTo>
                    <a:pt x="0" y="30"/>
                    <a:pt x="30" y="0"/>
                    <a:pt x="67" y="0"/>
                  </a:cubicBezTo>
                  <a:lnTo>
                    <a:pt x="924" y="0"/>
                  </a:lnTo>
                  <a:cubicBezTo>
                    <a:pt x="960" y="0"/>
                    <a:pt x="990" y="30"/>
                    <a:pt x="990" y="66"/>
                  </a:cubicBezTo>
                  <a:cubicBezTo>
                    <a:pt x="990" y="103"/>
                    <a:pt x="960" y="133"/>
                    <a:pt x="92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8" name="Freeform 1545">
              <a:extLst>
                <a:ext uri="{FF2B5EF4-FFF2-40B4-BE49-F238E27FC236}">
                  <a16:creationId xmlns:a16="http://schemas.microsoft.com/office/drawing/2014/main" id="{396A7888-64BB-4532-9439-F450A9AD3A33}"/>
                </a:ext>
              </a:extLst>
            </p:cNvPr>
            <p:cNvSpPr>
              <a:spLocks/>
            </p:cNvSpPr>
            <p:nvPr/>
          </p:nvSpPr>
          <p:spPr bwMode="auto">
            <a:xfrm>
              <a:off x="8828088" y="614363"/>
              <a:ext cx="100013" cy="12700"/>
            </a:xfrm>
            <a:custGeom>
              <a:avLst/>
              <a:gdLst>
                <a:gd name="T0" fmla="*/ 924 w 990"/>
                <a:gd name="T1" fmla="*/ 134 h 134"/>
                <a:gd name="T2" fmla="*/ 67 w 990"/>
                <a:gd name="T3" fmla="*/ 134 h 134"/>
                <a:gd name="T4" fmla="*/ 0 w 990"/>
                <a:gd name="T5" fmla="*/ 67 h 134"/>
                <a:gd name="T6" fmla="*/ 67 w 990"/>
                <a:gd name="T7" fmla="*/ 0 h 134"/>
                <a:gd name="T8" fmla="*/ 924 w 990"/>
                <a:gd name="T9" fmla="*/ 0 h 134"/>
                <a:gd name="T10" fmla="*/ 990 w 990"/>
                <a:gd name="T11" fmla="*/ 67 h 134"/>
                <a:gd name="T12" fmla="*/ 924 w 99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90" h="134">
                  <a:moveTo>
                    <a:pt x="924" y="134"/>
                  </a:moveTo>
                  <a:lnTo>
                    <a:pt x="67" y="134"/>
                  </a:lnTo>
                  <a:cubicBezTo>
                    <a:pt x="30" y="134"/>
                    <a:pt x="0" y="104"/>
                    <a:pt x="0" y="67"/>
                  </a:cubicBezTo>
                  <a:cubicBezTo>
                    <a:pt x="0" y="30"/>
                    <a:pt x="30" y="0"/>
                    <a:pt x="67" y="0"/>
                  </a:cubicBezTo>
                  <a:lnTo>
                    <a:pt x="924" y="0"/>
                  </a:lnTo>
                  <a:cubicBezTo>
                    <a:pt x="960" y="0"/>
                    <a:pt x="990" y="30"/>
                    <a:pt x="990" y="67"/>
                  </a:cubicBezTo>
                  <a:cubicBezTo>
                    <a:pt x="990" y="104"/>
                    <a:pt x="960" y="134"/>
                    <a:pt x="924"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9" name="Freeform 1546">
              <a:extLst>
                <a:ext uri="{FF2B5EF4-FFF2-40B4-BE49-F238E27FC236}">
                  <a16:creationId xmlns:a16="http://schemas.microsoft.com/office/drawing/2014/main" id="{DDC4EBE4-CC40-4927-867A-8EDC368D9E45}"/>
                </a:ext>
              </a:extLst>
            </p:cNvPr>
            <p:cNvSpPr>
              <a:spLocks/>
            </p:cNvSpPr>
            <p:nvPr/>
          </p:nvSpPr>
          <p:spPr bwMode="auto">
            <a:xfrm>
              <a:off x="8837613" y="482600"/>
              <a:ext cx="14288" cy="36513"/>
            </a:xfrm>
            <a:custGeom>
              <a:avLst/>
              <a:gdLst>
                <a:gd name="T0" fmla="*/ 67 w 133"/>
                <a:gd name="T1" fmla="*/ 353 h 353"/>
                <a:gd name="T2" fmla="*/ 0 w 133"/>
                <a:gd name="T3" fmla="*/ 287 h 353"/>
                <a:gd name="T4" fmla="*/ 0 w 133"/>
                <a:gd name="T5" fmla="*/ 66 h 353"/>
                <a:gd name="T6" fmla="*/ 67 w 133"/>
                <a:gd name="T7" fmla="*/ 0 h 353"/>
                <a:gd name="T8" fmla="*/ 133 w 133"/>
                <a:gd name="T9" fmla="*/ 66 h 353"/>
                <a:gd name="T10" fmla="*/ 133 w 133"/>
                <a:gd name="T11" fmla="*/ 287 h 353"/>
                <a:gd name="T12" fmla="*/ 67 w 133"/>
                <a:gd name="T13" fmla="*/ 353 h 353"/>
              </a:gdLst>
              <a:ahLst/>
              <a:cxnLst>
                <a:cxn ang="0">
                  <a:pos x="T0" y="T1"/>
                </a:cxn>
                <a:cxn ang="0">
                  <a:pos x="T2" y="T3"/>
                </a:cxn>
                <a:cxn ang="0">
                  <a:pos x="T4" y="T5"/>
                </a:cxn>
                <a:cxn ang="0">
                  <a:pos x="T6" y="T7"/>
                </a:cxn>
                <a:cxn ang="0">
                  <a:pos x="T8" y="T9"/>
                </a:cxn>
                <a:cxn ang="0">
                  <a:pos x="T10" y="T11"/>
                </a:cxn>
                <a:cxn ang="0">
                  <a:pos x="T12" y="T13"/>
                </a:cxn>
              </a:cxnLst>
              <a:rect l="0" t="0" r="r" b="b"/>
              <a:pathLst>
                <a:path w="133" h="353">
                  <a:moveTo>
                    <a:pt x="67" y="353"/>
                  </a:moveTo>
                  <a:cubicBezTo>
                    <a:pt x="30" y="353"/>
                    <a:pt x="0" y="323"/>
                    <a:pt x="0" y="287"/>
                  </a:cubicBezTo>
                  <a:lnTo>
                    <a:pt x="0" y="66"/>
                  </a:lnTo>
                  <a:cubicBezTo>
                    <a:pt x="0" y="29"/>
                    <a:pt x="30" y="0"/>
                    <a:pt x="67" y="0"/>
                  </a:cubicBezTo>
                  <a:cubicBezTo>
                    <a:pt x="103" y="0"/>
                    <a:pt x="133" y="29"/>
                    <a:pt x="133" y="66"/>
                  </a:cubicBezTo>
                  <a:lnTo>
                    <a:pt x="133" y="287"/>
                  </a:lnTo>
                  <a:cubicBezTo>
                    <a:pt x="133" y="323"/>
                    <a:pt x="103" y="353"/>
                    <a:pt x="67" y="3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0" name="Freeform 1547">
              <a:extLst>
                <a:ext uri="{FF2B5EF4-FFF2-40B4-BE49-F238E27FC236}">
                  <a16:creationId xmlns:a16="http://schemas.microsoft.com/office/drawing/2014/main" id="{23524B4D-829F-4EF9-8FB4-E9A088DFC0D0}"/>
                </a:ext>
              </a:extLst>
            </p:cNvPr>
            <p:cNvSpPr>
              <a:spLocks/>
            </p:cNvSpPr>
            <p:nvPr/>
          </p:nvSpPr>
          <p:spPr bwMode="auto">
            <a:xfrm>
              <a:off x="8837613" y="461963"/>
              <a:ext cx="14288" cy="14288"/>
            </a:xfrm>
            <a:custGeom>
              <a:avLst/>
              <a:gdLst>
                <a:gd name="T0" fmla="*/ 67 w 133"/>
                <a:gd name="T1" fmla="*/ 146 h 146"/>
                <a:gd name="T2" fmla="*/ 0 w 133"/>
                <a:gd name="T3" fmla="*/ 80 h 146"/>
                <a:gd name="T4" fmla="*/ 0 w 133"/>
                <a:gd name="T5" fmla="*/ 67 h 146"/>
                <a:gd name="T6" fmla="*/ 67 w 133"/>
                <a:gd name="T7" fmla="*/ 0 h 146"/>
                <a:gd name="T8" fmla="*/ 133 w 133"/>
                <a:gd name="T9" fmla="*/ 67 h 146"/>
                <a:gd name="T10" fmla="*/ 133 w 133"/>
                <a:gd name="T11" fmla="*/ 80 h 146"/>
                <a:gd name="T12" fmla="*/ 67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7" y="146"/>
                  </a:moveTo>
                  <a:cubicBezTo>
                    <a:pt x="30" y="146"/>
                    <a:pt x="0" y="117"/>
                    <a:pt x="0" y="80"/>
                  </a:cubicBezTo>
                  <a:lnTo>
                    <a:pt x="0" y="67"/>
                  </a:lnTo>
                  <a:cubicBezTo>
                    <a:pt x="0" y="30"/>
                    <a:pt x="30" y="0"/>
                    <a:pt x="67" y="0"/>
                  </a:cubicBezTo>
                  <a:cubicBezTo>
                    <a:pt x="103" y="0"/>
                    <a:pt x="133" y="30"/>
                    <a:pt x="133" y="67"/>
                  </a:cubicBezTo>
                  <a:lnTo>
                    <a:pt x="133" y="80"/>
                  </a:lnTo>
                  <a:cubicBezTo>
                    <a:pt x="133" y="117"/>
                    <a:pt x="103"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1" name="Freeform 1548">
              <a:extLst>
                <a:ext uri="{FF2B5EF4-FFF2-40B4-BE49-F238E27FC236}">
                  <a16:creationId xmlns:a16="http://schemas.microsoft.com/office/drawing/2014/main" id="{5F8B0C18-04EB-439C-AC48-86F2902EF390}"/>
                </a:ext>
              </a:extLst>
            </p:cNvPr>
            <p:cNvSpPr>
              <a:spLocks/>
            </p:cNvSpPr>
            <p:nvPr/>
          </p:nvSpPr>
          <p:spPr bwMode="auto">
            <a:xfrm>
              <a:off x="8809038" y="409575"/>
              <a:ext cx="42863" cy="109538"/>
            </a:xfrm>
            <a:custGeom>
              <a:avLst/>
              <a:gdLst>
                <a:gd name="T0" fmla="*/ 66 w 410"/>
                <a:gd name="T1" fmla="*/ 1078 h 1078"/>
                <a:gd name="T2" fmla="*/ 0 w 410"/>
                <a:gd name="T3" fmla="*/ 1012 h 1078"/>
                <a:gd name="T4" fmla="*/ 0 w 410"/>
                <a:gd name="T5" fmla="*/ 204 h 1078"/>
                <a:gd name="T6" fmla="*/ 207 w 410"/>
                <a:gd name="T7" fmla="*/ 0 h 1078"/>
                <a:gd name="T8" fmla="*/ 211 w 410"/>
                <a:gd name="T9" fmla="*/ 0 h 1078"/>
                <a:gd name="T10" fmla="*/ 410 w 410"/>
                <a:gd name="T11" fmla="*/ 204 h 1078"/>
                <a:gd name="T12" fmla="*/ 410 w 410"/>
                <a:gd name="T13" fmla="*/ 382 h 1078"/>
                <a:gd name="T14" fmla="*/ 343 w 410"/>
                <a:gd name="T15" fmla="*/ 448 h 1078"/>
                <a:gd name="T16" fmla="*/ 277 w 410"/>
                <a:gd name="T17" fmla="*/ 382 h 1078"/>
                <a:gd name="T18" fmla="*/ 277 w 410"/>
                <a:gd name="T19" fmla="*/ 204 h 1078"/>
                <a:gd name="T20" fmla="*/ 211 w 410"/>
                <a:gd name="T21" fmla="*/ 133 h 1078"/>
                <a:gd name="T22" fmla="*/ 207 w 410"/>
                <a:gd name="T23" fmla="*/ 133 h 1078"/>
                <a:gd name="T24" fmla="*/ 133 w 410"/>
                <a:gd name="T25" fmla="*/ 204 h 1078"/>
                <a:gd name="T26" fmla="*/ 133 w 410"/>
                <a:gd name="T27" fmla="*/ 1012 h 1078"/>
                <a:gd name="T28" fmla="*/ 66 w 410"/>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0" h="1078">
                  <a:moveTo>
                    <a:pt x="66" y="1078"/>
                  </a:moveTo>
                  <a:cubicBezTo>
                    <a:pt x="30" y="1078"/>
                    <a:pt x="0" y="1049"/>
                    <a:pt x="0" y="1012"/>
                  </a:cubicBezTo>
                  <a:lnTo>
                    <a:pt x="0" y="204"/>
                  </a:lnTo>
                  <a:cubicBezTo>
                    <a:pt x="0" y="92"/>
                    <a:pt x="93" y="0"/>
                    <a:pt x="207" y="0"/>
                  </a:cubicBezTo>
                  <a:lnTo>
                    <a:pt x="211" y="0"/>
                  </a:lnTo>
                  <a:cubicBezTo>
                    <a:pt x="323" y="0"/>
                    <a:pt x="410" y="90"/>
                    <a:pt x="410" y="204"/>
                  </a:cubicBezTo>
                  <a:lnTo>
                    <a:pt x="410" y="382"/>
                  </a:lnTo>
                  <a:cubicBezTo>
                    <a:pt x="410" y="419"/>
                    <a:pt x="381" y="448"/>
                    <a:pt x="343" y="448"/>
                  </a:cubicBezTo>
                  <a:cubicBezTo>
                    <a:pt x="307" y="448"/>
                    <a:pt x="277" y="419"/>
                    <a:pt x="277" y="382"/>
                  </a:cubicBezTo>
                  <a:lnTo>
                    <a:pt x="277" y="204"/>
                  </a:lnTo>
                  <a:cubicBezTo>
                    <a:pt x="277" y="164"/>
                    <a:pt x="248" y="133"/>
                    <a:pt x="211" y="133"/>
                  </a:cubicBezTo>
                  <a:lnTo>
                    <a:pt x="207" y="133"/>
                  </a:lnTo>
                  <a:cubicBezTo>
                    <a:pt x="167" y="133"/>
                    <a:pt x="133" y="166"/>
                    <a:pt x="133" y="204"/>
                  </a:cubicBezTo>
                  <a:lnTo>
                    <a:pt x="133" y="1012"/>
                  </a:lnTo>
                  <a:cubicBezTo>
                    <a:pt x="133" y="1049"/>
                    <a:pt x="103" y="1078"/>
                    <a:pt x="66"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2" name="Freeform 1549">
              <a:extLst>
                <a:ext uri="{FF2B5EF4-FFF2-40B4-BE49-F238E27FC236}">
                  <a16:creationId xmlns:a16="http://schemas.microsoft.com/office/drawing/2014/main" id="{F338AD68-1AD1-4685-92E8-CC9E41D50918}"/>
                </a:ext>
              </a:extLst>
            </p:cNvPr>
            <p:cNvSpPr>
              <a:spLocks/>
            </p:cNvSpPr>
            <p:nvPr/>
          </p:nvSpPr>
          <p:spPr bwMode="auto">
            <a:xfrm>
              <a:off x="8924925" y="476250"/>
              <a:ext cx="14288" cy="42863"/>
            </a:xfrm>
            <a:custGeom>
              <a:avLst/>
              <a:gdLst>
                <a:gd name="T0" fmla="*/ 67 w 134"/>
                <a:gd name="T1" fmla="*/ 418 h 418"/>
                <a:gd name="T2" fmla="*/ 0 w 134"/>
                <a:gd name="T3" fmla="*/ 352 h 418"/>
                <a:gd name="T4" fmla="*/ 0 w 134"/>
                <a:gd name="T5" fmla="*/ 67 h 418"/>
                <a:gd name="T6" fmla="*/ 67 w 134"/>
                <a:gd name="T7" fmla="*/ 0 h 418"/>
                <a:gd name="T8" fmla="*/ 134 w 134"/>
                <a:gd name="T9" fmla="*/ 67 h 418"/>
                <a:gd name="T10" fmla="*/ 134 w 134"/>
                <a:gd name="T11" fmla="*/ 352 h 418"/>
                <a:gd name="T12" fmla="*/ 67 w 134"/>
                <a:gd name="T13" fmla="*/ 418 h 418"/>
              </a:gdLst>
              <a:ahLst/>
              <a:cxnLst>
                <a:cxn ang="0">
                  <a:pos x="T0" y="T1"/>
                </a:cxn>
                <a:cxn ang="0">
                  <a:pos x="T2" y="T3"/>
                </a:cxn>
                <a:cxn ang="0">
                  <a:pos x="T4" y="T5"/>
                </a:cxn>
                <a:cxn ang="0">
                  <a:pos x="T6" y="T7"/>
                </a:cxn>
                <a:cxn ang="0">
                  <a:pos x="T8" y="T9"/>
                </a:cxn>
                <a:cxn ang="0">
                  <a:pos x="T10" y="T11"/>
                </a:cxn>
                <a:cxn ang="0">
                  <a:pos x="T12" y="T13"/>
                </a:cxn>
              </a:cxnLst>
              <a:rect l="0" t="0" r="r" b="b"/>
              <a:pathLst>
                <a:path w="134" h="418">
                  <a:moveTo>
                    <a:pt x="67" y="418"/>
                  </a:moveTo>
                  <a:cubicBezTo>
                    <a:pt x="30" y="418"/>
                    <a:pt x="0" y="389"/>
                    <a:pt x="0" y="352"/>
                  </a:cubicBezTo>
                  <a:lnTo>
                    <a:pt x="0" y="67"/>
                  </a:lnTo>
                  <a:cubicBezTo>
                    <a:pt x="0" y="30"/>
                    <a:pt x="30" y="0"/>
                    <a:pt x="67" y="0"/>
                  </a:cubicBezTo>
                  <a:cubicBezTo>
                    <a:pt x="104" y="0"/>
                    <a:pt x="134" y="30"/>
                    <a:pt x="134" y="67"/>
                  </a:cubicBezTo>
                  <a:lnTo>
                    <a:pt x="134" y="352"/>
                  </a:lnTo>
                  <a:cubicBezTo>
                    <a:pt x="134" y="389"/>
                    <a:pt x="104" y="418"/>
                    <a:pt x="67" y="4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3" name="Freeform 1550">
              <a:extLst>
                <a:ext uri="{FF2B5EF4-FFF2-40B4-BE49-F238E27FC236}">
                  <a16:creationId xmlns:a16="http://schemas.microsoft.com/office/drawing/2014/main" id="{F114FD38-9E91-4415-B23A-41362CD8805A}"/>
                </a:ext>
              </a:extLst>
            </p:cNvPr>
            <p:cNvSpPr>
              <a:spLocks/>
            </p:cNvSpPr>
            <p:nvPr/>
          </p:nvSpPr>
          <p:spPr bwMode="auto">
            <a:xfrm>
              <a:off x="8924925" y="457200"/>
              <a:ext cx="14288" cy="15875"/>
            </a:xfrm>
            <a:custGeom>
              <a:avLst/>
              <a:gdLst>
                <a:gd name="T0" fmla="*/ 67 w 134"/>
                <a:gd name="T1" fmla="*/ 146 h 146"/>
                <a:gd name="T2" fmla="*/ 0 w 134"/>
                <a:gd name="T3" fmla="*/ 79 h 146"/>
                <a:gd name="T4" fmla="*/ 0 w 134"/>
                <a:gd name="T5" fmla="*/ 66 h 146"/>
                <a:gd name="T6" fmla="*/ 67 w 134"/>
                <a:gd name="T7" fmla="*/ 0 h 146"/>
                <a:gd name="T8" fmla="*/ 134 w 134"/>
                <a:gd name="T9" fmla="*/ 66 h 146"/>
                <a:gd name="T10" fmla="*/ 134 w 134"/>
                <a:gd name="T11" fmla="*/ 79 h 146"/>
                <a:gd name="T12" fmla="*/ 67 w 134"/>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4" h="146">
                  <a:moveTo>
                    <a:pt x="67" y="146"/>
                  </a:moveTo>
                  <a:cubicBezTo>
                    <a:pt x="30" y="146"/>
                    <a:pt x="0" y="116"/>
                    <a:pt x="0" y="79"/>
                  </a:cubicBezTo>
                  <a:lnTo>
                    <a:pt x="0" y="66"/>
                  </a:lnTo>
                  <a:cubicBezTo>
                    <a:pt x="0" y="30"/>
                    <a:pt x="30" y="0"/>
                    <a:pt x="67" y="0"/>
                  </a:cubicBezTo>
                  <a:cubicBezTo>
                    <a:pt x="104" y="0"/>
                    <a:pt x="134" y="30"/>
                    <a:pt x="134" y="66"/>
                  </a:cubicBezTo>
                  <a:lnTo>
                    <a:pt x="134" y="79"/>
                  </a:lnTo>
                  <a:cubicBezTo>
                    <a:pt x="134" y="116"/>
                    <a:pt x="104"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4" name="Freeform 1551">
              <a:extLst>
                <a:ext uri="{FF2B5EF4-FFF2-40B4-BE49-F238E27FC236}">
                  <a16:creationId xmlns:a16="http://schemas.microsoft.com/office/drawing/2014/main" id="{F94FF0C4-C2E2-4F20-B0C1-0573AD29720B}"/>
                </a:ext>
              </a:extLst>
            </p:cNvPr>
            <p:cNvSpPr>
              <a:spLocks/>
            </p:cNvSpPr>
            <p:nvPr/>
          </p:nvSpPr>
          <p:spPr bwMode="auto">
            <a:xfrm>
              <a:off x="8896350" y="409575"/>
              <a:ext cx="42863" cy="109538"/>
            </a:xfrm>
            <a:custGeom>
              <a:avLst/>
              <a:gdLst>
                <a:gd name="T0" fmla="*/ 67 w 424"/>
                <a:gd name="T1" fmla="*/ 1078 h 1078"/>
                <a:gd name="T2" fmla="*/ 0 w 424"/>
                <a:gd name="T3" fmla="*/ 1012 h 1078"/>
                <a:gd name="T4" fmla="*/ 0 w 424"/>
                <a:gd name="T5" fmla="*/ 204 h 1078"/>
                <a:gd name="T6" fmla="*/ 211 w 424"/>
                <a:gd name="T7" fmla="*/ 0 h 1078"/>
                <a:gd name="T8" fmla="*/ 215 w 424"/>
                <a:gd name="T9" fmla="*/ 0 h 1078"/>
                <a:gd name="T10" fmla="*/ 424 w 424"/>
                <a:gd name="T11" fmla="*/ 204 h 1078"/>
                <a:gd name="T12" fmla="*/ 424 w 424"/>
                <a:gd name="T13" fmla="*/ 363 h 1078"/>
                <a:gd name="T14" fmla="*/ 357 w 424"/>
                <a:gd name="T15" fmla="*/ 430 h 1078"/>
                <a:gd name="T16" fmla="*/ 290 w 424"/>
                <a:gd name="T17" fmla="*/ 363 h 1078"/>
                <a:gd name="T18" fmla="*/ 290 w 424"/>
                <a:gd name="T19" fmla="*/ 204 h 1078"/>
                <a:gd name="T20" fmla="*/ 215 w 424"/>
                <a:gd name="T21" fmla="*/ 133 h 1078"/>
                <a:gd name="T22" fmla="*/ 211 w 424"/>
                <a:gd name="T23" fmla="*/ 133 h 1078"/>
                <a:gd name="T24" fmla="*/ 134 w 424"/>
                <a:gd name="T25" fmla="*/ 204 h 1078"/>
                <a:gd name="T26" fmla="*/ 134 w 424"/>
                <a:gd name="T27" fmla="*/ 1012 h 1078"/>
                <a:gd name="T28" fmla="*/ 67 w 424"/>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4" h="1078">
                  <a:moveTo>
                    <a:pt x="67" y="1078"/>
                  </a:moveTo>
                  <a:cubicBezTo>
                    <a:pt x="31" y="1078"/>
                    <a:pt x="0" y="1049"/>
                    <a:pt x="0" y="1012"/>
                  </a:cubicBezTo>
                  <a:lnTo>
                    <a:pt x="0" y="204"/>
                  </a:lnTo>
                  <a:cubicBezTo>
                    <a:pt x="0" y="94"/>
                    <a:pt x="97" y="0"/>
                    <a:pt x="211" y="0"/>
                  </a:cubicBezTo>
                  <a:lnTo>
                    <a:pt x="215" y="0"/>
                  </a:lnTo>
                  <a:cubicBezTo>
                    <a:pt x="328" y="0"/>
                    <a:pt x="424" y="94"/>
                    <a:pt x="424" y="204"/>
                  </a:cubicBezTo>
                  <a:lnTo>
                    <a:pt x="424" y="363"/>
                  </a:lnTo>
                  <a:cubicBezTo>
                    <a:pt x="424" y="399"/>
                    <a:pt x="394" y="430"/>
                    <a:pt x="357" y="430"/>
                  </a:cubicBezTo>
                  <a:cubicBezTo>
                    <a:pt x="320" y="430"/>
                    <a:pt x="290" y="399"/>
                    <a:pt x="290" y="363"/>
                  </a:cubicBezTo>
                  <a:lnTo>
                    <a:pt x="290" y="204"/>
                  </a:lnTo>
                  <a:cubicBezTo>
                    <a:pt x="290" y="167"/>
                    <a:pt x="255" y="133"/>
                    <a:pt x="215" y="133"/>
                  </a:cubicBezTo>
                  <a:lnTo>
                    <a:pt x="211" y="133"/>
                  </a:lnTo>
                  <a:cubicBezTo>
                    <a:pt x="170" y="133"/>
                    <a:pt x="134" y="167"/>
                    <a:pt x="134" y="204"/>
                  </a:cubicBezTo>
                  <a:lnTo>
                    <a:pt x="134" y="1012"/>
                  </a:lnTo>
                  <a:cubicBezTo>
                    <a:pt x="134" y="1049"/>
                    <a:pt x="104" y="1078"/>
                    <a:pt x="67"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5" name="Freeform 1552">
              <a:extLst>
                <a:ext uri="{FF2B5EF4-FFF2-40B4-BE49-F238E27FC236}">
                  <a16:creationId xmlns:a16="http://schemas.microsoft.com/office/drawing/2014/main" id="{E005F54C-D89F-4759-A6D5-E32544FE8DCC}"/>
                </a:ext>
              </a:extLst>
            </p:cNvPr>
            <p:cNvSpPr>
              <a:spLocks/>
            </p:cNvSpPr>
            <p:nvPr/>
          </p:nvSpPr>
          <p:spPr bwMode="auto">
            <a:xfrm>
              <a:off x="8869363" y="661988"/>
              <a:ext cx="14288" cy="241300"/>
            </a:xfrm>
            <a:custGeom>
              <a:avLst/>
              <a:gdLst>
                <a:gd name="T0" fmla="*/ 67 w 134"/>
                <a:gd name="T1" fmla="*/ 2383 h 2383"/>
                <a:gd name="T2" fmla="*/ 0 w 134"/>
                <a:gd name="T3" fmla="*/ 2316 h 2383"/>
                <a:gd name="T4" fmla="*/ 0 w 134"/>
                <a:gd name="T5" fmla="*/ 66 h 2383"/>
                <a:gd name="T6" fmla="*/ 67 w 134"/>
                <a:gd name="T7" fmla="*/ 0 h 2383"/>
                <a:gd name="T8" fmla="*/ 134 w 134"/>
                <a:gd name="T9" fmla="*/ 66 h 2383"/>
                <a:gd name="T10" fmla="*/ 134 w 134"/>
                <a:gd name="T11" fmla="*/ 2316 h 2383"/>
                <a:gd name="T12" fmla="*/ 67 w 134"/>
                <a:gd name="T13" fmla="*/ 2383 h 2383"/>
              </a:gdLst>
              <a:ahLst/>
              <a:cxnLst>
                <a:cxn ang="0">
                  <a:pos x="T0" y="T1"/>
                </a:cxn>
                <a:cxn ang="0">
                  <a:pos x="T2" y="T3"/>
                </a:cxn>
                <a:cxn ang="0">
                  <a:pos x="T4" y="T5"/>
                </a:cxn>
                <a:cxn ang="0">
                  <a:pos x="T6" y="T7"/>
                </a:cxn>
                <a:cxn ang="0">
                  <a:pos x="T8" y="T9"/>
                </a:cxn>
                <a:cxn ang="0">
                  <a:pos x="T10" y="T11"/>
                </a:cxn>
                <a:cxn ang="0">
                  <a:pos x="T12" y="T13"/>
                </a:cxn>
              </a:cxnLst>
              <a:rect l="0" t="0" r="r" b="b"/>
              <a:pathLst>
                <a:path w="134" h="2383">
                  <a:moveTo>
                    <a:pt x="67" y="2383"/>
                  </a:moveTo>
                  <a:cubicBezTo>
                    <a:pt x="30" y="2383"/>
                    <a:pt x="0" y="2353"/>
                    <a:pt x="0" y="2316"/>
                  </a:cubicBezTo>
                  <a:lnTo>
                    <a:pt x="0" y="66"/>
                  </a:lnTo>
                  <a:cubicBezTo>
                    <a:pt x="0" y="29"/>
                    <a:pt x="30" y="0"/>
                    <a:pt x="67" y="0"/>
                  </a:cubicBezTo>
                  <a:cubicBezTo>
                    <a:pt x="104" y="0"/>
                    <a:pt x="134" y="29"/>
                    <a:pt x="134" y="66"/>
                  </a:cubicBezTo>
                  <a:lnTo>
                    <a:pt x="134" y="2316"/>
                  </a:lnTo>
                  <a:cubicBezTo>
                    <a:pt x="134" y="2353"/>
                    <a:pt x="104" y="2383"/>
                    <a:pt x="67" y="23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6" name="Freeform 1553">
              <a:extLst>
                <a:ext uri="{FF2B5EF4-FFF2-40B4-BE49-F238E27FC236}">
                  <a16:creationId xmlns:a16="http://schemas.microsoft.com/office/drawing/2014/main" id="{F1F7D2AD-2A9C-413D-83CD-745A82EF1153}"/>
                </a:ext>
              </a:extLst>
            </p:cNvPr>
            <p:cNvSpPr>
              <a:spLocks/>
            </p:cNvSpPr>
            <p:nvPr/>
          </p:nvSpPr>
          <p:spPr bwMode="auto">
            <a:xfrm>
              <a:off x="8786813" y="755650"/>
              <a:ext cx="95250" cy="95250"/>
            </a:xfrm>
            <a:custGeom>
              <a:avLst/>
              <a:gdLst>
                <a:gd name="T0" fmla="*/ 858 w 931"/>
                <a:gd name="T1" fmla="*/ 929 h 929"/>
                <a:gd name="T2" fmla="*/ 811 w 931"/>
                <a:gd name="T3" fmla="*/ 910 h 929"/>
                <a:gd name="T4" fmla="*/ 26 w 931"/>
                <a:gd name="T5" fmla="*/ 120 h 929"/>
                <a:gd name="T6" fmla="*/ 26 w 931"/>
                <a:gd name="T7" fmla="*/ 26 h 929"/>
                <a:gd name="T8" fmla="*/ 120 w 931"/>
                <a:gd name="T9" fmla="*/ 26 h 929"/>
                <a:gd name="T10" fmla="*/ 905 w 931"/>
                <a:gd name="T11" fmla="*/ 816 h 929"/>
                <a:gd name="T12" fmla="*/ 905 w 931"/>
                <a:gd name="T13" fmla="*/ 910 h 929"/>
                <a:gd name="T14" fmla="*/ 858 w 931"/>
                <a:gd name="T15" fmla="*/ 929 h 9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1" h="929">
                  <a:moveTo>
                    <a:pt x="858" y="929"/>
                  </a:moveTo>
                  <a:cubicBezTo>
                    <a:pt x="841" y="929"/>
                    <a:pt x="824" y="923"/>
                    <a:pt x="811" y="910"/>
                  </a:cubicBezTo>
                  <a:lnTo>
                    <a:pt x="26" y="120"/>
                  </a:lnTo>
                  <a:cubicBezTo>
                    <a:pt x="0" y="94"/>
                    <a:pt x="0" y="52"/>
                    <a:pt x="26" y="26"/>
                  </a:cubicBezTo>
                  <a:cubicBezTo>
                    <a:pt x="52" y="0"/>
                    <a:pt x="94" y="0"/>
                    <a:pt x="120" y="26"/>
                  </a:cubicBezTo>
                  <a:lnTo>
                    <a:pt x="905" y="816"/>
                  </a:lnTo>
                  <a:cubicBezTo>
                    <a:pt x="931" y="842"/>
                    <a:pt x="931" y="884"/>
                    <a:pt x="905" y="910"/>
                  </a:cubicBezTo>
                  <a:cubicBezTo>
                    <a:pt x="892" y="923"/>
                    <a:pt x="875" y="929"/>
                    <a:pt x="858" y="9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7" name="Freeform 1554">
              <a:extLst>
                <a:ext uri="{FF2B5EF4-FFF2-40B4-BE49-F238E27FC236}">
                  <a16:creationId xmlns:a16="http://schemas.microsoft.com/office/drawing/2014/main" id="{13C418A7-8C4F-4D21-ADE0-C6B3BAF6D29A}"/>
                </a:ext>
              </a:extLst>
            </p:cNvPr>
            <p:cNvSpPr>
              <a:spLocks/>
            </p:cNvSpPr>
            <p:nvPr/>
          </p:nvSpPr>
          <p:spPr bwMode="auto">
            <a:xfrm>
              <a:off x="8745538" y="720725"/>
              <a:ext cx="98425" cy="112713"/>
            </a:xfrm>
            <a:custGeom>
              <a:avLst/>
              <a:gdLst>
                <a:gd name="T0" fmla="*/ 600 w 976"/>
                <a:gd name="T1" fmla="*/ 1112 h 1112"/>
                <a:gd name="T2" fmla="*/ 345 w 976"/>
                <a:gd name="T3" fmla="*/ 1035 h 1112"/>
                <a:gd name="T4" fmla="*/ 43 w 976"/>
                <a:gd name="T5" fmla="*/ 64 h 1112"/>
                <a:gd name="T6" fmla="*/ 114 w 976"/>
                <a:gd name="T7" fmla="*/ 2 h 1112"/>
                <a:gd name="T8" fmla="*/ 176 w 976"/>
                <a:gd name="T9" fmla="*/ 73 h 1112"/>
                <a:gd name="T10" fmla="*/ 420 w 976"/>
                <a:gd name="T11" fmla="*/ 925 h 1112"/>
                <a:gd name="T12" fmla="*/ 873 w 976"/>
                <a:gd name="T13" fmla="*/ 909 h 1112"/>
                <a:gd name="T14" fmla="*/ 961 w 976"/>
                <a:gd name="T15" fmla="*/ 942 h 1112"/>
                <a:gd name="T16" fmla="*/ 928 w 976"/>
                <a:gd name="T17" fmla="*/ 1031 h 1112"/>
                <a:gd name="T18" fmla="*/ 600 w 976"/>
                <a:gd name="T19" fmla="*/ 1112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12">
                  <a:moveTo>
                    <a:pt x="600" y="1112"/>
                  </a:moveTo>
                  <a:cubicBezTo>
                    <a:pt x="504" y="1112"/>
                    <a:pt x="419" y="1087"/>
                    <a:pt x="345" y="1035"/>
                  </a:cubicBezTo>
                  <a:cubicBezTo>
                    <a:pt x="0" y="798"/>
                    <a:pt x="41" y="94"/>
                    <a:pt x="43" y="64"/>
                  </a:cubicBezTo>
                  <a:cubicBezTo>
                    <a:pt x="45" y="28"/>
                    <a:pt x="77" y="0"/>
                    <a:pt x="114" y="2"/>
                  </a:cubicBezTo>
                  <a:cubicBezTo>
                    <a:pt x="150" y="4"/>
                    <a:pt x="178" y="36"/>
                    <a:pt x="176" y="73"/>
                  </a:cubicBezTo>
                  <a:cubicBezTo>
                    <a:pt x="175" y="79"/>
                    <a:pt x="138" y="731"/>
                    <a:pt x="420" y="925"/>
                  </a:cubicBezTo>
                  <a:cubicBezTo>
                    <a:pt x="530" y="1001"/>
                    <a:pt x="682" y="996"/>
                    <a:pt x="873" y="909"/>
                  </a:cubicBezTo>
                  <a:cubicBezTo>
                    <a:pt x="906" y="894"/>
                    <a:pt x="946" y="909"/>
                    <a:pt x="961" y="942"/>
                  </a:cubicBezTo>
                  <a:cubicBezTo>
                    <a:pt x="976" y="976"/>
                    <a:pt x="961" y="1015"/>
                    <a:pt x="928" y="1031"/>
                  </a:cubicBezTo>
                  <a:cubicBezTo>
                    <a:pt x="808" y="1085"/>
                    <a:pt x="699" y="1112"/>
                    <a:pt x="600" y="1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8" name="Freeform 1555">
              <a:extLst>
                <a:ext uri="{FF2B5EF4-FFF2-40B4-BE49-F238E27FC236}">
                  <a16:creationId xmlns:a16="http://schemas.microsoft.com/office/drawing/2014/main" id="{C996C330-5EEF-4EB8-A719-208152C7671C}"/>
                </a:ext>
              </a:extLst>
            </p:cNvPr>
            <p:cNvSpPr>
              <a:spLocks/>
            </p:cNvSpPr>
            <p:nvPr/>
          </p:nvSpPr>
          <p:spPr bwMode="auto">
            <a:xfrm>
              <a:off x="8751888" y="717550"/>
              <a:ext cx="114300" cy="101600"/>
            </a:xfrm>
            <a:custGeom>
              <a:avLst/>
              <a:gdLst>
                <a:gd name="T0" fmla="*/ 912 w 1127"/>
                <a:gd name="T1" fmla="*/ 1003 h 1003"/>
                <a:gd name="T2" fmla="*/ 880 w 1127"/>
                <a:gd name="T3" fmla="*/ 994 h 1003"/>
                <a:gd name="T4" fmla="*/ 854 w 1127"/>
                <a:gd name="T5" fmla="*/ 904 h 1003"/>
                <a:gd name="T6" fmla="*/ 919 w 1127"/>
                <a:gd name="T7" fmla="*/ 435 h 1003"/>
                <a:gd name="T8" fmla="*/ 71 w 1127"/>
                <a:gd name="T9" fmla="*/ 134 h 1003"/>
                <a:gd name="T10" fmla="*/ 66 w 1127"/>
                <a:gd name="T11" fmla="*/ 134 h 1003"/>
                <a:gd name="T12" fmla="*/ 1 w 1127"/>
                <a:gd name="T13" fmla="*/ 66 h 1003"/>
                <a:gd name="T14" fmla="*/ 69 w 1127"/>
                <a:gd name="T15" fmla="*/ 1 h 1003"/>
                <a:gd name="T16" fmla="*/ 74 w 1127"/>
                <a:gd name="T17" fmla="*/ 1 h 1003"/>
                <a:gd name="T18" fmla="*/ 1035 w 1127"/>
                <a:gd name="T19" fmla="*/ 370 h 1003"/>
                <a:gd name="T20" fmla="*/ 970 w 1127"/>
                <a:gd name="T21" fmla="*/ 970 h 1003"/>
                <a:gd name="T22" fmla="*/ 912 w 1127"/>
                <a:gd name="T23" fmla="*/ 1003 h 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7" h="1003">
                  <a:moveTo>
                    <a:pt x="912" y="1003"/>
                  </a:moveTo>
                  <a:cubicBezTo>
                    <a:pt x="901" y="1003"/>
                    <a:pt x="890" y="1000"/>
                    <a:pt x="880" y="994"/>
                  </a:cubicBezTo>
                  <a:cubicBezTo>
                    <a:pt x="847" y="977"/>
                    <a:pt x="836" y="936"/>
                    <a:pt x="854" y="904"/>
                  </a:cubicBezTo>
                  <a:cubicBezTo>
                    <a:pt x="964" y="711"/>
                    <a:pt x="986" y="553"/>
                    <a:pt x="919" y="435"/>
                  </a:cubicBezTo>
                  <a:cubicBezTo>
                    <a:pt x="771" y="172"/>
                    <a:pt x="232" y="138"/>
                    <a:pt x="71" y="134"/>
                  </a:cubicBezTo>
                  <a:lnTo>
                    <a:pt x="66" y="134"/>
                  </a:lnTo>
                  <a:cubicBezTo>
                    <a:pt x="29" y="133"/>
                    <a:pt x="0" y="102"/>
                    <a:pt x="1" y="66"/>
                  </a:cubicBezTo>
                  <a:cubicBezTo>
                    <a:pt x="2" y="29"/>
                    <a:pt x="32" y="0"/>
                    <a:pt x="69" y="1"/>
                  </a:cubicBezTo>
                  <a:lnTo>
                    <a:pt x="74" y="1"/>
                  </a:lnTo>
                  <a:cubicBezTo>
                    <a:pt x="304" y="7"/>
                    <a:pt x="857" y="54"/>
                    <a:pt x="1035" y="370"/>
                  </a:cubicBezTo>
                  <a:cubicBezTo>
                    <a:pt x="1127" y="532"/>
                    <a:pt x="1105" y="733"/>
                    <a:pt x="970" y="970"/>
                  </a:cubicBezTo>
                  <a:cubicBezTo>
                    <a:pt x="958" y="991"/>
                    <a:pt x="935" y="1003"/>
                    <a:pt x="912" y="10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9" name="Freeform 1556">
              <a:extLst>
                <a:ext uri="{FF2B5EF4-FFF2-40B4-BE49-F238E27FC236}">
                  <a16:creationId xmlns:a16="http://schemas.microsoft.com/office/drawing/2014/main" id="{7843F24B-E705-45C7-96D0-485CF64BC9E5}"/>
                </a:ext>
              </a:extLst>
            </p:cNvPr>
            <p:cNvSpPr>
              <a:spLocks/>
            </p:cNvSpPr>
            <p:nvPr/>
          </p:nvSpPr>
          <p:spPr bwMode="auto">
            <a:xfrm>
              <a:off x="8870950" y="755650"/>
              <a:ext cx="93663" cy="95250"/>
            </a:xfrm>
            <a:custGeom>
              <a:avLst/>
              <a:gdLst>
                <a:gd name="T0" fmla="*/ 74 w 932"/>
                <a:gd name="T1" fmla="*/ 930 h 930"/>
                <a:gd name="T2" fmla="*/ 27 w 932"/>
                <a:gd name="T3" fmla="*/ 910 h 930"/>
                <a:gd name="T4" fmla="*/ 26 w 932"/>
                <a:gd name="T5" fmla="*/ 816 h 930"/>
                <a:gd name="T6" fmla="*/ 811 w 932"/>
                <a:gd name="T7" fmla="*/ 26 h 930"/>
                <a:gd name="T8" fmla="*/ 905 w 932"/>
                <a:gd name="T9" fmla="*/ 26 h 930"/>
                <a:gd name="T10" fmla="*/ 906 w 932"/>
                <a:gd name="T11" fmla="*/ 120 h 930"/>
                <a:gd name="T12" fmla="*/ 121 w 932"/>
                <a:gd name="T13" fmla="*/ 910 h 930"/>
                <a:gd name="T14" fmla="*/ 74 w 932"/>
                <a:gd name="T15" fmla="*/ 930 h 9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2" h="930">
                  <a:moveTo>
                    <a:pt x="74" y="930"/>
                  </a:moveTo>
                  <a:cubicBezTo>
                    <a:pt x="56" y="930"/>
                    <a:pt x="40" y="923"/>
                    <a:pt x="27" y="910"/>
                  </a:cubicBezTo>
                  <a:cubicBezTo>
                    <a:pt x="0" y="884"/>
                    <a:pt x="0" y="842"/>
                    <a:pt x="26" y="816"/>
                  </a:cubicBezTo>
                  <a:lnTo>
                    <a:pt x="811" y="26"/>
                  </a:lnTo>
                  <a:cubicBezTo>
                    <a:pt x="837" y="0"/>
                    <a:pt x="879" y="0"/>
                    <a:pt x="905" y="26"/>
                  </a:cubicBezTo>
                  <a:cubicBezTo>
                    <a:pt x="932" y="52"/>
                    <a:pt x="932" y="94"/>
                    <a:pt x="906" y="120"/>
                  </a:cubicBezTo>
                  <a:lnTo>
                    <a:pt x="121" y="910"/>
                  </a:lnTo>
                  <a:cubicBezTo>
                    <a:pt x="108" y="923"/>
                    <a:pt x="91" y="930"/>
                    <a:pt x="74" y="9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0" name="Freeform 1557">
              <a:extLst>
                <a:ext uri="{FF2B5EF4-FFF2-40B4-BE49-F238E27FC236}">
                  <a16:creationId xmlns:a16="http://schemas.microsoft.com/office/drawing/2014/main" id="{11E51B54-50A8-46D8-ACC3-9F299C4FCA76}"/>
                </a:ext>
              </a:extLst>
            </p:cNvPr>
            <p:cNvSpPr>
              <a:spLocks/>
            </p:cNvSpPr>
            <p:nvPr/>
          </p:nvSpPr>
          <p:spPr bwMode="auto">
            <a:xfrm>
              <a:off x="8907463" y="719138"/>
              <a:ext cx="98425" cy="114300"/>
            </a:xfrm>
            <a:custGeom>
              <a:avLst/>
              <a:gdLst>
                <a:gd name="T0" fmla="*/ 373 w 976"/>
                <a:gd name="T1" fmla="*/ 1128 h 1128"/>
                <a:gd name="T2" fmla="*/ 49 w 976"/>
                <a:gd name="T3" fmla="*/ 1048 h 1128"/>
                <a:gd name="T4" fmla="*/ 16 w 976"/>
                <a:gd name="T5" fmla="*/ 959 h 1128"/>
                <a:gd name="T6" fmla="*/ 104 w 976"/>
                <a:gd name="T7" fmla="*/ 926 h 1128"/>
                <a:gd name="T8" fmla="*/ 553 w 976"/>
                <a:gd name="T9" fmla="*/ 942 h 1128"/>
                <a:gd name="T10" fmla="*/ 801 w 976"/>
                <a:gd name="T11" fmla="*/ 73 h 1128"/>
                <a:gd name="T12" fmla="*/ 863 w 976"/>
                <a:gd name="T13" fmla="*/ 3 h 1128"/>
                <a:gd name="T14" fmla="*/ 934 w 976"/>
                <a:gd name="T15" fmla="*/ 65 h 1128"/>
                <a:gd name="T16" fmla="*/ 629 w 976"/>
                <a:gd name="T17" fmla="*/ 1052 h 1128"/>
                <a:gd name="T18" fmla="*/ 373 w 976"/>
                <a:gd name="T19" fmla="*/ 112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28">
                  <a:moveTo>
                    <a:pt x="373" y="1128"/>
                  </a:moveTo>
                  <a:cubicBezTo>
                    <a:pt x="276" y="1128"/>
                    <a:pt x="167" y="1102"/>
                    <a:pt x="49" y="1048"/>
                  </a:cubicBezTo>
                  <a:cubicBezTo>
                    <a:pt x="15" y="1033"/>
                    <a:pt x="0" y="993"/>
                    <a:pt x="16" y="959"/>
                  </a:cubicBezTo>
                  <a:cubicBezTo>
                    <a:pt x="31" y="926"/>
                    <a:pt x="70" y="911"/>
                    <a:pt x="104" y="926"/>
                  </a:cubicBezTo>
                  <a:cubicBezTo>
                    <a:pt x="293" y="1012"/>
                    <a:pt x="444" y="1017"/>
                    <a:pt x="553" y="942"/>
                  </a:cubicBezTo>
                  <a:cubicBezTo>
                    <a:pt x="791" y="778"/>
                    <a:pt x="812" y="259"/>
                    <a:pt x="801" y="73"/>
                  </a:cubicBezTo>
                  <a:cubicBezTo>
                    <a:pt x="799" y="36"/>
                    <a:pt x="827" y="5"/>
                    <a:pt x="863" y="3"/>
                  </a:cubicBezTo>
                  <a:cubicBezTo>
                    <a:pt x="900" y="0"/>
                    <a:pt x="932" y="28"/>
                    <a:pt x="934" y="65"/>
                  </a:cubicBezTo>
                  <a:cubicBezTo>
                    <a:pt x="936" y="95"/>
                    <a:pt x="976" y="812"/>
                    <a:pt x="629" y="1052"/>
                  </a:cubicBezTo>
                  <a:cubicBezTo>
                    <a:pt x="554" y="1103"/>
                    <a:pt x="469" y="1128"/>
                    <a:pt x="373" y="1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1" name="Freeform 1558">
              <a:extLst>
                <a:ext uri="{FF2B5EF4-FFF2-40B4-BE49-F238E27FC236}">
                  <a16:creationId xmlns:a16="http://schemas.microsoft.com/office/drawing/2014/main" id="{9CE287C2-9E55-4251-A80A-4C7133E066D2}"/>
                </a:ext>
              </a:extLst>
            </p:cNvPr>
            <p:cNvSpPr>
              <a:spLocks/>
            </p:cNvSpPr>
            <p:nvPr/>
          </p:nvSpPr>
          <p:spPr bwMode="auto">
            <a:xfrm>
              <a:off x="8885238" y="717550"/>
              <a:ext cx="114300" cy="101600"/>
            </a:xfrm>
            <a:custGeom>
              <a:avLst/>
              <a:gdLst>
                <a:gd name="T0" fmla="*/ 214 w 1127"/>
                <a:gd name="T1" fmla="*/ 1002 h 1002"/>
                <a:gd name="T2" fmla="*/ 156 w 1127"/>
                <a:gd name="T3" fmla="*/ 969 h 1002"/>
                <a:gd name="T4" fmla="*/ 91 w 1127"/>
                <a:gd name="T5" fmla="*/ 369 h 1002"/>
                <a:gd name="T6" fmla="*/ 1053 w 1127"/>
                <a:gd name="T7" fmla="*/ 0 h 1002"/>
                <a:gd name="T8" fmla="*/ 1057 w 1127"/>
                <a:gd name="T9" fmla="*/ 0 h 1002"/>
                <a:gd name="T10" fmla="*/ 1059 w 1127"/>
                <a:gd name="T11" fmla="*/ 0 h 1002"/>
                <a:gd name="T12" fmla="*/ 1126 w 1127"/>
                <a:gd name="T13" fmla="*/ 64 h 1002"/>
                <a:gd name="T14" fmla="*/ 1061 w 1127"/>
                <a:gd name="T15" fmla="*/ 133 h 1002"/>
                <a:gd name="T16" fmla="*/ 1056 w 1127"/>
                <a:gd name="T17" fmla="*/ 133 h 1002"/>
                <a:gd name="T18" fmla="*/ 207 w 1127"/>
                <a:gd name="T19" fmla="*/ 434 h 1002"/>
                <a:gd name="T20" fmla="*/ 272 w 1127"/>
                <a:gd name="T21" fmla="*/ 902 h 1002"/>
                <a:gd name="T22" fmla="*/ 247 w 1127"/>
                <a:gd name="T23" fmla="*/ 994 h 1002"/>
                <a:gd name="T24" fmla="*/ 214 w 1127"/>
                <a:gd name="T2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7" h="1002">
                  <a:moveTo>
                    <a:pt x="214" y="1002"/>
                  </a:moveTo>
                  <a:cubicBezTo>
                    <a:pt x="191" y="1002"/>
                    <a:pt x="169" y="990"/>
                    <a:pt x="156" y="969"/>
                  </a:cubicBezTo>
                  <a:cubicBezTo>
                    <a:pt x="22" y="732"/>
                    <a:pt x="0" y="530"/>
                    <a:pt x="91" y="369"/>
                  </a:cubicBezTo>
                  <a:cubicBezTo>
                    <a:pt x="269" y="53"/>
                    <a:pt x="823" y="6"/>
                    <a:pt x="1053" y="0"/>
                  </a:cubicBezTo>
                  <a:lnTo>
                    <a:pt x="1057" y="0"/>
                  </a:lnTo>
                  <a:lnTo>
                    <a:pt x="1059" y="0"/>
                  </a:lnTo>
                  <a:cubicBezTo>
                    <a:pt x="1095" y="0"/>
                    <a:pt x="1125" y="28"/>
                    <a:pt x="1126" y="64"/>
                  </a:cubicBezTo>
                  <a:cubicBezTo>
                    <a:pt x="1127" y="101"/>
                    <a:pt x="1098" y="132"/>
                    <a:pt x="1061" y="133"/>
                  </a:cubicBezTo>
                  <a:lnTo>
                    <a:pt x="1056" y="133"/>
                  </a:lnTo>
                  <a:cubicBezTo>
                    <a:pt x="894" y="137"/>
                    <a:pt x="356" y="171"/>
                    <a:pt x="207" y="434"/>
                  </a:cubicBezTo>
                  <a:cubicBezTo>
                    <a:pt x="141" y="552"/>
                    <a:pt x="162" y="710"/>
                    <a:pt x="272" y="902"/>
                  </a:cubicBezTo>
                  <a:cubicBezTo>
                    <a:pt x="290" y="935"/>
                    <a:pt x="279" y="975"/>
                    <a:pt x="247" y="994"/>
                  </a:cubicBezTo>
                  <a:cubicBezTo>
                    <a:pt x="237" y="999"/>
                    <a:pt x="226" y="1002"/>
                    <a:pt x="214"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2" name="Freeform 1576">
              <a:extLst>
                <a:ext uri="{FF2B5EF4-FFF2-40B4-BE49-F238E27FC236}">
                  <a16:creationId xmlns:a16="http://schemas.microsoft.com/office/drawing/2014/main" id="{EE35CB24-4962-4602-9080-01693AA1AB60}"/>
                </a:ext>
              </a:extLst>
            </p:cNvPr>
            <p:cNvSpPr>
              <a:spLocks noEditPoints="1"/>
            </p:cNvSpPr>
            <p:nvPr/>
          </p:nvSpPr>
          <p:spPr bwMode="auto">
            <a:xfrm>
              <a:off x="8923338" y="695325"/>
              <a:ext cx="57150" cy="23813"/>
            </a:xfrm>
            <a:custGeom>
              <a:avLst/>
              <a:gdLst>
                <a:gd name="T0" fmla="*/ 430 w 567"/>
                <a:gd name="T1" fmla="*/ 79 h 238"/>
                <a:gd name="T2" fmla="*/ 488 w 567"/>
                <a:gd name="T3" fmla="*/ 5 h 238"/>
                <a:gd name="T4" fmla="*/ 488 w 567"/>
                <a:gd name="T5" fmla="*/ 5 h 238"/>
                <a:gd name="T6" fmla="*/ 562 w 567"/>
                <a:gd name="T7" fmla="*/ 63 h 238"/>
                <a:gd name="T8" fmla="*/ 562 w 567"/>
                <a:gd name="T9" fmla="*/ 63 h 238"/>
                <a:gd name="T10" fmla="*/ 504 w 567"/>
                <a:gd name="T11" fmla="*/ 137 h 238"/>
                <a:gd name="T12" fmla="*/ 504 w 567"/>
                <a:gd name="T13" fmla="*/ 137 h 238"/>
                <a:gd name="T14" fmla="*/ 504 w 567"/>
                <a:gd name="T15" fmla="*/ 137 h 238"/>
                <a:gd name="T16" fmla="*/ 504 w 567"/>
                <a:gd name="T17" fmla="*/ 137 h 238"/>
                <a:gd name="T18" fmla="*/ 496 w 567"/>
                <a:gd name="T19" fmla="*/ 138 h 238"/>
                <a:gd name="T20" fmla="*/ 496 w 567"/>
                <a:gd name="T21" fmla="*/ 138 h 238"/>
                <a:gd name="T22" fmla="*/ 430 w 567"/>
                <a:gd name="T23" fmla="*/ 79 h 238"/>
                <a:gd name="T24" fmla="*/ 218 w 567"/>
                <a:gd name="T25" fmla="*/ 125 h 238"/>
                <a:gd name="T26" fmla="*/ 268 w 567"/>
                <a:gd name="T27" fmla="*/ 45 h 238"/>
                <a:gd name="T28" fmla="*/ 268 w 567"/>
                <a:gd name="T29" fmla="*/ 45 h 238"/>
                <a:gd name="T30" fmla="*/ 348 w 567"/>
                <a:gd name="T31" fmla="*/ 95 h 238"/>
                <a:gd name="T32" fmla="*/ 348 w 567"/>
                <a:gd name="T33" fmla="*/ 95 h 238"/>
                <a:gd name="T34" fmla="*/ 298 w 567"/>
                <a:gd name="T35" fmla="*/ 175 h 238"/>
                <a:gd name="T36" fmla="*/ 298 w 567"/>
                <a:gd name="T37" fmla="*/ 175 h 238"/>
                <a:gd name="T38" fmla="*/ 283 w 567"/>
                <a:gd name="T39" fmla="*/ 177 h 238"/>
                <a:gd name="T40" fmla="*/ 283 w 567"/>
                <a:gd name="T41" fmla="*/ 177 h 238"/>
                <a:gd name="T42" fmla="*/ 218 w 567"/>
                <a:gd name="T43" fmla="*/ 125 h 238"/>
                <a:gd name="T44" fmla="*/ 12 w 567"/>
                <a:gd name="T45" fmla="*/ 194 h 238"/>
                <a:gd name="T46" fmla="*/ 51 w 567"/>
                <a:gd name="T47" fmla="*/ 108 h 238"/>
                <a:gd name="T48" fmla="*/ 51 w 567"/>
                <a:gd name="T49" fmla="*/ 108 h 238"/>
                <a:gd name="T50" fmla="*/ 137 w 567"/>
                <a:gd name="T51" fmla="*/ 148 h 238"/>
                <a:gd name="T52" fmla="*/ 137 w 567"/>
                <a:gd name="T53" fmla="*/ 148 h 238"/>
                <a:gd name="T54" fmla="*/ 98 w 567"/>
                <a:gd name="T55" fmla="*/ 233 h 238"/>
                <a:gd name="T56" fmla="*/ 98 w 567"/>
                <a:gd name="T57" fmla="*/ 233 h 238"/>
                <a:gd name="T58" fmla="*/ 75 w 567"/>
                <a:gd name="T59" fmla="*/ 238 h 238"/>
                <a:gd name="T60" fmla="*/ 75 w 567"/>
                <a:gd name="T61" fmla="*/ 238 h 238"/>
                <a:gd name="T62" fmla="*/ 12 w 567"/>
                <a:gd name="T63" fmla="*/ 19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7" h="238">
                  <a:moveTo>
                    <a:pt x="430" y="79"/>
                  </a:moveTo>
                  <a:cubicBezTo>
                    <a:pt x="425" y="43"/>
                    <a:pt x="451" y="10"/>
                    <a:pt x="488" y="5"/>
                  </a:cubicBezTo>
                  <a:lnTo>
                    <a:pt x="488" y="5"/>
                  </a:lnTo>
                  <a:cubicBezTo>
                    <a:pt x="524" y="0"/>
                    <a:pt x="558" y="26"/>
                    <a:pt x="562" y="63"/>
                  </a:cubicBezTo>
                  <a:lnTo>
                    <a:pt x="562" y="63"/>
                  </a:lnTo>
                  <a:cubicBezTo>
                    <a:pt x="567" y="99"/>
                    <a:pt x="541" y="133"/>
                    <a:pt x="504" y="137"/>
                  </a:cubicBezTo>
                  <a:lnTo>
                    <a:pt x="504" y="137"/>
                  </a:lnTo>
                  <a:lnTo>
                    <a:pt x="504" y="137"/>
                  </a:lnTo>
                  <a:lnTo>
                    <a:pt x="504" y="137"/>
                  </a:lnTo>
                  <a:cubicBezTo>
                    <a:pt x="501" y="138"/>
                    <a:pt x="499" y="138"/>
                    <a:pt x="496" y="138"/>
                  </a:cubicBezTo>
                  <a:lnTo>
                    <a:pt x="496" y="138"/>
                  </a:lnTo>
                  <a:cubicBezTo>
                    <a:pt x="463" y="138"/>
                    <a:pt x="434" y="113"/>
                    <a:pt x="430" y="79"/>
                  </a:cubicBezTo>
                  <a:close/>
                  <a:moveTo>
                    <a:pt x="218" y="125"/>
                  </a:moveTo>
                  <a:cubicBezTo>
                    <a:pt x="210" y="89"/>
                    <a:pt x="232" y="53"/>
                    <a:pt x="268" y="45"/>
                  </a:cubicBezTo>
                  <a:lnTo>
                    <a:pt x="268" y="45"/>
                  </a:lnTo>
                  <a:cubicBezTo>
                    <a:pt x="304" y="37"/>
                    <a:pt x="339" y="59"/>
                    <a:pt x="348" y="95"/>
                  </a:cubicBezTo>
                  <a:lnTo>
                    <a:pt x="348" y="95"/>
                  </a:lnTo>
                  <a:cubicBezTo>
                    <a:pt x="356" y="131"/>
                    <a:pt x="334" y="167"/>
                    <a:pt x="298" y="175"/>
                  </a:cubicBezTo>
                  <a:lnTo>
                    <a:pt x="298" y="175"/>
                  </a:lnTo>
                  <a:cubicBezTo>
                    <a:pt x="293" y="176"/>
                    <a:pt x="288" y="177"/>
                    <a:pt x="283" y="177"/>
                  </a:cubicBezTo>
                  <a:lnTo>
                    <a:pt x="283" y="177"/>
                  </a:lnTo>
                  <a:cubicBezTo>
                    <a:pt x="252" y="177"/>
                    <a:pt x="225" y="156"/>
                    <a:pt x="218" y="125"/>
                  </a:cubicBezTo>
                  <a:close/>
                  <a:moveTo>
                    <a:pt x="12" y="194"/>
                  </a:moveTo>
                  <a:cubicBezTo>
                    <a:pt x="0" y="160"/>
                    <a:pt x="17" y="121"/>
                    <a:pt x="51" y="108"/>
                  </a:cubicBezTo>
                  <a:lnTo>
                    <a:pt x="51" y="108"/>
                  </a:lnTo>
                  <a:cubicBezTo>
                    <a:pt x="86" y="96"/>
                    <a:pt x="125" y="113"/>
                    <a:pt x="137" y="148"/>
                  </a:cubicBezTo>
                  <a:lnTo>
                    <a:pt x="137" y="148"/>
                  </a:lnTo>
                  <a:cubicBezTo>
                    <a:pt x="150" y="182"/>
                    <a:pt x="133" y="220"/>
                    <a:pt x="98" y="233"/>
                  </a:cubicBezTo>
                  <a:lnTo>
                    <a:pt x="98" y="233"/>
                  </a:lnTo>
                  <a:cubicBezTo>
                    <a:pt x="91" y="236"/>
                    <a:pt x="83" y="238"/>
                    <a:pt x="75" y="238"/>
                  </a:cubicBezTo>
                  <a:lnTo>
                    <a:pt x="75" y="238"/>
                  </a:lnTo>
                  <a:cubicBezTo>
                    <a:pt x="48" y="238"/>
                    <a:pt x="22" y="221"/>
                    <a:pt x="12"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3" name="Freeform 1577">
              <a:extLst>
                <a:ext uri="{FF2B5EF4-FFF2-40B4-BE49-F238E27FC236}">
                  <a16:creationId xmlns:a16="http://schemas.microsoft.com/office/drawing/2014/main" id="{CAA960D7-F8A2-483C-820B-F14678783BEA}"/>
                </a:ext>
              </a:extLst>
            </p:cNvPr>
            <p:cNvSpPr>
              <a:spLocks/>
            </p:cNvSpPr>
            <p:nvPr/>
          </p:nvSpPr>
          <p:spPr bwMode="auto">
            <a:xfrm>
              <a:off x="8747125" y="822325"/>
              <a:ext cx="53975" cy="41275"/>
            </a:xfrm>
            <a:custGeom>
              <a:avLst/>
              <a:gdLst>
                <a:gd name="T0" fmla="*/ 411 w 534"/>
                <a:gd name="T1" fmla="*/ 393 h 393"/>
                <a:gd name="T2" fmla="*/ 13 w 534"/>
                <a:gd name="T3" fmla="*/ 99 h 393"/>
                <a:gd name="T4" fmla="*/ 51 w 534"/>
                <a:gd name="T5" fmla="*/ 13 h 393"/>
                <a:gd name="T6" fmla="*/ 137 w 534"/>
                <a:gd name="T7" fmla="*/ 52 h 393"/>
                <a:gd name="T8" fmla="*/ 448 w 534"/>
                <a:gd name="T9" fmla="*/ 256 h 393"/>
                <a:gd name="T10" fmla="*/ 526 w 534"/>
                <a:gd name="T11" fmla="*/ 308 h 393"/>
                <a:gd name="T12" fmla="*/ 474 w 534"/>
                <a:gd name="T13" fmla="*/ 386 h 393"/>
                <a:gd name="T14" fmla="*/ 411 w 534"/>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4" h="393">
                  <a:moveTo>
                    <a:pt x="411" y="393"/>
                  </a:moveTo>
                  <a:cubicBezTo>
                    <a:pt x="236" y="393"/>
                    <a:pt x="69" y="251"/>
                    <a:pt x="13" y="99"/>
                  </a:cubicBezTo>
                  <a:cubicBezTo>
                    <a:pt x="0" y="64"/>
                    <a:pt x="17" y="26"/>
                    <a:pt x="51" y="13"/>
                  </a:cubicBezTo>
                  <a:cubicBezTo>
                    <a:pt x="86" y="0"/>
                    <a:pt x="124" y="18"/>
                    <a:pt x="137" y="52"/>
                  </a:cubicBezTo>
                  <a:cubicBezTo>
                    <a:pt x="181" y="169"/>
                    <a:pt x="319" y="281"/>
                    <a:pt x="448" y="256"/>
                  </a:cubicBezTo>
                  <a:cubicBezTo>
                    <a:pt x="484" y="248"/>
                    <a:pt x="519" y="272"/>
                    <a:pt x="526" y="308"/>
                  </a:cubicBezTo>
                  <a:cubicBezTo>
                    <a:pt x="534" y="344"/>
                    <a:pt x="510" y="379"/>
                    <a:pt x="474" y="386"/>
                  </a:cubicBezTo>
                  <a:cubicBezTo>
                    <a:pt x="453" y="390"/>
                    <a:pt x="432" y="393"/>
                    <a:pt x="411"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4" name="Freeform 1578">
              <a:extLst>
                <a:ext uri="{FF2B5EF4-FFF2-40B4-BE49-F238E27FC236}">
                  <a16:creationId xmlns:a16="http://schemas.microsoft.com/office/drawing/2014/main" id="{2CB28BFC-E044-4B15-B0F0-4024C9F9497F}"/>
                </a:ext>
              </a:extLst>
            </p:cNvPr>
            <p:cNvSpPr>
              <a:spLocks/>
            </p:cNvSpPr>
            <p:nvPr/>
          </p:nvSpPr>
          <p:spPr bwMode="auto">
            <a:xfrm>
              <a:off x="8807450" y="846138"/>
              <a:ext cx="14288" cy="14288"/>
            </a:xfrm>
            <a:custGeom>
              <a:avLst/>
              <a:gdLst>
                <a:gd name="T0" fmla="*/ 87 w 156"/>
                <a:gd name="T1" fmla="*/ 142 h 142"/>
                <a:gd name="T2" fmla="*/ 24 w 156"/>
                <a:gd name="T3" fmla="*/ 111 h 142"/>
                <a:gd name="T4" fmla="*/ 31 w 156"/>
                <a:gd name="T5" fmla="*/ 18 h 142"/>
                <a:gd name="T6" fmla="*/ 79 w 156"/>
                <a:gd name="T7" fmla="*/ 1 h 142"/>
                <a:gd name="T8" fmla="*/ 116 w 156"/>
                <a:gd name="T9" fmla="*/ 12 h 142"/>
                <a:gd name="T10" fmla="*/ 154 w 156"/>
                <a:gd name="T11" fmla="*/ 84 h 142"/>
                <a:gd name="T12" fmla="*/ 107 w 156"/>
                <a:gd name="T13" fmla="*/ 139 h 142"/>
                <a:gd name="T14" fmla="*/ 87 w 156"/>
                <a:gd name="T15" fmla="*/ 142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2">
                  <a:moveTo>
                    <a:pt x="87" y="142"/>
                  </a:moveTo>
                  <a:cubicBezTo>
                    <a:pt x="61" y="142"/>
                    <a:pt x="38" y="128"/>
                    <a:pt x="24" y="111"/>
                  </a:cubicBezTo>
                  <a:cubicBezTo>
                    <a:pt x="0" y="83"/>
                    <a:pt x="3" y="41"/>
                    <a:pt x="31" y="18"/>
                  </a:cubicBezTo>
                  <a:cubicBezTo>
                    <a:pt x="45" y="5"/>
                    <a:pt x="62" y="0"/>
                    <a:pt x="79" y="1"/>
                  </a:cubicBezTo>
                  <a:cubicBezTo>
                    <a:pt x="92" y="1"/>
                    <a:pt x="104" y="4"/>
                    <a:pt x="116" y="12"/>
                  </a:cubicBezTo>
                  <a:cubicBezTo>
                    <a:pt x="155" y="36"/>
                    <a:pt x="156" y="68"/>
                    <a:pt x="154" y="84"/>
                  </a:cubicBezTo>
                  <a:cubicBezTo>
                    <a:pt x="150" y="110"/>
                    <a:pt x="132" y="132"/>
                    <a:pt x="107" y="139"/>
                  </a:cubicBezTo>
                  <a:cubicBezTo>
                    <a:pt x="100" y="141"/>
                    <a:pt x="93" y="142"/>
                    <a:pt x="87" y="1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5" name="Freeform 1579">
              <a:extLst>
                <a:ext uri="{FF2B5EF4-FFF2-40B4-BE49-F238E27FC236}">
                  <a16:creationId xmlns:a16="http://schemas.microsoft.com/office/drawing/2014/main" id="{BE88E1D1-F6D6-4BD9-A08A-4ADAF9ED4627}"/>
                </a:ext>
              </a:extLst>
            </p:cNvPr>
            <p:cNvSpPr>
              <a:spLocks/>
            </p:cNvSpPr>
            <p:nvPr/>
          </p:nvSpPr>
          <p:spPr bwMode="auto">
            <a:xfrm>
              <a:off x="8747125" y="590550"/>
              <a:ext cx="25400" cy="69850"/>
            </a:xfrm>
            <a:custGeom>
              <a:avLst/>
              <a:gdLst>
                <a:gd name="T0" fmla="*/ 163 w 239"/>
                <a:gd name="T1" fmla="*/ 693 h 693"/>
                <a:gd name="T2" fmla="*/ 125 w 239"/>
                <a:gd name="T3" fmla="*/ 681 h 693"/>
                <a:gd name="T4" fmla="*/ 27 w 239"/>
                <a:gd name="T5" fmla="*/ 300 h 693"/>
                <a:gd name="T6" fmla="*/ 20 w 239"/>
                <a:gd name="T7" fmla="*/ 105 h 693"/>
                <a:gd name="T8" fmla="*/ 50 w 239"/>
                <a:gd name="T9" fmla="*/ 16 h 693"/>
                <a:gd name="T10" fmla="*/ 140 w 239"/>
                <a:gd name="T11" fmla="*/ 47 h 693"/>
                <a:gd name="T12" fmla="*/ 160 w 239"/>
                <a:gd name="T13" fmla="*/ 312 h 693"/>
                <a:gd name="T14" fmla="*/ 201 w 239"/>
                <a:gd name="T15" fmla="*/ 571 h 693"/>
                <a:gd name="T16" fmla="*/ 218 w 239"/>
                <a:gd name="T17" fmla="*/ 664 h 693"/>
                <a:gd name="T18" fmla="*/ 163 w 239"/>
                <a:gd name="T19" fmla="*/ 693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9" h="693">
                  <a:moveTo>
                    <a:pt x="163" y="693"/>
                  </a:moveTo>
                  <a:cubicBezTo>
                    <a:pt x="150" y="693"/>
                    <a:pt x="136" y="689"/>
                    <a:pt x="125" y="681"/>
                  </a:cubicBezTo>
                  <a:cubicBezTo>
                    <a:pt x="0" y="593"/>
                    <a:pt x="15" y="431"/>
                    <a:pt x="27" y="300"/>
                  </a:cubicBezTo>
                  <a:cubicBezTo>
                    <a:pt x="33" y="224"/>
                    <a:pt x="41" y="147"/>
                    <a:pt x="20" y="105"/>
                  </a:cubicBezTo>
                  <a:cubicBezTo>
                    <a:pt x="4" y="72"/>
                    <a:pt x="17" y="33"/>
                    <a:pt x="50" y="16"/>
                  </a:cubicBezTo>
                  <a:cubicBezTo>
                    <a:pt x="83" y="0"/>
                    <a:pt x="123" y="14"/>
                    <a:pt x="140" y="47"/>
                  </a:cubicBezTo>
                  <a:cubicBezTo>
                    <a:pt x="176" y="121"/>
                    <a:pt x="168" y="218"/>
                    <a:pt x="160" y="312"/>
                  </a:cubicBezTo>
                  <a:cubicBezTo>
                    <a:pt x="148" y="443"/>
                    <a:pt x="144" y="532"/>
                    <a:pt x="201" y="571"/>
                  </a:cubicBezTo>
                  <a:cubicBezTo>
                    <a:pt x="232" y="593"/>
                    <a:pt x="239" y="634"/>
                    <a:pt x="218" y="664"/>
                  </a:cubicBezTo>
                  <a:cubicBezTo>
                    <a:pt x="205" y="683"/>
                    <a:pt x="184" y="693"/>
                    <a:pt x="163" y="6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6" name="Freeform 1580">
              <a:extLst>
                <a:ext uri="{FF2B5EF4-FFF2-40B4-BE49-F238E27FC236}">
                  <a16:creationId xmlns:a16="http://schemas.microsoft.com/office/drawing/2014/main" id="{B66E6B32-06A8-46C7-91C9-DC70B0D2061E}"/>
                </a:ext>
              </a:extLst>
            </p:cNvPr>
            <p:cNvSpPr>
              <a:spLocks/>
            </p:cNvSpPr>
            <p:nvPr/>
          </p:nvSpPr>
          <p:spPr bwMode="auto">
            <a:xfrm>
              <a:off x="8775700" y="660400"/>
              <a:ext cx="12700" cy="14288"/>
            </a:xfrm>
            <a:custGeom>
              <a:avLst/>
              <a:gdLst>
                <a:gd name="T0" fmla="*/ 67 w 133"/>
                <a:gd name="T1" fmla="*/ 133 h 133"/>
                <a:gd name="T2" fmla="*/ 19 w 133"/>
                <a:gd name="T3" fmla="*/ 114 h 133"/>
                <a:gd name="T4" fmla="*/ 0 w 133"/>
                <a:gd name="T5" fmla="*/ 66 h 133"/>
                <a:gd name="T6" fmla="*/ 19 w 133"/>
                <a:gd name="T7" fmla="*/ 19 h 133"/>
                <a:gd name="T8" fmla="*/ 67 w 133"/>
                <a:gd name="T9" fmla="*/ 0 h 133"/>
                <a:gd name="T10" fmla="*/ 114 w 133"/>
                <a:gd name="T11" fmla="*/ 19 h 133"/>
                <a:gd name="T12" fmla="*/ 133 w 133"/>
                <a:gd name="T13" fmla="*/ 66 h 133"/>
                <a:gd name="T14" fmla="*/ 114 w 133"/>
                <a:gd name="T15" fmla="*/ 114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19" y="114"/>
                  </a:cubicBezTo>
                  <a:cubicBezTo>
                    <a:pt x="7" y="101"/>
                    <a:pt x="0" y="84"/>
                    <a:pt x="0" y="66"/>
                  </a:cubicBezTo>
                  <a:cubicBezTo>
                    <a:pt x="0" y="49"/>
                    <a:pt x="7" y="32"/>
                    <a:pt x="19" y="19"/>
                  </a:cubicBezTo>
                  <a:cubicBezTo>
                    <a:pt x="32" y="7"/>
                    <a:pt x="49" y="0"/>
                    <a:pt x="67" y="0"/>
                  </a:cubicBezTo>
                  <a:cubicBezTo>
                    <a:pt x="84" y="0"/>
                    <a:pt x="101" y="7"/>
                    <a:pt x="114" y="19"/>
                  </a:cubicBezTo>
                  <a:cubicBezTo>
                    <a:pt x="126" y="32"/>
                    <a:pt x="133" y="49"/>
                    <a:pt x="133" y="66"/>
                  </a:cubicBezTo>
                  <a:cubicBezTo>
                    <a:pt x="133"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9" name="Nuclear_plant2" descr="{&quot;Key&quot;:&quot;POWER_USER_SHAPE_ICON&quot;,&quot;Value&quot;:&quot;POWER_USER_SHAPE_ICON_STYLE_1&quot;}">
            <a:extLst>
              <a:ext uri="{FF2B5EF4-FFF2-40B4-BE49-F238E27FC236}">
                <a16:creationId xmlns:a16="http://schemas.microsoft.com/office/drawing/2014/main" id="{456075D3-D869-44C0-93F6-640F59C9EF36}"/>
              </a:ext>
            </a:extLst>
          </p:cNvPr>
          <p:cNvGrpSpPr>
            <a:grpSpLocks noChangeAspect="1"/>
          </p:cNvGrpSpPr>
          <p:nvPr/>
        </p:nvGrpSpPr>
        <p:grpSpPr>
          <a:xfrm>
            <a:off x="3308783" y="4081975"/>
            <a:ext cx="392325" cy="493568"/>
            <a:chOff x="7335838" y="5919788"/>
            <a:chExt cx="393700" cy="495300"/>
          </a:xfrm>
          <a:solidFill>
            <a:schemeClr val="accent3"/>
          </a:solidFill>
        </p:grpSpPr>
        <p:sp>
          <p:nvSpPr>
            <p:cNvPr id="280" name="Freeform 949">
              <a:extLst>
                <a:ext uri="{FF2B5EF4-FFF2-40B4-BE49-F238E27FC236}">
                  <a16:creationId xmlns:a16="http://schemas.microsoft.com/office/drawing/2014/main" id="{2CE5EE4E-D40F-445B-AB4C-5F50BBE04570}"/>
                </a:ext>
              </a:extLst>
            </p:cNvPr>
            <p:cNvSpPr>
              <a:spLocks noEditPoints="1"/>
            </p:cNvSpPr>
            <p:nvPr/>
          </p:nvSpPr>
          <p:spPr bwMode="auto">
            <a:xfrm>
              <a:off x="7500938" y="6248400"/>
              <a:ext cx="57150" cy="57150"/>
            </a:xfrm>
            <a:custGeom>
              <a:avLst/>
              <a:gdLst>
                <a:gd name="T0" fmla="*/ 281 w 562"/>
                <a:gd name="T1" fmla="*/ 133 h 561"/>
                <a:gd name="T2" fmla="*/ 133 w 562"/>
                <a:gd name="T3" fmla="*/ 280 h 561"/>
                <a:gd name="T4" fmla="*/ 281 w 562"/>
                <a:gd name="T5" fmla="*/ 428 h 561"/>
                <a:gd name="T6" fmla="*/ 428 w 562"/>
                <a:gd name="T7" fmla="*/ 280 h 561"/>
                <a:gd name="T8" fmla="*/ 281 w 562"/>
                <a:gd name="T9" fmla="*/ 133 h 561"/>
                <a:gd name="T10" fmla="*/ 281 w 562"/>
                <a:gd name="T11" fmla="*/ 561 h 561"/>
                <a:gd name="T12" fmla="*/ 0 w 562"/>
                <a:gd name="T13" fmla="*/ 280 h 561"/>
                <a:gd name="T14" fmla="*/ 281 w 562"/>
                <a:gd name="T15" fmla="*/ 0 h 561"/>
                <a:gd name="T16" fmla="*/ 562 w 562"/>
                <a:gd name="T17" fmla="*/ 280 h 561"/>
                <a:gd name="T18" fmla="*/ 281 w 562"/>
                <a:gd name="T19"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2" h="561">
                  <a:moveTo>
                    <a:pt x="281" y="133"/>
                  </a:moveTo>
                  <a:cubicBezTo>
                    <a:pt x="200" y="133"/>
                    <a:pt x="133" y="199"/>
                    <a:pt x="133" y="280"/>
                  </a:cubicBezTo>
                  <a:cubicBezTo>
                    <a:pt x="133" y="362"/>
                    <a:pt x="200" y="428"/>
                    <a:pt x="281" y="428"/>
                  </a:cubicBezTo>
                  <a:cubicBezTo>
                    <a:pt x="362" y="428"/>
                    <a:pt x="428" y="362"/>
                    <a:pt x="428" y="280"/>
                  </a:cubicBezTo>
                  <a:cubicBezTo>
                    <a:pt x="428" y="199"/>
                    <a:pt x="362" y="133"/>
                    <a:pt x="281" y="133"/>
                  </a:cubicBezTo>
                  <a:close/>
                  <a:moveTo>
                    <a:pt x="281" y="561"/>
                  </a:moveTo>
                  <a:cubicBezTo>
                    <a:pt x="126" y="561"/>
                    <a:pt x="0" y="435"/>
                    <a:pt x="0" y="280"/>
                  </a:cubicBezTo>
                  <a:cubicBezTo>
                    <a:pt x="0" y="126"/>
                    <a:pt x="126" y="0"/>
                    <a:pt x="281" y="0"/>
                  </a:cubicBezTo>
                  <a:cubicBezTo>
                    <a:pt x="436" y="0"/>
                    <a:pt x="562" y="126"/>
                    <a:pt x="562" y="280"/>
                  </a:cubicBezTo>
                  <a:cubicBezTo>
                    <a:pt x="562" y="435"/>
                    <a:pt x="436" y="561"/>
                    <a:pt x="281" y="5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1" name="Freeform 950">
              <a:extLst>
                <a:ext uri="{FF2B5EF4-FFF2-40B4-BE49-F238E27FC236}">
                  <a16:creationId xmlns:a16="http://schemas.microsoft.com/office/drawing/2014/main" id="{9896F0EF-6BB8-4006-BD2B-621AD8064946}"/>
                </a:ext>
              </a:extLst>
            </p:cNvPr>
            <p:cNvSpPr>
              <a:spLocks/>
            </p:cNvSpPr>
            <p:nvPr/>
          </p:nvSpPr>
          <p:spPr bwMode="auto">
            <a:xfrm>
              <a:off x="7545388" y="6237288"/>
              <a:ext cx="30163" cy="36513"/>
            </a:xfrm>
            <a:custGeom>
              <a:avLst/>
              <a:gdLst>
                <a:gd name="T0" fmla="*/ 229 w 303"/>
                <a:gd name="T1" fmla="*/ 362 h 362"/>
                <a:gd name="T2" fmla="*/ 165 w 303"/>
                <a:gd name="T3" fmla="*/ 312 h 362"/>
                <a:gd name="T4" fmla="*/ 37 w 303"/>
                <a:gd name="T5" fmla="*/ 130 h 362"/>
                <a:gd name="T6" fmla="*/ 22 w 303"/>
                <a:gd name="T7" fmla="*/ 37 h 362"/>
                <a:gd name="T8" fmla="*/ 115 w 303"/>
                <a:gd name="T9" fmla="*/ 22 h 362"/>
                <a:gd name="T10" fmla="*/ 294 w 303"/>
                <a:gd name="T11" fmla="*/ 277 h 362"/>
                <a:gd name="T12" fmla="*/ 247 w 303"/>
                <a:gd name="T13" fmla="*/ 359 h 362"/>
                <a:gd name="T14" fmla="*/ 229 w 30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362">
                  <a:moveTo>
                    <a:pt x="229" y="362"/>
                  </a:moveTo>
                  <a:cubicBezTo>
                    <a:pt x="200" y="362"/>
                    <a:pt x="173" y="342"/>
                    <a:pt x="165" y="312"/>
                  </a:cubicBezTo>
                  <a:cubicBezTo>
                    <a:pt x="145" y="239"/>
                    <a:pt x="100" y="175"/>
                    <a:pt x="37" y="130"/>
                  </a:cubicBezTo>
                  <a:cubicBezTo>
                    <a:pt x="8" y="109"/>
                    <a:pt x="0" y="67"/>
                    <a:pt x="22" y="37"/>
                  </a:cubicBezTo>
                  <a:cubicBezTo>
                    <a:pt x="43" y="7"/>
                    <a:pt x="85" y="0"/>
                    <a:pt x="115" y="22"/>
                  </a:cubicBezTo>
                  <a:cubicBezTo>
                    <a:pt x="202" y="84"/>
                    <a:pt x="265" y="175"/>
                    <a:pt x="294" y="277"/>
                  </a:cubicBezTo>
                  <a:cubicBezTo>
                    <a:pt x="303" y="313"/>
                    <a:pt x="282" y="350"/>
                    <a:pt x="247" y="359"/>
                  </a:cubicBezTo>
                  <a:cubicBezTo>
                    <a:pt x="241" y="361"/>
                    <a:pt x="235" y="362"/>
                    <a:pt x="229"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2" name="Freeform 951">
              <a:extLst>
                <a:ext uri="{FF2B5EF4-FFF2-40B4-BE49-F238E27FC236}">
                  <a16:creationId xmlns:a16="http://schemas.microsoft.com/office/drawing/2014/main" id="{037E9758-5B95-48C0-B862-D9B12F5A27B5}"/>
                </a:ext>
              </a:extLst>
            </p:cNvPr>
            <p:cNvSpPr>
              <a:spLocks/>
            </p:cNvSpPr>
            <p:nvPr/>
          </p:nvSpPr>
          <p:spPr bwMode="auto">
            <a:xfrm>
              <a:off x="7483475" y="6238875"/>
              <a:ext cx="26988" cy="36513"/>
            </a:xfrm>
            <a:custGeom>
              <a:avLst/>
              <a:gdLst>
                <a:gd name="T0" fmla="*/ 73 w 270"/>
                <a:gd name="T1" fmla="*/ 352 h 352"/>
                <a:gd name="T2" fmla="*/ 57 w 270"/>
                <a:gd name="T3" fmla="*/ 350 h 352"/>
                <a:gd name="T4" fmla="*/ 8 w 270"/>
                <a:gd name="T5" fmla="*/ 269 h 352"/>
                <a:gd name="T6" fmla="*/ 150 w 270"/>
                <a:gd name="T7" fmla="*/ 25 h 352"/>
                <a:gd name="T8" fmla="*/ 244 w 270"/>
                <a:gd name="T9" fmla="*/ 28 h 352"/>
                <a:gd name="T10" fmla="*/ 242 w 270"/>
                <a:gd name="T11" fmla="*/ 122 h 352"/>
                <a:gd name="T12" fmla="*/ 138 w 270"/>
                <a:gd name="T13" fmla="*/ 301 h 352"/>
                <a:gd name="T14" fmla="*/ 73 w 270"/>
                <a:gd name="T15" fmla="*/ 352 h 3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352">
                  <a:moveTo>
                    <a:pt x="73" y="352"/>
                  </a:moveTo>
                  <a:cubicBezTo>
                    <a:pt x="68" y="352"/>
                    <a:pt x="63" y="351"/>
                    <a:pt x="57" y="350"/>
                  </a:cubicBezTo>
                  <a:cubicBezTo>
                    <a:pt x="22" y="341"/>
                    <a:pt x="0" y="305"/>
                    <a:pt x="8" y="269"/>
                  </a:cubicBezTo>
                  <a:cubicBezTo>
                    <a:pt x="30" y="182"/>
                    <a:pt x="86" y="86"/>
                    <a:pt x="150" y="25"/>
                  </a:cubicBezTo>
                  <a:cubicBezTo>
                    <a:pt x="177" y="0"/>
                    <a:pt x="219" y="1"/>
                    <a:pt x="244" y="28"/>
                  </a:cubicBezTo>
                  <a:cubicBezTo>
                    <a:pt x="270" y="55"/>
                    <a:pt x="268" y="97"/>
                    <a:pt x="242" y="122"/>
                  </a:cubicBezTo>
                  <a:cubicBezTo>
                    <a:pt x="195" y="166"/>
                    <a:pt x="154" y="238"/>
                    <a:pt x="138" y="301"/>
                  </a:cubicBezTo>
                  <a:cubicBezTo>
                    <a:pt x="131" y="332"/>
                    <a:pt x="104" y="352"/>
                    <a:pt x="73" y="3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3" name="Freeform 952">
              <a:extLst>
                <a:ext uri="{FF2B5EF4-FFF2-40B4-BE49-F238E27FC236}">
                  <a16:creationId xmlns:a16="http://schemas.microsoft.com/office/drawing/2014/main" id="{A91F425A-A829-4810-A105-9497DFA8BE97}"/>
                </a:ext>
              </a:extLst>
            </p:cNvPr>
            <p:cNvSpPr>
              <a:spLocks/>
            </p:cNvSpPr>
            <p:nvPr/>
          </p:nvSpPr>
          <p:spPr bwMode="auto">
            <a:xfrm>
              <a:off x="7508875" y="6308725"/>
              <a:ext cx="42863" cy="15875"/>
            </a:xfrm>
            <a:custGeom>
              <a:avLst/>
              <a:gdLst>
                <a:gd name="T0" fmla="*/ 207 w 419"/>
                <a:gd name="T1" fmla="*/ 166 h 166"/>
                <a:gd name="T2" fmla="*/ 53 w 419"/>
                <a:gd name="T3" fmla="*/ 140 h 166"/>
                <a:gd name="T4" fmla="*/ 12 w 419"/>
                <a:gd name="T5" fmla="*/ 55 h 166"/>
                <a:gd name="T6" fmla="*/ 97 w 419"/>
                <a:gd name="T7" fmla="*/ 14 h 166"/>
                <a:gd name="T8" fmla="*/ 321 w 419"/>
                <a:gd name="T9" fmla="*/ 13 h 166"/>
                <a:gd name="T10" fmla="*/ 406 w 419"/>
                <a:gd name="T11" fmla="*/ 53 h 166"/>
                <a:gd name="T12" fmla="*/ 366 w 419"/>
                <a:gd name="T13" fmla="*/ 138 h 166"/>
                <a:gd name="T14" fmla="*/ 207 w 419"/>
                <a:gd name="T15" fmla="*/ 166 h 1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166">
                  <a:moveTo>
                    <a:pt x="207" y="166"/>
                  </a:moveTo>
                  <a:cubicBezTo>
                    <a:pt x="154" y="166"/>
                    <a:pt x="103" y="158"/>
                    <a:pt x="53" y="140"/>
                  </a:cubicBezTo>
                  <a:cubicBezTo>
                    <a:pt x="19" y="128"/>
                    <a:pt x="0" y="90"/>
                    <a:pt x="12" y="55"/>
                  </a:cubicBezTo>
                  <a:cubicBezTo>
                    <a:pt x="24" y="20"/>
                    <a:pt x="62" y="2"/>
                    <a:pt x="97" y="14"/>
                  </a:cubicBezTo>
                  <a:cubicBezTo>
                    <a:pt x="169" y="40"/>
                    <a:pt x="249" y="39"/>
                    <a:pt x="321" y="13"/>
                  </a:cubicBezTo>
                  <a:cubicBezTo>
                    <a:pt x="356" y="0"/>
                    <a:pt x="394" y="18"/>
                    <a:pt x="406" y="53"/>
                  </a:cubicBezTo>
                  <a:cubicBezTo>
                    <a:pt x="419" y="87"/>
                    <a:pt x="401" y="126"/>
                    <a:pt x="366" y="138"/>
                  </a:cubicBezTo>
                  <a:cubicBezTo>
                    <a:pt x="315" y="157"/>
                    <a:pt x="262" y="166"/>
                    <a:pt x="207"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4" name="Freeform 953">
              <a:extLst>
                <a:ext uri="{FF2B5EF4-FFF2-40B4-BE49-F238E27FC236}">
                  <a16:creationId xmlns:a16="http://schemas.microsoft.com/office/drawing/2014/main" id="{C411527D-760B-465E-ADCC-E1B83CCF57EF}"/>
                </a:ext>
              </a:extLst>
            </p:cNvPr>
            <p:cNvSpPr>
              <a:spLocks/>
            </p:cNvSpPr>
            <p:nvPr/>
          </p:nvSpPr>
          <p:spPr bwMode="auto">
            <a:xfrm>
              <a:off x="7561263" y="6257925"/>
              <a:ext cx="20638" cy="15875"/>
            </a:xfrm>
            <a:custGeom>
              <a:avLst/>
              <a:gdLst>
                <a:gd name="T0" fmla="*/ 72 w 203"/>
                <a:gd name="T1" fmla="*/ 151 h 151"/>
                <a:gd name="T2" fmla="*/ 44 w 203"/>
                <a:gd name="T3" fmla="*/ 144 h 151"/>
                <a:gd name="T4" fmla="*/ 5 w 203"/>
                <a:gd name="T5" fmla="*/ 72 h 151"/>
                <a:gd name="T6" fmla="*/ 126 w 203"/>
                <a:gd name="T7" fmla="*/ 4 h 151"/>
                <a:gd name="T8" fmla="*/ 199 w 203"/>
                <a:gd name="T9" fmla="*/ 63 h 151"/>
                <a:gd name="T10" fmla="*/ 140 w 203"/>
                <a:gd name="T11" fmla="*/ 137 h 151"/>
                <a:gd name="T12" fmla="*/ 107 w 203"/>
                <a:gd name="T13" fmla="*/ 141 h 151"/>
                <a:gd name="T14" fmla="*/ 72 w 203"/>
                <a:gd name="T15" fmla="*/ 151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51">
                  <a:moveTo>
                    <a:pt x="72" y="151"/>
                  </a:moveTo>
                  <a:cubicBezTo>
                    <a:pt x="63" y="151"/>
                    <a:pt x="53" y="149"/>
                    <a:pt x="44" y="144"/>
                  </a:cubicBezTo>
                  <a:cubicBezTo>
                    <a:pt x="17" y="132"/>
                    <a:pt x="0" y="101"/>
                    <a:pt x="5" y="72"/>
                  </a:cubicBezTo>
                  <a:cubicBezTo>
                    <a:pt x="15" y="16"/>
                    <a:pt x="71" y="10"/>
                    <a:pt x="126" y="4"/>
                  </a:cubicBezTo>
                  <a:cubicBezTo>
                    <a:pt x="162" y="0"/>
                    <a:pt x="195" y="27"/>
                    <a:pt x="199" y="63"/>
                  </a:cubicBezTo>
                  <a:cubicBezTo>
                    <a:pt x="203" y="100"/>
                    <a:pt x="176" y="133"/>
                    <a:pt x="140" y="137"/>
                  </a:cubicBezTo>
                  <a:cubicBezTo>
                    <a:pt x="124" y="138"/>
                    <a:pt x="113" y="140"/>
                    <a:pt x="107" y="141"/>
                  </a:cubicBezTo>
                  <a:cubicBezTo>
                    <a:pt x="97" y="147"/>
                    <a:pt x="84" y="151"/>
                    <a:pt x="72" y="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5" name="Freeform 954">
              <a:extLst>
                <a:ext uri="{FF2B5EF4-FFF2-40B4-BE49-F238E27FC236}">
                  <a16:creationId xmlns:a16="http://schemas.microsoft.com/office/drawing/2014/main" id="{77C6DB33-B9BC-4E4D-9870-60439D00DE15}"/>
                </a:ext>
              </a:extLst>
            </p:cNvPr>
            <p:cNvSpPr>
              <a:spLocks/>
            </p:cNvSpPr>
            <p:nvPr/>
          </p:nvSpPr>
          <p:spPr bwMode="auto">
            <a:xfrm>
              <a:off x="7545388" y="6197600"/>
              <a:ext cx="77788" cy="73025"/>
            </a:xfrm>
            <a:custGeom>
              <a:avLst/>
              <a:gdLst>
                <a:gd name="T0" fmla="*/ 541 w 764"/>
                <a:gd name="T1" fmla="*/ 716 h 716"/>
                <a:gd name="T2" fmla="*/ 474 w 764"/>
                <a:gd name="T3" fmla="*/ 656 h 716"/>
                <a:gd name="T4" fmla="*/ 534 w 764"/>
                <a:gd name="T5" fmla="*/ 583 h 716"/>
                <a:gd name="T6" fmla="*/ 604 w 764"/>
                <a:gd name="T7" fmla="*/ 576 h 716"/>
                <a:gd name="T8" fmla="*/ 367 w 764"/>
                <a:gd name="T9" fmla="*/ 166 h 716"/>
                <a:gd name="T10" fmla="*/ 130 w 764"/>
                <a:gd name="T11" fmla="*/ 494 h 716"/>
                <a:gd name="T12" fmla="*/ 37 w 764"/>
                <a:gd name="T13" fmla="*/ 509 h 716"/>
                <a:gd name="T14" fmla="*/ 22 w 764"/>
                <a:gd name="T15" fmla="*/ 416 h 716"/>
                <a:gd name="T16" fmla="*/ 296 w 764"/>
                <a:gd name="T17" fmla="*/ 35 h 716"/>
                <a:gd name="T18" fmla="*/ 383 w 764"/>
                <a:gd name="T19" fmla="*/ 16 h 716"/>
                <a:gd name="T20" fmla="*/ 737 w 764"/>
                <a:gd name="T21" fmla="*/ 640 h 716"/>
                <a:gd name="T22" fmla="*/ 677 w 764"/>
                <a:gd name="T23" fmla="*/ 702 h 716"/>
                <a:gd name="T24" fmla="*/ 548 w 764"/>
                <a:gd name="T25" fmla="*/ 716 h 716"/>
                <a:gd name="T26" fmla="*/ 541 w 764"/>
                <a:gd name="T27" fmla="*/ 71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64" h="716">
                  <a:moveTo>
                    <a:pt x="541" y="716"/>
                  </a:moveTo>
                  <a:cubicBezTo>
                    <a:pt x="507" y="716"/>
                    <a:pt x="478" y="690"/>
                    <a:pt x="474" y="656"/>
                  </a:cubicBezTo>
                  <a:cubicBezTo>
                    <a:pt x="470" y="619"/>
                    <a:pt x="497" y="587"/>
                    <a:pt x="534" y="583"/>
                  </a:cubicBezTo>
                  <a:lnTo>
                    <a:pt x="604" y="576"/>
                  </a:lnTo>
                  <a:cubicBezTo>
                    <a:pt x="595" y="363"/>
                    <a:pt x="446" y="225"/>
                    <a:pt x="367" y="166"/>
                  </a:cubicBezTo>
                  <a:lnTo>
                    <a:pt x="130" y="494"/>
                  </a:lnTo>
                  <a:cubicBezTo>
                    <a:pt x="108" y="524"/>
                    <a:pt x="67" y="530"/>
                    <a:pt x="37" y="509"/>
                  </a:cubicBezTo>
                  <a:cubicBezTo>
                    <a:pt x="7" y="487"/>
                    <a:pt x="0" y="446"/>
                    <a:pt x="22" y="416"/>
                  </a:cubicBezTo>
                  <a:lnTo>
                    <a:pt x="296" y="35"/>
                  </a:lnTo>
                  <a:cubicBezTo>
                    <a:pt x="316" y="8"/>
                    <a:pt x="353" y="0"/>
                    <a:pt x="383" y="16"/>
                  </a:cubicBezTo>
                  <a:cubicBezTo>
                    <a:pt x="398" y="25"/>
                    <a:pt x="764" y="235"/>
                    <a:pt x="737" y="640"/>
                  </a:cubicBezTo>
                  <a:cubicBezTo>
                    <a:pt x="735" y="672"/>
                    <a:pt x="709" y="698"/>
                    <a:pt x="677" y="702"/>
                  </a:cubicBezTo>
                  <a:lnTo>
                    <a:pt x="548" y="716"/>
                  </a:lnTo>
                  <a:cubicBezTo>
                    <a:pt x="545" y="716"/>
                    <a:pt x="543" y="716"/>
                    <a:pt x="541" y="7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6" name="Freeform 955">
              <a:extLst>
                <a:ext uri="{FF2B5EF4-FFF2-40B4-BE49-F238E27FC236}">
                  <a16:creationId xmlns:a16="http://schemas.microsoft.com/office/drawing/2014/main" id="{A85B3FEF-B312-45E8-A6A6-AC3DD5494FD9}"/>
                </a:ext>
              </a:extLst>
            </p:cNvPr>
            <p:cNvSpPr>
              <a:spLocks/>
            </p:cNvSpPr>
            <p:nvPr/>
          </p:nvSpPr>
          <p:spPr bwMode="auto">
            <a:xfrm>
              <a:off x="7434263" y="6197600"/>
              <a:ext cx="63500" cy="77788"/>
            </a:xfrm>
            <a:custGeom>
              <a:avLst/>
              <a:gdLst>
                <a:gd name="T0" fmla="*/ 550 w 621"/>
                <a:gd name="T1" fmla="*/ 762 h 762"/>
                <a:gd name="T2" fmla="*/ 542 w 621"/>
                <a:gd name="T3" fmla="*/ 761 h 762"/>
                <a:gd name="T4" fmla="*/ 85 w 621"/>
                <a:gd name="T5" fmla="*/ 702 h 762"/>
                <a:gd name="T6" fmla="*/ 27 w 621"/>
                <a:gd name="T7" fmla="*/ 640 h 762"/>
                <a:gd name="T8" fmla="*/ 381 w 621"/>
                <a:gd name="T9" fmla="*/ 16 h 762"/>
                <a:gd name="T10" fmla="*/ 468 w 621"/>
                <a:gd name="T11" fmla="*/ 35 h 762"/>
                <a:gd name="T12" fmla="*/ 539 w 621"/>
                <a:gd name="T13" fmla="*/ 134 h 762"/>
                <a:gd name="T14" fmla="*/ 524 w 621"/>
                <a:gd name="T15" fmla="*/ 228 h 762"/>
                <a:gd name="T16" fmla="*/ 431 w 621"/>
                <a:gd name="T17" fmla="*/ 212 h 762"/>
                <a:gd name="T18" fmla="*/ 397 w 621"/>
                <a:gd name="T19" fmla="*/ 166 h 762"/>
                <a:gd name="T20" fmla="*/ 159 w 621"/>
                <a:gd name="T21" fmla="*/ 577 h 762"/>
                <a:gd name="T22" fmla="*/ 559 w 621"/>
                <a:gd name="T23" fmla="*/ 629 h 762"/>
                <a:gd name="T24" fmla="*/ 616 w 621"/>
                <a:gd name="T25" fmla="*/ 704 h 762"/>
                <a:gd name="T26" fmla="*/ 550 w 621"/>
                <a:gd name="T27" fmla="*/ 762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1" h="762">
                  <a:moveTo>
                    <a:pt x="550" y="762"/>
                  </a:moveTo>
                  <a:cubicBezTo>
                    <a:pt x="548" y="762"/>
                    <a:pt x="545" y="762"/>
                    <a:pt x="542" y="761"/>
                  </a:cubicBezTo>
                  <a:lnTo>
                    <a:pt x="85" y="702"/>
                  </a:lnTo>
                  <a:cubicBezTo>
                    <a:pt x="53" y="698"/>
                    <a:pt x="29" y="672"/>
                    <a:pt x="27" y="640"/>
                  </a:cubicBezTo>
                  <a:cubicBezTo>
                    <a:pt x="0" y="234"/>
                    <a:pt x="366" y="25"/>
                    <a:pt x="381" y="16"/>
                  </a:cubicBezTo>
                  <a:cubicBezTo>
                    <a:pt x="411" y="0"/>
                    <a:pt x="448" y="8"/>
                    <a:pt x="468" y="35"/>
                  </a:cubicBezTo>
                  <a:lnTo>
                    <a:pt x="539" y="134"/>
                  </a:lnTo>
                  <a:cubicBezTo>
                    <a:pt x="561" y="165"/>
                    <a:pt x="554" y="206"/>
                    <a:pt x="524" y="228"/>
                  </a:cubicBezTo>
                  <a:cubicBezTo>
                    <a:pt x="494" y="249"/>
                    <a:pt x="453" y="242"/>
                    <a:pt x="431" y="212"/>
                  </a:cubicBezTo>
                  <a:lnTo>
                    <a:pt x="397" y="166"/>
                  </a:lnTo>
                  <a:cubicBezTo>
                    <a:pt x="317" y="225"/>
                    <a:pt x="169" y="364"/>
                    <a:pt x="159" y="577"/>
                  </a:cubicBezTo>
                  <a:lnTo>
                    <a:pt x="559" y="629"/>
                  </a:lnTo>
                  <a:cubicBezTo>
                    <a:pt x="595" y="634"/>
                    <a:pt x="621" y="667"/>
                    <a:pt x="616" y="704"/>
                  </a:cubicBezTo>
                  <a:cubicBezTo>
                    <a:pt x="612" y="738"/>
                    <a:pt x="583" y="762"/>
                    <a:pt x="550" y="7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7" name="Freeform 956">
              <a:extLst>
                <a:ext uri="{FF2B5EF4-FFF2-40B4-BE49-F238E27FC236}">
                  <a16:creationId xmlns:a16="http://schemas.microsoft.com/office/drawing/2014/main" id="{74CFDD0A-4CAE-44F0-B9A7-30DF3A15C16E}"/>
                </a:ext>
              </a:extLst>
            </p:cNvPr>
            <p:cNvSpPr>
              <a:spLocks/>
            </p:cNvSpPr>
            <p:nvPr/>
          </p:nvSpPr>
          <p:spPr bwMode="auto">
            <a:xfrm>
              <a:off x="7489825" y="6227763"/>
              <a:ext cx="22225" cy="22225"/>
            </a:xfrm>
            <a:custGeom>
              <a:avLst/>
              <a:gdLst>
                <a:gd name="T0" fmla="*/ 140 w 213"/>
                <a:gd name="T1" fmla="*/ 223 h 223"/>
                <a:gd name="T2" fmla="*/ 116 w 213"/>
                <a:gd name="T3" fmla="*/ 219 h 223"/>
                <a:gd name="T4" fmla="*/ 22 w 213"/>
                <a:gd name="T5" fmla="*/ 115 h 223"/>
                <a:gd name="T6" fmla="*/ 37 w 213"/>
                <a:gd name="T7" fmla="*/ 22 h 223"/>
                <a:gd name="T8" fmla="*/ 130 w 213"/>
                <a:gd name="T9" fmla="*/ 37 h 223"/>
                <a:gd name="T10" fmla="*/ 182 w 213"/>
                <a:gd name="T11" fmla="*/ 105 h 223"/>
                <a:gd name="T12" fmla="*/ 202 w 213"/>
                <a:gd name="T13" fmla="*/ 181 h 223"/>
                <a:gd name="T14" fmla="*/ 140 w 213"/>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3" h="223">
                  <a:moveTo>
                    <a:pt x="140" y="223"/>
                  </a:moveTo>
                  <a:cubicBezTo>
                    <a:pt x="132" y="223"/>
                    <a:pt x="124" y="222"/>
                    <a:pt x="116" y="219"/>
                  </a:cubicBezTo>
                  <a:cubicBezTo>
                    <a:pt x="100" y="213"/>
                    <a:pt x="89" y="209"/>
                    <a:pt x="22" y="115"/>
                  </a:cubicBezTo>
                  <a:cubicBezTo>
                    <a:pt x="0" y="85"/>
                    <a:pt x="7" y="44"/>
                    <a:pt x="37" y="22"/>
                  </a:cubicBezTo>
                  <a:cubicBezTo>
                    <a:pt x="67" y="0"/>
                    <a:pt x="108" y="7"/>
                    <a:pt x="130" y="37"/>
                  </a:cubicBezTo>
                  <a:cubicBezTo>
                    <a:pt x="164" y="85"/>
                    <a:pt x="178" y="101"/>
                    <a:pt x="182" y="105"/>
                  </a:cubicBezTo>
                  <a:cubicBezTo>
                    <a:pt x="204" y="123"/>
                    <a:pt x="213" y="154"/>
                    <a:pt x="202" y="181"/>
                  </a:cubicBezTo>
                  <a:cubicBezTo>
                    <a:pt x="192" y="207"/>
                    <a:pt x="166" y="223"/>
                    <a:pt x="140"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8" name="Freeform 957">
              <a:extLst>
                <a:ext uri="{FF2B5EF4-FFF2-40B4-BE49-F238E27FC236}">
                  <a16:creationId xmlns:a16="http://schemas.microsoft.com/office/drawing/2014/main" id="{40A5831C-D3F6-4690-A310-DBEFE30A474F}"/>
                </a:ext>
              </a:extLst>
            </p:cNvPr>
            <p:cNvSpPr>
              <a:spLocks/>
            </p:cNvSpPr>
            <p:nvPr/>
          </p:nvSpPr>
          <p:spPr bwMode="auto">
            <a:xfrm>
              <a:off x="7491413" y="6308725"/>
              <a:ext cx="79375" cy="66675"/>
            </a:xfrm>
            <a:custGeom>
              <a:avLst/>
              <a:gdLst>
                <a:gd name="T0" fmla="*/ 381 w 793"/>
                <a:gd name="T1" fmla="*/ 658 h 658"/>
                <a:gd name="T2" fmla="*/ 44 w 793"/>
                <a:gd name="T3" fmla="*/ 580 h 658"/>
                <a:gd name="T4" fmla="*/ 12 w 793"/>
                <a:gd name="T5" fmla="*/ 497 h 658"/>
                <a:gd name="T6" fmla="*/ 42 w 793"/>
                <a:gd name="T7" fmla="*/ 418 h 658"/>
                <a:gd name="T8" fmla="*/ 128 w 793"/>
                <a:gd name="T9" fmla="*/ 379 h 658"/>
                <a:gd name="T10" fmla="*/ 167 w 793"/>
                <a:gd name="T11" fmla="*/ 465 h 658"/>
                <a:gd name="T12" fmla="*/ 159 w 793"/>
                <a:gd name="T13" fmla="*/ 485 h 658"/>
                <a:gd name="T14" fmla="*/ 633 w 793"/>
                <a:gd name="T15" fmla="*/ 456 h 658"/>
                <a:gd name="T16" fmla="*/ 456 w 793"/>
                <a:gd name="T17" fmla="*/ 106 h 658"/>
                <a:gd name="T18" fmla="*/ 485 w 793"/>
                <a:gd name="T19" fmla="*/ 16 h 658"/>
                <a:gd name="T20" fmla="*/ 575 w 793"/>
                <a:gd name="T21" fmla="*/ 46 h 658"/>
                <a:gd name="T22" fmla="*/ 779 w 793"/>
                <a:gd name="T23" fmla="*/ 449 h 658"/>
                <a:gd name="T24" fmla="*/ 760 w 793"/>
                <a:gd name="T25" fmla="*/ 532 h 658"/>
                <a:gd name="T26" fmla="*/ 381 w 793"/>
                <a:gd name="T27" fmla="*/ 658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3" h="658">
                  <a:moveTo>
                    <a:pt x="381" y="658"/>
                  </a:moveTo>
                  <a:cubicBezTo>
                    <a:pt x="197" y="658"/>
                    <a:pt x="53" y="585"/>
                    <a:pt x="44" y="580"/>
                  </a:cubicBezTo>
                  <a:cubicBezTo>
                    <a:pt x="14" y="565"/>
                    <a:pt x="0" y="529"/>
                    <a:pt x="12" y="497"/>
                  </a:cubicBezTo>
                  <a:lnTo>
                    <a:pt x="42" y="418"/>
                  </a:lnTo>
                  <a:cubicBezTo>
                    <a:pt x="55" y="384"/>
                    <a:pt x="93" y="366"/>
                    <a:pt x="128" y="379"/>
                  </a:cubicBezTo>
                  <a:cubicBezTo>
                    <a:pt x="163" y="392"/>
                    <a:pt x="180" y="431"/>
                    <a:pt x="167" y="465"/>
                  </a:cubicBezTo>
                  <a:lnTo>
                    <a:pt x="159" y="485"/>
                  </a:lnTo>
                  <a:cubicBezTo>
                    <a:pt x="253" y="518"/>
                    <a:pt x="450" y="566"/>
                    <a:pt x="633" y="456"/>
                  </a:cubicBezTo>
                  <a:lnTo>
                    <a:pt x="456" y="106"/>
                  </a:lnTo>
                  <a:cubicBezTo>
                    <a:pt x="440" y="73"/>
                    <a:pt x="453" y="33"/>
                    <a:pt x="485" y="16"/>
                  </a:cubicBezTo>
                  <a:cubicBezTo>
                    <a:pt x="518" y="0"/>
                    <a:pt x="559" y="13"/>
                    <a:pt x="575" y="46"/>
                  </a:cubicBezTo>
                  <a:lnTo>
                    <a:pt x="779" y="449"/>
                  </a:lnTo>
                  <a:cubicBezTo>
                    <a:pt x="793" y="477"/>
                    <a:pt x="785" y="512"/>
                    <a:pt x="760" y="532"/>
                  </a:cubicBezTo>
                  <a:cubicBezTo>
                    <a:pt x="633" y="628"/>
                    <a:pt x="499" y="658"/>
                    <a:pt x="381" y="6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9" name="Freeform 958">
              <a:extLst>
                <a:ext uri="{FF2B5EF4-FFF2-40B4-BE49-F238E27FC236}">
                  <a16:creationId xmlns:a16="http://schemas.microsoft.com/office/drawing/2014/main" id="{1B01710C-8750-464F-A246-E56676B2A7F7}"/>
                </a:ext>
              </a:extLst>
            </p:cNvPr>
            <p:cNvSpPr>
              <a:spLocks/>
            </p:cNvSpPr>
            <p:nvPr/>
          </p:nvSpPr>
          <p:spPr bwMode="auto">
            <a:xfrm>
              <a:off x="7502525" y="6310313"/>
              <a:ext cx="20638" cy="23813"/>
            </a:xfrm>
            <a:custGeom>
              <a:avLst/>
              <a:gdLst>
                <a:gd name="T0" fmla="*/ 75 w 190"/>
                <a:gd name="T1" fmla="*/ 241 h 241"/>
                <a:gd name="T2" fmla="*/ 51 w 190"/>
                <a:gd name="T3" fmla="*/ 236 h 241"/>
                <a:gd name="T4" fmla="*/ 12 w 190"/>
                <a:gd name="T5" fmla="*/ 150 h 241"/>
                <a:gd name="T6" fmla="*/ 119 w 190"/>
                <a:gd name="T7" fmla="*/ 2 h 241"/>
                <a:gd name="T8" fmla="*/ 189 w 190"/>
                <a:gd name="T9" fmla="*/ 65 h 241"/>
                <a:gd name="T10" fmla="*/ 173 w 190"/>
                <a:gd name="T11" fmla="*/ 112 h 241"/>
                <a:gd name="T12" fmla="*/ 137 w 190"/>
                <a:gd name="T13" fmla="*/ 198 h 241"/>
                <a:gd name="T14" fmla="*/ 75 w 190"/>
                <a:gd name="T15" fmla="*/ 241 h 2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0" h="241">
                  <a:moveTo>
                    <a:pt x="75" y="241"/>
                  </a:moveTo>
                  <a:cubicBezTo>
                    <a:pt x="67" y="241"/>
                    <a:pt x="59" y="239"/>
                    <a:pt x="51" y="236"/>
                  </a:cubicBezTo>
                  <a:cubicBezTo>
                    <a:pt x="17" y="223"/>
                    <a:pt x="0" y="185"/>
                    <a:pt x="12" y="150"/>
                  </a:cubicBezTo>
                  <a:cubicBezTo>
                    <a:pt x="54" y="42"/>
                    <a:pt x="70" y="4"/>
                    <a:pt x="119" y="2"/>
                  </a:cubicBezTo>
                  <a:cubicBezTo>
                    <a:pt x="156" y="0"/>
                    <a:pt x="187" y="29"/>
                    <a:pt x="189" y="65"/>
                  </a:cubicBezTo>
                  <a:cubicBezTo>
                    <a:pt x="190" y="83"/>
                    <a:pt x="184" y="100"/>
                    <a:pt x="173" y="112"/>
                  </a:cubicBezTo>
                  <a:cubicBezTo>
                    <a:pt x="169" y="119"/>
                    <a:pt x="159" y="140"/>
                    <a:pt x="137" y="198"/>
                  </a:cubicBezTo>
                  <a:cubicBezTo>
                    <a:pt x="127" y="224"/>
                    <a:pt x="102" y="241"/>
                    <a:pt x="75"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0" name="Freeform 959">
              <a:extLst>
                <a:ext uri="{FF2B5EF4-FFF2-40B4-BE49-F238E27FC236}">
                  <a16:creationId xmlns:a16="http://schemas.microsoft.com/office/drawing/2014/main" id="{96BDD703-425D-4599-8545-A3743B3422F1}"/>
                </a:ext>
              </a:extLst>
            </p:cNvPr>
            <p:cNvSpPr>
              <a:spLocks/>
            </p:cNvSpPr>
            <p:nvPr/>
          </p:nvSpPr>
          <p:spPr bwMode="auto">
            <a:xfrm>
              <a:off x="7523163" y="6189663"/>
              <a:ext cx="12700" cy="12700"/>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2"/>
                    <a:pt x="20" y="19"/>
                  </a:cubicBezTo>
                  <a:cubicBezTo>
                    <a:pt x="32" y="7"/>
                    <a:pt x="49" y="0"/>
                    <a:pt x="67" y="0"/>
                  </a:cubicBezTo>
                  <a:cubicBezTo>
                    <a:pt x="84" y="0"/>
                    <a:pt x="101" y="7"/>
                    <a:pt x="114" y="19"/>
                  </a:cubicBezTo>
                  <a:cubicBezTo>
                    <a:pt x="126" y="32"/>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1" name="Freeform 960">
              <a:extLst>
                <a:ext uri="{FF2B5EF4-FFF2-40B4-BE49-F238E27FC236}">
                  <a16:creationId xmlns:a16="http://schemas.microsoft.com/office/drawing/2014/main" id="{8C6560E8-BF50-4506-B5E3-74372F8C3F15}"/>
                </a:ext>
              </a:extLst>
            </p:cNvPr>
            <p:cNvSpPr>
              <a:spLocks/>
            </p:cNvSpPr>
            <p:nvPr/>
          </p:nvSpPr>
          <p:spPr bwMode="auto">
            <a:xfrm>
              <a:off x="7450138" y="6311900"/>
              <a:ext cx="14288" cy="12700"/>
            </a:xfrm>
            <a:custGeom>
              <a:avLst/>
              <a:gdLst>
                <a:gd name="T0" fmla="*/ 67 w 133"/>
                <a:gd name="T1" fmla="*/ 133 h 133"/>
                <a:gd name="T2" fmla="*/ 20 w 133"/>
                <a:gd name="T3" fmla="*/ 113 h 133"/>
                <a:gd name="T4" fmla="*/ 0 w 133"/>
                <a:gd name="T5" fmla="*/ 66 h 133"/>
                <a:gd name="T6" fmla="*/ 20 w 133"/>
                <a:gd name="T7" fmla="*/ 19 h 133"/>
                <a:gd name="T8" fmla="*/ 67 w 133"/>
                <a:gd name="T9" fmla="*/ 0 h 133"/>
                <a:gd name="T10" fmla="*/ 114 w 133"/>
                <a:gd name="T11" fmla="*/ 19 h 133"/>
                <a:gd name="T12" fmla="*/ 133 w 133"/>
                <a:gd name="T13" fmla="*/ 66 h 133"/>
                <a:gd name="T14" fmla="*/ 114 w 133"/>
                <a:gd name="T15" fmla="*/ 113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20" y="113"/>
                  </a:cubicBezTo>
                  <a:cubicBezTo>
                    <a:pt x="7" y="101"/>
                    <a:pt x="0" y="84"/>
                    <a:pt x="0" y="66"/>
                  </a:cubicBezTo>
                  <a:cubicBezTo>
                    <a:pt x="0" y="49"/>
                    <a:pt x="7" y="32"/>
                    <a:pt x="20" y="19"/>
                  </a:cubicBezTo>
                  <a:cubicBezTo>
                    <a:pt x="32" y="7"/>
                    <a:pt x="49" y="0"/>
                    <a:pt x="67" y="0"/>
                  </a:cubicBezTo>
                  <a:cubicBezTo>
                    <a:pt x="84" y="0"/>
                    <a:pt x="102" y="7"/>
                    <a:pt x="114" y="19"/>
                  </a:cubicBezTo>
                  <a:cubicBezTo>
                    <a:pt x="126" y="32"/>
                    <a:pt x="133" y="49"/>
                    <a:pt x="133" y="66"/>
                  </a:cubicBezTo>
                  <a:cubicBezTo>
                    <a:pt x="133" y="84"/>
                    <a:pt x="126" y="101"/>
                    <a:pt x="114" y="113"/>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2" name="Freeform 961">
              <a:extLst>
                <a:ext uri="{FF2B5EF4-FFF2-40B4-BE49-F238E27FC236}">
                  <a16:creationId xmlns:a16="http://schemas.microsoft.com/office/drawing/2014/main" id="{2E11CF79-28A4-48F9-9CF5-1DE2FA313A00}"/>
                </a:ext>
              </a:extLst>
            </p:cNvPr>
            <p:cNvSpPr>
              <a:spLocks/>
            </p:cNvSpPr>
            <p:nvPr/>
          </p:nvSpPr>
          <p:spPr bwMode="auto">
            <a:xfrm>
              <a:off x="7593013" y="6308725"/>
              <a:ext cx="12700" cy="14288"/>
            </a:xfrm>
            <a:custGeom>
              <a:avLst/>
              <a:gdLst>
                <a:gd name="T0" fmla="*/ 66 w 133"/>
                <a:gd name="T1" fmla="*/ 133 h 133"/>
                <a:gd name="T2" fmla="*/ 19 w 133"/>
                <a:gd name="T3" fmla="*/ 114 h 133"/>
                <a:gd name="T4" fmla="*/ 0 w 133"/>
                <a:gd name="T5" fmla="*/ 67 h 133"/>
                <a:gd name="T6" fmla="*/ 19 w 133"/>
                <a:gd name="T7" fmla="*/ 20 h 133"/>
                <a:gd name="T8" fmla="*/ 66 w 133"/>
                <a:gd name="T9" fmla="*/ 0 h 133"/>
                <a:gd name="T10" fmla="*/ 114 w 133"/>
                <a:gd name="T11" fmla="*/ 20 h 133"/>
                <a:gd name="T12" fmla="*/ 133 w 133"/>
                <a:gd name="T13" fmla="*/ 67 h 133"/>
                <a:gd name="T14" fmla="*/ 114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1"/>
                    <a:pt x="0" y="84"/>
                    <a:pt x="0" y="67"/>
                  </a:cubicBezTo>
                  <a:cubicBezTo>
                    <a:pt x="0" y="49"/>
                    <a:pt x="7" y="32"/>
                    <a:pt x="19" y="20"/>
                  </a:cubicBezTo>
                  <a:cubicBezTo>
                    <a:pt x="32" y="7"/>
                    <a:pt x="49" y="0"/>
                    <a:pt x="66" y="0"/>
                  </a:cubicBezTo>
                  <a:cubicBezTo>
                    <a:pt x="84" y="0"/>
                    <a:pt x="101" y="7"/>
                    <a:pt x="114" y="20"/>
                  </a:cubicBezTo>
                  <a:cubicBezTo>
                    <a:pt x="126" y="32"/>
                    <a:pt x="133" y="49"/>
                    <a:pt x="133" y="67"/>
                  </a:cubicBezTo>
                  <a:cubicBezTo>
                    <a:pt x="133" y="84"/>
                    <a:pt x="126" y="101"/>
                    <a:pt x="114"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3" name="Freeform 962">
              <a:extLst>
                <a:ext uri="{FF2B5EF4-FFF2-40B4-BE49-F238E27FC236}">
                  <a16:creationId xmlns:a16="http://schemas.microsoft.com/office/drawing/2014/main" id="{2D622AA3-BC9F-4B1C-BFFD-20BB73942800}"/>
                </a:ext>
              </a:extLst>
            </p:cNvPr>
            <p:cNvSpPr>
              <a:spLocks/>
            </p:cNvSpPr>
            <p:nvPr/>
          </p:nvSpPr>
          <p:spPr bwMode="auto">
            <a:xfrm>
              <a:off x="7580313" y="6256338"/>
              <a:ext cx="15875" cy="15875"/>
            </a:xfrm>
            <a:custGeom>
              <a:avLst/>
              <a:gdLst>
                <a:gd name="T0" fmla="*/ 80 w 156"/>
                <a:gd name="T1" fmla="*/ 149 h 149"/>
                <a:gd name="T2" fmla="*/ 21 w 156"/>
                <a:gd name="T3" fmla="*/ 113 h 149"/>
                <a:gd name="T4" fmla="*/ 18 w 156"/>
                <a:gd name="T5" fmla="*/ 107 h 149"/>
                <a:gd name="T6" fmla="*/ 46 w 156"/>
                <a:gd name="T7" fmla="*/ 17 h 149"/>
                <a:gd name="T8" fmla="*/ 136 w 156"/>
                <a:gd name="T9" fmla="*/ 45 h 149"/>
                <a:gd name="T10" fmla="*/ 139 w 156"/>
                <a:gd name="T11" fmla="*/ 51 h 149"/>
                <a:gd name="T12" fmla="*/ 111 w 156"/>
                <a:gd name="T13" fmla="*/ 141 h 149"/>
                <a:gd name="T14" fmla="*/ 80 w 156"/>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9">
                  <a:moveTo>
                    <a:pt x="80" y="149"/>
                  </a:moveTo>
                  <a:cubicBezTo>
                    <a:pt x="56" y="149"/>
                    <a:pt x="33" y="136"/>
                    <a:pt x="21" y="113"/>
                  </a:cubicBezTo>
                  <a:lnTo>
                    <a:pt x="18" y="107"/>
                  </a:lnTo>
                  <a:cubicBezTo>
                    <a:pt x="0" y="75"/>
                    <a:pt x="13" y="34"/>
                    <a:pt x="46" y="17"/>
                  </a:cubicBezTo>
                  <a:cubicBezTo>
                    <a:pt x="78" y="0"/>
                    <a:pt x="119" y="12"/>
                    <a:pt x="136" y="45"/>
                  </a:cubicBezTo>
                  <a:lnTo>
                    <a:pt x="139" y="51"/>
                  </a:lnTo>
                  <a:cubicBezTo>
                    <a:pt x="156" y="84"/>
                    <a:pt x="143" y="124"/>
                    <a:pt x="111" y="141"/>
                  </a:cubicBezTo>
                  <a:cubicBezTo>
                    <a:pt x="101" y="146"/>
                    <a:pt x="90" y="149"/>
                    <a:pt x="80" y="1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4" name="Freeform 963">
              <a:extLst>
                <a:ext uri="{FF2B5EF4-FFF2-40B4-BE49-F238E27FC236}">
                  <a16:creationId xmlns:a16="http://schemas.microsoft.com/office/drawing/2014/main" id="{26F05FC9-DD54-4431-99EA-55DA217895CE}"/>
                </a:ext>
              </a:extLst>
            </p:cNvPr>
            <p:cNvSpPr>
              <a:spLocks/>
            </p:cNvSpPr>
            <p:nvPr/>
          </p:nvSpPr>
          <p:spPr bwMode="auto">
            <a:xfrm>
              <a:off x="7497763" y="6332538"/>
              <a:ext cx="15875" cy="14288"/>
            </a:xfrm>
            <a:custGeom>
              <a:avLst/>
              <a:gdLst>
                <a:gd name="T0" fmla="*/ 76 w 152"/>
                <a:gd name="T1" fmla="*/ 143 h 143"/>
                <a:gd name="T2" fmla="*/ 20 w 152"/>
                <a:gd name="T3" fmla="*/ 112 h 143"/>
                <a:gd name="T4" fmla="*/ 19 w 152"/>
                <a:gd name="T5" fmla="*/ 111 h 143"/>
                <a:gd name="T6" fmla="*/ 41 w 152"/>
                <a:gd name="T7" fmla="*/ 19 h 143"/>
                <a:gd name="T8" fmla="*/ 133 w 152"/>
                <a:gd name="T9" fmla="*/ 41 h 143"/>
                <a:gd name="T10" fmla="*/ 112 w 152"/>
                <a:gd name="T11" fmla="*/ 133 h 143"/>
                <a:gd name="T12" fmla="*/ 76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6" y="143"/>
                  </a:moveTo>
                  <a:cubicBezTo>
                    <a:pt x="54" y="143"/>
                    <a:pt x="33" y="132"/>
                    <a:pt x="20" y="112"/>
                  </a:cubicBezTo>
                  <a:lnTo>
                    <a:pt x="19" y="111"/>
                  </a:lnTo>
                  <a:cubicBezTo>
                    <a:pt x="0" y="80"/>
                    <a:pt x="10" y="39"/>
                    <a:pt x="41" y="19"/>
                  </a:cubicBezTo>
                  <a:cubicBezTo>
                    <a:pt x="72" y="0"/>
                    <a:pt x="113" y="9"/>
                    <a:pt x="133" y="41"/>
                  </a:cubicBezTo>
                  <a:cubicBezTo>
                    <a:pt x="152" y="72"/>
                    <a:pt x="143" y="113"/>
                    <a:pt x="112" y="133"/>
                  </a:cubicBezTo>
                  <a:cubicBezTo>
                    <a:pt x="101" y="140"/>
                    <a:pt x="88" y="143"/>
                    <a:pt x="76"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5" name="Freeform 964">
              <a:extLst>
                <a:ext uri="{FF2B5EF4-FFF2-40B4-BE49-F238E27FC236}">
                  <a16:creationId xmlns:a16="http://schemas.microsoft.com/office/drawing/2014/main" id="{BB733C5A-1C92-4A01-8B13-8E9991B66032}"/>
                </a:ext>
              </a:extLst>
            </p:cNvPr>
            <p:cNvSpPr>
              <a:spLocks/>
            </p:cNvSpPr>
            <p:nvPr/>
          </p:nvSpPr>
          <p:spPr bwMode="auto">
            <a:xfrm>
              <a:off x="7481888" y="6216650"/>
              <a:ext cx="15875" cy="14288"/>
            </a:xfrm>
            <a:custGeom>
              <a:avLst/>
              <a:gdLst>
                <a:gd name="T0" fmla="*/ 75 w 152"/>
                <a:gd name="T1" fmla="*/ 143 h 143"/>
                <a:gd name="T2" fmla="*/ 20 w 152"/>
                <a:gd name="T3" fmla="*/ 113 h 143"/>
                <a:gd name="T4" fmla="*/ 19 w 152"/>
                <a:gd name="T5" fmla="*/ 112 h 143"/>
                <a:gd name="T6" fmla="*/ 39 w 152"/>
                <a:gd name="T7" fmla="*/ 20 h 143"/>
                <a:gd name="T8" fmla="*/ 131 w 152"/>
                <a:gd name="T9" fmla="*/ 40 h 143"/>
                <a:gd name="T10" fmla="*/ 112 w 152"/>
                <a:gd name="T11" fmla="*/ 132 h 143"/>
                <a:gd name="T12" fmla="*/ 75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5" y="143"/>
                  </a:moveTo>
                  <a:cubicBezTo>
                    <a:pt x="54" y="143"/>
                    <a:pt x="33" y="133"/>
                    <a:pt x="20" y="113"/>
                  </a:cubicBezTo>
                  <a:lnTo>
                    <a:pt x="19" y="112"/>
                  </a:lnTo>
                  <a:cubicBezTo>
                    <a:pt x="0" y="81"/>
                    <a:pt x="8" y="40"/>
                    <a:pt x="39" y="20"/>
                  </a:cubicBezTo>
                  <a:cubicBezTo>
                    <a:pt x="70" y="0"/>
                    <a:pt x="112" y="9"/>
                    <a:pt x="131" y="40"/>
                  </a:cubicBezTo>
                  <a:cubicBezTo>
                    <a:pt x="152" y="70"/>
                    <a:pt x="143" y="112"/>
                    <a:pt x="112" y="132"/>
                  </a:cubicBezTo>
                  <a:cubicBezTo>
                    <a:pt x="101" y="140"/>
                    <a:pt x="88" y="143"/>
                    <a:pt x="75" y="1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6" name="Freeform 965">
              <a:extLst>
                <a:ext uri="{FF2B5EF4-FFF2-40B4-BE49-F238E27FC236}">
                  <a16:creationId xmlns:a16="http://schemas.microsoft.com/office/drawing/2014/main" id="{6B4E5F5C-EEFD-4AEE-9CE9-8E7EF7080BDA}"/>
                </a:ext>
              </a:extLst>
            </p:cNvPr>
            <p:cNvSpPr>
              <a:spLocks noEditPoints="1"/>
            </p:cNvSpPr>
            <p:nvPr/>
          </p:nvSpPr>
          <p:spPr bwMode="auto">
            <a:xfrm>
              <a:off x="7394575" y="6100763"/>
              <a:ext cx="276225" cy="46038"/>
            </a:xfrm>
            <a:custGeom>
              <a:avLst/>
              <a:gdLst>
                <a:gd name="T0" fmla="*/ 225 w 2734"/>
                <a:gd name="T1" fmla="*/ 134 h 450"/>
                <a:gd name="T2" fmla="*/ 134 w 2734"/>
                <a:gd name="T3" fmla="*/ 225 h 450"/>
                <a:gd name="T4" fmla="*/ 225 w 2734"/>
                <a:gd name="T5" fmla="*/ 317 h 450"/>
                <a:gd name="T6" fmla="*/ 2509 w 2734"/>
                <a:gd name="T7" fmla="*/ 317 h 450"/>
                <a:gd name="T8" fmla="*/ 2600 w 2734"/>
                <a:gd name="T9" fmla="*/ 225 h 450"/>
                <a:gd name="T10" fmla="*/ 2509 w 2734"/>
                <a:gd name="T11" fmla="*/ 134 h 450"/>
                <a:gd name="T12" fmla="*/ 225 w 2734"/>
                <a:gd name="T13" fmla="*/ 134 h 450"/>
                <a:gd name="T14" fmla="*/ 2509 w 2734"/>
                <a:gd name="T15" fmla="*/ 450 h 450"/>
                <a:gd name="T16" fmla="*/ 225 w 2734"/>
                <a:gd name="T17" fmla="*/ 450 h 450"/>
                <a:gd name="T18" fmla="*/ 0 w 2734"/>
                <a:gd name="T19" fmla="*/ 225 h 450"/>
                <a:gd name="T20" fmla="*/ 225 w 2734"/>
                <a:gd name="T21" fmla="*/ 0 h 450"/>
                <a:gd name="T22" fmla="*/ 2509 w 2734"/>
                <a:gd name="T23" fmla="*/ 0 h 450"/>
                <a:gd name="T24" fmla="*/ 2734 w 2734"/>
                <a:gd name="T25" fmla="*/ 225 h 450"/>
                <a:gd name="T26" fmla="*/ 2509 w 2734"/>
                <a:gd name="T27" fmla="*/ 45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4" h="450">
                  <a:moveTo>
                    <a:pt x="225" y="134"/>
                  </a:moveTo>
                  <a:cubicBezTo>
                    <a:pt x="175" y="134"/>
                    <a:pt x="134" y="175"/>
                    <a:pt x="134" y="225"/>
                  </a:cubicBezTo>
                  <a:cubicBezTo>
                    <a:pt x="134" y="276"/>
                    <a:pt x="175" y="317"/>
                    <a:pt x="225" y="317"/>
                  </a:cubicBezTo>
                  <a:lnTo>
                    <a:pt x="2509" y="317"/>
                  </a:lnTo>
                  <a:cubicBezTo>
                    <a:pt x="2559" y="317"/>
                    <a:pt x="2600" y="276"/>
                    <a:pt x="2600" y="225"/>
                  </a:cubicBezTo>
                  <a:cubicBezTo>
                    <a:pt x="2600" y="175"/>
                    <a:pt x="2559" y="134"/>
                    <a:pt x="2509" y="134"/>
                  </a:cubicBezTo>
                  <a:lnTo>
                    <a:pt x="225" y="134"/>
                  </a:lnTo>
                  <a:close/>
                  <a:moveTo>
                    <a:pt x="2509" y="450"/>
                  </a:moveTo>
                  <a:lnTo>
                    <a:pt x="225" y="450"/>
                  </a:lnTo>
                  <a:cubicBezTo>
                    <a:pt x="102" y="450"/>
                    <a:pt x="0" y="350"/>
                    <a:pt x="0" y="225"/>
                  </a:cubicBezTo>
                  <a:cubicBezTo>
                    <a:pt x="0" y="101"/>
                    <a:pt x="102" y="0"/>
                    <a:pt x="225" y="0"/>
                  </a:cubicBezTo>
                  <a:lnTo>
                    <a:pt x="2509" y="0"/>
                  </a:lnTo>
                  <a:cubicBezTo>
                    <a:pt x="2633" y="0"/>
                    <a:pt x="2734" y="101"/>
                    <a:pt x="2734" y="225"/>
                  </a:cubicBezTo>
                  <a:cubicBezTo>
                    <a:pt x="2734" y="350"/>
                    <a:pt x="2633" y="450"/>
                    <a:pt x="2509" y="4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7" name="Freeform 966">
              <a:extLst>
                <a:ext uri="{FF2B5EF4-FFF2-40B4-BE49-F238E27FC236}">
                  <a16:creationId xmlns:a16="http://schemas.microsoft.com/office/drawing/2014/main" id="{E840DFC1-F1E6-472D-BD8A-D20095E0302C}"/>
                </a:ext>
              </a:extLst>
            </p:cNvPr>
            <p:cNvSpPr>
              <a:spLocks/>
            </p:cNvSpPr>
            <p:nvPr/>
          </p:nvSpPr>
          <p:spPr bwMode="auto">
            <a:xfrm>
              <a:off x="7339013" y="6143625"/>
              <a:ext cx="96838" cy="263525"/>
            </a:xfrm>
            <a:custGeom>
              <a:avLst/>
              <a:gdLst>
                <a:gd name="T0" fmla="*/ 74 w 947"/>
                <a:gd name="T1" fmla="*/ 2607 h 2607"/>
                <a:gd name="T2" fmla="*/ 25 w 947"/>
                <a:gd name="T3" fmla="*/ 2586 h 2607"/>
                <a:gd name="T4" fmla="*/ 28 w 947"/>
                <a:gd name="T5" fmla="*/ 2491 h 2607"/>
                <a:gd name="T6" fmla="*/ 434 w 947"/>
                <a:gd name="T7" fmla="*/ 1896 h 2607"/>
                <a:gd name="T8" fmla="*/ 753 w 947"/>
                <a:gd name="T9" fmla="*/ 73 h 2607"/>
                <a:gd name="T10" fmla="*/ 814 w 947"/>
                <a:gd name="T11" fmla="*/ 2 h 2607"/>
                <a:gd name="T12" fmla="*/ 886 w 947"/>
                <a:gd name="T13" fmla="*/ 64 h 2607"/>
                <a:gd name="T14" fmla="*/ 551 w 947"/>
                <a:gd name="T15" fmla="*/ 1962 h 2607"/>
                <a:gd name="T16" fmla="*/ 119 w 947"/>
                <a:gd name="T17" fmla="*/ 2589 h 2607"/>
                <a:gd name="T18" fmla="*/ 74 w 947"/>
                <a:gd name="T19" fmla="*/ 2607 h 2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7" h="2607">
                  <a:moveTo>
                    <a:pt x="74" y="2607"/>
                  </a:moveTo>
                  <a:cubicBezTo>
                    <a:pt x="56" y="2607"/>
                    <a:pt x="38" y="2600"/>
                    <a:pt x="25" y="2586"/>
                  </a:cubicBezTo>
                  <a:cubicBezTo>
                    <a:pt x="0" y="2558"/>
                    <a:pt x="1" y="2516"/>
                    <a:pt x="28" y="2491"/>
                  </a:cubicBezTo>
                  <a:cubicBezTo>
                    <a:pt x="32" y="2488"/>
                    <a:pt x="241" y="2290"/>
                    <a:pt x="434" y="1896"/>
                  </a:cubicBezTo>
                  <a:cubicBezTo>
                    <a:pt x="612" y="1532"/>
                    <a:pt x="812" y="920"/>
                    <a:pt x="753" y="73"/>
                  </a:cubicBezTo>
                  <a:cubicBezTo>
                    <a:pt x="750" y="37"/>
                    <a:pt x="778" y="5"/>
                    <a:pt x="814" y="2"/>
                  </a:cubicBezTo>
                  <a:cubicBezTo>
                    <a:pt x="851" y="0"/>
                    <a:pt x="883" y="27"/>
                    <a:pt x="886" y="64"/>
                  </a:cubicBezTo>
                  <a:cubicBezTo>
                    <a:pt x="947" y="944"/>
                    <a:pt x="737" y="1581"/>
                    <a:pt x="551" y="1962"/>
                  </a:cubicBezTo>
                  <a:cubicBezTo>
                    <a:pt x="346" y="2377"/>
                    <a:pt x="128" y="2581"/>
                    <a:pt x="119" y="2589"/>
                  </a:cubicBezTo>
                  <a:cubicBezTo>
                    <a:pt x="106" y="2601"/>
                    <a:pt x="90" y="2607"/>
                    <a:pt x="74" y="26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8" name="Freeform 967">
              <a:extLst>
                <a:ext uri="{FF2B5EF4-FFF2-40B4-BE49-F238E27FC236}">
                  <a16:creationId xmlns:a16="http://schemas.microsoft.com/office/drawing/2014/main" id="{8CE72A65-9642-4FD3-B24C-C4309F3594B9}"/>
                </a:ext>
              </a:extLst>
            </p:cNvPr>
            <p:cNvSpPr>
              <a:spLocks/>
            </p:cNvSpPr>
            <p:nvPr/>
          </p:nvSpPr>
          <p:spPr bwMode="auto">
            <a:xfrm>
              <a:off x="7631113" y="6143625"/>
              <a:ext cx="17463" cy="90488"/>
            </a:xfrm>
            <a:custGeom>
              <a:avLst/>
              <a:gdLst>
                <a:gd name="T0" fmla="*/ 102 w 173"/>
                <a:gd name="T1" fmla="*/ 887 h 887"/>
                <a:gd name="T2" fmla="*/ 36 w 173"/>
                <a:gd name="T3" fmla="*/ 828 h 887"/>
                <a:gd name="T4" fmla="*/ 18 w 173"/>
                <a:gd name="T5" fmla="*/ 64 h 887"/>
                <a:gd name="T6" fmla="*/ 89 w 173"/>
                <a:gd name="T7" fmla="*/ 2 h 887"/>
                <a:gd name="T8" fmla="*/ 151 w 173"/>
                <a:gd name="T9" fmla="*/ 74 h 887"/>
                <a:gd name="T10" fmla="*/ 169 w 173"/>
                <a:gd name="T11" fmla="*/ 812 h 887"/>
                <a:gd name="T12" fmla="*/ 111 w 173"/>
                <a:gd name="T13" fmla="*/ 886 h 887"/>
                <a:gd name="T14" fmla="*/ 102 w 173"/>
                <a:gd name="T15" fmla="*/ 887 h 8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887">
                  <a:moveTo>
                    <a:pt x="102" y="887"/>
                  </a:moveTo>
                  <a:cubicBezTo>
                    <a:pt x="69" y="887"/>
                    <a:pt x="41" y="862"/>
                    <a:pt x="36" y="828"/>
                  </a:cubicBezTo>
                  <a:cubicBezTo>
                    <a:pt x="6" y="581"/>
                    <a:pt x="0" y="324"/>
                    <a:pt x="18" y="64"/>
                  </a:cubicBezTo>
                  <a:cubicBezTo>
                    <a:pt x="21" y="27"/>
                    <a:pt x="52" y="0"/>
                    <a:pt x="89" y="2"/>
                  </a:cubicBezTo>
                  <a:cubicBezTo>
                    <a:pt x="126" y="5"/>
                    <a:pt x="154" y="37"/>
                    <a:pt x="151" y="74"/>
                  </a:cubicBezTo>
                  <a:cubicBezTo>
                    <a:pt x="133" y="325"/>
                    <a:pt x="139" y="573"/>
                    <a:pt x="169" y="812"/>
                  </a:cubicBezTo>
                  <a:cubicBezTo>
                    <a:pt x="173" y="848"/>
                    <a:pt x="147" y="882"/>
                    <a:pt x="111" y="886"/>
                  </a:cubicBezTo>
                  <a:cubicBezTo>
                    <a:pt x="108" y="887"/>
                    <a:pt x="105" y="887"/>
                    <a:pt x="102" y="8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9" name="Freeform 968">
              <a:extLst>
                <a:ext uri="{FF2B5EF4-FFF2-40B4-BE49-F238E27FC236}">
                  <a16:creationId xmlns:a16="http://schemas.microsoft.com/office/drawing/2014/main" id="{614EE66A-A8A1-4092-B42C-1E55A8DCFF67}"/>
                </a:ext>
              </a:extLst>
            </p:cNvPr>
            <p:cNvSpPr>
              <a:spLocks/>
            </p:cNvSpPr>
            <p:nvPr/>
          </p:nvSpPr>
          <p:spPr bwMode="auto">
            <a:xfrm>
              <a:off x="7635875" y="6238875"/>
              <a:ext cx="15875" cy="14288"/>
            </a:xfrm>
            <a:custGeom>
              <a:avLst/>
              <a:gdLst>
                <a:gd name="T0" fmla="*/ 76 w 148"/>
                <a:gd name="T1" fmla="*/ 147 h 147"/>
                <a:gd name="T2" fmla="*/ 17 w 148"/>
                <a:gd name="T3" fmla="*/ 111 h 147"/>
                <a:gd name="T4" fmla="*/ 6 w 148"/>
                <a:gd name="T5" fmla="*/ 82 h 147"/>
                <a:gd name="T6" fmla="*/ 61 w 148"/>
                <a:gd name="T7" fmla="*/ 5 h 147"/>
                <a:gd name="T8" fmla="*/ 132 w 148"/>
                <a:gd name="T9" fmla="*/ 41 h 147"/>
                <a:gd name="T10" fmla="*/ 142 w 148"/>
                <a:gd name="T11" fmla="*/ 69 h 147"/>
                <a:gd name="T12" fmla="*/ 88 w 148"/>
                <a:gd name="T13" fmla="*/ 146 h 147"/>
                <a:gd name="T14" fmla="*/ 76 w 148"/>
                <a:gd name="T15" fmla="*/ 147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7">
                  <a:moveTo>
                    <a:pt x="76" y="147"/>
                  </a:moveTo>
                  <a:cubicBezTo>
                    <a:pt x="51" y="147"/>
                    <a:pt x="28" y="133"/>
                    <a:pt x="17" y="111"/>
                  </a:cubicBezTo>
                  <a:cubicBezTo>
                    <a:pt x="12" y="103"/>
                    <a:pt x="8" y="94"/>
                    <a:pt x="6" y="82"/>
                  </a:cubicBezTo>
                  <a:cubicBezTo>
                    <a:pt x="0" y="46"/>
                    <a:pt x="24" y="11"/>
                    <a:pt x="61" y="5"/>
                  </a:cubicBezTo>
                  <a:cubicBezTo>
                    <a:pt x="90" y="0"/>
                    <a:pt x="119" y="15"/>
                    <a:pt x="132" y="41"/>
                  </a:cubicBezTo>
                  <a:cubicBezTo>
                    <a:pt x="136" y="48"/>
                    <a:pt x="140" y="57"/>
                    <a:pt x="142" y="69"/>
                  </a:cubicBezTo>
                  <a:cubicBezTo>
                    <a:pt x="148" y="105"/>
                    <a:pt x="124" y="139"/>
                    <a:pt x="88" y="146"/>
                  </a:cubicBezTo>
                  <a:cubicBezTo>
                    <a:pt x="84" y="147"/>
                    <a:pt x="80"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0" name="Freeform 969">
              <a:extLst>
                <a:ext uri="{FF2B5EF4-FFF2-40B4-BE49-F238E27FC236}">
                  <a16:creationId xmlns:a16="http://schemas.microsoft.com/office/drawing/2014/main" id="{B71C576D-F1CD-4025-97DF-AAFD95810A11}"/>
                </a:ext>
              </a:extLst>
            </p:cNvPr>
            <p:cNvSpPr>
              <a:spLocks/>
            </p:cNvSpPr>
            <p:nvPr/>
          </p:nvSpPr>
          <p:spPr bwMode="auto">
            <a:xfrm>
              <a:off x="7639050" y="6256338"/>
              <a:ext cx="19050" cy="28575"/>
            </a:xfrm>
            <a:custGeom>
              <a:avLst/>
              <a:gdLst>
                <a:gd name="T0" fmla="*/ 115 w 189"/>
                <a:gd name="T1" fmla="*/ 278 h 278"/>
                <a:gd name="T2" fmla="*/ 51 w 189"/>
                <a:gd name="T3" fmla="*/ 230 h 278"/>
                <a:gd name="T4" fmla="*/ 33 w 189"/>
                <a:gd name="T5" fmla="*/ 176 h 278"/>
                <a:gd name="T6" fmla="*/ 8 w 189"/>
                <a:gd name="T7" fmla="*/ 87 h 278"/>
                <a:gd name="T8" fmla="*/ 59 w 189"/>
                <a:gd name="T9" fmla="*/ 7 h 278"/>
                <a:gd name="T10" fmla="*/ 139 w 189"/>
                <a:gd name="T11" fmla="*/ 58 h 278"/>
                <a:gd name="T12" fmla="*/ 158 w 189"/>
                <a:gd name="T13" fmla="*/ 130 h 278"/>
                <a:gd name="T14" fmla="*/ 179 w 189"/>
                <a:gd name="T15" fmla="*/ 192 h 278"/>
                <a:gd name="T16" fmla="*/ 134 w 189"/>
                <a:gd name="T17" fmla="*/ 275 h 278"/>
                <a:gd name="T18" fmla="*/ 115 w 189"/>
                <a:gd name="T19"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278">
                  <a:moveTo>
                    <a:pt x="115" y="278"/>
                  </a:moveTo>
                  <a:cubicBezTo>
                    <a:pt x="86" y="278"/>
                    <a:pt x="59" y="259"/>
                    <a:pt x="51" y="230"/>
                  </a:cubicBezTo>
                  <a:cubicBezTo>
                    <a:pt x="42" y="201"/>
                    <a:pt x="37" y="188"/>
                    <a:pt x="33" y="176"/>
                  </a:cubicBezTo>
                  <a:cubicBezTo>
                    <a:pt x="25" y="154"/>
                    <a:pt x="20" y="140"/>
                    <a:pt x="8" y="87"/>
                  </a:cubicBezTo>
                  <a:cubicBezTo>
                    <a:pt x="0" y="51"/>
                    <a:pt x="23" y="15"/>
                    <a:pt x="59" y="7"/>
                  </a:cubicBezTo>
                  <a:cubicBezTo>
                    <a:pt x="95" y="0"/>
                    <a:pt x="131" y="22"/>
                    <a:pt x="139" y="58"/>
                  </a:cubicBezTo>
                  <a:cubicBezTo>
                    <a:pt x="149" y="105"/>
                    <a:pt x="152" y="114"/>
                    <a:pt x="158" y="130"/>
                  </a:cubicBezTo>
                  <a:cubicBezTo>
                    <a:pt x="163" y="143"/>
                    <a:pt x="169" y="159"/>
                    <a:pt x="179" y="192"/>
                  </a:cubicBezTo>
                  <a:cubicBezTo>
                    <a:pt x="189" y="228"/>
                    <a:pt x="169" y="265"/>
                    <a:pt x="134" y="275"/>
                  </a:cubicBezTo>
                  <a:cubicBezTo>
                    <a:pt x="127" y="277"/>
                    <a:pt x="121" y="278"/>
                    <a:pt x="115" y="2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1" name="Freeform 970">
              <a:extLst>
                <a:ext uri="{FF2B5EF4-FFF2-40B4-BE49-F238E27FC236}">
                  <a16:creationId xmlns:a16="http://schemas.microsoft.com/office/drawing/2014/main" id="{B7A454D7-DEBA-4CD3-BC94-23BEB4940D38}"/>
                </a:ext>
              </a:extLst>
            </p:cNvPr>
            <p:cNvSpPr>
              <a:spLocks/>
            </p:cNvSpPr>
            <p:nvPr/>
          </p:nvSpPr>
          <p:spPr bwMode="auto">
            <a:xfrm>
              <a:off x="7648575" y="6286500"/>
              <a:ext cx="26988" cy="46038"/>
            </a:xfrm>
            <a:custGeom>
              <a:avLst/>
              <a:gdLst>
                <a:gd name="T0" fmla="*/ 199 w 275"/>
                <a:gd name="T1" fmla="*/ 452 h 452"/>
                <a:gd name="T2" fmla="*/ 138 w 275"/>
                <a:gd name="T3" fmla="*/ 412 h 452"/>
                <a:gd name="T4" fmla="*/ 12 w 275"/>
                <a:gd name="T5" fmla="*/ 97 h 452"/>
                <a:gd name="T6" fmla="*/ 54 w 275"/>
                <a:gd name="T7" fmla="*/ 12 h 452"/>
                <a:gd name="T8" fmla="*/ 138 w 275"/>
                <a:gd name="T9" fmla="*/ 54 h 452"/>
                <a:gd name="T10" fmla="*/ 260 w 275"/>
                <a:gd name="T11" fmla="*/ 358 h 452"/>
                <a:gd name="T12" fmla="*/ 226 w 275"/>
                <a:gd name="T13" fmla="*/ 446 h 452"/>
                <a:gd name="T14" fmla="*/ 199 w 275"/>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52">
                  <a:moveTo>
                    <a:pt x="199" y="452"/>
                  </a:moveTo>
                  <a:cubicBezTo>
                    <a:pt x="173" y="452"/>
                    <a:pt x="149" y="437"/>
                    <a:pt x="138" y="412"/>
                  </a:cubicBezTo>
                  <a:cubicBezTo>
                    <a:pt x="107" y="342"/>
                    <a:pt x="49" y="209"/>
                    <a:pt x="12" y="97"/>
                  </a:cubicBezTo>
                  <a:cubicBezTo>
                    <a:pt x="0" y="62"/>
                    <a:pt x="19" y="24"/>
                    <a:pt x="54" y="12"/>
                  </a:cubicBezTo>
                  <a:cubicBezTo>
                    <a:pt x="88" y="0"/>
                    <a:pt x="126" y="19"/>
                    <a:pt x="138" y="54"/>
                  </a:cubicBezTo>
                  <a:cubicBezTo>
                    <a:pt x="174" y="161"/>
                    <a:pt x="230" y="291"/>
                    <a:pt x="260" y="358"/>
                  </a:cubicBezTo>
                  <a:cubicBezTo>
                    <a:pt x="275" y="392"/>
                    <a:pt x="259" y="431"/>
                    <a:pt x="226" y="446"/>
                  </a:cubicBezTo>
                  <a:cubicBezTo>
                    <a:pt x="217" y="450"/>
                    <a:pt x="208" y="452"/>
                    <a:pt x="199" y="4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2" name="Freeform 971">
              <a:extLst>
                <a:ext uri="{FF2B5EF4-FFF2-40B4-BE49-F238E27FC236}">
                  <a16:creationId xmlns:a16="http://schemas.microsoft.com/office/drawing/2014/main" id="{B86179BE-9610-4007-BB87-D2472A1204F9}"/>
                </a:ext>
              </a:extLst>
            </p:cNvPr>
            <p:cNvSpPr>
              <a:spLocks/>
            </p:cNvSpPr>
            <p:nvPr/>
          </p:nvSpPr>
          <p:spPr bwMode="auto">
            <a:xfrm>
              <a:off x="7666038" y="6330950"/>
              <a:ext cx="63500" cy="84138"/>
            </a:xfrm>
            <a:custGeom>
              <a:avLst/>
              <a:gdLst>
                <a:gd name="T0" fmla="*/ 556 w 630"/>
                <a:gd name="T1" fmla="*/ 834 h 834"/>
                <a:gd name="T2" fmla="*/ 511 w 630"/>
                <a:gd name="T3" fmla="*/ 817 h 834"/>
                <a:gd name="T4" fmla="*/ 17 w 630"/>
                <a:gd name="T5" fmla="*/ 106 h 834"/>
                <a:gd name="T6" fmla="*/ 47 w 630"/>
                <a:gd name="T7" fmla="*/ 17 h 834"/>
                <a:gd name="T8" fmla="*/ 136 w 630"/>
                <a:gd name="T9" fmla="*/ 47 h 834"/>
                <a:gd name="T10" fmla="*/ 601 w 630"/>
                <a:gd name="T11" fmla="*/ 719 h 834"/>
                <a:gd name="T12" fmla="*/ 605 w 630"/>
                <a:gd name="T13" fmla="*/ 813 h 834"/>
                <a:gd name="T14" fmla="*/ 556 w 630"/>
                <a:gd name="T15" fmla="*/ 834 h 8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0" h="834">
                  <a:moveTo>
                    <a:pt x="556" y="834"/>
                  </a:moveTo>
                  <a:cubicBezTo>
                    <a:pt x="540" y="834"/>
                    <a:pt x="524" y="829"/>
                    <a:pt x="511" y="817"/>
                  </a:cubicBezTo>
                  <a:cubicBezTo>
                    <a:pt x="500" y="807"/>
                    <a:pt x="247" y="569"/>
                    <a:pt x="17" y="106"/>
                  </a:cubicBezTo>
                  <a:cubicBezTo>
                    <a:pt x="0" y="73"/>
                    <a:pt x="14" y="33"/>
                    <a:pt x="47" y="17"/>
                  </a:cubicBezTo>
                  <a:cubicBezTo>
                    <a:pt x="80" y="0"/>
                    <a:pt x="120" y="14"/>
                    <a:pt x="136" y="47"/>
                  </a:cubicBezTo>
                  <a:cubicBezTo>
                    <a:pt x="354" y="487"/>
                    <a:pt x="599" y="717"/>
                    <a:pt x="601" y="719"/>
                  </a:cubicBezTo>
                  <a:cubicBezTo>
                    <a:pt x="628" y="744"/>
                    <a:pt x="630" y="786"/>
                    <a:pt x="605" y="813"/>
                  </a:cubicBezTo>
                  <a:cubicBezTo>
                    <a:pt x="592" y="827"/>
                    <a:pt x="574" y="834"/>
                    <a:pt x="556" y="8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3" name="Freeform 972">
              <a:extLst>
                <a:ext uri="{FF2B5EF4-FFF2-40B4-BE49-F238E27FC236}">
                  <a16:creationId xmlns:a16="http://schemas.microsoft.com/office/drawing/2014/main" id="{8CA27384-1632-46FA-BF8B-70209BCE2FCF}"/>
                </a:ext>
              </a:extLst>
            </p:cNvPr>
            <p:cNvSpPr>
              <a:spLocks/>
            </p:cNvSpPr>
            <p:nvPr/>
          </p:nvSpPr>
          <p:spPr bwMode="auto">
            <a:xfrm>
              <a:off x="7335838" y="6402388"/>
              <a:ext cx="392113" cy="12700"/>
            </a:xfrm>
            <a:custGeom>
              <a:avLst/>
              <a:gdLst>
                <a:gd name="T0" fmla="*/ 3817 w 3883"/>
                <a:gd name="T1" fmla="*/ 133 h 133"/>
                <a:gd name="T2" fmla="*/ 67 w 3883"/>
                <a:gd name="T3" fmla="*/ 133 h 133"/>
                <a:gd name="T4" fmla="*/ 0 w 3883"/>
                <a:gd name="T5" fmla="*/ 67 h 133"/>
                <a:gd name="T6" fmla="*/ 67 w 3883"/>
                <a:gd name="T7" fmla="*/ 0 h 133"/>
                <a:gd name="T8" fmla="*/ 3817 w 3883"/>
                <a:gd name="T9" fmla="*/ 0 h 133"/>
                <a:gd name="T10" fmla="*/ 3883 w 3883"/>
                <a:gd name="T11" fmla="*/ 67 h 133"/>
                <a:gd name="T12" fmla="*/ 3817 w 38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883" h="133">
                  <a:moveTo>
                    <a:pt x="3817" y="133"/>
                  </a:moveTo>
                  <a:lnTo>
                    <a:pt x="67" y="133"/>
                  </a:lnTo>
                  <a:cubicBezTo>
                    <a:pt x="30" y="133"/>
                    <a:pt x="0" y="104"/>
                    <a:pt x="0" y="67"/>
                  </a:cubicBezTo>
                  <a:cubicBezTo>
                    <a:pt x="0" y="30"/>
                    <a:pt x="30" y="0"/>
                    <a:pt x="67" y="0"/>
                  </a:cubicBezTo>
                  <a:lnTo>
                    <a:pt x="3817" y="0"/>
                  </a:lnTo>
                  <a:cubicBezTo>
                    <a:pt x="3853" y="0"/>
                    <a:pt x="3883" y="30"/>
                    <a:pt x="3883" y="67"/>
                  </a:cubicBezTo>
                  <a:cubicBezTo>
                    <a:pt x="3883" y="104"/>
                    <a:pt x="3853" y="133"/>
                    <a:pt x="381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4" name="Freeform 973">
              <a:extLst>
                <a:ext uri="{FF2B5EF4-FFF2-40B4-BE49-F238E27FC236}">
                  <a16:creationId xmlns:a16="http://schemas.microsoft.com/office/drawing/2014/main" id="{F7BD901C-1763-4155-94FD-4F0EAF67CF60}"/>
                </a:ext>
              </a:extLst>
            </p:cNvPr>
            <p:cNvSpPr>
              <a:spLocks/>
            </p:cNvSpPr>
            <p:nvPr/>
          </p:nvSpPr>
          <p:spPr bwMode="auto">
            <a:xfrm>
              <a:off x="7410450" y="6065838"/>
              <a:ext cx="23813" cy="42863"/>
            </a:xfrm>
            <a:custGeom>
              <a:avLst/>
              <a:gdLst>
                <a:gd name="T0" fmla="*/ 94 w 229"/>
                <a:gd name="T1" fmla="*/ 424 h 424"/>
                <a:gd name="T2" fmla="*/ 28 w 229"/>
                <a:gd name="T3" fmla="*/ 372 h 424"/>
                <a:gd name="T4" fmla="*/ 102 w 229"/>
                <a:gd name="T5" fmla="*/ 34 h 424"/>
                <a:gd name="T6" fmla="*/ 196 w 229"/>
                <a:gd name="T7" fmla="*/ 23 h 424"/>
                <a:gd name="T8" fmla="*/ 206 w 229"/>
                <a:gd name="T9" fmla="*/ 117 h 424"/>
                <a:gd name="T10" fmla="*/ 159 w 229"/>
                <a:gd name="T11" fmla="*/ 343 h 424"/>
                <a:gd name="T12" fmla="*/ 108 w 229"/>
                <a:gd name="T13" fmla="*/ 423 h 424"/>
                <a:gd name="T14" fmla="*/ 94 w 229"/>
                <a:gd name="T15" fmla="*/ 424 h 4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424">
                  <a:moveTo>
                    <a:pt x="94" y="424"/>
                  </a:moveTo>
                  <a:cubicBezTo>
                    <a:pt x="63" y="424"/>
                    <a:pt x="36" y="403"/>
                    <a:pt x="28" y="372"/>
                  </a:cubicBezTo>
                  <a:cubicBezTo>
                    <a:pt x="0" y="249"/>
                    <a:pt x="26" y="128"/>
                    <a:pt x="102" y="34"/>
                  </a:cubicBezTo>
                  <a:cubicBezTo>
                    <a:pt x="125" y="5"/>
                    <a:pt x="167" y="0"/>
                    <a:pt x="196" y="23"/>
                  </a:cubicBezTo>
                  <a:cubicBezTo>
                    <a:pt x="224" y="46"/>
                    <a:pt x="229" y="88"/>
                    <a:pt x="206" y="117"/>
                  </a:cubicBezTo>
                  <a:cubicBezTo>
                    <a:pt x="142" y="197"/>
                    <a:pt x="145" y="284"/>
                    <a:pt x="159" y="343"/>
                  </a:cubicBezTo>
                  <a:cubicBezTo>
                    <a:pt x="167" y="378"/>
                    <a:pt x="144" y="414"/>
                    <a:pt x="108" y="423"/>
                  </a:cubicBezTo>
                  <a:cubicBezTo>
                    <a:pt x="104" y="424"/>
                    <a:pt x="98" y="424"/>
                    <a:pt x="94" y="4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5" name="Freeform 974">
              <a:extLst>
                <a:ext uri="{FF2B5EF4-FFF2-40B4-BE49-F238E27FC236}">
                  <a16:creationId xmlns:a16="http://schemas.microsoft.com/office/drawing/2014/main" id="{888F9A0F-868C-4699-9754-38935B8AAD9D}"/>
                </a:ext>
              </a:extLst>
            </p:cNvPr>
            <p:cNvSpPr>
              <a:spLocks/>
            </p:cNvSpPr>
            <p:nvPr/>
          </p:nvSpPr>
          <p:spPr bwMode="auto">
            <a:xfrm>
              <a:off x="7385050" y="5921375"/>
              <a:ext cx="196850" cy="158750"/>
            </a:xfrm>
            <a:custGeom>
              <a:avLst/>
              <a:gdLst>
                <a:gd name="T0" fmla="*/ 313 w 1942"/>
                <a:gd name="T1" fmla="*/ 1573 h 1573"/>
                <a:gd name="T2" fmla="*/ 288 w 1942"/>
                <a:gd name="T3" fmla="*/ 1568 h 1573"/>
                <a:gd name="T4" fmla="*/ 52 w 1942"/>
                <a:gd name="T5" fmla="*/ 1048 h 1573"/>
                <a:gd name="T6" fmla="*/ 384 w 1942"/>
                <a:gd name="T7" fmla="*/ 733 h 1573"/>
                <a:gd name="T8" fmla="*/ 359 w 1942"/>
                <a:gd name="T9" fmla="*/ 556 h 1573"/>
                <a:gd name="T10" fmla="*/ 555 w 1942"/>
                <a:gd name="T11" fmla="*/ 248 h 1573"/>
                <a:gd name="T12" fmla="*/ 925 w 1942"/>
                <a:gd name="T13" fmla="*/ 231 h 1573"/>
                <a:gd name="T14" fmla="*/ 1013 w 1942"/>
                <a:gd name="T15" fmla="*/ 291 h 1573"/>
                <a:gd name="T16" fmla="*/ 1486 w 1942"/>
                <a:gd name="T17" fmla="*/ 15 h 1573"/>
                <a:gd name="T18" fmla="*/ 1935 w 1942"/>
                <a:gd name="T19" fmla="*/ 469 h 1573"/>
                <a:gd name="T20" fmla="*/ 1883 w 1942"/>
                <a:gd name="T21" fmla="*/ 548 h 1573"/>
                <a:gd name="T22" fmla="*/ 1804 w 1942"/>
                <a:gd name="T23" fmla="*/ 496 h 1573"/>
                <a:gd name="T24" fmla="*/ 1475 w 1942"/>
                <a:gd name="T25" fmla="*/ 148 h 1573"/>
                <a:gd name="T26" fmla="*/ 1100 w 1942"/>
                <a:gd name="T27" fmla="*/ 469 h 1573"/>
                <a:gd name="T28" fmla="*/ 1036 w 1942"/>
                <a:gd name="T29" fmla="*/ 529 h 1573"/>
                <a:gd name="T30" fmla="*/ 968 w 1942"/>
                <a:gd name="T31" fmla="*/ 474 h 1573"/>
                <a:gd name="T32" fmla="*/ 869 w 1942"/>
                <a:gd name="T33" fmla="*/ 352 h 1573"/>
                <a:gd name="T34" fmla="*/ 621 w 1942"/>
                <a:gd name="T35" fmla="*/ 364 h 1573"/>
                <a:gd name="T36" fmla="*/ 492 w 1942"/>
                <a:gd name="T37" fmla="*/ 570 h 1573"/>
                <a:gd name="T38" fmla="*/ 555 w 1942"/>
                <a:gd name="T39" fmla="*/ 750 h 1573"/>
                <a:gd name="T40" fmla="*/ 572 w 1942"/>
                <a:gd name="T41" fmla="*/ 828 h 1573"/>
                <a:gd name="T42" fmla="*/ 501 w 1942"/>
                <a:gd name="T43" fmla="*/ 865 h 1573"/>
                <a:gd name="T44" fmla="*/ 180 w 1942"/>
                <a:gd name="T45" fmla="*/ 1084 h 1573"/>
                <a:gd name="T46" fmla="*/ 338 w 1942"/>
                <a:gd name="T47" fmla="*/ 1445 h 1573"/>
                <a:gd name="T48" fmla="*/ 374 w 1942"/>
                <a:gd name="T49" fmla="*/ 1532 h 1573"/>
                <a:gd name="T50" fmla="*/ 313 w 1942"/>
                <a:gd name="T51" fmla="*/ 1573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42" h="1573">
                  <a:moveTo>
                    <a:pt x="313" y="1573"/>
                  </a:moveTo>
                  <a:cubicBezTo>
                    <a:pt x="304" y="1573"/>
                    <a:pt x="296" y="1572"/>
                    <a:pt x="288" y="1568"/>
                  </a:cubicBezTo>
                  <a:cubicBezTo>
                    <a:pt x="52" y="1473"/>
                    <a:pt x="0" y="1231"/>
                    <a:pt x="52" y="1048"/>
                  </a:cubicBezTo>
                  <a:cubicBezTo>
                    <a:pt x="92" y="904"/>
                    <a:pt x="209" y="762"/>
                    <a:pt x="384" y="733"/>
                  </a:cubicBezTo>
                  <a:cubicBezTo>
                    <a:pt x="361" y="680"/>
                    <a:pt x="352" y="619"/>
                    <a:pt x="359" y="556"/>
                  </a:cubicBezTo>
                  <a:cubicBezTo>
                    <a:pt x="373" y="427"/>
                    <a:pt x="448" y="308"/>
                    <a:pt x="555" y="248"/>
                  </a:cubicBezTo>
                  <a:cubicBezTo>
                    <a:pt x="669" y="184"/>
                    <a:pt x="811" y="177"/>
                    <a:pt x="925" y="231"/>
                  </a:cubicBezTo>
                  <a:cubicBezTo>
                    <a:pt x="959" y="247"/>
                    <a:pt x="989" y="267"/>
                    <a:pt x="1013" y="291"/>
                  </a:cubicBezTo>
                  <a:cubicBezTo>
                    <a:pt x="1098" y="115"/>
                    <a:pt x="1284" y="0"/>
                    <a:pt x="1486" y="15"/>
                  </a:cubicBezTo>
                  <a:cubicBezTo>
                    <a:pt x="1713" y="32"/>
                    <a:pt x="1881" y="202"/>
                    <a:pt x="1935" y="469"/>
                  </a:cubicBezTo>
                  <a:cubicBezTo>
                    <a:pt x="1942" y="505"/>
                    <a:pt x="1919" y="540"/>
                    <a:pt x="1883" y="548"/>
                  </a:cubicBezTo>
                  <a:cubicBezTo>
                    <a:pt x="1847" y="555"/>
                    <a:pt x="1812" y="532"/>
                    <a:pt x="1804" y="496"/>
                  </a:cubicBezTo>
                  <a:cubicBezTo>
                    <a:pt x="1762" y="288"/>
                    <a:pt x="1642" y="161"/>
                    <a:pt x="1475" y="148"/>
                  </a:cubicBezTo>
                  <a:cubicBezTo>
                    <a:pt x="1271" y="132"/>
                    <a:pt x="1116" y="301"/>
                    <a:pt x="1100" y="469"/>
                  </a:cubicBezTo>
                  <a:cubicBezTo>
                    <a:pt x="1096" y="502"/>
                    <a:pt x="1069" y="527"/>
                    <a:pt x="1036" y="529"/>
                  </a:cubicBezTo>
                  <a:cubicBezTo>
                    <a:pt x="1003" y="530"/>
                    <a:pt x="974" y="507"/>
                    <a:pt x="968" y="474"/>
                  </a:cubicBezTo>
                  <a:cubicBezTo>
                    <a:pt x="955" y="405"/>
                    <a:pt x="907" y="369"/>
                    <a:pt x="869" y="352"/>
                  </a:cubicBezTo>
                  <a:cubicBezTo>
                    <a:pt x="794" y="317"/>
                    <a:pt x="696" y="321"/>
                    <a:pt x="621" y="364"/>
                  </a:cubicBezTo>
                  <a:cubicBezTo>
                    <a:pt x="551" y="403"/>
                    <a:pt x="500" y="484"/>
                    <a:pt x="492" y="570"/>
                  </a:cubicBezTo>
                  <a:cubicBezTo>
                    <a:pt x="487" y="612"/>
                    <a:pt x="489" y="692"/>
                    <a:pt x="555" y="750"/>
                  </a:cubicBezTo>
                  <a:cubicBezTo>
                    <a:pt x="578" y="769"/>
                    <a:pt x="584" y="801"/>
                    <a:pt x="572" y="828"/>
                  </a:cubicBezTo>
                  <a:cubicBezTo>
                    <a:pt x="559" y="855"/>
                    <a:pt x="530" y="870"/>
                    <a:pt x="501" y="865"/>
                  </a:cubicBezTo>
                  <a:cubicBezTo>
                    <a:pt x="318" y="835"/>
                    <a:pt x="214" y="965"/>
                    <a:pt x="180" y="1084"/>
                  </a:cubicBezTo>
                  <a:cubicBezTo>
                    <a:pt x="143" y="1217"/>
                    <a:pt x="177" y="1379"/>
                    <a:pt x="338" y="1445"/>
                  </a:cubicBezTo>
                  <a:cubicBezTo>
                    <a:pt x="372" y="1459"/>
                    <a:pt x="388" y="1497"/>
                    <a:pt x="374" y="1532"/>
                  </a:cubicBezTo>
                  <a:cubicBezTo>
                    <a:pt x="364" y="1558"/>
                    <a:pt x="339" y="1573"/>
                    <a:pt x="313" y="157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6" name="Freeform 975">
              <a:extLst>
                <a:ext uri="{FF2B5EF4-FFF2-40B4-BE49-F238E27FC236}">
                  <a16:creationId xmlns:a16="http://schemas.microsoft.com/office/drawing/2014/main" id="{B15BDEE0-46D4-412B-9D01-EBA9C2B3488D}"/>
                </a:ext>
              </a:extLst>
            </p:cNvPr>
            <p:cNvSpPr>
              <a:spLocks/>
            </p:cNvSpPr>
            <p:nvPr/>
          </p:nvSpPr>
          <p:spPr bwMode="auto">
            <a:xfrm>
              <a:off x="7437438" y="5995988"/>
              <a:ext cx="52388" cy="63500"/>
            </a:xfrm>
            <a:custGeom>
              <a:avLst/>
              <a:gdLst>
                <a:gd name="T0" fmla="*/ 130 w 516"/>
                <a:gd name="T1" fmla="*/ 617 h 617"/>
                <a:gd name="T2" fmla="*/ 71 w 516"/>
                <a:gd name="T3" fmla="*/ 582 h 617"/>
                <a:gd name="T4" fmla="*/ 52 w 516"/>
                <a:gd name="T5" fmla="*/ 211 h 617"/>
                <a:gd name="T6" fmla="*/ 455 w 516"/>
                <a:gd name="T7" fmla="*/ 20 h 617"/>
                <a:gd name="T8" fmla="*/ 510 w 516"/>
                <a:gd name="T9" fmla="*/ 96 h 617"/>
                <a:gd name="T10" fmla="*/ 434 w 516"/>
                <a:gd name="T11" fmla="*/ 151 h 617"/>
                <a:gd name="T12" fmla="*/ 176 w 516"/>
                <a:gd name="T13" fmla="*/ 262 h 617"/>
                <a:gd name="T14" fmla="*/ 188 w 516"/>
                <a:gd name="T15" fmla="*/ 518 h 617"/>
                <a:gd name="T16" fmla="*/ 162 w 516"/>
                <a:gd name="T17" fmla="*/ 609 h 617"/>
                <a:gd name="T18" fmla="*/ 130 w 516"/>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6" h="617">
                  <a:moveTo>
                    <a:pt x="130" y="617"/>
                  </a:moveTo>
                  <a:cubicBezTo>
                    <a:pt x="106" y="617"/>
                    <a:pt x="83" y="604"/>
                    <a:pt x="71" y="582"/>
                  </a:cubicBezTo>
                  <a:cubicBezTo>
                    <a:pt x="6" y="462"/>
                    <a:pt x="0" y="337"/>
                    <a:pt x="52" y="211"/>
                  </a:cubicBezTo>
                  <a:cubicBezTo>
                    <a:pt x="116" y="56"/>
                    <a:pt x="331" y="0"/>
                    <a:pt x="455" y="20"/>
                  </a:cubicBezTo>
                  <a:cubicBezTo>
                    <a:pt x="491" y="26"/>
                    <a:pt x="516" y="60"/>
                    <a:pt x="510" y="96"/>
                  </a:cubicBezTo>
                  <a:cubicBezTo>
                    <a:pt x="504" y="132"/>
                    <a:pt x="470" y="157"/>
                    <a:pt x="434" y="151"/>
                  </a:cubicBezTo>
                  <a:cubicBezTo>
                    <a:pt x="355" y="139"/>
                    <a:pt x="209" y="181"/>
                    <a:pt x="176" y="262"/>
                  </a:cubicBezTo>
                  <a:cubicBezTo>
                    <a:pt x="139" y="351"/>
                    <a:pt x="143" y="435"/>
                    <a:pt x="188" y="518"/>
                  </a:cubicBezTo>
                  <a:cubicBezTo>
                    <a:pt x="206" y="551"/>
                    <a:pt x="194" y="591"/>
                    <a:pt x="162" y="609"/>
                  </a:cubicBezTo>
                  <a:cubicBezTo>
                    <a:pt x="151" y="614"/>
                    <a:pt x="141" y="617"/>
                    <a:pt x="130" y="6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7" name="Freeform 976">
              <a:extLst>
                <a:ext uri="{FF2B5EF4-FFF2-40B4-BE49-F238E27FC236}">
                  <a16:creationId xmlns:a16="http://schemas.microsoft.com/office/drawing/2014/main" id="{D6C1A521-AB89-4032-883A-5DF812AAECD9}"/>
                </a:ext>
              </a:extLst>
            </p:cNvPr>
            <p:cNvSpPr>
              <a:spLocks noEditPoints="1"/>
            </p:cNvSpPr>
            <p:nvPr/>
          </p:nvSpPr>
          <p:spPr bwMode="auto">
            <a:xfrm>
              <a:off x="7513638" y="6042025"/>
              <a:ext cx="49213" cy="49213"/>
            </a:xfrm>
            <a:custGeom>
              <a:avLst/>
              <a:gdLst>
                <a:gd name="T0" fmla="*/ 245 w 489"/>
                <a:gd name="T1" fmla="*/ 133 h 486"/>
                <a:gd name="T2" fmla="*/ 242 w 489"/>
                <a:gd name="T3" fmla="*/ 133 h 486"/>
                <a:gd name="T4" fmla="*/ 165 w 489"/>
                <a:gd name="T5" fmla="*/ 167 h 486"/>
                <a:gd name="T6" fmla="*/ 135 w 489"/>
                <a:gd name="T7" fmla="*/ 246 h 486"/>
                <a:gd name="T8" fmla="*/ 244 w 489"/>
                <a:gd name="T9" fmla="*/ 353 h 486"/>
                <a:gd name="T10" fmla="*/ 247 w 489"/>
                <a:gd name="T11" fmla="*/ 352 h 486"/>
                <a:gd name="T12" fmla="*/ 324 w 489"/>
                <a:gd name="T13" fmla="*/ 318 h 486"/>
                <a:gd name="T14" fmla="*/ 354 w 489"/>
                <a:gd name="T15" fmla="*/ 240 h 486"/>
                <a:gd name="T16" fmla="*/ 245 w 489"/>
                <a:gd name="T17" fmla="*/ 133 h 486"/>
                <a:gd name="T18" fmla="*/ 244 w 489"/>
                <a:gd name="T19" fmla="*/ 486 h 486"/>
                <a:gd name="T20" fmla="*/ 1 w 489"/>
                <a:gd name="T21" fmla="*/ 249 h 486"/>
                <a:gd name="T22" fmla="*/ 68 w 489"/>
                <a:gd name="T23" fmla="*/ 75 h 486"/>
                <a:gd name="T24" fmla="*/ 238 w 489"/>
                <a:gd name="T25" fmla="*/ 0 h 486"/>
                <a:gd name="T26" fmla="*/ 245 w 489"/>
                <a:gd name="T27" fmla="*/ 0 h 486"/>
                <a:gd name="T28" fmla="*/ 487 w 489"/>
                <a:gd name="T29" fmla="*/ 237 h 486"/>
                <a:gd name="T30" fmla="*/ 421 w 489"/>
                <a:gd name="T31" fmla="*/ 410 h 486"/>
                <a:gd name="T32" fmla="*/ 251 w 489"/>
                <a:gd name="T33" fmla="*/ 486 h 486"/>
                <a:gd name="T34" fmla="*/ 244 w 489"/>
                <a:gd name="T35" fmla="*/ 486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9" h="486">
                  <a:moveTo>
                    <a:pt x="245" y="133"/>
                  </a:moveTo>
                  <a:lnTo>
                    <a:pt x="242" y="133"/>
                  </a:lnTo>
                  <a:cubicBezTo>
                    <a:pt x="212" y="134"/>
                    <a:pt x="185" y="146"/>
                    <a:pt x="165" y="167"/>
                  </a:cubicBezTo>
                  <a:cubicBezTo>
                    <a:pt x="145" y="188"/>
                    <a:pt x="134" y="216"/>
                    <a:pt x="135" y="246"/>
                  </a:cubicBezTo>
                  <a:cubicBezTo>
                    <a:pt x="136" y="305"/>
                    <a:pt x="184" y="353"/>
                    <a:pt x="244" y="353"/>
                  </a:cubicBezTo>
                  <a:lnTo>
                    <a:pt x="247" y="352"/>
                  </a:lnTo>
                  <a:cubicBezTo>
                    <a:pt x="277" y="352"/>
                    <a:pt x="304" y="340"/>
                    <a:pt x="324" y="318"/>
                  </a:cubicBezTo>
                  <a:cubicBezTo>
                    <a:pt x="344" y="297"/>
                    <a:pt x="355" y="269"/>
                    <a:pt x="354" y="240"/>
                  </a:cubicBezTo>
                  <a:cubicBezTo>
                    <a:pt x="353" y="181"/>
                    <a:pt x="304" y="133"/>
                    <a:pt x="245" y="133"/>
                  </a:cubicBezTo>
                  <a:close/>
                  <a:moveTo>
                    <a:pt x="244" y="486"/>
                  </a:moveTo>
                  <a:cubicBezTo>
                    <a:pt x="111" y="486"/>
                    <a:pt x="5" y="382"/>
                    <a:pt x="1" y="249"/>
                  </a:cubicBezTo>
                  <a:cubicBezTo>
                    <a:pt x="0" y="184"/>
                    <a:pt x="24" y="122"/>
                    <a:pt x="68" y="75"/>
                  </a:cubicBezTo>
                  <a:cubicBezTo>
                    <a:pt x="113" y="28"/>
                    <a:pt x="173" y="1"/>
                    <a:pt x="238" y="0"/>
                  </a:cubicBezTo>
                  <a:lnTo>
                    <a:pt x="245" y="0"/>
                  </a:lnTo>
                  <a:cubicBezTo>
                    <a:pt x="377" y="0"/>
                    <a:pt x="484" y="104"/>
                    <a:pt x="487" y="237"/>
                  </a:cubicBezTo>
                  <a:cubicBezTo>
                    <a:pt x="489" y="301"/>
                    <a:pt x="465" y="363"/>
                    <a:pt x="421" y="410"/>
                  </a:cubicBezTo>
                  <a:cubicBezTo>
                    <a:pt x="376" y="457"/>
                    <a:pt x="315" y="484"/>
                    <a:pt x="251" y="486"/>
                  </a:cubicBezTo>
                  <a:lnTo>
                    <a:pt x="244" y="4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8" name="Freeform 977">
              <a:extLst>
                <a:ext uri="{FF2B5EF4-FFF2-40B4-BE49-F238E27FC236}">
                  <a16:creationId xmlns:a16="http://schemas.microsoft.com/office/drawing/2014/main" id="{B42B12E5-FEE2-4DC2-9045-8919D1E41894}"/>
                </a:ext>
              </a:extLst>
            </p:cNvPr>
            <p:cNvSpPr>
              <a:spLocks noEditPoints="1"/>
            </p:cNvSpPr>
            <p:nvPr/>
          </p:nvSpPr>
          <p:spPr bwMode="auto">
            <a:xfrm>
              <a:off x="7540625" y="5983288"/>
              <a:ext cx="31750" cy="31750"/>
            </a:xfrm>
            <a:custGeom>
              <a:avLst/>
              <a:gdLst>
                <a:gd name="T0" fmla="*/ 155 w 310"/>
                <a:gd name="T1" fmla="*/ 133 h 307"/>
                <a:gd name="T2" fmla="*/ 140 w 310"/>
                <a:gd name="T3" fmla="*/ 140 h 307"/>
                <a:gd name="T4" fmla="*/ 135 w 310"/>
                <a:gd name="T5" fmla="*/ 154 h 307"/>
                <a:gd name="T6" fmla="*/ 155 w 310"/>
                <a:gd name="T7" fmla="*/ 173 h 307"/>
                <a:gd name="T8" fmla="*/ 155 w 310"/>
                <a:gd name="T9" fmla="*/ 173 h 307"/>
                <a:gd name="T10" fmla="*/ 174 w 310"/>
                <a:gd name="T11" fmla="*/ 153 h 307"/>
                <a:gd name="T12" fmla="*/ 155 w 310"/>
                <a:gd name="T13" fmla="*/ 133 h 307"/>
                <a:gd name="T14" fmla="*/ 155 w 310"/>
                <a:gd name="T15" fmla="*/ 307 h 307"/>
                <a:gd name="T16" fmla="*/ 1 w 310"/>
                <a:gd name="T17" fmla="*/ 157 h 307"/>
                <a:gd name="T18" fmla="*/ 43 w 310"/>
                <a:gd name="T19" fmla="*/ 48 h 307"/>
                <a:gd name="T20" fmla="*/ 151 w 310"/>
                <a:gd name="T21" fmla="*/ 0 h 307"/>
                <a:gd name="T22" fmla="*/ 155 w 310"/>
                <a:gd name="T23" fmla="*/ 0 h 307"/>
                <a:gd name="T24" fmla="*/ 308 w 310"/>
                <a:gd name="T25" fmla="*/ 149 h 307"/>
                <a:gd name="T26" fmla="*/ 159 w 310"/>
                <a:gd name="T27" fmla="*/ 307 h 307"/>
                <a:gd name="T28" fmla="*/ 155 w 310"/>
                <a:gd name="T29"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 h="307">
                  <a:moveTo>
                    <a:pt x="155" y="133"/>
                  </a:moveTo>
                  <a:cubicBezTo>
                    <a:pt x="147" y="133"/>
                    <a:pt x="143" y="137"/>
                    <a:pt x="140" y="140"/>
                  </a:cubicBezTo>
                  <a:cubicBezTo>
                    <a:pt x="137" y="142"/>
                    <a:pt x="134" y="147"/>
                    <a:pt x="135" y="154"/>
                  </a:cubicBezTo>
                  <a:cubicBezTo>
                    <a:pt x="135" y="165"/>
                    <a:pt x="144" y="173"/>
                    <a:pt x="155" y="173"/>
                  </a:cubicBezTo>
                  <a:lnTo>
                    <a:pt x="155" y="173"/>
                  </a:lnTo>
                  <a:cubicBezTo>
                    <a:pt x="166" y="173"/>
                    <a:pt x="175" y="164"/>
                    <a:pt x="174" y="153"/>
                  </a:cubicBezTo>
                  <a:cubicBezTo>
                    <a:pt x="174" y="142"/>
                    <a:pt x="165" y="133"/>
                    <a:pt x="155" y="133"/>
                  </a:cubicBezTo>
                  <a:close/>
                  <a:moveTo>
                    <a:pt x="155" y="307"/>
                  </a:moveTo>
                  <a:cubicBezTo>
                    <a:pt x="71" y="307"/>
                    <a:pt x="3" y="241"/>
                    <a:pt x="1" y="157"/>
                  </a:cubicBezTo>
                  <a:cubicBezTo>
                    <a:pt x="0" y="116"/>
                    <a:pt x="15" y="77"/>
                    <a:pt x="43" y="48"/>
                  </a:cubicBezTo>
                  <a:cubicBezTo>
                    <a:pt x="72" y="18"/>
                    <a:pt x="110" y="1"/>
                    <a:pt x="151" y="0"/>
                  </a:cubicBezTo>
                  <a:lnTo>
                    <a:pt x="155" y="0"/>
                  </a:lnTo>
                  <a:cubicBezTo>
                    <a:pt x="238" y="0"/>
                    <a:pt x="306" y="66"/>
                    <a:pt x="308" y="149"/>
                  </a:cubicBezTo>
                  <a:cubicBezTo>
                    <a:pt x="310" y="234"/>
                    <a:pt x="243" y="305"/>
                    <a:pt x="159" y="307"/>
                  </a:cubicBezTo>
                  <a:lnTo>
                    <a:pt x="155" y="3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9" name="Freeform 978">
              <a:extLst>
                <a:ext uri="{FF2B5EF4-FFF2-40B4-BE49-F238E27FC236}">
                  <a16:creationId xmlns:a16="http://schemas.microsoft.com/office/drawing/2014/main" id="{2F6608B3-8310-424E-8663-A0E4040F75F9}"/>
                </a:ext>
              </a:extLst>
            </p:cNvPr>
            <p:cNvSpPr>
              <a:spLocks/>
            </p:cNvSpPr>
            <p:nvPr/>
          </p:nvSpPr>
          <p:spPr bwMode="auto">
            <a:xfrm>
              <a:off x="7639050" y="6018213"/>
              <a:ext cx="38100" cy="93663"/>
            </a:xfrm>
            <a:custGeom>
              <a:avLst/>
              <a:gdLst>
                <a:gd name="T0" fmla="*/ 115 w 384"/>
                <a:gd name="T1" fmla="*/ 924 h 924"/>
                <a:gd name="T2" fmla="*/ 59 w 384"/>
                <a:gd name="T3" fmla="*/ 895 h 924"/>
                <a:gd name="T4" fmla="*/ 77 w 384"/>
                <a:gd name="T5" fmla="*/ 802 h 924"/>
                <a:gd name="T6" fmla="*/ 250 w 384"/>
                <a:gd name="T7" fmla="*/ 479 h 924"/>
                <a:gd name="T8" fmla="*/ 45 w 384"/>
                <a:gd name="T9" fmla="*/ 135 h 924"/>
                <a:gd name="T10" fmla="*/ 18 w 384"/>
                <a:gd name="T11" fmla="*/ 45 h 924"/>
                <a:gd name="T12" fmla="*/ 108 w 384"/>
                <a:gd name="T13" fmla="*/ 17 h 924"/>
                <a:gd name="T14" fmla="*/ 384 w 384"/>
                <a:gd name="T15" fmla="*/ 479 h 924"/>
                <a:gd name="T16" fmla="*/ 152 w 384"/>
                <a:gd name="T17" fmla="*/ 913 h 924"/>
                <a:gd name="T18" fmla="*/ 115 w 384"/>
                <a:gd name="T19" fmla="*/ 92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924">
                  <a:moveTo>
                    <a:pt x="115" y="924"/>
                  </a:moveTo>
                  <a:cubicBezTo>
                    <a:pt x="93" y="924"/>
                    <a:pt x="72" y="914"/>
                    <a:pt x="59" y="895"/>
                  </a:cubicBezTo>
                  <a:cubicBezTo>
                    <a:pt x="39" y="864"/>
                    <a:pt x="47" y="823"/>
                    <a:pt x="77" y="802"/>
                  </a:cubicBezTo>
                  <a:cubicBezTo>
                    <a:pt x="186" y="730"/>
                    <a:pt x="250" y="609"/>
                    <a:pt x="250" y="479"/>
                  </a:cubicBezTo>
                  <a:cubicBezTo>
                    <a:pt x="250" y="335"/>
                    <a:pt x="172" y="203"/>
                    <a:pt x="45" y="135"/>
                  </a:cubicBezTo>
                  <a:cubicBezTo>
                    <a:pt x="12" y="118"/>
                    <a:pt x="0" y="77"/>
                    <a:pt x="18" y="45"/>
                  </a:cubicBezTo>
                  <a:cubicBezTo>
                    <a:pt x="35" y="12"/>
                    <a:pt x="75" y="0"/>
                    <a:pt x="108" y="17"/>
                  </a:cubicBezTo>
                  <a:cubicBezTo>
                    <a:pt x="278" y="109"/>
                    <a:pt x="384" y="286"/>
                    <a:pt x="384" y="479"/>
                  </a:cubicBezTo>
                  <a:cubicBezTo>
                    <a:pt x="384" y="653"/>
                    <a:pt x="297" y="816"/>
                    <a:pt x="152" y="913"/>
                  </a:cubicBezTo>
                  <a:cubicBezTo>
                    <a:pt x="141" y="921"/>
                    <a:pt x="128" y="924"/>
                    <a:pt x="115" y="9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0" name="Freeform 979">
              <a:extLst>
                <a:ext uri="{FF2B5EF4-FFF2-40B4-BE49-F238E27FC236}">
                  <a16:creationId xmlns:a16="http://schemas.microsoft.com/office/drawing/2014/main" id="{256D3EBE-4821-4924-8DD1-6FAC17D23458}"/>
                </a:ext>
              </a:extLst>
            </p:cNvPr>
            <p:cNvSpPr>
              <a:spLocks noEditPoints="1"/>
            </p:cNvSpPr>
            <p:nvPr/>
          </p:nvSpPr>
          <p:spPr bwMode="auto">
            <a:xfrm>
              <a:off x="7613650" y="6034088"/>
              <a:ext cx="20638" cy="19050"/>
            </a:xfrm>
            <a:custGeom>
              <a:avLst/>
              <a:gdLst>
                <a:gd name="T0" fmla="*/ 97 w 194"/>
                <a:gd name="T1" fmla="*/ 60 h 194"/>
                <a:gd name="T2" fmla="*/ 60 w 194"/>
                <a:gd name="T3" fmla="*/ 97 h 194"/>
                <a:gd name="T4" fmla="*/ 97 w 194"/>
                <a:gd name="T5" fmla="*/ 133 h 194"/>
                <a:gd name="T6" fmla="*/ 133 w 194"/>
                <a:gd name="T7" fmla="*/ 97 h 194"/>
                <a:gd name="T8" fmla="*/ 97 w 194"/>
                <a:gd name="T9" fmla="*/ 60 h 194"/>
                <a:gd name="T10" fmla="*/ 97 w 194"/>
                <a:gd name="T11" fmla="*/ 194 h 194"/>
                <a:gd name="T12" fmla="*/ 0 w 194"/>
                <a:gd name="T13" fmla="*/ 97 h 194"/>
                <a:gd name="T14" fmla="*/ 97 w 194"/>
                <a:gd name="T15" fmla="*/ 0 h 194"/>
                <a:gd name="T16" fmla="*/ 194 w 194"/>
                <a:gd name="T17" fmla="*/ 97 h 194"/>
                <a:gd name="T18" fmla="*/ 97 w 194"/>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4" h="194">
                  <a:moveTo>
                    <a:pt x="97" y="60"/>
                  </a:moveTo>
                  <a:cubicBezTo>
                    <a:pt x="77" y="60"/>
                    <a:pt x="60" y="77"/>
                    <a:pt x="60" y="97"/>
                  </a:cubicBezTo>
                  <a:cubicBezTo>
                    <a:pt x="60" y="117"/>
                    <a:pt x="77" y="133"/>
                    <a:pt x="97" y="133"/>
                  </a:cubicBezTo>
                  <a:cubicBezTo>
                    <a:pt x="117" y="133"/>
                    <a:pt x="133" y="117"/>
                    <a:pt x="133" y="97"/>
                  </a:cubicBezTo>
                  <a:cubicBezTo>
                    <a:pt x="133" y="77"/>
                    <a:pt x="117" y="60"/>
                    <a:pt x="97" y="60"/>
                  </a:cubicBezTo>
                  <a:close/>
                  <a:moveTo>
                    <a:pt x="97" y="194"/>
                  </a:moveTo>
                  <a:cubicBezTo>
                    <a:pt x="43" y="194"/>
                    <a:pt x="0" y="150"/>
                    <a:pt x="0" y="97"/>
                  </a:cubicBezTo>
                  <a:cubicBezTo>
                    <a:pt x="0" y="43"/>
                    <a:pt x="43" y="0"/>
                    <a:pt x="97" y="0"/>
                  </a:cubicBezTo>
                  <a:cubicBezTo>
                    <a:pt x="150" y="0"/>
                    <a:pt x="194" y="43"/>
                    <a:pt x="194" y="97"/>
                  </a:cubicBezTo>
                  <a:cubicBezTo>
                    <a:pt x="194" y="150"/>
                    <a:pt x="150" y="194"/>
                    <a:pt x="97"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1" name="Freeform 980">
              <a:extLst>
                <a:ext uri="{FF2B5EF4-FFF2-40B4-BE49-F238E27FC236}">
                  <a16:creationId xmlns:a16="http://schemas.microsoft.com/office/drawing/2014/main" id="{8A8C7957-7C4F-4920-B328-5B7F754A64F5}"/>
                </a:ext>
              </a:extLst>
            </p:cNvPr>
            <p:cNvSpPr>
              <a:spLocks/>
            </p:cNvSpPr>
            <p:nvPr/>
          </p:nvSpPr>
          <p:spPr bwMode="auto">
            <a:xfrm>
              <a:off x="7570788" y="5948363"/>
              <a:ext cx="96838" cy="82550"/>
            </a:xfrm>
            <a:custGeom>
              <a:avLst/>
              <a:gdLst>
                <a:gd name="T0" fmla="*/ 871 w 965"/>
                <a:gd name="T1" fmla="*/ 809 h 809"/>
                <a:gd name="T2" fmla="*/ 850 w 965"/>
                <a:gd name="T3" fmla="*/ 805 h 809"/>
                <a:gd name="T4" fmla="*/ 807 w 965"/>
                <a:gd name="T5" fmla="*/ 721 h 809"/>
                <a:gd name="T6" fmla="*/ 829 w 965"/>
                <a:gd name="T7" fmla="*/ 566 h 809"/>
                <a:gd name="T8" fmla="*/ 372 w 965"/>
                <a:gd name="T9" fmla="*/ 146 h 809"/>
                <a:gd name="T10" fmla="*/ 116 w 965"/>
                <a:gd name="T11" fmla="*/ 244 h 809"/>
                <a:gd name="T12" fmla="*/ 23 w 965"/>
                <a:gd name="T13" fmla="*/ 233 h 809"/>
                <a:gd name="T14" fmla="*/ 34 w 965"/>
                <a:gd name="T15" fmla="*/ 139 h 809"/>
                <a:gd name="T16" fmla="*/ 367 w 965"/>
                <a:gd name="T17" fmla="*/ 13 h 809"/>
                <a:gd name="T18" fmla="*/ 962 w 965"/>
                <a:gd name="T19" fmla="*/ 561 h 809"/>
                <a:gd name="T20" fmla="*/ 934 w 965"/>
                <a:gd name="T21" fmla="*/ 763 h 809"/>
                <a:gd name="T22" fmla="*/ 871 w 965"/>
                <a:gd name="T23" fmla="*/ 809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5" h="809">
                  <a:moveTo>
                    <a:pt x="871" y="809"/>
                  </a:moveTo>
                  <a:cubicBezTo>
                    <a:pt x="864" y="809"/>
                    <a:pt x="857" y="808"/>
                    <a:pt x="850" y="805"/>
                  </a:cubicBezTo>
                  <a:cubicBezTo>
                    <a:pt x="815" y="794"/>
                    <a:pt x="796" y="756"/>
                    <a:pt x="807" y="721"/>
                  </a:cubicBezTo>
                  <a:cubicBezTo>
                    <a:pt x="824" y="671"/>
                    <a:pt x="831" y="619"/>
                    <a:pt x="829" y="566"/>
                  </a:cubicBezTo>
                  <a:cubicBezTo>
                    <a:pt x="818" y="325"/>
                    <a:pt x="614" y="136"/>
                    <a:pt x="372" y="146"/>
                  </a:cubicBezTo>
                  <a:cubicBezTo>
                    <a:pt x="295" y="150"/>
                    <a:pt x="183" y="193"/>
                    <a:pt x="116" y="244"/>
                  </a:cubicBezTo>
                  <a:cubicBezTo>
                    <a:pt x="87" y="267"/>
                    <a:pt x="45" y="262"/>
                    <a:pt x="23" y="233"/>
                  </a:cubicBezTo>
                  <a:cubicBezTo>
                    <a:pt x="0" y="204"/>
                    <a:pt x="5" y="162"/>
                    <a:pt x="34" y="139"/>
                  </a:cubicBezTo>
                  <a:cubicBezTo>
                    <a:pt x="122" y="70"/>
                    <a:pt x="262" y="18"/>
                    <a:pt x="367" y="13"/>
                  </a:cubicBezTo>
                  <a:cubicBezTo>
                    <a:pt x="682" y="0"/>
                    <a:pt x="949" y="246"/>
                    <a:pt x="962" y="561"/>
                  </a:cubicBezTo>
                  <a:cubicBezTo>
                    <a:pt x="965" y="630"/>
                    <a:pt x="955" y="698"/>
                    <a:pt x="934" y="763"/>
                  </a:cubicBezTo>
                  <a:cubicBezTo>
                    <a:pt x="925" y="791"/>
                    <a:pt x="899" y="809"/>
                    <a:pt x="871" y="8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2" name="Freeform 981">
              <a:extLst>
                <a:ext uri="{FF2B5EF4-FFF2-40B4-BE49-F238E27FC236}">
                  <a16:creationId xmlns:a16="http://schemas.microsoft.com/office/drawing/2014/main" id="{5C23D07C-1CAC-4B6E-AC46-84A1B05311A0}"/>
                </a:ext>
              </a:extLst>
            </p:cNvPr>
            <p:cNvSpPr>
              <a:spLocks noEditPoints="1"/>
            </p:cNvSpPr>
            <p:nvPr/>
          </p:nvSpPr>
          <p:spPr bwMode="auto">
            <a:xfrm>
              <a:off x="7659688" y="6178550"/>
              <a:ext cx="23813" cy="55563"/>
            </a:xfrm>
            <a:custGeom>
              <a:avLst/>
              <a:gdLst>
                <a:gd name="T0" fmla="*/ 1 w 242"/>
                <a:gd name="T1" fmla="*/ 70 h 553"/>
                <a:gd name="T2" fmla="*/ 65 w 242"/>
                <a:gd name="T3" fmla="*/ 1 h 553"/>
                <a:gd name="T4" fmla="*/ 65 w 242"/>
                <a:gd name="T5" fmla="*/ 1 h 553"/>
                <a:gd name="T6" fmla="*/ 134 w 242"/>
                <a:gd name="T7" fmla="*/ 65 h 553"/>
                <a:gd name="T8" fmla="*/ 134 w 242"/>
                <a:gd name="T9" fmla="*/ 65 h 553"/>
                <a:gd name="T10" fmla="*/ 70 w 242"/>
                <a:gd name="T11" fmla="*/ 134 h 553"/>
                <a:gd name="T12" fmla="*/ 70 w 242"/>
                <a:gd name="T13" fmla="*/ 134 h 553"/>
                <a:gd name="T14" fmla="*/ 67 w 242"/>
                <a:gd name="T15" fmla="*/ 134 h 553"/>
                <a:gd name="T16" fmla="*/ 67 w 242"/>
                <a:gd name="T17" fmla="*/ 134 h 553"/>
                <a:gd name="T18" fmla="*/ 1 w 242"/>
                <a:gd name="T19" fmla="*/ 70 h 553"/>
                <a:gd name="T20" fmla="*/ 29 w 242"/>
                <a:gd name="T21" fmla="*/ 297 h 553"/>
                <a:gd name="T22" fmla="*/ 29 w 242"/>
                <a:gd name="T23" fmla="*/ 297 h 553"/>
                <a:gd name="T24" fmla="*/ 29 w 242"/>
                <a:gd name="T25" fmla="*/ 297 h 553"/>
                <a:gd name="T26" fmla="*/ 79 w 242"/>
                <a:gd name="T27" fmla="*/ 217 h 553"/>
                <a:gd name="T28" fmla="*/ 79 w 242"/>
                <a:gd name="T29" fmla="*/ 217 h 553"/>
                <a:gd name="T30" fmla="*/ 159 w 242"/>
                <a:gd name="T31" fmla="*/ 267 h 553"/>
                <a:gd name="T32" fmla="*/ 159 w 242"/>
                <a:gd name="T33" fmla="*/ 267 h 553"/>
                <a:gd name="T34" fmla="*/ 109 w 242"/>
                <a:gd name="T35" fmla="*/ 347 h 553"/>
                <a:gd name="T36" fmla="*/ 109 w 242"/>
                <a:gd name="T37" fmla="*/ 347 h 553"/>
                <a:gd name="T38" fmla="*/ 94 w 242"/>
                <a:gd name="T39" fmla="*/ 349 h 553"/>
                <a:gd name="T40" fmla="*/ 94 w 242"/>
                <a:gd name="T41" fmla="*/ 349 h 553"/>
                <a:gd name="T42" fmla="*/ 29 w 242"/>
                <a:gd name="T43" fmla="*/ 297 h 553"/>
                <a:gd name="T44" fmla="*/ 106 w 242"/>
                <a:gd name="T45" fmla="*/ 515 h 553"/>
                <a:gd name="T46" fmla="*/ 106 w 242"/>
                <a:gd name="T47" fmla="*/ 515 h 553"/>
                <a:gd name="T48" fmla="*/ 106 w 242"/>
                <a:gd name="T49" fmla="*/ 515 h 553"/>
                <a:gd name="T50" fmla="*/ 137 w 242"/>
                <a:gd name="T51" fmla="*/ 426 h 553"/>
                <a:gd name="T52" fmla="*/ 137 w 242"/>
                <a:gd name="T53" fmla="*/ 426 h 553"/>
                <a:gd name="T54" fmla="*/ 227 w 242"/>
                <a:gd name="T55" fmla="*/ 457 h 553"/>
                <a:gd name="T56" fmla="*/ 227 w 242"/>
                <a:gd name="T57" fmla="*/ 457 h 553"/>
                <a:gd name="T58" fmla="*/ 195 w 242"/>
                <a:gd name="T59" fmla="*/ 546 h 553"/>
                <a:gd name="T60" fmla="*/ 195 w 242"/>
                <a:gd name="T61" fmla="*/ 546 h 553"/>
                <a:gd name="T62" fmla="*/ 167 w 242"/>
                <a:gd name="T63" fmla="*/ 553 h 553"/>
                <a:gd name="T64" fmla="*/ 167 w 242"/>
                <a:gd name="T65" fmla="*/ 553 h 553"/>
                <a:gd name="T66" fmla="*/ 106 w 242"/>
                <a:gd name="T67" fmla="*/ 515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2" h="553">
                  <a:moveTo>
                    <a:pt x="1" y="70"/>
                  </a:moveTo>
                  <a:cubicBezTo>
                    <a:pt x="0" y="33"/>
                    <a:pt x="28" y="2"/>
                    <a:pt x="65" y="1"/>
                  </a:cubicBezTo>
                  <a:lnTo>
                    <a:pt x="65" y="1"/>
                  </a:lnTo>
                  <a:cubicBezTo>
                    <a:pt x="102" y="0"/>
                    <a:pt x="133" y="29"/>
                    <a:pt x="134" y="65"/>
                  </a:cubicBezTo>
                  <a:lnTo>
                    <a:pt x="134" y="65"/>
                  </a:lnTo>
                  <a:cubicBezTo>
                    <a:pt x="136" y="102"/>
                    <a:pt x="107" y="133"/>
                    <a:pt x="70" y="134"/>
                  </a:cubicBezTo>
                  <a:lnTo>
                    <a:pt x="70" y="134"/>
                  </a:lnTo>
                  <a:cubicBezTo>
                    <a:pt x="69" y="134"/>
                    <a:pt x="68" y="134"/>
                    <a:pt x="67" y="134"/>
                  </a:cubicBezTo>
                  <a:lnTo>
                    <a:pt x="67" y="134"/>
                  </a:lnTo>
                  <a:cubicBezTo>
                    <a:pt x="32" y="134"/>
                    <a:pt x="2" y="106"/>
                    <a:pt x="1" y="70"/>
                  </a:cubicBezTo>
                  <a:close/>
                  <a:moveTo>
                    <a:pt x="29" y="297"/>
                  </a:moveTo>
                  <a:lnTo>
                    <a:pt x="29" y="297"/>
                  </a:lnTo>
                  <a:lnTo>
                    <a:pt x="29" y="297"/>
                  </a:lnTo>
                  <a:cubicBezTo>
                    <a:pt x="20" y="261"/>
                    <a:pt x="43" y="226"/>
                    <a:pt x="79" y="217"/>
                  </a:cubicBezTo>
                  <a:lnTo>
                    <a:pt x="79" y="217"/>
                  </a:lnTo>
                  <a:cubicBezTo>
                    <a:pt x="115" y="209"/>
                    <a:pt x="150" y="231"/>
                    <a:pt x="159" y="267"/>
                  </a:cubicBezTo>
                  <a:lnTo>
                    <a:pt x="159" y="267"/>
                  </a:lnTo>
                  <a:cubicBezTo>
                    <a:pt x="167" y="303"/>
                    <a:pt x="145" y="339"/>
                    <a:pt x="109" y="347"/>
                  </a:cubicBezTo>
                  <a:lnTo>
                    <a:pt x="109" y="347"/>
                  </a:lnTo>
                  <a:cubicBezTo>
                    <a:pt x="104" y="348"/>
                    <a:pt x="99" y="349"/>
                    <a:pt x="94" y="349"/>
                  </a:cubicBezTo>
                  <a:lnTo>
                    <a:pt x="94" y="349"/>
                  </a:lnTo>
                  <a:cubicBezTo>
                    <a:pt x="63" y="349"/>
                    <a:pt x="36" y="328"/>
                    <a:pt x="29" y="297"/>
                  </a:cubicBezTo>
                  <a:close/>
                  <a:moveTo>
                    <a:pt x="106" y="515"/>
                  </a:moveTo>
                  <a:lnTo>
                    <a:pt x="106" y="515"/>
                  </a:lnTo>
                  <a:lnTo>
                    <a:pt x="106" y="515"/>
                  </a:lnTo>
                  <a:cubicBezTo>
                    <a:pt x="90" y="482"/>
                    <a:pt x="104" y="442"/>
                    <a:pt x="137" y="426"/>
                  </a:cubicBezTo>
                  <a:lnTo>
                    <a:pt x="137" y="426"/>
                  </a:lnTo>
                  <a:cubicBezTo>
                    <a:pt x="171" y="410"/>
                    <a:pt x="210" y="424"/>
                    <a:pt x="227" y="457"/>
                  </a:cubicBezTo>
                  <a:lnTo>
                    <a:pt x="227" y="457"/>
                  </a:lnTo>
                  <a:cubicBezTo>
                    <a:pt x="242" y="490"/>
                    <a:pt x="228" y="530"/>
                    <a:pt x="195" y="546"/>
                  </a:cubicBezTo>
                  <a:lnTo>
                    <a:pt x="195" y="546"/>
                  </a:lnTo>
                  <a:cubicBezTo>
                    <a:pt x="186" y="550"/>
                    <a:pt x="176" y="553"/>
                    <a:pt x="167" y="553"/>
                  </a:cubicBezTo>
                  <a:lnTo>
                    <a:pt x="167" y="553"/>
                  </a:lnTo>
                  <a:cubicBezTo>
                    <a:pt x="142" y="553"/>
                    <a:pt x="118" y="539"/>
                    <a:pt x="106" y="5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3" name="Freeform 982">
              <a:extLst>
                <a:ext uri="{FF2B5EF4-FFF2-40B4-BE49-F238E27FC236}">
                  <a16:creationId xmlns:a16="http://schemas.microsoft.com/office/drawing/2014/main" id="{3934BD7F-0926-40AA-9BD5-A9982ABC105E}"/>
                </a:ext>
              </a:extLst>
            </p:cNvPr>
            <p:cNvSpPr>
              <a:spLocks/>
            </p:cNvSpPr>
            <p:nvPr/>
          </p:nvSpPr>
          <p:spPr bwMode="auto">
            <a:xfrm>
              <a:off x="7362825" y="5994400"/>
              <a:ext cx="15875" cy="15875"/>
            </a:xfrm>
            <a:custGeom>
              <a:avLst/>
              <a:gdLst>
                <a:gd name="T0" fmla="*/ 40 w 152"/>
                <a:gd name="T1" fmla="*/ 132 h 143"/>
                <a:gd name="T2" fmla="*/ 20 w 152"/>
                <a:gd name="T3" fmla="*/ 40 h 143"/>
                <a:gd name="T4" fmla="*/ 20 w 152"/>
                <a:gd name="T5" fmla="*/ 40 h 143"/>
                <a:gd name="T6" fmla="*/ 20 w 152"/>
                <a:gd name="T7" fmla="*/ 40 h 143"/>
                <a:gd name="T8" fmla="*/ 20 w 152"/>
                <a:gd name="T9" fmla="*/ 40 h 143"/>
                <a:gd name="T10" fmla="*/ 112 w 152"/>
                <a:gd name="T11" fmla="*/ 20 h 143"/>
                <a:gd name="T12" fmla="*/ 112 w 152"/>
                <a:gd name="T13" fmla="*/ 20 h 143"/>
                <a:gd name="T14" fmla="*/ 132 w 152"/>
                <a:gd name="T15" fmla="*/ 112 h 143"/>
                <a:gd name="T16" fmla="*/ 132 w 152"/>
                <a:gd name="T17" fmla="*/ 112 h 143"/>
                <a:gd name="T18" fmla="*/ 76 w 152"/>
                <a:gd name="T19" fmla="*/ 143 h 143"/>
                <a:gd name="T20" fmla="*/ 76 w 152"/>
                <a:gd name="T21" fmla="*/ 143 h 143"/>
                <a:gd name="T22" fmla="*/ 40 w 152"/>
                <a:gd name="T23" fmla="*/ 13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2" h="143">
                  <a:moveTo>
                    <a:pt x="40" y="132"/>
                  </a:moveTo>
                  <a:cubicBezTo>
                    <a:pt x="8" y="112"/>
                    <a:pt x="0" y="70"/>
                    <a:pt x="20" y="40"/>
                  </a:cubicBezTo>
                  <a:lnTo>
                    <a:pt x="20" y="40"/>
                  </a:lnTo>
                  <a:lnTo>
                    <a:pt x="20" y="40"/>
                  </a:lnTo>
                  <a:lnTo>
                    <a:pt x="20" y="40"/>
                  </a:lnTo>
                  <a:cubicBezTo>
                    <a:pt x="40" y="9"/>
                    <a:pt x="81" y="0"/>
                    <a:pt x="112" y="20"/>
                  </a:cubicBezTo>
                  <a:lnTo>
                    <a:pt x="112" y="20"/>
                  </a:lnTo>
                  <a:cubicBezTo>
                    <a:pt x="143" y="40"/>
                    <a:pt x="152" y="81"/>
                    <a:pt x="132" y="112"/>
                  </a:cubicBezTo>
                  <a:lnTo>
                    <a:pt x="132" y="112"/>
                  </a:lnTo>
                  <a:cubicBezTo>
                    <a:pt x="119" y="132"/>
                    <a:pt x="98" y="143"/>
                    <a:pt x="76" y="143"/>
                  </a:cubicBezTo>
                  <a:lnTo>
                    <a:pt x="76" y="143"/>
                  </a:lnTo>
                  <a:cubicBezTo>
                    <a:pt x="63" y="143"/>
                    <a:pt x="51" y="139"/>
                    <a:pt x="40" y="1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4" name="Freeform 983">
              <a:extLst>
                <a:ext uri="{FF2B5EF4-FFF2-40B4-BE49-F238E27FC236}">
                  <a16:creationId xmlns:a16="http://schemas.microsoft.com/office/drawing/2014/main" id="{397E86BC-5828-4697-8127-0315189D8E2A}"/>
                </a:ext>
              </a:extLst>
            </p:cNvPr>
            <p:cNvSpPr>
              <a:spLocks/>
            </p:cNvSpPr>
            <p:nvPr/>
          </p:nvSpPr>
          <p:spPr bwMode="auto">
            <a:xfrm>
              <a:off x="7346950" y="6018213"/>
              <a:ext cx="36513" cy="69850"/>
            </a:xfrm>
            <a:custGeom>
              <a:avLst/>
              <a:gdLst>
                <a:gd name="T0" fmla="*/ 285 w 359"/>
                <a:gd name="T1" fmla="*/ 699 h 699"/>
                <a:gd name="T2" fmla="*/ 239 w 359"/>
                <a:gd name="T3" fmla="*/ 681 h 699"/>
                <a:gd name="T4" fmla="*/ 79 w 359"/>
                <a:gd name="T5" fmla="*/ 53 h 699"/>
                <a:gd name="T6" fmla="*/ 163 w 359"/>
                <a:gd name="T7" fmla="*/ 12 h 699"/>
                <a:gd name="T8" fmla="*/ 205 w 359"/>
                <a:gd name="T9" fmla="*/ 96 h 699"/>
                <a:gd name="T10" fmla="*/ 330 w 359"/>
                <a:gd name="T11" fmla="*/ 583 h 699"/>
                <a:gd name="T12" fmla="*/ 333 w 359"/>
                <a:gd name="T13" fmla="*/ 678 h 699"/>
                <a:gd name="T14" fmla="*/ 285 w 359"/>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9" h="699">
                  <a:moveTo>
                    <a:pt x="285" y="699"/>
                  </a:moveTo>
                  <a:cubicBezTo>
                    <a:pt x="268" y="699"/>
                    <a:pt x="252" y="693"/>
                    <a:pt x="239" y="681"/>
                  </a:cubicBezTo>
                  <a:cubicBezTo>
                    <a:pt x="58" y="513"/>
                    <a:pt x="0" y="284"/>
                    <a:pt x="79" y="53"/>
                  </a:cubicBezTo>
                  <a:cubicBezTo>
                    <a:pt x="91" y="18"/>
                    <a:pt x="128" y="0"/>
                    <a:pt x="163" y="12"/>
                  </a:cubicBezTo>
                  <a:cubicBezTo>
                    <a:pt x="198" y="23"/>
                    <a:pt x="217" y="61"/>
                    <a:pt x="205" y="96"/>
                  </a:cubicBezTo>
                  <a:cubicBezTo>
                    <a:pt x="143" y="278"/>
                    <a:pt x="187" y="451"/>
                    <a:pt x="330" y="583"/>
                  </a:cubicBezTo>
                  <a:cubicBezTo>
                    <a:pt x="357" y="608"/>
                    <a:pt x="359" y="651"/>
                    <a:pt x="333" y="678"/>
                  </a:cubicBezTo>
                  <a:cubicBezTo>
                    <a:pt x="320" y="692"/>
                    <a:pt x="302" y="699"/>
                    <a:pt x="285"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5" name="Freeform 984">
              <a:extLst>
                <a:ext uri="{FF2B5EF4-FFF2-40B4-BE49-F238E27FC236}">
                  <a16:creationId xmlns:a16="http://schemas.microsoft.com/office/drawing/2014/main" id="{0898E436-E2B4-4BA5-9565-431158A003D1}"/>
                </a:ext>
              </a:extLst>
            </p:cNvPr>
            <p:cNvSpPr>
              <a:spLocks/>
            </p:cNvSpPr>
            <p:nvPr/>
          </p:nvSpPr>
          <p:spPr bwMode="auto">
            <a:xfrm>
              <a:off x="7685088" y="6022975"/>
              <a:ext cx="15875" cy="15875"/>
            </a:xfrm>
            <a:custGeom>
              <a:avLst/>
              <a:gdLst>
                <a:gd name="T0" fmla="*/ 20 w 152"/>
                <a:gd name="T1" fmla="*/ 113 h 143"/>
                <a:gd name="T2" fmla="*/ 40 w 152"/>
                <a:gd name="T3" fmla="*/ 20 h 143"/>
                <a:gd name="T4" fmla="*/ 40 w 152"/>
                <a:gd name="T5" fmla="*/ 20 h 143"/>
                <a:gd name="T6" fmla="*/ 132 w 152"/>
                <a:gd name="T7" fmla="*/ 40 h 143"/>
                <a:gd name="T8" fmla="*/ 132 w 152"/>
                <a:gd name="T9" fmla="*/ 40 h 143"/>
                <a:gd name="T10" fmla="*/ 113 w 152"/>
                <a:gd name="T11" fmla="*/ 132 h 143"/>
                <a:gd name="T12" fmla="*/ 113 w 152"/>
                <a:gd name="T13" fmla="*/ 132 h 143"/>
                <a:gd name="T14" fmla="*/ 76 w 152"/>
                <a:gd name="T15" fmla="*/ 143 h 143"/>
                <a:gd name="T16" fmla="*/ 76 w 152"/>
                <a:gd name="T17" fmla="*/ 143 h 143"/>
                <a:gd name="T18" fmla="*/ 20 w 152"/>
                <a:gd name="T19" fmla="*/ 11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43">
                  <a:moveTo>
                    <a:pt x="20" y="113"/>
                  </a:moveTo>
                  <a:cubicBezTo>
                    <a:pt x="0" y="82"/>
                    <a:pt x="9" y="40"/>
                    <a:pt x="40" y="20"/>
                  </a:cubicBezTo>
                  <a:lnTo>
                    <a:pt x="40" y="20"/>
                  </a:lnTo>
                  <a:cubicBezTo>
                    <a:pt x="71" y="0"/>
                    <a:pt x="112" y="9"/>
                    <a:pt x="132" y="40"/>
                  </a:cubicBezTo>
                  <a:lnTo>
                    <a:pt x="132" y="40"/>
                  </a:lnTo>
                  <a:cubicBezTo>
                    <a:pt x="152" y="71"/>
                    <a:pt x="144" y="112"/>
                    <a:pt x="113" y="132"/>
                  </a:cubicBezTo>
                  <a:lnTo>
                    <a:pt x="113" y="132"/>
                  </a:lnTo>
                  <a:cubicBezTo>
                    <a:pt x="102" y="139"/>
                    <a:pt x="89" y="143"/>
                    <a:pt x="76" y="143"/>
                  </a:cubicBezTo>
                  <a:lnTo>
                    <a:pt x="76" y="143"/>
                  </a:lnTo>
                  <a:cubicBezTo>
                    <a:pt x="55" y="143"/>
                    <a:pt x="33" y="132"/>
                    <a:pt x="20" y="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6" name="Freeform 985">
              <a:extLst>
                <a:ext uri="{FF2B5EF4-FFF2-40B4-BE49-F238E27FC236}">
                  <a16:creationId xmlns:a16="http://schemas.microsoft.com/office/drawing/2014/main" id="{EA4BE521-3E70-4413-9446-57A46C89FFFF}"/>
                </a:ext>
              </a:extLst>
            </p:cNvPr>
            <p:cNvSpPr>
              <a:spLocks/>
            </p:cNvSpPr>
            <p:nvPr/>
          </p:nvSpPr>
          <p:spPr bwMode="auto">
            <a:xfrm>
              <a:off x="7680325" y="6046788"/>
              <a:ext cx="36513" cy="69850"/>
            </a:xfrm>
            <a:custGeom>
              <a:avLst/>
              <a:gdLst>
                <a:gd name="T0" fmla="*/ 74 w 358"/>
                <a:gd name="T1" fmla="*/ 699 h 699"/>
                <a:gd name="T2" fmla="*/ 25 w 358"/>
                <a:gd name="T3" fmla="*/ 678 h 699"/>
                <a:gd name="T4" fmla="*/ 28 w 358"/>
                <a:gd name="T5" fmla="*/ 584 h 699"/>
                <a:gd name="T6" fmla="*/ 154 w 358"/>
                <a:gd name="T7" fmla="*/ 97 h 699"/>
                <a:gd name="T8" fmla="*/ 195 w 358"/>
                <a:gd name="T9" fmla="*/ 12 h 699"/>
                <a:gd name="T10" fmla="*/ 279 w 358"/>
                <a:gd name="T11" fmla="*/ 54 h 699"/>
                <a:gd name="T12" fmla="*/ 119 w 358"/>
                <a:gd name="T13" fmla="*/ 681 h 699"/>
                <a:gd name="T14" fmla="*/ 74 w 358"/>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8" h="699">
                  <a:moveTo>
                    <a:pt x="74" y="699"/>
                  </a:moveTo>
                  <a:cubicBezTo>
                    <a:pt x="56" y="699"/>
                    <a:pt x="38" y="692"/>
                    <a:pt x="25" y="678"/>
                  </a:cubicBezTo>
                  <a:cubicBezTo>
                    <a:pt x="0" y="651"/>
                    <a:pt x="1" y="609"/>
                    <a:pt x="28" y="584"/>
                  </a:cubicBezTo>
                  <a:cubicBezTo>
                    <a:pt x="171" y="451"/>
                    <a:pt x="215" y="278"/>
                    <a:pt x="154" y="97"/>
                  </a:cubicBezTo>
                  <a:cubicBezTo>
                    <a:pt x="142" y="62"/>
                    <a:pt x="160" y="24"/>
                    <a:pt x="195" y="12"/>
                  </a:cubicBezTo>
                  <a:cubicBezTo>
                    <a:pt x="230" y="0"/>
                    <a:pt x="268" y="19"/>
                    <a:pt x="279" y="54"/>
                  </a:cubicBezTo>
                  <a:cubicBezTo>
                    <a:pt x="358" y="285"/>
                    <a:pt x="300" y="514"/>
                    <a:pt x="119" y="681"/>
                  </a:cubicBezTo>
                  <a:cubicBezTo>
                    <a:pt x="106" y="693"/>
                    <a:pt x="90" y="699"/>
                    <a:pt x="74" y="6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7" name="Freeform 986">
              <a:extLst>
                <a:ext uri="{FF2B5EF4-FFF2-40B4-BE49-F238E27FC236}">
                  <a16:creationId xmlns:a16="http://schemas.microsoft.com/office/drawing/2014/main" id="{DED15684-4814-44BD-BD88-E1D8C3A95EFB}"/>
                </a:ext>
              </a:extLst>
            </p:cNvPr>
            <p:cNvSpPr>
              <a:spLocks/>
            </p:cNvSpPr>
            <p:nvPr/>
          </p:nvSpPr>
          <p:spPr bwMode="auto">
            <a:xfrm>
              <a:off x="7580313" y="5919788"/>
              <a:ext cx="12700" cy="12700"/>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7"/>
                    <a:pt x="19" y="114"/>
                  </a:cubicBezTo>
                  <a:cubicBezTo>
                    <a:pt x="7" y="102"/>
                    <a:pt x="0" y="85"/>
                    <a:pt x="0" y="67"/>
                  </a:cubicBezTo>
                  <a:cubicBezTo>
                    <a:pt x="0" y="50"/>
                    <a:pt x="7" y="32"/>
                    <a:pt x="19" y="20"/>
                  </a:cubicBezTo>
                  <a:cubicBezTo>
                    <a:pt x="32" y="8"/>
                    <a:pt x="49" y="0"/>
                    <a:pt x="66" y="0"/>
                  </a:cubicBezTo>
                  <a:cubicBezTo>
                    <a:pt x="84" y="0"/>
                    <a:pt x="101" y="8"/>
                    <a:pt x="113" y="20"/>
                  </a:cubicBezTo>
                  <a:cubicBezTo>
                    <a:pt x="126" y="32"/>
                    <a:pt x="133" y="50"/>
                    <a:pt x="133" y="67"/>
                  </a:cubicBezTo>
                  <a:cubicBezTo>
                    <a:pt x="133" y="85"/>
                    <a:pt x="126" y="102"/>
                    <a:pt x="113" y="114"/>
                  </a:cubicBezTo>
                  <a:cubicBezTo>
                    <a:pt x="101" y="127"/>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8" name="Freeform 987">
              <a:extLst>
                <a:ext uri="{FF2B5EF4-FFF2-40B4-BE49-F238E27FC236}">
                  <a16:creationId xmlns:a16="http://schemas.microsoft.com/office/drawing/2014/main" id="{CB17FAF5-1659-44CF-B0FD-890D766C9ECC}"/>
                </a:ext>
              </a:extLst>
            </p:cNvPr>
            <p:cNvSpPr>
              <a:spLocks/>
            </p:cNvSpPr>
            <p:nvPr/>
          </p:nvSpPr>
          <p:spPr bwMode="auto">
            <a:xfrm>
              <a:off x="7400925" y="5949950"/>
              <a:ext cx="14288"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7"/>
                    <a:pt x="20" y="114"/>
                  </a:cubicBezTo>
                  <a:cubicBezTo>
                    <a:pt x="7" y="102"/>
                    <a:pt x="0" y="84"/>
                    <a:pt x="0" y="67"/>
                  </a:cubicBezTo>
                  <a:cubicBezTo>
                    <a:pt x="0" y="50"/>
                    <a:pt x="7" y="32"/>
                    <a:pt x="20" y="20"/>
                  </a:cubicBezTo>
                  <a:cubicBezTo>
                    <a:pt x="32" y="8"/>
                    <a:pt x="49" y="0"/>
                    <a:pt x="67" y="0"/>
                  </a:cubicBezTo>
                  <a:cubicBezTo>
                    <a:pt x="84" y="0"/>
                    <a:pt x="101" y="8"/>
                    <a:pt x="114" y="20"/>
                  </a:cubicBezTo>
                  <a:cubicBezTo>
                    <a:pt x="126" y="32"/>
                    <a:pt x="133" y="50"/>
                    <a:pt x="133" y="67"/>
                  </a:cubicBezTo>
                  <a:cubicBezTo>
                    <a:pt x="133" y="84"/>
                    <a:pt x="126" y="102"/>
                    <a:pt x="114" y="114"/>
                  </a:cubicBezTo>
                  <a:cubicBezTo>
                    <a:pt x="101" y="127"/>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7" name="Oil_well2" descr="{&quot;Key&quot;:&quot;POWER_USER_SHAPE_ICON&quot;,&quot;Value&quot;:&quot;POWER_USER_SHAPE_ICON_STYLE_1&quot;}">
            <a:extLst>
              <a:ext uri="{FF2B5EF4-FFF2-40B4-BE49-F238E27FC236}">
                <a16:creationId xmlns:a16="http://schemas.microsoft.com/office/drawing/2014/main" id="{AE94644F-623D-488C-997C-FA697FDBE3B7}"/>
              </a:ext>
            </a:extLst>
          </p:cNvPr>
          <p:cNvGrpSpPr>
            <a:grpSpLocks noChangeAspect="1"/>
          </p:cNvGrpSpPr>
          <p:nvPr/>
        </p:nvGrpSpPr>
        <p:grpSpPr>
          <a:xfrm>
            <a:off x="1667540" y="4081975"/>
            <a:ext cx="541221" cy="493568"/>
            <a:chOff x="5487988" y="1216025"/>
            <a:chExt cx="504825" cy="460376"/>
          </a:xfrm>
          <a:solidFill>
            <a:schemeClr val="accent3"/>
          </a:solidFill>
        </p:grpSpPr>
        <p:sp>
          <p:nvSpPr>
            <p:cNvPr id="348" name="Freeform 838">
              <a:extLst>
                <a:ext uri="{FF2B5EF4-FFF2-40B4-BE49-F238E27FC236}">
                  <a16:creationId xmlns:a16="http://schemas.microsoft.com/office/drawing/2014/main" id="{7338F8A8-55BE-4DE4-AF07-992D854F4B07}"/>
                </a:ext>
              </a:extLst>
            </p:cNvPr>
            <p:cNvSpPr>
              <a:spLocks noEditPoints="1"/>
            </p:cNvSpPr>
            <p:nvPr/>
          </p:nvSpPr>
          <p:spPr bwMode="auto">
            <a:xfrm>
              <a:off x="5546725" y="1216025"/>
              <a:ext cx="119063" cy="211138"/>
            </a:xfrm>
            <a:custGeom>
              <a:avLst/>
              <a:gdLst>
                <a:gd name="T0" fmla="*/ 348 w 1177"/>
                <a:gd name="T1" fmla="*/ 516 h 2072"/>
                <a:gd name="T2" fmla="*/ 255 w 1177"/>
                <a:gd name="T3" fmla="*/ 1141 h 2072"/>
                <a:gd name="T4" fmla="*/ 165 w 1177"/>
                <a:gd name="T5" fmla="*/ 1805 h 2072"/>
                <a:gd name="T6" fmla="*/ 1025 w 1177"/>
                <a:gd name="T7" fmla="*/ 876 h 2072"/>
                <a:gd name="T8" fmla="*/ 1041 w 1177"/>
                <a:gd name="T9" fmla="*/ 237 h 2072"/>
                <a:gd name="T10" fmla="*/ 824 w 1177"/>
                <a:gd name="T11" fmla="*/ 147 h 2072"/>
                <a:gd name="T12" fmla="*/ 348 w 1177"/>
                <a:gd name="T13" fmla="*/ 516 h 2072"/>
                <a:gd name="T14" fmla="*/ 70 w 1177"/>
                <a:gd name="T15" fmla="*/ 2072 h 2072"/>
                <a:gd name="T16" fmla="*/ 42 w 1177"/>
                <a:gd name="T17" fmla="*/ 2066 h 2072"/>
                <a:gd name="T18" fmla="*/ 4 w 1177"/>
                <a:gd name="T19" fmla="*/ 1996 h 2072"/>
                <a:gd name="T20" fmla="*/ 123 w 1177"/>
                <a:gd name="T21" fmla="*/ 1122 h 2072"/>
                <a:gd name="T22" fmla="*/ 220 w 1177"/>
                <a:gd name="T23" fmla="*/ 470 h 2072"/>
                <a:gd name="T24" fmla="*/ 245 w 1177"/>
                <a:gd name="T25" fmla="*/ 427 h 2072"/>
                <a:gd name="T26" fmla="*/ 773 w 1177"/>
                <a:gd name="T27" fmla="*/ 18 h 2072"/>
                <a:gd name="T28" fmla="*/ 839 w 1177"/>
                <a:gd name="T29" fmla="*/ 9 h 2072"/>
                <a:gd name="T30" fmla="*/ 1135 w 1177"/>
                <a:gd name="T31" fmla="*/ 132 h 2072"/>
                <a:gd name="T32" fmla="*/ 1176 w 1177"/>
                <a:gd name="T33" fmla="*/ 195 h 2072"/>
                <a:gd name="T34" fmla="*/ 1158 w 1177"/>
                <a:gd name="T35" fmla="*/ 904 h 2072"/>
                <a:gd name="T36" fmla="*/ 1140 w 1177"/>
                <a:gd name="T37" fmla="*/ 948 h 2072"/>
                <a:gd name="T38" fmla="*/ 119 w 1177"/>
                <a:gd name="T39" fmla="*/ 2051 h 2072"/>
                <a:gd name="T40" fmla="*/ 70 w 1177"/>
                <a:gd name="T41" fmla="*/ 2072 h 2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7" h="2072">
                  <a:moveTo>
                    <a:pt x="348" y="516"/>
                  </a:moveTo>
                  <a:lnTo>
                    <a:pt x="255" y="1141"/>
                  </a:lnTo>
                  <a:lnTo>
                    <a:pt x="165" y="1805"/>
                  </a:lnTo>
                  <a:lnTo>
                    <a:pt x="1025" y="876"/>
                  </a:lnTo>
                  <a:lnTo>
                    <a:pt x="1041" y="237"/>
                  </a:lnTo>
                  <a:lnTo>
                    <a:pt x="824" y="147"/>
                  </a:lnTo>
                  <a:lnTo>
                    <a:pt x="348" y="516"/>
                  </a:lnTo>
                  <a:close/>
                  <a:moveTo>
                    <a:pt x="70" y="2072"/>
                  </a:moveTo>
                  <a:cubicBezTo>
                    <a:pt x="61" y="2072"/>
                    <a:pt x="51" y="2070"/>
                    <a:pt x="42" y="2066"/>
                  </a:cubicBezTo>
                  <a:cubicBezTo>
                    <a:pt x="15" y="2053"/>
                    <a:pt x="0" y="2025"/>
                    <a:pt x="4" y="1996"/>
                  </a:cubicBezTo>
                  <a:lnTo>
                    <a:pt x="123" y="1122"/>
                  </a:lnTo>
                  <a:lnTo>
                    <a:pt x="220" y="470"/>
                  </a:lnTo>
                  <a:cubicBezTo>
                    <a:pt x="223" y="453"/>
                    <a:pt x="232" y="438"/>
                    <a:pt x="245" y="427"/>
                  </a:cubicBezTo>
                  <a:lnTo>
                    <a:pt x="773" y="18"/>
                  </a:lnTo>
                  <a:cubicBezTo>
                    <a:pt x="792" y="3"/>
                    <a:pt x="817" y="0"/>
                    <a:pt x="839" y="9"/>
                  </a:cubicBezTo>
                  <a:lnTo>
                    <a:pt x="1135" y="132"/>
                  </a:lnTo>
                  <a:cubicBezTo>
                    <a:pt x="1160" y="142"/>
                    <a:pt x="1177" y="167"/>
                    <a:pt x="1176" y="195"/>
                  </a:cubicBezTo>
                  <a:lnTo>
                    <a:pt x="1158" y="904"/>
                  </a:lnTo>
                  <a:cubicBezTo>
                    <a:pt x="1157" y="921"/>
                    <a:pt x="1151" y="936"/>
                    <a:pt x="1140" y="948"/>
                  </a:cubicBezTo>
                  <a:lnTo>
                    <a:pt x="119" y="2051"/>
                  </a:lnTo>
                  <a:cubicBezTo>
                    <a:pt x="106" y="2065"/>
                    <a:pt x="88" y="2072"/>
                    <a:pt x="70" y="20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9" name="Freeform 839">
              <a:extLst>
                <a:ext uri="{FF2B5EF4-FFF2-40B4-BE49-F238E27FC236}">
                  <a16:creationId xmlns:a16="http://schemas.microsoft.com/office/drawing/2014/main" id="{A6292C88-A8D8-43C0-B388-67EEEEE1D4B4}"/>
                </a:ext>
              </a:extLst>
            </p:cNvPr>
            <p:cNvSpPr>
              <a:spLocks/>
            </p:cNvSpPr>
            <p:nvPr/>
          </p:nvSpPr>
          <p:spPr bwMode="auto">
            <a:xfrm>
              <a:off x="5562600" y="1320800"/>
              <a:ext cx="60325" cy="33338"/>
            </a:xfrm>
            <a:custGeom>
              <a:avLst/>
              <a:gdLst>
                <a:gd name="T0" fmla="*/ 519 w 595"/>
                <a:gd name="T1" fmla="*/ 327 h 327"/>
                <a:gd name="T2" fmla="*/ 494 w 595"/>
                <a:gd name="T3" fmla="*/ 322 h 327"/>
                <a:gd name="T4" fmla="*/ 50 w 595"/>
                <a:gd name="T5" fmla="*/ 137 h 327"/>
                <a:gd name="T6" fmla="*/ 14 w 595"/>
                <a:gd name="T7" fmla="*/ 50 h 327"/>
                <a:gd name="T8" fmla="*/ 101 w 595"/>
                <a:gd name="T9" fmla="*/ 14 h 327"/>
                <a:gd name="T10" fmla="*/ 545 w 595"/>
                <a:gd name="T11" fmla="*/ 198 h 327"/>
                <a:gd name="T12" fmla="*/ 581 w 595"/>
                <a:gd name="T13" fmla="*/ 286 h 327"/>
                <a:gd name="T14" fmla="*/ 519 w 595"/>
                <a:gd name="T15" fmla="*/ 327 h 3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5" h="327">
                  <a:moveTo>
                    <a:pt x="519" y="327"/>
                  </a:moveTo>
                  <a:cubicBezTo>
                    <a:pt x="511" y="327"/>
                    <a:pt x="502" y="325"/>
                    <a:pt x="494" y="322"/>
                  </a:cubicBezTo>
                  <a:lnTo>
                    <a:pt x="50" y="137"/>
                  </a:lnTo>
                  <a:cubicBezTo>
                    <a:pt x="16" y="123"/>
                    <a:pt x="0" y="84"/>
                    <a:pt x="14" y="50"/>
                  </a:cubicBezTo>
                  <a:cubicBezTo>
                    <a:pt x="28" y="16"/>
                    <a:pt x="68" y="0"/>
                    <a:pt x="101" y="14"/>
                  </a:cubicBezTo>
                  <a:lnTo>
                    <a:pt x="545" y="198"/>
                  </a:lnTo>
                  <a:cubicBezTo>
                    <a:pt x="579" y="212"/>
                    <a:pt x="595" y="252"/>
                    <a:pt x="581" y="286"/>
                  </a:cubicBezTo>
                  <a:cubicBezTo>
                    <a:pt x="570" y="311"/>
                    <a:pt x="545" y="327"/>
                    <a:pt x="519" y="3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0" name="Freeform 840">
              <a:extLst>
                <a:ext uri="{FF2B5EF4-FFF2-40B4-BE49-F238E27FC236}">
                  <a16:creationId xmlns:a16="http://schemas.microsoft.com/office/drawing/2014/main" id="{252ED93B-82FF-47A4-9CB3-3A051D6CDFCF}"/>
                </a:ext>
              </a:extLst>
            </p:cNvPr>
            <p:cNvSpPr>
              <a:spLocks/>
            </p:cNvSpPr>
            <p:nvPr/>
          </p:nvSpPr>
          <p:spPr bwMode="auto">
            <a:xfrm>
              <a:off x="5597525" y="1246188"/>
              <a:ext cx="60325" cy="33338"/>
            </a:xfrm>
            <a:custGeom>
              <a:avLst/>
              <a:gdLst>
                <a:gd name="T0" fmla="*/ 519 w 594"/>
                <a:gd name="T1" fmla="*/ 326 h 326"/>
                <a:gd name="T2" fmla="*/ 493 w 594"/>
                <a:gd name="T3" fmla="*/ 321 h 326"/>
                <a:gd name="T4" fmla="*/ 50 w 594"/>
                <a:gd name="T5" fmla="*/ 137 h 326"/>
                <a:gd name="T6" fmla="*/ 14 w 594"/>
                <a:gd name="T7" fmla="*/ 50 h 326"/>
                <a:gd name="T8" fmla="*/ 101 w 594"/>
                <a:gd name="T9" fmla="*/ 14 h 326"/>
                <a:gd name="T10" fmla="*/ 544 w 594"/>
                <a:gd name="T11" fmla="*/ 198 h 326"/>
                <a:gd name="T12" fmla="*/ 580 w 594"/>
                <a:gd name="T13" fmla="*/ 285 h 326"/>
                <a:gd name="T14" fmla="*/ 519 w 59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4" h="326">
                  <a:moveTo>
                    <a:pt x="519" y="326"/>
                  </a:moveTo>
                  <a:cubicBezTo>
                    <a:pt x="510" y="326"/>
                    <a:pt x="502" y="325"/>
                    <a:pt x="493" y="321"/>
                  </a:cubicBezTo>
                  <a:lnTo>
                    <a:pt x="50" y="137"/>
                  </a:lnTo>
                  <a:cubicBezTo>
                    <a:pt x="16" y="123"/>
                    <a:pt x="0" y="84"/>
                    <a:pt x="14" y="50"/>
                  </a:cubicBezTo>
                  <a:cubicBezTo>
                    <a:pt x="28" y="16"/>
                    <a:pt x="67" y="0"/>
                    <a:pt x="101" y="14"/>
                  </a:cubicBezTo>
                  <a:lnTo>
                    <a:pt x="544" y="198"/>
                  </a:lnTo>
                  <a:cubicBezTo>
                    <a:pt x="578" y="212"/>
                    <a:pt x="594" y="251"/>
                    <a:pt x="580" y="285"/>
                  </a:cubicBezTo>
                  <a:cubicBezTo>
                    <a:pt x="570" y="311"/>
                    <a:pt x="545" y="326"/>
                    <a:pt x="519" y="3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1" name="Freeform 841">
              <a:extLst>
                <a:ext uri="{FF2B5EF4-FFF2-40B4-BE49-F238E27FC236}">
                  <a16:creationId xmlns:a16="http://schemas.microsoft.com/office/drawing/2014/main" id="{2A657391-9368-4D0E-B357-2FC88DFAD194}"/>
                </a:ext>
              </a:extLst>
            </p:cNvPr>
            <p:cNvSpPr>
              <a:spLocks/>
            </p:cNvSpPr>
            <p:nvPr/>
          </p:nvSpPr>
          <p:spPr bwMode="auto">
            <a:xfrm>
              <a:off x="5588000" y="1247775"/>
              <a:ext cx="36513" cy="103188"/>
            </a:xfrm>
            <a:custGeom>
              <a:avLst/>
              <a:gdLst>
                <a:gd name="T0" fmla="*/ 278 w 351"/>
                <a:gd name="T1" fmla="*/ 1013 h 1013"/>
                <a:gd name="T2" fmla="*/ 213 w 351"/>
                <a:gd name="T3" fmla="*/ 961 h 1013"/>
                <a:gd name="T4" fmla="*/ 8 w 351"/>
                <a:gd name="T5" fmla="*/ 88 h 1013"/>
                <a:gd name="T6" fmla="*/ 58 w 351"/>
                <a:gd name="T7" fmla="*/ 8 h 1013"/>
                <a:gd name="T8" fmla="*/ 138 w 351"/>
                <a:gd name="T9" fmla="*/ 58 h 1013"/>
                <a:gd name="T10" fmla="*/ 342 w 351"/>
                <a:gd name="T11" fmla="*/ 931 h 1013"/>
                <a:gd name="T12" fmla="*/ 293 w 351"/>
                <a:gd name="T13" fmla="*/ 1011 h 1013"/>
                <a:gd name="T14" fmla="*/ 278 w 351"/>
                <a:gd name="T15" fmla="*/ 1013 h 10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1" h="1013">
                  <a:moveTo>
                    <a:pt x="278" y="1013"/>
                  </a:moveTo>
                  <a:cubicBezTo>
                    <a:pt x="247" y="1013"/>
                    <a:pt x="220" y="992"/>
                    <a:pt x="213" y="961"/>
                  </a:cubicBezTo>
                  <a:lnTo>
                    <a:pt x="8" y="88"/>
                  </a:lnTo>
                  <a:cubicBezTo>
                    <a:pt x="0" y="52"/>
                    <a:pt x="22" y="16"/>
                    <a:pt x="58" y="8"/>
                  </a:cubicBezTo>
                  <a:cubicBezTo>
                    <a:pt x="94" y="0"/>
                    <a:pt x="129" y="22"/>
                    <a:pt x="138" y="58"/>
                  </a:cubicBezTo>
                  <a:lnTo>
                    <a:pt x="342" y="931"/>
                  </a:lnTo>
                  <a:cubicBezTo>
                    <a:pt x="351" y="967"/>
                    <a:pt x="329" y="1003"/>
                    <a:pt x="293" y="1011"/>
                  </a:cubicBezTo>
                  <a:cubicBezTo>
                    <a:pt x="288" y="1012"/>
                    <a:pt x="283" y="1013"/>
                    <a:pt x="278" y="10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2" name="Freeform 842">
              <a:extLst>
                <a:ext uri="{FF2B5EF4-FFF2-40B4-BE49-F238E27FC236}">
                  <a16:creationId xmlns:a16="http://schemas.microsoft.com/office/drawing/2014/main" id="{0FEBCDFD-501E-4278-8191-18424A47560C}"/>
                </a:ext>
              </a:extLst>
            </p:cNvPr>
            <p:cNvSpPr>
              <a:spLocks/>
            </p:cNvSpPr>
            <p:nvPr/>
          </p:nvSpPr>
          <p:spPr bwMode="auto">
            <a:xfrm>
              <a:off x="5564188" y="1270000"/>
              <a:ext cx="96838" cy="61913"/>
            </a:xfrm>
            <a:custGeom>
              <a:avLst/>
              <a:gdLst>
                <a:gd name="T0" fmla="*/ 76 w 957"/>
                <a:gd name="T1" fmla="*/ 614 h 614"/>
                <a:gd name="T2" fmla="*/ 19 w 957"/>
                <a:gd name="T3" fmla="*/ 581 h 614"/>
                <a:gd name="T4" fmla="*/ 43 w 957"/>
                <a:gd name="T5" fmla="*/ 490 h 614"/>
                <a:gd name="T6" fmla="*/ 847 w 957"/>
                <a:gd name="T7" fmla="*/ 19 h 614"/>
                <a:gd name="T8" fmla="*/ 939 w 957"/>
                <a:gd name="T9" fmla="*/ 43 h 614"/>
                <a:gd name="T10" fmla="*/ 915 w 957"/>
                <a:gd name="T11" fmla="*/ 134 h 614"/>
                <a:gd name="T12" fmla="*/ 110 w 957"/>
                <a:gd name="T13" fmla="*/ 604 h 614"/>
                <a:gd name="T14" fmla="*/ 76 w 957"/>
                <a:gd name="T15" fmla="*/ 614 h 6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7" h="614">
                  <a:moveTo>
                    <a:pt x="76" y="614"/>
                  </a:moveTo>
                  <a:cubicBezTo>
                    <a:pt x="53" y="614"/>
                    <a:pt x="31" y="602"/>
                    <a:pt x="19" y="581"/>
                  </a:cubicBezTo>
                  <a:cubicBezTo>
                    <a:pt x="0" y="549"/>
                    <a:pt x="11" y="508"/>
                    <a:pt x="43" y="490"/>
                  </a:cubicBezTo>
                  <a:lnTo>
                    <a:pt x="847" y="19"/>
                  </a:lnTo>
                  <a:cubicBezTo>
                    <a:pt x="879" y="0"/>
                    <a:pt x="920" y="11"/>
                    <a:pt x="939" y="43"/>
                  </a:cubicBezTo>
                  <a:cubicBezTo>
                    <a:pt x="957" y="75"/>
                    <a:pt x="947" y="115"/>
                    <a:pt x="915" y="134"/>
                  </a:cubicBezTo>
                  <a:lnTo>
                    <a:pt x="110" y="604"/>
                  </a:lnTo>
                  <a:cubicBezTo>
                    <a:pt x="99" y="611"/>
                    <a:pt x="88" y="614"/>
                    <a:pt x="76" y="6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3" name="Freeform 843">
              <a:extLst>
                <a:ext uri="{FF2B5EF4-FFF2-40B4-BE49-F238E27FC236}">
                  <a16:creationId xmlns:a16="http://schemas.microsoft.com/office/drawing/2014/main" id="{606AB33D-BB60-45AE-AAA1-C64B0F9408A4}"/>
                </a:ext>
              </a:extLst>
            </p:cNvPr>
            <p:cNvSpPr>
              <a:spLocks/>
            </p:cNvSpPr>
            <p:nvPr/>
          </p:nvSpPr>
          <p:spPr bwMode="auto">
            <a:xfrm>
              <a:off x="5649913" y="1281113"/>
              <a:ext cx="233363" cy="130175"/>
            </a:xfrm>
            <a:custGeom>
              <a:avLst/>
              <a:gdLst>
                <a:gd name="T0" fmla="*/ 2108 w 2313"/>
                <a:gd name="T1" fmla="*/ 1288 h 1288"/>
                <a:gd name="T2" fmla="*/ 2084 w 2313"/>
                <a:gd name="T3" fmla="*/ 1283 h 1288"/>
                <a:gd name="T4" fmla="*/ 1284 w 2313"/>
                <a:gd name="T5" fmla="*/ 970 h 1288"/>
                <a:gd name="T6" fmla="*/ 1247 w 2313"/>
                <a:gd name="T7" fmla="*/ 883 h 1288"/>
                <a:gd name="T8" fmla="*/ 1333 w 2313"/>
                <a:gd name="T9" fmla="*/ 846 h 1288"/>
                <a:gd name="T10" fmla="*/ 2072 w 2313"/>
                <a:gd name="T11" fmla="*/ 1135 h 1288"/>
                <a:gd name="T12" fmla="*/ 2156 w 2313"/>
                <a:gd name="T13" fmla="*/ 932 h 1288"/>
                <a:gd name="T14" fmla="*/ 52 w 2313"/>
                <a:gd name="T15" fmla="*/ 138 h 1288"/>
                <a:gd name="T16" fmla="*/ 13 w 2313"/>
                <a:gd name="T17" fmla="*/ 52 h 1288"/>
                <a:gd name="T18" fmla="*/ 99 w 2313"/>
                <a:gd name="T19" fmla="*/ 13 h 1288"/>
                <a:gd name="T20" fmla="*/ 2268 w 2313"/>
                <a:gd name="T21" fmla="*/ 831 h 1288"/>
                <a:gd name="T22" fmla="*/ 2306 w 2313"/>
                <a:gd name="T23" fmla="*/ 868 h 1288"/>
                <a:gd name="T24" fmla="*/ 2306 w 2313"/>
                <a:gd name="T25" fmla="*/ 920 h 1288"/>
                <a:gd name="T26" fmla="*/ 2169 w 2313"/>
                <a:gd name="T27" fmla="*/ 1247 h 1288"/>
                <a:gd name="T28" fmla="*/ 2108 w 2313"/>
                <a:gd name="T29" fmla="*/ 1288 h 1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13" h="1288">
                  <a:moveTo>
                    <a:pt x="2108" y="1288"/>
                  </a:moveTo>
                  <a:cubicBezTo>
                    <a:pt x="2100" y="1288"/>
                    <a:pt x="2092" y="1287"/>
                    <a:pt x="2084" y="1283"/>
                  </a:cubicBezTo>
                  <a:lnTo>
                    <a:pt x="1284" y="970"/>
                  </a:lnTo>
                  <a:cubicBezTo>
                    <a:pt x="1250" y="956"/>
                    <a:pt x="1233" y="918"/>
                    <a:pt x="1247" y="883"/>
                  </a:cubicBezTo>
                  <a:cubicBezTo>
                    <a:pt x="1260" y="849"/>
                    <a:pt x="1299" y="832"/>
                    <a:pt x="1333" y="846"/>
                  </a:cubicBezTo>
                  <a:lnTo>
                    <a:pt x="2072" y="1135"/>
                  </a:lnTo>
                  <a:lnTo>
                    <a:pt x="2156" y="932"/>
                  </a:lnTo>
                  <a:lnTo>
                    <a:pt x="52" y="138"/>
                  </a:lnTo>
                  <a:cubicBezTo>
                    <a:pt x="17" y="125"/>
                    <a:pt x="0" y="86"/>
                    <a:pt x="13" y="52"/>
                  </a:cubicBezTo>
                  <a:cubicBezTo>
                    <a:pt x="26" y="18"/>
                    <a:pt x="64" y="0"/>
                    <a:pt x="99" y="13"/>
                  </a:cubicBezTo>
                  <a:lnTo>
                    <a:pt x="2268" y="831"/>
                  </a:lnTo>
                  <a:cubicBezTo>
                    <a:pt x="2285" y="838"/>
                    <a:pt x="2298" y="851"/>
                    <a:pt x="2306" y="868"/>
                  </a:cubicBezTo>
                  <a:cubicBezTo>
                    <a:pt x="2313" y="884"/>
                    <a:pt x="2313" y="903"/>
                    <a:pt x="2306" y="920"/>
                  </a:cubicBezTo>
                  <a:lnTo>
                    <a:pt x="2169" y="1247"/>
                  </a:lnTo>
                  <a:cubicBezTo>
                    <a:pt x="2159" y="1272"/>
                    <a:pt x="2134" y="1288"/>
                    <a:pt x="2108" y="12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4" name="Freeform 844">
              <a:extLst>
                <a:ext uri="{FF2B5EF4-FFF2-40B4-BE49-F238E27FC236}">
                  <a16:creationId xmlns:a16="http://schemas.microsoft.com/office/drawing/2014/main" id="{66835625-BEEC-490C-84E5-5BE9B4F1929D}"/>
                </a:ext>
              </a:extLst>
            </p:cNvPr>
            <p:cNvSpPr>
              <a:spLocks/>
            </p:cNvSpPr>
            <p:nvPr/>
          </p:nvSpPr>
          <p:spPr bwMode="auto">
            <a:xfrm>
              <a:off x="5686425" y="1330325"/>
              <a:ext cx="31750" cy="20638"/>
            </a:xfrm>
            <a:custGeom>
              <a:avLst/>
              <a:gdLst>
                <a:gd name="T0" fmla="*/ 247 w 323"/>
                <a:gd name="T1" fmla="*/ 206 h 206"/>
                <a:gd name="T2" fmla="*/ 223 w 323"/>
                <a:gd name="T3" fmla="*/ 202 h 206"/>
                <a:gd name="T4" fmla="*/ 133 w 323"/>
                <a:gd name="T5" fmla="*/ 168 h 206"/>
                <a:gd name="T6" fmla="*/ 51 w 323"/>
                <a:gd name="T7" fmla="*/ 137 h 206"/>
                <a:gd name="T8" fmla="*/ 13 w 323"/>
                <a:gd name="T9" fmla="*/ 51 h 206"/>
                <a:gd name="T10" fmla="*/ 100 w 323"/>
                <a:gd name="T11" fmla="*/ 13 h 206"/>
                <a:gd name="T12" fmla="*/ 178 w 323"/>
                <a:gd name="T13" fmla="*/ 43 h 206"/>
                <a:gd name="T14" fmla="*/ 272 w 323"/>
                <a:gd name="T15" fmla="*/ 77 h 206"/>
                <a:gd name="T16" fmla="*/ 309 w 323"/>
                <a:gd name="T17" fmla="*/ 164 h 206"/>
                <a:gd name="T18" fmla="*/ 247 w 323"/>
                <a:gd name="T19"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206">
                  <a:moveTo>
                    <a:pt x="247" y="206"/>
                  </a:moveTo>
                  <a:cubicBezTo>
                    <a:pt x="239" y="206"/>
                    <a:pt x="231" y="205"/>
                    <a:pt x="223" y="202"/>
                  </a:cubicBezTo>
                  <a:cubicBezTo>
                    <a:pt x="187" y="187"/>
                    <a:pt x="160" y="178"/>
                    <a:pt x="133" y="168"/>
                  </a:cubicBezTo>
                  <a:cubicBezTo>
                    <a:pt x="109" y="159"/>
                    <a:pt x="83" y="150"/>
                    <a:pt x="51" y="137"/>
                  </a:cubicBezTo>
                  <a:cubicBezTo>
                    <a:pt x="17" y="124"/>
                    <a:pt x="0" y="86"/>
                    <a:pt x="13" y="51"/>
                  </a:cubicBezTo>
                  <a:cubicBezTo>
                    <a:pt x="27" y="17"/>
                    <a:pt x="65" y="0"/>
                    <a:pt x="100" y="13"/>
                  </a:cubicBezTo>
                  <a:cubicBezTo>
                    <a:pt x="130" y="25"/>
                    <a:pt x="153" y="34"/>
                    <a:pt x="178" y="43"/>
                  </a:cubicBezTo>
                  <a:cubicBezTo>
                    <a:pt x="205" y="52"/>
                    <a:pt x="234" y="62"/>
                    <a:pt x="272" y="77"/>
                  </a:cubicBezTo>
                  <a:cubicBezTo>
                    <a:pt x="306" y="91"/>
                    <a:pt x="323" y="129"/>
                    <a:pt x="309" y="164"/>
                  </a:cubicBezTo>
                  <a:cubicBezTo>
                    <a:pt x="299" y="190"/>
                    <a:pt x="274" y="206"/>
                    <a:pt x="247"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5" name="Freeform 845">
              <a:extLst>
                <a:ext uri="{FF2B5EF4-FFF2-40B4-BE49-F238E27FC236}">
                  <a16:creationId xmlns:a16="http://schemas.microsoft.com/office/drawing/2014/main" id="{96C78704-F8A0-45B5-B9FE-211628C47A1F}"/>
                </a:ext>
              </a:extLst>
            </p:cNvPr>
            <p:cNvSpPr>
              <a:spLocks/>
            </p:cNvSpPr>
            <p:nvPr/>
          </p:nvSpPr>
          <p:spPr bwMode="auto">
            <a:xfrm>
              <a:off x="5668963" y="1325563"/>
              <a:ext cx="15875" cy="12700"/>
            </a:xfrm>
            <a:custGeom>
              <a:avLst/>
              <a:gdLst>
                <a:gd name="T0" fmla="*/ 83 w 164"/>
                <a:gd name="T1" fmla="*/ 137 h 137"/>
                <a:gd name="T2" fmla="*/ 52 w 164"/>
                <a:gd name="T3" fmla="*/ 131 h 137"/>
                <a:gd name="T4" fmla="*/ 14 w 164"/>
                <a:gd name="T5" fmla="*/ 44 h 137"/>
                <a:gd name="T6" fmla="*/ 73 w 164"/>
                <a:gd name="T7" fmla="*/ 2 h 137"/>
                <a:gd name="T8" fmla="*/ 113 w 164"/>
                <a:gd name="T9" fmla="*/ 8 h 137"/>
                <a:gd name="T10" fmla="*/ 151 w 164"/>
                <a:gd name="T11" fmla="*/ 94 h 137"/>
                <a:gd name="T12" fmla="*/ 90 w 164"/>
                <a:gd name="T13" fmla="*/ 137 h 137"/>
                <a:gd name="T14" fmla="*/ 83 w 164"/>
                <a:gd name="T15" fmla="*/ 137 h 1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137">
                  <a:moveTo>
                    <a:pt x="83" y="137"/>
                  </a:moveTo>
                  <a:cubicBezTo>
                    <a:pt x="74" y="137"/>
                    <a:pt x="63" y="135"/>
                    <a:pt x="52" y="131"/>
                  </a:cubicBezTo>
                  <a:cubicBezTo>
                    <a:pt x="17" y="117"/>
                    <a:pt x="0" y="78"/>
                    <a:pt x="14" y="44"/>
                  </a:cubicBezTo>
                  <a:cubicBezTo>
                    <a:pt x="24" y="19"/>
                    <a:pt x="47" y="3"/>
                    <a:pt x="73" y="2"/>
                  </a:cubicBezTo>
                  <a:cubicBezTo>
                    <a:pt x="84" y="0"/>
                    <a:pt x="98" y="2"/>
                    <a:pt x="113" y="8"/>
                  </a:cubicBezTo>
                  <a:cubicBezTo>
                    <a:pt x="147" y="21"/>
                    <a:pt x="164" y="60"/>
                    <a:pt x="151" y="94"/>
                  </a:cubicBezTo>
                  <a:cubicBezTo>
                    <a:pt x="141" y="120"/>
                    <a:pt x="116" y="136"/>
                    <a:pt x="90" y="137"/>
                  </a:cubicBezTo>
                  <a:cubicBezTo>
                    <a:pt x="87" y="137"/>
                    <a:pt x="85" y="137"/>
                    <a:pt x="83" y="1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6" name="Freeform 846">
              <a:extLst>
                <a:ext uri="{FF2B5EF4-FFF2-40B4-BE49-F238E27FC236}">
                  <a16:creationId xmlns:a16="http://schemas.microsoft.com/office/drawing/2014/main" id="{92B529E8-4A6A-4E4C-823B-B882D5F91474}"/>
                </a:ext>
              </a:extLst>
            </p:cNvPr>
            <p:cNvSpPr>
              <a:spLocks/>
            </p:cNvSpPr>
            <p:nvPr/>
          </p:nvSpPr>
          <p:spPr bwMode="auto">
            <a:xfrm>
              <a:off x="5640388" y="1312863"/>
              <a:ext cx="30163" cy="19050"/>
            </a:xfrm>
            <a:custGeom>
              <a:avLst/>
              <a:gdLst>
                <a:gd name="T0" fmla="*/ 218 w 294"/>
                <a:gd name="T1" fmla="*/ 198 h 198"/>
                <a:gd name="T2" fmla="*/ 194 w 294"/>
                <a:gd name="T3" fmla="*/ 193 h 198"/>
                <a:gd name="T4" fmla="*/ 51 w 294"/>
                <a:gd name="T5" fmla="*/ 137 h 198"/>
                <a:gd name="T6" fmla="*/ 14 w 294"/>
                <a:gd name="T7" fmla="*/ 51 h 198"/>
                <a:gd name="T8" fmla="*/ 100 w 294"/>
                <a:gd name="T9" fmla="*/ 13 h 198"/>
                <a:gd name="T10" fmla="*/ 243 w 294"/>
                <a:gd name="T11" fmla="*/ 69 h 198"/>
                <a:gd name="T12" fmla="*/ 280 w 294"/>
                <a:gd name="T13" fmla="*/ 156 h 198"/>
                <a:gd name="T14" fmla="*/ 218 w 294"/>
                <a:gd name="T15" fmla="*/ 198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4" h="198">
                  <a:moveTo>
                    <a:pt x="218" y="198"/>
                  </a:moveTo>
                  <a:cubicBezTo>
                    <a:pt x="210" y="198"/>
                    <a:pt x="202" y="196"/>
                    <a:pt x="194" y="193"/>
                  </a:cubicBezTo>
                  <a:lnTo>
                    <a:pt x="51" y="137"/>
                  </a:lnTo>
                  <a:cubicBezTo>
                    <a:pt x="17" y="124"/>
                    <a:pt x="0" y="85"/>
                    <a:pt x="14" y="51"/>
                  </a:cubicBezTo>
                  <a:cubicBezTo>
                    <a:pt x="27" y="16"/>
                    <a:pt x="66" y="0"/>
                    <a:pt x="100" y="13"/>
                  </a:cubicBezTo>
                  <a:lnTo>
                    <a:pt x="243" y="69"/>
                  </a:lnTo>
                  <a:cubicBezTo>
                    <a:pt x="277" y="82"/>
                    <a:pt x="294" y="121"/>
                    <a:pt x="280" y="156"/>
                  </a:cubicBezTo>
                  <a:cubicBezTo>
                    <a:pt x="270" y="182"/>
                    <a:pt x="245" y="198"/>
                    <a:pt x="218"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7" name="Freeform 847">
              <a:extLst>
                <a:ext uri="{FF2B5EF4-FFF2-40B4-BE49-F238E27FC236}">
                  <a16:creationId xmlns:a16="http://schemas.microsoft.com/office/drawing/2014/main" id="{B40C3E6C-715F-40D5-A32F-9C85B941188D}"/>
                </a:ext>
              </a:extLst>
            </p:cNvPr>
            <p:cNvSpPr>
              <a:spLocks/>
            </p:cNvSpPr>
            <p:nvPr/>
          </p:nvSpPr>
          <p:spPr bwMode="auto">
            <a:xfrm>
              <a:off x="5564188" y="1593850"/>
              <a:ext cx="14288" cy="47625"/>
            </a:xfrm>
            <a:custGeom>
              <a:avLst/>
              <a:gdLst>
                <a:gd name="T0" fmla="*/ 67 w 134"/>
                <a:gd name="T1" fmla="*/ 483 h 483"/>
                <a:gd name="T2" fmla="*/ 0 w 134"/>
                <a:gd name="T3" fmla="*/ 416 h 483"/>
                <a:gd name="T4" fmla="*/ 0 w 134"/>
                <a:gd name="T5" fmla="*/ 66 h 483"/>
                <a:gd name="T6" fmla="*/ 67 w 134"/>
                <a:gd name="T7" fmla="*/ 0 h 483"/>
                <a:gd name="T8" fmla="*/ 134 w 134"/>
                <a:gd name="T9" fmla="*/ 66 h 483"/>
                <a:gd name="T10" fmla="*/ 134 w 134"/>
                <a:gd name="T11" fmla="*/ 416 h 483"/>
                <a:gd name="T12" fmla="*/ 67 w 134"/>
                <a:gd name="T13" fmla="*/ 483 h 483"/>
              </a:gdLst>
              <a:ahLst/>
              <a:cxnLst>
                <a:cxn ang="0">
                  <a:pos x="T0" y="T1"/>
                </a:cxn>
                <a:cxn ang="0">
                  <a:pos x="T2" y="T3"/>
                </a:cxn>
                <a:cxn ang="0">
                  <a:pos x="T4" y="T5"/>
                </a:cxn>
                <a:cxn ang="0">
                  <a:pos x="T6" y="T7"/>
                </a:cxn>
                <a:cxn ang="0">
                  <a:pos x="T8" y="T9"/>
                </a:cxn>
                <a:cxn ang="0">
                  <a:pos x="T10" y="T11"/>
                </a:cxn>
                <a:cxn ang="0">
                  <a:pos x="T12" y="T13"/>
                </a:cxn>
              </a:cxnLst>
              <a:rect l="0" t="0" r="r" b="b"/>
              <a:pathLst>
                <a:path w="134" h="483">
                  <a:moveTo>
                    <a:pt x="67" y="483"/>
                  </a:moveTo>
                  <a:cubicBezTo>
                    <a:pt x="30" y="483"/>
                    <a:pt x="0" y="453"/>
                    <a:pt x="0" y="416"/>
                  </a:cubicBezTo>
                  <a:lnTo>
                    <a:pt x="0" y="66"/>
                  </a:lnTo>
                  <a:cubicBezTo>
                    <a:pt x="0" y="30"/>
                    <a:pt x="30" y="0"/>
                    <a:pt x="67" y="0"/>
                  </a:cubicBezTo>
                  <a:cubicBezTo>
                    <a:pt x="104" y="0"/>
                    <a:pt x="134" y="30"/>
                    <a:pt x="134" y="66"/>
                  </a:cubicBezTo>
                  <a:lnTo>
                    <a:pt x="134" y="416"/>
                  </a:lnTo>
                  <a:cubicBezTo>
                    <a:pt x="134" y="453"/>
                    <a:pt x="104" y="483"/>
                    <a:pt x="67" y="4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8" name="Freeform 848">
              <a:extLst>
                <a:ext uri="{FF2B5EF4-FFF2-40B4-BE49-F238E27FC236}">
                  <a16:creationId xmlns:a16="http://schemas.microsoft.com/office/drawing/2014/main" id="{B251572F-118D-4581-9384-D210F348093E}"/>
                </a:ext>
              </a:extLst>
            </p:cNvPr>
            <p:cNvSpPr>
              <a:spLocks/>
            </p:cNvSpPr>
            <p:nvPr/>
          </p:nvSpPr>
          <p:spPr bwMode="auto">
            <a:xfrm>
              <a:off x="5564188" y="1547813"/>
              <a:ext cx="14288" cy="36513"/>
            </a:xfrm>
            <a:custGeom>
              <a:avLst/>
              <a:gdLst>
                <a:gd name="T0" fmla="*/ 67 w 134"/>
                <a:gd name="T1" fmla="*/ 366 h 366"/>
                <a:gd name="T2" fmla="*/ 0 w 134"/>
                <a:gd name="T3" fmla="*/ 300 h 366"/>
                <a:gd name="T4" fmla="*/ 0 w 134"/>
                <a:gd name="T5" fmla="*/ 66 h 366"/>
                <a:gd name="T6" fmla="*/ 67 w 134"/>
                <a:gd name="T7" fmla="*/ 0 h 366"/>
                <a:gd name="T8" fmla="*/ 134 w 134"/>
                <a:gd name="T9" fmla="*/ 66 h 366"/>
                <a:gd name="T10" fmla="*/ 134 w 134"/>
                <a:gd name="T11" fmla="*/ 300 h 366"/>
                <a:gd name="T12" fmla="*/ 67 w 134"/>
                <a:gd name="T13" fmla="*/ 366 h 366"/>
              </a:gdLst>
              <a:ahLst/>
              <a:cxnLst>
                <a:cxn ang="0">
                  <a:pos x="T0" y="T1"/>
                </a:cxn>
                <a:cxn ang="0">
                  <a:pos x="T2" y="T3"/>
                </a:cxn>
                <a:cxn ang="0">
                  <a:pos x="T4" y="T5"/>
                </a:cxn>
                <a:cxn ang="0">
                  <a:pos x="T6" y="T7"/>
                </a:cxn>
                <a:cxn ang="0">
                  <a:pos x="T8" y="T9"/>
                </a:cxn>
                <a:cxn ang="0">
                  <a:pos x="T10" y="T11"/>
                </a:cxn>
                <a:cxn ang="0">
                  <a:pos x="T12" y="T13"/>
                </a:cxn>
              </a:cxnLst>
              <a:rect l="0" t="0" r="r" b="b"/>
              <a:pathLst>
                <a:path w="134" h="366">
                  <a:moveTo>
                    <a:pt x="67" y="366"/>
                  </a:moveTo>
                  <a:cubicBezTo>
                    <a:pt x="30" y="366"/>
                    <a:pt x="0" y="336"/>
                    <a:pt x="0" y="300"/>
                  </a:cubicBezTo>
                  <a:lnTo>
                    <a:pt x="0" y="66"/>
                  </a:lnTo>
                  <a:cubicBezTo>
                    <a:pt x="0" y="29"/>
                    <a:pt x="30" y="0"/>
                    <a:pt x="67" y="0"/>
                  </a:cubicBezTo>
                  <a:cubicBezTo>
                    <a:pt x="104" y="0"/>
                    <a:pt x="134" y="29"/>
                    <a:pt x="134" y="66"/>
                  </a:cubicBezTo>
                  <a:lnTo>
                    <a:pt x="134" y="300"/>
                  </a:lnTo>
                  <a:cubicBezTo>
                    <a:pt x="134" y="336"/>
                    <a:pt x="104" y="366"/>
                    <a:pt x="67"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9" name="Freeform 849">
              <a:extLst>
                <a:ext uri="{FF2B5EF4-FFF2-40B4-BE49-F238E27FC236}">
                  <a16:creationId xmlns:a16="http://schemas.microsoft.com/office/drawing/2014/main" id="{B288E6CA-0966-4421-92AE-92C85B7ABD9D}"/>
                </a:ext>
              </a:extLst>
            </p:cNvPr>
            <p:cNvSpPr>
              <a:spLocks/>
            </p:cNvSpPr>
            <p:nvPr/>
          </p:nvSpPr>
          <p:spPr bwMode="auto">
            <a:xfrm>
              <a:off x="5564188" y="152876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0" name="Freeform 850">
              <a:extLst>
                <a:ext uri="{FF2B5EF4-FFF2-40B4-BE49-F238E27FC236}">
                  <a16:creationId xmlns:a16="http://schemas.microsoft.com/office/drawing/2014/main" id="{DDA146A8-494A-4B11-8077-B9137A1D2114}"/>
                </a:ext>
              </a:extLst>
            </p:cNvPr>
            <p:cNvSpPr>
              <a:spLocks/>
            </p:cNvSpPr>
            <p:nvPr/>
          </p:nvSpPr>
          <p:spPr bwMode="auto">
            <a:xfrm>
              <a:off x="5564188" y="1395413"/>
              <a:ext cx="14288" cy="131763"/>
            </a:xfrm>
            <a:custGeom>
              <a:avLst/>
              <a:gdLst>
                <a:gd name="T0" fmla="*/ 67 w 134"/>
                <a:gd name="T1" fmla="*/ 1300 h 1300"/>
                <a:gd name="T2" fmla="*/ 0 w 134"/>
                <a:gd name="T3" fmla="*/ 1233 h 1300"/>
                <a:gd name="T4" fmla="*/ 0 w 134"/>
                <a:gd name="T5" fmla="*/ 66 h 1300"/>
                <a:gd name="T6" fmla="*/ 67 w 134"/>
                <a:gd name="T7" fmla="*/ 0 h 1300"/>
                <a:gd name="T8" fmla="*/ 134 w 134"/>
                <a:gd name="T9" fmla="*/ 66 h 1300"/>
                <a:gd name="T10" fmla="*/ 134 w 134"/>
                <a:gd name="T11" fmla="*/ 1233 h 1300"/>
                <a:gd name="T12" fmla="*/ 67 w 134"/>
                <a:gd name="T13" fmla="*/ 1300 h 1300"/>
              </a:gdLst>
              <a:ahLst/>
              <a:cxnLst>
                <a:cxn ang="0">
                  <a:pos x="T0" y="T1"/>
                </a:cxn>
                <a:cxn ang="0">
                  <a:pos x="T2" y="T3"/>
                </a:cxn>
                <a:cxn ang="0">
                  <a:pos x="T4" y="T5"/>
                </a:cxn>
                <a:cxn ang="0">
                  <a:pos x="T6" y="T7"/>
                </a:cxn>
                <a:cxn ang="0">
                  <a:pos x="T8" y="T9"/>
                </a:cxn>
                <a:cxn ang="0">
                  <a:pos x="T10" y="T11"/>
                </a:cxn>
                <a:cxn ang="0">
                  <a:pos x="T12" y="T13"/>
                </a:cxn>
              </a:cxnLst>
              <a:rect l="0" t="0" r="r" b="b"/>
              <a:pathLst>
                <a:path w="134" h="1300">
                  <a:moveTo>
                    <a:pt x="67" y="1300"/>
                  </a:moveTo>
                  <a:cubicBezTo>
                    <a:pt x="30" y="1300"/>
                    <a:pt x="0" y="1270"/>
                    <a:pt x="0" y="1233"/>
                  </a:cubicBezTo>
                  <a:lnTo>
                    <a:pt x="0" y="66"/>
                  </a:lnTo>
                  <a:cubicBezTo>
                    <a:pt x="0" y="29"/>
                    <a:pt x="30" y="0"/>
                    <a:pt x="67" y="0"/>
                  </a:cubicBezTo>
                  <a:cubicBezTo>
                    <a:pt x="104" y="0"/>
                    <a:pt x="134" y="29"/>
                    <a:pt x="134" y="66"/>
                  </a:cubicBezTo>
                  <a:lnTo>
                    <a:pt x="134" y="1233"/>
                  </a:lnTo>
                  <a:cubicBezTo>
                    <a:pt x="134" y="1270"/>
                    <a:pt x="104" y="1300"/>
                    <a:pt x="67" y="13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1" name="Freeform 851">
              <a:extLst>
                <a:ext uri="{FF2B5EF4-FFF2-40B4-BE49-F238E27FC236}">
                  <a16:creationId xmlns:a16="http://schemas.microsoft.com/office/drawing/2014/main" id="{4E70ABA1-3F67-49A8-9CF0-11F9E37FF3BE}"/>
                </a:ext>
              </a:extLst>
            </p:cNvPr>
            <p:cNvSpPr>
              <a:spLocks/>
            </p:cNvSpPr>
            <p:nvPr/>
          </p:nvSpPr>
          <p:spPr bwMode="auto">
            <a:xfrm>
              <a:off x="5672138" y="1635125"/>
              <a:ext cx="196850" cy="31750"/>
            </a:xfrm>
            <a:custGeom>
              <a:avLst/>
              <a:gdLst>
                <a:gd name="T0" fmla="*/ 1883 w 1950"/>
                <a:gd name="T1" fmla="*/ 317 h 317"/>
                <a:gd name="T2" fmla="*/ 1817 w 1950"/>
                <a:gd name="T3" fmla="*/ 250 h 317"/>
                <a:gd name="T4" fmla="*/ 1817 w 1950"/>
                <a:gd name="T5" fmla="*/ 134 h 317"/>
                <a:gd name="T6" fmla="*/ 67 w 1950"/>
                <a:gd name="T7" fmla="*/ 134 h 317"/>
                <a:gd name="T8" fmla="*/ 0 w 1950"/>
                <a:gd name="T9" fmla="*/ 67 h 317"/>
                <a:gd name="T10" fmla="*/ 67 w 1950"/>
                <a:gd name="T11" fmla="*/ 0 h 317"/>
                <a:gd name="T12" fmla="*/ 1883 w 1950"/>
                <a:gd name="T13" fmla="*/ 0 h 317"/>
                <a:gd name="T14" fmla="*/ 1950 w 1950"/>
                <a:gd name="T15" fmla="*/ 67 h 317"/>
                <a:gd name="T16" fmla="*/ 1950 w 1950"/>
                <a:gd name="T17" fmla="*/ 250 h 317"/>
                <a:gd name="T18" fmla="*/ 1883 w 1950"/>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0" h="317">
                  <a:moveTo>
                    <a:pt x="1883" y="317"/>
                  </a:moveTo>
                  <a:cubicBezTo>
                    <a:pt x="1847" y="317"/>
                    <a:pt x="1817" y="287"/>
                    <a:pt x="1817" y="250"/>
                  </a:cubicBezTo>
                  <a:lnTo>
                    <a:pt x="1817" y="134"/>
                  </a:lnTo>
                  <a:lnTo>
                    <a:pt x="67" y="134"/>
                  </a:lnTo>
                  <a:cubicBezTo>
                    <a:pt x="30" y="134"/>
                    <a:pt x="0" y="104"/>
                    <a:pt x="0" y="67"/>
                  </a:cubicBezTo>
                  <a:cubicBezTo>
                    <a:pt x="0" y="30"/>
                    <a:pt x="30" y="0"/>
                    <a:pt x="67" y="0"/>
                  </a:cubicBezTo>
                  <a:lnTo>
                    <a:pt x="1883" y="0"/>
                  </a:lnTo>
                  <a:cubicBezTo>
                    <a:pt x="1920" y="0"/>
                    <a:pt x="1950" y="30"/>
                    <a:pt x="1950" y="67"/>
                  </a:cubicBezTo>
                  <a:lnTo>
                    <a:pt x="1950" y="250"/>
                  </a:lnTo>
                  <a:cubicBezTo>
                    <a:pt x="1950" y="287"/>
                    <a:pt x="1920" y="317"/>
                    <a:pt x="1883"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2" name="Freeform 852">
              <a:extLst>
                <a:ext uri="{FF2B5EF4-FFF2-40B4-BE49-F238E27FC236}">
                  <a16:creationId xmlns:a16="http://schemas.microsoft.com/office/drawing/2014/main" id="{B46DE946-D152-4080-871C-173C47F2D187}"/>
                </a:ext>
              </a:extLst>
            </p:cNvPr>
            <p:cNvSpPr>
              <a:spLocks/>
            </p:cNvSpPr>
            <p:nvPr/>
          </p:nvSpPr>
          <p:spPr bwMode="auto">
            <a:xfrm>
              <a:off x="5637213" y="1635125"/>
              <a:ext cx="26988" cy="14288"/>
            </a:xfrm>
            <a:custGeom>
              <a:avLst/>
              <a:gdLst>
                <a:gd name="T0" fmla="*/ 200 w 267"/>
                <a:gd name="T1" fmla="*/ 134 h 134"/>
                <a:gd name="T2" fmla="*/ 67 w 267"/>
                <a:gd name="T3" fmla="*/ 134 h 134"/>
                <a:gd name="T4" fmla="*/ 0 w 267"/>
                <a:gd name="T5" fmla="*/ 67 h 134"/>
                <a:gd name="T6" fmla="*/ 67 w 267"/>
                <a:gd name="T7" fmla="*/ 0 h 134"/>
                <a:gd name="T8" fmla="*/ 200 w 267"/>
                <a:gd name="T9" fmla="*/ 0 h 134"/>
                <a:gd name="T10" fmla="*/ 267 w 267"/>
                <a:gd name="T11" fmla="*/ 67 h 134"/>
                <a:gd name="T12" fmla="*/ 200 w 2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7" h="134">
                  <a:moveTo>
                    <a:pt x="200" y="134"/>
                  </a:moveTo>
                  <a:lnTo>
                    <a:pt x="67" y="134"/>
                  </a:lnTo>
                  <a:cubicBezTo>
                    <a:pt x="30" y="134"/>
                    <a:pt x="0" y="104"/>
                    <a:pt x="0" y="67"/>
                  </a:cubicBezTo>
                  <a:cubicBezTo>
                    <a:pt x="0" y="30"/>
                    <a:pt x="30" y="0"/>
                    <a:pt x="67" y="0"/>
                  </a:cubicBezTo>
                  <a:lnTo>
                    <a:pt x="200" y="0"/>
                  </a:lnTo>
                  <a:cubicBezTo>
                    <a:pt x="237" y="0"/>
                    <a:pt x="267" y="30"/>
                    <a:pt x="267" y="67"/>
                  </a:cubicBezTo>
                  <a:cubicBezTo>
                    <a:pt x="267"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3" name="Freeform 853">
              <a:extLst>
                <a:ext uri="{FF2B5EF4-FFF2-40B4-BE49-F238E27FC236}">
                  <a16:creationId xmlns:a16="http://schemas.microsoft.com/office/drawing/2014/main" id="{D706B8D1-DF84-45A7-9143-021D3FFA1992}"/>
                </a:ext>
              </a:extLst>
            </p:cNvPr>
            <p:cNvSpPr>
              <a:spLocks/>
            </p:cNvSpPr>
            <p:nvPr/>
          </p:nvSpPr>
          <p:spPr bwMode="auto">
            <a:xfrm>
              <a:off x="5619750" y="1635125"/>
              <a:ext cx="12700"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6"/>
                    <a:pt x="20" y="114"/>
                  </a:cubicBezTo>
                  <a:cubicBezTo>
                    <a:pt x="7" y="102"/>
                    <a:pt x="0" y="84"/>
                    <a:pt x="0" y="67"/>
                  </a:cubicBezTo>
                  <a:cubicBezTo>
                    <a:pt x="0" y="50"/>
                    <a:pt x="7" y="32"/>
                    <a:pt x="20" y="20"/>
                  </a:cubicBezTo>
                  <a:cubicBezTo>
                    <a:pt x="32" y="8"/>
                    <a:pt x="49" y="0"/>
                    <a:pt x="67" y="0"/>
                  </a:cubicBezTo>
                  <a:cubicBezTo>
                    <a:pt x="84" y="0"/>
                    <a:pt x="102" y="8"/>
                    <a:pt x="114" y="20"/>
                  </a:cubicBezTo>
                  <a:cubicBezTo>
                    <a:pt x="126" y="32"/>
                    <a:pt x="133" y="50"/>
                    <a:pt x="133" y="67"/>
                  </a:cubicBezTo>
                  <a:cubicBezTo>
                    <a:pt x="133" y="84"/>
                    <a:pt x="126" y="102"/>
                    <a:pt x="114" y="114"/>
                  </a:cubicBezTo>
                  <a:cubicBezTo>
                    <a:pt x="102" y="126"/>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4" name="Freeform 854">
              <a:extLst>
                <a:ext uri="{FF2B5EF4-FFF2-40B4-BE49-F238E27FC236}">
                  <a16:creationId xmlns:a16="http://schemas.microsoft.com/office/drawing/2014/main" id="{687789FA-6E45-446F-BE12-CC2B35E89C15}"/>
                </a:ext>
              </a:extLst>
            </p:cNvPr>
            <p:cNvSpPr>
              <a:spLocks/>
            </p:cNvSpPr>
            <p:nvPr/>
          </p:nvSpPr>
          <p:spPr bwMode="auto">
            <a:xfrm>
              <a:off x="5537200" y="1635125"/>
              <a:ext cx="74613" cy="34925"/>
            </a:xfrm>
            <a:custGeom>
              <a:avLst/>
              <a:gdLst>
                <a:gd name="T0" fmla="*/ 66 w 733"/>
                <a:gd name="T1" fmla="*/ 334 h 334"/>
                <a:gd name="T2" fmla="*/ 0 w 733"/>
                <a:gd name="T3" fmla="*/ 267 h 334"/>
                <a:gd name="T4" fmla="*/ 0 w 733"/>
                <a:gd name="T5" fmla="*/ 67 h 334"/>
                <a:gd name="T6" fmla="*/ 66 w 733"/>
                <a:gd name="T7" fmla="*/ 0 h 334"/>
                <a:gd name="T8" fmla="*/ 666 w 733"/>
                <a:gd name="T9" fmla="*/ 0 h 334"/>
                <a:gd name="T10" fmla="*/ 733 w 733"/>
                <a:gd name="T11" fmla="*/ 67 h 334"/>
                <a:gd name="T12" fmla="*/ 666 w 733"/>
                <a:gd name="T13" fmla="*/ 134 h 334"/>
                <a:gd name="T14" fmla="*/ 133 w 733"/>
                <a:gd name="T15" fmla="*/ 134 h 334"/>
                <a:gd name="T16" fmla="*/ 133 w 733"/>
                <a:gd name="T17" fmla="*/ 267 h 334"/>
                <a:gd name="T18" fmla="*/ 66 w 733"/>
                <a:gd name="T1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3" h="334">
                  <a:moveTo>
                    <a:pt x="66" y="334"/>
                  </a:moveTo>
                  <a:cubicBezTo>
                    <a:pt x="30" y="334"/>
                    <a:pt x="0" y="304"/>
                    <a:pt x="0" y="267"/>
                  </a:cubicBezTo>
                  <a:lnTo>
                    <a:pt x="0" y="67"/>
                  </a:lnTo>
                  <a:cubicBezTo>
                    <a:pt x="0" y="30"/>
                    <a:pt x="30" y="0"/>
                    <a:pt x="66" y="0"/>
                  </a:cubicBezTo>
                  <a:lnTo>
                    <a:pt x="666" y="0"/>
                  </a:lnTo>
                  <a:cubicBezTo>
                    <a:pt x="703" y="0"/>
                    <a:pt x="733" y="30"/>
                    <a:pt x="733" y="67"/>
                  </a:cubicBezTo>
                  <a:cubicBezTo>
                    <a:pt x="733" y="104"/>
                    <a:pt x="703" y="134"/>
                    <a:pt x="666" y="134"/>
                  </a:cubicBezTo>
                  <a:lnTo>
                    <a:pt x="133" y="134"/>
                  </a:lnTo>
                  <a:lnTo>
                    <a:pt x="133" y="267"/>
                  </a:lnTo>
                  <a:cubicBezTo>
                    <a:pt x="133" y="304"/>
                    <a:pt x="103" y="334"/>
                    <a:pt x="66"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5" name="Freeform 855">
              <a:extLst>
                <a:ext uri="{FF2B5EF4-FFF2-40B4-BE49-F238E27FC236}">
                  <a16:creationId xmlns:a16="http://schemas.microsoft.com/office/drawing/2014/main" id="{CD228A47-1A74-4D40-BF29-7F01C12198DA}"/>
                </a:ext>
              </a:extLst>
            </p:cNvPr>
            <p:cNvSpPr>
              <a:spLocks/>
            </p:cNvSpPr>
            <p:nvPr/>
          </p:nvSpPr>
          <p:spPr bwMode="auto">
            <a:xfrm>
              <a:off x="5729288" y="1296988"/>
              <a:ext cx="53975" cy="42863"/>
            </a:xfrm>
            <a:custGeom>
              <a:avLst/>
              <a:gdLst>
                <a:gd name="T0" fmla="*/ 464 w 535"/>
                <a:gd name="T1" fmla="*/ 412 h 412"/>
                <a:gd name="T2" fmla="*/ 398 w 535"/>
                <a:gd name="T3" fmla="*/ 356 h 412"/>
                <a:gd name="T4" fmla="*/ 362 w 535"/>
                <a:gd name="T5" fmla="*/ 133 h 412"/>
                <a:gd name="T6" fmla="*/ 143 w 535"/>
                <a:gd name="T7" fmla="*/ 133 h 412"/>
                <a:gd name="T8" fmla="*/ 138 w 535"/>
                <a:gd name="T9" fmla="*/ 168 h 412"/>
                <a:gd name="T10" fmla="*/ 61 w 535"/>
                <a:gd name="T11" fmla="*/ 223 h 412"/>
                <a:gd name="T12" fmla="*/ 6 w 535"/>
                <a:gd name="T13" fmla="*/ 146 h 412"/>
                <a:gd name="T14" fmla="*/ 19 w 535"/>
                <a:gd name="T15" fmla="*/ 58 h 412"/>
                <a:gd name="T16" fmla="*/ 85 w 535"/>
                <a:gd name="T17" fmla="*/ 0 h 412"/>
                <a:gd name="T18" fmla="*/ 418 w 535"/>
                <a:gd name="T19" fmla="*/ 0 h 412"/>
                <a:gd name="T20" fmla="*/ 484 w 535"/>
                <a:gd name="T21" fmla="*/ 56 h 412"/>
                <a:gd name="T22" fmla="*/ 529 w 535"/>
                <a:gd name="T23" fmla="*/ 334 h 412"/>
                <a:gd name="T24" fmla="*/ 475 w 535"/>
                <a:gd name="T25" fmla="*/ 411 h 412"/>
                <a:gd name="T26" fmla="*/ 464 w 535"/>
                <a:gd name="T27" fmla="*/ 412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5" h="412">
                  <a:moveTo>
                    <a:pt x="464" y="412"/>
                  </a:moveTo>
                  <a:cubicBezTo>
                    <a:pt x="432" y="412"/>
                    <a:pt x="403" y="388"/>
                    <a:pt x="398" y="356"/>
                  </a:cubicBezTo>
                  <a:cubicBezTo>
                    <a:pt x="382" y="258"/>
                    <a:pt x="369" y="181"/>
                    <a:pt x="362" y="133"/>
                  </a:cubicBezTo>
                  <a:lnTo>
                    <a:pt x="143" y="133"/>
                  </a:lnTo>
                  <a:cubicBezTo>
                    <a:pt x="141" y="144"/>
                    <a:pt x="140" y="155"/>
                    <a:pt x="138" y="168"/>
                  </a:cubicBezTo>
                  <a:cubicBezTo>
                    <a:pt x="132" y="204"/>
                    <a:pt x="97" y="229"/>
                    <a:pt x="61" y="223"/>
                  </a:cubicBezTo>
                  <a:cubicBezTo>
                    <a:pt x="25" y="217"/>
                    <a:pt x="0" y="183"/>
                    <a:pt x="6" y="146"/>
                  </a:cubicBezTo>
                  <a:cubicBezTo>
                    <a:pt x="14" y="94"/>
                    <a:pt x="19" y="58"/>
                    <a:pt x="19" y="58"/>
                  </a:cubicBezTo>
                  <a:cubicBezTo>
                    <a:pt x="24" y="25"/>
                    <a:pt x="52" y="0"/>
                    <a:pt x="85" y="0"/>
                  </a:cubicBezTo>
                  <a:lnTo>
                    <a:pt x="418" y="0"/>
                  </a:lnTo>
                  <a:cubicBezTo>
                    <a:pt x="451" y="0"/>
                    <a:pt x="479" y="24"/>
                    <a:pt x="484" y="56"/>
                  </a:cubicBezTo>
                  <a:cubicBezTo>
                    <a:pt x="484" y="56"/>
                    <a:pt x="501" y="163"/>
                    <a:pt x="529" y="334"/>
                  </a:cubicBezTo>
                  <a:cubicBezTo>
                    <a:pt x="535" y="371"/>
                    <a:pt x="511" y="405"/>
                    <a:pt x="475" y="411"/>
                  </a:cubicBezTo>
                  <a:cubicBezTo>
                    <a:pt x="471" y="411"/>
                    <a:pt x="467" y="412"/>
                    <a:pt x="464" y="4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6" name="Freeform 856">
              <a:extLst>
                <a:ext uri="{FF2B5EF4-FFF2-40B4-BE49-F238E27FC236}">
                  <a16:creationId xmlns:a16="http://schemas.microsoft.com/office/drawing/2014/main" id="{49E44009-3335-4F9D-A86D-D3976A81D1CA}"/>
                </a:ext>
              </a:extLst>
            </p:cNvPr>
            <p:cNvSpPr>
              <a:spLocks/>
            </p:cNvSpPr>
            <p:nvPr/>
          </p:nvSpPr>
          <p:spPr bwMode="auto">
            <a:xfrm>
              <a:off x="5678488" y="1346200"/>
              <a:ext cx="58738" cy="295275"/>
            </a:xfrm>
            <a:custGeom>
              <a:avLst/>
              <a:gdLst>
                <a:gd name="T0" fmla="*/ 72 w 589"/>
                <a:gd name="T1" fmla="*/ 2920 h 2920"/>
                <a:gd name="T2" fmla="*/ 62 w 589"/>
                <a:gd name="T3" fmla="*/ 2919 h 2920"/>
                <a:gd name="T4" fmla="*/ 6 w 589"/>
                <a:gd name="T5" fmla="*/ 2843 h 2920"/>
                <a:gd name="T6" fmla="*/ 452 w 589"/>
                <a:gd name="T7" fmla="*/ 61 h 2920"/>
                <a:gd name="T8" fmla="*/ 528 w 589"/>
                <a:gd name="T9" fmla="*/ 6 h 2920"/>
                <a:gd name="T10" fmla="*/ 584 w 589"/>
                <a:gd name="T11" fmla="*/ 83 h 2920"/>
                <a:gd name="T12" fmla="*/ 138 w 589"/>
                <a:gd name="T13" fmla="*/ 2864 h 2920"/>
                <a:gd name="T14" fmla="*/ 72 w 589"/>
                <a:gd name="T15" fmla="*/ 2920 h 29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9" h="2920">
                  <a:moveTo>
                    <a:pt x="72" y="2920"/>
                  </a:moveTo>
                  <a:cubicBezTo>
                    <a:pt x="69" y="2920"/>
                    <a:pt x="65" y="2920"/>
                    <a:pt x="62" y="2919"/>
                  </a:cubicBezTo>
                  <a:cubicBezTo>
                    <a:pt x="25" y="2914"/>
                    <a:pt x="0" y="2879"/>
                    <a:pt x="6" y="2843"/>
                  </a:cubicBezTo>
                  <a:lnTo>
                    <a:pt x="452" y="61"/>
                  </a:lnTo>
                  <a:cubicBezTo>
                    <a:pt x="458" y="25"/>
                    <a:pt x="492" y="0"/>
                    <a:pt x="528" y="6"/>
                  </a:cubicBezTo>
                  <a:cubicBezTo>
                    <a:pt x="565" y="12"/>
                    <a:pt x="589" y="46"/>
                    <a:pt x="584" y="83"/>
                  </a:cubicBezTo>
                  <a:lnTo>
                    <a:pt x="138" y="2864"/>
                  </a:lnTo>
                  <a:cubicBezTo>
                    <a:pt x="133" y="2897"/>
                    <a:pt x="105" y="2920"/>
                    <a:pt x="72" y="29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7" name="Freeform 857">
              <a:extLst>
                <a:ext uri="{FF2B5EF4-FFF2-40B4-BE49-F238E27FC236}">
                  <a16:creationId xmlns:a16="http://schemas.microsoft.com/office/drawing/2014/main" id="{E30DE9D3-0BBD-4278-91E2-2841C6C16151}"/>
                </a:ext>
              </a:extLst>
            </p:cNvPr>
            <p:cNvSpPr>
              <a:spLocks/>
            </p:cNvSpPr>
            <p:nvPr/>
          </p:nvSpPr>
          <p:spPr bwMode="auto">
            <a:xfrm>
              <a:off x="5780088" y="1541463"/>
              <a:ext cx="34925" cy="12700"/>
            </a:xfrm>
            <a:custGeom>
              <a:avLst/>
              <a:gdLst>
                <a:gd name="T0" fmla="*/ 283 w 350"/>
                <a:gd name="T1" fmla="*/ 133 h 133"/>
                <a:gd name="T2" fmla="*/ 66 w 350"/>
                <a:gd name="T3" fmla="*/ 133 h 133"/>
                <a:gd name="T4" fmla="*/ 0 w 350"/>
                <a:gd name="T5" fmla="*/ 67 h 133"/>
                <a:gd name="T6" fmla="*/ 66 w 350"/>
                <a:gd name="T7" fmla="*/ 0 h 133"/>
                <a:gd name="T8" fmla="*/ 283 w 350"/>
                <a:gd name="T9" fmla="*/ 0 h 133"/>
                <a:gd name="T10" fmla="*/ 350 w 350"/>
                <a:gd name="T11" fmla="*/ 67 h 133"/>
                <a:gd name="T12" fmla="*/ 283 w 3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0" h="133">
                  <a:moveTo>
                    <a:pt x="283" y="133"/>
                  </a:moveTo>
                  <a:lnTo>
                    <a:pt x="66" y="133"/>
                  </a:lnTo>
                  <a:cubicBezTo>
                    <a:pt x="29" y="133"/>
                    <a:pt x="0" y="104"/>
                    <a:pt x="0" y="67"/>
                  </a:cubicBezTo>
                  <a:cubicBezTo>
                    <a:pt x="0" y="30"/>
                    <a:pt x="29" y="0"/>
                    <a:pt x="66" y="0"/>
                  </a:cubicBezTo>
                  <a:lnTo>
                    <a:pt x="283" y="0"/>
                  </a:lnTo>
                  <a:cubicBezTo>
                    <a:pt x="320" y="0"/>
                    <a:pt x="350" y="30"/>
                    <a:pt x="350" y="67"/>
                  </a:cubicBezTo>
                  <a:cubicBezTo>
                    <a:pt x="350" y="104"/>
                    <a:pt x="320" y="133"/>
                    <a:pt x="2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8" name="Freeform 858">
              <a:extLst>
                <a:ext uri="{FF2B5EF4-FFF2-40B4-BE49-F238E27FC236}">
                  <a16:creationId xmlns:a16="http://schemas.microsoft.com/office/drawing/2014/main" id="{111CCA9A-5DE2-4BA8-9255-2585F906AD27}"/>
                </a:ext>
              </a:extLst>
            </p:cNvPr>
            <p:cNvSpPr>
              <a:spLocks/>
            </p:cNvSpPr>
            <p:nvPr/>
          </p:nvSpPr>
          <p:spPr bwMode="auto">
            <a:xfrm>
              <a:off x="5765800" y="1541463"/>
              <a:ext cx="17463" cy="12700"/>
            </a:xfrm>
            <a:custGeom>
              <a:avLst/>
              <a:gdLst>
                <a:gd name="T0" fmla="*/ 116 w 183"/>
                <a:gd name="T1" fmla="*/ 133 h 133"/>
                <a:gd name="T2" fmla="*/ 66 w 183"/>
                <a:gd name="T3" fmla="*/ 133 h 133"/>
                <a:gd name="T4" fmla="*/ 0 w 183"/>
                <a:gd name="T5" fmla="*/ 67 h 133"/>
                <a:gd name="T6" fmla="*/ 66 w 183"/>
                <a:gd name="T7" fmla="*/ 0 h 133"/>
                <a:gd name="T8" fmla="*/ 116 w 183"/>
                <a:gd name="T9" fmla="*/ 0 h 133"/>
                <a:gd name="T10" fmla="*/ 183 w 183"/>
                <a:gd name="T11" fmla="*/ 67 h 133"/>
                <a:gd name="T12" fmla="*/ 116 w 1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83" h="133">
                  <a:moveTo>
                    <a:pt x="116" y="133"/>
                  </a:moveTo>
                  <a:lnTo>
                    <a:pt x="66" y="133"/>
                  </a:lnTo>
                  <a:cubicBezTo>
                    <a:pt x="29" y="133"/>
                    <a:pt x="0" y="104"/>
                    <a:pt x="0" y="67"/>
                  </a:cubicBezTo>
                  <a:cubicBezTo>
                    <a:pt x="0" y="30"/>
                    <a:pt x="29" y="0"/>
                    <a:pt x="66" y="0"/>
                  </a:cubicBezTo>
                  <a:lnTo>
                    <a:pt x="116" y="0"/>
                  </a:lnTo>
                  <a:cubicBezTo>
                    <a:pt x="153" y="0"/>
                    <a:pt x="183" y="30"/>
                    <a:pt x="183" y="67"/>
                  </a:cubicBezTo>
                  <a:cubicBezTo>
                    <a:pt x="183" y="104"/>
                    <a:pt x="153" y="133"/>
                    <a:pt x="11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9" name="Freeform 859">
              <a:extLst>
                <a:ext uri="{FF2B5EF4-FFF2-40B4-BE49-F238E27FC236}">
                  <a16:creationId xmlns:a16="http://schemas.microsoft.com/office/drawing/2014/main" id="{2EBA3EE5-04FE-4BED-94E7-B1E606C4FF31}"/>
                </a:ext>
              </a:extLst>
            </p:cNvPr>
            <p:cNvSpPr>
              <a:spLocks/>
            </p:cNvSpPr>
            <p:nvPr/>
          </p:nvSpPr>
          <p:spPr bwMode="auto">
            <a:xfrm>
              <a:off x="5691188" y="1541463"/>
              <a:ext cx="73025" cy="12700"/>
            </a:xfrm>
            <a:custGeom>
              <a:avLst/>
              <a:gdLst>
                <a:gd name="T0" fmla="*/ 650 w 717"/>
                <a:gd name="T1" fmla="*/ 133 h 133"/>
                <a:gd name="T2" fmla="*/ 67 w 717"/>
                <a:gd name="T3" fmla="*/ 133 h 133"/>
                <a:gd name="T4" fmla="*/ 0 w 717"/>
                <a:gd name="T5" fmla="*/ 67 h 133"/>
                <a:gd name="T6" fmla="*/ 67 w 717"/>
                <a:gd name="T7" fmla="*/ 0 h 133"/>
                <a:gd name="T8" fmla="*/ 650 w 717"/>
                <a:gd name="T9" fmla="*/ 0 h 133"/>
                <a:gd name="T10" fmla="*/ 717 w 717"/>
                <a:gd name="T11" fmla="*/ 67 h 133"/>
                <a:gd name="T12" fmla="*/ 650 w 7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717" h="133">
                  <a:moveTo>
                    <a:pt x="650" y="133"/>
                  </a:moveTo>
                  <a:lnTo>
                    <a:pt x="67" y="133"/>
                  </a:lnTo>
                  <a:cubicBezTo>
                    <a:pt x="30" y="133"/>
                    <a:pt x="0" y="104"/>
                    <a:pt x="0" y="67"/>
                  </a:cubicBezTo>
                  <a:cubicBezTo>
                    <a:pt x="0" y="30"/>
                    <a:pt x="30" y="0"/>
                    <a:pt x="67" y="0"/>
                  </a:cubicBezTo>
                  <a:lnTo>
                    <a:pt x="650" y="0"/>
                  </a:lnTo>
                  <a:cubicBezTo>
                    <a:pt x="687" y="0"/>
                    <a:pt x="717" y="30"/>
                    <a:pt x="717" y="67"/>
                  </a:cubicBezTo>
                  <a:cubicBezTo>
                    <a:pt x="717" y="104"/>
                    <a:pt x="687" y="133"/>
                    <a:pt x="6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0" name="Freeform 860">
              <a:extLst>
                <a:ext uri="{FF2B5EF4-FFF2-40B4-BE49-F238E27FC236}">
                  <a16:creationId xmlns:a16="http://schemas.microsoft.com/office/drawing/2014/main" id="{DF47B2D8-2122-45B1-8CC9-FBDD7ECC164F}"/>
                </a:ext>
              </a:extLst>
            </p:cNvPr>
            <p:cNvSpPr>
              <a:spLocks/>
            </p:cNvSpPr>
            <p:nvPr/>
          </p:nvSpPr>
          <p:spPr bwMode="auto">
            <a:xfrm>
              <a:off x="5711825" y="1449388"/>
              <a:ext cx="92075" cy="14288"/>
            </a:xfrm>
            <a:custGeom>
              <a:avLst/>
              <a:gdLst>
                <a:gd name="T0" fmla="*/ 850 w 917"/>
                <a:gd name="T1" fmla="*/ 134 h 134"/>
                <a:gd name="T2" fmla="*/ 67 w 917"/>
                <a:gd name="T3" fmla="*/ 134 h 134"/>
                <a:gd name="T4" fmla="*/ 0 w 917"/>
                <a:gd name="T5" fmla="*/ 67 h 134"/>
                <a:gd name="T6" fmla="*/ 67 w 917"/>
                <a:gd name="T7" fmla="*/ 0 h 134"/>
                <a:gd name="T8" fmla="*/ 850 w 917"/>
                <a:gd name="T9" fmla="*/ 0 h 134"/>
                <a:gd name="T10" fmla="*/ 917 w 917"/>
                <a:gd name="T11" fmla="*/ 67 h 134"/>
                <a:gd name="T12" fmla="*/ 850 w 91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17" h="134">
                  <a:moveTo>
                    <a:pt x="850" y="134"/>
                  </a:moveTo>
                  <a:lnTo>
                    <a:pt x="67" y="134"/>
                  </a:lnTo>
                  <a:cubicBezTo>
                    <a:pt x="30" y="134"/>
                    <a:pt x="0" y="103"/>
                    <a:pt x="0" y="67"/>
                  </a:cubicBezTo>
                  <a:cubicBezTo>
                    <a:pt x="0" y="30"/>
                    <a:pt x="30" y="0"/>
                    <a:pt x="67" y="0"/>
                  </a:cubicBezTo>
                  <a:lnTo>
                    <a:pt x="850" y="0"/>
                  </a:lnTo>
                  <a:cubicBezTo>
                    <a:pt x="887" y="0"/>
                    <a:pt x="917" y="30"/>
                    <a:pt x="917" y="67"/>
                  </a:cubicBezTo>
                  <a:cubicBezTo>
                    <a:pt x="917" y="103"/>
                    <a:pt x="887" y="134"/>
                    <a:pt x="85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1" name="Freeform 861">
              <a:extLst>
                <a:ext uri="{FF2B5EF4-FFF2-40B4-BE49-F238E27FC236}">
                  <a16:creationId xmlns:a16="http://schemas.microsoft.com/office/drawing/2014/main" id="{14349518-F4C5-47D1-96FB-71F3E04DF176}"/>
                </a:ext>
              </a:extLst>
            </p:cNvPr>
            <p:cNvSpPr>
              <a:spLocks/>
            </p:cNvSpPr>
            <p:nvPr/>
          </p:nvSpPr>
          <p:spPr bwMode="auto">
            <a:xfrm>
              <a:off x="5719763" y="1366838"/>
              <a:ext cx="68263" cy="14288"/>
            </a:xfrm>
            <a:custGeom>
              <a:avLst/>
              <a:gdLst>
                <a:gd name="T0" fmla="*/ 616 w 683"/>
                <a:gd name="T1" fmla="*/ 134 h 134"/>
                <a:gd name="T2" fmla="*/ 66 w 683"/>
                <a:gd name="T3" fmla="*/ 134 h 134"/>
                <a:gd name="T4" fmla="*/ 0 w 683"/>
                <a:gd name="T5" fmla="*/ 67 h 134"/>
                <a:gd name="T6" fmla="*/ 66 w 683"/>
                <a:gd name="T7" fmla="*/ 0 h 134"/>
                <a:gd name="T8" fmla="*/ 616 w 683"/>
                <a:gd name="T9" fmla="*/ 0 h 134"/>
                <a:gd name="T10" fmla="*/ 683 w 683"/>
                <a:gd name="T11" fmla="*/ 67 h 134"/>
                <a:gd name="T12" fmla="*/ 616 w 68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683" h="134">
                  <a:moveTo>
                    <a:pt x="616" y="134"/>
                  </a:moveTo>
                  <a:lnTo>
                    <a:pt x="66" y="134"/>
                  </a:lnTo>
                  <a:cubicBezTo>
                    <a:pt x="29" y="134"/>
                    <a:pt x="0" y="104"/>
                    <a:pt x="0" y="67"/>
                  </a:cubicBezTo>
                  <a:cubicBezTo>
                    <a:pt x="0" y="30"/>
                    <a:pt x="29" y="0"/>
                    <a:pt x="66" y="0"/>
                  </a:cubicBezTo>
                  <a:lnTo>
                    <a:pt x="616" y="0"/>
                  </a:lnTo>
                  <a:cubicBezTo>
                    <a:pt x="653" y="0"/>
                    <a:pt x="683" y="30"/>
                    <a:pt x="683" y="67"/>
                  </a:cubicBezTo>
                  <a:cubicBezTo>
                    <a:pt x="683" y="104"/>
                    <a:pt x="653" y="134"/>
                    <a:pt x="61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2" name="Freeform 862">
              <a:extLst>
                <a:ext uri="{FF2B5EF4-FFF2-40B4-BE49-F238E27FC236}">
                  <a16:creationId xmlns:a16="http://schemas.microsoft.com/office/drawing/2014/main" id="{E026F1D4-B494-4CB5-9953-8D6DA430F0AC}"/>
                </a:ext>
              </a:extLst>
            </p:cNvPr>
            <p:cNvSpPr>
              <a:spLocks/>
            </p:cNvSpPr>
            <p:nvPr/>
          </p:nvSpPr>
          <p:spPr bwMode="auto">
            <a:xfrm>
              <a:off x="5692775" y="1365250"/>
              <a:ext cx="139700" cy="279400"/>
            </a:xfrm>
            <a:custGeom>
              <a:avLst/>
              <a:gdLst>
                <a:gd name="T0" fmla="*/ 1314 w 1384"/>
                <a:gd name="T1" fmla="*/ 2751 h 2751"/>
                <a:gd name="T2" fmla="*/ 1275 w 1384"/>
                <a:gd name="T3" fmla="*/ 2738 h 2751"/>
                <a:gd name="T4" fmla="*/ 29 w 1384"/>
                <a:gd name="T5" fmla="*/ 1833 h 2751"/>
                <a:gd name="T6" fmla="*/ 2 w 1384"/>
                <a:gd name="T7" fmla="*/ 1784 h 2751"/>
                <a:gd name="T8" fmla="*/ 22 w 1384"/>
                <a:gd name="T9" fmla="*/ 1731 h 2751"/>
                <a:gd name="T10" fmla="*/ 308 w 1384"/>
                <a:gd name="T11" fmla="*/ 1452 h 2751"/>
                <a:gd name="T12" fmla="*/ 403 w 1384"/>
                <a:gd name="T13" fmla="*/ 1453 h 2751"/>
                <a:gd name="T14" fmla="*/ 401 w 1384"/>
                <a:gd name="T15" fmla="*/ 1547 h 2751"/>
                <a:gd name="T16" fmla="*/ 171 w 1384"/>
                <a:gd name="T17" fmla="*/ 1772 h 2751"/>
                <a:gd name="T18" fmla="*/ 1222 w 1384"/>
                <a:gd name="T19" fmla="*/ 2535 h 2751"/>
                <a:gd name="T20" fmla="*/ 818 w 1384"/>
                <a:gd name="T21" fmla="*/ 82 h 2751"/>
                <a:gd name="T22" fmla="*/ 873 w 1384"/>
                <a:gd name="T23" fmla="*/ 6 h 2751"/>
                <a:gd name="T24" fmla="*/ 949 w 1384"/>
                <a:gd name="T25" fmla="*/ 61 h 2751"/>
                <a:gd name="T26" fmla="*/ 1380 w 1384"/>
                <a:gd name="T27" fmla="*/ 2673 h 2751"/>
                <a:gd name="T28" fmla="*/ 1349 w 1384"/>
                <a:gd name="T29" fmla="*/ 2741 h 2751"/>
                <a:gd name="T30" fmla="*/ 1314 w 1384"/>
                <a:gd name="T31" fmla="*/ 2751 h 2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4" h="2751">
                  <a:moveTo>
                    <a:pt x="1314" y="2751"/>
                  </a:moveTo>
                  <a:cubicBezTo>
                    <a:pt x="1301" y="2751"/>
                    <a:pt x="1287" y="2746"/>
                    <a:pt x="1275" y="2738"/>
                  </a:cubicBezTo>
                  <a:lnTo>
                    <a:pt x="29" y="1833"/>
                  </a:lnTo>
                  <a:cubicBezTo>
                    <a:pt x="13" y="1822"/>
                    <a:pt x="3" y="1803"/>
                    <a:pt x="2" y="1784"/>
                  </a:cubicBezTo>
                  <a:cubicBezTo>
                    <a:pt x="0" y="1765"/>
                    <a:pt x="8" y="1745"/>
                    <a:pt x="22" y="1731"/>
                  </a:cubicBezTo>
                  <a:lnTo>
                    <a:pt x="308" y="1452"/>
                  </a:lnTo>
                  <a:cubicBezTo>
                    <a:pt x="335" y="1426"/>
                    <a:pt x="377" y="1427"/>
                    <a:pt x="403" y="1453"/>
                  </a:cubicBezTo>
                  <a:cubicBezTo>
                    <a:pt x="428" y="1479"/>
                    <a:pt x="428" y="1522"/>
                    <a:pt x="401" y="1547"/>
                  </a:cubicBezTo>
                  <a:lnTo>
                    <a:pt x="171" y="1772"/>
                  </a:lnTo>
                  <a:lnTo>
                    <a:pt x="1222" y="2535"/>
                  </a:lnTo>
                  <a:lnTo>
                    <a:pt x="818" y="82"/>
                  </a:lnTo>
                  <a:cubicBezTo>
                    <a:pt x="812" y="46"/>
                    <a:pt x="836" y="12"/>
                    <a:pt x="873" y="6"/>
                  </a:cubicBezTo>
                  <a:cubicBezTo>
                    <a:pt x="909" y="0"/>
                    <a:pt x="943" y="24"/>
                    <a:pt x="949" y="61"/>
                  </a:cubicBezTo>
                  <a:lnTo>
                    <a:pt x="1380" y="2673"/>
                  </a:lnTo>
                  <a:cubicBezTo>
                    <a:pt x="1384" y="2700"/>
                    <a:pt x="1372" y="2727"/>
                    <a:pt x="1349" y="2741"/>
                  </a:cubicBezTo>
                  <a:cubicBezTo>
                    <a:pt x="1339" y="2747"/>
                    <a:pt x="1326" y="2751"/>
                    <a:pt x="1314" y="27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3" name="Freeform 863">
              <a:extLst>
                <a:ext uri="{FF2B5EF4-FFF2-40B4-BE49-F238E27FC236}">
                  <a16:creationId xmlns:a16="http://schemas.microsoft.com/office/drawing/2014/main" id="{A461CC2D-42D1-4118-884C-79D4BFE61B36}"/>
                </a:ext>
              </a:extLst>
            </p:cNvPr>
            <p:cNvSpPr>
              <a:spLocks/>
            </p:cNvSpPr>
            <p:nvPr/>
          </p:nvSpPr>
          <p:spPr bwMode="auto">
            <a:xfrm>
              <a:off x="5730875" y="1497013"/>
              <a:ext cx="17463" cy="15875"/>
            </a:xfrm>
            <a:custGeom>
              <a:avLst/>
              <a:gdLst>
                <a:gd name="T0" fmla="*/ 73 w 164"/>
                <a:gd name="T1" fmla="*/ 156 h 156"/>
                <a:gd name="T2" fmla="*/ 26 w 164"/>
                <a:gd name="T3" fmla="*/ 136 h 156"/>
                <a:gd name="T4" fmla="*/ 27 w 164"/>
                <a:gd name="T5" fmla="*/ 42 h 156"/>
                <a:gd name="T6" fmla="*/ 37 w 164"/>
                <a:gd name="T7" fmla="*/ 32 h 156"/>
                <a:gd name="T8" fmla="*/ 44 w 164"/>
                <a:gd name="T9" fmla="*/ 25 h 156"/>
                <a:gd name="T10" fmla="*/ 138 w 164"/>
                <a:gd name="T11" fmla="*/ 26 h 156"/>
                <a:gd name="T12" fmla="*/ 137 w 164"/>
                <a:gd name="T13" fmla="*/ 121 h 156"/>
                <a:gd name="T14" fmla="*/ 127 w 164"/>
                <a:gd name="T15" fmla="*/ 130 h 156"/>
                <a:gd name="T16" fmla="*/ 120 w 164"/>
                <a:gd name="T17" fmla="*/ 137 h 156"/>
                <a:gd name="T18" fmla="*/ 73 w 164"/>
                <a:gd name="T19"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56">
                  <a:moveTo>
                    <a:pt x="73" y="156"/>
                  </a:moveTo>
                  <a:cubicBezTo>
                    <a:pt x="56" y="156"/>
                    <a:pt x="39" y="149"/>
                    <a:pt x="26" y="136"/>
                  </a:cubicBezTo>
                  <a:cubicBezTo>
                    <a:pt x="0" y="110"/>
                    <a:pt x="1" y="67"/>
                    <a:pt x="27" y="42"/>
                  </a:cubicBezTo>
                  <a:cubicBezTo>
                    <a:pt x="33" y="36"/>
                    <a:pt x="35" y="34"/>
                    <a:pt x="37" y="32"/>
                  </a:cubicBezTo>
                  <a:cubicBezTo>
                    <a:pt x="38" y="31"/>
                    <a:pt x="40" y="30"/>
                    <a:pt x="44" y="25"/>
                  </a:cubicBezTo>
                  <a:cubicBezTo>
                    <a:pt x="70" y="0"/>
                    <a:pt x="113" y="0"/>
                    <a:pt x="138" y="26"/>
                  </a:cubicBezTo>
                  <a:cubicBezTo>
                    <a:pt x="164" y="53"/>
                    <a:pt x="164" y="95"/>
                    <a:pt x="137" y="121"/>
                  </a:cubicBezTo>
                  <a:cubicBezTo>
                    <a:pt x="131" y="126"/>
                    <a:pt x="129" y="128"/>
                    <a:pt x="127" y="130"/>
                  </a:cubicBezTo>
                  <a:cubicBezTo>
                    <a:pt x="126" y="132"/>
                    <a:pt x="124" y="133"/>
                    <a:pt x="120" y="137"/>
                  </a:cubicBezTo>
                  <a:cubicBezTo>
                    <a:pt x="107" y="150"/>
                    <a:pt x="90" y="156"/>
                    <a:pt x="73" y="1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4" name="Freeform 864">
              <a:extLst>
                <a:ext uri="{FF2B5EF4-FFF2-40B4-BE49-F238E27FC236}">
                  <a16:creationId xmlns:a16="http://schemas.microsoft.com/office/drawing/2014/main" id="{D0522EE4-82C1-4AB7-B841-21214AA8800C}"/>
                </a:ext>
              </a:extLst>
            </p:cNvPr>
            <p:cNvSpPr>
              <a:spLocks/>
            </p:cNvSpPr>
            <p:nvPr/>
          </p:nvSpPr>
          <p:spPr bwMode="auto">
            <a:xfrm>
              <a:off x="5743575" y="1487488"/>
              <a:ext cx="15875" cy="15875"/>
            </a:xfrm>
            <a:custGeom>
              <a:avLst/>
              <a:gdLst>
                <a:gd name="T0" fmla="*/ 81 w 168"/>
                <a:gd name="T1" fmla="*/ 158 h 158"/>
                <a:gd name="T2" fmla="*/ 34 w 168"/>
                <a:gd name="T3" fmla="*/ 139 h 158"/>
                <a:gd name="T4" fmla="*/ 28 w 168"/>
                <a:gd name="T5" fmla="*/ 50 h 158"/>
                <a:gd name="T6" fmla="*/ 37 w 168"/>
                <a:gd name="T7" fmla="*/ 39 h 158"/>
                <a:gd name="T8" fmla="*/ 135 w 168"/>
                <a:gd name="T9" fmla="*/ 36 h 158"/>
                <a:gd name="T10" fmla="*/ 140 w 168"/>
                <a:gd name="T11" fmla="*/ 124 h 158"/>
                <a:gd name="T12" fmla="*/ 131 w 168"/>
                <a:gd name="T13" fmla="*/ 135 h 158"/>
                <a:gd name="T14" fmla="*/ 81 w 168"/>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8" h="158">
                  <a:moveTo>
                    <a:pt x="81" y="158"/>
                  </a:moveTo>
                  <a:cubicBezTo>
                    <a:pt x="60" y="158"/>
                    <a:pt x="43" y="148"/>
                    <a:pt x="34" y="139"/>
                  </a:cubicBezTo>
                  <a:cubicBezTo>
                    <a:pt x="19" y="124"/>
                    <a:pt x="0" y="88"/>
                    <a:pt x="28" y="50"/>
                  </a:cubicBezTo>
                  <a:cubicBezTo>
                    <a:pt x="31" y="46"/>
                    <a:pt x="34" y="43"/>
                    <a:pt x="37" y="39"/>
                  </a:cubicBezTo>
                  <a:cubicBezTo>
                    <a:pt x="78" y="0"/>
                    <a:pt x="119" y="20"/>
                    <a:pt x="135" y="36"/>
                  </a:cubicBezTo>
                  <a:cubicBezTo>
                    <a:pt x="150" y="50"/>
                    <a:pt x="168" y="87"/>
                    <a:pt x="140" y="124"/>
                  </a:cubicBezTo>
                  <a:cubicBezTo>
                    <a:pt x="138" y="128"/>
                    <a:pt x="135" y="132"/>
                    <a:pt x="131" y="135"/>
                  </a:cubicBezTo>
                  <a:cubicBezTo>
                    <a:pt x="114" y="152"/>
                    <a:pt x="96" y="158"/>
                    <a:pt x="81"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5" name="Freeform 865">
              <a:extLst>
                <a:ext uri="{FF2B5EF4-FFF2-40B4-BE49-F238E27FC236}">
                  <a16:creationId xmlns:a16="http://schemas.microsoft.com/office/drawing/2014/main" id="{828BBB4E-C089-40F5-B390-792F1F9A24CF}"/>
                </a:ext>
              </a:extLst>
            </p:cNvPr>
            <p:cNvSpPr>
              <a:spLocks/>
            </p:cNvSpPr>
            <p:nvPr/>
          </p:nvSpPr>
          <p:spPr bwMode="auto">
            <a:xfrm>
              <a:off x="5753100" y="1465263"/>
              <a:ext cx="30163" cy="26988"/>
            </a:xfrm>
            <a:custGeom>
              <a:avLst/>
              <a:gdLst>
                <a:gd name="T0" fmla="*/ 73 w 284"/>
                <a:gd name="T1" fmla="*/ 275 h 275"/>
                <a:gd name="T2" fmla="*/ 25 w 284"/>
                <a:gd name="T3" fmla="*/ 254 h 275"/>
                <a:gd name="T4" fmla="*/ 27 w 284"/>
                <a:gd name="T5" fmla="*/ 160 h 275"/>
                <a:gd name="T6" fmla="*/ 98 w 284"/>
                <a:gd name="T7" fmla="*/ 90 h 275"/>
                <a:gd name="T8" fmla="*/ 164 w 284"/>
                <a:gd name="T9" fmla="*/ 25 h 275"/>
                <a:gd name="T10" fmla="*/ 258 w 284"/>
                <a:gd name="T11" fmla="*/ 26 h 275"/>
                <a:gd name="T12" fmla="*/ 257 w 284"/>
                <a:gd name="T13" fmla="*/ 121 h 275"/>
                <a:gd name="T14" fmla="*/ 192 w 284"/>
                <a:gd name="T15" fmla="*/ 185 h 275"/>
                <a:gd name="T16" fmla="*/ 120 w 284"/>
                <a:gd name="T17" fmla="*/ 256 h 275"/>
                <a:gd name="T18" fmla="*/ 73 w 284"/>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4" h="275">
                  <a:moveTo>
                    <a:pt x="73" y="275"/>
                  </a:moveTo>
                  <a:cubicBezTo>
                    <a:pt x="56" y="275"/>
                    <a:pt x="39" y="268"/>
                    <a:pt x="25" y="254"/>
                  </a:cubicBezTo>
                  <a:cubicBezTo>
                    <a:pt x="0" y="228"/>
                    <a:pt x="0" y="186"/>
                    <a:pt x="27" y="160"/>
                  </a:cubicBezTo>
                  <a:cubicBezTo>
                    <a:pt x="46" y="141"/>
                    <a:pt x="73" y="115"/>
                    <a:pt x="98" y="90"/>
                  </a:cubicBezTo>
                  <a:cubicBezTo>
                    <a:pt x="123" y="65"/>
                    <a:pt x="147" y="42"/>
                    <a:pt x="164" y="25"/>
                  </a:cubicBezTo>
                  <a:cubicBezTo>
                    <a:pt x="191" y="0"/>
                    <a:pt x="233" y="0"/>
                    <a:pt x="258" y="26"/>
                  </a:cubicBezTo>
                  <a:cubicBezTo>
                    <a:pt x="284" y="53"/>
                    <a:pt x="284" y="95"/>
                    <a:pt x="257" y="121"/>
                  </a:cubicBezTo>
                  <a:cubicBezTo>
                    <a:pt x="241" y="137"/>
                    <a:pt x="217" y="161"/>
                    <a:pt x="192" y="185"/>
                  </a:cubicBezTo>
                  <a:cubicBezTo>
                    <a:pt x="166" y="210"/>
                    <a:pt x="140" y="236"/>
                    <a:pt x="120" y="256"/>
                  </a:cubicBezTo>
                  <a:cubicBezTo>
                    <a:pt x="107" y="268"/>
                    <a:pt x="90" y="275"/>
                    <a:pt x="73" y="2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6" name="Freeform 866">
              <a:extLst>
                <a:ext uri="{FF2B5EF4-FFF2-40B4-BE49-F238E27FC236}">
                  <a16:creationId xmlns:a16="http://schemas.microsoft.com/office/drawing/2014/main" id="{02F4870C-0531-484C-BF52-FBD21D8EFE4E}"/>
                </a:ext>
              </a:extLst>
            </p:cNvPr>
            <p:cNvSpPr>
              <a:spLocks/>
            </p:cNvSpPr>
            <p:nvPr/>
          </p:nvSpPr>
          <p:spPr bwMode="auto">
            <a:xfrm>
              <a:off x="5724525" y="1371600"/>
              <a:ext cx="76200" cy="98425"/>
            </a:xfrm>
            <a:custGeom>
              <a:avLst/>
              <a:gdLst>
                <a:gd name="T0" fmla="*/ 602 w 756"/>
                <a:gd name="T1" fmla="*/ 972 h 972"/>
                <a:gd name="T2" fmla="*/ 555 w 756"/>
                <a:gd name="T3" fmla="*/ 951 h 972"/>
                <a:gd name="T4" fmla="*/ 556 w 756"/>
                <a:gd name="T5" fmla="*/ 857 h 972"/>
                <a:gd name="T6" fmla="*/ 598 w 756"/>
                <a:gd name="T7" fmla="*/ 812 h 972"/>
                <a:gd name="T8" fmla="*/ 23 w 756"/>
                <a:gd name="T9" fmla="*/ 117 h 972"/>
                <a:gd name="T10" fmla="*/ 32 w 756"/>
                <a:gd name="T11" fmla="*/ 23 h 972"/>
                <a:gd name="T12" fmla="*/ 126 w 756"/>
                <a:gd name="T13" fmla="*/ 32 h 972"/>
                <a:gd name="T14" fmla="*/ 735 w 756"/>
                <a:gd name="T15" fmla="*/ 769 h 972"/>
                <a:gd name="T16" fmla="*/ 737 w 756"/>
                <a:gd name="T17" fmla="*/ 851 h 972"/>
                <a:gd name="T18" fmla="*/ 649 w 756"/>
                <a:gd name="T19" fmla="*/ 953 h 972"/>
                <a:gd name="T20" fmla="*/ 602 w 756"/>
                <a:gd name="T21" fmla="*/ 972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6" h="972">
                  <a:moveTo>
                    <a:pt x="602" y="972"/>
                  </a:moveTo>
                  <a:cubicBezTo>
                    <a:pt x="585" y="972"/>
                    <a:pt x="568" y="965"/>
                    <a:pt x="555" y="951"/>
                  </a:cubicBezTo>
                  <a:cubicBezTo>
                    <a:pt x="529" y="925"/>
                    <a:pt x="530" y="883"/>
                    <a:pt x="556" y="857"/>
                  </a:cubicBezTo>
                  <a:cubicBezTo>
                    <a:pt x="571" y="842"/>
                    <a:pt x="586" y="826"/>
                    <a:pt x="598" y="812"/>
                  </a:cubicBezTo>
                  <a:lnTo>
                    <a:pt x="23" y="117"/>
                  </a:lnTo>
                  <a:cubicBezTo>
                    <a:pt x="0" y="89"/>
                    <a:pt x="4" y="47"/>
                    <a:pt x="32" y="23"/>
                  </a:cubicBezTo>
                  <a:cubicBezTo>
                    <a:pt x="61" y="0"/>
                    <a:pt x="103" y="4"/>
                    <a:pt x="126" y="32"/>
                  </a:cubicBezTo>
                  <a:lnTo>
                    <a:pt x="735" y="769"/>
                  </a:lnTo>
                  <a:cubicBezTo>
                    <a:pt x="755" y="792"/>
                    <a:pt x="756" y="827"/>
                    <a:pt x="737" y="851"/>
                  </a:cubicBezTo>
                  <a:cubicBezTo>
                    <a:pt x="736" y="853"/>
                    <a:pt x="695" y="908"/>
                    <a:pt x="649" y="953"/>
                  </a:cubicBezTo>
                  <a:cubicBezTo>
                    <a:pt x="636" y="965"/>
                    <a:pt x="619" y="972"/>
                    <a:pt x="602" y="9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7" name="Freeform 867">
              <a:extLst>
                <a:ext uri="{FF2B5EF4-FFF2-40B4-BE49-F238E27FC236}">
                  <a16:creationId xmlns:a16="http://schemas.microsoft.com/office/drawing/2014/main" id="{15D11FB6-A528-4833-BD42-2C5B63EA6C7B}"/>
                </a:ext>
              </a:extLst>
            </p:cNvPr>
            <p:cNvSpPr>
              <a:spLocks/>
            </p:cNvSpPr>
            <p:nvPr/>
          </p:nvSpPr>
          <p:spPr bwMode="auto">
            <a:xfrm>
              <a:off x="5864225" y="1389063"/>
              <a:ext cx="39688" cy="25400"/>
            </a:xfrm>
            <a:custGeom>
              <a:avLst/>
              <a:gdLst>
                <a:gd name="T0" fmla="*/ 308 w 384"/>
                <a:gd name="T1" fmla="*/ 248 h 248"/>
                <a:gd name="T2" fmla="*/ 281 w 384"/>
                <a:gd name="T3" fmla="*/ 242 h 248"/>
                <a:gd name="T4" fmla="*/ 49 w 384"/>
                <a:gd name="T5" fmla="*/ 137 h 248"/>
                <a:gd name="T6" fmla="*/ 15 w 384"/>
                <a:gd name="T7" fmla="*/ 49 h 248"/>
                <a:gd name="T8" fmla="*/ 103 w 384"/>
                <a:gd name="T9" fmla="*/ 16 h 248"/>
                <a:gd name="T10" fmla="*/ 335 w 384"/>
                <a:gd name="T11" fmla="*/ 120 h 248"/>
                <a:gd name="T12" fmla="*/ 369 w 384"/>
                <a:gd name="T13" fmla="*/ 208 h 248"/>
                <a:gd name="T14" fmla="*/ 308 w 384"/>
                <a:gd name="T15" fmla="*/ 248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8">
                  <a:moveTo>
                    <a:pt x="308" y="248"/>
                  </a:moveTo>
                  <a:cubicBezTo>
                    <a:pt x="299" y="248"/>
                    <a:pt x="290" y="246"/>
                    <a:pt x="281" y="242"/>
                  </a:cubicBezTo>
                  <a:lnTo>
                    <a:pt x="49" y="137"/>
                  </a:lnTo>
                  <a:cubicBezTo>
                    <a:pt x="15" y="122"/>
                    <a:pt x="0" y="82"/>
                    <a:pt x="15" y="49"/>
                  </a:cubicBezTo>
                  <a:cubicBezTo>
                    <a:pt x="31" y="15"/>
                    <a:pt x="70" y="0"/>
                    <a:pt x="103" y="16"/>
                  </a:cubicBezTo>
                  <a:lnTo>
                    <a:pt x="335" y="120"/>
                  </a:lnTo>
                  <a:cubicBezTo>
                    <a:pt x="369" y="135"/>
                    <a:pt x="384" y="175"/>
                    <a:pt x="369" y="208"/>
                  </a:cubicBezTo>
                  <a:cubicBezTo>
                    <a:pt x="358" y="233"/>
                    <a:pt x="333" y="248"/>
                    <a:pt x="308" y="2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8" name="Freeform 868">
              <a:extLst>
                <a:ext uri="{FF2B5EF4-FFF2-40B4-BE49-F238E27FC236}">
                  <a16:creationId xmlns:a16="http://schemas.microsoft.com/office/drawing/2014/main" id="{4BBAF218-44F6-4C50-8259-6F1532A04501}"/>
                </a:ext>
              </a:extLst>
            </p:cNvPr>
            <p:cNvSpPr>
              <a:spLocks/>
            </p:cNvSpPr>
            <p:nvPr/>
          </p:nvSpPr>
          <p:spPr bwMode="auto">
            <a:xfrm>
              <a:off x="5870575" y="1374775"/>
              <a:ext cx="39688" cy="25400"/>
            </a:xfrm>
            <a:custGeom>
              <a:avLst/>
              <a:gdLst>
                <a:gd name="T0" fmla="*/ 308 w 384"/>
                <a:gd name="T1" fmla="*/ 247 h 247"/>
                <a:gd name="T2" fmla="*/ 281 w 384"/>
                <a:gd name="T3" fmla="*/ 241 h 247"/>
                <a:gd name="T4" fmla="*/ 49 w 384"/>
                <a:gd name="T5" fmla="*/ 137 h 247"/>
                <a:gd name="T6" fmla="*/ 15 w 384"/>
                <a:gd name="T7" fmla="*/ 48 h 247"/>
                <a:gd name="T8" fmla="*/ 104 w 384"/>
                <a:gd name="T9" fmla="*/ 15 h 247"/>
                <a:gd name="T10" fmla="*/ 336 w 384"/>
                <a:gd name="T11" fmla="*/ 120 h 247"/>
                <a:gd name="T12" fmla="*/ 369 w 384"/>
                <a:gd name="T13" fmla="*/ 208 h 247"/>
                <a:gd name="T14" fmla="*/ 308 w 384"/>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7">
                  <a:moveTo>
                    <a:pt x="308" y="247"/>
                  </a:moveTo>
                  <a:cubicBezTo>
                    <a:pt x="299" y="247"/>
                    <a:pt x="290" y="245"/>
                    <a:pt x="281" y="241"/>
                  </a:cubicBezTo>
                  <a:lnTo>
                    <a:pt x="49" y="137"/>
                  </a:lnTo>
                  <a:cubicBezTo>
                    <a:pt x="15" y="121"/>
                    <a:pt x="0" y="82"/>
                    <a:pt x="15" y="48"/>
                  </a:cubicBezTo>
                  <a:cubicBezTo>
                    <a:pt x="31" y="15"/>
                    <a:pt x="70" y="0"/>
                    <a:pt x="104" y="15"/>
                  </a:cubicBezTo>
                  <a:lnTo>
                    <a:pt x="336" y="120"/>
                  </a:lnTo>
                  <a:cubicBezTo>
                    <a:pt x="369" y="135"/>
                    <a:pt x="384" y="175"/>
                    <a:pt x="369" y="208"/>
                  </a:cubicBezTo>
                  <a:cubicBezTo>
                    <a:pt x="358" y="233"/>
                    <a:pt x="334" y="247"/>
                    <a:pt x="308"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9" name="Freeform 869">
              <a:extLst>
                <a:ext uri="{FF2B5EF4-FFF2-40B4-BE49-F238E27FC236}">
                  <a16:creationId xmlns:a16="http://schemas.microsoft.com/office/drawing/2014/main" id="{27623B5F-3F8D-4ABD-8939-E5D553EE48C2}"/>
                </a:ext>
              </a:extLst>
            </p:cNvPr>
            <p:cNvSpPr>
              <a:spLocks noEditPoints="1"/>
            </p:cNvSpPr>
            <p:nvPr/>
          </p:nvSpPr>
          <p:spPr bwMode="auto">
            <a:xfrm>
              <a:off x="5883275" y="1366838"/>
              <a:ext cx="109538" cy="103188"/>
            </a:xfrm>
            <a:custGeom>
              <a:avLst/>
              <a:gdLst>
                <a:gd name="T0" fmla="*/ 163 w 1081"/>
                <a:gd name="T1" fmla="*/ 618 h 1019"/>
                <a:gd name="T2" fmla="*/ 731 w 1081"/>
                <a:gd name="T3" fmla="*/ 865 h 1019"/>
                <a:gd name="T4" fmla="*/ 925 w 1081"/>
                <a:gd name="T5" fmla="*/ 385 h 1019"/>
                <a:gd name="T6" fmla="*/ 357 w 1081"/>
                <a:gd name="T7" fmla="*/ 161 h 1019"/>
                <a:gd name="T8" fmla="*/ 163 w 1081"/>
                <a:gd name="T9" fmla="*/ 618 h 1019"/>
                <a:gd name="T10" fmla="*/ 767 w 1081"/>
                <a:gd name="T11" fmla="*/ 1019 h 1019"/>
                <a:gd name="T12" fmla="*/ 740 w 1081"/>
                <a:gd name="T13" fmla="*/ 1014 h 1019"/>
                <a:gd name="T14" fmla="*/ 49 w 1081"/>
                <a:gd name="T15" fmla="*/ 714 h 1019"/>
                <a:gd name="T16" fmla="*/ 14 w 1081"/>
                <a:gd name="T17" fmla="*/ 627 h 1019"/>
                <a:gd name="T18" fmla="*/ 260 w 1081"/>
                <a:gd name="T19" fmla="*/ 49 h 1019"/>
                <a:gd name="T20" fmla="*/ 346 w 1081"/>
                <a:gd name="T21" fmla="*/ 13 h 1019"/>
                <a:gd name="T22" fmla="*/ 1037 w 1081"/>
                <a:gd name="T23" fmla="*/ 286 h 1019"/>
                <a:gd name="T24" fmla="*/ 1074 w 1081"/>
                <a:gd name="T25" fmla="*/ 322 h 1019"/>
                <a:gd name="T26" fmla="*/ 1074 w 1081"/>
                <a:gd name="T27" fmla="*/ 373 h 1019"/>
                <a:gd name="T28" fmla="*/ 829 w 1081"/>
                <a:gd name="T29" fmla="*/ 978 h 1019"/>
                <a:gd name="T30" fmla="*/ 792 w 1081"/>
                <a:gd name="T31" fmla="*/ 1014 h 1019"/>
                <a:gd name="T32" fmla="*/ 767 w 1081"/>
                <a:gd name="T33" fmla="*/ 101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81" h="1019">
                  <a:moveTo>
                    <a:pt x="163" y="618"/>
                  </a:moveTo>
                  <a:lnTo>
                    <a:pt x="731" y="865"/>
                  </a:lnTo>
                  <a:lnTo>
                    <a:pt x="925" y="385"/>
                  </a:lnTo>
                  <a:lnTo>
                    <a:pt x="357" y="161"/>
                  </a:lnTo>
                  <a:lnTo>
                    <a:pt x="163" y="618"/>
                  </a:lnTo>
                  <a:close/>
                  <a:moveTo>
                    <a:pt x="767" y="1019"/>
                  </a:moveTo>
                  <a:cubicBezTo>
                    <a:pt x="758" y="1019"/>
                    <a:pt x="749" y="1018"/>
                    <a:pt x="740" y="1014"/>
                  </a:cubicBezTo>
                  <a:lnTo>
                    <a:pt x="49" y="714"/>
                  </a:lnTo>
                  <a:cubicBezTo>
                    <a:pt x="15" y="699"/>
                    <a:pt x="0" y="660"/>
                    <a:pt x="14" y="627"/>
                  </a:cubicBezTo>
                  <a:lnTo>
                    <a:pt x="260" y="49"/>
                  </a:lnTo>
                  <a:cubicBezTo>
                    <a:pt x="274" y="16"/>
                    <a:pt x="312" y="0"/>
                    <a:pt x="346" y="13"/>
                  </a:cubicBezTo>
                  <a:lnTo>
                    <a:pt x="1037" y="286"/>
                  </a:lnTo>
                  <a:cubicBezTo>
                    <a:pt x="1053" y="292"/>
                    <a:pt x="1067" y="305"/>
                    <a:pt x="1074" y="322"/>
                  </a:cubicBezTo>
                  <a:cubicBezTo>
                    <a:pt x="1081" y="338"/>
                    <a:pt x="1081" y="357"/>
                    <a:pt x="1074" y="373"/>
                  </a:cubicBezTo>
                  <a:lnTo>
                    <a:pt x="829" y="978"/>
                  </a:lnTo>
                  <a:cubicBezTo>
                    <a:pt x="822" y="994"/>
                    <a:pt x="809" y="1008"/>
                    <a:pt x="792" y="1014"/>
                  </a:cubicBezTo>
                  <a:cubicBezTo>
                    <a:pt x="784" y="1018"/>
                    <a:pt x="775" y="1019"/>
                    <a:pt x="767" y="10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0" name="Freeform 870">
              <a:extLst>
                <a:ext uri="{FF2B5EF4-FFF2-40B4-BE49-F238E27FC236}">
                  <a16:creationId xmlns:a16="http://schemas.microsoft.com/office/drawing/2014/main" id="{2F9D07BD-3363-49B1-B877-9DC155F83FAB}"/>
                </a:ext>
              </a:extLst>
            </p:cNvPr>
            <p:cNvSpPr>
              <a:spLocks/>
            </p:cNvSpPr>
            <p:nvPr/>
          </p:nvSpPr>
          <p:spPr bwMode="auto">
            <a:xfrm>
              <a:off x="5524500" y="1660525"/>
              <a:ext cx="360363" cy="14288"/>
            </a:xfrm>
            <a:custGeom>
              <a:avLst/>
              <a:gdLst>
                <a:gd name="T0" fmla="*/ 3500 w 3567"/>
                <a:gd name="T1" fmla="*/ 134 h 134"/>
                <a:gd name="T2" fmla="*/ 67 w 3567"/>
                <a:gd name="T3" fmla="*/ 134 h 134"/>
                <a:gd name="T4" fmla="*/ 0 w 3567"/>
                <a:gd name="T5" fmla="*/ 67 h 134"/>
                <a:gd name="T6" fmla="*/ 67 w 3567"/>
                <a:gd name="T7" fmla="*/ 0 h 134"/>
                <a:gd name="T8" fmla="*/ 3500 w 3567"/>
                <a:gd name="T9" fmla="*/ 0 h 134"/>
                <a:gd name="T10" fmla="*/ 3567 w 3567"/>
                <a:gd name="T11" fmla="*/ 67 h 134"/>
                <a:gd name="T12" fmla="*/ 3500 w 35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567" h="134">
                  <a:moveTo>
                    <a:pt x="3500" y="134"/>
                  </a:moveTo>
                  <a:lnTo>
                    <a:pt x="67" y="134"/>
                  </a:lnTo>
                  <a:cubicBezTo>
                    <a:pt x="30" y="134"/>
                    <a:pt x="0" y="104"/>
                    <a:pt x="0" y="67"/>
                  </a:cubicBezTo>
                  <a:cubicBezTo>
                    <a:pt x="0" y="30"/>
                    <a:pt x="30" y="0"/>
                    <a:pt x="67" y="0"/>
                  </a:cubicBezTo>
                  <a:lnTo>
                    <a:pt x="3500" y="0"/>
                  </a:lnTo>
                  <a:cubicBezTo>
                    <a:pt x="3537" y="0"/>
                    <a:pt x="3567" y="30"/>
                    <a:pt x="3567" y="67"/>
                  </a:cubicBezTo>
                  <a:cubicBezTo>
                    <a:pt x="3567" y="104"/>
                    <a:pt x="3537" y="134"/>
                    <a:pt x="35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1" name="Freeform 871">
              <a:extLst>
                <a:ext uri="{FF2B5EF4-FFF2-40B4-BE49-F238E27FC236}">
                  <a16:creationId xmlns:a16="http://schemas.microsoft.com/office/drawing/2014/main" id="{4C414F0A-F996-4CD2-B827-7354E41BE9AC}"/>
                </a:ext>
              </a:extLst>
            </p:cNvPr>
            <p:cNvSpPr>
              <a:spLocks/>
            </p:cNvSpPr>
            <p:nvPr/>
          </p:nvSpPr>
          <p:spPr bwMode="auto">
            <a:xfrm>
              <a:off x="5507038" y="1660525"/>
              <a:ext cx="12700"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1" y="126"/>
                    <a:pt x="19" y="114"/>
                  </a:cubicBezTo>
                  <a:cubicBezTo>
                    <a:pt x="7" y="102"/>
                    <a:pt x="0" y="85"/>
                    <a:pt x="0" y="67"/>
                  </a:cubicBezTo>
                  <a:cubicBezTo>
                    <a:pt x="0" y="49"/>
                    <a:pt x="7" y="32"/>
                    <a:pt x="19" y="20"/>
                  </a:cubicBezTo>
                  <a:cubicBezTo>
                    <a:pt x="31"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2" name="Freeform 872">
              <a:extLst>
                <a:ext uri="{FF2B5EF4-FFF2-40B4-BE49-F238E27FC236}">
                  <a16:creationId xmlns:a16="http://schemas.microsoft.com/office/drawing/2014/main" id="{3A02EA4A-AFD9-4FD8-9D89-FE1740D85623}"/>
                </a:ext>
              </a:extLst>
            </p:cNvPr>
            <p:cNvSpPr>
              <a:spLocks/>
            </p:cNvSpPr>
            <p:nvPr/>
          </p:nvSpPr>
          <p:spPr bwMode="auto">
            <a:xfrm>
              <a:off x="5487988" y="1662113"/>
              <a:ext cx="14288" cy="14288"/>
            </a:xfrm>
            <a:custGeom>
              <a:avLst/>
              <a:gdLst>
                <a:gd name="T0" fmla="*/ 67 w 134"/>
                <a:gd name="T1" fmla="*/ 133 h 133"/>
                <a:gd name="T2" fmla="*/ 20 w 134"/>
                <a:gd name="T3" fmla="*/ 114 h 133"/>
                <a:gd name="T4" fmla="*/ 0 w 134"/>
                <a:gd name="T5" fmla="*/ 67 h 133"/>
                <a:gd name="T6" fmla="*/ 20 w 134"/>
                <a:gd name="T7" fmla="*/ 19 h 133"/>
                <a:gd name="T8" fmla="*/ 67 w 134"/>
                <a:gd name="T9" fmla="*/ 0 h 133"/>
                <a:gd name="T10" fmla="*/ 114 w 134"/>
                <a:gd name="T11" fmla="*/ 19 h 133"/>
                <a:gd name="T12" fmla="*/ 134 w 134"/>
                <a:gd name="T13" fmla="*/ 67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7"/>
                  </a:cubicBezTo>
                  <a:cubicBezTo>
                    <a:pt x="0" y="49"/>
                    <a:pt x="7" y="32"/>
                    <a:pt x="20" y="19"/>
                  </a:cubicBezTo>
                  <a:cubicBezTo>
                    <a:pt x="32" y="7"/>
                    <a:pt x="49" y="0"/>
                    <a:pt x="67" y="0"/>
                  </a:cubicBezTo>
                  <a:cubicBezTo>
                    <a:pt x="84" y="0"/>
                    <a:pt x="102" y="7"/>
                    <a:pt x="114" y="19"/>
                  </a:cubicBezTo>
                  <a:cubicBezTo>
                    <a:pt x="126" y="32"/>
                    <a:pt x="134" y="49"/>
                    <a:pt x="134" y="67"/>
                  </a:cubicBezTo>
                  <a:cubicBezTo>
                    <a:pt x="134" y="84"/>
                    <a:pt x="126" y="101"/>
                    <a:pt x="114" y="114"/>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3" name="Freeform 873">
              <a:extLst>
                <a:ext uri="{FF2B5EF4-FFF2-40B4-BE49-F238E27FC236}">
                  <a16:creationId xmlns:a16="http://schemas.microsoft.com/office/drawing/2014/main" id="{36C94807-FA0A-4DC4-9933-97679B282E34}"/>
                </a:ext>
              </a:extLst>
            </p:cNvPr>
            <p:cNvSpPr>
              <a:spLocks/>
            </p:cNvSpPr>
            <p:nvPr/>
          </p:nvSpPr>
          <p:spPr bwMode="auto">
            <a:xfrm>
              <a:off x="5910263" y="1660525"/>
              <a:ext cx="14288"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6"/>
                    <a:pt x="19" y="114"/>
                  </a:cubicBezTo>
                  <a:cubicBezTo>
                    <a:pt x="7" y="102"/>
                    <a:pt x="0" y="85"/>
                    <a:pt x="0" y="67"/>
                  </a:cubicBezTo>
                  <a:cubicBezTo>
                    <a:pt x="0" y="49"/>
                    <a:pt x="7" y="32"/>
                    <a:pt x="19" y="20"/>
                  </a:cubicBezTo>
                  <a:cubicBezTo>
                    <a:pt x="32"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4" name="Freeform 874">
              <a:extLst>
                <a:ext uri="{FF2B5EF4-FFF2-40B4-BE49-F238E27FC236}">
                  <a16:creationId xmlns:a16="http://schemas.microsoft.com/office/drawing/2014/main" id="{010D3F2A-7AF6-4BAE-B88E-3411D947B3B9}"/>
                </a:ext>
              </a:extLst>
            </p:cNvPr>
            <p:cNvSpPr>
              <a:spLocks/>
            </p:cNvSpPr>
            <p:nvPr/>
          </p:nvSpPr>
          <p:spPr bwMode="auto">
            <a:xfrm>
              <a:off x="5892800" y="1660525"/>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6"/>
                    <a:pt x="20" y="114"/>
                  </a:cubicBezTo>
                  <a:cubicBezTo>
                    <a:pt x="8" y="102"/>
                    <a:pt x="0" y="85"/>
                    <a:pt x="0" y="67"/>
                  </a:cubicBezTo>
                  <a:cubicBezTo>
                    <a:pt x="0" y="49"/>
                    <a:pt x="8" y="32"/>
                    <a:pt x="20" y="20"/>
                  </a:cubicBezTo>
                  <a:cubicBezTo>
                    <a:pt x="32" y="8"/>
                    <a:pt x="49" y="0"/>
                    <a:pt x="67" y="0"/>
                  </a:cubicBezTo>
                  <a:cubicBezTo>
                    <a:pt x="85" y="0"/>
                    <a:pt x="102" y="8"/>
                    <a:pt x="114" y="20"/>
                  </a:cubicBezTo>
                  <a:cubicBezTo>
                    <a:pt x="126" y="32"/>
                    <a:pt x="134" y="49"/>
                    <a:pt x="134" y="67"/>
                  </a:cubicBezTo>
                  <a:cubicBezTo>
                    <a:pt x="134" y="85"/>
                    <a:pt x="126" y="102"/>
                    <a:pt x="114" y="114"/>
                  </a:cubicBezTo>
                  <a:cubicBezTo>
                    <a:pt x="102" y="126"/>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5" name="Freeform 875">
              <a:extLst>
                <a:ext uri="{FF2B5EF4-FFF2-40B4-BE49-F238E27FC236}">
                  <a16:creationId xmlns:a16="http://schemas.microsoft.com/office/drawing/2014/main" id="{A22D552C-0804-41C5-BE0A-BA3E8B7516F0}"/>
                </a:ext>
              </a:extLst>
            </p:cNvPr>
            <p:cNvSpPr>
              <a:spLocks/>
            </p:cNvSpPr>
            <p:nvPr/>
          </p:nvSpPr>
          <p:spPr bwMode="auto">
            <a:xfrm>
              <a:off x="5802313" y="1314450"/>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7"/>
                    <a:pt x="20" y="114"/>
                  </a:cubicBezTo>
                  <a:cubicBezTo>
                    <a:pt x="7" y="102"/>
                    <a:pt x="0" y="85"/>
                    <a:pt x="0" y="67"/>
                  </a:cubicBezTo>
                  <a:cubicBezTo>
                    <a:pt x="0" y="50"/>
                    <a:pt x="7" y="32"/>
                    <a:pt x="20" y="20"/>
                  </a:cubicBezTo>
                  <a:cubicBezTo>
                    <a:pt x="32" y="7"/>
                    <a:pt x="49" y="0"/>
                    <a:pt x="67" y="0"/>
                  </a:cubicBezTo>
                  <a:cubicBezTo>
                    <a:pt x="85" y="0"/>
                    <a:pt x="102" y="7"/>
                    <a:pt x="114" y="20"/>
                  </a:cubicBezTo>
                  <a:cubicBezTo>
                    <a:pt x="127" y="32"/>
                    <a:pt x="134" y="50"/>
                    <a:pt x="134" y="67"/>
                  </a:cubicBezTo>
                  <a:cubicBezTo>
                    <a:pt x="134" y="85"/>
                    <a:pt x="127" y="102"/>
                    <a:pt x="114" y="114"/>
                  </a:cubicBezTo>
                  <a:cubicBezTo>
                    <a:pt x="102" y="127"/>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6" name="Freeform 876">
              <a:extLst>
                <a:ext uri="{FF2B5EF4-FFF2-40B4-BE49-F238E27FC236}">
                  <a16:creationId xmlns:a16="http://schemas.microsoft.com/office/drawing/2014/main" id="{81F7D9C1-A35E-4237-997D-D8D334E5026A}"/>
                </a:ext>
              </a:extLst>
            </p:cNvPr>
            <p:cNvSpPr>
              <a:spLocks/>
            </p:cNvSpPr>
            <p:nvPr/>
          </p:nvSpPr>
          <p:spPr bwMode="auto">
            <a:xfrm>
              <a:off x="5827713" y="1322388"/>
              <a:ext cx="15875" cy="14288"/>
            </a:xfrm>
            <a:custGeom>
              <a:avLst/>
              <a:gdLst>
                <a:gd name="T0" fmla="*/ 54 w 150"/>
                <a:gd name="T1" fmla="*/ 138 h 141"/>
                <a:gd name="T2" fmla="*/ 11 w 150"/>
                <a:gd name="T3" fmla="*/ 54 h 141"/>
                <a:gd name="T4" fmla="*/ 11 w 150"/>
                <a:gd name="T5" fmla="*/ 54 h 141"/>
                <a:gd name="T6" fmla="*/ 95 w 150"/>
                <a:gd name="T7" fmla="*/ 11 h 141"/>
                <a:gd name="T8" fmla="*/ 95 w 150"/>
                <a:gd name="T9" fmla="*/ 11 h 141"/>
                <a:gd name="T10" fmla="*/ 138 w 150"/>
                <a:gd name="T11" fmla="*/ 95 h 141"/>
                <a:gd name="T12" fmla="*/ 138 w 150"/>
                <a:gd name="T13" fmla="*/ 95 h 141"/>
                <a:gd name="T14" fmla="*/ 75 w 150"/>
                <a:gd name="T15" fmla="*/ 141 h 141"/>
                <a:gd name="T16" fmla="*/ 75 w 150"/>
                <a:gd name="T17" fmla="*/ 141 h 141"/>
                <a:gd name="T18" fmla="*/ 54 w 150"/>
                <a:gd name="T19" fmla="*/ 13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1">
                  <a:moveTo>
                    <a:pt x="54" y="138"/>
                  </a:moveTo>
                  <a:cubicBezTo>
                    <a:pt x="19" y="126"/>
                    <a:pt x="0" y="89"/>
                    <a:pt x="11" y="54"/>
                  </a:cubicBezTo>
                  <a:lnTo>
                    <a:pt x="11" y="54"/>
                  </a:lnTo>
                  <a:cubicBezTo>
                    <a:pt x="23" y="19"/>
                    <a:pt x="60" y="0"/>
                    <a:pt x="95" y="11"/>
                  </a:cubicBezTo>
                  <a:lnTo>
                    <a:pt x="95" y="11"/>
                  </a:lnTo>
                  <a:cubicBezTo>
                    <a:pt x="130" y="22"/>
                    <a:pt x="150" y="60"/>
                    <a:pt x="138" y="95"/>
                  </a:cubicBezTo>
                  <a:lnTo>
                    <a:pt x="138" y="95"/>
                  </a:lnTo>
                  <a:cubicBezTo>
                    <a:pt x="129" y="123"/>
                    <a:pt x="103" y="141"/>
                    <a:pt x="75" y="141"/>
                  </a:cubicBezTo>
                  <a:lnTo>
                    <a:pt x="75" y="141"/>
                  </a:lnTo>
                  <a:cubicBezTo>
                    <a:pt x="68" y="141"/>
                    <a:pt x="61" y="140"/>
                    <a:pt x="54"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7" name="Freeform 877">
              <a:extLst>
                <a:ext uri="{FF2B5EF4-FFF2-40B4-BE49-F238E27FC236}">
                  <a16:creationId xmlns:a16="http://schemas.microsoft.com/office/drawing/2014/main" id="{DA399273-A5A1-4CD7-9964-0EE8960794A5}"/>
                </a:ext>
              </a:extLst>
            </p:cNvPr>
            <p:cNvSpPr>
              <a:spLocks/>
            </p:cNvSpPr>
            <p:nvPr/>
          </p:nvSpPr>
          <p:spPr bwMode="auto">
            <a:xfrm>
              <a:off x="5854700" y="1331913"/>
              <a:ext cx="12700" cy="14288"/>
            </a:xfrm>
            <a:custGeom>
              <a:avLst/>
              <a:gdLst>
                <a:gd name="T0" fmla="*/ 66 w 133"/>
                <a:gd name="T1" fmla="*/ 133 h 133"/>
                <a:gd name="T2" fmla="*/ 19 w 133"/>
                <a:gd name="T3" fmla="*/ 114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2"/>
                    <a:pt x="0" y="84"/>
                    <a:pt x="0" y="66"/>
                  </a:cubicBezTo>
                  <a:cubicBezTo>
                    <a:pt x="0" y="49"/>
                    <a:pt x="7" y="32"/>
                    <a:pt x="19" y="19"/>
                  </a:cubicBezTo>
                  <a:cubicBezTo>
                    <a:pt x="32" y="7"/>
                    <a:pt x="49" y="0"/>
                    <a:pt x="66" y="0"/>
                  </a:cubicBezTo>
                  <a:cubicBezTo>
                    <a:pt x="84" y="0"/>
                    <a:pt x="101" y="7"/>
                    <a:pt x="113" y="19"/>
                  </a:cubicBezTo>
                  <a:cubicBezTo>
                    <a:pt x="126" y="32"/>
                    <a:pt x="133" y="49"/>
                    <a:pt x="133" y="66"/>
                  </a:cubicBezTo>
                  <a:cubicBezTo>
                    <a:pt x="133" y="84"/>
                    <a:pt x="126" y="102"/>
                    <a:pt x="113"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8" name="Freeform 878">
              <a:extLst>
                <a:ext uri="{FF2B5EF4-FFF2-40B4-BE49-F238E27FC236}">
                  <a16:creationId xmlns:a16="http://schemas.microsoft.com/office/drawing/2014/main" id="{940A4605-095D-4F9B-AB9E-A692D27B0028}"/>
                </a:ext>
              </a:extLst>
            </p:cNvPr>
            <p:cNvSpPr>
              <a:spLocks/>
            </p:cNvSpPr>
            <p:nvPr/>
          </p:nvSpPr>
          <p:spPr bwMode="auto">
            <a:xfrm>
              <a:off x="5827713" y="1485900"/>
              <a:ext cx="28575" cy="88900"/>
            </a:xfrm>
            <a:custGeom>
              <a:avLst/>
              <a:gdLst>
                <a:gd name="T0" fmla="*/ 206 w 278"/>
                <a:gd name="T1" fmla="*/ 878 h 878"/>
                <a:gd name="T2" fmla="*/ 140 w 278"/>
                <a:gd name="T3" fmla="*/ 823 h 878"/>
                <a:gd name="T4" fmla="*/ 86 w 278"/>
                <a:gd name="T5" fmla="*/ 523 h 878"/>
                <a:gd name="T6" fmla="*/ 6 w 278"/>
                <a:gd name="T7" fmla="*/ 83 h 878"/>
                <a:gd name="T8" fmla="*/ 60 w 278"/>
                <a:gd name="T9" fmla="*/ 6 h 878"/>
                <a:gd name="T10" fmla="*/ 138 w 278"/>
                <a:gd name="T11" fmla="*/ 60 h 878"/>
                <a:gd name="T12" fmla="*/ 217 w 278"/>
                <a:gd name="T13" fmla="*/ 499 h 878"/>
                <a:gd name="T14" fmla="*/ 271 w 278"/>
                <a:gd name="T15" fmla="*/ 800 h 878"/>
                <a:gd name="T16" fmla="*/ 217 w 278"/>
                <a:gd name="T17" fmla="*/ 877 h 878"/>
                <a:gd name="T18" fmla="*/ 206 w 278"/>
                <a:gd name="T19" fmla="*/ 878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878">
                  <a:moveTo>
                    <a:pt x="206" y="878"/>
                  </a:moveTo>
                  <a:cubicBezTo>
                    <a:pt x="174" y="878"/>
                    <a:pt x="146" y="855"/>
                    <a:pt x="140" y="823"/>
                  </a:cubicBezTo>
                  <a:cubicBezTo>
                    <a:pt x="124" y="733"/>
                    <a:pt x="105" y="631"/>
                    <a:pt x="86" y="523"/>
                  </a:cubicBezTo>
                  <a:cubicBezTo>
                    <a:pt x="62" y="392"/>
                    <a:pt x="34" y="244"/>
                    <a:pt x="6" y="83"/>
                  </a:cubicBezTo>
                  <a:cubicBezTo>
                    <a:pt x="0" y="47"/>
                    <a:pt x="24" y="12"/>
                    <a:pt x="60" y="6"/>
                  </a:cubicBezTo>
                  <a:cubicBezTo>
                    <a:pt x="97" y="0"/>
                    <a:pt x="131" y="24"/>
                    <a:pt x="138" y="60"/>
                  </a:cubicBezTo>
                  <a:cubicBezTo>
                    <a:pt x="166" y="220"/>
                    <a:pt x="193" y="369"/>
                    <a:pt x="217" y="499"/>
                  </a:cubicBezTo>
                  <a:cubicBezTo>
                    <a:pt x="237" y="607"/>
                    <a:pt x="255" y="709"/>
                    <a:pt x="271" y="800"/>
                  </a:cubicBezTo>
                  <a:cubicBezTo>
                    <a:pt x="278" y="836"/>
                    <a:pt x="253" y="871"/>
                    <a:pt x="217" y="877"/>
                  </a:cubicBezTo>
                  <a:cubicBezTo>
                    <a:pt x="213" y="878"/>
                    <a:pt x="209" y="878"/>
                    <a:pt x="206" y="8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9" name="Freeform 879">
              <a:extLst>
                <a:ext uri="{FF2B5EF4-FFF2-40B4-BE49-F238E27FC236}">
                  <a16:creationId xmlns:a16="http://schemas.microsoft.com/office/drawing/2014/main" id="{563834D2-0024-4A0E-A605-5BEA3FF23771}"/>
                </a:ext>
              </a:extLst>
            </p:cNvPr>
            <p:cNvSpPr>
              <a:spLocks/>
            </p:cNvSpPr>
            <p:nvPr/>
          </p:nvSpPr>
          <p:spPr bwMode="auto">
            <a:xfrm>
              <a:off x="5821363" y="1462088"/>
              <a:ext cx="15875" cy="14288"/>
            </a:xfrm>
            <a:custGeom>
              <a:avLst/>
              <a:gdLst>
                <a:gd name="T0" fmla="*/ 72 w 146"/>
                <a:gd name="T1" fmla="*/ 152 h 152"/>
                <a:gd name="T2" fmla="*/ 7 w 146"/>
                <a:gd name="T3" fmla="*/ 97 h 152"/>
                <a:gd name="T4" fmla="*/ 28 w 146"/>
                <a:gd name="T5" fmla="*/ 24 h 152"/>
                <a:gd name="T6" fmla="*/ 63 w 146"/>
                <a:gd name="T7" fmla="*/ 6 h 152"/>
                <a:gd name="T8" fmla="*/ 141 w 146"/>
                <a:gd name="T9" fmla="*/ 60 h 152"/>
                <a:gd name="T10" fmla="*/ 130 w 146"/>
                <a:gd name="T11" fmla="*/ 119 h 152"/>
                <a:gd name="T12" fmla="*/ 84 w 146"/>
                <a:gd name="T13" fmla="*/ 151 h 152"/>
                <a:gd name="T14" fmla="*/ 72 w 146"/>
                <a:gd name="T15" fmla="*/ 152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152">
                  <a:moveTo>
                    <a:pt x="72" y="152"/>
                  </a:moveTo>
                  <a:cubicBezTo>
                    <a:pt x="41" y="152"/>
                    <a:pt x="13" y="130"/>
                    <a:pt x="7" y="97"/>
                  </a:cubicBezTo>
                  <a:cubicBezTo>
                    <a:pt x="0" y="58"/>
                    <a:pt x="14" y="36"/>
                    <a:pt x="28" y="24"/>
                  </a:cubicBezTo>
                  <a:cubicBezTo>
                    <a:pt x="38" y="15"/>
                    <a:pt x="50" y="8"/>
                    <a:pt x="63" y="6"/>
                  </a:cubicBezTo>
                  <a:cubicBezTo>
                    <a:pt x="100" y="0"/>
                    <a:pt x="134" y="24"/>
                    <a:pt x="141" y="60"/>
                  </a:cubicBezTo>
                  <a:cubicBezTo>
                    <a:pt x="146" y="88"/>
                    <a:pt x="139" y="107"/>
                    <a:pt x="130" y="119"/>
                  </a:cubicBezTo>
                  <a:cubicBezTo>
                    <a:pt x="120" y="136"/>
                    <a:pt x="104" y="148"/>
                    <a:pt x="84" y="151"/>
                  </a:cubicBezTo>
                  <a:cubicBezTo>
                    <a:pt x="80" y="152"/>
                    <a:pt x="76" y="152"/>
                    <a:pt x="72" y="1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0" name="Freeform 880">
              <a:extLst>
                <a:ext uri="{FF2B5EF4-FFF2-40B4-BE49-F238E27FC236}">
                  <a16:creationId xmlns:a16="http://schemas.microsoft.com/office/drawing/2014/main" id="{059A0609-DC84-4BF6-B539-7973E3EBAB39}"/>
                </a:ext>
              </a:extLst>
            </p:cNvPr>
            <p:cNvSpPr>
              <a:spLocks/>
            </p:cNvSpPr>
            <p:nvPr/>
          </p:nvSpPr>
          <p:spPr bwMode="auto">
            <a:xfrm>
              <a:off x="5521325" y="1354138"/>
              <a:ext cx="15875" cy="17463"/>
            </a:xfrm>
            <a:custGeom>
              <a:avLst/>
              <a:gdLst>
                <a:gd name="T0" fmla="*/ 78 w 151"/>
                <a:gd name="T1" fmla="*/ 169 h 169"/>
                <a:gd name="T2" fmla="*/ 62 w 151"/>
                <a:gd name="T3" fmla="*/ 168 h 169"/>
                <a:gd name="T4" fmla="*/ 13 w 151"/>
                <a:gd name="T5" fmla="*/ 62 h 169"/>
                <a:gd name="T6" fmla="*/ 89 w 151"/>
                <a:gd name="T7" fmla="*/ 5 h 169"/>
                <a:gd name="T8" fmla="*/ 145 w 151"/>
                <a:gd name="T9" fmla="*/ 81 h 169"/>
                <a:gd name="T10" fmla="*/ 143 w 151"/>
                <a:gd name="T11" fmla="*/ 98 h 169"/>
                <a:gd name="T12" fmla="*/ 92 w 151"/>
                <a:gd name="T13" fmla="*/ 38 h 169"/>
                <a:gd name="T14" fmla="*/ 21 w 151"/>
                <a:gd name="T15" fmla="*/ 71 h 169"/>
                <a:gd name="T16" fmla="*/ 146 w 151"/>
                <a:gd name="T17" fmla="*/ 116 h 169"/>
                <a:gd name="T18" fmla="*/ 78 w 151"/>
                <a:gd name="T19"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 h="169">
                  <a:moveTo>
                    <a:pt x="78" y="169"/>
                  </a:moveTo>
                  <a:cubicBezTo>
                    <a:pt x="69" y="169"/>
                    <a:pt x="63" y="168"/>
                    <a:pt x="62" y="168"/>
                  </a:cubicBezTo>
                  <a:cubicBezTo>
                    <a:pt x="0" y="152"/>
                    <a:pt x="9" y="89"/>
                    <a:pt x="13" y="62"/>
                  </a:cubicBezTo>
                  <a:cubicBezTo>
                    <a:pt x="19" y="25"/>
                    <a:pt x="52" y="0"/>
                    <a:pt x="89" y="5"/>
                  </a:cubicBezTo>
                  <a:cubicBezTo>
                    <a:pt x="125" y="10"/>
                    <a:pt x="151" y="44"/>
                    <a:pt x="145" y="81"/>
                  </a:cubicBezTo>
                  <a:cubicBezTo>
                    <a:pt x="143" y="94"/>
                    <a:pt x="143" y="98"/>
                    <a:pt x="143" y="98"/>
                  </a:cubicBezTo>
                  <a:cubicBezTo>
                    <a:pt x="144" y="79"/>
                    <a:pt x="128" y="46"/>
                    <a:pt x="92" y="38"/>
                  </a:cubicBezTo>
                  <a:cubicBezTo>
                    <a:pt x="57" y="31"/>
                    <a:pt x="28" y="52"/>
                    <a:pt x="21" y="71"/>
                  </a:cubicBezTo>
                  <a:lnTo>
                    <a:pt x="146" y="116"/>
                  </a:lnTo>
                  <a:cubicBezTo>
                    <a:pt x="129" y="162"/>
                    <a:pt x="97" y="169"/>
                    <a:pt x="78" y="1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1" name="Freeform 881">
              <a:extLst>
                <a:ext uri="{FF2B5EF4-FFF2-40B4-BE49-F238E27FC236}">
                  <a16:creationId xmlns:a16="http://schemas.microsoft.com/office/drawing/2014/main" id="{4DF64795-3F7E-4984-B651-F9CBA2A78F11}"/>
                </a:ext>
              </a:extLst>
            </p:cNvPr>
            <p:cNvSpPr>
              <a:spLocks/>
            </p:cNvSpPr>
            <p:nvPr/>
          </p:nvSpPr>
          <p:spPr bwMode="auto">
            <a:xfrm>
              <a:off x="5526088" y="1265238"/>
              <a:ext cx="23813" cy="79375"/>
            </a:xfrm>
            <a:custGeom>
              <a:avLst/>
              <a:gdLst>
                <a:gd name="T0" fmla="*/ 72 w 231"/>
                <a:gd name="T1" fmla="*/ 771 h 771"/>
                <a:gd name="T2" fmla="*/ 62 w 231"/>
                <a:gd name="T3" fmla="*/ 771 h 771"/>
                <a:gd name="T4" fmla="*/ 5 w 231"/>
                <a:gd name="T5" fmla="*/ 695 h 771"/>
                <a:gd name="T6" fmla="*/ 94 w 231"/>
                <a:gd name="T7" fmla="*/ 62 h 771"/>
                <a:gd name="T8" fmla="*/ 169 w 231"/>
                <a:gd name="T9" fmla="*/ 5 h 771"/>
                <a:gd name="T10" fmla="*/ 226 w 231"/>
                <a:gd name="T11" fmla="*/ 80 h 771"/>
                <a:gd name="T12" fmla="*/ 137 w 231"/>
                <a:gd name="T13" fmla="*/ 714 h 771"/>
                <a:gd name="T14" fmla="*/ 72 w 231"/>
                <a:gd name="T15" fmla="*/ 771 h 7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771">
                  <a:moveTo>
                    <a:pt x="72" y="771"/>
                  </a:moveTo>
                  <a:cubicBezTo>
                    <a:pt x="68" y="771"/>
                    <a:pt x="65" y="771"/>
                    <a:pt x="62" y="771"/>
                  </a:cubicBezTo>
                  <a:cubicBezTo>
                    <a:pt x="26" y="766"/>
                    <a:pt x="0" y="732"/>
                    <a:pt x="5" y="695"/>
                  </a:cubicBezTo>
                  <a:cubicBezTo>
                    <a:pt x="41" y="447"/>
                    <a:pt x="94" y="66"/>
                    <a:pt x="94" y="62"/>
                  </a:cubicBezTo>
                  <a:cubicBezTo>
                    <a:pt x="99" y="25"/>
                    <a:pt x="133" y="0"/>
                    <a:pt x="169" y="5"/>
                  </a:cubicBezTo>
                  <a:cubicBezTo>
                    <a:pt x="206" y="10"/>
                    <a:pt x="231" y="43"/>
                    <a:pt x="226" y="80"/>
                  </a:cubicBezTo>
                  <a:cubicBezTo>
                    <a:pt x="226" y="84"/>
                    <a:pt x="173" y="466"/>
                    <a:pt x="137" y="714"/>
                  </a:cubicBezTo>
                  <a:cubicBezTo>
                    <a:pt x="133" y="748"/>
                    <a:pt x="104" y="771"/>
                    <a:pt x="72" y="7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41" name="Rectangle 740">
            <a:extLst>
              <a:ext uri="{FF2B5EF4-FFF2-40B4-BE49-F238E27FC236}">
                <a16:creationId xmlns:a16="http://schemas.microsoft.com/office/drawing/2014/main" id="{74B4E711-7F2F-4F6F-86E2-04B421416B9F}"/>
              </a:ext>
            </a:extLst>
          </p:cNvPr>
          <p:cNvSpPr/>
          <p:nvPr/>
        </p:nvSpPr>
        <p:spPr>
          <a:xfrm>
            <a:off x="6624233"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1,7%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poverty rate</a:t>
            </a:r>
          </a:p>
        </p:txBody>
      </p:sp>
      <p:sp>
        <p:nvSpPr>
          <p:cNvPr id="742" name="Rectangle 741">
            <a:extLst>
              <a:ext uri="{FF2B5EF4-FFF2-40B4-BE49-F238E27FC236}">
                <a16:creationId xmlns:a16="http://schemas.microsoft.com/office/drawing/2014/main" id="{510F694D-3E34-4D62-8C13-746574A46754}"/>
              </a:ext>
            </a:extLst>
          </p:cNvPr>
          <p:cNvSpPr/>
          <p:nvPr/>
        </p:nvSpPr>
        <p:spPr>
          <a:xfrm>
            <a:off x="8199022" y="4589586"/>
            <a:ext cx="148104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95%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health insurance</a:t>
            </a:r>
          </a:p>
        </p:txBody>
      </p:sp>
      <p:sp>
        <p:nvSpPr>
          <p:cNvPr id="743" name="Rectangle 742">
            <a:extLst>
              <a:ext uri="{FF2B5EF4-FFF2-40B4-BE49-F238E27FC236}">
                <a16:creationId xmlns:a16="http://schemas.microsoft.com/office/drawing/2014/main" id="{1CFB4081-1C55-4CBC-902A-5A1DF0BC0316}"/>
              </a:ext>
            </a:extLst>
          </p:cNvPr>
          <p:cNvSpPr/>
          <p:nvPr/>
        </p:nvSpPr>
        <p:spPr>
          <a:xfrm>
            <a:off x="9867472"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97%</a:t>
            </a:r>
            <a:r>
              <a:rPr kumimoji="0" lang="en-US" i="0" u="none" strike="noStrike" kern="0" cap="none" spc="0" normalizeH="0" baseline="0" noProof="0" dirty="0">
                <a:ln>
                  <a:noFill/>
                </a:ln>
                <a:solidFill>
                  <a:schemeClr val="accent1"/>
                </a:solidFill>
                <a:effectLst/>
                <a:uLnTx/>
                <a:uFillTx/>
              </a:rPr>
              <a:t>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literacy rate</a:t>
            </a:r>
          </a:p>
        </p:txBody>
      </p:sp>
      <p:grpSp>
        <p:nvGrpSpPr>
          <p:cNvPr id="744" name="POWER_USER_ID_ICONS_Penny" descr="{&quot;Key&quot;:&quot;POWER_USER_SHAPE_ICON&quot;,&quot;Value&quot;:&quot;POWER_USER_SHAPE_ICON_STYLE_1&quot;}">
            <a:extLst>
              <a:ext uri="{FF2B5EF4-FFF2-40B4-BE49-F238E27FC236}">
                <a16:creationId xmlns:a16="http://schemas.microsoft.com/office/drawing/2014/main" id="{3490EE09-0E0C-4102-9FA9-99CFF1496427}"/>
              </a:ext>
            </a:extLst>
          </p:cNvPr>
          <p:cNvGrpSpPr>
            <a:grpSpLocks noChangeAspect="1"/>
          </p:cNvGrpSpPr>
          <p:nvPr>
            <p:custDataLst>
              <p:tags r:id="rId2"/>
            </p:custDataLst>
          </p:nvPr>
        </p:nvGrpSpPr>
        <p:grpSpPr bwMode="auto">
          <a:xfrm>
            <a:off x="7073616" y="4024420"/>
            <a:ext cx="447635" cy="448698"/>
            <a:chOff x="32" y="32"/>
            <a:chExt cx="421" cy="422"/>
          </a:xfrm>
          <a:solidFill>
            <a:schemeClr val="accent4"/>
          </a:solidFill>
        </p:grpSpPr>
        <p:sp>
          <p:nvSpPr>
            <p:cNvPr id="745" name="POWER_USER_ID_ICONS_Penny">
              <a:extLst>
                <a:ext uri="{FF2B5EF4-FFF2-40B4-BE49-F238E27FC236}">
                  <a16:creationId xmlns:a16="http://schemas.microsoft.com/office/drawing/2014/main" id="{C7DEAF8F-8D32-4ABB-9A6B-7255014616C7}"/>
                </a:ext>
              </a:extLst>
            </p:cNvPr>
            <p:cNvSpPr>
              <a:spLocks noEditPoints="1"/>
            </p:cNvSpPr>
            <p:nvPr>
              <p:custDataLst>
                <p:tags r:id="rId4"/>
              </p:custDataLst>
            </p:nvPr>
          </p:nvSpPr>
          <p:spPr bwMode="auto">
            <a:xfrm>
              <a:off x="32" y="32"/>
              <a:ext cx="421" cy="422"/>
            </a:xfrm>
            <a:custGeom>
              <a:avLst/>
              <a:gdLst>
                <a:gd name="T0" fmla="*/ 560 w 1120"/>
                <a:gd name="T1" fmla="*/ 0 h 1120"/>
                <a:gd name="T2" fmla="*/ 0 w 1120"/>
                <a:gd name="T3" fmla="*/ 560 h 1120"/>
                <a:gd name="T4" fmla="*/ 560 w 1120"/>
                <a:gd name="T5" fmla="*/ 1120 h 1120"/>
                <a:gd name="T6" fmla="*/ 1120 w 1120"/>
                <a:gd name="T7" fmla="*/ 560 h 1120"/>
                <a:gd name="T8" fmla="*/ 560 w 1120"/>
                <a:gd name="T9" fmla="*/ 0 h 1120"/>
                <a:gd name="T10" fmla="*/ 560 w 1120"/>
                <a:gd name="T11" fmla="*/ 1083 h 1120"/>
                <a:gd name="T12" fmla="*/ 37 w 1120"/>
                <a:gd name="T13" fmla="*/ 560 h 1120"/>
                <a:gd name="T14" fmla="*/ 560 w 1120"/>
                <a:gd name="T15" fmla="*/ 37 h 1120"/>
                <a:gd name="T16" fmla="*/ 1083 w 1120"/>
                <a:gd name="T17" fmla="*/ 560 h 1120"/>
                <a:gd name="T18" fmla="*/ 560 w 1120"/>
                <a:gd name="T19" fmla="*/ 1083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0" h="1120">
                  <a:moveTo>
                    <a:pt x="560" y="0"/>
                  </a:moveTo>
                  <a:cubicBezTo>
                    <a:pt x="251" y="0"/>
                    <a:pt x="0" y="251"/>
                    <a:pt x="0" y="560"/>
                  </a:cubicBezTo>
                  <a:cubicBezTo>
                    <a:pt x="0" y="869"/>
                    <a:pt x="251" y="1120"/>
                    <a:pt x="560" y="1120"/>
                  </a:cubicBezTo>
                  <a:cubicBezTo>
                    <a:pt x="869" y="1120"/>
                    <a:pt x="1120" y="869"/>
                    <a:pt x="1120" y="560"/>
                  </a:cubicBezTo>
                  <a:cubicBezTo>
                    <a:pt x="1120" y="251"/>
                    <a:pt x="869" y="0"/>
                    <a:pt x="560" y="0"/>
                  </a:cubicBezTo>
                  <a:close/>
                  <a:moveTo>
                    <a:pt x="560" y="1083"/>
                  </a:moveTo>
                  <a:cubicBezTo>
                    <a:pt x="273" y="1083"/>
                    <a:pt x="37" y="848"/>
                    <a:pt x="37" y="560"/>
                  </a:cubicBezTo>
                  <a:cubicBezTo>
                    <a:pt x="37" y="273"/>
                    <a:pt x="273" y="37"/>
                    <a:pt x="560" y="37"/>
                  </a:cubicBezTo>
                  <a:cubicBezTo>
                    <a:pt x="848" y="37"/>
                    <a:pt x="1083" y="273"/>
                    <a:pt x="1083" y="560"/>
                  </a:cubicBezTo>
                  <a:cubicBezTo>
                    <a:pt x="1083" y="848"/>
                    <a:pt x="848" y="1083"/>
                    <a:pt x="560" y="108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6" name="POWER_USER_ID_ICONS_Penny">
              <a:extLst>
                <a:ext uri="{FF2B5EF4-FFF2-40B4-BE49-F238E27FC236}">
                  <a16:creationId xmlns:a16="http://schemas.microsoft.com/office/drawing/2014/main" id="{64CA19AD-0061-46EA-A9CB-887AD44378A0}"/>
                </a:ext>
              </a:extLst>
            </p:cNvPr>
            <p:cNvSpPr>
              <a:spLocks noEditPoints="1"/>
            </p:cNvSpPr>
            <p:nvPr>
              <p:custDataLst>
                <p:tags r:id="rId5"/>
              </p:custDataLst>
            </p:nvPr>
          </p:nvSpPr>
          <p:spPr bwMode="auto">
            <a:xfrm>
              <a:off x="118" y="108"/>
              <a:ext cx="221" cy="310"/>
            </a:xfrm>
            <a:custGeom>
              <a:avLst/>
              <a:gdLst>
                <a:gd name="T0" fmla="*/ 456 w 586"/>
                <a:gd name="T1" fmla="*/ 570 h 825"/>
                <a:gd name="T2" fmla="*/ 395 w 586"/>
                <a:gd name="T3" fmla="*/ 492 h 825"/>
                <a:gd name="T4" fmla="*/ 417 w 586"/>
                <a:gd name="T5" fmla="*/ 464 h 825"/>
                <a:gd name="T6" fmla="*/ 420 w 586"/>
                <a:gd name="T7" fmla="*/ 464 h 825"/>
                <a:gd name="T8" fmla="*/ 486 w 586"/>
                <a:gd name="T9" fmla="*/ 403 h 825"/>
                <a:gd name="T10" fmla="*/ 472 w 586"/>
                <a:gd name="T11" fmla="*/ 336 h 825"/>
                <a:gd name="T12" fmla="*/ 469 w 586"/>
                <a:gd name="T13" fmla="*/ 323 h 825"/>
                <a:gd name="T14" fmla="*/ 471 w 586"/>
                <a:gd name="T15" fmla="*/ 321 h 825"/>
                <a:gd name="T16" fmla="*/ 505 w 586"/>
                <a:gd name="T17" fmla="*/ 279 h 825"/>
                <a:gd name="T18" fmla="*/ 489 w 586"/>
                <a:gd name="T19" fmla="*/ 225 h 825"/>
                <a:gd name="T20" fmla="*/ 475 w 586"/>
                <a:gd name="T21" fmla="*/ 186 h 825"/>
                <a:gd name="T22" fmla="*/ 479 w 586"/>
                <a:gd name="T23" fmla="*/ 145 h 825"/>
                <a:gd name="T24" fmla="*/ 436 w 586"/>
                <a:gd name="T25" fmla="*/ 24 h 825"/>
                <a:gd name="T26" fmla="*/ 336 w 586"/>
                <a:gd name="T27" fmla="*/ 0 h 825"/>
                <a:gd name="T28" fmla="*/ 136 w 586"/>
                <a:gd name="T29" fmla="*/ 134 h 825"/>
                <a:gd name="T30" fmla="*/ 156 w 586"/>
                <a:gd name="T31" fmla="*/ 349 h 825"/>
                <a:gd name="T32" fmla="*/ 184 w 586"/>
                <a:gd name="T33" fmla="*/ 386 h 825"/>
                <a:gd name="T34" fmla="*/ 205 w 586"/>
                <a:gd name="T35" fmla="*/ 421 h 825"/>
                <a:gd name="T36" fmla="*/ 184 w 586"/>
                <a:gd name="T37" fmla="*/ 444 h 825"/>
                <a:gd name="T38" fmla="*/ 2 w 586"/>
                <a:gd name="T39" fmla="*/ 688 h 825"/>
                <a:gd name="T40" fmla="*/ 7 w 586"/>
                <a:gd name="T41" fmla="*/ 708 h 825"/>
                <a:gd name="T42" fmla="*/ 302 w 586"/>
                <a:gd name="T43" fmla="*/ 825 h 825"/>
                <a:gd name="T44" fmla="*/ 327 w 586"/>
                <a:gd name="T45" fmla="*/ 825 h 825"/>
                <a:gd name="T46" fmla="*/ 327 w 586"/>
                <a:gd name="T47" fmla="*/ 825 h 825"/>
                <a:gd name="T48" fmla="*/ 576 w 586"/>
                <a:gd name="T49" fmla="*/ 765 h 825"/>
                <a:gd name="T50" fmla="*/ 584 w 586"/>
                <a:gd name="T51" fmla="*/ 744 h 825"/>
                <a:gd name="T52" fmla="*/ 456 w 586"/>
                <a:gd name="T53" fmla="*/ 570 h 825"/>
                <a:gd name="T54" fmla="*/ 302 w 586"/>
                <a:gd name="T55" fmla="*/ 786 h 825"/>
                <a:gd name="T56" fmla="*/ 40 w 586"/>
                <a:gd name="T57" fmla="*/ 686 h 825"/>
                <a:gd name="T58" fmla="*/ 201 w 586"/>
                <a:gd name="T59" fmla="*/ 474 h 825"/>
                <a:gd name="T60" fmla="*/ 240 w 586"/>
                <a:gd name="T61" fmla="*/ 425 h 825"/>
                <a:gd name="T62" fmla="*/ 209 w 586"/>
                <a:gd name="T63" fmla="*/ 360 h 825"/>
                <a:gd name="T64" fmla="*/ 187 w 586"/>
                <a:gd name="T65" fmla="*/ 331 h 825"/>
                <a:gd name="T66" fmla="*/ 169 w 586"/>
                <a:gd name="T67" fmla="*/ 146 h 825"/>
                <a:gd name="T68" fmla="*/ 334 w 586"/>
                <a:gd name="T69" fmla="*/ 36 h 825"/>
                <a:gd name="T70" fmla="*/ 416 w 586"/>
                <a:gd name="T71" fmla="*/ 56 h 825"/>
                <a:gd name="T72" fmla="*/ 441 w 586"/>
                <a:gd name="T73" fmla="*/ 132 h 825"/>
                <a:gd name="T74" fmla="*/ 440 w 586"/>
                <a:gd name="T75" fmla="*/ 139 h 825"/>
                <a:gd name="T76" fmla="*/ 436 w 586"/>
                <a:gd name="T77" fmla="*/ 191 h 825"/>
                <a:gd name="T78" fmla="*/ 454 w 586"/>
                <a:gd name="T79" fmla="*/ 241 h 825"/>
                <a:gd name="T80" fmla="*/ 467 w 586"/>
                <a:gd name="T81" fmla="*/ 279 h 825"/>
                <a:gd name="T82" fmla="*/ 454 w 586"/>
                <a:gd name="T83" fmla="*/ 289 h 825"/>
                <a:gd name="T84" fmla="*/ 430 w 586"/>
                <a:gd name="T85" fmla="*/ 317 h 825"/>
                <a:gd name="T86" fmla="*/ 436 w 586"/>
                <a:gd name="T87" fmla="*/ 347 h 825"/>
                <a:gd name="T88" fmla="*/ 449 w 586"/>
                <a:gd name="T89" fmla="*/ 405 h 825"/>
                <a:gd name="T90" fmla="*/ 416 w 586"/>
                <a:gd name="T91" fmla="*/ 426 h 825"/>
                <a:gd name="T92" fmla="*/ 414 w 586"/>
                <a:gd name="T93" fmla="*/ 426 h 825"/>
                <a:gd name="T94" fmla="*/ 357 w 586"/>
                <a:gd name="T95" fmla="*/ 492 h 825"/>
                <a:gd name="T96" fmla="*/ 430 w 586"/>
                <a:gd name="T97" fmla="*/ 596 h 825"/>
                <a:gd name="T98" fmla="*/ 542 w 586"/>
                <a:gd name="T99" fmla="*/ 740 h 825"/>
                <a:gd name="T100" fmla="*/ 302 w 586"/>
                <a:gd name="T101" fmla="*/ 786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6" h="825">
                  <a:moveTo>
                    <a:pt x="456" y="570"/>
                  </a:moveTo>
                  <a:cubicBezTo>
                    <a:pt x="424" y="541"/>
                    <a:pt x="396" y="516"/>
                    <a:pt x="395" y="492"/>
                  </a:cubicBezTo>
                  <a:cubicBezTo>
                    <a:pt x="395" y="466"/>
                    <a:pt x="402" y="465"/>
                    <a:pt x="417" y="464"/>
                  </a:cubicBezTo>
                  <a:lnTo>
                    <a:pt x="420" y="464"/>
                  </a:lnTo>
                  <a:cubicBezTo>
                    <a:pt x="439" y="461"/>
                    <a:pt x="490" y="456"/>
                    <a:pt x="486" y="403"/>
                  </a:cubicBezTo>
                  <a:cubicBezTo>
                    <a:pt x="485" y="379"/>
                    <a:pt x="477" y="355"/>
                    <a:pt x="472" y="336"/>
                  </a:cubicBezTo>
                  <a:cubicBezTo>
                    <a:pt x="471" y="331"/>
                    <a:pt x="470" y="326"/>
                    <a:pt x="469" y="323"/>
                  </a:cubicBezTo>
                  <a:cubicBezTo>
                    <a:pt x="470" y="323"/>
                    <a:pt x="471" y="321"/>
                    <a:pt x="471" y="321"/>
                  </a:cubicBezTo>
                  <a:cubicBezTo>
                    <a:pt x="484" y="315"/>
                    <a:pt x="505" y="303"/>
                    <a:pt x="505" y="279"/>
                  </a:cubicBezTo>
                  <a:cubicBezTo>
                    <a:pt x="505" y="263"/>
                    <a:pt x="496" y="245"/>
                    <a:pt x="489" y="225"/>
                  </a:cubicBezTo>
                  <a:cubicBezTo>
                    <a:pt x="482" y="211"/>
                    <a:pt x="476" y="196"/>
                    <a:pt x="475" y="186"/>
                  </a:cubicBezTo>
                  <a:cubicBezTo>
                    <a:pt x="475" y="181"/>
                    <a:pt x="476" y="163"/>
                    <a:pt x="479" y="145"/>
                  </a:cubicBezTo>
                  <a:cubicBezTo>
                    <a:pt x="491" y="115"/>
                    <a:pt x="497" y="55"/>
                    <a:pt x="436" y="24"/>
                  </a:cubicBezTo>
                  <a:cubicBezTo>
                    <a:pt x="406" y="8"/>
                    <a:pt x="372" y="0"/>
                    <a:pt x="336" y="0"/>
                  </a:cubicBezTo>
                  <a:cubicBezTo>
                    <a:pt x="265" y="0"/>
                    <a:pt x="176" y="35"/>
                    <a:pt x="136" y="134"/>
                  </a:cubicBezTo>
                  <a:cubicBezTo>
                    <a:pt x="100" y="225"/>
                    <a:pt x="142" y="321"/>
                    <a:pt x="156" y="349"/>
                  </a:cubicBezTo>
                  <a:cubicBezTo>
                    <a:pt x="162" y="363"/>
                    <a:pt x="174" y="374"/>
                    <a:pt x="184" y="386"/>
                  </a:cubicBezTo>
                  <a:cubicBezTo>
                    <a:pt x="195" y="399"/>
                    <a:pt x="206" y="413"/>
                    <a:pt x="205" y="421"/>
                  </a:cubicBezTo>
                  <a:cubicBezTo>
                    <a:pt x="205" y="425"/>
                    <a:pt x="201" y="433"/>
                    <a:pt x="184" y="444"/>
                  </a:cubicBezTo>
                  <a:cubicBezTo>
                    <a:pt x="59" y="523"/>
                    <a:pt x="5" y="681"/>
                    <a:pt x="2" y="688"/>
                  </a:cubicBezTo>
                  <a:cubicBezTo>
                    <a:pt x="0" y="695"/>
                    <a:pt x="2" y="703"/>
                    <a:pt x="7" y="708"/>
                  </a:cubicBezTo>
                  <a:cubicBezTo>
                    <a:pt x="12" y="713"/>
                    <a:pt x="131" y="819"/>
                    <a:pt x="302" y="825"/>
                  </a:cubicBezTo>
                  <a:lnTo>
                    <a:pt x="327" y="825"/>
                  </a:lnTo>
                  <a:lnTo>
                    <a:pt x="327" y="825"/>
                  </a:lnTo>
                  <a:cubicBezTo>
                    <a:pt x="484" y="825"/>
                    <a:pt x="572" y="768"/>
                    <a:pt x="576" y="765"/>
                  </a:cubicBezTo>
                  <a:cubicBezTo>
                    <a:pt x="584" y="760"/>
                    <a:pt x="586" y="753"/>
                    <a:pt x="584" y="744"/>
                  </a:cubicBezTo>
                  <a:cubicBezTo>
                    <a:pt x="559" y="663"/>
                    <a:pt x="502" y="611"/>
                    <a:pt x="456" y="570"/>
                  </a:cubicBezTo>
                  <a:close/>
                  <a:moveTo>
                    <a:pt x="302" y="786"/>
                  </a:moveTo>
                  <a:cubicBezTo>
                    <a:pt x="171" y="781"/>
                    <a:pt x="71" y="710"/>
                    <a:pt x="40" y="686"/>
                  </a:cubicBezTo>
                  <a:cubicBezTo>
                    <a:pt x="55" y="649"/>
                    <a:pt x="106" y="534"/>
                    <a:pt x="201" y="474"/>
                  </a:cubicBezTo>
                  <a:cubicBezTo>
                    <a:pt x="225" y="459"/>
                    <a:pt x="237" y="442"/>
                    <a:pt x="240" y="425"/>
                  </a:cubicBezTo>
                  <a:cubicBezTo>
                    <a:pt x="244" y="399"/>
                    <a:pt x="225" y="379"/>
                    <a:pt x="209" y="360"/>
                  </a:cubicBezTo>
                  <a:cubicBezTo>
                    <a:pt x="200" y="350"/>
                    <a:pt x="191" y="340"/>
                    <a:pt x="187" y="331"/>
                  </a:cubicBezTo>
                  <a:cubicBezTo>
                    <a:pt x="175" y="308"/>
                    <a:pt x="139" y="223"/>
                    <a:pt x="169" y="146"/>
                  </a:cubicBezTo>
                  <a:cubicBezTo>
                    <a:pt x="196" y="77"/>
                    <a:pt x="257" y="36"/>
                    <a:pt x="334" y="36"/>
                  </a:cubicBezTo>
                  <a:cubicBezTo>
                    <a:pt x="364" y="36"/>
                    <a:pt x="392" y="44"/>
                    <a:pt x="416" y="56"/>
                  </a:cubicBezTo>
                  <a:cubicBezTo>
                    <a:pt x="462" y="81"/>
                    <a:pt x="444" y="126"/>
                    <a:pt x="441" y="132"/>
                  </a:cubicBezTo>
                  <a:cubicBezTo>
                    <a:pt x="440" y="134"/>
                    <a:pt x="440" y="136"/>
                    <a:pt x="440" y="139"/>
                  </a:cubicBezTo>
                  <a:cubicBezTo>
                    <a:pt x="439" y="151"/>
                    <a:pt x="435" y="180"/>
                    <a:pt x="436" y="191"/>
                  </a:cubicBezTo>
                  <a:cubicBezTo>
                    <a:pt x="437" y="206"/>
                    <a:pt x="446" y="224"/>
                    <a:pt x="454" y="241"/>
                  </a:cubicBezTo>
                  <a:cubicBezTo>
                    <a:pt x="460" y="255"/>
                    <a:pt x="467" y="271"/>
                    <a:pt x="467" y="279"/>
                  </a:cubicBezTo>
                  <a:cubicBezTo>
                    <a:pt x="467" y="281"/>
                    <a:pt x="457" y="286"/>
                    <a:pt x="454" y="289"/>
                  </a:cubicBezTo>
                  <a:cubicBezTo>
                    <a:pt x="444" y="294"/>
                    <a:pt x="430" y="301"/>
                    <a:pt x="430" y="317"/>
                  </a:cubicBezTo>
                  <a:cubicBezTo>
                    <a:pt x="430" y="325"/>
                    <a:pt x="432" y="332"/>
                    <a:pt x="436" y="347"/>
                  </a:cubicBezTo>
                  <a:cubicBezTo>
                    <a:pt x="441" y="365"/>
                    <a:pt x="447" y="386"/>
                    <a:pt x="449" y="405"/>
                  </a:cubicBezTo>
                  <a:cubicBezTo>
                    <a:pt x="450" y="415"/>
                    <a:pt x="450" y="424"/>
                    <a:pt x="416" y="426"/>
                  </a:cubicBezTo>
                  <a:lnTo>
                    <a:pt x="414" y="426"/>
                  </a:lnTo>
                  <a:cubicBezTo>
                    <a:pt x="400" y="427"/>
                    <a:pt x="356" y="431"/>
                    <a:pt x="357" y="492"/>
                  </a:cubicBezTo>
                  <a:cubicBezTo>
                    <a:pt x="359" y="531"/>
                    <a:pt x="391" y="561"/>
                    <a:pt x="430" y="596"/>
                  </a:cubicBezTo>
                  <a:cubicBezTo>
                    <a:pt x="471" y="634"/>
                    <a:pt x="519" y="676"/>
                    <a:pt x="542" y="740"/>
                  </a:cubicBezTo>
                  <a:cubicBezTo>
                    <a:pt x="512" y="756"/>
                    <a:pt x="429" y="791"/>
                    <a:pt x="302" y="78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7" name="POWER_USER_ID_ICONS_Penny">
              <a:extLst>
                <a:ext uri="{FF2B5EF4-FFF2-40B4-BE49-F238E27FC236}">
                  <a16:creationId xmlns:a16="http://schemas.microsoft.com/office/drawing/2014/main" id="{61AC65E6-C5C4-406E-9F3D-EAD9EAE4FC5B}"/>
                </a:ext>
              </a:extLst>
            </p:cNvPr>
            <p:cNvSpPr>
              <a:spLocks noEditPoints="1"/>
            </p:cNvSpPr>
            <p:nvPr>
              <p:custDataLst>
                <p:tags r:id="rId6"/>
              </p:custDataLst>
            </p:nvPr>
          </p:nvSpPr>
          <p:spPr bwMode="auto">
            <a:xfrm>
              <a:off x="332" y="182"/>
              <a:ext cx="78" cy="128"/>
            </a:xfrm>
            <a:custGeom>
              <a:avLst/>
              <a:gdLst>
                <a:gd name="T0" fmla="*/ 191 w 208"/>
                <a:gd name="T1" fmla="*/ 208 h 338"/>
                <a:gd name="T2" fmla="*/ 165 w 208"/>
                <a:gd name="T3" fmla="*/ 212 h 338"/>
                <a:gd name="T4" fmla="*/ 126 w 208"/>
                <a:gd name="T5" fmla="*/ 238 h 338"/>
                <a:gd name="T6" fmla="*/ 126 w 208"/>
                <a:gd name="T7" fmla="*/ 100 h 338"/>
                <a:gd name="T8" fmla="*/ 170 w 208"/>
                <a:gd name="T9" fmla="*/ 132 h 338"/>
                <a:gd name="T10" fmla="*/ 196 w 208"/>
                <a:gd name="T11" fmla="*/ 138 h 338"/>
                <a:gd name="T12" fmla="*/ 202 w 208"/>
                <a:gd name="T13" fmla="*/ 112 h 338"/>
                <a:gd name="T14" fmla="*/ 127 w 208"/>
                <a:gd name="T15" fmla="*/ 60 h 338"/>
                <a:gd name="T16" fmla="*/ 127 w 208"/>
                <a:gd name="T17" fmla="*/ 18 h 338"/>
                <a:gd name="T18" fmla="*/ 108 w 208"/>
                <a:gd name="T19" fmla="*/ 0 h 338"/>
                <a:gd name="T20" fmla="*/ 90 w 208"/>
                <a:gd name="T21" fmla="*/ 18 h 338"/>
                <a:gd name="T22" fmla="*/ 90 w 208"/>
                <a:gd name="T23" fmla="*/ 60 h 338"/>
                <a:gd name="T24" fmla="*/ 0 w 208"/>
                <a:gd name="T25" fmla="*/ 167 h 338"/>
                <a:gd name="T26" fmla="*/ 90 w 208"/>
                <a:gd name="T27" fmla="*/ 275 h 338"/>
                <a:gd name="T28" fmla="*/ 90 w 208"/>
                <a:gd name="T29" fmla="*/ 320 h 338"/>
                <a:gd name="T30" fmla="*/ 108 w 208"/>
                <a:gd name="T31" fmla="*/ 338 h 338"/>
                <a:gd name="T32" fmla="*/ 127 w 208"/>
                <a:gd name="T33" fmla="*/ 319 h 338"/>
                <a:gd name="T34" fmla="*/ 127 w 208"/>
                <a:gd name="T35" fmla="*/ 274 h 338"/>
                <a:gd name="T36" fmla="*/ 196 w 208"/>
                <a:gd name="T37" fmla="*/ 233 h 338"/>
                <a:gd name="T38" fmla="*/ 191 w 208"/>
                <a:gd name="T39" fmla="*/ 208 h 338"/>
                <a:gd name="T40" fmla="*/ 35 w 208"/>
                <a:gd name="T41" fmla="*/ 170 h 338"/>
                <a:gd name="T42" fmla="*/ 87 w 208"/>
                <a:gd name="T43" fmla="*/ 101 h 338"/>
                <a:gd name="T44" fmla="*/ 87 w 208"/>
                <a:gd name="T45" fmla="*/ 240 h 338"/>
                <a:gd name="T46" fmla="*/ 35 w 208"/>
                <a:gd name="T47" fmla="*/ 17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8" h="338">
                  <a:moveTo>
                    <a:pt x="191" y="208"/>
                  </a:moveTo>
                  <a:cubicBezTo>
                    <a:pt x="182" y="202"/>
                    <a:pt x="171" y="203"/>
                    <a:pt x="165" y="212"/>
                  </a:cubicBezTo>
                  <a:cubicBezTo>
                    <a:pt x="155" y="225"/>
                    <a:pt x="141" y="235"/>
                    <a:pt x="126" y="238"/>
                  </a:cubicBezTo>
                  <a:lnTo>
                    <a:pt x="126" y="100"/>
                  </a:lnTo>
                  <a:cubicBezTo>
                    <a:pt x="143" y="105"/>
                    <a:pt x="160" y="116"/>
                    <a:pt x="170" y="132"/>
                  </a:cubicBezTo>
                  <a:cubicBezTo>
                    <a:pt x="175" y="141"/>
                    <a:pt x="186" y="143"/>
                    <a:pt x="196" y="138"/>
                  </a:cubicBezTo>
                  <a:cubicBezTo>
                    <a:pt x="205" y="133"/>
                    <a:pt x="208" y="122"/>
                    <a:pt x="202" y="112"/>
                  </a:cubicBezTo>
                  <a:cubicBezTo>
                    <a:pt x="186" y="85"/>
                    <a:pt x="158" y="66"/>
                    <a:pt x="127" y="60"/>
                  </a:cubicBezTo>
                  <a:lnTo>
                    <a:pt x="127" y="18"/>
                  </a:lnTo>
                  <a:cubicBezTo>
                    <a:pt x="127" y="8"/>
                    <a:pt x="118" y="0"/>
                    <a:pt x="108" y="0"/>
                  </a:cubicBezTo>
                  <a:cubicBezTo>
                    <a:pt x="98" y="0"/>
                    <a:pt x="90" y="8"/>
                    <a:pt x="90" y="18"/>
                  </a:cubicBezTo>
                  <a:lnTo>
                    <a:pt x="90" y="60"/>
                  </a:lnTo>
                  <a:cubicBezTo>
                    <a:pt x="38" y="68"/>
                    <a:pt x="0" y="113"/>
                    <a:pt x="0" y="167"/>
                  </a:cubicBezTo>
                  <a:cubicBezTo>
                    <a:pt x="0" y="221"/>
                    <a:pt x="38" y="266"/>
                    <a:pt x="90" y="275"/>
                  </a:cubicBezTo>
                  <a:lnTo>
                    <a:pt x="90" y="320"/>
                  </a:lnTo>
                  <a:cubicBezTo>
                    <a:pt x="90" y="330"/>
                    <a:pt x="98" y="338"/>
                    <a:pt x="108" y="338"/>
                  </a:cubicBezTo>
                  <a:cubicBezTo>
                    <a:pt x="118" y="338"/>
                    <a:pt x="127" y="329"/>
                    <a:pt x="127" y="319"/>
                  </a:cubicBezTo>
                  <a:lnTo>
                    <a:pt x="127" y="274"/>
                  </a:lnTo>
                  <a:cubicBezTo>
                    <a:pt x="155" y="269"/>
                    <a:pt x="178" y="256"/>
                    <a:pt x="196" y="233"/>
                  </a:cubicBezTo>
                  <a:cubicBezTo>
                    <a:pt x="201" y="227"/>
                    <a:pt x="198" y="215"/>
                    <a:pt x="191" y="208"/>
                  </a:cubicBezTo>
                  <a:close/>
                  <a:moveTo>
                    <a:pt x="35" y="170"/>
                  </a:moveTo>
                  <a:cubicBezTo>
                    <a:pt x="35" y="137"/>
                    <a:pt x="57" y="108"/>
                    <a:pt x="87" y="101"/>
                  </a:cubicBezTo>
                  <a:lnTo>
                    <a:pt x="87" y="240"/>
                  </a:lnTo>
                  <a:cubicBezTo>
                    <a:pt x="57" y="230"/>
                    <a:pt x="35" y="202"/>
                    <a:pt x="35" y="1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48" name="Health7" descr="{&quot;Key&quot;:&quot;POWER_USER_SHAPE_ICON&quot;,&quot;Value&quot;:&quot;POWER_USER_SHAPE_ICON_STYLE_1&quot;}">
            <a:extLst>
              <a:ext uri="{FF2B5EF4-FFF2-40B4-BE49-F238E27FC236}">
                <a16:creationId xmlns:a16="http://schemas.microsoft.com/office/drawing/2014/main" id="{75CB021B-4D63-48AD-BBEC-E0D12BA9F969}"/>
              </a:ext>
            </a:extLst>
          </p:cNvPr>
          <p:cNvGrpSpPr>
            <a:grpSpLocks noChangeAspect="1"/>
          </p:cNvGrpSpPr>
          <p:nvPr>
            <p:custDataLst>
              <p:tags r:id="rId3"/>
            </p:custDataLst>
          </p:nvPr>
        </p:nvGrpSpPr>
        <p:grpSpPr>
          <a:xfrm>
            <a:off x="8723339" y="3954661"/>
            <a:ext cx="432407" cy="541244"/>
            <a:chOff x="6651626" y="2724151"/>
            <a:chExt cx="233363" cy="292100"/>
          </a:xfrm>
          <a:solidFill>
            <a:schemeClr val="accent4"/>
          </a:solidFill>
        </p:grpSpPr>
        <p:sp>
          <p:nvSpPr>
            <p:cNvPr id="749" name="Freeform 788">
              <a:extLst>
                <a:ext uri="{FF2B5EF4-FFF2-40B4-BE49-F238E27FC236}">
                  <a16:creationId xmlns:a16="http://schemas.microsoft.com/office/drawing/2014/main" id="{4D109C2B-0B95-4576-9508-ED2D69B5556B}"/>
                </a:ext>
              </a:extLst>
            </p:cNvPr>
            <p:cNvSpPr>
              <a:spLocks noEditPoints="1"/>
            </p:cNvSpPr>
            <p:nvPr/>
          </p:nvSpPr>
          <p:spPr bwMode="auto">
            <a:xfrm>
              <a:off x="6651626" y="2724151"/>
              <a:ext cx="233363" cy="292100"/>
            </a:xfrm>
            <a:custGeom>
              <a:avLst/>
              <a:gdLst>
                <a:gd name="T0" fmla="*/ 145 w 307"/>
                <a:gd name="T1" fmla="*/ 224 h 384"/>
                <a:gd name="T2" fmla="*/ 277 w 307"/>
                <a:gd name="T3" fmla="*/ 130 h 384"/>
                <a:gd name="T4" fmla="*/ 184 w 307"/>
                <a:gd name="T5" fmla="*/ 38 h 384"/>
                <a:gd name="T6" fmla="*/ 173 w 307"/>
                <a:gd name="T7" fmla="*/ 43 h 384"/>
                <a:gd name="T8" fmla="*/ 115 w 307"/>
                <a:gd name="T9" fmla="*/ 60 h 384"/>
                <a:gd name="T10" fmla="*/ 96 w 307"/>
                <a:gd name="T11" fmla="*/ 54 h 384"/>
                <a:gd name="T12" fmla="*/ 109 w 307"/>
                <a:gd name="T13" fmla="*/ 34 h 384"/>
                <a:gd name="T14" fmla="*/ 241 w 307"/>
                <a:gd name="T15" fmla="*/ 36 h 384"/>
                <a:gd name="T16" fmla="*/ 123 w 307"/>
                <a:gd name="T17" fmla="*/ 293 h 384"/>
                <a:gd name="T18" fmla="*/ 136 w 307"/>
                <a:gd name="T19" fmla="*/ 198 h 384"/>
                <a:gd name="T20" fmla="*/ 166 w 307"/>
                <a:gd name="T21" fmla="*/ 299 h 384"/>
                <a:gd name="T22" fmla="*/ 190 w 307"/>
                <a:gd name="T23" fmla="*/ 340 h 384"/>
                <a:gd name="T24" fmla="*/ 136 w 307"/>
                <a:gd name="T25" fmla="*/ 311 h 384"/>
                <a:gd name="T26" fmla="*/ 114 w 307"/>
                <a:gd name="T27" fmla="*/ 320 h 384"/>
                <a:gd name="T28" fmla="*/ 64 w 307"/>
                <a:gd name="T29" fmla="*/ 218 h 384"/>
                <a:gd name="T30" fmla="*/ 64 w 307"/>
                <a:gd name="T31" fmla="*/ 234 h 384"/>
                <a:gd name="T32" fmla="*/ 114 w 307"/>
                <a:gd name="T33" fmla="*/ 306 h 384"/>
                <a:gd name="T34" fmla="*/ 128 w 307"/>
                <a:gd name="T35" fmla="*/ 343 h 384"/>
                <a:gd name="T36" fmla="*/ 133 w 307"/>
                <a:gd name="T37" fmla="*/ 322 h 384"/>
                <a:gd name="T38" fmla="*/ 94 w 307"/>
                <a:gd name="T39" fmla="*/ 372 h 384"/>
                <a:gd name="T40" fmla="*/ 113 w 307"/>
                <a:gd name="T41" fmla="*/ 296 h 384"/>
                <a:gd name="T42" fmla="*/ 43 w 307"/>
                <a:gd name="T43" fmla="*/ 279 h 384"/>
                <a:gd name="T44" fmla="*/ 113 w 307"/>
                <a:gd name="T45" fmla="*/ 296 h 384"/>
                <a:gd name="T46" fmla="*/ 128 w 307"/>
                <a:gd name="T47" fmla="*/ 189 h 384"/>
                <a:gd name="T48" fmla="*/ 133 w 307"/>
                <a:gd name="T49" fmla="*/ 11 h 384"/>
                <a:gd name="T50" fmla="*/ 83 w 307"/>
                <a:gd name="T51" fmla="*/ 46 h 384"/>
                <a:gd name="T52" fmla="*/ 86 w 307"/>
                <a:gd name="T53" fmla="*/ 61 h 384"/>
                <a:gd name="T54" fmla="*/ 66 w 307"/>
                <a:gd name="T55" fmla="*/ 77 h 384"/>
                <a:gd name="T56" fmla="*/ 95 w 307"/>
                <a:gd name="T57" fmla="*/ 65 h 384"/>
                <a:gd name="T58" fmla="*/ 181 w 307"/>
                <a:gd name="T59" fmla="*/ 49 h 384"/>
                <a:gd name="T60" fmla="*/ 215 w 307"/>
                <a:gd name="T61" fmla="*/ 215 h 384"/>
                <a:gd name="T62" fmla="*/ 256 w 307"/>
                <a:gd name="T63" fmla="*/ 105 h 384"/>
                <a:gd name="T64" fmla="*/ 5 w 307"/>
                <a:gd name="T65" fmla="*/ 100 h 384"/>
                <a:gd name="T66" fmla="*/ 111 w 307"/>
                <a:gd name="T67" fmla="*/ 197 h 384"/>
                <a:gd name="T68" fmla="*/ 6 w 307"/>
                <a:gd name="T69" fmla="*/ 282 h 384"/>
                <a:gd name="T70" fmla="*/ 114 w 307"/>
                <a:gd name="T71" fmla="*/ 345 h 384"/>
                <a:gd name="T72" fmla="*/ 168 w 307"/>
                <a:gd name="T73" fmla="*/ 382 h 384"/>
                <a:gd name="T74" fmla="*/ 143 w 307"/>
                <a:gd name="T75" fmla="*/ 320 h 384"/>
                <a:gd name="T76" fmla="*/ 208 w 307"/>
                <a:gd name="T77" fmla="*/ 383 h 384"/>
                <a:gd name="T78" fmla="*/ 215 w 307"/>
                <a:gd name="T79" fmla="*/ 378 h 384"/>
                <a:gd name="T80" fmla="*/ 143 w 307"/>
                <a:gd name="T81" fmla="*/ 288 h 384"/>
                <a:gd name="T82" fmla="*/ 219 w 307"/>
                <a:gd name="T83" fmla="*/ 25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7" h="384">
                  <a:moveTo>
                    <a:pt x="217" y="243"/>
                  </a:moveTo>
                  <a:cubicBezTo>
                    <a:pt x="190" y="249"/>
                    <a:pt x="166" y="245"/>
                    <a:pt x="144" y="241"/>
                  </a:cubicBezTo>
                  <a:lnTo>
                    <a:pt x="145" y="224"/>
                  </a:lnTo>
                  <a:cubicBezTo>
                    <a:pt x="158" y="227"/>
                    <a:pt x="172" y="229"/>
                    <a:pt x="185" y="229"/>
                  </a:cubicBezTo>
                  <a:cubicBezTo>
                    <a:pt x="196" y="229"/>
                    <a:pt x="207" y="228"/>
                    <a:pt x="218" y="224"/>
                  </a:cubicBezTo>
                  <a:cubicBezTo>
                    <a:pt x="255" y="212"/>
                    <a:pt x="279" y="173"/>
                    <a:pt x="277" y="130"/>
                  </a:cubicBezTo>
                  <a:cubicBezTo>
                    <a:pt x="275" y="103"/>
                    <a:pt x="264" y="79"/>
                    <a:pt x="244" y="62"/>
                  </a:cubicBezTo>
                  <a:cubicBezTo>
                    <a:pt x="227" y="47"/>
                    <a:pt x="206" y="40"/>
                    <a:pt x="183" y="40"/>
                  </a:cubicBezTo>
                  <a:lnTo>
                    <a:pt x="184" y="38"/>
                  </a:lnTo>
                  <a:cubicBezTo>
                    <a:pt x="184" y="35"/>
                    <a:pt x="182" y="33"/>
                    <a:pt x="180" y="33"/>
                  </a:cubicBezTo>
                  <a:cubicBezTo>
                    <a:pt x="177" y="32"/>
                    <a:pt x="175" y="34"/>
                    <a:pt x="174" y="37"/>
                  </a:cubicBezTo>
                  <a:lnTo>
                    <a:pt x="173" y="43"/>
                  </a:lnTo>
                  <a:cubicBezTo>
                    <a:pt x="166" y="66"/>
                    <a:pt x="132" y="63"/>
                    <a:pt x="103" y="61"/>
                  </a:cubicBezTo>
                  <a:lnTo>
                    <a:pt x="103" y="61"/>
                  </a:lnTo>
                  <a:cubicBezTo>
                    <a:pt x="106" y="60"/>
                    <a:pt x="110" y="60"/>
                    <a:pt x="115" y="60"/>
                  </a:cubicBezTo>
                  <a:cubicBezTo>
                    <a:pt x="118" y="61"/>
                    <a:pt x="120" y="59"/>
                    <a:pt x="120" y="56"/>
                  </a:cubicBezTo>
                  <a:cubicBezTo>
                    <a:pt x="121" y="54"/>
                    <a:pt x="119" y="51"/>
                    <a:pt x="116" y="51"/>
                  </a:cubicBezTo>
                  <a:cubicBezTo>
                    <a:pt x="107" y="50"/>
                    <a:pt x="100" y="51"/>
                    <a:pt x="96" y="54"/>
                  </a:cubicBezTo>
                  <a:cubicBezTo>
                    <a:pt x="96" y="53"/>
                    <a:pt x="96" y="53"/>
                    <a:pt x="95" y="53"/>
                  </a:cubicBezTo>
                  <a:cubicBezTo>
                    <a:pt x="94" y="51"/>
                    <a:pt x="93" y="47"/>
                    <a:pt x="93" y="47"/>
                  </a:cubicBezTo>
                  <a:cubicBezTo>
                    <a:pt x="93" y="45"/>
                    <a:pt x="98" y="40"/>
                    <a:pt x="109" y="34"/>
                  </a:cubicBezTo>
                  <a:cubicBezTo>
                    <a:pt x="111" y="33"/>
                    <a:pt x="113" y="32"/>
                    <a:pt x="116" y="30"/>
                  </a:cubicBezTo>
                  <a:cubicBezTo>
                    <a:pt x="121" y="26"/>
                    <a:pt x="128" y="22"/>
                    <a:pt x="135" y="20"/>
                  </a:cubicBezTo>
                  <a:cubicBezTo>
                    <a:pt x="142" y="18"/>
                    <a:pt x="196" y="10"/>
                    <a:pt x="241" y="36"/>
                  </a:cubicBezTo>
                  <a:cubicBezTo>
                    <a:pt x="261" y="48"/>
                    <a:pt x="295" y="76"/>
                    <a:pt x="296" y="134"/>
                  </a:cubicBezTo>
                  <a:cubicBezTo>
                    <a:pt x="297" y="186"/>
                    <a:pt x="264" y="232"/>
                    <a:pt x="217" y="243"/>
                  </a:cubicBezTo>
                  <a:close/>
                  <a:moveTo>
                    <a:pt x="123" y="293"/>
                  </a:moveTo>
                  <a:lnTo>
                    <a:pt x="120" y="198"/>
                  </a:lnTo>
                  <a:cubicBezTo>
                    <a:pt x="123" y="198"/>
                    <a:pt x="125" y="198"/>
                    <a:pt x="128" y="198"/>
                  </a:cubicBezTo>
                  <a:cubicBezTo>
                    <a:pt x="131" y="198"/>
                    <a:pt x="133" y="198"/>
                    <a:pt x="136" y="198"/>
                  </a:cubicBezTo>
                  <a:lnTo>
                    <a:pt x="134" y="289"/>
                  </a:lnTo>
                  <a:cubicBezTo>
                    <a:pt x="130" y="290"/>
                    <a:pt x="126" y="292"/>
                    <a:pt x="123" y="293"/>
                  </a:cubicBezTo>
                  <a:close/>
                  <a:moveTo>
                    <a:pt x="166" y="299"/>
                  </a:moveTo>
                  <a:cubicBezTo>
                    <a:pt x="188" y="306"/>
                    <a:pt x="191" y="320"/>
                    <a:pt x="196" y="344"/>
                  </a:cubicBezTo>
                  <a:cubicBezTo>
                    <a:pt x="197" y="349"/>
                    <a:pt x="198" y="353"/>
                    <a:pt x="200" y="358"/>
                  </a:cubicBezTo>
                  <a:cubicBezTo>
                    <a:pt x="196" y="352"/>
                    <a:pt x="193" y="346"/>
                    <a:pt x="190" y="340"/>
                  </a:cubicBezTo>
                  <a:cubicBezTo>
                    <a:pt x="184" y="327"/>
                    <a:pt x="178" y="315"/>
                    <a:pt x="166" y="311"/>
                  </a:cubicBezTo>
                  <a:cubicBezTo>
                    <a:pt x="155" y="308"/>
                    <a:pt x="146" y="309"/>
                    <a:pt x="136" y="311"/>
                  </a:cubicBezTo>
                  <a:cubicBezTo>
                    <a:pt x="136" y="311"/>
                    <a:pt x="136" y="311"/>
                    <a:pt x="136" y="311"/>
                  </a:cubicBezTo>
                  <a:cubicBezTo>
                    <a:pt x="130" y="313"/>
                    <a:pt x="123" y="316"/>
                    <a:pt x="117" y="319"/>
                  </a:cubicBezTo>
                  <a:cubicBezTo>
                    <a:pt x="117" y="319"/>
                    <a:pt x="117" y="319"/>
                    <a:pt x="117" y="319"/>
                  </a:cubicBezTo>
                  <a:cubicBezTo>
                    <a:pt x="116" y="319"/>
                    <a:pt x="115" y="320"/>
                    <a:pt x="114" y="320"/>
                  </a:cubicBezTo>
                  <a:cubicBezTo>
                    <a:pt x="101" y="326"/>
                    <a:pt x="87" y="332"/>
                    <a:pt x="72" y="331"/>
                  </a:cubicBezTo>
                  <a:cubicBezTo>
                    <a:pt x="34" y="329"/>
                    <a:pt x="18" y="303"/>
                    <a:pt x="16" y="281"/>
                  </a:cubicBezTo>
                  <a:cubicBezTo>
                    <a:pt x="13" y="256"/>
                    <a:pt x="27" y="226"/>
                    <a:pt x="64" y="218"/>
                  </a:cubicBezTo>
                  <a:cubicBezTo>
                    <a:pt x="81" y="214"/>
                    <a:pt x="97" y="215"/>
                    <a:pt x="111" y="218"/>
                  </a:cubicBezTo>
                  <a:lnTo>
                    <a:pt x="112" y="233"/>
                  </a:lnTo>
                  <a:cubicBezTo>
                    <a:pt x="96" y="230"/>
                    <a:pt x="79" y="228"/>
                    <a:pt x="64" y="234"/>
                  </a:cubicBezTo>
                  <a:cubicBezTo>
                    <a:pt x="40" y="243"/>
                    <a:pt x="32" y="264"/>
                    <a:pt x="34" y="281"/>
                  </a:cubicBezTo>
                  <a:cubicBezTo>
                    <a:pt x="37" y="300"/>
                    <a:pt x="53" y="314"/>
                    <a:pt x="75" y="316"/>
                  </a:cubicBezTo>
                  <a:cubicBezTo>
                    <a:pt x="88" y="317"/>
                    <a:pt x="100" y="312"/>
                    <a:pt x="114" y="306"/>
                  </a:cubicBezTo>
                  <a:cubicBezTo>
                    <a:pt x="130" y="300"/>
                    <a:pt x="148" y="293"/>
                    <a:pt x="166" y="299"/>
                  </a:cubicBezTo>
                  <a:close/>
                  <a:moveTo>
                    <a:pt x="133" y="343"/>
                  </a:moveTo>
                  <a:cubicBezTo>
                    <a:pt x="131" y="343"/>
                    <a:pt x="130" y="343"/>
                    <a:pt x="128" y="343"/>
                  </a:cubicBezTo>
                  <a:cubicBezTo>
                    <a:pt x="127" y="343"/>
                    <a:pt x="125" y="343"/>
                    <a:pt x="124" y="343"/>
                  </a:cubicBezTo>
                  <a:lnTo>
                    <a:pt x="123" y="326"/>
                  </a:lnTo>
                  <a:cubicBezTo>
                    <a:pt x="127" y="325"/>
                    <a:pt x="130" y="323"/>
                    <a:pt x="133" y="322"/>
                  </a:cubicBezTo>
                  <a:lnTo>
                    <a:pt x="133" y="343"/>
                  </a:lnTo>
                  <a:close/>
                  <a:moveTo>
                    <a:pt x="162" y="372"/>
                  </a:moveTo>
                  <a:lnTo>
                    <a:pt x="94" y="372"/>
                  </a:lnTo>
                  <a:cubicBezTo>
                    <a:pt x="97" y="364"/>
                    <a:pt x="109" y="352"/>
                    <a:pt x="128" y="352"/>
                  </a:cubicBezTo>
                  <a:cubicBezTo>
                    <a:pt x="147" y="352"/>
                    <a:pt x="159" y="364"/>
                    <a:pt x="162" y="372"/>
                  </a:cubicBezTo>
                  <a:close/>
                  <a:moveTo>
                    <a:pt x="113" y="296"/>
                  </a:moveTo>
                  <a:cubicBezTo>
                    <a:pt x="112" y="297"/>
                    <a:pt x="111" y="297"/>
                    <a:pt x="110" y="298"/>
                  </a:cubicBezTo>
                  <a:cubicBezTo>
                    <a:pt x="98" y="303"/>
                    <a:pt x="86" y="307"/>
                    <a:pt x="75" y="306"/>
                  </a:cubicBezTo>
                  <a:cubicBezTo>
                    <a:pt x="58" y="305"/>
                    <a:pt x="45" y="295"/>
                    <a:pt x="43" y="279"/>
                  </a:cubicBezTo>
                  <a:cubicBezTo>
                    <a:pt x="41" y="267"/>
                    <a:pt x="47" y="251"/>
                    <a:pt x="68" y="243"/>
                  </a:cubicBezTo>
                  <a:cubicBezTo>
                    <a:pt x="80" y="238"/>
                    <a:pt x="94" y="239"/>
                    <a:pt x="112" y="243"/>
                  </a:cubicBezTo>
                  <a:lnTo>
                    <a:pt x="113" y="296"/>
                  </a:lnTo>
                  <a:close/>
                  <a:moveTo>
                    <a:pt x="11" y="109"/>
                  </a:moveTo>
                  <a:lnTo>
                    <a:pt x="246" y="109"/>
                  </a:lnTo>
                  <a:cubicBezTo>
                    <a:pt x="239" y="136"/>
                    <a:pt x="202" y="189"/>
                    <a:pt x="128" y="189"/>
                  </a:cubicBezTo>
                  <a:cubicBezTo>
                    <a:pt x="55" y="189"/>
                    <a:pt x="17" y="136"/>
                    <a:pt x="11" y="109"/>
                  </a:cubicBezTo>
                  <a:close/>
                  <a:moveTo>
                    <a:pt x="245" y="28"/>
                  </a:moveTo>
                  <a:cubicBezTo>
                    <a:pt x="198" y="0"/>
                    <a:pt x="141" y="8"/>
                    <a:pt x="133" y="11"/>
                  </a:cubicBezTo>
                  <a:cubicBezTo>
                    <a:pt x="124" y="13"/>
                    <a:pt x="116" y="18"/>
                    <a:pt x="110" y="22"/>
                  </a:cubicBezTo>
                  <a:cubicBezTo>
                    <a:pt x="108" y="24"/>
                    <a:pt x="107" y="25"/>
                    <a:pt x="105" y="26"/>
                  </a:cubicBezTo>
                  <a:cubicBezTo>
                    <a:pt x="97" y="30"/>
                    <a:pt x="83" y="39"/>
                    <a:pt x="83" y="46"/>
                  </a:cubicBezTo>
                  <a:cubicBezTo>
                    <a:pt x="83" y="50"/>
                    <a:pt x="87" y="56"/>
                    <a:pt x="87" y="57"/>
                  </a:cubicBezTo>
                  <a:cubicBezTo>
                    <a:pt x="87" y="58"/>
                    <a:pt x="88" y="58"/>
                    <a:pt x="88" y="59"/>
                  </a:cubicBezTo>
                  <a:cubicBezTo>
                    <a:pt x="87" y="59"/>
                    <a:pt x="87" y="60"/>
                    <a:pt x="86" y="61"/>
                  </a:cubicBezTo>
                  <a:cubicBezTo>
                    <a:pt x="81" y="65"/>
                    <a:pt x="77" y="68"/>
                    <a:pt x="67" y="68"/>
                  </a:cubicBezTo>
                  <a:cubicBezTo>
                    <a:pt x="65" y="67"/>
                    <a:pt x="62" y="69"/>
                    <a:pt x="62" y="72"/>
                  </a:cubicBezTo>
                  <a:cubicBezTo>
                    <a:pt x="62" y="74"/>
                    <a:pt x="64" y="77"/>
                    <a:pt x="66" y="77"/>
                  </a:cubicBezTo>
                  <a:cubicBezTo>
                    <a:pt x="68" y="77"/>
                    <a:pt x="69" y="77"/>
                    <a:pt x="70" y="77"/>
                  </a:cubicBezTo>
                  <a:cubicBezTo>
                    <a:pt x="82" y="77"/>
                    <a:pt x="87" y="72"/>
                    <a:pt x="92" y="68"/>
                  </a:cubicBezTo>
                  <a:cubicBezTo>
                    <a:pt x="93" y="67"/>
                    <a:pt x="94" y="66"/>
                    <a:pt x="95" y="65"/>
                  </a:cubicBezTo>
                  <a:cubicBezTo>
                    <a:pt x="95" y="68"/>
                    <a:pt x="97" y="70"/>
                    <a:pt x="99" y="70"/>
                  </a:cubicBezTo>
                  <a:lnTo>
                    <a:pt x="102" y="70"/>
                  </a:lnTo>
                  <a:cubicBezTo>
                    <a:pt x="133" y="73"/>
                    <a:pt x="170" y="75"/>
                    <a:pt x="181" y="49"/>
                  </a:cubicBezTo>
                  <a:cubicBezTo>
                    <a:pt x="202" y="48"/>
                    <a:pt x="222" y="55"/>
                    <a:pt x="238" y="69"/>
                  </a:cubicBezTo>
                  <a:cubicBezTo>
                    <a:pt x="255" y="85"/>
                    <a:pt x="266" y="106"/>
                    <a:pt x="267" y="131"/>
                  </a:cubicBezTo>
                  <a:cubicBezTo>
                    <a:pt x="270" y="169"/>
                    <a:pt x="248" y="204"/>
                    <a:pt x="215" y="215"/>
                  </a:cubicBezTo>
                  <a:cubicBezTo>
                    <a:pt x="192" y="223"/>
                    <a:pt x="169" y="220"/>
                    <a:pt x="145" y="215"/>
                  </a:cubicBezTo>
                  <a:lnTo>
                    <a:pt x="145" y="197"/>
                  </a:lnTo>
                  <a:cubicBezTo>
                    <a:pt x="218" y="189"/>
                    <a:pt x="254" y="130"/>
                    <a:pt x="256" y="105"/>
                  </a:cubicBezTo>
                  <a:cubicBezTo>
                    <a:pt x="256" y="103"/>
                    <a:pt x="256" y="102"/>
                    <a:pt x="255" y="101"/>
                  </a:cubicBezTo>
                  <a:cubicBezTo>
                    <a:pt x="254" y="100"/>
                    <a:pt x="253" y="100"/>
                    <a:pt x="251" y="100"/>
                  </a:cubicBezTo>
                  <a:lnTo>
                    <a:pt x="5" y="100"/>
                  </a:lnTo>
                  <a:cubicBezTo>
                    <a:pt x="4" y="100"/>
                    <a:pt x="2" y="100"/>
                    <a:pt x="2" y="101"/>
                  </a:cubicBezTo>
                  <a:cubicBezTo>
                    <a:pt x="1" y="102"/>
                    <a:pt x="0" y="103"/>
                    <a:pt x="0" y="105"/>
                  </a:cubicBezTo>
                  <a:cubicBezTo>
                    <a:pt x="3" y="130"/>
                    <a:pt x="38" y="189"/>
                    <a:pt x="111" y="197"/>
                  </a:cubicBezTo>
                  <a:lnTo>
                    <a:pt x="111" y="208"/>
                  </a:lnTo>
                  <a:cubicBezTo>
                    <a:pt x="97" y="206"/>
                    <a:pt x="80" y="204"/>
                    <a:pt x="61" y="209"/>
                  </a:cubicBezTo>
                  <a:cubicBezTo>
                    <a:pt x="20" y="219"/>
                    <a:pt x="4" y="253"/>
                    <a:pt x="6" y="282"/>
                  </a:cubicBezTo>
                  <a:cubicBezTo>
                    <a:pt x="9" y="309"/>
                    <a:pt x="30" y="339"/>
                    <a:pt x="72" y="341"/>
                  </a:cubicBezTo>
                  <a:cubicBezTo>
                    <a:pt x="88" y="341"/>
                    <a:pt x="101" y="336"/>
                    <a:pt x="114" y="330"/>
                  </a:cubicBezTo>
                  <a:lnTo>
                    <a:pt x="114" y="345"/>
                  </a:lnTo>
                  <a:cubicBezTo>
                    <a:pt x="95" y="350"/>
                    <a:pt x="84" y="365"/>
                    <a:pt x="84" y="377"/>
                  </a:cubicBezTo>
                  <a:cubicBezTo>
                    <a:pt x="84" y="380"/>
                    <a:pt x="86" y="382"/>
                    <a:pt x="88" y="382"/>
                  </a:cubicBezTo>
                  <a:lnTo>
                    <a:pt x="168" y="382"/>
                  </a:lnTo>
                  <a:cubicBezTo>
                    <a:pt x="171" y="382"/>
                    <a:pt x="173" y="380"/>
                    <a:pt x="173" y="377"/>
                  </a:cubicBezTo>
                  <a:cubicBezTo>
                    <a:pt x="173" y="365"/>
                    <a:pt x="161" y="350"/>
                    <a:pt x="142" y="345"/>
                  </a:cubicBezTo>
                  <a:lnTo>
                    <a:pt x="143" y="320"/>
                  </a:lnTo>
                  <a:cubicBezTo>
                    <a:pt x="149" y="318"/>
                    <a:pt x="156" y="318"/>
                    <a:pt x="163" y="320"/>
                  </a:cubicBezTo>
                  <a:cubicBezTo>
                    <a:pt x="171" y="323"/>
                    <a:pt x="176" y="332"/>
                    <a:pt x="182" y="344"/>
                  </a:cubicBezTo>
                  <a:cubicBezTo>
                    <a:pt x="188" y="357"/>
                    <a:pt x="195" y="371"/>
                    <a:pt x="208" y="383"/>
                  </a:cubicBezTo>
                  <a:cubicBezTo>
                    <a:pt x="209" y="384"/>
                    <a:pt x="210" y="384"/>
                    <a:pt x="211" y="384"/>
                  </a:cubicBezTo>
                  <a:cubicBezTo>
                    <a:pt x="212" y="384"/>
                    <a:pt x="213" y="384"/>
                    <a:pt x="214" y="383"/>
                  </a:cubicBezTo>
                  <a:cubicBezTo>
                    <a:pt x="215" y="382"/>
                    <a:pt x="216" y="380"/>
                    <a:pt x="215" y="378"/>
                  </a:cubicBezTo>
                  <a:cubicBezTo>
                    <a:pt x="211" y="365"/>
                    <a:pt x="208" y="353"/>
                    <a:pt x="206" y="342"/>
                  </a:cubicBezTo>
                  <a:cubicBezTo>
                    <a:pt x="200" y="317"/>
                    <a:pt x="196" y="299"/>
                    <a:pt x="169" y="290"/>
                  </a:cubicBezTo>
                  <a:cubicBezTo>
                    <a:pt x="160" y="287"/>
                    <a:pt x="152" y="287"/>
                    <a:pt x="143" y="288"/>
                  </a:cubicBezTo>
                  <a:lnTo>
                    <a:pt x="144" y="250"/>
                  </a:lnTo>
                  <a:cubicBezTo>
                    <a:pt x="158" y="253"/>
                    <a:pt x="173" y="256"/>
                    <a:pt x="188" y="256"/>
                  </a:cubicBezTo>
                  <a:cubicBezTo>
                    <a:pt x="198" y="256"/>
                    <a:pt x="208" y="255"/>
                    <a:pt x="219" y="252"/>
                  </a:cubicBezTo>
                  <a:cubicBezTo>
                    <a:pt x="270" y="240"/>
                    <a:pt x="307" y="191"/>
                    <a:pt x="305" y="134"/>
                  </a:cubicBezTo>
                  <a:cubicBezTo>
                    <a:pt x="304" y="71"/>
                    <a:pt x="267" y="40"/>
                    <a:pt x="245" y="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0" name="Freeform 796">
              <a:extLst>
                <a:ext uri="{FF2B5EF4-FFF2-40B4-BE49-F238E27FC236}">
                  <a16:creationId xmlns:a16="http://schemas.microsoft.com/office/drawing/2014/main" id="{D0D68457-4597-4564-B85A-21391006E455}"/>
                </a:ext>
              </a:extLst>
            </p:cNvPr>
            <p:cNvSpPr>
              <a:spLocks/>
            </p:cNvSpPr>
            <p:nvPr/>
          </p:nvSpPr>
          <p:spPr bwMode="auto">
            <a:xfrm>
              <a:off x="6672263" y="2814639"/>
              <a:ext cx="41275" cy="38100"/>
            </a:xfrm>
            <a:custGeom>
              <a:avLst/>
              <a:gdLst>
                <a:gd name="T0" fmla="*/ 52 w 55"/>
                <a:gd name="T1" fmla="*/ 41 h 50"/>
                <a:gd name="T2" fmla="*/ 9 w 55"/>
                <a:gd name="T3" fmla="*/ 3 h 50"/>
                <a:gd name="T4" fmla="*/ 3 w 55"/>
                <a:gd name="T5" fmla="*/ 2 h 50"/>
                <a:gd name="T6" fmla="*/ 1 w 55"/>
                <a:gd name="T7" fmla="*/ 8 h 50"/>
                <a:gd name="T8" fmla="*/ 48 w 55"/>
                <a:gd name="T9" fmla="*/ 49 h 50"/>
                <a:gd name="T10" fmla="*/ 50 w 55"/>
                <a:gd name="T11" fmla="*/ 50 h 50"/>
                <a:gd name="T12" fmla="*/ 54 w 55"/>
                <a:gd name="T13" fmla="*/ 47 h 50"/>
                <a:gd name="T14" fmla="*/ 52 w 55"/>
                <a:gd name="T15" fmla="*/ 4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50">
                  <a:moveTo>
                    <a:pt x="52" y="41"/>
                  </a:moveTo>
                  <a:cubicBezTo>
                    <a:pt x="28" y="30"/>
                    <a:pt x="15" y="13"/>
                    <a:pt x="9" y="3"/>
                  </a:cubicBezTo>
                  <a:cubicBezTo>
                    <a:pt x="8" y="1"/>
                    <a:pt x="5" y="0"/>
                    <a:pt x="3" y="2"/>
                  </a:cubicBezTo>
                  <a:cubicBezTo>
                    <a:pt x="1" y="3"/>
                    <a:pt x="0" y="6"/>
                    <a:pt x="1" y="8"/>
                  </a:cubicBezTo>
                  <a:cubicBezTo>
                    <a:pt x="8" y="18"/>
                    <a:pt x="22" y="37"/>
                    <a:pt x="48" y="49"/>
                  </a:cubicBezTo>
                  <a:cubicBezTo>
                    <a:pt x="49" y="50"/>
                    <a:pt x="49" y="50"/>
                    <a:pt x="50" y="50"/>
                  </a:cubicBezTo>
                  <a:cubicBezTo>
                    <a:pt x="52" y="50"/>
                    <a:pt x="53" y="49"/>
                    <a:pt x="54" y="47"/>
                  </a:cubicBezTo>
                  <a:cubicBezTo>
                    <a:pt x="55" y="45"/>
                    <a:pt x="54" y="42"/>
                    <a:pt x="52"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51" name="Quill2" descr="{&quot;Key&quot;:&quot;POWER_USER_SHAPE_ICON&quot;,&quot;Value&quot;:&quot;POWER_USER_SHAPE_ICON_STYLE_1&quot;}">
            <a:extLst>
              <a:ext uri="{FF2B5EF4-FFF2-40B4-BE49-F238E27FC236}">
                <a16:creationId xmlns:a16="http://schemas.microsoft.com/office/drawing/2014/main" id="{B1432B04-F8E0-44D8-9A27-4FA966BBC464}"/>
              </a:ext>
            </a:extLst>
          </p:cNvPr>
          <p:cNvSpPr>
            <a:spLocks noChangeAspect="1" noEditPoints="1"/>
          </p:cNvSpPr>
          <p:nvPr/>
        </p:nvSpPr>
        <p:spPr bwMode="auto">
          <a:xfrm>
            <a:off x="10309107" y="4008293"/>
            <a:ext cx="463131" cy="543161"/>
          </a:xfrm>
          <a:custGeom>
            <a:avLst/>
            <a:gdLst>
              <a:gd name="T0" fmla="*/ 879 w 938"/>
              <a:gd name="T1" fmla="*/ 160 h 1099"/>
              <a:gd name="T2" fmla="*/ 857 w 938"/>
              <a:gd name="T3" fmla="*/ 182 h 1099"/>
              <a:gd name="T4" fmla="*/ 472 w 938"/>
              <a:gd name="T5" fmla="*/ 708 h 1099"/>
              <a:gd name="T6" fmla="*/ 178 w 938"/>
              <a:gd name="T7" fmla="*/ 839 h 1099"/>
              <a:gd name="T8" fmla="*/ 747 w 938"/>
              <a:gd name="T9" fmla="*/ 166 h 1099"/>
              <a:gd name="T10" fmla="*/ 747 w 938"/>
              <a:gd name="T11" fmla="*/ 143 h 1099"/>
              <a:gd name="T12" fmla="*/ 723 w 938"/>
              <a:gd name="T13" fmla="*/ 143 h 1099"/>
              <a:gd name="T14" fmla="*/ 181 w 938"/>
              <a:gd name="T15" fmla="*/ 778 h 1099"/>
              <a:gd name="T16" fmla="*/ 189 w 938"/>
              <a:gd name="T17" fmla="*/ 579 h 1099"/>
              <a:gd name="T18" fmla="*/ 223 w 938"/>
              <a:gd name="T19" fmla="*/ 489 h 1099"/>
              <a:gd name="T20" fmla="*/ 537 w 938"/>
              <a:gd name="T21" fmla="*/ 188 h 1099"/>
              <a:gd name="T22" fmla="*/ 811 w 938"/>
              <a:gd name="T23" fmla="*/ 66 h 1099"/>
              <a:gd name="T24" fmla="*/ 900 w 938"/>
              <a:gd name="T25" fmla="*/ 91 h 1099"/>
              <a:gd name="T26" fmla="*/ 903 w 938"/>
              <a:gd name="T27" fmla="*/ 98 h 1099"/>
              <a:gd name="T28" fmla="*/ 879 w 938"/>
              <a:gd name="T29" fmla="*/ 160 h 1099"/>
              <a:gd name="T30" fmla="*/ 919 w 938"/>
              <a:gd name="T31" fmla="*/ 63 h 1099"/>
              <a:gd name="T32" fmla="*/ 517 w 938"/>
              <a:gd name="T33" fmla="*/ 161 h 1099"/>
              <a:gd name="T34" fmla="*/ 198 w 938"/>
              <a:gd name="T35" fmla="*/ 467 h 1099"/>
              <a:gd name="T36" fmla="*/ 156 w 938"/>
              <a:gd name="T37" fmla="*/ 579 h 1099"/>
              <a:gd name="T38" fmla="*/ 128 w 938"/>
              <a:gd name="T39" fmla="*/ 854 h 1099"/>
              <a:gd name="T40" fmla="*/ 4 w 938"/>
              <a:gd name="T41" fmla="*/ 1076 h 1099"/>
              <a:gd name="T42" fmla="*/ 13 w 938"/>
              <a:gd name="T43" fmla="*/ 1098 h 1099"/>
              <a:gd name="T44" fmla="*/ 19 w 938"/>
              <a:gd name="T45" fmla="*/ 1099 h 1099"/>
              <a:gd name="T46" fmla="*/ 35 w 938"/>
              <a:gd name="T47" fmla="*/ 1089 h 1099"/>
              <a:gd name="T48" fmla="*/ 152 w 938"/>
              <a:gd name="T49" fmla="*/ 877 h 1099"/>
              <a:gd name="T50" fmla="*/ 503 w 938"/>
              <a:gd name="T51" fmla="*/ 721 h 1099"/>
              <a:gd name="T52" fmla="*/ 878 w 938"/>
              <a:gd name="T53" fmla="*/ 208 h 1099"/>
              <a:gd name="T54" fmla="*/ 905 w 938"/>
              <a:gd name="T55" fmla="*/ 180 h 1099"/>
              <a:gd name="T56" fmla="*/ 937 w 938"/>
              <a:gd name="T57" fmla="*/ 100 h 1099"/>
              <a:gd name="T58" fmla="*/ 919 w 938"/>
              <a:gd name="T59" fmla="*/ 63 h 1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38" h="1099">
                <a:moveTo>
                  <a:pt x="879" y="160"/>
                </a:moveTo>
                <a:cubicBezTo>
                  <a:pt x="873" y="167"/>
                  <a:pt x="866" y="174"/>
                  <a:pt x="857" y="182"/>
                </a:cubicBezTo>
                <a:cubicBezTo>
                  <a:pt x="801" y="227"/>
                  <a:pt x="609" y="398"/>
                  <a:pt x="472" y="708"/>
                </a:cubicBezTo>
                <a:cubicBezTo>
                  <a:pt x="472" y="709"/>
                  <a:pt x="428" y="796"/>
                  <a:pt x="178" y="839"/>
                </a:cubicBezTo>
                <a:cubicBezTo>
                  <a:pt x="395" y="528"/>
                  <a:pt x="743" y="171"/>
                  <a:pt x="747" y="166"/>
                </a:cubicBezTo>
                <a:cubicBezTo>
                  <a:pt x="754" y="160"/>
                  <a:pt x="753" y="149"/>
                  <a:pt x="747" y="143"/>
                </a:cubicBezTo>
                <a:cubicBezTo>
                  <a:pt x="740" y="136"/>
                  <a:pt x="730" y="136"/>
                  <a:pt x="723" y="143"/>
                </a:cubicBezTo>
                <a:cubicBezTo>
                  <a:pt x="706" y="161"/>
                  <a:pt x="395" y="480"/>
                  <a:pt x="181" y="778"/>
                </a:cubicBezTo>
                <a:cubicBezTo>
                  <a:pt x="190" y="710"/>
                  <a:pt x="189" y="630"/>
                  <a:pt x="189" y="579"/>
                </a:cubicBezTo>
                <a:cubicBezTo>
                  <a:pt x="189" y="546"/>
                  <a:pt x="201" y="514"/>
                  <a:pt x="223" y="489"/>
                </a:cubicBezTo>
                <a:cubicBezTo>
                  <a:pt x="283" y="419"/>
                  <a:pt x="405" y="286"/>
                  <a:pt x="537" y="188"/>
                </a:cubicBezTo>
                <a:cubicBezTo>
                  <a:pt x="646" y="106"/>
                  <a:pt x="738" y="66"/>
                  <a:pt x="811" y="66"/>
                </a:cubicBezTo>
                <a:cubicBezTo>
                  <a:pt x="845" y="66"/>
                  <a:pt x="875" y="74"/>
                  <a:pt x="900" y="91"/>
                </a:cubicBezTo>
                <a:cubicBezTo>
                  <a:pt x="902" y="92"/>
                  <a:pt x="904" y="95"/>
                  <a:pt x="903" y="98"/>
                </a:cubicBezTo>
                <a:cubicBezTo>
                  <a:pt x="903" y="113"/>
                  <a:pt x="898" y="136"/>
                  <a:pt x="879" y="160"/>
                </a:cubicBezTo>
                <a:close/>
                <a:moveTo>
                  <a:pt x="919" y="63"/>
                </a:moveTo>
                <a:cubicBezTo>
                  <a:pt x="823" y="0"/>
                  <a:pt x="688" y="33"/>
                  <a:pt x="517" y="161"/>
                </a:cubicBezTo>
                <a:cubicBezTo>
                  <a:pt x="382" y="261"/>
                  <a:pt x="259" y="396"/>
                  <a:pt x="198" y="467"/>
                </a:cubicBezTo>
                <a:cubicBezTo>
                  <a:pt x="171" y="498"/>
                  <a:pt x="156" y="538"/>
                  <a:pt x="156" y="579"/>
                </a:cubicBezTo>
                <a:cubicBezTo>
                  <a:pt x="156" y="649"/>
                  <a:pt x="156" y="793"/>
                  <a:pt x="128" y="854"/>
                </a:cubicBezTo>
                <a:cubicBezTo>
                  <a:pt x="74" y="934"/>
                  <a:pt x="30" y="1010"/>
                  <a:pt x="4" y="1076"/>
                </a:cubicBezTo>
                <a:cubicBezTo>
                  <a:pt x="0" y="1085"/>
                  <a:pt x="4" y="1094"/>
                  <a:pt x="13" y="1098"/>
                </a:cubicBezTo>
                <a:cubicBezTo>
                  <a:pt x="15" y="1099"/>
                  <a:pt x="17" y="1099"/>
                  <a:pt x="19" y="1099"/>
                </a:cubicBezTo>
                <a:cubicBezTo>
                  <a:pt x="26" y="1099"/>
                  <a:pt x="32" y="1095"/>
                  <a:pt x="35" y="1089"/>
                </a:cubicBezTo>
                <a:cubicBezTo>
                  <a:pt x="59" y="1026"/>
                  <a:pt x="101" y="953"/>
                  <a:pt x="152" y="877"/>
                </a:cubicBezTo>
                <a:cubicBezTo>
                  <a:pt x="452" y="833"/>
                  <a:pt x="501" y="726"/>
                  <a:pt x="503" y="721"/>
                </a:cubicBezTo>
                <a:cubicBezTo>
                  <a:pt x="640" y="411"/>
                  <a:pt x="839" y="239"/>
                  <a:pt x="878" y="208"/>
                </a:cubicBezTo>
                <a:cubicBezTo>
                  <a:pt x="889" y="198"/>
                  <a:pt x="898" y="190"/>
                  <a:pt x="905" y="180"/>
                </a:cubicBezTo>
                <a:cubicBezTo>
                  <a:pt x="929" y="149"/>
                  <a:pt x="936" y="120"/>
                  <a:pt x="937" y="100"/>
                </a:cubicBezTo>
                <a:cubicBezTo>
                  <a:pt x="938" y="85"/>
                  <a:pt x="931" y="71"/>
                  <a:pt x="919" y="63"/>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770" name="Chart10" descr="{&quot;Key&quot;:&quot;POWER_USER_SHAPE_ICON&quot;,&quot;Value&quot;:&quot;POWER_USER_SHAPE_ICON_STYLE_1&quot;}">
            <a:extLst>
              <a:ext uri="{FF2B5EF4-FFF2-40B4-BE49-F238E27FC236}">
                <a16:creationId xmlns:a16="http://schemas.microsoft.com/office/drawing/2014/main" id="{6FDE8238-E1F1-42EA-A2F5-58106DFC39E6}"/>
              </a:ext>
            </a:extLst>
          </p:cNvPr>
          <p:cNvGrpSpPr>
            <a:grpSpLocks noChangeAspect="1"/>
          </p:cNvGrpSpPr>
          <p:nvPr/>
        </p:nvGrpSpPr>
        <p:grpSpPr>
          <a:xfrm>
            <a:off x="3211964" y="2282647"/>
            <a:ext cx="585963" cy="542925"/>
            <a:chOff x="9031288" y="5214938"/>
            <a:chExt cx="280988" cy="260350"/>
          </a:xfrm>
          <a:solidFill>
            <a:schemeClr val="accent1"/>
          </a:solidFill>
        </p:grpSpPr>
        <p:sp>
          <p:nvSpPr>
            <p:cNvPr id="771" name="Freeform 436">
              <a:extLst>
                <a:ext uri="{FF2B5EF4-FFF2-40B4-BE49-F238E27FC236}">
                  <a16:creationId xmlns:a16="http://schemas.microsoft.com/office/drawing/2014/main" id="{6B785387-51E8-4C7F-8C32-C78C2870E2EC}"/>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2" name="Freeform 437">
              <a:extLst>
                <a:ext uri="{FF2B5EF4-FFF2-40B4-BE49-F238E27FC236}">
                  <a16:creationId xmlns:a16="http://schemas.microsoft.com/office/drawing/2014/main" id="{9F4DDE84-6F8C-4E95-890F-78DEBD60605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3" name="Freeform 438">
              <a:extLst>
                <a:ext uri="{FF2B5EF4-FFF2-40B4-BE49-F238E27FC236}">
                  <a16:creationId xmlns:a16="http://schemas.microsoft.com/office/drawing/2014/main" id="{8F49ADA2-5B35-4492-9B59-11E6B179ABEE}"/>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4" name="Freeform 439">
              <a:extLst>
                <a:ext uri="{FF2B5EF4-FFF2-40B4-BE49-F238E27FC236}">
                  <a16:creationId xmlns:a16="http://schemas.microsoft.com/office/drawing/2014/main" id="{D60107B8-7476-45E0-82AA-B77A12234C3D}"/>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5" name="Freeform 440">
              <a:extLst>
                <a:ext uri="{FF2B5EF4-FFF2-40B4-BE49-F238E27FC236}">
                  <a16:creationId xmlns:a16="http://schemas.microsoft.com/office/drawing/2014/main" id="{E10EBCF1-8691-462E-9C67-F407AF4C2DFD}"/>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6" name="Freeform 441">
              <a:extLst>
                <a:ext uri="{FF2B5EF4-FFF2-40B4-BE49-F238E27FC236}">
                  <a16:creationId xmlns:a16="http://schemas.microsoft.com/office/drawing/2014/main" id="{57A0B653-8EC6-438A-9110-EB922336E309}"/>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7" name="Freeform 442">
              <a:extLst>
                <a:ext uri="{FF2B5EF4-FFF2-40B4-BE49-F238E27FC236}">
                  <a16:creationId xmlns:a16="http://schemas.microsoft.com/office/drawing/2014/main" id="{2F6348E5-61D9-45AB-B854-FEFDE7601233}"/>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8" name="Freeform 443">
              <a:extLst>
                <a:ext uri="{FF2B5EF4-FFF2-40B4-BE49-F238E27FC236}">
                  <a16:creationId xmlns:a16="http://schemas.microsoft.com/office/drawing/2014/main" id="{3A72254A-8095-47A3-B2E5-9C375D2DFE26}"/>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9" name="Freeform 444">
              <a:extLst>
                <a:ext uri="{FF2B5EF4-FFF2-40B4-BE49-F238E27FC236}">
                  <a16:creationId xmlns:a16="http://schemas.microsoft.com/office/drawing/2014/main" id="{AE977029-E879-4DFB-8E19-04369D2066CD}"/>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0" name="Freeform 445">
              <a:extLst>
                <a:ext uri="{FF2B5EF4-FFF2-40B4-BE49-F238E27FC236}">
                  <a16:creationId xmlns:a16="http://schemas.microsoft.com/office/drawing/2014/main" id="{045DD0B4-99DA-45EB-ADD8-9E7B85F0F8E3}"/>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1" name="Freeform 446">
              <a:extLst>
                <a:ext uri="{FF2B5EF4-FFF2-40B4-BE49-F238E27FC236}">
                  <a16:creationId xmlns:a16="http://schemas.microsoft.com/office/drawing/2014/main" id="{71B96B6E-8D72-4C86-9FD9-7B1DCD21C4DD}"/>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2" name="Freeform 447">
              <a:extLst>
                <a:ext uri="{FF2B5EF4-FFF2-40B4-BE49-F238E27FC236}">
                  <a16:creationId xmlns:a16="http://schemas.microsoft.com/office/drawing/2014/main" id="{7046174E-0735-43F9-AAB7-1109A8B1B13F}"/>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83" name="Money5" descr="{&quot;Key&quot;:&quot;POWER_USER_SHAPE_ICON&quot;,&quot;Value&quot;:&quot;POWER_USER_SHAPE_ICON_STYLE_1&quot;}">
            <a:extLst>
              <a:ext uri="{FF2B5EF4-FFF2-40B4-BE49-F238E27FC236}">
                <a16:creationId xmlns:a16="http://schemas.microsoft.com/office/drawing/2014/main" id="{54C61602-69C8-413B-9231-8594F1E14986}"/>
              </a:ext>
            </a:extLst>
          </p:cNvPr>
          <p:cNvGrpSpPr>
            <a:grpSpLocks noChangeAspect="1"/>
          </p:cNvGrpSpPr>
          <p:nvPr/>
        </p:nvGrpSpPr>
        <p:grpSpPr>
          <a:xfrm>
            <a:off x="1611807" y="2282647"/>
            <a:ext cx="652686" cy="542925"/>
            <a:chOff x="5861051" y="2471738"/>
            <a:chExt cx="528638" cy="439738"/>
          </a:xfrm>
          <a:solidFill>
            <a:schemeClr val="accent1"/>
          </a:solidFill>
        </p:grpSpPr>
        <p:sp>
          <p:nvSpPr>
            <p:cNvPr id="784" name="Freeform 566">
              <a:extLst>
                <a:ext uri="{FF2B5EF4-FFF2-40B4-BE49-F238E27FC236}">
                  <a16:creationId xmlns:a16="http://schemas.microsoft.com/office/drawing/2014/main" id="{177066A1-8254-4C2F-8DCF-E2582A1AA1EA}"/>
                </a:ext>
              </a:extLst>
            </p:cNvPr>
            <p:cNvSpPr>
              <a:spLocks/>
            </p:cNvSpPr>
            <p:nvPr/>
          </p:nvSpPr>
          <p:spPr bwMode="auto">
            <a:xfrm>
              <a:off x="6175376" y="2700338"/>
              <a:ext cx="85725" cy="115888"/>
            </a:xfrm>
            <a:custGeom>
              <a:avLst/>
              <a:gdLst>
                <a:gd name="T0" fmla="*/ 59 w 94"/>
                <a:gd name="T1" fmla="*/ 126 h 126"/>
                <a:gd name="T2" fmla="*/ 36 w 94"/>
                <a:gd name="T3" fmla="*/ 126 h 126"/>
                <a:gd name="T4" fmla="*/ 0 w 94"/>
                <a:gd name="T5" fmla="*/ 91 h 126"/>
                <a:gd name="T6" fmla="*/ 8 w 94"/>
                <a:gd name="T7" fmla="*/ 83 h 126"/>
                <a:gd name="T8" fmla="*/ 15 w 94"/>
                <a:gd name="T9" fmla="*/ 91 h 126"/>
                <a:gd name="T10" fmla="*/ 36 w 94"/>
                <a:gd name="T11" fmla="*/ 111 h 126"/>
                <a:gd name="T12" fmla="*/ 59 w 94"/>
                <a:gd name="T13" fmla="*/ 111 h 126"/>
                <a:gd name="T14" fmla="*/ 79 w 94"/>
                <a:gd name="T15" fmla="*/ 91 h 126"/>
                <a:gd name="T16" fmla="*/ 59 w 94"/>
                <a:gd name="T17" fmla="*/ 70 h 126"/>
                <a:gd name="T18" fmla="*/ 36 w 94"/>
                <a:gd name="T19" fmla="*/ 70 h 126"/>
                <a:gd name="T20" fmla="*/ 0 w 94"/>
                <a:gd name="T21" fmla="*/ 35 h 126"/>
                <a:gd name="T22" fmla="*/ 36 w 94"/>
                <a:gd name="T23" fmla="*/ 0 h 126"/>
                <a:gd name="T24" fmla="*/ 59 w 94"/>
                <a:gd name="T25" fmla="*/ 0 h 126"/>
                <a:gd name="T26" fmla="*/ 94 w 94"/>
                <a:gd name="T27" fmla="*/ 35 h 126"/>
                <a:gd name="T28" fmla="*/ 87 w 94"/>
                <a:gd name="T29" fmla="*/ 42 h 126"/>
                <a:gd name="T30" fmla="*/ 79 w 94"/>
                <a:gd name="T31" fmla="*/ 35 h 126"/>
                <a:gd name="T32" fmla="*/ 59 w 94"/>
                <a:gd name="T33" fmla="*/ 14 h 126"/>
                <a:gd name="T34" fmla="*/ 36 w 94"/>
                <a:gd name="T35" fmla="*/ 14 h 126"/>
                <a:gd name="T36" fmla="*/ 15 w 94"/>
                <a:gd name="T37" fmla="*/ 35 h 126"/>
                <a:gd name="T38" fmla="*/ 36 w 94"/>
                <a:gd name="T39" fmla="*/ 55 h 126"/>
                <a:gd name="T40" fmla="*/ 59 w 94"/>
                <a:gd name="T41" fmla="*/ 55 h 126"/>
                <a:gd name="T42" fmla="*/ 94 w 94"/>
                <a:gd name="T43" fmla="*/ 91 h 126"/>
                <a:gd name="T44" fmla="*/ 59 w 94"/>
                <a:gd name="T45"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 h="126">
                  <a:moveTo>
                    <a:pt x="59" y="126"/>
                  </a:moveTo>
                  <a:lnTo>
                    <a:pt x="36" y="126"/>
                  </a:lnTo>
                  <a:cubicBezTo>
                    <a:pt x="16" y="126"/>
                    <a:pt x="0" y="110"/>
                    <a:pt x="0" y="91"/>
                  </a:cubicBezTo>
                  <a:cubicBezTo>
                    <a:pt x="0" y="87"/>
                    <a:pt x="4" y="83"/>
                    <a:pt x="8" y="83"/>
                  </a:cubicBezTo>
                  <a:cubicBezTo>
                    <a:pt x="12" y="83"/>
                    <a:pt x="15" y="87"/>
                    <a:pt x="15" y="91"/>
                  </a:cubicBezTo>
                  <a:cubicBezTo>
                    <a:pt x="15" y="102"/>
                    <a:pt x="24" y="111"/>
                    <a:pt x="36" y="111"/>
                  </a:cubicBezTo>
                  <a:lnTo>
                    <a:pt x="59" y="111"/>
                  </a:lnTo>
                  <a:cubicBezTo>
                    <a:pt x="70" y="111"/>
                    <a:pt x="79" y="102"/>
                    <a:pt x="79" y="91"/>
                  </a:cubicBezTo>
                  <a:cubicBezTo>
                    <a:pt x="79" y="79"/>
                    <a:pt x="70" y="70"/>
                    <a:pt x="59" y="70"/>
                  </a:cubicBezTo>
                  <a:lnTo>
                    <a:pt x="36" y="70"/>
                  </a:lnTo>
                  <a:cubicBezTo>
                    <a:pt x="16" y="70"/>
                    <a:pt x="0" y="54"/>
                    <a:pt x="0" y="35"/>
                  </a:cubicBezTo>
                  <a:cubicBezTo>
                    <a:pt x="0" y="15"/>
                    <a:pt x="16" y="0"/>
                    <a:pt x="36" y="0"/>
                  </a:cubicBezTo>
                  <a:lnTo>
                    <a:pt x="59" y="0"/>
                  </a:lnTo>
                  <a:cubicBezTo>
                    <a:pt x="78" y="0"/>
                    <a:pt x="94" y="15"/>
                    <a:pt x="94" y="35"/>
                  </a:cubicBezTo>
                  <a:cubicBezTo>
                    <a:pt x="94" y="39"/>
                    <a:pt x="91" y="42"/>
                    <a:pt x="87" y="42"/>
                  </a:cubicBezTo>
                  <a:cubicBezTo>
                    <a:pt x="83" y="42"/>
                    <a:pt x="79" y="39"/>
                    <a:pt x="79" y="35"/>
                  </a:cubicBezTo>
                  <a:cubicBezTo>
                    <a:pt x="79" y="23"/>
                    <a:pt x="70" y="14"/>
                    <a:pt x="59" y="14"/>
                  </a:cubicBezTo>
                  <a:lnTo>
                    <a:pt x="36" y="14"/>
                  </a:lnTo>
                  <a:cubicBezTo>
                    <a:pt x="24" y="14"/>
                    <a:pt x="15" y="23"/>
                    <a:pt x="15" y="35"/>
                  </a:cubicBezTo>
                  <a:cubicBezTo>
                    <a:pt x="15" y="46"/>
                    <a:pt x="24" y="55"/>
                    <a:pt x="36" y="55"/>
                  </a:cubicBezTo>
                  <a:lnTo>
                    <a:pt x="59" y="55"/>
                  </a:lnTo>
                  <a:cubicBezTo>
                    <a:pt x="78" y="55"/>
                    <a:pt x="94" y="71"/>
                    <a:pt x="94" y="91"/>
                  </a:cubicBezTo>
                  <a:cubicBezTo>
                    <a:pt x="94" y="110"/>
                    <a:pt x="78" y="126"/>
                    <a:pt x="59" y="1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5" name="Freeform 567">
              <a:extLst>
                <a:ext uri="{FF2B5EF4-FFF2-40B4-BE49-F238E27FC236}">
                  <a16:creationId xmlns:a16="http://schemas.microsoft.com/office/drawing/2014/main" id="{E84C82C0-DB81-4F4C-B34E-DC0B4800DFFA}"/>
                </a:ext>
              </a:extLst>
            </p:cNvPr>
            <p:cNvSpPr>
              <a:spLocks/>
            </p:cNvSpPr>
            <p:nvPr/>
          </p:nvSpPr>
          <p:spPr bwMode="auto">
            <a:xfrm>
              <a:off x="6211889" y="2676525"/>
              <a:ext cx="12700" cy="36513"/>
            </a:xfrm>
            <a:custGeom>
              <a:avLst/>
              <a:gdLst>
                <a:gd name="T0" fmla="*/ 7 w 14"/>
                <a:gd name="T1" fmla="*/ 40 h 40"/>
                <a:gd name="T2" fmla="*/ 0 w 14"/>
                <a:gd name="T3" fmla="*/ 33 h 40"/>
                <a:gd name="T4" fmla="*/ 0 w 14"/>
                <a:gd name="T5" fmla="*/ 7 h 40"/>
                <a:gd name="T6" fmla="*/ 7 w 14"/>
                <a:gd name="T7" fmla="*/ 0 h 40"/>
                <a:gd name="T8" fmla="*/ 14 w 14"/>
                <a:gd name="T9" fmla="*/ 7 h 40"/>
                <a:gd name="T10" fmla="*/ 14 w 14"/>
                <a:gd name="T11" fmla="*/ 33 h 40"/>
                <a:gd name="T12" fmla="*/ 7 w 14"/>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4" h="40">
                  <a:moveTo>
                    <a:pt x="7" y="40"/>
                  </a:moveTo>
                  <a:cubicBezTo>
                    <a:pt x="3" y="40"/>
                    <a:pt x="0" y="37"/>
                    <a:pt x="0" y="33"/>
                  </a:cubicBezTo>
                  <a:lnTo>
                    <a:pt x="0" y="7"/>
                  </a:lnTo>
                  <a:cubicBezTo>
                    <a:pt x="0" y="3"/>
                    <a:pt x="3" y="0"/>
                    <a:pt x="7" y="0"/>
                  </a:cubicBezTo>
                  <a:cubicBezTo>
                    <a:pt x="11" y="0"/>
                    <a:pt x="14" y="3"/>
                    <a:pt x="14" y="7"/>
                  </a:cubicBezTo>
                  <a:lnTo>
                    <a:pt x="14" y="33"/>
                  </a:lnTo>
                  <a:cubicBezTo>
                    <a:pt x="14" y="37"/>
                    <a:pt x="11" y="40"/>
                    <a:pt x="7" y="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6" name="Freeform 568">
              <a:extLst>
                <a:ext uri="{FF2B5EF4-FFF2-40B4-BE49-F238E27FC236}">
                  <a16:creationId xmlns:a16="http://schemas.microsoft.com/office/drawing/2014/main" id="{44431850-61B7-4C6F-8A91-F69BD7948257}"/>
                </a:ext>
              </a:extLst>
            </p:cNvPr>
            <p:cNvSpPr>
              <a:spLocks/>
            </p:cNvSpPr>
            <p:nvPr/>
          </p:nvSpPr>
          <p:spPr bwMode="auto">
            <a:xfrm>
              <a:off x="6211889" y="2801938"/>
              <a:ext cx="12700" cy="38100"/>
            </a:xfrm>
            <a:custGeom>
              <a:avLst/>
              <a:gdLst>
                <a:gd name="T0" fmla="*/ 7 w 14"/>
                <a:gd name="T1" fmla="*/ 41 h 41"/>
                <a:gd name="T2" fmla="*/ 0 w 14"/>
                <a:gd name="T3" fmla="*/ 33 h 41"/>
                <a:gd name="T4" fmla="*/ 0 w 14"/>
                <a:gd name="T5" fmla="*/ 7 h 41"/>
                <a:gd name="T6" fmla="*/ 7 w 14"/>
                <a:gd name="T7" fmla="*/ 0 h 41"/>
                <a:gd name="T8" fmla="*/ 14 w 14"/>
                <a:gd name="T9" fmla="*/ 7 h 41"/>
                <a:gd name="T10" fmla="*/ 14 w 14"/>
                <a:gd name="T11" fmla="*/ 33 h 41"/>
                <a:gd name="T12" fmla="*/ 7 w 14"/>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4" h="41">
                  <a:moveTo>
                    <a:pt x="7" y="41"/>
                  </a:moveTo>
                  <a:cubicBezTo>
                    <a:pt x="3" y="41"/>
                    <a:pt x="0" y="37"/>
                    <a:pt x="0" y="33"/>
                  </a:cubicBezTo>
                  <a:lnTo>
                    <a:pt x="0" y="7"/>
                  </a:lnTo>
                  <a:cubicBezTo>
                    <a:pt x="0" y="3"/>
                    <a:pt x="3" y="0"/>
                    <a:pt x="7" y="0"/>
                  </a:cubicBezTo>
                  <a:cubicBezTo>
                    <a:pt x="11" y="0"/>
                    <a:pt x="14" y="3"/>
                    <a:pt x="14" y="7"/>
                  </a:cubicBezTo>
                  <a:lnTo>
                    <a:pt x="14" y="33"/>
                  </a:lnTo>
                  <a:cubicBezTo>
                    <a:pt x="14" y="37"/>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7" name="Freeform 569">
              <a:extLst>
                <a:ext uri="{FF2B5EF4-FFF2-40B4-BE49-F238E27FC236}">
                  <a16:creationId xmlns:a16="http://schemas.microsoft.com/office/drawing/2014/main" id="{4568BEB8-2291-4373-B419-AC4C6C444B55}"/>
                </a:ext>
              </a:extLst>
            </p:cNvPr>
            <p:cNvSpPr>
              <a:spLocks/>
            </p:cNvSpPr>
            <p:nvPr/>
          </p:nvSpPr>
          <p:spPr bwMode="auto">
            <a:xfrm>
              <a:off x="6105526" y="2471738"/>
              <a:ext cx="223838" cy="93663"/>
            </a:xfrm>
            <a:custGeom>
              <a:avLst/>
              <a:gdLst>
                <a:gd name="T0" fmla="*/ 183 w 244"/>
                <a:gd name="T1" fmla="*/ 102 h 102"/>
                <a:gd name="T2" fmla="*/ 176 w 244"/>
                <a:gd name="T3" fmla="*/ 95 h 102"/>
                <a:gd name="T4" fmla="*/ 218 w 244"/>
                <a:gd name="T5" fmla="*/ 50 h 102"/>
                <a:gd name="T6" fmla="*/ 227 w 244"/>
                <a:gd name="T7" fmla="*/ 42 h 102"/>
                <a:gd name="T8" fmla="*/ 227 w 244"/>
                <a:gd name="T9" fmla="*/ 33 h 102"/>
                <a:gd name="T10" fmla="*/ 216 w 244"/>
                <a:gd name="T11" fmla="*/ 30 h 102"/>
                <a:gd name="T12" fmla="*/ 171 w 244"/>
                <a:gd name="T13" fmla="*/ 21 h 102"/>
                <a:gd name="T14" fmla="*/ 143 w 244"/>
                <a:gd name="T15" fmla="*/ 26 h 102"/>
                <a:gd name="T16" fmla="*/ 122 w 244"/>
                <a:gd name="T17" fmla="*/ 29 h 102"/>
                <a:gd name="T18" fmla="*/ 101 w 244"/>
                <a:gd name="T19" fmla="*/ 26 h 102"/>
                <a:gd name="T20" fmla="*/ 73 w 244"/>
                <a:gd name="T21" fmla="*/ 21 h 102"/>
                <a:gd name="T22" fmla="*/ 29 w 244"/>
                <a:gd name="T23" fmla="*/ 30 h 102"/>
                <a:gd name="T24" fmla="*/ 18 w 244"/>
                <a:gd name="T25" fmla="*/ 33 h 102"/>
                <a:gd name="T26" fmla="*/ 18 w 244"/>
                <a:gd name="T27" fmla="*/ 42 h 102"/>
                <a:gd name="T28" fmla="*/ 26 w 244"/>
                <a:gd name="T29" fmla="*/ 50 h 102"/>
                <a:gd name="T30" fmla="*/ 68 w 244"/>
                <a:gd name="T31" fmla="*/ 95 h 102"/>
                <a:gd name="T32" fmla="*/ 61 w 244"/>
                <a:gd name="T33" fmla="*/ 102 h 102"/>
                <a:gd name="T34" fmla="*/ 54 w 244"/>
                <a:gd name="T35" fmla="*/ 96 h 102"/>
                <a:gd name="T36" fmla="*/ 17 w 244"/>
                <a:gd name="T37" fmla="*/ 61 h 102"/>
                <a:gd name="T38" fmla="*/ 4 w 244"/>
                <a:gd name="T39" fmla="*/ 48 h 102"/>
                <a:gd name="T40" fmla="*/ 5 w 244"/>
                <a:gd name="T41" fmla="*/ 26 h 102"/>
                <a:gd name="T42" fmla="*/ 29 w 244"/>
                <a:gd name="T43" fmla="*/ 16 h 102"/>
                <a:gd name="T44" fmla="*/ 63 w 244"/>
                <a:gd name="T45" fmla="*/ 10 h 102"/>
                <a:gd name="T46" fmla="*/ 109 w 244"/>
                <a:gd name="T47" fmla="*/ 13 h 102"/>
                <a:gd name="T48" fmla="*/ 120 w 244"/>
                <a:gd name="T49" fmla="*/ 14 h 102"/>
                <a:gd name="T50" fmla="*/ 124 w 244"/>
                <a:gd name="T51" fmla="*/ 14 h 102"/>
                <a:gd name="T52" fmla="*/ 136 w 244"/>
                <a:gd name="T53" fmla="*/ 13 h 102"/>
                <a:gd name="T54" fmla="*/ 181 w 244"/>
                <a:gd name="T55" fmla="*/ 10 h 102"/>
                <a:gd name="T56" fmla="*/ 216 w 244"/>
                <a:gd name="T57" fmla="*/ 16 h 102"/>
                <a:gd name="T58" fmla="*/ 239 w 244"/>
                <a:gd name="T59" fmla="*/ 26 h 102"/>
                <a:gd name="T60" fmla="*/ 240 w 244"/>
                <a:gd name="T61" fmla="*/ 48 h 102"/>
                <a:gd name="T62" fmla="*/ 228 w 244"/>
                <a:gd name="T63" fmla="*/ 61 h 102"/>
                <a:gd name="T64" fmla="*/ 190 w 244"/>
                <a:gd name="T65" fmla="*/ 96 h 102"/>
                <a:gd name="T66" fmla="*/ 183 w 244"/>
                <a:gd name="T6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4" h="102">
                  <a:moveTo>
                    <a:pt x="183" y="102"/>
                  </a:moveTo>
                  <a:cubicBezTo>
                    <a:pt x="179" y="102"/>
                    <a:pt x="176" y="99"/>
                    <a:pt x="176" y="95"/>
                  </a:cubicBezTo>
                  <a:cubicBezTo>
                    <a:pt x="176" y="89"/>
                    <a:pt x="182" y="81"/>
                    <a:pt x="218" y="50"/>
                  </a:cubicBezTo>
                  <a:cubicBezTo>
                    <a:pt x="221" y="47"/>
                    <a:pt x="225" y="44"/>
                    <a:pt x="227" y="42"/>
                  </a:cubicBezTo>
                  <a:cubicBezTo>
                    <a:pt x="227" y="40"/>
                    <a:pt x="228" y="36"/>
                    <a:pt x="227" y="33"/>
                  </a:cubicBezTo>
                  <a:cubicBezTo>
                    <a:pt x="225" y="31"/>
                    <a:pt x="221" y="30"/>
                    <a:pt x="216" y="30"/>
                  </a:cubicBezTo>
                  <a:cubicBezTo>
                    <a:pt x="188" y="30"/>
                    <a:pt x="179" y="29"/>
                    <a:pt x="171" y="21"/>
                  </a:cubicBezTo>
                  <a:cubicBezTo>
                    <a:pt x="168" y="18"/>
                    <a:pt x="153" y="20"/>
                    <a:pt x="143" y="26"/>
                  </a:cubicBezTo>
                  <a:cubicBezTo>
                    <a:pt x="136" y="30"/>
                    <a:pt x="128" y="30"/>
                    <a:pt x="122" y="29"/>
                  </a:cubicBezTo>
                  <a:cubicBezTo>
                    <a:pt x="116" y="30"/>
                    <a:pt x="109" y="30"/>
                    <a:pt x="101" y="26"/>
                  </a:cubicBezTo>
                  <a:cubicBezTo>
                    <a:pt x="91" y="20"/>
                    <a:pt x="76" y="18"/>
                    <a:pt x="73" y="21"/>
                  </a:cubicBezTo>
                  <a:cubicBezTo>
                    <a:pt x="65" y="29"/>
                    <a:pt x="56" y="30"/>
                    <a:pt x="29" y="30"/>
                  </a:cubicBezTo>
                  <a:cubicBezTo>
                    <a:pt x="23" y="30"/>
                    <a:pt x="19" y="31"/>
                    <a:pt x="18" y="33"/>
                  </a:cubicBezTo>
                  <a:cubicBezTo>
                    <a:pt x="16" y="36"/>
                    <a:pt x="17" y="40"/>
                    <a:pt x="18" y="42"/>
                  </a:cubicBezTo>
                  <a:cubicBezTo>
                    <a:pt x="19" y="44"/>
                    <a:pt x="23" y="47"/>
                    <a:pt x="26" y="50"/>
                  </a:cubicBezTo>
                  <a:cubicBezTo>
                    <a:pt x="62" y="81"/>
                    <a:pt x="68" y="89"/>
                    <a:pt x="68" y="95"/>
                  </a:cubicBezTo>
                  <a:cubicBezTo>
                    <a:pt x="68" y="99"/>
                    <a:pt x="65" y="102"/>
                    <a:pt x="61" y="102"/>
                  </a:cubicBezTo>
                  <a:cubicBezTo>
                    <a:pt x="58" y="102"/>
                    <a:pt x="55" y="100"/>
                    <a:pt x="54" y="96"/>
                  </a:cubicBezTo>
                  <a:cubicBezTo>
                    <a:pt x="51" y="90"/>
                    <a:pt x="26" y="69"/>
                    <a:pt x="17" y="61"/>
                  </a:cubicBezTo>
                  <a:cubicBezTo>
                    <a:pt x="6" y="52"/>
                    <a:pt x="5" y="50"/>
                    <a:pt x="4" y="48"/>
                  </a:cubicBezTo>
                  <a:cubicBezTo>
                    <a:pt x="3" y="44"/>
                    <a:pt x="0" y="34"/>
                    <a:pt x="5" y="26"/>
                  </a:cubicBezTo>
                  <a:cubicBezTo>
                    <a:pt x="10" y="19"/>
                    <a:pt x="17" y="16"/>
                    <a:pt x="29" y="16"/>
                  </a:cubicBezTo>
                  <a:cubicBezTo>
                    <a:pt x="57" y="16"/>
                    <a:pt x="59" y="14"/>
                    <a:pt x="63" y="10"/>
                  </a:cubicBezTo>
                  <a:cubicBezTo>
                    <a:pt x="73" y="0"/>
                    <a:pt x="98" y="7"/>
                    <a:pt x="109" y="13"/>
                  </a:cubicBezTo>
                  <a:cubicBezTo>
                    <a:pt x="112" y="16"/>
                    <a:pt x="117" y="15"/>
                    <a:pt x="120" y="14"/>
                  </a:cubicBezTo>
                  <a:cubicBezTo>
                    <a:pt x="122" y="14"/>
                    <a:pt x="123" y="14"/>
                    <a:pt x="124" y="14"/>
                  </a:cubicBezTo>
                  <a:cubicBezTo>
                    <a:pt x="127" y="15"/>
                    <a:pt x="132" y="16"/>
                    <a:pt x="136" y="13"/>
                  </a:cubicBezTo>
                  <a:cubicBezTo>
                    <a:pt x="146" y="7"/>
                    <a:pt x="171" y="0"/>
                    <a:pt x="181" y="10"/>
                  </a:cubicBezTo>
                  <a:cubicBezTo>
                    <a:pt x="185" y="14"/>
                    <a:pt x="188" y="16"/>
                    <a:pt x="216" y="16"/>
                  </a:cubicBezTo>
                  <a:cubicBezTo>
                    <a:pt x="227" y="16"/>
                    <a:pt x="235" y="19"/>
                    <a:pt x="239" y="26"/>
                  </a:cubicBezTo>
                  <a:cubicBezTo>
                    <a:pt x="244" y="34"/>
                    <a:pt x="242" y="44"/>
                    <a:pt x="240" y="48"/>
                  </a:cubicBezTo>
                  <a:cubicBezTo>
                    <a:pt x="240" y="50"/>
                    <a:pt x="238" y="52"/>
                    <a:pt x="228" y="61"/>
                  </a:cubicBezTo>
                  <a:cubicBezTo>
                    <a:pt x="218" y="69"/>
                    <a:pt x="194" y="90"/>
                    <a:pt x="190" y="96"/>
                  </a:cubicBezTo>
                  <a:cubicBezTo>
                    <a:pt x="190" y="100"/>
                    <a:pt x="187" y="102"/>
                    <a:pt x="183" y="1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8" name="Freeform 570">
              <a:extLst>
                <a:ext uri="{FF2B5EF4-FFF2-40B4-BE49-F238E27FC236}">
                  <a16:creationId xmlns:a16="http://schemas.microsoft.com/office/drawing/2014/main" id="{712BA191-202F-4FC2-9D45-8844AB468CB2}"/>
                </a:ext>
              </a:extLst>
            </p:cNvPr>
            <p:cNvSpPr>
              <a:spLocks noEditPoints="1"/>
            </p:cNvSpPr>
            <p:nvPr/>
          </p:nvSpPr>
          <p:spPr bwMode="auto">
            <a:xfrm>
              <a:off x="6140451" y="2552700"/>
              <a:ext cx="153988" cy="60325"/>
            </a:xfrm>
            <a:custGeom>
              <a:avLst/>
              <a:gdLst>
                <a:gd name="T0" fmla="*/ 33 w 170"/>
                <a:gd name="T1" fmla="*/ 14 h 66"/>
                <a:gd name="T2" fmla="*/ 15 w 170"/>
                <a:gd name="T3" fmla="*/ 33 h 66"/>
                <a:gd name="T4" fmla="*/ 33 w 170"/>
                <a:gd name="T5" fmla="*/ 52 h 66"/>
                <a:gd name="T6" fmla="*/ 137 w 170"/>
                <a:gd name="T7" fmla="*/ 52 h 66"/>
                <a:gd name="T8" fmla="*/ 156 w 170"/>
                <a:gd name="T9" fmla="*/ 33 h 66"/>
                <a:gd name="T10" fmla="*/ 137 w 170"/>
                <a:gd name="T11" fmla="*/ 14 h 66"/>
                <a:gd name="T12" fmla="*/ 33 w 170"/>
                <a:gd name="T13" fmla="*/ 14 h 66"/>
                <a:gd name="T14" fmla="*/ 137 w 170"/>
                <a:gd name="T15" fmla="*/ 66 h 66"/>
                <a:gd name="T16" fmla="*/ 33 w 170"/>
                <a:gd name="T17" fmla="*/ 66 h 66"/>
                <a:gd name="T18" fmla="*/ 0 w 170"/>
                <a:gd name="T19" fmla="*/ 33 h 66"/>
                <a:gd name="T20" fmla="*/ 33 w 170"/>
                <a:gd name="T21" fmla="*/ 0 h 66"/>
                <a:gd name="T22" fmla="*/ 137 w 170"/>
                <a:gd name="T23" fmla="*/ 0 h 66"/>
                <a:gd name="T24" fmla="*/ 170 w 170"/>
                <a:gd name="T25" fmla="*/ 33 h 66"/>
                <a:gd name="T26" fmla="*/ 137 w 170"/>
                <a:gd name="T2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66">
                  <a:moveTo>
                    <a:pt x="33" y="14"/>
                  </a:moveTo>
                  <a:cubicBezTo>
                    <a:pt x="23" y="14"/>
                    <a:pt x="15" y="23"/>
                    <a:pt x="15" y="33"/>
                  </a:cubicBezTo>
                  <a:cubicBezTo>
                    <a:pt x="15" y="43"/>
                    <a:pt x="23" y="52"/>
                    <a:pt x="33" y="52"/>
                  </a:cubicBezTo>
                  <a:lnTo>
                    <a:pt x="137" y="52"/>
                  </a:lnTo>
                  <a:cubicBezTo>
                    <a:pt x="148" y="52"/>
                    <a:pt x="156" y="43"/>
                    <a:pt x="156" y="33"/>
                  </a:cubicBezTo>
                  <a:cubicBezTo>
                    <a:pt x="156" y="23"/>
                    <a:pt x="148" y="14"/>
                    <a:pt x="137" y="14"/>
                  </a:cubicBezTo>
                  <a:lnTo>
                    <a:pt x="33" y="14"/>
                  </a:lnTo>
                  <a:close/>
                  <a:moveTo>
                    <a:pt x="137" y="66"/>
                  </a:moveTo>
                  <a:lnTo>
                    <a:pt x="33" y="66"/>
                  </a:lnTo>
                  <a:cubicBezTo>
                    <a:pt x="15" y="66"/>
                    <a:pt x="0" y="51"/>
                    <a:pt x="0" y="33"/>
                  </a:cubicBezTo>
                  <a:cubicBezTo>
                    <a:pt x="0" y="15"/>
                    <a:pt x="15" y="0"/>
                    <a:pt x="33" y="0"/>
                  </a:cubicBezTo>
                  <a:lnTo>
                    <a:pt x="137" y="0"/>
                  </a:lnTo>
                  <a:cubicBezTo>
                    <a:pt x="156" y="0"/>
                    <a:pt x="170" y="15"/>
                    <a:pt x="170" y="33"/>
                  </a:cubicBezTo>
                  <a:cubicBezTo>
                    <a:pt x="170" y="51"/>
                    <a:pt x="156" y="66"/>
                    <a:pt x="137"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9" name="Freeform 571">
              <a:extLst>
                <a:ext uri="{FF2B5EF4-FFF2-40B4-BE49-F238E27FC236}">
                  <a16:creationId xmlns:a16="http://schemas.microsoft.com/office/drawing/2014/main" id="{56E41204-FFFA-4708-8982-CB844069A342}"/>
                </a:ext>
              </a:extLst>
            </p:cNvPr>
            <p:cNvSpPr>
              <a:spLocks/>
            </p:cNvSpPr>
            <p:nvPr/>
          </p:nvSpPr>
          <p:spPr bwMode="auto">
            <a:xfrm>
              <a:off x="6130926" y="2598738"/>
              <a:ext cx="258763" cy="312738"/>
            </a:xfrm>
            <a:custGeom>
              <a:avLst/>
              <a:gdLst>
                <a:gd name="T0" fmla="*/ 95 w 283"/>
                <a:gd name="T1" fmla="*/ 341 h 341"/>
                <a:gd name="T2" fmla="*/ 6 w 283"/>
                <a:gd name="T3" fmla="*/ 319 h 341"/>
                <a:gd name="T4" fmla="*/ 1 w 283"/>
                <a:gd name="T5" fmla="*/ 310 h 341"/>
                <a:gd name="T6" fmla="*/ 11 w 283"/>
                <a:gd name="T7" fmla="*/ 306 h 341"/>
                <a:gd name="T8" fmla="*/ 95 w 283"/>
                <a:gd name="T9" fmla="*/ 326 h 341"/>
                <a:gd name="T10" fmla="*/ 180 w 283"/>
                <a:gd name="T11" fmla="*/ 306 h 341"/>
                <a:gd name="T12" fmla="*/ 229 w 283"/>
                <a:gd name="T13" fmla="*/ 299 h 341"/>
                <a:gd name="T14" fmla="*/ 251 w 283"/>
                <a:gd name="T15" fmla="*/ 300 h 341"/>
                <a:gd name="T16" fmla="*/ 265 w 283"/>
                <a:gd name="T17" fmla="*/ 292 h 341"/>
                <a:gd name="T18" fmla="*/ 257 w 283"/>
                <a:gd name="T19" fmla="*/ 274 h 341"/>
                <a:gd name="T20" fmla="*/ 237 w 283"/>
                <a:gd name="T21" fmla="*/ 163 h 341"/>
                <a:gd name="T22" fmla="*/ 234 w 283"/>
                <a:gd name="T23" fmla="*/ 128 h 341"/>
                <a:gd name="T24" fmla="*/ 143 w 283"/>
                <a:gd name="T25" fmla="*/ 14 h 341"/>
                <a:gd name="T26" fmla="*/ 141 w 283"/>
                <a:gd name="T27" fmla="*/ 4 h 341"/>
                <a:gd name="T28" fmla="*/ 151 w 283"/>
                <a:gd name="T29" fmla="*/ 2 h 341"/>
                <a:gd name="T30" fmla="*/ 249 w 283"/>
                <a:gd name="T31" fmla="*/ 127 h 341"/>
                <a:gd name="T32" fmla="*/ 252 w 283"/>
                <a:gd name="T33" fmla="*/ 162 h 341"/>
                <a:gd name="T34" fmla="*/ 268 w 283"/>
                <a:gd name="T35" fmla="*/ 264 h 341"/>
                <a:gd name="T36" fmla="*/ 279 w 283"/>
                <a:gd name="T37" fmla="*/ 296 h 341"/>
                <a:gd name="T38" fmla="*/ 254 w 283"/>
                <a:gd name="T39" fmla="*/ 314 h 341"/>
                <a:gd name="T40" fmla="*/ 226 w 283"/>
                <a:gd name="T41" fmla="*/ 313 h 341"/>
                <a:gd name="T42" fmla="*/ 185 w 283"/>
                <a:gd name="T43" fmla="*/ 319 h 341"/>
                <a:gd name="T44" fmla="*/ 95 w 283"/>
                <a:gd name="T45"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3" h="341">
                  <a:moveTo>
                    <a:pt x="95" y="341"/>
                  </a:moveTo>
                  <a:cubicBezTo>
                    <a:pt x="71" y="341"/>
                    <a:pt x="44" y="334"/>
                    <a:pt x="6" y="319"/>
                  </a:cubicBezTo>
                  <a:cubicBezTo>
                    <a:pt x="2" y="318"/>
                    <a:pt x="0" y="313"/>
                    <a:pt x="1" y="310"/>
                  </a:cubicBezTo>
                  <a:cubicBezTo>
                    <a:pt x="3" y="306"/>
                    <a:pt x="7" y="304"/>
                    <a:pt x="11" y="306"/>
                  </a:cubicBezTo>
                  <a:cubicBezTo>
                    <a:pt x="48" y="320"/>
                    <a:pt x="73" y="326"/>
                    <a:pt x="95" y="326"/>
                  </a:cubicBezTo>
                  <a:cubicBezTo>
                    <a:pt x="117" y="326"/>
                    <a:pt x="143" y="320"/>
                    <a:pt x="180" y="306"/>
                  </a:cubicBezTo>
                  <a:cubicBezTo>
                    <a:pt x="206" y="295"/>
                    <a:pt x="217" y="297"/>
                    <a:pt x="229" y="299"/>
                  </a:cubicBezTo>
                  <a:cubicBezTo>
                    <a:pt x="235" y="300"/>
                    <a:pt x="241" y="301"/>
                    <a:pt x="251" y="300"/>
                  </a:cubicBezTo>
                  <a:cubicBezTo>
                    <a:pt x="256" y="299"/>
                    <a:pt x="263" y="297"/>
                    <a:pt x="265" y="292"/>
                  </a:cubicBezTo>
                  <a:cubicBezTo>
                    <a:pt x="266" y="288"/>
                    <a:pt x="263" y="280"/>
                    <a:pt x="257" y="274"/>
                  </a:cubicBezTo>
                  <a:cubicBezTo>
                    <a:pt x="246" y="263"/>
                    <a:pt x="243" y="225"/>
                    <a:pt x="237" y="163"/>
                  </a:cubicBezTo>
                  <a:cubicBezTo>
                    <a:pt x="236" y="152"/>
                    <a:pt x="236" y="140"/>
                    <a:pt x="234" y="128"/>
                  </a:cubicBezTo>
                  <a:cubicBezTo>
                    <a:pt x="229" y="72"/>
                    <a:pt x="144" y="15"/>
                    <a:pt x="143" y="14"/>
                  </a:cubicBezTo>
                  <a:cubicBezTo>
                    <a:pt x="140" y="12"/>
                    <a:pt x="139" y="7"/>
                    <a:pt x="141" y="4"/>
                  </a:cubicBezTo>
                  <a:cubicBezTo>
                    <a:pt x="143" y="0"/>
                    <a:pt x="148" y="0"/>
                    <a:pt x="151" y="2"/>
                  </a:cubicBezTo>
                  <a:cubicBezTo>
                    <a:pt x="155" y="4"/>
                    <a:pt x="243" y="64"/>
                    <a:pt x="249" y="127"/>
                  </a:cubicBezTo>
                  <a:cubicBezTo>
                    <a:pt x="250" y="138"/>
                    <a:pt x="251" y="150"/>
                    <a:pt x="252" y="162"/>
                  </a:cubicBezTo>
                  <a:cubicBezTo>
                    <a:pt x="255" y="204"/>
                    <a:pt x="260" y="256"/>
                    <a:pt x="268" y="264"/>
                  </a:cubicBezTo>
                  <a:cubicBezTo>
                    <a:pt x="276" y="272"/>
                    <a:pt x="283" y="285"/>
                    <a:pt x="279" y="296"/>
                  </a:cubicBezTo>
                  <a:cubicBezTo>
                    <a:pt x="277" y="303"/>
                    <a:pt x="271" y="311"/>
                    <a:pt x="254" y="314"/>
                  </a:cubicBezTo>
                  <a:cubicBezTo>
                    <a:pt x="241" y="316"/>
                    <a:pt x="233" y="315"/>
                    <a:pt x="226" y="313"/>
                  </a:cubicBezTo>
                  <a:cubicBezTo>
                    <a:pt x="216" y="312"/>
                    <a:pt x="207" y="310"/>
                    <a:pt x="185" y="319"/>
                  </a:cubicBezTo>
                  <a:cubicBezTo>
                    <a:pt x="146" y="334"/>
                    <a:pt x="119" y="341"/>
                    <a:pt x="95" y="3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0" name="Freeform 572">
              <a:extLst>
                <a:ext uri="{FF2B5EF4-FFF2-40B4-BE49-F238E27FC236}">
                  <a16:creationId xmlns:a16="http://schemas.microsoft.com/office/drawing/2014/main" id="{05828814-4B47-4022-B71E-C88E51A465AE}"/>
                </a:ext>
              </a:extLst>
            </p:cNvPr>
            <p:cNvSpPr>
              <a:spLocks/>
            </p:cNvSpPr>
            <p:nvPr/>
          </p:nvSpPr>
          <p:spPr bwMode="auto">
            <a:xfrm>
              <a:off x="6078539" y="2598738"/>
              <a:ext cx="98425" cy="114300"/>
            </a:xfrm>
            <a:custGeom>
              <a:avLst/>
              <a:gdLst>
                <a:gd name="T0" fmla="*/ 8 w 108"/>
                <a:gd name="T1" fmla="*/ 124 h 124"/>
                <a:gd name="T2" fmla="*/ 6 w 108"/>
                <a:gd name="T3" fmla="*/ 123 h 124"/>
                <a:gd name="T4" fmla="*/ 1 w 108"/>
                <a:gd name="T5" fmla="*/ 115 h 124"/>
                <a:gd name="T6" fmla="*/ 96 w 108"/>
                <a:gd name="T7" fmla="*/ 2 h 124"/>
                <a:gd name="T8" fmla="*/ 106 w 108"/>
                <a:gd name="T9" fmla="*/ 4 h 124"/>
                <a:gd name="T10" fmla="*/ 104 w 108"/>
                <a:gd name="T11" fmla="*/ 14 h 124"/>
                <a:gd name="T12" fmla="*/ 15 w 108"/>
                <a:gd name="T13" fmla="*/ 118 h 124"/>
                <a:gd name="T14" fmla="*/ 8 w 108"/>
                <a:gd name="T15" fmla="*/ 124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124">
                  <a:moveTo>
                    <a:pt x="8" y="124"/>
                  </a:moveTo>
                  <a:cubicBezTo>
                    <a:pt x="7" y="124"/>
                    <a:pt x="6" y="124"/>
                    <a:pt x="6" y="123"/>
                  </a:cubicBezTo>
                  <a:cubicBezTo>
                    <a:pt x="2" y="122"/>
                    <a:pt x="0" y="118"/>
                    <a:pt x="1" y="115"/>
                  </a:cubicBezTo>
                  <a:cubicBezTo>
                    <a:pt x="16" y="56"/>
                    <a:pt x="93" y="4"/>
                    <a:pt x="96" y="2"/>
                  </a:cubicBezTo>
                  <a:cubicBezTo>
                    <a:pt x="99" y="0"/>
                    <a:pt x="104" y="0"/>
                    <a:pt x="106" y="4"/>
                  </a:cubicBezTo>
                  <a:cubicBezTo>
                    <a:pt x="108" y="7"/>
                    <a:pt x="108" y="12"/>
                    <a:pt x="104" y="14"/>
                  </a:cubicBezTo>
                  <a:cubicBezTo>
                    <a:pt x="103" y="14"/>
                    <a:pt x="28" y="65"/>
                    <a:pt x="15" y="118"/>
                  </a:cubicBezTo>
                  <a:cubicBezTo>
                    <a:pt x="14" y="121"/>
                    <a:pt x="11" y="124"/>
                    <a:pt x="8" y="1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1" name="Freeform 573">
              <a:extLst>
                <a:ext uri="{FF2B5EF4-FFF2-40B4-BE49-F238E27FC236}">
                  <a16:creationId xmlns:a16="http://schemas.microsoft.com/office/drawing/2014/main" id="{10C175C2-BEE8-4C45-8C32-FBFEBFB63AE4}"/>
                </a:ext>
              </a:extLst>
            </p:cNvPr>
            <p:cNvSpPr>
              <a:spLocks/>
            </p:cNvSpPr>
            <p:nvPr/>
          </p:nvSpPr>
          <p:spPr bwMode="auto">
            <a:xfrm>
              <a:off x="5975351" y="2855913"/>
              <a:ext cx="133350" cy="55563"/>
            </a:xfrm>
            <a:custGeom>
              <a:avLst/>
              <a:gdLst>
                <a:gd name="T0" fmla="*/ 137 w 145"/>
                <a:gd name="T1" fmla="*/ 60 h 60"/>
                <a:gd name="T2" fmla="*/ 7 w 145"/>
                <a:gd name="T3" fmla="*/ 60 h 60"/>
                <a:gd name="T4" fmla="*/ 0 w 145"/>
                <a:gd name="T5" fmla="*/ 53 h 60"/>
                <a:gd name="T6" fmla="*/ 0 w 145"/>
                <a:gd name="T7" fmla="*/ 39 h 60"/>
                <a:gd name="T8" fmla="*/ 7 w 145"/>
                <a:gd name="T9" fmla="*/ 32 h 60"/>
                <a:gd name="T10" fmla="*/ 14 w 145"/>
                <a:gd name="T11" fmla="*/ 39 h 60"/>
                <a:gd name="T12" fmla="*/ 14 w 145"/>
                <a:gd name="T13" fmla="*/ 45 h 60"/>
                <a:gd name="T14" fmla="*/ 130 w 145"/>
                <a:gd name="T15" fmla="*/ 45 h 60"/>
                <a:gd name="T16" fmla="*/ 130 w 145"/>
                <a:gd name="T17" fmla="*/ 15 h 60"/>
                <a:gd name="T18" fmla="*/ 34 w 145"/>
                <a:gd name="T19" fmla="*/ 15 h 60"/>
                <a:gd name="T20" fmla="*/ 27 w 145"/>
                <a:gd name="T21" fmla="*/ 8 h 60"/>
                <a:gd name="T22" fmla="*/ 34 w 145"/>
                <a:gd name="T23" fmla="*/ 0 h 60"/>
                <a:gd name="T24" fmla="*/ 137 w 145"/>
                <a:gd name="T25" fmla="*/ 0 h 60"/>
                <a:gd name="T26" fmla="*/ 145 w 145"/>
                <a:gd name="T27" fmla="*/ 8 h 60"/>
                <a:gd name="T28" fmla="*/ 145 w 145"/>
                <a:gd name="T29" fmla="*/ 53 h 60"/>
                <a:gd name="T30" fmla="*/ 137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7" y="60"/>
                  </a:moveTo>
                  <a:lnTo>
                    <a:pt x="7" y="60"/>
                  </a:lnTo>
                  <a:cubicBezTo>
                    <a:pt x="3" y="60"/>
                    <a:pt x="0" y="57"/>
                    <a:pt x="0" y="53"/>
                  </a:cubicBezTo>
                  <a:lnTo>
                    <a:pt x="0" y="39"/>
                  </a:lnTo>
                  <a:cubicBezTo>
                    <a:pt x="0" y="35"/>
                    <a:pt x="3" y="32"/>
                    <a:pt x="7" y="32"/>
                  </a:cubicBezTo>
                  <a:cubicBezTo>
                    <a:pt x="11" y="32"/>
                    <a:pt x="14" y="35"/>
                    <a:pt x="14" y="39"/>
                  </a:cubicBezTo>
                  <a:lnTo>
                    <a:pt x="14" y="45"/>
                  </a:lnTo>
                  <a:lnTo>
                    <a:pt x="130" y="45"/>
                  </a:lnTo>
                  <a:lnTo>
                    <a:pt x="130" y="15"/>
                  </a:lnTo>
                  <a:lnTo>
                    <a:pt x="34" y="15"/>
                  </a:lnTo>
                  <a:cubicBezTo>
                    <a:pt x="30" y="15"/>
                    <a:pt x="27" y="12"/>
                    <a:pt x="27" y="8"/>
                  </a:cubicBezTo>
                  <a:cubicBezTo>
                    <a:pt x="27" y="4"/>
                    <a:pt x="30" y="0"/>
                    <a:pt x="34" y="0"/>
                  </a:cubicBezTo>
                  <a:lnTo>
                    <a:pt x="137" y="0"/>
                  </a:lnTo>
                  <a:cubicBezTo>
                    <a:pt x="141" y="0"/>
                    <a:pt x="145" y="4"/>
                    <a:pt x="145" y="8"/>
                  </a:cubicBezTo>
                  <a:lnTo>
                    <a:pt x="145" y="53"/>
                  </a:lnTo>
                  <a:cubicBezTo>
                    <a:pt x="145" y="57"/>
                    <a:pt x="141" y="60"/>
                    <a:pt x="137"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2" name="Freeform 574">
              <a:extLst>
                <a:ext uri="{FF2B5EF4-FFF2-40B4-BE49-F238E27FC236}">
                  <a16:creationId xmlns:a16="http://schemas.microsoft.com/office/drawing/2014/main" id="{684D2B6C-A464-430E-A666-598F7BA49E2F}"/>
                </a:ext>
              </a:extLst>
            </p:cNvPr>
            <p:cNvSpPr>
              <a:spLocks/>
            </p:cNvSpPr>
            <p:nvPr/>
          </p:nvSpPr>
          <p:spPr bwMode="auto">
            <a:xfrm>
              <a:off x="6000751" y="2814638"/>
              <a:ext cx="125413" cy="55563"/>
            </a:xfrm>
            <a:custGeom>
              <a:avLst/>
              <a:gdLst>
                <a:gd name="T0" fmla="*/ 129 w 137"/>
                <a:gd name="T1" fmla="*/ 60 h 60"/>
                <a:gd name="T2" fmla="*/ 7 w 137"/>
                <a:gd name="T3" fmla="*/ 60 h 60"/>
                <a:gd name="T4" fmla="*/ 0 w 137"/>
                <a:gd name="T5" fmla="*/ 53 h 60"/>
                <a:gd name="T6" fmla="*/ 7 w 137"/>
                <a:gd name="T7" fmla="*/ 45 h 60"/>
                <a:gd name="T8" fmla="*/ 122 w 137"/>
                <a:gd name="T9" fmla="*/ 45 h 60"/>
                <a:gd name="T10" fmla="*/ 122 w 137"/>
                <a:gd name="T11" fmla="*/ 15 h 60"/>
                <a:gd name="T12" fmla="*/ 15 w 137"/>
                <a:gd name="T13" fmla="*/ 15 h 60"/>
                <a:gd name="T14" fmla="*/ 8 w 137"/>
                <a:gd name="T15" fmla="*/ 7 h 60"/>
                <a:gd name="T16" fmla="*/ 15 w 137"/>
                <a:gd name="T17" fmla="*/ 0 h 60"/>
                <a:gd name="T18" fmla="*/ 129 w 137"/>
                <a:gd name="T19" fmla="*/ 0 h 60"/>
                <a:gd name="T20" fmla="*/ 137 w 137"/>
                <a:gd name="T21" fmla="*/ 7 h 60"/>
                <a:gd name="T22" fmla="*/ 137 w 137"/>
                <a:gd name="T23" fmla="*/ 53 h 60"/>
                <a:gd name="T24" fmla="*/ 129 w 13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 h="60">
                  <a:moveTo>
                    <a:pt x="129" y="60"/>
                  </a:moveTo>
                  <a:lnTo>
                    <a:pt x="7" y="60"/>
                  </a:lnTo>
                  <a:cubicBezTo>
                    <a:pt x="3" y="60"/>
                    <a:pt x="0" y="57"/>
                    <a:pt x="0" y="53"/>
                  </a:cubicBezTo>
                  <a:cubicBezTo>
                    <a:pt x="0" y="49"/>
                    <a:pt x="3" y="45"/>
                    <a:pt x="7" y="45"/>
                  </a:cubicBezTo>
                  <a:lnTo>
                    <a:pt x="122" y="45"/>
                  </a:lnTo>
                  <a:lnTo>
                    <a:pt x="122" y="15"/>
                  </a:lnTo>
                  <a:lnTo>
                    <a:pt x="15" y="15"/>
                  </a:lnTo>
                  <a:cubicBezTo>
                    <a:pt x="11" y="15"/>
                    <a:pt x="8" y="11"/>
                    <a:pt x="8" y="7"/>
                  </a:cubicBezTo>
                  <a:cubicBezTo>
                    <a:pt x="8" y="3"/>
                    <a:pt x="11" y="0"/>
                    <a:pt x="15" y="0"/>
                  </a:cubicBezTo>
                  <a:lnTo>
                    <a:pt x="129" y="0"/>
                  </a:lnTo>
                  <a:cubicBezTo>
                    <a:pt x="133" y="0"/>
                    <a:pt x="137" y="3"/>
                    <a:pt x="137" y="7"/>
                  </a:cubicBezTo>
                  <a:lnTo>
                    <a:pt x="137" y="53"/>
                  </a:lnTo>
                  <a:cubicBezTo>
                    <a:pt x="137" y="57"/>
                    <a:pt x="133" y="60"/>
                    <a:pt x="129"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3" name="Freeform 575">
              <a:extLst>
                <a:ext uri="{FF2B5EF4-FFF2-40B4-BE49-F238E27FC236}">
                  <a16:creationId xmlns:a16="http://schemas.microsoft.com/office/drawing/2014/main" id="{75DD04A7-B748-486D-8992-B68CA87F0CEE}"/>
                </a:ext>
              </a:extLst>
            </p:cNvPr>
            <p:cNvSpPr>
              <a:spLocks/>
            </p:cNvSpPr>
            <p:nvPr/>
          </p:nvSpPr>
          <p:spPr bwMode="auto">
            <a:xfrm>
              <a:off x="5988051" y="2773363"/>
              <a:ext cx="120650" cy="55563"/>
            </a:xfrm>
            <a:custGeom>
              <a:avLst/>
              <a:gdLst>
                <a:gd name="T0" fmla="*/ 123 w 131"/>
                <a:gd name="T1" fmla="*/ 60 h 60"/>
                <a:gd name="T2" fmla="*/ 28 w 131"/>
                <a:gd name="T3" fmla="*/ 60 h 60"/>
                <a:gd name="T4" fmla="*/ 21 w 131"/>
                <a:gd name="T5" fmla="*/ 52 h 60"/>
                <a:gd name="T6" fmla="*/ 28 w 131"/>
                <a:gd name="T7" fmla="*/ 45 h 60"/>
                <a:gd name="T8" fmla="*/ 116 w 131"/>
                <a:gd name="T9" fmla="*/ 45 h 60"/>
                <a:gd name="T10" fmla="*/ 116 w 131"/>
                <a:gd name="T11" fmla="*/ 15 h 60"/>
                <a:gd name="T12" fmla="*/ 7 w 131"/>
                <a:gd name="T13" fmla="*/ 15 h 60"/>
                <a:gd name="T14" fmla="*/ 0 w 131"/>
                <a:gd name="T15" fmla="*/ 7 h 60"/>
                <a:gd name="T16" fmla="*/ 7 w 131"/>
                <a:gd name="T17" fmla="*/ 0 h 60"/>
                <a:gd name="T18" fmla="*/ 123 w 131"/>
                <a:gd name="T19" fmla="*/ 0 h 60"/>
                <a:gd name="T20" fmla="*/ 131 w 131"/>
                <a:gd name="T21" fmla="*/ 7 h 60"/>
                <a:gd name="T22" fmla="*/ 131 w 131"/>
                <a:gd name="T23" fmla="*/ 52 h 60"/>
                <a:gd name="T24" fmla="*/ 123 w 131"/>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60">
                  <a:moveTo>
                    <a:pt x="123" y="60"/>
                  </a:moveTo>
                  <a:lnTo>
                    <a:pt x="28" y="60"/>
                  </a:lnTo>
                  <a:cubicBezTo>
                    <a:pt x="24" y="60"/>
                    <a:pt x="21" y="56"/>
                    <a:pt x="21" y="52"/>
                  </a:cubicBezTo>
                  <a:cubicBezTo>
                    <a:pt x="21" y="48"/>
                    <a:pt x="24" y="45"/>
                    <a:pt x="28" y="45"/>
                  </a:cubicBezTo>
                  <a:lnTo>
                    <a:pt x="116" y="45"/>
                  </a:lnTo>
                  <a:lnTo>
                    <a:pt x="116" y="15"/>
                  </a:lnTo>
                  <a:lnTo>
                    <a:pt x="7" y="15"/>
                  </a:lnTo>
                  <a:cubicBezTo>
                    <a:pt x="3" y="15"/>
                    <a:pt x="0" y="11"/>
                    <a:pt x="0" y="7"/>
                  </a:cubicBezTo>
                  <a:cubicBezTo>
                    <a:pt x="0" y="3"/>
                    <a:pt x="3" y="0"/>
                    <a:pt x="7" y="0"/>
                  </a:cubicBezTo>
                  <a:lnTo>
                    <a:pt x="123" y="0"/>
                  </a:lnTo>
                  <a:cubicBezTo>
                    <a:pt x="127" y="0"/>
                    <a:pt x="131" y="3"/>
                    <a:pt x="131" y="7"/>
                  </a:cubicBezTo>
                  <a:lnTo>
                    <a:pt x="131" y="52"/>
                  </a:lnTo>
                  <a:cubicBezTo>
                    <a:pt x="131" y="56"/>
                    <a:pt x="127" y="60"/>
                    <a:pt x="123"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4" name="Freeform 576">
              <a:extLst>
                <a:ext uri="{FF2B5EF4-FFF2-40B4-BE49-F238E27FC236}">
                  <a16:creationId xmlns:a16="http://schemas.microsoft.com/office/drawing/2014/main" id="{1E8CD0FC-718F-40B3-A403-22F24E1E174C}"/>
                </a:ext>
              </a:extLst>
            </p:cNvPr>
            <p:cNvSpPr>
              <a:spLocks/>
            </p:cNvSpPr>
            <p:nvPr/>
          </p:nvSpPr>
          <p:spPr bwMode="auto">
            <a:xfrm>
              <a:off x="5967414" y="2732088"/>
              <a:ext cx="131763" cy="55563"/>
            </a:xfrm>
            <a:custGeom>
              <a:avLst/>
              <a:gdLst>
                <a:gd name="T0" fmla="*/ 138 w 145"/>
                <a:gd name="T1" fmla="*/ 60 h 60"/>
                <a:gd name="T2" fmla="*/ 31 w 145"/>
                <a:gd name="T3" fmla="*/ 60 h 60"/>
                <a:gd name="T4" fmla="*/ 24 w 145"/>
                <a:gd name="T5" fmla="*/ 52 h 60"/>
                <a:gd name="T6" fmla="*/ 31 w 145"/>
                <a:gd name="T7" fmla="*/ 45 h 60"/>
                <a:gd name="T8" fmla="*/ 131 w 145"/>
                <a:gd name="T9" fmla="*/ 45 h 60"/>
                <a:gd name="T10" fmla="*/ 131 w 145"/>
                <a:gd name="T11" fmla="*/ 15 h 60"/>
                <a:gd name="T12" fmla="*/ 15 w 145"/>
                <a:gd name="T13" fmla="*/ 15 h 60"/>
                <a:gd name="T14" fmla="*/ 15 w 145"/>
                <a:gd name="T15" fmla="*/ 35 h 60"/>
                <a:gd name="T16" fmla="*/ 8 w 145"/>
                <a:gd name="T17" fmla="*/ 42 h 60"/>
                <a:gd name="T18" fmla="*/ 0 w 145"/>
                <a:gd name="T19" fmla="*/ 35 h 60"/>
                <a:gd name="T20" fmla="*/ 0 w 145"/>
                <a:gd name="T21" fmla="*/ 7 h 60"/>
                <a:gd name="T22" fmla="*/ 8 w 145"/>
                <a:gd name="T23" fmla="*/ 0 h 60"/>
                <a:gd name="T24" fmla="*/ 138 w 145"/>
                <a:gd name="T25" fmla="*/ 0 h 60"/>
                <a:gd name="T26" fmla="*/ 145 w 145"/>
                <a:gd name="T27" fmla="*/ 7 h 60"/>
                <a:gd name="T28" fmla="*/ 145 w 145"/>
                <a:gd name="T29" fmla="*/ 52 h 60"/>
                <a:gd name="T30" fmla="*/ 138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8" y="60"/>
                  </a:moveTo>
                  <a:lnTo>
                    <a:pt x="31" y="60"/>
                  </a:lnTo>
                  <a:cubicBezTo>
                    <a:pt x="27" y="60"/>
                    <a:pt x="24" y="56"/>
                    <a:pt x="24" y="52"/>
                  </a:cubicBezTo>
                  <a:cubicBezTo>
                    <a:pt x="24" y="48"/>
                    <a:pt x="27" y="45"/>
                    <a:pt x="31" y="45"/>
                  </a:cubicBezTo>
                  <a:lnTo>
                    <a:pt x="131" y="45"/>
                  </a:lnTo>
                  <a:lnTo>
                    <a:pt x="131" y="15"/>
                  </a:lnTo>
                  <a:lnTo>
                    <a:pt x="15" y="15"/>
                  </a:lnTo>
                  <a:lnTo>
                    <a:pt x="15" y="35"/>
                  </a:lnTo>
                  <a:cubicBezTo>
                    <a:pt x="15" y="39"/>
                    <a:pt x="12" y="42"/>
                    <a:pt x="8" y="42"/>
                  </a:cubicBezTo>
                  <a:cubicBezTo>
                    <a:pt x="4" y="42"/>
                    <a:pt x="0" y="39"/>
                    <a:pt x="0" y="35"/>
                  </a:cubicBezTo>
                  <a:lnTo>
                    <a:pt x="0" y="7"/>
                  </a:lnTo>
                  <a:cubicBezTo>
                    <a:pt x="0" y="3"/>
                    <a:pt x="4" y="0"/>
                    <a:pt x="8" y="0"/>
                  </a:cubicBezTo>
                  <a:lnTo>
                    <a:pt x="138" y="0"/>
                  </a:lnTo>
                  <a:cubicBezTo>
                    <a:pt x="142" y="0"/>
                    <a:pt x="145" y="3"/>
                    <a:pt x="145" y="7"/>
                  </a:cubicBezTo>
                  <a:lnTo>
                    <a:pt x="145" y="52"/>
                  </a:lnTo>
                  <a:cubicBezTo>
                    <a:pt x="145" y="56"/>
                    <a:pt x="142" y="60"/>
                    <a:pt x="138"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5" name="Freeform 577">
              <a:extLst>
                <a:ext uri="{FF2B5EF4-FFF2-40B4-BE49-F238E27FC236}">
                  <a16:creationId xmlns:a16="http://schemas.microsoft.com/office/drawing/2014/main" id="{44754456-4A34-4354-980A-1638235AEFD0}"/>
                </a:ext>
              </a:extLst>
            </p:cNvPr>
            <p:cNvSpPr>
              <a:spLocks noEditPoints="1"/>
            </p:cNvSpPr>
            <p:nvPr/>
          </p:nvSpPr>
          <p:spPr bwMode="auto">
            <a:xfrm>
              <a:off x="5861051" y="2749550"/>
              <a:ext cx="160338" cy="161925"/>
            </a:xfrm>
            <a:custGeom>
              <a:avLst/>
              <a:gdLst>
                <a:gd name="T0" fmla="*/ 88 w 176"/>
                <a:gd name="T1" fmla="*/ 15 h 176"/>
                <a:gd name="T2" fmla="*/ 15 w 176"/>
                <a:gd name="T3" fmla="*/ 88 h 176"/>
                <a:gd name="T4" fmla="*/ 88 w 176"/>
                <a:gd name="T5" fmla="*/ 161 h 176"/>
                <a:gd name="T6" fmla="*/ 161 w 176"/>
                <a:gd name="T7" fmla="*/ 88 h 176"/>
                <a:gd name="T8" fmla="*/ 88 w 176"/>
                <a:gd name="T9" fmla="*/ 15 h 176"/>
                <a:gd name="T10" fmla="*/ 88 w 176"/>
                <a:gd name="T11" fmla="*/ 176 h 176"/>
                <a:gd name="T12" fmla="*/ 0 w 176"/>
                <a:gd name="T13" fmla="*/ 88 h 176"/>
                <a:gd name="T14" fmla="*/ 88 w 176"/>
                <a:gd name="T15" fmla="*/ 0 h 176"/>
                <a:gd name="T16" fmla="*/ 176 w 176"/>
                <a:gd name="T17" fmla="*/ 88 h 176"/>
                <a:gd name="T18" fmla="*/ 88 w 176"/>
                <a:gd name="T19"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6" h="176">
                  <a:moveTo>
                    <a:pt x="88" y="15"/>
                  </a:moveTo>
                  <a:cubicBezTo>
                    <a:pt x="48" y="15"/>
                    <a:pt x="15" y="48"/>
                    <a:pt x="15" y="88"/>
                  </a:cubicBezTo>
                  <a:cubicBezTo>
                    <a:pt x="15" y="128"/>
                    <a:pt x="48" y="161"/>
                    <a:pt x="88" y="161"/>
                  </a:cubicBezTo>
                  <a:cubicBezTo>
                    <a:pt x="128" y="161"/>
                    <a:pt x="161" y="128"/>
                    <a:pt x="161" y="88"/>
                  </a:cubicBezTo>
                  <a:cubicBezTo>
                    <a:pt x="161" y="48"/>
                    <a:pt x="128" y="15"/>
                    <a:pt x="88" y="15"/>
                  </a:cubicBezTo>
                  <a:close/>
                  <a:moveTo>
                    <a:pt x="88" y="176"/>
                  </a:moveTo>
                  <a:cubicBezTo>
                    <a:pt x="40" y="176"/>
                    <a:pt x="0" y="137"/>
                    <a:pt x="0" y="88"/>
                  </a:cubicBezTo>
                  <a:cubicBezTo>
                    <a:pt x="0" y="40"/>
                    <a:pt x="40" y="0"/>
                    <a:pt x="88" y="0"/>
                  </a:cubicBezTo>
                  <a:cubicBezTo>
                    <a:pt x="136" y="0"/>
                    <a:pt x="176" y="40"/>
                    <a:pt x="176" y="88"/>
                  </a:cubicBezTo>
                  <a:cubicBezTo>
                    <a:pt x="176" y="137"/>
                    <a:pt x="136" y="176"/>
                    <a:pt x="88" y="1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6" name="Freeform 578">
              <a:extLst>
                <a:ext uri="{FF2B5EF4-FFF2-40B4-BE49-F238E27FC236}">
                  <a16:creationId xmlns:a16="http://schemas.microsoft.com/office/drawing/2014/main" id="{A13ACB76-AECB-4830-B5C9-EFCEFDB1D6E3}"/>
                </a:ext>
              </a:extLst>
            </p:cNvPr>
            <p:cNvSpPr>
              <a:spLocks/>
            </p:cNvSpPr>
            <p:nvPr/>
          </p:nvSpPr>
          <p:spPr bwMode="auto">
            <a:xfrm>
              <a:off x="5915026" y="2797175"/>
              <a:ext cx="52388" cy="66675"/>
            </a:xfrm>
            <a:custGeom>
              <a:avLst/>
              <a:gdLst>
                <a:gd name="T0" fmla="*/ 34 w 56"/>
                <a:gd name="T1" fmla="*/ 72 h 72"/>
                <a:gd name="T2" fmla="*/ 22 w 56"/>
                <a:gd name="T3" fmla="*/ 72 h 72"/>
                <a:gd name="T4" fmla="*/ 0 w 56"/>
                <a:gd name="T5" fmla="*/ 51 h 72"/>
                <a:gd name="T6" fmla="*/ 7 w 56"/>
                <a:gd name="T7" fmla="*/ 43 h 72"/>
                <a:gd name="T8" fmla="*/ 15 w 56"/>
                <a:gd name="T9" fmla="*/ 51 h 72"/>
                <a:gd name="T10" fmla="*/ 22 w 56"/>
                <a:gd name="T11" fmla="*/ 58 h 72"/>
                <a:gd name="T12" fmla="*/ 34 w 56"/>
                <a:gd name="T13" fmla="*/ 58 h 72"/>
                <a:gd name="T14" fmla="*/ 41 w 56"/>
                <a:gd name="T15" fmla="*/ 51 h 72"/>
                <a:gd name="T16" fmla="*/ 34 w 56"/>
                <a:gd name="T17" fmla="*/ 43 h 72"/>
                <a:gd name="T18" fmla="*/ 22 w 56"/>
                <a:gd name="T19" fmla="*/ 43 h 72"/>
                <a:gd name="T20" fmla="*/ 0 w 56"/>
                <a:gd name="T21" fmla="*/ 22 h 72"/>
                <a:gd name="T22" fmla="*/ 22 w 56"/>
                <a:gd name="T23" fmla="*/ 0 h 72"/>
                <a:gd name="T24" fmla="*/ 34 w 56"/>
                <a:gd name="T25" fmla="*/ 0 h 72"/>
                <a:gd name="T26" fmla="*/ 56 w 56"/>
                <a:gd name="T27" fmla="*/ 22 h 72"/>
                <a:gd name="T28" fmla="*/ 48 w 56"/>
                <a:gd name="T29" fmla="*/ 29 h 72"/>
                <a:gd name="T30" fmla="*/ 41 w 56"/>
                <a:gd name="T31" fmla="*/ 22 h 72"/>
                <a:gd name="T32" fmla="*/ 34 w 56"/>
                <a:gd name="T33" fmla="*/ 15 h 72"/>
                <a:gd name="T34" fmla="*/ 22 w 56"/>
                <a:gd name="T35" fmla="*/ 15 h 72"/>
                <a:gd name="T36" fmla="*/ 15 w 56"/>
                <a:gd name="T37" fmla="*/ 22 h 72"/>
                <a:gd name="T38" fmla="*/ 22 w 56"/>
                <a:gd name="T39" fmla="*/ 29 h 72"/>
                <a:gd name="T40" fmla="*/ 34 w 56"/>
                <a:gd name="T41" fmla="*/ 29 h 72"/>
                <a:gd name="T42" fmla="*/ 56 w 56"/>
                <a:gd name="T43" fmla="*/ 51 h 72"/>
                <a:gd name="T44" fmla="*/ 34 w 56"/>
                <a:gd name="T4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72">
                  <a:moveTo>
                    <a:pt x="34" y="72"/>
                  </a:moveTo>
                  <a:lnTo>
                    <a:pt x="22" y="72"/>
                  </a:lnTo>
                  <a:cubicBezTo>
                    <a:pt x="10" y="72"/>
                    <a:pt x="0" y="63"/>
                    <a:pt x="0" y="51"/>
                  </a:cubicBezTo>
                  <a:cubicBezTo>
                    <a:pt x="0" y="47"/>
                    <a:pt x="3" y="43"/>
                    <a:pt x="7" y="43"/>
                  </a:cubicBezTo>
                  <a:cubicBezTo>
                    <a:pt x="12" y="43"/>
                    <a:pt x="15" y="47"/>
                    <a:pt x="15" y="51"/>
                  </a:cubicBezTo>
                  <a:cubicBezTo>
                    <a:pt x="15" y="54"/>
                    <a:pt x="18" y="58"/>
                    <a:pt x="22" y="58"/>
                  </a:cubicBezTo>
                  <a:lnTo>
                    <a:pt x="34" y="58"/>
                  </a:lnTo>
                  <a:cubicBezTo>
                    <a:pt x="38" y="58"/>
                    <a:pt x="41" y="54"/>
                    <a:pt x="41" y="51"/>
                  </a:cubicBezTo>
                  <a:cubicBezTo>
                    <a:pt x="41" y="47"/>
                    <a:pt x="38" y="43"/>
                    <a:pt x="34" y="43"/>
                  </a:cubicBezTo>
                  <a:lnTo>
                    <a:pt x="22" y="43"/>
                  </a:lnTo>
                  <a:cubicBezTo>
                    <a:pt x="10" y="43"/>
                    <a:pt x="0" y="34"/>
                    <a:pt x="0" y="22"/>
                  </a:cubicBezTo>
                  <a:cubicBezTo>
                    <a:pt x="0" y="10"/>
                    <a:pt x="10" y="0"/>
                    <a:pt x="22" y="0"/>
                  </a:cubicBezTo>
                  <a:lnTo>
                    <a:pt x="34" y="0"/>
                  </a:lnTo>
                  <a:cubicBezTo>
                    <a:pt x="46" y="0"/>
                    <a:pt x="56" y="10"/>
                    <a:pt x="56" y="22"/>
                  </a:cubicBezTo>
                  <a:cubicBezTo>
                    <a:pt x="56" y="26"/>
                    <a:pt x="52" y="29"/>
                    <a:pt x="48" y="29"/>
                  </a:cubicBezTo>
                  <a:cubicBezTo>
                    <a:pt x="44" y="29"/>
                    <a:pt x="41" y="26"/>
                    <a:pt x="41" y="22"/>
                  </a:cubicBezTo>
                  <a:cubicBezTo>
                    <a:pt x="41" y="18"/>
                    <a:pt x="38" y="15"/>
                    <a:pt x="34" y="15"/>
                  </a:cubicBezTo>
                  <a:lnTo>
                    <a:pt x="22" y="15"/>
                  </a:lnTo>
                  <a:cubicBezTo>
                    <a:pt x="18" y="15"/>
                    <a:pt x="15" y="18"/>
                    <a:pt x="15" y="22"/>
                  </a:cubicBezTo>
                  <a:cubicBezTo>
                    <a:pt x="15" y="26"/>
                    <a:pt x="18" y="29"/>
                    <a:pt x="22" y="29"/>
                  </a:cubicBezTo>
                  <a:lnTo>
                    <a:pt x="34" y="29"/>
                  </a:lnTo>
                  <a:cubicBezTo>
                    <a:pt x="46" y="29"/>
                    <a:pt x="56" y="39"/>
                    <a:pt x="56" y="51"/>
                  </a:cubicBezTo>
                  <a:cubicBezTo>
                    <a:pt x="56" y="63"/>
                    <a:pt x="46" y="72"/>
                    <a:pt x="34" y="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7" name="Freeform 579">
              <a:extLst>
                <a:ext uri="{FF2B5EF4-FFF2-40B4-BE49-F238E27FC236}">
                  <a16:creationId xmlns:a16="http://schemas.microsoft.com/office/drawing/2014/main" id="{12C53C57-0FDF-4D24-9FE0-D84F7403D9E8}"/>
                </a:ext>
              </a:extLst>
            </p:cNvPr>
            <p:cNvSpPr>
              <a:spLocks/>
            </p:cNvSpPr>
            <p:nvPr/>
          </p:nvSpPr>
          <p:spPr bwMode="auto">
            <a:xfrm>
              <a:off x="5935664" y="2786063"/>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8" name="Freeform 580">
              <a:extLst>
                <a:ext uri="{FF2B5EF4-FFF2-40B4-BE49-F238E27FC236}">
                  <a16:creationId xmlns:a16="http://schemas.microsoft.com/office/drawing/2014/main" id="{36DC83B1-98D4-4469-8116-26CF4E26ED41}"/>
                </a:ext>
              </a:extLst>
            </p:cNvPr>
            <p:cNvSpPr>
              <a:spLocks/>
            </p:cNvSpPr>
            <p:nvPr/>
          </p:nvSpPr>
          <p:spPr bwMode="auto">
            <a:xfrm>
              <a:off x="5935664" y="2851150"/>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800" name="Rectangle 799">
            <a:extLst>
              <a:ext uri="{FF2B5EF4-FFF2-40B4-BE49-F238E27FC236}">
                <a16:creationId xmlns:a16="http://schemas.microsoft.com/office/drawing/2014/main" id="{3CC87594-804B-4B31-83B9-EE7BD21075D8}"/>
              </a:ext>
            </a:extLst>
          </p:cNvPr>
          <p:cNvSpPr/>
          <p:nvPr/>
        </p:nvSpPr>
        <p:spPr>
          <a:xfrm>
            <a:off x="1264950"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$13,6 bn </a:t>
            </a:r>
            <a:br>
              <a:rPr kumimoji="0" lang="en-US" sz="1400" i="0" u="none" strike="noStrike" kern="0" cap="none" spc="0" normalizeH="0" baseline="0" noProof="0" dirty="0">
                <a:ln>
                  <a:noFill/>
                </a:ln>
                <a:solidFill>
                  <a:schemeClr val="accent1"/>
                </a:solidFill>
                <a:effectLst/>
                <a:uLnTx/>
                <a:uFillTx/>
              </a:rPr>
            </a:br>
            <a:r>
              <a:rPr kumimoji="0" lang="en-US" sz="1400" i="0" u="none" strike="noStrike" kern="0" cap="none" spc="0" normalizeH="0" baseline="0" noProof="0" dirty="0">
                <a:ln>
                  <a:noFill/>
                </a:ln>
                <a:solidFill>
                  <a:schemeClr val="tx1"/>
                </a:solidFill>
                <a:effectLst/>
                <a:uLnTx/>
                <a:uFillTx/>
              </a:rPr>
              <a:t>GDP</a:t>
            </a:r>
          </a:p>
        </p:txBody>
      </p:sp>
      <p:sp>
        <p:nvSpPr>
          <p:cNvPr id="801" name="Rectangle 800">
            <a:extLst>
              <a:ext uri="{FF2B5EF4-FFF2-40B4-BE49-F238E27FC236}">
                <a16:creationId xmlns:a16="http://schemas.microsoft.com/office/drawing/2014/main" id="{2DD243C1-ABA2-49C7-996A-2257E60DDF2F}"/>
              </a:ext>
            </a:extLst>
          </p:cNvPr>
          <p:cNvSpPr/>
          <p:nvPr/>
        </p:nvSpPr>
        <p:spPr>
          <a:xfrm>
            <a:off x="283174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6,6%</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GDP </a:t>
            </a:r>
            <a:r>
              <a:rPr kumimoji="0" lang="en-US" sz="1400" i="0" u="none" strike="noStrike" kern="0" cap="none" spc="0" normalizeH="0" baseline="0" noProof="0" dirty="0">
                <a:ln>
                  <a:noFill/>
                </a:ln>
                <a:solidFill>
                  <a:schemeClr val="tx1"/>
                </a:solidFill>
                <a:effectLst/>
                <a:uLnTx/>
                <a:uFillTx/>
              </a:rPr>
              <a:t>growth rate</a:t>
            </a:r>
            <a:endParaRPr kumimoji="0" lang="en-US" sz="1100" i="0" u="none" strike="noStrike" kern="0" cap="none" spc="0" normalizeH="0" baseline="0" noProof="0" dirty="0">
              <a:ln>
                <a:noFill/>
              </a:ln>
              <a:solidFill>
                <a:schemeClr val="tx1"/>
              </a:solidFill>
              <a:effectLst/>
              <a:uLnTx/>
              <a:uFillTx/>
            </a:endParaRPr>
          </a:p>
        </p:txBody>
      </p:sp>
      <p:sp>
        <p:nvSpPr>
          <p:cNvPr id="802" name="Rectangle 801">
            <a:extLst>
              <a:ext uri="{FF2B5EF4-FFF2-40B4-BE49-F238E27FC236}">
                <a16:creationId xmlns:a16="http://schemas.microsoft.com/office/drawing/2014/main" id="{C8EA8945-7A34-4FC5-9348-88A3AFEA2EEA}"/>
              </a:ext>
            </a:extLst>
          </p:cNvPr>
          <p:cNvSpPr/>
          <p:nvPr/>
        </p:nvSpPr>
        <p:spPr>
          <a:xfrm>
            <a:off x="4333785" y="292456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2,1%</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inflation rate</a:t>
            </a:r>
            <a:endParaRPr kumimoji="0" lang="en-US" sz="1100" i="0" u="none" strike="noStrike" kern="0" cap="none" spc="0" normalizeH="0" baseline="0" noProof="0" dirty="0">
              <a:ln>
                <a:noFill/>
              </a:ln>
              <a:solidFill>
                <a:schemeClr val="tx1"/>
              </a:solidFill>
              <a:effectLst/>
              <a:uLnTx/>
              <a:uFillTx/>
            </a:endParaRP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0FA4A786-E0E2-EAE4-76B2-8A2239E9B142}"/>
              </a:ext>
            </a:extLst>
          </p:cNvPr>
          <p:cNvGrpSpPr>
            <a:grpSpLocks noChangeAspect="1"/>
          </p:cNvGrpSpPr>
          <p:nvPr/>
        </p:nvGrpSpPr>
        <p:grpSpPr>
          <a:xfrm>
            <a:off x="4903765" y="2311605"/>
            <a:ext cx="489185" cy="520456"/>
            <a:chOff x="6289676" y="1268413"/>
            <a:chExt cx="347663" cy="369888"/>
          </a:xfrm>
          <a:solidFill>
            <a:schemeClr val="accent1"/>
          </a:solidFill>
        </p:grpSpPr>
        <p:sp>
          <p:nvSpPr>
            <p:cNvPr id="4" name="Rectangle 872">
              <a:extLst>
                <a:ext uri="{FF2B5EF4-FFF2-40B4-BE49-F238E27FC236}">
                  <a16:creationId xmlns:a16="http://schemas.microsoft.com/office/drawing/2014/main" id="{9064A93D-BDF3-7B43-4D11-476B0D7C5DB6}"/>
                </a:ext>
              </a:extLst>
            </p:cNvPr>
            <p:cNvSpPr>
              <a:spLocks noChangeArrowheads="1"/>
            </p:cNvSpPr>
            <p:nvPr/>
          </p:nvSpPr>
          <p:spPr bwMode="auto">
            <a:xfrm>
              <a:off x="6388101" y="1546226"/>
              <a:ext cx="12700"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Rectangle 873">
              <a:extLst>
                <a:ext uri="{FF2B5EF4-FFF2-40B4-BE49-F238E27FC236}">
                  <a16:creationId xmlns:a16="http://schemas.microsoft.com/office/drawing/2014/main" id="{A9DAA9AB-19F1-C888-2835-6BD937E2DB00}"/>
                </a:ext>
              </a:extLst>
            </p:cNvPr>
            <p:cNvSpPr>
              <a:spLocks noChangeArrowheads="1"/>
            </p:cNvSpPr>
            <p:nvPr/>
          </p:nvSpPr>
          <p:spPr bwMode="auto">
            <a:xfrm>
              <a:off x="6411913" y="1520826"/>
              <a:ext cx="14288" cy="1111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Rectangle 874">
              <a:extLst>
                <a:ext uri="{FF2B5EF4-FFF2-40B4-BE49-F238E27FC236}">
                  <a16:creationId xmlns:a16="http://schemas.microsoft.com/office/drawing/2014/main" id="{425AE4DA-106D-F321-3980-3B0765408850}"/>
                </a:ext>
              </a:extLst>
            </p:cNvPr>
            <p:cNvSpPr>
              <a:spLocks noChangeArrowheads="1"/>
            </p:cNvSpPr>
            <p:nvPr/>
          </p:nvSpPr>
          <p:spPr bwMode="auto">
            <a:xfrm>
              <a:off x="6464301" y="1470026"/>
              <a:ext cx="12700" cy="161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Rectangle 875">
              <a:extLst>
                <a:ext uri="{FF2B5EF4-FFF2-40B4-BE49-F238E27FC236}">
                  <a16:creationId xmlns:a16="http://schemas.microsoft.com/office/drawing/2014/main" id="{A654D17D-81A3-5C0D-41BA-3C74A4C9115F}"/>
                </a:ext>
              </a:extLst>
            </p:cNvPr>
            <p:cNvSpPr>
              <a:spLocks noChangeArrowheads="1"/>
            </p:cNvSpPr>
            <p:nvPr/>
          </p:nvSpPr>
          <p:spPr bwMode="auto">
            <a:xfrm>
              <a:off x="6488113" y="1444626"/>
              <a:ext cx="14288"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Rectangle 876">
              <a:extLst>
                <a:ext uri="{FF2B5EF4-FFF2-40B4-BE49-F238E27FC236}">
                  <a16:creationId xmlns:a16="http://schemas.microsoft.com/office/drawing/2014/main" id="{F84B1E1B-EBC6-FE0B-E81A-D6DE4741113E}"/>
                </a:ext>
              </a:extLst>
            </p:cNvPr>
            <p:cNvSpPr>
              <a:spLocks noChangeArrowheads="1"/>
            </p:cNvSpPr>
            <p:nvPr/>
          </p:nvSpPr>
          <p:spPr bwMode="auto">
            <a:xfrm>
              <a:off x="6540501" y="1397001"/>
              <a:ext cx="12700" cy="2349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Rectangle 877">
              <a:extLst>
                <a:ext uri="{FF2B5EF4-FFF2-40B4-BE49-F238E27FC236}">
                  <a16:creationId xmlns:a16="http://schemas.microsoft.com/office/drawing/2014/main" id="{8B0C8D29-92E5-A2DC-3B99-8A7715E0A914}"/>
                </a:ext>
              </a:extLst>
            </p:cNvPr>
            <p:cNvSpPr>
              <a:spLocks noChangeArrowheads="1"/>
            </p:cNvSpPr>
            <p:nvPr/>
          </p:nvSpPr>
          <p:spPr bwMode="auto">
            <a:xfrm>
              <a:off x="6591301" y="1373188"/>
              <a:ext cx="11113"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Rectangle 878">
              <a:extLst>
                <a:ext uri="{FF2B5EF4-FFF2-40B4-BE49-F238E27FC236}">
                  <a16:creationId xmlns:a16="http://schemas.microsoft.com/office/drawing/2014/main" id="{99F12DDB-FFC9-ED34-3F87-9879F7DFDB60}"/>
                </a:ext>
              </a:extLst>
            </p:cNvPr>
            <p:cNvSpPr>
              <a:spLocks noChangeArrowheads="1"/>
            </p:cNvSpPr>
            <p:nvPr/>
          </p:nvSpPr>
          <p:spPr bwMode="auto">
            <a:xfrm>
              <a:off x="6335713" y="1597026"/>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Rectangle 879">
              <a:extLst>
                <a:ext uri="{FF2B5EF4-FFF2-40B4-BE49-F238E27FC236}">
                  <a16:creationId xmlns:a16="http://schemas.microsoft.com/office/drawing/2014/main" id="{0DDBFDA7-439B-7162-8D81-BE455BAEF21C}"/>
                </a:ext>
              </a:extLst>
            </p:cNvPr>
            <p:cNvSpPr>
              <a:spLocks noChangeArrowheads="1"/>
            </p:cNvSpPr>
            <p:nvPr/>
          </p:nvSpPr>
          <p:spPr bwMode="auto">
            <a:xfrm>
              <a:off x="6289676" y="1625601"/>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880">
              <a:extLst>
                <a:ext uri="{FF2B5EF4-FFF2-40B4-BE49-F238E27FC236}">
                  <a16:creationId xmlns:a16="http://schemas.microsoft.com/office/drawing/2014/main" id="{F3B3AD0F-5D6A-AA0C-CFEB-74A041A01632}"/>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881">
              <a:extLst>
                <a:ext uri="{FF2B5EF4-FFF2-40B4-BE49-F238E27FC236}">
                  <a16:creationId xmlns:a16="http://schemas.microsoft.com/office/drawing/2014/main" id="{FF322C8B-2902-9BDD-0BA6-41D0BD22E60A}"/>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882">
              <a:extLst>
                <a:ext uri="{FF2B5EF4-FFF2-40B4-BE49-F238E27FC236}">
                  <a16:creationId xmlns:a16="http://schemas.microsoft.com/office/drawing/2014/main" id="{9C439114-2829-7B3E-3257-2E03553F2CF0}"/>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883">
              <a:extLst>
                <a:ext uri="{FF2B5EF4-FFF2-40B4-BE49-F238E27FC236}">
                  <a16:creationId xmlns:a16="http://schemas.microsoft.com/office/drawing/2014/main" id="{DA9DA7AE-EE30-65A9-8656-F6B2A2061A16}"/>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884">
              <a:extLst>
                <a:ext uri="{FF2B5EF4-FFF2-40B4-BE49-F238E27FC236}">
                  <a16:creationId xmlns:a16="http://schemas.microsoft.com/office/drawing/2014/main" id="{7E969405-F42B-AEE2-0F78-617FE6FAF792}"/>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885">
              <a:extLst>
                <a:ext uri="{FF2B5EF4-FFF2-40B4-BE49-F238E27FC236}">
                  <a16:creationId xmlns:a16="http://schemas.microsoft.com/office/drawing/2014/main" id="{83F90EDF-F1E7-BADD-8BD9-2D267666573F}"/>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886">
              <a:extLst>
                <a:ext uri="{FF2B5EF4-FFF2-40B4-BE49-F238E27FC236}">
                  <a16:creationId xmlns:a16="http://schemas.microsoft.com/office/drawing/2014/main" id="{3A880650-45E8-07AB-327B-A006496E5646}"/>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887">
              <a:extLst>
                <a:ext uri="{FF2B5EF4-FFF2-40B4-BE49-F238E27FC236}">
                  <a16:creationId xmlns:a16="http://schemas.microsoft.com/office/drawing/2014/main" id="{736B267B-5876-AFDA-95FD-BF13F339DC2E}"/>
                </a:ext>
              </a:extLst>
            </p:cNvPr>
            <p:cNvSpPr>
              <a:spLocks noChangeArrowheads="1"/>
            </p:cNvSpPr>
            <p:nvPr/>
          </p:nvSpPr>
          <p:spPr bwMode="auto">
            <a:xfrm>
              <a:off x="6324601" y="1363663"/>
              <a:ext cx="11113" cy="809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Rectangle 888">
              <a:extLst>
                <a:ext uri="{FF2B5EF4-FFF2-40B4-BE49-F238E27FC236}">
                  <a16:creationId xmlns:a16="http://schemas.microsoft.com/office/drawing/2014/main" id="{0FB094AF-1E07-61C7-73CF-F1556D19A140}"/>
                </a:ext>
              </a:extLst>
            </p:cNvPr>
            <p:cNvSpPr>
              <a:spLocks noChangeArrowheads="1"/>
            </p:cNvSpPr>
            <p:nvPr/>
          </p:nvSpPr>
          <p:spPr bwMode="auto">
            <a:xfrm>
              <a:off x="6289676" y="1397001"/>
              <a:ext cx="809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Rectangle 889">
              <a:extLst>
                <a:ext uri="{FF2B5EF4-FFF2-40B4-BE49-F238E27FC236}">
                  <a16:creationId xmlns:a16="http://schemas.microsoft.com/office/drawing/2014/main" id="{7AE57F28-1555-EDDF-3E08-DD214EBB44C0}"/>
                </a:ext>
              </a:extLst>
            </p:cNvPr>
            <p:cNvSpPr>
              <a:spLocks noChangeArrowheads="1"/>
            </p:cNvSpPr>
            <p:nvPr/>
          </p:nvSpPr>
          <p:spPr bwMode="auto">
            <a:xfrm>
              <a:off x="6416676" y="1268413"/>
              <a:ext cx="12700"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Rectangle 890">
              <a:extLst>
                <a:ext uri="{FF2B5EF4-FFF2-40B4-BE49-F238E27FC236}">
                  <a16:creationId xmlns:a16="http://schemas.microsoft.com/office/drawing/2014/main" id="{84C799A9-EFC4-C564-BF21-7635FF40CEBF}"/>
                </a:ext>
              </a:extLst>
            </p:cNvPr>
            <p:cNvSpPr>
              <a:spLocks noChangeArrowheads="1"/>
            </p:cNvSpPr>
            <p:nvPr/>
          </p:nvSpPr>
          <p:spPr bwMode="auto">
            <a:xfrm>
              <a:off x="6392863" y="1293813"/>
              <a:ext cx="619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Rectangle 891">
              <a:extLst>
                <a:ext uri="{FF2B5EF4-FFF2-40B4-BE49-F238E27FC236}">
                  <a16:creationId xmlns:a16="http://schemas.microsoft.com/office/drawing/2014/main" id="{A83E8ED7-58BC-8C15-C679-24E1A6C672C0}"/>
                </a:ext>
              </a:extLst>
            </p:cNvPr>
            <p:cNvSpPr>
              <a:spLocks noChangeArrowheads="1"/>
            </p:cNvSpPr>
            <p:nvPr/>
          </p:nvSpPr>
          <p:spPr bwMode="auto">
            <a:xfrm>
              <a:off x="6564313" y="1373188"/>
              <a:ext cx="14288"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Rectangle 892">
              <a:extLst>
                <a:ext uri="{FF2B5EF4-FFF2-40B4-BE49-F238E27FC236}">
                  <a16:creationId xmlns:a16="http://schemas.microsoft.com/office/drawing/2014/main" id="{55BB4BB7-5E3A-22CB-E420-A8215CEA158A}"/>
                </a:ext>
              </a:extLst>
            </p:cNvPr>
            <p:cNvSpPr>
              <a:spLocks noChangeArrowheads="1"/>
            </p:cNvSpPr>
            <p:nvPr/>
          </p:nvSpPr>
          <p:spPr bwMode="auto">
            <a:xfrm>
              <a:off x="6515101" y="1419226"/>
              <a:ext cx="11113" cy="212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Rectangle 893">
              <a:extLst>
                <a:ext uri="{FF2B5EF4-FFF2-40B4-BE49-F238E27FC236}">
                  <a16:creationId xmlns:a16="http://schemas.microsoft.com/office/drawing/2014/main" id="{D957340A-F570-2B9B-FCCC-B2BB921F54A9}"/>
                </a:ext>
              </a:extLst>
            </p:cNvPr>
            <p:cNvSpPr>
              <a:spLocks noChangeArrowheads="1"/>
            </p:cNvSpPr>
            <p:nvPr/>
          </p:nvSpPr>
          <p:spPr bwMode="auto">
            <a:xfrm>
              <a:off x="6438901" y="1495426"/>
              <a:ext cx="11113" cy="136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Rectangle 894">
              <a:extLst>
                <a:ext uri="{FF2B5EF4-FFF2-40B4-BE49-F238E27FC236}">
                  <a16:creationId xmlns:a16="http://schemas.microsoft.com/office/drawing/2014/main" id="{E43E54AD-4556-0C7D-BD57-5B782E8709E9}"/>
                </a:ext>
              </a:extLst>
            </p:cNvPr>
            <p:cNvSpPr>
              <a:spLocks noChangeArrowheads="1"/>
            </p:cNvSpPr>
            <p:nvPr/>
          </p:nvSpPr>
          <p:spPr bwMode="auto">
            <a:xfrm>
              <a:off x="6362701" y="1571626"/>
              <a:ext cx="11113"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 name="Nuclear_football" descr="{&quot;Key&quot;:&quot;POWER_USER_SHAPE_ICON&quot;,&quot;Value&quot;:&quot;POWER_USER_SHAPE_ICON_STYLE_1&quot;}">
            <a:extLst>
              <a:ext uri="{FF2B5EF4-FFF2-40B4-BE49-F238E27FC236}">
                <a16:creationId xmlns:a16="http://schemas.microsoft.com/office/drawing/2014/main" id="{288FCF71-B001-9899-F9E4-FE3D5B9820DC}"/>
              </a:ext>
            </a:extLst>
          </p:cNvPr>
          <p:cNvGrpSpPr>
            <a:grpSpLocks noChangeAspect="1"/>
          </p:cNvGrpSpPr>
          <p:nvPr/>
        </p:nvGrpSpPr>
        <p:grpSpPr>
          <a:xfrm>
            <a:off x="8646500" y="2315213"/>
            <a:ext cx="622939" cy="545785"/>
            <a:chOff x="9009615" y="4743699"/>
            <a:chExt cx="968680" cy="848704"/>
          </a:xfrm>
          <a:solidFill>
            <a:schemeClr val="accent2"/>
          </a:solidFill>
        </p:grpSpPr>
        <p:sp>
          <p:nvSpPr>
            <p:cNvPr id="28" name="Free-form: Shape 27">
              <a:extLst>
                <a:ext uri="{FF2B5EF4-FFF2-40B4-BE49-F238E27FC236}">
                  <a16:creationId xmlns:a16="http://schemas.microsoft.com/office/drawing/2014/main" id="{A3C540BD-CB9F-DB30-C057-E6D055CF882B}"/>
                </a:ext>
              </a:extLst>
            </p:cNvPr>
            <p:cNvSpPr/>
            <p:nvPr/>
          </p:nvSpPr>
          <p:spPr>
            <a:xfrm>
              <a:off x="9009615" y="4743699"/>
              <a:ext cx="968680" cy="848704"/>
            </a:xfrm>
            <a:custGeom>
              <a:avLst/>
              <a:gdLst>
                <a:gd name="connsiteX0" fmla="*/ 622666 w 968680"/>
                <a:gd name="connsiteY0" fmla="*/ 0 h 848704"/>
                <a:gd name="connsiteX1" fmla="*/ 662346 w 968680"/>
                <a:gd name="connsiteY1" fmla="*/ 48967 h 848704"/>
                <a:gd name="connsiteX2" fmla="*/ 661946 w 968680"/>
                <a:gd name="connsiteY2" fmla="*/ 120996 h 848704"/>
                <a:gd name="connsiteX3" fmla="*/ 665368 w 968680"/>
                <a:gd name="connsiteY3" fmla="*/ 124417 h 848704"/>
                <a:gd name="connsiteX4" fmla="*/ 730731 w 968680"/>
                <a:gd name="connsiteY4" fmla="*/ 124417 h 848704"/>
                <a:gd name="connsiteX5" fmla="*/ 732909 w 968680"/>
                <a:gd name="connsiteY5" fmla="*/ 122373 h 848704"/>
                <a:gd name="connsiteX6" fmla="*/ 733842 w 968680"/>
                <a:gd name="connsiteY6" fmla="*/ 101667 h 848704"/>
                <a:gd name="connsiteX7" fmla="*/ 757792 w 968680"/>
                <a:gd name="connsiteY7" fmla="*/ 66119 h 848704"/>
                <a:gd name="connsiteX8" fmla="*/ 795740 w 968680"/>
                <a:gd name="connsiteY8" fmla="*/ 62031 h 848704"/>
                <a:gd name="connsiteX9" fmla="*/ 844618 w 968680"/>
                <a:gd name="connsiteY9" fmla="*/ 62075 h 848704"/>
                <a:gd name="connsiteX10" fmla="*/ 884965 w 968680"/>
                <a:gd name="connsiteY10" fmla="*/ 68163 h 848704"/>
                <a:gd name="connsiteX11" fmla="*/ 906471 w 968680"/>
                <a:gd name="connsiteY11" fmla="*/ 108910 h 848704"/>
                <a:gd name="connsiteX12" fmla="*/ 906827 w 968680"/>
                <a:gd name="connsiteY12" fmla="*/ 122240 h 848704"/>
                <a:gd name="connsiteX13" fmla="*/ 909715 w 968680"/>
                <a:gd name="connsiteY13" fmla="*/ 124417 h 848704"/>
                <a:gd name="connsiteX14" fmla="*/ 957482 w 968680"/>
                <a:gd name="connsiteY14" fmla="*/ 124595 h 848704"/>
                <a:gd name="connsiteX15" fmla="*/ 968680 w 968680"/>
                <a:gd name="connsiteY15" fmla="*/ 133216 h 848704"/>
                <a:gd name="connsiteX16" fmla="*/ 968680 w 968680"/>
                <a:gd name="connsiteY16" fmla="*/ 777254 h 848704"/>
                <a:gd name="connsiteX17" fmla="*/ 955305 w 968680"/>
                <a:gd name="connsiteY17" fmla="*/ 786585 h 848704"/>
                <a:gd name="connsiteX18" fmla="*/ 908915 w 968680"/>
                <a:gd name="connsiteY18" fmla="*/ 786630 h 848704"/>
                <a:gd name="connsiteX19" fmla="*/ 906649 w 968680"/>
                <a:gd name="connsiteY19" fmla="*/ 788896 h 848704"/>
                <a:gd name="connsiteX20" fmla="*/ 903716 w 968680"/>
                <a:gd name="connsiteY20" fmla="*/ 822133 h 848704"/>
                <a:gd name="connsiteX21" fmla="*/ 867857 w 968680"/>
                <a:gd name="connsiteY21" fmla="*/ 848705 h 848704"/>
                <a:gd name="connsiteX22" fmla="*/ 770767 w 968680"/>
                <a:gd name="connsiteY22" fmla="*/ 848705 h 848704"/>
                <a:gd name="connsiteX23" fmla="*/ 740996 w 968680"/>
                <a:gd name="connsiteY23" fmla="*/ 831198 h 848704"/>
                <a:gd name="connsiteX24" fmla="*/ 733842 w 968680"/>
                <a:gd name="connsiteY24" fmla="*/ 810891 h 848704"/>
                <a:gd name="connsiteX25" fmla="*/ 733309 w 968680"/>
                <a:gd name="connsiteY25" fmla="*/ 789029 h 848704"/>
                <a:gd name="connsiteX26" fmla="*/ 731046 w 968680"/>
                <a:gd name="connsiteY26" fmla="*/ 786500 h 848704"/>
                <a:gd name="connsiteX27" fmla="*/ 730909 w 968680"/>
                <a:gd name="connsiteY27" fmla="*/ 786496 h 848704"/>
                <a:gd name="connsiteX28" fmla="*/ 238749 w 968680"/>
                <a:gd name="connsiteY28" fmla="*/ 786496 h 848704"/>
                <a:gd name="connsiteX29" fmla="*/ 236216 w 968680"/>
                <a:gd name="connsiteY29" fmla="*/ 788807 h 848704"/>
                <a:gd name="connsiteX30" fmla="*/ 235371 w 968680"/>
                <a:gd name="connsiteY30" fmla="*/ 805381 h 848704"/>
                <a:gd name="connsiteX31" fmla="*/ 198135 w 968680"/>
                <a:gd name="connsiteY31" fmla="*/ 848705 h 848704"/>
                <a:gd name="connsiteX32" fmla="*/ 101489 w 968680"/>
                <a:gd name="connsiteY32" fmla="*/ 848705 h 848704"/>
                <a:gd name="connsiteX33" fmla="*/ 62920 w 968680"/>
                <a:gd name="connsiteY33" fmla="*/ 806492 h 848704"/>
                <a:gd name="connsiteX34" fmla="*/ 61987 w 968680"/>
                <a:gd name="connsiteY34" fmla="*/ 788940 h 848704"/>
                <a:gd name="connsiteX35" fmla="*/ 59676 w 968680"/>
                <a:gd name="connsiteY35" fmla="*/ 786674 h 848704"/>
                <a:gd name="connsiteX36" fmla="*/ 12220 w 968680"/>
                <a:gd name="connsiteY36" fmla="*/ 786185 h 848704"/>
                <a:gd name="connsiteX37" fmla="*/ 0 w 968680"/>
                <a:gd name="connsiteY37" fmla="*/ 776810 h 848704"/>
                <a:gd name="connsiteX38" fmla="*/ 0 w 968680"/>
                <a:gd name="connsiteY38" fmla="*/ 699004 h 848704"/>
                <a:gd name="connsiteX39" fmla="*/ 0 w 968680"/>
                <a:gd name="connsiteY39" fmla="*/ 660124 h 848704"/>
                <a:gd name="connsiteX40" fmla="*/ 0 w 968680"/>
                <a:gd name="connsiteY40" fmla="*/ 650259 h 848704"/>
                <a:gd name="connsiteX41" fmla="*/ 0 w 968680"/>
                <a:gd name="connsiteY41" fmla="*/ 283850 h 848704"/>
                <a:gd name="connsiteX42" fmla="*/ 0 w 968680"/>
                <a:gd name="connsiteY42" fmla="*/ 143791 h 848704"/>
                <a:gd name="connsiteX43" fmla="*/ 2000 w 968680"/>
                <a:gd name="connsiteY43" fmla="*/ 130016 h 848704"/>
                <a:gd name="connsiteX44" fmla="*/ 4488 w 968680"/>
                <a:gd name="connsiteY44" fmla="*/ 126950 h 848704"/>
                <a:gd name="connsiteX45" fmla="*/ 22217 w 968680"/>
                <a:gd name="connsiteY45" fmla="*/ 124417 h 848704"/>
                <a:gd name="connsiteX46" fmla="*/ 59676 w 968680"/>
                <a:gd name="connsiteY46" fmla="*/ 124195 h 848704"/>
                <a:gd name="connsiteX47" fmla="*/ 62076 w 968680"/>
                <a:gd name="connsiteY47" fmla="*/ 121751 h 848704"/>
                <a:gd name="connsiteX48" fmla="*/ 62831 w 968680"/>
                <a:gd name="connsiteY48" fmla="*/ 102467 h 848704"/>
                <a:gd name="connsiteX49" fmla="*/ 85937 w 968680"/>
                <a:gd name="connsiteY49" fmla="*/ 66963 h 848704"/>
                <a:gd name="connsiteX50" fmla="*/ 123529 w 968680"/>
                <a:gd name="connsiteY50" fmla="*/ 62253 h 848704"/>
                <a:gd name="connsiteX51" fmla="*/ 173651 w 968680"/>
                <a:gd name="connsiteY51" fmla="*/ 62164 h 848704"/>
                <a:gd name="connsiteX52" fmla="*/ 212310 w 968680"/>
                <a:gd name="connsiteY52" fmla="*/ 67052 h 848704"/>
                <a:gd name="connsiteX53" fmla="*/ 235149 w 968680"/>
                <a:gd name="connsiteY53" fmla="*/ 104955 h 848704"/>
                <a:gd name="connsiteX54" fmla="*/ 235771 w 968680"/>
                <a:gd name="connsiteY54" fmla="*/ 122373 h 848704"/>
                <a:gd name="connsiteX55" fmla="*/ 237949 w 968680"/>
                <a:gd name="connsiteY55" fmla="*/ 124462 h 848704"/>
                <a:gd name="connsiteX56" fmla="*/ 300158 w 968680"/>
                <a:gd name="connsiteY56" fmla="*/ 124462 h 848704"/>
                <a:gd name="connsiteX57" fmla="*/ 302246 w 968680"/>
                <a:gd name="connsiteY57" fmla="*/ 122373 h 848704"/>
                <a:gd name="connsiteX58" fmla="*/ 302202 w 968680"/>
                <a:gd name="connsiteY58" fmla="*/ 44435 h 848704"/>
                <a:gd name="connsiteX59" fmla="*/ 342104 w 968680"/>
                <a:gd name="connsiteY59" fmla="*/ 0 h 848704"/>
                <a:gd name="connsiteX60" fmla="*/ 622666 w 968680"/>
                <a:gd name="connsiteY60" fmla="*/ 0 h 848704"/>
                <a:gd name="connsiteX61" fmla="*/ 482163 w 968680"/>
                <a:gd name="connsiteY61" fmla="*/ 61987 h 848704"/>
                <a:gd name="connsiteX62" fmla="*/ 589917 w 968680"/>
                <a:gd name="connsiteY62" fmla="*/ 62831 h 848704"/>
                <a:gd name="connsiteX63" fmla="*/ 599737 w 968680"/>
                <a:gd name="connsiteY63" fmla="*/ 72962 h 848704"/>
                <a:gd name="connsiteX64" fmla="*/ 599737 w 968680"/>
                <a:gd name="connsiteY64" fmla="*/ 120063 h 848704"/>
                <a:gd name="connsiteX65" fmla="*/ 604314 w 968680"/>
                <a:gd name="connsiteY65" fmla="*/ 124640 h 848704"/>
                <a:gd name="connsiteX66" fmla="*/ 635641 w 968680"/>
                <a:gd name="connsiteY66" fmla="*/ 124640 h 848704"/>
                <a:gd name="connsiteX67" fmla="*/ 640262 w 968680"/>
                <a:gd name="connsiteY67" fmla="*/ 119974 h 848704"/>
                <a:gd name="connsiteX68" fmla="*/ 639507 w 968680"/>
                <a:gd name="connsiteY68" fmla="*/ 44790 h 848704"/>
                <a:gd name="connsiteX69" fmla="*/ 619955 w 968680"/>
                <a:gd name="connsiteY69" fmla="*/ 22484 h 848704"/>
                <a:gd name="connsiteX70" fmla="*/ 482207 w 968680"/>
                <a:gd name="connsiteY70" fmla="*/ 22129 h 848704"/>
                <a:gd name="connsiteX71" fmla="*/ 344459 w 968680"/>
                <a:gd name="connsiteY71" fmla="*/ 22395 h 848704"/>
                <a:gd name="connsiteX72" fmla="*/ 324863 w 968680"/>
                <a:gd name="connsiteY72" fmla="*/ 44701 h 848704"/>
                <a:gd name="connsiteX73" fmla="*/ 324063 w 968680"/>
                <a:gd name="connsiteY73" fmla="*/ 119885 h 848704"/>
                <a:gd name="connsiteX74" fmla="*/ 328685 w 968680"/>
                <a:gd name="connsiteY74" fmla="*/ 124551 h 848704"/>
                <a:gd name="connsiteX75" fmla="*/ 360011 w 968680"/>
                <a:gd name="connsiteY75" fmla="*/ 124551 h 848704"/>
                <a:gd name="connsiteX76" fmla="*/ 364588 w 968680"/>
                <a:gd name="connsiteY76" fmla="*/ 119974 h 848704"/>
                <a:gd name="connsiteX77" fmla="*/ 364632 w 968680"/>
                <a:gd name="connsiteY77" fmla="*/ 72873 h 848704"/>
                <a:gd name="connsiteX78" fmla="*/ 374453 w 968680"/>
                <a:gd name="connsiteY78" fmla="*/ 62742 h 848704"/>
                <a:gd name="connsiteX79" fmla="*/ 482163 w 968680"/>
                <a:gd name="connsiteY79" fmla="*/ 61987 h 848704"/>
                <a:gd name="connsiteX80" fmla="*/ 213287 w 968680"/>
                <a:gd name="connsiteY80" fmla="*/ 105355 h 848704"/>
                <a:gd name="connsiteX81" fmla="*/ 192492 w 968680"/>
                <a:gd name="connsiteY81" fmla="*/ 84559 h 848704"/>
                <a:gd name="connsiteX82" fmla="*/ 105044 w 968680"/>
                <a:gd name="connsiteY82" fmla="*/ 84559 h 848704"/>
                <a:gd name="connsiteX83" fmla="*/ 84248 w 968680"/>
                <a:gd name="connsiteY83" fmla="*/ 105355 h 848704"/>
                <a:gd name="connsiteX84" fmla="*/ 84248 w 968680"/>
                <a:gd name="connsiteY84" fmla="*/ 805825 h 848704"/>
                <a:gd name="connsiteX85" fmla="*/ 105044 w 968680"/>
                <a:gd name="connsiteY85" fmla="*/ 826621 h 848704"/>
                <a:gd name="connsiteX86" fmla="*/ 192492 w 968680"/>
                <a:gd name="connsiteY86" fmla="*/ 826621 h 848704"/>
                <a:gd name="connsiteX87" fmla="*/ 213287 w 968680"/>
                <a:gd name="connsiteY87" fmla="*/ 805825 h 848704"/>
                <a:gd name="connsiteX88" fmla="*/ 213287 w 968680"/>
                <a:gd name="connsiteY88" fmla="*/ 105355 h 848704"/>
                <a:gd name="connsiteX89" fmla="*/ 577920 w 968680"/>
                <a:gd name="connsiteY89" fmla="*/ 88381 h 848704"/>
                <a:gd name="connsiteX90" fmla="*/ 573965 w 968680"/>
                <a:gd name="connsiteY90" fmla="*/ 84426 h 848704"/>
                <a:gd name="connsiteX91" fmla="*/ 390538 w 968680"/>
                <a:gd name="connsiteY91" fmla="*/ 84426 h 848704"/>
                <a:gd name="connsiteX92" fmla="*/ 386583 w 968680"/>
                <a:gd name="connsiteY92" fmla="*/ 88381 h 848704"/>
                <a:gd name="connsiteX93" fmla="*/ 386583 w 968680"/>
                <a:gd name="connsiteY93" fmla="*/ 120552 h 848704"/>
                <a:gd name="connsiteX94" fmla="*/ 390538 w 968680"/>
                <a:gd name="connsiteY94" fmla="*/ 124506 h 848704"/>
                <a:gd name="connsiteX95" fmla="*/ 573965 w 968680"/>
                <a:gd name="connsiteY95" fmla="*/ 124506 h 848704"/>
                <a:gd name="connsiteX96" fmla="*/ 577920 w 968680"/>
                <a:gd name="connsiteY96" fmla="*/ 120552 h 848704"/>
                <a:gd name="connsiteX97" fmla="*/ 577920 w 968680"/>
                <a:gd name="connsiteY97" fmla="*/ 88381 h 848704"/>
                <a:gd name="connsiteX98" fmla="*/ 883987 w 968680"/>
                <a:gd name="connsiteY98" fmla="*/ 104955 h 848704"/>
                <a:gd name="connsiteX99" fmla="*/ 863636 w 968680"/>
                <a:gd name="connsiteY99" fmla="*/ 84604 h 848704"/>
                <a:gd name="connsiteX100" fmla="*/ 775744 w 968680"/>
                <a:gd name="connsiteY100" fmla="*/ 84604 h 848704"/>
                <a:gd name="connsiteX101" fmla="*/ 755393 w 968680"/>
                <a:gd name="connsiteY101" fmla="*/ 104955 h 848704"/>
                <a:gd name="connsiteX102" fmla="*/ 755393 w 968680"/>
                <a:gd name="connsiteY102" fmla="*/ 806225 h 848704"/>
                <a:gd name="connsiteX103" fmla="*/ 775744 w 968680"/>
                <a:gd name="connsiteY103" fmla="*/ 826577 h 848704"/>
                <a:gd name="connsiteX104" fmla="*/ 863636 w 968680"/>
                <a:gd name="connsiteY104" fmla="*/ 826577 h 848704"/>
                <a:gd name="connsiteX105" fmla="*/ 883987 w 968680"/>
                <a:gd name="connsiteY105" fmla="*/ 806225 h 848704"/>
                <a:gd name="connsiteX106" fmla="*/ 883987 w 968680"/>
                <a:gd name="connsiteY106" fmla="*/ 104955 h 848704"/>
                <a:gd name="connsiteX107" fmla="*/ 62076 w 968680"/>
                <a:gd name="connsiteY107" fmla="*/ 150767 h 848704"/>
                <a:gd name="connsiteX108" fmla="*/ 57721 w 968680"/>
                <a:gd name="connsiteY108" fmla="*/ 146413 h 848704"/>
                <a:gd name="connsiteX109" fmla="*/ 26528 w 968680"/>
                <a:gd name="connsiteY109" fmla="*/ 146413 h 848704"/>
                <a:gd name="connsiteX110" fmla="*/ 22173 w 968680"/>
                <a:gd name="connsiteY110" fmla="*/ 150767 h 848704"/>
                <a:gd name="connsiteX111" fmla="*/ 22173 w 968680"/>
                <a:gd name="connsiteY111" fmla="*/ 760146 h 848704"/>
                <a:gd name="connsiteX112" fmla="*/ 26528 w 968680"/>
                <a:gd name="connsiteY112" fmla="*/ 764501 h 848704"/>
                <a:gd name="connsiteX113" fmla="*/ 57721 w 968680"/>
                <a:gd name="connsiteY113" fmla="*/ 764501 h 848704"/>
                <a:gd name="connsiteX114" fmla="*/ 62076 w 968680"/>
                <a:gd name="connsiteY114" fmla="*/ 760146 h 848704"/>
                <a:gd name="connsiteX115" fmla="*/ 62076 w 968680"/>
                <a:gd name="connsiteY115" fmla="*/ 150767 h 848704"/>
                <a:gd name="connsiteX116" fmla="*/ 733175 w 968680"/>
                <a:gd name="connsiteY116" fmla="*/ 149656 h 848704"/>
                <a:gd name="connsiteX117" fmla="*/ 730154 w 968680"/>
                <a:gd name="connsiteY117" fmla="*/ 146635 h 848704"/>
                <a:gd name="connsiteX118" fmla="*/ 238526 w 968680"/>
                <a:gd name="connsiteY118" fmla="*/ 146635 h 848704"/>
                <a:gd name="connsiteX119" fmla="*/ 235505 w 968680"/>
                <a:gd name="connsiteY119" fmla="*/ 149656 h 848704"/>
                <a:gd name="connsiteX120" fmla="*/ 235505 w 968680"/>
                <a:gd name="connsiteY120" fmla="*/ 761257 h 848704"/>
                <a:gd name="connsiteX121" fmla="*/ 238526 w 968680"/>
                <a:gd name="connsiteY121" fmla="*/ 764279 h 848704"/>
                <a:gd name="connsiteX122" fmla="*/ 730154 w 968680"/>
                <a:gd name="connsiteY122" fmla="*/ 764279 h 848704"/>
                <a:gd name="connsiteX123" fmla="*/ 733175 w 968680"/>
                <a:gd name="connsiteY123" fmla="*/ 761257 h 848704"/>
                <a:gd name="connsiteX124" fmla="*/ 733175 w 968680"/>
                <a:gd name="connsiteY124" fmla="*/ 149656 h 848704"/>
                <a:gd name="connsiteX125" fmla="*/ 946551 w 968680"/>
                <a:gd name="connsiteY125" fmla="*/ 151167 h 848704"/>
                <a:gd name="connsiteX126" fmla="*/ 941619 w 968680"/>
                <a:gd name="connsiteY126" fmla="*/ 146235 h 848704"/>
                <a:gd name="connsiteX127" fmla="*/ 911492 w 968680"/>
                <a:gd name="connsiteY127" fmla="*/ 146235 h 848704"/>
                <a:gd name="connsiteX128" fmla="*/ 906560 w 968680"/>
                <a:gd name="connsiteY128" fmla="*/ 151167 h 848704"/>
                <a:gd name="connsiteX129" fmla="*/ 906560 w 968680"/>
                <a:gd name="connsiteY129" fmla="*/ 759480 h 848704"/>
                <a:gd name="connsiteX130" fmla="*/ 911492 w 968680"/>
                <a:gd name="connsiteY130" fmla="*/ 764412 h 848704"/>
                <a:gd name="connsiteX131" fmla="*/ 941619 w 968680"/>
                <a:gd name="connsiteY131" fmla="*/ 764412 h 848704"/>
                <a:gd name="connsiteX132" fmla="*/ 946551 w 968680"/>
                <a:gd name="connsiteY132" fmla="*/ 759480 h 848704"/>
                <a:gd name="connsiteX133" fmla="*/ 946551 w 968680"/>
                <a:gd name="connsiteY133" fmla="*/ 151167 h 8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968680" h="848704">
                  <a:moveTo>
                    <a:pt x="622666" y="0"/>
                  </a:moveTo>
                  <a:cubicBezTo>
                    <a:pt x="649208" y="5036"/>
                    <a:pt x="662435" y="21358"/>
                    <a:pt x="662346" y="48967"/>
                  </a:cubicBezTo>
                  <a:cubicBezTo>
                    <a:pt x="662228" y="71836"/>
                    <a:pt x="662094" y="95846"/>
                    <a:pt x="661946" y="120996"/>
                  </a:cubicBezTo>
                  <a:cubicBezTo>
                    <a:pt x="661946" y="123277"/>
                    <a:pt x="663087" y="124417"/>
                    <a:pt x="665368" y="124417"/>
                  </a:cubicBezTo>
                  <a:lnTo>
                    <a:pt x="730731" y="124417"/>
                  </a:lnTo>
                  <a:cubicBezTo>
                    <a:pt x="732124" y="124417"/>
                    <a:pt x="732849" y="123736"/>
                    <a:pt x="732909" y="122373"/>
                  </a:cubicBezTo>
                  <a:cubicBezTo>
                    <a:pt x="733383" y="109932"/>
                    <a:pt x="733694" y="103030"/>
                    <a:pt x="733842" y="101667"/>
                  </a:cubicBezTo>
                  <a:cubicBezTo>
                    <a:pt x="735471" y="84456"/>
                    <a:pt x="743455" y="72606"/>
                    <a:pt x="757792" y="66119"/>
                  </a:cubicBezTo>
                  <a:cubicBezTo>
                    <a:pt x="764517" y="63097"/>
                    <a:pt x="777166" y="61735"/>
                    <a:pt x="795740" y="62031"/>
                  </a:cubicBezTo>
                  <a:cubicBezTo>
                    <a:pt x="819912" y="62386"/>
                    <a:pt x="836205" y="62401"/>
                    <a:pt x="844618" y="62075"/>
                  </a:cubicBezTo>
                  <a:cubicBezTo>
                    <a:pt x="863192" y="61394"/>
                    <a:pt x="876641" y="63423"/>
                    <a:pt x="884965" y="68163"/>
                  </a:cubicBezTo>
                  <a:cubicBezTo>
                    <a:pt x="899243" y="76309"/>
                    <a:pt x="906412" y="89892"/>
                    <a:pt x="906471" y="108910"/>
                  </a:cubicBezTo>
                  <a:cubicBezTo>
                    <a:pt x="906501" y="116997"/>
                    <a:pt x="906619" y="121440"/>
                    <a:pt x="906827" y="122240"/>
                  </a:cubicBezTo>
                  <a:cubicBezTo>
                    <a:pt x="907182" y="123632"/>
                    <a:pt x="908145" y="124358"/>
                    <a:pt x="909715" y="124417"/>
                  </a:cubicBezTo>
                  <a:cubicBezTo>
                    <a:pt x="912381" y="124477"/>
                    <a:pt x="928304" y="124536"/>
                    <a:pt x="957482" y="124595"/>
                  </a:cubicBezTo>
                  <a:cubicBezTo>
                    <a:pt x="963200" y="124595"/>
                    <a:pt x="966932" y="127469"/>
                    <a:pt x="968680" y="133216"/>
                  </a:cubicBezTo>
                  <a:lnTo>
                    <a:pt x="968680" y="777254"/>
                  </a:lnTo>
                  <a:cubicBezTo>
                    <a:pt x="966695" y="783534"/>
                    <a:pt x="962237" y="786644"/>
                    <a:pt x="955305" y="786585"/>
                  </a:cubicBezTo>
                  <a:cubicBezTo>
                    <a:pt x="936909" y="786407"/>
                    <a:pt x="921446" y="786422"/>
                    <a:pt x="908915" y="786630"/>
                  </a:cubicBezTo>
                  <a:cubicBezTo>
                    <a:pt x="907434" y="786659"/>
                    <a:pt x="906679" y="787415"/>
                    <a:pt x="906649" y="788896"/>
                  </a:cubicBezTo>
                  <a:cubicBezTo>
                    <a:pt x="906323" y="807499"/>
                    <a:pt x="905346" y="818578"/>
                    <a:pt x="903716" y="822133"/>
                  </a:cubicBezTo>
                  <a:cubicBezTo>
                    <a:pt x="896666" y="837567"/>
                    <a:pt x="884713" y="846424"/>
                    <a:pt x="867857" y="848705"/>
                  </a:cubicBezTo>
                  <a:lnTo>
                    <a:pt x="770767" y="848705"/>
                  </a:lnTo>
                  <a:cubicBezTo>
                    <a:pt x="757763" y="846809"/>
                    <a:pt x="747839" y="840973"/>
                    <a:pt x="740996" y="831198"/>
                  </a:cubicBezTo>
                  <a:cubicBezTo>
                    <a:pt x="736997" y="825421"/>
                    <a:pt x="734612" y="818652"/>
                    <a:pt x="733842" y="810891"/>
                  </a:cubicBezTo>
                  <a:cubicBezTo>
                    <a:pt x="733101" y="803604"/>
                    <a:pt x="732923" y="796316"/>
                    <a:pt x="733309" y="789029"/>
                  </a:cubicBezTo>
                  <a:cubicBezTo>
                    <a:pt x="733382" y="787706"/>
                    <a:pt x="732369" y="786574"/>
                    <a:pt x="731046" y="786500"/>
                  </a:cubicBezTo>
                  <a:cubicBezTo>
                    <a:pt x="731000" y="786498"/>
                    <a:pt x="730955" y="786496"/>
                    <a:pt x="730909" y="786496"/>
                  </a:cubicBezTo>
                  <a:lnTo>
                    <a:pt x="238749" y="786496"/>
                  </a:lnTo>
                  <a:cubicBezTo>
                    <a:pt x="237208" y="786496"/>
                    <a:pt x="236364" y="787267"/>
                    <a:pt x="236216" y="788807"/>
                  </a:cubicBezTo>
                  <a:cubicBezTo>
                    <a:pt x="235860" y="792184"/>
                    <a:pt x="235579" y="797709"/>
                    <a:pt x="235371" y="805381"/>
                  </a:cubicBezTo>
                  <a:cubicBezTo>
                    <a:pt x="234690" y="829850"/>
                    <a:pt x="222278" y="844291"/>
                    <a:pt x="198135" y="848705"/>
                  </a:cubicBezTo>
                  <a:lnTo>
                    <a:pt x="101489" y="848705"/>
                  </a:lnTo>
                  <a:cubicBezTo>
                    <a:pt x="77139" y="845061"/>
                    <a:pt x="64282" y="830990"/>
                    <a:pt x="62920" y="806492"/>
                  </a:cubicBezTo>
                  <a:cubicBezTo>
                    <a:pt x="62535" y="799975"/>
                    <a:pt x="62224" y="794124"/>
                    <a:pt x="61987" y="788940"/>
                  </a:cubicBezTo>
                  <a:cubicBezTo>
                    <a:pt x="61927" y="787459"/>
                    <a:pt x="61157" y="786704"/>
                    <a:pt x="59676" y="786674"/>
                  </a:cubicBezTo>
                  <a:cubicBezTo>
                    <a:pt x="39799" y="786467"/>
                    <a:pt x="23980" y="786304"/>
                    <a:pt x="12220" y="786185"/>
                  </a:cubicBezTo>
                  <a:cubicBezTo>
                    <a:pt x="5406" y="786096"/>
                    <a:pt x="1333" y="782971"/>
                    <a:pt x="0" y="776810"/>
                  </a:cubicBezTo>
                  <a:lnTo>
                    <a:pt x="0" y="699004"/>
                  </a:lnTo>
                  <a:lnTo>
                    <a:pt x="0" y="660124"/>
                  </a:lnTo>
                  <a:lnTo>
                    <a:pt x="0" y="650259"/>
                  </a:lnTo>
                  <a:lnTo>
                    <a:pt x="0" y="283850"/>
                  </a:lnTo>
                  <a:lnTo>
                    <a:pt x="0" y="143791"/>
                  </a:lnTo>
                  <a:lnTo>
                    <a:pt x="2000" y="130016"/>
                  </a:lnTo>
                  <a:cubicBezTo>
                    <a:pt x="2237" y="128505"/>
                    <a:pt x="3066" y="127483"/>
                    <a:pt x="4488" y="126950"/>
                  </a:cubicBezTo>
                  <a:cubicBezTo>
                    <a:pt x="9790" y="124966"/>
                    <a:pt x="15700" y="124121"/>
                    <a:pt x="22217" y="124417"/>
                  </a:cubicBezTo>
                  <a:cubicBezTo>
                    <a:pt x="25446" y="124566"/>
                    <a:pt x="37933" y="124492"/>
                    <a:pt x="59676" y="124195"/>
                  </a:cubicBezTo>
                  <a:cubicBezTo>
                    <a:pt x="61276" y="124166"/>
                    <a:pt x="62076" y="123351"/>
                    <a:pt x="62076" y="121751"/>
                  </a:cubicBezTo>
                  <a:cubicBezTo>
                    <a:pt x="62046" y="115945"/>
                    <a:pt x="62298" y="109517"/>
                    <a:pt x="62831" y="102467"/>
                  </a:cubicBezTo>
                  <a:cubicBezTo>
                    <a:pt x="64134" y="85433"/>
                    <a:pt x="71836" y="73599"/>
                    <a:pt x="85937" y="66963"/>
                  </a:cubicBezTo>
                  <a:cubicBezTo>
                    <a:pt x="92543" y="63853"/>
                    <a:pt x="105074" y="62283"/>
                    <a:pt x="123529" y="62253"/>
                  </a:cubicBezTo>
                  <a:cubicBezTo>
                    <a:pt x="140236" y="62224"/>
                    <a:pt x="156944" y="62194"/>
                    <a:pt x="173651" y="62164"/>
                  </a:cubicBezTo>
                  <a:cubicBezTo>
                    <a:pt x="192610" y="62164"/>
                    <a:pt x="205496" y="63794"/>
                    <a:pt x="212310" y="67052"/>
                  </a:cubicBezTo>
                  <a:cubicBezTo>
                    <a:pt x="226292" y="73717"/>
                    <a:pt x="233905" y="86352"/>
                    <a:pt x="235149" y="104955"/>
                  </a:cubicBezTo>
                  <a:cubicBezTo>
                    <a:pt x="235297" y="107236"/>
                    <a:pt x="235505" y="113042"/>
                    <a:pt x="235771" y="122373"/>
                  </a:cubicBezTo>
                  <a:cubicBezTo>
                    <a:pt x="235831" y="123766"/>
                    <a:pt x="236556" y="124462"/>
                    <a:pt x="237949" y="124462"/>
                  </a:cubicBezTo>
                  <a:lnTo>
                    <a:pt x="300158" y="124462"/>
                  </a:lnTo>
                  <a:cubicBezTo>
                    <a:pt x="301311" y="124462"/>
                    <a:pt x="302246" y="123527"/>
                    <a:pt x="302246" y="122373"/>
                  </a:cubicBezTo>
                  <a:cubicBezTo>
                    <a:pt x="302127" y="97786"/>
                    <a:pt x="302113" y="71807"/>
                    <a:pt x="302202" y="44435"/>
                  </a:cubicBezTo>
                  <a:cubicBezTo>
                    <a:pt x="302290" y="19225"/>
                    <a:pt x="315591" y="4414"/>
                    <a:pt x="342104" y="0"/>
                  </a:cubicBezTo>
                  <a:lnTo>
                    <a:pt x="622666" y="0"/>
                  </a:lnTo>
                  <a:close/>
                  <a:moveTo>
                    <a:pt x="482163" y="61987"/>
                  </a:moveTo>
                  <a:cubicBezTo>
                    <a:pt x="533026" y="61987"/>
                    <a:pt x="568944" y="62268"/>
                    <a:pt x="589917" y="62831"/>
                  </a:cubicBezTo>
                  <a:cubicBezTo>
                    <a:pt x="596464" y="63009"/>
                    <a:pt x="599737" y="66386"/>
                    <a:pt x="599737" y="72962"/>
                  </a:cubicBezTo>
                  <a:lnTo>
                    <a:pt x="599737" y="120063"/>
                  </a:lnTo>
                  <a:cubicBezTo>
                    <a:pt x="599737" y="123114"/>
                    <a:pt x="601263" y="124640"/>
                    <a:pt x="604314" y="124640"/>
                  </a:cubicBezTo>
                  <a:lnTo>
                    <a:pt x="635641" y="124640"/>
                  </a:lnTo>
                  <a:cubicBezTo>
                    <a:pt x="638751" y="124640"/>
                    <a:pt x="640292" y="123084"/>
                    <a:pt x="640262" y="119974"/>
                  </a:cubicBezTo>
                  <a:cubicBezTo>
                    <a:pt x="639906" y="76872"/>
                    <a:pt x="639655" y="51811"/>
                    <a:pt x="639507" y="44790"/>
                  </a:cubicBezTo>
                  <a:cubicBezTo>
                    <a:pt x="639181" y="30097"/>
                    <a:pt x="632664" y="22662"/>
                    <a:pt x="619955" y="22484"/>
                  </a:cubicBezTo>
                  <a:cubicBezTo>
                    <a:pt x="604225" y="22277"/>
                    <a:pt x="558309" y="22158"/>
                    <a:pt x="482207" y="22129"/>
                  </a:cubicBezTo>
                  <a:cubicBezTo>
                    <a:pt x="406105" y="22099"/>
                    <a:pt x="360189" y="22188"/>
                    <a:pt x="344459" y="22395"/>
                  </a:cubicBezTo>
                  <a:cubicBezTo>
                    <a:pt x="331751" y="22573"/>
                    <a:pt x="325219" y="30008"/>
                    <a:pt x="324863" y="44701"/>
                  </a:cubicBezTo>
                  <a:cubicBezTo>
                    <a:pt x="324715" y="51722"/>
                    <a:pt x="324449" y="76783"/>
                    <a:pt x="324063" y="119885"/>
                  </a:cubicBezTo>
                  <a:cubicBezTo>
                    <a:pt x="324034" y="122996"/>
                    <a:pt x="325574" y="124551"/>
                    <a:pt x="328685" y="124551"/>
                  </a:cubicBezTo>
                  <a:lnTo>
                    <a:pt x="360011" y="124551"/>
                  </a:lnTo>
                  <a:cubicBezTo>
                    <a:pt x="363062" y="124551"/>
                    <a:pt x="364588" y="123025"/>
                    <a:pt x="364588" y="119974"/>
                  </a:cubicBezTo>
                  <a:lnTo>
                    <a:pt x="364632" y="72873"/>
                  </a:lnTo>
                  <a:cubicBezTo>
                    <a:pt x="364632" y="66297"/>
                    <a:pt x="367906" y="62920"/>
                    <a:pt x="374453" y="62742"/>
                  </a:cubicBezTo>
                  <a:cubicBezTo>
                    <a:pt x="395426" y="62209"/>
                    <a:pt x="431329" y="61957"/>
                    <a:pt x="482163" y="61987"/>
                  </a:cubicBezTo>
                  <a:close/>
                  <a:moveTo>
                    <a:pt x="213287" y="105355"/>
                  </a:moveTo>
                  <a:cubicBezTo>
                    <a:pt x="213287" y="93870"/>
                    <a:pt x="203977" y="84559"/>
                    <a:pt x="192492" y="84559"/>
                  </a:cubicBezTo>
                  <a:lnTo>
                    <a:pt x="105044" y="84559"/>
                  </a:lnTo>
                  <a:cubicBezTo>
                    <a:pt x="93559" y="84559"/>
                    <a:pt x="84248" y="93870"/>
                    <a:pt x="84248" y="105355"/>
                  </a:cubicBezTo>
                  <a:lnTo>
                    <a:pt x="84248" y="805825"/>
                  </a:lnTo>
                  <a:cubicBezTo>
                    <a:pt x="84248" y="817310"/>
                    <a:pt x="93559" y="826621"/>
                    <a:pt x="105044" y="826621"/>
                  </a:cubicBezTo>
                  <a:lnTo>
                    <a:pt x="192492" y="826621"/>
                  </a:lnTo>
                  <a:cubicBezTo>
                    <a:pt x="203977" y="826621"/>
                    <a:pt x="213287" y="817310"/>
                    <a:pt x="213287" y="805825"/>
                  </a:cubicBezTo>
                  <a:lnTo>
                    <a:pt x="213287" y="105355"/>
                  </a:lnTo>
                  <a:close/>
                  <a:moveTo>
                    <a:pt x="577920" y="88381"/>
                  </a:moveTo>
                  <a:cubicBezTo>
                    <a:pt x="577920" y="86197"/>
                    <a:pt x="576149" y="84426"/>
                    <a:pt x="573965" y="84426"/>
                  </a:cubicBezTo>
                  <a:lnTo>
                    <a:pt x="390538" y="84426"/>
                  </a:lnTo>
                  <a:cubicBezTo>
                    <a:pt x="388354" y="84426"/>
                    <a:pt x="386583" y="86197"/>
                    <a:pt x="386583" y="88381"/>
                  </a:cubicBezTo>
                  <a:lnTo>
                    <a:pt x="386583" y="120552"/>
                  </a:lnTo>
                  <a:cubicBezTo>
                    <a:pt x="386583" y="122736"/>
                    <a:pt x="388354" y="124506"/>
                    <a:pt x="390538" y="124506"/>
                  </a:cubicBezTo>
                  <a:lnTo>
                    <a:pt x="573965" y="124506"/>
                  </a:lnTo>
                  <a:cubicBezTo>
                    <a:pt x="576149" y="124506"/>
                    <a:pt x="577920" y="122736"/>
                    <a:pt x="577920" y="120552"/>
                  </a:cubicBezTo>
                  <a:lnTo>
                    <a:pt x="577920" y="88381"/>
                  </a:lnTo>
                  <a:close/>
                  <a:moveTo>
                    <a:pt x="883987" y="104955"/>
                  </a:moveTo>
                  <a:cubicBezTo>
                    <a:pt x="883987" y="93715"/>
                    <a:pt x="874876" y="84604"/>
                    <a:pt x="863636" y="84604"/>
                  </a:cubicBezTo>
                  <a:lnTo>
                    <a:pt x="775744" y="84604"/>
                  </a:lnTo>
                  <a:cubicBezTo>
                    <a:pt x="764504" y="84604"/>
                    <a:pt x="755393" y="93715"/>
                    <a:pt x="755393" y="104955"/>
                  </a:cubicBezTo>
                  <a:lnTo>
                    <a:pt x="755393" y="806225"/>
                  </a:lnTo>
                  <a:cubicBezTo>
                    <a:pt x="755393" y="817465"/>
                    <a:pt x="764504" y="826577"/>
                    <a:pt x="775744" y="826577"/>
                  </a:cubicBezTo>
                  <a:lnTo>
                    <a:pt x="863636" y="826577"/>
                  </a:lnTo>
                  <a:cubicBezTo>
                    <a:pt x="874876" y="826577"/>
                    <a:pt x="883987" y="817465"/>
                    <a:pt x="883987" y="806225"/>
                  </a:cubicBezTo>
                  <a:lnTo>
                    <a:pt x="883987" y="104955"/>
                  </a:lnTo>
                  <a:close/>
                  <a:moveTo>
                    <a:pt x="62076" y="150767"/>
                  </a:moveTo>
                  <a:cubicBezTo>
                    <a:pt x="62076" y="148362"/>
                    <a:pt x="60126" y="146413"/>
                    <a:pt x="57721" y="146413"/>
                  </a:cubicBezTo>
                  <a:lnTo>
                    <a:pt x="26528" y="146413"/>
                  </a:lnTo>
                  <a:cubicBezTo>
                    <a:pt x="24123" y="146413"/>
                    <a:pt x="22173" y="148362"/>
                    <a:pt x="22173" y="150767"/>
                  </a:cubicBezTo>
                  <a:lnTo>
                    <a:pt x="22173" y="760146"/>
                  </a:lnTo>
                  <a:cubicBezTo>
                    <a:pt x="22173" y="762551"/>
                    <a:pt x="24123" y="764501"/>
                    <a:pt x="26528" y="764501"/>
                  </a:cubicBezTo>
                  <a:lnTo>
                    <a:pt x="57721" y="764501"/>
                  </a:lnTo>
                  <a:cubicBezTo>
                    <a:pt x="60126" y="764501"/>
                    <a:pt x="62076" y="762551"/>
                    <a:pt x="62076" y="760146"/>
                  </a:cubicBezTo>
                  <a:lnTo>
                    <a:pt x="62076" y="150767"/>
                  </a:lnTo>
                  <a:close/>
                  <a:moveTo>
                    <a:pt x="733175" y="149656"/>
                  </a:moveTo>
                  <a:cubicBezTo>
                    <a:pt x="733175" y="147988"/>
                    <a:pt x="731822" y="146635"/>
                    <a:pt x="730154" y="146635"/>
                  </a:cubicBezTo>
                  <a:lnTo>
                    <a:pt x="238526" y="146635"/>
                  </a:lnTo>
                  <a:cubicBezTo>
                    <a:pt x="236858" y="146635"/>
                    <a:pt x="235505" y="147988"/>
                    <a:pt x="235505" y="149656"/>
                  </a:cubicBezTo>
                  <a:lnTo>
                    <a:pt x="235505" y="761257"/>
                  </a:lnTo>
                  <a:cubicBezTo>
                    <a:pt x="235505" y="762926"/>
                    <a:pt x="236858" y="764279"/>
                    <a:pt x="238526" y="764279"/>
                  </a:cubicBezTo>
                  <a:lnTo>
                    <a:pt x="730154" y="764279"/>
                  </a:lnTo>
                  <a:cubicBezTo>
                    <a:pt x="731822" y="764279"/>
                    <a:pt x="733175" y="762926"/>
                    <a:pt x="733175" y="761257"/>
                  </a:cubicBezTo>
                  <a:lnTo>
                    <a:pt x="733175" y="149656"/>
                  </a:lnTo>
                  <a:close/>
                  <a:moveTo>
                    <a:pt x="946551" y="151167"/>
                  </a:moveTo>
                  <a:cubicBezTo>
                    <a:pt x="946551" y="148443"/>
                    <a:pt x="944343" y="146235"/>
                    <a:pt x="941619" y="146235"/>
                  </a:cubicBezTo>
                  <a:lnTo>
                    <a:pt x="911492" y="146235"/>
                  </a:lnTo>
                  <a:cubicBezTo>
                    <a:pt x="908768" y="146235"/>
                    <a:pt x="906560" y="148443"/>
                    <a:pt x="906560" y="151167"/>
                  </a:cubicBezTo>
                  <a:lnTo>
                    <a:pt x="906560" y="759480"/>
                  </a:lnTo>
                  <a:cubicBezTo>
                    <a:pt x="906560" y="762204"/>
                    <a:pt x="908768" y="764412"/>
                    <a:pt x="911492" y="764412"/>
                  </a:cubicBezTo>
                  <a:lnTo>
                    <a:pt x="941619" y="764412"/>
                  </a:lnTo>
                  <a:cubicBezTo>
                    <a:pt x="944343" y="764412"/>
                    <a:pt x="946551" y="762204"/>
                    <a:pt x="946551" y="759480"/>
                  </a:cubicBezTo>
                  <a:lnTo>
                    <a:pt x="946551" y="151167"/>
                  </a:lnTo>
                  <a:close/>
                </a:path>
              </a:pathLst>
            </a:custGeom>
            <a:grpFill/>
            <a:ln w="4413"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D803A9F-64FE-3EB7-E37D-6690C288F423}"/>
                </a:ext>
              </a:extLst>
            </p:cNvPr>
            <p:cNvSpPr/>
            <p:nvPr/>
          </p:nvSpPr>
          <p:spPr>
            <a:xfrm>
              <a:off x="9285377" y="4988357"/>
              <a:ext cx="417155" cy="421597"/>
            </a:xfrm>
            <a:custGeom>
              <a:avLst/>
              <a:gdLst>
                <a:gd name="connsiteX0" fmla="*/ 206002 w 417155"/>
                <a:gd name="connsiteY0" fmla="*/ 421582 h 421597"/>
                <a:gd name="connsiteX1" fmla="*/ 16 w 417155"/>
                <a:gd name="connsiteY1" fmla="*/ 208251 h 421597"/>
                <a:gd name="connsiteX2" fmla="*/ 211153 w 417155"/>
                <a:gd name="connsiteY2" fmla="*/ 16 h 421597"/>
                <a:gd name="connsiteX3" fmla="*/ 417139 w 417155"/>
                <a:gd name="connsiteY3" fmla="*/ 213347 h 421597"/>
                <a:gd name="connsiteX4" fmla="*/ 206002 w 417155"/>
                <a:gd name="connsiteY4" fmla="*/ 421582 h 421597"/>
                <a:gd name="connsiteX5" fmla="*/ 208907 w 417155"/>
                <a:gd name="connsiteY5" fmla="*/ 399424 h 421597"/>
                <a:gd name="connsiteX6" fmla="*/ 394937 w 417155"/>
                <a:gd name="connsiteY6" fmla="*/ 210474 h 421597"/>
                <a:gd name="connsiteX7" fmla="*/ 208249 w 417155"/>
                <a:gd name="connsiteY7" fmla="*/ 22173 h 421597"/>
                <a:gd name="connsiteX8" fmla="*/ 22219 w 417155"/>
                <a:gd name="connsiteY8" fmla="*/ 211124 h 421597"/>
                <a:gd name="connsiteX9" fmla="*/ 208907 w 417155"/>
                <a:gd name="connsiteY9" fmla="*/ 399424 h 42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7155" h="421597">
                  <a:moveTo>
                    <a:pt x="206002" y="421582"/>
                  </a:moveTo>
                  <a:cubicBezTo>
                    <a:pt x="90817" y="420175"/>
                    <a:pt x="-1406" y="324663"/>
                    <a:pt x="16" y="208251"/>
                  </a:cubicBezTo>
                  <a:cubicBezTo>
                    <a:pt x="1439" y="91838"/>
                    <a:pt x="95968" y="-1392"/>
                    <a:pt x="211153" y="16"/>
                  </a:cubicBezTo>
                  <a:cubicBezTo>
                    <a:pt x="326339" y="1423"/>
                    <a:pt x="418562" y="96935"/>
                    <a:pt x="417139" y="213347"/>
                  </a:cubicBezTo>
                  <a:cubicBezTo>
                    <a:pt x="415717" y="329759"/>
                    <a:pt x="321188" y="422989"/>
                    <a:pt x="206002" y="421582"/>
                  </a:cubicBezTo>
                  <a:close/>
                  <a:moveTo>
                    <a:pt x="208907" y="399424"/>
                  </a:moveTo>
                  <a:cubicBezTo>
                    <a:pt x="311831" y="399244"/>
                    <a:pt x="395119" y="314648"/>
                    <a:pt x="394937" y="210474"/>
                  </a:cubicBezTo>
                  <a:cubicBezTo>
                    <a:pt x="394755" y="106299"/>
                    <a:pt x="311172" y="21994"/>
                    <a:pt x="208249" y="22173"/>
                  </a:cubicBezTo>
                  <a:cubicBezTo>
                    <a:pt x="105325" y="22353"/>
                    <a:pt x="22037" y="106949"/>
                    <a:pt x="22219" y="211124"/>
                  </a:cubicBezTo>
                  <a:cubicBezTo>
                    <a:pt x="22400" y="315299"/>
                    <a:pt x="105984" y="399604"/>
                    <a:pt x="208907" y="399424"/>
                  </a:cubicBezTo>
                  <a:close/>
                </a:path>
              </a:pathLst>
            </a:custGeom>
            <a:grpFill/>
            <a:ln w="4413"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9D9A88C-98C3-8ECE-8A07-0CDEBFBFCAB6}"/>
                </a:ext>
              </a:extLst>
            </p:cNvPr>
            <p:cNvSpPr/>
            <p:nvPr/>
          </p:nvSpPr>
          <p:spPr>
            <a:xfrm>
              <a:off x="9436164" y="5037235"/>
              <a:ext cx="115581" cy="97489"/>
            </a:xfrm>
            <a:custGeom>
              <a:avLst/>
              <a:gdLst>
                <a:gd name="connsiteX0" fmla="*/ 57791 w 115581"/>
                <a:gd name="connsiteY0" fmla="*/ 0 h 97489"/>
                <a:gd name="connsiteX1" fmla="*/ 108580 w 115581"/>
                <a:gd name="connsiteY1" fmla="*/ 8132 h 97489"/>
                <a:gd name="connsiteX2" fmla="*/ 115031 w 115581"/>
                <a:gd name="connsiteY2" fmla="*/ 21237 h 97489"/>
                <a:gd name="connsiteX3" fmla="*/ 114623 w 115581"/>
                <a:gd name="connsiteY3" fmla="*/ 22262 h 97489"/>
                <a:gd name="connsiteX4" fmla="*/ 83119 w 115581"/>
                <a:gd name="connsiteY4" fmla="*/ 90425 h 97489"/>
                <a:gd name="connsiteX5" fmla="*/ 73609 w 115581"/>
                <a:gd name="connsiteY5" fmla="*/ 97046 h 97489"/>
                <a:gd name="connsiteX6" fmla="*/ 57791 w 115581"/>
                <a:gd name="connsiteY6" fmla="*/ 97490 h 97489"/>
                <a:gd name="connsiteX7" fmla="*/ 41927 w 115581"/>
                <a:gd name="connsiteY7" fmla="*/ 97046 h 97489"/>
                <a:gd name="connsiteX8" fmla="*/ 32463 w 115581"/>
                <a:gd name="connsiteY8" fmla="*/ 90425 h 97489"/>
                <a:gd name="connsiteX9" fmla="*/ 958 w 115581"/>
                <a:gd name="connsiteY9" fmla="*/ 22217 h 97489"/>
                <a:gd name="connsiteX10" fmla="*/ 5981 w 115581"/>
                <a:gd name="connsiteY10" fmla="*/ 8494 h 97489"/>
                <a:gd name="connsiteX11" fmla="*/ 7002 w 115581"/>
                <a:gd name="connsiteY11" fmla="*/ 8087 h 97489"/>
                <a:gd name="connsiteX12" fmla="*/ 57791 w 115581"/>
                <a:gd name="connsiteY12" fmla="*/ 0 h 97489"/>
                <a:gd name="connsiteX13" fmla="*/ 57879 w 115581"/>
                <a:gd name="connsiteY13" fmla="*/ 22484 h 97489"/>
                <a:gd name="connsiteX14" fmla="*/ 29263 w 115581"/>
                <a:gd name="connsiteY14" fmla="*/ 25239 h 97489"/>
                <a:gd name="connsiteX15" fmla="*/ 28030 w 115581"/>
                <a:gd name="connsiteY15" fmla="*/ 26984 h 97489"/>
                <a:gd name="connsiteX16" fmla="*/ 28153 w 115581"/>
                <a:gd name="connsiteY16" fmla="*/ 27372 h 97489"/>
                <a:gd name="connsiteX17" fmla="*/ 48459 w 115581"/>
                <a:gd name="connsiteY17" fmla="*/ 72740 h 97489"/>
                <a:gd name="connsiteX18" fmla="*/ 51836 w 115581"/>
                <a:gd name="connsiteY18" fmla="*/ 75184 h 97489"/>
                <a:gd name="connsiteX19" fmla="*/ 57746 w 115581"/>
                <a:gd name="connsiteY19" fmla="*/ 75450 h 97489"/>
                <a:gd name="connsiteX20" fmla="*/ 63700 w 115581"/>
                <a:gd name="connsiteY20" fmla="*/ 75228 h 97489"/>
                <a:gd name="connsiteX21" fmla="*/ 67078 w 115581"/>
                <a:gd name="connsiteY21" fmla="*/ 72784 h 97489"/>
                <a:gd name="connsiteX22" fmla="*/ 87562 w 115581"/>
                <a:gd name="connsiteY22" fmla="*/ 27505 h 97489"/>
                <a:gd name="connsiteX23" fmla="*/ 86839 w 115581"/>
                <a:gd name="connsiteY23" fmla="*/ 25495 h 97489"/>
                <a:gd name="connsiteX24" fmla="*/ 86451 w 115581"/>
                <a:gd name="connsiteY24" fmla="*/ 25372 h 97489"/>
                <a:gd name="connsiteX25" fmla="*/ 57879 w 115581"/>
                <a:gd name="connsiteY25" fmla="*/ 22484 h 9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5581" h="97489">
                  <a:moveTo>
                    <a:pt x="57791" y="0"/>
                  </a:moveTo>
                  <a:cubicBezTo>
                    <a:pt x="75772" y="0"/>
                    <a:pt x="92702" y="2711"/>
                    <a:pt x="108580" y="8132"/>
                  </a:cubicBezTo>
                  <a:cubicBezTo>
                    <a:pt x="113974" y="9953"/>
                    <a:pt x="116863" y="15820"/>
                    <a:pt x="115031" y="21237"/>
                  </a:cubicBezTo>
                  <a:cubicBezTo>
                    <a:pt x="114913" y="21585"/>
                    <a:pt x="114777" y="21928"/>
                    <a:pt x="114623" y="22262"/>
                  </a:cubicBezTo>
                  <a:lnTo>
                    <a:pt x="83119" y="90425"/>
                  </a:lnTo>
                  <a:cubicBezTo>
                    <a:pt x="81362" y="94184"/>
                    <a:pt x="77732" y="96712"/>
                    <a:pt x="73609" y="97046"/>
                  </a:cubicBezTo>
                  <a:cubicBezTo>
                    <a:pt x="69907" y="97342"/>
                    <a:pt x="64634" y="97490"/>
                    <a:pt x="57791" y="97490"/>
                  </a:cubicBezTo>
                  <a:cubicBezTo>
                    <a:pt x="50948" y="97490"/>
                    <a:pt x="45660" y="97342"/>
                    <a:pt x="41927" y="97046"/>
                  </a:cubicBezTo>
                  <a:cubicBezTo>
                    <a:pt x="37821" y="96696"/>
                    <a:pt x="34212" y="94171"/>
                    <a:pt x="32463" y="90425"/>
                  </a:cubicBezTo>
                  <a:lnTo>
                    <a:pt x="958" y="22217"/>
                  </a:lnTo>
                  <a:cubicBezTo>
                    <a:pt x="-1437" y="17025"/>
                    <a:pt x="812" y="10881"/>
                    <a:pt x="5981" y="8494"/>
                  </a:cubicBezTo>
                  <a:cubicBezTo>
                    <a:pt x="6314" y="8340"/>
                    <a:pt x="6654" y="8204"/>
                    <a:pt x="7002" y="8087"/>
                  </a:cubicBezTo>
                  <a:cubicBezTo>
                    <a:pt x="22880" y="2696"/>
                    <a:pt x="39809" y="0"/>
                    <a:pt x="57791" y="0"/>
                  </a:cubicBezTo>
                  <a:close/>
                  <a:moveTo>
                    <a:pt x="57879" y="22484"/>
                  </a:moveTo>
                  <a:cubicBezTo>
                    <a:pt x="48282" y="22454"/>
                    <a:pt x="38743" y="23373"/>
                    <a:pt x="29263" y="25239"/>
                  </a:cubicBezTo>
                  <a:cubicBezTo>
                    <a:pt x="28441" y="25380"/>
                    <a:pt x="27889" y="26161"/>
                    <a:pt x="28030" y="26984"/>
                  </a:cubicBezTo>
                  <a:cubicBezTo>
                    <a:pt x="28053" y="27118"/>
                    <a:pt x="28095" y="27249"/>
                    <a:pt x="28153" y="27372"/>
                  </a:cubicBezTo>
                  <a:lnTo>
                    <a:pt x="48459" y="72740"/>
                  </a:lnTo>
                  <a:cubicBezTo>
                    <a:pt x="49091" y="74109"/>
                    <a:pt x="50376" y="75039"/>
                    <a:pt x="51836" y="75184"/>
                  </a:cubicBezTo>
                  <a:cubicBezTo>
                    <a:pt x="53288" y="75361"/>
                    <a:pt x="55258" y="75450"/>
                    <a:pt x="57746" y="75450"/>
                  </a:cubicBezTo>
                  <a:cubicBezTo>
                    <a:pt x="60264" y="75450"/>
                    <a:pt x="62249" y="75376"/>
                    <a:pt x="63700" y="75228"/>
                  </a:cubicBezTo>
                  <a:cubicBezTo>
                    <a:pt x="65161" y="75083"/>
                    <a:pt x="66445" y="74153"/>
                    <a:pt x="67078" y="72784"/>
                  </a:cubicBezTo>
                  <a:lnTo>
                    <a:pt x="87562" y="27505"/>
                  </a:lnTo>
                  <a:cubicBezTo>
                    <a:pt x="87918" y="26750"/>
                    <a:pt x="87594" y="25850"/>
                    <a:pt x="86839" y="25495"/>
                  </a:cubicBezTo>
                  <a:cubicBezTo>
                    <a:pt x="86716" y="25436"/>
                    <a:pt x="86585" y="25395"/>
                    <a:pt x="86451" y="25372"/>
                  </a:cubicBezTo>
                  <a:cubicBezTo>
                    <a:pt x="76972" y="23476"/>
                    <a:pt x="67448" y="22514"/>
                    <a:pt x="57879" y="22484"/>
                  </a:cubicBezTo>
                  <a:close/>
                </a:path>
              </a:pathLst>
            </a:custGeom>
            <a:grpFill/>
            <a:ln w="4413"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C362FA1C-8764-600E-3D1E-A470972E9C79}"/>
                </a:ext>
              </a:extLst>
            </p:cNvPr>
            <p:cNvSpPr/>
            <p:nvPr/>
          </p:nvSpPr>
          <p:spPr>
            <a:xfrm>
              <a:off x="9450008" y="5157431"/>
              <a:ext cx="83448" cy="83448"/>
            </a:xfrm>
            <a:custGeom>
              <a:avLst/>
              <a:gdLst>
                <a:gd name="connsiteX0" fmla="*/ 83449 w 83448"/>
                <a:gd name="connsiteY0" fmla="*/ 41724 h 83448"/>
                <a:gd name="connsiteX1" fmla="*/ 41724 w 83448"/>
                <a:gd name="connsiteY1" fmla="*/ 83449 h 83448"/>
                <a:gd name="connsiteX2" fmla="*/ 0 w 83448"/>
                <a:gd name="connsiteY2" fmla="*/ 41724 h 83448"/>
                <a:gd name="connsiteX3" fmla="*/ 41724 w 83448"/>
                <a:gd name="connsiteY3" fmla="*/ 0 h 83448"/>
                <a:gd name="connsiteX4" fmla="*/ 83449 w 83448"/>
                <a:gd name="connsiteY4" fmla="*/ 41724 h 83448"/>
                <a:gd name="connsiteX5" fmla="*/ 61320 w 83448"/>
                <a:gd name="connsiteY5" fmla="*/ 41724 h 83448"/>
                <a:gd name="connsiteX6" fmla="*/ 41724 w 83448"/>
                <a:gd name="connsiteY6" fmla="*/ 22129 h 83448"/>
                <a:gd name="connsiteX7" fmla="*/ 22129 w 83448"/>
                <a:gd name="connsiteY7" fmla="*/ 41724 h 83448"/>
                <a:gd name="connsiteX8" fmla="*/ 41724 w 83448"/>
                <a:gd name="connsiteY8" fmla="*/ 61320 h 83448"/>
                <a:gd name="connsiteX9" fmla="*/ 61320 w 83448"/>
                <a:gd name="connsiteY9" fmla="*/ 41724 h 8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448" h="83448">
                  <a:moveTo>
                    <a:pt x="83449" y="41724"/>
                  </a:moveTo>
                  <a:cubicBezTo>
                    <a:pt x="83449" y="64768"/>
                    <a:pt x="64768" y="83449"/>
                    <a:pt x="41724" y="83449"/>
                  </a:cubicBezTo>
                  <a:cubicBezTo>
                    <a:pt x="18681" y="83449"/>
                    <a:pt x="0" y="64768"/>
                    <a:pt x="0" y="41724"/>
                  </a:cubicBezTo>
                  <a:cubicBezTo>
                    <a:pt x="0" y="18681"/>
                    <a:pt x="18681" y="0"/>
                    <a:pt x="41724" y="0"/>
                  </a:cubicBezTo>
                  <a:cubicBezTo>
                    <a:pt x="64768" y="0"/>
                    <a:pt x="83449" y="18681"/>
                    <a:pt x="83449" y="41724"/>
                  </a:cubicBezTo>
                  <a:close/>
                  <a:moveTo>
                    <a:pt x="61320" y="41724"/>
                  </a:moveTo>
                  <a:cubicBezTo>
                    <a:pt x="61320" y="30902"/>
                    <a:pt x="52547" y="22129"/>
                    <a:pt x="41724" y="22129"/>
                  </a:cubicBezTo>
                  <a:cubicBezTo>
                    <a:pt x="30902" y="22129"/>
                    <a:pt x="22129" y="30902"/>
                    <a:pt x="22129" y="41724"/>
                  </a:cubicBezTo>
                  <a:cubicBezTo>
                    <a:pt x="22129" y="52547"/>
                    <a:pt x="30902" y="61320"/>
                    <a:pt x="41724" y="61320"/>
                  </a:cubicBezTo>
                  <a:cubicBezTo>
                    <a:pt x="52547" y="61320"/>
                    <a:pt x="61320" y="52547"/>
                    <a:pt x="61320" y="41724"/>
                  </a:cubicBezTo>
                  <a:close/>
                </a:path>
              </a:pathLst>
            </a:custGeom>
            <a:grpFill/>
            <a:ln w="4413"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2AB51C2C-42D4-5963-1D22-C6F92AB170D2}"/>
                </a:ext>
              </a:extLst>
            </p:cNvPr>
            <p:cNvSpPr/>
            <p:nvPr/>
          </p:nvSpPr>
          <p:spPr>
            <a:xfrm>
              <a:off x="9334548" y="5210606"/>
              <a:ext cx="110206" cy="110509"/>
            </a:xfrm>
            <a:custGeom>
              <a:avLst/>
              <a:gdLst>
                <a:gd name="connsiteX0" fmla="*/ 70848 w 110206"/>
                <a:gd name="connsiteY0" fmla="*/ 97637 h 110509"/>
                <a:gd name="connsiteX1" fmla="*/ 53830 w 110206"/>
                <a:gd name="connsiteY1" fmla="*/ 110479 h 110509"/>
                <a:gd name="connsiteX2" fmla="*/ 50053 w 110206"/>
                <a:gd name="connsiteY2" fmla="*/ 108879 h 110509"/>
                <a:gd name="connsiteX3" fmla="*/ 8417 w 110206"/>
                <a:gd name="connsiteY3" fmla="*/ 51336 h 110509"/>
                <a:gd name="connsiteX4" fmla="*/ 2996 w 110206"/>
                <a:gd name="connsiteY4" fmla="*/ 36273 h 110509"/>
                <a:gd name="connsiteX5" fmla="*/ 10106 w 110206"/>
                <a:gd name="connsiteY5" fmla="*/ 9301 h 110509"/>
                <a:gd name="connsiteX6" fmla="*/ 80890 w 110206"/>
                <a:gd name="connsiteY6" fmla="*/ 147 h 110509"/>
                <a:gd name="connsiteX7" fmla="*/ 95421 w 110206"/>
                <a:gd name="connsiteY7" fmla="*/ 6901 h 110509"/>
                <a:gd name="connsiteX8" fmla="*/ 108884 w 110206"/>
                <a:gd name="connsiteY8" fmla="*/ 32718 h 110509"/>
                <a:gd name="connsiteX9" fmla="*/ 107862 w 110206"/>
                <a:gd name="connsiteY9" fmla="*/ 45693 h 110509"/>
                <a:gd name="connsiteX10" fmla="*/ 70848 w 110206"/>
                <a:gd name="connsiteY10" fmla="*/ 97637 h 110509"/>
                <a:gd name="connsiteX11" fmla="*/ 36633 w 110206"/>
                <a:gd name="connsiteY11" fmla="*/ 57335 h 110509"/>
                <a:gd name="connsiteX12" fmla="*/ 53830 w 110206"/>
                <a:gd name="connsiteY12" fmla="*/ 80619 h 110509"/>
                <a:gd name="connsiteX13" fmla="*/ 56027 w 110206"/>
                <a:gd name="connsiteY13" fmla="*/ 80711 h 110509"/>
                <a:gd name="connsiteX14" fmla="*/ 56229 w 110206"/>
                <a:gd name="connsiteY14" fmla="*/ 80485 h 110509"/>
                <a:gd name="connsiteX15" fmla="*/ 84934 w 110206"/>
                <a:gd name="connsiteY15" fmla="*/ 39428 h 110509"/>
                <a:gd name="connsiteX16" fmla="*/ 85334 w 110206"/>
                <a:gd name="connsiteY16" fmla="*/ 35251 h 110509"/>
                <a:gd name="connsiteX17" fmla="*/ 82490 w 110206"/>
                <a:gd name="connsiteY17" fmla="*/ 30007 h 110509"/>
                <a:gd name="connsiteX18" fmla="*/ 79202 w 110206"/>
                <a:gd name="connsiteY18" fmla="*/ 24986 h 110509"/>
                <a:gd name="connsiteX19" fmla="*/ 75336 w 110206"/>
                <a:gd name="connsiteY19" fmla="*/ 23342 h 110509"/>
                <a:gd name="connsiteX20" fmla="*/ 25569 w 110206"/>
                <a:gd name="connsiteY20" fmla="*/ 29074 h 110509"/>
                <a:gd name="connsiteX21" fmla="*/ 24257 w 110206"/>
                <a:gd name="connsiteY21" fmla="*/ 30840 h 110509"/>
                <a:gd name="connsiteX22" fmla="*/ 24325 w 110206"/>
                <a:gd name="connsiteY22" fmla="*/ 31118 h 110509"/>
                <a:gd name="connsiteX23" fmla="*/ 36633 w 110206"/>
                <a:gd name="connsiteY23" fmla="*/ 57335 h 11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206" h="110509">
                  <a:moveTo>
                    <a:pt x="70848" y="97637"/>
                  </a:moveTo>
                  <a:cubicBezTo>
                    <a:pt x="65916" y="104480"/>
                    <a:pt x="63961" y="111012"/>
                    <a:pt x="53830" y="110479"/>
                  </a:cubicBezTo>
                  <a:cubicBezTo>
                    <a:pt x="52426" y="110420"/>
                    <a:pt x="51085" y="109852"/>
                    <a:pt x="50053" y="108879"/>
                  </a:cubicBezTo>
                  <a:cubicBezTo>
                    <a:pt x="32812" y="92794"/>
                    <a:pt x="18933" y="73613"/>
                    <a:pt x="8417" y="51336"/>
                  </a:cubicBezTo>
                  <a:cubicBezTo>
                    <a:pt x="6344" y="46952"/>
                    <a:pt x="4537" y="41931"/>
                    <a:pt x="2996" y="36273"/>
                  </a:cubicBezTo>
                  <a:cubicBezTo>
                    <a:pt x="152" y="25697"/>
                    <a:pt x="-4424" y="11478"/>
                    <a:pt x="10106" y="9301"/>
                  </a:cubicBezTo>
                  <a:cubicBezTo>
                    <a:pt x="32057" y="6013"/>
                    <a:pt x="55651" y="2961"/>
                    <a:pt x="80890" y="147"/>
                  </a:cubicBezTo>
                  <a:cubicBezTo>
                    <a:pt x="87793" y="-623"/>
                    <a:pt x="92636" y="1628"/>
                    <a:pt x="95421" y="6901"/>
                  </a:cubicBezTo>
                  <a:cubicBezTo>
                    <a:pt x="101879" y="19076"/>
                    <a:pt x="106366" y="27682"/>
                    <a:pt x="108884" y="32718"/>
                  </a:cubicBezTo>
                  <a:cubicBezTo>
                    <a:pt x="110962" y="36901"/>
                    <a:pt x="110570" y="41887"/>
                    <a:pt x="107862" y="45693"/>
                  </a:cubicBezTo>
                  <a:cubicBezTo>
                    <a:pt x="94502" y="64652"/>
                    <a:pt x="82164" y="81967"/>
                    <a:pt x="70848" y="97637"/>
                  </a:cubicBezTo>
                  <a:close/>
                  <a:moveTo>
                    <a:pt x="36633" y="57335"/>
                  </a:moveTo>
                  <a:cubicBezTo>
                    <a:pt x="41551" y="65629"/>
                    <a:pt x="47283" y="73391"/>
                    <a:pt x="53830" y="80619"/>
                  </a:cubicBezTo>
                  <a:cubicBezTo>
                    <a:pt x="54411" y="81251"/>
                    <a:pt x="55395" y="81292"/>
                    <a:pt x="56027" y="80711"/>
                  </a:cubicBezTo>
                  <a:cubicBezTo>
                    <a:pt x="56102" y="80643"/>
                    <a:pt x="56169" y="80567"/>
                    <a:pt x="56229" y="80485"/>
                  </a:cubicBezTo>
                  <a:lnTo>
                    <a:pt x="84934" y="39428"/>
                  </a:lnTo>
                  <a:cubicBezTo>
                    <a:pt x="85800" y="38189"/>
                    <a:pt x="85952" y="36600"/>
                    <a:pt x="85334" y="35251"/>
                  </a:cubicBezTo>
                  <a:cubicBezTo>
                    <a:pt x="84712" y="33918"/>
                    <a:pt x="83764" y="32170"/>
                    <a:pt x="82490" y="30007"/>
                  </a:cubicBezTo>
                  <a:cubicBezTo>
                    <a:pt x="81187" y="27845"/>
                    <a:pt x="80091" y="26171"/>
                    <a:pt x="79202" y="24986"/>
                  </a:cubicBezTo>
                  <a:cubicBezTo>
                    <a:pt x="78311" y="23797"/>
                    <a:pt x="76840" y="23171"/>
                    <a:pt x="75336" y="23342"/>
                  </a:cubicBezTo>
                  <a:lnTo>
                    <a:pt x="25569" y="29074"/>
                  </a:lnTo>
                  <a:cubicBezTo>
                    <a:pt x="24719" y="29199"/>
                    <a:pt x="24132" y="29990"/>
                    <a:pt x="24257" y="30840"/>
                  </a:cubicBezTo>
                  <a:cubicBezTo>
                    <a:pt x="24271" y="30934"/>
                    <a:pt x="24294" y="31028"/>
                    <a:pt x="24325" y="31118"/>
                  </a:cubicBezTo>
                  <a:cubicBezTo>
                    <a:pt x="27583" y="40302"/>
                    <a:pt x="31686" y="49040"/>
                    <a:pt x="36633" y="57335"/>
                  </a:cubicBezTo>
                  <a:close/>
                </a:path>
              </a:pathLst>
            </a:custGeom>
            <a:grpFill/>
            <a:ln w="4413"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45F4DA77-158B-A27F-6778-B4DF90711694}"/>
                </a:ext>
              </a:extLst>
            </p:cNvPr>
            <p:cNvSpPr/>
            <p:nvPr/>
          </p:nvSpPr>
          <p:spPr>
            <a:xfrm>
              <a:off x="9538208" y="5211073"/>
              <a:ext cx="111363" cy="109546"/>
            </a:xfrm>
            <a:custGeom>
              <a:avLst/>
              <a:gdLst>
                <a:gd name="connsiteX0" fmla="*/ 93006 w 111363"/>
                <a:gd name="connsiteY0" fmla="*/ 67843 h 109546"/>
                <a:gd name="connsiteX1" fmla="*/ 92295 w 111363"/>
                <a:gd name="connsiteY1" fmla="*/ 69132 h 109546"/>
                <a:gd name="connsiteX2" fmla="*/ 59858 w 111363"/>
                <a:gd name="connsiteY2" fmla="*/ 107435 h 109546"/>
                <a:gd name="connsiteX3" fmla="*/ 46172 w 111363"/>
                <a:gd name="connsiteY3" fmla="*/ 104902 h 109546"/>
                <a:gd name="connsiteX4" fmla="*/ 2581 w 111363"/>
                <a:gd name="connsiteY4" fmla="*/ 45315 h 109546"/>
                <a:gd name="connsiteX5" fmla="*/ 8802 w 111363"/>
                <a:gd name="connsiteY5" fmla="*/ 18565 h 109546"/>
                <a:gd name="connsiteX6" fmla="*/ 29020 w 111363"/>
                <a:gd name="connsiteY6" fmla="*/ 80 h 109546"/>
                <a:gd name="connsiteX7" fmla="*/ 102337 w 111363"/>
                <a:gd name="connsiteY7" fmla="*/ 8878 h 109546"/>
                <a:gd name="connsiteX8" fmla="*/ 111269 w 111363"/>
                <a:gd name="connsiteY8" fmla="*/ 19587 h 109546"/>
                <a:gd name="connsiteX9" fmla="*/ 93761 w 111363"/>
                <a:gd name="connsiteY9" fmla="*/ 66643 h 109546"/>
                <a:gd name="connsiteX10" fmla="*/ 93006 w 111363"/>
                <a:gd name="connsiteY10" fmla="*/ 67843 h 109546"/>
                <a:gd name="connsiteX11" fmla="*/ 74210 w 111363"/>
                <a:gd name="connsiteY11" fmla="*/ 56868 h 109546"/>
                <a:gd name="connsiteX12" fmla="*/ 86430 w 111363"/>
                <a:gd name="connsiteY12" fmla="*/ 30562 h 109546"/>
                <a:gd name="connsiteX13" fmla="*/ 85464 w 111363"/>
                <a:gd name="connsiteY13" fmla="*/ 28586 h 109546"/>
                <a:gd name="connsiteX14" fmla="*/ 85186 w 111363"/>
                <a:gd name="connsiteY14" fmla="*/ 28518 h 109546"/>
                <a:gd name="connsiteX15" fmla="*/ 35330 w 111363"/>
                <a:gd name="connsiteY15" fmla="*/ 22964 h 109546"/>
                <a:gd name="connsiteX16" fmla="*/ 31464 w 111363"/>
                <a:gd name="connsiteY16" fmla="*/ 24608 h 109546"/>
                <a:gd name="connsiteX17" fmla="*/ 28220 w 111363"/>
                <a:gd name="connsiteY17" fmla="*/ 29629 h 109546"/>
                <a:gd name="connsiteX18" fmla="*/ 25376 w 111363"/>
                <a:gd name="connsiteY18" fmla="*/ 34917 h 109546"/>
                <a:gd name="connsiteX19" fmla="*/ 25776 w 111363"/>
                <a:gd name="connsiteY19" fmla="*/ 39094 h 109546"/>
                <a:gd name="connsiteX20" fmla="*/ 54659 w 111363"/>
                <a:gd name="connsiteY20" fmla="*/ 80107 h 109546"/>
                <a:gd name="connsiteX21" fmla="*/ 56832 w 111363"/>
                <a:gd name="connsiteY21" fmla="*/ 80443 h 109546"/>
                <a:gd name="connsiteX22" fmla="*/ 57058 w 111363"/>
                <a:gd name="connsiteY22" fmla="*/ 80240 h 109546"/>
                <a:gd name="connsiteX23" fmla="*/ 74210 w 111363"/>
                <a:gd name="connsiteY23" fmla="*/ 56868 h 1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363" h="109546">
                  <a:moveTo>
                    <a:pt x="93006" y="67843"/>
                  </a:moveTo>
                  <a:cubicBezTo>
                    <a:pt x="92739" y="68317"/>
                    <a:pt x="92502" y="68747"/>
                    <a:pt x="92295" y="69132"/>
                  </a:cubicBezTo>
                  <a:cubicBezTo>
                    <a:pt x="83704" y="85276"/>
                    <a:pt x="72892" y="98044"/>
                    <a:pt x="59858" y="107435"/>
                  </a:cubicBezTo>
                  <a:cubicBezTo>
                    <a:pt x="55029" y="110930"/>
                    <a:pt x="50467" y="110086"/>
                    <a:pt x="46172" y="104902"/>
                  </a:cubicBezTo>
                  <a:cubicBezTo>
                    <a:pt x="37611" y="94474"/>
                    <a:pt x="23080" y="74612"/>
                    <a:pt x="2581" y="45315"/>
                  </a:cubicBezTo>
                  <a:cubicBezTo>
                    <a:pt x="-4040" y="35850"/>
                    <a:pt x="3559" y="27541"/>
                    <a:pt x="8802" y="18565"/>
                  </a:cubicBezTo>
                  <a:cubicBezTo>
                    <a:pt x="14045" y="9634"/>
                    <a:pt x="17556" y="-1031"/>
                    <a:pt x="29020" y="80"/>
                  </a:cubicBezTo>
                  <a:cubicBezTo>
                    <a:pt x="64627" y="3576"/>
                    <a:pt x="89066" y="6508"/>
                    <a:pt x="102337" y="8878"/>
                  </a:cubicBezTo>
                  <a:cubicBezTo>
                    <a:pt x="108973" y="10093"/>
                    <a:pt x="111950" y="13662"/>
                    <a:pt x="111269" y="19587"/>
                  </a:cubicBezTo>
                  <a:cubicBezTo>
                    <a:pt x="109462" y="35524"/>
                    <a:pt x="103626" y="51210"/>
                    <a:pt x="93761" y="66643"/>
                  </a:cubicBezTo>
                  <a:cubicBezTo>
                    <a:pt x="93524" y="66999"/>
                    <a:pt x="93273" y="67399"/>
                    <a:pt x="93006" y="67843"/>
                  </a:cubicBezTo>
                  <a:close/>
                  <a:moveTo>
                    <a:pt x="74210" y="56868"/>
                  </a:moveTo>
                  <a:cubicBezTo>
                    <a:pt x="79128" y="48544"/>
                    <a:pt x="83201" y="39775"/>
                    <a:pt x="86430" y="30562"/>
                  </a:cubicBezTo>
                  <a:cubicBezTo>
                    <a:pt x="86709" y="29750"/>
                    <a:pt x="86277" y="28865"/>
                    <a:pt x="85464" y="28586"/>
                  </a:cubicBezTo>
                  <a:cubicBezTo>
                    <a:pt x="85374" y="28555"/>
                    <a:pt x="85280" y="28532"/>
                    <a:pt x="85186" y="28518"/>
                  </a:cubicBezTo>
                  <a:lnTo>
                    <a:pt x="35330" y="22964"/>
                  </a:lnTo>
                  <a:cubicBezTo>
                    <a:pt x="33826" y="22793"/>
                    <a:pt x="32355" y="23419"/>
                    <a:pt x="31464" y="24608"/>
                  </a:cubicBezTo>
                  <a:cubicBezTo>
                    <a:pt x="30575" y="25793"/>
                    <a:pt x="29494" y="27467"/>
                    <a:pt x="28220" y="29629"/>
                  </a:cubicBezTo>
                  <a:cubicBezTo>
                    <a:pt x="26946" y="31821"/>
                    <a:pt x="25998" y="33584"/>
                    <a:pt x="25376" y="34917"/>
                  </a:cubicBezTo>
                  <a:cubicBezTo>
                    <a:pt x="24758" y="36266"/>
                    <a:pt x="24910" y="37855"/>
                    <a:pt x="25776" y="39094"/>
                  </a:cubicBezTo>
                  <a:lnTo>
                    <a:pt x="54659" y="80107"/>
                  </a:lnTo>
                  <a:cubicBezTo>
                    <a:pt x="55166" y="80800"/>
                    <a:pt x="56140" y="80950"/>
                    <a:pt x="56832" y="80443"/>
                  </a:cubicBezTo>
                  <a:cubicBezTo>
                    <a:pt x="56914" y="80383"/>
                    <a:pt x="56990" y="80315"/>
                    <a:pt x="57058" y="80240"/>
                  </a:cubicBezTo>
                  <a:cubicBezTo>
                    <a:pt x="63575" y="72983"/>
                    <a:pt x="69293" y="65192"/>
                    <a:pt x="74210" y="56868"/>
                  </a:cubicBezTo>
                  <a:close/>
                </a:path>
              </a:pathLst>
            </a:custGeom>
            <a:grpFill/>
            <a:ln w="441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444062112"/>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1</a:t>
            </a:r>
          </a:p>
        </p:txBody>
      </p:sp>
      <p:cxnSp>
        <p:nvCxnSpPr>
          <p:cNvPr id="14" name="Straight Connector 13"/>
          <p:cNvCxnSpPr/>
          <p:nvPr/>
        </p:nvCxnSpPr>
        <p:spPr>
          <a:xfrm flipH="1">
            <a:off x="3173506"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5806889"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8440272"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042376"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84%</a:t>
            </a:r>
          </a:p>
        </p:txBody>
      </p:sp>
      <p:sp>
        <p:nvSpPr>
          <p:cNvPr id="18" name="TextBox 17"/>
          <p:cNvSpPr txBox="1"/>
          <p:nvPr/>
        </p:nvSpPr>
        <p:spPr>
          <a:xfrm>
            <a:off x="3658637"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72%</a:t>
            </a:r>
          </a:p>
        </p:txBody>
      </p:sp>
      <p:sp>
        <p:nvSpPr>
          <p:cNvPr id="19" name="TextBox 18"/>
          <p:cNvSpPr txBox="1"/>
          <p:nvPr/>
        </p:nvSpPr>
        <p:spPr>
          <a:xfrm>
            <a:off x="6274898"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83%</a:t>
            </a:r>
          </a:p>
        </p:txBody>
      </p:sp>
      <p:sp>
        <p:nvSpPr>
          <p:cNvPr id="20" name="TextBox 19"/>
          <p:cNvSpPr txBox="1"/>
          <p:nvPr/>
        </p:nvSpPr>
        <p:spPr>
          <a:xfrm>
            <a:off x="8891160"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$12M</a:t>
            </a:r>
          </a:p>
        </p:txBody>
      </p:sp>
      <p:sp>
        <p:nvSpPr>
          <p:cNvPr id="21" name="TextBox 20"/>
          <p:cNvSpPr txBox="1"/>
          <p:nvPr/>
        </p:nvSpPr>
        <p:spPr>
          <a:xfrm>
            <a:off x="893247"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Have heard about the marketing campaign</a:t>
            </a:r>
          </a:p>
        </p:txBody>
      </p:sp>
      <p:sp>
        <p:nvSpPr>
          <p:cNvPr id="22" name="TextBox 21"/>
          <p:cNvSpPr txBox="1"/>
          <p:nvPr/>
        </p:nvSpPr>
        <p:spPr>
          <a:xfrm>
            <a:off x="3468338"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Believe customer service in part of the brand’s DNA</a:t>
            </a:r>
          </a:p>
        </p:txBody>
      </p:sp>
      <p:sp>
        <p:nvSpPr>
          <p:cNvPr id="23" name="TextBox 22"/>
          <p:cNvSpPr txBox="1"/>
          <p:nvPr/>
        </p:nvSpPr>
        <p:spPr>
          <a:xfrm>
            <a:off x="6082113"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Are satisfied with the customer service provided</a:t>
            </a:r>
          </a:p>
        </p:txBody>
      </p:sp>
      <p:sp>
        <p:nvSpPr>
          <p:cNvPr id="24" name="TextBox 23"/>
          <p:cNvSpPr txBox="1"/>
          <p:nvPr/>
        </p:nvSpPr>
        <p:spPr>
          <a:xfrm>
            <a:off x="8891160" y="4038939"/>
            <a:ext cx="2082935" cy="1200329"/>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Additional earnings made by generating higher brand loyalty</a:t>
            </a:r>
          </a:p>
        </p:txBody>
      </p:sp>
      <p:sp>
        <p:nvSpPr>
          <p:cNvPr id="3" name="DNA5" descr="{&quot;Key&quot;:&quot;POWER_USER_SHAPE_ICON&quot;,&quot;Value&quot;:&quot;POWER_USER_SHAPE_ICON_STYLE_1&quot;}">
            <a:extLst>
              <a:ext uri="{FF2B5EF4-FFF2-40B4-BE49-F238E27FC236}">
                <a16:creationId xmlns:a16="http://schemas.microsoft.com/office/drawing/2014/main" id="{24799BB2-6C55-5BBF-6982-8D3E75A778E3}"/>
              </a:ext>
            </a:extLst>
          </p:cNvPr>
          <p:cNvSpPr>
            <a:spLocks noChangeAspect="1"/>
          </p:cNvSpPr>
          <p:nvPr/>
        </p:nvSpPr>
        <p:spPr>
          <a:xfrm>
            <a:off x="4319305" y="2443100"/>
            <a:ext cx="380999" cy="762000"/>
          </a:xfrm>
          <a:custGeom>
            <a:avLst/>
            <a:gdLst>
              <a:gd name="connsiteX0" fmla="*/ 37045 w 440882"/>
              <a:gd name="connsiteY0" fmla="*/ 0 h 881765"/>
              <a:gd name="connsiteX1" fmla="*/ 62745 w 440882"/>
              <a:gd name="connsiteY1" fmla="*/ 18872 h 881765"/>
              <a:gd name="connsiteX2" fmla="*/ 67100 w 440882"/>
              <a:gd name="connsiteY2" fmla="*/ 21506 h 881765"/>
              <a:gd name="connsiteX3" fmla="*/ 373567 w 440882"/>
              <a:gd name="connsiteY3" fmla="*/ 21506 h 881765"/>
              <a:gd name="connsiteX4" fmla="*/ 377438 w 440882"/>
              <a:gd name="connsiteY4" fmla="*/ 19141 h 881765"/>
              <a:gd name="connsiteX5" fmla="*/ 402977 w 440882"/>
              <a:gd name="connsiteY5" fmla="*/ 0 h 881765"/>
              <a:gd name="connsiteX6" fmla="*/ 410988 w 440882"/>
              <a:gd name="connsiteY6" fmla="*/ 0 h 881765"/>
              <a:gd name="connsiteX7" fmla="*/ 440882 w 440882"/>
              <a:gd name="connsiteY7" fmla="*/ 29518 h 881765"/>
              <a:gd name="connsiteX8" fmla="*/ 440882 w 440882"/>
              <a:gd name="connsiteY8" fmla="*/ 45701 h 881765"/>
              <a:gd name="connsiteX9" fmla="*/ 379535 w 440882"/>
              <a:gd name="connsiteY9" fmla="*/ 171191 h 881765"/>
              <a:gd name="connsiteX10" fmla="*/ 288885 w 440882"/>
              <a:gd name="connsiteY10" fmla="*/ 237808 h 881765"/>
              <a:gd name="connsiteX11" fmla="*/ 288778 w 440882"/>
              <a:gd name="connsiteY11" fmla="*/ 241356 h 881765"/>
              <a:gd name="connsiteX12" fmla="*/ 407870 w 440882"/>
              <a:gd name="connsiteY12" fmla="*/ 353190 h 881765"/>
              <a:gd name="connsiteX13" fmla="*/ 410881 w 440882"/>
              <a:gd name="connsiteY13" fmla="*/ 522661 h 881765"/>
              <a:gd name="connsiteX14" fmla="*/ 288724 w 440882"/>
              <a:gd name="connsiteY14" fmla="*/ 640086 h 881765"/>
              <a:gd name="connsiteX15" fmla="*/ 287793 w 440882"/>
              <a:gd name="connsiteY15" fmla="*/ 643772 h 881765"/>
              <a:gd name="connsiteX16" fmla="*/ 288831 w 440882"/>
              <a:gd name="connsiteY16" fmla="*/ 644764 h 881765"/>
              <a:gd name="connsiteX17" fmla="*/ 400988 w 440882"/>
              <a:gd name="connsiteY17" fmla="*/ 734715 h 881765"/>
              <a:gd name="connsiteX18" fmla="*/ 440882 w 440882"/>
              <a:gd name="connsiteY18" fmla="*/ 835849 h 881765"/>
              <a:gd name="connsiteX19" fmla="*/ 440882 w 440882"/>
              <a:gd name="connsiteY19" fmla="*/ 851710 h 881765"/>
              <a:gd name="connsiteX20" fmla="*/ 412494 w 440882"/>
              <a:gd name="connsiteY20" fmla="*/ 881765 h 881765"/>
              <a:gd name="connsiteX21" fmla="*/ 403568 w 440882"/>
              <a:gd name="connsiteY21" fmla="*/ 881765 h 881765"/>
              <a:gd name="connsiteX22" fmla="*/ 375395 w 440882"/>
              <a:gd name="connsiteY22" fmla="*/ 857194 h 881765"/>
              <a:gd name="connsiteX23" fmla="*/ 372008 w 440882"/>
              <a:gd name="connsiteY23" fmla="*/ 854828 h 881765"/>
              <a:gd name="connsiteX24" fmla="*/ 68498 w 440882"/>
              <a:gd name="connsiteY24" fmla="*/ 854828 h 881765"/>
              <a:gd name="connsiteX25" fmla="*/ 65433 w 440882"/>
              <a:gd name="connsiteY25" fmla="*/ 857033 h 881765"/>
              <a:gd name="connsiteX26" fmla="*/ 37744 w 440882"/>
              <a:gd name="connsiteY26" fmla="*/ 881765 h 881765"/>
              <a:gd name="connsiteX27" fmla="*/ 29733 w 440882"/>
              <a:gd name="connsiteY27" fmla="*/ 881765 h 881765"/>
              <a:gd name="connsiteX28" fmla="*/ 0 w 440882"/>
              <a:gd name="connsiteY28" fmla="*/ 852301 h 881765"/>
              <a:gd name="connsiteX29" fmla="*/ 0 w 440882"/>
              <a:gd name="connsiteY29" fmla="*/ 840204 h 881765"/>
              <a:gd name="connsiteX30" fmla="*/ 62261 w 440882"/>
              <a:gd name="connsiteY30" fmla="*/ 708746 h 881765"/>
              <a:gd name="connsiteX31" fmla="*/ 150706 w 440882"/>
              <a:gd name="connsiteY31" fmla="*/ 644172 h 881765"/>
              <a:gd name="connsiteX32" fmla="*/ 150760 w 440882"/>
              <a:gd name="connsiteY32" fmla="*/ 641323 h 881765"/>
              <a:gd name="connsiteX33" fmla="*/ 52798 w 440882"/>
              <a:gd name="connsiteY33" fmla="*/ 564061 h 881765"/>
              <a:gd name="connsiteX34" fmla="*/ 18334 w 440882"/>
              <a:gd name="connsiteY34" fmla="*/ 508897 h 881765"/>
              <a:gd name="connsiteX35" fmla="*/ 47691 w 440882"/>
              <a:gd name="connsiteY35" fmla="*/ 324317 h 881765"/>
              <a:gd name="connsiteX36" fmla="*/ 150491 w 440882"/>
              <a:gd name="connsiteY36" fmla="*/ 240604 h 881765"/>
              <a:gd name="connsiteX37" fmla="*/ 150438 w 440882"/>
              <a:gd name="connsiteY37" fmla="*/ 237915 h 881765"/>
              <a:gd name="connsiteX38" fmla="*/ 0 w 440882"/>
              <a:gd name="connsiteY38" fmla="*/ 42045 h 881765"/>
              <a:gd name="connsiteX39" fmla="*/ 0 w 440882"/>
              <a:gd name="connsiteY39" fmla="*/ 29894 h 881765"/>
              <a:gd name="connsiteX40" fmla="*/ 29303 w 440882"/>
              <a:gd name="connsiteY40" fmla="*/ 0 h 881765"/>
              <a:gd name="connsiteX41" fmla="*/ 37045 w 440882"/>
              <a:gd name="connsiteY41" fmla="*/ 0 h 881765"/>
              <a:gd name="connsiteX42" fmla="*/ 197805 w 440882"/>
              <a:gd name="connsiteY42" fmla="*/ 207000 h 881765"/>
              <a:gd name="connsiteX43" fmla="*/ 81778 w 440882"/>
              <a:gd name="connsiteY43" fmla="*/ 120060 h 881765"/>
              <a:gd name="connsiteX44" fmla="*/ 49626 w 440882"/>
              <a:gd name="connsiteY44" fmla="*/ 32690 h 881765"/>
              <a:gd name="connsiteX45" fmla="*/ 32905 w 440882"/>
              <a:gd name="connsiteY45" fmla="*/ 17151 h 881765"/>
              <a:gd name="connsiteX46" fmla="*/ 32260 w 440882"/>
              <a:gd name="connsiteY46" fmla="*/ 17205 h 881765"/>
              <a:gd name="connsiteX47" fmla="*/ 16614 w 440882"/>
              <a:gd name="connsiteY47" fmla="*/ 33765 h 881765"/>
              <a:gd name="connsiteX48" fmla="*/ 53766 w 440882"/>
              <a:gd name="connsiteY48" fmla="*/ 139469 h 881765"/>
              <a:gd name="connsiteX49" fmla="*/ 164148 w 440882"/>
              <a:gd name="connsiteY49" fmla="*/ 226732 h 881765"/>
              <a:gd name="connsiteX50" fmla="*/ 166460 w 440882"/>
              <a:gd name="connsiteY50" fmla="*/ 226678 h 881765"/>
              <a:gd name="connsiteX51" fmla="*/ 197859 w 440882"/>
              <a:gd name="connsiteY51" fmla="*/ 208613 h 881765"/>
              <a:gd name="connsiteX52" fmla="*/ 198196 w 440882"/>
              <a:gd name="connsiteY52" fmla="*/ 207365 h 881765"/>
              <a:gd name="connsiteX53" fmla="*/ 197805 w 440882"/>
              <a:gd name="connsiteY53" fmla="*/ 207000 h 881765"/>
              <a:gd name="connsiteX54" fmla="*/ 161728 w 440882"/>
              <a:gd name="connsiteY54" fmla="*/ 285552 h 881765"/>
              <a:gd name="connsiteX55" fmla="*/ 176890 w 440882"/>
              <a:gd name="connsiteY55" fmla="*/ 282971 h 881765"/>
              <a:gd name="connsiteX56" fmla="*/ 202913 w 440882"/>
              <a:gd name="connsiteY56" fmla="*/ 267218 h 881765"/>
              <a:gd name="connsiteX57" fmla="*/ 258131 w 440882"/>
              <a:gd name="connsiteY57" fmla="*/ 231786 h 881765"/>
              <a:gd name="connsiteX58" fmla="*/ 270121 w 440882"/>
              <a:gd name="connsiteY58" fmla="*/ 229366 h 881765"/>
              <a:gd name="connsiteX59" fmla="*/ 424591 w 440882"/>
              <a:gd name="connsiteY59" fmla="*/ 45809 h 881765"/>
              <a:gd name="connsiteX60" fmla="*/ 401471 w 440882"/>
              <a:gd name="connsiteY60" fmla="*/ 17958 h 881765"/>
              <a:gd name="connsiteX61" fmla="*/ 389858 w 440882"/>
              <a:gd name="connsiteY61" fmla="*/ 35109 h 881765"/>
              <a:gd name="connsiteX62" fmla="*/ 354802 w 440882"/>
              <a:gd name="connsiteY62" fmla="*/ 123608 h 881765"/>
              <a:gd name="connsiteX63" fmla="*/ 274046 w 440882"/>
              <a:gd name="connsiteY63" fmla="*/ 187913 h 881765"/>
              <a:gd name="connsiteX64" fmla="*/ 158664 w 440882"/>
              <a:gd name="connsiteY64" fmla="*/ 254798 h 881765"/>
              <a:gd name="connsiteX65" fmla="*/ 42637 w 440882"/>
              <a:gd name="connsiteY65" fmla="*/ 360556 h 881765"/>
              <a:gd name="connsiteX66" fmla="*/ 39572 w 440882"/>
              <a:gd name="connsiteY66" fmla="*/ 516155 h 881765"/>
              <a:gd name="connsiteX67" fmla="*/ 146082 w 440882"/>
              <a:gd name="connsiteY67" fmla="*/ 620085 h 881765"/>
              <a:gd name="connsiteX68" fmla="*/ 276250 w 440882"/>
              <a:gd name="connsiteY68" fmla="*/ 695573 h 881765"/>
              <a:gd name="connsiteX69" fmla="*/ 354641 w 440882"/>
              <a:gd name="connsiteY69" fmla="*/ 758103 h 881765"/>
              <a:gd name="connsiteX70" fmla="*/ 390234 w 440882"/>
              <a:gd name="connsiteY70" fmla="*/ 848376 h 881765"/>
              <a:gd name="connsiteX71" fmla="*/ 409106 w 440882"/>
              <a:gd name="connsiteY71" fmla="*/ 865743 h 881765"/>
              <a:gd name="connsiteX72" fmla="*/ 418515 w 440882"/>
              <a:gd name="connsiteY72" fmla="*/ 860366 h 881765"/>
              <a:gd name="connsiteX73" fmla="*/ 424752 w 440882"/>
              <a:gd name="connsiteY73" fmla="*/ 847839 h 881765"/>
              <a:gd name="connsiteX74" fmla="*/ 385073 w 440882"/>
              <a:gd name="connsiteY74" fmla="*/ 740844 h 881765"/>
              <a:gd name="connsiteX75" fmla="*/ 272487 w 440882"/>
              <a:gd name="connsiteY75" fmla="*/ 653850 h 881765"/>
              <a:gd name="connsiteX76" fmla="*/ 257109 w 440882"/>
              <a:gd name="connsiteY76" fmla="*/ 649495 h 881765"/>
              <a:gd name="connsiteX77" fmla="*/ 214419 w 440882"/>
              <a:gd name="connsiteY77" fmla="*/ 624225 h 881765"/>
              <a:gd name="connsiteX78" fmla="*/ 203236 w 440882"/>
              <a:gd name="connsiteY78" fmla="*/ 614117 h 881765"/>
              <a:gd name="connsiteX79" fmla="*/ 166621 w 440882"/>
              <a:gd name="connsiteY79" fmla="*/ 592987 h 881765"/>
              <a:gd name="connsiteX80" fmla="*/ 137211 w 440882"/>
              <a:gd name="connsiteY80" fmla="*/ 572448 h 881765"/>
              <a:gd name="connsiteX81" fmla="*/ 75434 w 440882"/>
              <a:gd name="connsiteY81" fmla="*/ 371901 h 881765"/>
              <a:gd name="connsiteX82" fmla="*/ 96188 w 440882"/>
              <a:gd name="connsiteY82" fmla="*/ 344534 h 881765"/>
              <a:gd name="connsiteX83" fmla="*/ 153932 w 440882"/>
              <a:gd name="connsiteY83" fmla="*/ 297811 h 881765"/>
              <a:gd name="connsiteX84" fmla="*/ 158771 w 440882"/>
              <a:gd name="connsiteY84" fmla="*/ 288886 h 881765"/>
              <a:gd name="connsiteX85" fmla="*/ 161728 w 440882"/>
              <a:gd name="connsiteY85" fmla="*/ 285552 h 881765"/>
              <a:gd name="connsiteX86" fmla="*/ 220065 w 440882"/>
              <a:gd name="connsiteY86" fmla="*/ 96779 h 881765"/>
              <a:gd name="connsiteX87" fmla="*/ 347275 w 440882"/>
              <a:gd name="connsiteY87" fmla="*/ 97102 h 881765"/>
              <a:gd name="connsiteX88" fmla="*/ 348942 w 440882"/>
              <a:gd name="connsiteY88" fmla="*/ 97532 h 881765"/>
              <a:gd name="connsiteX89" fmla="*/ 350609 w 440882"/>
              <a:gd name="connsiteY89" fmla="*/ 98553 h 881765"/>
              <a:gd name="connsiteX90" fmla="*/ 354372 w 440882"/>
              <a:gd name="connsiteY90" fmla="*/ 97693 h 881765"/>
              <a:gd name="connsiteX91" fmla="*/ 372384 w 440882"/>
              <a:gd name="connsiteY91" fmla="*/ 51024 h 881765"/>
              <a:gd name="connsiteX92" fmla="*/ 370798 w 440882"/>
              <a:gd name="connsiteY92" fmla="*/ 48793 h 881765"/>
              <a:gd name="connsiteX93" fmla="*/ 370448 w 440882"/>
              <a:gd name="connsiteY93" fmla="*/ 48766 h 881765"/>
              <a:gd name="connsiteX94" fmla="*/ 220065 w 440882"/>
              <a:gd name="connsiteY94" fmla="*/ 48390 h 881765"/>
              <a:gd name="connsiteX95" fmla="*/ 69627 w 440882"/>
              <a:gd name="connsiteY95" fmla="*/ 48766 h 881765"/>
              <a:gd name="connsiteX96" fmla="*/ 67718 w 440882"/>
              <a:gd name="connsiteY96" fmla="*/ 50728 h 881765"/>
              <a:gd name="connsiteX97" fmla="*/ 67745 w 440882"/>
              <a:gd name="connsiteY97" fmla="*/ 51024 h 881765"/>
              <a:gd name="connsiteX98" fmla="*/ 85757 w 440882"/>
              <a:gd name="connsiteY98" fmla="*/ 97693 h 881765"/>
              <a:gd name="connsiteX99" fmla="*/ 89521 w 440882"/>
              <a:gd name="connsiteY99" fmla="*/ 98553 h 881765"/>
              <a:gd name="connsiteX100" fmla="*/ 91187 w 440882"/>
              <a:gd name="connsiteY100" fmla="*/ 97532 h 881765"/>
              <a:gd name="connsiteX101" fmla="*/ 92854 w 440882"/>
              <a:gd name="connsiteY101" fmla="*/ 97048 h 881765"/>
              <a:gd name="connsiteX102" fmla="*/ 220065 w 440882"/>
              <a:gd name="connsiteY102" fmla="*/ 96779 h 881765"/>
              <a:gd name="connsiteX103" fmla="*/ 219742 w 440882"/>
              <a:gd name="connsiteY103" fmla="*/ 155922 h 881765"/>
              <a:gd name="connsiteX104" fmla="*/ 276358 w 440882"/>
              <a:gd name="connsiteY104" fmla="*/ 156406 h 881765"/>
              <a:gd name="connsiteX105" fmla="*/ 280820 w 440882"/>
              <a:gd name="connsiteY105" fmla="*/ 158610 h 881765"/>
              <a:gd name="connsiteX106" fmla="*/ 281681 w 440882"/>
              <a:gd name="connsiteY106" fmla="*/ 161352 h 881765"/>
              <a:gd name="connsiteX107" fmla="*/ 283274 w 440882"/>
              <a:gd name="connsiteY107" fmla="*/ 163578 h 881765"/>
              <a:gd name="connsiteX108" fmla="*/ 284799 w 440882"/>
              <a:gd name="connsiteY108" fmla="*/ 163180 h 881765"/>
              <a:gd name="connsiteX109" fmla="*/ 330393 w 440882"/>
              <a:gd name="connsiteY109" fmla="*/ 127856 h 881765"/>
              <a:gd name="connsiteX110" fmla="*/ 329102 w 440882"/>
              <a:gd name="connsiteY110" fmla="*/ 123931 h 881765"/>
              <a:gd name="connsiteX111" fmla="*/ 219742 w 440882"/>
              <a:gd name="connsiteY111" fmla="*/ 123716 h 881765"/>
              <a:gd name="connsiteX112" fmla="*/ 110328 w 440882"/>
              <a:gd name="connsiteY112" fmla="*/ 123985 h 881765"/>
              <a:gd name="connsiteX113" fmla="*/ 109038 w 440882"/>
              <a:gd name="connsiteY113" fmla="*/ 127910 h 881765"/>
              <a:gd name="connsiteX114" fmla="*/ 154631 w 440882"/>
              <a:gd name="connsiteY114" fmla="*/ 163180 h 881765"/>
              <a:gd name="connsiteX115" fmla="*/ 157352 w 440882"/>
              <a:gd name="connsiteY115" fmla="*/ 162878 h 881765"/>
              <a:gd name="connsiteX116" fmla="*/ 157750 w 440882"/>
              <a:gd name="connsiteY116" fmla="*/ 161352 h 881765"/>
              <a:gd name="connsiteX117" fmla="*/ 158610 w 440882"/>
              <a:gd name="connsiteY117" fmla="*/ 158610 h 881765"/>
              <a:gd name="connsiteX118" fmla="*/ 163073 w 440882"/>
              <a:gd name="connsiteY118" fmla="*/ 156406 h 881765"/>
              <a:gd name="connsiteX119" fmla="*/ 219742 w 440882"/>
              <a:gd name="connsiteY119" fmla="*/ 155922 h 881765"/>
              <a:gd name="connsiteX120" fmla="*/ 219204 w 440882"/>
              <a:gd name="connsiteY120" fmla="*/ 199849 h 881765"/>
              <a:gd name="connsiteX121" fmla="*/ 220495 w 440882"/>
              <a:gd name="connsiteY121" fmla="*/ 199795 h 881765"/>
              <a:gd name="connsiteX122" fmla="*/ 246249 w 440882"/>
              <a:gd name="connsiteY122" fmla="*/ 186461 h 881765"/>
              <a:gd name="connsiteX123" fmla="*/ 245926 w 440882"/>
              <a:gd name="connsiteY123" fmla="*/ 184095 h 881765"/>
              <a:gd name="connsiteX124" fmla="*/ 219419 w 440882"/>
              <a:gd name="connsiteY124" fmla="*/ 182805 h 881765"/>
              <a:gd name="connsiteX125" fmla="*/ 192967 w 440882"/>
              <a:gd name="connsiteY125" fmla="*/ 183343 h 881765"/>
              <a:gd name="connsiteX126" fmla="*/ 192536 w 440882"/>
              <a:gd name="connsiteY126" fmla="*/ 185708 h 881765"/>
              <a:gd name="connsiteX127" fmla="*/ 217914 w 440882"/>
              <a:gd name="connsiteY127" fmla="*/ 199795 h 881765"/>
              <a:gd name="connsiteX128" fmla="*/ 219204 w 440882"/>
              <a:gd name="connsiteY128" fmla="*/ 199849 h 881765"/>
              <a:gd name="connsiteX129" fmla="*/ 356523 w 440882"/>
              <a:gd name="connsiteY129" fmla="*/ 520510 h 881765"/>
              <a:gd name="connsiteX130" fmla="*/ 351630 w 440882"/>
              <a:gd name="connsiteY130" fmla="*/ 523790 h 881765"/>
              <a:gd name="connsiteX131" fmla="*/ 284154 w 440882"/>
              <a:gd name="connsiteY131" fmla="*/ 583632 h 881765"/>
              <a:gd name="connsiteX132" fmla="*/ 282702 w 440882"/>
              <a:gd name="connsiteY132" fmla="*/ 585083 h 881765"/>
              <a:gd name="connsiteX133" fmla="*/ 281842 w 440882"/>
              <a:gd name="connsiteY133" fmla="*/ 586535 h 881765"/>
              <a:gd name="connsiteX134" fmla="*/ 277917 w 440882"/>
              <a:gd name="connsiteY134" fmla="*/ 589492 h 881765"/>
              <a:gd name="connsiteX135" fmla="*/ 236786 w 440882"/>
              <a:gd name="connsiteY135" fmla="*/ 611536 h 881765"/>
              <a:gd name="connsiteX136" fmla="*/ 236199 w 440882"/>
              <a:gd name="connsiteY136" fmla="*/ 613344 h 881765"/>
              <a:gd name="connsiteX137" fmla="*/ 236732 w 440882"/>
              <a:gd name="connsiteY137" fmla="*/ 613902 h 881765"/>
              <a:gd name="connsiteX138" fmla="*/ 267809 w 440882"/>
              <a:gd name="connsiteY138" fmla="*/ 631806 h 881765"/>
              <a:gd name="connsiteX139" fmla="*/ 270336 w 440882"/>
              <a:gd name="connsiteY139" fmla="*/ 631860 h 881765"/>
              <a:gd name="connsiteX140" fmla="*/ 363351 w 440882"/>
              <a:gd name="connsiteY140" fmla="*/ 562448 h 881765"/>
              <a:gd name="connsiteX141" fmla="*/ 404160 w 440882"/>
              <a:gd name="connsiteY141" fmla="*/ 384751 h 881765"/>
              <a:gd name="connsiteX142" fmla="*/ 271250 w 440882"/>
              <a:gd name="connsiteY142" fmla="*/ 250604 h 881765"/>
              <a:gd name="connsiteX143" fmla="*/ 266411 w 440882"/>
              <a:gd name="connsiteY143" fmla="*/ 250658 h 881765"/>
              <a:gd name="connsiteX144" fmla="*/ 239205 w 440882"/>
              <a:gd name="connsiteY144" fmla="*/ 266411 h 881765"/>
              <a:gd name="connsiteX145" fmla="*/ 238937 w 440882"/>
              <a:gd name="connsiteY145" fmla="*/ 270121 h 881765"/>
              <a:gd name="connsiteX146" fmla="*/ 277863 w 440882"/>
              <a:gd name="connsiteY146" fmla="*/ 285660 h 881765"/>
              <a:gd name="connsiteX147" fmla="*/ 280928 w 440882"/>
              <a:gd name="connsiteY147" fmla="*/ 288671 h 881765"/>
              <a:gd name="connsiteX148" fmla="*/ 280928 w 440882"/>
              <a:gd name="connsiteY148" fmla="*/ 293026 h 881765"/>
              <a:gd name="connsiteX149" fmla="*/ 283401 w 440882"/>
              <a:gd name="connsiteY149" fmla="*/ 297542 h 881765"/>
              <a:gd name="connsiteX150" fmla="*/ 379159 w 440882"/>
              <a:gd name="connsiteY150" fmla="*/ 455561 h 881765"/>
              <a:gd name="connsiteX151" fmla="*/ 369911 w 440882"/>
              <a:gd name="connsiteY151" fmla="*/ 492068 h 881765"/>
              <a:gd name="connsiteX152" fmla="*/ 358566 w 440882"/>
              <a:gd name="connsiteY152" fmla="*/ 517499 h 881765"/>
              <a:gd name="connsiteX153" fmla="*/ 356523 w 440882"/>
              <a:gd name="connsiteY153" fmla="*/ 520510 h 881765"/>
              <a:gd name="connsiteX154" fmla="*/ 228236 w 440882"/>
              <a:gd name="connsiteY154" fmla="*/ 282316 h 881765"/>
              <a:gd name="connsiteX155" fmla="*/ 218652 w 440882"/>
              <a:gd name="connsiteY155" fmla="*/ 279692 h 881765"/>
              <a:gd name="connsiteX156" fmla="*/ 208990 w 440882"/>
              <a:gd name="connsiteY156" fmla="*/ 282014 h 881765"/>
              <a:gd name="connsiteX157" fmla="*/ 218574 w 440882"/>
              <a:gd name="connsiteY157" fmla="*/ 284638 h 881765"/>
              <a:gd name="connsiteX158" fmla="*/ 228236 w 440882"/>
              <a:gd name="connsiteY158" fmla="*/ 282316 h 881765"/>
              <a:gd name="connsiteX159" fmla="*/ 218505 w 440882"/>
              <a:gd name="connsiteY159" fmla="*/ 354695 h 881765"/>
              <a:gd name="connsiteX160" fmla="*/ 325500 w 440882"/>
              <a:gd name="connsiteY160" fmla="*/ 354480 h 881765"/>
              <a:gd name="connsiteX161" fmla="*/ 326475 w 440882"/>
              <a:gd name="connsiteY161" fmla="*/ 353415 h 881765"/>
              <a:gd name="connsiteX162" fmla="*/ 326199 w 440882"/>
              <a:gd name="connsiteY162" fmla="*/ 352760 h 881765"/>
              <a:gd name="connsiteX163" fmla="*/ 285122 w 440882"/>
              <a:gd name="connsiteY163" fmla="*/ 318027 h 881765"/>
              <a:gd name="connsiteX164" fmla="*/ 263346 w 440882"/>
              <a:gd name="connsiteY164" fmla="*/ 311790 h 881765"/>
              <a:gd name="connsiteX165" fmla="*/ 218505 w 440882"/>
              <a:gd name="connsiteY165" fmla="*/ 311736 h 881765"/>
              <a:gd name="connsiteX166" fmla="*/ 173664 w 440882"/>
              <a:gd name="connsiteY166" fmla="*/ 311790 h 881765"/>
              <a:gd name="connsiteX167" fmla="*/ 151889 w 440882"/>
              <a:gd name="connsiteY167" fmla="*/ 318027 h 881765"/>
              <a:gd name="connsiteX168" fmla="*/ 110866 w 440882"/>
              <a:gd name="connsiteY168" fmla="*/ 352760 h 881765"/>
              <a:gd name="connsiteX169" fmla="*/ 110910 w 440882"/>
              <a:gd name="connsiteY169" fmla="*/ 354204 h 881765"/>
              <a:gd name="connsiteX170" fmla="*/ 111565 w 440882"/>
              <a:gd name="connsiteY170" fmla="*/ 354480 h 881765"/>
              <a:gd name="connsiteX171" fmla="*/ 218505 w 440882"/>
              <a:gd name="connsiteY171" fmla="*/ 354695 h 881765"/>
              <a:gd name="connsiteX172" fmla="*/ 349964 w 440882"/>
              <a:gd name="connsiteY172" fmla="*/ 383622 h 881765"/>
              <a:gd name="connsiteX173" fmla="*/ 347329 w 440882"/>
              <a:gd name="connsiteY173" fmla="*/ 381740 h 881765"/>
              <a:gd name="connsiteX174" fmla="*/ 93876 w 440882"/>
              <a:gd name="connsiteY174" fmla="*/ 381740 h 881765"/>
              <a:gd name="connsiteX175" fmla="*/ 83929 w 440882"/>
              <a:gd name="connsiteY175" fmla="*/ 388891 h 881765"/>
              <a:gd name="connsiteX176" fmla="*/ 74520 w 440882"/>
              <a:gd name="connsiteY176" fmla="*/ 418677 h 881765"/>
              <a:gd name="connsiteX177" fmla="*/ 79036 w 440882"/>
              <a:gd name="connsiteY177" fmla="*/ 424860 h 881765"/>
              <a:gd name="connsiteX178" fmla="*/ 362384 w 440882"/>
              <a:gd name="connsiteY178" fmla="*/ 424860 h 881765"/>
              <a:gd name="connsiteX179" fmla="*/ 363814 w 440882"/>
              <a:gd name="connsiteY179" fmla="*/ 423495 h 881765"/>
              <a:gd name="connsiteX180" fmla="*/ 363728 w 440882"/>
              <a:gd name="connsiteY180" fmla="*/ 422978 h 881765"/>
              <a:gd name="connsiteX181" fmla="*/ 349964 w 440882"/>
              <a:gd name="connsiteY181" fmla="*/ 383622 h 881765"/>
              <a:gd name="connsiteX182" fmla="*/ 363351 w 440882"/>
              <a:gd name="connsiteY182" fmla="*/ 459271 h 881765"/>
              <a:gd name="connsiteX183" fmla="*/ 359484 w 440882"/>
              <a:gd name="connsiteY183" fmla="*/ 451854 h 881765"/>
              <a:gd name="connsiteX184" fmla="*/ 357706 w 440882"/>
              <a:gd name="connsiteY184" fmla="*/ 451582 h 881765"/>
              <a:gd name="connsiteX185" fmla="*/ 78122 w 440882"/>
              <a:gd name="connsiteY185" fmla="*/ 451582 h 881765"/>
              <a:gd name="connsiteX186" fmla="*/ 72205 w 440882"/>
              <a:gd name="connsiteY186" fmla="*/ 457493 h 881765"/>
              <a:gd name="connsiteX187" fmla="*/ 72530 w 440882"/>
              <a:gd name="connsiteY187" fmla="*/ 459432 h 881765"/>
              <a:gd name="connsiteX188" fmla="*/ 83499 w 440882"/>
              <a:gd name="connsiteY188" fmla="*/ 490724 h 881765"/>
              <a:gd name="connsiteX189" fmla="*/ 89090 w 440882"/>
              <a:gd name="connsiteY189" fmla="*/ 494702 h 881765"/>
              <a:gd name="connsiteX190" fmla="*/ 347813 w 440882"/>
              <a:gd name="connsiteY190" fmla="*/ 494702 h 881765"/>
              <a:gd name="connsiteX191" fmla="*/ 353458 w 440882"/>
              <a:gd name="connsiteY191" fmla="*/ 490562 h 881765"/>
              <a:gd name="connsiteX192" fmla="*/ 363351 w 440882"/>
              <a:gd name="connsiteY192" fmla="*/ 459271 h 881765"/>
              <a:gd name="connsiteX193" fmla="*/ 150706 w 440882"/>
              <a:gd name="connsiteY193" fmla="*/ 563846 h 881765"/>
              <a:gd name="connsiteX194" fmla="*/ 152588 w 440882"/>
              <a:gd name="connsiteY194" fmla="*/ 564545 h 881765"/>
              <a:gd name="connsiteX195" fmla="*/ 282111 w 440882"/>
              <a:gd name="connsiteY195" fmla="*/ 564545 h 881765"/>
              <a:gd name="connsiteX196" fmla="*/ 283885 w 440882"/>
              <a:gd name="connsiteY196" fmla="*/ 563953 h 881765"/>
              <a:gd name="connsiteX197" fmla="*/ 331898 w 440882"/>
              <a:gd name="connsiteY197" fmla="*/ 526801 h 881765"/>
              <a:gd name="connsiteX198" fmla="*/ 332454 w 440882"/>
              <a:gd name="connsiteY198" fmla="*/ 522733 h 881765"/>
              <a:gd name="connsiteX199" fmla="*/ 330124 w 440882"/>
              <a:gd name="connsiteY199" fmla="*/ 521586 h 881765"/>
              <a:gd name="connsiteX200" fmla="*/ 108823 w 440882"/>
              <a:gd name="connsiteY200" fmla="*/ 521586 h 881765"/>
              <a:gd name="connsiteX201" fmla="*/ 105927 w 440882"/>
              <a:gd name="connsiteY201" fmla="*/ 524497 h 881765"/>
              <a:gd name="connsiteX202" fmla="*/ 106941 w 440882"/>
              <a:gd name="connsiteY202" fmla="*/ 526693 h 881765"/>
              <a:gd name="connsiteX203" fmla="*/ 150706 w 440882"/>
              <a:gd name="connsiteY203" fmla="*/ 563846 h 881765"/>
              <a:gd name="connsiteX204" fmla="*/ 218398 w 440882"/>
              <a:gd name="connsiteY204" fmla="*/ 602772 h 881765"/>
              <a:gd name="connsiteX205" fmla="*/ 220495 w 440882"/>
              <a:gd name="connsiteY205" fmla="*/ 602342 h 881765"/>
              <a:gd name="connsiteX206" fmla="*/ 234420 w 440882"/>
              <a:gd name="connsiteY206" fmla="*/ 595675 h 881765"/>
              <a:gd name="connsiteX207" fmla="*/ 234151 w 440882"/>
              <a:gd name="connsiteY207" fmla="*/ 593095 h 881765"/>
              <a:gd name="connsiteX208" fmla="*/ 218398 w 440882"/>
              <a:gd name="connsiteY208" fmla="*/ 591428 h 881765"/>
              <a:gd name="connsiteX209" fmla="*/ 202644 w 440882"/>
              <a:gd name="connsiteY209" fmla="*/ 593041 h 881765"/>
              <a:gd name="connsiteX210" fmla="*/ 202376 w 440882"/>
              <a:gd name="connsiteY210" fmla="*/ 595622 h 881765"/>
              <a:gd name="connsiteX211" fmla="*/ 216247 w 440882"/>
              <a:gd name="connsiteY211" fmla="*/ 602342 h 881765"/>
              <a:gd name="connsiteX212" fmla="*/ 218398 w 440882"/>
              <a:gd name="connsiteY212" fmla="*/ 602772 h 881765"/>
              <a:gd name="connsiteX213" fmla="*/ 197967 w 440882"/>
              <a:gd name="connsiteY213" fmla="*/ 674873 h 881765"/>
              <a:gd name="connsiteX214" fmla="*/ 198385 w 440882"/>
              <a:gd name="connsiteY214" fmla="*/ 673650 h 881765"/>
              <a:gd name="connsiteX215" fmla="*/ 198021 w 440882"/>
              <a:gd name="connsiteY215" fmla="*/ 673260 h 881765"/>
              <a:gd name="connsiteX216" fmla="*/ 166621 w 440882"/>
              <a:gd name="connsiteY216" fmla="*/ 655194 h 881765"/>
              <a:gd name="connsiteX217" fmla="*/ 164309 w 440882"/>
              <a:gd name="connsiteY217" fmla="*/ 655141 h 881765"/>
              <a:gd name="connsiteX218" fmla="*/ 53874 w 440882"/>
              <a:gd name="connsiteY218" fmla="*/ 742296 h 881765"/>
              <a:gd name="connsiteX219" fmla="*/ 16614 w 440882"/>
              <a:gd name="connsiteY219" fmla="*/ 848000 h 881765"/>
              <a:gd name="connsiteX220" fmla="*/ 32260 w 440882"/>
              <a:gd name="connsiteY220" fmla="*/ 864560 h 881765"/>
              <a:gd name="connsiteX221" fmla="*/ 32905 w 440882"/>
              <a:gd name="connsiteY221" fmla="*/ 864614 h 881765"/>
              <a:gd name="connsiteX222" fmla="*/ 49626 w 440882"/>
              <a:gd name="connsiteY222" fmla="*/ 849129 h 881765"/>
              <a:gd name="connsiteX223" fmla="*/ 81886 w 440882"/>
              <a:gd name="connsiteY223" fmla="*/ 761759 h 881765"/>
              <a:gd name="connsiteX224" fmla="*/ 197967 w 440882"/>
              <a:gd name="connsiteY224" fmla="*/ 674873 h 881765"/>
              <a:gd name="connsiteX225" fmla="*/ 228721 w 440882"/>
              <a:gd name="connsiteY225" fmla="*/ 685378 h 881765"/>
              <a:gd name="connsiteX226" fmla="*/ 219302 w 440882"/>
              <a:gd name="connsiteY226" fmla="*/ 682508 h 881765"/>
              <a:gd name="connsiteX227" fmla="*/ 219302 w 440882"/>
              <a:gd name="connsiteY227" fmla="*/ 682508 h 881765"/>
              <a:gd name="connsiteX228" fmla="*/ 209903 w 440882"/>
              <a:gd name="connsiteY228" fmla="*/ 685444 h 881765"/>
              <a:gd name="connsiteX229" fmla="*/ 219322 w 440882"/>
              <a:gd name="connsiteY229" fmla="*/ 688314 h 881765"/>
              <a:gd name="connsiteX230" fmla="*/ 219322 w 440882"/>
              <a:gd name="connsiteY230" fmla="*/ 688314 h 881765"/>
              <a:gd name="connsiteX231" fmla="*/ 228721 w 440882"/>
              <a:gd name="connsiteY231" fmla="*/ 685378 h 881765"/>
              <a:gd name="connsiteX232" fmla="*/ 258776 w 440882"/>
              <a:gd name="connsiteY232" fmla="*/ 714821 h 881765"/>
              <a:gd name="connsiteX233" fmla="*/ 166621 w 440882"/>
              <a:gd name="connsiteY233" fmla="*/ 714821 h 881765"/>
              <a:gd name="connsiteX234" fmla="*/ 155922 w 440882"/>
              <a:gd name="connsiteY234" fmla="*/ 718101 h 881765"/>
              <a:gd name="connsiteX235" fmla="*/ 109145 w 440882"/>
              <a:gd name="connsiteY235" fmla="*/ 754285 h 881765"/>
              <a:gd name="connsiteX236" fmla="*/ 108751 w 440882"/>
              <a:gd name="connsiteY236" fmla="*/ 757225 h 881765"/>
              <a:gd name="connsiteX237" fmla="*/ 110436 w 440882"/>
              <a:gd name="connsiteY237" fmla="*/ 758049 h 881765"/>
              <a:gd name="connsiteX238" fmla="*/ 328350 w 440882"/>
              <a:gd name="connsiteY238" fmla="*/ 758049 h 881765"/>
              <a:gd name="connsiteX239" fmla="*/ 329909 w 440882"/>
              <a:gd name="connsiteY239" fmla="*/ 753264 h 881765"/>
              <a:gd name="connsiteX240" fmla="*/ 264422 w 440882"/>
              <a:gd name="connsiteY240" fmla="*/ 705627 h 881765"/>
              <a:gd name="connsiteX241" fmla="*/ 261357 w 440882"/>
              <a:gd name="connsiteY241" fmla="*/ 707186 h 881765"/>
              <a:gd name="connsiteX242" fmla="*/ 261357 w 440882"/>
              <a:gd name="connsiteY242" fmla="*/ 712294 h 881765"/>
              <a:gd name="connsiteX243" fmla="*/ 258776 w 440882"/>
              <a:gd name="connsiteY243" fmla="*/ 714821 h 881765"/>
              <a:gd name="connsiteX244" fmla="*/ 219903 w 440882"/>
              <a:gd name="connsiteY244" fmla="*/ 827999 h 881765"/>
              <a:gd name="connsiteX245" fmla="*/ 369158 w 440882"/>
              <a:gd name="connsiteY245" fmla="*/ 827461 h 881765"/>
              <a:gd name="connsiteX246" fmla="*/ 372814 w 440882"/>
              <a:gd name="connsiteY246" fmla="*/ 826063 h 881765"/>
              <a:gd name="connsiteX247" fmla="*/ 356953 w 440882"/>
              <a:gd name="connsiteY247" fmla="*/ 786868 h 881765"/>
              <a:gd name="connsiteX248" fmla="*/ 350824 w 440882"/>
              <a:gd name="connsiteY248" fmla="*/ 783265 h 881765"/>
              <a:gd name="connsiteX249" fmla="*/ 341415 w 440882"/>
              <a:gd name="connsiteY249" fmla="*/ 785147 h 881765"/>
              <a:gd name="connsiteX250" fmla="*/ 219903 w 440882"/>
              <a:gd name="connsiteY250" fmla="*/ 784986 h 881765"/>
              <a:gd name="connsiteX251" fmla="*/ 98392 w 440882"/>
              <a:gd name="connsiteY251" fmla="*/ 785201 h 881765"/>
              <a:gd name="connsiteX252" fmla="*/ 88983 w 440882"/>
              <a:gd name="connsiteY252" fmla="*/ 783265 h 881765"/>
              <a:gd name="connsiteX253" fmla="*/ 82854 w 440882"/>
              <a:gd name="connsiteY253" fmla="*/ 786868 h 881765"/>
              <a:gd name="connsiteX254" fmla="*/ 66993 w 440882"/>
              <a:gd name="connsiteY254" fmla="*/ 826117 h 881765"/>
              <a:gd name="connsiteX255" fmla="*/ 70702 w 440882"/>
              <a:gd name="connsiteY255" fmla="*/ 827461 h 881765"/>
              <a:gd name="connsiteX256" fmla="*/ 219903 w 440882"/>
              <a:gd name="connsiteY256" fmla="*/ 827999 h 881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440882" h="881765">
                <a:moveTo>
                  <a:pt x="37045" y="0"/>
                </a:moveTo>
                <a:cubicBezTo>
                  <a:pt x="48909" y="2437"/>
                  <a:pt x="57476" y="8728"/>
                  <a:pt x="62745" y="18872"/>
                </a:cubicBezTo>
                <a:cubicBezTo>
                  <a:pt x="63677" y="20628"/>
                  <a:pt x="65129" y="21506"/>
                  <a:pt x="67100" y="21506"/>
                </a:cubicBezTo>
                <a:lnTo>
                  <a:pt x="373567" y="21506"/>
                </a:lnTo>
                <a:cubicBezTo>
                  <a:pt x="375323" y="21506"/>
                  <a:pt x="376614" y="20718"/>
                  <a:pt x="377438" y="19141"/>
                </a:cubicBezTo>
                <a:cubicBezTo>
                  <a:pt x="382635" y="8925"/>
                  <a:pt x="391148" y="2545"/>
                  <a:pt x="402977" y="0"/>
                </a:cubicBezTo>
                <a:lnTo>
                  <a:pt x="410988" y="0"/>
                </a:lnTo>
                <a:cubicBezTo>
                  <a:pt x="427333" y="3334"/>
                  <a:pt x="437298" y="13173"/>
                  <a:pt x="440882" y="29518"/>
                </a:cubicBezTo>
                <a:lnTo>
                  <a:pt x="440882" y="45701"/>
                </a:lnTo>
                <a:cubicBezTo>
                  <a:pt x="436079" y="94772"/>
                  <a:pt x="415630" y="136602"/>
                  <a:pt x="379535" y="171191"/>
                </a:cubicBezTo>
                <a:cubicBezTo>
                  <a:pt x="353584" y="196031"/>
                  <a:pt x="323367" y="218237"/>
                  <a:pt x="288885" y="237808"/>
                </a:cubicBezTo>
                <a:cubicBezTo>
                  <a:pt x="286878" y="238919"/>
                  <a:pt x="286842" y="240102"/>
                  <a:pt x="288778" y="241356"/>
                </a:cubicBezTo>
                <a:cubicBezTo>
                  <a:pt x="334425" y="270390"/>
                  <a:pt x="382062" y="304370"/>
                  <a:pt x="407870" y="353190"/>
                </a:cubicBezTo>
                <a:cubicBezTo>
                  <a:pt x="435075" y="404590"/>
                  <a:pt x="437925" y="468948"/>
                  <a:pt x="410881" y="522661"/>
                </a:cubicBezTo>
                <a:cubicBezTo>
                  <a:pt x="385826" y="572502"/>
                  <a:pt x="337705" y="612128"/>
                  <a:pt x="288724" y="640086"/>
                </a:cubicBezTo>
                <a:cubicBezTo>
                  <a:pt x="287449" y="640847"/>
                  <a:pt x="287032" y="642497"/>
                  <a:pt x="287793" y="643772"/>
                </a:cubicBezTo>
                <a:cubicBezTo>
                  <a:pt x="288043" y="644191"/>
                  <a:pt x="288402" y="644534"/>
                  <a:pt x="288831" y="644764"/>
                </a:cubicBezTo>
                <a:cubicBezTo>
                  <a:pt x="332346" y="667668"/>
                  <a:pt x="369732" y="697652"/>
                  <a:pt x="400988" y="734715"/>
                </a:cubicBezTo>
                <a:cubicBezTo>
                  <a:pt x="424035" y="762028"/>
                  <a:pt x="437333" y="795739"/>
                  <a:pt x="440882" y="835849"/>
                </a:cubicBezTo>
                <a:lnTo>
                  <a:pt x="440882" y="851710"/>
                </a:lnTo>
                <a:cubicBezTo>
                  <a:pt x="437871" y="867517"/>
                  <a:pt x="428408" y="877535"/>
                  <a:pt x="412494" y="881765"/>
                </a:cubicBezTo>
                <a:lnTo>
                  <a:pt x="403568" y="881765"/>
                </a:lnTo>
                <a:cubicBezTo>
                  <a:pt x="389553" y="878647"/>
                  <a:pt x="380162" y="870456"/>
                  <a:pt x="375395" y="857194"/>
                </a:cubicBezTo>
                <a:cubicBezTo>
                  <a:pt x="374821" y="855617"/>
                  <a:pt x="373692" y="854828"/>
                  <a:pt x="372008" y="854828"/>
                </a:cubicBezTo>
                <a:lnTo>
                  <a:pt x="68498" y="854828"/>
                </a:lnTo>
                <a:cubicBezTo>
                  <a:pt x="66957" y="854828"/>
                  <a:pt x="65935" y="855563"/>
                  <a:pt x="65433" y="857033"/>
                </a:cubicBezTo>
                <a:cubicBezTo>
                  <a:pt x="61132" y="870223"/>
                  <a:pt x="51902" y="878467"/>
                  <a:pt x="37744" y="881765"/>
                </a:cubicBezTo>
                <a:lnTo>
                  <a:pt x="29733" y="881765"/>
                </a:lnTo>
                <a:cubicBezTo>
                  <a:pt x="13424" y="878539"/>
                  <a:pt x="3513" y="868718"/>
                  <a:pt x="0" y="852301"/>
                </a:cubicBezTo>
                <a:lnTo>
                  <a:pt x="0" y="840204"/>
                </a:lnTo>
                <a:cubicBezTo>
                  <a:pt x="3799" y="788552"/>
                  <a:pt x="24553" y="744733"/>
                  <a:pt x="62261" y="708746"/>
                </a:cubicBezTo>
                <a:cubicBezTo>
                  <a:pt x="88463" y="683726"/>
                  <a:pt x="117945" y="662202"/>
                  <a:pt x="150706" y="644172"/>
                </a:cubicBezTo>
                <a:cubicBezTo>
                  <a:pt x="152427" y="643205"/>
                  <a:pt x="152445" y="642255"/>
                  <a:pt x="150760" y="641323"/>
                </a:cubicBezTo>
                <a:cubicBezTo>
                  <a:pt x="113052" y="620318"/>
                  <a:pt x="80398" y="594564"/>
                  <a:pt x="52798" y="564061"/>
                </a:cubicBezTo>
                <a:cubicBezTo>
                  <a:pt x="40325" y="550243"/>
                  <a:pt x="24947" y="526801"/>
                  <a:pt x="18334" y="508897"/>
                </a:cubicBezTo>
                <a:cubicBezTo>
                  <a:pt x="-6111" y="442263"/>
                  <a:pt x="3674" y="380736"/>
                  <a:pt x="47691" y="324317"/>
                </a:cubicBezTo>
                <a:cubicBezTo>
                  <a:pt x="69699" y="296108"/>
                  <a:pt x="103966" y="268204"/>
                  <a:pt x="150491" y="240604"/>
                </a:cubicBezTo>
                <a:cubicBezTo>
                  <a:pt x="151997" y="239707"/>
                  <a:pt x="151979" y="238811"/>
                  <a:pt x="150438" y="237915"/>
                </a:cubicBezTo>
                <a:cubicBezTo>
                  <a:pt x="71939" y="193074"/>
                  <a:pt x="6559" y="134899"/>
                  <a:pt x="0" y="42045"/>
                </a:cubicBezTo>
                <a:lnTo>
                  <a:pt x="0" y="29894"/>
                </a:lnTo>
                <a:cubicBezTo>
                  <a:pt x="3262" y="13477"/>
                  <a:pt x="13029" y="3513"/>
                  <a:pt x="29303" y="0"/>
                </a:cubicBezTo>
                <a:lnTo>
                  <a:pt x="37045" y="0"/>
                </a:lnTo>
                <a:close/>
                <a:moveTo>
                  <a:pt x="197805" y="207000"/>
                </a:moveTo>
                <a:cubicBezTo>
                  <a:pt x="145043" y="178934"/>
                  <a:pt x="106367" y="149954"/>
                  <a:pt x="81778" y="120060"/>
                </a:cubicBezTo>
                <a:cubicBezTo>
                  <a:pt x="62136" y="96224"/>
                  <a:pt x="51418" y="67100"/>
                  <a:pt x="49626" y="32690"/>
                </a:cubicBezTo>
                <a:cubicBezTo>
                  <a:pt x="49088" y="22223"/>
                  <a:pt x="43515" y="17044"/>
                  <a:pt x="32905" y="17151"/>
                </a:cubicBezTo>
                <a:lnTo>
                  <a:pt x="32260" y="17205"/>
                </a:lnTo>
                <a:cubicBezTo>
                  <a:pt x="21614" y="17707"/>
                  <a:pt x="16399" y="23227"/>
                  <a:pt x="16614" y="33765"/>
                </a:cubicBezTo>
                <a:cubicBezTo>
                  <a:pt x="17402" y="75308"/>
                  <a:pt x="29786" y="110543"/>
                  <a:pt x="53766" y="139469"/>
                </a:cubicBezTo>
                <a:cubicBezTo>
                  <a:pt x="81581" y="172984"/>
                  <a:pt x="118375" y="202071"/>
                  <a:pt x="164148" y="226732"/>
                </a:cubicBezTo>
                <a:cubicBezTo>
                  <a:pt x="164936" y="227162"/>
                  <a:pt x="165707" y="227144"/>
                  <a:pt x="166460" y="226678"/>
                </a:cubicBezTo>
                <a:lnTo>
                  <a:pt x="197859" y="208613"/>
                </a:lnTo>
                <a:cubicBezTo>
                  <a:pt x="198297" y="208361"/>
                  <a:pt x="198447" y="207802"/>
                  <a:pt x="198196" y="207365"/>
                </a:cubicBezTo>
                <a:cubicBezTo>
                  <a:pt x="198105" y="207207"/>
                  <a:pt x="197969" y="207080"/>
                  <a:pt x="197805" y="207000"/>
                </a:cubicBezTo>
                <a:close/>
                <a:moveTo>
                  <a:pt x="161728" y="285552"/>
                </a:moveTo>
                <a:cubicBezTo>
                  <a:pt x="166299" y="284531"/>
                  <a:pt x="171353" y="285552"/>
                  <a:pt x="176890" y="282971"/>
                </a:cubicBezTo>
                <a:cubicBezTo>
                  <a:pt x="187572" y="277989"/>
                  <a:pt x="196246" y="272738"/>
                  <a:pt x="202913" y="267218"/>
                </a:cubicBezTo>
                <a:cubicBezTo>
                  <a:pt x="220979" y="252110"/>
                  <a:pt x="232861" y="246625"/>
                  <a:pt x="258131" y="231786"/>
                </a:cubicBezTo>
                <a:cubicBezTo>
                  <a:pt x="263024" y="228936"/>
                  <a:pt x="267218" y="230872"/>
                  <a:pt x="270121" y="229366"/>
                </a:cubicBezTo>
                <a:cubicBezTo>
                  <a:pt x="343189" y="191300"/>
                  <a:pt x="417601" y="131835"/>
                  <a:pt x="424591" y="45809"/>
                </a:cubicBezTo>
                <a:cubicBezTo>
                  <a:pt x="425935" y="29518"/>
                  <a:pt x="420774" y="10646"/>
                  <a:pt x="401471" y="17958"/>
                </a:cubicBezTo>
                <a:cubicBezTo>
                  <a:pt x="394052" y="20790"/>
                  <a:pt x="390181" y="26507"/>
                  <a:pt x="389858" y="35109"/>
                </a:cubicBezTo>
                <a:cubicBezTo>
                  <a:pt x="388496" y="69054"/>
                  <a:pt x="376811" y="98553"/>
                  <a:pt x="354802" y="123608"/>
                </a:cubicBezTo>
                <a:cubicBezTo>
                  <a:pt x="333583" y="147839"/>
                  <a:pt x="306664" y="169274"/>
                  <a:pt x="274046" y="187913"/>
                </a:cubicBezTo>
                <a:cubicBezTo>
                  <a:pt x="259099" y="196444"/>
                  <a:pt x="220638" y="218739"/>
                  <a:pt x="158664" y="254798"/>
                </a:cubicBezTo>
                <a:cubicBezTo>
                  <a:pt x="112264" y="281735"/>
                  <a:pt x="69358" y="314156"/>
                  <a:pt x="42637" y="360556"/>
                </a:cubicBezTo>
                <a:cubicBezTo>
                  <a:pt x="15270" y="407978"/>
                  <a:pt x="15055" y="468249"/>
                  <a:pt x="39572" y="516155"/>
                </a:cubicBezTo>
                <a:cubicBezTo>
                  <a:pt x="61347" y="558577"/>
                  <a:pt x="106081" y="596966"/>
                  <a:pt x="146082" y="620085"/>
                </a:cubicBezTo>
                <a:cubicBezTo>
                  <a:pt x="205225" y="654209"/>
                  <a:pt x="248614" y="679371"/>
                  <a:pt x="276250" y="695573"/>
                </a:cubicBezTo>
                <a:cubicBezTo>
                  <a:pt x="306933" y="713567"/>
                  <a:pt x="333063" y="734410"/>
                  <a:pt x="354641" y="758103"/>
                </a:cubicBezTo>
                <a:cubicBezTo>
                  <a:pt x="375897" y="781473"/>
                  <a:pt x="387761" y="811564"/>
                  <a:pt x="390234" y="848376"/>
                </a:cubicBezTo>
                <a:cubicBezTo>
                  <a:pt x="390951" y="858592"/>
                  <a:pt x="397242" y="864381"/>
                  <a:pt x="409106" y="865743"/>
                </a:cubicBezTo>
                <a:cubicBezTo>
                  <a:pt x="410217" y="865886"/>
                  <a:pt x="413354" y="864094"/>
                  <a:pt x="418515" y="860366"/>
                </a:cubicBezTo>
                <a:cubicBezTo>
                  <a:pt x="422519" y="857473"/>
                  <a:pt x="424850" y="852792"/>
                  <a:pt x="424752" y="847839"/>
                </a:cubicBezTo>
                <a:cubicBezTo>
                  <a:pt x="423820" y="806546"/>
                  <a:pt x="410594" y="770881"/>
                  <a:pt x="385073" y="740844"/>
                </a:cubicBezTo>
                <a:cubicBezTo>
                  <a:pt x="356182" y="706864"/>
                  <a:pt x="318654" y="677866"/>
                  <a:pt x="272487" y="653850"/>
                </a:cubicBezTo>
                <a:cubicBezTo>
                  <a:pt x="267218" y="651108"/>
                  <a:pt x="263131" y="653044"/>
                  <a:pt x="257109" y="649495"/>
                </a:cubicBezTo>
                <a:cubicBezTo>
                  <a:pt x="242879" y="641072"/>
                  <a:pt x="228649" y="632648"/>
                  <a:pt x="214419" y="624225"/>
                </a:cubicBezTo>
                <a:cubicBezTo>
                  <a:pt x="209526" y="621322"/>
                  <a:pt x="207806" y="616967"/>
                  <a:pt x="203236" y="614117"/>
                </a:cubicBezTo>
                <a:cubicBezTo>
                  <a:pt x="187895" y="604511"/>
                  <a:pt x="175690" y="597468"/>
                  <a:pt x="166621" y="592987"/>
                </a:cubicBezTo>
                <a:cubicBezTo>
                  <a:pt x="156029" y="587718"/>
                  <a:pt x="149362" y="580675"/>
                  <a:pt x="137211" y="572448"/>
                </a:cubicBezTo>
                <a:cubicBezTo>
                  <a:pt x="68982" y="526586"/>
                  <a:pt x="31453" y="449915"/>
                  <a:pt x="75434" y="371901"/>
                </a:cubicBezTo>
                <a:cubicBezTo>
                  <a:pt x="81097" y="361828"/>
                  <a:pt x="88015" y="352706"/>
                  <a:pt x="96188" y="344534"/>
                </a:cubicBezTo>
                <a:cubicBezTo>
                  <a:pt x="113859" y="326719"/>
                  <a:pt x="133107" y="311145"/>
                  <a:pt x="153932" y="297811"/>
                </a:cubicBezTo>
                <a:cubicBezTo>
                  <a:pt x="156728" y="296019"/>
                  <a:pt x="158341" y="293044"/>
                  <a:pt x="158771" y="288886"/>
                </a:cubicBezTo>
                <a:cubicBezTo>
                  <a:pt x="158951" y="287058"/>
                  <a:pt x="159936" y="285946"/>
                  <a:pt x="161728" y="285552"/>
                </a:cubicBezTo>
                <a:close/>
                <a:moveTo>
                  <a:pt x="220065" y="96779"/>
                </a:moveTo>
                <a:cubicBezTo>
                  <a:pt x="302219" y="96779"/>
                  <a:pt x="344623" y="96887"/>
                  <a:pt x="347275" y="97102"/>
                </a:cubicBezTo>
                <a:cubicBezTo>
                  <a:pt x="347885" y="97138"/>
                  <a:pt x="348440" y="97281"/>
                  <a:pt x="348942" y="97532"/>
                </a:cubicBezTo>
                <a:cubicBezTo>
                  <a:pt x="348978" y="97532"/>
                  <a:pt x="349533" y="97872"/>
                  <a:pt x="350609" y="98553"/>
                </a:cubicBezTo>
                <a:cubicBezTo>
                  <a:pt x="352150" y="99485"/>
                  <a:pt x="353405" y="99199"/>
                  <a:pt x="354372" y="97693"/>
                </a:cubicBezTo>
                <a:cubicBezTo>
                  <a:pt x="363477" y="83929"/>
                  <a:pt x="369481" y="68373"/>
                  <a:pt x="372384" y="51024"/>
                </a:cubicBezTo>
                <a:cubicBezTo>
                  <a:pt x="372562" y="49970"/>
                  <a:pt x="371852" y="48971"/>
                  <a:pt x="370798" y="48793"/>
                </a:cubicBezTo>
                <a:cubicBezTo>
                  <a:pt x="370683" y="48773"/>
                  <a:pt x="370566" y="48764"/>
                  <a:pt x="370448" y="48766"/>
                </a:cubicBezTo>
                <a:cubicBezTo>
                  <a:pt x="320482" y="48515"/>
                  <a:pt x="270354" y="48390"/>
                  <a:pt x="220065" y="48390"/>
                </a:cubicBezTo>
                <a:cubicBezTo>
                  <a:pt x="169775" y="48390"/>
                  <a:pt x="119630" y="48515"/>
                  <a:pt x="69627" y="48766"/>
                </a:cubicBezTo>
                <a:cubicBezTo>
                  <a:pt x="68558" y="48781"/>
                  <a:pt x="67704" y="49659"/>
                  <a:pt x="67718" y="50728"/>
                </a:cubicBezTo>
                <a:cubicBezTo>
                  <a:pt x="67720" y="50827"/>
                  <a:pt x="67729" y="50926"/>
                  <a:pt x="67745" y="51024"/>
                </a:cubicBezTo>
                <a:cubicBezTo>
                  <a:pt x="70649" y="68373"/>
                  <a:pt x="76653" y="83929"/>
                  <a:pt x="85757" y="97693"/>
                </a:cubicBezTo>
                <a:cubicBezTo>
                  <a:pt x="86725" y="99199"/>
                  <a:pt x="87979" y="99485"/>
                  <a:pt x="89521" y="98553"/>
                </a:cubicBezTo>
                <a:cubicBezTo>
                  <a:pt x="90596" y="97872"/>
                  <a:pt x="91151" y="97532"/>
                  <a:pt x="91187" y="97532"/>
                </a:cubicBezTo>
                <a:cubicBezTo>
                  <a:pt x="91689" y="97281"/>
                  <a:pt x="92245" y="97120"/>
                  <a:pt x="92854" y="97048"/>
                </a:cubicBezTo>
                <a:cubicBezTo>
                  <a:pt x="95507" y="96869"/>
                  <a:pt x="137910" y="96779"/>
                  <a:pt x="220065" y="96779"/>
                </a:cubicBezTo>
                <a:close/>
                <a:moveTo>
                  <a:pt x="219742" y="155922"/>
                </a:moveTo>
                <a:cubicBezTo>
                  <a:pt x="251213" y="155922"/>
                  <a:pt x="270085" y="156083"/>
                  <a:pt x="276358" y="156406"/>
                </a:cubicBezTo>
                <a:cubicBezTo>
                  <a:pt x="278186" y="156513"/>
                  <a:pt x="279673" y="157248"/>
                  <a:pt x="280820" y="158610"/>
                </a:cubicBezTo>
                <a:cubicBezTo>
                  <a:pt x="281537" y="159435"/>
                  <a:pt x="281824" y="160349"/>
                  <a:pt x="281681" y="161352"/>
                </a:cubicBezTo>
                <a:cubicBezTo>
                  <a:pt x="281506" y="162407"/>
                  <a:pt x="282219" y="163403"/>
                  <a:pt x="283274" y="163578"/>
                </a:cubicBezTo>
                <a:cubicBezTo>
                  <a:pt x="283816" y="163668"/>
                  <a:pt x="284370" y="163523"/>
                  <a:pt x="284799" y="163180"/>
                </a:cubicBezTo>
                <a:lnTo>
                  <a:pt x="330393" y="127856"/>
                </a:lnTo>
                <a:cubicBezTo>
                  <a:pt x="333690" y="125347"/>
                  <a:pt x="333260" y="124039"/>
                  <a:pt x="329102" y="123931"/>
                </a:cubicBezTo>
                <a:cubicBezTo>
                  <a:pt x="321503" y="123752"/>
                  <a:pt x="285050" y="123680"/>
                  <a:pt x="219742" y="123716"/>
                </a:cubicBezTo>
                <a:cubicBezTo>
                  <a:pt x="154398" y="123716"/>
                  <a:pt x="117927" y="123806"/>
                  <a:pt x="110328" y="123985"/>
                </a:cubicBezTo>
                <a:cubicBezTo>
                  <a:pt x="106170" y="124092"/>
                  <a:pt x="105740" y="125401"/>
                  <a:pt x="109038" y="127910"/>
                </a:cubicBezTo>
                <a:lnTo>
                  <a:pt x="154631" y="163180"/>
                </a:lnTo>
                <a:cubicBezTo>
                  <a:pt x="155466" y="163848"/>
                  <a:pt x="156684" y="163712"/>
                  <a:pt x="157352" y="162878"/>
                </a:cubicBezTo>
                <a:cubicBezTo>
                  <a:pt x="157695" y="162449"/>
                  <a:pt x="157840" y="161894"/>
                  <a:pt x="157750" y="161352"/>
                </a:cubicBezTo>
                <a:cubicBezTo>
                  <a:pt x="157606" y="160349"/>
                  <a:pt x="157893" y="159435"/>
                  <a:pt x="158610" y="158610"/>
                </a:cubicBezTo>
                <a:cubicBezTo>
                  <a:pt x="159757" y="157248"/>
                  <a:pt x="161245" y="156513"/>
                  <a:pt x="163073" y="156406"/>
                </a:cubicBezTo>
                <a:cubicBezTo>
                  <a:pt x="169345" y="156083"/>
                  <a:pt x="188235" y="155922"/>
                  <a:pt x="219742" y="155922"/>
                </a:cubicBezTo>
                <a:close/>
                <a:moveTo>
                  <a:pt x="219204" y="199849"/>
                </a:moveTo>
                <a:cubicBezTo>
                  <a:pt x="219993" y="199849"/>
                  <a:pt x="220423" y="199831"/>
                  <a:pt x="220495" y="199795"/>
                </a:cubicBezTo>
                <a:cubicBezTo>
                  <a:pt x="228524" y="195924"/>
                  <a:pt x="237108" y="191479"/>
                  <a:pt x="246249" y="186461"/>
                </a:cubicBezTo>
                <a:cubicBezTo>
                  <a:pt x="248220" y="185386"/>
                  <a:pt x="248113" y="184597"/>
                  <a:pt x="245926" y="184095"/>
                </a:cubicBezTo>
                <a:cubicBezTo>
                  <a:pt x="243023" y="183414"/>
                  <a:pt x="234187" y="182984"/>
                  <a:pt x="219419" y="182805"/>
                </a:cubicBezTo>
                <a:cubicBezTo>
                  <a:pt x="204688" y="182590"/>
                  <a:pt x="195870" y="182769"/>
                  <a:pt x="192967" y="183343"/>
                </a:cubicBezTo>
                <a:cubicBezTo>
                  <a:pt x="190744" y="183809"/>
                  <a:pt x="190601" y="184597"/>
                  <a:pt x="192536" y="185708"/>
                </a:cubicBezTo>
                <a:cubicBezTo>
                  <a:pt x="201533" y="190977"/>
                  <a:pt x="209992" y="195673"/>
                  <a:pt x="217914" y="199795"/>
                </a:cubicBezTo>
                <a:cubicBezTo>
                  <a:pt x="217986" y="199831"/>
                  <a:pt x="218416" y="199849"/>
                  <a:pt x="219204" y="199849"/>
                </a:cubicBezTo>
                <a:close/>
                <a:moveTo>
                  <a:pt x="356523" y="520510"/>
                </a:moveTo>
                <a:cubicBezTo>
                  <a:pt x="354587" y="521586"/>
                  <a:pt x="353028" y="522123"/>
                  <a:pt x="351630" y="523790"/>
                </a:cubicBezTo>
                <a:cubicBezTo>
                  <a:pt x="332310" y="547268"/>
                  <a:pt x="309818" y="567215"/>
                  <a:pt x="284154" y="583632"/>
                </a:cubicBezTo>
                <a:cubicBezTo>
                  <a:pt x="283544" y="583990"/>
                  <a:pt x="283061" y="584474"/>
                  <a:pt x="282702" y="585083"/>
                </a:cubicBezTo>
                <a:cubicBezTo>
                  <a:pt x="282451" y="585478"/>
                  <a:pt x="282164" y="585962"/>
                  <a:pt x="281842" y="586535"/>
                </a:cubicBezTo>
                <a:cubicBezTo>
                  <a:pt x="281376" y="587359"/>
                  <a:pt x="280068" y="588345"/>
                  <a:pt x="277917" y="589492"/>
                </a:cubicBezTo>
                <a:lnTo>
                  <a:pt x="236786" y="611536"/>
                </a:lnTo>
                <a:cubicBezTo>
                  <a:pt x="236125" y="611874"/>
                  <a:pt x="235862" y="612683"/>
                  <a:pt x="236199" y="613344"/>
                </a:cubicBezTo>
                <a:cubicBezTo>
                  <a:pt x="236319" y="613578"/>
                  <a:pt x="236504" y="613772"/>
                  <a:pt x="236732" y="613902"/>
                </a:cubicBezTo>
                <a:lnTo>
                  <a:pt x="267809" y="631806"/>
                </a:lnTo>
                <a:cubicBezTo>
                  <a:pt x="268633" y="632308"/>
                  <a:pt x="269476" y="632326"/>
                  <a:pt x="270336" y="631860"/>
                </a:cubicBezTo>
                <a:cubicBezTo>
                  <a:pt x="305248" y="613508"/>
                  <a:pt x="336253" y="590370"/>
                  <a:pt x="363351" y="562448"/>
                </a:cubicBezTo>
                <a:cubicBezTo>
                  <a:pt x="409698" y="514650"/>
                  <a:pt x="425881" y="447657"/>
                  <a:pt x="404160" y="384751"/>
                </a:cubicBezTo>
                <a:cubicBezTo>
                  <a:pt x="383944" y="326253"/>
                  <a:pt x="326199" y="280659"/>
                  <a:pt x="271250" y="250604"/>
                </a:cubicBezTo>
                <a:cubicBezTo>
                  <a:pt x="269637" y="249744"/>
                  <a:pt x="268024" y="249762"/>
                  <a:pt x="266411" y="250658"/>
                </a:cubicBezTo>
                <a:lnTo>
                  <a:pt x="239205" y="266411"/>
                </a:lnTo>
                <a:cubicBezTo>
                  <a:pt x="237306" y="267487"/>
                  <a:pt x="237216" y="268723"/>
                  <a:pt x="238937" y="270121"/>
                </a:cubicBezTo>
                <a:cubicBezTo>
                  <a:pt x="251876" y="280659"/>
                  <a:pt x="264852" y="285839"/>
                  <a:pt x="277863" y="285660"/>
                </a:cubicBezTo>
                <a:cubicBezTo>
                  <a:pt x="279906" y="285624"/>
                  <a:pt x="280928" y="286627"/>
                  <a:pt x="280928" y="288671"/>
                </a:cubicBezTo>
                <a:lnTo>
                  <a:pt x="280928" y="293026"/>
                </a:lnTo>
                <a:cubicBezTo>
                  <a:pt x="280928" y="294961"/>
                  <a:pt x="281752" y="296467"/>
                  <a:pt x="283401" y="297542"/>
                </a:cubicBezTo>
                <a:cubicBezTo>
                  <a:pt x="336146" y="331200"/>
                  <a:pt x="389428" y="386955"/>
                  <a:pt x="379159" y="455561"/>
                </a:cubicBezTo>
                <a:cubicBezTo>
                  <a:pt x="376649" y="472192"/>
                  <a:pt x="373567" y="484361"/>
                  <a:pt x="369911" y="492068"/>
                </a:cubicBezTo>
                <a:cubicBezTo>
                  <a:pt x="362742" y="507158"/>
                  <a:pt x="358960" y="515635"/>
                  <a:pt x="358566" y="517499"/>
                </a:cubicBezTo>
                <a:cubicBezTo>
                  <a:pt x="358279" y="518933"/>
                  <a:pt x="357598" y="519937"/>
                  <a:pt x="356523" y="520510"/>
                </a:cubicBezTo>
                <a:close/>
                <a:moveTo>
                  <a:pt x="228236" y="282316"/>
                </a:moveTo>
                <a:cubicBezTo>
                  <a:pt x="228257" y="280950"/>
                  <a:pt x="223966" y="279776"/>
                  <a:pt x="218652" y="279692"/>
                </a:cubicBezTo>
                <a:cubicBezTo>
                  <a:pt x="213337" y="279609"/>
                  <a:pt x="209012" y="280648"/>
                  <a:pt x="208990" y="282014"/>
                </a:cubicBezTo>
                <a:cubicBezTo>
                  <a:pt x="208969" y="283379"/>
                  <a:pt x="213260" y="284554"/>
                  <a:pt x="218574" y="284638"/>
                </a:cubicBezTo>
                <a:cubicBezTo>
                  <a:pt x="223889" y="284721"/>
                  <a:pt x="228214" y="283682"/>
                  <a:pt x="228236" y="282316"/>
                </a:cubicBezTo>
                <a:close/>
                <a:moveTo>
                  <a:pt x="218505" y="354695"/>
                </a:moveTo>
                <a:cubicBezTo>
                  <a:pt x="254242" y="354695"/>
                  <a:pt x="289907" y="354624"/>
                  <a:pt x="325500" y="354480"/>
                </a:cubicBezTo>
                <a:cubicBezTo>
                  <a:pt x="326064" y="354455"/>
                  <a:pt x="326500" y="353978"/>
                  <a:pt x="326475" y="353415"/>
                </a:cubicBezTo>
                <a:cubicBezTo>
                  <a:pt x="326465" y="353170"/>
                  <a:pt x="326367" y="352938"/>
                  <a:pt x="326199" y="352760"/>
                </a:cubicBezTo>
                <a:cubicBezTo>
                  <a:pt x="315697" y="342186"/>
                  <a:pt x="302004" y="330608"/>
                  <a:pt x="285122" y="318027"/>
                </a:cubicBezTo>
                <a:cubicBezTo>
                  <a:pt x="280103" y="314299"/>
                  <a:pt x="272845" y="312220"/>
                  <a:pt x="263346" y="311790"/>
                </a:cubicBezTo>
                <a:cubicBezTo>
                  <a:pt x="261984" y="311754"/>
                  <a:pt x="247037" y="311736"/>
                  <a:pt x="218505" y="311736"/>
                </a:cubicBezTo>
                <a:cubicBezTo>
                  <a:pt x="189974" y="311736"/>
                  <a:pt x="175027" y="311754"/>
                  <a:pt x="173664" y="311790"/>
                </a:cubicBezTo>
                <a:cubicBezTo>
                  <a:pt x="164166" y="312220"/>
                  <a:pt x="156907" y="314299"/>
                  <a:pt x="151889" y="318027"/>
                </a:cubicBezTo>
                <a:cubicBezTo>
                  <a:pt x="135007" y="330608"/>
                  <a:pt x="121332" y="342186"/>
                  <a:pt x="110866" y="352760"/>
                </a:cubicBezTo>
                <a:cubicBezTo>
                  <a:pt x="110479" y="353171"/>
                  <a:pt x="110499" y="353817"/>
                  <a:pt x="110910" y="354204"/>
                </a:cubicBezTo>
                <a:cubicBezTo>
                  <a:pt x="111088" y="354371"/>
                  <a:pt x="111320" y="354470"/>
                  <a:pt x="111565" y="354480"/>
                </a:cubicBezTo>
                <a:cubicBezTo>
                  <a:pt x="147158" y="354624"/>
                  <a:pt x="182805" y="354695"/>
                  <a:pt x="218505" y="354695"/>
                </a:cubicBezTo>
                <a:close/>
                <a:moveTo>
                  <a:pt x="349964" y="383622"/>
                </a:moveTo>
                <a:cubicBezTo>
                  <a:pt x="349533" y="382367"/>
                  <a:pt x="348655" y="381740"/>
                  <a:pt x="347329" y="381740"/>
                </a:cubicBezTo>
                <a:lnTo>
                  <a:pt x="93876" y="381740"/>
                </a:lnTo>
                <a:cubicBezTo>
                  <a:pt x="88750" y="381740"/>
                  <a:pt x="85434" y="384123"/>
                  <a:pt x="83929" y="388891"/>
                </a:cubicBezTo>
                <a:lnTo>
                  <a:pt x="74520" y="418677"/>
                </a:lnTo>
                <a:cubicBezTo>
                  <a:pt x="73229" y="422799"/>
                  <a:pt x="74735" y="424860"/>
                  <a:pt x="79036" y="424860"/>
                </a:cubicBezTo>
                <a:lnTo>
                  <a:pt x="362384" y="424860"/>
                </a:lnTo>
                <a:cubicBezTo>
                  <a:pt x="363155" y="424878"/>
                  <a:pt x="363796" y="424267"/>
                  <a:pt x="363814" y="423495"/>
                </a:cubicBezTo>
                <a:cubicBezTo>
                  <a:pt x="363818" y="423319"/>
                  <a:pt x="363789" y="423144"/>
                  <a:pt x="363728" y="422978"/>
                </a:cubicBezTo>
                <a:lnTo>
                  <a:pt x="349964" y="383622"/>
                </a:lnTo>
                <a:close/>
                <a:moveTo>
                  <a:pt x="363351" y="459271"/>
                </a:moveTo>
                <a:cubicBezTo>
                  <a:pt x="364331" y="456155"/>
                  <a:pt x="362600" y="452834"/>
                  <a:pt x="359484" y="451854"/>
                </a:cubicBezTo>
                <a:cubicBezTo>
                  <a:pt x="358908" y="451673"/>
                  <a:pt x="358309" y="451582"/>
                  <a:pt x="357706" y="451582"/>
                </a:cubicBezTo>
                <a:lnTo>
                  <a:pt x="78122" y="451582"/>
                </a:lnTo>
                <a:cubicBezTo>
                  <a:pt x="74856" y="451580"/>
                  <a:pt x="72206" y="454227"/>
                  <a:pt x="72205" y="457493"/>
                </a:cubicBezTo>
                <a:cubicBezTo>
                  <a:pt x="72204" y="458153"/>
                  <a:pt x="72315" y="458808"/>
                  <a:pt x="72530" y="459432"/>
                </a:cubicBezTo>
                <a:lnTo>
                  <a:pt x="83499" y="490724"/>
                </a:lnTo>
                <a:cubicBezTo>
                  <a:pt x="84324" y="493106"/>
                  <a:pt x="86569" y="494704"/>
                  <a:pt x="89090" y="494702"/>
                </a:cubicBezTo>
                <a:lnTo>
                  <a:pt x="347813" y="494702"/>
                </a:lnTo>
                <a:cubicBezTo>
                  <a:pt x="350397" y="494704"/>
                  <a:pt x="352683" y="493028"/>
                  <a:pt x="353458" y="490562"/>
                </a:cubicBezTo>
                <a:lnTo>
                  <a:pt x="363351" y="459271"/>
                </a:lnTo>
                <a:close/>
                <a:moveTo>
                  <a:pt x="150706" y="563846"/>
                </a:moveTo>
                <a:cubicBezTo>
                  <a:pt x="151231" y="564295"/>
                  <a:pt x="151898" y="564543"/>
                  <a:pt x="152588" y="564545"/>
                </a:cubicBezTo>
                <a:lnTo>
                  <a:pt x="282111" y="564545"/>
                </a:lnTo>
                <a:cubicBezTo>
                  <a:pt x="282751" y="564549"/>
                  <a:pt x="283375" y="564341"/>
                  <a:pt x="283885" y="563953"/>
                </a:cubicBezTo>
                <a:lnTo>
                  <a:pt x="331898" y="526801"/>
                </a:lnTo>
                <a:cubicBezTo>
                  <a:pt x="333175" y="525831"/>
                  <a:pt x="333424" y="524010"/>
                  <a:pt x="332454" y="522733"/>
                </a:cubicBezTo>
                <a:cubicBezTo>
                  <a:pt x="331901" y="522005"/>
                  <a:pt x="331038" y="521580"/>
                  <a:pt x="330124" y="521586"/>
                </a:cubicBezTo>
                <a:lnTo>
                  <a:pt x="108823" y="521586"/>
                </a:lnTo>
                <a:cubicBezTo>
                  <a:pt x="107219" y="521590"/>
                  <a:pt x="105923" y="522893"/>
                  <a:pt x="105927" y="524497"/>
                </a:cubicBezTo>
                <a:cubicBezTo>
                  <a:pt x="105929" y="525341"/>
                  <a:pt x="106299" y="526143"/>
                  <a:pt x="106941" y="526693"/>
                </a:cubicBezTo>
                <a:lnTo>
                  <a:pt x="150706" y="563846"/>
                </a:lnTo>
                <a:close/>
                <a:moveTo>
                  <a:pt x="218398" y="602772"/>
                </a:moveTo>
                <a:cubicBezTo>
                  <a:pt x="219222" y="602772"/>
                  <a:pt x="219921" y="602629"/>
                  <a:pt x="220495" y="602342"/>
                </a:cubicBezTo>
                <a:cubicBezTo>
                  <a:pt x="225190" y="600084"/>
                  <a:pt x="229832" y="597862"/>
                  <a:pt x="234420" y="595675"/>
                </a:cubicBezTo>
                <a:cubicBezTo>
                  <a:pt x="236858" y="594528"/>
                  <a:pt x="236768" y="593668"/>
                  <a:pt x="234151" y="593095"/>
                </a:cubicBezTo>
                <a:cubicBezTo>
                  <a:pt x="228954" y="591983"/>
                  <a:pt x="223703" y="591428"/>
                  <a:pt x="218398" y="591428"/>
                </a:cubicBezTo>
                <a:cubicBezTo>
                  <a:pt x="213093" y="591428"/>
                  <a:pt x="207842" y="591965"/>
                  <a:pt x="202644" y="593041"/>
                </a:cubicBezTo>
                <a:cubicBezTo>
                  <a:pt x="200028" y="593614"/>
                  <a:pt x="199938" y="594475"/>
                  <a:pt x="202376" y="595622"/>
                </a:cubicBezTo>
                <a:cubicBezTo>
                  <a:pt x="206928" y="597808"/>
                  <a:pt x="211552" y="600048"/>
                  <a:pt x="216247" y="602342"/>
                </a:cubicBezTo>
                <a:cubicBezTo>
                  <a:pt x="216821" y="602629"/>
                  <a:pt x="217538" y="602772"/>
                  <a:pt x="218398" y="602772"/>
                </a:cubicBezTo>
                <a:close/>
                <a:moveTo>
                  <a:pt x="197967" y="674873"/>
                </a:moveTo>
                <a:cubicBezTo>
                  <a:pt x="198420" y="674651"/>
                  <a:pt x="198608" y="674103"/>
                  <a:pt x="198385" y="673650"/>
                </a:cubicBezTo>
                <a:cubicBezTo>
                  <a:pt x="198305" y="673486"/>
                  <a:pt x="198178" y="673351"/>
                  <a:pt x="198021" y="673260"/>
                </a:cubicBezTo>
                <a:lnTo>
                  <a:pt x="166621" y="655194"/>
                </a:lnTo>
                <a:cubicBezTo>
                  <a:pt x="165868" y="654728"/>
                  <a:pt x="165098" y="654711"/>
                  <a:pt x="164309" y="655141"/>
                </a:cubicBezTo>
                <a:cubicBezTo>
                  <a:pt x="118536" y="679766"/>
                  <a:pt x="81724" y="708817"/>
                  <a:pt x="53874" y="742296"/>
                </a:cubicBezTo>
                <a:cubicBezTo>
                  <a:pt x="29858" y="771222"/>
                  <a:pt x="17438" y="806457"/>
                  <a:pt x="16614" y="848000"/>
                </a:cubicBezTo>
                <a:cubicBezTo>
                  <a:pt x="16399" y="858538"/>
                  <a:pt x="21614" y="864058"/>
                  <a:pt x="32260" y="864560"/>
                </a:cubicBezTo>
                <a:lnTo>
                  <a:pt x="32905" y="864614"/>
                </a:lnTo>
                <a:cubicBezTo>
                  <a:pt x="43515" y="864757"/>
                  <a:pt x="49088" y="859595"/>
                  <a:pt x="49626" y="849129"/>
                </a:cubicBezTo>
                <a:cubicBezTo>
                  <a:pt x="51454" y="814683"/>
                  <a:pt x="62207" y="785559"/>
                  <a:pt x="81886" y="761759"/>
                </a:cubicBezTo>
                <a:cubicBezTo>
                  <a:pt x="106475" y="731865"/>
                  <a:pt x="145168" y="702903"/>
                  <a:pt x="197967" y="674873"/>
                </a:cubicBezTo>
                <a:close/>
                <a:moveTo>
                  <a:pt x="228721" y="685378"/>
                </a:moveTo>
                <a:cubicBezTo>
                  <a:pt x="228716" y="683775"/>
                  <a:pt x="224499" y="682490"/>
                  <a:pt x="219302" y="682508"/>
                </a:cubicBezTo>
                <a:cubicBezTo>
                  <a:pt x="219302" y="682508"/>
                  <a:pt x="219302" y="682508"/>
                  <a:pt x="219302" y="682508"/>
                </a:cubicBezTo>
                <a:cubicBezTo>
                  <a:pt x="214105" y="682526"/>
                  <a:pt x="209897" y="683840"/>
                  <a:pt x="209903" y="685444"/>
                </a:cubicBezTo>
                <a:cubicBezTo>
                  <a:pt x="209908" y="687047"/>
                  <a:pt x="214125" y="688332"/>
                  <a:pt x="219322" y="688314"/>
                </a:cubicBezTo>
                <a:cubicBezTo>
                  <a:pt x="219322" y="688314"/>
                  <a:pt x="219322" y="688314"/>
                  <a:pt x="219322" y="688314"/>
                </a:cubicBezTo>
                <a:cubicBezTo>
                  <a:pt x="224519" y="688296"/>
                  <a:pt x="228727" y="686982"/>
                  <a:pt x="228721" y="685378"/>
                </a:cubicBezTo>
                <a:close/>
                <a:moveTo>
                  <a:pt x="258776" y="714821"/>
                </a:moveTo>
                <a:lnTo>
                  <a:pt x="166621" y="714821"/>
                </a:lnTo>
                <a:cubicBezTo>
                  <a:pt x="162284" y="714821"/>
                  <a:pt x="158718" y="715914"/>
                  <a:pt x="155922" y="718101"/>
                </a:cubicBezTo>
                <a:lnTo>
                  <a:pt x="109145" y="754285"/>
                </a:lnTo>
                <a:cubicBezTo>
                  <a:pt x="108225" y="754988"/>
                  <a:pt x="108048" y="756304"/>
                  <a:pt x="108751" y="757225"/>
                </a:cubicBezTo>
                <a:cubicBezTo>
                  <a:pt x="109151" y="757749"/>
                  <a:pt x="109775" y="758055"/>
                  <a:pt x="110436" y="758049"/>
                </a:cubicBezTo>
                <a:lnTo>
                  <a:pt x="328350" y="758049"/>
                </a:lnTo>
                <a:cubicBezTo>
                  <a:pt x="333798" y="758049"/>
                  <a:pt x="334318" y="756454"/>
                  <a:pt x="329909" y="753264"/>
                </a:cubicBezTo>
                <a:lnTo>
                  <a:pt x="264422" y="705627"/>
                </a:lnTo>
                <a:cubicBezTo>
                  <a:pt x="262379" y="704158"/>
                  <a:pt x="261357" y="704677"/>
                  <a:pt x="261357" y="707186"/>
                </a:cubicBezTo>
                <a:lnTo>
                  <a:pt x="261357" y="712294"/>
                </a:lnTo>
                <a:cubicBezTo>
                  <a:pt x="261357" y="713979"/>
                  <a:pt x="260497" y="714821"/>
                  <a:pt x="258776" y="714821"/>
                </a:cubicBezTo>
                <a:close/>
                <a:moveTo>
                  <a:pt x="219903" y="827999"/>
                </a:moveTo>
                <a:cubicBezTo>
                  <a:pt x="316862" y="827999"/>
                  <a:pt x="366613" y="827820"/>
                  <a:pt x="369158" y="827461"/>
                </a:cubicBezTo>
                <a:cubicBezTo>
                  <a:pt x="371846" y="827067"/>
                  <a:pt x="373065" y="826601"/>
                  <a:pt x="372814" y="826063"/>
                </a:cubicBezTo>
                <a:lnTo>
                  <a:pt x="356953" y="786868"/>
                </a:lnTo>
                <a:cubicBezTo>
                  <a:pt x="355519" y="783355"/>
                  <a:pt x="353476" y="782154"/>
                  <a:pt x="350824" y="783265"/>
                </a:cubicBezTo>
                <a:cubicBezTo>
                  <a:pt x="347741" y="784592"/>
                  <a:pt x="344605" y="785219"/>
                  <a:pt x="341415" y="785147"/>
                </a:cubicBezTo>
                <a:cubicBezTo>
                  <a:pt x="331844" y="785004"/>
                  <a:pt x="291341" y="784950"/>
                  <a:pt x="219903" y="784986"/>
                </a:cubicBezTo>
                <a:cubicBezTo>
                  <a:pt x="148466" y="784986"/>
                  <a:pt x="107962" y="785058"/>
                  <a:pt x="98392" y="785201"/>
                </a:cubicBezTo>
                <a:cubicBezTo>
                  <a:pt x="95202" y="785237"/>
                  <a:pt x="92065" y="784592"/>
                  <a:pt x="88983" y="783265"/>
                </a:cubicBezTo>
                <a:cubicBezTo>
                  <a:pt x="86330" y="782154"/>
                  <a:pt x="84287" y="783355"/>
                  <a:pt x="82854" y="786868"/>
                </a:cubicBezTo>
                <a:lnTo>
                  <a:pt x="66993" y="826117"/>
                </a:lnTo>
                <a:cubicBezTo>
                  <a:pt x="66742" y="826655"/>
                  <a:pt x="67978" y="827103"/>
                  <a:pt x="70702" y="827461"/>
                </a:cubicBezTo>
                <a:cubicBezTo>
                  <a:pt x="73212" y="827820"/>
                  <a:pt x="122945" y="827999"/>
                  <a:pt x="219903" y="827999"/>
                </a:cubicBezTo>
                <a:close/>
              </a:path>
            </a:pathLst>
          </a:custGeom>
          <a:solidFill>
            <a:schemeClr val="accent2"/>
          </a:solidFill>
          <a:ln w="5343" cap="flat">
            <a:noFill/>
            <a:prstDash val="solid"/>
            <a:miter/>
          </a:ln>
        </p:spPr>
        <p:txBody>
          <a:bodyPr rtlCol="0" anchor="ctr"/>
          <a:lstStyle/>
          <a:p>
            <a:endParaRPr lang="en-US" dirty="0"/>
          </a:p>
        </p:txBody>
      </p:sp>
      <p:grpSp>
        <p:nvGrpSpPr>
          <p:cNvPr id="4" name="Coins4" descr="{&quot;Key&quot;:&quot;POWER_USER_SHAPE_ICON&quot;,&quot;Value&quot;:&quot;POWER_USER_SHAPE_ICON_STYLE_1&quot;}">
            <a:extLst>
              <a:ext uri="{FF2B5EF4-FFF2-40B4-BE49-F238E27FC236}">
                <a16:creationId xmlns:a16="http://schemas.microsoft.com/office/drawing/2014/main" id="{3DEE2BFB-29CB-E23B-A8BE-5C921979CE6E}"/>
              </a:ext>
            </a:extLst>
          </p:cNvPr>
          <p:cNvGrpSpPr>
            <a:grpSpLocks noChangeAspect="1"/>
          </p:cNvGrpSpPr>
          <p:nvPr/>
        </p:nvGrpSpPr>
        <p:grpSpPr>
          <a:xfrm>
            <a:off x="9319240" y="2443100"/>
            <a:ext cx="767345" cy="762000"/>
            <a:chOff x="6602413" y="307975"/>
            <a:chExt cx="455613" cy="452438"/>
          </a:xfrm>
          <a:solidFill>
            <a:schemeClr val="accent4"/>
          </a:solidFill>
        </p:grpSpPr>
        <p:sp>
          <p:nvSpPr>
            <p:cNvPr id="5" name="Freeform 225">
              <a:extLst>
                <a:ext uri="{FF2B5EF4-FFF2-40B4-BE49-F238E27FC236}">
                  <a16:creationId xmlns:a16="http://schemas.microsoft.com/office/drawing/2014/main" id="{B6387C48-3911-2E48-B2D9-12E6E9BE08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226">
              <a:extLst>
                <a:ext uri="{FF2B5EF4-FFF2-40B4-BE49-F238E27FC236}">
                  <a16:creationId xmlns:a16="http://schemas.microsoft.com/office/drawing/2014/main" id="{18A09E55-2FDF-9A79-C27C-5AED1EACB3D7}"/>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227">
              <a:extLst>
                <a:ext uri="{FF2B5EF4-FFF2-40B4-BE49-F238E27FC236}">
                  <a16:creationId xmlns:a16="http://schemas.microsoft.com/office/drawing/2014/main" id="{7D7804EC-A7CF-64BB-55A0-9D274BF9B9DD}"/>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228">
              <a:extLst>
                <a:ext uri="{FF2B5EF4-FFF2-40B4-BE49-F238E27FC236}">
                  <a16:creationId xmlns:a16="http://schemas.microsoft.com/office/drawing/2014/main" id="{3D86C4EA-6435-0718-2C7C-5279B3515EB1}"/>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229">
              <a:extLst>
                <a:ext uri="{FF2B5EF4-FFF2-40B4-BE49-F238E27FC236}">
                  <a16:creationId xmlns:a16="http://schemas.microsoft.com/office/drawing/2014/main" id="{527D09D6-2BA9-3371-B362-178403EBFACB}"/>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230">
              <a:extLst>
                <a:ext uri="{FF2B5EF4-FFF2-40B4-BE49-F238E27FC236}">
                  <a16:creationId xmlns:a16="http://schemas.microsoft.com/office/drawing/2014/main" id="{13D7D2E4-44AB-D92E-3451-60FB4DE38259}"/>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31">
              <a:extLst>
                <a:ext uri="{FF2B5EF4-FFF2-40B4-BE49-F238E27FC236}">
                  <a16:creationId xmlns:a16="http://schemas.microsoft.com/office/drawing/2014/main" id="{C6407B48-B33F-F303-EB4A-22C4AAB13596}"/>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32">
              <a:extLst>
                <a:ext uri="{FF2B5EF4-FFF2-40B4-BE49-F238E27FC236}">
                  <a16:creationId xmlns:a16="http://schemas.microsoft.com/office/drawing/2014/main" id="{05009959-3550-0897-31F5-85FDC3BD9F5D}"/>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33">
              <a:extLst>
                <a:ext uri="{FF2B5EF4-FFF2-40B4-BE49-F238E27FC236}">
                  <a16:creationId xmlns:a16="http://schemas.microsoft.com/office/drawing/2014/main" id="{5A318A33-2877-B610-1812-D9EB6E8471A8}"/>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Handshake13" descr="{&quot;Key&quot;:&quot;POWER_USER_SHAPE_ICON&quot;,&quot;Value&quot;:&quot;POWER_USER_SHAPE_ICON_STYLE_1&quot;}">
            <a:extLst>
              <a:ext uri="{FF2B5EF4-FFF2-40B4-BE49-F238E27FC236}">
                <a16:creationId xmlns:a16="http://schemas.microsoft.com/office/drawing/2014/main" id="{11D63E6D-C884-C6F7-9E21-C84760E4156D}"/>
              </a:ext>
            </a:extLst>
          </p:cNvPr>
          <p:cNvGrpSpPr>
            <a:grpSpLocks noChangeAspect="1"/>
          </p:cNvGrpSpPr>
          <p:nvPr>
            <p:custDataLst>
              <p:tags r:id="rId2"/>
            </p:custDataLst>
          </p:nvPr>
        </p:nvGrpSpPr>
        <p:grpSpPr>
          <a:xfrm>
            <a:off x="6745929" y="2633266"/>
            <a:ext cx="755301" cy="469900"/>
            <a:chOff x="390525" y="744539"/>
            <a:chExt cx="415925" cy="258762"/>
          </a:xfrm>
          <a:solidFill>
            <a:schemeClr val="accent3"/>
          </a:solidFill>
        </p:grpSpPr>
        <p:sp>
          <p:nvSpPr>
            <p:cNvPr id="26" name="Freeform 549">
              <a:extLst>
                <a:ext uri="{FF2B5EF4-FFF2-40B4-BE49-F238E27FC236}">
                  <a16:creationId xmlns:a16="http://schemas.microsoft.com/office/drawing/2014/main" id="{A1CB3E45-E0D0-A203-42FC-34C2A0C2250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550">
              <a:extLst>
                <a:ext uri="{FF2B5EF4-FFF2-40B4-BE49-F238E27FC236}">
                  <a16:creationId xmlns:a16="http://schemas.microsoft.com/office/drawing/2014/main" id="{1831D82B-8361-4889-658F-ABAE00D38B8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552">
              <a:extLst>
                <a:ext uri="{FF2B5EF4-FFF2-40B4-BE49-F238E27FC236}">
                  <a16:creationId xmlns:a16="http://schemas.microsoft.com/office/drawing/2014/main" id="{2F9A80C3-A842-2FBC-4ACA-82E9B2DF41E3}"/>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553">
              <a:extLst>
                <a:ext uri="{FF2B5EF4-FFF2-40B4-BE49-F238E27FC236}">
                  <a16:creationId xmlns:a16="http://schemas.microsoft.com/office/drawing/2014/main" id="{D3265654-BEF0-7548-6A37-BB69FC69BA9A}"/>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554">
              <a:extLst>
                <a:ext uri="{FF2B5EF4-FFF2-40B4-BE49-F238E27FC236}">
                  <a16:creationId xmlns:a16="http://schemas.microsoft.com/office/drawing/2014/main" id="{4B4BA4F7-14AD-0AE7-FCA7-2ECD69ABAB8E}"/>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555">
              <a:extLst>
                <a:ext uri="{FF2B5EF4-FFF2-40B4-BE49-F238E27FC236}">
                  <a16:creationId xmlns:a16="http://schemas.microsoft.com/office/drawing/2014/main" id="{92E2C143-850F-E6B5-A7F4-039AC0D00336}"/>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556">
              <a:extLst>
                <a:ext uri="{FF2B5EF4-FFF2-40B4-BE49-F238E27FC236}">
                  <a16:creationId xmlns:a16="http://schemas.microsoft.com/office/drawing/2014/main" id="{8FB99A9B-B777-63A5-0A1A-DBB96FC2679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557">
              <a:extLst>
                <a:ext uri="{FF2B5EF4-FFF2-40B4-BE49-F238E27FC236}">
                  <a16:creationId xmlns:a16="http://schemas.microsoft.com/office/drawing/2014/main" id="{13F7AA35-9B7D-82AE-96C7-614AEA4FAAAC}"/>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58">
              <a:extLst>
                <a:ext uri="{FF2B5EF4-FFF2-40B4-BE49-F238E27FC236}">
                  <a16:creationId xmlns:a16="http://schemas.microsoft.com/office/drawing/2014/main" id="{EF222ED1-D15E-B4EE-D031-E2EC889CC64D}"/>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559">
              <a:extLst>
                <a:ext uri="{FF2B5EF4-FFF2-40B4-BE49-F238E27FC236}">
                  <a16:creationId xmlns:a16="http://schemas.microsoft.com/office/drawing/2014/main" id="{846D3E59-505B-08F4-583A-E26EEB8580C5}"/>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560">
              <a:extLst>
                <a:ext uri="{FF2B5EF4-FFF2-40B4-BE49-F238E27FC236}">
                  <a16:creationId xmlns:a16="http://schemas.microsoft.com/office/drawing/2014/main" id="{4EB0F992-C686-2F41-0288-93B4D1E1902F}"/>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561">
              <a:extLst>
                <a:ext uri="{FF2B5EF4-FFF2-40B4-BE49-F238E27FC236}">
                  <a16:creationId xmlns:a16="http://schemas.microsoft.com/office/drawing/2014/main" id="{25F10EEE-957D-1892-4980-C8BD9407ABC1}"/>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562">
              <a:extLst>
                <a:ext uri="{FF2B5EF4-FFF2-40B4-BE49-F238E27FC236}">
                  <a16:creationId xmlns:a16="http://schemas.microsoft.com/office/drawing/2014/main" id="{B3060B33-5A64-6463-AB55-A998FB2C4B2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8" name="Communication8" descr="{&quot;Key&quot;:&quot;POWER_USER_SHAPE_ICON&quot;,&quot;Value&quot;:&quot;POWER_USER_SHAPE_ICON_STYLE_1&quot;}">
            <a:extLst>
              <a:ext uri="{FF2B5EF4-FFF2-40B4-BE49-F238E27FC236}">
                <a16:creationId xmlns:a16="http://schemas.microsoft.com/office/drawing/2014/main" id="{00A19E54-7C2A-B755-0E96-7ED23F9BF8DE}"/>
              </a:ext>
            </a:extLst>
          </p:cNvPr>
          <p:cNvGrpSpPr>
            <a:grpSpLocks noChangeAspect="1"/>
          </p:cNvGrpSpPr>
          <p:nvPr/>
        </p:nvGrpSpPr>
        <p:grpSpPr>
          <a:xfrm>
            <a:off x="1536616" y="2489221"/>
            <a:ext cx="750115" cy="571500"/>
            <a:chOff x="1492533" y="7030543"/>
            <a:chExt cx="1547638" cy="1179120"/>
          </a:xfrm>
          <a:solidFill>
            <a:schemeClr val="accent1"/>
          </a:solidFill>
        </p:grpSpPr>
        <p:sp>
          <p:nvSpPr>
            <p:cNvPr id="60" name="Free-form: Shape 59">
              <a:extLst>
                <a:ext uri="{FF2B5EF4-FFF2-40B4-BE49-F238E27FC236}">
                  <a16:creationId xmlns:a16="http://schemas.microsoft.com/office/drawing/2014/main" id="{12EED384-5297-9C34-A17B-8DC8862E5753}"/>
                </a:ext>
              </a:extLst>
            </p:cNvPr>
            <p:cNvSpPr/>
            <p:nvPr/>
          </p:nvSpPr>
          <p:spPr>
            <a:xfrm>
              <a:off x="1770814" y="7030543"/>
              <a:ext cx="709976" cy="575088"/>
            </a:xfrm>
            <a:custGeom>
              <a:avLst/>
              <a:gdLst>
                <a:gd name="connsiteX0" fmla="*/ 185246 w 709976"/>
                <a:gd name="connsiteY0" fmla="*/ 0 h 575088"/>
                <a:gd name="connsiteX1" fmla="*/ 191282 w 709976"/>
                <a:gd name="connsiteY1" fmla="*/ 0 h 575088"/>
                <a:gd name="connsiteX2" fmla="*/ 194532 w 709976"/>
                <a:gd name="connsiteY2" fmla="*/ 0 h 575088"/>
                <a:gd name="connsiteX3" fmla="*/ 249724 w 709976"/>
                <a:gd name="connsiteY3" fmla="*/ 25361 h 575088"/>
                <a:gd name="connsiteX4" fmla="*/ 284138 w 709976"/>
                <a:gd name="connsiteY4" fmla="*/ 49794 h 575088"/>
                <a:gd name="connsiteX5" fmla="*/ 336022 w 709976"/>
                <a:gd name="connsiteY5" fmla="*/ 80727 h 575088"/>
                <a:gd name="connsiteX6" fmla="*/ 530556 w 709976"/>
                <a:gd name="connsiteY6" fmla="*/ 155941 h 575088"/>
                <a:gd name="connsiteX7" fmla="*/ 622542 w 709976"/>
                <a:gd name="connsiteY7" fmla="*/ 209101 h 575088"/>
                <a:gd name="connsiteX8" fmla="*/ 646511 w 709976"/>
                <a:gd name="connsiteY8" fmla="*/ 240324 h 575088"/>
                <a:gd name="connsiteX9" fmla="*/ 709421 w 709976"/>
                <a:gd name="connsiteY9" fmla="*/ 342524 h 575088"/>
                <a:gd name="connsiteX10" fmla="*/ 684872 w 709976"/>
                <a:gd name="connsiteY10" fmla="*/ 427778 h 575088"/>
                <a:gd name="connsiteX11" fmla="*/ 641113 w 709976"/>
                <a:gd name="connsiteY11" fmla="*/ 464572 h 575088"/>
                <a:gd name="connsiteX12" fmla="*/ 616971 w 709976"/>
                <a:gd name="connsiteY12" fmla="*/ 480764 h 575088"/>
                <a:gd name="connsiteX13" fmla="*/ 581743 w 709976"/>
                <a:gd name="connsiteY13" fmla="*/ 507228 h 575088"/>
                <a:gd name="connsiteX14" fmla="*/ 509605 w 709976"/>
                <a:gd name="connsiteY14" fmla="*/ 525393 h 575088"/>
                <a:gd name="connsiteX15" fmla="*/ 224884 w 709976"/>
                <a:gd name="connsiteY15" fmla="*/ 533460 h 575088"/>
                <a:gd name="connsiteX16" fmla="*/ 219661 w 709976"/>
                <a:gd name="connsiteY16" fmla="*/ 535723 h 575088"/>
                <a:gd name="connsiteX17" fmla="*/ 76488 w 709976"/>
                <a:gd name="connsiteY17" fmla="*/ 565321 h 575088"/>
                <a:gd name="connsiteX18" fmla="*/ 3016 w 709976"/>
                <a:gd name="connsiteY18" fmla="*/ 493706 h 575088"/>
                <a:gd name="connsiteX19" fmla="*/ 10734 w 709976"/>
                <a:gd name="connsiteY19" fmla="*/ 468170 h 575088"/>
                <a:gd name="connsiteX20" fmla="*/ 11373 w 709976"/>
                <a:gd name="connsiteY20" fmla="*/ 467822 h 575088"/>
                <a:gd name="connsiteX21" fmla="*/ 37895 w 709976"/>
                <a:gd name="connsiteY21" fmla="*/ 474728 h 575088"/>
                <a:gd name="connsiteX22" fmla="*/ 66622 w 709976"/>
                <a:gd name="connsiteY22" fmla="*/ 512045 h 575088"/>
                <a:gd name="connsiteX23" fmla="*/ 183099 w 709976"/>
                <a:gd name="connsiteY23" fmla="*/ 511871 h 575088"/>
                <a:gd name="connsiteX24" fmla="*/ 258139 w 709976"/>
                <a:gd name="connsiteY24" fmla="*/ 411644 h 575088"/>
                <a:gd name="connsiteX25" fmla="*/ 292205 w 709976"/>
                <a:gd name="connsiteY25" fmla="*/ 219083 h 575088"/>
                <a:gd name="connsiteX26" fmla="*/ 254889 w 709976"/>
                <a:gd name="connsiteY26" fmla="*/ 91522 h 575088"/>
                <a:gd name="connsiteX27" fmla="*/ 126631 w 709976"/>
                <a:gd name="connsiteY27" fmla="*/ 56004 h 575088"/>
                <a:gd name="connsiteX28" fmla="*/ 83453 w 709976"/>
                <a:gd name="connsiteY28" fmla="*/ 92740 h 575088"/>
                <a:gd name="connsiteX29" fmla="*/ 57105 w 709976"/>
                <a:gd name="connsiteY29" fmla="*/ 91057 h 575088"/>
                <a:gd name="connsiteX30" fmla="*/ 56582 w 709976"/>
                <a:gd name="connsiteY30" fmla="*/ 90535 h 575088"/>
                <a:gd name="connsiteX31" fmla="*/ 56814 w 709976"/>
                <a:gd name="connsiteY31" fmla="*/ 63723 h 575088"/>
                <a:gd name="connsiteX32" fmla="*/ 93377 w 709976"/>
                <a:gd name="connsiteY32" fmla="*/ 29192 h 575088"/>
                <a:gd name="connsiteX33" fmla="*/ 166675 w 709976"/>
                <a:gd name="connsiteY33" fmla="*/ 0 h 575088"/>
                <a:gd name="connsiteX34" fmla="*/ 185246 w 709976"/>
                <a:gd name="connsiteY34" fmla="*/ 0 h 575088"/>
                <a:gd name="connsiteX35" fmla="*/ 609020 w 709976"/>
                <a:gd name="connsiteY35" fmla="*/ 435032 h 575088"/>
                <a:gd name="connsiteX36" fmla="*/ 625328 w 709976"/>
                <a:gd name="connsiteY36" fmla="*/ 425979 h 575088"/>
                <a:gd name="connsiteX37" fmla="*/ 658582 w 709976"/>
                <a:gd name="connsiteY37" fmla="*/ 394466 h 575088"/>
                <a:gd name="connsiteX38" fmla="*/ 639720 w 709976"/>
                <a:gd name="connsiteY38" fmla="*/ 285359 h 575088"/>
                <a:gd name="connsiteX39" fmla="*/ 609890 w 709976"/>
                <a:gd name="connsiteY39" fmla="*/ 261855 h 575088"/>
                <a:gd name="connsiteX40" fmla="*/ 528931 w 709976"/>
                <a:gd name="connsiteY40" fmla="*/ 197726 h 575088"/>
                <a:gd name="connsiteX41" fmla="*/ 314433 w 709976"/>
                <a:gd name="connsiteY41" fmla="*/ 114852 h 575088"/>
                <a:gd name="connsiteX42" fmla="*/ 312344 w 709976"/>
                <a:gd name="connsiteY42" fmla="*/ 116535 h 575088"/>
                <a:gd name="connsiteX43" fmla="*/ 331321 w 709976"/>
                <a:gd name="connsiteY43" fmla="*/ 198655 h 575088"/>
                <a:gd name="connsiteX44" fmla="*/ 296036 w 709976"/>
                <a:gd name="connsiteY44" fmla="*/ 426443 h 575088"/>
                <a:gd name="connsiteX45" fmla="*/ 262317 w 709976"/>
                <a:gd name="connsiteY45" fmla="*/ 486742 h 575088"/>
                <a:gd name="connsiteX46" fmla="*/ 263652 w 709976"/>
                <a:gd name="connsiteY46" fmla="*/ 489005 h 575088"/>
                <a:gd name="connsiteX47" fmla="*/ 506007 w 709976"/>
                <a:gd name="connsiteY47" fmla="*/ 484594 h 575088"/>
                <a:gd name="connsiteX48" fmla="*/ 559458 w 709976"/>
                <a:gd name="connsiteY48" fmla="*/ 473335 h 575088"/>
                <a:gd name="connsiteX49" fmla="*/ 594163 w 709976"/>
                <a:gd name="connsiteY49" fmla="*/ 445943 h 575088"/>
                <a:gd name="connsiteX50" fmla="*/ 609020 w 709976"/>
                <a:gd name="connsiteY50" fmla="*/ 435032 h 57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09976" h="575088">
                  <a:moveTo>
                    <a:pt x="185246" y="0"/>
                  </a:moveTo>
                  <a:cubicBezTo>
                    <a:pt x="188109" y="1548"/>
                    <a:pt x="190121" y="1548"/>
                    <a:pt x="191282" y="0"/>
                  </a:cubicBezTo>
                  <a:lnTo>
                    <a:pt x="194532" y="0"/>
                  </a:lnTo>
                  <a:cubicBezTo>
                    <a:pt x="214922" y="5223"/>
                    <a:pt x="233319" y="13677"/>
                    <a:pt x="249724" y="25361"/>
                  </a:cubicBezTo>
                  <a:cubicBezTo>
                    <a:pt x="272435" y="41495"/>
                    <a:pt x="283906" y="49639"/>
                    <a:pt x="284138" y="49794"/>
                  </a:cubicBezTo>
                  <a:cubicBezTo>
                    <a:pt x="308357" y="64612"/>
                    <a:pt x="325651" y="74924"/>
                    <a:pt x="336022" y="80727"/>
                  </a:cubicBezTo>
                  <a:cubicBezTo>
                    <a:pt x="397348" y="114891"/>
                    <a:pt x="462191" y="139962"/>
                    <a:pt x="530556" y="155941"/>
                  </a:cubicBezTo>
                  <a:cubicBezTo>
                    <a:pt x="566846" y="164414"/>
                    <a:pt x="597511" y="182134"/>
                    <a:pt x="622542" y="209101"/>
                  </a:cubicBezTo>
                  <a:cubicBezTo>
                    <a:pt x="629796" y="216936"/>
                    <a:pt x="638560" y="235391"/>
                    <a:pt x="646511" y="240324"/>
                  </a:cubicBezTo>
                  <a:cubicBezTo>
                    <a:pt x="684466" y="263693"/>
                    <a:pt x="705434" y="297760"/>
                    <a:pt x="709421" y="342524"/>
                  </a:cubicBezTo>
                  <a:cubicBezTo>
                    <a:pt x="712282" y="374443"/>
                    <a:pt x="704099" y="402862"/>
                    <a:pt x="684872" y="427778"/>
                  </a:cubicBezTo>
                  <a:cubicBezTo>
                    <a:pt x="672063" y="444415"/>
                    <a:pt x="657479" y="456679"/>
                    <a:pt x="641113" y="464572"/>
                  </a:cubicBezTo>
                  <a:cubicBezTo>
                    <a:pt x="630667" y="469640"/>
                    <a:pt x="622617" y="475038"/>
                    <a:pt x="616971" y="480764"/>
                  </a:cubicBezTo>
                  <a:cubicBezTo>
                    <a:pt x="608689" y="489160"/>
                    <a:pt x="596948" y="497981"/>
                    <a:pt x="581743" y="507228"/>
                  </a:cubicBezTo>
                  <a:cubicBezTo>
                    <a:pt x="559382" y="520808"/>
                    <a:pt x="535332" y="526863"/>
                    <a:pt x="509605" y="525393"/>
                  </a:cubicBezTo>
                  <a:cubicBezTo>
                    <a:pt x="416708" y="520054"/>
                    <a:pt x="321803" y="522743"/>
                    <a:pt x="224884" y="533460"/>
                  </a:cubicBezTo>
                  <a:cubicBezTo>
                    <a:pt x="222911" y="533692"/>
                    <a:pt x="221170" y="534447"/>
                    <a:pt x="219661" y="535723"/>
                  </a:cubicBezTo>
                  <a:cubicBezTo>
                    <a:pt x="178050" y="571183"/>
                    <a:pt x="126631" y="586736"/>
                    <a:pt x="76488" y="565321"/>
                  </a:cubicBezTo>
                  <a:cubicBezTo>
                    <a:pt x="46774" y="552631"/>
                    <a:pt x="22283" y="528759"/>
                    <a:pt x="3016" y="493706"/>
                  </a:cubicBezTo>
                  <a:cubicBezTo>
                    <a:pt x="-2788" y="483182"/>
                    <a:pt x="-215" y="474670"/>
                    <a:pt x="10734" y="468170"/>
                  </a:cubicBezTo>
                  <a:cubicBezTo>
                    <a:pt x="10773" y="468131"/>
                    <a:pt x="10986" y="468015"/>
                    <a:pt x="11373" y="467822"/>
                  </a:cubicBezTo>
                  <a:cubicBezTo>
                    <a:pt x="20910" y="463095"/>
                    <a:pt x="32333" y="466069"/>
                    <a:pt x="37895" y="474728"/>
                  </a:cubicBezTo>
                  <a:cubicBezTo>
                    <a:pt x="50663" y="494538"/>
                    <a:pt x="60238" y="506977"/>
                    <a:pt x="66622" y="512045"/>
                  </a:cubicBezTo>
                  <a:cubicBezTo>
                    <a:pt x="105235" y="542533"/>
                    <a:pt x="144061" y="542475"/>
                    <a:pt x="183099" y="511871"/>
                  </a:cubicBezTo>
                  <a:cubicBezTo>
                    <a:pt x="215057" y="486800"/>
                    <a:pt x="240071" y="453390"/>
                    <a:pt x="258139" y="411644"/>
                  </a:cubicBezTo>
                  <a:cubicBezTo>
                    <a:pt x="284603" y="350359"/>
                    <a:pt x="295959" y="286172"/>
                    <a:pt x="292205" y="219083"/>
                  </a:cubicBezTo>
                  <a:cubicBezTo>
                    <a:pt x="289710" y="174106"/>
                    <a:pt x="278683" y="129070"/>
                    <a:pt x="254889" y="91522"/>
                  </a:cubicBezTo>
                  <a:cubicBezTo>
                    <a:pt x="224478" y="43526"/>
                    <a:pt x="178805" y="25477"/>
                    <a:pt x="126631" y="56004"/>
                  </a:cubicBezTo>
                  <a:cubicBezTo>
                    <a:pt x="110729" y="65232"/>
                    <a:pt x="97381" y="81133"/>
                    <a:pt x="83453" y="92740"/>
                  </a:cubicBezTo>
                  <a:cubicBezTo>
                    <a:pt x="74554" y="100130"/>
                    <a:pt x="65771" y="99569"/>
                    <a:pt x="57105" y="91057"/>
                  </a:cubicBezTo>
                  <a:cubicBezTo>
                    <a:pt x="56950" y="90902"/>
                    <a:pt x="56776" y="90728"/>
                    <a:pt x="56582" y="90535"/>
                  </a:cubicBezTo>
                  <a:cubicBezTo>
                    <a:pt x="48418" y="81249"/>
                    <a:pt x="48496" y="72312"/>
                    <a:pt x="56814" y="63723"/>
                  </a:cubicBezTo>
                  <a:cubicBezTo>
                    <a:pt x="74264" y="45693"/>
                    <a:pt x="86451" y="34183"/>
                    <a:pt x="93377" y="29192"/>
                  </a:cubicBezTo>
                  <a:cubicBezTo>
                    <a:pt x="115353" y="13367"/>
                    <a:pt x="139786" y="3637"/>
                    <a:pt x="166675" y="0"/>
                  </a:cubicBezTo>
                  <a:lnTo>
                    <a:pt x="185246" y="0"/>
                  </a:lnTo>
                  <a:close/>
                  <a:moveTo>
                    <a:pt x="609020" y="435032"/>
                  </a:moveTo>
                  <a:cubicBezTo>
                    <a:pt x="609908" y="434607"/>
                    <a:pt x="615346" y="431589"/>
                    <a:pt x="625328" y="425979"/>
                  </a:cubicBezTo>
                  <a:cubicBezTo>
                    <a:pt x="639877" y="417815"/>
                    <a:pt x="650962" y="407310"/>
                    <a:pt x="658582" y="394466"/>
                  </a:cubicBezTo>
                  <a:cubicBezTo>
                    <a:pt x="679475" y="359122"/>
                    <a:pt x="669434" y="312926"/>
                    <a:pt x="639720" y="285359"/>
                  </a:cubicBezTo>
                  <a:cubicBezTo>
                    <a:pt x="632582" y="278743"/>
                    <a:pt x="615288" y="271141"/>
                    <a:pt x="609890" y="261855"/>
                  </a:cubicBezTo>
                  <a:cubicBezTo>
                    <a:pt x="589886" y="227343"/>
                    <a:pt x="562899" y="205967"/>
                    <a:pt x="528931" y="197726"/>
                  </a:cubicBezTo>
                  <a:cubicBezTo>
                    <a:pt x="446213" y="177646"/>
                    <a:pt x="374714" y="150021"/>
                    <a:pt x="314433" y="114852"/>
                  </a:cubicBezTo>
                  <a:cubicBezTo>
                    <a:pt x="312228" y="113536"/>
                    <a:pt x="311531" y="114097"/>
                    <a:pt x="312344" y="116535"/>
                  </a:cubicBezTo>
                  <a:cubicBezTo>
                    <a:pt x="322517" y="145359"/>
                    <a:pt x="328843" y="172732"/>
                    <a:pt x="331321" y="198655"/>
                  </a:cubicBezTo>
                  <a:cubicBezTo>
                    <a:pt x="338906" y="277196"/>
                    <a:pt x="327143" y="353125"/>
                    <a:pt x="296036" y="426443"/>
                  </a:cubicBezTo>
                  <a:cubicBezTo>
                    <a:pt x="288027" y="445285"/>
                    <a:pt x="276787" y="465385"/>
                    <a:pt x="262317" y="486742"/>
                  </a:cubicBezTo>
                  <a:cubicBezTo>
                    <a:pt x="261118" y="488444"/>
                    <a:pt x="261563" y="489198"/>
                    <a:pt x="263652" y="489005"/>
                  </a:cubicBezTo>
                  <a:cubicBezTo>
                    <a:pt x="345987" y="481615"/>
                    <a:pt x="426772" y="480145"/>
                    <a:pt x="506007" y="484594"/>
                  </a:cubicBezTo>
                  <a:cubicBezTo>
                    <a:pt x="527887" y="485813"/>
                    <a:pt x="541583" y="483201"/>
                    <a:pt x="559458" y="473335"/>
                  </a:cubicBezTo>
                  <a:cubicBezTo>
                    <a:pt x="572225" y="466332"/>
                    <a:pt x="583792" y="457202"/>
                    <a:pt x="594163" y="445943"/>
                  </a:cubicBezTo>
                  <a:cubicBezTo>
                    <a:pt x="598225" y="441609"/>
                    <a:pt x="603176" y="437973"/>
                    <a:pt x="609020" y="435032"/>
                  </a:cubicBezTo>
                  <a:close/>
                </a:path>
              </a:pathLst>
            </a:custGeom>
            <a:grpFill/>
            <a:ln w="5779"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299F9D13-5584-F66E-1685-8B4699F59D48}"/>
                </a:ext>
              </a:extLst>
            </p:cNvPr>
            <p:cNvSpPr/>
            <p:nvPr/>
          </p:nvSpPr>
          <p:spPr>
            <a:xfrm rot="2099999">
              <a:off x="1651259" y="7126010"/>
              <a:ext cx="210900" cy="40508"/>
            </a:xfrm>
            <a:custGeom>
              <a:avLst/>
              <a:gdLst>
                <a:gd name="connsiteX0" fmla="*/ 191039 w 210900"/>
                <a:gd name="connsiteY0" fmla="*/ 20 h 40508"/>
                <a:gd name="connsiteX1" fmla="*/ 210946 w 210900"/>
                <a:gd name="connsiteY1" fmla="*/ 20 h 40508"/>
                <a:gd name="connsiteX2" fmla="*/ 210946 w 210900"/>
                <a:gd name="connsiteY2" fmla="*/ 40529 h 40508"/>
                <a:gd name="connsiteX3" fmla="*/ 191039 w 210900"/>
                <a:gd name="connsiteY3" fmla="*/ 40529 h 40508"/>
                <a:gd name="connsiteX4" fmla="*/ 19952 w 210900"/>
                <a:gd name="connsiteY4" fmla="*/ 40529 h 40508"/>
                <a:gd name="connsiteX5" fmla="*/ 46 w 210900"/>
                <a:gd name="connsiteY5" fmla="*/ 40529 h 40508"/>
                <a:gd name="connsiteX6" fmla="*/ 46 w 210900"/>
                <a:gd name="connsiteY6" fmla="*/ 20 h 40508"/>
                <a:gd name="connsiteX7" fmla="*/ 19952 w 210900"/>
                <a:gd name="connsiteY7" fmla="*/ 20 h 40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900" h="40508">
                  <a:moveTo>
                    <a:pt x="191039" y="20"/>
                  </a:moveTo>
                  <a:cubicBezTo>
                    <a:pt x="202033" y="20"/>
                    <a:pt x="210946" y="20"/>
                    <a:pt x="210946" y="20"/>
                  </a:cubicBezTo>
                  <a:lnTo>
                    <a:pt x="210946" y="40529"/>
                  </a:lnTo>
                  <a:cubicBezTo>
                    <a:pt x="210946" y="40529"/>
                    <a:pt x="202033" y="40529"/>
                    <a:pt x="191039" y="40529"/>
                  </a:cubicBezTo>
                  <a:lnTo>
                    <a:pt x="19952" y="40529"/>
                  </a:lnTo>
                  <a:cubicBezTo>
                    <a:pt x="8958" y="40529"/>
                    <a:pt x="46" y="40529"/>
                    <a:pt x="46" y="40529"/>
                  </a:cubicBezTo>
                  <a:lnTo>
                    <a:pt x="46" y="20"/>
                  </a:lnTo>
                  <a:cubicBezTo>
                    <a:pt x="46" y="20"/>
                    <a:pt x="8958" y="20"/>
                    <a:pt x="19952" y="20"/>
                  </a:cubicBezTo>
                  <a:close/>
                </a:path>
              </a:pathLst>
            </a:custGeom>
            <a:grpFill/>
            <a:ln w="5779"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674A3D80-D877-611B-4161-EF50F4186671}"/>
                </a:ext>
              </a:extLst>
            </p:cNvPr>
            <p:cNvSpPr/>
            <p:nvPr/>
          </p:nvSpPr>
          <p:spPr>
            <a:xfrm>
              <a:off x="2514470" y="7146938"/>
              <a:ext cx="525701" cy="639674"/>
            </a:xfrm>
            <a:custGeom>
              <a:avLst/>
              <a:gdLst>
                <a:gd name="connsiteX0" fmla="*/ 452796 w 525701"/>
                <a:gd name="connsiteY0" fmla="*/ 554201 h 639674"/>
                <a:gd name="connsiteX1" fmla="*/ 455872 w 525701"/>
                <a:gd name="connsiteY1" fmla="*/ 553099 h 639674"/>
                <a:gd name="connsiteX2" fmla="*/ 453434 w 525701"/>
                <a:gd name="connsiteY2" fmla="*/ 503188 h 639674"/>
                <a:gd name="connsiteX3" fmla="*/ 459412 w 525701"/>
                <a:gd name="connsiteY3" fmla="*/ 454032 h 639674"/>
                <a:gd name="connsiteX4" fmla="*/ 475313 w 525701"/>
                <a:gd name="connsiteY4" fmla="*/ 356591 h 639674"/>
                <a:gd name="connsiteX5" fmla="*/ 465273 w 525701"/>
                <a:gd name="connsiteY5" fmla="*/ 208834 h 639674"/>
                <a:gd name="connsiteX6" fmla="*/ 358198 w 525701"/>
                <a:gd name="connsiteY6" fmla="*/ 71116 h 639674"/>
                <a:gd name="connsiteX7" fmla="*/ 321520 w 525701"/>
                <a:gd name="connsiteY7" fmla="*/ 55795 h 639674"/>
                <a:gd name="connsiteX8" fmla="*/ 269404 w 525701"/>
                <a:gd name="connsiteY8" fmla="*/ 42272 h 639674"/>
                <a:gd name="connsiteX9" fmla="*/ 82647 w 525701"/>
                <a:gd name="connsiteY9" fmla="*/ 121549 h 639674"/>
                <a:gd name="connsiteX10" fmla="*/ 84272 w 525701"/>
                <a:gd name="connsiteY10" fmla="*/ 124450 h 639674"/>
                <a:gd name="connsiteX11" fmla="*/ 166392 w 525701"/>
                <a:gd name="connsiteY11" fmla="*/ 102571 h 639674"/>
                <a:gd name="connsiteX12" fmla="*/ 206610 w 525701"/>
                <a:gd name="connsiteY12" fmla="*/ 115803 h 639674"/>
                <a:gd name="connsiteX13" fmla="*/ 316645 w 525701"/>
                <a:gd name="connsiteY13" fmla="*/ 204829 h 639674"/>
                <a:gd name="connsiteX14" fmla="*/ 371546 w 525701"/>
                <a:gd name="connsiteY14" fmla="*/ 223226 h 639674"/>
                <a:gd name="connsiteX15" fmla="*/ 404046 w 525701"/>
                <a:gd name="connsiteY15" fmla="*/ 227695 h 639674"/>
                <a:gd name="connsiteX16" fmla="*/ 417104 w 525701"/>
                <a:gd name="connsiteY16" fmla="*/ 236400 h 639674"/>
                <a:gd name="connsiteX17" fmla="*/ 441305 w 525701"/>
                <a:gd name="connsiteY17" fmla="*/ 318346 h 639674"/>
                <a:gd name="connsiteX18" fmla="*/ 404975 w 525701"/>
                <a:gd name="connsiteY18" fmla="*/ 374234 h 639674"/>
                <a:gd name="connsiteX19" fmla="*/ 402189 w 525701"/>
                <a:gd name="connsiteY19" fmla="*/ 379051 h 639674"/>
                <a:gd name="connsiteX20" fmla="*/ 368993 w 525701"/>
                <a:gd name="connsiteY20" fmla="*/ 462738 h 639674"/>
                <a:gd name="connsiteX21" fmla="*/ 337016 w 525701"/>
                <a:gd name="connsiteY21" fmla="*/ 486126 h 639674"/>
                <a:gd name="connsiteX22" fmla="*/ 200865 w 525701"/>
                <a:gd name="connsiteY22" fmla="*/ 500519 h 639674"/>
                <a:gd name="connsiteX23" fmla="*/ 76147 w 525701"/>
                <a:gd name="connsiteY23" fmla="*/ 436390 h 639674"/>
                <a:gd name="connsiteX24" fmla="*/ 13933 w 525701"/>
                <a:gd name="connsiteY24" fmla="*/ 339587 h 639674"/>
                <a:gd name="connsiteX25" fmla="*/ 20317 w 525701"/>
                <a:gd name="connsiteY25" fmla="*/ 158865 h 639674"/>
                <a:gd name="connsiteX26" fmla="*/ 26643 w 525701"/>
                <a:gd name="connsiteY26" fmla="*/ 135129 h 639674"/>
                <a:gd name="connsiteX27" fmla="*/ 205798 w 525701"/>
                <a:gd name="connsiteY27" fmla="*/ 3157 h 639674"/>
                <a:gd name="connsiteX28" fmla="*/ 286757 w 525701"/>
                <a:gd name="connsiteY28" fmla="*/ 4317 h 639674"/>
                <a:gd name="connsiteX29" fmla="*/ 483671 w 525701"/>
                <a:gd name="connsiteY29" fmla="*/ 146039 h 639674"/>
                <a:gd name="connsiteX30" fmla="*/ 514835 w 525701"/>
                <a:gd name="connsiteY30" fmla="*/ 247427 h 639674"/>
                <a:gd name="connsiteX31" fmla="*/ 496845 w 525701"/>
                <a:gd name="connsiteY31" fmla="*/ 472604 h 639674"/>
                <a:gd name="connsiteX32" fmla="*/ 494001 w 525701"/>
                <a:gd name="connsiteY32" fmla="*/ 519090 h 639674"/>
                <a:gd name="connsiteX33" fmla="*/ 522090 w 525701"/>
                <a:gd name="connsiteY33" fmla="*/ 607129 h 639674"/>
                <a:gd name="connsiteX34" fmla="*/ 523657 w 525701"/>
                <a:gd name="connsiteY34" fmla="*/ 627442 h 639674"/>
                <a:gd name="connsiteX35" fmla="*/ 497019 w 525701"/>
                <a:gd name="connsiteY35" fmla="*/ 637018 h 639674"/>
                <a:gd name="connsiteX36" fmla="*/ 408515 w 525701"/>
                <a:gd name="connsiteY36" fmla="*/ 561282 h 639674"/>
                <a:gd name="connsiteX37" fmla="*/ 427202 w 525701"/>
                <a:gd name="connsiteY37" fmla="*/ 528202 h 639674"/>
                <a:gd name="connsiteX38" fmla="*/ 442001 w 525701"/>
                <a:gd name="connsiteY38" fmla="*/ 538358 h 639674"/>
                <a:gd name="connsiteX39" fmla="*/ 452796 w 525701"/>
                <a:gd name="connsiteY39" fmla="*/ 554201 h 639674"/>
                <a:gd name="connsiteX40" fmla="*/ 362145 w 525701"/>
                <a:gd name="connsiteY40" fmla="*/ 352587 h 639674"/>
                <a:gd name="connsiteX41" fmla="*/ 370444 w 525701"/>
                <a:gd name="connsiteY41" fmla="*/ 342837 h 639674"/>
                <a:gd name="connsiteX42" fmla="*/ 390814 w 525701"/>
                <a:gd name="connsiteY42" fmla="*/ 333609 h 639674"/>
                <a:gd name="connsiteX43" fmla="*/ 398881 w 525701"/>
                <a:gd name="connsiteY43" fmla="*/ 275632 h 639674"/>
                <a:gd name="connsiteX44" fmla="*/ 385591 w 525701"/>
                <a:gd name="connsiteY44" fmla="*/ 265650 h 639674"/>
                <a:gd name="connsiteX45" fmla="*/ 305270 w 525701"/>
                <a:gd name="connsiteY45" fmla="*/ 244351 h 639674"/>
                <a:gd name="connsiteX46" fmla="*/ 179218 w 525701"/>
                <a:gd name="connsiteY46" fmla="*/ 145865 h 639674"/>
                <a:gd name="connsiteX47" fmla="*/ 172369 w 525701"/>
                <a:gd name="connsiteY47" fmla="*/ 144124 h 639674"/>
                <a:gd name="connsiteX48" fmla="*/ 66165 w 525701"/>
                <a:gd name="connsiteY48" fmla="*/ 167861 h 639674"/>
                <a:gd name="connsiteX49" fmla="*/ 55835 w 525701"/>
                <a:gd name="connsiteY49" fmla="*/ 178249 h 639674"/>
                <a:gd name="connsiteX50" fmla="*/ 63089 w 525701"/>
                <a:gd name="connsiteY50" fmla="*/ 351542 h 639674"/>
                <a:gd name="connsiteX51" fmla="*/ 320185 w 525701"/>
                <a:gd name="connsiteY51" fmla="*/ 449100 h 639674"/>
                <a:gd name="connsiteX52" fmla="*/ 341368 w 525701"/>
                <a:gd name="connsiteY52" fmla="*/ 431631 h 639674"/>
                <a:gd name="connsiteX53" fmla="*/ 360404 w 525701"/>
                <a:gd name="connsiteY53" fmla="*/ 364426 h 639674"/>
                <a:gd name="connsiteX54" fmla="*/ 362145 w 525701"/>
                <a:gd name="connsiteY54" fmla="*/ 352587 h 63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5701" h="639674">
                  <a:moveTo>
                    <a:pt x="452796" y="554201"/>
                  </a:moveTo>
                  <a:cubicBezTo>
                    <a:pt x="455425" y="558188"/>
                    <a:pt x="456452" y="557817"/>
                    <a:pt x="455872" y="553099"/>
                  </a:cubicBezTo>
                  <a:cubicBezTo>
                    <a:pt x="453666" y="534336"/>
                    <a:pt x="452854" y="517697"/>
                    <a:pt x="453434" y="503188"/>
                  </a:cubicBezTo>
                  <a:cubicBezTo>
                    <a:pt x="454015" y="489492"/>
                    <a:pt x="456005" y="473109"/>
                    <a:pt x="459412" y="454032"/>
                  </a:cubicBezTo>
                  <a:cubicBezTo>
                    <a:pt x="468233" y="404858"/>
                    <a:pt x="473532" y="372377"/>
                    <a:pt x="475313" y="356591"/>
                  </a:cubicBezTo>
                  <a:cubicBezTo>
                    <a:pt x="481465" y="301845"/>
                    <a:pt x="478117" y="252592"/>
                    <a:pt x="465273" y="208834"/>
                  </a:cubicBezTo>
                  <a:cubicBezTo>
                    <a:pt x="447631" y="148632"/>
                    <a:pt x="411939" y="102726"/>
                    <a:pt x="358198" y="71116"/>
                  </a:cubicBezTo>
                  <a:cubicBezTo>
                    <a:pt x="348025" y="65157"/>
                    <a:pt x="335797" y="60050"/>
                    <a:pt x="321520" y="55795"/>
                  </a:cubicBezTo>
                  <a:cubicBezTo>
                    <a:pt x="307418" y="51616"/>
                    <a:pt x="287163" y="44013"/>
                    <a:pt x="269404" y="42272"/>
                  </a:cubicBezTo>
                  <a:cubicBezTo>
                    <a:pt x="192989" y="34844"/>
                    <a:pt x="130741" y="61269"/>
                    <a:pt x="82647" y="121549"/>
                  </a:cubicBezTo>
                  <a:cubicBezTo>
                    <a:pt x="80790" y="123870"/>
                    <a:pt x="81330" y="124837"/>
                    <a:pt x="84272" y="124450"/>
                  </a:cubicBezTo>
                  <a:cubicBezTo>
                    <a:pt x="113058" y="120543"/>
                    <a:pt x="140433" y="113250"/>
                    <a:pt x="166392" y="102571"/>
                  </a:cubicBezTo>
                  <a:cubicBezTo>
                    <a:pt x="186124" y="94446"/>
                    <a:pt x="193146" y="100772"/>
                    <a:pt x="206610" y="115803"/>
                  </a:cubicBezTo>
                  <a:cubicBezTo>
                    <a:pt x="240039" y="153139"/>
                    <a:pt x="276717" y="182815"/>
                    <a:pt x="316645" y="204829"/>
                  </a:cubicBezTo>
                  <a:cubicBezTo>
                    <a:pt x="332953" y="213825"/>
                    <a:pt x="351756" y="220383"/>
                    <a:pt x="371546" y="223226"/>
                  </a:cubicBezTo>
                  <a:cubicBezTo>
                    <a:pt x="377542" y="224078"/>
                    <a:pt x="388377" y="225567"/>
                    <a:pt x="404046" y="227695"/>
                  </a:cubicBezTo>
                  <a:cubicBezTo>
                    <a:pt x="406948" y="228082"/>
                    <a:pt x="411301" y="230984"/>
                    <a:pt x="417104" y="236400"/>
                  </a:cubicBezTo>
                  <a:cubicBezTo>
                    <a:pt x="440782" y="258647"/>
                    <a:pt x="448849" y="285962"/>
                    <a:pt x="441305" y="318346"/>
                  </a:cubicBezTo>
                  <a:cubicBezTo>
                    <a:pt x="435426" y="343611"/>
                    <a:pt x="423314" y="362240"/>
                    <a:pt x="404975" y="374234"/>
                  </a:cubicBezTo>
                  <a:cubicBezTo>
                    <a:pt x="403234" y="375356"/>
                    <a:pt x="402305" y="376962"/>
                    <a:pt x="402189" y="379051"/>
                  </a:cubicBezTo>
                  <a:cubicBezTo>
                    <a:pt x="400100" y="409306"/>
                    <a:pt x="389032" y="437202"/>
                    <a:pt x="368993" y="462738"/>
                  </a:cubicBezTo>
                  <a:cubicBezTo>
                    <a:pt x="361025" y="472911"/>
                    <a:pt x="350364" y="480711"/>
                    <a:pt x="337016" y="486126"/>
                  </a:cubicBezTo>
                  <a:cubicBezTo>
                    <a:pt x="292021" y="504506"/>
                    <a:pt x="246637" y="509299"/>
                    <a:pt x="200865" y="500519"/>
                  </a:cubicBezTo>
                  <a:cubicBezTo>
                    <a:pt x="152968" y="491349"/>
                    <a:pt x="111392" y="469975"/>
                    <a:pt x="76147" y="436390"/>
                  </a:cubicBezTo>
                  <a:cubicBezTo>
                    <a:pt x="47983" y="409539"/>
                    <a:pt x="27241" y="377271"/>
                    <a:pt x="13933" y="339587"/>
                  </a:cubicBezTo>
                  <a:cubicBezTo>
                    <a:pt x="-6571" y="281591"/>
                    <a:pt x="-4446" y="221350"/>
                    <a:pt x="20317" y="158865"/>
                  </a:cubicBezTo>
                  <a:cubicBezTo>
                    <a:pt x="23683" y="150334"/>
                    <a:pt x="22523" y="142847"/>
                    <a:pt x="26643" y="135129"/>
                  </a:cubicBezTo>
                  <a:cubicBezTo>
                    <a:pt x="65950" y="61656"/>
                    <a:pt x="125669" y="17665"/>
                    <a:pt x="205798" y="3157"/>
                  </a:cubicBezTo>
                  <a:cubicBezTo>
                    <a:pt x="231177" y="-1409"/>
                    <a:pt x="258163" y="-1022"/>
                    <a:pt x="286757" y="4317"/>
                  </a:cubicBezTo>
                  <a:cubicBezTo>
                    <a:pt x="377756" y="21303"/>
                    <a:pt x="443394" y="68543"/>
                    <a:pt x="483671" y="146039"/>
                  </a:cubicBezTo>
                  <a:cubicBezTo>
                    <a:pt x="498951" y="175405"/>
                    <a:pt x="509340" y="209201"/>
                    <a:pt x="514835" y="247427"/>
                  </a:cubicBezTo>
                  <a:cubicBezTo>
                    <a:pt x="525804" y="323975"/>
                    <a:pt x="512804" y="389091"/>
                    <a:pt x="496845" y="472604"/>
                  </a:cubicBezTo>
                  <a:cubicBezTo>
                    <a:pt x="495063" y="482005"/>
                    <a:pt x="494117" y="497501"/>
                    <a:pt x="494001" y="519090"/>
                  </a:cubicBezTo>
                  <a:cubicBezTo>
                    <a:pt x="493844" y="551358"/>
                    <a:pt x="503211" y="580706"/>
                    <a:pt x="522090" y="607129"/>
                  </a:cubicBezTo>
                  <a:cubicBezTo>
                    <a:pt x="526309" y="613008"/>
                    <a:pt x="526831" y="619781"/>
                    <a:pt x="523657" y="627442"/>
                  </a:cubicBezTo>
                  <a:cubicBezTo>
                    <a:pt x="518666" y="639397"/>
                    <a:pt x="509786" y="642589"/>
                    <a:pt x="497019" y="637018"/>
                  </a:cubicBezTo>
                  <a:cubicBezTo>
                    <a:pt x="461194" y="621505"/>
                    <a:pt x="431688" y="596259"/>
                    <a:pt x="408515" y="561282"/>
                  </a:cubicBezTo>
                  <a:cubicBezTo>
                    <a:pt x="398011" y="545496"/>
                    <a:pt x="407877" y="526228"/>
                    <a:pt x="427202" y="528202"/>
                  </a:cubicBezTo>
                  <a:cubicBezTo>
                    <a:pt x="432814" y="528741"/>
                    <a:pt x="437747" y="532131"/>
                    <a:pt x="442001" y="538358"/>
                  </a:cubicBezTo>
                  <a:cubicBezTo>
                    <a:pt x="446952" y="545595"/>
                    <a:pt x="450550" y="550876"/>
                    <a:pt x="452796" y="554201"/>
                  </a:cubicBezTo>
                  <a:close/>
                  <a:moveTo>
                    <a:pt x="362145" y="352587"/>
                  </a:moveTo>
                  <a:cubicBezTo>
                    <a:pt x="365279" y="346744"/>
                    <a:pt x="368047" y="343495"/>
                    <a:pt x="370444" y="342837"/>
                  </a:cubicBezTo>
                  <a:cubicBezTo>
                    <a:pt x="380020" y="340283"/>
                    <a:pt x="385939" y="339935"/>
                    <a:pt x="390814" y="333609"/>
                  </a:cubicBezTo>
                  <a:cubicBezTo>
                    <a:pt x="403739" y="316663"/>
                    <a:pt x="406426" y="297337"/>
                    <a:pt x="398881" y="275632"/>
                  </a:cubicBezTo>
                  <a:cubicBezTo>
                    <a:pt x="396716" y="269287"/>
                    <a:pt x="392282" y="265959"/>
                    <a:pt x="385591" y="265650"/>
                  </a:cubicBezTo>
                  <a:cubicBezTo>
                    <a:pt x="357618" y="264450"/>
                    <a:pt x="330846" y="257351"/>
                    <a:pt x="305270" y="244351"/>
                  </a:cubicBezTo>
                  <a:cubicBezTo>
                    <a:pt x="258842" y="220712"/>
                    <a:pt x="216824" y="187883"/>
                    <a:pt x="179218" y="145865"/>
                  </a:cubicBezTo>
                  <a:cubicBezTo>
                    <a:pt x="177494" y="143935"/>
                    <a:pt x="174778" y="143245"/>
                    <a:pt x="172369" y="144124"/>
                  </a:cubicBezTo>
                  <a:cubicBezTo>
                    <a:pt x="138941" y="156157"/>
                    <a:pt x="103540" y="164069"/>
                    <a:pt x="66165" y="167861"/>
                  </a:cubicBezTo>
                  <a:cubicBezTo>
                    <a:pt x="61598" y="168325"/>
                    <a:pt x="58156" y="171788"/>
                    <a:pt x="55835" y="178249"/>
                  </a:cubicBezTo>
                  <a:cubicBezTo>
                    <a:pt x="33433" y="241236"/>
                    <a:pt x="35853" y="299001"/>
                    <a:pt x="63089" y="351542"/>
                  </a:cubicBezTo>
                  <a:cubicBezTo>
                    <a:pt x="111607" y="445327"/>
                    <a:pt x="220887" y="489376"/>
                    <a:pt x="320185" y="449100"/>
                  </a:cubicBezTo>
                  <a:cubicBezTo>
                    <a:pt x="328467" y="445772"/>
                    <a:pt x="335524" y="439949"/>
                    <a:pt x="341368" y="431631"/>
                  </a:cubicBezTo>
                  <a:cubicBezTo>
                    <a:pt x="357154" y="409229"/>
                    <a:pt x="363497" y="386828"/>
                    <a:pt x="360404" y="364426"/>
                  </a:cubicBezTo>
                  <a:cubicBezTo>
                    <a:pt x="359783" y="359860"/>
                    <a:pt x="360363" y="355914"/>
                    <a:pt x="362145" y="352587"/>
                  </a:cubicBezTo>
                  <a:close/>
                </a:path>
              </a:pathLst>
            </a:custGeom>
            <a:grpFill/>
            <a:ln w="5779"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B0FAB826-A77E-2040-14B4-358F2A77FE0D}"/>
                </a:ext>
              </a:extLst>
            </p:cNvPr>
            <p:cNvSpPr/>
            <p:nvPr/>
          </p:nvSpPr>
          <p:spPr>
            <a:xfrm>
              <a:off x="1858498" y="7233450"/>
              <a:ext cx="177715" cy="190271"/>
            </a:xfrm>
            <a:custGeom>
              <a:avLst/>
              <a:gdLst>
                <a:gd name="connsiteX0" fmla="*/ 41906 w 177715"/>
                <a:gd name="connsiteY0" fmla="*/ 82045 h 190271"/>
                <a:gd name="connsiteX1" fmla="*/ 60652 w 177715"/>
                <a:gd name="connsiteY1" fmla="*/ 132130 h 190271"/>
                <a:gd name="connsiteX2" fmla="*/ 137084 w 177715"/>
                <a:gd name="connsiteY2" fmla="*/ 150643 h 190271"/>
                <a:gd name="connsiteX3" fmla="*/ 152986 w 177715"/>
                <a:gd name="connsiteY3" fmla="*/ 174321 h 190271"/>
                <a:gd name="connsiteX4" fmla="*/ 152754 w 177715"/>
                <a:gd name="connsiteY4" fmla="*/ 176237 h 190271"/>
                <a:gd name="connsiteX5" fmla="*/ 128437 w 177715"/>
                <a:gd name="connsiteY5" fmla="*/ 189643 h 190271"/>
                <a:gd name="connsiteX6" fmla="*/ 52527 w 177715"/>
                <a:gd name="connsiteY6" fmla="*/ 172232 h 190271"/>
                <a:gd name="connsiteX7" fmla="*/ 10393 w 177715"/>
                <a:gd name="connsiteY7" fmla="*/ 138514 h 190271"/>
                <a:gd name="connsiteX8" fmla="*/ 1630 w 177715"/>
                <a:gd name="connsiteY8" fmla="*/ 75139 h 190271"/>
                <a:gd name="connsiteX9" fmla="*/ 30938 w 177715"/>
                <a:gd name="connsiteY9" fmla="*/ 18265 h 190271"/>
                <a:gd name="connsiteX10" fmla="*/ 81835 w 177715"/>
                <a:gd name="connsiteY10" fmla="*/ 448 h 190271"/>
                <a:gd name="connsiteX11" fmla="*/ 159196 w 177715"/>
                <a:gd name="connsiteY11" fmla="*/ 9153 h 190271"/>
                <a:gd name="connsiteX12" fmla="*/ 177709 w 177715"/>
                <a:gd name="connsiteY12" fmla="*/ 29872 h 190271"/>
                <a:gd name="connsiteX13" fmla="*/ 177303 w 177715"/>
                <a:gd name="connsiteY13" fmla="*/ 31729 h 190271"/>
                <a:gd name="connsiteX14" fmla="*/ 154437 w 177715"/>
                <a:gd name="connsiteY14" fmla="*/ 48849 h 190271"/>
                <a:gd name="connsiteX15" fmla="*/ 76205 w 177715"/>
                <a:gd name="connsiteY15" fmla="*/ 40956 h 190271"/>
                <a:gd name="connsiteX16" fmla="*/ 41906 w 177715"/>
                <a:gd name="connsiteY16" fmla="*/ 82045 h 19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715" h="190271">
                  <a:moveTo>
                    <a:pt x="41906" y="82045"/>
                  </a:moveTo>
                  <a:cubicBezTo>
                    <a:pt x="39237" y="97425"/>
                    <a:pt x="40107" y="127371"/>
                    <a:pt x="60652" y="132130"/>
                  </a:cubicBezTo>
                  <a:cubicBezTo>
                    <a:pt x="98336" y="140796"/>
                    <a:pt x="123813" y="146968"/>
                    <a:pt x="137084" y="150643"/>
                  </a:cubicBezTo>
                  <a:cubicBezTo>
                    <a:pt x="149194" y="153970"/>
                    <a:pt x="154495" y="161863"/>
                    <a:pt x="152986" y="174321"/>
                  </a:cubicBezTo>
                  <a:cubicBezTo>
                    <a:pt x="152870" y="175559"/>
                    <a:pt x="152793" y="176198"/>
                    <a:pt x="152754" y="176237"/>
                  </a:cubicBezTo>
                  <a:cubicBezTo>
                    <a:pt x="147259" y="187573"/>
                    <a:pt x="139154" y="192041"/>
                    <a:pt x="128437" y="189643"/>
                  </a:cubicBezTo>
                  <a:cubicBezTo>
                    <a:pt x="115708" y="186780"/>
                    <a:pt x="90405" y="180976"/>
                    <a:pt x="52527" y="172232"/>
                  </a:cubicBezTo>
                  <a:cubicBezTo>
                    <a:pt x="33182" y="167783"/>
                    <a:pt x="19137" y="156544"/>
                    <a:pt x="10393" y="138514"/>
                  </a:cubicBezTo>
                  <a:cubicBezTo>
                    <a:pt x="720" y="118589"/>
                    <a:pt x="-2200" y="97464"/>
                    <a:pt x="1630" y="75139"/>
                  </a:cubicBezTo>
                  <a:cubicBezTo>
                    <a:pt x="5421" y="52815"/>
                    <a:pt x="15191" y="33857"/>
                    <a:pt x="30938" y="18265"/>
                  </a:cubicBezTo>
                  <a:cubicBezTo>
                    <a:pt x="45137" y="4181"/>
                    <a:pt x="62103" y="-1757"/>
                    <a:pt x="81835" y="448"/>
                  </a:cubicBezTo>
                  <a:cubicBezTo>
                    <a:pt x="120447" y="4742"/>
                    <a:pt x="146235" y="7644"/>
                    <a:pt x="159196" y="9153"/>
                  </a:cubicBezTo>
                  <a:cubicBezTo>
                    <a:pt x="170106" y="10430"/>
                    <a:pt x="176277" y="17336"/>
                    <a:pt x="177709" y="29872"/>
                  </a:cubicBezTo>
                  <a:cubicBezTo>
                    <a:pt x="177748" y="29911"/>
                    <a:pt x="177612" y="30529"/>
                    <a:pt x="177303" y="31729"/>
                  </a:cubicBezTo>
                  <a:cubicBezTo>
                    <a:pt x="174594" y="43993"/>
                    <a:pt x="166972" y="49701"/>
                    <a:pt x="154437" y="48849"/>
                  </a:cubicBezTo>
                  <a:cubicBezTo>
                    <a:pt x="140701" y="47921"/>
                    <a:pt x="114624" y="45290"/>
                    <a:pt x="76205" y="40956"/>
                  </a:cubicBezTo>
                  <a:cubicBezTo>
                    <a:pt x="55254" y="38635"/>
                    <a:pt x="44518" y="66608"/>
                    <a:pt x="41906" y="82045"/>
                  </a:cubicBezTo>
                  <a:close/>
                </a:path>
              </a:pathLst>
            </a:custGeom>
            <a:grpFill/>
            <a:ln w="5779"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9876CC2C-9C5C-B20D-EDED-58F5B2520775}"/>
                </a:ext>
              </a:extLst>
            </p:cNvPr>
            <p:cNvSpPr/>
            <p:nvPr/>
          </p:nvSpPr>
          <p:spPr>
            <a:xfrm rot="587998">
              <a:off x="1595893" y="7277541"/>
              <a:ext cx="214382" cy="40624"/>
            </a:xfrm>
            <a:custGeom>
              <a:avLst/>
              <a:gdLst>
                <a:gd name="connsiteX0" fmla="*/ 194570 w 214382"/>
                <a:gd name="connsiteY0" fmla="*/ 46 h 40624"/>
                <a:gd name="connsiteX1" fmla="*/ 214418 w 214382"/>
                <a:gd name="connsiteY1" fmla="*/ 46 h 40624"/>
                <a:gd name="connsiteX2" fmla="*/ 214418 w 214382"/>
                <a:gd name="connsiteY2" fmla="*/ 40671 h 40624"/>
                <a:gd name="connsiteX3" fmla="*/ 194570 w 214382"/>
                <a:gd name="connsiteY3" fmla="*/ 40671 h 40624"/>
                <a:gd name="connsiteX4" fmla="*/ 19884 w 214382"/>
                <a:gd name="connsiteY4" fmla="*/ 40671 h 40624"/>
                <a:gd name="connsiteX5" fmla="*/ 36 w 214382"/>
                <a:gd name="connsiteY5" fmla="*/ 40671 h 40624"/>
                <a:gd name="connsiteX6" fmla="*/ 36 w 214382"/>
                <a:gd name="connsiteY6" fmla="*/ 46 h 40624"/>
                <a:gd name="connsiteX7" fmla="*/ 19884 w 214382"/>
                <a:gd name="connsiteY7" fmla="*/ 46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382" h="40624">
                  <a:moveTo>
                    <a:pt x="194570" y="46"/>
                  </a:moveTo>
                  <a:cubicBezTo>
                    <a:pt x="205532" y="46"/>
                    <a:pt x="214418" y="46"/>
                    <a:pt x="214418" y="46"/>
                  </a:cubicBezTo>
                  <a:lnTo>
                    <a:pt x="214418" y="40671"/>
                  </a:lnTo>
                  <a:cubicBezTo>
                    <a:pt x="214418" y="40671"/>
                    <a:pt x="205532" y="40671"/>
                    <a:pt x="194570" y="40671"/>
                  </a:cubicBezTo>
                  <a:lnTo>
                    <a:pt x="19884" y="40671"/>
                  </a:lnTo>
                  <a:cubicBezTo>
                    <a:pt x="8923" y="40671"/>
                    <a:pt x="36" y="40671"/>
                    <a:pt x="36" y="40671"/>
                  </a:cubicBezTo>
                  <a:lnTo>
                    <a:pt x="36" y="46"/>
                  </a:lnTo>
                  <a:cubicBezTo>
                    <a:pt x="36" y="46"/>
                    <a:pt x="8923" y="46"/>
                    <a:pt x="19884" y="46"/>
                  </a:cubicBezTo>
                  <a:close/>
                </a:path>
              </a:pathLst>
            </a:custGeom>
            <a:grpFill/>
            <a:ln w="5779"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2865DA8A-C943-A4F7-5DBC-626964D550B0}"/>
                </a:ext>
              </a:extLst>
            </p:cNvPr>
            <p:cNvSpPr/>
            <p:nvPr/>
          </p:nvSpPr>
          <p:spPr>
            <a:xfrm rot="20724001">
              <a:off x="1617889" y="7434004"/>
              <a:ext cx="202891" cy="40624"/>
            </a:xfrm>
            <a:custGeom>
              <a:avLst/>
              <a:gdLst>
                <a:gd name="connsiteX0" fmla="*/ 183024 w 202891"/>
                <a:gd name="connsiteY0" fmla="*/ 73 h 40624"/>
                <a:gd name="connsiteX1" fmla="*/ 202930 w 202891"/>
                <a:gd name="connsiteY1" fmla="*/ 73 h 40624"/>
                <a:gd name="connsiteX2" fmla="*/ 202930 w 202891"/>
                <a:gd name="connsiteY2" fmla="*/ 40698 h 40624"/>
                <a:gd name="connsiteX3" fmla="*/ 183024 w 202891"/>
                <a:gd name="connsiteY3" fmla="*/ 40698 h 40624"/>
                <a:gd name="connsiteX4" fmla="*/ 19945 w 202891"/>
                <a:gd name="connsiteY4" fmla="*/ 40698 h 40624"/>
                <a:gd name="connsiteX5" fmla="*/ 39 w 202891"/>
                <a:gd name="connsiteY5" fmla="*/ 40698 h 40624"/>
                <a:gd name="connsiteX6" fmla="*/ 39 w 202891"/>
                <a:gd name="connsiteY6" fmla="*/ 73 h 40624"/>
                <a:gd name="connsiteX7" fmla="*/ 19945 w 202891"/>
                <a:gd name="connsiteY7" fmla="*/ 73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891" h="40624">
                  <a:moveTo>
                    <a:pt x="183024" y="73"/>
                  </a:moveTo>
                  <a:cubicBezTo>
                    <a:pt x="194018" y="73"/>
                    <a:pt x="202930" y="73"/>
                    <a:pt x="202930" y="73"/>
                  </a:cubicBezTo>
                  <a:lnTo>
                    <a:pt x="202930" y="40698"/>
                  </a:lnTo>
                  <a:cubicBezTo>
                    <a:pt x="202930" y="40698"/>
                    <a:pt x="194018" y="40698"/>
                    <a:pt x="183024" y="40698"/>
                  </a:cubicBezTo>
                  <a:lnTo>
                    <a:pt x="19945" y="40698"/>
                  </a:lnTo>
                  <a:cubicBezTo>
                    <a:pt x="8951" y="40698"/>
                    <a:pt x="39" y="40698"/>
                    <a:pt x="39" y="40698"/>
                  </a:cubicBezTo>
                  <a:lnTo>
                    <a:pt x="39" y="73"/>
                  </a:lnTo>
                  <a:cubicBezTo>
                    <a:pt x="39" y="73"/>
                    <a:pt x="8951" y="73"/>
                    <a:pt x="19945" y="73"/>
                  </a:cubicBezTo>
                  <a:close/>
                </a:path>
              </a:pathLst>
            </a:custGeom>
            <a:grpFill/>
            <a:ln w="5779"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128AE3C8-DA78-62C3-9EF6-D5B900252436}"/>
                </a:ext>
              </a:extLst>
            </p:cNvPr>
            <p:cNvSpPr/>
            <p:nvPr/>
          </p:nvSpPr>
          <p:spPr>
            <a:xfrm>
              <a:off x="2345704" y="7570119"/>
              <a:ext cx="637903" cy="636333"/>
            </a:xfrm>
            <a:custGeom>
              <a:avLst/>
              <a:gdLst>
                <a:gd name="connsiteX0" fmla="*/ 267431 w 637903"/>
                <a:gd name="connsiteY0" fmla="*/ 222020 h 636333"/>
                <a:gd name="connsiteX1" fmla="*/ 269335 w 637903"/>
                <a:gd name="connsiteY1" fmla="*/ 223308 h 636333"/>
                <a:gd name="connsiteX2" fmla="*/ 269927 w 637903"/>
                <a:gd name="connsiteY2" fmla="*/ 223064 h 636333"/>
                <a:gd name="connsiteX3" fmla="*/ 420644 w 637903"/>
                <a:gd name="connsiteY3" fmla="*/ 124636 h 636333"/>
                <a:gd name="connsiteX4" fmla="*/ 439854 w 637903"/>
                <a:gd name="connsiteY4" fmla="*/ 122895 h 636333"/>
                <a:gd name="connsiteX5" fmla="*/ 451809 w 637903"/>
                <a:gd name="connsiteY5" fmla="*/ 125797 h 636333"/>
                <a:gd name="connsiteX6" fmla="*/ 537585 w 637903"/>
                <a:gd name="connsiteY6" fmla="*/ 156614 h 636333"/>
                <a:gd name="connsiteX7" fmla="*/ 634562 w 637903"/>
                <a:gd name="connsiteY7" fmla="*/ 293867 h 636333"/>
                <a:gd name="connsiteX8" fmla="*/ 630558 w 637903"/>
                <a:gd name="connsiteY8" fmla="*/ 403380 h 636333"/>
                <a:gd name="connsiteX9" fmla="*/ 582447 w 637903"/>
                <a:gd name="connsiteY9" fmla="*/ 620199 h 636333"/>
                <a:gd name="connsiteX10" fmla="*/ 560625 w 637903"/>
                <a:gd name="connsiteY10" fmla="*/ 636333 h 636333"/>
                <a:gd name="connsiteX11" fmla="*/ 559813 w 637903"/>
                <a:gd name="connsiteY11" fmla="*/ 636217 h 636333"/>
                <a:gd name="connsiteX12" fmla="*/ 543273 w 637903"/>
                <a:gd name="connsiteY12" fmla="*/ 610275 h 636333"/>
                <a:gd name="connsiteX13" fmla="*/ 592661 w 637903"/>
                <a:gd name="connsiteY13" fmla="*/ 385447 h 636333"/>
                <a:gd name="connsiteX14" fmla="*/ 595795 w 637903"/>
                <a:gd name="connsiteY14" fmla="*/ 310001 h 636333"/>
                <a:gd name="connsiteX15" fmla="*/ 570433 w 637903"/>
                <a:gd name="connsiteY15" fmla="*/ 238734 h 636333"/>
                <a:gd name="connsiteX16" fmla="*/ 437823 w 637903"/>
                <a:gd name="connsiteY16" fmla="*/ 164449 h 636333"/>
                <a:gd name="connsiteX17" fmla="*/ 432251 w 637903"/>
                <a:gd name="connsiteY17" fmla="*/ 165551 h 636333"/>
                <a:gd name="connsiteX18" fmla="*/ 266387 w 637903"/>
                <a:gd name="connsiteY18" fmla="*/ 273787 h 636333"/>
                <a:gd name="connsiteX19" fmla="*/ 237311 w 637903"/>
                <a:gd name="connsiteY19" fmla="*/ 267682 h 636333"/>
                <a:gd name="connsiteX20" fmla="*/ 234351 w 637903"/>
                <a:gd name="connsiteY20" fmla="*/ 260555 h 636333"/>
                <a:gd name="connsiteX21" fmla="*/ 204753 w 637903"/>
                <a:gd name="connsiteY21" fmla="*/ 120748 h 636333"/>
                <a:gd name="connsiteX22" fmla="*/ 200400 w 637903"/>
                <a:gd name="connsiteY22" fmla="*/ 116221 h 636333"/>
                <a:gd name="connsiteX23" fmla="*/ 62857 w 637903"/>
                <a:gd name="connsiteY23" fmla="*/ 68749 h 636333"/>
                <a:gd name="connsiteX24" fmla="*/ 8536 w 637903"/>
                <a:gd name="connsiteY24" fmla="*/ 36655 h 636333"/>
                <a:gd name="connsiteX25" fmla="*/ 4183 w 637903"/>
                <a:gd name="connsiteY25" fmla="*/ 9553 h 636333"/>
                <a:gd name="connsiteX26" fmla="*/ 4648 w 637903"/>
                <a:gd name="connsiteY26" fmla="*/ 8914 h 636333"/>
                <a:gd name="connsiteX27" fmla="*/ 31286 w 637903"/>
                <a:gd name="connsiteY27" fmla="*/ 4039 h 636333"/>
                <a:gd name="connsiteX28" fmla="*/ 225646 w 637903"/>
                <a:gd name="connsiteY28" fmla="*/ 81516 h 636333"/>
                <a:gd name="connsiteX29" fmla="*/ 240793 w 637903"/>
                <a:gd name="connsiteY29" fmla="*/ 97708 h 636333"/>
                <a:gd name="connsiteX30" fmla="*/ 267431 w 637903"/>
                <a:gd name="connsiteY30" fmla="*/ 222020 h 636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7903" h="636333">
                  <a:moveTo>
                    <a:pt x="267431" y="222020"/>
                  </a:moveTo>
                  <a:cubicBezTo>
                    <a:pt x="267600" y="222902"/>
                    <a:pt x="268453" y="223476"/>
                    <a:pt x="269335" y="223308"/>
                  </a:cubicBezTo>
                  <a:cubicBezTo>
                    <a:pt x="269544" y="223267"/>
                    <a:pt x="269747" y="223186"/>
                    <a:pt x="269927" y="223064"/>
                  </a:cubicBezTo>
                  <a:cubicBezTo>
                    <a:pt x="320261" y="190060"/>
                    <a:pt x="370502" y="157252"/>
                    <a:pt x="420644" y="124636"/>
                  </a:cubicBezTo>
                  <a:cubicBezTo>
                    <a:pt x="425519" y="121503"/>
                    <a:pt x="431921" y="120922"/>
                    <a:pt x="439854" y="122895"/>
                  </a:cubicBezTo>
                  <a:cubicBezTo>
                    <a:pt x="447474" y="124793"/>
                    <a:pt x="451461" y="125757"/>
                    <a:pt x="451809" y="125797"/>
                  </a:cubicBezTo>
                  <a:cubicBezTo>
                    <a:pt x="483496" y="131908"/>
                    <a:pt x="512090" y="142181"/>
                    <a:pt x="537585" y="156614"/>
                  </a:cubicBezTo>
                  <a:cubicBezTo>
                    <a:pt x="591750" y="187257"/>
                    <a:pt x="624075" y="233006"/>
                    <a:pt x="634562" y="293867"/>
                  </a:cubicBezTo>
                  <a:cubicBezTo>
                    <a:pt x="640093" y="325943"/>
                    <a:pt x="638758" y="362448"/>
                    <a:pt x="630558" y="403380"/>
                  </a:cubicBezTo>
                  <a:cubicBezTo>
                    <a:pt x="618910" y="461723"/>
                    <a:pt x="602875" y="534000"/>
                    <a:pt x="582447" y="620199"/>
                  </a:cubicBezTo>
                  <a:cubicBezTo>
                    <a:pt x="580009" y="630530"/>
                    <a:pt x="572737" y="635910"/>
                    <a:pt x="560625" y="636333"/>
                  </a:cubicBezTo>
                  <a:cubicBezTo>
                    <a:pt x="560353" y="636333"/>
                    <a:pt x="560086" y="636293"/>
                    <a:pt x="559813" y="636217"/>
                  </a:cubicBezTo>
                  <a:cubicBezTo>
                    <a:pt x="545960" y="631151"/>
                    <a:pt x="540446" y="622503"/>
                    <a:pt x="543273" y="610275"/>
                  </a:cubicBezTo>
                  <a:cubicBezTo>
                    <a:pt x="566719" y="509370"/>
                    <a:pt x="583184" y="434429"/>
                    <a:pt x="592661" y="385447"/>
                  </a:cubicBezTo>
                  <a:cubicBezTo>
                    <a:pt x="597379" y="361072"/>
                    <a:pt x="598424" y="335925"/>
                    <a:pt x="595795" y="310001"/>
                  </a:cubicBezTo>
                  <a:cubicBezTo>
                    <a:pt x="593125" y="283729"/>
                    <a:pt x="584669" y="259975"/>
                    <a:pt x="570433" y="238734"/>
                  </a:cubicBezTo>
                  <a:cubicBezTo>
                    <a:pt x="541996" y="196310"/>
                    <a:pt x="488836" y="173618"/>
                    <a:pt x="437823" y="164449"/>
                  </a:cubicBezTo>
                  <a:cubicBezTo>
                    <a:pt x="435850" y="164060"/>
                    <a:pt x="433992" y="164431"/>
                    <a:pt x="432251" y="165551"/>
                  </a:cubicBezTo>
                  <a:lnTo>
                    <a:pt x="266387" y="273787"/>
                  </a:lnTo>
                  <a:cubicBezTo>
                    <a:pt x="256671" y="280130"/>
                    <a:pt x="243654" y="277397"/>
                    <a:pt x="237311" y="267682"/>
                  </a:cubicBezTo>
                  <a:cubicBezTo>
                    <a:pt x="235895" y="265505"/>
                    <a:pt x="234891" y="263091"/>
                    <a:pt x="234351" y="260555"/>
                  </a:cubicBezTo>
                  <a:lnTo>
                    <a:pt x="204753" y="120748"/>
                  </a:lnTo>
                  <a:cubicBezTo>
                    <a:pt x="204289" y="118520"/>
                    <a:pt x="202594" y="116755"/>
                    <a:pt x="200400" y="116221"/>
                  </a:cubicBezTo>
                  <a:cubicBezTo>
                    <a:pt x="150299" y="103413"/>
                    <a:pt x="104451" y="87593"/>
                    <a:pt x="62857" y="68749"/>
                  </a:cubicBezTo>
                  <a:cubicBezTo>
                    <a:pt x="43050" y="59771"/>
                    <a:pt x="24943" y="49075"/>
                    <a:pt x="8536" y="36655"/>
                  </a:cubicBezTo>
                  <a:cubicBezTo>
                    <a:pt x="-1138" y="29343"/>
                    <a:pt x="-2589" y="20308"/>
                    <a:pt x="4183" y="9553"/>
                  </a:cubicBezTo>
                  <a:cubicBezTo>
                    <a:pt x="4456" y="9127"/>
                    <a:pt x="4607" y="8914"/>
                    <a:pt x="4648" y="8914"/>
                  </a:cubicBezTo>
                  <a:cubicBezTo>
                    <a:pt x="12308" y="-1029"/>
                    <a:pt x="21188" y="-2654"/>
                    <a:pt x="31286" y="4039"/>
                  </a:cubicBezTo>
                  <a:cubicBezTo>
                    <a:pt x="90192" y="43155"/>
                    <a:pt x="152173" y="61030"/>
                    <a:pt x="225646" y="81516"/>
                  </a:cubicBezTo>
                  <a:cubicBezTo>
                    <a:pt x="233539" y="83722"/>
                    <a:pt x="238588" y="89119"/>
                    <a:pt x="240793" y="97708"/>
                  </a:cubicBezTo>
                  <a:cubicBezTo>
                    <a:pt x="245436" y="115658"/>
                    <a:pt x="254315" y="157096"/>
                    <a:pt x="267431" y="222020"/>
                  </a:cubicBezTo>
                  <a:close/>
                </a:path>
              </a:pathLst>
            </a:custGeom>
            <a:grpFill/>
            <a:ln w="5779"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29C144A1-87C2-F79D-0A80-A9ADB217D61D}"/>
                </a:ext>
              </a:extLst>
            </p:cNvPr>
            <p:cNvSpPr/>
            <p:nvPr/>
          </p:nvSpPr>
          <p:spPr>
            <a:xfrm>
              <a:off x="2113413" y="7587837"/>
              <a:ext cx="354884" cy="621826"/>
            </a:xfrm>
            <a:custGeom>
              <a:avLst/>
              <a:gdLst>
                <a:gd name="connsiteX0" fmla="*/ 307915 w 354884"/>
                <a:gd name="connsiteY0" fmla="*/ 288743 h 621826"/>
                <a:gd name="connsiteX1" fmla="*/ 253246 w 354884"/>
                <a:gd name="connsiteY1" fmla="*/ 265587 h 621826"/>
                <a:gd name="connsiteX2" fmla="*/ 67940 w 354884"/>
                <a:gd name="connsiteY2" fmla="*/ 130597 h 621826"/>
                <a:gd name="connsiteX3" fmla="*/ 2708 w 354884"/>
                <a:gd name="connsiteY3" fmla="*/ 28919 h 621826"/>
                <a:gd name="connsiteX4" fmla="*/ 10833 w 354884"/>
                <a:gd name="connsiteY4" fmla="*/ 3209 h 621826"/>
                <a:gd name="connsiteX5" fmla="*/ 11471 w 354884"/>
                <a:gd name="connsiteY5" fmla="*/ 2861 h 621826"/>
                <a:gd name="connsiteX6" fmla="*/ 37645 w 354884"/>
                <a:gd name="connsiteY6" fmla="*/ 10116 h 621826"/>
                <a:gd name="connsiteX7" fmla="*/ 75484 w 354884"/>
                <a:gd name="connsiteY7" fmla="*/ 74012 h 621826"/>
                <a:gd name="connsiteX8" fmla="*/ 155050 w 354884"/>
                <a:gd name="connsiteY8" fmla="*/ 158802 h 621826"/>
                <a:gd name="connsiteX9" fmla="*/ 293755 w 354884"/>
                <a:gd name="connsiteY9" fmla="*/ 238833 h 621826"/>
                <a:gd name="connsiteX10" fmla="*/ 341692 w 354884"/>
                <a:gd name="connsiteY10" fmla="*/ 256824 h 621826"/>
                <a:gd name="connsiteX11" fmla="*/ 354460 w 354884"/>
                <a:gd name="connsiteY11" fmla="*/ 279689 h 621826"/>
                <a:gd name="connsiteX12" fmla="*/ 287023 w 354884"/>
                <a:gd name="connsiteY12" fmla="*/ 604571 h 621826"/>
                <a:gd name="connsiteX13" fmla="*/ 265608 w 354884"/>
                <a:gd name="connsiteY13" fmla="*/ 621807 h 621826"/>
                <a:gd name="connsiteX14" fmla="*/ 264795 w 354884"/>
                <a:gd name="connsiteY14" fmla="*/ 621749 h 621826"/>
                <a:gd name="connsiteX15" fmla="*/ 247268 w 354884"/>
                <a:gd name="connsiteY15" fmla="*/ 596504 h 621826"/>
                <a:gd name="connsiteX16" fmla="*/ 310237 w 354884"/>
                <a:gd name="connsiteY16" fmla="*/ 293038 h 621826"/>
                <a:gd name="connsiteX17" fmla="*/ 307915 w 354884"/>
                <a:gd name="connsiteY17" fmla="*/ 288743 h 62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884" h="621826">
                  <a:moveTo>
                    <a:pt x="307915" y="288743"/>
                  </a:moveTo>
                  <a:cubicBezTo>
                    <a:pt x="284121" y="278918"/>
                    <a:pt x="265898" y="271199"/>
                    <a:pt x="253246" y="265587"/>
                  </a:cubicBezTo>
                  <a:cubicBezTo>
                    <a:pt x="179657" y="232930"/>
                    <a:pt x="117890" y="187936"/>
                    <a:pt x="67940" y="130597"/>
                  </a:cubicBezTo>
                  <a:cubicBezTo>
                    <a:pt x="44917" y="104173"/>
                    <a:pt x="23177" y="70281"/>
                    <a:pt x="2708" y="28919"/>
                  </a:cubicBezTo>
                  <a:cubicBezTo>
                    <a:pt x="-2707" y="17970"/>
                    <a:pt x="-2" y="9400"/>
                    <a:pt x="10833" y="3209"/>
                  </a:cubicBezTo>
                  <a:cubicBezTo>
                    <a:pt x="10908" y="3171"/>
                    <a:pt x="11123" y="3055"/>
                    <a:pt x="11471" y="2861"/>
                  </a:cubicBezTo>
                  <a:cubicBezTo>
                    <a:pt x="22730" y="-2633"/>
                    <a:pt x="31453" y="-215"/>
                    <a:pt x="37645" y="10116"/>
                  </a:cubicBezTo>
                  <a:cubicBezTo>
                    <a:pt x="50239" y="31008"/>
                    <a:pt x="60975" y="54222"/>
                    <a:pt x="75484" y="74012"/>
                  </a:cubicBezTo>
                  <a:cubicBezTo>
                    <a:pt x="100712" y="108410"/>
                    <a:pt x="127234" y="136673"/>
                    <a:pt x="155050" y="158802"/>
                  </a:cubicBezTo>
                  <a:cubicBezTo>
                    <a:pt x="197457" y="192503"/>
                    <a:pt x="243688" y="219176"/>
                    <a:pt x="293755" y="238833"/>
                  </a:cubicBezTo>
                  <a:cubicBezTo>
                    <a:pt x="308223" y="244520"/>
                    <a:pt x="324206" y="250515"/>
                    <a:pt x="341692" y="256824"/>
                  </a:cubicBezTo>
                  <a:cubicBezTo>
                    <a:pt x="351053" y="260201"/>
                    <a:pt x="356497" y="269951"/>
                    <a:pt x="354460" y="279689"/>
                  </a:cubicBezTo>
                  <a:lnTo>
                    <a:pt x="287023" y="604571"/>
                  </a:lnTo>
                  <a:cubicBezTo>
                    <a:pt x="284858" y="614976"/>
                    <a:pt x="277720" y="620722"/>
                    <a:pt x="265608" y="621807"/>
                  </a:cubicBezTo>
                  <a:cubicBezTo>
                    <a:pt x="265335" y="621848"/>
                    <a:pt x="265068" y="621825"/>
                    <a:pt x="264795" y="621749"/>
                  </a:cubicBezTo>
                  <a:cubicBezTo>
                    <a:pt x="250594" y="617066"/>
                    <a:pt x="244755" y="608651"/>
                    <a:pt x="247268" y="596504"/>
                  </a:cubicBezTo>
                  <a:lnTo>
                    <a:pt x="310237" y="293038"/>
                  </a:lnTo>
                  <a:cubicBezTo>
                    <a:pt x="310660" y="290948"/>
                    <a:pt x="309888" y="289515"/>
                    <a:pt x="307915" y="288743"/>
                  </a:cubicBezTo>
                  <a:close/>
                </a:path>
              </a:pathLst>
            </a:custGeom>
            <a:grpFill/>
            <a:ln w="5779"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9DC5BBC9-7B45-4089-0584-89466893FC2C}"/>
                </a:ext>
              </a:extLst>
            </p:cNvPr>
            <p:cNvSpPr/>
            <p:nvPr/>
          </p:nvSpPr>
          <p:spPr>
            <a:xfrm>
              <a:off x="1574188" y="7744722"/>
              <a:ext cx="257096" cy="251064"/>
            </a:xfrm>
            <a:custGeom>
              <a:avLst/>
              <a:gdLst>
                <a:gd name="connsiteX0" fmla="*/ 257094 w 257096"/>
                <a:gd name="connsiteY0" fmla="*/ 126205 h 251064"/>
                <a:gd name="connsiteX1" fmla="*/ 127891 w 257096"/>
                <a:gd name="connsiteY1" fmla="*/ 251062 h 251064"/>
                <a:gd name="connsiteX2" fmla="*/ 2 w 257096"/>
                <a:gd name="connsiteY2" fmla="*/ 124859 h 251064"/>
                <a:gd name="connsiteX3" fmla="*/ 129206 w 257096"/>
                <a:gd name="connsiteY3" fmla="*/ 2 h 251064"/>
                <a:gd name="connsiteX4" fmla="*/ 257094 w 257096"/>
                <a:gd name="connsiteY4" fmla="*/ 126205 h 251064"/>
                <a:gd name="connsiteX5" fmla="*/ 216587 w 257096"/>
                <a:gd name="connsiteY5" fmla="*/ 125224 h 251064"/>
                <a:gd name="connsiteX6" fmla="*/ 128310 w 257096"/>
                <a:gd name="connsiteY6" fmla="*/ 40569 h 251064"/>
                <a:gd name="connsiteX7" fmla="*/ 40625 w 257096"/>
                <a:gd name="connsiteY7" fmla="*/ 125840 h 251064"/>
                <a:gd name="connsiteX8" fmla="*/ 128903 w 257096"/>
                <a:gd name="connsiteY8" fmla="*/ 210496 h 251064"/>
                <a:gd name="connsiteX9" fmla="*/ 216587 w 257096"/>
                <a:gd name="connsiteY9" fmla="*/ 125224 h 25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4">
                  <a:moveTo>
                    <a:pt x="257094" y="126205"/>
                  </a:moveTo>
                  <a:cubicBezTo>
                    <a:pt x="256731" y="195534"/>
                    <a:pt x="198885" y="251434"/>
                    <a:pt x="127891" y="251062"/>
                  </a:cubicBezTo>
                  <a:cubicBezTo>
                    <a:pt x="56897" y="250691"/>
                    <a:pt x="-361" y="194188"/>
                    <a:pt x="2" y="124859"/>
                  </a:cubicBezTo>
                  <a:cubicBezTo>
                    <a:pt x="365" y="55530"/>
                    <a:pt x="58212" y="-370"/>
                    <a:pt x="129206" y="2"/>
                  </a:cubicBezTo>
                  <a:cubicBezTo>
                    <a:pt x="200200" y="373"/>
                    <a:pt x="257458" y="56876"/>
                    <a:pt x="257094" y="126205"/>
                  </a:cubicBezTo>
                  <a:close/>
                  <a:moveTo>
                    <a:pt x="216587" y="125224"/>
                  </a:moveTo>
                  <a:cubicBezTo>
                    <a:pt x="216423" y="78303"/>
                    <a:pt x="176900" y="40400"/>
                    <a:pt x="128310" y="40569"/>
                  </a:cubicBezTo>
                  <a:cubicBezTo>
                    <a:pt x="79719" y="40737"/>
                    <a:pt x="40462" y="78918"/>
                    <a:pt x="40625" y="125840"/>
                  </a:cubicBezTo>
                  <a:cubicBezTo>
                    <a:pt x="40789" y="172761"/>
                    <a:pt x="80312" y="210664"/>
                    <a:pt x="128903" y="210496"/>
                  </a:cubicBezTo>
                  <a:cubicBezTo>
                    <a:pt x="177493" y="210327"/>
                    <a:pt x="216751" y="172146"/>
                    <a:pt x="216587" y="125224"/>
                  </a:cubicBezTo>
                  <a:close/>
                </a:path>
              </a:pathLst>
            </a:custGeom>
            <a:grpFill/>
            <a:ln w="5779"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6EBC11B-D4E9-D32C-E01D-8D759E50DA99}"/>
                </a:ext>
              </a:extLst>
            </p:cNvPr>
            <p:cNvSpPr/>
            <p:nvPr/>
          </p:nvSpPr>
          <p:spPr>
            <a:xfrm>
              <a:off x="1951418" y="7744723"/>
              <a:ext cx="257096" cy="251063"/>
            </a:xfrm>
            <a:custGeom>
              <a:avLst/>
              <a:gdLst>
                <a:gd name="connsiteX0" fmla="*/ 257084 w 257096"/>
                <a:gd name="connsiteY0" fmla="*/ 127325 h 251063"/>
                <a:gd name="connsiteX1" fmla="*/ 126795 w 257096"/>
                <a:gd name="connsiteY1" fmla="*/ 251050 h 251063"/>
                <a:gd name="connsiteX2" fmla="*/ 12 w 257096"/>
                <a:gd name="connsiteY2" fmla="*/ 123738 h 251063"/>
                <a:gd name="connsiteX3" fmla="*/ 130300 w 257096"/>
                <a:gd name="connsiteY3" fmla="*/ 13 h 251063"/>
                <a:gd name="connsiteX4" fmla="*/ 257084 w 257096"/>
                <a:gd name="connsiteY4" fmla="*/ 127325 h 251063"/>
                <a:gd name="connsiteX5" fmla="*/ 216587 w 257096"/>
                <a:gd name="connsiteY5" fmla="*/ 125224 h 251063"/>
                <a:gd name="connsiteX6" fmla="*/ 128310 w 257096"/>
                <a:gd name="connsiteY6" fmla="*/ 40568 h 251063"/>
                <a:gd name="connsiteX7" fmla="*/ 40625 w 257096"/>
                <a:gd name="connsiteY7" fmla="*/ 125839 h 251063"/>
                <a:gd name="connsiteX8" fmla="*/ 128902 w 257096"/>
                <a:gd name="connsiteY8" fmla="*/ 210495 h 251063"/>
                <a:gd name="connsiteX9" fmla="*/ 216587 w 257096"/>
                <a:gd name="connsiteY9" fmla="*/ 125224 h 25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3">
                  <a:moveTo>
                    <a:pt x="257084" y="127325"/>
                  </a:moveTo>
                  <a:cubicBezTo>
                    <a:pt x="256115" y="196648"/>
                    <a:pt x="197784" y="252043"/>
                    <a:pt x="126795" y="251050"/>
                  </a:cubicBezTo>
                  <a:cubicBezTo>
                    <a:pt x="55807" y="250058"/>
                    <a:pt x="-956" y="193056"/>
                    <a:pt x="12" y="123738"/>
                  </a:cubicBezTo>
                  <a:cubicBezTo>
                    <a:pt x="980" y="54415"/>
                    <a:pt x="59312" y="-979"/>
                    <a:pt x="130300" y="13"/>
                  </a:cubicBezTo>
                  <a:cubicBezTo>
                    <a:pt x="201289" y="1006"/>
                    <a:pt x="258053" y="58008"/>
                    <a:pt x="257084" y="127325"/>
                  </a:cubicBezTo>
                  <a:close/>
                  <a:moveTo>
                    <a:pt x="216587" y="125224"/>
                  </a:moveTo>
                  <a:cubicBezTo>
                    <a:pt x="216424" y="78303"/>
                    <a:pt x="176897" y="40400"/>
                    <a:pt x="128310" y="40568"/>
                  </a:cubicBezTo>
                  <a:cubicBezTo>
                    <a:pt x="79718" y="40736"/>
                    <a:pt x="40461" y="78918"/>
                    <a:pt x="40625" y="125839"/>
                  </a:cubicBezTo>
                  <a:cubicBezTo>
                    <a:pt x="40788" y="172761"/>
                    <a:pt x="80312" y="210664"/>
                    <a:pt x="128902" y="210495"/>
                  </a:cubicBezTo>
                  <a:cubicBezTo>
                    <a:pt x="177494" y="210327"/>
                    <a:pt x="216749" y="172146"/>
                    <a:pt x="216587" y="125224"/>
                  </a:cubicBezTo>
                  <a:close/>
                </a:path>
              </a:pathLst>
            </a:custGeom>
            <a:grpFill/>
            <a:ln w="5779"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21B2E7AA-6D85-3B72-31C3-0853B228D374}"/>
                </a:ext>
              </a:extLst>
            </p:cNvPr>
            <p:cNvSpPr/>
            <p:nvPr/>
          </p:nvSpPr>
          <p:spPr>
            <a:xfrm rot="1067999">
              <a:off x="2721255" y="7989981"/>
              <a:ext cx="40508" cy="219140"/>
            </a:xfrm>
            <a:custGeom>
              <a:avLst/>
              <a:gdLst>
                <a:gd name="connsiteX0" fmla="*/ 20818 w 40508"/>
                <a:gd name="connsiteY0" fmla="*/ 184 h 219140"/>
                <a:gd name="connsiteX1" fmla="*/ 40724 w 40508"/>
                <a:gd name="connsiteY1" fmla="*/ 184 h 219140"/>
                <a:gd name="connsiteX2" fmla="*/ 40724 w 40508"/>
                <a:gd name="connsiteY2" fmla="*/ 219325 h 219140"/>
                <a:gd name="connsiteX3" fmla="*/ 20818 w 40508"/>
                <a:gd name="connsiteY3" fmla="*/ 219325 h 219140"/>
                <a:gd name="connsiteX4" fmla="*/ 20121 w 40508"/>
                <a:gd name="connsiteY4" fmla="*/ 219325 h 219140"/>
                <a:gd name="connsiteX5" fmla="*/ 215 w 40508"/>
                <a:gd name="connsiteY5" fmla="*/ 219325 h 219140"/>
                <a:gd name="connsiteX6" fmla="*/ 215 w 40508"/>
                <a:gd name="connsiteY6" fmla="*/ 184 h 219140"/>
                <a:gd name="connsiteX7" fmla="*/ 20121 w 40508"/>
                <a:gd name="connsiteY7" fmla="*/ 184 h 21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508" h="219140">
                  <a:moveTo>
                    <a:pt x="20818" y="184"/>
                  </a:moveTo>
                  <a:cubicBezTo>
                    <a:pt x="31812" y="184"/>
                    <a:pt x="40724" y="184"/>
                    <a:pt x="40724" y="184"/>
                  </a:cubicBezTo>
                  <a:lnTo>
                    <a:pt x="40724" y="219325"/>
                  </a:lnTo>
                  <a:cubicBezTo>
                    <a:pt x="40724" y="219325"/>
                    <a:pt x="31812" y="219325"/>
                    <a:pt x="20818" y="219325"/>
                  </a:cubicBezTo>
                  <a:lnTo>
                    <a:pt x="20121" y="219325"/>
                  </a:lnTo>
                  <a:cubicBezTo>
                    <a:pt x="9127" y="219325"/>
                    <a:pt x="215" y="219325"/>
                    <a:pt x="215" y="219325"/>
                  </a:cubicBezTo>
                  <a:lnTo>
                    <a:pt x="215" y="184"/>
                  </a:lnTo>
                  <a:cubicBezTo>
                    <a:pt x="215" y="184"/>
                    <a:pt x="9127" y="184"/>
                    <a:pt x="20121" y="184"/>
                  </a:cubicBezTo>
                  <a:close/>
                </a:path>
              </a:pathLst>
            </a:custGeom>
            <a:grpFill/>
            <a:ln w="5779"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0B3B59CD-F72C-AA9D-5F45-2F4ADEC43156}"/>
                </a:ext>
              </a:extLst>
            </p:cNvPr>
            <p:cNvSpPr/>
            <p:nvPr/>
          </p:nvSpPr>
          <p:spPr>
            <a:xfrm>
              <a:off x="1492533" y="8028967"/>
              <a:ext cx="796766" cy="178180"/>
            </a:xfrm>
            <a:custGeom>
              <a:avLst/>
              <a:gdLst>
                <a:gd name="connsiteX0" fmla="*/ 0 w 796766"/>
                <a:gd name="connsiteY0" fmla="*/ 160772 h 178180"/>
                <a:gd name="connsiteX1" fmla="*/ 0 w 796766"/>
                <a:gd name="connsiteY1" fmla="*/ 145625 h 178180"/>
                <a:gd name="connsiteX2" fmla="*/ 5571 w 796766"/>
                <a:gd name="connsiteY2" fmla="*/ 111384 h 178180"/>
                <a:gd name="connsiteX3" fmla="*/ 30178 w 796766"/>
                <a:gd name="connsiteY3" fmla="*/ 54973 h 178180"/>
                <a:gd name="connsiteX4" fmla="*/ 76490 w 796766"/>
                <a:gd name="connsiteY4" fmla="*/ 17483 h 178180"/>
                <a:gd name="connsiteX5" fmla="*/ 158552 w 796766"/>
                <a:gd name="connsiteY5" fmla="*/ 652 h 178180"/>
                <a:gd name="connsiteX6" fmla="*/ 173351 w 796766"/>
                <a:gd name="connsiteY6" fmla="*/ 10460 h 178180"/>
                <a:gd name="connsiteX7" fmla="*/ 208811 w 796766"/>
                <a:gd name="connsiteY7" fmla="*/ 46384 h 178180"/>
                <a:gd name="connsiteX8" fmla="*/ 211016 w 796766"/>
                <a:gd name="connsiteY8" fmla="*/ 46384 h 178180"/>
                <a:gd name="connsiteX9" fmla="*/ 246940 w 796766"/>
                <a:gd name="connsiteY9" fmla="*/ 10228 h 178180"/>
                <a:gd name="connsiteX10" fmla="*/ 271199 w 796766"/>
                <a:gd name="connsiteY10" fmla="*/ 72 h 178180"/>
                <a:gd name="connsiteX11" fmla="*/ 341653 w 796766"/>
                <a:gd name="connsiteY11" fmla="*/ 16612 h 178180"/>
                <a:gd name="connsiteX12" fmla="*/ 396671 w 796766"/>
                <a:gd name="connsiteY12" fmla="*/ 65420 h 178180"/>
                <a:gd name="connsiteX13" fmla="*/ 400443 w 796766"/>
                <a:gd name="connsiteY13" fmla="*/ 65420 h 178180"/>
                <a:gd name="connsiteX14" fmla="*/ 454068 w 796766"/>
                <a:gd name="connsiteY14" fmla="*/ 17251 h 178180"/>
                <a:gd name="connsiteX15" fmla="*/ 528121 w 796766"/>
                <a:gd name="connsiteY15" fmla="*/ 130 h 178180"/>
                <a:gd name="connsiteX16" fmla="*/ 546866 w 796766"/>
                <a:gd name="connsiteY16" fmla="*/ 7036 h 178180"/>
                <a:gd name="connsiteX17" fmla="*/ 585285 w 796766"/>
                <a:gd name="connsiteY17" fmla="*/ 45746 h 178180"/>
                <a:gd name="connsiteX18" fmla="*/ 588884 w 796766"/>
                <a:gd name="connsiteY18" fmla="*/ 45804 h 178180"/>
                <a:gd name="connsiteX19" fmla="*/ 624053 w 796766"/>
                <a:gd name="connsiteY19" fmla="*/ 10112 h 178180"/>
                <a:gd name="connsiteX20" fmla="*/ 648660 w 796766"/>
                <a:gd name="connsiteY20" fmla="*/ 130 h 178180"/>
                <a:gd name="connsiteX21" fmla="*/ 718128 w 796766"/>
                <a:gd name="connsiteY21" fmla="*/ 16322 h 178180"/>
                <a:gd name="connsiteX22" fmla="*/ 789628 w 796766"/>
                <a:gd name="connsiteY22" fmla="*/ 103201 h 178180"/>
                <a:gd name="connsiteX23" fmla="*/ 796766 w 796766"/>
                <a:gd name="connsiteY23" fmla="*/ 156071 h 178180"/>
                <a:gd name="connsiteX24" fmla="*/ 784346 w 796766"/>
                <a:gd name="connsiteY24" fmla="*/ 174932 h 178180"/>
                <a:gd name="connsiteX25" fmla="*/ 778427 w 796766"/>
                <a:gd name="connsiteY25" fmla="*/ 176964 h 178180"/>
                <a:gd name="connsiteX26" fmla="*/ 757070 w 796766"/>
                <a:gd name="connsiteY26" fmla="*/ 158857 h 178180"/>
                <a:gd name="connsiteX27" fmla="*/ 702633 w 796766"/>
                <a:gd name="connsiteY27" fmla="*/ 53697 h 178180"/>
                <a:gd name="connsiteX28" fmla="*/ 653419 w 796766"/>
                <a:gd name="connsiteY28" fmla="*/ 41683 h 178180"/>
                <a:gd name="connsiteX29" fmla="*/ 648544 w 796766"/>
                <a:gd name="connsiteY29" fmla="*/ 43540 h 178180"/>
                <a:gd name="connsiteX30" fmla="*/ 600955 w 796766"/>
                <a:gd name="connsiteY30" fmla="*/ 91129 h 178180"/>
                <a:gd name="connsiteX31" fmla="*/ 573272 w 796766"/>
                <a:gd name="connsiteY31" fmla="*/ 91129 h 178180"/>
                <a:gd name="connsiteX32" fmla="*/ 526031 w 796766"/>
                <a:gd name="connsiteY32" fmla="*/ 43831 h 178180"/>
                <a:gd name="connsiteX33" fmla="*/ 520634 w 796766"/>
                <a:gd name="connsiteY33" fmla="*/ 41799 h 178180"/>
                <a:gd name="connsiteX34" fmla="*/ 468170 w 796766"/>
                <a:gd name="connsiteY34" fmla="*/ 55554 h 178180"/>
                <a:gd name="connsiteX35" fmla="*/ 421626 w 796766"/>
                <a:gd name="connsiteY35" fmla="*/ 123977 h 178180"/>
                <a:gd name="connsiteX36" fmla="*/ 419131 w 796766"/>
                <a:gd name="connsiteY36" fmla="*/ 158160 h 178180"/>
                <a:gd name="connsiteX37" fmla="*/ 399631 w 796766"/>
                <a:gd name="connsiteY37" fmla="*/ 178124 h 178180"/>
                <a:gd name="connsiteX38" fmla="*/ 398586 w 796766"/>
                <a:gd name="connsiteY38" fmla="*/ 178124 h 178180"/>
                <a:gd name="connsiteX39" fmla="*/ 377519 w 796766"/>
                <a:gd name="connsiteY39" fmla="*/ 156941 h 178180"/>
                <a:gd name="connsiteX40" fmla="*/ 374501 w 796766"/>
                <a:gd name="connsiteY40" fmla="*/ 118870 h 178180"/>
                <a:gd name="connsiteX41" fmla="*/ 325520 w 796766"/>
                <a:gd name="connsiteY41" fmla="*/ 53697 h 178180"/>
                <a:gd name="connsiteX42" fmla="*/ 276248 w 796766"/>
                <a:gd name="connsiteY42" fmla="*/ 41683 h 178180"/>
                <a:gd name="connsiteX43" fmla="*/ 271257 w 796766"/>
                <a:gd name="connsiteY43" fmla="*/ 43599 h 178180"/>
                <a:gd name="connsiteX44" fmla="*/ 223726 w 796766"/>
                <a:gd name="connsiteY44" fmla="*/ 91129 h 178180"/>
                <a:gd name="connsiteX45" fmla="*/ 196043 w 796766"/>
                <a:gd name="connsiteY45" fmla="*/ 91129 h 178180"/>
                <a:gd name="connsiteX46" fmla="*/ 148744 w 796766"/>
                <a:gd name="connsiteY46" fmla="*/ 43831 h 178180"/>
                <a:gd name="connsiteX47" fmla="*/ 143405 w 796766"/>
                <a:gd name="connsiteY47" fmla="*/ 41799 h 178180"/>
                <a:gd name="connsiteX48" fmla="*/ 45674 w 796766"/>
                <a:gd name="connsiteY48" fmla="*/ 117826 h 178180"/>
                <a:gd name="connsiteX49" fmla="*/ 40683 w 796766"/>
                <a:gd name="connsiteY49" fmla="*/ 154330 h 178180"/>
                <a:gd name="connsiteX50" fmla="*/ 33893 w 796766"/>
                <a:gd name="connsiteY50" fmla="*/ 171508 h 178180"/>
                <a:gd name="connsiteX51" fmla="*/ 0 w 796766"/>
                <a:gd name="connsiteY51" fmla="*/ 160772 h 17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96766" h="178180">
                  <a:moveTo>
                    <a:pt x="0" y="160772"/>
                  </a:moveTo>
                  <a:lnTo>
                    <a:pt x="0" y="145625"/>
                  </a:lnTo>
                  <a:cubicBezTo>
                    <a:pt x="1432" y="134093"/>
                    <a:pt x="3289" y="122683"/>
                    <a:pt x="5571" y="111384"/>
                  </a:cubicBezTo>
                  <a:cubicBezTo>
                    <a:pt x="9789" y="90259"/>
                    <a:pt x="17991" y="71456"/>
                    <a:pt x="30178" y="54973"/>
                  </a:cubicBezTo>
                  <a:cubicBezTo>
                    <a:pt x="42172" y="38724"/>
                    <a:pt x="57610" y="26229"/>
                    <a:pt x="76490" y="17483"/>
                  </a:cubicBezTo>
                  <a:cubicBezTo>
                    <a:pt x="102142" y="5603"/>
                    <a:pt x="129496" y="-3"/>
                    <a:pt x="158552" y="652"/>
                  </a:cubicBezTo>
                  <a:cubicBezTo>
                    <a:pt x="162189" y="728"/>
                    <a:pt x="167122" y="4001"/>
                    <a:pt x="173351" y="10460"/>
                  </a:cubicBezTo>
                  <a:cubicBezTo>
                    <a:pt x="188595" y="26321"/>
                    <a:pt x="200415" y="38300"/>
                    <a:pt x="208811" y="46384"/>
                  </a:cubicBezTo>
                  <a:cubicBezTo>
                    <a:pt x="209546" y="47081"/>
                    <a:pt x="210281" y="47081"/>
                    <a:pt x="211016" y="46384"/>
                  </a:cubicBezTo>
                  <a:cubicBezTo>
                    <a:pt x="217516" y="39960"/>
                    <a:pt x="229491" y="27912"/>
                    <a:pt x="246940" y="10228"/>
                  </a:cubicBezTo>
                  <a:cubicBezTo>
                    <a:pt x="254252" y="2840"/>
                    <a:pt x="262338" y="-549"/>
                    <a:pt x="271199" y="72"/>
                  </a:cubicBezTo>
                  <a:cubicBezTo>
                    <a:pt x="297547" y="1854"/>
                    <a:pt x="321032" y="7367"/>
                    <a:pt x="341653" y="16612"/>
                  </a:cubicBezTo>
                  <a:cubicBezTo>
                    <a:pt x="364829" y="27018"/>
                    <a:pt x="383168" y="43291"/>
                    <a:pt x="396671" y="65420"/>
                  </a:cubicBezTo>
                  <a:cubicBezTo>
                    <a:pt x="397948" y="67509"/>
                    <a:pt x="399205" y="67509"/>
                    <a:pt x="400443" y="65420"/>
                  </a:cubicBezTo>
                  <a:cubicBezTo>
                    <a:pt x="413095" y="44103"/>
                    <a:pt x="430970" y="28045"/>
                    <a:pt x="454068" y="17251"/>
                  </a:cubicBezTo>
                  <a:cubicBezTo>
                    <a:pt x="475309" y="7309"/>
                    <a:pt x="499993" y="1598"/>
                    <a:pt x="528121" y="130"/>
                  </a:cubicBezTo>
                  <a:cubicBezTo>
                    <a:pt x="535704" y="-259"/>
                    <a:pt x="541952" y="2045"/>
                    <a:pt x="546866" y="7036"/>
                  </a:cubicBezTo>
                  <a:cubicBezTo>
                    <a:pt x="557545" y="17831"/>
                    <a:pt x="570351" y="30732"/>
                    <a:pt x="585285" y="45746"/>
                  </a:cubicBezTo>
                  <a:cubicBezTo>
                    <a:pt x="586446" y="46947"/>
                    <a:pt x="587648" y="46965"/>
                    <a:pt x="588884" y="45804"/>
                  </a:cubicBezTo>
                  <a:cubicBezTo>
                    <a:pt x="599214" y="35706"/>
                    <a:pt x="610937" y="23809"/>
                    <a:pt x="624053" y="10112"/>
                  </a:cubicBezTo>
                  <a:cubicBezTo>
                    <a:pt x="631058" y="2840"/>
                    <a:pt x="639258" y="-491"/>
                    <a:pt x="648660" y="130"/>
                  </a:cubicBezTo>
                  <a:cubicBezTo>
                    <a:pt x="674584" y="1871"/>
                    <a:pt x="697740" y="7268"/>
                    <a:pt x="718128" y="16322"/>
                  </a:cubicBezTo>
                  <a:cubicBezTo>
                    <a:pt x="754342" y="32380"/>
                    <a:pt x="778177" y="61340"/>
                    <a:pt x="789628" y="103201"/>
                  </a:cubicBezTo>
                  <a:cubicBezTo>
                    <a:pt x="794386" y="120652"/>
                    <a:pt x="796766" y="138271"/>
                    <a:pt x="796766" y="156071"/>
                  </a:cubicBezTo>
                  <a:cubicBezTo>
                    <a:pt x="796806" y="164260"/>
                    <a:pt x="791914" y="171694"/>
                    <a:pt x="784346" y="174932"/>
                  </a:cubicBezTo>
                  <a:cubicBezTo>
                    <a:pt x="781056" y="176325"/>
                    <a:pt x="779083" y="177004"/>
                    <a:pt x="778427" y="176964"/>
                  </a:cubicBezTo>
                  <a:cubicBezTo>
                    <a:pt x="765427" y="175960"/>
                    <a:pt x="758306" y="169924"/>
                    <a:pt x="757070" y="158857"/>
                  </a:cubicBezTo>
                  <a:cubicBezTo>
                    <a:pt x="752079" y="114169"/>
                    <a:pt x="747436" y="75402"/>
                    <a:pt x="702633" y="53697"/>
                  </a:cubicBezTo>
                  <a:cubicBezTo>
                    <a:pt x="689012" y="47081"/>
                    <a:pt x="672611" y="43076"/>
                    <a:pt x="653419" y="41683"/>
                  </a:cubicBezTo>
                  <a:cubicBezTo>
                    <a:pt x="651521" y="41567"/>
                    <a:pt x="649896" y="42188"/>
                    <a:pt x="648544" y="43540"/>
                  </a:cubicBezTo>
                  <a:lnTo>
                    <a:pt x="600955" y="91129"/>
                  </a:lnTo>
                  <a:cubicBezTo>
                    <a:pt x="593329" y="98767"/>
                    <a:pt x="580944" y="98767"/>
                    <a:pt x="573272" y="91129"/>
                  </a:cubicBezTo>
                  <a:lnTo>
                    <a:pt x="526031" y="43831"/>
                  </a:lnTo>
                  <a:cubicBezTo>
                    <a:pt x="524523" y="42362"/>
                    <a:pt x="522723" y="41683"/>
                    <a:pt x="520634" y="41799"/>
                  </a:cubicBezTo>
                  <a:cubicBezTo>
                    <a:pt x="501676" y="42769"/>
                    <a:pt x="484188" y="47353"/>
                    <a:pt x="468170" y="55554"/>
                  </a:cubicBezTo>
                  <a:cubicBezTo>
                    <a:pt x="440197" y="69772"/>
                    <a:pt x="426849" y="94612"/>
                    <a:pt x="421626" y="123977"/>
                  </a:cubicBezTo>
                  <a:cubicBezTo>
                    <a:pt x="420814" y="128429"/>
                    <a:pt x="419982" y="139821"/>
                    <a:pt x="419131" y="158160"/>
                  </a:cubicBezTo>
                  <a:cubicBezTo>
                    <a:pt x="418627" y="169187"/>
                    <a:pt x="412127" y="175844"/>
                    <a:pt x="399631" y="178124"/>
                  </a:cubicBezTo>
                  <a:cubicBezTo>
                    <a:pt x="399244" y="178200"/>
                    <a:pt x="398895" y="178200"/>
                    <a:pt x="398586" y="178124"/>
                  </a:cubicBezTo>
                  <a:cubicBezTo>
                    <a:pt x="384619" y="176076"/>
                    <a:pt x="377596" y="169013"/>
                    <a:pt x="377519" y="156941"/>
                  </a:cubicBezTo>
                  <a:cubicBezTo>
                    <a:pt x="377480" y="140575"/>
                    <a:pt x="376475" y="127883"/>
                    <a:pt x="374501" y="118870"/>
                  </a:cubicBezTo>
                  <a:cubicBezTo>
                    <a:pt x="367614" y="87375"/>
                    <a:pt x="351287" y="65652"/>
                    <a:pt x="325520" y="53697"/>
                  </a:cubicBezTo>
                  <a:cubicBezTo>
                    <a:pt x="311166" y="47040"/>
                    <a:pt x="294742" y="43036"/>
                    <a:pt x="276248" y="41683"/>
                  </a:cubicBezTo>
                  <a:cubicBezTo>
                    <a:pt x="274313" y="41567"/>
                    <a:pt x="272650" y="42206"/>
                    <a:pt x="271257" y="43599"/>
                  </a:cubicBezTo>
                  <a:lnTo>
                    <a:pt x="223726" y="91129"/>
                  </a:lnTo>
                  <a:cubicBezTo>
                    <a:pt x="216056" y="98767"/>
                    <a:pt x="203668" y="98767"/>
                    <a:pt x="196043" y="91129"/>
                  </a:cubicBezTo>
                  <a:lnTo>
                    <a:pt x="148744" y="43831"/>
                  </a:lnTo>
                  <a:cubicBezTo>
                    <a:pt x="147341" y="42426"/>
                    <a:pt x="145399" y="41689"/>
                    <a:pt x="143405" y="41799"/>
                  </a:cubicBezTo>
                  <a:cubicBezTo>
                    <a:pt x="95120" y="44411"/>
                    <a:pt x="56062" y="67799"/>
                    <a:pt x="45674" y="117826"/>
                  </a:cubicBezTo>
                  <a:cubicBezTo>
                    <a:pt x="43198" y="129705"/>
                    <a:pt x="41534" y="141870"/>
                    <a:pt x="40683" y="154330"/>
                  </a:cubicBezTo>
                  <a:cubicBezTo>
                    <a:pt x="40102" y="162530"/>
                    <a:pt x="37839" y="168258"/>
                    <a:pt x="33893" y="171508"/>
                  </a:cubicBezTo>
                  <a:cubicBezTo>
                    <a:pt x="21473" y="181722"/>
                    <a:pt x="4817" y="176325"/>
                    <a:pt x="0" y="160772"/>
                  </a:cubicBezTo>
                  <a:close/>
                </a:path>
              </a:pathLst>
            </a:custGeom>
            <a:grpFill/>
            <a:ln w="5779"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81610790"/>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 name="Chart 46"/>
          <p:cNvGraphicFramePr>
            <a:graphicFrameLocks noChangeAspect="1"/>
          </p:cNvGraphicFramePr>
          <p:nvPr>
            <p:extLst>
              <p:ext uri="{D42A27DB-BD31-4B8C-83A1-F6EECF244321}">
                <p14:modId xmlns:p14="http://schemas.microsoft.com/office/powerpoint/2010/main" val="1279509411"/>
              </p:ext>
            </p:extLst>
          </p:nvPr>
        </p:nvGraphicFramePr>
        <p:xfrm>
          <a:off x="2827667" y="2205649"/>
          <a:ext cx="3778513" cy="208824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6" name="Chart 45"/>
          <p:cNvGraphicFramePr>
            <a:graphicFrameLocks noChangeAspect="1"/>
          </p:cNvGraphicFramePr>
          <p:nvPr>
            <p:extLst>
              <p:ext uri="{D42A27DB-BD31-4B8C-83A1-F6EECF244321}">
                <p14:modId xmlns:p14="http://schemas.microsoft.com/office/powerpoint/2010/main" val="365438747"/>
              </p:ext>
            </p:extLst>
          </p:nvPr>
        </p:nvGraphicFramePr>
        <p:xfrm>
          <a:off x="5585820" y="2205649"/>
          <a:ext cx="3778513" cy="208824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8" name="Chart 47"/>
          <p:cNvGraphicFramePr>
            <a:graphicFrameLocks noChangeAspect="1"/>
          </p:cNvGraphicFramePr>
          <p:nvPr>
            <p:extLst>
              <p:ext uri="{D42A27DB-BD31-4B8C-83A1-F6EECF244321}">
                <p14:modId xmlns:p14="http://schemas.microsoft.com/office/powerpoint/2010/main" val="3310671646"/>
              </p:ext>
            </p:extLst>
          </p:nvPr>
        </p:nvGraphicFramePr>
        <p:xfrm>
          <a:off x="8343974" y="2205649"/>
          <a:ext cx="3778513" cy="208824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5" name="Chart 44"/>
          <p:cNvGraphicFramePr>
            <a:graphicFrameLocks noChangeAspect="1"/>
          </p:cNvGraphicFramePr>
          <p:nvPr>
            <p:extLst>
              <p:ext uri="{D42A27DB-BD31-4B8C-83A1-F6EECF244321}">
                <p14:modId xmlns:p14="http://schemas.microsoft.com/office/powerpoint/2010/main" val="2376592270"/>
              </p:ext>
            </p:extLst>
          </p:nvPr>
        </p:nvGraphicFramePr>
        <p:xfrm>
          <a:off x="69514" y="2205649"/>
          <a:ext cx="3778513" cy="2088241"/>
        </p:xfrm>
        <a:graphic>
          <a:graphicData uri="http://schemas.openxmlformats.org/drawingml/2006/chart">
            <c:chart xmlns:c="http://schemas.openxmlformats.org/drawingml/2006/chart" xmlns:r="http://schemas.openxmlformats.org/officeDocument/2006/relationships" r:id="rId7"/>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Key figures 2</a:t>
            </a:r>
          </a:p>
        </p:txBody>
      </p:sp>
      <p:sp>
        <p:nvSpPr>
          <p:cNvPr id="41" name="Oval 40"/>
          <p:cNvSpPr>
            <a:spLocks noChangeAspect="1"/>
          </p:cNvSpPr>
          <p:nvPr/>
        </p:nvSpPr>
        <p:spPr>
          <a:xfrm>
            <a:off x="4063524"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40%</a:t>
            </a:r>
          </a:p>
        </p:txBody>
      </p:sp>
      <p:sp>
        <p:nvSpPr>
          <p:cNvPr id="42" name="Oval 41"/>
          <p:cNvSpPr>
            <a:spLocks noChangeAspect="1"/>
          </p:cNvSpPr>
          <p:nvPr/>
        </p:nvSpPr>
        <p:spPr>
          <a:xfrm>
            <a:off x="6821677"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60%</a:t>
            </a:r>
          </a:p>
        </p:txBody>
      </p:sp>
      <p:sp>
        <p:nvSpPr>
          <p:cNvPr id="43" name="Oval 42"/>
          <p:cNvSpPr>
            <a:spLocks noChangeAspect="1"/>
          </p:cNvSpPr>
          <p:nvPr/>
        </p:nvSpPr>
        <p:spPr>
          <a:xfrm>
            <a:off x="9579829"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75%</a:t>
            </a:r>
          </a:p>
        </p:txBody>
      </p:sp>
      <p:sp>
        <p:nvSpPr>
          <p:cNvPr id="44" name="Oval 43"/>
          <p:cNvSpPr>
            <a:spLocks noChangeAspect="1"/>
          </p:cNvSpPr>
          <p:nvPr/>
        </p:nvSpPr>
        <p:spPr>
          <a:xfrm>
            <a:off x="1305370"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80%</a:t>
            </a:r>
          </a:p>
        </p:txBody>
      </p:sp>
      <p:cxnSp>
        <p:nvCxnSpPr>
          <p:cNvPr id="49" name="Straight Connector 48"/>
          <p:cNvCxnSpPr/>
          <p:nvPr/>
        </p:nvCxnSpPr>
        <p:spPr>
          <a:xfrm>
            <a:off x="3337847" y="2249326"/>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6096000" y="2249325"/>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8854153" y="2249324"/>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574759" y="441786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3363071" y="441786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6087451" y="4416829"/>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5" name="TextBox 54"/>
          <p:cNvSpPr txBox="1"/>
          <p:nvPr/>
        </p:nvSpPr>
        <p:spPr>
          <a:xfrm>
            <a:off x="8872847" y="4415796"/>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3767297388"/>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7D492F3-14E6-9D10-2CD6-32A8EDC76B0D}"/>
              </a:ext>
            </a:extLst>
          </p:cNvPr>
          <p:cNvGrpSpPr/>
          <p:nvPr/>
        </p:nvGrpSpPr>
        <p:grpSpPr>
          <a:xfrm>
            <a:off x="1587927" y="1379274"/>
            <a:ext cx="1720882" cy="3283525"/>
            <a:chOff x="1079927" y="1379274"/>
            <a:chExt cx="1720882" cy="3283525"/>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4" name="Group 3">
            <a:extLst>
              <a:ext uri="{FF2B5EF4-FFF2-40B4-BE49-F238E27FC236}">
                <a16:creationId xmlns:a16="http://schemas.microsoft.com/office/drawing/2014/main" id="{E7FC167A-0437-5763-1659-5ABF3C81A691}"/>
              </a:ext>
            </a:extLst>
          </p:cNvPr>
          <p:cNvGrpSpPr/>
          <p:nvPr/>
        </p:nvGrpSpPr>
        <p:grpSpPr>
          <a:xfrm>
            <a:off x="5235559" y="1379274"/>
            <a:ext cx="1720882" cy="3283525"/>
            <a:chOff x="3850348" y="1379274"/>
            <a:chExt cx="1720882" cy="3283525"/>
          </a:xfrm>
        </p:grpSpPr>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5" name="Group 4">
            <a:extLst>
              <a:ext uri="{FF2B5EF4-FFF2-40B4-BE49-F238E27FC236}">
                <a16:creationId xmlns:a16="http://schemas.microsoft.com/office/drawing/2014/main" id="{2ADEFB5A-3075-E2FC-1870-D00397452103}"/>
              </a:ext>
            </a:extLst>
          </p:cNvPr>
          <p:cNvGrpSpPr/>
          <p:nvPr/>
        </p:nvGrpSpPr>
        <p:grpSpPr>
          <a:xfrm>
            <a:off x="8883191" y="1379274"/>
            <a:ext cx="1720882" cy="3283525"/>
            <a:chOff x="6620769" y="1379274"/>
            <a:chExt cx="1720882" cy="3283525"/>
          </a:xfrm>
        </p:grpSpPr>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Key figures 3</a:t>
            </a:r>
          </a:p>
        </p:txBody>
      </p:sp>
      <p:sp>
        <p:nvSpPr>
          <p:cNvPr id="41" name="Rectangle 40"/>
          <p:cNvSpPr>
            <a:spLocks/>
          </p:cNvSpPr>
          <p:nvPr/>
        </p:nvSpPr>
        <p:spPr>
          <a:xfrm>
            <a:off x="544260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9117943"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4" name="Rectangle 43"/>
          <p:cNvSpPr>
            <a:spLocks/>
          </p:cNvSpPr>
          <p:nvPr/>
        </p:nvSpPr>
        <p:spPr>
          <a:xfrm>
            <a:off x="176725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1046653"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4721996"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8397338" y="527383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2906075424"/>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3" name="Rectangle: Rounded Corners 92"/>
          <p:cNvSpPr/>
          <p:nvPr/>
        </p:nvSpPr>
        <p:spPr>
          <a:xfrm>
            <a:off x="9391191"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4" name="Rectangle: Rounded Corners 93"/>
          <p:cNvSpPr/>
          <p:nvPr/>
        </p:nvSpPr>
        <p:spPr>
          <a:xfrm>
            <a:off x="9391191"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5" name="Rectangle: Rounded Corners 94"/>
          <p:cNvSpPr/>
          <p:nvPr/>
        </p:nvSpPr>
        <p:spPr>
          <a:xfrm>
            <a:off x="9391191"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6" name="Rectangle: Rounded Corners 95"/>
          <p:cNvSpPr/>
          <p:nvPr/>
        </p:nvSpPr>
        <p:spPr>
          <a:xfrm>
            <a:off x="9391191"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7" name="Rectangle: Rounded Corners 96"/>
          <p:cNvSpPr/>
          <p:nvPr/>
        </p:nvSpPr>
        <p:spPr>
          <a:xfrm>
            <a:off x="9391191"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8" name="Rectangle: Rounded Corners 97"/>
          <p:cNvSpPr/>
          <p:nvPr/>
        </p:nvSpPr>
        <p:spPr>
          <a:xfrm>
            <a:off x="9391191"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9" name="Rectangle: Rounded Corners 98"/>
          <p:cNvSpPr/>
          <p:nvPr/>
        </p:nvSpPr>
        <p:spPr>
          <a:xfrm>
            <a:off x="9391191"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0" name="Rectangle: Rounded Corners 99"/>
          <p:cNvSpPr/>
          <p:nvPr/>
        </p:nvSpPr>
        <p:spPr>
          <a:xfrm>
            <a:off x="9391191"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1" name="Rectangle: Rounded Corners 100"/>
          <p:cNvSpPr/>
          <p:nvPr/>
        </p:nvSpPr>
        <p:spPr>
          <a:xfrm>
            <a:off x="9391191" y="1711783"/>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2" name="Rectangle: Rounded Corners 101"/>
          <p:cNvSpPr/>
          <p:nvPr/>
        </p:nvSpPr>
        <p:spPr>
          <a:xfrm>
            <a:off x="9391191"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3" name="Rectangle: Rounded Corners 102"/>
          <p:cNvSpPr/>
          <p:nvPr/>
        </p:nvSpPr>
        <p:spPr>
          <a:xfrm>
            <a:off x="10279342"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4" name="Rectangle: Rounded Corners 103"/>
          <p:cNvSpPr/>
          <p:nvPr/>
        </p:nvSpPr>
        <p:spPr>
          <a:xfrm>
            <a:off x="10279342"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5" name="Rectangle: Rounded Corners 104"/>
          <p:cNvSpPr/>
          <p:nvPr/>
        </p:nvSpPr>
        <p:spPr>
          <a:xfrm>
            <a:off x="10279342"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6" name="Rectangle: Rounded Corners 105"/>
          <p:cNvSpPr/>
          <p:nvPr/>
        </p:nvSpPr>
        <p:spPr>
          <a:xfrm>
            <a:off x="10279342"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7" name="Rectangle: Rounded Corners 106"/>
          <p:cNvSpPr/>
          <p:nvPr/>
        </p:nvSpPr>
        <p:spPr>
          <a:xfrm>
            <a:off x="10279342"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8" name="Rectangle: Rounded Corners 107"/>
          <p:cNvSpPr/>
          <p:nvPr/>
        </p:nvSpPr>
        <p:spPr>
          <a:xfrm>
            <a:off x="10279342"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9" name="Rectangle: Rounded Corners 108"/>
          <p:cNvSpPr/>
          <p:nvPr/>
        </p:nvSpPr>
        <p:spPr>
          <a:xfrm>
            <a:off x="10279342"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0" name="Rectangle: Rounded Corners 109"/>
          <p:cNvSpPr/>
          <p:nvPr/>
        </p:nvSpPr>
        <p:spPr>
          <a:xfrm>
            <a:off x="10279342"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1" name="Rectangle: Rounded Corners 110"/>
          <p:cNvSpPr/>
          <p:nvPr/>
        </p:nvSpPr>
        <p:spPr>
          <a:xfrm>
            <a:off x="10279342"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2" name="Rectangle: Rounded Corners 111"/>
          <p:cNvSpPr/>
          <p:nvPr/>
        </p:nvSpPr>
        <p:spPr>
          <a:xfrm>
            <a:off x="10279342"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Key figures 4</a:t>
            </a:r>
          </a:p>
        </p:txBody>
      </p:sp>
      <p:sp>
        <p:nvSpPr>
          <p:cNvPr id="41" name="Rectangle 40"/>
          <p:cNvSpPr>
            <a:spLocks/>
          </p:cNvSpPr>
          <p:nvPr/>
        </p:nvSpPr>
        <p:spPr>
          <a:xfrm>
            <a:off x="4063524"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682167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3" name="Rectangle 42"/>
          <p:cNvSpPr>
            <a:spLocks/>
          </p:cNvSpPr>
          <p:nvPr/>
        </p:nvSpPr>
        <p:spPr>
          <a:xfrm>
            <a:off x="9579829"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85%</a:t>
            </a:r>
          </a:p>
        </p:txBody>
      </p:sp>
      <p:sp>
        <p:nvSpPr>
          <p:cNvPr id="44" name="Rectangle 43"/>
          <p:cNvSpPr>
            <a:spLocks/>
          </p:cNvSpPr>
          <p:nvPr/>
        </p:nvSpPr>
        <p:spPr>
          <a:xfrm>
            <a:off x="130537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574759"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3363071"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6087451" y="527383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5" name="TextBox 54"/>
          <p:cNvSpPr txBox="1"/>
          <p:nvPr/>
        </p:nvSpPr>
        <p:spPr>
          <a:xfrm>
            <a:off x="8872847" y="5272799"/>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625810942"/>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5</a:t>
            </a:r>
          </a:p>
        </p:txBody>
      </p:sp>
      <p:sp>
        <p:nvSpPr>
          <p:cNvPr id="113" name="Freeform: Shape 112"/>
          <p:cNvSpPr>
            <a:spLocks noChangeAspect="1"/>
          </p:cNvSpPr>
          <p:nvPr/>
        </p:nvSpPr>
        <p:spPr>
          <a:xfrm>
            <a:off x="541881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 name="Freeform: Shape 113"/>
          <p:cNvSpPr>
            <a:spLocks noChangeAspect="1"/>
          </p:cNvSpPr>
          <p:nvPr/>
        </p:nvSpPr>
        <p:spPr>
          <a:xfrm>
            <a:off x="1061239"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 name="Freeform: Shape 114"/>
          <p:cNvSpPr>
            <a:spLocks noChangeAspect="1"/>
          </p:cNvSpPr>
          <p:nvPr/>
        </p:nvSpPr>
        <p:spPr>
          <a:xfrm>
            <a:off x="15454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Freeform: Shape 115"/>
          <p:cNvSpPr>
            <a:spLocks noChangeAspect="1"/>
          </p:cNvSpPr>
          <p:nvPr/>
        </p:nvSpPr>
        <p:spPr>
          <a:xfrm>
            <a:off x="2029588"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 name="Freeform: Shape 116"/>
          <p:cNvSpPr>
            <a:spLocks noChangeAspect="1"/>
          </p:cNvSpPr>
          <p:nvPr/>
        </p:nvSpPr>
        <p:spPr>
          <a:xfrm>
            <a:off x="251376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 name="Freeform: Shape 117"/>
          <p:cNvSpPr>
            <a:spLocks noChangeAspect="1"/>
          </p:cNvSpPr>
          <p:nvPr/>
        </p:nvSpPr>
        <p:spPr>
          <a:xfrm>
            <a:off x="2997937"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Freeform: Shape 118"/>
          <p:cNvSpPr>
            <a:spLocks noChangeAspect="1"/>
          </p:cNvSpPr>
          <p:nvPr/>
        </p:nvSpPr>
        <p:spPr>
          <a:xfrm>
            <a:off x="3482112"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 name="Freeform: Shape 119"/>
          <p:cNvSpPr>
            <a:spLocks noChangeAspect="1"/>
          </p:cNvSpPr>
          <p:nvPr/>
        </p:nvSpPr>
        <p:spPr>
          <a:xfrm>
            <a:off x="3966286"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 name="Freeform: Shape 120"/>
          <p:cNvSpPr>
            <a:spLocks noChangeAspect="1"/>
          </p:cNvSpPr>
          <p:nvPr/>
        </p:nvSpPr>
        <p:spPr>
          <a:xfrm>
            <a:off x="4450461"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 name="Freeform: Shape 121"/>
          <p:cNvSpPr>
            <a:spLocks noChangeAspect="1"/>
          </p:cNvSpPr>
          <p:nvPr/>
        </p:nvSpPr>
        <p:spPr>
          <a:xfrm>
            <a:off x="4934635"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 name="Freeform: Shape 122"/>
          <p:cNvSpPr>
            <a:spLocks noChangeAspect="1"/>
          </p:cNvSpPr>
          <p:nvPr/>
        </p:nvSpPr>
        <p:spPr>
          <a:xfrm>
            <a:off x="54188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 name="Freeform: Shape 123"/>
          <p:cNvSpPr>
            <a:spLocks noChangeAspect="1"/>
          </p:cNvSpPr>
          <p:nvPr/>
        </p:nvSpPr>
        <p:spPr>
          <a:xfrm>
            <a:off x="1061238" y="472161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 name="Freeform: Shape 124"/>
          <p:cNvSpPr>
            <a:spLocks noChangeAspect="1"/>
          </p:cNvSpPr>
          <p:nvPr/>
        </p:nvSpPr>
        <p:spPr>
          <a:xfrm>
            <a:off x="1545413"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 name="Freeform: Shape 125"/>
          <p:cNvSpPr>
            <a:spLocks noChangeAspect="1"/>
          </p:cNvSpPr>
          <p:nvPr/>
        </p:nvSpPr>
        <p:spPr>
          <a:xfrm>
            <a:off x="2029587"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 name="Freeform: Shape 126"/>
          <p:cNvSpPr>
            <a:spLocks noChangeAspect="1"/>
          </p:cNvSpPr>
          <p:nvPr/>
        </p:nvSpPr>
        <p:spPr>
          <a:xfrm>
            <a:off x="2513762"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 name="Freeform: Shape 127"/>
          <p:cNvSpPr>
            <a:spLocks noChangeAspect="1"/>
          </p:cNvSpPr>
          <p:nvPr/>
        </p:nvSpPr>
        <p:spPr>
          <a:xfrm>
            <a:off x="2997936"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 name="Freeform: Shape 128"/>
          <p:cNvSpPr>
            <a:spLocks noChangeAspect="1"/>
          </p:cNvSpPr>
          <p:nvPr/>
        </p:nvSpPr>
        <p:spPr>
          <a:xfrm>
            <a:off x="3482111" y="472160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 name="Freeform: Shape 129"/>
          <p:cNvSpPr>
            <a:spLocks noChangeAspect="1"/>
          </p:cNvSpPr>
          <p:nvPr/>
        </p:nvSpPr>
        <p:spPr>
          <a:xfrm>
            <a:off x="3966285" y="4721608"/>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 name="Freeform: Shape 130"/>
          <p:cNvSpPr>
            <a:spLocks noChangeAspect="1"/>
          </p:cNvSpPr>
          <p:nvPr/>
        </p:nvSpPr>
        <p:spPr>
          <a:xfrm>
            <a:off x="4450460" y="4721607"/>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 name="Freeform: Shape 131"/>
          <p:cNvSpPr>
            <a:spLocks noChangeAspect="1"/>
          </p:cNvSpPr>
          <p:nvPr/>
        </p:nvSpPr>
        <p:spPr>
          <a:xfrm>
            <a:off x="4934634" y="4721606"/>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 name="Freeform: Shape 132"/>
          <p:cNvSpPr>
            <a:spLocks noChangeAspect="1"/>
          </p:cNvSpPr>
          <p:nvPr/>
        </p:nvSpPr>
        <p:spPr>
          <a:xfrm>
            <a:off x="5418812" y="472160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 name="Freeform: Shape 133"/>
          <p:cNvSpPr>
            <a:spLocks noChangeAspect="1"/>
          </p:cNvSpPr>
          <p:nvPr/>
        </p:nvSpPr>
        <p:spPr>
          <a:xfrm>
            <a:off x="1061238"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 name="Freeform: Shape 134"/>
          <p:cNvSpPr>
            <a:spLocks noChangeAspect="1"/>
          </p:cNvSpPr>
          <p:nvPr/>
        </p:nvSpPr>
        <p:spPr>
          <a:xfrm>
            <a:off x="1545413"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 name="Freeform: Shape 135"/>
          <p:cNvSpPr>
            <a:spLocks noChangeAspect="1"/>
          </p:cNvSpPr>
          <p:nvPr/>
        </p:nvSpPr>
        <p:spPr>
          <a:xfrm>
            <a:off x="2029587"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Freeform: Shape 136"/>
          <p:cNvSpPr>
            <a:spLocks noChangeAspect="1"/>
          </p:cNvSpPr>
          <p:nvPr/>
        </p:nvSpPr>
        <p:spPr>
          <a:xfrm>
            <a:off x="251376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Freeform: Shape 137"/>
          <p:cNvSpPr>
            <a:spLocks noChangeAspect="1"/>
          </p:cNvSpPr>
          <p:nvPr/>
        </p:nvSpPr>
        <p:spPr>
          <a:xfrm>
            <a:off x="2997936"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 name="Freeform: Shape 138"/>
          <p:cNvSpPr>
            <a:spLocks noChangeAspect="1"/>
          </p:cNvSpPr>
          <p:nvPr/>
        </p:nvSpPr>
        <p:spPr>
          <a:xfrm>
            <a:off x="3482111"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Freeform: Shape 139"/>
          <p:cNvSpPr>
            <a:spLocks noChangeAspect="1"/>
          </p:cNvSpPr>
          <p:nvPr/>
        </p:nvSpPr>
        <p:spPr>
          <a:xfrm>
            <a:off x="3966285" y="3447064"/>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 name="Freeform: Shape 140"/>
          <p:cNvSpPr>
            <a:spLocks noChangeAspect="1"/>
          </p:cNvSpPr>
          <p:nvPr/>
        </p:nvSpPr>
        <p:spPr>
          <a:xfrm>
            <a:off x="4450460" y="3447063"/>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Freeform: Shape 141"/>
          <p:cNvSpPr>
            <a:spLocks noChangeAspect="1"/>
          </p:cNvSpPr>
          <p:nvPr/>
        </p:nvSpPr>
        <p:spPr>
          <a:xfrm>
            <a:off x="4934634" y="344706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9" name="Woman"/>
          <p:cNvGrpSpPr>
            <a:grpSpLocks noChangeAspect="1"/>
          </p:cNvGrpSpPr>
          <p:nvPr>
            <p:custDataLst>
              <p:tags r:id="rId2"/>
            </p:custDataLst>
          </p:nvPr>
        </p:nvGrpSpPr>
        <p:grpSpPr bwMode="auto">
          <a:xfrm>
            <a:off x="6091546" y="2172525"/>
            <a:ext cx="508286" cy="1068074"/>
            <a:chOff x="2" y="8"/>
            <a:chExt cx="227" cy="477"/>
          </a:xfrm>
          <a:solidFill>
            <a:schemeClr val="accent2"/>
          </a:solidFill>
        </p:grpSpPr>
        <p:sp>
          <p:nvSpPr>
            <p:cNvPr id="40" name="Woman"/>
            <p:cNvSpPr>
              <a:spLocks/>
            </p:cNvSpPr>
            <p:nvPr>
              <p:custDataLst>
                <p:tags r:id="rId9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Woman"/>
            <p:cNvSpPr>
              <a:spLocks noChangeArrowheads="1"/>
            </p:cNvSpPr>
            <p:nvPr>
              <p:custDataLst>
                <p:tags r:id="rId9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2" name="Woman - 1"/>
          <p:cNvGrpSpPr>
            <a:grpSpLocks noChangeAspect="1"/>
          </p:cNvGrpSpPr>
          <p:nvPr>
            <p:custDataLst>
              <p:tags r:id="rId3"/>
            </p:custDataLst>
          </p:nvPr>
        </p:nvGrpSpPr>
        <p:grpSpPr bwMode="auto">
          <a:xfrm>
            <a:off x="6612661" y="2172525"/>
            <a:ext cx="508286" cy="1068074"/>
            <a:chOff x="2" y="8"/>
            <a:chExt cx="227" cy="477"/>
          </a:xfrm>
          <a:solidFill>
            <a:schemeClr val="accent2"/>
          </a:solidFill>
        </p:grpSpPr>
        <p:sp>
          <p:nvSpPr>
            <p:cNvPr id="43" name="Woman"/>
            <p:cNvSpPr>
              <a:spLocks/>
            </p:cNvSpPr>
            <p:nvPr>
              <p:custDataLst>
                <p:tags r:id="rId8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Woman"/>
            <p:cNvSpPr>
              <a:spLocks noChangeArrowheads="1"/>
            </p:cNvSpPr>
            <p:nvPr>
              <p:custDataLst>
                <p:tags r:id="rId8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 name="Woman - 2"/>
          <p:cNvGrpSpPr>
            <a:grpSpLocks noChangeAspect="1"/>
          </p:cNvGrpSpPr>
          <p:nvPr>
            <p:custDataLst>
              <p:tags r:id="rId4"/>
            </p:custDataLst>
          </p:nvPr>
        </p:nvGrpSpPr>
        <p:grpSpPr bwMode="auto">
          <a:xfrm>
            <a:off x="7133775" y="2172525"/>
            <a:ext cx="508286" cy="1068074"/>
            <a:chOff x="2" y="8"/>
            <a:chExt cx="227" cy="477"/>
          </a:xfrm>
          <a:solidFill>
            <a:schemeClr val="accent2"/>
          </a:solidFill>
        </p:grpSpPr>
        <p:sp>
          <p:nvSpPr>
            <p:cNvPr id="46" name="Woman"/>
            <p:cNvSpPr>
              <a:spLocks/>
            </p:cNvSpPr>
            <p:nvPr>
              <p:custDataLst>
                <p:tags r:id="rId8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Woman"/>
            <p:cNvSpPr>
              <a:spLocks noChangeArrowheads="1"/>
            </p:cNvSpPr>
            <p:nvPr>
              <p:custDataLst>
                <p:tags r:id="rId8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8" name="Woman - 3"/>
          <p:cNvGrpSpPr>
            <a:grpSpLocks noChangeAspect="1"/>
          </p:cNvGrpSpPr>
          <p:nvPr>
            <p:custDataLst>
              <p:tags r:id="rId5"/>
            </p:custDataLst>
          </p:nvPr>
        </p:nvGrpSpPr>
        <p:grpSpPr bwMode="auto">
          <a:xfrm>
            <a:off x="7654890" y="2172525"/>
            <a:ext cx="508286" cy="1068074"/>
            <a:chOff x="2" y="8"/>
            <a:chExt cx="227" cy="477"/>
          </a:xfrm>
          <a:solidFill>
            <a:schemeClr val="accent2"/>
          </a:solidFill>
        </p:grpSpPr>
        <p:sp>
          <p:nvSpPr>
            <p:cNvPr id="49" name="Woman"/>
            <p:cNvSpPr>
              <a:spLocks/>
            </p:cNvSpPr>
            <p:nvPr>
              <p:custDataLst>
                <p:tags r:id="rId8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Woman"/>
            <p:cNvSpPr>
              <a:spLocks noChangeArrowheads="1"/>
            </p:cNvSpPr>
            <p:nvPr>
              <p:custDataLst>
                <p:tags r:id="rId8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1" name="Woman - 4"/>
          <p:cNvGrpSpPr>
            <a:grpSpLocks noChangeAspect="1"/>
          </p:cNvGrpSpPr>
          <p:nvPr>
            <p:custDataLst>
              <p:tags r:id="rId6"/>
            </p:custDataLst>
          </p:nvPr>
        </p:nvGrpSpPr>
        <p:grpSpPr bwMode="auto">
          <a:xfrm>
            <a:off x="8176004" y="2172525"/>
            <a:ext cx="508286" cy="1068074"/>
            <a:chOff x="2" y="8"/>
            <a:chExt cx="227" cy="477"/>
          </a:xfrm>
          <a:solidFill>
            <a:schemeClr val="accent2"/>
          </a:solidFill>
        </p:grpSpPr>
        <p:sp>
          <p:nvSpPr>
            <p:cNvPr id="52" name="Woman"/>
            <p:cNvSpPr>
              <a:spLocks/>
            </p:cNvSpPr>
            <p:nvPr>
              <p:custDataLst>
                <p:tags r:id="rId8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Woman"/>
            <p:cNvSpPr>
              <a:spLocks noChangeArrowheads="1"/>
            </p:cNvSpPr>
            <p:nvPr>
              <p:custDataLst>
                <p:tags r:id="rId8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4" name="Woman - 5"/>
          <p:cNvGrpSpPr>
            <a:grpSpLocks noChangeAspect="1"/>
          </p:cNvGrpSpPr>
          <p:nvPr>
            <p:custDataLst>
              <p:tags r:id="rId7"/>
            </p:custDataLst>
          </p:nvPr>
        </p:nvGrpSpPr>
        <p:grpSpPr bwMode="auto">
          <a:xfrm>
            <a:off x="8697119" y="2172525"/>
            <a:ext cx="508286" cy="1068074"/>
            <a:chOff x="2" y="8"/>
            <a:chExt cx="227" cy="477"/>
          </a:xfrm>
          <a:solidFill>
            <a:schemeClr val="accent2"/>
          </a:solidFill>
        </p:grpSpPr>
        <p:sp>
          <p:nvSpPr>
            <p:cNvPr id="55" name="Woman"/>
            <p:cNvSpPr>
              <a:spLocks/>
            </p:cNvSpPr>
            <p:nvPr>
              <p:custDataLst>
                <p:tags r:id="rId8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Woman"/>
            <p:cNvSpPr>
              <a:spLocks noChangeArrowheads="1"/>
            </p:cNvSpPr>
            <p:nvPr>
              <p:custDataLst>
                <p:tags r:id="rId8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7" name="Woman - 6"/>
          <p:cNvGrpSpPr>
            <a:grpSpLocks noChangeAspect="1"/>
          </p:cNvGrpSpPr>
          <p:nvPr>
            <p:custDataLst>
              <p:tags r:id="rId8"/>
            </p:custDataLst>
          </p:nvPr>
        </p:nvGrpSpPr>
        <p:grpSpPr bwMode="auto">
          <a:xfrm>
            <a:off x="9218234" y="2172525"/>
            <a:ext cx="508286" cy="1068074"/>
            <a:chOff x="2" y="8"/>
            <a:chExt cx="227" cy="477"/>
          </a:xfrm>
          <a:solidFill>
            <a:schemeClr val="accent2"/>
          </a:solidFill>
        </p:grpSpPr>
        <p:sp>
          <p:nvSpPr>
            <p:cNvPr id="58" name="Woman"/>
            <p:cNvSpPr>
              <a:spLocks/>
            </p:cNvSpPr>
            <p:nvPr>
              <p:custDataLst>
                <p:tags r:id="rId7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Woman"/>
            <p:cNvSpPr>
              <a:spLocks noChangeArrowheads="1"/>
            </p:cNvSpPr>
            <p:nvPr>
              <p:custDataLst>
                <p:tags r:id="rId7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0" name="Woman - 7"/>
          <p:cNvGrpSpPr>
            <a:grpSpLocks noChangeAspect="1"/>
          </p:cNvGrpSpPr>
          <p:nvPr>
            <p:custDataLst>
              <p:tags r:id="rId9"/>
            </p:custDataLst>
          </p:nvPr>
        </p:nvGrpSpPr>
        <p:grpSpPr bwMode="auto">
          <a:xfrm>
            <a:off x="9739348" y="2172525"/>
            <a:ext cx="508286" cy="1068074"/>
            <a:chOff x="2" y="8"/>
            <a:chExt cx="227" cy="477"/>
          </a:xfrm>
          <a:solidFill>
            <a:schemeClr val="accent2"/>
          </a:solidFill>
        </p:grpSpPr>
        <p:sp>
          <p:nvSpPr>
            <p:cNvPr id="61" name="Woman"/>
            <p:cNvSpPr>
              <a:spLocks/>
            </p:cNvSpPr>
            <p:nvPr>
              <p:custDataLst>
                <p:tags r:id="rId7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Woman"/>
            <p:cNvSpPr>
              <a:spLocks noChangeArrowheads="1"/>
            </p:cNvSpPr>
            <p:nvPr>
              <p:custDataLst>
                <p:tags r:id="rId7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3" name="Woman - 8"/>
          <p:cNvGrpSpPr>
            <a:grpSpLocks noChangeAspect="1"/>
          </p:cNvGrpSpPr>
          <p:nvPr>
            <p:custDataLst>
              <p:tags r:id="rId10"/>
            </p:custDataLst>
          </p:nvPr>
        </p:nvGrpSpPr>
        <p:grpSpPr bwMode="auto">
          <a:xfrm>
            <a:off x="10260463" y="2172525"/>
            <a:ext cx="508286" cy="1068074"/>
            <a:chOff x="2" y="8"/>
            <a:chExt cx="227" cy="477"/>
          </a:xfrm>
          <a:solidFill>
            <a:schemeClr val="accent2"/>
          </a:solidFill>
        </p:grpSpPr>
        <p:sp>
          <p:nvSpPr>
            <p:cNvPr id="64" name="Woman"/>
            <p:cNvSpPr>
              <a:spLocks/>
            </p:cNvSpPr>
            <p:nvPr>
              <p:custDataLst>
                <p:tags r:id="rId7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Woman"/>
            <p:cNvSpPr>
              <a:spLocks noChangeArrowheads="1"/>
            </p:cNvSpPr>
            <p:nvPr>
              <p:custDataLst>
                <p:tags r:id="rId7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Woman - 9"/>
          <p:cNvGrpSpPr>
            <a:grpSpLocks noChangeAspect="1"/>
          </p:cNvGrpSpPr>
          <p:nvPr>
            <p:custDataLst>
              <p:tags r:id="rId11"/>
            </p:custDataLst>
          </p:nvPr>
        </p:nvGrpSpPr>
        <p:grpSpPr bwMode="auto">
          <a:xfrm>
            <a:off x="10781574" y="2172525"/>
            <a:ext cx="508286" cy="1068074"/>
            <a:chOff x="2" y="8"/>
            <a:chExt cx="227" cy="477"/>
          </a:xfrm>
          <a:solidFill>
            <a:schemeClr val="accent2"/>
          </a:solidFill>
        </p:grpSpPr>
        <p:sp>
          <p:nvSpPr>
            <p:cNvPr id="67" name="Woman"/>
            <p:cNvSpPr>
              <a:spLocks/>
            </p:cNvSpPr>
            <p:nvPr>
              <p:custDataLst>
                <p:tags r:id="rId7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Woman"/>
            <p:cNvSpPr>
              <a:spLocks noChangeArrowheads="1"/>
            </p:cNvSpPr>
            <p:nvPr>
              <p:custDataLst>
                <p:tags r:id="rId7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9" name="Woman"/>
          <p:cNvGrpSpPr>
            <a:grpSpLocks noChangeAspect="1"/>
          </p:cNvGrpSpPr>
          <p:nvPr>
            <p:custDataLst>
              <p:tags r:id="rId12"/>
            </p:custDataLst>
          </p:nvPr>
        </p:nvGrpSpPr>
        <p:grpSpPr bwMode="auto">
          <a:xfrm>
            <a:off x="6091546" y="3447069"/>
            <a:ext cx="508286" cy="1068074"/>
            <a:chOff x="2" y="8"/>
            <a:chExt cx="227" cy="477"/>
          </a:xfrm>
          <a:solidFill>
            <a:schemeClr val="accent1"/>
          </a:solidFill>
        </p:grpSpPr>
        <p:sp>
          <p:nvSpPr>
            <p:cNvPr id="70" name="Woman"/>
            <p:cNvSpPr>
              <a:spLocks/>
            </p:cNvSpPr>
            <p:nvPr>
              <p:custDataLst>
                <p:tags r:id="rId7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1" name="Woman"/>
            <p:cNvSpPr>
              <a:spLocks noChangeArrowheads="1"/>
            </p:cNvSpPr>
            <p:nvPr>
              <p:custDataLst>
                <p:tags r:id="rId7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2" name="Woman - 1"/>
          <p:cNvGrpSpPr>
            <a:grpSpLocks noChangeAspect="1"/>
          </p:cNvGrpSpPr>
          <p:nvPr>
            <p:custDataLst>
              <p:tags r:id="rId13"/>
            </p:custDataLst>
          </p:nvPr>
        </p:nvGrpSpPr>
        <p:grpSpPr bwMode="auto">
          <a:xfrm>
            <a:off x="6612661" y="3447069"/>
            <a:ext cx="508286" cy="1068074"/>
            <a:chOff x="2" y="8"/>
            <a:chExt cx="227" cy="477"/>
          </a:xfrm>
          <a:solidFill>
            <a:schemeClr val="accent1"/>
          </a:solidFill>
        </p:grpSpPr>
        <p:sp>
          <p:nvSpPr>
            <p:cNvPr id="73" name="Woman"/>
            <p:cNvSpPr>
              <a:spLocks/>
            </p:cNvSpPr>
            <p:nvPr>
              <p:custDataLst>
                <p:tags r:id="rId6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4" name="Woman"/>
            <p:cNvSpPr>
              <a:spLocks noChangeArrowheads="1"/>
            </p:cNvSpPr>
            <p:nvPr>
              <p:custDataLst>
                <p:tags r:id="rId6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5" name="Woman - 2"/>
          <p:cNvGrpSpPr>
            <a:grpSpLocks noChangeAspect="1"/>
          </p:cNvGrpSpPr>
          <p:nvPr>
            <p:custDataLst>
              <p:tags r:id="rId14"/>
            </p:custDataLst>
          </p:nvPr>
        </p:nvGrpSpPr>
        <p:grpSpPr bwMode="auto">
          <a:xfrm>
            <a:off x="7133775" y="3447069"/>
            <a:ext cx="508286" cy="1068074"/>
            <a:chOff x="2" y="8"/>
            <a:chExt cx="227" cy="477"/>
          </a:xfrm>
          <a:solidFill>
            <a:schemeClr val="accent1"/>
          </a:solidFill>
        </p:grpSpPr>
        <p:sp>
          <p:nvSpPr>
            <p:cNvPr id="76" name="Woman"/>
            <p:cNvSpPr>
              <a:spLocks/>
            </p:cNvSpPr>
            <p:nvPr>
              <p:custDataLst>
                <p:tags r:id="rId6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7" name="Woman"/>
            <p:cNvSpPr>
              <a:spLocks noChangeArrowheads="1"/>
            </p:cNvSpPr>
            <p:nvPr>
              <p:custDataLst>
                <p:tags r:id="rId6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8" name="Woman - 3"/>
          <p:cNvGrpSpPr>
            <a:grpSpLocks noChangeAspect="1"/>
          </p:cNvGrpSpPr>
          <p:nvPr>
            <p:custDataLst>
              <p:tags r:id="rId15"/>
            </p:custDataLst>
          </p:nvPr>
        </p:nvGrpSpPr>
        <p:grpSpPr bwMode="auto">
          <a:xfrm>
            <a:off x="7654890" y="3447069"/>
            <a:ext cx="508286" cy="1068074"/>
            <a:chOff x="2" y="8"/>
            <a:chExt cx="227" cy="477"/>
          </a:xfrm>
          <a:solidFill>
            <a:schemeClr val="accent1"/>
          </a:solidFill>
        </p:grpSpPr>
        <p:sp>
          <p:nvSpPr>
            <p:cNvPr id="79" name="Woman"/>
            <p:cNvSpPr>
              <a:spLocks/>
            </p:cNvSpPr>
            <p:nvPr>
              <p:custDataLst>
                <p:tags r:id="rId6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80" name="Woman"/>
            <p:cNvSpPr>
              <a:spLocks noChangeArrowheads="1"/>
            </p:cNvSpPr>
            <p:nvPr>
              <p:custDataLst>
                <p:tags r:id="rId6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81" name="Woman - 4"/>
          <p:cNvGrpSpPr>
            <a:grpSpLocks noChangeAspect="1"/>
          </p:cNvGrpSpPr>
          <p:nvPr>
            <p:custDataLst>
              <p:tags r:id="rId16"/>
            </p:custDataLst>
          </p:nvPr>
        </p:nvGrpSpPr>
        <p:grpSpPr bwMode="auto">
          <a:xfrm>
            <a:off x="8176004" y="3447069"/>
            <a:ext cx="508286" cy="1068074"/>
            <a:chOff x="2" y="8"/>
            <a:chExt cx="227" cy="477"/>
          </a:xfrm>
          <a:solidFill>
            <a:schemeClr val="accent2"/>
          </a:solidFill>
        </p:grpSpPr>
        <p:sp>
          <p:nvSpPr>
            <p:cNvPr id="82" name="Woman"/>
            <p:cNvSpPr>
              <a:spLocks/>
            </p:cNvSpPr>
            <p:nvPr>
              <p:custDataLst>
                <p:tags r:id="rId6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Woman"/>
            <p:cNvSpPr>
              <a:spLocks noChangeArrowheads="1"/>
            </p:cNvSpPr>
            <p:nvPr>
              <p:custDataLst>
                <p:tags r:id="rId6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Woman - 5"/>
          <p:cNvGrpSpPr>
            <a:grpSpLocks noChangeAspect="1"/>
          </p:cNvGrpSpPr>
          <p:nvPr>
            <p:custDataLst>
              <p:tags r:id="rId17"/>
            </p:custDataLst>
          </p:nvPr>
        </p:nvGrpSpPr>
        <p:grpSpPr bwMode="auto">
          <a:xfrm>
            <a:off x="8697119" y="3447069"/>
            <a:ext cx="508286" cy="1068074"/>
            <a:chOff x="2" y="8"/>
            <a:chExt cx="227" cy="477"/>
          </a:xfrm>
          <a:solidFill>
            <a:schemeClr val="accent2"/>
          </a:solidFill>
        </p:grpSpPr>
        <p:sp>
          <p:nvSpPr>
            <p:cNvPr id="85" name="Woman"/>
            <p:cNvSpPr>
              <a:spLocks/>
            </p:cNvSpPr>
            <p:nvPr>
              <p:custDataLst>
                <p:tags r:id="rId6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Woman"/>
            <p:cNvSpPr>
              <a:spLocks noChangeArrowheads="1"/>
            </p:cNvSpPr>
            <p:nvPr>
              <p:custDataLst>
                <p:tags r:id="rId6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7" name="Woman - 6"/>
          <p:cNvGrpSpPr>
            <a:grpSpLocks noChangeAspect="1"/>
          </p:cNvGrpSpPr>
          <p:nvPr>
            <p:custDataLst>
              <p:tags r:id="rId18"/>
            </p:custDataLst>
          </p:nvPr>
        </p:nvGrpSpPr>
        <p:grpSpPr bwMode="auto">
          <a:xfrm>
            <a:off x="9218234" y="3447069"/>
            <a:ext cx="508286" cy="1068074"/>
            <a:chOff x="2" y="8"/>
            <a:chExt cx="227" cy="477"/>
          </a:xfrm>
          <a:solidFill>
            <a:schemeClr val="accent2"/>
          </a:solidFill>
        </p:grpSpPr>
        <p:sp>
          <p:nvSpPr>
            <p:cNvPr id="88" name="Woman"/>
            <p:cNvSpPr>
              <a:spLocks/>
            </p:cNvSpPr>
            <p:nvPr>
              <p:custDataLst>
                <p:tags r:id="rId5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Woman"/>
            <p:cNvSpPr>
              <a:spLocks noChangeArrowheads="1"/>
            </p:cNvSpPr>
            <p:nvPr>
              <p:custDataLst>
                <p:tags r:id="rId5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0" name="Woman - 7"/>
          <p:cNvGrpSpPr>
            <a:grpSpLocks noChangeAspect="1"/>
          </p:cNvGrpSpPr>
          <p:nvPr>
            <p:custDataLst>
              <p:tags r:id="rId19"/>
            </p:custDataLst>
          </p:nvPr>
        </p:nvGrpSpPr>
        <p:grpSpPr bwMode="auto">
          <a:xfrm>
            <a:off x="9739348" y="3447069"/>
            <a:ext cx="508286" cy="1068074"/>
            <a:chOff x="2" y="8"/>
            <a:chExt cx="227" cy="477"/>
          </a:xfrm>
          <a:solidFill>
            <a:schemeClr val="accent2"/>
          </a:solidFill>
        </p:grpSpPr>
        <p:sp>
          <p:nvSpPr>
            <p:cNvPr id="91" name="Woman"/>
            <p:cNvSpPr>
              <a:spLocks/>
            </p:cNvSpPr>
            <p:nvPr>
              <p:custDataLst>
                <p:tags r:id="rId5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Woman"/>
            <p:cNvSpPr>
              <a:spLocks noChangeArrowheads="1"/>
            </p:cNvSpPr>
            <p:nvPr>
              <p:custDataLst>
                <p:tags r:id="rId5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3" name="Woman - 8"/>
          <p:cNvGrpSpPr>
            <a:grpSpLocks noChangeAspect="1"/>
          </p:cNvGrpSpPr>
          <p:nvPr>
            <p:custDataLst>
              <p:tags r:id="rId20"/>
            </p:custDataLst>
          </p:nvPr>
        </p:nvGrpSpPr>
        <p:grpSpPr bwMode="auto">
          <a:xfrm>
            <a:off x="10260463" y="3447069"/>
            <a:ext cx="508286" cy="1068074"/>
            <a:chOff x="2" y="8"/>
            <a:chExt cx="227" cy="477"/>
          </a:xfrm>
          <a:solidFill>
            <a:schemeClr val="accent2"/>
          </a:solidFill>
        </p:grpSpPr>
        <p:sp>
          <p:nvSpPr>
            <p:cNvPr id="94" name="Woman"/>
            <p:cNvSpPr>
              <a:spLocks/>
            </p:cNvSpPr>
            <p:nvPr>
              <p:custDataLst>
                <p:tags r:id="rId5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Woman"/>
            <p:cNvSpPr>
              <a:spLocks noChangeArrowheads="1"/>
            </p:cNvSpPr>
            <p:nvPr>
              <p:custDataLst>
                <p:tags r:id="rId5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6" name="Woman - 9"/>
          <p:cNvGrpSpPr>
            <a:grpSpLocks noChangeAspect="1"/>
          </p:cNvGrpSpPr>
          <p:nvPr>
            <p:custDataLst>
              <p:tags r:id="rId21"/>
            </p:custDataLst>
          </p:nvPr>
        </p:nvGrpSpPr>
        <p:grpSpPr bwMode="auto">
          <a:xfrm>
            <a:off x="10781574" y="3447069"/>
            <a:ext cx="508286" cy="1068074"/>
            <a:chOff x="2" y="8"/>
            <a:chExt cx="227" cy="477"/>
          </a:xfrm>
          <a:solidFill>
            <a:schemeClr val="accent2"/>
          </a:solidFill>
        </p:grpSpPr>
        <p:sp>
          <p:nvSpPr>
            <p:cNvPr id="97" name="Woman"/>
            <p:cNvSpPr>
              <a:spLocks/>
            </p:cNvSpPr>
            <p:nvPr>
              <p:custDataLst>
                <p:tags r:id="rId5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Woman"/>
            <p:cNvSpPr>
              <a:spLocks noChangeArrowheads="1"/>
            </p:cNvSpPr>
            <p:nvPr>
              <p:custDataLst>
                <p:tags r:id="rId5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9" name="Woman"/>
          <p:cNvGrpSpPr>
            <a:grpSpLocks noChangeAspect="1"/>
          </p:cNvGrpSpPr>
          <p:nvPr>
            <p:custDataLst>
              <p:tags r:id="rId22"/>
            </p:custDataLst>
          </p:nvPr>
        </p:nvGrpSpPr>
        <p:grpSpPr bwMode="auto">
          <a:xfrm>
            <a:off x="6091546" y="4721604"/>
            <a:ext cx="508286" cy="1068074"/>
            <a:chOff x="2" y="8"/>
            <a:chExt cx="227" cy="477"/>
          </a:xfrm>
          <a:solidFill>
            <a:schemeClr val="accent1"/>
          </a:solidFill>
        </p:grpSpPr>
        <p:sp>
          <p:nvSpPr>
            <p:cNvPr id="100" name="Woman"/>
            <p:cNvSpPr>
              <a:spLocks/>
            </p:cNvSpPr>
            <p:nvPr>
              <p:custDataLst>
                <p:tags r:id="rId5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1" name="Woman"/>
            <p:cNvSpPr>
              <a:spLocks noChangeArrowheads="1"/>
            </p:cNvSpPr>
            <p:nvPr>
              <p:custDataLst>
                <p:tags r:id="rId5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2" name="Woman - 1"/>
          <p:cNvGrpSpPr>
            <a:grpSpLocks noChangeAspect="1"/>
          </p:cNvGrpSpPr>
          <p:nvPr>
            <p:custDataLst>
              <p:tags r:id="rId23"/>
            </p:custDataLst>
          </p:nvPr>
        </p:nvGrpSpPr>
        <p:grpSpPr bwMode="auto">
          <a:xfrm>
            <a:off x="6612661" y="4721604"/>
            <a:ext cx="508286" cy="1068074"/>
            <a:chOff x="2" y="8"/>
            <a:chExt cx="227" cy="477"/>
          </a:xfrm>
          <a:solidFill>
            <a:schemeClr val="accent1"/>
          </a:solidFill>
        </p:grpSpPr>
        <p:sp>
          <p:nvSpPr>
            <p:cNvPr id="103" name="Woman"/>
            <p:cNvSpPr>
              <a:spLocks/>
            </p:cNvSpPr>
            <p:nvPr>
              <p:custDataLst>
                <p:tags r:id="rId4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4" name="Woman"/>
            <p:cNvSpPr>
              <a:spLocks noChangeArrowheads="1"/>
            </p:cNvSpPr>
            <p:nvPr>
              <p:custDataLst>
                <p:tags r:id="rId4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5" name="Woman - 2"/>
          <p:cNvGrpSpPr>
            <a:grpSpLocks noChangeAspect="1"/>
          </p:cNvGrpSpPr>
          <p:nvPr>
            <p:custDataLst>
              <p:tags r:id="rId24"/>
            </p:custDataLst>
          </p:nvPr>
        </p:nvGrpSpPr>
        <p:grpSpPr bwMode="auto">
          <a:xfrm>
            <a:off x="7133775" y="4721604"/>
            <a:ext cx="508286" cy="1068074"/>
            <a:chOff x="2" y="8"/>
            <a:chExt cx="227" cy="477"/>
          </a:xfrm>
          <a:solidFill>
            <a:schemeClr val="accent1"/>
          </a:solidFill>
        </p:grpSpPr>
        <p:sp>
          <p:nvSpPr>
            <p:cNvPr id="106" name="Woman"/>
            <p:cNvSpPr>
              <a:spLocks/>
            </p:cNvSpPr>
            <p:nvPr>
              <p:custDataLst>
                <p:tags r:id="rId4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7" name="Woman"/>
            <p:cNvSpPr>
              <a:spLocks noChangeArrowheads="1"/>
            </p:cNvSpPr>
            <p:nvPr>
              <p:custDataLst>
                <p:tags r:id="rId4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8" name="Woman - 3"/>
          <p:cNvGrpSpPr>
            <a:grpSpLocks noChangeAspect="1"/>
          </p:cNvGrpSpPr>
          <p:nvPr>
            <p:custDataLst>
              <p:tags r:id="rId25"/>
            </p:custDataLst>
          </p:nvPr>
        </p:nvGrpSpPr>
        <p:grpSpPr bwMode="auto">
          <a:xfrm>
            <a:off x="7654890" y="4721604"/>
            <a:ext cx="508286" cy="1068074"/>
            <a:chOff x="2" y="8"/>
            <a:chExt cx="227" cy="477"/>
          </a:xfrm>
          <a:solidFill>
            <a:schemeClr val="accent1"/>
          </a:solidFill>
        </p:grpSpPr>
        <p:sp>
          <p:nvSpPr>
            <p:cNvPr id="109" name="Woman"/>
            <p:cNvSpPr>
              <a:spLocks/>
            </p:cNvSpPr>
            <p:nvPr>
              <p:custDataLst>
                <p:tags r:id="rId4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10" name="Woman"/>
            <p:cNvSpPr>
              <a:spLocks noChangeArrowheads="1"/>
            </p:cNvSpPr>
            <p:nvPr>
              <p:custDataLst>
                <p:tags r:id="rId4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11" name="Woman - 4"/>
          <p:cNvGrpSpPr>
            <a:grpSpLocks noChangeAspect="1"/>
          </p:cNvGrpSpPr>
          <p:nvPr>
            <p:custDataLst>
              <p:tags r:id="rId26"/>
            </p:custDataLst>
          </p:nvPr>
        </p:nvGrpSpPr>
        <p:grpSpPr bwMode="auto">
          <a:xfrm>
            <a:off x="8176004" y="4721604"/>
            <a:ext cx="508286" cy="1068074"/>
            <a:chOff x="2" y="8"/>
            <a:chExt cx="227" cy="477"/>
          </a:xfrm>
          <a:solidFill>
            <a:schemeClr val="accent1"/>
          </a:solidFill>
        </p:grpSpPr>
        <p:sp>
          <p:nvSpPr>
            <p:cNvPr id="112" name="Woman"/>
            <p:cNvSpPr>
              <a:spLocks/>
            </p:cNvSpPr>
            <p:nvPr>
              <p:custDataLst>
                <p:tags r:id="rId4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3" name="Woman"/>
            <p:cNvSpPr>
              <a:spLocks noChangeArrowheads="1"/>
            </p:cNvSpPr>
            <p:nvPr>
              <p:custDataLst>
                <p:tags r:id="rId4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4" name="Woman - 5"/>
          <p:cNvGrpSpPr>
            <a:grpSpLocks noChangeAspect="1"/>
          </p:cNvGrpSpPr>
          <p:nvPr>
            <p:custDataLst>
              <p:tags r:id="rId27"/>
            </p:custDataLst>
          </p:nvPr>
        </p:nvGrpSpPr>
        <p:grpSpPr bwMode="auto">
          <a:xfrm>
            <a:off x="8697119" y="4721604"/>
            <a:ext cx="508286" cy="1068074"/>
            <a:chOff x="2" y="8"/>
            <a:chExt cx="227" cy="477"/>
          </a:xfrm>
          <a:solidFill>
            <a:schemeClr val="accent1"/>
          </a:solidFill>
        </p:grpSpPr>
        <p:sp>
          <p:nvSpPr>
            <p:cNvPr id="145" name="Woman"/>
            <p:cNvSpPr>
              <a:spLocks/>
            </p:cNvSpPr>
            <p:nvPr>
              <p:custDataLst>
                <p:tags r:id="rId4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6" name="Woman"/>
            <p:cNvSpPr>
              <a:spLocks noChangeArrowheads="1"/>
            </p:cNvSpPr>
            <p:nvPr>
              <p:custDataLst>
                <p:tags r:id="rId4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7" name="Woman - 6"/>
          <p:cNvGrpSpPr>
            <a:grpSpLocks noChangeAspect="1"/>
          </p:cNvGrpSpPr>
          <p:nvPr>
            <p:custDataLst>
              <p:tags r:id="rId28"/>
            </p:custDataLst>
          </p:nvPr>
        </p:nvGrpSpPr>
        <p:grpSpPr bwMode="auto">
          <a:xfrm>
            <a:off x="9218234" y="4721604"/>
            <a:ext cx="508286" cy="1068074"/>
            <a:chOff x="2" y="8"/>
            <a:chExt cx="227" cy="477"/>
          </a:xfrm>
          <a:solidFill>
            <a:schemeClr val="accent1"/>
          </a:solidFill>
        </p:grpSpPr>
        <p:sp>
          <p:nvSpPr>
            <p:cNvPr id="148" name="Woman"/>
            <p:cNvSpPr>
              <a:spLocks/>
            </p:cNvSpPr>
            <p:nvPr>
              <p:custDataLst>
                <p:tags r:id="rId3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9" name="Woman"/>
            <p:cNvSpPr>
              <a:spLocks noChangeArrowheads="1"/>
            </p:cNvSpPr>
            <p:nvPr>
              <p:custDataLst>
                <p:tags r:id="rId3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0" name="Woman - 7"/>
          <p:cNvGrpSpPr>
            <a:grpSpLocks noChangeAspect="1"/>
          </p:cNvGrpSpPr>
          <p:nvPr>
            <p:custDataLst>
              <p:tags r:id="rId29"/>
            </p:custDataLst>
          </p:nvPr>
        </p:nvGrpSpPr>
        <p:grpSpPr bwMode="auto">
          <a:xfrm>
            <a:off x="9739348" y="4721604"/>
            <a:ext cx="508286" cy="1068074"/>
            <a:chOff x="2" y="8"/>
            <a:chExt cx="227" cy="477"/>
          </a:xfrm>
          <a:solidFill>
            <a:schemeClr val="accent1"/>
          </a:solidFill>
        </p:grpSpPr>
        <p:sp>
          <p:nvSpPr>
            <p:cNvPr id="151" name="Woman"/>
            <p:cNvSpPr>
              <a:spLocks/>
            </p:cNvSpPr>
            <p:nvPr>
              <p:custDataLst>
                <p:tags r:id="rId3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2" name="Woman"/>
            <p:cNvSpPr>
              <a:spLocks noChangeArrowheads="1"/>
            </p:cNvSpPr>
            <p:nvPr>
              <p:custDataLst>
                <p:tags r:id="rId3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3" name="Woman - 8"/>
          <p:cNvGrpSpPr>
            <a:grpSpLocks noChangeAspect="1"/>
          </p:cNvGrpSpPr>
          <p:nvPr>
            <p:custDataLst>
              <p:tags r:id="rId30"/>
            </p:custDataLst>
          </p:nvPr>
        </p:nvGrpSpPr>
        <p:grpSpPr bwMode="auto">
          <a:xfrm>
            <a:off x="10260463" y="4721604"/>
            <a:ext cx="508286" cy="1068074"/>
            <a:chOff x="2" y="8"/>
            <a:chExt cx="227" cy="477"/>
          </a:xfrm>
          <a:solidFill>
            <a:schemeClr val="accent1"/>
          </a:solidFill>
        </p:grpSpPr>
        <p:sp>
          <p:nvSpPr>
            <p:cNvPr id="154" name="Woman"/>
            <p:cNvSpPr>
              <a:spLocks/>
            </p:cNvSpPr>
            <p:nvPr>
              <p:custDataLst>
                <p:tags r:id="rId3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5" name="Woman"/>
            <p:cNvSpPr>
              <a:spLocks noChangeArrowheads="1"/>
            </p:cNvSpPr>
            <p:nvPr>
              <p:custDataLst>
                <p:tags r:id="rId3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6" name="Woman - 9"/>
          <p:cNvGrpSpPr>
            <a:grpSpLocks noChangeAspect="1"/>
          </p:cNvGrpSpPr>
          <p:nvPr>
            <p:custDataLst>
              <p:tags r:id="rId31"/>
            </p:custDataLst>
          </p:nvPr>
        </p:nvGrpSpPr>
        <p:grpSpPr bwMode="auto">
          <a:xfrm>
            <a:off x="10781574" y="4721604"/>
            <a:ext cx="508286" cy="1068074"/>
            <a:chOff x="2" y="8"/>
            <a:chExt cx="227" cy="477"/>
          </a:xfrm>
          <a:solidFill>
            <a:schemeClr val="accent1"/>
          </a:solidFill>
        </p:grpSpPr>
        <p:sp>
          <p:nvSpPr>
            <p:cNvPr id="157" name="Woman"/>
            <p:cNvSpPr>
              <a:spLocks/>
            </p:cNvSpPr>
            <p:nvPr>
              <p:custDataLst>
                <p:tags r:id="rId3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8" name="Woman"/>
            <p:cNvSpPr>
              <a:spLocks noChangeArrowheads="1"/>
            </p:cNvSpPr>
            <p:nvPr>
              <p:custDataLst>
                <p:tags r:id="rId3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spTree>
    <p:custDataLst>
      <p:tags r:id="rId1"/>
    </p:custDataLst>
    <p:extLst>
      <p:ext uri="{BB962C8B-B14F-4D97-AF65-F5344CB8AC3E}">
        <p14:creationId xmlns:p14="http://schemas.microsoft.com/office/powerpoint/2010/main" val="2684069351"/>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Key figures 6</a:t>
            </a:r>
          </a:p>
        </p:txBody>
      </p:sp>
      <p:grpSp>
        <p:nvGrpSpPr>
          <p:cNvPr id="120" name="Group 119"/>
          <p:cNvGrpSpPr/>
          <p:nvPr/>
        </p:nvGrpSpPr>
        <p:grpSpPr>
          <a:xfrm>
            <a:off x="757690" y="1620703"/>
            <a:ext cx="3148760" cy="3148760"/>
            <a:chOff x="757690" y="1620703"/>
            <a:chExt cx="3148760" cy="3148760"/>
          </a:xfrm>
        </p:grpSpPr>
        <p:sp>
          <p:nvSpPr>
            <p:cNvPr id="57" name="Block Arc 56"/>
            <p:cNvSpPr/>
            <p:nvPr>
              <p:custDataLst>
                <p:tags r:id="rId73"/>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8" name="Block Arc 57"/>
            <p:cNvSpPr/>
            <p:nvPr>
              <p:custDataLst>
                <p:tags r:id="rId74"/>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p:nvPr>
              <p:custDataLst>
                <p:tags r:id="rId75"/>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76"/>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1" name="Block Arc 60"/>
            <p:cNvSpPr/>
            <p:nvPr>
              <p:custDataLst>
                <p:tags r:id="rId77"/>
              </p:custDataLst>
            </p:nvPr>
          </p:nvSpPr>
          <p:spPr>
            <a:xfrm>
              <a:off x="757690" y="1620703"/>
              <a:ext cx="3148760" cy="3148760"/>
            </a:xfrm>
            <a:prstGeom prst="blockArc">
              <a:avLst>
                <a:gd name="adj1" fmla="val 8640000"/>
                <a:gd name="adj2" fmla="val 1080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2" name="Block Arc 61"/>
            <p:cNvSpPr/>
            <p:nvPr>
              <p:custDataLst>
                <p:tags r:id="rId78"/>
              </p:custDataLst>
            </p:nvPr>
          </p:nvSpPr>
          <p:spPr>
            <a:xfrm>
              <a:off x="757690" y="1620703"/>
              <a:ext cx="3148760" cy="3148760"/>
            </a:xfrm>
            <a:prstGeom prst="blockArc">
              <a:avLst>
                <a:gd name="adj1" fmla="val 10800000"/>
                <a:gd name="adj2" fmla="val 1296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3" name="Block Arc 62"/>
            <p:cNvSpPr/>
            <p:nvPr>
              <p:custDataLst>
                <p:tags r:id="rId79"/>
              </p:custDataLst>
            </p:nvPr>
          </p:nvSpPr>
          <p:spPr>
            <a:xfrm>
              <a:off x="757690" y="1620703"/>
              <a:ext cx="3148760" cy="3148760"/>
            </a:xfrm>
            <a:prstGeom prst="blockArc">
              <a:avLst>
                <a:gd name="adj1" fmla="val 12960000"/>
                <a:gd name="adj2" fmla="val 1512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4" name="Block Arc 63"/>
            <p:cNvSpPr/>
            <p:nvPr>
              <p:custDataLst>
                <p:tags r:id="rId80"/>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a:spLocks noChangeAspect="1"/>
            </p:cNvSpPr>
            <p:nvPr>
              <p:custDataLst>
                <p:tags r:id="rId81"/>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82"/>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67" name="Block Arc 66" hidden="1"/>
          <p:cNvSpPr/>
          <p:nvPr>
            <p:custDataLst>
              <p:tags r:id="rId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8" name="Block Arc 67" hidden="1"/>
          <p:cNvSpPr/>
          <p:nvPr>
            <p:custDataLst>
              <p:tags r:id="rId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9" name="Block Arc 68" hidden="1"/>
          <p:cNvSpPr/>
          <p:nvPr>
            <p:custDataLst>
              <p:tags r:id="rId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0" name="Block Arc 69" hidden="1"/>
          <p:cNvSpPr/>
          <p:nvPr>
            <p:custDataLst>
              <p:tags r:id="rId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1" name="Block Arc 70" hidden="1"/>
          <p:cNvSpPr/>
          <p:nvPr>
            <p:custDataLst>
              <p:tags r:id="rId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2" name="Block Arc 71" hidden="1"/>
          <p:cNvSpPr/>
          <p:nvPr>
            <p:custDataLst>
              <p:tags r:id="rId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3" name="Block Arc 72" hidden="1"/>
          <p:cNvSpPr/>
          <p:nvPr>
            <p:custDataLst>
              <p:tags r:id="rId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4" name="Block Arc 73" hidden="1"/>
          <p:cNvSpPr/>
          <p:nvPr>
            <p:custDataLst>
              <p:tags r:id="rId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5" name="Block Arc 74" hidden="1"/>
          <p:cNvSpPr/>
          <p:nvPr>
            <p:custDataLst>
              <p:tags r:id="rId1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6" name="Block Arc 75" hidden="1"/>
          <p:cNvSpPr/>
          <p:nvPr>
            <p:custDataLst>
              <p:tags r:id="rId1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7" name="Block Arc 76" hidden="1"/>
          <p:cNvSpPr/>
          <p:nvPr>
            <p:custDataLst>
              <p:tags r:id="rId1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8" name="Block Arc 77" hidden="1"/>
          <p:cNvSpPr/>
          <p:nvPr>
            <p:custDataLst>
              <p:tags r:id="rId1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9" name="Block Arc 78" hidden="1"/>
          <p:cNvSpPr/>
          <p:nvPr>
            <p:custDataLst>
              <p:tags r:id="rId1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0" name="Block Arc 79" hidden="1"/>
          <p:cNvSpPr/>
          <p:nvPr>
            <p:custDataLst>
              <p:tags r:id="rId1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1" name="Block Arc 80" hidden="1"/>
          <p:cNvSpPr/>
          <p:nvPr>
            <p:custDataLst>
              <p:tags r:id="rId1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2" name="Block Arc 81" hidden="1"/>
          <p:cNvSpPr/>
          <p:nvPr>
            <p:custDataLst>
              <p:tags r:id="rId1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3" name="Block Arc 82" hidden="1"/>
          <p:cNvSpPr/>
          <p:nvPr>
            <p:custDataLst>
              <p:tags r:id="rId1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4" name="Block Arc 83" hidden="1"/>
          <p:cNvSpPr/>
          <p:nvPr>
            <p:custDataLst>
              <p:tags r:id="rId1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5" name="Block Arc 84" hidden="1"/>
          <p:cNvSpPr/>
          <p:nvPr>
            <p:custDataLst>
              <p:tags r:id="rId2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6" name="Block Arc 85" hidden="1"/>
          <p:cNvSpPr/>
          <p:nvPr>
            <p:custDataLst>
              <p:tags r:id="rId2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7" name="Block Arc 86" hidden="1"/>
          <p:cNvSpPr/>
          <p:nvPr>
            <p:custDataLst>
              <p:tags r:id="rId2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8" name="Block Arc 87" hidden="1"/>
          <p:cNvSpPr/>
          <p:nvPr>
            <p:custDataLst>
              <p:tags r:id="rId2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9" name="Block Arc 88" hidden="1"/>
          <p:cNvSpPr/>
          <p:nvPr>
            <p:custDataLst>
              <p:tags r:id="rId2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0" name="Block Arc 89" hidden="1"/>
          <p:cNvSpPr/>
          <p:nvPr>
            <p:custDataLst>
              <p:tags r:id="rId2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1" name="Block Arc 90" hidden="1"/>
          <p:cNvSpPr/>
          <p:nvPr>
            <p:custDataLst>
              <p:tags r:id="rId2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2" name="Block Arc 91" hidden="1"/>
          <p:cNvSpPr/>
          <p:nvPr>
            <p:custDataLst>
              <p:tags r:id="rId2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3" name="Block Arc 92" hidden="1"/>
          <p:cNvSpPr/>
          <p:nvPr>
            <p:custDataLst>
              <p:tags r:id="rId2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4" name="Block Arc 93" hidden="1"/>
          <p:cNvSpPr/>
          <p:nvPr>
            <p:custDataLst>
              <p:tags r:id="rId2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5" name="Block Arc 94" hidden="1"/>
          <p:cNvSpPr/>
          <p:nvPr>
            <p:custDataLst>
              <p:tags r:id="rId3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6" name="Block Arc 95" hidden="1"/>
          <p:cNvSpPr/>
          <p:nvPr>
            <p:custDataLst>
              <p:tags r:id="rId3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7" name="Block Arc 96" hidden="1"/>
          <p:cNvSpPr/>
          <p:nvPr>
            <p:custDataLst>
              <p:tags r:id="rId3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8" name="Block Arc 97" hidden="1"/>
          <p:cNvSpPr/>
          <p:nvPr>
            <p:custDataLst>
              <p:tags r:id="rId3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9" name="Block Arc 98" hidden="1"/>
          <p:cNvSpPr/>
          <p:nvPr>
            <p:custDataLst>
              <p:tags r:id="rId3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0" name="Block Arc 99" hidden="1"/>
          <p:cNvSpPr/>
          <p:nvPr>
            <p:custDataLst>
              <p:tags r:id="rId3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1" name="Block Arc 100" hidden="1"/>
          <p:cNvSpPr/>
          <p:nvPr>
            <p:custDataLst>
              <p:tags r:id="rId3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2" name="Block Arc 101" hidden="1"/>
          <p:cNvSpPr/>
          <p:nvPr>
            <p:custDataLst>
              <p:tags r:id="rId3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3" name="Block Arc 102" hidden="1"/>
          <p:cNvSpPr/>
          <p:nvPr>
            <p:custDataLst>
              <p:tags r:id="rId3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4" name="Block Arc 103" hidden="1"/>
          <p:cNvSpPr/>
          <p:nvPr>
            <p:custDataLst>
              <p:tags r:id="rId3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5" name="Block Arc 104" hidden="1"/>
          <p:cNvSpPr/>
          <p:nvPr>
            <p:custDataLst>
              <p:tags r:id="rId4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6" name="Block Arc 105" hidden="1"/>
          <p:cNvSpPr/>
          <p:nvPr>
            <p:custDataLst>
              <p:tags r:id="rId4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nvGrpSpPr>
          <p:cNvPr id="121" name="Group 120"/>
          <p:cNvGrpSpPr/>
          <p:nvPr/>
        </p:nvGrpSpPr>
        <p:grpSpPr>
          <a:xfrm>
            <a:off x="4521620" y="1620703"/>
            <a:ext cx="3148760" cy="3148760"/>
            <a:chOff x="757690" y="1620703"/>
            <a:chExt cx="3148760" cy="3148760"/>
          </a:xfrm>
        </p:grpSpPr>
        <p:sp>
          <p:nvSpPr>
            <p:cNvPr id="122" name="Block Arc 121"/>
            <p:cNvSpPr/>
            <p:nvPr>
              <p:custDataLst>
                <p:tags r:id="rId63"/>
              </p:custDataLst>
            </p:nvPr>
          </p:nvSpPr>
          <p:spPr>
            <a:xfrm>
              <a:off x="757690" y="1620703"/>
              <a:ext cx="3148760" cy="3148760"/>
            </a:xfrm>
            <a:prstGeom prst="blockArc">
              <a:avLst>
                <a:gd name="adj1" fmla="val 0"/>
                <a:gd name="adj2" fmla="val 21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3" name="Block Arc 122"/>
            <p:cNvSpPr/>
            <p:nvPr>
              <p:custDataLst>
                <p:tags r:id="rId64"/>
              </p:custDataLst>
            </p:nvPr>
          </p:nvSpPr>
          <p:spPr>
            <a:xfrm>
              <a:off x="757690" y="1620703"/>
              <a:ext cx="3148760" cy="3148760"/>
            </a:xfrm>
            <a:prstGeom prst="blockArc">
              <a:avLst>
                <a:gd name="adj1" fmla="val 2160000"/>
                <a:gd name="adj2" fmla="val 43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4" name="Block Arc 123"/>
            <p:cNvSpPr/>
            <p:nvPr>
              <p:custDataLst>
                <p:tags r:id="rId65"/>
              </p:custDataLst>
            </p:nvPr>
          </p:nvSpPr>
          <p:spPr>
            <a:xfrm>
              <a:off x="757690" y="1620703"/>
              <a:ext cx="3148760" cy="3148760"/>
            </a:xfrm>
            <a:prstGeom prst="blockArc">
              <a:avLst>
                <a:gd name="adj1" fmla="val 4320000"/>
                <a:gd name="adj2" fmla="val 648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5" name="Block Arc 124"/>
            <p:cNvSpPr/>
            <p:nvPr>
              <p:custDataLst>
                <p:tags r:id="rId66"/>
              </p:custDataLst>
            </p:nvPr>
          </p:nvSpPr>
          <p:spPr>
            <a:xfrm>
              <a:off x="757690" y="1620703"/>
              <a:ext cx="3148760" cy="3148760"/>
            </a:xfrm>
            <a:prstGeom prst="blockArc">
              <a:avLst>
                <a:gd name="adj1" fmla="val 6480000"/>
                <a:gd name="adj2" fmla="val 864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6" name="Block Arc 125"/>
            <p:cNvSpPr/>
            <p:nvPr>
              <p:custDataLst>
                <p:tags r:id="rId67"/>
              </p:custDataLst>
            </p:nvPr>
          </p:nvSpPr>
          <p:spPr>
            <a:xfrm>
              <a:off x="757690" y="1620703"/>
              <a:ext cx="3148760" cy="3148760"/>
            </a:xfrm>
            <a:prstGeom prst="blockArc">
              <a:avLst>
                <a:gd name="adj1" fmla="val 8640000"/>
                <a:gd name="adj2" fmla="val 1080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7" name="Block Arc 126"/>
            <p:cNvSpPr/>
            <p:nvPr>
              <p:custDataLst>
                <p:tags r:id="rId68"/>
              </p:custDataLst>
            </p:nvPr>
          </p:nvSpPr>
          <p:spPr>
            <a:xfrm>
              <a:off x="757690" y="1620703"/>
              <a:ext cx="3148760" cy="3148760"/>
            </a:xfrm>
            <a:prstGeom prst="blockArc">
              <a:avLst>
                <a:gd name="adj1" fmla="val 10800000"/>
                <a:gd name="adj2" fmla="val 129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8" name="Block Arc 127"/>
            <p:cNvSpPr/>
            <p:nvPr>
              <p:custDataLst>
                <p:tags r:id="rId69"/>
              </p:custDataLst>
            </p:nvPr>
          </p:nvSpPr>
          <p:spPr>
            <a:xfrm>
              <a:off x="757690" y="1620703"/>
              <a:ext cx="3148760" cy="3148760"/>
            </a:xfrm>
            <a:prstGeom prst="blockArc">
              <a:avLst>
                <a:gd name="adj1" fmla="val 12960000"/>
                <a:gd name="adj2" fmla="val 151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9" name="Block Arc 128"/>
            <p:cNvSpPr/>
            <p:nvPr>
              <p:custDataLst>
                <p:tags r:id="rId70"/>
              </p:custDataLst>
            </p:nvPr>
          </p:nvSpPr>
          <p:spPr>
            <a:xfrm>
              <a:off x="757690" y="1620703"/>
              <a:ext cx="3148760" cy="3148760"/>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0" name="Block Arc 129"/>
            <p:cNvSpPr>
              <a:spLocks noChangeAspect="1"/>
            </p:cNvSpPr>
            <p:nvPr>
              <p:custDataLst>
                <p:tags r:id="rId71"/>
              </p:custDataLst>
            </p:nvPr>
          </p:nvSpPr>
          <p:spPr>
            <a:xfrm>
              <a:off x="757690" y="1620703"/>
              <a:ext cx="3148760" cy="3148760"/>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1" name="Block Arc 130"/>
            <p:cNvSpPr/>
            <p:nvPr>
              <p:custDataLst>
                <p:tags r:id="rId72"/>
              </p:custDataLst>
            </p:nvPr>
          </p:nvSpPr>
          <p:spPr>
            <a:xfrm>
              <a:off x="757690" y="1620703"/>
              <a:ext cx="3148760" cy="3148760"/>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32" name="Group 131"/>
          <p:cNvGrpSpPr/>
          <p:nvPr/>
        </p:nvGrpSpPr>
        <p:grpSpPr>
          <a:xfrm>
            <a:off x="8285550" y="1620703"/>
            <a:ext cx="3148760" cy="3148760"/>
            <a:chOff x="757690" y="1620703"/>
            <a:chExt cx="3148760" cy="3148760"/>
          </a:xfrm>
        </p:grpSpPr>
        <p:sp>
          <p:nvSpPr>
            <p:cNvPr id="133" name="Block Arc 132"/>
            <p:cNvSpPr/>
            <p:nvPr>
              <p:custDataLst>
                <p:tags r:id="rId53"/>
              </p:custDataLst>
            </p:nvPr>
          </p:nvSpPr>
          <p:spPr>
            <a:xfrm>
              <a:off x="757690" y="1620703"/>
              <a:ext cx="3148760" cy="3148760"/>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4" name="Block Arc 133"/>
            <p:cNvSpPr/>
            <p:nvPr>
              <p:custDataLst>
                <p:tags r:id="rId54"/>
              </p:custDataLst>
            </p:nvPr>
          </p:nvSpPr>
          <p:spPr>
            <a:xfrm>
              <a:off x="757690" y="1620703"/>
              <a:ext cx="3148760" cy="3148760"/>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5" name="Block Arc 134"/>
            <p:cNvSpPr/>
            <p:nvPr>
              <p:custDataLst>
                <p:tags r:id="rId55"/>
              </p:custDataLst>
            </p:nvPr>
          </p:nvSpPr>
          <p:spPr>
            <a:xfrm>
              <a:off x="757690" y="1620703"/>
              <a:ext cx="3148760" cy="3148760"/>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6" name="Block Arc 135"/>
            <p:cNvSpPr/>
            <p:nvPr>
              <p:custDataLst>
                <p:tags r:id="rId56"/>
              </p:custDataLst>
            </p:nvPr>
          </p:nvSpPr>
          <p:spPr>
            <a:xfrm>
              <a:off x="757690" y="1620703"/>
              <a:ext cx="3148760" cy="3148760"/>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7" name="Block Arc 136"/>
            <p:cNvSpPr/>
            <p:nvPr>
              <p:custDataLst>
                <p:tags r:id="rId57"/>
              </p:custDataLst>
            </p:nvPr>
          </p:nvSpPr>
          <p:spPr>
            <a:xfrm>
              <a:off x="757690" y="1620703"/>
              <a:ext cx="3148760" cy="3148760"/>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8" name="Block Arc 137"/>
            <p:cNvSpPr/>
            <p:nvPr>
              <p:custDataLst>
                <p:tags r:id="rId58"/>
              </p:custDataLst>
            </p:nvPr>
          </p:nvSpPr>
          <p:spPr>
            <a:xfrm>
              <a:off x="757690" y="1620703"/>
              <a:ext cx="3148760" cy="3148760"/>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9" name="Block Arc 138"/>
            <p:cNvSpPr/>
            <p:nvPr>
              <p:custDataLst>
                <p:tags r:id="rId59"/>
              </p:custDataLst>
            </p:nvPr>
          </p:nvSpPr>
          <p:spPr>
            <a:xfrm>
              <a:off x="757690" y="1620703"/>
              <a:ext cx="3148760" cy="3148760"/>
            </a:xfrm>
            <a:prstGeom prst="blockArc">
              <a:avLst>
                <a:gd name="adj1" fmla="val 12960000"/>
                <a:gd name="adj2" fmla="val 15120000"/>
                <a:gd name="adj3" fmla="val 12500"/>
              </a:avLst>
            </a:prstGeom>
            <a:solidFill>
              <a:schemeClr val="accent3">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40" name="Block Arc 139"/>
            <p:cNvSpPr/>
            <p:nvPr>
              <p:custDataLst>
                <p:tags r:id="rId60"/>
              </p:custDataLst>
            </p:nvPr>
          </p:nvSpPr>
          <p:spPr>
            <a:xfrm>
              <a:off x="757690" y="1620703"/>
              <a:ext cx="3148760" cy="3148760"/>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p:cNvSpPr>
              <a:spLocks noChangeAspect="1"/>
            </p:cNvSpPr>
            <p:nvPr>
              <p:custDataLst>
                <p:tags r:id="rId61"/>
              </p:custDataLst>
            </p:nvPr>
          </p:nvSpPr>
          <p:spPr>
            <a:xfrm>
              <a:off x="757690" y="1620703"/>
              <a:ext cx="3148760" cy="3148760"/>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p:cNvSpPr/>
            <p:nvPr>
              <p:custDataLst>
                <p:tags r:id="rId62"/>
              </p:custDataLst>
            </p:nvPr>
          </p:nvSpPr>
          <p:spPr>
            <a:xfrm>
              <a:off x="757690" y="1620703"/>
              <a:ext cx="3148760" cy="3148760"/>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43" name="Development" descr="{&quot;Key&quot;:&quot;POWER_USER_SHAPE_ICON&quot;,&quot;Value&quot;:&quot;POWER_USER_SHAPE_ICON_STYLE_1&quot;}"/>
          <p:cNvGrpSpPr>
            <a:grpSpLocks noChangeAspect="1"/>
          </p:cNvGrpSpPr>
          <p:nvPr>
            <p:custDataLst>
              <p:tags r:id="rId42"/>
            </p:custDataLst>
          </p:nvPr>
        </p:nvGrpSpPr>
        <p:grpSpPr bwMode="auto">
          <a:xfrm>
            <a:off x="1731783" y="2714169"/>
            <a:ext cx="1200575" cy="961826"/>
            <a:chOff x="2216" y="843"/>
            <a:chExt cx="3168" cy="2538"/>
          </a:xfrm>
          <a:solidFill>
            <a:schemeClr val="accent1"/>
          </a:solidFill>
        </p:grpSpPr>
        <p:sp>
          <p:nvSpPr>
            <p:cNvPr id="144" name="Freeform 383"/>
            <p:cNvSpPr>
              <a:spLocks/>
            </p:cNvSpPr>
            <p:nvPr/>
          </p:nvSpPr>
          <p:spPr bwMode="auto">
            <a:xfrm>
              <a:off x="3220" y="843"/>
              <a:ext cx="1160" cy="2538"/>
            </a:xfrm>
            <a:custGeom>
              <a:avLst/>
              <a:gdLst>
                <a:gd name="T0" fmla="*/ 267 w 292"/>
                <a:gd name="T1" fmla="*/ 7 h 638"/>
                <a:gd name="T2" fmla="*/ 224 w 292"/>
                <a:gd name="T3" fmla="*/ 26 h 638"/>
                <a:gd name="T4" fmla="*/ 7 w 292"/>
                <a:gd name="T5" fmla="*/ 593 h 638"/>
                <a:gd name="T6" fmla="*/ 26 w 292"/>
                <a:gd name="T7" fmla="*/ 636 h 638"/>
                <a:gd name="T8" fmla="*/ 38 w 292"/>
                <a:gd name="T9" fmla="*/ 638 h 638"/>
                <a:gd name="T10" fmla="*/ 69 w 292"/>
                <a:gd name="T11" fmla="*/ 617 h 638"/>
                <a:gd name="T12" fmla="*/ 286 w 292"/>
                <a:gd name="T13" fmla="*/ 50 h 638"/>
                <a:gd name="T14" fmla="*/ 267 w 292"/>
                <a:gd name="T15" fmla="*/ 7 h 6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2" h="638">
                  <a:moveTo>
                    <a:pt x="267" y="7"/>
                  </a:moveTo>
                  <a:cubicBezTo>
                    <a:pt x="249" y="0"/>
                    <a:pt x="230" y="9"/>
                    <a:pt x="224" y="26"/>
                  </a:cubicBezTo>
                  <a:lnTo>
                    <a:pt x="7" y="593"/>
                  </a:lnTo>
                  <a:cubicBezTo>
                    <a:pt x="0" y="610"/>
                    <a:pt x="9" y="629"/>
                    <a:pt x="26" y="636"/>
                  </a:cubicBezTo>
                  <a:cubicBezTo>
                    <a:pt x="30" y="637"/>
                    <a:pt x="34" y="638"/>
                    <a:pt x="38" y="638"/>
                  </a:cubicBezTo>
                  <a:cubicBezTo>
                    <a:pt x="51" y="638"/>
                    <a:pt x="64" y="630"/>
                    <a:pt x="69" y="617"/>
                  </a:cubicBezTo>
                  <a:lnTo>
                    <a:pt x="286" y="50"/>
                  </a:lnTo>
                  <a:cubicBezTo>
                    <a:pt x="292" y="33"/>
                    <a:pt x="284" y="13"/>
                    <a:pt x="267"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384"/>
            <p:cNvSpPr>
              <a:spLocks/>
            </p:cNvSpPr>
            <p:nvPr/>
          </p:nvSpPr>
          <p:spPr bwMode="auto">
            <a:xfrm>
              <a:off x="4344" y="1440"/>
              <a:ext cx="1040" cy="1344"/>
            </a:xfrm>
            <a:custGeom>
              <a:avLst/>
              <a:gdLst>
                <a:gd name="T0" fmla="*/ 232 w 262"/>
                <a:gd name="T1" fmla="*/ 119 h 338"/>
                <a:gd name="T2" fmla="*/ 55 w 262"/>
                <a:gd name="T3" fmla="*/ 10 h 338"/>
                <a:gd name="T4" fmla="*/ 9 w 262"/>
                <a:gd name="T5" fmla="*/ 21 h 338"/>
                <a:gd name="T6" fmla="*/ 20 w 262"/>
                <a:gd name="T7" fmla="*/ 66 h 338"/>
                <a:gd name="T8" fmla="*/ 189 w 262"/>
                <a:gd name="T9" fmla="*/ 170 h 338"/>
                <a:gd name="T10" fmla="*/ 189 w 262"/>
                <a:gd name="T11" fmla="*/ 172 h 338"/>
                <a:gd name="T12" fmla="*/ 20 w 262"/>
                <a:gd name="T13" fmla="*/ 276 h 338"/>
                <a:gd name="T14" fmla="*/ 9 w 262"/>
                <a:gd name="T15" fmla="*/ 322 h 338"/>
                <a:gd name="T16" fmla="*/ 38 w 262"/>
                <a:gd name="T17" fmla="*/ 338 h 338"/>
                <a:gd name="T18" fmla="*/ 55 w 262"/>
                <a:gd name="T19" fmla="*/ 333 h 338"/>
                <a:gd name="T20" fmla="*/ 232 w 262"/>
                <a:gd name="T21" fmla="*/ 224 h 338"/>
                <a:gd name="T22" fmla="*/ 235 w 262"/>
                <a:gd name="T23" fmla="*/ 221 h 338"/>
                <a:gd name="T24" fmla="*/ 235 w 262"/>
                <a:gd name="T25" fmla="*/ 122 h 338"/>
                <a:gd name="T26" fmla="*/ 232 w 262"/>
                <a:gd name="T27" fmla="*/ 119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2" h="338">
                  <a:moveTo>
                    <a:pt x="232" y="119"/>
                  </a:moveTo>
                  <a:lnTo>
                    <a:pt x="55" y="10"/>
                  </a:lnTo>
                  <a:cubicBezTo>
                    <a:pt x="39" y="0"/>
                    <a:pt x="19" y="5"/>
                    <a:pt x="9" y="21"/>
                  </a:cubicBezTo>
                  <a:cubicBezTo>
                    <a:pt x="0" y="36"/>
                    <a:pt x="4" y="57"/>
                    <a:pt x="20" y="66"/>
                  </a:cubicBezTo>
                  <a:lnTo>
                    <a:pt x="189" y="170"/>
                  </a:lnTo>
                  <a:cubicBezTo>
                    <a:pt x="189" y="171"/>
                    <a:pt x="189" y="172"/>
                    <a:pt x="189" y="172"/>
                  </a:cubicBezTo>
                  <a:lnTo>
                    <a:pt x="20" y="276"/>
                  </a:lnTo>
                  <a:cubicBezTo>
                    <a:pt x="4" y="286"/>
                    <a:pt x="0" y="306"/>
                    <a:pt x="9" y="322"/>
                  </a:cubicBezTo>
                  <a:cubicBezTo>
                    <a:pt x="16" y="332"/>
                    <a:pt x="27" y="338"/>
                    <a:pt x="38" y="338"/>
                  </a:cubicBezTo>
                  <a:cubicBezTo>
                    <a:pt x="44" y="338"/>
                    <a:pt x="50" y="336"/>
                    <a:pt x="55" y="333"/>
                  </a:cubicBezTo>
                  <a:lnTo>
                    <a:pt x="232" y="224"/>
                  </a:lnTo>
                  <a:lnTo>
                    <a:pt x="235" y="221"/>
                  </a:lnTo>
                  <a:cubicBezTo>
                    <a:pt x="262" y="194"/>
                    <a:pt x="262" y="149"/>
                    <a:pt x="235" y="122"/>
                  </a:cubicBezTo>
                  <a:lnTo>
                    <a:pt x="232" y="1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385"/>
            <p:cNvSpPr>
              <a:spLocks/>
            </p:cNvSpPr>
            <p:nvPr/>
          </p:nvSpPr>
          <p:spPr bwMode="auto">
            <a:xfrm>
              <a:off x="2216" y="1440"/>
              <a:ext cx="1044" cy="1344"/>
            </a:xfrm>
            <a:custGeom>
              <a:avLst/>
              <a:gdLst>
                <a:gd name="T0" fmla="*/ 242 w 263"/>
                <a:gd name="T1" fmla="*/ 276 h 338"/>
                <a:gd name="T2" fmla="*/ 74 w 263"/>
                <a:gd name="T3" fmla="*/ 172 h 338"/>
                <a:gd name="T4" fmla="*/ 74 w 263"/>
                <a:gd name="T5" fmla="*/ 170 h 338"/>
                <a:gd name="T6" fmla="*/ 242 w 263"/>
                <a:gd name="T7" fmla="*/ 66 h 338"/>
                <a:gd name="T8" fmla="*/ 253 w 263"/>
                <a:gd name="T9" fmla="*/ 21 h 338"/>
                <a:gd name="T10" fmla="*/ 208 w 263"/>
                <a:gd name="T11" fmla="*/ 10 h 338"/>
                <a:gd name="T12" fmla="*/ 30 w 263"/>
                <a:gd name="T13" fmla="*/ 119 h 338"/>
                <a:gd name="T14" fmla="*/ 28 w 263"/>
                <a:gd name="T15" fmla="*/ 122 h 338"/>
                <a:gd name="T16" fmla="*/ 28 w 263"/>
                <a:gd name="T17" fmla="*/ 221 h 338"/>
                <a:gd name="T18" fmla="*/ 30 w 263"/>
                <a:gd name="T19" fmla="*/ 224 h 338"/>
                <a:gd name="T20" fmla="*/ 208 w 263"/>
                <a:gd name="T21" fmla="*/ 333 h 338"/>
                <a:gd name="T22" fmla="*/ 225 w 263"/>
                <a:gd name="T23" fmla="*/ 338 h 338"/>
                <a:gd name="T24" fmla="*/ 253 w 263"/>
                <a:gd name="T25" fmla="*/ 322 h 338"/>
                <a:gd name="T26" fmla="*/ 242 w 263"/>
                <a:gd name="T27" fmla="*/ 276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3" h="338">
                  <a:moveTo>
                    <a:pt x="242" y="276"/>
                  </a:moveTo>
                  <a:lnTo>
                    <a:pt x="74" y="172"/>
                  </a:lnTo>
                  <a:cubicBezTo>
                    <a:pt x="74" y="172"/>
                    <a:pt x="74" y="171"/>
                    <a:pt x="74" y="170"/>
                  </a:cubicBezTo>
                  <a:lnTo>
                    <a:pt x="242" y="66"/>
                  </a:lnTo>
                  <a:cubicBezTo>
                    <a:pt x="258" y="57"/>
                    <a:pt x="263" y="36"/>
                    <a:pt x="253" y="21"/>
                  </a:cubicBezTo>
                  <a:cubicBezTo>
                    <a:pt x="244" y="5"/>
                    <a:pt x="223" y="0"/>
                    <a:pt x="208" y="10"/>
                  </a:cubicBezTo>
                  <a:lnTo>
                    <a:pt x="30" y="119"/>
                  </a:lnTo>
                  <a:lnTo>
                    <a:pt x="28" y="122"/>
                  </a:lnTo>
                  <a:cubicBezTo>
                    <a:pt x="0" y="149"/>
                    <a:pt x="0" y="194"/>
                    <a:pt x="28" y="221"/>
                  </a:cubicBezTo>
                  <a:lnTo>
                    <a:pt x="30" y="224"/>
                  </a:lnTo>
                  <a:lnTo>
                    <a:pt x="208" y="333"/>
                  </a:lnTo>
                  <a:cubicBezTo>
                    <a:pt x="213" y="336"/>
                    <a:pt x="219" y="338"/>
                    <a:pt x="225" y="338"/>
                  </a:cubicBezTo>
                  <a:cubicBezTo>
                    <a:pt x="236" y="338"/>
                    <a:pt x="247" y="332"/>
                    <a:pt x="253" y="322"/>
                  </a:cubicBezTo>
                  <a:cubicBezTo>
                    <a:pt x="263" y="306"/>
                    <a:pt x="258" y="286"/>
                    <a:pt x="242"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47" name="Digital_Object" descr="{&quot;Key&quot;:&quot;POWER_USER_SHAPE_ICON&quot;,&quot;Value&quot;:&quot;POWER_USER_SHAPE_ICON_STYLE_1&quot;}"/>
          <p:cNvSpPr>
            <a:spLocks noChangeAspect="1" noEditPoints="1"/>
          </p:cNvSpPr>
          <p:nvPr>
            <p:custDataLst>
              <p:tags r:id="rId43"/>
            </p:custDataLst>
          </p:nvPr>
        </p:nvSpPr>
        <p:spPr bwMode="auto">
          <a:xfrm>
            <a:off x="9498391" y="2714169"/>
            <a:ext cx="759659" cy="961826"/>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48" name="Firewall" descr="{&quot;Key&quot;:&quot;POWER_USER_SHAPE_ICON&quot;,&quot;Value&quot;:&quot;POWER_USER_SHAPE_ICON_STYLE_1&quot;}"/>
          <p:cNvGrpSpPr>
            <a:grpSpLocks noChangeAspect="1"/>
          </p:cNvGrpSpPr>
          <p:nvPr>
            <p:custDataLst>
              <p:tags r:id="rId44"/>
            </p:custDataLst>
          </p:nvPr>
        </p:nvGrpSpPr>
        <p:grpSpPr bwMode="auto">
          <a:xfrm>
            <a:off x="5615087" y="2714169"/>
            <a:ext cx="961826" cy="961826"/>
            <a:chOff x="125" y="195"/>
            <a:chExt cx="105" cy="105"/>
          </a:xfrm>
          <a:solidFill>
            <a:schemeClr val="accent2"/>
          </a:solidFill>
        </p:grpSpPr>
        <p:sp>
          <p:nvSpPr>
            <p:cNvPr id="149" name="Firewall"/>
            <p:cNvSpPr>
              <a:spLocks/>
            </p:cNvSpPr>
            <p:nvPr>
              <p:custDataLst>
                <p:tags r:id="rId45"/>
              </p:custDataLst>
            </p:nvPr>
          </p:nvSpPr>
          <p:spPr bwMode="auto">
            <a:xfrm>
              <a:off x="125" y="195"/>
              <a:ext cx="56" cy="81"/>
            </a:xfrm>
            <a:custGeom>
              <a:avLst/>
              <a:gdLst>
                <a:gd name="T0" fmla="*/ 1232 w 1232"/>
                <a:gd name="T1" fmla="*/ 780 h 1774"/>
                <a:gd name="T2" fmla="*/ 668 w 1232"/>
                <a:gd name="T3" fmla="*/ 0 h 1774"/>
                <a:gd name="T4" fmla="*/ 317 w 1232"/>
                <a:gd name="T5" fmla="*/ 325 h 1774"/>
                <a:gd name="T6" fmla="*/ 371 w 1232"/>
                <a:gd name="T7" fmla="*/ 948 h 1774"/>
                <a:gd name="T8" fmla="*/ 113 w 1232"/>
                <a:gd name="T9" fmla="*/ 610 h 1774"/>
                <a:gd name="T10" fmla="*/ 0 w 1232"/>
                <a:gd name="T11" fmla="*/ 1115 h 1774"/>
                <a:gd name="T12" fmla="*/ 557 w 1232"/>
                <a:gd name="T13" fmla="*/ 1774 h 1774"/>
                <a:gd name="T14" fmla="*/ 557 w 1232"/>
                <a:gd name="T15" fmla="*/ 893 h 1774"/>
                <a:gd name="T16" fmla="*/ 668 w 1232"/>
                <a:gd name="T17" fmla="*/ 781 h 1774"/>
                <a:gd name="T18" fmla="*/ 1232 w 1232"/>
                <a:gd name="T19" fmla="*/ 781 h 1774"/>
                <a:gd name="T20" fmla="*/ 1232 w 1232"/>
                <a:gd name="T21" fmla="*/ 780 h 1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2" h="1774">
                  <a:moveTo>
                    <a:pt x="1232" y="780"/>
                  </a:moveTo>
                  <a:cubicBezTo>
                    <a:pt x="1066" y="561"/>
                    <a:pt x="782" y="695"/>
                    <a:pt x="668" y="0"/>
                  </a:cubicBezTo>
                  <a:cubicBezTo>
                    <a:pt x="499" y="94"/>
                    <a:pt x="401" y="185"/>
                    <a:pt x="317" y="325"/>
                  </a:cubicBezTo>
                  <a:cubicBezTo>
                    <a:pt x="298" y="476"/>
                    <a:pt x="235" y="678"/>
                    <a:pt x="371" y="948"/>
                  </a:cubicBezTo>
                  <a:cubicBezTo>
                    <a:pt x="212" y="838"/>
                    <a:pt x="183" y="780"/>
                    <a:pt x="113" y="610"/>
                  </a:cubicBezTo>
                  <a:cubicBezTo>
                    <a:pt x="26" y="778"/>
                    <a:pt x="0" y="939"/>
                    <a:pt x="0" y="1115"/>
                  </a:cubicBezTo>
                  <a:cubicBezTo>
                    <a:pt x="0" y="1446"/>
                    <a:pt x="241" y="1721"/>
                    <a:pt x="557" y="1774"/>
                  </a:cubicBezTo>
                  <a:lnTo>
                    <a:pt x="557" y="893"/>
                  </a:lnTo>
                  <a:cubicBezTo>
                    <a:pt x="557" y="831"/>
                    <a:pt x="607" y="781"/>
                    <a:pt x="668" y="781"/>
                  </a:cubicBezTo>
                  <a:lnTo>
                    <a:pt x="1232" y="781"/>
                  </a:lnTo>
                  <a:lnTo>
                    <a:pt x="1232" y="7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irewall"/>
            <p:cNvSpPr>
              <a:spLocks/>
            </p:cNvSpPr>
            <p:nvPr>
              <p:custDataLst>
                <p:tags r:id="rId46"/>
              </p:custDataLst>
            </p:nvPr>
          </p:nvSpPr>
          <p:spPr bwMode="auto">
            <a:xfrm>
              <a:off x="155" y="236"/>
              <a:ext cx="35" cy="18"/>
            </a:xfrm>
            <a:custGeom>
              <a:avLst/>
              <a:gdLst>
                <a:gd name="T0" fmla="*/ 50 w 764"/>
                <a:gd name="T1" fmla="*/ 392 h 392"/>
                <a:gd name="T2" fmla="*/ 714 w 764"/>
                <a:gd name="T3" fmla="*/ 392 h 392"/>
                <a:gd name="T4" fmla="*/ 764 w 764"/>
                <a:gd name="T5" fmla="*/ 342 h 392"/>
                <a:gd name="T6" fmla="*/ 764 w 764"/>
                <a:gd name="T7" fmla="*/ 50 h 392"/>
                <a:gd name="T8" fmla="*/ 714 w 764"/>
                <a:gd name="T9" fmla="*/ 0 h 392"/>
                <a:gd name="T10" fmla="*/ 50 w 764"/>
                <a:gd name="T11" fmla="*/ 0 h 392"/>
                <a:gd name="T12" fmla="*/ 0 w 764"/>
                <a:gd name="T13" fmla="*/ 50 h 392"/>
                <a:gd name="T14" fmla="*/ 0 w 764"/>
                <a:gd name="T15" fmla="*/ 342 h 392"/>
                <a:gd name="T16" fmla="*/ 50 w 764"/>
                <a:gd name="T17"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2">
                  <a:moveTo>
                    <a:pt x="50" y="392"/>
                  </a:moveTo>
                  <a:lnTo>
                    <a:pt x="714" y="392"/>
                  </a:lnTo>
                  <a:cubicBezTo>
                    <a:pt x="741" y="392"/>
                    <a:pt x="764" y="369"/>
                    <a:pt x="764" y="342"/>
                  </a:cubicBezTo>
                  <a:lnTo>
                    <a:pt x="764" y="50"/>
                  </a:lnTo>
                  <a:cubicBezTo>
                    <a:pt x="764" y="23"/>
                    <a:pt x="741" y="0"/>
                    <a:pt x="714" y="0"/>
                  </a:cubicBezTo>
                  <a:lnTo>
                    <a:pt x="50" y="0"/>
                  </a:lnTo>
                  <a:cubicBezTo>
                    <a:pt x="22" y="0"/>
                    <a:pt x="0" y="23"/>
                    <a:pt x="0" y="50"/>
                  </a:cubicBezTo>
                  <a:lnTo>
                    <a:pt x="0" y="342"/>
                  </a:lnTo>
                  <a:cubicBezTo>
                    <a:pt x="0" y="370"/>
                    <a:pt x="22" y="392"/>
                    <a:pt x="5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irewall"/>
            <p:cNvSpPr>
              <a:spLocks/>
            </p:cNvSpPr>
            <p:nvPr>
              <p:custDataLst>
                <p:tags r:id="rId47"/>
              </p:custDataLst>
            </p:nvPr>
          </p:nvSpPr>
          <p:spPr bwMode="auto">
            <a:xfrm>
              <a:off x="195" y="236"/>
              <a:ext cx="35" cy="18"/>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irewall"/>
            <p:cNvSpPr>
              <a:spLocks/>
            </p:cNvSpPr>
            <p:nvPr>
              <p:custDataLst>
                <p:tags r:id="rId48"/>
              </p:custDataLst>
            </p:nvPr>
          </p:nvSpPr>
          <p:spPr bwMode="auto">
            <a:xfrm>
              <a:off x="15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2" y="0"/>
                    <a:pt x="0" y="22"/>
                    <a:pt x="0" y="50"/>
                  </a:cubicBezTo>
                  <a:lnTo>
                    <a:pt x="0" y="341"/>
                  </a:lnTo>
                  <a:cubicBezTo>
                    <a:pt x="0" y="368"/>
                    <a:pt x="22" y="391"/>
                    <a:pt x="50" y="391"/>
                  </a:cubicBezTo>
                  <a:lnTo>
                    <a:pt x="714" y="391"/>
                  </a:lnTo>
                  <a:cubicBezTo>
                    <a:pt x="741" y="391"/>
                    <a:pt x="764" y="368"/>
                    <a:pt x="764" y="341"/>
                  </a:cubicBezTo>
                  <a:lnTo>
                    <a:pt x="764" y="50"/>
                  </a:lnTo>
                  <a:cubicBezTo>
                    <a:pt x="764" y="21"/>
                    <a:pt x="741"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irewall"/>
            <p:cNvSpPr>
              <a:spLocks/>
            </p:cNvSpPr>
            <p:nvPr>
              <p:custDataLst>
                <p:tags r:id="rId49"/>
              </p:custDataLst>
            </p:nvPr>
          </p:nvSpPr>
          <p:spPr bwMode="auto">
            <a:xfrm>
              <a:off x="19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irewall"/>
            <p:cNvSpPr>
              <a:spLocks/>
            </p:cNvSpPr>
            <p:nvPr>
              <p:custDataLst>
                <p:tags r:id="rId50"/>
              </p:custDataLst>
            </p:nvPr>
          </p:nvSpPr>
          <p:spPr bwMode="auto">
            <a:xfrm>
              <a:off x="175" y="259"/>
              <a:ext cx="35" cy="18"/>
            </a:xfrm>
            <a:custGeom>
              <a:avLst/>
              <a:gdLst>
                <a:gd name="T0" fmla="*/ 0 w 764"/>
                <a:gd name="T1" fmla="*/ 50 h 394"/>
                <a:gd name="T2" fmla="*/ 0 w 764"/>
                <a:gd name="T3" fmla="*/ 344 h 394"/>
                <a:gd name="T4" fmla="*/ 50 w 764"/>
                <a:gd name="T5" fmla="*/ 394 h 394"/>
                <a:gd name="T6" fmla="*/ 714 w 764"/>
                <a:gd name="T7" fmla="*/ 394 h 394"/>
                <a:gd name="T8" fmla="*/ 764 w 764"/>
                <a:gd name="T9" fmla="*/ 344 h 394"/>
                <a:gd name="T10" fmla="*/ 764 w 764"/>
                <a:gd name="T11" fmla="*/ 50 h 394"/>
                <a:gd name="T12" fmla="*/ 714 w 764"/>
                <a:gd name="T13" fmla="*/ 0 h 394"/>
                <a:gd name="T14" fmla="*/ 50 w 764"/>
                <a:gd name="T15" fmla="*/ 0 h 394"/>
                <a:gd name="T16" fmla="*/ 0 w 764"/>
                <a:gd name="T17" fmla="*/ 5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4">
                  <a:moveTo>
                    <a:pt x="0" y="50"/>
                  </a:moveTo>
                  <a:lnTo>
                    <a:pt x="0" y="344"/>
                  </a:lnTo>
                  <a:cubicBezTo>
                    <a:pt x="0" y="371"/>
                    <a:pt x="23" y="394"/>
                    <a:pt x="50" y="394"/>
                  </a:cubicBezTo>
                  <a:lnTo>
                    <a:pt x="714" y="394"/>
                  </a:lnTo>
                  <a:cubicBezTo>
                    <a:pt x="742" y="394"/>
                    <a:pt x="764" y="371"/>
                    <a:pt x="764" y="344"/>
                  </a:cubicBezTo>
                  <a:lnTo>
                    <a:pt x="764" y="50"/>
                  </a:lnTo>
                  <a:cubicBezTo>
                    <a:pt x="764" y="22"/>
                    <a:pt x="742" y="0"/>
                    <a:pt x="714" y="0"/>
                  </a:cubicBezTo>
                  <a:lnTo>
                    <a:pt x="50" y="0"/>
                  </a:lnTo>
                  <a:cubicBezTo>
                    <a:pt x="23" y="0"/>
                    <a:pt x="0" y="22"/>
                    <a:pt x="0"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irewall"/>
            <p:cNvSpPr>
              <a:spLocks/>
            </p:cNvSpPr>
            <p:nvPr>
              <p:custDataLst>
                <p:tags r:id="rId51"/>
              </p:custDataLst>
            </p:nvPr>
          </p:nvSpPr>
          <p:spPr bwMode="auto">
            <a:xfrm>
              <a:off x="155" y="259"/>
              <a:ext cx="15" cy="18"/>
            </a:xfrm>
            <a:custGeom>
              <a:avLst/>
              <a:gdLst>
                <a:gd name="T0" fmla="*/ 50 w 329"/>
                <a:gd name="T1" fmla="*/ 393 h 393"/>
                <a:gd name="T2" fmla="*/ 279 w 329"/>
                <a:gd name="T3" fmla="*/ 393 h 393"/>
                <a:gd name="T4" fmla="*/ 329 w 329"/>
                <a:gd name="T5" fmla="*/ 343 h 393"/>
                <a:gd name="T6" fmla="*/ 329 w 329"/>
                <a:gd name="T7" fmla="*/ 50 h 393"/>
                <a:gd name="T8" fmla="*/ 279 w 329"/>
                <a:gd name="T9" fmla="*/ 0 h 393"/>
                <a:gd name="T10" fmla="*/ 50 w 329"/>
                <a:gd name="T11" fmla="*/ 0 h 393"/>
                <a:gd name="T12" fmla="*/ 0 w 329"/>
                <a:gd name="T13" fmla="*/ 50 h 393"/>
                <a:gd name="T14" fmla="*/ 0 w 329"/>
                <a:gd name="T15" fmla="*/ 343 h 393"/>
                <a:gd name="T16" fmla="*/ 50 w 329"/>
                <a:gd name="T17" fmla="*/ 393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9" h="393">
                  <a:moveTo>
                    <a:pt x="50" y="393"/>
                  </a:moveTo>
                  <a:lnTo>
                    <a:pt x="279" y="393"/>
                  </a:lnTo>
                  <a:cubicBezTo>
                    <a:pt x="306" y="393"/>
                    <a:pt x="329" y="371"/>
                    <a:pt x="329" y="343"/>
                  </a:cubicBezTo>
                  <a:lnTo>
                    <a:pt x="329" y="50"/>
                  </a:lnTo>
                  <a:cubicBezTo>
                    <a:pt x="329" y="22"/>
                    <a:pt x="306" y="0"/>
                    <a:pt x="279" y="0"/>
                  </a:cubicBezTo>
                  <a:lnTo>
                    <a:pt x="50" y="0"/>
                  </a:lnTo>
                  <a:cubicBezTo>
                    <a:pt x="22" y="0"/>
                    <a:pt x="0" y="22"/>
                    <a:pt x="0" y="50"/>
                  </a:cubicBezTo>
                  <a:lnTo>
                    <a:pt x="0" y="343"/>
                  </a:lnTo>
                  <a:cubicBezTo>
                    <a:pt x="0" y="371"/>
                    <a:pt x="22" y="393"/>
                    <a:pt x="50" y="39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irewall"/>
            <p:cNvSpPr>
              <a:spLocks/>
            </p:cNvSpPr>
            <p:nvPr>
              <p:custDataLst>
                <p:tags r:id="rId52"/>
              </p:custDataLst>
            </p:nvPr>
          </p:nvSpPr>
          <p:spPr bwMode="auto">
            <a:xfrm>
              <a:off x="215" y="259"/>
              <a:ext cx="15" cy="18"/>
            </a:xfrm>
            <a:custGeom>
              <a:avLst/>
              <a:gdLst>
                <a:gd name="T0" fmla="*/ 281 w 331"/>
                <a:gd name="T1" fmla="*/ 0 h 394"/>
                <a:gd name="T2" fmla="*/ 50 w 331"/>
                <a:gd name="T3" fmla="*/ 0 h 394"/>
                <a:gd name="T4" fmla="*/ 0 w 331"/>
                <a:gd name="T5" fmla="*/ 50 h 394"/>
                <a:gd name="T6" fmla="*/ 0 w 331"/>
                <a:gd name="T7" fmla="*/ 344 h 394"/>
                <a:gd name="T8" fmla="*/ 50 w 331"/>
                <a:gd name="T9" fmla="*/ 394 h 394"/>
                <a:gd name="T10" fmla="*/ 279 w 331"/>
                <a:gd name="T11" fmla="*/ 394 h 394"/>
                <a:gd name="T12" fmla="*/ 329 w 331"/>
                <a:gd name="T13" fmla="*/ 344 h 394"/>
                <a:gd name="T14" fmla="*/ 329 w 331"/>
                <a:gd name="T15" fmla="*/ 50 h 394"/>
                <a:gd name="T16" fmla="*/ 281 w 331"/>
                <a:gd name="T17"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1" h="394">
                  <a:moveTo>
                    <a:pt x="281" y="0"/>
                  </a:moveTo>
                  <a:lnTo>
                    <a:pt x="50" y="0"/>
                  </a:lnTo>
                  <a:cubicBezTo>
                    <a:pt x="22" y="0"/>
                    <a:pt x="0" y="22"/>
                    <a:pt x="0" y="50"/>
                  </a:cubicBezTo>
                  <a:lnTo>
                    <a:pt x="0" y="344"/>
                  </a:lnTo>
                  <a:cubicBezTo>
                    <a:pt x="0" y="371"/>
                    <a:pt x="22" y="394"/>
                    <a:pt x="50" y="394"/>
                  </a:cubicBezTo>
                  <a:lnTo>
                    <a:pt x="279" y="394"/>
                  </a:lnTo>
                  <a:cubicBezTo>
                    <a:pt x="306" y="394"/>
                    <a:pt x="329" y="371"/>
                    <a:pt x="329" y="344"/>
                  </a:cubicBezTo>
                  <a:lnTo>
                    <a:pt x="329" y="50"/>
                  </a:lnTo>
                  <a:cubicBezTo>
                    <a:pt x="331" y="22"/>
                    <a:pt x="309" y="0"/>
                    <a:pt x="2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58" name="TextBox 157"/>
          <p:cNvSpPr txBox="1"/>
          <p:nvPr/>
        </p:nvSpPr>
        <p:spPr>
          <a:xfrm>
            <a:off x="820664"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159" name="TextBox 158"/>
          <p:cNvSpPr txBox="1"/>
          <p:nvPr/>
        </p:nvSpPr>
        <p:spPr>
          <a:xfrm>
            <a:off x="4584595"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160" name="TextBox 159"/>
          <p:cNvSpPr txBox="1"/>
          <p:nvPr/>
        </p:nvSpPr>
        <p:spPr>
          <a:xfrm>
            <a:off x="8348526"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961106935"/>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a:normAutofit/>
          </a:bodyPr>
          <a:lstStyle/>
          <a:p>
            <a:r>
              <a:rPr lang="en-US" dirty="0"/>
              <a:t>Key figures 7</a:t>
            </a:r>
          </a:p>
        </p:txBody>
      </p:sp>
      <p:sp>
        <p:nvSpPr>
          <p:cNvPr id="6" name="Arc 5"/>
          <p:cNvSpPr>
            <a:spLocks noChangeAspect="1"/>
          </p:cNvSpPr>
          <p:nvPr/>
        </p:nvSpPr>
        <p:spPr>
          <a:xfrm>
            <a:off x="707923"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1"/>
                </a:solidFill>
              </a:rPr>
              <a:t>Satisfaction</a:t>
            </a:r>
            <a:br>
              <a:rPr lang="en-US" sz="2400" dirty="0">
                <a:solidFill>
                  <a:schemeClr val="accent1"/>
                </a:solidFill>
              </a:rPr>
            </a:br>
            <a:r>
              <a:rPr lang="en-US" sz="2400" dirty="0">
                <a:solidFill>
                  <a:schemeClr val="accent1"/>
                </a:solidFill>
              </a:rPr>
              <a:t>70%</a:t>
            </a:r>
          </a:p>
        </p:txBody>
      </p:sp>
      <p:sp>
        <p:nvSpPr>
          <p:cNvPr id="7" name="Arc 6"/>
          <p:cNvSpPr>
            <a:spLocks noChangeAspect="1"/>
          </p:cNvSpPr>
          <p:nvPr/>
        </p:nvSpPr>
        <p:spPr>
          <a:xfrm>
            <a:off x="707923" y="2182762"/>
            <a:ext cx="2138516" cy="2138516"/>
          </a:xfrm>
          <a:prstGeom prst="arc">
            <a:avLst>
              <a:gd name="adj1" fmla="val 16057830"/>
              <a:gd name="adj2" fmla="val 9699121"/>
            </a:avLst>
          </a:prstGeom>
          <a:ln w="19050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 name="Arc 7"/>
          <p:cNvSpPr>
            <a:spLocks noChangeAspect="1"/>
          </p:cNvSpPr>
          <p:nvPr/>
        </p:nvSpPr>
        <p:spPr>
          <a:xfrm>
            <a:off x="3205317"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2"/>
                </a:solidFill>
              </a:rPr>
              <a:t>Performance</a:t>
            </a:r>
            <a:br>
              <a:rPr lang="en-US" sz="2400" dirty="0">
                <a:solidFill>
                  <a:schemeClr val="accent2"/>
                </a:solidFill>
              </a:rPr>
            </a:br>
            <a:r>
              <a:rPr lang="en-US" sz="2400" dirty="0">
                <a:solidFill>
                  <a:schemeClr val="accent2"/>
                </a:solidFill>
              </a:rPr>
              <a:t>30%</a:t>
            </a:r>
          </a:p>
        </p:txBody>
      </p:sp>
      <p:sp>
        <p:nvSpPr>
          <p:cNvPr id="9" name="Arc 8"/>
          <p:cNvSpPr>
            <a:spLocks noChangeAspect="1"/>
          </p:cNvSpPr>
          <p:nvPr/>
        </p:nvSpPr>
        <p:spPr>
          <a:xfrm>
            <a:off x="3205317" y="2182762"/>
            <a:ext cx="2138516" cy="2138516"/>
          </a:xfrm>
          <a:prstGeom prst="arc">
            <a:avLst>
              <a:gd name="adj1" fmla="val 16057830"/>
              <a:gd name="adj2" fmla="val 2031939"/>
            </a:avLst>
          </a:prstGeom>
          <a:ln w="1905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5" name="Group 24"/>
          <p:cNvGrpSpPr/>
          <p:nvPr/>
        </p:nvGrpSpPr>
        <p:grpSpPr>
          <a:xfrm>
            <a:off x="6799006" y="2395127"/>
            <a:ext cx="4925962" cy="178456"/>
            <a:chOff x="6799006" y="3483968"/>
            <a:chExt cx="4925962" cy="178456"/>
          </a:xfrm>
        </p:grpSpPr>
        <p:sp>
          <p:nvSpPr>
            <p:cNvPr id="14" name="Rounded Rectangle 13"/>
            <p:cNvSpPr/>
            <p:nvPr/>
          </p:nvSpPr>
          <p:spPr>
            <a:xfrm>
              <a:off x="6799006" y="3483969"/>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Rounded Rectangle 14"/>
            <p:cNvSpPr/>
            <p:nvPr/>
          </p:nvSpPr>
          <p:spPr>
            <a:xfrm>
              <a:off x="6799006" y="3483968"/>
              <a:ext cx="2988000" cy="17845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 name="Group 23"/>
          <p:cNvGrpSpPr/>
          <p:nvPr/>
        </p:nvGrpSpPr>
        <p:grpSpPr>
          <a:xfrm>
            <a:off x="6799006" y="3498717"/>
            <a:ext cx="4925962" cy="178456"/>
            <a:chOff x="6799006" y="2395127"/>
            <a:chExt cx="4925962" cy="178456"/>
          </a:xfrm>
        </p:grpSpPr>
        <p:sp>
          <p:nvSpPr>
            <p:cNvPr id="12" name="Rounded Rectangle 11"/>
            <p:cNvSpPr/>
            <p:nvPr/>
          </p:nvSpPr>
          <p:spPr>
            <a:xfrm>
              <a:off x="6799006" y="2395128"/>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ounded Rectangle 12"/>
            <p:cNvSpPr/>
            <p:nvPr/>
          </p:nvSpPr>
          <p:spPr>
            <a:xfrm>
              <a:off x="6799006" y="2395127"/>
              <a:ext cx="3744000" cy="17845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7" name="Group 26"/>
          <p:cNvGrpSpPr/>
          <p:nvPr/>
        </p:nvGrpSpPr>
        <p:grpSpPr>
          <a:xfrm>
            <a:off x="6799006" y="4617261"/>
            <a:ext cx="4925962" cy="178456"/>
            <a:chOff x="6799006" y="5661650"/>
            <a:chExt cx="4925962" cy="178456"/>
          </a:xfrm>
        </p:grpSpPr>
        <p:sp>
          <p:nvSpPr>
            <p:cNvPr id="18" name="Rounded Rectangle 17"/>
            <p:cNvSpPr/>
            <p:nvPr/>
          </p:nvSpPr>
          <p:spPr>
            <a:xfrm>
              <a:off x="6799006" y="5661651"/>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ounded Rectangle 18"/>
            <p:cNvSpPr/>
            <p:nvPr/>
          </p:nvSpPr>
          <p:spPr>
            <a:xfrm>
              <a:off x="6799006" y="5661650"/>
              <a:ext cx="1980000" cy="178455"/>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 name="Group 25"/>
          <p:cNvGrpSpPr/>
          <p:nvPr/>
        </p:nvGrpSpPr>
        <p:grpSpPr>
          <a:xfrm>
            <a:off x="6799006" y="5728329"/>
            <a:ext cx="4925962" cy="178456"/>
            <a:chOff x="6799006" y="4572809"/>
            <a:chExt cx="4925962" cy="178456"/>
          </a:xfrm>
        </p:grpSpPr>
        <p:sp>
          <p:nvSpPr>
            <p:cNvPr id="16" name="Rounded Rectangle 15"/>
            <p:cNvSpPr/>
            <p:nvPr/>
          </p:nvSpPr>
          <p:spPr>
            <a:xfrm>
              <a:off x="6799006" y="4572810"/>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ounded Rectangle 16"/>
            <p:cNvSpPr/>
            <p:nvPr/>
          </p:nvSpPr>
          <p:spPr>
            <a:xfrm>
              <a:off x="6799006" y="4572809"/>
              <a:ext cx="4068000" cy="178455"/>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20" name="TextBox 19"/>
          <p:cNvSpPr txBox="1"/>
          <p:nvPr/>
        </p:nvSpPr>
        <p:spPr>
          <a:xfrm>
            <a:off x="6799006" y="1802760"/>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1" name="TextBox 20"/>
          <p:cNvSpPr txBox="1"/>
          <p:nvPr/>
        </p:nvSpPr>
        <p:spPr>
          <a:xfrm>
            <a:off x="6799006" y="2913942"/>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2" name="TextBox 21"/>
          <p:cNvSpPr txBox="1"/>
          <p:nvPr/>
        </p:nvSpPr>
        <p:spPr>
          <a:xfrm>
            <a:off x="6799006" y="4025124"/>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3" name="TextBox 22"/>
          <p:cNvSpPr txBox="1"/>
          <p:nvPr/>
        </p:nvSpPr>
        <p:spPr>
          <a:xfrm>
            <a:off x="6799006" y="5136306"/>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9" name="TextBox 28"/>
          <p:cNvSpPr txBox="1"/>
          <p:nvPr/>
        </p:nvSpPr>
        <p:spPr>
          <a:xfrm>
            <a:off x="6038478" y="2250959"/>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72%</a:t>
            </a:r>
          </a:p>
        </p:txBody>
      </p:sp>
      <p:sp>
        <p:nvSpPr>
          <p:cNvPr id="28" name="TextBox 27"/>
          <p:cNvSpPr txBox="1"/>
          <p:nvPr/>
        </p:nvSpPr>
        <p:spPr>
          <a:xfrm>
            <a:off x="6038478" y="3373140"/>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72%</a:t>
            </a:r>
          </a:p>
        </p:txBody>
      </p:sp>
      <p:sp>
        <p:nvSpPr>
          <p:cNvPr id="31" name="TextBox 30"/>
          <p:cNvSpPr txBox="1"/>
          <p:nvPr/>
        </p:nvSpPr>
        <p:spPr>
          <a:xfrm>
            <a:off x="6038478" y="4495321"/>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rPr>
              <a:t>72%</a:t>
            </a:r>
          </a:p>
        </p:txBody>
      </p:sp>
      <p:sp>
        <p:nvSpPr>
          <p:cNvPr id="30" name="TextBox 29"/>
          <p:cNvSpPr txBox="1"/>
          <p:nvPr/>
        </p:nvSpPr>
        <p:spPr>
          <a:xfrm>
            <a:off x="6038478" y="5617502"/>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rPr>
              <a:t>72%</a:t>
            </a:r>
          </a:p>
        </p:txBody>
      </p:sp>
      <p:sp>
        <p:nvSpPr>
          <p:cNvPr id="32" name="TextBox 31"/>
          <p:cNvSpPr txBox="1"/>
          <p:nvPr/>
        </p:nvSpPr>
        <p:spPr>
          <a:xfrm>
            <a:off x="535855" y="4795716"/>
            <a:ext cx="4925962"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extLst>
      <p:ext uri="{BB962C8B-B14F-4D97-AF65-F5344CB8AC3E}">
        <p14:creationId xmlns:p14="http://schemas.microsoft.com/office/powerpoint/2010/main" val="785916314"/>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a:xfrm>
            <a:off x="214184" y="13663"/>
            <a:ext cx="9728886" cy="678316"/>
          </a:xfrm>
        </p:spPr>
        <p:txBody>
          <a:bodyPr>
            <a:normAutofit/>
          </a:bodyPr>
          <a:lstStyle/>
          <a:p>
            <a:r>
              <a:rPr lang="en-US" dirty="0"/>
              <a:t>Key figures 8</a:t>
            </a:r>
          </a:p>
        </p:txBody>
      </p:sp>
      <p:grpSp>
        <p:nvGrpSpPr>
          <p:cNvPr id="3" name="Group 2"/>
          <p:cNvGrpSpPr>
            <a:grpSpLocks noChangeAspect="1"/>
          </p:cNvGrpSpPr>
          <p:nvPr/>
        </p:nvGrpSpPr>
        <p:grpSpPr>
          <a:xfrm>
            <a:off x="867554" y="2237761"/>
            <a:ext cx="2150645" cy="2150645"/>
            <a:chOff x="757690" y="1620703"/>
            <a:chExt cx="3148760" cy="3148760"/>
          </a:xfrm>
        </p:grpSpPr>
        <p:sp>
          <p:nvSpPr>
            <p:cNvPr id="4" name="Block Arc 3"/>
            <p:cNvSpPr/>
            <p:nvPr>
              <p:custDataLst>
                <p:tags r:id="rId31"/>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2"/>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33"/>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34"/>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35"/>
              </p:custDataLst>
            </p:nvPr>
          </p:nvSpPr>
          <p:spPr>
            <a:xfrm>
              <a:off x="757690" y="1620703"/>
              <a:ext cx="3148760" cy="3148760"/>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9" name="Block Arc 8"/>
            <p:cNvSpPr/>
            <p:nvPr>
              <p:custDataLst>
                <p:tags r:id="rId36"/>
              </p:custDataLst>
            </p:nvPr>
          </p:nvSpPr>
          <p:spPr>
            <a:xfrm>
              <a:off x="757690" y="1620703"/>
              <a:ext cx="3148760" cy="3148760"/>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0" name="Block Arc 9"/>
            <p:cNvSpPr/>
            <p:nvPr>
              <p:custDataLst>
                <p:tags r:id="rId37"/>
              </p:custDataLst>
            </p:nvPr>
          </p:nvSpPr>
          <p:spPr>
            <a:xfrm>
              <a:off x="757690" y="1620703"/>
              <a:ext cx="3148760" cy="3148760"/>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1" name="Block Arc 10"/>
            <p:cNvSpPr/>
            <p:nvPr>
              <p:custDataLst>
                <p:tags r:id="rId38"/>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 name="Block Arc 11"/>
            <p:cNvSpPr>
              <a:spLocks noChangeAspect="1"/>
            </p:cNvSpPr>
            <p:nvPr>
              <p:custDataLst>
                <p:tags r:id="rId39"/>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 name="Block Arc 12"/>
            <p:cNvSpPr/>
            <p:nvPr>
              <p:custDataLst>
                <p:tags r:id="rId40"/>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49" name="Group 48"/>
          <p:cNvGrpSpPr/>
          <p:nvPr/>
        </p:nvGrpSpPr>
        <p:grpSpPr>
          <a:xfrm>
            <a:off x="3636303" y="2237761"/>
            <a:ext cx="2150645" cy="2150645"/>
            <a:chOff x="3593970" y="2709697"/>
            <a:chExt cx="2150645" cy="2150645"/>
          </a:xfrm>
        </p:grpSpPr>
        <p:sp>
          <p:nvSpPr>
            <p:cNvPr id="17" name="Block Arc 16"/>
            <p:cNvSpPr/>
            <p:nvPr>
              <p:custDataLst>
                <p:tags r:id="rId21"/>
              </p:custDataLst>
            </p:nvPr>
          </p:nvSpPr>
          <p:spPr>
            <a:xfrm>
              <a:off x="3593970" y="2709697"/>
              <a:ext cx="2150645" cy="2150645"/>
            </a:xfrm>
            <a:prstGeom prst="blockArc">
              <a:avLst>
                <a:gd name="adj1" fmla="val 0"/>
                <a:gd name="adj2" fmla="val 216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8" name="Block Arc 17"/>
            <p:cNvSpPr/>
            <p:nvPr>
              <p:custDataLst>
                <p:tags r:id="rId22"/>
              </p:custDataLst>
            </p:nvPr>
          </p:nvSpPr>
          <p:spPr>
            <a:xfrm>
              <a:off x="3593970" y="2709697"/>
              <a:ext cx="2150645" cy="2150645"/>
            </a:xfrm>
            <a:prstGeom prst="blockArc">
              <a:avLst>
                <a:gd name="adj1" fmla="val 2160000"/>
                <a:gd name="adj2" fmla="val 432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9" name="Block Arc 18"/>
            <p:cNvSpPr/>
            <p:nvPr>
              <p:custDataLst>
                <p:tags r:id="rId23"/>
              </p:custDataLst>
            </p:nvPr>
          </p:nvSpPr>
          <p:spPr>
            <a:xfrm>
              <a:off x="3593970"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0" name="Block Arc 19"/>
            <p:cNvSpPr/>
            <p:nvPr>
              <p:custDataLst>
                <p:tags r:id="rId24"/>
              </p:custDataLst>
            </p:nvPr>
          </p:nvSpPr>
          <p:spPr>
            <a:xfrm>
              <a:off x="3593970"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1" name="Block Arc 20"/>
            <p:cNvSpPr/>
            <p:nvPr>
              <p:custDataLst>
                <p:tags r:id="rId25"/>
              </p:custDataLst>
            </p:nvPr>
          </p:nvSpPr>
          <p:spPr>
            <a:xfrm>
              <a:off x="3593970"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2" name="Block Arc 21"/>
            <p:cNvSpPr/>
            <p:nvPr>
              <p:custDataLst>
                <p:tags r:id="rId26"/>
              </p:custDataLst>
            </p:nvPr>
          </p:nvSpPr>
          <p:spPr>
            <a:xfrm>
              <a:off x="3593970"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3" name="Block Arc 22"/>
            <p:cNvSpPr/>
            <p:nvPr>
              <p:custDataLst>
                <p:tags r:id="rId2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4" name="Block Arc 23"/>
            <p:cNvSpPr/>
            <p:nvPr>
              <p:custDataLst>
                <p:tags r:id="rId28"/>
              </p:custDataLst>
            </p:nvPr>
          </p:nvSpPr>
          <p:spPr>
            <a:xfrm>
              <a:off x="3593970" y="2709697"/>
              <a:ext cx="2150645" cy="2150645"/>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5" name="Block Arc 24"/>
            <p:cNvSpPr>
              <a:spLocks noChangeAspect="1"/>
            </p:cNvSpPr>
            <p:nvPr>
              <p:custDataLst>
                <p:tags r:id="rId29"/>
              </p:custDataLst>
            </p:nvPr>
          </p:nvSpPr>
          <p:spPr>
            <a:xfrm>
              <a:off x="3593970" y="2709697"/>
              <a:ext cx="2150645" cy="2150645"/>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6" name="Block Arc 25"/>
            <p:cNvSpPr/>
            <p:nvPr>
              <p:custDataLst>
                <p:tags r:id="rId30"/>
              </p:custDataLst>
            </p:nvPr>
          </p:nvSpPr>
          <p:spPr>
            <a:xfrm>
              <a:off x="3593970" y="2709697"/>
              <a:ext cx="2150645" cy="2150645"/>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50" name="Group 49"/>
          <p:cNvGrpSpPr/>
          <p:nvPr/>
        </p:nvGrpSpPr>
        <p:grpSpPr>
          <a:xfrm>
            <a:off x="6405052" y="2237761"/>
            <a:ext cx="2150645" cy="2150645"/>
            <a:chOff x="3593970" y="2709697"/>
            <a:chExt cx="2150645" cy="2150645"/>
          </a:xfrm>
        </p:grpSpPr>
        <p:sp>
          <p:nvSpPr>
            <p:cNvPr id="51" name="Block Arc 50"/>
            <p:cNvSpPr/>
            <p:nvPr>
              <p:custDataLst>
                <p:tags r:id="rId11"/>
              </p:custDataLst>
            </p:nvPr>
          </p:nvSpPr>
          <p:spPr>
            <a:xfrm>
              <a:off x="3593970" y="2709697"/>
              <a:ext cx="2150645" cy="2150645"/>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2" name="Block Arc 51"/>
            <p:cNvSpPr/>
            <p:nvPr>
              <p:custDataLst>
                <p:tags r:id="rId12"/>
              </p:custDataLst>
            </p:nvPr>
          </p:nvSpPr>
          <p:spPr>
            <a:xfrm>
              <a:off x="3593970" y="2709697"/>
              <a:ext cx="2150645" cy="2150645"/>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3" name="Block Arc 52"/>
            <p:cNvSpPr/>
            <p:nvPr>
              <p:custDataLst>
                <p:tags r:id="rId13"/>
              </p:custDataLst>
            </p:nvPr>
          </p:nvSpPr>
          <p:spPr>
            <a:xfrm>
              <a:off x="3593970" y="2709697"/>
              <a:ext cx="2150645" cy="2150645"/>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4" name="Block Arc 53"/>
            <p:cNvSpPr/>
            <p:nvPr>
              <p:custDataLst>
                <p:tags r:id="rId14"/>
              </p:custDataLst>
            </p:nvPr>
          </p:nvSpPr>
          <p:spPr>
            <a:xfrm>
              <a:off x="3593970" y="2709697"/>
              <a:ext cx="2150645" cy="2150645"/>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5" name="Block Arc 54"/>
            <p:cNvSpPr/>
            <p:nvPr>
              <p:custDataLst>
                <p:tags r:id="rId15"/>
              </p:custDataLst>
            </p:nvPr>
          </p:nvSpPr>
          <p:spPr>
            <a:xfrm>
              <a:off x="3593970" y="2709697"/>
              <a:ext cx="2150645" cy="2150645"/>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6" name="Block Arc 55"/>
            <p:cNvSpPr/>
            <p:nvPr>
              <p:custDataLst>
                <p:tags r:id="rId16"/>
              </p:custDataLst>
            </p:nvPr>
          </p:nvSpPr>
          <p:spPr>
            <a:xfrm>
              <a:off x="3593970" y="2709697"/>
              <a:ext cx="2150645" cy="2150645"/>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7" name="Block Arc 56"/>
            <p:cNvSpPr/>
            <p:nvPr>
              <p:custDataLst>
                <p:tags r:id="rId1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8" name="Block Arc 57"/>
            <p:cNvSpPr/>
            <p:nvPr>
              <p:custDataLst>
                <p:tags r:id="rId18"/>
              </p:custDataLst>
            </p:nvPr>
          </p:nvSpPr>
          <p:spPr>
            <a:xfrm>
              <a:off x="3593970" y="2709697"/>
              <a:ext cx="2150645" cy="2150645"/>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a:spLocks noChangeAspect="1"/>
            </p:cNvSpPr>
            <p:nvPr>
              <p:custDataLst>
                <p:tags r:id="rId19"/>
              </p:custDataLst>
            </p:nvPr>
          </p:nvSpPr>
          <p:spPr>
            <a:xfrm>
              <a:off x="3593970" y="2709697"/>
              <a:ext cx="2150645" cy="2150645"/>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20"/>
              </p:custDataLst>
            </p:nvPr>
          </p:nvSpPr>
          <p:spPr>
            <a:xfrm>
              <a:off x="3593970" y="2709697"/>
              <a:ext cx="2150645" cy="2150645"/>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72" name="Group 71"/>
          <p:cNvGrpSpPr>
            <a:grpSpLocks noChangeAspect="1"/>
          </p:cNvGrpSpPr>
          <p:nvPr/>
        </p:nvGrpSpPr>
        <p:grpSpPr>
          <a:xfrm>
            <a:off x="9173801" y="2237761"/>
            <a:ext cx="2150645" cy="2150645"/>
            <a:chOff x="9300801" y="2709697"/>
            <a:chExt cx="2150645" cy="2150645"/>
          </a:xfrm>
        </p:grpSpPr>
        <p:sp>
          <p:nvSpPr>
            <p:cNvPr id="62" name="Block Arc 61"/>
            <p:cNvSpPr/>
            <p:nvPr>
              <p:custDataLst>
                <p:tags r:id="rId1"/>
              </p:custDataLst>
            </p:nvPr>
          </p:nvSpPr>
          <p:spPr>
            <a:xfrm>
              <a:off x="9300801" y="2709697"/>
              <a:ext cx="2150645" cy="2150645"/>
            </a:xfrm>
            <a:prstGeom prst="blockArc">
              <a:avLst>
                <a:gd name="adj1" fmla="val 0"/>
                <a:gd name="adj2" fmla="val 21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3" name="Block Arc 62"/>
            <p:cNvSpPr/>
            <p:nvPr>
              <p:custDataLst>
                <p:tags r:id="rId2"/>
              </p:custDataLst>
            </p:nvPr>
          </p:nvSpPr>
          <p:spPr>
            <a:xfrm>
              <a:off x="9300801" y="2709697"/>
              <a:ext cx="2150645" cy="2150645"/>
            </a:xfrm>
            <a:prstGeom prst="blockArc">
              <a:avLst>
                <a:gd name="adj1" fmla="val 2160000"/>
                <a:gd name="adj2" fmla="val 43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4" name="Block Arc 63"/>
            <p:cNvSpPr/>
            <p:nvPr>
              <p:custDataLst>
                <p:tags r:id="rId3"/>
              </p:custDataLst>
            </p:nvPr>
          </p:nvSpPr>
          <p:spPr>
            <a:xfrm>
              <a:off x="9300801"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p:nvPr>
              <p:custDataLst>
                <p:tags r:id="rId4"/>
              </p:custDataLst>
            </p:nvPr>
          </p:nvSpPr>
          <p:spPr>
            <a:xfrm>
              <a:off x="9300801"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5"/>
              </p:custDataLst>
            </p:nvPr>
          </p:nvSpPr>
          <p:spPr>
            <a:xfrm>
              <a:off x="9300801"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7" name="Block Arc 66"/>
            <p:cNvSpPr/>
            <p:nvPr>
              <p:custDataLst>
                <p:tags r:id="rId6"/>
              </p:custDataLst>
            </p:nvPr>
          </p:nvSpPr>
          <p:spPr>
            <a:xfrm>
              <a:off x="9300801"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8" name="Block Arc 67"/>
            <p:cNvSpPr/>
            <p:nvPr>
              <p:custDataLst>
                <p:tags r:id="rId7"/>
              </p:custDataLst>
            </p:nvPr>
          </p:nvSpPr>
          <p:spPr>
            <a:xfrm>
              <a:off x="9300801"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9" name="Block Arc 68"/>
            <p:cNvSpPr/>
            <p:nvPr>
              <p:custDataLst>
                <p:tags r:id="rId8"/>
              </p:custDataLst>
            </p:nvPr>
          </p:nvSpPr>
          <p:spPr>
            <a:xfrm>
              <a:off x="9300801" y="2709697"/>
              <a:ext cx="2150645" cy="2150645"/>
            </a:xfrm>
            <a:prstGeom prst="blockArc">
              <a:avLst>
                <a:gd name="adj1" fmla="val 15120000"/>
                <a:gd name="adj2" fmla="val 1728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0" name="Block Arc 69"/>
            <p:cNvSpPr>
              <a:spLocks noChangeAspect="1"/>
            </p:cNvSpPr>
            <p:nvPr>
              <p:custDataLst>
                <p:tags r:id="rId9"/>
              </p:custDataLst>
            </p:nvPr>
          </p:nvSpPr>
          <p:spPr>
            <a:xfrm>
              <a:off x="9300801" y="2709697"/>
              <a:ext cx="2150645" cy="2150645"/>
            </a:xfrm>
            <a:prstGeom prst="blockArc">
              <a:avLst>
                <a:gd name="adj1" fmla="val 17280000"/>
                <a:gd name="adj2" fmla="val 1944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1" name="Block Arc 70"/>
            <p:cNvSpPr/>
            <p:nvPr>
              <p:custDataLst>
                <p:tags r:id="rId10"/>
              </p:custDataLst>
            </p:nvPr>
          </p:nvSpPr>
          <p:spPr>
            <a:xfrm>
              <a:off x="9300801" y="2709697"/>
              <a:ext cx="2150645" cy="2150645"/>
            </a:xfrm>
            <a:prstGeom prst="blockArc">
              <a:avLst>
                <a:gd name="adj1" fmla="val 19440000"/>
                <a:gd name="adj2" fmla="val 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73" name="TextBox 72"/>
          <p:cNvSpPr txBox="1"/>
          <p:nvPr/>
        </p:nvSpPr>
        <p:spPr>
          <a:xfrm>
            <a:off x="552588" y="4751483"/>
            <a:ext cx="2780577" cy="830997"/>
          </a:xfrm>
          <a:prstGeom prst="rect">
            <a:avLst/>
          </a:prstGeom>
          <a:noFill/>
        </p:spPr>
        <p:txBody>
          <a:bodyPr wrap="square" rtlCol="0">
            <a:spAutoFit/>
          </a:bodyPr>
          <a:lstStyle/>
          <a:p>
            <a:pPr lvl="0" algn="ctr">
              <a:defRPr/>
            </a:pPr>
            <a:r>
              <a:rPr lang="en-US" sz="1600" b="1" kern="0" dirty="0">
                <a:solidFill>
                  <a:schemeClr val="accent1"/>
                </a:solidFill>
              </a:rPr>
              <a:t>Lorem ipsum</a:t>
            </a:r>
            <a:endParaRPr kumimoji="0" lang="en-US" sz="1600" b="0"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4" name="TextBox 73"/>
          <p:cNvSpPr txBox="1"/>
          <p:nvPr/>
        </p:nvSpPr>
        <p:spPr>
          <a:xfrm>
            <a:off x="3321337" y="4751483"/>
            <a:ext cx="2780577" cy="830997"/>
          </a:xfrm>
          <a:prstGeom prst="rect">
            <a:avLst/>
          </a:prstGeom>
          <a:noFill/>
        </p:spPr>
        <p:txBody>
          <a:bodyPr wrap="square" rtlCol="0">
            <a:spAutoFit/>
          </a:bodyPr>
          <a:lstStyle/>
          <a:p>
            <a:pPr lvl="0" algn="ctr">
              <a:defRPr/>
            </a:pPr>
            <a:r>
              <a:rPr lang="en-US" sz="1600" b="1" kern="0" dirty="0">
                <a:solidFill>
                  <a:schemeClr val="accent2"/>
                </a:solidFill>
              </a:rPr>
              <a:t>Lorem ipsum</a:t>
            </a:r>
            <a:endParaRPr kumimoji="0" lang="en-US" sz="1600" b="0" i="0" u="none" strike="noStrike" kern="0" cap="none" spc="0" normalizeH="0" baseline="0" noProof="0" dirty="0">
              <a:ln>
                <a:noFill/>
              </a:ln>
              <a:solidFill>
                <a:schemeClr val="accent2"/>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5" name="TextBox 74"/>
          <p:cNvSpPr txBox="1"/>
          <p:nvPr/>
        </p:nvSpPr>
        <p:spPr>
          <a:xfrm>
            <a:off x="6090086" y="4751483"/>
            <a:ext cx="2780577" cy="830997"/>
          </a:xfrm>
          <a:prstGeom prst="rect">
            <a:avLst/>
          </a:prstGeom>
          <a:noFill/>
        </p:spPr>
        <p:txBody>
          <a:bodyPr wrap="square" rtlCol="0">
            <a:spAutoFit/>
          </a:bodyPr>
          <a:lstStyle/>
          <a:p>
            <a:pPr lvl="0" algn="ctr">
              <a:defRPr/>
            </a:pPr>
            <a:r>
              <a:rPr lang="en-US" sz="1600" b="1" kern="0" dirty="0">
                <a:solidFill>
                  <a:schemeClr val="accent3"/>
                </a:solidFill>
              </a:rPr>
              <a:t>Lorem ipsum</a:t>
            </a:r>
            <a:endParaRPr kumimoji="0" lang="en-US" sz="1600" b="0" i="0" u="none" strike="noStrike" kern="0" cap="none" spc="0" normalizeH="0" baseline="0" noProof="0" dirty="0">
              <a:ln>
                <a:noFill/>
              </a:ln>
              <a:solidFill>
                <a:schemeClr val="accent3"/>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6" name="TextBox 75"/>
          <p:cNvSpPr txBox="1"/>
          <p:nvPr/>
        </p:nvSpPr>
        <p:spPr>
          <a:xfrm>
            <a:off x="8858836" y="4751483"/>
            <a:ext cx="2780577" cy="830997"/>
          </a:xfrm>
          <a:prstGeom prst="rect">
            <a:avLst/>
          </a:prstGeom>
          <a:noFill/>
        </p:spPr>
        <p:txBody>
          <a:bodyPr wrap="square" rtlCol="0">
            <a:spAutoFit/>
          </a:bodyPr>
          <a:lstStyle/>
          <a:p>
            <a:pPr lvl="0" algn="ctr">
              <a:defRPr/>
            </a:pPr>
            <a:r>
              <a:rPr lang="en-US" sz="1600" b="1" kern="0" dirty="0">
                <a:solidFill>
                  <a:schemeClr val="accent4"/>
                </a:solidFill>
              </a:rPr>
              <a:t>Lorem ipsum</a:t>
            </a:r>
            <a:endParaRPr kumimoji="0" lang="en-US" sz="1600" b="0" i="0" u="none" strike="noStrike" kern="0" cap="none" spc="0" normalizeH="0" baseline="0" noProof="0" dirty="0">
              <a:ln>
                <a:noFill/>
              </a:ln>
              <a:solidFill>
                <a:schemeClr val="accent4"/>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7" name="TextBox 76"/>
          <p:cNvSpPr txBox="1"/>
          <p:nvPr/>
        </p:nvSpPr>
        <p:spPr>
          <a:xfrm>
            <a:off x="1158095" y="3020696"/>
            <a:ext cx="1569563" cy="584775"/>
          </a:xfrm>
          <a:prstGeom prst="rect">
            <a:avLst/>
          </a:prstGeom>
          <a:noFill/>
        </p:spPr>
        <p:txBody>
          <a:bodyPr wrap="square" rtlCol="0" anchor="ctr">
            <a:spAutoFit/>
          </a:bodyPr>
          <a:lstStyle/>
          <a:p>
            <a:pPr lvl="0" algn="ctr">
              <a:defRPr/>
            </a:pPr>
            <a:r>
              <a:rPr lang="en-US" sz="3200" b="1" kern="0" dirty="0">
                <a:solidFill>
                  <a:schemeClr val="accent1"/>
                </a:solidFill>
              </a:rPr>
              <a:t>70%</a:t>
            </a:r>
            <a:endParaRPr kumimoji="0" lang="en-US" sz="3200" b="0" i="0" u="none" strike="noStrike" kern="0" cap="none" spc="0" normalizeH="0" baseline="0" noProof="0" dirty="0">
              <a:ln>
                <a:noFill/>
              </a:ln>
              <a:effectLst/>
              <a:uLnTx/>
              <a:uFillTx/>
            </a:endParaRPr>
          </a:p>
        </p:txBody>
      </p:sp>
      <p:sp>
        <p:nvSpPr>
          <p:cNvPr id="78" name="TextBox 77"/>
          <p:cNvSpPr txBox="1"/>
          <p:nvPr/>
        </p:nvSpPr>
        <p:spPr>
          <a:xfrm>
            <a:off x="3926844" y="3020696"/>
            <a:ext cx="1569563" cy="584775"/>
          </a:xfrm>
          <a:prstGeom prst="rect">
            <a:avLst/>
          </a:prstGeom>
          <a:noFill/>
        </p:spPr>
        <p:txBody>
          <a:bodyPr wrap="square" rtlCol="0" anchor="ctr">
            <a:spAutoFit/>
          </a:bodyPr>
          <a:lstStyle/>
          <a:p>
            <a:pPr lvl="0" algn="ctr">
              <a:defRPr/>
            </a:pPr>
            <a:r>
              <a:rPr lang="en-US" sz="3200" b="1" kern="0" dirty="0">
                <a:solidFill>
                  <a:schemeClr val="accent2"/>
                </a:solidFill>
              </a:rPr>
              <a:t>50%</a:t>
            </a:r>
            <a:endParaRPr kumimoji="0" lang="en-US" sz="3200" b="0" i="0" u="none" strike="noStrike" kern="0" cap="none" spc="0" normalizeH="0" baseline="0" noProof="0" dirty="0">
              <a:ln>
                <a:noFill/>
              </a:ln>
              <a:solidFill>
                <a:schemeClr val="accent2"/>
              </a:solidFill>
              <a:effectLst/>
              <a:uLnTx/>
              <a:uFillTx/>
            </a:endParaRPr>
          </a:p>
        </p:txBody>
      </p:sp>
      <p:sp>
        <p:nvSpPr>
          <p:cNvPr id="79" name="TextBox 78"/>
          <p:cNvSpPr txBox="1"/>
          <p:nvPr/>
        </p:nvSpPr>
        <p:spPr>
          <a:xfrm>
            <a:off x="6695593" y="3020696"/>
            <a:ext cx="1569563" cy="584775"/>
          </a:xfrm>
          <a:prstGeom prst="rect">
            <a:avLst/>
          </a:prstGeom>
          <a:noFill/>
        </p:spPr>
        <p:txBody>
          <a:bodyPr wrap="square" rtlCol="0" anchor="ctr">
            <a:spAutoFit/>
          </a:bodyPr>
          <a:lstStyle/>
          <a:p>
            <a:pPr lvl="0" algn="ctr">
              <a:defRPr/>
            </a:pPr>
            <a:r>
              <a:rPr lang="en-US" sz="3200" b="1" kern="0" dirty="0">
                <a:solidFill>
                  <a:schemeClr val="accent3"/>
                </a:solidFill>
              </a:rPr>
              <a:t>90%</a:t>
            </a:r>
            <a:endParaRPr kumimoji="0" lang="en-US" sz="3200" b="0" i="0" u="none" strike="noStrike" kern="0" cap="none" spc="0" normalizeH="0" baseline="0" noProof="0" dirty="0">
              <a:ln>
                <a:noFill/>
              </a:ln>
              <a:solidFill>
                <a:schemeClr val="accent3"/>
              </a:solidFill>
              <a:effectLst/>
              <a:uLnTx/>
              <a:uFillTx/>
            </a:endParaRPr>
          </a:p>
        </p:txBody>
      </p:sp>
      <p:sp>
        <p:nvSpPr>
          <p:cNvPr id="80" name="TextBox 79"/>
          <p:cNvSpPr txBox="1"/>
          <p:nvPr/>
        </p:nvSpPr>
        <p:spPr>
          <a:xfrm>
            <a:off x="9464342" y="3020696"/>
            <a:ext cx="1569563" cy="584775"/>
          </a:xfrm>
          <a:prstGeom prst="rect">
            <a:avLst/>
          </a:prstGeom>
          <a:noFill/>
        </p:spPr>
        <p:txBody>
          <a:bodyPr wrap="square" rtlCol="0" anchor="ctr">
            <a:spAutoFit/>
          </a:bodyPr>
          <a:lstStyle/>
          <a:p>
            <a:pPr lvl="0" algn="ctr">
              <a:defRPr/>
            </a:pPr>
            <a:r>
              <a:rPr lang="en-US" sz="3200" b="1" kern="0" dirty="0">
                <a:solidFill>
                  <a:schemeClr val="accent4"/>
                </a:solidFill>
              </a:rPr>
              <a:t>30%</a:t>
            </a:r>
            <a:endParaRPr kumimoji="0" lang="en-US" sz="3200" b="0" i="0" u="none" strike="noStrike" kern="0" cap="none" spc="0" normalizeH="0" baseline="0" noProof="0" dirty="0">
              <a:ln>
                <a:noFill/>
              </a:ln>
              <a:solidFill>
                <a:schemeClr val="accent4"/>
              </a:solidFill>
              <a:effectLst/>
              <a:uLnTx/>
              <a:uFillTx/>
            </a:endParaRPr>
          </a:p>
        </p:txBody>
      </p:sp>
    </p:spTree>
    <p:extLst>
      <p:ext uri="{BB962C8B-B14F-4D97-AF65-F5344CB8AC3E}">
        <p14:creationId xmlns:p14="http://schemas.microsoft.com/office/powerpoint/2010/main" val="1551646055"/>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a:normAutofit/>
          </a:bodyPr>
          <a:lstStyle/>
          <a:p>
            <a:r>
              <a:rPr lang="en-US" dirty="0"/>
              <a:t>Map</a:t>
            </a:r>
          </a:p>
        </p:txBody>
      </p:sp>
      <p:sp>
        <p:nvSpPr>
          <p:cNvPr id="131" name="POWER_USER_DATA_MAP_TITLE">
            <a:extLst>
              <a:ext uri="{FF2B5EF4-FFF2-40B4-BE49-F238E27FC236}">
                <a16:creationId xmlns:a16="http://schemas.microsoft.com/office/drawing/2014/main" id="{C42EFA33-F60F-43D4-B137-436656C9AFFD}"/>
              </a:ext>
            </a:extLst>
          </p:cNvPr>
          <p:cNvSpPr/>
          <p:nvPr/>
        </p:nvSpPr>
        <p:spPr>
          <a:xfrm>
            <a:off x="4499376" y="369555"/>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500" b="1" dirty="0">
              <a:solidFill>
                <a:srgbClr val="000000"/>
              </a:solidFill>
            </a:endParaRPr>
          </a:p>
        </p:txBody>
      </p:sp>
      <p:sp>
        <p:nvSpPr>
          <p:cNvPr id="132" name="POWER_USER_DATA_MAP_STORAGE">
            <a:extLst>
              <a:ext uri="{FF2B5EF4-FFF2-40B4-BE49-F238E27FC236}">
                <a16:creationId xmlns:a16="http://schemas.microsoft.com/office/drawing/2014/main" id="{37CD58A9-4097-4443-9FAC-384D163FD729}"/>
              </a:ext>
            </a:extLst>
          </p:cNvPr>
          <p:cNvSpPr/>
          <p:nvPr/>
        </p:nvSpPr>
        <p:spPr>
          <a:xfrm>
            <a:off x="4499376" y="1004555"/>
            <a:ext cx="0" cy="0"/>
          </a:xfrm>
          <a:prstGeom prst="rect">
            <a:avLst/>
          </a:prstGeom>
          <a:solidFill>
            <a:schemeClr val="accent1"/>
          </a:solidFill>
          <a:ln w="12700"/>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405" name="POWER_USER_DATA_MAP" descr="{&quot;IsGrandientColor&quot;:true,&quot;GradientColor&quot;:&quot;#41A5EE&quot;,&quot;IsRangesColor&quot;:false,&quot;RangesSettings&quot;:null,&quot;RangeName&quot;:&quot;POWER_USER_EXCEL_MAP_B32F0839_C34D_4C1C_A60E_3DC4322B25E4&quot;,&quot;Version&quot;:&quot;1.6.1379.0&quot;}">
            <a:extLst>
              <a:ext uri="{FF2B5EF4-FFF2-40B4-BE49-F238E27FC236}">
                <a16:creationId xmlns:a16="http://schemas.microsoft.com/office/drawing/2014/main" id="{35B00B35-E069-7B64-B566-377ECB6716F8}"/>
              </a:ext>
            </a:extLst>
          </p:cNvPr>
          <p:cNvGrpSpPr>
            <a:grpSpLocks noChangeAspect="1"/>
          </p:cNvGrpSpPr>
          <p:nvPr/>
        </p:nvGrpSpPr>
        <p:grpSpPr>
          <a:xfrm>
            <a:off x="5152958" y="941294"/>
            <a:ext cx="6039765" cy="5278585"/>
            <a:chOff x="0" y="0"/>
            <a:chExt cx="7139545" cy="6239762"/>
          </a:xfrm>
        </p:grpSpPr>
        <p:grpSp>
          <p:nvGrpSpPr>
            <p:cNvPr id="406" name="Europe_States">
              <a:extLst>
                <a:ext uri="{FF2B5EF4-FFF2-40B4-BE49-F238E27FC236}">
                  <a16:creationId xmlns:a16="http://schemas.microsoft.com/office/drawing/2014/main" id="{0FA3B93B-D1D0-07F3-AE43-4D66D133FA20}"/>
                </a:ext>
              </a:extLst>
            </p:cNvPr>
            <p:cNvGrpSpPr>
              <a:grpSpLocks noChangeAspect="1"/>
            </p:cNvGrpSpPr>
            <p:nvPr/>
          </p:nvGrpSpPr>
          <p:grpSpPr>
            <a:xfrm>
              <a:off x="0" y="635000"/>
              <a:ext cx="7139545" cy="5604762"/>
              <a:chOff x="0" y="635000"/>
              <a:chExt cx="7139545" cy="5604762"/>
            </a:xfrm>
          </p:grpSpPr>
          <p:grpSp>
            <p:nvGrpSpPr>
              <p:cNvPr id="409" name="Europe (states)">
                <a:extLst>
                  <a:ext uri="{FF2B5EF4-FFF2-40B4-BE49-F238E27FC236}">
                    <a16:creationId xmlns:a16="http://schemas.microsoft.com/office/drawing/2014/main" id="{05581AA4-31A6-8F5C-F65D-A5E03A2EE3F0}"/>
                  </a:ext>
                </a:extLst>
              </p:cNvPr>
              <p:cNvGrpSpPr/>
              <p:nvPr/>
            </p:nvGrpSpPr>
            <p:grpSpPr>
              <a:xfrm>
                <a:off x="1383008" y="635000"/>
                <a:ext cx="5756537" cy="5585490"/>
                <a:chOff x="1383008" y="635000"/>
                <a:chExt cx="5756537" cy="5585490"/>
              </a:xfrm>
              <a:solidFill>
                <a:schemeClr val="bg1">
                  <a:lumMod val="85000"/>
                </a:schemeClr>
              </a:solidFill>
            </p:grpSpPr>
            <p:grpSp>
              <p:nvGrpSpPr>
                <p:cNvPr id="479" name="Italy">
                  <a:extLst>
                    <a:ext uri="{FF2B5EF4-FFF2-40B4-BE49-F238E27FC236}">
                      <a16:creationId xmlns:a16="http://schemas.microsoft.com/office/drawing/2014/main" id="{97346F67-824A-4825-524E-01A1CF499F5E}"/>
                    </a:ext>
                  </a:extLst>
                </p:cNvPr>
                <p:cNvGrpSpPr/>
                <p:nvPr/>
              </p:nvGrpSpPr>
              <p:grpSpPr>
                <a:xfrm>
                  <a:off x="2981045" y="4669247"/>
                  <a:ext cx="1086163" cy="1439194"/>
                  <a:chOff x="2981045" y="4669247"/>
                  <a:chExt cx="1086163" cy="1439194"/>
                </a:xfrm>
                <a:grpFill/>
              </p:grpSpPr>
              <p:sp>
                <p:nvSpPr>
                  <p:cNvPr id="529"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C7C2C9B8-3CDF-712B-CCE1-89B0E5DC15F5}"/>
                      </a:ext>
                    </a:extLst>
                  </p:cNvPr>
                  <p:cNvSpPr>
                    <a:spLocks/>
                  </p:cNvSpPr>
                  <p:nvPr/>
                </p:nvSpPr>
                <p:spPr bwMode="auto">
                  <a:xfrm>
                    <a:off x="3458809" y="5942333"/>
                    <a:ext cx="258391" cy="166108"/>
                  </a:xfrm>
                  <a:custGeom>
                    <a:avLst/>
                    <a:gdLst>
                      <a:gd name="T0" fmla="*/ 108 w 112"/>
                      <a:gd name="T1" fmla="*/ 1 h 72"/>
                      <a:gd name="T2" fmla="*/ 101 w 112"/>
                      <a:gd name="T3" fmla="*/ 2 h 72"/>
                      <a:gd name="T4" fmla="*/ 96 w 112"/>
                      <a:gd name="T5" fmla="*/ 5 h 72"/>
                      <a:gd name="T6" fmla="*/ 84 w 112"/>
                      <a:gd name="T7" fmla="*/ 5 h 72"/>
                      <a:gd name="T8" fmla="*/ 79 w 112"/>
                      <a:gd name="T9" fmla="*/ 9 h 72"/>
                      <a:gd name="T10" fmla="*/ 73 w 112"/>
                      <a:gd name="T11" fmla="*/ 10 h 72"/>
                      <a:gd name="T12" fmla="*/ 52 w 112"/>
                      <a:gd name="T13" fmla="*/ 12 h 72"/>
                      <a:gd name="T14" fmla="*/ 48 w 112"/>
                      <a:gd name="T15" fmla="*/ 13 h 72"/>
                      <a:gd name="T16" fmla="*/ 44 w 112"/>
                      <a:gd name="T17" fmla="*/ 14 h 72"/>
                      <a:gd name="T18" fmla="*/ 40 w 112"/>
                      <a:gd name="T19" fmla="*/ 9 h 72"/>
                      <a:gd name="T20" fmla="*/ 27 w 112"/>
                      <a:gd name="T21" fmla="*/ 3 h 72"/>
                      <a:gd name="T22" fmla="*/ 16 w 112"/>
                      <a:gd name="T23" fmla="*/ 9 h 72"/>
                      <a:gd name="T24" fmla="*/ 12 w 112"/>
                      <a:gd name="T25" fmla="*/ 9 h 72"/>
                      <a:gd name="T26" fmla="*/ 6 w 112"/>
                      <a:gd name="T27" fmla="*/ 4 h 72"/>
                      <a:gd name="T28" fmla="*/ 3 w 112"/>
                      <a:gd name="T29" fmla="*/ 6 h 72"/>
                      <a:gd name="T30" fmla="*/ 2 w 112"/>
                      <a:gd name="T31" fmla="*/ 9 h 72"/>
                      <a:gd name="T32" fmla="*/ 1 w 112"/>
                      <a:gd name="T33" fmla="*/ 11 h 72"/>
                      <a:gd name="T34" fmla="*/ 0 w 112"/>
                      <a:gd name="T35" fmla="*/ 16 h 72"/>
                      <a:gd name="T36" fmla="*/ 1 w 112"/>
                      <a:gd name="T37" fmla="*/ 26 h 72"/>
                      <a:gd name="T38" fmla="*/ 5 w 112"/>
                      <a:gd name="T39" fmla="*/ 31 h 72"/>
                      <a:gd name="T40" fmla="*/ 16 w 112"/>
                      <a:gd name="T41" fmla="*/ 33 h 72"/>
                      <a:gd name="T42" fmla="*/ 24 w 112"/>
                      <a:gd name="T43" fmla="*/ 37 h 72"/>
                      <a:gd name="T44" fmla="*/ 33 w 112"/>
                      <a:gd name="T45" fmla="*/ 43 h 72"/>
                      <a:gd name="T46" fmla="*/ 40 w 112"/>
                      <a:gd name="T47" fmla="*/ 46 h 72"/>
                      <a:gd name="T48" fmla="*/ 45 w 112"/>
                      <a:gd name="T49" fmla="*/ 51 h 72"/>
                      <a:gd name="T50" fmla="*/ 50 w 112"/>
                      <a:gd name="T51" fmla="*/ 54 h 72"/>
                      <a:gd name="T52" fmla="*/ 56 w 112"/>
                      <a:gd name="T53" fmla="*/ 55 h 72"/>
                      <a:gd name="T54" fmla="*/ 65 w 112"/>
                      <a:gd name="T55" fmla="*/ 58 h 72"/>
                      <a:gd name="T56" fmla="*/ 71 w 112"/>
                      <a:gd name="T57" fmla="*/ 64 h 72"/>
                      <a:gd name="T58" fmla="*/ 78 w 112"/>
                      <a:gd name="T59" fmla="*/ 70 h 72"/>
                      <a:gd name="T60" fmla="*/ 85 w 112"/>
                      <a:gd name="T61" fmla="*/ 72 h 72"/>
                      <a:gd name="T62" fmla="*/ 95 w 112"/>
                      <a:gd name="T63" fmla="*/ 72 h 72"/>
                      <a:gd name="T64" fmla="*/ 96 w 112"/>
                      <a:gd name="T65" fmla="*/ 68 h 72"/>
                      <a:gd name="T66" fmla="*/ 101 w 112"/>
                      <a:gd name="T67" fmla="*/ 57 h 72"/>
                      <a:gd name="T68" fmla="*/ 97 w 112"/>
                      <a:gd name="T69" fmla="*/ 49 h 72"/>
                      <a:gd name="T70" fmla="*/ 96 w 112"/>
                      <a:gd name="T71" fmla="*/ 46 h 72"/>
                      <a:gd name="T72" fmla="*/ 94 w 112"/>
                      <a:gd name="T73" fmla="*/ 43 h 72"/>
                      <a:gd name="T74" fmla="*/ 94 w 112"/>
                      <a:gd name="T75" fmla="*/ 39 h 72"/>
                      <a:gd name="T76" fmla="*/ 101 w 112"/>
                      <a:gd name="T77" fmla="*/ 22 h 72"/>
                      <a:gd name="T78" fmla="*/ 110 w 112"/>
                      <a:gd name="T79" fmla="*/ 8 h 72"/>
                      <a:gd name="T80" fmla="*/ 112 w 112"/>
                      <a:gd name="T81" fmla="*/ 0 h 72"/>
                      <a:gd name="T82" fmla="*/ 110 w 112"/>
                      <a:gd name="T83" fmla="*/ 0 h 72"/>
                      <a:gd name="T84" fmla="*/ 108 w 112"/>
                      <a:gd name="T85" fmla="*/ 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2" h="72">
                        <a:moveTo>
                          <a:pt x="108" y="1"/>
                        </a:moveTo>
                        <a:lnTo>
                          <a:pt x="101" y="2"/>
                        </a:lnTo>
                        <a:lnTo>
                          <a:pt x="96" y="5"/>
                        </a:lnTo>
                        <a:lnTo>
                          <a:pt x="84" y="5"/>
                        </a:lnTo>
                        <a:lnTo>
                          <a:pt x="79" y="9"/>
                        </a:lnTo>
                        <a:lnTo>
                          <a:pt x="73" y="10"/>
                        </a:lnTo>
                        <a:lnTo>
                          <a:pt x="52" y="12"/>
                        </a:lnTo>
                        <a:lnTo>
                          <a:pt x="48" y="13"/>
                        </a:lnTo>
                        <a:lnTo>
                          <a:pt x="44" y="14"/>
                        </a:lnTo>
                        <a:lnTo>
                          <a:pt x="40" y="9"/>
                        </a:lnTo>
                        <a:lnTo>
                          <a:pt x="27" y="3"/>
                        </a:lnTo>
                        <a:lnTo>
                          <a:pt x="16" y="9"/>
                        </a:lnTo>
                        <a:lnTo>
                          <a:pt x="12" y="9"/>
                        </a:lnTo>
                        <a:lnTo>
                          <a:pt x="6" y="4"/>
                        </a:lnTo>
                        <a:lnTo>
                          <a:pt x="3" y="6"/>
                        </a:lnTo>
                        <a:lnTo>
                          <a:pt x="2" y="9"/>
                        </a:lnTo>
                        <a:lnTo>
                          <a:pt x="1" y="11"/>
                        </a:lnTo>
                        <a:lnTo>
                          <a:pt x="0" y="16"/>
                        </a:lnTo>
                        <a:lnTo>
                          <a:pt x="1" y="26"/>
                        </a:lnTo>
                        <a:lnTo>
                          <a:pt x="5" y="31"/>
                        </a:lnTo>
                        <a:lnTo>
                          <a:pt x="16" y="33"/>
                        </a:lnTo>
                        <a:lnTo>
                          <a:pt x="24" y="37"/>
                        </a:lnTo>
                        <a:lnTo>
                          <a:pt x="33" y="43"/>
                        </a:lnTo>
                        <a:lnTo>
                          <a:pt x="40" y="46"/>
                        </a:lnTo>
                        <a:lnTo>
                          <a:pt x="45" y="51"/>
                        </a:lnTo>
                        <a:lnTo>
                          <a:pt x="50" y="54"/>
                        </a:lnTo>
                        <a:lnTo>
                          <a:pt x="56" y="55"/>
                        </a:lnTo>
                        <a:lnTo>
                          <a:pt x="65" y="58"/>
                        </a:lnTo>
                        <a:lnTo>
                          <a:pt x="71" y="64"/>
                        </a:lnTo>
                        <a:lnTo>
                          <a:pt x="78" y="70"/>
                        </a:lnTo>
                        <a:lnTo>
                          <a:pt x="85" y="72"/>
                        </a:lnTo>
                        <a:lnTo>
                          <a:pt x="95" y="72"/>
                        </a:lnTo>
                        <a:lnTo>
                          <a:pt x="96" y="68"/>
                        </a:lnTo>
                        <a:lnTo>
                          <a:pt x="101" y="57"/>
                        </a:lnTo>
                        <a:lnTo>
                          <a:pt x="97" y="49"/>
                        </a:lnTo>
                        <a:lnTo>
                          <a:pt x="96" y="46"/>
                        </a:lnTo>
                        <a:lnTo>
                          <a:pt x="94" y="43"/>
                        </a:lnTo>
                        <a:lnTo>
                          <a:pt x="94" y="39"/>
                        </a:lnTo>
                        <a:lnTo>
                          <a:pt x="101" y="22"/>
                        </a:lnTo>
                        <a:lnTo>
                          <a:pt x="110" y="8"/>
                        </a:lnTo>
                        <a:lnTo>
                          <a:pt x="112" y="0"/>
                        </a:lnTo>
                        <a:lnTo>
                          <a:pt x="110" y="0"/>
                        </a:lnTo>
                        <a:lnTo>
                          <a:pt x="108" y="1"/>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0"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F291CF5A-629A-FF4A-A5F3-963A662B7896}"/>
                      </a:ext>
                    </a:extLst>
                  </p:cNvPr>
                  <p:cNvSpPr>
                    <a:spLocks/>
                  </p:cNvSpPr>
                  <p:nvPr/>
                </p:nvSpPr>
                <p:spPr bwMode="auto">
                  <a:xfrm>
                    <a:off x="3036543" y="5426892"/>
                    <a:ext cx="126889" cy="265313"/>
                  </a:xfrm>
                  <a:custGeom>
                    <a:avLst/>
                    <a:gdLst>
                      <a:gd name="T0" fmla="*/ 52 w 55"/>
                      <a:gd name="T1" fmla="*/ 29 h 115"/>
                      <a:gd name="T2" fmla="*/ 49 w 55"/>
                      <a:gd name="T3" fmla="*/ 16 h 115"/>
                      <a:gd name="T4" fmla="*/ 46 w 55"/>
                      <a:gd name="T5" fmla="*/ 8 h 115"/>
                      <a:gd name="T6" fmla="*/ 43 w 55"/>
                      <a:gd name="T7" fmla="*/ 6 h 115"/>
                      <a:gd name="T8" fmla="*/ 40 w 55"/>
                      <a:gd name="T9" fmla="*/ 4 h 115"/>
                      <a:gd name="T10" fmla="*/ 34 w 55"/>
                      <a:gd name="T11" fmla="*/ 0 h 115"/>
                      <a:gd name="T12" fmla="*/ 29 w 55"/>
                      <a:gd name="T13" fmla="*/ 7 h 115"/>
                      <a:gd name="T14" fmla="*/ 26 w 55"/>
                      <a:gd name="T15" fmla="*/ 8 h 115"/>
                      <a:gd name="T16" fmla="*/ 12 w 55"/>
                      <a:gd name="T17" fmla="*/ 21 h 115"/>
                      <a:gd name="T18" fmla="*/ 6 w 55"/>
                      <a:gd name="T19" fmla="*/ 22 h 115"/>
                      <a:gd name="T20" fmla="*/ 0 w 55"/>
                      <a:gd name="T21" fmla="*/ 17 h 115"/>
                      <a:gd name="T22" fmla="*/ 0 w 55"/>
                      <a:gd name="T23" fmla="*/ 18 h 115"/>
                      <a:gd name="T24" fmla="*/ 0 w 55"/>
                      <a:gd name="T25" fmla="*/ 32 h 115"/>
                      <a:gd name="T26" fmla="*/ 2 w 55"/>
                      <a:gd name="T27" fmla="*/ 35 h 115"/>
                      <a:gd name="T28" fmla="*/ 4 w 55"/>
                      <a:gd name="T29" fmla="*/ 35 h 115"/>
                      <a:gd name="T30" fmla="*/ 6 w 55"/>
                      <a:gd name="T31" fmla="*/ 37 h 115"/>
                      <a:gd name="T32" fmla="*/ 7 w 55"/>
                      <a:gd name="T33" fmla="*/ 42 h 115"/>
                      <a:gd name="T34" fmla="*/ 10 w 55"/>
                      <a:gd name="T35" fmla="*/ 46 h 115"/>
                      <a:gd name="T36" fmla="*/ 10 w 55"/>
                      <a:gd name="T37" fmla="*/ 54 h 115"/>
                      <a:gd name="T38" fmla="*/ 9 w 55"/>
                      <a:gd name="T39" fmla="*/ 58 h 115"/>
                      <a:gd name="T40" fmla="*/ 10 w 55"/>
                      <a:gd name="T41" fmla="*/ 65 h 115"/>
                      <a:gd name="T42" fmla="*/ 12 w 55"/>
                      <a:gd name="T43" fmla="*/ 67 h 115"/>
                      <a:gd name="T44" fmla="*/ 11 w 55"/>
                      <a:gd name="T45" fmla="*/ 71 h 115"/>
                      <a:gd name="T46" fmla="*/ 9 w 55"/>
                      <a:gd name="T47" fmla="*/ 73 h 115"/>
                      <a:gd name="T48" fmla="*/ 6 w 55"/>
                      <a:gd name="T49" fmla="*/ 87 h 115"/>
                      <a:gd name="T50" fmla="*/ 9 w 55"/>
                      <a:gd name="T51" fmla="*/ 92 h 115"/>
                      <a:gd name="T52" fmla="*/ 9 w 55"/>
                      <a:gd name="T53" fmla="*/ 96 h 115"/>
                      <a:gd name="T54" fmla="*/ 10 w 55"/>
                      <a:gd name="T55" fmla="*/ 101 h 115"/>
                      <a:gd name="T56" fmla="*/ 17 w 55"/>
                      <a:gd name="T57" fmla="*/ 112 h 115"/>
                      <a:gd name="T58" fmla="*/ 21 w 55"/>
                      <a:gd name="T59" fmla="*/ 115 h 115"/>
                      <a:gd name="T60" fmla="*/ 26 w 55"/>
                      <a:gd name="T61" fmla="*/ 113 h 115"/>
                      <a:gd name="T62" fmla="*/ 30 w 55"/>
                      <a:gd name="T63" fmla="*/ 110 h 115"/>
                      <a:gd name="T64" fmla="*/ 34 w 55"/>
                      <a:gd name="T65" fmla="*/ 103 h 115"/>
                      <a:gd name="T66" fmla="*/ 37 w 55"/>
                      <a:gd name="T67" fmla="*/ 100 h 115"/>
                      <a:gd name="T68" fmla="*/ 46 w 55"/>
                      <a:gd name="T69" fmla="*/ 102 h 115"/>
                      <a:gd name="T70" fmla="*/ 50 w 55"/>
                      <a:gd name="T71" fmla="*/ 99 h 115"/>
                      <a:gd name="T72" fmla="*/ 50 w 55"/>
                      <a:gd name="T73" fmla="*/ 96 h 115"/>
                      <a:gd name="T74" fmla="*/ 52 w 55"/>
                      <a:gd name="T75" fmla="*/ 91 h 115"/>
                      <a:gd name="T76" fmla="*/ 52 w 55"/>
                      <a:gd name="T77" fmla="*/ 74 h 115"/>
                      <a:gd name="T78" fmla="*/ 52 w 55"/>
                      <a:gd name="T79" fmla="*/ 53 h 115"/>
                      <a:gd name="T80" fmla="*/ 55 w 55"/>
                      <a:gd name="T81" fmla="*/ 42 h 115"/>
                      <a:gd name="T82" fmla="*/ 52 w 55"/>
                      <a:gd name="T83" fmla="*/ 2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5" h="115">
                        <a:moveTo>
                          <a:pt x="52" y="29"/>
                        </a:moveTo>
                        <a:lnTo>
                          <a:pt x="49" y="16"/>
                        </a:lnTo>
                        <a:lnTo>
                          <a:pt x="46" y="8"/>
                        </a:lnTo>
                        <a:lnTo>
                          <a:pt x="43" y="6"/>
                        </a:lnTo>
                        <a:lnTo>
                          <a:pt x="40" y="4"/>
                        </a:lnTo>
                        <a:lnTo>
                          <a:pt x="34" y="0"/>
                        </a:lnTo>
                        <a:lnTo>
                          <a:pt x="29" y="7"/>
                        </a:lnTo>
                        <a:lnTo>
                          <a:pt x="26" y="8"/>
                        </a:lnTo>
                        <a:lnTo>
                          <a:pt x="12" y="21"/>
                        </a:lnTo>
                        <a:lnTo>
                          <a:pt x="6" y="22"/>
                        </a:lnTo>
                        <a:lnTo>
                          <a:pt x="0" y="17"/>
                        </a:lnTo>
                        <a:lnTo>
                          <a:pt x="0" y="18"/>
                        </a:lnTo>
                        <a:lnTo>
                          <a:pt x="0" y="32"/>
                        </a:lnTo>
                        <a:lnTo>
                          <a:pt x="2" y="35"/>
                        </a:lnTo>
                        <a:lnTo>
                          <a:pt x="4" y="35"/>
                        </a:lnTo>
                        <a:lnTo>
                          <a:pt x="6" y="37"/>
                        </a:lnTo>
                        <a:lnTo>
                          <a:pt x="7" y="42"/>
                        </a:lnTo>
                        <a:lnTo>
                          <a:pt x="10" y="46"/>
                        </a:lnTo>
                        <a:lnTo>
                          <a:pt x="10" y="54"/>
                        </a:lnTo>
                        <a:lnTo>
                          <a:pt x="9" y="58"/>
                        </a:lnTo>
                        <a:lnTo>
                          <a:pt x="10" y="65"/>
                        </a:lnTo>
                        <a:lnTo>
                          <a:pt x="12" y="67"/>
                        </a:lnTo>
                        <a:lnTo>
                          <a:pt x="11" y="71"/>
                        </a:lnTo>
                        <a:lnTo>
                          <a:pt x="9" y="73"/>
                        </a:lnTo>
                        <a:lnTo>
                          <a:pt x="6" y="87"/>
                        </a:lnTo>
                        <a:lnTo>
                          <a:pt x="9" y="92"/>
                        </a:lnTo>
                        <a:lnTo>
                          <a:pt x="9" y="96"/>
                        </a:lnTo>
                        <a:lnTo>
                          <a:pt x="10" y="101"/>
                        </a:lnTo>
                        <a:lnTo>
                          <a:pt x="17" y="112"/>
                        </a:lnTo>
                        <a:lnTo>
                          <a:pt x="21" y="115"/>
                        </a:lnTo>
                        <a:lnTo>
                          <a:pt x="26" y="113"/>
                        </a:lnTo>
                        <a:lnTo>
                          <a:pt x="30" y="110"/>
                        </a:lnTo>
                        <a:lnTo>
                          <a:pt x="34" y="103"/>
                        </a:lnTo>
                        <a:lnTo>
                          <a:pt x="37" y="100"/>
                        </a:lnTo>
                        <a:lnTo>
                          <a:pt x="46" y="102"/>
                        </a:lnTo>
                        <a:lnTo>
                          <a:pt x="50" y="99"/>
                        </a:lnTo>
                        <a:lnTo>
                          <a:pt x="50" y="96"/>
                        </a:lnTo>
                        <a:lnTo>
                          <a:pt x="52" y="91"/>
                        </a:lnTo>
                        <a:lnTo>
                          <a:pt x="52" y="74"/>
                        </a:lnTo>
                        <a:lnTo>
                          <a:pt x="52" y="53"/>
                        </a:lnTo>
                        <a:lnTo>
                          <a:pt x="55" y="42"/>
                        </a:lnTo>
                        <a:lnTo>
                          <a:pt x="52" y="29"/>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1"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38D97666-F134-60EB-BD96-D26BC3C3C978}"/>
                      </a:ext>
                    </a:extLst>
                  </p:cNvPr>
                  <p:cNvSpPr>
                    <a:spLocks/>
                  </p:cNvSpPr>
                  <p:nvPr/>
                </p:nvSpPr>
                <p:spPr bwMode="auto">
                  <a:xfrm>
                    <a:off x="2981045" y="4669247"/>
                    <a:ext cx="1086163" cy="1256192"/>
                  </a:xfrm>
                  <a:custGeom>
                    <a:avLst/>
                    <a:gdLst>
                      <a:gd name="T0" fmla="*/ 385 w 428"/>
                      <a:gd name="T1" fmla="*/ 310 h 450"/>
                      <a:gd name="T2" fmla="*/ 342 w 428"/>
                      <a:gd name="T3" fmla="*/ 286 h 450"/>
                      <a:gd name="T4" fmla="*/ 334 w 428"/>
                      <a:gd name="T5" fmla="*/ 278 h 450"/>
                      <a:gd name="T6" fmla="*/ 339 w 428"/>
                      <a:gd name="T7" fmla="*/ 259 h 450"/>
                      <a:gd name="T8" fmla="*/ 330 w 428"/>
                      <a:gd name="T9" fmla="*/ 261 h 450"/>
                      <a:gd name="T10" fmla="*/ 301 w 428"/>
                      <a:gd name="T11" fmla="*/ 257 h 450"/>
                      <a:gd name="T12" fmla="*/ 286 w 428"/>
                      <a:gd name="T13" fmla="*/ 247 h 450"/>
                      <a:gd name="T14" fmla="*/ 260 w 428"/>
                      <a:gd name="T15" fmla="*/ 207 h 450"/>
                      <a:gd name="T16" fmla="*/ 246 w 428"/>
                      <a:gd name="T17" fmla="*/ 176 h 450"/>
                      <a:gd name="T18" fmla="*/ 227 w 428"/>
                      <a:gd name="T19" fmla="*/ 163 h 450"/>
                      <a:gd name="T20" fmla="*/ 203 w 428"/>
                      <a:gd name="T21" fmla="*/ 139 h 450"/>
                      <a:gd name="T22" fmla="*/ 208 w 428"/>
                      <a:gd name="T23" fmla="*/ 109 h 450"/>
                      <a:gd name="T24" fmla="*/ 202 w 428"/>
                      <a:gd name="T25" fmla="*/ 88 h 450"/>
                      <a:gd name="T26" fmla="*/ 215 w 428"/>
                      <a:gd name="T27" fmla="*/ 82 h 450"/>
                      <a:gd name="T28" fmla="*/ 253 w 428"/>
                      <a:gd name="T29" fmla="*/ 70 h 450"/>
                      <a:gd name="T30" fmla="*/ 256 w 428"/>
                      <a:gd name="T31" fmla="*/ 81 h 450"/>
                      <a:gd name="T32" fmla="*/ 260 w 428"/>
                      <a:gd name="T33" fmla="*/ 72 h 450"/>
                      <a:gd name="T34" fmla="*/ 249 w 428"/>
                      <a:gd name="T35" fmla="*/ 65 h 450"/>
                      <a:gd name="T36" fmla="*/ 249 w 428"/>
                      <a:gd name="T37" fmla="*/ 45 h 450"/>
                      <a:gd name="T38" fmla="*/ 246 w 428"/>
                      <a:gd name="T39" fmla="*/ 36 h 450"/>
                      <a:gd name="T40" fmla="*/ 217 w 428"/>
                      <a:gd name="T41" fmla="*/ 24 h 450"/>
                      <a:gd name="T42" fmla="*/ 197 w 428"/>
                      <a:gd name="T43" fmla="*/ 9 h 450"/>
                      <a:gd name="T44" fmla="*/ 191 w 428"/>
                      <a:gd name="T45" fmla="*/ 0 h 450"/>
                      <a:gd name="T46" fmla="*/ 156 w 428"/>
                      <a:gd name="T47" fmla="*/ 10 h 450"/>
                      <a:gd name="T48" fmla="*/ 132 w 428"/>
                      <a:gd name="T49" fmla="*/ 19 h 450"/>
                      <a:gd name="T50" fmla="*/ 121 w 428"/>
                      <a:gd name="T51" fmla="*/ 30 h 450"/>
                      <a:gd name="T52" fmla="*/ 110 w 428"/>
                      <a:gd name="T53" fmla="*/ 38 h 450"/>
                      <a:gd name="T54" fmla="*/ 91 w 428"/>
                      <a:gd name="T55" fmla="*/ 38 h 450"/>
                      <a:gd name="T56" fmla="*/ 77 w 428"/>
                      <a:gd name="T57" fmla="*/ 58 h 450"/>
                      <a:gd name="T58" fmla="*/ 54 w 428"/>
                      <a:gd name="T59" fmla="*/ 38 h 450"/>
                      <a:gd name="T60" fmla="*/ 40 w 428"/>
                      <a:gd name="T61" fmla="*/ 59 h 450"/>
                      <a:gd name="T62" fmla="*/ 3 w 428"/>
                      <a:gd name="T63" fmla="*/ 64 h 450"/>
                      <a:gd name="T64" fmla="*/ 12 w 428"/>
                      <a:gd name="T65" fmla="*/ 93 h 450"/>
                      <a:gd name="T66" fmla="*/ 0 w 428"/>
                      <a:gd name="T67" fmla="*/ 112 h 450"/>
                      <a:gd name="T68" fmla="*/ 6 w 428"/>
                      <a:gd name="T69" fmla="*/ 128 h 450"/>
                      <a:gd name="T70" fmla="*/ 29 w 428"/>
                      <a:gd name="T71" fmla="*/ 150 h 450"/>
                      <a:gd name="T72" fmla="*/ 31 w 428"/>
                      <a:gd name="T73" fmla="*/ 168 h 450"/>
                      <a:gd name="T74" fmla="*/ 54 w 428"/>
                      <a:gd name="T75" fmla="*/ 158 h 450"/>
                      <a:gd name="T76" fmla="*/ 76 w 428"/>
                      <a:gd name="T77" fmla="*/ 138 h 450"/>
                      <a:gd name="T78" fmla="*/ 126 w 428"/>
                      <a:gd name="T79" fmla="*/ 160 h 450"/>
                      <a:gd name="T80" fmla="*/ 140 w 428"/>
                      <a:gd name="T81" fmla="*/ 202 h 450"/>
                      <a:gd name="T82" fmla="*/ 162 w 428"/>
                      <a:gd name="T83" fmla="*/ 238 h 450"/>
                      <a:gd name="T84" fmla="*/ 188 w 428"/>
                      <a:gd name="T85" fmla="*/ 254 h 450"/>
                      <a:gd name="T86" fmla="*/ 230 w 428"/>
                      <a:gd name="T87" fmla="*/ 294 h 450"/>
                      <a:gd name="T88" fmla="*/ 265 w 428"/>
                      <a:gd name="T89" fmla="*/ 306 h 450"/>
                      <a:gd name="T90" fmla="*/ 279 w 428"/>
                      <a:gd name="T91" fmla="*/ 324 h 450"/>
                      <a:gd name="T92" fmla="*/ 301 w 428"/>
                      <a:gd name="T93" fmla="*/ 334 h 450"/>
                      <a:gd name="T94" fmla="*/ 314 w 428"/>
                      <a:gd name="T95" fmla="*/ 349 h 450"/>
                      <a:gd name="T96" fmla="*/ 328 w 428"/>
                      <a:gd name="T97" fmla="*/ 356 h 450"/>
                      <a:gd name="T98" fmla="*/ 341 w 428"/>
                      <a:gd name="T99" fmla="*/ 394 h 450"/>
                      <a:gd name="T100" fmla="*/ 335 w 428"/>
                      <a:gd name="T101" fmla="*/ 424 h 450"/>
                      <a:gd name="T102" fmla="*/ 329 w 428"/>
                      <a:gd name="T103" fmla="*/ 450 h 450"/>
                      <a:gd name="T104" fmla="*/ 339 w 428"/>
                      <a:gd name="T105" fmla="*/ 450 h 450"/>
                      <a:gd name="T106" fmla="*/ 353 w 428"/>
                      <a:gd name="T107" fmla="*/ 431 h 450"/>
                      <a:gd name="T108" fmla="*/ 361 w 428"/>
                      <a:gd name="T109" fmla="*/ 408 h 450"/>
                      <a:gd name="T110" fmla="*/ 377 w 428"/>
                      <a:gd name="T111" fmla="*/ 399 h 450"/>
                      <a:gd name="T112" fmla="*/ 374 w 428"/>
                      <a:gd name="T113" fmla="*/ 377 h 450"/>
                      <a:gd name="T114" fmla="*/ 358 w 428"/>
                      <a:gd name="T115" fmla="*/ 358 h 450"/>
                      <a:gd name="T116" fmla="*/ 381 w 428"/>
                      <a:gd name="T117" fmla="*/ 329 h 450"/>
                      <a:gd name="T118" fmla="*/ 410 w 428"/>
                      <a:gd name="T119" fmla="*/ 348 h 450"/>
                      <a:gd name="T120" fmla="*/ 428 w 428"/>
                      <a:gd name="T121" fmla="*/ 348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8" h="450">
                        <a:moveTo>
                          <a:pt x="422" y="337"/>
                        </a:moveTo>
                        <a:lnTo>
                          <a:pt x="416" y="331"/>
                        </a:lnTo>
                        <a:lnTo>
                          <a:pt x="408" y="319"/>
                        </a:lnTo>
                        <a:lnTo>
                          <a:pt x="385" y="310"/>
                        </a:lnTo>
                        <a:lnTo>
                          <a:pt x="380" y="303"/>
                        </a:lnTo>
                        <a:lnTo>
                          <a:pt x="372" y="299"/>
                        </a:lnTo>
                        <a:lnTo>
                          <a:pt x="348" y="289"/>
                        </a:lnTo>
                        <a:lnTo>
                          <a:pt x="342" y="286"/>
                        </a:lnTo>
                        <a:lnTo>
                          <a:pt x="339" y="285"/>
                        </a:lnTo>
                        <a:lnTo>
                          <a:pt x="336" y="285"/>
                        </a:lnTo>
                        <a:lnTo>
                          <a:pt x="334" y="282"/>
                        </a:lnTo>
                        <a:lnTo>
                          <a:pt x="334" y="278"/>
                        </a:lnTo>
                        <a:lnTo>
                          <a:pt x="338" y="274"/>
                        </a:lnTo>
                        <a:lnTo>
                          <a:pt x="342" y="271"/>
                        </a:lnTo>
                        <a:lnTo>
                          <a:pt x="343" y="264"/>
                        </a:lnTo>
                        <a:lnTo>
                          <a:pt x="339" y="259"/>
                        </a:lnTo>
                        <a:lnTo>
                          <a:pt x="332" y="260"/>
                        </a:lnTo>
                        <a:lnTo>
                          <a:pt x="329" y="261"/>
                        </a:lnTo>
                        <a:lnTo>
                          <a:pt x="335" y="260"/>
                        </a:lnTo>
                        <a:lnTo>
                          <a:pt x="330" y="261"/>
                        </a:lnTo>
                        <a:lnTo>
                          <a:pt x="329" y="261"/>
                        </a:lnTo>
                        <a:lnTo>
                          <a:pt x="309" y="261"/>
                        </a:lnTo>
                        <a:lnTo>
                          <a:pt x="309" y="266"/>
                        </a:lnTo>
                        <a:lnTo>
                          <a:pt x="301" y="257"/>
                        </a:lnTo>
                        <a:lnTo>
                          <a:pt x="294" y="253"/>
                        </a:lnTo>
                        <a:lnTo>
                          <a:pt x="291" y="252"/>
                        </a:lnTo>
                        <a:lnTo>
                          <a:pt x="289" y="247"/>
                        </a:lnTo>
                        <a:lnTo>
                          <a:pt x="286" y="247"/>
                        </a:lnTo>
                        <a:lnTo>
                          <a:pt x="272" y="233"/>
                        </a:lnTo>
                        <a:lnTo>
                          <a:pt x="269" y="228"/>
                        </a:lnTo>
                        <a:lnTo>
                          <a:pt x="264" y="219"/>
                        </a:lnTo>
                        <a:lnTo>
                          <a:pt x="260" y="207"/>
                        </a:lnTo>
                        <a:lnTo>
                          <a:pt x="258" y="204"/>
                        </a:lnTo>
                        <a:lnTo>
                          <a:pt x="253" y="188"/>
                        </a:lnTo>
                        <a:lnTo>
                          <a:pt x="248" y="179"/>
                        </a:lnTo>
                        <a:lnTo>
                          <a:pt x="246" y="176"/>
                        </a:lnTo>
                        <a:lnTo>
                          <a:pt x="241" y="176"/>
                        </a:lnTo>
                        <a:lnTo>
                          <a:pt x="240" y="174"/>
                        </a:lnTo>
                        <a:lnTo>
                          <a:pt x="231" y="168"/>
                        </a:lnTo>
                        <a:lnTo>
                          <a:pt x="227" y="163"/>
                        </a:lnTo>
                        <a:lnTo>
                          <a:pt x="213" y="157"/>
                        </a:lnTo>
                        <a:lnTo>
                          <a:pt x="208" y="151"/>
                        </a:lnTo>
                        <a:lnTo>
                          <a:pt x="205" y="146"/>
                        </a:lnTo>
                        <a:lnTo>
                          <a:pt x="203" y="139"/>
                        </a:lnTo>
                        <a:lnTo>
                          <a:pt x="203" y="127"/>
                        </a:lnTo>
                        <a:lnTo>
                          <a:pt x="204" y="116"/>
                        </a:lnTo>
                        <a:lnTo>
                          <a:pt x="208" y="113"/>
                        </a:lnTo>
                        <a:lnTo>
                          <a:pt x="208" y="109"/>
                        </a:lnTo>
                        <a:lnTo>
                          <a:pt x="207" y="104"/>
                        </a:lnTo>
                        <a:lnTo>
                          <a:pt x="202" y="103"/>
                        </a:lnTo>
                        <a:lnTo>
                          <a:pt x="201" y="92"/>
                        </a:lnTo>
                        <a:lnTo>
                          <a:pt x="202" y="88"/>
                        </a:lnTo>
                        <a:lnTo>
                          <a:pt x="208" y="82"/>
                        </a:lnTo>
                        <a:lnTo>
                          <a:pt x="212" y="82"/>
                        </a:lnTo>
                        <a:lnTo>
                          <a:pt x="212" y="83"/>
                        </a:lnTo>
                        <a:lnTo>
                          <a:pt x="215" y="82"/>
                        </a:lnTo>
                        <a:lnTo>
                          <a:pt x="237" y="71"/>
                        </a:lnTo>
                        <a:lnTo>
                          <a:pt x="244" y="72"/>
                        </a:lnTo>
                        <a:lnTo>
                          <a:pt x="249" y="69"/>
                        </a:lnTo>
                        <a:lnTo>
                          <a:pt x="253" y="70"/>
                        </a:lnTo>
                        <a:lnTo>
                          <a:pt x="255" y="75"/>
                        </a:lnTo>
                        <a:lnTo>
                          <a:pt x="252" y="79"/>
                        </a:lnTo>
                        <a:lnTo>
                          <a:pt x="252" y="80"/>
                        </a:lnTo>
                        <a:lnTo>
                          <a:pt x="256" y="81"/>
                        </a:lnTo>
                        <a:lnTo>
                          <a:pt x="259" y="80"/>
                        </a:lnTo>
                        <a:lnTo>
                          <a:pt x="261" y="78"/>
                        </a:lnTo>
                        <a:lnTo>
                          <a:pt x="262" y="76"/>
                        </a:lnTo>
                        <a:lnTo>
                          <a:pt x="260" y="72"/>
                        </a:lnTo>
                        <a:lnTo>
                          <a:pt x="258" y="71"/>
                        </a:lnTo>
                        <a:lnTo>
                          <a:pt x="257" y="68"/>
                        </a:lnTo>
                        <a:lnTo>
                          <a:pt x="251" y="66"/>
                        </a:lnTo>
                        <a:lnTo>
                          <a:pt x="249" y="65"/>
                        </a:lnTo>
                        <a:lnTo>
                          <a:pt x="249" y="59"/>
                        </a:lnTo>
                        <a:lnTo>
                          <a:pt x="246" y="55"/>
                        </a:lnTo>
                        <a:lnTo>
                          <a:pt x="247" y="49"/>
                        </a:lnTo>
                        <a:lnTo>
                          <a:pt x="249" y="45"/>
                        </a:lnTo>
                        <a:lnTo>
                          <a:pt x="245" y="46"/>
                        </a:lnTo>
                        <a:lnTo>
                          <a:pt x="244" y="45"/>
                        </a:lnTo>
                        <a:lnTo>
                          <a:pt x="244" y="42"/>
                        </a:lnTo>
                        <a:lnTo>
                          <a:pt x="246" y="36"/>
                        </a:lnTo>
                        <a:lnTo>
                          <a:pt x="252" y="30"/>
                        </a:lnTo>
                        <a:lnTo>
                          <a:pt x="247" y="30"/>
                        </a:lnTo>
                        <a:lnTo>
                          <a:pt x="238" y="26"/>
                        </a:lnTo>
                        <a:lnTo>
                          <a:pt x="217" y="24"/>
                        </a:lnTo>
                        <a:lnTo>
                          <a:pt x="211" y="20"/>
                        </a:lnTo>
                        <a:lnTo>
                          <a:pt x="208" y="19"/>
                        </a:lnTo>
                        <a:lnTo>
                          <a:pt x="200" y="14"/>
                        </a:lnTo>
                        <a:lnTo>
                          <a:pt x="197" y="9"/>
                        </a:lnTo>
                        <a:lnTo>
                          <a:pt x="196" y="4"/>
                        </a:lnTo>
                        <a:lnTo>
                          <a:pt x="196" y="1"/>
                        </a:lnTo>
                        <a:lnTo>
                          <a:pt x="195" y="0"/>
                        </a:lnTo>
                        <a:lnTo>
                          <a:pt x="191" y="0"/>
                        </a:lnTo>
                        <a:lnTo>
                          <a:pt x="188" y="2"/>
                        </a:lnTo>
                        <a:lnTo>
                          <a:pt x="181" y="3"/>
                        </a:lnTo>
                        <a:lnTo>
                          <a:pt x="169" y="4"/>
                        </a:lnTo>
                        <a:lnTo>
                          <a:pt x="156" y="10"/>
                        </a:lnTo>
                        <a:lnTo>
                          <a:pt x="145" y="13"/>
                        </a:lnTo>
                        <a:lnTo>
                          <a:pt x="143" y="13"/>
                        </a:lnTo>
                        <a:lnTo>
                          <a:pt x="134" y="11"/>
                        </a:lnTo>
                        <a:lnTo>
                          <a:pt x="132" y="19"/>
                        </a:lnTo>
                        <a:lnTo>
                          <a:pt x="133" y="23"/>
                        </a:lnTo>
                        <a:lnTo>
                          <a:pt x="129" y="24"/>
                        </a:lnTo>
                        <a:lnTo>
                          <a:pt x="123" y="25"/>
                        </a:lnTo>
                        <a:lnTo>
                          <a:pt x="121" y="30"/>
                        </a:lnTo>
                        <a:lnTo>
                          <a:pt x="122" y="34"/>
                        </a:lnTo>
                        <a:lnTo>
                          <a:pt x="124" y="38"/>
                        </a:lnTo>
                        <a:lnTo>
                          <a:pt x="123" y="41"/>
                        </a:lnTo>
                        <a:lnTo>
                          <a:pt x="110" y="38"/>
                        </a:lnTo>
                        <a:lnTo>
                          <a:pt x="102" y="37"/>
                        </a:lnTo>
                        <a:lnTo>
                          <a:pt x="98" y="34"/>
                        </a:lnTo>
                        <a:lnTo>
                          <a:pt x="92" y="32"/>
                        </a:lnTo>
                        <a:lnTo>
                          <a:pt x="91" y="38"/>
                        </a:lnTo>
                        <a:lnTo>
                          <a:pt x="84" y="52"/>
                        </a:lnTo>
                        <a:lnTo>
                          <a:pt x="82" y="58"/>
                        </a:lnTo>
                        <a:lnTo>
                          <a:pt x="81" y="61"/>
                        </a:lnTo>
                        <a:lnTo>
                          <a:pt x="77" y="58"/>
                        </a:lnTo>
                        <a:lnTo>
                          <a:pt x="72" y="53"/>
                        </a:lnTo>
                        <a:lnTo>
                          <a:pt x="65" y="47"/>
                        </a:lnTo>
                        <a:lnTo>
                          <a:pt x="61" y="35"/>
                        </a:lnTo>
                        <a:lnTo>
                          <a:pt x="54" y="38"/>
                        </a:lnTo>
                        <a:lnTo>
                          <a:pt x="49" y="44"/>
                        </a:lnTo>
                        <a:lnTo>
                          <a:pt x="49" y="49"/>
                        </a:lnTo>
                        <a:lnTo>
                          <a:pt x="47" y="53"/>
                        </a:lnTo>
                        <a:lnTo>
                          <a:pt x="40" y="59"/>
                        </a:lnTo>
                        <a:lnTo>
                          <a:pt x="32" y="58"/>
                        </a:lnTo>
                        <a:lnTo>
                          <a:pt x="15" y="63"/>
                        </a:lnTo>
                        <a:lnTo>
                          <a:pt x="10" y="63"/>
                        </a:lnTo>
                        <a:lnTo>
                          <a:pt x="3" y="64"/>
                        </a:lnTo>
                        <a:lnTo>
                          <a:pt x="2" y="67"/>
                        </a:lnTo>
                        <a:lnTo>
                          <a:pt x="3" y="70"/>
                        </a:lnTo>
                        <a:lnTo>
                          <a:pt x="11" y="88"/>
                        </a:lnTo>
                        <a:lnTo>
                          <a:pt x="12" y="93"/>
                        </a:lnTo>
                        <a:lnTo>
                          <a:pt x="4" y="99"/>
                        </a:lnTo>
                        <a:lnTo>
                          <a:pt x="1" y="103"/>
                        </a:lnTo>
                        <a:lnTo>
                          <a:pt x="0" y="109"/>
                        </a:lnTo>
                        <a:lnTo>
                          <a:pt x="0" y="112"/>
                        </a:lnTo>
                        <a:lnTo>
                          <a:pt x="2" y="114"/>
                        </a:lnTo>
                        <a:lnTo>
                          <a:pt x="8" y="116"/>
                        </a:lnTo>
                        <a:lnTo>
                          <a:pt x="8" y="122"/>
                        </a:lnTo>
                        <a:lnTo>
                          <a:pt x="6" y="128"/>
                        </a:lnTo>
                        <a:lnTo>
                          <a:pt x="6" y="135"/>
                        </a:lnTo>
                        <a:lnTo>
                          <a:pt x="9" y="142"/>
                        </a:lnTo>
                        <a:lnTo>
                          <a:pt x="13" y="148"/>
                        </a:lnTo>
                        <a:lnTo>
                          <a:pt x="29" y="150"/>
                        </a:lnTo>
                        <a:lnTo>
                          <a:pt x="32" y="156"/>
                        </a:lnTo>
                        <a:lnTo>
                          <a:pt x="32" y="161"/>
                        </a:lnTo>
                        <a:lnTo>
                          <a:pt x="29" y="165"/>
                        </a:lnTo>
                        <a:lnTo>
                          <a:pt x="31" y="168"/>
                        </a:lnTo>
                        <a:lnTo>
                          <a:pt x="36" y="168"/>
                        </a:lnTo>
                        <a:lnTo>
                          <a:pt x="42" y="168"/>
                        </a:lnTo>
                        <a:lnTo>
                          <a:pt x="53" y="162"/>
                        </a:lnTo>
                        <a:lnTo>
                          <a:pt x="54" y="158"/>
                        </a:lnTo>
                        <a:lnTo>
                          <a:pt x="59" y="149"/>
                        </a:lnTo>
                        <a:lnTo>
                          <a:pt x="62" y="148"/>
                        </a:lnTo>
                        <a:lnTo>
                          <a:pt x="65" y="144"/>
                        </a:lnTo>
                        <a:lnTo>
                          <a:pt x="76" y="138"/>
                        </a:lnTo>
                        <a:lnTo>
                          <a:pt x="81" y="138"/>
                        </a:lnTo>
                        <a:lnTo>
                          <a:pt x="88" y="139"/>
                        </a:lnTo>
                        <a:lnTo>
                          <a:pt x="115" y="156"/>
                        </a:lnTo>
                        <a:lnTo>
                          <a:pt x="126" y="160"/>
                        </a:lnTo>
                        <a:lnTo>
                          <a:pt x="128" y="163"/>
                        </a:lnTo>
                        <a:lnTo>
                          <a:pt x="129" y="171"/>
                        </a:lnTo>
                        <a:lnTo>
                          <a:pt x="138" y="194"/>
                        </a:lnTo>
                        <a:lnTo>
                          <a:pt x="140" y="202"/>
                        </a:lnTo>
                        <a:lnTo>
                          <a:pt x="139" y="207"/>
                        </a:lnTo>
                        <a:lnTo>
                          <a:pt x="154" y="220"/>
                        </a:lnTo>
                        <a:lnTo>
                          <a:pt x="159" y="228"/>
                        </a:lnTo>
                        <a:lnTo>
                          <a:pt x="162" y="238"/>
                        </a:lnTo>
                        <a:lnTo>
                          <a:pt x="168" y="237"/>
                        </a:lnTo>
                        <a:lnTo>
                          <a:pt x="172" y="237"/>
                        </a:lnTo>
                        <a:lnTo>
                          <a:pt x="178" y="241"/>
                        </a:lnTo>
                        <a:lnTo>
                          <a:pt x="188" y="254"/>
                        </a:lnTo>
                        <a:lnTo>
                          <a:pt x="194" y="255"/>
                        </a:lnTo>
                        <a:lnTo>
                          <a:pt x="206" y="272"/>
                        </a:lnTo>
                        <a:lnTo>
                          <a:pt x="214" y="280"/>
                        </a:lnTo>
                        <a:lnTo>
                          <a:pt x="230" y="294"/>
                        </a:lnTo>
                        <a:lnTo>
                          <a:pt x="234" y="293"/>
                        </a:lnTo>
                        <a:lnTo>
                          <a:pt x="252" y="294"/>
                        </a:lnTo>
                        <a:lnTo>
                          <a:pt x="256" y="295"/>
                        </a:lnTo>
                        <a:lnTo>
                          <a:pt x="265" y="306"/>
                        </a:lnTo>
                        <a:lnTo>
                          <a:pt x="269" y="312"/>
                        </a:lnTo>
                        <a:lnTo>
                          <a:pt x="279" y="317"/>
                        </a:lnTo>
                        <a:lnTo>
                          <a:pt x="280" y="319"/>
                        </a:lnTo>
                        <a:lnTo>
                          <a:pt x="279" y="324"/>
                        </a:lnTo>
                        <a:lnTo>
                          <a:pt x="292" y="322"/>
                        </a:lnTo>
                        <a:lnTo>
                          <a:pt x="295" y="323"/>
                        </a:lnTo>
                        <a:lnTo>
                          <a:pt x="298" y="326"/>
                        </a:lnTo>
                        <a:lnTo>
                          <a:pt x="301" y="334"/>
                        </a:lnTo>
                        <a:lnTo>
                          <a:pt x="300" y="339"/>
                        </a:lnTo>
                        <a:lnTo>
                          <a:pt x="303" y="344"/>
                        </a:lnTo>
                        <a:lnTo>
                          <a:pt x="311" y="346"/>
                        </a:lnTo>
                        <a:lnTo>
                          <a:pt x="314" y="349"/>
                        </a:lnTo>
                        <a:lnTo>
                          <a:pt x="317" y="355"/>
                        </a:lnTo>
                        <a:lnTo>
                          <a:pt x="320" y="348"/>
                        </a:lnTo>
                        <a:lnTo>
                          <a:pt x="324" y="348"/>
                        </a:lnTo>
                        <a:lnTo>
                          <a:pt x="328" y="356"/>
                        </a:lnTo>
                        <a:lnTo>
                          <a:pt x="328" y="360"/>
                        </a:lnTo>
                        <a:lnTo>
                          <a:pt x="331" y="369"/>
                        </a:lnTo>
                        <a:lnTo>
                          <a:pt x="338" y="382"/>
                        </a:lnTo>
                        <a:lnTo>
                          <a:pt x="341" y="394"/>
                        </a:lnTo>
                        <a:lnTo>
                          <a:pt x="347" y="409"/>
                        </a:lnTo>
                        <a:lnTo>
                          <a:pt x="337" y="413"/>
                        </a:lnTo>
                        <a:lnTo>
                          <a:pt x="331" y="416"/>
                        </a:lnTo>
                        <a:lnTo>
                          <a:pt x="335" y="424"/>
                        </a:lnTo>
                        <a:lnTo>
                          <a:pt x="330" y="431"/>
                        </a:lnTo>
                        <a:lnTo>
                          <a:pt x="327" y="437"/>
                        </a:lnTo>
                        <a:lnTo>
                          <a:pt x="327" y="445"/>
                        </a:lnTo>
                        <a:lnTo>
                          <a:pt x="329" y="450"/>
                        </a:lnTo>
                        <a:lnTo>
                          <a:pt x="330" y="449"/>
                        </a:lnTo>
                        <a:lnTo>
                          <a:pt x="329" y="450"/>
                        </a:lnTo>
                        <a:lnTo>
                          <a:pt x="335" y="450"/>
                        </a:lnTo>
                        <a:lnTo>
                          <a:pt x="339" y="450"/>
                        </a:lnTo>
                        <a:lnTo>
                          <a:pt x="341" y="448"/>
                        </a:lnTo>
                        <a:lnTo>
                          <a:pt x="347" y="437"/>
                        </a:lnTo>
                        <a:lnTo>
                          <a:pt x="349" y="434"/>
                        </a:lnTo>
                        <a:lnTo>
                          <a:pt x="353" y="431"/>
                        </a:lnTo>
                        <a:lnTo>
                          <a:pt x="358" y="429"/>
                        </a:lnTo>
                        <a:lnTo>
                          <a:pt x="359" y="425"/>
                        </a:lnTo>
                        <a:lnTo>
                          <a:pt x="360" y="410"/>
                        </a:lnTo>
                        <a:lnTo>
                          <a:pt x="361" y="408"/>
                        </a:lnTo>
                        <a:lnTo>
                          <a:pt x="366" y="405"/>
                        </a:lnTo>
                        <a:lnTo>
                          <a:pt x="373" y="402"/>
                        </a:lnTo>
                        <a:lnTo>
                          <a:pt x="376" y="402"/>
                        </a:lnTo>
                        <a:lnTo>
                          <a:pt x="377" y="399"/>
                        </a:lnTo>
                        <a:lnTo>
                          <a:pt x="377" y="390"/>
                        </a:lnTo>
                        <a:lnTo>
                          <a:pt x="377" y="387"/>
                        </a:lnTo>
                        <a:lnTo>
                          <a:pt x="376" y="380"/>
                        </a:lnTo>
                        <a:lnTo>
                          <a:pt x="374" y="377"/>
                        </a:lnTo>
                        <a:lnTo>
                          <a:pt x="368" y="372"/>
                        </a:lnTo>
                        <a:lnTo>
                          <a:pt x="364" y="369"/>
                        </a:lnTo>
                        <a:lnTo>
                          <a:pt x="357" y="366"/>
                        </a:lnTo>
                        <a:lnTo>
                          <a:pt x="358" y="358"/>
                        </a:lnTo>
                        <a:lnTo>
                          <a:pt x="361" y="346"/>
                        </a:lnTo>
                        <a:lnTo>
                          <a:pt x="366" y="337"/>
                        </a:lnTo>
                        <a:lnTo>
                          <a:pt x="374" y="330"/>
                        </a:lnTo>
                        <a:lnTo>
                          <a:pt x="381" y="329"/>
                        </a:lnTo>
                        <a:lnTo>
                          <a:pt x="392" y="336"/>
                        </a:lnTo>
                        <a:lnTo>
                          <a:pt x="402" y="339"/>
                        </a:lnTo>
                        <a:lnTo>
                          <a:pt x="408" y="343"/>
                        </a:lnTo>
                        <a:lnTo>
                          <a:pt x="410" y="348"/>
                        </a:lnTo>
                        <a:lnTo>
                          <a:pt x="416" y="356"/>
                        </a:lnTo>
                        <a:lnTo>
                          <a:pt x="422" y="360"/>
                        </a:lnTo>
                        <a:lnTo>
                          <a:pt x="422" y="358"/>
                        </a:lnTo>
                        <a:lnTo>
                          <a:pt x="428" y="348"/>
                        </a:lnTo>
                        <a:lnTo>
                          <a:pt x="426" y="344"/>
                        </a:lnTo>
                        <a:lnTo>
                          <a:pt x="422" y="337"/>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0" name="Sweden" descr="{&quot;Key&quot;:&quot;sweden&quot;,&quot;Name&quot;:&quot;Sweden&quot;,&quot;Value&quot;:25.0,&quot;Formula&quot;:&quot;25&quot;,&quot;Text&quot;:&quot;25&quot;,&quot;OfficeApplication&quot;:2,&quot;HasValue&quot;:true}">
                  <a:extLst>
                    <a:ext uri="{FF2B5EF4-FFF2-40B4-BE49-F238E27FC236}">
                      <a16:creationId xmlns:a16="http://schemas.microsoft.com/office/drawing/2014/main" id="{58026492-C4C1-561C-FB6A-A9A6B11D3AE5}"/>
                    </a:ext>
                  </a:extLst>
                </p:cNvPr>
                <p:cNvSpPr>
                  <a:spLocks/>
                </p:cNvSpPr>
                <p:nvPr/>
              </p:nvSpPr>
              <p:spPr bwMode="auto">
                <a:xfrm rot="21300000">
                  <a:off x="3325006" y="1704944"/>
                  <a:ext cx="748482" cy="1712841"/>
                </a:xfrm>
                <a:custGeom>
                  <a:avLst/>
                  <a:gdLst>
                    <a:gd name="T0" fmla="*/ 456 w 475"/>
                    <a:gd name="T1" fmla="*/ 196 h 1087"/>
                    <a:gd name="T2" fmla="*/ 454 w 475"/>
                    <a:gd name="T3" fmla="*/ 123 h 1087"/>
                    <a:gd name="T4" fmla="*/ 351 w 475"/>
                    <a:gd name="T5" fmla="*/ 3 h 1087"/>
                    <a:gd name="T6" fmla="*/ 334 w 475"/>
                    <a:gd name="T7" fmla="*/ 18 h 1087"/>
                    <a:gd name="T8" fmla="*/ 326 w 475"/>
                    <a:gd name="T9" fmla="*/ 64 h 1087"/>
                    <a:gd name="T10" fmla="*/ 259 w 475"/>
                    <a:gd name="T11" fmla="*/ 78 h 1087"/>
                    <a:gd name="T12" fmla="*/ 223 w 475"/>
                    <a:gd name="T13" fmla="*/ 98 h 1087"/>
                    <a:gd name="T14" fmla="*/ 185 w 475"/>
                    <a:gd name="T15" fmla="*/ 166 h 1087"/>
                    <a:gd name="T16" fmla="*/ 161 w 475"/>
                    <a:gd name="T17" fmla="*/ 242 h 1087"/>
                    <a:gd name="T18" fmla="*/ 129 w 475"/>
                    <a:gd name="T19" fmla="*/ 295 h 1087"/>
                    <a:gd name="T20" fmla="*/ 108 w 475"/>
                    <a:gd name="T21" fmla="*/ 424 h 1087"/>
                    <a:gd name="T22" fmla="*/ 69 w 475"/>
                    <a:gd name="T23" fmla="*/ 462 h 1087"/>
                    <a:gd name="T24" fmla="*/ 45 w 475"/>
                    <a:gd name="T25" fmla="*/ 537 h 1087"/>
                    <a:gd name="T26" fmla="*/ 37 w 475"/>
                    <a:gd name="T27" fmla="*/ 587 h 1087"/>
                    <a:gd name="T28" fmla="*/ 58 w 475"/>
                    <a:gd name="T29" fmla="*/ 685 h 1087"/>
                    <a:gd name="T30" fmla="*/ 49 w 475"/>
                    <a:gd name="T31" fmla="*/ 756 h 1087"/>
                    <a:gd name="T32" fmla="*/ 22 w 475"/>
                    <a:gd name="T33" fmla="*/ 823 h 1087"/>
                    <a:gd name="T34" fmla="*/ 0 w 475"/>
                    <a:gd name="T35" fmla="*/ 846 h 1087"/>
                    <a:gd name="T36" fmla="*/ 9 w 475"/>
                    <a:gd name="T37" fmla="*/ 894 h 1087"/>
                    <a:gd name="T38" fmla="*/ 16 w 475"/>
                    <a:gd name="T39" fmla="*/ 898 h 1087"/>
                    <a:gd name="T40" fmla="*/ 26 w 475"/>
                    <a:gd name="T41" fmla="*/ 938 h 1087"/>
                    <a:gd name="T42" fmla="*/ 49 w 475"/>
                    <a:gd name="T43" fmla="*/ 992 h 1087"/>
                    <a:gd name="T44" fmla="*/ 55 w 475"/>
                    <a:gd name="T45" fmla="*/ 1020 h 1087"/>
                    <a:gd name="T46" fmla="*/ 68 w 475"/>
                    <a:gd name="T47" fmla="*/ 1070 h 1087"/>
                    <a:gd name="T48" fmla="*/ 91 w 475"/>
                    <a:gd name="T49" fmla="*/ 1082 h 1087"/>
                    <a:gd name="T50" fmla="*/ 119 w 475"/>
                    <a:gd name="T51" fmla="*/ 1042 h 1087"/>
                    <a:gd name="T52" fmla="*/ 167 w 475"/>
                    <a:gd name="T53" fmla="*/ 1036 h 1087"/>
                    <a:gd name="T54" fmla="*/ 193 w 475"/>
                    <a:gd name="T55" fmla="*/ 966 h 1087"/>
                    <a:gd name="T56" fmla="*/ 195 w 475"/>
                    <a:gd name="T57" fmla="*/ 922 h 1087"/>
                    <a:gd name="T58" fmla="*/ 203 w 475"/>
                    <a:gd name="T59" fmla="*/ 906 h 1087"/>
                    <a:gd name="T60" fmla="*/ 200 w 475"/>
                    <a:gd name="T61" fmla="*/ 882 h 1087"/>
                    <a:gd name="T62" fmla="*/ 207 w 475"/>
                    <a:gd name="T63" fmla="*/ 868 h 1087"/>
                    <a:gd name="T64" fmla="*/ 238 w 475"/>
                    <a:gd name="T65" fmla="*/ 841 h 1087"/>
                    <a:gd name="T66" fmla="*/ 267 w 475"/>
                    <a:gd name="T67" fmla="*/ 826 h 1087"/>
                    <a:gd name="T68" fmla="*/ 222 w 475"/>
                    <a:gd name="T69" fmla="*/ 820 h 1087"/>
                    <a:gd name="T70" fmla="*/ 200 w 475"/>
                    <a:gd name="T71" fmla="*/ 803 h 1087"/>
                    <a:gd name="T72" fmla="*/ 229 w 475"/>
                    <a:gd name="T73" fmla="*/ 808 h 1087"/>
                    <a:gd name="T74" fmla="*/ 275 w 475"/>
                    <a:gd name="T75" fmla="*/ 794 h 1087"/>
                    <a:gd name="T76" fmla="*/ 268 w 475"/>
                    <a:gd name="T77" fmla="*/ 751 h 1087"/>
                    <a:gd name="T78" fmla="*/ 231 w 475"/>
                    <a:gd name="T79" fmla="*/ 725 h 1087"/>
                    <a:gd name="T80" fmla="*/ 191 w 475"/>
                    <a:gd name="T81" fmla="*/ 763 h 1087"/>
                    <a:gd name="T82" fmla="*/ 226 w 475"/>
                    <a:gd name="T83" fmla="*/ 730 h 1087"/>
                    <a:gd name="T84" fmla="*/ 219 w 475"/>
                    <a:gd name="T85" fmla="*/ 672 h 1087"/>
                    <a:gd name="T86" fmla="*/ 226 w 475"/>
                    <a:gd name="T87" fmla="*/ 628 h 1087"/>
                    <a:gd name="T88" fmla="*/ 238 w 475"/>
                    <a:gd name="T89" fmla="*/ 586 h 1087"/>
                    <a:gd name="T90" fmla="*/ 244 w 475"/>
                    <a:gd name="T91" fmla="*/ 550 h 1087"/>
                    <a:gd name="T92" fmla="*/ 264 w 475"/>
                    <a:gd name="T93" fmla="*/ 548 h 1087"/>
                    <a:gd name="T94" fmla="*/ 278 w 475"/>
                    <a:gd name="T95" fmla="*/ 527 h 1087"/>
                    <a:gd name="T96" fmla="*/ 313 w 475"/>
                    <a:gd name="T97" fmla="*/ 503 h 1087"/>
                    <a:gd name="T98" fmla="*/ 347 w 475"/>
                    <a:gd name="T99" fmla="*/ 476 h 1087"/>
                    <a:gd name="T100" fmla="*/ 376 w 475"/>
                    <a:gd name="T101" fmla="*/ 428 h 1087"/>
                    <a:gd name="T102" fmla="*/ 370 w 475"/>
                    <a:gd name="T103" fmla="*/ 409 h 1087"/>
                    <a:gd name="T104" fmla="*/ 371 w 475"/>
                    <a:gd name="T105" fmla="*/ 385 h 1087"/>
                    <a:gd name="T106" fmla="*/ 385 w 475"/>
                    <a:gd name="T107" fmla="*/ 339 h 1087"/>
                    <a:gd name="T108" fmla="*/ 402 w 475"/>
                    <a:gd name="T109" fmla="*/ 328 h 1087"/>
                    <a:gd name="T110" fmla="*/ 408 w 475"/>
                    <a:gd name="T111" fmla="*/ 316 h 1087"/>
                    <a:gd name="T112" fmla="*/ 422 w 475"/>
                    <a:gd name="T113" fmla="*/ 309 h 1087"/>
                    <a:gd name="T114" fmla="*/ 460 w 475"/>
                    <a:gd name="T115" fmla="*/ 304 h 1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5" h="1087">
                      <a:moveTo>
                        <a:pt x="463" y="274"/>
                      </a:moveTo>
                      <a:lnTo>
                        <a:pt x="461" y="261"/>
                      </a:lnTo>
                      <a:lnTo>
                        <a:pt x="464" y="249"/>
                      </a:lnTo>
                      <a:lnTo>
                        <a:pt x="470" y="240"/>
                      </a:lnTo>
                      <a:lnTo>
                        <a:pt x="470" y="234"/>
                      </a:lnTo>
                      <a:lnTo>
                        <a:pt x="470" y="225"/>
                      </a:lnTo>
                      <a:lnTo>
                        <a:pt x="456" y="196"/>
                      </a:lnTo>
                      <a:lnTo>
                        <a:pt x="454" y="185"/>
                      </a:lnTo>
                      <a:lnTo>
                        <a:pt x="459" y="171"/>
                      </a:lnTo>
                      <a:lnTo>
                        <a:pt x="458" y="162"/>
                      </a:lnTo>
                      <a:lnTo>
                        <a:pt x="454" y="157"/>
                      </a:lnTo>
                      <a:lnTo>
                        <a:pt x="453" y="147"/>
                      </a:lnTo>
                      <a:lnTo>
                        <a:pt x="453" y="133"/>
                      </a:lnTo>
                      <a:lnTo>
                        <a:pt x="454" y="123"/>
                      </a:lnTo>
                      <a:lnTo>
                        <a:pt x="458" y="115"/>
                      </a:lnTo>
                      <a:lnTo>
                        <a:pt x="455" y="110"/>
                      </a:lnTo>
                      <a:lnTo>
                        <a:pt x="435" y="72"/>
                      </a:lnTo>
                      <a:lnTo>
                        <a:pt x="422" y="61"/>
                      </a:lnTo>
                      <a:lnTo>
                        <a:pt x="398" y="54"/>
                      </a:lnTo>
                      <a:lnTo>
                        <a:pt x="379" y="33"/>
                      </a:lnTo>
                      <a:lnTo>
                        <a:pt x="351" y="3"/>
                      </a:lnTo>
                      <a:lnTo>
                        <a:pt x="349" y="0"/>
                      </a:lnTo>
                      <a:lnTo>
                        <a:pt x="348" y="0"/>
                      </a:lnTo>
                      <a:lnTo>
                        <a:pt x="332" y="0"/>
                      </a:lnTo>
                      <a:lnTo>
                        <a:pt x="329" y="2"/>
                      </a:lnTo>
                      <a:lnTo>
                        <a:pt x="329" y="8"/>
                      </a:lnTo>
                      <a:lnTo>
                        <a:pt x="332" y="12"/>
                      </a:lnTo>
                      <a:lnTo>
                        <a:pt x="334" y="18"/>
                      </a:lnTo>
                      <a:lnTo>
                        <a:pt x="332" y="25"/>
                      </a:lnTo>
                      <a:lnTo>
                        <a:pt x="329" y="28"/>
                      </a:lnTo>
                      <a:lnTo>
                        <a:pt x="327" y="38"/>
                      </a:lnTo>
                      <a:lnTo>
                        <a:pt x="324" y="46"/>
                      </a:lnTo>
                      <a:lnTo>
                        <a:pt x="324" y="52"/>
                      </a:lnTo>
                      <a:lnTo>
                        <a:pt x="330" y="59"/>
                      </a:lnTo>
                      <a:lnTo>
                        <a:pt x="326" y="64"/>
                      </a:lnTo>
                      <a:lnTo>
                        <a:pt x="320" y="65"/>
                      </a:lnTo>
                      <a:lnTo>
                        <a:pt x="292" y="55"/>
                      </a:lnTo>
                      <a:lnTo>
                        <a:pt x="271" y="53"/>
                      </a:lnTo>
                      <a:lnTo>
                        <a:pt x="264" y="54"/>
                      </a:lnTo>
                      <a:lnTo>
                        <a:pt x="261" y="56"/>
                      </a:lnTo>
                      <a:lnTo>
                        <a:pt x="258" y="63"/>
                      </a:lnTo>
                      <a:lnTo>
                        <a:pt x="259" y="78"/>
                      </a:lnTo>
                      <a:lnTo>
                        <a:pt x="258" y="85"/>
                      </a:lnTo>
                      <a:lnTo>
                        <a:pt x="254" y="99"/>
                      </a:lnTo>
                      <a:lnTo>
                        <a:pt x="249" y="110"/>
                      </a:lnTo>
                      <a:lnTo>
                        <a:pt x="246" y="109"/>
                      </a:lnTo>
                      <a:lnTo>
                        <a:pt x="239" y="100"/>
                      </a:lnTo>
                      <a:lnTo>
                        <a:pt x="231" y="96"/>
                      </a:lnTo>
                      <a:lnTo>
                        <a:pt x="223" y="98"/>
                      </a:lnTo>
                      <a:lnTo>
                        <a:pt x="211" y="111"/>
                      </a:lnTo>
                      <a:lnTo>
                        <a:pt x="205" y="118"/>
                      </a:lnTo>
                      <a:lnTo>
                        <a:pt x="202" y="130"/>
                      </a:lnTo>
                      <a:lnTo>
                        <a:pt x="201" y="139"/>
                      </a:lnTo>
                      <a:lnTo>
                        <a:pt x="197" y="145"/>
                      </a:lnTo>
                      <a:lnTo>
                        <a:pt x="188" y="156"/>
                      </a:lnTo>
                      <a:lnTo>
                        <a:pt x="185" y="166"/>
                      </a:lnTo>
                      <a:lnTo>
                        <a:pt x="194" y="180"/>
                      </a:lnTo>
                      <a:lnTo>
                        <a:pt x="195" y="189"/>
                      </a:lnTo>
                      <a:lnTo>
                        <a:pt x="194" y="194"/>
                      </a:lnTo>
                      <a:lnTo>
                        <a:pt x="190" y="202"/>
                      </a:lnTo>
                      <a:lnTo>
                        <a:pt x="181" y="212"/>
                      </a:lnTo>
                      <a:lnTo>
                        <a:pt x="177" y="221"/>
                      </a:lnTo>
                      <a:lnTo>
                        <a:pt x="161" y="242"/>
                      </a:lnTo>
                      <a:lnTo>
                        <a:pt x="157" y="251"/>
                      </a:lnTo>
                      <a:lnTo>
                        <a:pt x="156" y="265"/>
                      </a:lnTo>
                      <a:lnTo>
                        <a:pt x="152" y="273"/>
                      </a:lnTo>
                      <a:lnTo>
                        <a:pt x="140" y="282"/>
                      </a:lnTo>
                      <a:lnTo>
                        <a:pt x="133" y="282"/>
                      </a:lnTo>
                      <a:lnTo>
                        <a:pt x="128" y="285"/>
                      </a:lnTo>
                      <a:lnTo>
                        <a:pt x="129" y="295"/>
                      </a:lnTo>
                      <a:lnTo>
                        <a:pt x="129" y="309"/>
                      </a:lnTo>
                      <a:lnTo>
                        <a:pt x="128" y="328"/>
                      </a:lnTo>
                      <a:lnTo>
                        <a:pt x="123" y="362"/>
                      </a:lnTo>
                      <a:lnTo>
                        <a:pt x="112" y="386"/>
                      </a:lnTo>
                      <a:lnTo>
                        <a:pt x="99" y="407"/>
                      </a:lnTo>
                      <a:lnTo>
                        <a:pt x="99" y="414"/>
                      </a:lnTo>
                      <a:lnTo>
                        <a:pt x="108" y="424"/>
                      </a:lnTo>
                      <a:lnTo>
                        <a:pt x="113" y="432"/>
                      </a:lnTo>
                      <a:lnTo>
                        <a:pt x="113" y="445"/>
                      </a:lnTo>
                      <a:lnTo>
                        <a:pt x="111" y="453"/>
                      </a:lnTo>
                      <a:lnTo>
                        <a:pt x="104" y="461"/>
                      </a:lnTo>
                      <a:lnTo>
                        <a:pt x="95" y="461"/>
                      </a:lnTo>
                      <a:lnTo>
                        <a:pt x="83" y="457"/>
                      </a:lnTo>
                      <a:lnTo>
                        <a:pt x="69" y="462"/>
                      </a:lnTo>
                      <a:lnTo>
                        <a:pt x="58" y="469"/>
                      </a:lnTo>
                      <a:lnTo>
                        <a:pt x="42" y="489"/>
                      </a:lnTo>
                      <a:lnTo>
                        <a:pt x="37" y="500"/>
                      </a:lnTo>
                      <a:lnTo>
                        <a:pt x="35" y="512"/>
                      </a:lnTo>
                      <a:lnTo>
                        <a:pt x="37" y="524"/>
                      </a:lnTo>
                      <a:lnTo>
                        <a:pt x="42" y="534"/>
                      </a:lnTo>
                      <a:lnTo>
                        <a:pt x="45" y="537"/>
                      </a:lnTo>
                      <a:lnTo>
                        <a:pt x="40" y="544"/>
                      </a:lnTo>
                      <a:lnTo>
                        <a:pt x="39" y="552"/>
                      </a:lnTo>
                      <a:lnTo>
                        <a:pt x="37" y="558"/>
                      </a:lnTo>
                      <a:lnTo>
                        <a:pt x="37" y="571"/>
                      </a:lnTo>
                      <a:lnTo>
                        <a:pt x="35" y="577"/>
                      </a:lnTo>
                      <a:lnTo>
                        <a:pt x="35" y="586"/>
                      </a:lnTo>
                      <a:lnTo>
                        <a:pt x="37" y="587"/>
                      </a:lnTo>
                      <a:lnTo>
                        <a:pt x="40" y="596"/>
                      </a:lnTo>
                      <a:lnTo>
                        <a:pt x="39" y="625"/>
                      </a:lnTo>
                      <a:lnTo>
                        <a:pt x="40" y="639"/>
                      </a:lnTo>
                      <a:lnTo>
                        <a:pt x="46" y="649"/>
                      </a:lnTo>
                      <a:lnTo>
                        <a:pt x="59" y="659"/>
                      </a:lnTo>
                      <a:lnTo>
                        <a:pt x="61" y="673"/>
                      </a:lnTo>
                      <a:lnTo>
                        <a:pt x="58" y="685"/>
                      </a:lnTo>
                      <a:lnTo>
                        <a:pt x="50" y="693"/>
                      </a:lnTo>
                      <a:lnTo>
                        <a:pt x="42" y="696"/>
                      </a:lnTo>
                      <a:lnTo>
                        <a:pt x="39" y="701"/>
                      </a:lnTo>
                      <a:lnTo>
                        <a:pt x="46" y="709"/>
                      </a:lnTo>
                      <a:lnTo>
                        <a:pt x="51" y="731"/>
                      </a:lnTo>
                      <a:lnTo>
                        <a:pt x="46" y="751"/>
                      </a:lnTo>
                      <a:lnTo>
                        <a:pt x="49" y="756"/>
                      </a:lnTo>
                      <a:lnTo>
                        <a:pt x="48" y="766"/>
                      </a:lnTo>
                      <a:lnTo>
                        <a:pt x="45" y="774"/>
                      </a:lnTo>
                      <a:lnTo>
                        <a:pt x="26" y="780"/>
                      </a:lnTo>
                      <a:lnTo>
                        <a:pt x="26" y="790"/>
                      </a:lnTo>
                      <a:lnTo>
                        <a:pt x="17" y="805"/>
                      </a:lnTo>
                      <a:lnTo>
                        <a:pt x="18" y="814"/>
                      </a:lnTo>
                      <a:lnTo>
                        <a:pt x="22" y="823"/>
                      </a:lnTo>
                      <a:lnTo>
                        <a:pt x="16" y="848"/>
                      </a:lnTo>
                      <a:lnTo>
                        <a:pt x="11" y="852"/>
                      </a:lnTo>
                      <a:lnTo>
                        <a:pt x="9" y="846"/>
                      </a:lnTo>
                      <a:lnTo>
                        <a:pt x="6" y="855"/>
                      </a:lnTo>
                      <a:lnTo>
                        <a:pt x="6" y="840"/>
                      </a:lnTo>
                      <a:lnTo>
                        <a:pt x="4" y="837"/>
                      </a:lnTo>
                      <a:lnTo>
                        <a:pt x="0" y="846"/>
                      </a:lnTo>
                      <a:lnTo>
                        <a:pt x="0" y="853"/>
                      </a:lnTo>
                      <a:lnTo>
                        <a:pt x="4" y="880"/>
                      </a:lnTo>
                      <a:lnTo>
                        <a:pt x="5" y="883"/>
                      </a:lnTo>
                      <a:lnTo>
                        <a:pt x="9" y="885"/>
                      </a:lnTo>
                      <a:lnTo>
                        <a:pt x="10" y="887"/>
                      </a:lnTo>
                      <a:lnTo>
                        <a:pt x="10" y="892"/>
                      </a:lnTo>
                      <a:lnTo>
                        <a:pt x="9" y="894"/>
                      </a:lnTo>
                      <a:lnTo>
                        <a:pt x="13" y="890"/>
                      </a:lnTo>
                      <a:lnTo>
                        <a:pt x="14" y="885"/>
                      </a:lnTo>
                      <a:lnTo>
                        <a:pt x="17" y="888"/>
                      </a:lnTo>
                      <a:lnTo>
                        <a:pt x="15" y="894"/>
                      </a:lnTo>
                      <a:lnTo>
                        <a:pt x="17" y="894"/>
                      </a:lnTo>
                      <a:lnTo>
                        <a:pt x="20" y="895"/>
                      </a:lnTo>
                      <a:lnTo>
                        <a:pt x="16" y="898"/>
                      </a:lnTo>
                      <a:lnTo>
                        <a:pt x="12" y="904"/>
                      </a:lnTo>
                      <a:lnTo>
                        <a:pt x="22" y="909"/>
                      </a:lnTo>
                      <a:lnTo>
                        <a:pt x="24" y="915"/>
                      </a:lnTo>
                      <a:lnTo>
                        <a:pt x="22" y="926"/>
                      </a:lnTo>
                      <a:lnTo>
                        <a:pt x="29" y="924"/>
                      </a:lnTo>
                      <a:lnTo>
                        <a:pt x="31" y="932"/>
                      </a:lnTo>
                      <a:lnTo>
                        <a:pt x="26" y="938"/>
                      </a:lnTo>
                      <a:lnTo>
                        <a:pt x="28" y="948"/>
                      </a:lnTo>
                      <a:lnTo>
                        <a:pt x="27" y="956"/>
                      </a:lnTo>
                      <a:lnTo>
                        <a:pt x="33" y="956"/>
                      </a:lnTo>
                      <a:lnTo>
                        <a:pt x="36" y="964"/>
                      </a:lnTo>
                      <a:lnTo>
                        <a:pt x="38" y="972"/>
                      </a:lnTo>
                      <a:lnTo>
                        <a:pt x="42" y="984"/>
                      </a:lnTo>
                      <a:lnTo>
                        <a:pt x="49" y="992"/>
                      </a:lnTo>
                      <a:lnTo>
                        <a:pt x="53" y="1000"/>
                      </a:lnTo>
                      <a:lnTo>
                        <a:pt x="60" y="1004"/>
                      </a:lnTo>
                      <a:lnTo>
                        <a:pt x="66" y="1010"/>
                      </a:lnTo>
                      <a:lnTo>
                        <a:pt x="66" y="1016"/>
                      </a:lnTo>
                      <a:lnTo>
                        <a:pt x="61" y="1018"/>
                      </a:lnTo>
                      <a:lnTo>
                        <a:pt x="56" y="1018"/>
                      </a:lnTo>
                      <a:lnTo>
                        <a:pt x="55" y="1020"/>
                      </a:lnTo>
                      <a:lnTo>
                        <a:pt x="60" y="1031"/>
                      </a:lnTo>
                      <a:lnTo>
                        <a:pt x="55" y="1030"/>
                      </a:lnTo>
                      <a:lnTo>
                        <a:pt x="50" y="1028"/>
                      </a:lnTo>
                      <a:lnTo>
                        <a:pt x="50" y="1032"/>
                      </a:lnTo>
                      <a:lnTo>
                        <a:pt x="60" y="1055"/>
                      </a:lnTo>
                      <a:lnTo>
                        <a:pt x="66" y="1063"/>
                      </a:lnTo>
                      <a:lnTo>
                        <a:pt x="68" y="1070"/>
                      </a:lnTo>
                      <a:lnTo>
                        <a:pt x="66" y="1073"/>
                      </a:lnTo>
                      <a:lnTo>
                        <a:pt x="66" y="1081"/>
                      </a:lnTo>
                      <a:lnTo>
                        <a:pt x="63" y="1082"/>
                      </a:lnTo>
                      <a:lnTo>
                        <a:pt x="62" y="1085"/>
                      </a:lnTo>
                      <a:lnTo>
                        <a:pt x="71" y="1084"/>
                      </a:lnTo>
                      <a:lnTo>
                        <a:pt x="79" y="1087"/>
                      </a:lnTo>
                      <a:lnTo>
                        <a:pt x="91" y="1082"/>
                      </a:lnTo>
                      <a:lnTo>
                        <a:pt x="102" y="1082"/>
                      </a:lnTo>
                      <a:lnTo>
                        <a:pt x="108" y="1085"/>
                      </a:lnTo>
                      <a:lnTo>
                        <a:pt x="112" y="1082"/>
                      </a:lnTo>
                      <a:lnTo>
                        <a:pt x="115" y="1073"/>
                      </a:lnTo>
                      <a:lnTo>
                        <a:pt x="113" y="1059"/>
                      </a:lnTo>
                      <a:lnTo>
                        <a:pt x="116" y="1050"/>
                      </a:lnTo>
                      <a:lnTo>
                        <a:pt x="119" y="1042"/>
                      </a:lnTo>
                      <a:lnTo>
                        <a:pt x="126" y="1044"/>
                      </a:lnTo>
                      <a:lnTo>
                        <a:pt x="129" y="1038"/>
                      </a:lnTo>
                      <a:lnTo>
                        <a:pt x="136" y="1033"/>
                      </a:lnTo>
                      <a:lnTo>
                        <a:pt x="146" y="1033"/>
                      </a:lnTo>
                      <a:lnTo>
                        <a:pt x="151" y="1036"/>
                      </a:lnTo>
                      <a:lnTo>
                        <a:pt x="159" y="1033"/>
                      </a:lnTo>
                      <a:lnTo>
                        <a:pt x="167" y="1036"/>
                      </a:lnTo>
                      <a:lnTo>
                        <a:pt x="174" y="1036"/>
                      </a:lnTo>
                      <a:lnTo>
                        <a:pt x="178" y="1024"/>
                      </a:lnTo>
                      <a:lnTo>
                        <a:pt x="183" y="1008"/>
                      </a:lnTo>
                      <a:lnTo>
                        <a:pt x="190" y="997"/>
                      </a:lnTo>
                      <a:lnTo>
                        <a:pt x="191" y="983"/>
                      </a:lnTo>
                      <a:lnTo>
                        <a:pt x="193" y="974"/>
                      </a:lnTo>
                      <a:lnTo>
                        <a:pt x="193" y="966"/>
                      </a:lnTo>
                      <a:lnTo>
                        <a:pt x="195" y="958"/>
                      </a:lnTo>
                      <a:lnTo>
                        <a:pt x="199" y="950"/>
                      </a:lnTo>
                      <a:lnTo>
                        <a:pt x="199" y="944"/>
                      </a:lnTo>
                      <a:lnTo>
                        <a:pt x="195" y="939"/>
                      </a:lnTo>
                      <a:lnTo>
                        <a:pt x="200" y="932"/>
                      </a:lnTo>
                      <a:lnTo>
                        <a:pt x="199" y="926"/>
                      </a:lnTo>
                      <a:lnTo>
                        <a:pt x="195" y="922"/>
                      </a:lnTo>
                      <a:lnTo>
                        <a:pt x="194" y="918"/>
                      </a:lnTo>
                      <a:lnTo>
                        <a:pt x="195" y="915"/>
                      </a:lnTo>
                      <a:lnTo>
                        <a:pt x="200" y="917"/>
                      </a:lnTo>
                      <a:lnTo>
                        <a:pt x="203" y="917"/>
                      </a:lnTo>
                      <a:lnTo>
                        <a:pt x="201" y="913"/>
                      </a:lnTo>
                      <a:lnTo>
                        <a:pt x="201" y="910"/>
                      </a:lnTo>
                      <a:lnTo>
                        <a:pt x="203" y="906"/>
                      </a:lnTo>
                      <a:lnTo>
                        <a:pt x="203" y="903"/>
                      </a:lnTo>
                      <a:lnTo>
                        <a:pt x="204" y="891"/>
                      </a:lnTo>
                      <a:lnTo>
                        <a:pt x="203" y="888"/>
                      </a:lnTo>
                      <a:lnTo>
                        <a:pt x="199" y="883"/>
                      </a:lnTo>
                      <a:lnTo>
                        <a:pt x="192" y="880"/>
                      </a:lnTo>
                      <a:lnTo>
                        <a:pt x="193" y="880"/>
                      </a:lnTo>
                      <a:lnTo>
                        <a:pt x="200" y="882"/>
                      </a:lnTo>
                      <a:lnTo>
                        <a:pt x="205" y="881"/>
                      </a:lnTo>
                      <a:lnTo>
                        <a:pt x="207" y="878"/>
                      </a:lnTo>
                      <a:lnTo>
                        <a:pt x="201" y="872"/>
                      </a:lnTo>
                      <a:lnTo>
                        <a:pt x="182" y="869"/>
                      </a:lnTo>
                      <a:lnTo>
                        <a:pt x="183" y="867"/>
                      </a:lnTo>
                      <a:lnTo>
                        <a:pt x="199" y="866"/>
                      </a:lnTo>
                      <a:lnTo>
                        <a:pt x="207" y="868"/>
                      </a:lnTo>
                      <a:lnTo>
                        <a:pt x="212" y="866"/>
                      </a:lnTo>
                      <a:lnTo>
                        <a:pt x="213" y="860"/>
                      </a:lnTo>
                      <a:lnTo>
                        <a:pt x="222" y="859"/>
                      </a:lnTo>
                      <a:lnTo>
                        <a:pt x="229" y="852"/>
                      </a:lnTo>
                      <a:lnTo>
                        <a:pt x="234" y="847"/>
                      </a:lnTo>
                      <a:lnTo>
                        <a:pt x="234" y="840"/>
                      </a:lnTo>
                      <a:lnTo>
                        <a:pt x="238" y="841"/>
                      </a:lnTo>
                      <a:lnTo>
                        <a:pt x="238" y="849"/>
                      </a:lnTo>
                      <a:lnTo>
                        <a:pt x="247" y="848"/>
                      </a:lnTo>
                      <a:lnTo>
                        <a:pt x="251" y="840"/>
                      </a:lnTo>
                      <a:lnTo>
                        <a:pt x="261" y="832"/>
                      </a:lnTo>
                      <a:lnTo>
                        <a:pt x="259" y="823"/>
                      </a:lnTo>
                      <a:lnTo>
                        <a:pt x="262" y="826"/>
                      </a:lnTo>
                      <a:lnTo>
                        <a:pt x="267" y="826"/>
                      </a:lnTo>
                      <a:lnTo>
                        <a:pt x="267" y="822"/>
                      </a:lnTo>
                      <a:lnTo>
                        <a:pt x="270" y="820"/>
                      </a:lnTo>
                      <a:lnTo>
                        <a:pt x="270" y="817"/>
                      </a:lnTo>
                      <a:lnTo>
                        <a:pt x="235" y="823"/>
                      </a:lnTo>
                      <a:lnTo>
                        <a:pt x="227" y="822"/>
                      </a:lnTo>
                      <a:lnTo>
                        <a:pt x="224" y="824"/>
                      </a:lnTo>
                      <a:lnTo>
                        <a:pt x="222" y="820"/>
                      </a:lnTo>
                      <a:lnTo>
                        <a:pt x="218" y="817"/>
                      </a:lnTo>
                      <a:lnTo>
                        <a:pt x="202" y="810"/>
                      </a:lnTo>
                      <a:lnTo>
                        <a:pt x="193" y="811"/>
                      </a:lnTo>
                      <a:lnTo>
                        <a:pt x="189" y="809"/>
                      </a:lnTo>
                      <a:lnTo>
                        <a:pt x="193" y="807"/>
                      </a:lnTo>
                      <a:lnTo>
                        <a:pt x="195" y="802"/>
                      </a:lnTo>
                      <a:lnTo>
                        <a:pt x="200" y="803"/>
                      </a:lnTo>
                      <a:lnTo>
                        <a:pt x="205" y="802"/>
                      </a:lnTo>
                      <a:lnTo>
                        <a:pt x="213" y="803"/>
                      </a:lnTo>
                      <a:lnTo>
                        <a:pt x="214" y="802"/>
                      </a:lnTo>
                      <a:lnTo>
                        <a:pt x="220" y="809"/>
                      </a:lnTo>
                      <a:lnTo>
                        <a:pt x="225" y="807"/>
                      </a:lnTo>
                      <a:lnTo>
                        <a:pt x="225" y="805"/>
                      </a:lnTo>
                      <a:lnTo>
                        <a:pt x="229" y="808"/>
                      </a:lnTo>
                      <a:lnTo>
                        <a:pt x="235" y="810"/>
                      </a:lnTo>
                      <a:lnTo>
                        <a:pt x="237" y="806"/>
                      </a:lnTo>
                      <a:lnTo>
                        <a:pt x="239" y="808"/>
                      </a:lnTo>
                      <a:lnTo>
                        <a:pt x="241" y="814"/>
                      </a:lnTo>
                      <a:lnTo>
                        <a:pt x="247" y="817"/>
                      </a:lnTo>
                      <a:lnTo>
                        <a:pt x="268" y="806"/>
                      </a:lnTo>
                      <a:lnTo>
                        <a:pt x="275" y="794"/>
                      </a:lnTo>
                      <a:lnTo>
                        <a:pt x="279" y="790"/>
                      </a:lnTo>
                      <a:lnTo>
                        <a:pt x="281" y="779"/>
                      </a:lnTo>
                      <a:lnTo>
                        <a:pt x="276" y="770"/>
                      </a:lnTo>
                      <a:lnTo>
                        <a:pt x="269" y="763"/>
                      </a:lnTo>
                      <a:lnTo>
                        <a:pt x="262" y="753"/>
                      </a:lnTo>
                      <a:lnTo>
                        <a:pt x="268" y="753"/>
                      </a:lnTo>
                      <a:lnTo>
                        <a:pt x="268" y="751"/>
                      </a:lnTo>
                      <a:lnTo>
                        <a:pt x="252" y="743"/>
                      </a:lnTo>
                      <a:lnTo>
                        <a:pt x="252" y="738"/>
                      </a:lnTo>
                      <a:lnTo>
                        <a:pt x="249" y="731"/>
                      </a:lnTo>
                      <a:lnTo>
                        <a:pt x="238" y="732"/>
                      </a:lnTo>
                      <a:lnTo>
                        <a:pt x="235" y="729"/>
                      </a:lnTo>
                      <a:lnTo>
                        <a:pt x="234" y="726"/>
                      </a:lnTo>
                      <a:lnTo>
                        <a:pt x="231" y="725"/>
                      </a:lnTo>
                      <a:lnTo>
                        <a:pt x="231" y="728"/>
                      </a:lnTo>
                      <a:lnTo>
                        <a:pt x="227" y="740"/>
                      </a:lnTo>
                      <a:lnTo>
                        <a:pt x="222" y="748"/>
                      </a:lnTo>
                      <a:lnTo>
                        <a:pt x="209" y="757"/>
                      </a:lnTo>
                      <a:lnTo>
                        <a:pt x="205" y="761"/>
                      </a:lnTo>
                      <a:lnTo>
                        <a:pt x="199" y="761"/>
                      </a:lnTo>
                      <a:lnTo>
                        <a:pt x="191" y="763"/>
                      </a:lnTo>
                      <a:lnTo>
                        <a:pt x="186" y="761"/>
                      </a:lnTo>
                      <a:lnTo>
                        <a:pt x="192" y="757"/>
                      </a:lnTo>
                      <a:lnTo>
                        <a:pt x="200" y="755"/>
                      </a:lnTo>
                      <a:lnTo>
                        <a:pt x="205" y="750"/>
                      </a:lnTo>
                      <a:lnTo>
                        <a:pt x="212" y="747"/>
                      </a:lnTo>
                      <a:lnTo>
                        <a:pt x="224" y="737"/>
                      </a:lnTo>
                      <a:lnTo>
                        <a:pt x="226" y="730"/>
                      </a:lnTo>
                      <a:lnTo>
                        <a:pt x="226" y="721"/>
                      </a:lnTo>
                      <a:lnTo>
                        <a:pt x="219" y="720"/>
                      </a:lnTo>
                      <a:lnTo>
                        <a:pt x="223" y="715"/>
                      </a:lnTo>
                      <a:lnTo>
                        <a:pt x="223" y="708"/>
                      </a:lnTo>
                      <a:lnTo>
                        <a:pt x="220" y="703"/>
                      </a:lnTo>
                      <a:lnTo>
                        <a:pt x="218" y="684"/>
                      </a:lnTo>
                      <a:lnTo>
                        <a:pt x="219" y="672"/>
                      </a:lnTo>
                      <a:lnTo>
                        <a:pt x="216" y="657"/>
                      </a:lnTo>
                      <a:lnTo>
                        <a:pt x="217" y="652"/>
                      </a:lnTo>
                      <a:lnTo>
                        <a:pt x="219" y="647"/>
                      </a:lnTo>
                      <a:lnTo>
                        <a:pt x="218" y="644"/>
                      </a:lnTo>
                      <a:lnTo>
                        <a:pt x="228" y="649"/>
                      </a:lnTo>
                      <a:lnTo>
                        <a:pt x="229" y="644"/>
                      </a:lnTo>
                      <a:lnTo>
                        <a:pt x="226" y="628"/>
                      </a:lnTo>
                      <a:lnTo>
                        <a:pt x="229" y="615"/>
                      </a:lnTo>
                      <a:lnTo>
                        <a:pt x="233" y="603"/>
                      </a:lnTo>
                      <a:lnTo>
                        <a:pt x="228" y="596"/>
                      </a:lnTo>
                      <a:lnTo>
                        <a:pt x="226" y="591"/>
                      </a:lnTo>
                      <a:lnTo>
                        <a:pt x="226" y="581"/>
                      </a:lnTo>
                      <a:lnTo>
                        <a:pt x="237" y="588"/>
                      </a:lnTo>
                      <a:lnTo>
                        <a:pt x="238" y="586"/>
                      </a:lnTo>
                      <a:lnTo>
                        <a:pt x="240" y="583"/>
                      </a:lnTo>
                      <a:lnTo>
                        <a:pt x="245" y="578"/>
                      </a:lnTo>
                      <a:lnTo>
                        <a:pt x="245" y="576"/>
                      </a:lnTo>
                      <a:lnTo>
                        <a:pt x="244" y="573"/>
                      </a:lnTo>
                      <a:lnTo>
                        <a:pt x="246" y="563"/>
                      </a:lnTo>
                      <a:lnTo>
                        <a:pt x="242" y="556"/>
                      </a:lnTo>
                      <a:lnTo>
                        <a:pt x="244" y="550"/>
                      </a:lnTo>
                      <a:lnTo>
                        <a:pt x="245" y="557"/>
                      </a:lnTo>
                      <a:lnTo>
                        <a:pt x="251" y="561"/>
                      </a:lnTo>
                      <a:lnTo>
                        <a:pt x="253" y="560"/>
                      </a:lnTo>
                      <a:lnTo>
                        <a:pt x="257" y="554"/>
                      </a:lnTo>
                      <a:lnTo>
                        <a:pt x="261" y="557"/>
                      </a:lnTo>
                      <a:lnTo>
                        <a:pt x="262" y="552"/>
                      </a:lnTo>
                      <a:lnTo>
                        <a:pt x="264" y="548"/>
                      </a:lnTo>
                      <a:lnTo>
                        <a:pt x="257" y="544"/>
                      </a:lnTo>
                      <a:lnTo>
                        <a:pt x="262" y="545"/>
                      </a:lnTo>
                      <a:lnTo>
                        <a:pt x="268" y="541"/>
                      </a:lnTo>
                      <a:lnTo>
                        <a:pt x="268" y="538"/>
                      </a:lnTo>
                      <a:lnTo>
                        <a:pt x="273" y="535"/>
                      </a:lnTo>
                      <a:lnTo>
                        <a:pt x="273" y="529"/>
                      </a:lnTo>
                      <a:lnTo>
                        <a:pt x="278" y="527"/>
                      </a:lnTo>
                      <a:lnTo>
                        <a:pt x="278" y="520"/>
                      </a:lnTo>
                      <a:lnTo>
                        <a:pt x="282" y="519"/>
                      </a:lnTo>
                      <a:lnTo>
                        <a:pt x="289" y="520"/>
                      </a:lnTo>
                      <a:lnTo>
                        <a:pt x="296" y="513"/>
                      </a:lnTo>
                      <a:lnTo>
                        <a:pt x="300" y="507"/>
                      </a:lnTo>
                      <a:lnTo>
                        <a:pt x="308" y="499"/>
                      </a:lnTo>
                      <a:lnTo>
                        <a:pt x="313" y="503"/>
                      </a:lnTo>
                      <a:lnTo>
                        <a:pt x="320" y="498"/>
                      </a:lnTo>
                      <a:lnTo>
                        <a:pt x="321" y="492"/>
                      </a:lnTo>
                      <a:lnTo>
                        <a:pt x="327" y="488"/>
                      </a:lnTo>
                      <a:lnTo>
                        <a:pt x="332" y="489"/>
                      </a:lnTo>
                      <a:lnTo>
                        <a:pt x="335" y="487"/>
                      </a:lnTo>
                      <a:lnTo>
                        <a:pt x="342" y="481"/>
                      </a:lnTo>
                      <a:lnTo>
                        <a:pt x="347" y="476"/>
                      </a:lnTo>
                      <a:lnTo>
                        <a:pt x="351" y="474"/>
                      </a:lnTo>
                      <a:lnTo>
                        <a:pt x="355" y="463"/>
                      </a:lnTo>
                      <a:lnTo>
                        <a:pt x="358" y="457"/>
                      </a:lnTo>
                      <a:lnTo>
                        <a:pt x="365" y="449"/>
                      </a:lnTo>
                      <a:lnTo>
                        <a:pt x="369" y="440"/>
                      </a:lnTo>
                      <a:lnTo>
                        <a:pt x="374" y="431"/>
                      </a:lnTo>
                      <a:lnTo>
                        <a:pt x="376" y="428"/>
                      </a:lnTo>
                      <a:lnTo>
                        <a:pt x="377" y="431"/>
                      </a:lnTo>
                      <a:lnTo>
                        <a:pt x="376" y="438"/>
                      </a:lnTo>
                      <a:lnTo>
                        <a:pt x="383" y="429"/>
                      </a:lnTo>
                      <a:lnTo>
                        <a:pt x="384" y="427"/>
                      </a:lnTo>
                      <a:lnTo>
                        <a:pt x="380" y="422"/>
                      </a:lnTo>
                      <a:lnTo>
                        <a:pt x="380" y="419"/>
                      </a:lnTo>
                      <a:lnTo>
                        <a:pt x="370" y="409"/>
                      </a:lnTo>
                      <a:lnTo>
                        <a:pt x="369" y="405"/>
                      </a:lnTo>
                      <a:lnTo>
                        <a:pt x="371" y="404"/>
                      </a:lnTo>
                      <a:lnTo>
                        <a:pt x="370" y="399"/>
                      </a:lnTo>
                      <a:lnTo>
                        <a:pt x="366" y="395"/>
                      </a:lnTo>
                      <a:lnTo>
                        <a:pt x="366" y="393"/>
                      </a:lnTo>
                      <a:lnTo>
                        <a:pt x="370" y="389"/>
                      </a:lnTo>
                      <a:lnTo>
                        <a:pt x="371" y="385"/>
                      </a:lnTo>
                      <a:lnTo>
                        <a:pt x="376" y="383"/>
                      </a:lnTo>
                      <a:lnTo>
                        <a:pt x="383" y="366"/>
                      </a:lnTo>
                      <a:lnTo>
                        <a:pt x="384" y="362"/>
                      </a:lnTo>
                      <a:lnTo>
                        <a:pt x="377" y="350"/>
                      </a:lnTo>
                      <a:lnTo>
                        <a:pt x="377" y="349"/>
                      </a:lnTo>
                      <a:lnTo>
                        <a:pt x="385" y="345"/>
                      </a:lnTo>
                      <a:lnTo>
                        <a:pt x="385" y="339"/>
                      </a:lnTo>
                      <a:lnTo>
                        <a:pt x="388" y="338"/>
                      </a:lnTo>
                      <a:lnTo>
                        <a:pt x="394" y="341"/>
                      </a:lnTo>
                      <a:lnTo>
                        <a:pt x="396" y="340"/>
                      </a:lnTo>
                      <a:lnTo>
                        <a:pt x="397" y="336"/>
                      </a:lnTo>
                      <a:lnTo>
                        <a:pt x="395" y="332"/>
                      </a:lnTo>
                      <a:lnTo>
                        <a:pt x="400" y="331"/>
                      </a:lnTo>
                      <a:lnTo>
                        <a:pt x="402" y="328"/>
                      </a:lnTo>
                      <a:lnTo>
                        <a:pt x="395" y="318"/>
                      </a:lnTo>
                      <a:lnTo>
                        <a:pt x="395" y="315"/>
                      </a:lnTo>
                      <a:lnTo>
                        <a:pt x="403" y="320"/>
                      </a:lnTo>
                      <a:lnTo>
                        <a:pt x="405" y="326"/>
                      </a:lnTo>
                      <a:lnTo>
                        <a:pt x="408" y="326"/>
                      </a:lnTo>
                      <a:lnTo>
                        <a:pt x="407" y="315"/>
                      </a:lnTo>
                      <a:lnTo>
                        <a:pt x="408" y="316"/>
                      </a:lnTo>
                      <a:lnTo>
                        <a:pt x="410" y="315"/>
                      </a:lnTo>
                      <a:lnTo>
                        <a:pt x="411" y="302"/>
                      </a:lnTo>
                      <a:lnTo>
                        <a:pt x="414" y="301"/>
                      </a:lnTo>
                      <a:lnTo>
                        <a:pt x="417" y="301"/>
                      </a:lnTo>
                      <a:lnTo>
                        <a:pt x="417" y="304"/>
                      </a:lnTo>
                      <a:lnTo>
                        <a:pt x="419" y="307"/>
                      </a:lnTo>
                      <a:lnTo>
                        <a:pt x="422" y="309"/>
                      </a:lnTo>
                      <a:lnTo>
                        <a:pt x="425" y="300"/>
                      </a:lnTo>
                      <a:lnTo>
                        <a:pt x="429" y="303"/>
                      </a:lnTo>
                      <a:lnTo>
                        <a:pt x="432" y="309"/>
                      </a:lnTo>
                      <a:lnTo>
                        <a:pt x="436" y="309"/>
                      </a:lnTo>
                      <a:lnTo>
                        <a:pt x="439" y="313"/>
                      </a:lnTo>
                      <a:lnTo>
                        <a:pt x="442" y="305"/>
                      </a:lnTo>
                      <a:lnTo>
                        <a:pt x="460" y="304"/>
                      </a:lnTo>
                      <a:lnTo>
                        <a:pt x="465" y="307"/>
                      </a:lnTo>
                      <a:lnTo>
                        <a:pt x="470" y="313"/>
                      </a:lnTo>
                      <a:lnTo>
                        <a:pt x="472" y="307"/>
                      </a:lnTo>
                      <a:lnTo>
                        <a:pt x="475" y="305"/>
                      </a:lnTo>
                      <a:lnTo>
                        <a:pt x="473" y="297"/>
                      </a:lnTo>
                      <a:lnTo>
                        <a:pt x="463" y="274"/>
                      </a:lnTo>
                      <a:close/>
                    </a:path>
                  </a:pathLst>
                </a:custGeom>
                <a:solidFill>
                  <a:srgbClr val="84C4F4"/>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481" name="France">
                  <a:extLst>
                    <a:ext uri="{FF2B5EF4-FFF2-40B4-BE49-F238E27FC236}">
                      <a16:creationId xmlns:a16="http://schemas.microsoft.com/office/drawing/2014/main" id="{539D07A5-B1A1-5A7E-2000-24EDD4DBD9AC}"/>
                    </a:ext>
                  </a:extLst>
                </p:cNvPr>
                <p:cNvGrpSpPr/>
                <p:nvPr/>
              </p:nvGrpSpPr>
              <p:grpSpPr>
                <a:xfrm>
                  <a:off x="1973332" y="4124372"/>
                  <a:ext cx="1173947" cy="1280606"/>
                  <a:chOff x="1973332" y="4124372"/>
                  <a:chExt cx="1173947" cy="1280606"/>
                </a:xfrm>
                <a:grpFill/>
              </p:grpSpPr>
              <p:sp>
                <p:nvSpPr>
                  <p:cNvPr id="527"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0F109427-801A-1180-4E1C-400CA9F9F28B}"/>
                      </a:ext>
                    </a:extLst>
                  </p:cNvPr>
                  <p:cNvSpPr>
                    <a:spLocks/>
                  </p:cNvSpPr>
                  <p:nvPr/>
                </p:nvSpPr>
                <p:spPr bwMode="auto">
                  <a:xfrm>
                    <a:off x="3068839" y="5220414"/>
                    <a:ext cx="78440" cy="184564"/>
                  </a:xfrm>
                  <a:custGeom>
                    <a:avLst/>
                    <a:gdLst>
                      <a:gd name="T0" fmla="*/ 30 w 34"/>
                      <a:gd name="T1" fmla="*/ 1 h 80"/>
                      <a:gd name="T2" fmla="*/ 26 w 34"/>
                      <a:gd name="T3" fmla="*/ 0 h 80"/>
                      <a:gd name="T4" fmla="*/ 25 w 34"/>
                      <a:gd name="T5" fmla="*/ 9 h 80"/>
                      <a:gd name="T6" fmla="*/ 24 w 34"/>
                      <a:gd name="T7" fmla="*/ 12 h 80"/>
                      <a:gd name="T8" fmla="*/ 18 w 34"/>
                      <a:gd name="T9" fmla="*/ 14 h 80"/>
                      <a:gd name="T10" fmla="*/ 11 w 34"/>
                      <a:gd name="T11" fmla="*/ 19 h 80"/>
                      <a:gd name="T12" fmla="*/ 7 w 34"/>
                      <a:gd name="T13" fmla="*/ 21 h 80"/>
                      <a:gd name="T14" fmla="*/ 3 w 34"/>
                      <a:gd name="T15" fmla="*/ 20 h 80"/>
                      <a:gd name="T16" fmla="*/ 0 w 34"/>
                      <a:gd name="T17" fmla="*/ 29 h 80"/>
                      <a:gd name="T18" fmla="*/ 0 w 34"/>
                      <a:gd name="T19" fmla="*/ 40 h 80"/>
                      <a:gd name="T20" fmla="*/ 3 w 34"/>
                      <a:gd name="T21" fmla="*/ 43 h 80"/>
                      <a:gd name="T22" fmla="*/ 3 w 34"/>
                      <a:gd name="T23" fmla="*/ 57 h 80"/>
                      <a:gd name="T24" fmla="*/ 4 w 34"/>
                      <a:gd name="T25" fmla="*/ 62 h 80"/>
                      <a:gd name="T26" fmla="*/ 9 w 34"/>
                      <a:gd name="T27" fmla="*/ 63 h 80"/>
                      <a:gd name="T28" fmla="*/ 9 w 34"/>
                      <a:gd name="T29" fmla="*/ 68 h 80"/>
                      <a:gd name="T30" fmla="*/ 11 w 34"/>
                      <a:gd name="T31" fmla="*/ 72 h 80"/>
                      <a:gd name="T32" fmla="*/ 15 w 34"/>
                      <a:gd name="T33" fmla="*/ 75 h 80"/>
                      <a:gd name="T34" fmla="*/ 19 w 34"/>
                      <a:gd name="T35" fmla="*/ 75 h 80"/>
                      <a:gd name="T36" fmla="*/ 22 w 34"/>
                      <a:gd name="T37" fmla="*/ 80 h 80"/>
                      <a:gd name="T38" fmla="*/ 22 w 34"/>
                      <a:gd name="T39" fmla="*/ 77 h 80"/>
                      <a:gd name="T40" fmla="*/ 26 w 34"/>
                      <a:gd name="T41" fmla="*/ 68 h 80"/>
                      <a:gd name="T42" fmla="*/ 30 w 34"/>
                      <a:gd name="T43" fmla="*/ 59 h 80"/>
                      <a:gd name="T44" fmla="*/ 31 w 34"/>
                      <a:gd name="T45" fmla="*/ 53 h 80"/>
                      <a:gd name="T46" fmla="*/ 33 w 34"/>
                      <a:gd name="T47" fmla="*/ 46 h 80"/>
                      <a:gd name="T48" fmla="*/ 34 w 34"/>
                      <a:gd name="T49" fmla="*/ 39 h 80"/>
                      <a:gd name="T50" fmla="*/ 31 w 34"/>
                      <a:gd name="T51" fmla="*/ 21 h 80"/>
                      <a:gd name="T52" fmla="*/ 30 w 34"/>
                      <a:gd name="T53"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 h="80">
                        <a:moveTo>
                          <a:pt x="30" y="1"/>
                        </a:moveTo>
                        <a:lnTo>
                          <a:pt x="26" y="0"/>
                        </a:lnTo>
                        <a:lnTo>
                          <a:pt x="25" y="9"/>
                        </a:lnTo>
                        <a:lnTo>
                          <a:pt x="24" y="12"/>
                        </a:lnTo>
                        <a:lnTo>
                          <a:pt x="18" y="14"/>
                        </a:lnTo>
                        <a:lnTo>
                          <a:pt x="11" y="19"/>
                        </a:lnTo>
                        <a:lnTo>
                          <a:pt x="7" y="21"/>
                        </a:lnTo>
                        <a:lnTo>
                          <a:pt x="3" y="20"/>
                        </a:lnTo>
                        <a:lnTo>
                          <a:pt x="0" y="29"/>
                        </a:lnTo>
                        <a:lnTo>
                          <a:pt x="0" y="40"/>
                        </a:lnTo>
                        <a:lnTo>
                          <a:pt x="3" y="43"/>
                        </a:lnTo>
                        <a:lnTo>
                          <a:pt x="3" y="57"/>
                        </a:lnTo>
                        <a:lnTo>
                          <a:pt x="4" y="62"/>
                        </a:lnTo>
                        <a:lnTo>
                          <a:pt x="9" y="63"/>
                        </a:lnTo>
                        <a:lnTo>
                          <a:pt x="9" y="68"/>
                        </a:lnTo>
                        <a:lnTo>
                          <a:pt x="11" y="72"/>
                        </a:lnTo>
                        <a:lnTo>
                          <a:pt x="15" y="75"/>
                        </a:lnTo>
                        <a:lnTo>
                          <a:pt x="19" y="75"/>
                        </a:lnTo>
                        <a:lnTo>
                          <a:pt x="22" y="80"/>
                        </a:lnTo>
                        <a:lnTo>
                          <a:pt x="22" y="77"/>
                        </a:lnTo>
                        <a:lnTo>
                          <a:pt x="26" y="68"/>
                        </a:lnTo>
                        <a:lnTo>
                          <a:pt x="30" y="59"/>
                        </a:lnTo>
                        <a:lnTo>
                          <a:pt x="31" y="53"/>
                        </a:lnTo>
                        <a:lnTo>
                          <a:pt x="33" y="46"/>
                        </a:lnTo>
                        <a:lnTo>
                          <a:pt x="34" y="39"/>
                        </a:lnTo>
                        <a:lnTo>
                          <a:pt x="31" y="21"/>
                        </a:lnTo>
                        <a:lnTo>
                          <a:pt x="30" y="1"/>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8"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250F8F2E-56BF-B5EE-7790-10ABCCEEE7B6}"/>
                      </a:ext>
                    </a:extLst>
                  </p:cNvPr>
                  <p:cNvSpPr>
                    <a:spLocks/>
                  </p:cNvSpPr>
                  <p:nvPr/>
                </p:nvSpPr>
                <p:spPr bwMode="auto">
                  <a:xfrm rot="120000">
                    <a:off x="1973332" y="4124372"/>
                    <a:ext cx="1169908" cy="1177521"/>
                  </a:xfrm>
                  <a:custGeom>
                    <a:avLst/>
                    <a:gdLst>
                      <a:gd name="T0" fmla="*/ 395 w 461"/>
                      <a:gd name="T1" fmla="*/ 87 h 464"/>
                      <a:gd name="T2" fmla="*/ 358 w 461"/>
                      <a:gd name="T3" fmla="*/ 80 h 464"/>
                      <a:gd name="T4" fmla="*/ 345 w 461"/>
                      <a:gd name="T5" fmla="*/ 55 h 464"/>
                      <a:gd name="T6" fmla="*/ 323 w 461"/>
                      <a:gd name="T7" fmla="*/ 51 h 464"/>
                      <a:gd name="T8" fmla="*/ 293 w 461"/>
                      <a:gd name="T9" fmla="*/ 32 h 464"/>
                      <a:gd name="T10" fmla="*/ 271 w 461"/>
                      <a:gd name="T11" fmla="*/ 0 h 464"/>
                      <a:gd name="T12" fmla="*/ 230 w 461"/>
                      <a:gd name="T13" fmla="*/ 44 h 464"/>
                      <a:gd name="T14" fmla="*/ 192 w 461"/>
                      <a:gd name="T15" fmla="*/ 72 h 464"/>
                      <a:gd name="T16" fmla="*/ 192 w 461"/>
                      <a:gd name="T17" fmla="*/ 92 h 464"/>
                      <a:gd name="T18" fmla="*/ 157 w 461"/>
                      <a:gd name="T19" fmla="*/ 102 h 464"/>
                      <a:gd name="T20" fmla="*/ 127 w 461"/>
                      <a:gd name="T21" fmla="*/ 82 h 464"/>
                      <a:gd name="T22" fmla="*/ 108 w 461"/>
                      <a:gd name="T23" fmla="*/ 98 h 464"/>
                      <a:gd name="T24" fmla="*/ 122 w 461"/>
                      <a:gd name="T25" fmla="*/ 137 h 464"/>
                      <a:gd name="T26" fmla="*/ 101 w 461"/>
                      <a:gd name="T27" fmla="*/ 137 h 464"/>
                      <a:gd name="T28" fmla="*/ 51 w 461"/>
                      <a:gd name="T29" fmla="*/ 129 h 464"/>
                      <a:gd name="T30" fmla="*/ 28 w 461"/>
                      <a:gd name="T31" fmla="*/ 137 h 464"/>
                      <a:gd name="T32" fmla="*/ 13 w 461"/>
                      <a:gd name="T33" fmla="*/ 153 h 464"/>
                      <a:gd name="T34" fmla="*/ 12 w 461"/>
                      <a:gd name="T35" fmla="*/ 164 h 464"/>
                      <a:gd name="T36" fmla="*/ 15 w 461"/>
                      <a:gd name="T37" fmla="*/ 177 h 464"/>
                      <a:gd name="T38" fmla="*/ 50 w 461"/>
                      <a:gd name="T39" fmla="*/ 188 h 464"/>
                      <a:gd name="T40" fmla="*/ 74 w 461"/>
                      <a:gd name="T41" fmla="*/ 197 h 464"/>
                      <a:gd name="T42" fmla="*/ 84 w 461"/>
                      <a:gd name="T43" fmla="*/ 211 h 464"/>
                      <a:gd name="T44" fmla="*/ 98 w 461"/>
                      <a:gd name="T45" fmla="*/ 221 h 464"/>
                      <a:gd name="T46" fmla="*/ 102 w 461"/>
                      <a:gd name="T47" fmla="*/ 241 h 464"/>
                      <a:gd name="T48" fmla="*/ 134 w 461"/>
                      <a:gd name="T49" fmla="*/ 265 h 464"/>
                      <a:gd name="T50" fmla="*/ 134 w 461"/>
                      <a:gd name="T51" fmla="*/ 298 h 464"/>
                      <a:gd name="T52" fmla="*/ 136 w 461"/>
                      <a:gd name="T53" fmla="*/ 304 h 464"/>
                      <a:gd name="T54" fmla="*/ 134 w 461"/>
                      <a:gd name="T55" fmla="*/ 344 h 464"/>
                      <a:gd name="T56" fmla="*/ 123 w 461"/>
                      <a:gd name="T57" fmla="*/ 402 h 464"/>
                      <a:gd name="T58" fmla="*/ 122 w 461"/>
                      <a:gd name="T59" fmla="*/ 428 h 464"/>
                      <a:gd name="T60" fmla="*/ 178 w 461"/>
                      <a:gd name="T61" fmla="*/ 449 h 464"/>
                      <a:gd name="T62" fmla="*/ 211 w 461"/>
                      <a:gd name="T63" fmla="*/ 446 h 464"/>
                      <a:gd name="T64" fmla="*/ 245 w 461"/>
                      <a:gd name="T65" fmla="*/ 464 h 464"/>
                      <a:gd name="T66" fmla="*/ 284 w 461"/>
                      <a:gd name="T67" fmla="*/ 442 h 464"/>
                      <a:gd name="T68" fmla="*/ 307 w 461"/>
                      <a:gd name="T69" fmla="*/ 413 h 464"/>
                      <a:gd name="T70" fmla="*/ 334 w 461"/>
                      <a:gd name="T71" fmla="*/ 409 h 464"/>
                      <a:gd name="T72" fmla="*/ 349 w 461"/>
                      <a:gd name="T73" fmla="*/ 413 h 464"/>
                      <a:gd name="T74" fmla="*/ 368 w 461"/>
                      <a:gd name="T75" fmla="*/ 419 h 464"/>
                      <a:gd name="T76" fmla="*/ 410 w 461"/>
                      <a:gd name="T77" fmla="*/ 420 h 464"/>
                      <a:gd name="T78" fmla="*/ 429 w 461"/>
                      <a:gd name="T79" fmla="*/ 401 h 464"/>
                      <a:gd name="T80" fmla="*/ 445 w 461"/>
                      <a:gd name="T81" fmla="*/ 383 h 464"/>
                      <a:gd name="T82" fmla="*/ 419 w 461"/>
                      <a:gd name="T83" fmla="*/ 357 h 464"/>
                      <a:gd name="T84" fmla="*/ 413 w 461"/>
                      <a:gd name="T85" fmla="*/ 334 h 464"/>
                      <a:gd name="T86" fmla="*/ 424 w 461"/>
                      <a:gd name="T87" fmla="*/ 310 h 464"/>
                      <a:gd name="T88" fmla="*/ 421 w 461"/>
                      <a:gd name="T89" fmla="*/ 278 h 464"/>
                      <a:gd name="T90" fmla="*/ 401 w 461"/>
                      <a:gd name="T91" fmla="*/ 257 h 464"/>
                      <a:gd name="T92" fmla="*/ 390 w 461"/>
                      <a:gd name="T93" fmla="*/ 246 h 464"/>
                      <a:gd name="T94" fmla="*/ 402 w 461"/>
                      <a:gd name="T95" fmla="*/ 229 h 464"/>
                      <a:gd name="T96" fmla="*/ 434 w 461"/>
                      <a:gd name="T97" fmla="*/ 199 h 464"/>
                      <a:gd name="T98" fmla="*/ 441 w 461"/>
                      <a:gd name="T99" fmla="*/ 166 h 464"/>
                      <a:gd name="T100" fmla="*/ 452 w 461"/>
                      <a:gd name="T101" fmla="*/ 11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64">
                        <a:moveTo>
                          <a:pt x="425" y="107"/>
                        </a:moveTo>
                        <a:lnTo>
                          <a:pt x="413" y="106"/>
                        </a:lnTo>
                        <a:lnTo>
                          <a:pt x="408" y="98"/>
                        </a:lnTo>
                        <a:lnTo>
                          <a:pt x="404" y="94"/>
                        </a:lnTo>
                        <a:lnTo>
                          <a:pt x="395" y="87"/>
                        </a:lnTo>
                        <a:lnTo>
                          <a:pt x="388" y="87"/>
                        </a:lnTo>
                        <a:lnTo>
                          <a:pt x="377" y="84"/>
                        </a:lnTo>
                        <a:lnTo>
                          <a:pt x="371" y="85"/>
                        </a:lnTo>
                        <a:lnTo>
                          <a:pt x="363" y="84"/>
                        </a:lnTo>
                        <a:lnTo>
                          <a:pt x="358" y="80"/>
                        </a:lnTo>
                        <a:lnTo>
                          <a:pt x="350" y="75"/>
                        </a:lnTo>
                        <a:lnTo>
                          <a:pt x="352" y="71"/>
                        </a:lnTo>
                        <a:lnTo>
                          <a:pt x="349" y="70"/>
                        </a:lnTo>
                        <a:lnTo>
                          <a:pt x="349" y="55"/>
                        </a:lnTo>
                        <a:lnTo>
                          <a:pt x="345" y="55"/>
                        </a:lnTo>
                        <a:lnTo>
                          <a:pt x="340" y="60"/>
                        </a:lnTo>
                        <a:lnTo>
                          <a:pt x="338" y="64"/>
                        </a:lnTo>
                        <a:lnTo>
                          <a:pt x="331" y="64"/>
                        </a:lnTo>
                        <a:lnTo>
                          <a:pt x="325" y="62"/>
                        </a:lnTo>
                        <a:lnTo>
                          <a:pt x="323" y="51"/>
                        </a:lnTo>
                        <a:lnTo>
                          <a:pt x="322" y="46"/>
                        </a:lnTo>
                        <a:lnTo>
                          <a:pt x="317" y="42"/>
                        </a:lnTo>
                        <a:lnTo>
                          <a:pt x="310" y="39"/>
                        </a:lnTo>
                        <a:lnTo>
                          <a:pt x="300" y="34"/>
                        </a:lnTo>
                        <a:lnTo>
                          <a:pt x="293" y="32"/>
                        </a:lnTo>
                        <a:lnTo>
                          <a:pt x="288" y="19"/>
                        </a:lnTo>
                        <a:lnTo>
                          <a:pt x="280" y="21"/>
                        </a:lnTo>
                        <a:lnTo>
                          <a:pt x="272" y="17"/>
                        </a:lnTo>
                        <a:lnTo>
                          <a:pt x="271" y="11"/>
                        </a:lnTo>
                        <a:lnTo>
                          <a:pt x="271" y="0"/>
                        </a:lnTo>
                        <a:lnTo>
                          <a:pt x="268" y="2"/>
                        </a:lnTo>
                        <a:lnTo>
                          <a:pt x="253" y="4"/>
                        </a:lnTo>
                        <a:lnTo>
                          <a:pt x="236" y="11"/>
                        </a:lnTo>
                        <a:lnTo>
                          <a:pt x="232" y="24"/>
                        </a:lnTo>
                        <a:lnTo>
                          <a:pt x="230" y="44"/>
                        </a:lnTo>
                        <a:lnTo>
                          <a:pt x="232" y="46"/>
                        </a:lnTo>
                        <a:lnTo>
                          <a:pt x="231" y="51"/>
                        </a:lnTo>
                        <a:lnTo>
                          <a:pt x="223" y="59"/>
                        </a:lnTo>
                        <a:lnTo>
                          <a:pt x="214" y="65"/>
                        </a:lnTo>
                        <a:lnTo>
                          <a:pt x="192" y="72"/>
                        </a:lnTo>
                        <a:lnTo>
                          <a:pt x="182" y="79"/>
                        </a:lnTo>
                        <a:lnTo>
                          <a:pt x="178" y="87"/>
                        </a:lnTo>
                        <a:lnTo>
                          <a:pt x="178" y="91"/>
                        </a:lnTo>
                        <a:lnTo>
                          <a:pt x="188" y="91"/>
                        </a:lnTo>
                        <a:lnTo>
                          <a:pt x="192" y="92"/>
                        </a:lnTo>
                        <a:lnTo>
                          <a:pt x="191" y="94"/>
                        </a:lnTo>
                        <a:lnTo>
                          <a:pt x="177" y="96"/>
                        </a:lnTo>
                        <a:lnTo>
                          <a:pt x="170" y="101"/>
                        </a:lnTo>
                        <a:lnTo>
                          <a:pt x="165" y="102"/>
                        </a:lnTo>
                        <a:lnTo>
                          <a:pt x="157" y="102"/>
                        </a:lnTo>
                        <a:lnTo>
                          <a:pt x="148" y="99"/>
                        </a:lnTo>
                        <a:lnTo>
                          <a:pt x="137" y="98"/>
                        </a:lnTo>
                        <a:lnTo>
                          <a:pt x="134" y="98"/>
                        </a:lnTo>
                        <a:lnTo>
                          <a:pt x="126" y="87"/>
                        </a:lnTo>
                        <a:lnTo>
                          <a:pt x="127" y="82"/>
                        </a:lnTo>
                        <a:lnTo>
                          <a:pt x="124" y="81"/>
                        </a:lnTo>
                        <a:lnTo>
                          <a:pt x="111" y="82"/>
                        </a:lnTo>
                        <a:lnTo>
                          <a:pt x="104" y="80"/>
                        </a:lnTo>
                        <a:lnTo>
                          <a:pt x="105" y="93"/>
                        </a:lnTo>
                        <a:lnTo>
                          <a:pt x="108" y="98"/>
                        </a:lnTo>
                        <a:lnTo>
                          <a:pt x="112" y="102"/>
                        </a:lnTo>
                        <a:lnTo>
                          <a:pt x="115" y="117"/>
                        </a:lnTo>
                        <a:lnTo>
                          <a:pt x="115" y="126"/>
                        </a:lnTo>
                        <a:lnTo>
                          <a:pt x="118" y="133"/>
                        </a:lnTo>
                        <a:lnTo>
                          <a:pt x="122" y="137"/>
                        </a:lnTo>
                        <a:lnTo>
                          <a:pt x="119" y="139"/>
                        </a:lnTo>
                        <a:lnTo>
                          <a:pt x="111" y="140"/>
                        </a:lnTo>
                        <a:lnTo>
                          <a:pt x="109" y="137"/>
                        </a:lnTo>
                        <a:lnTo>
                          <a:pt x="107" y="136"/>
                        </a:lnTo>
                        <a:lnTo>
                          <a:pt x="101" y="137"/>
                        </a:lnTo>
                        <a:lnTo>
                          <a:pt x="96" y="139"/>
                        </a:lnTo>
                        <a:lnTo>
                          <a:pt x="90" y="139"/>
                        </a:lnTo>
                        <a:lnTo>
                          <a:pt x="78" y="142"/>
                        </a:lnTo>
                        <a:lnTo>
                          <a:pt x="62" y="128"/>
                        </a:lnTo>
                        <a:lnTo>
                          <a:pt x="51" y="129"/>
                        </a:lnTo>
                        <a:lnTo>
                          <a:pt x="47" y="128"/>
                        </a:lnTo>
                        <a:lnTo>
                          <a:pt x="44" y="130"/>
                        </a:lnTo>
                        <a:lnTo>
                          <a:pt x="43" y="133"/>
                        </a:lnTo>
                        <a:lnTo>
                          <a:pt x="33" y="137"/>
                        </a:lnTo>
                        <a:lnTo>
                          <a:pt x="28" y="137"/>
                        </a:lnTo>
                        <a:lnTo>
                          <a:pt x="17" y="139"/>
                        </a:lnTo>
                        <a:lnTo>
                          <a:pt x="2" y="145"/>
                        </a:lnTo>
                        <a:lnTo>
                          <a:pt x="0" y="152"/>
                        </a:lnTo>
                        <a:lnTo>
                          <a:pt x="0" y="155"/>
                        </a:lnTo>
                        <a:lnTo>
                          <a:pt x="13" y="153"/>
                        </a:lnTo>
                        <a:lnTo>
                          <a:pt x="12" y="156"/>
                        </a:lnTo>
                        <a:lnTo>
                          <a:pt x="9" y="157"/>
                        </a:lnTo>
                        <a:lnTo>
                          <a:pt x="6" y="161"/>
                        </a:lnTo>
                        <a:lnTo>
                          <a:pt x="7" y="164"/>
                        </a:lnTo>
                        <a:lnTo>
                          <a:pt x="12" y="164"/>
                        </a:lnTo>
                        <a:lnTo>
                          <a:pt x="19" y="163"/>
                        </a:lnTo>
                        <a:lnTo>
                          <a:pt x="17" y="168"/>
                        </a:lnTo>
                        <a:lnTo>
                          <a:pt x="3" y="171"/>
                        </a:lnTo>
                        <a:lnTo>
                          <a:pt x="7" y="174"/>
                        </a:lnTo>
                        <a:lnTo>
                          <a:pt x="15" y="177"/>
                        </a:lnTo>
                        <a:lnTo>
                          <a:pt x="15" y="184"/>
                        </a:lnTo>
                        <a:lnTo>
                          <a:pt x="23" y="185"/>
                        </a:lnTo>
                        <a:lnTo>
                          <a:pt x="23" y="182"/>
                        </a:lnTo>
                        <a:lnTo>
                          <a:pt x="29" y="180"/>
                        </a:lnTo>
                        <a:lnTo>
                          <a:pt x="50" y="188"/>
                        </a:lnTo>
                        <a:lnTo>
                          <a:pt x="55" y="193"/>
                        </a:lnTo>
                        <a:lnTo>
                          <a:pt x="57" y="197"/>
                        </a:lnTo>
                        <a:lnTo>
                          <a:pt x="60" y="198"/>
                        </a:lnTo>
                        <a:lnTo>
                          <a:pt x="69" y="195"/>
                        </a:lnTo>
                        <a:lnTo>
                          <a:pt x="74" y="197"/>
                        </a:lnTo>
                        <a:lnTo>
                          <a:pt x="70" y="199"/>
                        </a:lnTo>
                        <a:lnTo>
                          <a:pt x="78" y="201"/>
                        </a:lnTo>
                        <a:lnTo>
                          <a:pt x="82" y="199"/>
                        </a:lnTo>
                        <a:lnTo>
                          <a:pt x="85" y="200"/>
                        </a:lnTo>
                        <a:lnTo>
                          <a:pt x="84" y="211"/>
                        </a:lnTo>
                        <a:lnTo>
                          <a:pt x="92" y="213"/>
                        </a:lnTo>
                        <a:lnTo>
                          <a:pt x="102" y="211"/>
                        </a:lnTo>
                        <a:lnTo>
                          <a:pt x="109" y="213"/>
                        </a:lnTo>
                        <a:lnTo>
                          <a:pt x="98" y="218"/>
                        </a:lnTo>
                        <a:lnTo>
                          <a:pt x="98" y="221"/>
                        </a:lnTo>
                        <a:lnTo>
                          <a:pt x="102" y="226"/>
                        </a:lnTo>
                        <a:lnTo>
                          <a:pt x="100" y="231"/>
                        </a:lnTo>
                        <a:lnTo>
                          <a:pt x="96" y="228"/>
                        </a:lnTo>
                        <a:lnTo>
                          <a:pt x="96" y="233"/>
                        </a:lnTo>
                        <a:lnTo>
                          <a:pt x="102" y="241"/>
                        </a:lnTo>
                        <a:lnTo>
                          <a:pt x="107" y="247"/>
                        </a:lnTo>
                        <a:lnTo>
                          <a:pt x="109" y="253"/>
                        </a:lnTo>
                        <a:lnTo>
                          <a:pt x="116" y="258"/>
                        </a:lnTo>
                        <a:lnTo>
                          <a:pt x="125" y="263"/>
                        </a:lnTo>
                        <a:lnTo>
                          <a:pt x="134" y="265"/>
                        </a:lnTo>
                        <a:lnTo>
                          <a:pt x="133" y="270"/>
                        </a:lnTo>
                        <a:lnTo>
                          <a:pt x="135" y="276"/>
                        </a:lnTo>
                        <a:lnTo>
                          <a:pt x="135" y="285"/>
                        </a:lnTo>
                        <a:lnTo>
                          <a:pt x="132" y="291"/>
                        </a:lnTo>
                        <a:lnTo>
                          <a:pt x="134" y="298"/>
                        </a:lnTo>
                        <a:lnTo>
                          <a:pt x="141" y="302"/>
                        </a:lnTo>
                        <a:lnTo>
                          <a:pt x="146" y="310"/>
                        </a:lnTo>
                        <a:lnTo>
                          <a:pt x="148" y="318"/>
                        </a:lnTo>
                        <a:lnTo>
                          <a:pt x="146" y="315"/>
                        </a:lnTo>
                        <a:lnTo>
                          <a:pt x="136" y="304"/>
                        </a:lnTo>
                        <a:lnTo>
                          <a:pt x="135" y="310"/>
                        </a:lnTo>
                        <a:lnTo>
                          <a:pt x="134" y="321"/>
                        </a:lnTo>
                        <a:lnTo>
                          <a:pt x="132" y="343"/>
                        </a:lnTo>
                        <a:lnTo>
                          <a:pt x="131" y="349"/>
                        </a:lnTo>
                        <a:lnTo>
                          <a:pt x="134" y="344"/>
                        </a:lnTo>
                        <a:lnTo>
                          <a:pt x="136" y="348"/>
                        </a:lnTo>
                        <a:lnTo>
                          <a:pt x="135" y="350"/>
                        </a:lnTo>
                        <a:lnTo>
                          <a:pt x="131" y="355"/>
                        </a:lnTo>
                        <a:lnTo>
                          <a:pt x="131" y="362"/>
                        </a:lnTo>
                        <a:lnTo>
                          <a:pt x="123" y="402"/>
                        </a:lnTo>
                        <a:lnTo>
                          <a:pt x="120" y="409"/>
                        </a:lnTo>
                        <a:lnTo>
                          <a:pt x="113" y="414"/>
                        </a:lnTo>
                        <a:lnTo>
                          <a:pt x="107" y="413"/>
                        </a:lnTo>
                        <a:lnTo>
                          <a:pt x="108" y="416"/>
                        </a:lnTo>
                        <a:lnTo>
                          <a:pt x="122" y="428"/>
                        </a:lnTo>
                        <a:lnTo>
                          <a:pt x="129" y="431"/>
                        </a:lnTo>
                        <a:lnTo>
                          <a:pt x="135" y="432"/>
                        </a:lnTo>
                        <a:lnTo>
                          <a:pt x="143" y="437"/>
                        </a:lnTo>
                        <a:lnTo>
                          <a:pt x="147" y="441"/>
                        </a:lnTo>
                        <a:lnTo>
                          <a:pt x="178" y="449"/>
                        </a:lnTo>
                        <a:lnTo>
                          <a:pt x="188" y="450"/>
                        </a:lnTo>
                        <a:lnTo>
                          <a:pt x="192" y="449"/>
                        </a:lnTo>
                        <a:lnTo>
                          <a:pt x="199" y="444"/>
                        </a:lnTo>
                        <a:lnTo>
                          <a:pt x="205" y="443"/>
                        </a:lnTo>
                        <a:lnTo>
                          <a:pt x="211" y="446"/>
                        </a:lnTo>
                        <a:lnTo>
                          <a:pt x="220" y="452"/>
                        </a:lnTo>
                        <a:lnTo>
                          <a:pt x="230" y="453"/>
                        </a:lnTo>
                        <a:lnTo>
                          <a:pt x="233" y="456"/>
                        </a:lnTo>
                        <a:lnTo>
                          <a:pt x="239" y="462"/>
                        </a:lnTo>
                        <a:lnTo>
                          <a:pt x="245" y="464"/>
                        </a:lnTo>
                        <a:lnTo>
                          <a:pt x="264" y="462"/>
                        </a:lnTo>
                        <a:lnTo>
                          <a:pt x="272" y="461"/>
                        </a:lnTo>
                        <a:lnTo>
                          <a:pt x="281" y="461"/>
                        </a:lnTo>
                        <a:lnTo>
                          <a:pt x="287" y="461"/>
                        </a:lnTo>
                        <a:lnTo>
                          <a:pt x="284" y="442"/>
                        </a:lnTo>
                        <a:lnTo>
                          <a:pt x="282" y="439"/>
                        </a:lnTo>
                        <a:lnTo>
                          <a:pt x="283" y="429"/>
                        </a:lnTo>
                        <a:lnTo>
                          <a:pt x="288" y="423"/>
                        </a:lnTo>
                        <a:lnTo>
                          <a:pt x="301" y="417"/>
                        </a:lnTo>
                        <a:lnTo>
                          <a:pt x="307" y="413"/>
                        </a:lnTo>
                        <a:lnTo>
                          <a:pt x="311" y="408"/>
                        </a:lnTo>
                        <a:lnTo>
                          <a:pt x="317" y="405"/>
                        </a:lnTo>
                        <a:lnTo>
                          <a:pt x="321" y="405"/>
                        </a:lnTo>
                        <a:lnTo>
                          <a:pt x="323" y="407"/>
                        </a:lnTo>
                        <a:lnTo>
                          <a:pt x="334" y="409"/>
                        </a:lnTo>
                        <a:lnTo>
                          <a:pt x="335" y="410"/>
                        </a:lnTo>
                        <a:lnTo>
                          <a:pt x="337" y="413"/>
                        </a:lnTo>
                        <a:lnTo>
                          <a:pt x="340" y="413"/>
                        </a:lnTo>
                        <a:lnTo>
                          <a:pt x="348" y="415"/>
                        </a:lnTo>
                        <a:lnTo>
                          <a:pt x="349" y="413"/>
                        </a:lnTo>
                        <a:lnTo>
                          <a:pt x="356" y="413"/>
                        </a:lnTo>
                        <a:lnTo>
                          <a:pt x="358" y="414"/>
                        </a:lnTo>
                        <a:lnTo>
                          <a:pt x="362" y="414"/>
                        </a:lnTo>
                        <a:lnTo>
                          <a:pt x="367" y="416"/>
                        </a:lnTo>
                        <a:lnTo>
                          <a:pt x="368" y="419"/>
                        </a:lnTo>
                        <a:lnTo>
                          <a:pt x="370" y="420"/>
                        </a:lnTo>
                        <a:lnTo>
                          <a:pt x="378" y="420"/>
                        </a:lnTo>
                        <a:lnTo>
                          <a:pt x="383" y="426"/>
                        </a:lnTo>
                        <a:lnTo>
                          <a:pt x="394" y="427"/>
                        </a:lnTo>
                        <a:lnTo>
                          <a:pt x="410" y="420"/>
                        </a:lnTo>
                        <a:lnTo>
                          <a:pt x="412" y="418"/>
                        </a:lnTo>
                        <a:lnTo>
                          <a:pt x="412" y="414"/>
                        </a:lnTo>
                        <a:lnTo>
                          <a:pt x="417" y="409"/>
                        </a:lnTo>
                        <a:lnTo>
                          <a:pt x="425" y="403"/>
                        </a:lnTo>
                        <a:lnTo>
                          <a:pt x="429" y="401"/>
                        </a:lnTo>
                        <a:lnTo>
                          <a:pt x="430" y="397"/>
                        </a:lnTo>
                        <a:lnTo>
                          <a:pt x="442" y="391"/>
                        </a:lnTo>
                        <a:lnTo>
                          <a:pt x="444" y="390"/>
                        </a:lnTo>
                        <a:lnTo>
                          <a:pt x="442" y="387"/>
                        </a:lnTo>
                        <a:lnTo>
                          <a:pt x="445" y="383"/>
                        </a:lnTo>
                        <a:lnTo>
                          <a:pt x="445" y="378"/>
                        </a:lnTo>
                        <a:lnTo>
                          <a:pt x="442" y="372"/>
                        </a:lnTo>
                        <a:lnTo>
                          <a:pt x="426" y="370"/>
                        </a:lnTo>
                        <a:lnTo>
                          <a:pt x="422" y="364"/>
                        </a:lnTo>
                        <a:lnTo>
                          <a:pt x="419" y="357"/>
                        </a:lnTo>
                        <a:lnTo>
                          <a:pt x="419" y="350"/>
                        </a:lnTo>
                        <a:lnTo>
                          <a:pt x="421" y="344"/>
                        </a:lnTo>
                        <a:lnTo>
                          <a:pt x="421" y="338"/>
                        </a:lnTo>
                        <a:lnTo>
                          <a:pt x="415" y="336"/>
                        </a:lnTo>
                        <a:lnTo>
                          <a:pt x="413" y="334"/>
                        </a:lnTo>
                        <a:lnTo>
                          <a:pt x="413" y="331"/>
                        </a:lnTo>
                        <a:lnTo>
                          <a:pt x="414" y="325"/>
                        </a:lnTo>
                        <a:lnTo>
                          <a:pt x="417" y="321"/>
                        </a:lnTo>
                        <a:lnTo>
                          <a:pt x="425" y="315"/>
                        </a:lnTo>
                        <a:lnTo>
                          <a:pt x="424" y="310"/>
                        </a:lnTo>
                        <a:lnTo>
                          <a:pt x="416" y="292"/>
                        </a:lnTo>
                        <a:lnTo>
                          <a:pt x="415" y="289"/>
                        </a:lnTo>
                        <a:lnTo>
                          <a:pt x="416" y="286"/>
                        </a:lnTo>
                        <a:lnTo>
                          <a:pt x="423" y="285"/>
                        </a:lnTo>
                        <a:lnTo>
                          <a:pt x="421" y="278"/>
                        </a:lnTo>
                        <a:lnTo>
                          <a:pt x="416" y="277"/>
                        </a:lnTo>
                        <a:lnTo>
                          <a:pt x="414" y="269"/>
                        </a:lnTo>
                        <a:lnTo>
                          <a:pt x="414" y="258"/>
                        </a:lnTo>
                        <a:lnTo>
                          <a:pt x="412" y="257"/>
                        </a:lnTo>
                        <a:lnTo>
                          <a:pt x="401" y="257"/>
                        </a:lnTo>
                        <a:lnTo>
                          <a:pt x="393" y="268"/>
                        </a:lnTo>
                        <a:lnTo>
                          <a:pt x="389" y="271"/>
                        </a:lnTo>
                        <a:lnTo>
                          <a:pt x="387" y="269"/>
                        </a:lnTo>
                        <a:lnTo>
                          <a:pt x="388" y="255"/>
                        </a:lnTo>
                        <a:lnTo>
                          <a:pt x="390" y="246"/>
                        </a:lnTo>
                        <a:lnTo>
                          <a:pt x="392" y="244"/>
                        </a:lnTo>
                        <a:lnTo>
                          <a:pt x="395" y="240"/>
                        </a:lnTo>
                        <a:lnTo>
                          <a:pt x="400" y="237"/>
                        </a:lnTo>
                        <a:lnTo>
                          <a:pt x="401" y="235"/>
                        </a:lnTo>
                        <a:lnTo>
                          <a:pt x="402" y="229"/>
                        </a:lnTo>
                        <a:lnTo>
                          <a:pt x="406" y="222"/>
                        </a:lnTo>
                        <a:lnTo>
                          <a:pt x="422" y="206"/>
                        </a:lnTo>
                        <a:lnTo>
                          <a:pt x="419" y="202"/>
                        </a:lnTo>
                        <a:lnTo>
                          <a:pt x="422" y="198"/>
                        </a:lnTo>
                        <a:lnTo>
                          <a:pt x="434" y="199"/>
                        </a:lnTo>
                        <a:lnTo>
                          <a:pt x="438" y="197"/>
                        </a:lnTo>
                        <a:lnTo>
                          <a:pt x="442" y="193"/>
                        </a:lnTo>
                        <a:lnTo>
                          <a:pt x="441" y="190"/>
                        </a:lnTo>
                        <a:lnTo>
                          <a:pt x="440" y="185"/>
                        </a:lnTo>
                        <a:lnTo>
                          <a:pt x="441" y="166"/>
                        </a:lnTo>
                        <a:lnTo>
                          <a:pt x="446" y="150"/>
                        </a:lnTo>
                        <a:lnTo>
                          <a:pt x="448" y="142"/>
                        </a:lnTo>
                        <a:lnTo>
                          <a:pt x="459" y="127"/>
                        </a:lnTo>
                        <a:lnTo>
                          <a:pt x="461" y="119"/>
                        </a:lnTo>
                        <a:lnTo>
                          <a:pt x="452" y="115"/>
                        </a:lnTo>
                        <a:lnTo>
                          <a:pt x="425" y="107"/>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2" name="Norway" descr="{&quot;Key&quot;:&quot;norway&quot;,&quot;Name&quot;:&quot;Norway&quot;,&quot;Value&quot;:29.0,&quot;Formula&quot;:&quot;29&quot;,&quot;Text&quot;:&quot;29&quot;,&quot;OfficeApplication&quot;:2,&quot;HasValue&quot;:true}">
                  <a:extLst>
                    <a:ext uri="{FF2B5EF4-FFF2-40B4-BE49-F238E27FC236}">
                      <a16:creationId xmlns:a16="http://schemas.microsoft.com/office/drawing/2014/main" id="{2E6F7BD3-8615-E011-15BD-FB17D76F5B13}"/>
                    </a:ext>
                  </a:extLst>
                </p:cNvPr>
                <p:cNvSpPr>
                  <a:spLocks/>
                </p:cNvSpPr>
                <p:nvPr/>
              </p:nvSpPr>
              <p:spPr bwMode="auto">
                <a:xfrm rot="21240000">
                  <a:off x="2949870" y="1537062"/>
                  <a:ext cx="1489086" cy="1623023"/>
                </a:xfrm>
                <a:custGeom>
                  <a:avLst/>
                  <a:gdLst>
                    <a:gd name="T0" fmla="*/ 903 w 945"/>
                    <a:gd name="T1" fmla="*/ 44 h 1030"/>
                    <a:gd name="T2" fmla="*/ 863 w 945"/>
                    <a:gd name="T3" fmla="*/ 2 h 1030"/>
                    <a:gd name="T4" fmla="*/ 664 w 945"/>
                    <a:gd name="T5" fmla="*/ 25 h 1030"/>
                    <a:gd name="T6" fmla="*/ 627 w 945"/>
                    <a:gd name="T7" fmla="*/ 2 h 1030"/>
                    <a:gd name="T8" fmla="*/ 619 w 945"/>
                    <a:gd name="T9" fmla="*/ 52 h 1030"/>
                    <a:gd name="T10" fmla="*/ 573 w 945"/>
                    <a:gd name="T11" fmla="*/ 38 h 1030"/>
                    <a:gd name="T12" fmla="*/ 550 w 945"/>
                    <a:gd name="T13" fmla="*/ 32 h 1030"/>
                    <a:gd name="T14" fmla="*/ 527 w 945"/>
                    <a:gd name="T15" fmla="*/ 102 h 1030"/>
                    <a:gd name="T16" fmla="*/ 483 w 945"/>
                    <a:gd name="T17" fmla="*/ 91 h 1030"/>
                    <a:gd name="T18" fmla="*/ 465 w 945"/>
                    <a:gd name="T19" fmla="*/ 133 h 1030"/>
                    <a:gd name="T20" fmla="*/ 425 w 945"/>
                    <a:gd name="T21" fmla="*/ 167 h 1030"/>
                    <a:gd name="T22" fmla="*/ 438 w 945"/>
                    <a:gd name="T23" fmla="*/ 188 h 1030"/>
                    <a:gd name="T24" fmla="*/ 405 w 945"/>
                    <a:gd name="T25" fmla="*/ 232 h 1030"/>
                    <a:gd name="T26" fmla="*/ 382 w 945"/>
                    <a:gd name="T27" fmla="*/ 247 h 1030"/>
                    <a:gd name="T28" fmla="*/ 364 w 945"/>
                    <a:gd name="T29" fmla="*/ 264 h 1030"/>
                    <a:gd name="T30" fmla="*/ 322 w 945"/>
                    <a:gd name="T31" fmla="*/ 319 h 1030"/>
                    <a:gd name="T32" fmla="*/ 298 w 945"/>
                    <a:gd name="T33" fmla="*/ 363 h 1030"/>
                    <a:gd name="T34" fmla="*/ 280 w 945"/>
                    <a:gd name="T35" fmla="*/ 413 h 1030"/>
                    <a:gd name="T36" fmla="*/ 273 w 945"/>
                    <a:gd name="T37" fmla="*/ 440 h 1030"/>
                    <a:gd name="T38" fmla="*/ 268 w 945"/>
                    <a:gd name="T39" fmla="*/ 465 h 1030"/>
                    <a:gd name="T40" fmla="*/ 231 w 945"/>
                    <a:gd name="T41" fmla="*/ 515 h 1030"/>
                    <a:gd name="T42" fmla="*/ 202 w 945"/>
                    <a:gd name="T43" fmla="*/ 549 h 1030"/>
                    <a:gd name="T44" fmla="*/ 213 w 945"/>
                    <a:gd name="T45" fmla="*/ 600 h 1030"/>
                    <a:gd name="T46" fmla="*/ 188 w 945"/>
                    <a:gd name="T47" fmla="*/ 625 h 1030"/>
                    <a:gd name="T48" fmla="*/ 162 w 945"/>
                    <a:gd name="T49" fmla="*/ 629 h 1030"/>
                    <a:gd name="T50" fmla="*/ 116 w 945"/>
                    <a:gd name="T51" fmla="*/ 639 h 1030"/>
                    <a:gd name="T52" fmla="*/ 78 w 945"/>
                    <a:gd name="T53" fmla="*/ 678 h 1030"/>
                    <a:gd name="T54" fmla="*/ 54 w 945"/>
                    <a:gd name="T55" fmla="*/ 695 h 1030"/>
                    <a:gd name="T56" fmla="*/ 50 w 945"/>
                    <a:gd name="T57" fmla="*/ 713 h 1030"/>
                    <a:gd name="T58" fmla="*/ 6 w 945"/>
                    <a:gd name="T59" fmla="*/ 731 h 1030"/>
                    <a:gd name="T60" fmla="*/ 24 w 945"/>
                    <a:gd name="T61" fmla="*/ 755 h 1030"/>
                    <a:gd name="T62" fmla="*/ 5 w 945"/>
                    <a:gd name="T63" fmla="*/ 792 h 1030"/>
                    <a:gd name="T64" fmla="*/ 58 w 945"/>
                    <a:gd name="T65" fmla="*/ 803 h 1030"/>
                    <a:gd name="T66" fmla="*/ 97 w 945"/>
                    <a:gd name="T67" fmla="*/ 798 h 1030"/>
                    <a:gd name="T68" fmla="*/ 26 w 945"/>
                    <a:gd name="T69" fmla="*/ 811 h 1030"/>
                    <a:gd name="T70" fmla="*/ 7 w 945"/>
                    <a:gd name="T71" fmla="*/ 847 h 1030"/>
                    <a:gd name="T72" fmla="*/ 21 w 945"/>
                    <a:gd name="T73" fmla="*/ 870 h 1030"/>
                    <a:gd name="T74" fmla="*/ 55 w 945"/>
                    <a:gd name="T75" fmla="*/ 845 h 1030"/>
                    <a:gd name="T76" fmla="*/ 47 w 945"/>
                    <a:gd name="T77" fmla="*/ 880 h 1030"/>
                    <a:gd name="T78" fmla="*/ 12 w 945"/>
                    <a:gd name="T79" fmla="*/ 923 h 1030"/>
                    <a:gd name="T80" fmla="*/ 45 w 945"/>
                    <a:gd name="T81" fmla="*/ 924 h 1030"/>
                    <a:gd name="T82" fmla="*/ 22 w 945"/>
                    <a:gd name="T83" fmla="*/ 962 h 1030"/>
                    <a:gd name="T84" fmla="*/ 78 w 945"/>
                    <a:gd name="T85" fmla="*/ 1026 h 1030"/>
                    <a:gd name="T86" fmla="*/ 165 w 945"/>
                    <a:gd name="T87" fmla="*/ 956 h 1030"/>
                    <a:gd name="T88" fmla="*/ 192 w 945"/>
                    <a:gd name="T89" fmla="*/ 914 h 1030"/>
                    <a:gd name="T90" fmla="*/ 201 w 945"/>
                    <a:gd name="T91" fmla="*/ 912 h 1030"/>
                    <a:gd name="T92" fmla="*/ 242 w 945"/>
                    <a:gd name="T93" fmla="*/ 940 h 1030"/>
                    <a:gd name="T94" fmla="*/ 270 w 945"/>
                    <a:gd name="T95" fmla="*/ 810 h 1030"/>
                    <a:gd name="T96" fmla="*/ 259 w 945"/>
                    <a:gd name="T97" fmla="*/ 669 h 1030"/>
                    <a:gd name="T98" fmla="*/ 331 w 945"/>
                    <a:gd name="T99" fmla="*/ 570 h 1030"/>
                    <a:gd name="T100" fmla="*/ 360 w 945"/>
                    <a:gd name="T101" fmla="*/ 399 h 1030"/>
                    <a:gd name="T102" fmla="*/ 417 w 945"/>
                    <a:gd name="T103" fmla="*/ 262 h 1030"/>
                    <a:gd name="T104" fmla="*/ 478 w 945"/>
                    <a:gd name="T105" fmla="*/ 180 h 1030"/>
                    <a:gd name="T106" fmla="*/ 554 w 945"/>
                    <a:gd name="T107" fmla="*/ 136 h 1030"/>
                    <a:gd name="T108" fmla="*/ 602 w 945"/>
                    <a:gd name="T109" fmla="*/ 94 h 1030"/>
                    <a:gd name="T110" fmla="*/ 714 w 945"/>
                    <a:gd name="T111" fmla="*/ 157 h 1030"/>
                    <a:gd name="T112" fmla="*/ 824 w 945"/>
                    <a:gd name="T113" fmla="*/ 17 h 1030"/>
                    <a:gd name="T114" fmla="*/ 880 w 945"/>
                    <a:gd name="T115" fmla="*/ 117 h 1030"/>
                    <a:gd name="T116" fmla="*/ 943 w 945"/>
                    <a:gd name="T117" fmla="*/ 45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45" h="1030">
                      <a:moveTo>
                        <a:pt x="928" y="42"/>
                      </a:moveTo>
                      <a:lnTo>
                        <a:pt x="927" y="56"/>
                      </a:lnTo>
                      <a:lnTo>
                        <a:pt x="923" y="56"/>
                      </a:lnTo>
                      <a:lnTo>
                        <a:pt x="923" y="54"/>
                      </a:lnTo>
                      <a:lnTo>
                        <a:pt x="917" y="52"/>
                      </a:lnTo>
                      <a:lnTo>
                        <a:pt x="915" y="48"/>
                      </a:lnTo>
                      <a:lnTo>
                        <a:pt x="915" y="56"/>
                      </a:lnTo>
                      <a:lnTo>
                        <a:pt x="914" y="57"/>
                      </a:lnTo>
                      <a:lnTo>
                        <a:pt x="910" y="51"/>
                      </a:lnTo>
                      <a:lnTo>
                        <a:pt x="902" y="52"/>
                      </a:lnTo>
                      <a:lnTo>
                        <a:pt x="895" y="56"/>
                      </a:lnTo>
                      <a:lnTo>
                        <a:pt x="897" y="49"/>
                      </a:lnTo>
                      <a:lnTo>
                        <a:pt x="903" y="44"/>
                      </a:lnTo>
                      <a:lnTo>
                        <a:pt x="907" y="43"/>
                      </a:lnTo>
                      <a:lnTo>
                        <a:pt x="909" y="39"/>
                      </a:lnTo>
                      <a:lnTo>
                        <a:pt x="908" y="35"/>
                      </a:lnTo>
                      <a:lnTo>
                        <a:pt x="905" y="31"/>
                      </a:lnTo>
                      <a:lnTo>
                        <a:pt x="891" y="32"/>
                      </a:lnTo>
                      <a:lnTo>
                        <a:pt x="894" y="28"/>
                      </a:lnTo>
                      <a:lnTo>
                        <a:pt x="889" y="25"/>
                      </a:lnTo>
                      <a:lnTo>
                        <a:pt x="881" y="20"/>
                      </a:lnTo>
                      <a:lnTo>
                        <a:pt x="874" y="12"/>
                      </a:lnTo>
                      <a:lnTo>
                        <a:pt x="864" y="10"/>
                      </a:lnTo>
                      <a:lnTo>
                        <a:pt x="862" y="7"/>
                      </a:lnTo>
                      <a:lnTo>
                        <a:pt x="863" y="4"/>
                      </a:lnTo>
                      <a:lnTo>
                        <a:pt x="863" y="2"/>
                      </a:lnTo>
                      <a:lnTo>
                        <a:pt x="878" y="7"/>
                      </a:lnTo>
                      <a:lnTo>
                        <a:pt x="911" y="12"/>
                      </a:lnTo>
                      <a:lnTo>
                        <a:pt x="926" y="0"/>
                      </a:lnTo>
                      <a:lnTo>
                        <a:pt x="740" y="0"/>
                      </a:lnTo>
                      <a:lnTo>
                        <a:pt x="731" y="14"/>
                      </a:lnTo>
                      <a:lnTo>
                        <a:pt x="726" y="17"/>
                      </a:lnTo>
                      <a:lnTo>
                        <a:pt x="726" y="8"/>
                      </a:lnTo>
                      <a:lnTo>
                        <a:pt x="726" y="0"/>
                      </a:lnTo>
                      <a:lnTo>
                        <a:pt x="665" y="0"/>
                      </a:lnTo>
                      <a:lnTo>
                        <a:pt x="665" y="3"/>
                      </a:lnTo>
                      <a:lnTo>
                        <a:pt x="667" y="7"/>
                      </a:lnTo>
                      <a:lnTo>
                        <a:pt x="665" y="15"/>
                      </a:lnTo>
                      <a:lnTo>
                        <a:pt x="664" y="25"/>
                      </a:lnTo>
                      <a:lnTo>
                        <a:pt x="659" y="25"/>
                      </a:lnTo>
                      <a:lnTo>
                        <a:pt x="656" y="21"/>
                      </a:lnTo>
                      <a:lnTo>
                        <a:pt x="656" y="15"/>
                      </a:lnTo>
                      <a:lnTo>
                        <a:pt x="659" y="12"/>
                      </a:lnTo>
                      <a:lnTo>
                        <a:pt x="650" y="10"/>
                      </a:lnTo>
                      <a:lnTo>
                        <a:pt x="655" y="3"/>
                      </a:lnTo>
                      <a:lnTo>
                        <a:pt x="653" y="2"/>
                      </a:lnTo>
                      <a:lnTo>
                        <a:pt x="646" y="0"/>
                      </a:lnTo>
                      <a:lnTo>
                        <a:pt x="634" y="0"/>
                      </a:lnTo>
                      <a:lnTo>
                        <a:pt x="636" y="7"/>
                      </a:lnTo>
                      <a:lnTo>
                        <a:pt x="633" y="8"/>
                      </a:lnTo>
                      <a:lnTo>
                        <a:pt x="627" y="7"/>
                      </a:lnTo>
                      <a:lnTo>
                        <a:pt x="627" y="2"/>
                      </a:lnTo>
                      <a:lnTo>
                        <a:pt x="627" y="0"/>
                      </a:lnTo>
                      <a:lnTo>
                        <a:pt x="613" y="0"/>
                      </a:lnTo>
                      <a:lnTo>
                        <a:pt x="612" y="6"/>
                      </a:lnTo>
                      <a:lnTo>
                        <a:pt x="610" y="0"/>
                      </a:lnTo>
                      <a:lnTo>
                        <a:pt x="603" y="0"/>
                      </a:lnTo>
                      <a:lnTo>
                        <a:pt x="603" y="7"/>
                      </a:lnTo>
                      <a:lnTo>
                        <a:pt x="614" y="14"/>
                      </a:lnTo>
                      <a:lnTo>
                        <a:pt x="618" y="14"/>
                      </a:lnTo>
                      <a:lnTo>
                        <a:pt x="618" y="21"/>
                      </a:lnTo>
                      <a:lnTo>
                        <a:pt x="617" y="28"/>
                      </a:lnTo>
                      <a:lnTo>
                        <a:pt x="617" y="34"/>
                      </a:lnTo>
                      <a:lnTo>
                        <a:pt x="619" y="42"/>
                      </a:lnTo>
                      <a:lnTo>
                        <a:pt x="619" y="52"/>
                      </a:lnTo>
                      <a:lnTo>
                        <a:pt x="615" y="48"/>
                      </a:lnTo>
                      <a:lnTo>
                        <a:pt x="603" y="29"/>
                      </a:lnTo>
                      <a:lnTo>
                        <a:pt x="593" y="19"/>
                      </a:lnTo>
                      <a:lnTo>
                        <a:pt x="595" y="32"/>
                      </a:lnTo>
                      <a:lnTo>
                        <a:pt x="591" y="31"/>
                      </a:lnTo>
                      <a:lnTo>
                        <a:pt x="590" y="39"/>
                      </a:lnTo>
                      <a:lnTo>
                        <a:pt x="586" y="38"/>
                      </a:lnTo>
                      <a:lnTo>
                        <a:pt x="583" y="43"/>
                      </a:lnTo>
                      <a:lnTo>
                        <a:pt x="581" y="41"/>
                      </a:lnTo>
                      <a:lnTo>
                        <a:pt x="581" y="37"/>
                      </a:lnTo>
                      <a:lnTo>
                        <a:pt x="583" y="29"/>
                      </a:lnTo>
                      <a:lnTo>
                        <a:pt x="578" y="32"/>
                      </a:lnTo>
                      <a:lnTo>
                        <a:pt x="573" y="38"/>
                      </a:lnTo>
                      <a:lnTo>
                        <a:pt x="571" y="46"/>
                      </a:lnTo>
                      <a:lnTo>
                        <a:pt x="567" y="48"/>
                      </a:lnTo>
                      <a:lnTo>
                        <a:pt x="569" y="58"/>
                      </a:lnTo>
                      <a:lnTo>
                        <a:pt x="570" y="63"/>
                      </a:lnTo>
                      <a:lnTo>
                        <a:pt x="559" y="72"/>
                      </a:lnTo>
                      <a:lnTo>
                        <a:pt x="555" y="85"/>
                      </a:lnTo>
                      <a:lnTo>
                        <a:pt x="549" y="91"/>
                      </a:lnTo>
                      <a:lnTo>
                        <a:pt x="557" y="77"/>
                      </a:lnTo>
                      <a:lnTo>
                        <a:pt x="558" y="69"/>
                      </a:lnTo>
                      <a:lnTo>
                        <a:pt x="558" y="54"/>
                      </a:lnTo>
                      <a:lnTo>
                        <a:pt x="559" y="42"/>
                      </a:lnTo>
                      <a:lnTo>
                        <a:pt x="558" y="29"/>
                      </a:lnTo>
                      <a:lnTo>
                        <a:pt x="550" y="32"/>
                      </a:lnTo>
                      <a:lnTo>
                        <a:pt x="546" y="41"/>
                      </a:lnTo>
                      <a:lnTo>
                        <a:pt x="540" y="50"/>
                      </a:lnTo>
                      <a:lnTo>
                        <a:pt x="537" y="66"/>
                      </a:lnTo>
                      <a:lnTo>
                        <a:pt x="534" y="79"/>
                      </a:lnTo>
                      <a:lnTo>
                        <a:pt x="534" y="44"/>
                      </a:lnTo>
                      <a:lnTo>
                        <a:pt x="516" y="46"/>
                      </a:lnTo>
                      <a:lnTo>
                        <a:pt x="511" y="58"/>
                      </a:lnTo>
                      <a:lnTo>
                        <a:pt x="510" y="62"/>
                      </a:lnTo>
                      <a:lnTo>
                        <a:pt x="512" y="75"/>
                      </a:lnTo>
                      <a:lnTo>
                        <a:pt x="517" y="85"/>
                      </a:lnTo>
                      <a:lnTo>
                        <a:pt x="524" y="87"/>
                      </a:lnTo>
                      <a:lnTo>
                        <a:pt x="528" y="96"/>
                      </a:lnTo>
                      <a:lnTo>
                        <a:pt x="527" y="102"/>
                      </a:lnTo>
                      <a:lnTo>
                        <a:pt x="522" y="101"/>
                      </a:lnTo>
                      <a:lnTo>
                        <a:pt x="517" y="91"/>
                      </a:lnTo>
                      <a:lnTo>
                        <a:pt x="511" y="86"/>
                      </a:lnTo>
                      <a:lnTo>
                        <a:pt x="504" y="76"/>
                      </a:lnTo>
                      <a:lnTo>
                        <a:pt x="500" y="69"/>
                      </a:lnTo>
                      <a:lnTo>
                        <a:pt x="491" y="72"/>
                      </a:lnTo>
                      <a:lnTo>
                        <a:pt x="495" y="83"/>
                      </a:lnTo>
                      <a:lnTo>
                        <a:pt x="504" y="91"/>
                      </a:lnTo>
                      <a:lnTo>
                        <a:pt x="499" y="97"/>
                      </a:lnTo>
                      <a:lnTo>
                        <a:pt x="493" y="92"/>
                      </a:lnTo>
                      <a:lnTo>
                        <a:pt x="490" y="97"/>
                      </a:lnTo>
                      <a:lnTo>
                        <a:pt x="489" y="88"/>
                      </a:lnTo>
                      <a:lnTo>
                        <a:pt x="483" y="91"/>
                      </a:lnTo>
                      <a:lnTo>
                        <a:pt x="483" y="88"/>
                      </a:lnTo>
                      <a:lnTo>
                        <a:pt x="484" y="79"/>
                      </a:lnTo>
                      <a:lnTo>
                        <a:pt x="481" y="75"/>
                      </a:lnTo>
                      <a:lnTo>
                        <a:pt x="479" y="79"/>
                      </a:lnTo>
                      <a:lnTo>
                        <a:pt x="474" y="95"/>
                      </a:lnTo>
                      <a:lnTo>
                        <a:pt x="476" y="101"/>
                      </a:lnTo>
                      <a:lnTo>
                        <a:pt x="479" y="106"/>
                      </a:lnTo>
                      <a:lnTo>
                        <a:pt x="464" y="114"/>
                      </a:lnTo>
                      <a:lnTo>
                        <a:pt x="459" y="118"/>
                      </a:lnTo>
                      <a:lnTo>
                        <a:pt x="458" y="123"/>
                      </a:lnTo>
                      <a:lnTo>
                        <a:pt x="457" y="130"/>
                      </a:lnTo>
                      <a:lnTo>
                        <a:pt x="458" y="135"/>
                      </a:lnTo>
                      <a:lnTo>
                        <a:pt x="465" y="133"/>
                      </a:lnTo>
                      <a:lnTo>
                        <a:pt x="468" y="138"/>
                      </a:lnTo>
                      <a:lnTo>
                        <a:pt x="460" y="138"/>
                      </a:lnTo>
                      <a:lnTo>
                        <a:pt x="462" y="145"/>
                      </a:lnTo>
                      <a:lnTo>
                        <a:pt x="462" y="149"/>
                      </a:lnTo>
                      <a:lnTo>
                        <a:pt x="455" y="146"/>
                      </a:lnTo>
                      <a:lnTo>
                        <a:pt x="451" y="147"/>
                      </a:lnTo>
                      <a:lnTo>
                        <a:pt x="456" y="153"/>
                      </a:lnTo>
                      <a:lnTo>
                        <a:pt x="453" y="157"/>
                      </a:lnTo>
                      <a:lnTo>
                        <a:pt x="445" y="154"/>
                      </a:lnTo>
                      <a:lnTo>
                        <a:pt x="444" y="158"/>
                      </a:lnTo>
                      <a:lnTo>
                        <a:pt x="438" y="157"/>
                      </a:lnTo>
                      <a:lnTo>
                        <a:pt x="427" y="161"/>
                      </a:lnTo>
                      <a:lnTo>
                        <a:pt x="425" y="167"/>
                      </a:lnTo>
                      <a:lnTo>
                        <a:pt x="421" y="169"/>
                      </a:lnTo>
                      <a:lnTo>
                        <a:pt x="420" y="172"/>
                      </a:lnTo>
                      <a:lnTo>
                        <a:pt x="426" y="177"/>
                      </a:lnTo>
                      <a:lnTo>
                        <a:pt x="433" y="175"/>
                      </a:lnTo>
                      <a:lnTo>
                        <a:pt x="436" y="170"/>
                      </a:lnTo>
                      <a:lnTo>
                        <a:pt x="447" y="177"/>
                      </a:lnTo>
                      <a:lnTo>
                        <a:pt x="455" y="171"/>
                      </a:lnTo>
                      <a:lnTo>
                        <a:pt x="457" y="173"/>
                      </a:lnTo>
                      <a:lnTo>
                        <a:pt x="459" y="179"/>
                      </a:lnTo>
                      <a:lnTo>
                        <a:pt x="453" y="179"/>
                      </a:lnTo>
                      <a:lnTo>
                        <a:pt x="449" y="184"/>
                      </a:lnTo>
                      <a:lnTo>
                        <a:pt x="448" y="193"/>
                      </a:lnTo>
                      <a:lnTo>
                        <a:pt x="438" y="188"/>
                      </a:lnTo>
                      <a:lnTo>
                        <a:pt x="431" y="188"/>
                      </a:lnTo>
                      <a:lnTo>
                        <a:pt x="429" y="183"/>
                      </a:lnTo>
                      <a:lnTo>
                        <a:pt x="421" y="181"/>
                      </a:lnTo>
                      <a:lnTo>
                        <a:pt x="412" y="188"/>
                      </a:lnTo>
                      <a:lnTo>
                        <a:pt x="410" y="192"/>
                      </a:lnTo>
                      <a:lnTo>
                        <a:pt x="415" y="203"/>
                      </a:lnTo>
                      <a:lnTo>
                        <a:pt x="416" y="209"/>
                      </a:lnTo>
                      <a:lnTo>
                        <a:pt x="412" y="209"/>
                      </a:lnTo>
                      <a:lnTo>
                        <a:pt x="415" y="217"/>
                      </a:lnTo>
                      <a:lnTo>
                        <a:pt x="415" y="225"/>
                      </a:lnTo>
                      <a:lnTo>
                        <a:pt x="411" y="223"/>
                      </a:lnTo>
                      <a:lnTo>
                        <a:pt x="411" y="230"/>
                      </a:lnTo>
                      <a:lnTo>
                        <a:pt x="405" y="232"/>
                      </a:lnTo>
                      <a:lnTo>
                        <a:pt x="402" y="206"/>
                      </a:lnTo>
                      <a:lnTo>
                        <a:pt x="397" y="207"/>
                      </a:lnTo>
                      <a:lnTo>
                        <a:pt x="394" y="216"/>
                      </a:lnTo>
                      <a:lnTo>
                        <a:pt x="390" y="214"/>
                      </a:lnTo>
                      <a:lnTo>
                        <a:pt x="388" y="217"/>
                      </a:lnTo>
                      <a:lnTo>
                        <a:pt x="394" y="221"/>
                      </a:lnTo>
                      <a:lnTo>
                        <a:pt x="393" y="223"/>
                      </a:lnTo>
                      <a:lnTo>
                        <a:pt x="388" y="224"/>
                      </a:lnTo>
                      <a:lnTo>
                        <a:pt x="382" y="227"/>
                      </a:lnTo>
                      <a:lnTo>
                        <a:pt x="381" y="234"/>
                      </a:lnTo>
                      <a:lnTo>
                        <a:pt x="381" y="240"/>
                      </a:lnTo>
                      <a:lnTo>
                        <a:pt x="388" y="245"/>
                      </a:lnTo>
                      <a:lnTo>
                        <a:pt x="382" y="247"/>
                      </a:lnTo>
                      <a:lnTo>
                        <a:pt x="386" y="250"/>
                      </a:lnTo>
                      <a:lnTo>
                        <a:pt x="382" y="252"/>
                      </a:lnTo>
                      <a:lnTo>
                        <a:pt x="379" y="260"/>
                      </a:lnTo>
                      <a:lnTo>
                        <a:pt x="377" y="262"/>
                      </a:lnTo>
                      <a:lnTo>
                        <a:pt x="372" y="261"/>
                      </a:lnTo>
                      <a:lnTo>
                        <a:pt x="374" y="264"/>
                      </a:lnTo>
                      <a:lnTo>
                        <a:pt x="380" y="267"/>
                      </a:lnTo>
                      <a:lnTo>
                        <a:pt x="393" y="262"/>
                      </a:lnTo>
                      <a:lnTo>
                        <a:pt x="384" y="272"/>
                      </a:lnTo>
                      <a:lnTo>
                        <a:pt x="380" y="275"/>
                      </a:lnTo>
                      <a:lnTo>
                        <a:pt x="368" y="272"/>
                      </a:lnTo>
                      <a:lnTo>
                        <a:pt x="365" y="269"/>
                      </a:lnTo>
                      <a:lnTo>
                        <a:pt x="364" y="264"/>
                      </a:lnTo>
                      <a:lnTo>
                        <a:pt x="359" y="265"/>
                      </a:lnTo>
                      <a:lnTo>
                        <a:pt x="352" y="272"/>
                      </a:lnTo>
                      <a:lnTo>
                        <a:pt x="348" y="283"/>
                      </a:lnTo>
                      <a:lnTo>
                        <a:pt x="342" y="288"/>
                      </a:lnTo>
                      <a:lnTo>
                        <a:pt x="342" y="294"/>
                      </a:lnTo>
                      <a:lnTo>
                        <a:pt x="346" y="294"/>
                      </a:lnTo>
                      <a:lnTo>
                        <a:pt x="345" y="299"/>
                      </a:lnTo>
                      <a:lnTo>
                        <a:pt x="344" y="303"/>
                      </a:lnTo>
                      <a:lnTo>
                        <a:pt x="338" y="305"/>
                      </a:lnTo>
                      <a:lnTo>
                        <a:pt x="335" y="317"/>
                      </a:lnTo>
                      <a:lnTo>
                        <a:pt x="331" y="316"/>
                      </a:lnTo>
                      <a:lnTo>
                        <a:pt x="326" y="318"/>
                      </a:lnTo>
                      <a:lnTo>
                        <a:pt x="322" y="319"/>
                      </a:lnTo>
                      <a:lnTo>
                        <a:pt x="316" y="327"/>
                      </a:lnTo>
                      <a:lnTo>
                        <a:pt x="321" y="333"/>
                      </a:lnTo>
                      <a:lnTo>
                        <a:pt x="319" y="337"/>
                      </a:lnTo>
                      <a:lnTo>
                        <a:pt x="311" y="338"/>
                      </a:lnTo>
                      <a:lnTo>
                        <a:pt x="311" y="343"/>
                      </a:lnTo>
                      <a:lnTo>
                        <a:pt x="303" y="344"/>
                      </a:lnTo>
                      <a:lnTo>
                        <a:pt x="305" y="349"/>
                      </a:lnTo>
                      <a:lnTo>
                        <a:pt x="302" y="351"/>
                      </a:lnTo>
                      <a:lnTo>
                        <a:pt x="301" y="356"/>
                      </a:lnTo>
                      <a:lnTo>
                        <a:pt x="310" y="359"/>
                      </a:lnTo>
                      <a:lnTo>
                        <a:pt x="308" y="363"/>
                      </a:lnTo>
                      <a:lnTo>
                        <a:pt x="302" y="366"/>
                      </a:lnTo>
                      <a:lnTo>
                        <a:pt x="298" y="363"/>
                      </a:lnTo>
                      <a:lnTo>
                        <a:pt x="298" y="364"/>
                      </a:lnTo>
                      <a:lnTo>
                        <a:pt x="298" y="374"/>
                      </a:lnTo>
                      <a:lnTo>
                        <a:pt x="302" y="379"/>
                      </a:lnTo>
                      <a:lnTo>
                        <a:pt x="305" y="375"/>
                      </a:lnTo>
                      <a:lnTo>
                        <a:pt x="308" y="377"/>
                      </a:lnTo>
                      <a:lnTo>
                        <a:pt x="307" y="384"/>
                      </a:lnTo>
                      <a:lnTo>
                        <a:pt x="293" y="386"/>
                      </a:lnTo>
                      <a:lnTo>
                        <a:pt x="290" y="388"/>
                      </a:lnTo>
                      <a:lnTo>
                        <a:pt x="289" y="398"/>
                      </a:lnTo>
                      <a:lnTo>
                        <a:pt x="283" y="402"/>
                      </a:lnTo>
                      <a:lnTo>
                        <a:pt x="278" y="405"/>
                      </a:lnTo>
                      <a:lnTo>
                        <a:pt x="275" y="413"/>
                      </a:lnTo>
                      <a:lnTo>
                        <a:pt x="280" y="413"/>
                      </a:lnTo>
                      <a:lnTo>
                        <a:pt x="286" y="407"/>
                      </a:lnTo>
                      <a:lnTo>
                        <a:pt x="292" y="405"/>
                      </a:lnTo>
                      <a:lnTo>
                        <a:pt x="292" y="410"/>
                      </a:lnTo>
                      <a:lnTo>
                        <a:pt x="297" y="419"/>
                      </a:lnTo>
                      <a:lnTo>
                        <a:pt x="283" y="414"/>
                      </a:lnTo>
                      <a:lnTo>
                        <a:pt x="282" y="421"/>
                      </a:lnTo>
                      <a:lnTo>
                        <a:pt x="286" y="423"/>
                      </a:lnTo>
                      <a:lnTo>
                        <a:pt x="281" y="426"/>
                      </a:lnTo>
                      <a:lnTo>
                        <a:pt x="279" y="431"/>
                      </a:lnTo>
                      <a:lnTo>
                        <a:pt x="281" y="436"/>
                      </a:lnTo>
                      <a:lnTo>
                        <a:pt x="279" y="437"/>
                      </a:lnTo>
                      <a:lnTo>
                        <a:pt x="275" y="435"/>
                      </a:lnTo>
                      <a:lnTo>
                        <a:pt x="273" y="440"/>
                      </a:lnTo>
                      <a:lnTo>
                        <a:pt x="274" y="446"/>
                      </a:lnTo>
                      <a:lnTo>
                        <a:pt x="278" y="449"/>
                      </a:lnTo>
                      <a:lnTo>
                        <a:pt x="279" y="463"/>
                      </a:lnTo>
                      <a:lnTo>
                        <a:pt x="275" y="457"/>
                      </a:lnTo>
                      <a:lnTo>
                        <a:pt x="270" y="455"/>
                      </a:lnTo>
                      <a:lnTo>
                        <a:pt x="266" y="447"/>
                      </a:lnTo>
                      <a:lnTo>
                        <a:pt x="267" y="458"/>
                      </a:lnTo>
                      <a:lnTo>
                        <a:pt x="265" y="462"/>
                      </a:lnTo>
                      <a:lnTo>
                        <a:pt x="260" y="464"/>
                      </a:lnTo>
                      <a:lnTo>
                        <a:pt x="258" y="470"/>
                      </a:lnTo>
                      <a:lnTo>
                        <a:pt x="262" y="472"/>
                      </a:lnTo>
                      <a:lnTo>
                        <a:pt x="265" y="470"/>
                      </a:lnTo>
                      <a:lnTo>
                        <a:pt x="268" y="465"/>
                      </a:lnTo>
                      <a:lnTo>
                        <a:pt x="269" y="467"/>
                      </a:lnTo>
                      <a:lnTo>
                        <a:pt x="268" y="470"/>
                      </a:lnTo>
                      <a:lnTo>
                        <a:pt x="268" y="475"/>
                      </a:lnTo>
                      <a:lnTo>
                        <a:pt x="269" y="479"/>
                      </a:lnTo>
                      <a:lnTo>
                        <a:pt x="265" y="483"/>
                      </a:lnTo>
                      <a:lnTo>
                        <a:pt x="258" y="480"/>
                      </a:lnTo>
                      <a:lnTo>
                        <a:pt x="254" y="486"/>
                      </a:lnTo>
                      <a:lnTo>
                        <a:pt x="249" y="483"/>
                      </a:lnTo>
                      <a:lnTo>
                        <a:pt x="245" y="490"/>
                      </a:lnTo>
                      <a:lnTo>
                        <a:pt x="244" y="495"/>
                      </a:lnTo>
                      <a:lnTo>
                        <a:pt x="240" y="500"/>
                      </a:lnTo>
                      <a:lnTo>
                        <a:pt x="234" y="502"/>
                      </a:lnTo>
                      <a:lnTo>
                        <a:pt x="231" y="515"/>
                      </a:lnTo>
                      <a:lnTo>
                        <a:pt x="237" y="513"/>
                      </a:lnTo>
                      <a:lnTo>
                        <a:pt x="244" y="510"/>
                      </a:lnTo>
                      <a:lnTo>
                        <a:pt x="246" y="512"/>
                      </a:lnTo>
                      <a:lnTo>
                        <a:pt x="235" y="516"/>
                      </a:lnTo>
                      <a:lnTo>
                        <a:pt x="235" y="524"/>
                      </a:lnTo>
                      <a:lnTo>
                        <a:pt x="236" y="531"/>
                      </a:lnTo>
                      <a:lnTo>
                        <a:pt x="234" y="535"/>
                      </a:lnTo>
                      <a:lnTo>
                        <a:pt x="226" y="537"/>
                      </a:lnTo>
                      <a:lnTo>
                        <a:pt x="218" y="529"/>
                      </a:lnTo>
                      <a:lnTo>
                        <a:pt x="215" y="529"/>
                      </a:lnTo>
                      <a:lnTo>
                        <a:pt x="210" y="539"/>
                      </a:lnTo>
                      <a:lnTo>
                        <a:pt x="203" y="545"/>
                      </a:lnTo>
                      <a:lnTo>
                        <a:pt x="202" y="549"/>
                      </a:lnTo>
                      <a:lnTo>
                        <a:pt x="198" y="552"/>
                      </a:lnTo>
                      <a:lnTo>
                        <a:pt x="187" y="569"/>
                      </a:lnTo>
                      <a:lnTo>
                        <a:pt x="185" y="573"/>
                      </a:lnTo>
                      <a:lnTo>
                        <a:pt x="187" y="580"/>
                      </a:lnTo>
                      <a:lnTo>
                        <a:pt x="187" y="582"/>
                      </a:lnTo>
                      <a:lnTo>
                        <a:pt x="173" y="591"/>
                      </a:lnTo>
                      <a:lnTo>
                        <a:pt x="172" y="597"/>
                      </a:lnTo>
                      <a:lnTo>
                        <a:pt x="175" y="601"/>
                      </a:lnTo>
                      <a:lnTo>
                        <a:pt x="183" y="597"/>
                      </a:lnTo>
                      <a:lnTo>
                        <a:pt x="179" y="607"/>
                      </a:lnTo>
                      <a:lnTo>
                        <a:pt x="185" y="615"/>
                      </a:lnTo>
                      <a:lnTo>
                        <a:pt x="188" y="617"/>
                      </a:lnTo>
                      <a:lnTo>
                        <a:pt x="213" y="600"/>
                      </a:lnTo>
                      <a:lnTo>
                        <a:pt x="228" y="593"/>
                      </a:lnTo>
                      <a:lnTo>
                        <a:pt x="231" y="589"/>
                      </a:lnTo>
                      <a:lnTo>
                        <a:pt x="234" y="591"/>
                      </a:lnTo>
                      <a:lnTo>
                        <a:pt x="232" y="594"/>
                      </a:lnTo>
                      <a:lnTo>
                        <a:pt x="222" y="600"/>
                      </a:lnTo>
                      <a:lnTo>
                        <a:pt x="218" y="600"/>
                      </a:lnTo>
                      <a:lnTo>
                        <a:pt x="211" y="605"/>
                      </a:lnTo>
                      <a:lnTo>
                        <a:pt x="204" y="610"/>
                      </a:lnTo>
                      <a:lnTo>
                        <a:pt x="209" y="615"/>
                      </a:lnTo>
                      <a:lnTo>
                        <a:pt x="208" y="618"/>
                      </a:lnTo>
                      <a:lnTo>
                        <a:pt x="197" y="623"/>
                      </a:lnTo>
                      <a:lnTo>
                        <a:pt x="190" y="623"/>
                      </a:lnTo>
                      <a:lnTo>
                        <a:pt x="188" y="625"/>
                      </a:lnTo>
                      <a:lnTo>
                        <a:pt x="189" y="629"/>
                      </a:lnTo>
                      <a:lnTo>
                        <a:pt x="187" y="630"/>
                      </a:lnTo>
                      <a:lnTo>
                        <a:pt x="180" y="629"/>
                      </a:lnTo>
                      <a:lnTo>
                        <a:pt x="180" y="623"/>
                      </a:lnTo>
                      <a:lnTo>
                        <a:pt x="175" y="613"/>
                      </a:lnTo>
                      <a:lnTo>
                        <a:pt x="173" y="609"/>
                      </a:lnTo>
                      <a:lnTo>
                        <a:pt x="168" y="609"/>
                      </a:lnTo>
                      <a:lnTo>
                        <a:pt x="166" y="613"/>
                      </a:lnTo>
                      <a:lnTo>
                        <a:pt x="162" y="614"/>
                      </a:lnTo>
                      <a:lnTo>
                        <a:pt x="157" y="618"/>
                      </a:lnTo>
                      <a:lnTo>
                        <a:pt x="157" y="623"/>
                      </a:lnTo>
                      <a:lnTo>
                        <a:pt x="161" y="626"/>
                      </a:lnTo>
                      <a:lnTo>
                        <a:pt x="162" y="629"/>
                      </a:lnTo>
                      <a:lnTo>
                        <a:pt x="154" y="633"/>
                      </a:lnTo>
                      <a:lnTo>
                        <a:pt x="152" y="629"/>
                      </a:lnTo>
                      <a:lnTo>
                        <a:pt x="152" y="624"/>
                      </a:lnTo>
                      <a:lnTo>
                        <a:pt x="150" y="619"/>
                      </a:lnTo>
                      <a:lnTo>
                        <a:pt x="132" y="627"/>
                      </a:lnTo>
                      <a:lnTo>
                        <a:pt x="130" y="630"/>
                      </a:lnTo>
                      <a:lnTo>
                        <a:pt x="127" y="638"/>
                      </a:lnTo>
                      <a:lnTo>
                        <a:pt x="122" y="637"/>
                      </a:lnTo>
                      <a:lnTo>
                        <a:pt x="123" y="642"/>
                      </a:lnTo>
                      <a:lnTo>
                        <a:pt x="122" y="644"/>
                      </a:lnTo>
                      <a:lnTo>
                        <a:pt x="117" y="644"/>
                      </a:lnTo>
                      <a:lnTo>
                        <a:pt x="117" y="642"/>
                      </a:lnTo>
                      <a:lnTo>
                        <a:pt x="116" y="639"/>
                      </a:lnTo>
                      <a:lnTo>
                        <a:pt x="112" y="640"/>
                      </a:lnTo>
                      <a:lnTo>
                        <a:pt x="111" y="642"/>
                      </a:lnTo>
                      <a:lnTo>
                        <a:pt x="111" y="646"/>
                      </a:lnTo>
                      <a:lnTo>
                        <a:pt x="110" y="648"/>
                      </a:lnTo>
                      <a:lnTo>
                        <a:pt x="105" y="648"/>
                      </a:lnTo>
                      <a:lnTo>
                        <a:pt x="95" y="652"/>
                      </a:lnTo>
                      <a:lnTo>
                        <a:pt x="94" y="661"/>
                      </a:lnTo>
                      <a:lnTo>
                        <a:pt x="90" y="669"/>
                      </a:lnTo>
                      <a:lnTo>
                        <a:pt x="85" y="665"/>
                      </a:lnTo>
                      <a:lnTo>
                        <a:pt x="79" y="664"/>
                      </a:lnTo>
                      <a:lnTo>
                        <a:pt x="73" y="670"/>
                      </a:lnTo>
                      <a:lnTo>
                        <a:pt x="72" y="674"/>
                      </a:lnTo>
                      <a:lnTo>
                        <a:pt x="78" y="678"/>
                      </a:lnTo>
                      <a:lnTo>
                        <a:pt x="75" y="682"/>
                      </a:lnTo>
                      <a:lnTo>
                        <a:pt x="80" y="684"/>
                      </a:lnTo>
                      <a:lnTo>
                        <a:pt x="88" y="682"/>
                      </a:lnTo>
                      <a:lnTo>
                        <a:pt x="91" y="686"/>
                      </a:lnTo>
                      <a:lnTo>
                        <a:pt x="95" y="687"/>
                      </a:lnTo>
                      <a:lnTo>
                        <a:pt x="90" y="693"/>
                      </a:lnTo>
                      <a:lnTo>
                        <a:pt x="92" y="697"/>
                      </a:lnTo>
                      <a:lnTo>
                        <a:pt x="87" y="695"/>
                      </a:lnTo>
                      <a:lnTo>
                        <a:pt x="82" y="695"/>
                      </a:lnTo>
                      <a:lnTo>
                        <a:pt x="66" y="693"/>
                      </a:lnTo>
                      <a:lnTo>
                        <a:pt x="62" y="693"/>
                      </a:lnTo>
                      <a:lnTo>
                        <a:pt x="58" y="696"/>
                      </a:lnTo>
                      <a:lnTo>
                        <a:pt x="54" y="695"/>
                      </a:lnTo>
                      <a:lnTo>
                        <a:pt x="50" y="698"/>
                      </a:lnTo>
                      <a:lnTo>
                        <a:pt x="51" y="699"/>
                      </a:lnTo>
                      <a:lnTo>
                        <a:pt x="54" y="701"/>
                      </a:lnTo>
                      <a:lnTo>
                        <a:pt x="51" y="703"/>
                      </a:lnTo>
                      <a:lnTo>
                        <a:pt x="51" y="707"/>
                      </a:lnTo>
                      <a:lnTo>
                        <a:pt x="55" y="706"/>
                      </a:lnTo>
                      <a:lnTo>
                        <a:pt x="60" y="705"/>
                      </a:lnTo>
                      <a:lnTo>
                        <a:pt x="54" y="711"/>
                      </a:lnTo>
                      <a:lnTo>
                        <a:pt x="55" y="716"/>
                      </a:lnTo>
                      <a:lnTo>
                        <a:pt x="57" y="727"/>
                      </a:lnTo>
                      <a:lnTo>
                        <a:pt x="55" y="727"/>
                      </a:lnTo>
                      <a:lnTo>
                        <a:pt x="53" y="718"/>
                      </a:lnTo>
                      <a:lnTo>
                        <a:pt x="50" y="713"/>
                      </a:lnTo>
                      <a:lnTo>
                        <a:pt x="43" y="718"/>
                      </a:lnTo>
                      <a:lnTo>
                        <a:pt x="40" y="723"/>
                      </a:lnTo>
                      <a:lnTo>
                        <a:pt x="38" y="730"/>
                      </a:lnTo>
                      <a:lnTo>
                        <a:pt x="41" y="733"/>
                      </a:lnTo>
                      <a:lnTo>
                        <a:pt x="42" y="738"/>
                      </a:lnTo>
                      <a:lnTo>
                        <a:pt x="35" y="733"/>
                      </a:lnTo>
                      <a:lnTo>
                        <a:pt x="33" y="728"/>
                      </a:lnTo>
                      <a:lnTo>
                        <a:pt x="28" y="730"/>
                      </a:lnTo>
                      <a:lnTo>
                        <a:pt x="19" y="730"/>
                      </a:lnTo>
                      <a:lnTo>
                        <a:pt x="19" y="734"/>
                      </a:lnTo>
                      <a:lnTo>
                        <a:pt x="19" y="738"/>
                      </a:lnTo>
                      <a:lnTo>
                        <a:pt x="9" y="729"/>
                      </a:lnTo>
                      <a:lnTo>
                        <a:pt x="6" y="731"/>
                      </a:lnTo>
                      <a:lnTo>
                        <a:pt x="10" y="742"/>
                      </a:lnTo>
                      <a:lnTo>
                        <a:pt x="8" y="745"/>
                      </a:lnTo>
                      <a:lnTo>
                        <a:pt x="9" y="746"/>
                      </a:lnTo>
                      <a:lnTo>
                        <a:pt x="28" y="746"/>
                      </a:lnTo>
                      <a:lnTo>
                        <a:pt x="44" y="742"/>
                      </a:lnTo>
                      <a:lnTo>
                        <a:pt x="34" y="749"/>
                      </a:lnTo>
                      <a:lnTo>
                        <a:pt x="37" y="751"/>
                      </a:lnTo>
                      <a:lnTo>
                        <a:pt x="44" y="750"/>
                      </a:lnTo>
                      <a:lnTo>
                        <a:pt x="50" y="747"/>
                      </a:lnTo>
                      <a:lnTo>
                        <a:pt x="51" y="750"/>
                      </a:lnTo>
                      <a:lnTo>
                        <a:pt x="45" y="753"/>
                      </a:lnTo>
                      <a:lnTo>
                        <a:pt x="34" y="755"/>
                      </a:lnTo>
                      <a:lnTo>
                        <a:pt x="24" y="755"/>
                      </a:lnTo>
                      <a:lnTo>
                        <a:pt x="20" y="752"/>
                      </a:lnTo>
                      <a:lnTo>
                        <a:pt x="17" y="752"/>
                      </a:lnTo>
                      <a:lnTo>
                        <a:pt x="9" y="757"/>
                      </a:lnTo>
                      <a:lnTo>
                        <a:pt x="8" y="762"/>
                      </a:lnTo>
                      <a:lnTo>
                        <a:pt x="4" y="761"/>
                      </a:lnTo>
                      <a:lnTo>
                        <a:pt x="1" y="762"/>
                      </a:lnTo>
                      <a:lnTo>
                        <a:pt x="1" y="767"/>
                      </a:lnTo>
                      <a:lnTo>
                        <a:pt x="11" y="770"/>
                      </a:lnTo>
                      <a:lnTo>
                        <a:pt x="10" y="775"/>
                      </a:lnTo>
                      <a:lnTo>
                        <a:pt x="10" y="779"/>
                      </a:lnTo>
                      <a:lnTo>
                        <a:pt x="7" y="781"/>
                      </a:lnTo>
                      <a:lnTo>
                        <a:pt x="2" y="788"/>
                      </a:lnTo>
                      <a:lnTo>
                        <a:pt x="5" y="792"/>
                      </a:lnTo>
                      <a:lnTo>
                        <a:pt x="2" y="795"/>
                      </a:lnTo>
                      <a:lnTo>
                        <a:pt x="2" y="800"/>
                      </a:lnTo>
                      <a:lnTo>
                        <a:pt x="5" y="802"/>
                      </a:lnTo>
                      <a:lnTo>
                        <a:pt x="5" y="807"/>
                      </a:lnTo>
                      <a:lnTo>
                        <a:pt x="16" y="809"/>
                      </a:lnTo>
                      <a:lnTo>
                        <a:pt x="35" y="801"/>
                      </a:lnTo>
                      <a:lnTo>
                        <a:pt x="40" y="804"/>
                      </a:lnTo>
                      <a:lnTo>
                        <a:pt x="47" y="804"/>
                      </a:lnTo>
                      <a:lnTo>
                        <a:pt x="50" y="797"/>
                      </a:lnTo>
                      <a:lnTo>
                        <a:pt x="55" y="786"/>
                      </a:lnTo>
                      <a:lnTo>
                        <a:pt x="57" y="792"/>
                      </a:lnTo>
                      <a:lnTo>
                        <a:pt x="55" y="801"/>
                      </a:lnTo>
                      <a:lnTo>
                        <a:pt x="58" y="803"/>
                      </a:lnTo>
                      <a:lnTo>
                        <a:pt x="66" y="803"/>
                      </a:lnTo>
                      <a:lnTo>
                        <a:pt x="71" y="801"/>
                      </a:lnTo>
                      <a:lnTo>
                        <a:pt x="74" y="803"/>
                      </a:lnTo>
                      <a:lnTo>
                        <a:pt x="82" y="796"/>
                      </a:lnTo>
                      <a:lnTo>
                        <a:pt x="84" y="780"/>
                      </a:lnTo>
                      <a:lnTo>
                        <a:pt x="92" y="776"/>
                      </a:lnTo>
                      <a:lnTo>
                        <a:pt x="92" y="779"/>
                      </a:lnTo>
                      <a:lnTo>
                        <a:pt x="87" y="789"/>
                      </a:lnTo>
                      <a:lnTo>
                        <a:pt x="86" y="797"/>
                      </a:lnTo>
                      <a:lnTo>
                        <a:pt x="85" y="800"/>
                      </a:lnTo>
                      <a:lnTo>
                        <a:pt x="89" y="799"/>
                      </a:lnTo>
                      <a:lnTo>
                        <a:pt x="94" y="797"/>
                      </a:lnTo>
                      <a:lnTo>
                        <a:pt x="97" y="798"/>
                      </a:lnTo>
                      <a:lnTo>
                        <a:pt x="87" y="805"/>
                      </a:lnTo>
                      <a:lnTo>
                        <a:pt x="76" y="809"/>
                      </a:lnTo>
                      <a:lnTo>
                        <a:pt x="75" y="815"/>
                      </a:lnTo>
                      <a:lnTo>
                        <a:pt x="79" y="821"/>
                      </a:lnTo>
                      <a:lnTo>
                        <a:pt x="69" y="826"/>
                      </a:lnTo>
                      <a:lnTo>
                        <a:pt x="69" y="819"/>
                      </a:lnTo>
                      <a:lnTo>
                        <a:pt x="67" y="814"/>
                      </a:lnTo>
                      <a:lnTo>
                        <a:pt x="62" y="809"/>
                      </a:lnTo>
                      <a:lnTo>
                        <a:pt x="54" y="809"/>
                      </a:lnTo>
                      <a:lnTo>
                        <a:pt x="45" y="812"/>
                      </a:lnTo>
                      <a:lnTo>
                        <a:pt x="39" y="810"/>
                      </a:lnTo>
                      <a:lnTo>
                        <a:pt x="32" y="811"/>
                      </a:lnTo>
                      <a:lnTo>
                        <a:pt x="26" y="811"/>
                      </a:lnTo>
                      <a:lnTo>
                        <a:pt x="20" y="815"/>
                      </a:lnTo>
                      <a:lnTo>
                        <a:pt x="8" y="813"/>
                      </a:lnTo>
                      <a:lnTo>
                        <a:pt x="4" y="821"/>
                      </a:lnTo>
                      <a:lnTo>
                        <a:pt x="4" y="827"/>
                      </a:lnTo>
                      <a:lnTo>
                        <a:pt x="9" y="828"/>
                      </a:lnTo>
                      <a:lnTo>
                        <a:pt x="12" y="827"/>
                      </a:lnTo>
                      <a:lnTo>
                        <a:pt x="12" y="837"/>
                      </a:lnTo>
                      <a:lnTo>
                        <a:pt x="7" y="835"/>
                      </a:lnTo>
                      <a:lnTo>
                        <a:pt x="2" y="831"/>
                      </a:lnTo>
                      <a:lnTo>
                        <a:pt x="1" y="833"/>
                      </a:lnTo>
                      <a:lnTo>
                        <a:pt x="0" y="833"/>
                      </a:lnTo>
                      <a:lnTo>
                        <a:pt x="0" y="835"/>
                      </a:lnTo>
                      <a:lnTo>
                        <a:pt x="7" y="847"/>
                      </a:lnTo>
                      <a:lnTo>
                        <a:pt x="11" y="848"/>
                      </a:lnTo>
                      <a:lnTo>
                        <a:pt x="20" y="842"/>
                      </a:lnTo>
                      <a:lnTo>
                        <a:pt x="26" y="841"/>
                      </a:lnTo>
                      <a:lnTo>
                        <a:pt x="17" y="849"/>
                      </a:lnTo>
                      <a:lnTo>
                        <a:pt x="15" y="854"/>
                      </a:lnTo>
                      <a:lnTo>
                        <a:pt x="17" y="857"/>
                      </a:lnTo>
                      <a:lnTo>
                        <a:pt x="9" y="861"/>
                      </a:lnTo>
                      <a:lnTo>
                        <a:pt x="6" y="865"/>
                      </a:lnTo>
                      <a:lnTo>
                        <a:pt x="8" y="870"/>
                      </a:lnTo>
                      <a:lnTo>
                        <a:pt x="10" y="873"/>
                      </a:lnTo>
                      <a:lnTo>
                        <a:pt x="12" y="878"/>
                      </a:lnTo>
                      <a:lnTo>
                        <a:pt x="17" y="874"/>
                      </a:lnTo>
                      <a:lnTo>
                        <a:pt x="21" y="870"/>
                      </a:lnTo>
                      <a:lnTo>
                        <a:pt x="21" y="877"/>
                      </a:lnTo>
                      <a:lnTo>
                        <a:pt x="27" y="885"/>
                      </a:lnTo>
                      <a:lnTo>
                        <a:pt x="21" y="885"/>
                      </a:lnTo>
                      <a:lnTo>
                        <a:pt x="16" y="890"/>
                      </a:lnTo>
                      <a:lnTo>
                        <a:pt x="16" y="893"/>
                      </a:lnTo>
                      <a:lnTo>
                        <a:pt x="19" y="896"/>
                      </a:lnTo>
                      <a:lnTo>
                        <a:pt x="26" y="892"/>
                      </a:lnTo>
                      <a:lnTo>
                        <a:pt x="30" y="884"/>
                      </a:lnTo>
                      <a:lnTo>
                        <a:pt x="30" y="877"/>
                      </a:lnTo>
                      <a:lnTo>
                        <a:pt x="35" y="872"/>
                      </a:lnTo>
                      <a:lnTo>
                        <a:pt x="42" y="864"/>
                      </a:lnTo>
                      <a:lnTo>
                        <a:pt x="49" y="850"/>
                      </a:lnTo>
                      <a:lnTo>
                        <a:pt x="55" y="845"/>
                      </a:lnTo>
                      <a:lnTo>
                        <a:pt x="58" y="848"/>
                      </a:lnTo>
                      <a:lnTo>
                        <a:pt x="58" y="851"/>
                      </a:lnTo>
                      <a:lnTo>
                        <a:pt x="67" y="849"/>
                      </a:lnTo>
                      <a:lnTo>
                        <a:pt x="73" y="850"/>
                      </a:lnTo>
                      <a:lnTo>
                        <a:pt x="63" y="855"/>
                      </a:lnTo>
                      <a:lnTo>
                        <a:pt x="62" y="862"/>
                      </a:lnTo>
                      <a:lnTo>
                        <a:pt x="60" y="867"/>
                      </a:lnTo>
                      <a:lnTo>
                        <a:pt x="58" y="859"/>
                      </a:lnTo>
                      <a:lnTo>
                        <a:pt x="55" y="858"/>
                      </a:lnTo>
                      <a:lnTo>
                        <a:pt x="50" y="868"/>
                      </a:lnTo>
                      <a:lnTo>
                        <a:pt x="43" y="874"/>
                      </a:lnTo>
                      <a:lnTo>
                        <a:pt x="46" y="878"/>
                      </a:lnTo>
                      <a:lnTo>
                        <a:pt x="47" y="880"/>
                      </a:lnTo>
                      <a:lnTo>
                        <a:pt x="40" y="884"/>
                      </a:lnTo>
                      <a:lnTo>
                        <a:pt x="27" y="901"/>
                      </a:lnTo>
                      <a:lnTo>
                        <a:pt x="32" y="904"/>
                      </a:lnTo>
                      <a:lnTo>
                        <a:pt x="44" y="904"/>
                      </a:lnTo>
                      <a:lnTo>
                        <a:pt x="49" y="901"/>
                      </a:lnTo>
                      <a:lnTo>
                        <a:pt x="50" y="903"/>
                      </a:lnTo>
                      <a:lnTo>
                        <a:pt x="37" y="908"/>
                      </a:lnTo>
                      <a:lnTo>
                        <a:pt x="32" y="913"/>
                      </a:lnTo>
                      <a:lnTo>
                        <a:pt x="32" y="915"/>
                      </a:lnTo>
                      <a:lnTo>
                        <a:pt x="26" y="915"/>
                      </a:lnTo>
                      <a:lnTo>
                        <a:pt x="22" y="917"/>
                      </a:lnTo>
                      <a:lnTo>
                        <a:pt x="18" y="915"/>
                      </a:lnTo>
                      <a:lnTo>
                        <a:pt x="12" y="923"/>
                      </a:lnTo>
                      <a:lnTo>
                        <a:pt x="9" y="929"/>
                      </a:lnTo>
                      <a:lnTo>
                        <a:pt x="9" y="935"/>
                      </a:lnTo>
                      <a:lnTo>
                        <a:pt x="11" y="937"/>
                      </a:lnTo>
                      <a:lnTo>
                        <a:pt x="12" y="939"/>
                      </a:lnTo>
                      <a:lnTo>
                        <a:pt x="18" y="938"/>
                      </a:lnTo>
                      <a:lnTo>
                        <a:pt x="21" y="933"/>
                      </a:lnTo>
                      <a:lnTo>
                        <a:pt x="22" y="938"/>
                      </a:lnTo>
                      <a:lnTo>
                        <a:pt x="27" y="938"/>
                      </a:lnTo>
                      <a:lnTo>
                        <a:pt x="29" y="934"/>
                      </a:lnTo>
                      <a:lnTo>
                        <a:pt x="28" y="930"/>
                      </a:lnTo>
                      <a:lnTo>
                        <a:pt x="32" y="933"/>
                      </a:lnTo>
                      <a:lnTo>
                        <a:pt x="42" y="928"/>
                      </a:lnTo>
                      <a:lnTo>
                        <a:pt x="45" y="924"/>
                      </a:lnTo>
                      <a:lnTo>
                        <a:pt x="49" y="926"/>
                      </a:lnTo>
                      <a:lnTo>
                        <a:pt x="40" y="937"/>
                      </a:lnTo>
                      <a:lnTo>
                        <a:pt x="43" y="937"/>
                      </a:lnTo>
                      <a:lnTo>
                        <a:pt x="43" y="943"/>
                      </a:lnTo>
                      <a:lnTo>
                        <a:pt x="40" y="950"/>
                      </a:lnTo>
                      <a:lnTo>
                        <a:pt x="38" y="954"/>
                      </a:lnTo>
                      <a:lnTo>
                        <a:pt x="33" y="958"/>
                      </a:lnTo>
                      <a:lnTo>
                        <a:pt x="34" y="963"/>
                      </a:lnTo>
                      <a:lnTo>
                        <a:pt x="34" y="965"/>
                      </a:lnTo>
                      <a:lnTo>
                        <a:pt x="30" y="965"/>
                      </a:lnTo>
                      <a:lnTo>
                        <a:pt x="27" y="966"/>
                      </a:lnTo>
                      <a:lnTo>
                        <a:pt x="24" y="962"/>
                      </a:lnTo>
                      <a:lnTo>
                        <a:pt x="22" y="962"/>
                      </a:lnTo>
                      <a:lnTo>
                        <a:pt x="18" y="983"/>
                      </a:lnTo>
                      <a:lnTo>
                        <a:pt x="26" y="994"/>
                      </a:lnTo>
                      <a:lnTo>
                        <a:pt x="40" y="1006"/>
                      </a:lnTo>
                      <a:lnTo>
                        <a:pt x="50" y="1012"/>
                      </a:lnTo>
                      <a:lnTo>
                        <a:pt x="57" y="1014"/>
                      </a:lnTo>
                      <a:lnTo>
                        <a:pt x="62" y="1005"/>
                      </a:lnTo>
                      <a:lnTo>
                        <a:pt x="62" y="1017"/>
                      </a:lnTo>
                      <a:lnTo>
                        <a:pt x="61" y="1026"/>
                      </a:lnTo>
                      <a:lnTo>
                        <a:pt x="65" y="1022"/>
                      </a:lnTo>
                      <a:lnTo>
                        <a:pt x="71" y="1026"/>
                      </a:lnTo>
                      <a:lnTo>
                        <a:pt x="74" y="1020"/>
                      </a:lnTo>
                      <a:lnTo>
                        <a:pt x="84" y="1020"/>
                      </a:lnTo>
                      <a:lnTo>
                        <a:pt x="78" y="1026"/>
                      </a:lnTo>
                      <a:lnTo>
                        <a:pt x="89" y="1030"/>
                      </a:lnTo>
                      <a:lnTo>
                        <a:pt x="98" y="1027"/>
                      </a:lnTo>
                      <a:lnTo>
                        <a:pt x="106" y="1020"/>
                      </a:lnTo>
                      <a:lnTo>
                        <a:pt x="109" y="1011"/>
                      </a:lnTo>
                      <a:lnTo>
                        <a:pt x="113" y="1018"/>
                      </a:lnTo>
                      <a:lnTo>
                        <a:pt x="127" y="1009"/>
                      </a:lnTo>
                      <a:lnTo>
                        <a:pt x="140" y="992"/>
                      </a:lnTo>
                      <a:lnTo>
                        <a:pt x="148" y="987"/>
                      </a:lnTo>
                      <a:lnTo>
                        <a:pt x="150" y="981"/>
                      </a:lnTo>
                      <a:lnTo>
                        <a:pt x="154" y="976"/>
                      </a:lnTo>
                      <a:lnTo>
                        <a:pt x="156" y="973"/>
                      </a:lnTo>
                      <a:lnTo>
                        <a:pt x="167" y="961"/>
                      </a:lnTo>
                      <a:lnTo>
                        <a:pt x="165" y="956"/>
                      </a:lnTo>
                      <a:lnTo>
                        <a:pt x="174" y="961"/>
                      </a:lnTo>
                      <a:lnTo>
                        <a:pt x="183" y="961"/>
                      </a:lnTo>
                      <a:lnTo>
                        <a:pt x="188" y="958"/>
                      </a:lnTo>
                      <a:lnTo>
                        <a:pt x="190" y="950"/>
                      </a:lnTo>
                      <a:lnTo>
                        <a:pt x="190" y="946"/>
                      </a:lnTo>
                      <a:lnTo>
                        <a:pt x="196" y="941"/>
                      </a:lnTo>
                      <a:lnTo>
                        <a:pt x="196" y="934"/>
                      </a:lnTo>
                      <a:lnTo>
                        <a:pt x="191" y="929"/>
                      </a:lnTo>
                      <a:lnTo>
                        <a:pt x="188" y="924"/>
                      </a:lnTo>
                      <a:lnTo>
                        <a:pt x="190" y="922"/>
                      </a:lnTo>
                      <a:lnTo>
                        <a:pt x="191" y="919"/>
                      </a:lnTo>
                      <a:lnTo>
                        <a:pt x="189" y="911"/>
                      </a:lnTo>
                      <a:lnTo>
                        <a:pt x="192" y="914"/>
                      </a:lnTo>
                      <a:lnTo>
                        <a:pt x="195" y="918"/>
                      </a:lnTo>
                      <a:lnTo>
                        <a:pt x="195" y="924"/>
                      </a:lnTo>
                      <a:lnTo>
                        <a:pt x="199" y="923"/>
                      </a:lnTo>
                      <a:lnTo>
                        <a:pt x="200" y="918"/>
                      </a:lnTo>
                      <a:lnTo>
                        <a:pt x="197" y="913"/>
                      </a:lnTo>
                      <a:lnTo>
                        <a:pt x="196" y="902"/>
                      </a:lnTo>
                      <a:lnTo>
                        <a:pt x="198" y="900"/>
                      </a:lnTo>
                      <a:lnTo>
                        <a:pt x="199" y="901"/>
                      </a:lnTo>
                      <a:lnTo>
                        <a:pt x="203" y="899"/>
                      </a:lnTo>
                      <a:lnTo>
                        <a:pt x="207" y="900"/>
                      </a:lnTo>
                      <a:lnTo>
                        <a:pt x="207" y="905"/>
                      </a:lnTo>
                      <a:lnTo>
                        <a:pt x="201" y="907"/>
                      </a:lnTo>
                      <a:lnTo>
                        <a:pt x="201" y="912"/>
                      </a:lnTo>
                      <a:lnTo>
                        <a:pt x="203" y="919"/>
                      </a:lnTo>
                      <a:lnTo>
                        <a:pt x="204" y="938"/>
                      </a:lnTo>
                      <a:lnTo>
                        <a:pt x="207" y="946"/>
                      </a:lnTo>
                      <a:lnTo>
                        <a:pt x="211" y="945"/>
                      </a:lnTo>
                      <a:lnTo>
                        <a:pt x="218" y="950"/>
                      </a:lnTo>
                      <a:lnTo>
                        <a:pt x="222" y="950"/>
                      </a:lnTo>
                      <a:lnTo>
                        <a:pt x="224" y="954"/>
                      </a:lnTo>
                      <a:lnTo>
                        <a:pt x="226" y="958"/>
                      </a:lnTo>
                      <a:lnTo>
                        <a:pt x="226" y="972"/>
                      </a:lnTo>
                      <a:lnTo>
                        <a:pt x="229" y="963"/>
                      </a:lnTo>
                      <a:lnTo>
                        <a:pt x="231" y="969"/>
                      </a:lnTo>
                      <a:lnTo>
                        <a:pt x="236" y="965"/>
                      </a:lnTo>
                      <a:lnTo>
                        <a:pt x="242" y="940"/>
                      </a:lnTo>
                      <a:lnTo>
                        <a:pt x="238" y="933"/>
                      </a:lnTo>
                      <a:lnTo>
                        <a:pt x="237" y="922"/>
                      </a:lnTo>
                      <a:lnTo>
                        <a:pt x="246" y="907"/>
                      </a:lnTo>
                      <a:lnTo>
                        <a:pt x="246" y="899"/>
                      </a:lnTo>
                      <a:lnTo>
                        <a:pt x="265" y="891"/>
                      </a:lnTo>
                      <a:lnTo>
                        <a:pt x="268" y="884"/>
                      </a:lnTo>
                      <a:lnTo>
                        <a:pt x="269" y="873"/>
                      </a:lnTo>
                      <a:lnTo>
                        <a:pt x="266" y="868"/>
                      </a:lnTo>
                      <a:lnTo>
                        <a:pt x="271" y="848"/>
                      </a:lnTo>
                      <a:lnTo>
                        <a:pt x="266" y="826"/>
                      </a:lnTo>
                      <a:lnTo>
                        <a:pt x="259" y="818"/>
                      </a:lnTo>
                      <a:lnTo>
                        <a:pt x="262" y="814"/>
                      </a:lnTo>
                      <a:lnTo>
                        <a:pt x="270" y="810"/>
                      </a:lnTo>
                      <a:lnTo>
                        <a:pt x="278" y="802"/>
                      </a:lnTo>
                      <a:lnTo>
                        <a:pt x="281" y="790"/>
                      </a:lnTo>
                      <a:lnTo>
                        <a:pt x="279" y="776"/>
                      </a:lnTo>
                      <a:lnTo>
                        <a:pt x="266" y="766"/>
                      </a:lnTo>
                      <a:lnTo>
                        <a:pt x="260" y="756"/>
                      </a:lnTo>
                      <a:lnTo>
                        <a:pt x="259" y="742"/>
                      </a:lnTo>
                      <a:lnTo>
                        <a:pt x="260" y="715"/>
                      </a:lnTo>
                      <a:lnTo>
                        <a:pt x="257" y="705"/>
                      </a:lnTo>
                      <a:lnTo>
                        <a:pt x="255" y="703"/>
                      </a:lnTo>
                      <a:lnTo>
                        <a:pt x="255" y="694"/>
                      </a:lnTo>
                      <a:lnTo>
                        <a:pt x="257" y="688"/>
                      </a:lnTo>
                      <a:lnTo>
                        <a:pt x="257" y="675"/>
                      </a:lnTo>
                      <a:lnTo>
                        <a:pt x="259" y="669"/>
                      </a:lnTo>
                      <a:lnTo>
                        <a:pt x="260" y="661"/>
                      </a:lnTo>
                      <a:lnTo>
                        <a:pt x="265" y="654"/>
                      </a:lnTo>
                      <a:lnTo>
                        <a:pt x="262" y="651"/>
                      </a:lnTo>
                      <a:lnTo>
                        <a:pt x="257" y="641"/>
                      </a:lnTo>
                      <a:lnTo>
                        <a:pt x="255" y="630"/>
                      </a:lnTo>
                      <a:lnTo>
                        <a:pt x="257" y="617"/>
                      </a:lnTo>
                      <a:lnTo>
                        <a:pt x="262" y="606"/>
                      </a:lnTo>
                      <a:lnTo>
                        <a:pt x="278" y="586"/>
                      </a:lnTo>
                      <a:lnTo>
                        <a:pt x="289" y="579"/>
                      </a:lnTo>
                      <a:lnTo>
                        <a:pt x="303" y="574"/>
                      </a:lnTo>
                      <a:lnTo>
                        <a:pt x="315" y="578"/>
                      </a:lnTo>
                      <a:lnTo>
                        <a:pt x="324" y="578"/>
                      </a:lnTo>
                      <a:lnTo>
                        <a:pt x="331" y="570"/>
                      </a:lnTo>
                      <a:lnTo>
                        <a:pt x="333" y="562"/>
                      </a:lnTo>
                      <a:lnTo>
                        <a:pt x="333" y="549"/>
                      </a:lnTo>
                      <a:lnTo>
                        <a:pt x="328" y="541"/>
                      </a:lnTo>
                      <a:lnTo>
                        <a:pt x="319" y="531"/>
                      </a:lnTo>
                      <a:lnTo>
                        <a:pt x="319" y="525"/>
                      </a:lnTo>
                      <a:lnTo>
                        <a:pt x="332" y="503"/>
                      </a:lnTo>
                      <a:lnTo>
                        <a:pt x="343" y="479"/>
                      </a:lnTo>
                      <a:lnTo>
                        <a:pt x="348" y="445"/>
                      </a:lnTo>
                      <a:lnTo>
                        <a:pt x="349" y="426"/>
                      </a:lnTo>
                      <a:lnTo>
                        <a:pt x="349" y="412"/>
                      </a:lnTo>
                      <a:lnTo>
                        <a:pt x="348" y="402"/>
                      </a:lnTo>
                      <a:lnTo>
                        <a:pt x="353" y="399"/>
                      </a:lnTo>
                      <a:lnTo>
                        <a:pt x="360" y="399"/>
                      </a:lnTo>
                      <a:lnTo>
                        <a:pt x="372" y="390"/>
                      </a:lnTo>
                      <a:lnTo>
                        <a:pt x="376" y="383"/>
                      </a:lnTo>
                      <a:lnTo>
                        <a:pt x="377" y="368"/>
                      </a:lnTo>
                      <a:lnTo>
                        <a:pt x="381" y="359"/>
                      </a:lnTo>
                      <a:lnTo>
                        <a:pt x="397" y="338"/>
                      </a:lnTo>
                      <a:lnTo>
                        <a:pt x="401" y="329"/>
                      </a:lnTo>
                      <a:lnTo>
                        <a:pt x="410" y="320"/>
                      </a:lnTo>
                      <a:lnTo>
                        <a:pt x="414" y="311"/>
                      </a:lnTo>
                      <a:lnTo>
                        <a:pt x="415" y="306"/>
                      </a:lnTo>
                      <a:lnTo>
                        <a:pt x="414" y="297"/>
                      </a:lnTo>
                      <a:lnTo>
                        <a:pt x="405" y="283"/>
                      </a:lnTo>
                      <a:lnTo>
                        <a:pt x="408" y="273"/>
                      </a:lnTo>
                      <a:lnTo>
                        <a:pt x="417" y="262"/>
                      </a:lnTo>
                      <a:lnTo>
                        <a:pt x="421" y="256"/>
                      </a:lnTo>
                      <a:lnTo>
                        <a:pt x="422" y="247"/>
                      </a:lnTo>
                      <a:lnTo>
                        <a:pt x="425" y="236"/>
                      </a:lnTo>
                      <a:lnTo>
                        <a:pt x="431" y="228"/>
                      </a:lnTo>
                      <a:lnTo>
                        <a:pt x="443" y="215"/>
                      </a:lnTo>
                      <a:lnTo>
                        <a:pt x="451" y="213"/>
                      </a:lnTo>
                      <a:lnTo>
                        <a:pt x="459" y="217"/>
                      </a:lnTo>
                      <a:lnTo>
                        <a:pt x="466" y="226"/>
                      </a:lnTo>
                      <a:lnTo>
                        <a:pt x="469" y="227"/>
                      </a:lnTo>
                      <a:lnTo>
                        <a:pt x="474" y="216"/>
                      </a:lnTo>
                      <a:lnTo>
                        <a:pt x="478" y="202"/>
                      </a:lnTo>
                      <a:lnTo>
                        <a:pt x="479" y="196"/>
                      </a:lnTo>
                      <a:lnTo>
                        <a:pt x="478" y="180"/>
                      </a:lnTo>
                      <a:lnTo>
                        <a:pt x="481" y="173"/>
                      </a:lnTo>
                      <a:lnTo>
                        <a:pt x="484" y="171"/>
                      </a:lnTo>
                      <a:lnTo>
                        <a:pt x="491" y="170"/>
                      </a:lnTo>
                      <a:lnTo>
                        <a:pt x="512" y="172"/>
                      </a:lnTo>
                      <a:lnTo>
                        <a:pt x="540" y="182"/>
                      </a:lnTo>
                      <a:lnTo>
                        <a:pt x="546" y="181"/>
                      </a:lnTo>
                      <a:lnTo>
                        <a:pt x="550" y="176"/>
                      </a:lnTo>
                      <a:lnTo>
                        <a:pt x="544" y="169"/>
                      </a:lnTo>
                      <a:lnTo>
                        <a:pt x="543" y="163"/>
                      </a:lnTo>
                      <a:lnTo>
                        <a:pt x="547" y="156"/>
                      </a:lnTo>
                      <a:lnTo>
                        <a:pt x="549" y="145"/>
                      </a:lnTo>
                      <a:lnTo>
                        <a:pt x="552" y="142"/>
                      </a:lnTo>
                      <a:lnTo>
                        <a:pt x="554" y="136"/>
                      </a:lnTo>
                      <a:lnTo>
                        <a:pt x="552" y="129"/>
                      </a:lnTo>
                      <a:lnTo>
                        <a:pt x="549" y="125"/>
                      </a:lnTo>
                      <a:lnTo>
                        <a:pt x="549" y="119"/>
                      </a:lnTo>
                      <a:lnTo>
                        <a:pt x="552" y="117"/>
                      </a:lnTo>
                      <a:lnTo>
                        <a:pt x="568" y="118"/>
                      </a:lnTo>
                      <a:lnTo>
                        <a:pt x="570" y="112"/>
                      </a:lnTo>
                      <a:lnTo>
                        <a:pt x="575" y="110"/>
                      </a:lnTo>
                      <a:lnTo>
                        <a:pt x="581" y="112"/>
                      </a:lnTo>
                      <a:lnTo>
                        <a:pt x="586" y="110"/>
                      </a:lnTo>
                      <a:lnTo>
                        <a:pt x="585" y="102"/>
                      </a:lnTo>
                      <a:lnTo>
                        <a:pt x="584" y="95"/>
                      </a:lnTo>
                      <a:lnTo>
                        <a:pt x="593" y="90"/>
                      </a:lnTo>
                      <a:lnTo>
                        <a:pt x="602" y="94"/>
                      </a:lnTo>
                      <a:lnTo>
                        <a:pt x="610" y="101"/>
                      </a:lnTo>
                      <a:lnTo>
                        <a:pt x="629" y="131"/>
                      </a:lnTo>
                      <a:lnTo>
                        <a:pt x="633" y="143"/>
                      </a:lnTo>
                      <a:lnTo>
                        <a:pt x="636" y="148"/>
                      </a:lnTo>
                      <a:lnTo>
                        <a:pt x="653" y="152"/>
                      </a:lnTo>
                      <a:lnTo>
                        <a:pt x="663" y="156"/>
                      </a:lnTo>
                      <a:lnTo>
                        <a:pt x="671" y="156"/>
                      </a:lnTo>
                      <a:lnTo>
                        <a:pt x="681" y="149"/>
                      </a:lnTo>
                      <a:lnTo>
                        <a:pt x="693" y="136"/>
                      </a:lnTo>
                      <a:lnTo>
                        <a:pt x="698" y="142"/>
                      </a:lnTo>
                      <a:lnTo>
                        <a:pt x="705" y="149"/>
                      </a:lnTo>
                      <a:lnTo>
                        <a:pt x="707" y="156"/>
                      </a:lnTo>
                      <a:lnTo>
                        <a:pt x="714" y="157"/>
                      </a:lnTo>
                      <a:lnTo>
                        <a:pt x="724" y="153"/>
                      </a:lnTo>
                      <a:lnTo>
                        <a:pt x="732" y="146"/>
                      </a:lnTo>
                      <a:lnTo>
                        <a:pt x="738" y="137"/>
                      </a:lnTo>
                      <a:lnTo>
                        <a:pt x="756" y="124"/>
                      </a:lnTo>
                      <a:lnTo>
                        <a:pt x="757" y="117"/>
                      </a:lnTo>
                      <a:lnTo>
                        <a:pt x="756" y="101"/>
                      </a:lnTo>
                      <a:lnTo>
                        <a:pt x="756" y="92"/>
                      </a:lnTo>
                      <a:lnTo>
                        <a:pt x="758" y="64"/>
                      </a:lnTo>
                      <a:lnTo>
                        <a:pt x="766" y="43"/>
                      </a:lnTo>
                      <a:lnTo>
                        <a:pt x="774" y="34"/>
                      </a:lnTo>
                      <a:lnTo>
                        <a:pt x="782" y="30"/>
                      </a:lnTo>
                      <a:lnTo>
                        <a:pt x="798" y="28"/>
                      </a:lnTo>
                      <a:lnTo>
                        <a:pt x="824" y="17"/>
                      </a:lnTo>
                      <a:lnTo>
                        <a:pt x="840" y="14"/>
                      </a:lnTo>
                      <a:lnTo>
                        <a:pt x="843" y="17"/>
                      </a:lnTo>
                      <a:lnTo>
                        <a:pt x="850" y="30"/>
                      </a:lnTo>
                      <a:lnTo>
                        <a:pt x="856" y="37"/>
                      </a:lnTo>
                      <a:lnTo>
                        <a:pt x="869" y="41"/>
                      </a:lnTo>
                      <a:lnTo>
                        <a:pt x="881" y="52"/>
                      </a:lnTo>
                      <a:lnTo>
                        <a:pt x="885" y="71"/>
                      </a:lnTo>
                      <a:lnTo>
                        <a:pt x="886" y="81"/>
                      </a:lnTo>
                      <a:lnTo>
                        <a:pt x="873" y="97"/>
                      </a:lnTo>
                      <a:lnTo>
                        <a:pt x="871" y="106"/>
                      </a:lnTo>
                      <a:lnTo>
                        <a:pt x="871" y="112"/>
                      </a:lnTo>
                      <a:lnTo>
                        <a:pt x="877" y="118"/>
                      </a:lnTo>
                      <a:lnTo>
                        <a:pt x="880" y="117"/>
                      </a:lnTo>
                      <a:lnTo>
                        <a:pt x="885" y="111"/>
                      </a:lnTo>
                      <a:lnTo>
                        <a:pt x="886" y="109"/>
                      </a:lnTo>
                      <a:lnTo>
                        <a:pt x="886" y="101"/>
                      </a:lnTo>
                      <a:lnTo>
                        <a:pt x="888" y="98"/>
                      </a:lnTo>
                      <a:lnTo>
                        <a:pt x="909" y="86"/>
                      </a:lnTo>
                      <a:lnTo>
                        <a:pt x="914" y="80"/>
                      </a:lnTo>
                      <a:lnTo>
                        <a:pt x="918" y="61"/>
                      </a:lnTo>
                      <a:lnTo>
                        <a:pt x="932" y="69"/>
                      </a:lnTo>
                      <a:lnTo>
                        <a:pt x="940" y="67"/>
                      </a:lnTo>
                      <a:lnTo>
                        <a:pt x="942" y="64"/>
                      </a:lnTo>
                      <a:lnTo>
                        <a:pt x="944" y="56"/>
                      </a:lnTo>
                      <a:lnTo>
                        <a:pt x="945" y="49"/>
                      </a:lnTo>
                      <a:lnTo>
                        <a:pt x="943" y="45"/>
                      </a:lnTo>
                      <a:lnTo>
                        <a:pt x="928" y="42"/>
                      </a:lnTo>
                      <a:close/>
                    </a:path>
                  </a:pathLst>
                </a:custGeom>
                <a:solidFill>
                  <a:srgbClr val="76BEF2"/>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3" name="Iceland" descr="{&quot;Key&quot;:&quot;iceland&quot;,&quot;Name&quot;:&quot;Iceland&quot;,&quot;Value&quot;:37.0,&quot;Formula&quot;:&quot;37&quot;,&quot;Text&quot;:&quot;37&quot;,&quot;OfficeApplication&quot;:2,&quot;HasValue&quot;:true}">
                  <a:extLst>
                    <a:ext uri="{FF2B5EF4-FFF2-40B4-BE49-F238E27FC236}">
                      <a16:creationId xmlns:a16="http://schemas.microsoft.com/office/drawing/2014/main" id="{F26CC001-00D3-3BD5-C0F3-537709B64958}"/>
                    </a:ext>
                  </a:extLst>
                </p:cNvPr>
                <p:cNvSpPr>
                  <a:spLocks/>
                </p:cNvSpPr>
                <p:nvPr/>
              </p:nvSpPr>
              <p:spPr bwMode="auto">
                <a:xfrm>
                  <a:off x="1763217" y="1934796"/>
                  <a:ext cx="514297" cy="450273"/>
                </a:xfrm>
                <a:custGeom>
                  <a:avLst/>
                  <a:gdLst>
                    <a:gd name="T0" fmla="*/ 28 w 347"/>
                    <a:gd name="T1" fmla="*/ 178 h 276"/>
                    <a:gd name="T2" fmla="*/ 38 w 347"/>
                    <a:gd name="T3" fmla="*/ 178 h 276"/>
                    <a:gd name="T4" fmla="*/ 80 w 347"/>
                    <a:gd name="T5" fmla="*/ 168 h 276"/>
                    <a:gd name="T6" fmla="*/ 56 w 347"/>
                    <a:gd name="T7" fmla="*/ 162 h 276"/>
                    <a:gd name="T8" fmla="*/ 67 w 347"/>
                    <a:gd name="T9" fmla="*/ 151 h 276"/>
                    <a:gd name="T10" fmla="*/ 79 w 347"/>
                    <a:gd name="T11" fmla="*/ 147 h 276"/>
                    <a:gd name="T12" fmla="*/ 60 w 347"/>
                    <a:gd name="T13" fmla="*/ 134 h 276"/>
                    <a:gd name="T14" fmla="*/ 55 w 347"/>
                    <a:gd name="T15" fmla="*/ 120 h 276"/>
                    <a:gd name="T16" fmla="*/ 39 w 347"/>
                    <a:gd name="T17" fmla="*/ 110 h 276"/>
                    <a:gd name="T18" fmla="*/ 23 w 347"/>
                    <a:gd name="T19" fmla="*/ 95 h 276"/>
                    <a:gd name="T20" fmla="*/ 50 w 347"/>
                    <a:gd name="T21" fmla="*/ 107 h 276"/>
                    <a:gd name="T22" fmla="*/ 67 w 347"/>
                    <a:gd name="T23" fmla="*/ 112 h 276"/>
                    <a:gd name="T24" fmla="*/ 85 w 347"/>
                    <a:gd name="T25" fmla="*/ 111 h 276"/>
                    <a:gd name="T26" fmla="*/ 98 w 347"/>
                    <a:gd name="T27" fmla="*/ 92 h 276"/>
                    <a:gd name="T28" fmla="*/ 103 w 347"/>
                    <a:gd name="T29" fmla="*/ 77 h 276"/>
                    <a:gd name="T30" fmla="*/ 80 w 347"/>
                    <a:gd name="T31" fmla="*/ 68 h 276"/>
                    <a:gd name="T32" fmla="*/ 73 w 347"/>
                    <a:gd name="T33" fmla="*/ 62 h 276"/>
                    <a:gd name="T34" fmla="*/ 45 w 347"/>
                    <a:gd name="T35" fmla="*/ 62 h 276"/>
                    <a:gd name="T36" fmla="*/ 55 w 347"/>
                    <a:gd name="T37" fmla="*/ 57 h 276"/>
                    <a:gd name="T38" fmla="*/ 69 w 347"/>
                    <a:gd name="T39" fmla="*/ 49 h 276"/>
                    <a:gd name="T40" fmla="*/ 65 w 347"/>
                    <a:gd name="T41" fmla="*/ 34 h 276"/>
                    <a:gd name="T42" fmla="*/ 83 w 347"/>
                    <a:gd name="T43" fmla="*/ 32 h 276"/>
                    <a:gd name="T44" fmla="*/ 112 w 347"/>
                    <a:gd name="T45" fmla="*/ 42 h 276"/>
                    <a:gd name="T46" fmla="*/ 120 w 347"/>
                    <a:gd name="T47" fmla="*/ 30 h 276"/>
                    <a:gd name="T48" fmla="*/ 119 w 347"/>
                    <a:gd name="T49" fmla="*/ 23 h 276"/>
                    <a:gd name="T50" fmla="*/ 113 w 347"/>
                    <a:gd name="T51" fmla="*/ 12 h 276"/>
                    <a:gd name="T52" fmla="*/ 125 w 347"/>
                    <a:gd name="T53" fmla="*/ 18 h 276"/>
                    <a:gd name="T54" fmla="*/ 131 w 347"/>
                    <a:gd name="T55" fmla="*/ 38 h 276"/>
                    <a:gd name="T56" fmla="*/ 129 w 347"/>
                    <a:gd name="T57" fmla="*/ 56 h 276"/>
                    <a:gd name="T58" fmla="*/ 128 w 347"/>
                    <a:gd name="T59" fmla="*/ 79 h 276"/>
                    <a:gd name="T60" fmla="*/ 124 w 347"/>
                    <a:gd name="T61" fmla="*/ 88 h 276"/>
                    <a:gd name="T62" fmla="*/ 116 w 347"/>
                    <a:gd name="T63" fmla="*/ 109 h 276"/>
                    <a:gd name="T64" fmla="*/ 140 w 347"/>
                    <a:gd name="T65" fmla="*/ 100 h 276"/>
                    <a:gd name="T66" fmla="*/ 179 w 347"/>
                    <a:gd name="T67" fmla="*/ 104 h 276"/>
                    <a:gd name="T68" fmla="*/ 197 w 347"/>
                    <a:gd name="T69" fmla="*/ 83 h 276"/>
                    <a:gd name="T70" fmla="*/ 215 w 347"/>
                    <a:gd name="T71" fmla="*/ 93 h 276"/>
                    <a:gd name="T72" fmla="*/ 215 w 347"/>
                    <a:gd name="T73" fmla="*/ 128 h 276"/>
                    <a:gd name="T74" fmla="*/ 239 w 347"/>
                    <a:gd name="T75" fmla="*/ 112 h 276"/>
                    <a:gd name="T76" fmla="*/ 243 w 347"/>
                    <a:gd name="T77" fmla="*/ 113 h 276"/>
                    <a:gd name="T78" fmla="*/ 269 w 347"/>
                    <a:gd name="T79" fmla="*/ 109 h 276"/>
                    <a:gd name="T80" fmla="*/ 279 w 347"/>
                    <a:gd name="T81" fmla="*/ 105 h 276"/>
                    <a:gd name="T82" fmla="*/ 294 w 347"/>
                    <a:gd name="T83" fmla="*/ 90 h 276"/>
                    <a:gd name="T84" fmla="*/ 304 w 347"/>
                    <a:gd name="T85" fmla="*/ 125 h 276"/>
                    <a:gd name="T86" fmla="*/ 334 w 347"/>
                    <a:gd name="T87" fmla="*/ 118 h 276"/>
                    <a:gd name="T88" fmla="*/ 312 w 347"/>
                    <a:gd name="T89" fmla="*/ 132 h 276"/>
                    <a:gd name="T90" fmla="*/ 307 w 347"/>
                    <a:gd name="T91" fmla="*/ 158 h 276"/>
                    <a:gd name="T92" fmla="*/ 319 w 347"/>
                    <a:gd name="T93" fmla="*/ 165 h 276"/>
                    <a:gd name="T94" fmla="*/ 309 w 347"/>
                    <a:gd name="T95" fmla="*/ 179 h 276"/>
                    <a:gd name="T96" fmla="*/ 332 w 347"/>
                    <a:gd name="T97" fmla="*/ 178 h 276"/>
                    <a:gd name="T98" fmla="*/ 316 w 347"/>
                    <a:gd name="T99" fmla="*/ 206 h 276"/>
                    <a:gd name="T100" fmla="*/ 318 w 347"/>
                    <a:gd name="T101" fmla="*/ 229 h 276"/>
                    <a:gd name="T102" fmla="*/ 312 w 347"/>
                    <a:gd name="T103" fmla="*/ 234 h 276"/>
                    <a:gd name="T104" fmla="*/ 295 w 347"/>
                    <a:gd name="T105" fmla="*/ 240 h 276"/>
                    <a:gd name="T106" fmla="*/ 273 w 347"/>
                    <a:gd name="T107" fmla="*/ 254 h 276"/>
                    <a:gd name="T108" fmla="*/ 250 w 347"/>
                    <a:gd name="T109" fmla="*/ 254 h 276"/>
                    <a:gd name="T110" fmla="*/ 227 w 347"/>
                    <a:gd name="T111" fmla="*/ 257 h 276"/>
                    <a:gd name="T112" fmla="*/ 193 w 347"/>
                    <a:gd name="T113" fmla="*/ 259 h 276"/>
                    <a:gd name="T114" fmla="*/ 162 w 347"/>
                    <a:gd name="T115" fmla="*/ 260 h 276"/>
                    <a:gd name="T116" fmla="*/ 99 w 347"/>
                    <a:gd name="T117" fmla="*/ 248 h 276"/>
                    <a:gd name="T118" fmla="*/ 88 w 347"/>
                    <a:gd name="T119" fmla="*/ 219 h 276"/>
                    <a:gd name="T120" fmla="*/ 74 w 347"/>
                    <a:gd name="T121" fmla="*/ 21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 h="276">
                      <a:moveTo>
                        <a:pt x="61" y="204"/>
                      </a:moveTo>
                      <a:cubicBezTo>
                        <a:pt x="59" y="203"/>
                        <a:pt x="23" y="186"/>
                        <a:pt x="21" y="185"/>
                      </a:cubicBezTo>
                      <a:cubicBezTo>
                        <a:pt x="19" y="183"/>
                        <a:pt x="26" y="181"/>
                        <a:pt x="28" y="178"/>
                      </a:cubicBezTo>
                      <a:cubicBezTo>
                        <a:pt x="30" y="176"/>
                        <a:pt x="28" y="167"/>
                        <a:pt x="31" y="168"/>
                      </a:cubicBezTo>
                      <a:cubicBezTo>
                        <a:pt x="35" y="170"/>
                        <a:pt x="33" y="177"/>
                        <a:pt x="35" y="181"/>
                      </a:cubicBezTo>
                      <a:cubicBezTo>
                        <a:pt x="36" y="182"/>
                        <a:pt x="37" y="178"/>
                        <a:pt x="38" y="178"/>
                      </a:cubicBezTo>
                      <a:cubicBezTo>
                        <a:pt x="43" y="177"/>
                        <a:pt x="48" y="181"/>
                        <a:pt x="52" y="180"/>
                      </a:cubicBezTo>
                      <a:cubicBezTo>
                        <a:pt x="69" y="173"/>
                        <a:pt x="46" y="167"/>
                        <a:pt x="68" y="165"/>
                      </a:cubicBezTo>
                      <a:cubicBezTo>
                        <a:pt x="72" y="165"/>
                        <a:pt x="76" y="168"/>
                        <a:pt x="80" y="168"/>
                      </a:cubicBezTo>
                      <a:cubicBezTo>
                        <a:pt x="82" y="169"/>
                        <a:pt x="75" y="164"/>
                        <a:pt x="73" y="163"/>
                      </a:cubicBezTo>
                      <a:cubicBezTo>
                        <a:pt x="72" y="163"/>
                        <a:pt x="71" y="163"/>
                        <a:pt x="69" y="163"/>
                      </a:cubicBezTo>
                      <a:cubicBezTo>
                        <a:pt x="65" y="163"/>
                        <a:pt x="60" y="164"/>
                        <a:pt x="56" y="162"/>
                      </a:cubicBezTo>
                      <a:cubicBezTo>
                        <a:pt x="54" y="160"/>
                        <a:pt x="63" y="163"/>
                        <a:pt x="65" y="161"/>
                      </a:cubicBezTo>
                      <a:cubicBezTo>
                        <a:pt x="67" y="160"/>
                        <a:pt x="61" y="159"/>
                        <a:pt x="61" y="158"/>
                      </a:cubicBezTo>
                      <a:cubicBezTo>
                        <a:pt x="61" y="155"/>
                        <a:pt x="64" y="152"/>
                        <a:pt x="67" y="151"/>
                      </a:cubicBezTo>
                      <a:cubicBezTo>
                        <a:pt x="68" y="151"/>
                        <a:pt x="71" y="152"/>
                        <a:pt x="73" y="152"/>
                      </a:cubicBezTo>
                      <a:cubicBezTo>
                        <a:pt x="77" y="152"/>
                        <a:pt x="82" y="151"/>
                        <a:pt x="85" y="148"/>
                      </a:cubicBezTo>
                      <a:cubicBezTo>
                        <a:pt x="87" y="147"/>
                        <a:pt x="81" y="148"/>
                        <a:pt x="79" y="147"/>
                      </a:cubicBezTo>
                      <a:cubicBezTo>
                        <a:pt x="77" y="146"/>
                        <a:pt x="63" y="153"/>
                        <a:pt x="59" y="152"/>
                      </a:cubicBezTo>
                      <a:cubicBezTo>
                        <a:pt x="56" y="152"/>
                        <a:pt x="61" y="146"/>
                        <a:pt x="61" y="143"/>
                      </a:cubicBezTo>
                      <a:cubicBezTo>
                        <a:pt x="61" y="140"/>
                        <a:pt x="59" y="137"/>
                        <a:pt x="60" y="134"/>
                      </a:cubicBezTo>
                      <a:cubicBezTo>
                        <a:pt x="60" y="130"/>
                        <a:pt x="67" y="128"/>
                        <a:pt x="65" y="124"/>
                      </a:cubicBezTo>
                      <a:cubicBezTo>
                        <a:pt x="65" y="122"/>
                        <a:pt x="60" y="125"/>
                        <a:pt x="58" y="124"/>
                      </a:cubicBezTo>
                      <a:cubicBezTo>
                        <a:pt x="56" y="124"/>
                        <a:pt x="56" y="119"/>
                        <a:pt x="55" y="120"/>
                      </a:cubicBezTo>
                      <a:cubicBezTo>
                        <a:pt x="54" y="121"/>
                        <a:pt x="56" y="124"/>
                        <a:pt x="55" y="123"/>
                      </a:cubicBezTo>
                      <a:cubicBezTo>
                        <a:pt x="51" y="121"/>
                        <a:pt x="46" y="113"/>
                        <a:pt x="42" y="111"/>
                      </a:cubicBezTo>
                      <a:cubicBezTo>
                        <a:pt x="42" y="109"/>
                        <a:pt x="40" y="110"/>
                        <a:pt x="39" y="110"/>
                      </a:cubicBezTo>
                      <a:cubicBezTo>
                        <a:pt x="38" y="110"/>
                        <a:pt x="37" y="112"/>
                        <a:pt x="36" y="111"/>
                      </a:cubicBezTo>
                      <a:cubicBezTo>
                        <a:pt x="35" y="111"/>
                        <a:pt x="35" y="108"/>
                        <a:pt x="34" y="107"/>
                      </a:cubicBezTo>
                      <a:cubicBezTo>
                        <a:pt x="31" y="106"/>
                        <a:pt x="0" y="106"/>
                        <a:pt x="23" y="95"/>
                      </a:cubicBezTo>
                      <a:cubicBezTo>
                        <a:pt x="29" y="92"/>
                        <a:pt x="28" y="98"/>
                        <a:pt x="34" y="102"/>
                      </a:cubicBezTo>
                      <a:cubicBezTo>
                        <a:pt x="39" y="104"/>
                        <a:pt x="47" y="97"/>
                        <a:pt x="52" y="100"/>
                      </a:cubicBezTo>
                      <a:cubicBezTo>
                        <a:pt x="54" y="101"/>
                        <a:pt x="48" y="105"/>
                        <a:pt x="50" y="107"/>
                      </a:cubicBezTo>
                      <a:cubicBezTo>
                        <a:pt x="52" y="109"/>
                        <a:pt x="53" y="104"/>
                        <a:pt x="55" y="103"/>
                      </a:cubicBezTo>
                      <a:cubicBezTo>
                        <a:pt x="59" y="102"/>
                        <a:pt x="64" y="100"/>
                        <a:pt x="67" y="102"/>
                      </a:cubicBezTo>
                      <a:cubicBezTo>
                        <a:pt x="69" y="104"/>
                        <a:pt x="66" y="109"/>
                        <a:pt x="67" y="112"/>
                      </a:cubicBezTo>
                      <a:cubicBezTo>
                        <a:pt x="67" y="113"/>
                        <a:pt x="67" y="109"/>
                        <a:pt x="67" y="108"/>
                      </a:cubicBezTo>
                      <a:cubicBezTo>
                        <a:pt x="70" y="105"/>
                        <a:pt x="112" y="133"/>
                        <a:pt x="98" y="108"/>
                      </a:cubicBezTo>
                      <a:cubicBezTo>
                        <a:pt x="95" y="105"/>
                        <a:pt x="90" y="111"/>
                        <a:pt x="85" y="111"/>
                      </a:cubicBezTo>
                      <a:cubicBezTo>
                        <a:pt x="80" y="110"/>
                        <a:pt x="76" y="104"/>
                        <a:pt x="74" y="99"/>
                      </a:cubicBezTo>
                      <a:cubicBezTo>
                        <a:pt x="74" y="99"/>
                        <a:pt x="74" y="99"/>
                        <a:pt x="75" y="98"/>
                      </a:cubicBezTo>
                      <a:cubicBezTo>
                        <a:pt x="81" y="94"/>
                        <a:pt x="91" y="92"/>
                        <a:pt x="98" y="92"/>
                      </a:cubicBezTo>
                      <a:cubicBezTo>
                        <a:pt x="102" y="92"/>
                        <a:pt x="106" y="95"/>
                        <a:pt x="108" y="92"/>
                      </a:cubicBezTo>
                      <a:cubicBezTo>
                        <a:pt x="112" y="89"/>
                        <a:pt x="91" y="90"/>
                        <a:pt x="91" y="84"/>
                      </a:cubicBezTo>
                      <a:cubicBezTo>
                        <a:pt x="92" y="80"/>
                        <a:pt x="103" y="82"/>
                        <a:pt x="103" y="77"/>
                      </a:cubicBezTo>
                      <a:cubicBezTo>
                        <a:pt x="102" y="51"/>
                        <a:pt x="83" y="80"/>
                        <a:pt x="82" y="75"/>
                      </a:cubicBezTo>
                      <a:cubicBezTo>
                        <a:pt x="81" y="72"/>
                        <a:pt x="84" y="68"/>
                        <a:pt x="83" y="65"/>
                      </a:cubicBezTo>
                      <a:cubicBezTo>
                        <a:pt x="82" y="64"/>
                        <a:pt x="81" y="68"/>
                        <a:pt x="80" y="68"/>
                      </a:cubicBezTo>
                      <a:cubicBezTo>
                        <a:pt x="78" y="68"/>
                        <a:pt x="81" y="65"/>
                        <a:pt x="80" y="65"/>
                      </a:cubicBezTo>
                      <a:cubicBezTo>
                        <a:pt x="76" y="66"/>
                        <a:pt x="76" y="73"/>
                        <a:pt x="73" y="65"/>
                      </a:cubicBezTo>
                      <a:cubicBezTo>
                        <a:pt x="72" y="65"/>
                        <a:pt x="73" y="62"/>
                        <a:pt x="73" y="62"/>
                      </a:cubicBezTo>
                      <a:cubicBezTo>
                        <a:pt x="71" y="64"/>
                        <a:pt x="71" y="68"/>
                        <a:pt x="68" y="69"/>
                      </a:cubicBezTo>
                      <a:cubicBezTo>
                        <a:pt x="66" y="69"/>
                        <a:pt x="67" y="65"/>
                        <a:pt x="65" y="64"/>
                      </a:cubicBezTo>
                      <a:cubicBezTo>
                        <a:pt x="61" y="63"/>
                        <a:pt x="46" y="71"/>
                        <a:pt x="45" y="62"/>
                      </a:cubicBezTo>
                      <a:cubicBezTo>
                        <a:pt x="45" y="60"/>
                        <a:pt x="48" y="60"/>
                        <a:pt x="48" y="59"/>
                      </a:cubicBezTo>
                      <a:cubicBezTo>
                        <a:pt x="46" y="53"/>
                        <a:pt x="33" y="54"/>
                        <a:pt x="34" y="48"/>
                      </a:cubicBezTo>
                      <a:cubicBezTo>
                        <a:pt x="38" y="25"/>
                        <a:pt x="52" y="59"/>
                        <a:pt x="55" y="57"/>
                      </a:cubicBezTo>
                      <a:cubicBezTo>
                        <a:pt x="63" y="52"/>
                        <a:pt x="46" y="35"/>
                        <a:pt x="57" y="35"/>
                      </a:cubicBezTo>
                      <a:cubicBezTo>
                        <a:pt x="67" y="35"/>
                        <a:pt x="60" y="73"/>
                        <a:pt x="73" y="56"/>
                      </a:cubicBezTo>
                      <a:cubicBezTo>
                        <a:pt x="75" y="53"/>
                        <a:pt x="67" y="51"/>
                        <a:pt x="69" y="49"/>
                      </a:cubicBezTo>
                      <a:cubicBezTo>
                        <a:pt x="71" y="46"/>
                        <a:pt x="77" y="52"/>
                        <a:pt x="80" y="49"/>
                      </a:cubicBezTo>
                      <a:cubicBezTo>
                        <a:pt x="82" y="47"/>
                        <a:pt x="73" y="49"/>
                        <a:pt x="71" y="47"/>
                      </a:cubicBezTo>
                      <a:cubicBezTo>
                        <a:pt x="67" y="44"/>
                        <a:pt x="66" y="39"/>
                        <a:pt x="65" y="34"/>
                      </a:cubicBezTo>
                      <a:cubicBezTo>
                        <a:pt x="63" y="15"/>
                        <a:pt x="76" y="52"/>
                        <a:pt x="81" y="46"/>
                      </a:cubicBezTo>
                      <a:cubicBezTo>
                        <a:pt x="83" y="44"/>
                        <a:pt x="64" y="29"/>
                        <a:pt x="72" y="25"/>
                      </a:cubicBezTo>
                      <a:cubicBezTo>
                        <a:pt x="76" y="23"/>
                        <a:pt x="79" y="34"/>
                        <a:pt x="83" y="32"/>
                      </a:cubicBezTo>
                      <a:cubicBezTo>
                        <a:pt x="85" y="31"/>
                        <a:pt x="72" y="13"/>
                        <a:pt x="89" y="18"/>
                      </a:cubicBezTo>
                      <a:cubicBezTo>
                        <a:pt x="102" y="23"/>
                        <a:pt x="87" y="47"/>
                        <a:pt x="102" y="57"/>
                      </a:cubicBezTo>
                      <a:cubicBezTo>
                        <a:pt x="102" y="57"/>
                        <a:pt x="112" y="53"/>
                        <a:pt x="112" y="42"/>
                      </a:cubicBezTo>
                      <a:cubicBezTo>
                        <a:pt x="112" y="39"/>
                        <a:pt x="109" y="40"/>
                        <a:pt x="108" y="39"/>
                      </a:cubicBezTo>
                      <a:cubicBezTo>
                        <a:pt x="106" y="37"/>
                        <a:pt x="100" y="26"/>
                        <a:pt x="102" y="23"/>
                      </a:cubicBezTo>
                      <a:cubicBezTo>
                        <a:pt x="106" y="18"/>
                        <a:pt x="114" y="27"/>
                        <a:pt x="120" y="30"/>
                      </a:cubicBezTo>
                      <a:cubicBezTo>
                        <a:pt x="121" y="30"/>
                        <a:pt x="115" y="29"/>
                        <a:pt x="115" y="27"/>
                      </a:cubicBezTo>
                      <a:cubicBezTo>
                        <a:pt x="114" y="25"/>
                        <a:pt x="117" y="26"/>
                        <a:pt x="119" y="25"/>
                      </a:cubicBezTo>
                      <a:cubicBezTo>
                        <a:pt x="119" y="25"/>
                        <a:pt x="119" y="23"/>
                        <a:pt x="119" y="23"/>
                      </a:cubicBezTo>
                      <a:cubicBezTo>
                        <a:pt x="111" y="24"/>
                        <a:pt x="112" y="35"/>
                        <a:pt x="103" y="17"/>
                      </a:cubicBezTo>
                      <a:cubicBezTo>
                        <a:pt x="96" y="0"/>
                        <a:pt x="112" y="13"/>
                        <a:pt x="112" y="13"/>
                      </a:cubicBezTo>
                      <a:cubicBezTo>
                        <a:pt x="112" y="13"/>
                        <a:pt x="113" y="12"/>
                        <a:pt x="113" y="12"/>
                      </a:cubicBezTo>
                      <a:cubicBezTo>
                        <a:pt x="113" y="10"/>
                        <a:pt x="112" y="8"/>
                        <a:pt x="113" y="9"/>
                      </a:cubicBezTo>
                      <a:cubicBezTo>
                        <a:pt x="115" y="10"/>
                        <a:pt x="115" y="14"/>
                        <a:pt x="117" y="16"/>
                      </a:cubicBezTo>
                      <a:cubicBezTo>
                        <a:pt x="119" y="17"/>
                        <a:pt x="123" y="17"/>
                        <a:pt x="125" y="18"/>
                      </a:cubicBezTo>
                      <a:cubicBezTo>
                        <a:pt x="131" y="23"/>
                        <a:pt x="123" y="29"/>
                        <a:pt x="123" y="31"/>
                      </a:cubicBezTo>
                      <a:cubicBezTo>
                        <a:pt x="123" y="32"/>
                        <a:pt x="126" y="31"/>
                        <a:pt x="127" y="32"/>
                      </a:cubicBezTo>
                      <a:cubicBezTo>
                        <a:pt x="128" y="32"/>
                        <a:pt x="132" y="36"/>
                        <a:pt x="131" y="38"/>
                      </a:cubicBezTo>
                      <a:cubicBezTo>
                        <a:pt x="129" y="39"/>
                        <a:pt x="127" y="38"/>
                        <a:pt x="127" y="39"/>
                      </a:cubicBezTo>
                      <a:cubicBezTo>
                        <a:pt x="128" y="42"/>
                        <a:pt x="133" y="41"/>
                        <a:pt x="133" y="44"/>
                      </a:cubicBezTo>
                      <a:cubicBezTo>
                        <a:pt x="133" y="48"/>
                        <a:pt x="128" y="52"/>
                        <a:pt x="129" y="56"/>
                      </a:cubicBezTo>
                      <a:cubicBezTo>
                        <a:pt x="130" y="59"/>
                        <a:pt x="138" y="57"/>
                        <a:pt x="138" y="60"/>
                      </a:cubicBezTo>
                      <a:cubicBezTo>
                        <a:pt x="138" y="64"/>
                        <a:pt x="129" y="58"/>
                        <a:pt x="128" y="61"/>
                      </a:cubicBezTo>
                      <a:cubicBezTo>
                        <a:pt x="128" y="64"/>
                        <a:pt x="154" y="75"/>
                        <a:pt x="128" y="79"/>
                      </a:cubicBezTo>
                      <a:cubicBezTo>
                        <a:pt x="123" y="80"/>
                        <a:pt x="121" y="72"/>
                        <a:pt x="117" y="70"/>
                      </a:cubicBezTo>
                      <a:cubicBezTo>
                        <a:pt x="115" y="70"/>
                        <a:pt x="117" y="74"/>
                        <a:pt x="119" y="76"/>
                      </a:cubicBezTo>
                      <a:cubicBezTo>
                        <a:pt x="120" y="80"/>
                        <a:pt x="125" y="84"/>
                        <a:pt x="124" y="88"/>
                      </a:cubicBezTo>
                      <a:cubicBezTo>
                        <a:pt x="123" y="92"/>
                        <a:pt x="114" y="92"/>
                        <a:pt x="114" y="97"/>
                      </a:cubicBezTo>
                      <a:cubicBezTo>
                        <a:pt x="112" y="100"/>
                        <a:pt x="120" y="98"/>
                        <a:pt x="121" y="101"/>
                      </a:cubicBezTo>
                      <a:cubicBezTo>
                        <a:pt x="122" y="104"/>
                        <a:pt x="117" y="107"/>
                        <a:pt x="116" y="109"/>
                      </a:cubicBezTo>
                      <a:cubicBezTo>
                        <a:pt x="115" y="113"/>
                        <a:pt x="111" y="120"/>
                        <a:pt x="115" y="120"/>
                      </a:cubicBezTo>
                      <a:cubicBezTo>
                        <a:pt x="127" y="122"/>
                        <a:pt x="126" y="99"/>
                        <a:pt x="133" y="95"/>
                      </a:cubicBezTo>
                      <a:cubicBezTo>
                        <a:pt x="157" y="82"/>
                        <a:pt x="141" y="98"/>
                        <a:pt x="140" y="100"/>
                      </a:cubicBezTo>
                      <a:cubicBezTo>
                        <a:pt x="137" y="115"/>
                        <a:pt x="154" y="99"/>
                        <a:pt x="155" y="98"/>
                      </a:cubicBezTo>
                      <a:cubicBezTo>
                        <a:pt x="162" y="90"/>
                        <a:pt x="159" y="68"/>
                        <a:pt x="165" y="68"/>
                      </a:cubicBezTo>
                      <a:cubicBezTo>
                        <a:pt x="185" y="70"/>
                        <a:pt x="167" y="95"/>
                        <a:pt x="179" y="104"/>
                      </a:cubicBezTo>
                      <a:cubicBezTo>
                        <a:pt x="188" y="112"/>
                        <a:pt x="183" y="94"/>
                        <a:pt x="185" y="89"/>
                      </a:cubicBezTo>
                      <a:cubicBezTo>
                        <a:pt x="185" y="86"/>
                        <a:pt x="188" y="83"/>
                        <a:pt x="190" y="82"/>
                      </a:cubicBezTo>
                      <a:cubicBezTo>
                        <a:pt x="192" y="81"/>
                        <a:pt x="194" y="82"/>
                        <a:pt x="197" y="83"/>
                      </a:cubicBezTo>
                      <a:cubicBezTo>
                        <a:pt x="197" y="84"/>
                        <a:pt x="197" y="86"/>
                        <a:pt x="198" y="86"/>
                      </a:cubicBezTo>
                      <a:cubicBezTo>
                        <a:pt x="202" y="85"/>
                        <a:pt x="207" y="78"/>
                        <a:pt x="211" y="81"/>
                      </a:cubicBezTo>
                      <a:cubicBezTo>
                        <a:pt x="215" y="82"/>
                        <a:pt x="214" y="89"/>
                        <a:pt x="215" y="93"/>
                      </a:cubicBezTo>
                      <a:cubicBezTo>
                        <a:pt x="215" y="96"/>
                        <a:pt x="211" y="98"/>
                        <a:pt x="212" y="100"/>
                      </a:cubicBezTo>
                      <a:cubicBezTo>
                        <a:pt x="215" y="115"/>
                        <a:pt x="222" y="90"/>
                        <a:pt x="218" y="111"/>
                      </a:cubicBezTo>
                      <a:cubicBezTo>
                        <a:pt x="216" y="123"/>
                        <a:pt x="212" y="117"/>
                        <a:pt x="215" y="128"/>
                      </a:cubicBezTo>
                      <a:cubicBezTo>
                        <a:pt x="219" y="147"/>
                        <a:pt x="219" y="91"/>
                        <a:pt x="225" y="90"/>
                      </a:cubicBezTo>
                      <a:cubicBezTo>
                        <a:pt x="240" y="86"/>
                        <a:pt x="236" y="110"/>
                        <a:pt x="237" y="116"/>
                      </a:cubicBezTo>
                      <a:cubicBezTo>
                        <a:pt x="237" y="117"/>
                        <a:pt x="237" y="113"/>
                        <a:pt x="239" y="112"/>
                      </a:cubicBezTo>
                      <a:cubicBezTo>
                        <a:pt x="239" y="112"/>
                        <a:pt x="241" y="112"/>
                        <a:pt x="241" y="112"/>
                      </a:cubicBezTo>
                      <a:cubicBezTo>
                        <a:pt x="237" y="104"/>
                        <a:pt x="242" y="115"/>
                        <a:pt x="242" y="115"/>
                      </a:cubicBezTo>
                      <a:cubicBezTo>
                        <a:pt x="243" y="115"/>
                        <a:pt x="243" y="113"/>
                        <a:pt x="243" y="113"/>
                      </a:cubicBezTo>
                      <a:cubicBezTo>
                        <a:pt x="246" y="108"/>
                        <a:pt x="252" y="100"/>
                        <a:pt x="258" y="100"/>
                      </a:cubicBezTo>
                      <a:cubicBezTo>
                        <a:pt x="264" y="99"/>
                        <a:pt x="263" y="112"/>
                        <a:pt x="269" y="116"/>
                      </a:cubicBezTo>
                      <a:cubicBezTo>
                        <a:pt x="271" y="117"/>
                        <a:pt x="267" y="111"/>
                        <a:pt x="269" y="109"/>
                      </a:cubicBezTo>
                      <a:cubicBezTo>
                        <a:pt x="273" y="105"/>
                        <a:pt x="275" y="114"/>
                        <a:pt x="275" y="114"/>
                      </a:cubicBezTo>
                      <a:cubicBezTo>
                        <a:pt x="275" y="115"/>
                        <a:pt x="274" y="111"/>
                        <a:pt x="275" y="110"/>
                      </a:cubicBezTo>
                      <a:cubicBezTo>
                        <a:pt x="276" y="108"/>
                        <a:pt x="279" y="107"/>
                        <a:pt x="279" y="105"/>
                      </a:cubicBezTo>
                      <a:cubicBezTo>
                        <a:pt x="280" y="103"/>
                        <a:pt x="279" y="100"/>
                        <a:pt x="279" y="97"/>
                      </a:cubicBezTo>
                      <a:cubicBezTo>
                        <a:pt x="280" y="94"/>
                        <a:pt x="279" y="89"/>
                        <a:pt x="282" y="87"/>
                      </a:cubicBezTo>
                      <a:cubicBezTo>
                        <a:pt x="286" y="86"/>
                        <a:pt x="290" y="89"/>
                        <a:pt x="294" y="90"/>
                      </a:cubicBezTo>
                      <a:cubicBezTo>
                        <a:pt x="304" y="92"/>
                        <a:pt x="296" y="96"/>
                        <a:pt x="297" y="100"/>
                      </a:cubicBezTo>
                      <a:cubicBezTo>
                        <a:pt x="298" y="103"/>
                        <a:pt x="301" y="102"/>
                        <a:pt x="303" y="104"/>
                      </a:cubicBezTo>
                      <a:cubicBezTo>
                        <a:pt x="306" y="112"/>
                        <a:pt x="286" y="115"/>
                        <a:pt x="304" y="125"/>
                      </a:cubicBezTo>
                      <a:cubicBezTo>
                        <a:pt x="306" y="126"/>
                        <a:pt x="306" y="120"/>
                        <a:pt x="309" y="119"/>
                      </a:cubicBezTo>
                      <a:cubicBezTo>
                        <a:pt x="311" y="117"/>
                        <a:pt x="314" y="120"/>
                        <a:pt x="316" y="119"/>
                      </a:cubicBezTo>
                      <a:cubicBezTo>
                        <a:pt x="321" y="117"/>
                        <a:pt x="327" y="104"/>
                        <a:pt x="334" y="118"/>
                      </a:cubicBezTo>
                      <a:cubicBezTo>
                        <a:pt x="335" y="120"/>
                        <a:pt x="329" y="119"/>
                        <a:pt x="326" y="120"/>
                      </a:cubicBezTo>
                      <a:cubicBezTo>
                        <a:pt x="318" y="121"/>
                        <a:pt x="314" y="120"/>
                        <a:pt x="309" y="129"/>
                      </a:cubicBezTo>
                      <a:cubicBezTo>
                        <a:pt x="308" y="130"/>
                        <a:pt x="312" y="130"/>
                        <a:pt x="312" y="132"/>
                      </a:cubicBezTo>
                      <a:cubicBezTo>
                        <a:pt x="312" y="133"/>
                        <a:pt x="309" y="134"/>
                        <a:pt x="310" y="135"/>
                      </a:cubicBezTo>
                      <a:cubicBezTo>
                        <a:pt x="313" y="137"/>
                        <a:pt x="318" y="135"/>
                        <a:pt x="321" y="138"/>
                      </a:cubicBezTo>
                      <a:cubicBezTo>
                        <a:pt x="330" y="145"/>
                        <a:pt x="308" y="157"/>
                        <a:pt x="307" y="158"/>
                      </a:cubicBezTo>
                      <a:cubicBezTo>
                        <a:pt x="306" y="159"/>
                        <a:pt x="309" y="156"/>
                        <a:pt x="311" y="157"/>
                      </a:cubicBezTo>
                      <a:cubicBezTo>
                        <a:pt x="315" y="158"/>
                        <a:pt x="319" y="161"/>
                        <a:pt x="322" y="164"/>
                      </a:cubicBezTo>
                      <a:cubicBezTo>
                        <a:pt x="323" y="164"/>
                        <a:pt x="319" y="164"/>
                        <a:pt x="319" y="165"/>
                      </a:cubicBezTo>
                      <a:cubicBezTo>
                        <a:pt x="319" y="167"/>
                        <a:pt x="322" y="169"/>
                        <a:pt x="322" y="171"/>
                      </a:cubicBezTo>
                      <a:cubicBezTo>
                        <a:pt x="322" y="172"/>
                        <a:pt x="320" y="170"/>
                        <a:pt x="319" y="171"/>
                      </a:cubicBezTo>
                      <a:cubicBezTo>
                        <a:pt x="316" y="173"/>
                        <a:pt x="305" y="177"/>
                        <a:pt x="309" y="179"/>
                      </a:cubicBezTo>
                      <a:cubicBezTo>
                        <a:pt x="314" y="181"/>
                        <a:pt x="318" y="168"/>
                        <a:pt x="322" y="172"/>
                      </a:cubicBezTo>
                      <a:cubicBezTo>
                        <a:pt x="324" y="174"/>
                        <a:pt x="326" y="176"/>
                        <a:pt x="328" y="178"/>
                      </a:cubicBezTo>
                      <a:cubicBezTo>
                        <a:pt x="329" y="179"/>
                        <a:pt x="331" y="177"/>
                        <a:pt x="332" y="178"/>
                      </a:cubicBezTo>
                      <a:cubicBezTo>
                        <a:pt x="335" y="184"/>
                        <a:pt x="338" y="193"/>
                        <a:pt x="331" y="198"/>
                      </a:cubicBezTo>
                      <a:cubicBezTo>
                        <a:pt x="327" y="200"/>
                        <a:pt x="322" y="199"/>
                        <a:pt x="319" y="201"/>
                      </a:cubicBezTo>
                      <a:cubicBezTo>
                        <a:pt x="317" y="202"/>
                        <a:pt x="315" y="205"/>
                        <a:pt x="316" y="206"/>
                      </a:cubicBezTo>
                      <a:cubicBezTo>
                        <a:pt x="318" y="207"/>
                        <a:pt x="347" y="211"/>
                        <a:pt x="324" y="224"/>
                      </a:cubicBezTo>
                      <a:cubicBezTo>
                        <a:pt x="319" y="227"/>
                        <a:pt x="306" y="215"/>
                        <a:pt x="306" y="215"/>
                      </a:cubicBezTo>
                      <a:cubicBezTo>
                        <a:pt x="302" y="210"/>
                        <a:pt x="324" y="224"/>
                        <a:pt x="318" y="229"/>
                      </a:cubicBezTo>
                      <a:cubicBezTo>
                        <a:pt x="316" y="231"/>
                        <a:pt x="311" y="223"/>
                        <a:pt x="308" y="225"/>
                      </a:cubicBezTo>
                      <a:cubicBezTo>
                        <a:pt x="306" y="227"/>
                        <a:pt x="314" y="229"/>
                        <a:pt x="315" y="232"/>
                      </a:cubicBezTo>
                      <a:cubicBezTo>
                        <a:pt x="316" y="233"/>
                        <a:pt x="313" y="234"/>
                        <a:pt x="312" y="234"/>
                      </a:cubicBezTo>
                      <a:cubicBezTo>
                        <a:pt x="306" y="237"/>
                        <a:pt x="300" y="243"/>
                        <a:pt x="296" y="239"/>
                      </a:cubicBezTo>
                      <a:cubicBezTo>
                        <a:pt x="293" y="236"/>
                        <a:pt x="293" y="225"/>
                        <a:pt x="291" y="228"/>
                      </a:cubicBezTo>
                      <a:cubicBezTo>
                        <a:pt x="288" y="231"/>
                        <a:pt x="297" y="236"/>
                        <a:pt x="295" y="240"/>
                      </a:cubicBezTo>
                      <a:cubicBezTo>
                        <a:pt x="293" y="244"/>
                        <a:pt x="286" y="240"/>
                        <a:pt x="283" y="242"/>
                      </a:cubicBezTo>
                      <a:cubicBezTo>
                        <a:pt x="279" y="245"/>
                        <a:pt x="282" y="252"/>
                        <a:pt x="279" y="255"/>
                      </a:cubicBezTo>
                      <a:cubicBezTo>
                        <a:pt x="278" y="257"/>
                        <a:pt x="274" y="254"/>
                        <a:pt x="273" y="254"/>
                      </a:cubicBezTo>
                      <a:cubicBezTo>
                        <a:pt x="269" y="255"/>
                        <a:pt x="266" y="261"/>
                        <a:pt x="262" y="261"/>
                      </a:cubicBezTo>
                      <a:cubicBezTo>
                        <a:pt x="259" y="262"/>
                        <a:pt x="261" y="247"/>
                        <a:pt x="252" y="245"/>
                      </a:cubicBezTo>
                      <a:cubicBezTo>
                        <a:pt x="249" y="244"/>
                        <a:pt x="252" y="251"/>
                        <a:pt x="250" y="254"/>
                      </a:cubicBezTo>
                      <a:cubicBezTo>
                        <a:pt x="250" y="255"/>
                        <a:pt x="248" y="253"/>
                        <a:pt x="247" y="254"/>
                      </a:cubicBezTo>
                      <a:cubicBezTo>
                        <a:pt x="246" y="254"/>
                        <a:pt x="249" y="255"/>
                        <a:pt x="248" y="255"/>
                      </a:cubicBezTo>
                      <a:cubicBezTo>
                        <a:pt x="233" y="258"/>
                        <a:pt x="241" y="254"/>
                        <a:pt x="227" y="257"/>
                      </a:cubicBezTo>
                      <a:cubicBezTo>
                        <a:pt x="220" y="258"/>
                        <a:pt x="214" y="264"/>
                        <a:pt x="206" y="267"/>
                      </a:cubicBezTo>
                      <a:cubicBezTo>
                        <a:pt x="205" y="267"/>
                        <a:pt x="203" y="268"/>
                        <a:pt x="202" y="267"/>
                      </a:cubicBezTo>
                      <a:cubicBezTo>
                        <a:pt x="198" y="266"/>
                        <a:pt x="197" y="259"/>
                        <a:pt x="193" y="259"/>
                      </a:cubicBezTo>
                      <a:cubicBezTo>
                        <a:pt x="189" y="260"/>
                        <a:pt x="190" y="267"/>
                        <a:pt x="188" y="268"/>
                      </a:cubicBezTo>
                      <a:cubicBezTo>
                        <a:pt x="185" y="269"/>
                        <a:pt x="185" y="264"/>
                        <a:pt x="183" y="263"/>
                      </a:cubicBezTo>
                      <a:cubicBezTo>
                        <a:pt x="179" y="262"/>
                        <a:pt x="167" y="262"/>
                        <a:pt x="162" y="260"/>
                      </a:cubicBezTo>
                      <a:cubicBezTo>
                        <a:pt x="154" y="258"/>
                        <a:pt x="154" y="271"/>
                        <a:pt x="152" y="273"/>
                      </a:cubicBezTo>
                      <a:cubicBezTo>
                        <a:pt x="148" y="276"/>
                        <a:pt x="127" y="274"/>
                        <a:pt x="123" y="272"/>
                      </a:cubicBezTo>
                      <a:cubicBezTo>
                        <a:pt x="113" y="269"/>
                        <a:pt x="104" y="253"/>
                        <a:pt x="99" y="248"/>
                      </a:cubicBezTo>
                      <a:cubicBezTo>
                        <a:pt x="92" y="241"/>
                        <a:pt x="86" y="246"/>
                        <a:pt x="82" y="235"/>
                      </a:cubicBezTo>
                      <a:cubicBezTo>
                        <a:pt x="81" y="232"/>
                        <a:pt x="78" y="229"/>
                        <a:pt x="80" y="226"/>
                      </a:cubicBezTo>
                      <a:cubicBezTo>
                        <a:pt x="81" y="222"/>
                        <a:pt x="91" y="220"/>
                        <a:pt x="88" y="219"/>
                      </a:cubicBezTo>
                      <a:cubicBezTo>
                        <a:pt x="85" y="217"/>
                        <a:pt x="82" y="228"/>
                        <a:pt x="79" y="225"/>
                      </a:cubicBezTo>
                      <a:cubicBezTo>
                        <a:pt x="76" y="223"/>
                        <a:pt x="83" y="216"/>
                        <a:pt x="81" y="212"/>
                      </a:cubicBezTo>
                      <a:cubicBezTo>
                        <a:pt x="80" y="210"/>
                        <a:pt x="77" y="218"/>
                        <a:pt x="74" y="216"/>
                      </a:cubicBezTo>
                      <a:cubicBezTo>
                        <a:pt x="71" y="214"/>
                        <a:pt x="71" y="208"/>
                        <a:pt x="67" y="206"/>
                      </a:cubicBezTo>
                      <a:cubicBezTo>
                        <a:pt x="65" y="204"/>
                        <a:pt x="63" y="205"/>
                        <a:pt x="61" y="204"/>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4" name="Portugal" descr="{&quot;Key&quot;:&quot;portugal&quot;,&quot;Name&quot;:&quot;Portugal&quot;,&quot;Value&quot;:29.0,&quot;Formula&quot;:&quot;29&quot;,&quot;Text&quot;:&quot;29&quot;,&quot;OfficeApplication&quot;:2,&quot;HasValue&quot;:true}">
                  <a:extLst>
                    <a:ext uri="{FF2B5EF4-FFF2-40B4-BE49-F238E27FC236}">
                      <a16:creationId xmlns:a16="http://schemas.microsoft.com/office/drawing/2014/main" id="{8B47DCA9-7C06-8651-640E-B5146A4500A6}"/>
                    </a:ext>
                  </a:extLst>
                </p:cNvPr>
                <p:cNvSpPr>
                  <a:spLocks/>
                </p:cNvSpPr>
                <p:nvPr/>
              </p:nvSpPr>
              <p:spPr bwMode="auto">
                <a:xfrm>
                  <a:off x="1383008" y="5128533"/>
                  <a:ext cx="390977" cy="684941"/>
                </a:xfrm>
                <a:custGeom>
                  <a:avLst/>
                  <a:gdLst>
                    <a:gd name="T0" fmla="*/ 110 w 234"/>
                    <a:gd name="T1" fmla="*/ 327 h 381"/>
                    <a:gd name="T2" fmla="*/ 138 w 234"/>
                    <a:gd name="T3" fmla="*/ 304 h 381"/>
                    <a:gd name="T4" fmla="*/ 125 w 234"/>
                    <a:gd name="T5" fmla="*/ 294 h 381"/>
                    <a:gd name="T6" fmla="*/ 117 w 234"/>
                    <a:gd name="T7" fmla="*/ 282 h 381"/>
                    <a:gd name="T8" fmla="*/ 128 w 234"/>
                    <a:gd name="T9" fmla="*/ 262 h 381"/>
                    <a:gd name="T10" fmla="*/ 136 w 234"/>
                    <a:gd name="T11" fmla="*/ 229 h 381"/>
                    <a:gd name="T12" fmla="*/ 127 w 234"/>
                    <a:gd name="T13" fmla="*/ 190 h 381"/>
                    <a:gd name="T14" fmla="*/ 143 w 234"/>
                    <a:gd name="T15" fmla="*/ 194 h 381"/>
                    <a:gd name="T16" fmla="*/ 164 w 234"/>
                    <a:gd name="T17" fmla="*/ 163 h 381"/>
                    <a:gd name="T18" fmla="*/ 178 w 234"/>
                    <a:gd name="T19" fmla="*/ 142 h 381"/>
                    <a:gd name="T20" fmla="*/ 183 w 234"/>
                    <a:gd name="T21" fmla="*/ 127 h 381"/>
                    <a:gd name="T22" fmla="*/ 182 w 234"/>
                    <a:gd name="T23" fmla="*/ 100 h 381"/>
                    <a:gd name="T24" fmla="*/ 202 w 234"/>
                    <a:gd name="T25" fmla="*/ 88 h 381"/>
                    <a:gd name="T26" fmla="*/ 215 w 234"/>
                    <a:gd name="T27" fmla="*/ 60 h 381"/>
                    <a:gd name="T28" fmla="*/ 189 w 234"/>
                    <a:gd name="T29" fmla="*/ 31 h 381"/>
                    <a:gd name="T30" fmla="*/ 182 w 234"/>
                    <a:gd name="T31" fmla="*/ 33 h 381"/>
                    <a:gd name="T32" fmla="*/ 157 w 234"/>
                    <a:gd name="T33" fmla="*/ 32 h 381"/>
                    <a:gd name="T34" fmla="*/ 153 w 234"/>
                    <a:gd name="T35" fmla="*/ 26 h 381"/>
                    <a:gd name="T36" fmla="*/ 143 w 234"/>
                    <a:gd name="T37" fmla="*/ 23 h 381"/>
                    <a:gd name="T38" fmla="*/ 129 w 234"/>
                    <a:gd name="T39" fmla="*/ 26 h 381"/>
                    <a:gd name="T40" fmla="*/ 130 w 234"/>
                    <a:gd name="T41" fmla="*/ 6 h 381"/>
                    <a:gd name="T42" fmla="*/ 99 w 234"/>
                    <a:gd name="T43" fmla="*/ 8 h 381"/>
                    <a:gd name="T44" fmla="*/ 97 w 234"/>
                    <a:gd name="T45" fmla="*/ 27 h 381"/>
                    <a:gd name="T46" fmla="*/ 87 w 234"/>
                    <a:gd name="T47" fmla="*/ 64 h 381"/>
                    <a:gd name="T48" fmla="*/ 82 w 234"/>
                    <a:gd name="T49" fmla="*/ 92 h 381"/>
                    <a:gd name="T50" fmla="*/ 84 w 234"/>
                    <a:gd name="T51" fmla="*/ 91 h 381"/>
                    <a:gd name="T52" fmla="*/ 74 w 234"/>
                    <a:gd name="T53" fmla="*/ 105 h 381"/>
                    <a:gd name="T54" fmla="*/ 59 w 234"/>
                    <a:gd name="T55" fmla="*/ 134 h 381"/>
                    <a:gd name="T56" fmla="*/ 61 w 234"/>
                    <a:gd name="T57" fmla="*/ 139 h 381"/>
                    <a:gd name="T58" fmla="*/ 36 w 234"/>
                    <a:gd name="T59" fmla="*/ 177 h 381"/>
                    <a:gd name="T60" fmla="*/ 30 w 234"/>
                    <a:gd name="T61" fmla="*/ 185 h 381"/>
                    <a:gd name="T62" fmla="*/ 18 w 234"/>
                    <a:gd name="T63" fmla="*/ 196 h 381"/>
                    <a:gd name="T64" fmla="*/ 8 w 234"/>
                    <a:gd name="T65" fmla="*/ 242 h 381"/>
                    <a:gd name="T66" fmla="*/ 25 w 234"/>
                    <a:gd name="T67" fmla="*/ 256 h 381"/>
                    <a:gd name="T68" fmla="*/ 37 w 234"/>
                    <a:gd name="T69" fmla="*/ 258 h 381"/>
                    <a:gd name="T70" fmla="*/ 40 w 234"/>
                    <a:gd name="T71" fmla="*/ 262 h 381"/>
                    <a:gd name="T72" fmla="*/ 28 w 234"/>
                    <a:gd name="T73" fmla="*/ 256 h 381"/>
                    <a:gd name="T74" fmla="*/ 33 w 234"/>
                    <a:gd name="T75" fmla="*/ 275 h 381"/>
                    <a:gd name="T76" fmla="*/ 26 w 234"/>
                    <a:gd name="T77" fmla="*/ 301 h 381"/>
                    <a:gd name="T78" fmla="*/ 28 w 234"/>
                    <a:gd name="T79" fmla="*/ 313 h 381"/>
                    <a:gd name="T80" fmla="*/ 18 w 234"/>
                    <a:gd name="T81" fmla="*/ 333 h 381"/>
                    <a:gd name="T82" fmla="*/ 10 w 234"/>
                    <a:gd name="T83" fmla="*/ 361 h 381"/>
                    <a:gd name="T84" fmla="*/ 26 w 234"/>
                    <a:gd name="T85" fmla="*/ 359 h 381"/>
                    <a:gd name="T86" fmla="*/ 88 w 234"/>
                    <a:gd name="T87" fmla="*/ 37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 h="381">
                      <a:moveTo>
                        <a:pt x="96" y="371"/>
                      </a:moveTo>
                      <a:cubicBezTo>
                        <a:pt x="97" y="348"/>
                        <a:pt x="91" y="344"/>
                        <a:pt x="110" y="327"/>
                      </a:cubicBezTo>
                      <a:cubicBezTo>
                        <a:pt x="113" y="324"/>
                        <a:pt x="113" y="318"/>
                        <a:pt x="116" y="316"/>
                      </a:cubicBezTo>
                      <a:cubicBezTo>
                        <a:pt x="117" y="316"/>
                        <a:pt x="145" y="315"/>
                        <a:pt x="138" y="304"/>
                      </a:cubicBezTo>
                      <a:cubicBezTo>
                        <a:pt x="137" y="301"/>
                        <a:pt x="131" y="306"/>
                        <a:pt x="128" y="304"/>
                      </a:cubicBezTo>
                      <a:cubicBezTo>
                        <a:pt x="125" y="302"/>
                        <a:pt x="126" y="297"/>
                        <a:pt x="125" y="294"/>
                      </a:cubicBezTo>
                      <a:cubicBezTo>
                        <a:pt x="124" y="290"/>
                        <a:pt x="124" y="286"/>
                        <a:pt x="121" y="284"/>
                      </a:cubicBezTo>
                      <a:cubicBezTo>
                        <a:pt x="121" y="282"/>
                        <a:pt x="117" y="284"/>
                        <a:pt x="117" y="282"/>
                      </a:cubicBezTo>
                      <a:cubicBezTo>
                        <a:pt x="119" y="279"/>
                        <a:pt x="123" y="276"/>
                        <a:pt x="125" y="272"/>
                      </a:cubicBezTo>
                      <a:cubicBezTo>
                        <a:pt x="128" y="265"/>
                        <a:pt x="118" y="270"/>
                        <a:pt x="128" y="262"/>
                      </a:cubicBezTo>
                      <a:cubicBezTo>
                        <a:pt x="137" y="255"/>
                        <a:pt x="148" y="256"/>
                        <a:pt x="149" y="242"/>
                      </a:cubicBezTo>
                      <a:cubicBezTo>
                        <a:pt x="149" y="241"/>
                        <a:pt x="138" y="233"/>
                        <a:pt x="136" y="229"/>
                      </a:cubicBezTo>
                      <a:cubicBezTo>
                        <a:pt x="133" y="221"/>
                        <a:pt x="137" y="210"/>
                        <a:pt x="137" y="208"/>
                      </a:cubicBezTo>
                      <a:cubicBezTo>
                        <a:pt x="136" y="208"/>
                        <a:pt x="127" y="190"/>
                        <a:pt x="127" y="190"/>
                      </a:cubicBezTo>
                      <a:cubicBezTo>
                        <a:pt x="126" y="189"/>
                        <a:pt x="129" y="190"/>
                        <a:pt x="130" y="190"/>
                      </a:cubicBezTo>
                      <a:cubicBezTo>
                        <a:pt x="135" y="192"/>
                        <a:pt x="138" y="193"/>
                        <a:pt x="143" y="194"/>
                      </a:cubicBezTo>
                      <a:cubicBezTo>
                        <a:pt x="156" y="197"/>
                        <a:pt x="159" y="198"/>
                        <a:pt x="166" y="185"/>
                      </a:cubicBezTo>
                      <a:cubicBezTo>
                        <a:pt x="174" y="169"/>
                        <a:pt x="165" y="175"/>
                        <a:pt x="164" y="163"/>
                      </a:cubicBezTo>
                      <a:cubicBezTo>
                        <a:pt x="162" y="152"/>
                        <a:pt x="180" y="157"/>
                        <a:pt x="180" y="150"/>
                      </a:cubicBezTo>
                      <a:cubicBezTo>
                        <a:pt x="181" y="144"/>
                        <a:pt x="174" y="149"/>
                        <a:pt x="178" y="142"/>
                      </a:cubicBezTo>
                      <a:cubicBezTo>
                        <a:pt x="178" y="141"/>
                        <a:pt x="181" y="141"/>
                        <a:pt x="181" y="139"/>
                      </a:cubicBezTo>
                      <a:cubicBezTo>
                        <a:pt x="183" y="135"/>
                        <a:pt x="183" y="131"/>
                        <a:pt x="183" y="127"/>
                      </a:cubicBezTo>
                      <a:cubicBezTo>
                        <a:pt x="184" y="123"/>
                        <a:pt x="187" y="118"/>
                        <a:pt x="187" y="114"/>
                      </a:cubicBezTo>
                      <a:cubicBezTo>
                        <a:pt x="182" y="100"/>
                        <a:pt x="182" y="100"/>
                        <a:pt x="182" y="100"/>
                      </a:cubicBezTo>
                      <a:cubicBezTo>
                        <a:pt x="183" y="99"/>
                        <a:pt x="187" y="102"/>
                        <a:pt x="190" y="101"/>
                      </a:cubicBezTo>
                      <a:cubicBezTo>
                        <a:pt x="202" y="88"/>
                        <a:pt x="202" y="88"/>
                        <a:pt x="202" y="88"/>
                      </a:cubicBezTo>
                      <a:cubicBezTo>
                        <a:pt x="210" y="84"/>
                        <a:pt x="226" y="83"/>
                        <a:pt x="230" y="71"/>
                      </a:cubicBezTo>
                      <a:cubicBezTo>
                        <a:pt x="234" y="60"/>
                        <a:pt x="219" y="61"/>
                        <a:pt x="215" y="60"/>
                      </a:cubicBezTo>
                      <a:cubicBezTo>
                        <a:pt x="212" y="60"/>
                        <a:pt x="217" y="38"/>
                        <a:pt x="215" y="37"/>
                      </a:cubicBezTo>
                      <a:cubicBezTo>
                        <a:pt x="204" y="31"/>
                        <a:pt x="202" y="36"/>
                        <a:pt x="189" y="31"/>
                      </a:cubicBezTo>
                      <a:cubicBezTo>
                        <a:pt x="187" y="30"/>
                        <a:pt x="187" y="24"/>
                        <a:pt x="182" y="28"/>
                      </a:cubicBezTo>
                      <a:cubicBezTo>
                        <a:pt x="181" y="29"/>
                        <a:pt x="183" y="32"/>
                        <a:pt x="182" y="33"/>
                      </a:cubicBezTo>
                      <a:cubicBezTo>
                        <a:pt x="174" y="40"/>
                        <a:pt x="166" y="32"/>
                        <a:pt x="164" y="31"/>
                      </a:cubicBezTo>
                      <a:cubicBezTo>
                        <a:pt x="161" y="30"/>
                        <a:pt x="159" y="33"/>
                        <a:pt x="157" y="32"/>
                      </a:cubicBezTo>
                      <a:cubicBezTo>
                        <a:pt x="156" y="31"/>
                        <a:pt x="160" y="30"/>
                        <a:pt x="159" y="29"/>
                      </a:cubicBezTo>
                      <a:cubicBezTo>
                        <a:pt x="159" y="27"/>
                        <a:pt x="156" y="26"/>
                        <a:pt x="153" y="26"/>
                      </a:cubicBezTo>
                      <a:cubicBezTo>
                        <a:pt x="150" y="26"/>
                        <a:pt x="146" y="27"/>
                        <a:pt x="143" y="26"/>
                      </a:cubicBezTo>
                      <a:cubicBezTo>
                        <a:pt x="142" y="26"/>
                        <a:pt x="143" y="24"/>
                        <a:pt x="143" y="23"/>
                      </a:cubicBezTo>
                      <a:cubicBezTo>
                        <a:pt x="143" y="23"/>
                        <a:pt x="144" y="21"/>
                        <a:pt x="143" y="21"/>
                      </a:cubicBezTo>
                      <a:cubicBezTo>
                        <a:pt x="140" y="22"/>
                        <a:pt x="134" y="30"/>
                        <a:pt x="129" y="26"/>
                      </a:cubicBezTo>
                      <a:cubicBezTo>
                        <a:pt x="115" y="17"/>
                        <a:pt x="142" y="14"/>
                        <a:pt x="135" y="8"/>
                      </a:cubicBezTo>
                      <a:cubicBezTo>
                        <a:pt x="134" y="6"/>
                        <a:pt x="131" y="8"/>
                        <a:pt x="130" y="6"/>
                      </a:cubicBezTo>
                      <a:cubicBezTo>
                        <a:pt x="130" y="5"/>
                        <a:pt x="133" y="3"/>
                        <a:pt x="131" y="2"/>
                      </a:cubicBezTo>
                      <a:cubicBezTo>
                        <a:pt x="121" y="0"/>
                        <a:pt x="107" y="4"/>
                        <a:pt x="99" y="8"/>
                      </a:cubicBezTo>
                      <a:cubicBezTo>
                        <a:pt x="97" y="14"/>
                        <a:pt x="83" y="17"/>
                        <a:pt x="87" y="22"/>
                      </a:cubicBezTo>
                      <a:cubicBezTo>
                        <a:pt x="89" y="24"/>
                        <a:pt x="96" y="23"/>
                        <a:pt x="97" y="27"/>
                      </a:cubicBezTo>
                      <a:cubicBezTo>
                        <a:pt x="98" y="30"/>
                        <a:pt x="91" y="26"/>
                        <a:pt x="89" y="28"/>
                      </a:cubicBezTo>
                      <a:cubicBezTo>
                        <a:pt x="86" y="34"/>
                        <a:pt x="86" y="58"/>
                        <a:pt x="87" y="64"/>
                      </a:cubicBezTo>
                      <a:cubicBezTo>
                        <a:pt x="87" y="66"/>
                        <a:pt x="90" y="66"/>
                        <a:pt x="90" y="69"/>
                      </a:cubicBezTo>
                      <a:cubicBezTo>
                        <a:pt x="90" y="78"/>
                        <a:pt x="86" y="84"/>
                        <a:pt x="82" y="92"/>
                      </a:cubicBezTo>
                      <a:cubicBezTo>
                        <a:pt x="80" y="95"/>
                        <a:pt x="73" y="103"/>
                        <a:pt x="77" y="102"/>
                      </a:cubicBezTo>
                      <a:cubicBezTo>
                        <a:pt x="81" y="101"/>
                        <a:pt x="81" y="92"/>
                        <a:pt x="84" y="91"/>
                      </a:cubicBezTo>
                      <a:cubicBezTo>
                        <a:pt x="87" y="91"/>
                        <a:pt x="89" y="96"/>
                        <a:pt x="88" y="99"/>
                      </a:cubicBezTo>
                      <a:cubicBezTo>
                        <a:pt x="85" y="103"/>
                        <a:pt x="77" y="101"/>
                        <a:pt x="74" y="105"/>
                      </a:cubicBezTo>
                      <a:cubicBezTo>
                        <a:pt x="70" y="112"/>
                        <a:pt x="68" y="120"/>
                        <a:pt x="64" y="127"/>
                      </a:cubicBezTo>
                      <a:cubicBezTo>
                        <a:pt x="62" y="130"/>
                        <a:pt x="58" y="131"/>
                        <a:pt x="59" y="134"/>
                      </a:cubicBezTo>
                      <a:cubicBezTo>
                        <a:pt x="59" y="137"/>
                        <a:pt x="64" y="138"/>
                        <a:pt x="65" y="141"/>
                      </a:cubicBezTo>
                      <a:cubicBezTo>
                        <a:pt x="66" y="142"/>
                        <a:pt x="62" y="138"/>
                        <a:pt x="61" y="139"/>
                      </a:cubicBezTo>
                      <a:cubicBezTo>
                        <a:pt x="58" y="140"/>
                        <a:pt x="57" y="145"/>
                        <a:pt x="54" y="148"/>
                      </a:cubicBezTo>
                      <a:cubicBezTo>
                        <a:pt x="49" y="157"/>
                        <a:pt x="43" y="169"/>
                        <a:pt x="36" y="177"/>
                      </a:cubicBezTo>
                      <a:cubicBezTo>
                        <a:pt x="34" y="179"/>
                        <a:pt x="31" y="180"/>
                        <a:pt x="28" y="182"/>
                      </a:cubicBezTo>
                      <a:cubicBezTo>
                        <a:pt x="28" y="183"/>
                        <a:pt x="31" y="185"/>
                        <a:pt x="30" y="185"/>
                      </a:cubicBezTo>
                      <a:cubicBezTo>
                        <a:pt x="26" y="186"/>
                        <a:pt x="20" y="182"/>
                        <a:pt x="17" y="185"/>
                      </a:cubicBezTo>
                      <a:cubicBezTo>
                        <a:pt x="14" y="188"/>
                        <a:pt x="19" y="193"/>
                        <a:pt x="18" y="196"/>
                      </a:cubicBezTo>
                      <a:cubicBezTo>
                        <a:pt x="17" y="202"/>
                        <a:pt x="0" y="225"/>
                        <a:pt x="1" y="231"/>
                      </a:cubicBezTo>
                      <a:cubicBezTo>
                        <a:pt x="2" y="235"/>
                        <a:pt x="5" y="238"/>
                        <a:pt x="8" y="242"/>
                      </a:cubicBezTo>
                      <a:cubicBezTo>
                        <a:pt x="13" y="252"/>
                        <a:pt x="11" y="256"/>
                        <a:pt x="11" y="256"/>
                      </a:cubicBezTo>
                      <a:cubicBezTo>
                        <a:pt x="15" y="258"/>
                        <a:pt x="21" y="257"/>
                        <a:pt x="25" y="256"/>
                      </a:cubicBezTo>
                      <a:cubicBezTo>
                        <a:pt x="27" y="256"/>
                        <a:pt x="28" y="254"/>
                        <a:pt x="31" y="254"/>
                      </a:cubicBezTo>
                      <a:cubicBezTo>
                        <a:pt x="33" y="254"/>
                        <a:pt x="34" y="258"/>
                        <a:pt x="37" y="258"/>
                      </a:cubicBezTo>
                      <a:cubicBezTo>
                        <a:pt x="39" y="259"/>
                        <a:pt x="39" y="251"/>
                        <a:pt x="40" y="253"/>
                      </a:cubicBezTo>
                      <a:cubicBezTo>
                        <a:pt x="41" y="255"/>
                        <a:pt x="39" y="259"/>
                        <a:pt x="40" y="262"/>
                      </a:cubicBezTo>
                      <a:cubicBezTo>
                        <a:pt x="41" y="264"/>
                        <a:pt x="49" y="265"/>
                        <a:pt x="47" y="266"/>
                      </a:cubicBezTo>
                      <a:cubicBezTo>
                        <a:pt x="32" y="273"/>
                        <a:pt x="41" y="254"/>
                        <a:pt x="28" y="256"/>
                      </a:cubicBezTo>
                      <a:cubicBezTo>
                        <a:pt x="25" y="256"/>
                        <a:pt x="32" y="261"/>
                        <a:pt x="34" y="264"/>
                      </a:cubicBezTo>
                      <a:cubicBezTo>
                        <a:pt x="34" y="267"/>
                        <a:pt x="34" y="271"/>
                        <a:pt x="33" y="275"/>
                      </a:cubicBezTo>
                      <a:cubicBezTo>
                        <a:pt x="32" y="282"/>
                        <a:pt x="22" y="289"/>
                        <a:pt x="22" y="295"/>
                      </a:cubicBezTo>
                      <a:cubicBezTo>
                        <a:pt x="22" y="297"/>
                        <a:pt x="26" y="299"/>
                        <a:pt x="26" y="301"/>
                      </a:cubicBezTo>
                      <a:cubicBezTo>
                        <a:pt x="26" y="305"/>
                        <a:pt x="20" y="312"/>
                        <a:pt x="24" y="314"/>
                      </a:cubicBezTo>
                      <a:cubicBezTo>
                        <a:pt x="25" y="314"/>
                        <a:pt x="29" y="312"/>
                        <a:pt x="28" y="313"/>
                      </a:cubicBezTo>
                      <a:cubicBezTo>
                        <a:pt x="27" y="315"/>
                        <a:pt x="23" y="314"/>
                        <a:pt x="22" y="315"/>
                      </a:cubicBezTo>
                      <a:cubicBezTo>
                        <a:pt x="19" y="321"/>
                        <a:pt x="21" y="328"/>
                        <a:pt x="18" y="333"/>
                      </a:cubicBezTo>
                      <a:cubicBezTo>
                        <a:pt x="16" y="338"/>
                        <a:pt x="2" y="357"/>
                        <a:pt x="4" y="363"/>
                      </a:cubicBezTo>
                      <a:cubicBezTo>
                        <a:pt x="4" y="365"/>
                        <a:pt x="8" y="361"/>
                        <a:pt x="10" y="361"/>
                      </a:cubicBezTo>
                      <a:cubicBezTo>
                        <a:pt x="14" y="360"/>
                        <a:pt x="17" y="361"/>
                        <a:pt x="21" y="361"/>
                      </a:cubicBezTo>
                      <a:cubicBezTo>
                        <a:pt x="22" y="361"/>
                        <a:pt x="24" y="359"/>
                        <a:pt x="26" y="359"/>
                      </a:cubicBezTo>
                      <a:cubicBezTo>
                        <a:pt x="35" y="362"/>
                        <a:pt x="64" y="381"/>
                        <a:pt x="68" y="380"/>
                      </a:cubicBezTo>
                      <a:cubicBezTo>
                        <a:pt x="70" y="380"/>
                        <a:pt x="87" y="372"/>
                        <a:pt x="88" y="371"/>
                      </a:cubicBezTo>
                      <a:cubicBezTo>
                        <a:pt x="90" y="371"/>
                        <a:pt x="93" y="371"/>
                        <a:pt x="96" y="371"/>
                      </a:cubicBezTo>
                      <a:close/>
                    </a:path>
                  </a:pathLst>
                </a:custGeom>
                <a:solidFill>
                  <a:srgbClr val="76BE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5" name="Spain" descr="{&quot;Key&quot;:&quot;spain&quot;,&quot;Name&quot;:&quot;Spain&quot;,&quot;Value&quot;:43.0,&quot;Formula&quot;:&quot;43&quot;,&quot;Text&quot;:&quot;43&quot;,&quot;OfficeApplication&quot;:2,&quot;HasValue&quot;:true}">
                  <a:extLst>
                    <a:ext uri="{FF2B5EF4-FFF2-40B4-BE49-F238E27FC236}">
                      <a16:creationId xmlns:a16="http://schemas.microsoft.com/office/drawing/2014/main" id="{EFC50D14-7666-60D8-3804-13D6564F0736}"/>
                    </a:ext>
                  </a:extLst>
                </p:cNvPr>
                <p:cNvSpPr>
                  <a:spLocks noEditPoints="1"/>
                </p:cNvSpPr>
                <p:nvPr/>
              </p:nvSpPr>
              <p:spPr bwMode="auto">
                <a:xfrm>
                  <a:off x="1522219" y="4921457"/>
                  <a:ext cx="1215878" cy="1231302"/>
                </a:xfrm>
                <a:custGeom>
                  <a:avLst/>
                  <a:gdLst>
                    <a:gd name="T0" fmla="*/ 622 w 727"/>
                    <a:gd name="T1" fmla="*/ 200 h 684"/>
                    <a:gd name="T2" fmla="*/ 674 w 727"/>
                    <a:gd name="T3" fmla="*/ 205 h 684"/>
                    <a:gd name="T4" fmla="*/ 634 w 727"/>
                    <a:gd name="T5" fmla="*/ 264 h 684"/>
                    <a:gd name="T6" fmla="*/ 520 w 727"/>
                    <a:gd name="T7" fmla="*/ 310 h 684"/>
                    <a:gd name="T8" fmla="*/ 450 w 727"/>
                    <a:gd name="T9" fmla="*/ 397 h 684"/>
                    <a:gd name="T10" fmla="*/ 454 w 727"/>
                    <a:gd name="T11" fmla="*/ 469 h 684"/>
                    <a:gd name="T12" fmla="*/ 428 w 727"/>
                    <a:gd name="T13" fmla="*/ 481 h 684"/>
                    <a:gd name="T14" fmla="*/ 402 w 727"/>
                    <a:gd name="T15" fmla="*/ 521 h 684"/>
                    <a:gd name="T16" fmla="*/ 352 w 727"/>
                    <a:gd name="T17" fmla="*/ 540 h 684"/>
                    <a:gd name="T18" fmla="*/ 260 w 727"/>
                    <a:gd name="T19" fmla="*/ 571 h 684"/>
                    <a:gd name="T20" fmla="*/ 165 w 727"/>
                    <a:gd name="T21" fmla="*/ 572 h 684"/>
                    <a:gd name="T22" fmla="*/ 101 w 727"/>
                    <a:gd name="T23" fmla="*/ 597 h 684"/>
                    <a:gd name="T24" fmla="*/ 77 w 727"/>
                    <a:gd name="T25" fmla="*/ 577 h 684"/>
                    <a:gd name="T26" fmla="*/ 72 w 727"/>
                    <a:gd name="T27" fmla="*/ 547 h 684"/>
                    <a:gd name="T28" fmla="*/ 63 w 727"/>
                    <a:gd name="T29" fmla="*/ 518 h 684"/>
                    <a:gd name="T30" fmla="*/ 40 w 727"/>
                    <a:gd name="T31" fmla="*/ 495 h 684"/>
                    <a:gd name="T32" fmla="*/ 32 w 727"/>
                    <a:gd name="T33" fmla="*/ 431 h 684"/>
                    <a:gd name="T34" fmla="*/ 37 w 727"/>
                    <a:gd name="T35" fmla="*/ 399 h 684"/>
                    <a:gd name="T36" fmla="*/ 65 w 727"/>
                    <a:gd name="T37" fmla="*/ 357 h 684"/>
                    <a:gd name="T38" fmla="*/ 46 w 727"/>
                    <a:gd name="T39" fmla="*/ 305 h 684"/>
                    <a:gd name="T40" fmla="*/ 96 w 727"/>
                    <a:gd name="T41" fmla="*/ 265 h 684"/>
                    <a:gd name="T42" fmla="*/ 103 w 727"/>
                    <a:gd name="T43" fmla="*/ 229 h 684"/>
                    <a:gd name="T44" fmla="*/ 146 w 727"/>
                    <a:gd name="T45" fmla="*/ 186 h 684"/>
                    <a:gd name="T46" fmla="*/ 98 w 727"/>
                    <a:gd name="T47" fmla="*/ 143 h 684"/>
                    <a:gd name="T48" fmla="*/ 75 w 727"/>
                    <a:gd name="T49" fmla="*/ 144 h 684"/>
                    <a:gd name="T50" fmla="*/ 59 w 727"/>
                    <a:gd name="T51" fmla="*/ 136 h 684"/>
                    <a:gd name="T52" fmla="*/ 47 w 727"/>
                    <a:gd name="T53" fmla="*/ 117 h 684"/>
                    <a:gd name="T54" fmla="*/ 13 w 727"/>
                    <a:gd name="T55" fmla="*/ 107 h 684"/>
                    <a:gd name="T56" fmla="*/ 16 w 727"/>
                    <a:gd name="T57" fmla="*/ 95 h 684"/>
                    <a:gd name="T58" fmla="*/ 19 w 727"/>
                    <a:gd name="T59" fmla="*/ 86 h 684"/>
                    <a:gd name="T60" fmla="*/ 17 w 727"/>
                    <a:gd name="T61" fmla="*/ 33 h 684"/>
                    <a:gd name="T62" fmla="*/ 75 w 727"/>
                    <a:gd name="T63" fmla="*/ 10 h 684"/>
                    <a:gd name="T64" fmla="*/ 131 w 727"/>
                    <a:gd name="T65" fmla="*/ 35 h 684"/>
                    <a:gd name="T66" fmla="*/ 184 w 727"/>
                    <a:gd name="T67" fmla="*/ 41 h 684"/>
                    <a:gd name="T68" fmla="*/ 217 w 727"/>
                    <a:gd name="T69" fmla="*/ 53 h 684"/>
                    <a:gd name="T70" fmla="*/ 302 w 727"/>
                    <a:gd name="T71" fmla="*/ 71 h 684"/>
                    <a:gd name="T72" fmla="*/ 342 w 727"/>
                    <a:gd name="T73" fmla="*/ 87 h 684"/>
                    <a:gd name="T74" fmla="*/ 377 w 727"/>
                    <a:gd name="T75" fmla="*/ 100 h 684"/>
                    <a:gd name="T76" fmla="*/ 430 w 727"/>
                    <a:gd name="T77" fmla="*/ 111 h 684"/>
                    <a:gd name="T78" fmla="*/ 462 w 727"/>
                    <a:gd name="T79" fmla="*/ 138 h 684"/>
                    <a:gd name="T80" fmla="*/ 509 w 727"/>
                    <a:gd name="T81" fmla="*/ 163 h 684"/>
                    <a:gd name="T82" fmla="*/ 541 w 727"/>
                    <a:gd name="T83" fmla="*/ 157 h 684"/>
                    <a:gd name="T84" fmla="*/ 578 w 727"/>
                    <a:gd name="T85" fmla="*/ 182 h 684"/>
                    <a:gd name="T86" fmla="*/ 103 w 727"/>
                    <a:gd name="T87" fmla="*/ 627 h 684"/>
                    <a:gd name="T88" fmla="*/ 119 w 727"/>
                    <a:gd name="T89" fmla="*/ 608 h 684"/>
                    <a:gd name="T90" fmla="*/ 254 w 727"/>
                    <a:gd name="T91" fmla="*/ 669 h 684"/>
                    <a:gd name="T92" fmla="*/ 256 w 727"/>
                    <a:gd name="T93" fmla="*/ 683 h 684"/>
                    <a:gd name="T94" fmla="*/ 643 w 727"/>
                    <a:gd name="T95" fmla="*/ 437 h 684"/>
                    <a:gd name="T96" fmla="*/ 615 w 727"/>
                    <a:gd name="T97" fmla="*/ 414 h 684"/>
                    <a:gd name="T98" fmla="*/ 714 w 727"/>
                    <a:gd name="T99" fmla="*/ 387 h 684"/>
                    <a:gd name="T100" fmla="*/ 613 w 727"/>
                    <a:gd name="T101" fmla="*/ 440 h 684"/>
                    <a:gd name="T102" fmla="*/ 620 w 727"/>
                    <a:gd name="T103" fmla="*/ 442 h 684"/>
                    <a:gd name="T104" fmla="*/ 592 w 727"/>
                    <a:gd name="T105" fmla="*/ 430 h 684"/>
                    <a:gd name="T106" fmla="*/ 605 w 727"/>
                    <a:gd name="T107" fmla="*/ 42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7" h="684">
                      <a:moveTo>
                        <a:pt x="592" y="192"/>
                      </a:moveTo>
                      <a:cubicBezTo>
                        <a:pt x="596" y="193"/>
                        <a:pt x="600" y="194"/>
                        <a:pt x="603" y="197"/>
                      </a:cubicBezTo>
                      <a:cubicBezTo>
                        <a:pt x="604" y="198"/>
                        <a:pt x="605" y="204"/>
                        <a:pt x="608" y="203"/>
                      </a:cubicBezTo>
                      <a:cubicBezTo>
                        <a:pt x="613" y="203"/>
                        <a:pt x="617" y="200"/>
                        <a:pt x="622" y="200"/>
                      </a:cubicBezTo>
                      <a:cubicBezTo>
                        <a:pt x="627" y="200"/>
                        <a:pt x="637" y="211"/>
                        <a:pt x="643" y="210"/>
                      </a:cubicBezTo>
                      <a:cubicBezTo>
                        <a:pt x="645" y="209"/>
                        <a:pt x="643" y="205"/>
                        <a:pt x="644" y="203"/>
                      </a:cubicBezTo>
                      <a:cubicBezTo>
                        <a:pt x="653" y="198"/>
                        <a:pt x="663" y="203"/>
                        <a:pt x="672" y="205"/>
                      </a:cubicBezTo>
                      <a:cubicBezTo>
                        <a:pt x="674" y="205"/>
                        <a:pt x="674" y="205"/>
                        <a:pt x="674" y="205"/>
                      </a:cubicBezTo>
                      <a:cubicBezTo>
                        <a:pt x="677" y="208"/>
                        <a:pt x="679" y="211"/>
                        <a:pt x="678" y="214"/>
                      </a:cubicBezTo>
                      <a:cubicBezTo>
                        <a:pt x="677" y="219"/>
                        <a:pt x="670" y="218"/>
                        <a:pt x="667" y="220"/>
                      </a:cubicBezTo>
                      <a:cubicBezTo>
                        <a:pt x="665" y="223"/>
                        <a:pt x="674" y="236"/>
                        <a:pt x="668" y="245"/>
                      </a:cubicBezTo>
                      <a:cubicBezTo>
                        <a:pt x="665" y="252"/>
                        <a:pt x="641" y="261"/>
                        <a:pt x="634" y="264"/>
                      </a:cubicBezTo>
                      <a:cubicBezTo>
                        <a:pt x="628" y="266"/>
                        <a:pt x="618" y="268"/>
                        <a:pt x="614" y="272"/>
                      </a:cubicBezTo>
                      <a:cubicBezTo>
                        <a:pt x="610" y="275"/>
                        <a:pt x="605" y="283"/>
                        <a:pt x="600" y="284"/>
                      </a:cubicBezTo>
                      <a:cubicBezTo>
                        <a:pt x="581" y="290"/>
                        <a:pt x="546" y="286"/>
                        <a:pt x="531" y="298"/>
                      </a:cubicBezTo>
                      <a:cubicBezTo>
                        <a:pt x="527" y="302"/>
                        <a:pt x="519" y="305"/>
                        <a:pt x="520" y="310"/>
                      </a:cubicBezTo>
                      <a:cubicBezTo>
                        <a:pt x="522" y="314"/>
                        <a:pt x="531" y="313"/>
                        <a:pt x="530" y="317"/>
                      </a:cubicBezTo>
                      <a:cubicBezTo>
                        <a:pt x="530" y="319"/>
                        <a:pt x="513" y="323"/>
                        <a:pt x="511" y="323"/>
                      </a:cubicBezTo>
                      <a:cubicBezTo>
                        <a:pt x="505" y="328"/>
                        <a:pt x="502" y="338"/>
                        <a:pt x="497" y="344"/>
                      </a:cubicBezTo>
                      <a:cubicBezTo>
                        <a:pt x="481" y="360"/>
                        <a:pt x="460" y="376"/>
                        <a:pt x="450" y="397"/>
                      </a:cubicBezTo>
                      <a:cubicBezTo>
                        <a:pt x="445" y="405"/>
                        <a:pt x="451" y="433"/>
                        <a:pt x="457" y="440"/>
                      </a:cubicBezTo>
                      <a:cubicBezTo>
                        <a:pt x="458" y="442"/>
                        <a:pt x="479" y="454"/>
                        <a:pt x="474" y="457"/>
                      </a:cubicBezTo>
                      <a:cubicBezTo>
                        <a:pt x="470" y="461"/>
                        <a:pt x="460" y="462"/>
                        <a:pt x="457" y="465"/>
                      </a:cubicBezTo>
                      <a:cubicBezTo>
                        <a:pt x="455" y="466"/>
                        <a:pt x="455" y="469"/>
                        <a:pt x="454" y="469"/>
                      </a:cubicBezTo>
                      <a:cubicBezTo>
                        <a:pt x="453" y="470"/>
                        <a:pt x="451" y="469"/>
                        <a:pt x="450" y="469"/>
                      </a:cubicBezTo>
                      <a:cubicBezTo>
                        <a:pt x="446" y="470"/>
                        <a:pt x="441" y="470"/>
                        <a:pt x="437" y="473"/>
                      </a:cubicBezTo>
                      <a:cubicBezTo>
                        <a:pt x="435" y="475"/>
                        <a:pt x="436" y="479"/>
                        <a:pt x="434" y="481"/>
                      </a:cubicBezTo>
                      <a:cubicBezTo>
                        <a:pt x="432" y="482"/>
                        <a:pt x="429" y="480"/>
                        <a:pt x="428" y="481"/>
                      </a:cubicBezTo>
                      <a:cubicBezTo>
                        <a:pt x="426" y="483"/>
                        <a:pt x="428" y="488"/>
                        <a:pt x="426" y="490"/>
                      </a:cubicBezTo>
                      <a:cubicBezTo>
                        <a:pt x="424" y="493"/>
                        <a:pt x="419" y="490"/>
                        <a:pt x="417" y="493"/>
                      </a:cubicBezTo>
                      <a:cubicBezTo>
                        <a:pt x="415" y="497"/>
                        <a:pt x="419" y="502"/>
                        <a:pt x="417" y="505"/>
                      </a:cubicBezTo>
                      <a:cubicBezTo>
                        <a:pt x="412" y="516"/>
                        <a:pt x="402" y="503"/>
                        <a:pt x="402" y="521"/>
                      </a:cubicBezTo>
                      <a:cubicBezTo>
                        <a:pt x="402" y="526"/>
                        <a:pt x="411" y="528"/>
                        <a:pt x="410" y="532"/>
                      </a:cubicBezTo>
                      <a:cubicBezTo>
                        <a:pt x="408" y="536"/>
                        <a:pt x="402" y="535"/>
                        <a:pt x="397" y="534"/>
                      </a:cubicBezTo>
                      <a:cubicBezTo>
                        <a:pt x="394" y="534"/>
                        <a:pt x="391" y="532"/>
                        <a:pt x="389" y="531"/>
                      </a:cubicBezTo>
                      <a:cubicBezTo>
                        <a:pt x="377" y="528"/>
                        <a:pt x="363" y="533"/>
                        <a:pt x="352" y="540"/>
                      </a:cubicBezTo>
                      <a:cubicBezTo>
                        <a:pt x="335" y="551"/>
                        <a:pt x="335" y="573"/>
                        <a:pt x="317" y="583"/>
                      </a:cubicBezTo>
                      <a:cubicBezTo>
                        <a:pt x="310" y="586"/>
                        <a:pt x="308" y="568"/>
                        <a:pt x="291" y="572"/>
                      </a:cubicBezTo>
                      <a:cubicBezTo>
                        <a:pt x="287" y="573"/>
                        <a:pt x="286" y="578"/>
                        <a:pt x="282" y="579"/>
                      </a:cubicBezTo>
                      <a:cubicBezTo>
                        <a:pt x="277" y="581"/>
                        <a:pt x="265" y="571"/>
                        <a:pt x="260" y="571"/>
                      </a:cubicBezTo>
                      <a:cubicBezTo>
                        <a:pt x="253" y="569"/>
                        <a:pt x="245" y="573"/>
                        <a:pt x="238" y="572"/>
                      </a:cubicBezTo>
                      <a:cubicBezTo>
                        <a:pt x="234" y="571"/>
                        <a:pt x="232" y="567"/>
                        <a:pt x="228" y="566"/>
                      </a:cubicBezTo>
                      <a:cubicBezTo>
                        <a:pt x="221" y="563"/>
                        <a:pt x="187" y="558"/>
                        <a:pt x="181" y="559"/>
                      </a:cubicBezTo>
                      <a:cubicBezTo>
                        <a:pt x="174" y="561"/>
                        <a:pt x="171" y="569"/>
                        <a:pt x="165" y="572"/>
                      </a:cubicBezTo>
                      <a:cubicBezTo>
                        <a:pt x="155" y="576"/>
                        <a:pt x="144" y="566"/>
                        <a:pt x="132" y="572"/>
                      </a:cubicBezTo>
                      <a:cubicBezTo>
                        <a:pt x="122" y="577"/>
                        <a:pt x="123" y="581"/>
                        <a:pt x="118" y="589"/>
                      </a:cubicBezTo>
                      <a:cubicBezTo>
                        <a:pt x="117" y="589"/>
                        <a:pt x="114" y="586"/>
                        <a:pt x="111" y="588"/>
                      </a:cubicBezTo>
                      <a:cubicBezTo>
                        <a:pt x="108" y="590"/>
                        <a:pt x="105" y="595"/>
                        <a:pt x="101" y="597"/>
                      </a:cubicBezTo>
                      <a:cubicBezTo>
                        <a:pt x="99" y="597"/>
                        <a:pt x="99" y="593"/>
                        <a:pt x="97" y="592"/>
                      </a:cubicBezTo>
                      <a:cubicBezTo>
                        <a:pt x="95" y="590"/>
                        <a:pt x="92" y="590"/>
                        <a:pt x="90" y="588"/>
                      </a:cubicBezTo>
                      <a:cubicBezTo>
                        <a:pt x="88" y="585"/>
                        <a:pt x="87" y="581"/>
                        <a:pt x="84" y="579"/>
                      </a:cubicBezTo>
                      <a:cubicBezTo>
                        <a:pt x="83" y="577"/>
                        <a:pt x="79" y="579"/>
                        <a:pt x="77" y="577"/>
                      </a:cubicBezTo>
                      <a:cubicBezTo>
                        <a:pt x="73" y="573"/>
                        <a:pt x="68" y="555"/>
                        <a:pt x="67" y="549"/>
                      </a:cubicBezTo>
                      <a:cubicBezTo>
                        <a:pt x="67" y="549"/>
                        <a:pt x="75" y="557"/>
                        <a:pt x="74" y="552"/>
                      </a:cubicBezTo>
                      <a:cubicBezTo>
                        <a:pt x="74" y="550"/>
                        <a:pt x="71" y="552"/>
                        <a:pt x="70" y="551"/>
                      </a:cubicBezTo>
                      <a:cubicBezTo>
                        <a:pt x="69" y="550"/>
                        <a:pt x="72" y="549"/>
                        <a:pt x="72" y="547"/>
                      </a:cubicBezTo>
                      <a:cubicBezTo>
                        <a:pt x="70" y="538"/>
                        <a:pt x="62" y="549"/>
                        <a:pt x="62" y="533"/>
                      </a:cubicBezTo>
                      <a:cubicBezTo>
                        <a:pt x="62" y="533"/>
                        <a:pt x="84" y="523"/>
                        <a:pt x="79" y="521"/>
                      </a:cubicBezTo>
                      <a:cubicBezTo>
                        <a:pt x="75" y="520"/>
                        <a:pt x="72" y="530"/>
                        <a:pt x="67" y="529"/>
                      </a:cubicBezTo>
                      <a:cubicBezTo>
                        <a:pt x="63" y="528"/>
                        <a:pt x="65" y="521"/>
                        <a:pt x="63" y="518"/>
                      </a:cubicBezTo>
                      <a:cubicBezTo>
                        <a:pt x="62" y="515"/>
                        <a:pt x="59" y="512"/>
                        <a:pt x="57" y="509"/>
                      </a:cubicBezTo>
                      <a:cubicBezTo>
                        <a:pt x="42" y="494"/>
                        <a:pt x="42" y="494"/>
                        <a:pt x="42" y="494"/>
                      </a:cubicBezTo>
                      <a:cubicBezTo>
                        <a:pt x="42" y="494"/>
                        <a:pt x="42" y="494"/>
                        <a:pt x="42" y="493"/>
                      </a:cubicBezTo>
                      <a:cubicBezTo>
                        <a:pt x="41" y="494"/>
                        <a:pt x="41" y="495"/>
                        <a:pt x="40" y="495"/>
                      </a:cubicBezTo>
                      <a:cubicBezTo>
                        <a:pt x="36" y="495"/>
                        <a:pt x="34" y="491"/>
                        <a:pt x="32" y="489"/>
                      </a:cubicBezTo>
                      <a:cubicBezTo>
                        <a:pt x="29" y="488"/>
                        <a:pt x="19" y="486"/>
                        <a:pt x="12" y="486"/>
                      </a:cubicBezTo>
                      <a:cubicBezTo>
                        <a:pt x="13" y="463"/>
                        <a:pt x="7" y="459"/>
                        <a:pt x="26" y="442"/>
                      </a:cubicBezTo>
                      <a:cubicBezTo>
                        <a:pt x="29" y="439"/>
                        <a:pt x="29" y="433"/>
                        <a:pt x="32" y="431"/>
                      </a:cubicBezTo>
                      <a:cubicBezTo>
                        <a:pt x="33" y="431"/>
                        <a:pt x="61" y="430"/>
                        <a:pt x="54" y="419"/>
                      </a:cubicBezTo>
                      <a:cubicBezTo>
                        <a:pt x="53" y="416"/>
                        <a:pt x="47" y="421"/>
                        <a:pt x="44" y="419"/>
                      </a:cubicBezTo>
                      <a:cubicBezTo>
                        <a:pt x="41" y="417"/>
                        <a:pt x="42" y="412"/>
                        <a:pt x="41" y="409"/>
                      </a:cubicBezTo>
                      <a:cubicBezTo>
                        <a:pt x="40" y="405"/>
                        <a:pt x="40" y="401"/>
                        <a:pt x="37" y="399"/>
                      </a:cubicBezTo>
                      <a:cubicBezTo>
                        <a:pt x="37" y="397"/>
                        <a:pt x="33" y="399"/>
                        <a:pt x="33" y="397"/>
                      </a:cubicBezTo>
                      <a:cubicBezTo>
                        <a:pt x="35" y="394"/>
                        <a:pt x="39" y="391"/>
                        <a:pt x="41" y="387"/>
                      </a:cubicBezTo>
                      <a:cubicBezTo>
                        <a:pt x="44" y="380"/>
                        <a:pt x="34" y="385"/>
                        <a:pt x="44" y="377"/>
                      </a:cubicBezTo>
                      <a:cubicBezTo>
                        <a:pt x="53" y="370"/>
                        <a:pt x="64" y="371"/>
                        <a:pt x="65" y="357"/>
                      </a:cubicBezTo>
                      <a:cubicBezTo>
                        <a:pt x="65" y="356"/>
                        <a:pt x="54" y="348"/>
                        <a:pt x="52" y="344"/>
                      </a:cubicBezTo>
                      <a:cubicBezTo>
                        <a:pt x="49" y="336"/>
                        <a:pt x="53" y="325"/>
                        <a:pt x="53" y="323"/>
                      </a:cubicBezTo>
                      <a:cubicBezTo>
                        <a:pt x="52" y="323"/>
                        <a:pt x="43" y="305"/>
                        <a:pt x="43" y="305"/>
                      </a:cubicBezTo>
                      <a:cubicBezTo>
                        <a:pt x="42" y="304"/>
                        <a:pt x="45" y="305"/>
                        <a:pt x="46" y="305"/>
                      </a:cubicBezTo>
                      <a:cubicBezTo>
                        <a:pt x="51" y="307"/>
                        <a:pt x="54" y="308"/>
                        <a:pt x="59" y="309"/>
                      </a:cubicBezTo>
                      <a:cubicBezTo>
                        <a:pt x="72" y="312"/>
                        <a:pt x="75" y="313"/>
                        <a:pt x="82" y="300"/>
                      </a:cubicBezTo>
                      <a:cubicBezTo>
                        <a:pt x="90" y="284"/>
                        <a:pt x="81" y="290"/>
                        <a:pt x="80" y="278"/>
                      </a:cubicBezTo>
                      <a:cubicBezTo>
                        <a:pt x="78" y="267"/>
                        <a:pt x="96" y="272"/>
                        <a:pt x="96" y="265"/>
                      </a:cubicBezTo>
                      <a:cubicBezTo>
                        <a:pt x="97" y="259"/>
                        <a:pt x="90" y="264"/>
                        <a:pt x="94" y="257"/>
                      </a:cubicBezTo>
                      <a:cubicBezTo>
                        <a:pt x="94" y="256"/>
                        <a:pt x="97" y="256"/>
                        <a:pt x="97" y="254"/>
                      </a:cubicBezTo>
                      <a:cubicBezTo>
                        <a:pt x="99" y="250"/>
                        <a:pt x="99" y="246"/>
                        <a:pt x="99" y="242"/>
                      </a:cubicBezTo>
                      <a:cubicBezTo>
                        <a:pt x="100" y="238"/>
                        <a:pt x="103" y="233"/>
                        <a:pt x="103" y="229"/>
                      </a:cubicBezTo>
                      <a:cubicBezTo>
                        <a:pt x="98" y="215"/>
                        <a:pt x="98" y="215"/>
                        <a:pt x="98" y="215"/>
                      </a:cubicBezTo>
                      <a:cubicBezTo>
                        <a:pt x="99" y="214"/>
                        <a:pt x="103" y="217"/>
                        <a:pt x="106" y="216"/>
                      </a:cubicBezTo>
                      <a:cubicBezTo>
                        <a:pt x="118" y="203"/>
                        <a:pt x="118" y="203"/>
                        <a:pt x="118" y="203"/>
                      </a:cubicBezTo>
                      <a:cubicBezTo>
                        <a:pt x="126" y="199"/>
                        <a:pt x="142" y="198"/>
                        <a:pt x="146" y="186"/>
                      </a:cubicBezTo>
                      <a:cubicBezTo>
                        <a:pt x="150" y="175"/>
                        <a:pt x="135" y="176"/>
                        <a:pt x="131" y="175"/>
                      </a:cubicBezTo>
                      <a:cubicBezTo>
                        <a:pt x="128" y="175"/>
                        <a:pt x="133" y="153"/>
                        <a:pt x="131" y="152"/>
                      </a:cubicBezTo>
                      <a:cubicBezTo>
                        <a:pt x="120" y="146"/>
                        <a:pt x="118" y="151"/>
                        <a:pt x="105" y="146"/>
                      </a:cubicBezTo>
                      <a:cubicBezTo>
                        <a:pt x="103" y="145"/>
                        <a:pt x="103" y="139"/>
                        <a:pt x="98" y="143"/>
                      </a:cubicBezTo>
                      <a:cubicBezTo>
                        <a:pt x="97" y="144"/>
                        <a:pt x="99" y="147"/>
                        <a:pt x="98" y="148"/>
                      </a:cubicBezTo>
                      <a:cubicBezTo>
                        <a:pt x="90" y="155"/>
                        <a:pt x="82" y="147"/>
                        <a:pt x="80" y="146"/>
                      </a:cubicBezTo>
                      <a:cubicBezTo>
                        <a:pt x="77" y="145"/>
                        <a:pt x="75" y="148"/>
                        <a:pt x="73" y="147"/>
                      </a:cubicBezTo>
                      <a:cubicBezTo>
                        <a:pt x="72" y="146"/>
                        <a:pt x="76" y="145"/>
                        <a:pt x="75" y="144"/>
                      </a:cubicBezTo>
                      <a:cubicBezTo>
                        <a:pt x="75" y="142"/>
                        <a:pt x="72" y="141"/>
                        <a:pt x="69" y="141"/>
                      </a:cubicBezTo>
                      <a:cubicBezTo>
                        <a:pt x="66" y="141"/>
                        <a:pt x="62" y="142"/>
                        <a:pt x="59" y="141"/>
                      </a:cubicBezTo>
                      <a:cubicBezTo>
                        <a:pt x="58" y="141"/>
                        <a:pt x="59" y="139"/>
                        <a:pt x="59" y="138"/>
                      </a:cubicBezTo>
                      <a:cubicBezTo>
                        <a:pt x="59" y="138"/>
                        <a:pt x="60" y="136"/>
                        <a:pt x="59" y="136"/>
                      </a:cubicBezTo>
                      <a:cubicBezTo>
                        <a:pt x="56" y="137"/>
                        <a:pt x="50" y="145"/>
                        <a:pt x="45" y="141"/>
                      </a:cubicBezTo>
                      <a:cubicBezTo>
                        <a:pt x="31" y="132"/>
                        <a:pt x="58" y="129"/>
                        <a:pt x="51" y="123"/>
                      </a:cubicBezTo>
                      <a:cubicBezTo>
                        <a:pt x="50" y="121"/>
                        <a:pt x="47" y="123"/>
                        <a:pt x="46" y="121"/>
                      </a:cubicBezTo>
                      <a:cubicBezTo>
                        <a:pt x="46" y="120"/>
                        <a:pt x="49" y="118"/>
                        <a:pt x="47" y="117"/>
                      </a:cubicBezTo>
                      <a:cubicBezTo>
                        <a:pt x="37" y="115"/>
                        <a:pt x="23" y="119"/>
                        <a:pt x="15" y="123"/>
                      </a:cubicBezTo>
                      <a:cubicBezTo>
                        <a:pt x="16" y="119"/>
                        <a:pt x="10" y="115"/>
                        <a:pt x="10" y="110"/>
                      </a:cubicBezTo>
                      <a:cubicBezTo>
                        <a:pt x="9" y="108"/>
                        <a:pt x="12" y="112"/>
                        <a:pt x="13" y="111"/>
                      </a:cubicBezTo>
                      <a:cubicBezTo>
                        <a:pt x="15" y="111"/>
                        <a:pt x="12" y="108"/>
                        <a:pt x="13" y="107"/>
                      </a:cubicBezTo>
                      <a:cubicBezTo>
                        <a:pt x="14" y="102"/>
                        <a:pt x="23" y="104"/>
                        <a:pt x="26" y="100"/>
                      </a:cubicBezTo>
                      <a:cubicBezTo>
                        <a:pt x="28" y="100"/>
                        <a:pt x="30" y="97"/>
                        <a:pt x="28" y="98"/>
                      </a:cubicBezTo>
                      <a:cubicBezTo>
                        <a:pt x="25" y="98"/>
                        <a:pt x="21" y="102"/>
                        <a:pt x="18" y="102"/>
                      </a:cubicBezTo>
                      <a:cubicBezTo>
                        <a:pt x="15" y="103"/>
                        <a:pt x="14" y="98"/>
                        <a:pt x="16" y="95"/>
                      </a:cubicBezTo>
                      <a:cubicBezTo>
                        <a:pt x="20" y="93"/>
                        <a:pt x="27" y="95"/>
                        <a:pt x="28" y="91"/>
                      </a:cubicBezTo>
                      <a:cubicBezTo>
                        <a:pt x="29" y="87"/>
                        <a:pt x="21" y="92"/>
                        <a:pt x="18" y="91"/>
                      </a:cubicBezTo>
                      <a:cubicBezTo>
                        <a:pt x="16" y="90"/>
                        <a:pt x="14" y="87"/>
                        <a:pt x="13" y="85"/>
                      </a:cubicBezTo>
                      <a:cubicBezTo>
                        <a:pt x="13" y="79"/>
                        <a:pt x="19" y="86"/>
                        <a:pt x="19" y="86"/>
                      </a:cubicBezTo>
                      <a:cubicBezTo>
                        <a:pt x="20" y="83"/>
                        <a:pt x="19" y="81"/>
                        <a:pt x="21" y="78"/>
                      </a:cubicBezTo>
                      <a:cubicBezTo>
                        <a:pt x="23" y="76"/>
                        <a:pt x="28" y="75"/>
                        <a:pt x="28" y="72"/>
                      </a:cubicBezTo>
                      <a:cubicBezTo>
                        <a:pt x="31" y="44"/>
                        <a:pt x="8" y="76"/>
                        <a:pt x="4" y="48"/>
                      </a:cubicBezTo>
                      <a:cubicBezTo>
                        <a:pt x="0" y="30"/>
                        <a:pt x="16" y="35"/>
                        <a:pt x="17" y="33"/>
                      </a:cubicBezTo>
                      <a:cubicBezTo>
                        <a:pt x="17" y="31"/>
                        <a:pt x="12" y="33"/>
                        <a:pt x="11" y="31"/>
                      </a:cubicBezTo>
                      <a:cubicBezTo>
                        <a:pt x="10" y="30"/>
                        <a:pt x="12" y="29"/>
                        <a:pt x="13" y="29"/>
                      </a:cubicBezTo>
                      <a:cubicBezTo>
                        <a:pt x="19" y="28"/>
                        <a:pt x="23" y="30"/>
                        <a:pt x="27" y="29"/>
                      </a:cubicBezTo>
                      <a:cubicBezTo>
                        <a:pt x="42" y="28"/>
                        <a:pt x="62" y="16"/>
                        <a:pt x="75" y="10"/>
                      </a:cubicBezTo>
                      <a:cubicBezTo>
                        <a:pt x="80" y="8"/>
                        <a:pt x="86" y="0"/>
                        <a:pt x="91" y="4"/>
                      </a:cubicBezTo>
                      <a:cubicBezTo>
                        <a:pt x="93" y="5"/>
                        <a:pt x="88" y="12"/>
                        <a:pt x="90" y="13"/>
                      </a:cubicBezTo>
                      <a:cubicBezTo>
                        <a:pt x="95" y="13"/>
                        <a:pt x="98" y="5"/>
                        <a:pt x="102" y="5"/>
                      </a:cubicBezTo>
                      <a:cubicBezTo>
                        <a:pt x="118" y="5"/>
                        <a:pt x="116" y="32"/>
                        <a:pt x="131" y="35"/>
                      </a:cubicBezTo>
                      <a:cubicBezTo>
                        <a:pt x="133" y="36"/>
                        <a:pt x="135" y="30"/>
                        <a:pt x="137" y="30"/>
                      </a:cubicBezTo>
                      <a:cubicBezTo>
                        <a:pt x="153" y="34"/>
                        <a:pt x="145" y="35"/>
                        <a:pt x="161" y="37"/>
                      </a:cubicBezTo>
                      <a:cubicBezTo>
                        <a:pt x="165" y="38"/>
                        <a:pt x="172" y="36"/>
                        <a:pt x="175" y="37"/>
                      </a:cubicBezTo>
                      <a:cubicBezTo>
                        <a:pt x="179" y="38"/>
                        <a:pt x="180" y="41"/>
                        <a:pt x="184" y="41"/>
                      </a:cubicBezTo>
                      <a:cubicBezTo>
                        <a:pt x="188" y="41"/>
                        <a:pt x="192" y="35"/>
                        <a:pt x="197" y="37"/>
                      </a:cubicBezTo>
                      <a:cubicBezTo>
                        <a:pt x="201" y="38"/>
                        <a:pt x="201" y="44"/>
                        <a:pt x="205" y="47"/>
                      </a:cubicBezTo>
                      <a:cubicBezTo>
                        <a:pt x="208" y="50"/>
                        <a:pt x="215" y="47"/>
                        <a:pt x="218" y="50"/>
                      </a:cubicBezTo>
                      <a:cubicBezTo>
                        <a:pt x="219" y="51"/>
                        <a:pt x="216" y="53"/>
                        <a:pt x="217" y="53"/>
                      </a:cubicBezTo>
                      <a:cubicBezTo>
                        <a:pt x="218" y="55"/>
                        <a:pt x="222" y="51"/>
                        <a:pt x="223" y="52"/>
                      </a:cubicBezTo>
                      <a:cubicBezTo>
                        <a:pt x="238" y="62"/>
                        <a:pt x="274" y="80"/>
                        <a:pt x="293" y="74"/>
                      </a:cubicBezTo>
                      <a:cubicBezTo>
                        <a:pt x="294" y="74"/>
                        <a:pt x="294" y="72"/>
                        <a:pt x="295" y="71"/>
                      </a:cubicBezTo>
                      <a:cubicBezTo>
                        <a:pt x="298" y="70"/>
                        <a:pt x="300" y="71"/>
                        <a:pt x="302" y="71"/>
                      </a:cubicBezTo>
                      <a:cubicBezTo>
                        <a:pt x="307" y="72"/>
                        <a:pt x="318" y="70"/>
                        <a:pt x="322" y="77"/>
                      </a:cubicBezTo>
                      <a:cubicBezTo>
                        <a:pt x="322" y="78"/>
                        <a:pt x="321" y="79"/>
                        <a:pt x="321" y="80"/>
                      </a:cubicBezTo>
                      <a:cubicBezTo>
                        <a:pt x="325" y="81"/>
                        <a:pt x="338" y="93"/>
                        <a:pt x="342" y="93"/>
                      </a:cubicBezTo>
                      <a:cubicBezTo>
                        <a:pt x="344" y="93"/>
                        <a:pt x="341" y="89"/>
                        <a:pt x="342" y="87"/>
                      </a:cubicBezTo>
                      <a:cubicBezTo>
                        <a:pt x="343" y="86"/>
                        <a:pt x="346" y="85"/>
                        <a:pt x="348" y="85"/>
                      </a:cubicBezTo>
                      <a:cubicBezTo>
                        <a:pt x="364" y="82"/>
                        <a:pt x="354" y="84"/>
                        <a:pt x="360" y="92"/>
                      </a:cubicBezTo>
                      <a:cubicBezTo>
                        <a:pt x="363" y="94"/>
                        <a:pt x="367" y="91"/>
                        <a:pt x="369" y="93"/>
                      </a:cubicBezTo>
                      <a:cubicBezTo>
                        <a:pt x="373" y="94"/>
                        <a:pt x="374" y="98"/>
                        <a:pt x="377" y="100"/>
                      </a:cubicBezTo>
                      <a:cubicBezTo>
                        <a:pt x="385" y="104"/>
                        <a:pt x="400" y="103"/>
                        <a:pt x="411" y="100"/>
                      </a:cubicBezTo>
                      <a:cubicBezTo>
                        <a:pt x="415" y="104"/>
                        <a:pt x="421" y="109"/>
                        <a:pt x="421" y="109"/>
                      </a:cubicBezTo>
                      <a:cubicBezTo>
                        <a:pt x="422" y="110"/>
                        <a:pt x="421" y="107"/>
                        <a:pt x="422" y="107"/>
                      </a:cubicBezTo>
                      <a:cubicBezTo>
                        <a:pt x="425" y="108"/>
                        <a:pt x="428" y="109"/>
                        <a:pt x="430" y="111"/>
                      </a:cubicBezTo>
                      <a:cubicBezTo>
                        <a:pt x="435" y="117"/>
                        <a:pt x="419" y="124"/>
                        <a:pt x="426" y="127"/>
                      </a:cubicBezTo>
                      <a:cubicBezTo>
                        <a:pt x="429" y="128"/>
                        <a:pt x="433" y="122"/>
                        <a:pt x="434" y="123"/>
                      </a:cubicBezTo>
                      <a:cubicBezTo>
                        <a:pt x="434" y="124"/>
                        <a:pt x="433" y="127"/>
                        <a:pt x="434" y="128"/>
                      </a:cubicBezTo>
                      <a:cubicBezTo>
                        <a:pt x="442" y="136"/>
                        <a:pt x="454" y="133"/>
                        <a:pt x="462" y="138"/>
                      </a:cubicBezTo>
                      <a:cubicBezTo>
                        <a:pt x="462" y="139"/>
                        <a:pt x="468" y="152"/>
                        <a:pt x="468" y="152"/>
                      </a:cubicBezTo>
                      <a:cubicBezTo>
                        <a:pt x="476" y="158"/>
                        <a:pt x="483" y="147"/>
                        <a:pt x="491" y="154"/>
                      </a:cubicBezTo>
                      <a:cubicBezTo>
                        <a:pt x="495" y="158"/>
                        <a:pt x="492" y="165"/>
                        <a:pt x="500" y="165"/>
                      </a:cubicBezTo>
                      <a:cubicBezTo>
                        <a:pt x="503" y="166"/>
                        <a:pt x="505" y="162"/>
                        <a:pt x="509" y="163"/>
                      </a:cubicBezTo>
                      <a:cubicBezTo>
                        <a:pt x="512" y="163"/>
                        <a:pt x="514" y="167"/>
                        <a:pt x="517" y="168"/>
                      </a:cubicBezTo>
                      <a:cubicBezTo>
                        <a:pt x="519" y="168"/>
                        <a:pt x="519" y="164"/>
                        <a:pt x="520" y="164"/>
                      </a:cubicBezTo>
                      <a:cubicBezTo>
                        <a:pt x="526" y="164"/>
                        <a:pt x="531" y="168"/>
                        <a:pt x="537" y="169"/>
                      </a:cubicBezTo>
                      <a:cubicBezTo>
                        <a:pt x="537" y="169"/>
                        <a:pt x="535" y="156"/>
                        <a:pt x="541" y="157"/>
                      </a:cubicBezTo>
                      <a:cubicBezTo>
                        <a:pt x="551" y="159"/>
                        <a:pt x="557" y="166"/>
                        <a:pt x="563" y="171"/>
                      </a:cubicBezTo>
                      <a:cubicBezTo>
                        <a:pt x="563" y="172"/>
                        <a:pt x="565" y="171"/>
                        <a:pt x="566" y="171"/>
                      </a:cubicBezTo>
                      <a:cubicBezTo>
                        <a:pt x="569" y="172"/>
                        <a:pt x="572" y="172"/>
                        <a:pt x="574" y="173"/>
                      </a:cubicBezTo>
                      <a:cubicBezTo>
                        <a:pt x="577" y="176"/>
                        <a:pt x="575" y="181"/>
                        <a:pt x="578" y="182"/>
                      </a:cubicBezTo>
                      <a:cubicBezTo>
                        <a:pt x="578" y="183"/>
                        <a:pt x="578" y="183"/>
                        <a:pt x="578" y="183"/>
                      </a:cubicBezTo>
                      <a:cubicBezTo>
                        <a:pt x="575" y="189"/>
                        <a:pt x="574" y="197"/>
                        <a:pt x="592" y="192"/>
                      </a:cubicBezTo>
                      <a:close/>
                      <a:moveTo>
                        <a:pt x="99" y="610"/>
                      </a:moveTo>
                      <a:cubicBezTo>
                        <a:pt x="103" y="627"/>
                        <a:pt x="103" y="627"/>
                        <a:pt x="103" y="627"/>
                      </a:cubicBezTo>
                      <a:cubicBezTo>
                        <a:pt x="115" y="627"/>
                        <a:pt x="115" y="627"/>
                        <a:pt x="115" y="627"/>
                      </a:cubicBezTo>
                      <a:cubicBezTo>
                        <a:pt x="115" y="625"/>
                        <a:pt x="115" y="624"/>
                        <a:pt x="115" y="622"/>
                      </a:cubicBezTo>
                      <a:cubicBezTo>
                        <a:pt x="114" y="619"/>
                        <a:pt x="113" y="615"/>
                        <a:pt x="114" y="612"/>
                      </a:cubicBezTo>
                      <a:cubicBezTo>
                        <a:pt x="115" y="610"/>
                        <a:pt x="120" y="610"/>
                        <a:pt x="119" y="608"/>
                      </a:cubicBezTo>
                      <a:cubicBezTo>
                        <a:pt x="116" y="600"/>
                        <a:pt x="100" y="610"/>
                        <a:pt x="99" y="610"/>
                      </a:cubicBezTo>
                      <a:close/>
                      <a:moveTo>
                        <a:pt x="245" y="679"/>
                      </a:moveTo>
                      <a:cubicBezTo>
                        <a:pt x="253" y="684"/>
                        <a:pt x="253" y="684"/>
                        <a:pt x="253" y="684"/>
                      </a:cubicBezTo>
                      <a:cubicBezTo>
                        <a:pt x="253" y="679"/>
                        <a:pt x="255" y="674"/>
                        <a:pt x="254" y="669"/>
                      </a:cubicBezTo>
                      <a:cubicBezTo>
                        <a:pt x="253" y="665"/>
                        <a:pt x="248" y="676"/>
                        <a:pt x="245" y="679"/>
                      </a:cubicBezTo>
                      <a:close/>
                      <a:moveTo>
                        <a:pt x="256" y="683"/>
                      </a:moveTo>
                      <a:cubicBezTo>
                        <a:pt x="257" y="682"/>
                        <a:pt x="257" y="682"/>
                        <a:pt x="257" y="682"/>
                      </a:cubicBezTo>
                      <a:cubicBezTo>
                        <a:pt x="256" y="682"/>
                        <a:pt x="256" y="682"/>
                        <a:pt x="256" y="683"/>
                      </a:cubicBezTo>
                      <a:cubicBezTo>
                        <a:pt x="256" y="683"/>
                        <a:pt x="256" y="683"/>
                        <a:pt x="256" y="683"/>
                      </a:cubicBezTo>
                      <a:close/>
                      <a:moveTo>
                        <a:pt x="655" y="386"/>
                      </a:moveTo>
                      <a:cubicBezTo>
                        <a:pt x="646" y="415"/>
                        <a:pt x="656" y="395"/>
                        <a:pt x="670" y="407"/>
                      </a:cubicBezTo>
                      <a:cubicBezTo>
                        <a:pt x="674" y="410"/>
                        <a:pt x="645" y="438"/>
                        <a:pt x="643" y="437"/>
                      </a:cubicBezTo>
                      <a:cubicBezTo>
                        <a:pt x="640" y="437"/>
                        <a:pt x="641" y="431"/>
                        <a:pt x="638" y="429"/>
                      </a:cubicBezTo>
                      <a:cubicBezTo>
                        <a:pt x="630" y="424"/>
                        <a:pt x="629" y="433"/>
                        <a:pt x="626" y="425"/>
                      </a:cubicBezTo>
                      <a:cubicBezTo>
                        <a:pt x="625" y="421"/>
                        <a:pt x="626" y="416"/>
                        <a:pt x="623" y="413"/>
                      </a:cubicBezTo>
                      <a:cubicBezTo>
                        <a:pt x="621" y="411"/>
                        <a:pt x="618" y="415"/>
                        <a:pt x="615" y="414"/>
                      </a:cubicBezTo>
                      <a:cubicBezTo>
                        <a:pt x="612" y="414"/>
                        <a:pt x="608" y="412"/>
                        <a:pt x="604" y="410"/>
                      </a:cubicBezTo>
                      <a:cubicBezTo>
                        <a:pt x="604" y="409"/>
                        <a:pt x="605" y="408"/>
                        <a:pt x="605" y="408"/>
                      </a:cubicBezTo>
                      <a:cubicBezTo>
                        <a:pt x="619" y="397"/>
                        <a:pt x="637" y="390"/>
                        <a:pt x="655" y="386"/>
                      </a:cubicBezTo>
                      <a:close/>
                      <a:moveTo>
                        <a:pt x="714" y="387"/>
                      </a:moveTo>
                      <a:cubicBezTo>
                        <a:pt x="727" y="420"/>
                        <a:pt x="712" y="397"/>
                        <a:pt x="704" y="393"/>
                      </a:cubicBezTo>
                      <a:cubicBezTo>
                        <a:pt x="700" y="392"/>
                        <a:pt x="696" y="395"/>
                        <a:pt x="692" y="392"/>
                      </a:cubicBezTo>
                      <a:cubicBezTo>
                        <a:pt x="678" y="383"/>
                        <a:pt x="697" y="379"/>
                        <a:pt x="714" y="387"/>
                      </a:cubicBezTo>
                      <a:close/>
                      <a:moveTo>
                        <a:pt x="613" y="440"/>
                      </a:moveTo>
                      <a:cubicBezTo>
                        <a:pt x="610" y="443"/>
                        <a:pt x="605" y="443"/>
                        <a:pt x="605" y="446"/>
                      </a:cubicBezTo>
                      <a:cubicBezTo>
                        <a:pt x="605" y="448"/>
                        <a:pt x="607" y="453"/>
                        <a:pt x="610" y="453"/>
                      </a:cubicBezTo>
                      <a:cubicBezTo>
                        <a:pt x="613" y="453"/>
                        <a:pt x="615" y="453"/>
                        <a:pt x="620" y="449"/>
                      </a:cubicBezTo>
                      <a:cubicBezTo>
                        <a:pt x="625" y="445"/>
                        <a:pt x="620" y="442"/>
                        <a:pt x="620" y="442"/>
                      </a:cubicBezTo>
                      <a:cubicBezTo>
                        <a:pt x="614" y="440"/>
                        <a:pt x="614" y="440"/>
                        <a:pt x="614" y="440"/>
                      </a:cubicBezTo>
                      <a:lnTo>
                        <a:pt x="613" y="440"/>
                      </a:lnTo>
                      <a:close/>
                      <a:moveTo>
                        <a:pt x="600" y="423"/>
                      </a:moveTo>
                      <a:cubicBezTo>
                        <a:pt x="595" y="424"/>
                        <a:pt x="594" y="427"/>
                        <a:pt x="592" y="430"/>
                      </a:cubicBezTo>
                      <a:cubicBezTo>
                        <a:pt x="589" y="433"/>
                        <a:pt x="586" y="438"/>
                        <a:pt x="591" y="440"/>
                      </a:cubicBezTo>
                      <a:cubicBezTo>
                        <a:pt x="594" y="442"/>
                        <a:pt x="602" y="438"/>
                        <a:pt x="604" y="434"/>
                      </a:cubicBezTo>
                      <a:cubicBezTo>
                        <a:pt x="605" y="431"/>
                        <a:pt x="609" y="431"/>
                        <a:pt x="609" y="427"/>
                      </a:cubicBezTo>
                      <a:cubicBezTo>
                        <a:pt x="609" y="425"/>
                        <a:pt x="605" y="422"/>
                        <a:pt x="605" y="422"/>
                      </a:cubicBezTo>
                      <a:lnTo>
                        <a:pt x="600" y="423"/>
                      </a:lnTo>
                      <a:close/>
                    </a:path>
                  </a:pathLst>
                </a:custGeom>
                <a:solidFill>
                  <a:srgbClr val="44A6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6" name="Belgium" descr="{&quot;Key&quot;:&quot;belgium&quot;,&quot;Name&quot;:&quot;Belgium&quot;,&quot;Value&quot;:41.0,&quot;Formula&quot;:&quot;41&quot;,&quot;Text&quot;:&quot;41&quot;,&quot;OfficeApplication&quot;:2,&quot;HasValue&quot;:true}">
                  <a:extLst>
                    <a:ext uri="{FF2B5EF4-FFF2-40B4-BE49-F238E27FC236}">
                      <a16:creationId xmlns:a16="http://schemas.microsoft.com/office/drawing/2014/main" id="{41ED6C14-3288-512F-FEE6-22FE9CEC0622}"/>
                    </a:ext>
                  </a:extLst>
                </p:cNvPr>
                <p:cNvSpPr>
                  <a:spLocks/>
                </p:cNvSpPr>
                <p:nvPr/>
              </p:nvSpPr>
              <p:spPr bwMode="auto">
                <a:xfrm>
                  <a:off x="2689225" y="4086785"/>
                  <a:ext cx="305081" cy="281943"/>
                </a:xfrm>
                <a:custGeom>
                  <a:avLst/>
                  <a:gdLst>
                    <a:gd name="T0" fmla="*/ 146 w 182"/>
                    <a:gd name="T1" fmla="*/ 154 h 156"/>
                    <a:gd name="T2" fmla="*/ 140 w 182"/>
                    <a:gd name="T3" fmla="*/ 153 h 156"/>
                    <a:gd name="T4" fmla="*/ 129 w 182"/>
                    <a:gd name="T5" fmla="*/ 154 h 156"/>
                    <a:gd name="T6" fmla="*/ 127 w 182"/>
                    <a:gd name="T7" fmla="*/ 146 h 156"/>
                    <a:gd name="T8" fmla="*/ 121 w 182"/>
                    <a:gd name="T9" fmla="*/ 144 h 156"/>
                    <a:gd name="T10" fmla="*/ 123 w 182"/>
                    <a:gd name="T11" fmla="*/ 142 h 156"/>
                    <a:gd name="T12" fmla="*/ 121 w 182"/>
                    <a:gd name="T13" fmla="*/ 139 h 156"/>
                    <a:gd name="T14" fmla="*/ 118 w 182"/>
                    <a:gd name="T15" fmla="*/ 140 h 156"/>
                    <a:gd name="T16" fmla="*/ 113 w 182"/>
                    <a:gd name="T17" fmla="*/ 133 h 156"/>
                    <a:gd name="T18" fmla="*/ 101 w 182"/>
                    <a:gd name="T19" fmla="*/ 130 h 156"/>
                    <a:gd name="T20" fmla="*/ 103 w 182"/>
                    <a:gd name="T21" fmla="*/ 122 h 156"/>
                    <a:gd name="T22" fmla="*/ 99 w 182"/>
                    <a:gd name="T23" fmla="*/ 116 h 156"/>
                    <a:gd name="T24" fmla="*/ 102 w 182"/>
                    <a:gd name="T25" fmla="*/ 109 h 156"/>
                    <a:gd name="T26" fmla="*/ 104 w 182"/>
                    <a:gd name="T27" fmla="*/ 105 h 156"/>
                    <a:gd name="T28" fmla="*/ 93 w 182"/>
                    <a:gd name="T29" fmla="*/ 115 h 156"/>
                    <a:gd name="T30" fmla="*/ 68 w 182"/>
                    <a:gd name="T31" fmla="*/ 114 h 156"/>
                    <a:gd name="T32" fmla="*/ 73 w 182"/>
                    <a:gd name="T33" fmla="*/ 107 h 156"/>
                    <a:gd name="T34" fmla="*/ 69 w 182"/>
                    <a:gd name="T35" fmla="*/ 103 h 156"/>
                    <a:gd name="T36" fmla="*/ 73 w 182"/>
                    <a:gd name="T37" fmla="*/ 93 h 156"/>
                    <a:gd name="T38" fmla="*/ 48 w 182"/>
                    <a:gd name="T39" fmla="*/ 85 h 156"/>
                    <a:gd name="T40" fmla="*/ 48 w 182"/>
                    <a:gd name="T41" fmla="*/ 77 h 156"/>
                    <a:gd name="T42" fmla="*/ 31 w 182"/>
                    <a:gd name="T43" fmla="*/ 69 h 156"/>
                    <a:gd name="T44" fmla="*/ 24 w 182"/>
                    <a:gd name="T45" fmla="*/ 49 h 156"/>
                    <a:gd name="T46" fmla="*/ 14 w 182"/>
                    <a:gd name="T47" fmla="*/ 55 h 156"/>
                    <a:gd name="T48" fmla="*/ 0 w 182"/>
                    <a:gd name="T49" fmla="*/ 26 h 156"/>
                    <a:gd name="T50" fmla="*/ 0 w 182"/>
                    <a:gd name="T51" fmla="*/ 25 h 156"/>
                    <a:gd name="T52" fmla="*/ 39 w 182"/>
                    <a:gd name="T53" fmla="*/ 6 h 156"/>
                    <a:gd name="T54" fmla="*/ 40 w 182"/>
                    <a:gd name="T55" fmla="*/ 8 h 156"/>
                    <a:gd name="T56" fmla="*/ 60 w 182"/>
                    <a:gd name="T57" fmla="*/ 17 h 156"/>
                    <a:gd name="T58" fmla="*/ 60 w 182"/>
                    <a:gd name="T59" fmla="*/ 21 h 156"/>
                    <a:gd name="T60" fmla="*/ 76 w 182"/>
                    <a:gd name="T61" fmla="*/ 14 h 156"/>
                    <a:gd name="T62" fmla="*/ 84 w 182"/>
                    <a:gd name="T63" fmla="*/ 19 h 156"/>
                    <a:gd name="T64" fmla="*/ 84 w 182"/>
                    <a:gd name="T65" fmla="*/ 13 h 156"/>
                    <a:gd name="T66" fmla="*/ 89 w 182"/>
                    <a:gd name="T67" fmla="*/ 13 h 156"/>
                    <a:gd name="T68" fmla="*/ 96 w 182"/>
                    <a:gd name="T69" fmla="*/ 4 h 156"/>
                    <a:gd name="T70" fmla="*/ 95 w 182"/>
                    <a:gd name="T71" fmla="*/ 8 h 156"/>
                    <a:gd name="T72" fmla="*/ 109 w 182"/>
                    <a:gd name="T73" fmla="*/ 4 h 156"/>
                    <a:gd name="T74" fmla="*/ 106 w 182"/>
                    <a:gd name="T75" fmla="*/ 10 h 156"/>
                    <a:gd name="T76" fmla="*/ 118 w 182"/>
                    <a:gd name="T77" fmla="*/ 6 h 156"/>
                    <a:gd name="T78" fmla="*/ 126 w 182"/>
                    <a:gd name="T79" fmla="*/ 23 h 156"/>
                    <a:gd name="T80" fmla="*/ 155 w 182"/>
                    <a:gd name="T81" fmla="*/ 33 h 156"/>
                    <a:gd name="T82" fmla="*/ 152 w 182"/>
                    <a:gd name="T83" fmla="*/ 37 h 156"/>
                    <a:gd name="T84" fmla="*/ 147 w 182"/>
                    <a:gd name="T85" fmla="*/ 46 h 156"/>
                    <a:gd name="T86" fmla="*/ 149 w 182"/>
                    <a:gd name="T87" fmla="*/ 48 h 156"/>
                    <a:gd name="T88" fmla="*/ 146 w 182"/>
                    <a:gd name="T89" fmla="*/ 53 h 156"/>
                    <a:gd name="T90" fmla="*/ 160 w 182"/>
                    <a:gd name="T91" fmla="*/ 63 h 156"/>
                    <a:gd name="T92" fmla="*/ 161 w 182"/>
                    <a:gd name="T93" fmla="*/ 63 h 156"/>
                    <a:gd name="T94" fmla="*/ 167 w 182"/>
                    <a:gd name="T95" fmla="*/ 73 h 156"/>
                    <a:gd name="T96" fmla="*/ 172 w 182"/>
                    <a:gd name="T97" fmla="*/ 74 h 156"/>
                    <a:gd name="T98" fmla="*/ 168 w 182"/>
                    <a:gd name="T99" fmla="*/ 81 h 156"/>
                    <a:gd name="T100" fmla="*/ 176 w 182"/>
                    <a:gd name="T101" fmla="*/ 86 h 156"/>
                    <a:gd name="T102" fmla="*/ 163 w 182"/>
                    <a:gd name="T103" fmla="*/ 109 h 156"/>
                    <a:gd name="T104" fmla="*/ 143 w 182"/>
                    <a:gd name="T105" fmla="*/ 126 h 156"/>
                    <a:gd name="T106" fmla="*/ 146 w 182"/>
                    <a:gd name="T107" fmla="*/ 152 h 156"/>
                    <a:gd name="T108" fmla="*/ 146 w 182"/>
                    <a:gd name="T109" fmla="*/ 15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2" h="156">
                      <a:moveTo>
                        <a:pt x="146" y="154"/>
                      </a:moveTo>
                      <a:cubicBezTo>
                        <a:pt x="144" y="153"/>
                        <a:pt x="142" y="153"/>
                        <a:pt x="140" y="153"/>
                      </a:cubicBezTo>
                      <a:cubicBezTo>
                        <a:pt x="136" y="152"/>
                        <a:pt x="133" y="156"/>
                        <a:pt x="129" y="154"/>
                      </a:cubicBezTo>
                      <a:cubicBezTo>
                        <a:pt x="126" y="153"/>
                        <a:pt x="129" y="148"/>
                        <a:pt x="127" y="146"/>
                      </a:cubicBezTo>
                      <a:cubicBezTo>
                        <a:pt x="126" y="144"/>
                        <a:pt x="123" y="145"/>
                        <a:pt x="121" y="144"/>
                      </a:cubicBezTo>
                      <a:cubicBezTo>
                        <a:pt x="121" y="144"/>
                        <a:pt x="123" y="142"/>
                        <a:pt x="123" y="142"/>
                      </a:cubicBezTo>
                      <a:cubicBezTo>
                        <a:pt x="123" y="141"/>
                        <a:pt x="122" y="140"/>
                        <a:pt x="121" y="139"/>
                      </a:cubicBezTo>
                      <a:cubicBezTo>
                        <a:pt x="120" y="139"/>
                        <a:pt x="118" y="141"/>
                        <a:pt x="118" y="140"/>
                      </a:cubicBezTo>
                      <a:cubicBezTo>
                        <a:pt x="116" y="139"/>
                        <a:pt x="115" y="135"/>
                        <a:pt x="113" y="133"/>
                      </a:cubicBezTo>
                      <a:cubicBezTo>
                        <a:pt x="109" y="132"/>
                        <a:pt x="103" y="133"/>
                        <a:pt x="101" y="130"/>
                      </a:cubicBezTo>
                      <a:cubicBezTo>
                        <a:pt x="99" y="128"/>
                        <a:pt x="103" y="124"/>
                        <a:pt x="103" y="122"/>
                      </a:cubicBezTo>
                      <a:cubicBezTo>
                        <a:pt x="103" y="119"/>
                        <a:pt x="99" y="119"/>
                        <a:pt x="99" y="116"/>
                      </a:cubicBezTo>
                      <a:cubicBezTo>
                        <a:pt x="99" y="114"/>
                        <a:pt x="101" y="111"/>
                        <a:pt x="102" y="109"/>
                      </a:cubicBezTo>
                      <a:cubicBezTo>
                        <a:pt x="103" y="107"/>
                        <a:pt x="105" y="106"/>
                        <a:pt x="104" y="105"/>
                      </a:cubicBezTo>
                      <a:cubicBezTo>
                        <a:pt x="100" y="101"/>
                        <a:pt x="97" y="111"/>
                        <a:pt x="93" y="115"/>
                      </a:cubicBezTo>
                      <a:cubicBezTo>
                        <a:pt x="85" y="122"/>
                        <a:pt x="66" y="118"/>
                        <a:pt x="68" y="114"/>
                      </a:cubicBezTo>
                      <a:cubicBezTo>
                        <a:pt x="70" y="111"/>
                        <a:pt x="73" y="110"/>
                        <a:pt x="73" y="107"/>
                      </a:cubicBezTo>
                      <a:cubicBezTo>
                        <a:pt x="73" y="105"/>
                        <a:pt x="68" y="105"/>
                        <a:pt x="69" y="103"/>
                      </a:cubicBezTo>
                      <a:cubicBezTo>
                        <a:pt x="69" y="99"/>
                        <a:pt x="73" y="97"/>
                        <a:pt x="73" y="93"/>
                      </a:cubicBezTo>
                      <a:cubicBezTo>
                        <a:pt x="72" y="84"/>
                        <a:pt x="49" y="89"/>
                        <a:pt x="48" y="85"/>
                      </a:cubicBezTo>
                      <a:cubicBezTo>
                        <a:pt x="47" y="83"/>
                        <a:pt x="49" y="80"/>
                        <a:pt x="48" y="77"/>
                      </a:cubicBezTo>
                      <a:cubicBezTo>
                        <a:pt x="47" y="68"/>
                        <a:pt x="34" y="77"/>
                        <a:pt x="31" y="69"/>
                      </a:cubicBezTo>
                      <a:cubicBezTo>
                        <a:pt x="28" y="65"/>
                        <a:pt x="32" y="52"/>
                        <a:pt x="24" y="49"/>
                      </a:cubicBezTo>
                      <a:cubicBezTo>
                        <a:pt x="21" y="47"/>
                        <a:pt x="18" y="55"/>
                        <a:pt x="14" y="55"/>
                      </a:cubicBezTo>
                      <a:cubicBezTo>
                        <a:pt x="1" y="55"/>
                        <a:pt x="1" y="34"/>
                        <a:pt x="0" y="26"/>
                      </a:cubicBezTo>
                      <a:cubicBezTo>
                        <a:pt x="0" y="25"/>
                        <a:pt x="0" y="25"/>
                        <a:pt x="0" y="25"/>
                      </a:cubicBezTo>
                      <a:cubicBezTo>
                        <a:pt x="10" y="23"/>
                        <a:pt x="26" y="10"/>
                        <a:pt x="39" y="6"/>
                      </a:cubicBezTo>
                      <a:cubicBezTo>
                        <a:pt x="40" y="8"/>
                        <a:pt x="40" y="8"/>
                        <a:pt x="40" y="8"/>
                      </a:cubicBezTo>
                      <a:cubicBezTo>
                        <a:pt x="39" y="23"/>
                        <a:pt x="51" y="13"/>
                        <a:pt x="60" y="17"/>
                      </a:cubicBezTo>
                      <a:cubicBezTo>
                        <a:pt x="61" y="18"/>
                        <a:pt x="58" y="20"/>
                        <a:pt x="60" y="21"/>
                      </a:cubicBezTo>
                      <a:cubicBezTo>
                        <a:pt x="66" y="26"/>
                        <a:pt x="72" y="18"/>
                        <a:pt x="76" y="14"/>
                      </a:cubicBezTo>
                      <a:cubicBezTo>
                        <a:pt x="80" y="17"/>
                        <a:pt x="83" y="19"/>
                        <a:pt x="84" y="19"/>
                      </a:cubicBezTo>
                      <a:cubicBezTo>
                        <a:pt x="86" y="17"/>
                        <a:pt x="86" y="15"/>
                        <a:pt x="84" y="13"/>
                      </a:cubicBezTo>
                      <a:cubicBezTo>
                        <a:pt x="86" y="13"/>
                        <a:pt x="87" y="14"/>
                        <a:pt x="89" y="13"/>
                      </a:cubicBezTo>
                      <a:cubicBezTo>
                        <a:pt x="93" y="13"/>
                        <a:pt x="82" y="0"/>
                        <a:pt x="96" y="4"/>
                      </a:cubicBezTo>
                      <a:cubicBezTo>
                        <a:pt x="97" y="4"/>
                        <a:pt x="95" y="7"/>
                        <a:pt x="95" y="8"/>
                      </a:cubicBezTo>
                      <a:cubicBezTo>
                        <a:pt x="102" y="13"/>
                        <a:pt x="104" y="0"/>
                        <a:pt x="109" y="4"/>
                      </a:cubicBezTo>
                      <a:cubicBezTo>
                        <a:pt x="110" y="6"/>
                        <a:pt x="104" y="9"/>
                        <a:pt x="106" y="10"/>
                      </a:cubicBezTo>
                      <a:cubicBezTo>
                        <a:pt x="119" y="17"/>
                        <a:pt x="108" y="8"/>
                        <a:pt x="118" y="6"/>
                      </a:cubicBezTo>
                      <a:cubicBezTo>
                        <a:pt x="119" y="6"/>
                        <a:pt x="122" y="22"/>
                        <a:pt x="126" y="23"/>
                      </a:cubicBezTo>
                      <a:cubicBezTo>
                        <a:pt x="135" y="24"/>
                        <a:pt x="147" y="24"/>
                        <a:pt x="155" y="33"/>
                      </a:cubicBezTo>
                      <a:cubicBezTo>
                        <a:pt x="155" y="34"/>
                        <a:pt x="152" y="36"/>
                        <a:pt x="152" y="37"/>
                      </a:cubicBezTo>
                      <a:cubicBezTo>
                        <a:pt x="151" y="40"/>
                        <a:pt x="148" y="43"/>
                        <a:pt x="147" y="46"/>
                      </a:cubicBezTo>
                      <a:cubicBezTo>
                        <a:pt x="147" y="47"/>
                        <a:pt x="150" y="47"/>
                        <a:pt x="149" y="48"/>
                      </a:cubicBezTo>
                      <a:cubicBezTo>
                        <a:pt x="149" y="50"/>
                        <a:pt x="146" y="50"/>
                        <a:pt x="146" y="53"/>
                      </a:cubicBezTo>
                      <a:cubicBezTo>
                        <a:pt x="142" y="67"/>
                        <a:pt x="151" y="63"/>
                        <a:pt x="160" y="63"/>
                      </a:cubicBezTo>
                      <a:cubicBezTo>
                        <a:pt x="161" y="63"/>
                        <a:pt x="161" y="63"/>
                        <a:pt x="161" y="63"/>
                      </a:cubicBezTo>
                      <a:cubicBezTo>
                        <a:pt x="163" y="67"/>
                        <a:pt x="166" y="73"/>
                        <a:pt x="167" y="73"/>
                      </a:cubicBezTo>
                      <a:cubicBezTo>
                        <a:pt x="168" y="75"/>
                        <a:pt x="172" y="72"/>
                        <a:pt x="172" y="74"/>
                      </a:cubicBezTo>
                      <a:cubicBezTo>
                        <a:pt x="172" y="76"/>
                        <a:pt x="168" y="79"/>
                        <a:pt x="168" y="81"/>
                      </a:cubicBezTo>
                      <a:cubicBezTo>
                        <a:pt x="169" y="84"/>
                        <a:pt x="174" y="84"/>
                        <a:pt x="176" y="86"/>
                      </a:cubicBezTo>
                      <a:cubicBezTo>
                        <a:pt x="182" y="97"/>
                        <a:pt x="167" y="98"/>
                        <a:pt x="163" y="109"/>
                      </a:cubicBezTo>
                      <a:cubicBezTo>
                        <a:pt x="157" y="98"/>
                        <a:pt x="146" y="119"/>
                        <a:pt x="143" y="126"/>
                      </a:cubicBezTo>
                      <a:cubicBezTo>
                        <a:pt x="142" y="131"/>
                        <a:pt x="159" y="153"/>
                        <a:pt x="146" y="152"/>
                      </a:cubicBezTo>
                      <a:lnTo>
                        <a:pt x="146" y="154"/>
                      </a:lnTo>
                      <a:close/>
                    </a:path>
                  </a:pathLst>
                </a:custGeom>
                <a:solidFill>
                  <a:srgbClr val="4BAA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7" name="Belarus" descr="{&quot;Key&quot;:&quot;belarus&quot;,&quot;Name&quot;:&quot;Belarus&quot;,&quot;Value&quot;:24.0,&quot;Formula&quot;:&quot;24&quot;,&quot;Text&quot;:&quot;24&quot;,&quot;OfficeApplication&quot;:2,&quot;HasValue&quot;:true}">
                  <a:extLst>
                    <a:ext uri="{FF2B5EF4-FFF2-40B4-BE49-F238E27FC236}">
                      <a16:creationId xmlns:a16="http://schemas.microsoft.com/office/drawing/2014/main" id="{7D92558A-8D86-896F-5547-1C86CDD504FB}"/>
                    </a:ext>
                  </a:extLst>
                </p:cNvPr>
                <p:cNvSpPr>
                  <a:spLocks/>
                </p:cNvSpPr>
                <p:nvPr/>
              </p:nvSpPr>
              <p:spPr bwMode="auto">
                <a:xfrm>
                  <a:off x="4244246" y="3298307"/>
                  <a:ext cx="684209" cy="700870"/>
                </a:xfrm>
                <a:custGeom>
                  <a:avLst/>
                  <a:gdLst>
                    <a:gd name="T0" fmla="*/ 46 w 409"/>
                    <a:gd name="T1" fmla="*/ 378 h 389"/>
                    <a:gd name="T2" fmla="*/ 59 w 409"/>
                    <a:gd name="T3" fmla="*/ 381 h 389"/>
                    <a:gd name="T4" fmla="*/ 89 w 409"/>
                    <a:gd name="T5" fmla="*/ 352 h 389"/>
                    <a:gd name="T6" fmla="*/ 117 w 409"/>
                    <a:gd name="T7" fmla="*/ 342 h 389"/>
                    <a:gd name="T8" fmla="*/ 150 w 409"/>
                    <a:gd name="T9" fmla="*/ 336 h 389"/>
                    <a:gd name="T10" fmla="*/ 198 w 409"/>
                    <a:gd name="T11" fmla="*/ 335 h 389"/>
                    <a:gd name="T12" fmla="*/ 208 w 409"/>
                    <a:gd name="T13" fmla="*/ 341 h 389"/>
                    <a:gd name="T14" fmla="*/ 218 w 409"/>
                    <a:gd name="T15" fmla="*/ 341 h 389"/>
                    <a:gd name="T16" fmla="*/ 231 w 409"/>
                    <a:gd name="T17" fmla="*/ 350 h 389"/>
                    <a:gd name="T18" fmla="*/ 245 w 409"/>
                    <a:gd name="T19" fmla="*/ 339 h 389"/>
                    <a:gd name="T20" fmla="*/ 258 w 409"/>
                    <a:gd name="T21" fmla="*/ 338 h 389"/>
                    <a:gd name="T22" fmla="*/ 277 w 409"/>
                    <a:gd name="T23" fmla="*/ 342 h 389"/>
                    <a:gd name="T24" fmla="*/ 291 w 409"/>
                    <a:gd name="T25" fmla="*/ 321 h 389"/>
                    <a:gd name="T26" fmla="*/ 317 w 409"/>
                    <a:gd name="T27" fmla="*/ 324 h 389"/>
                    <a:gd name="T28" fmla="*/ 339 w 409"/>
                    <a:gd name="T29" fmla="*/ 319 h 389"/>
                    <a:gd name="T30" fmla="*/ 352 w 409"/>
                    <a:gd name="T31" fmla="*/ 307 h 389"/>
                    <a:gd name="T32" fmla="*/ 362 w 409"/>
                    <a:gd name="T33" fmla="*/ 265 h 389"/>
                    <a:gd name="T34" fmla="*/ 378 w 409"/>
                    <a:gd name="T35" fmla="*/ 258 h 389"/>
                    <a:gd name="T36" fmla="*/ 395 w 409"/>
                    <a:gd name="T37" fmla="*/ 248 h 389"/>
                    <a:gd name="T38" fmla="*/ 384 w 409"/>
                    <a:gd name="T39" fmla="*/ 236 h 389"/>
                    <a:gd name="T40" fmla="*/ 381 w 409"/>
                    <a:gd name="T41" fmla="*/ 223 h 389"/>
                    <a:gd name="T42" fmla="*/ 374 w 409"/>
                    <a:gd name="T43" fmla="*/ 210 h 389"/>
                    <a:gd name="T44" fmla="*/ 355 w 409"/>
                    <a:gd name="T45" fmla="*/ 180 h 389"/>
                    <a:gd name="T46" fmla="*/ 400 w 409"/>
                    <a:gd name="T47" fmla="*/ 159 h 389"/>
                    <a:gd name="T48" fmla="*/ 408 w 409"/>
                    <a:gd name="T49" fmla="*/ 151 h 389"/>
                    <a:gd name="T50" fmla="*/ 390 w 409"/>
                    <a:gd name="T51" fmla="*/ 137 h 389"/>
                    <a:gd name="T52" fmla="*/ 367 w 409"/>
                    <a:gd name="T53" fmla="*/ 129 h 389"/>
                    <a:gd name="T54" fmla="*/ 354 w 409"/>
                    <a:gd name="T55" fmla="*/ 112 h 389"/>
                    <a:gd name="T56" fmla="*/ 313 w 409"/>
                    <a:gd name="T57" fmla="*/ 92 h 389"/>
                    <a:gd name="T58" fmla="*/ 295 w 409"/>
                    <a:gd name="T59" fmla="*/ 74 h 389"/>
                    <a:gd name="T60" fmla="*/ 299 w 409"/>
                    <a:gd name="T61" fmla="*/ 53 h 389"/>
                    <a:gd name="T62" fmla="*/ 283 w 409"/>
                    <a:gd name="T63" fmla="*/ 15 h 389"/>
                    <a:gd name="T64" fmla="*/ 258 w 409"/>
                    <a:gd name="T65" fmla="*/ 6 h 389"/>
                    <a:gd name="T66" fmla="*/ 236 w 409"/>
                    <a:gd name="T67" fmla="*/ 9 h 389"/>
                    <a:gd name="T68" fmla="*/ 216 w 409"/>
                    <a:gd name="T69" fmla="*/ 7 h 389"/>
                    <a:gd name="T70" fmla="*/ 182 w 409"/>
                    <a:gd name="T71" fmla="*/ 7 h 389"/>
                    <a:gd name="T72" fmla="*/ 149 w 409"/>
                    <a:gd name="T73" fmla="*/ 20 h 389"/>
                    <a:gd name="T74" fmla="*/ 134 w 409"/>
                    <a:gd name="T75" fmla="*/ 38 h 389"/>
                    <a:gd name="T76" fmla="*/ 126 w 409"/>
                    <a:gd name="T77" fmla="*/ 40 h 389"/>
                    <a:gd name="T78" fmla="*/ 108 w 409"/>
                    <a:gd name="T79" fmla="*/ 58 h 389"/>
                    <a:gd name="T80" fmla="*/ 123 w 409"/>
                    <a:gd name="T81" fmla="*/ 85 h 389"/>
                    <a:gd name="T82" fmla="*/ 118 w 409"/>
                    <a:gd name="T83" fmla="*/ 97 h 389"/>
                    <a:gd name="T84" fmla="*/ 101 w 409"/>
                    <a:gd name="T85" fmla="*/ 112 h 389"/>
                    <a:gd name="T86" fmla="*/ 86 w 409"/>
                    <a:gd name="T87" fmla="*/ 130 h 389"/>
                    <a:gd name="T88" fmla="*/ 86 w 409"/>
                    <a:gd name="T89" fmla="*/ 164 h 389"/>
                    <a:gd name="T90" fmla="*/ 87 w 409"/>
                    <a:gd name="T91" fmla="*/ 177 h 389"/>
                    <a:gd name="T92" fmla="*/ 73 w 409"/>
                    <a:gd name="T93" fmla="*/ 174 h 389"/>
                    <a:gd name="T94" fmla="*/ 58 w 409"/>
                    <a:gd name="T95" fmla="*/ 188 h 389"/>
                    <a:gd name="T96" fmla="*/ 52 w 409"/>
                    <a:gd name="T97" fmla="*/ 199 h 389"/>
                    <a:gd name="T98" fmla="*/ 33 w 409"/>
                    <a:gd name="T99" fmla="*/ 205 h 389"/>
                    <a:gd name="T100" fmla="*/ 42 w 409"/>
                    <a:gd name="T101" fmla="*/ 298 h 389"/>
                    <a:gd name="T102" fmla="*/ 17 w 409"/>
                    <a:gd name="T103" fmla="*/ 341 h 389"/>
                    <a:gd name="T104" fmla="*/ 35 w 409"/>
                    <a:gd name="T105" fmla="*/ 345 h 389"/>
                    <a:gd name="T106" fmla="*/ 43 w 409"/>
                    <a:gd name="T107" fmla="*/ 38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9" h="389">
                      <a:moveTo>
                        <a:pt x="43" y="388"/>
                      </a:moveTo>
                      <a:cubicBezTo>
                        <a:pt x="50" y="386"/>
                        <a:pt x="36" y="381"/>
                        <a:pt x="46" y="378"/>
                      </a:cubicBezTo>
                      <a:cubicBezTo>
                        <a:pt x="48" y="377"/>
                        <a:pt x="52" y="377"/>
                        <a:pt x="56" y="378"/>
                      </a:cubicBezTo>
                      <a:cubicBezTo>
                        <a:pt x="57" y="378"/>
                        <a:pt x="57" y="381"/>
                        <a:pt x="59" y="381"/>
                      </a:cubicBezTo>
                      <a:cubicBezTo>
                        <a:pt x="64" y="383"/>
                        <a:pt x="72" y="356"/>
                        <a:pt x="74" y="355"/>
                      </a:cubicBezTo>
                      <a:cubicBezTo>
                        <a:pt x="79" y="352"/>
                        <a:pt x="85" y="354"/>
                        <a:pt x="89" y="352"/>
                      </a:cubicBezTo>
                      <a:cubicBezTo>
                        <a:pt x="96" y="349"/>
                        <a:pt x="101" y="343"/>
                        <a:pt x="108" y="341"/>
                      </a:cubicBezTo>
                      <a:cubicBezTo>
                        <a:pt x="111" y="341"/>
                        <a:pt x="114" y="342"/>
                        <a:pt x="117" y="342"/>
                      </a:cubicBezTo>
                      <a:cubicBezTo>
                        <a:pt x="120" y="342"/>
                        <a:pt x="123" y="342"/>
                        <a:pt x="125" y="342"/>
                      </a:cubicBezTo>
                      <a:cubicBezTo>
                        <a:pt x="134" y="341"/>
                        <a:pt x="142" y="335"/>
                        <a:pt x="150" y="336"/>
                      </a:cubicBezTo>
                      <a:cubicBezTo>
                        <a:pt x="151" y="336"/>
                        <a:pt x="152" y="338"/>
                        <a:pt x="154" y="339"/>
                      </a:cubicBezTo>
                      <a:cubicBezTo>
                        <a:pt x="168" y="341"/>
                        <a:pt x="185" y="339"/>
                        <a:pt x="198" y="335"/>
                      </a:cubicBezTo>
                      <a:cubicBezTo>
                        <a:pt x="205" y="334"/>
                        <a:pt x="200" y="339"/>
                        <a:pt x="203" y="342"/>
                      </a:cubicBezTo>
                      <a:cubicBezTo>
                        <a:pt x="205" y="343"/>
                        <a:pt x="207" y="340"/>
                        <a:pt x="208" y="341"/>
                      </a:cubicBezTo>
                      <a:cubicBezTo>
                        <a:pt x="209" y="342"/>
                        <a:pt x="206" y="346"/>
                        <a:pt x="207" y="346"/>
                      </a:cubicBezTo>
                      <a:cubicBezTo>
                        <a:pt x="222" y="352"/>
                        <a:pt x="211" y="343"/>
                        <a:pt x="218" y="341"/>
                      </a:cubicBezTo>
                      <a:cubicBezTo>
                        <a:pt x="241" y="335"/>
                        <a:pt x="220" y="345"/>
                        <a:pt x="228" y="349"/>
                      </a:cubicBezTo>
                      <a:cubicBezTo>
                        <a:pt x="229" y="350"/>
                        <a:pt x="231" y="351"/>
                        <a:pt x="231" y="350"/>
                      </a:cubicBezTo>
                      <a:cubicBezTo>
                        <a:pt x="234" y="349"/>
                        <a:pt x="231" y="338"/>
                        <a:pt x="234" y="338"/>
                      </a:cubicBezTo>
                      <a:cubicBezTo>
                        <a:pt x="237" y="338"/>
                        <a:pt x="242" y="343"/>
                        <a:pt x="245" y="339"/>
                      </a:cubicBezTo>
                      <a:cubicBezTo>
                        <a:pt x="248" y="337"/>
                        <a:pt x="248" y="328"/>
                        <a:pt x="251" y="330"/>
                      </a:cubicBezTo>
                      <a:cubicBezTo>
                        <a:pt x="256" y="333"/>
                        <a:pt x="244" y="338"/>
                        <a:pt x="258" y="338"/>
                      </a:cubicBezTo>
                      <a:cubicBezTo>
                        <a:pt x="263" y="338"/>
                        <a:pt x="260" y="327"/>
                        <a:pt x="268" y="333"/>
                      </a:cubicBezTo>
                      <a:cubicBezTo>
                        <a:pt x="283" y="343"/>
                        <a:pt x="265" y="339"/>
                        <a:pt x="277" y="342"/>
                      </a:cubicBezTo>
                      <a:cubicBezTo>
                        <a:pt x="280" y="343"/>
                        <a:pt x="276" y="334"/>
                        <a:pt x="278" y="332"/>
                      </a:cubicBezTo>
                      <a:cubicBezTo>
                        <a:pt x="281" y="327"/>
                        <a:pt x="287" y="319"/>
                        <a:pt x="291" y="321"/>
                      </a:cubicBezTo>
                      <a:cubicBezTo>
                        <a:pt x="296" y="324"/>
                        <a:pt x="300" y="339"/>
                        <a:pt x="305" y="338"/>
                      </a:cubicBezTo>
                      <a:cubicBezTo>
                        <a:pt x="313" y="336"/>
                        <a:pt x="308" y="326"/>
                        <a:pt x="317" y="324"/>
                      </a:cubicBezTo>
                      <a:cubicBezTo>
                        <a:pt x="320" y="324"/>
                        <a:pt x="323" y="328"/>
                        <a:pt x="326" y="327"/>
                      </a:cubicBezTo>
                      <a:cubicBezTo>
                        <a:pt x="344" y="324"/>
                        <a:pt x="313" y="317"/>
                        <a:pt x="339" y="319"/>
                      </a:cubicBezTo>
                      <a:cubicBezTo>
                        <a:pt x="352" y="320"/>
                        <a:pt x="345" y="334"/>
                        <a:pt x="360" y="331"/>
                      </a:cubicBezTo>
                      <a:cubicBezTo>
                        <a:pt x="374" y="328"/>
                        <a:pt x="352" y="313"/>
                        <a:pt x="352" y="307"/>
                      </a:cubicBezTo>
                      <a:cubicBezTo>
                        <a:pt x="352" y="302"/>
                        <a:pt x="353" y="291"/>
                        <a:pt x="353" y="287"/>
                      </a:cubicBezTo>
                      <a:cubicBezTo>
                        <a:pt x="356" y="272"/>
                        <a:pt x="360" y="266"/>
                        <a:pt x="362" y="265"/>
                      </a:cubicBezTo>
                      <a:cubicBezTo>
                        <a:pt x="366" y="264"/>
                        <a:pt x="371" y="266"/>
                        <a:pt x="374" y="264"/>
                      </a:cubicBezTo>
                      <a:cubicBezTo>
                        <a:pt x="377" y="263"/>
                        <a:pt x="375" y="259"/>
                        <a:pt x="378" y="258"/>
                      </a:cubicBezTo>
                      <a:cubicBezTo>
                        <a:pt x="383" y="255"/>
                        <a:pt x="390" y="255"/>
                        <a:pt x="396" y="253"/>
                      </a:cubicBezTo>
                      <a:cubicBezTo>
                        <a:pt x="395" y="252"/>
                        <a:pt x="396" y="250"/>
                        <a:pt x="395" y="248"/>
                      </a:cubicBezTo>
                      <a:cubicBezTo>
                        <a:pt x="395" y="248"/>
                        <a:pt x="383" y="241"/>
                        <a:pt x="383" y="240"/>
                      </a:cubicBezTo>
                      <a:cubicBezTo>
                        <a:pt x="382" y="239"/>
                        <a:pt x="384" y="238"/>
                        <a:pt x="384" y="236"/>
                      </a:cubicBezTo>
                      <a:cubicBezTo>
                        <a:pt x="382" y="233"/>
                        <a:pt x="378" y="230"/>
                        <a:pt x="378" y="227"/>
                      </a:cubicBezTo>
                      <a:cubicBezTo>
                        <a:pt x="377" y="225"/>
                        <a:pt x="381" y="225"/>
                        <a:pt x="381" y="223"/>
                      </a:cubicBezTo>
                      <a:cubicBezTo>
                        <a:pt x="379" y="219"/>
                        <a:pt x="371" y="219"/>
                        <a:pt x="371" y="214"/>
                      </a:cubicBezTo>
                      <a:cubicBezTo>
                        <a:pt x="370" y="213"/>
                        <a:pt x="374" y="212"/>
                        <a:pt x="374" y="210"/>
                      </a:cubicBezTo>
                      <a:cubicBezTo>
                        <a:pt x="376" y="204"/>
                        <a:pt x="356" y="200"/>
                        <a:pt x="354" y="195"/>
                      </a:cubicBezTo>
                      <a:cubicBezTo>
                        <a:pt x="352" y="191"/>
                        <a:pt x="356" y="185"/>
                        <a:pt x="355" y="180"/>
                      </a:cubicBezTo>
                      <a:cubicBezTo>
                        <a:pt x="355" y="171"/>
                        <a:pt x="382" y="183"/>
                        <a:pt x="390" y="178"/>
                      </a:cubicBezTo>
                      <a:cubicBezTo>
                        <a:pt x="395" y="175"/>
                        <a:pt x="400" y="165"/>
                        <a:pt x="400" y="159"/>
                      </a:cubicBezTo>
                      <a:cubicBezTo>
                        <a:pt x="400" y="158"/>
                        <a:pt x="397" y="159"/>
                        <a:pt x="398" y="158"/>
                      </a:cubicBezTo>
                      <a:cubicBezTo>
                        <a:pt x="401" y="156"/>
                        <a:pt x="406" y="154"/>
                        <a:pt x="408" y="151"/>
                      </a:cubicBezTo>
                      <a:cubicBezTo>
                        <a:pt x="409" y="149"/>
                        <a:pt x="408" y="144"/>
                        <a:pt x="405" y="143"/>
                      </a:cubicBezTo>
                      <a:cubicBezTo>
                        <a:pt x="396" y="139"/>
                        <a:pt x="395" y="143"/>
                        <a:pt x="390" y="137"/>
                      </a:cubicBezTo>
                      <a:cubicBezTo>
                        <a:pt x="388" y="135"/>
                        <a:pt x="394" y="127"/>
                        <a:pt x="387" y="128"/>
                      </a:cubicBezTo>
                      <a:cubicBezTo>
                        <a:pt x="381" y="128"/>
                        <a:pt x="377" y="126"/>
                        <a:pt x="367" y="129"/>
                      </a:cubicBezTo>
                      <a:cubicBezTo>
                        <a:pt x="364" y="130"/>
                        <a:pt x="361" y="133"/>
                        <a:pt x="357" y="132"/>
                      </a:cubicBezTo>
                      <a:cubicBezTo>
                        <a:pt x="354" y="131"/>
                        <a:pt x="360" y="115"/>
                        <a:pt x="354" y="112"/>
                      </a:cubicBezTo>
                      <a:cubicBezTo>
                        <a:pt x="353" y="111"/>
                        <a:pt x="335" y="111"/>
                        <a:pt x="330" y="107"/>
                      </a:cubicBezTo>
                      <a:cubicBezTo>
                        <a:pt x="321" y="101"/>
                        <a:pt x="326" y="96"/>
                        <a:pt x="313" y="92"/>
                      </a:cubicBezTo>
                      <a:cubicBezTo>
                        <a:pt x="311" y="90"/>
                        <a:pt x="317" y="81"/>
                        <a:pt x="314" y="80"/>
                      </a:cubicBezTo>
                      <a:cubicBezTo>
                        <a:pt x="306" y="80"/>
                        <a:pt x="304" y="80"/>
                        <a:pt x="295" y="74"/>
                      </a:cubicBezTo>
                      <a:cubicBezTo>
                        <a:pt x="291" y="71"/>
                        <a:pt x="298" y="59"/>
                        <a:pt x="297" y="57"/>
                      </a:cubicBezTo>
                      <a:cubicBezTo>
                        <a:pt x="293" y="52"/>
                        <a:pt x="301" y="56"/>
                        <a:pt x="299" y="53"/>
                      </a:cubicBezTo>
                      <a:cubicBezTo>
                        <a:pt x="297" y="50"/>
                        <a:pt x="284" y="39"/>
                        <a:pt x="284" y="36"/>
                      </a:cubicBezTo>
                      <a:cubicBezTo>
                        <a:pt x="287" y="28"/>
                        <a:pt x="288" y="23"/>
                        <a:pt x="283" y="15"/>
                      </a:cubicBezTo>
                      <a:cubicBezTo>
                        <a:pt x="282" y="12"/>
                        <a:pt x="279" y="17"/>
                        <a:pt x="276" y="17"/>
                      </a:cubicBezTo>
                      <a:cubicBezTo>
                        <a:pt x="276" y="17"/>
                        <a:pt x="258" y="6"/>
                        <a:pt x="258" y="6"/>
                      </a:cubicBezTo>
                      <a:cubicBezTo>
                        <a:pt x="244" y="0"/>
                        <a:pt x="254" y="4"/>
                        <a:pt x="246" y="8"/>
                      </a:cubicBezTo>
                      <a:cubicBezTo>
                        <a:pt x="245" y="8"/>
                        <a:pt x="238" y="7"/>
                        <a:pt x="236" y="9"/>
                      </a:cubicBezTo>
                      <a:cubicBezTo>
                        <a:pt x="233" y="13"/>
                        <a:pt x="229" y="24"/>
                        <a:pt x="224" y="26"/>
                      </a:cubicBezTo>
                      <a:cubicBezTo>
                        <a:pt x="215" y="31"/>
                        <a:pt x="216" y="7"/>
                        <a:pt x="216" y="7"/>
                      </a:cubicBezTo>
                      <a:cubicBezTo>
                        <a:pt x="198" y="3"/>
                        <a:pt x="202" y="6"/>
                        <a:pt x="190" y="15"/>
                      </a:cubicBezTo>
                      <a:cubicBezTo>
                        <a:pt x="187" y="17"/>
                        <a:pt x="185" y="9"/>
                        <a:pt x="182" y="7"/>
                      </a:cubicBezTo>
                      <a:cubicBezTo>
                        <a:pt x="172" y="0"/>
                        <a:pt x="175" y="19"/>
                        <a:pt x="161" y="7"/>
                      </a:cubicBezTo>
                      <a:cubicBezTo>
                        <a:pt x="161" y="8"/>
                        <a:pt x="150" y="16"/>
                        <a:pt x="149" y="20"/>
                      </a:cubicBezTo>
                      <a:cubicBezTo>
                        <a:pt x="148" y="21"/>
                        <a:pt x="145" y="38"/>
                        <a:pt x="145" y="38"/>
                      </a:cubicBezTo>
                      <a:cubicBezTo>
                        <a:pt x="142" y="41"/>
                        <a:pt x="138" y="37"/>
                        <a:pt x="134" y="38"/>
                      </a:cubicBezTo>
                      <a:cubicBezTo>
                        <a:pt x="133" y="39"/>
                        <a:pt x="134" y="43"/>
                        <a:pt x="133" y="43"/>
                      </a:cubicBezTo>
                      <a:cubicBezTo>
                        <a:pt x="130" y="43"/>
                        <a:pt x="129" y="40"/>
                        <a:pt x="126" y="40"/>
                      </a:cubicBezTo>
                      <a:cubicBezTo>
                        <a:pt x="119" y="39"/>
                        <a:pt x="117" y="55"/>
                        <a:pt x="108" y="58"/>
                      </a:cubicBezTo>
                      <a:cubicBezTo>
                        <a:pt x="108" y="58"/>
                        <a:pt x="108" y="58"/>
                        <a:pt x="108" y="58"/>
                      </a:cubicBezTo>
                      <a:cubicBezTo>
                        <a:pt x="111" y="67"/>
                        <a:pt x="107" y="74"/>
                        <a:pt x="107" y="83"/>
                      </a:cubicBezTo>
                      <a:cubicBezTo>
                        <a:pt x="106" y="88"/>
                        <a:pt x="125" y="77"/>
                        <a:pt x="123" y="85"/>
                      </a:cubicBezTo>
                      <a:cubicBezTo>
                        <a:pt x="122" y="87"/>
                        <a:pt x="119" y="87"/>
                        <a:pt x="118" y="89"/>
                      </a:cubicBezTo>
                      <a:cubicBezTo>
                        <a:pt x="117" y="91"/>
                        <a:pt x="120" y="94"/>
                        <a:pt x="118" y="97"/>
                      </a:cubicBezTo>
                      <a:cubicBezTo>
                        <a:pt x="115" y="101"/>
                        <a:pt x="106" y="95"/>
                        <a:pt x="103" y="99"/>
                      </a:cubicBezTo>
                      <a:cubicBezTo>
                        <a:pt x="101" y="103"/>
                        <a:pt x="104" y="109"/>
                        <a:pt x="101" y="112"/>
                      </a:cubicBezTo>
                      <a:cubicBezTo>
                        <a:pt x="90" y="129"/>
                        <a:pt x="95" y="107"/>
                        <a:pt x="89" y="128"/>
                      </a:cubicBezTo>
                      <a:cubicBezTo>
                        <a:pt x="89" y="129"/>
                        <a:pt x="86" y="129"/>
                        <a:pt x="86" y="130"/>
                      </a:cubicBezTo>
                      <a:cubicBezTo>
                        <a:pt x="91" y="145"/>
                        <a:pt x="91" y="145"/>
                        <a:pt x="91" y="145"/>
                      </a:cubicBezTo>
                      <a:cubicBezTo>
                        <a:pt x="91" y="146"/>
                        <a:pt x="86" y="162"/>
                        <a:pt x="86" y="164"/>
                      </a:cubicBezTo>
                      <a:cubicBezTo>
                        <a:pt x="86" y="166"/>
                        <a:pt x="104" y="163"/>
                        <a:pt x="99" y="175"/>
                      </a:cubicBezTo>
                      <a:cubicBezTo>
                        <a:pt x="98" y="178"/>
                        <a:pt x="86" y="182"/>
                        <a:pt x="87" y="177"/>
                      </a:cubicBezTo>
                      <a:cubicBezTo>
                        <a:pt x="87" y="175"/>
                        <a:pt x="90" y="174"/>
                        <a:pt x="89" y="173"/>
                      </a:cubicBezTo>
                      <a:cubicBezTo>
                        <a:pt x="88" y="165"/>
                        <a:pt x="75" y="171"/>
                        <a:pt x="73" y="174"/>
                      </a:cubicBezTo>
                      <a:cubicBezTo>
                        <a:pt x="67" y="180"/>
                        <a:pt x="79" y="179"/>
                        <a:pt x="70" y="184"/>
                      </a:cubicBezTo>
                      <a:cubicBezTo>
                        <a:pt x="66" y="186"/>
                        <a:pt x="61" y="185"/>
                        <a:pt x="58" y="188"/>
                      </a:cubicBezTo>
                      <a:cubicBezTo>
                        <a:pt x="56" y="191"/>
                        <a:pt x="64" y="197"/>
                        <a:pt x="61" y="198"/>
                      </a:cubicBezTo>
                      <a:cubicBezTo>
                        <a:pt x="58" y="199"/>
                        <a:pt x="55" y="197"/>
                        <a:pt x="52" y="199"/>
                      </a:cubicBezTo>
                      <a:cubicBezTo>
                        <a:pt x="48" y="201"/>
                        <a:pt x="48" y="206"/>
                        <a:pt x="44" y="209"/>
                      </a:cubicBezTo>
                      <a:cubicBezTo>
                        <a:pt x="39" y="213"/>
                        <a:pt x="37" y="203"/>
                        <a:pt x="33" y="205"/>
                      </a:cubicBezTo>
                      <a:cubicBezTo>
                        <a:pt x="28" y="207"/>
                        <a:pt x="12" y="216"/>
                        <a:pt x="5" y="212"/>
                      </a:cubicBezTo>
                      <a:cubicBezTo>
                        <a:pt x="15" y="240"/>
                        <a:pt x="40" y="267"/>
                        <a:pt x="42" y="298"/>
                      </a:cubicBezTo>
                      <a:cubicBezTo>
                        <a:pt x="42" y="299"/>
                        <a:pt x="40" y="300"/>
                        <a:pt x="40" y="301"/>
                      </a:cubicBezTo>
                      <a:cubicBezTo>
                        <a:pt x="36" y="305"/>
                        <a:pt x="0" y="335"/>
                        <a:pt x="17" y="341"/>
                      </a:cubicBezTo>
                      <a:cubicBezTo>
                        <a:pt x="18" y="342"/>
                        <a:pt x="19" y="339"/>
                        <a:pt x="20" y="339"/>
                      </a:cubicBezTo>
                      <a:cubicBezTo>
                        <a:pt x="25" y="340"/>
                        <a:pt x="31" y="342"/>
                        <a:pt x="35" y="345"/>
                      </a:cubicBezTo>
                      <a:cubicBezTo>
                        <a:pt x="47" y="354"/>
                        <a:pt x="35" y="373"/>
                        <a:pt x="39" y="384"/>
                      </a:cubicBezTo>
                      <a:cubicBezTo>
                        <a:pt x="40" y="385"/>
                        <a:pt x="42" y="387"/>
                        <a:pt x="43" y="389"/>
                      </a:cubicBezTo>
                      <a:lnTo>
                        <a:pt x="43" y="38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8" name="Poland" descr="{&quot;Key&quot;:&quot;poland&quot;,&quot;Name&quot;:&quot;Poland&quot;,&quot;Value&quot;:27.0,&quot;Formula&quot;:&quot;27&quot;,&quot;Text&quot;:&quot;27&quot;,&quot;OfficeApplication&quot;:2,&quot;HasValue&quot;:true}">
                  <a:extLst>
                    <a:ext uri="{FF2B5EF4-FFF2-40B4-BE49-F238E27FC236}">
                      <a16:creationId xmlns:a16="http://schemas.microsoft.com/office/drawing/2014/main" id="{806BAD1F-E970-E80B-0F66-FF3DE04DB9A7}"/>
                    </a:ext>
                  </a:extLst>
                </p:cNvPr>
                <p:cNvSpPr>
                  <a:spLocks noEditPoints="1"/>
                </p:cNvSpPr>
                <p:nvPr/>
              </p:nvSpPr>
              <p:spPr bwMode="auto">
                <a:xfrm>
                  <a:off x="3558556" y="3620070"/>
                  <a:ext cx="823421" cy="742285"/>
                </a:xfrm>
                <a:custGeom>
                  <a:avLst/>
                  <a:gdLst>
                    <a:gd name="T0" fmla="*/ 78 w 492"/>
                    <a:gd name="T1" fmla="*/ 310 h 413"/>
                    <a:gd name="T2" fmla="*/ 106 w 492"/>
                    <a:gd name="T3" fmla="*/ 322 h 413"/>
                    <a:gd name="T4" fmla="*/ 127 w 492"/>
                    <a:gd name="T5" fmla="*/ 323 h 413"/>
                    <a:gd name="T6" fmla="*/ 149 w 492"/>
                    <a:gd name="T7" fmla="*/ 362 h 413"/>
                    <a:gd name="T8" fmla="*/ 154 w 492"/>
                    <a:gd name="T9" fmla="*/ 336 h 413"/>
                    <a:gd name="T10" fmla="*/ 192 w 492"/>
                    <a:gd name="T11" fmla="*/ 345 h 413"/>
                    <a:gd name="T12" fmla="*/ 190 w 492"/>
                    <a:gd name="T13" fmla="*/ 353 h 413"/>
                    <a:gd name="T14" fmla="*/ 204 w 492"/>
                    <a:gd name="T15" fmla="*/ 365 h 413"/>
                    <a:gd name="T16" fmla="*/ 225 w 492"/>
                    <a:gd name="T17" fmla="*/ 364 h 413"/>
                    <a:gd name="T18" fmla="*/ 252 w 492"/>
                    <a:gd name="T19" fmla="*/ 383 h 413"/>
                    <a:gd name="T20" fmla="*/ 262 w 492"/>
                    <a:gd name="T21" fmla="*/ 401 h 413"/>
                    <a:gd name="T22" fmla="*/ 294 w 492"/>
                    <a:gd name="T23" fmla="*/ 393 h 413"/>
                    <a:gd name="T24" fmla="*/ 302 w 492"/>
                    <a:gd name="T25" fmla="*/ 410 h 413"/>
                    <a:gd name="T26" fmla="*/ 332 w 492"/>
                    <a:gd name="T27" fmla="*/ 391 h 413"/>
                    <a:gd name="T28" fmla="*/ 356 w 492"/>
                    <a:gd name="T29" fmla="*/ 396 h 413"/>
                    <a:gd name="T30" fmla="*/ 368 w 492"/>
                    <a:gd name="T31" fmla="*/ 386 h 413"/>
                    <a:gd name="T32" fmla="*/ 410 w 492"/>
                    <a:gd name="T33" fmla="*/ 393 h 413"/>
                    <a:gd name="T34" fmla="*/ 451 w 492"/>
                    <a:gd name="T35" fmla="*/ 400 h 413"/>
                    <a:gd name="T36" fmla="*/ 445 w 492"/>
                    <a:gd name="T37" fmla="*/ 382 h 413"/>
                    <a:gd name="T38" fmla="*/ 492 w 492"/>
                    <a:gd name="T39" fmla="*/ 277 h 413"/>
                    <a:gd name="T40" fmla="*/ 458 w 492"/>
                    <a:gd name="T41" fmla="*/ 227 h 413"/>
                    <a:gd name="T42" fmla="*/ 445 w 492"/>
                    <a:gd name="T43" fmla="*/ 167 h 413"/>
                    <a:gd name="T44" fmla="*/ 450 w 492"/>
                    <a:gd name="T45" fmla="*/ 123 h 413"/>
                    <a:gd name="T46" fmla="*/ 411 w 492"/>
                    <a:gd name="T47" fmla="*/ 21 h 413"/>
                    <a:gd name="T48" fmla="*/ 378 w 492"/>
                    <a:gd name="T49" fmla="*/ 9 h 413"/>
                    <a:gd name="T50" fmla="*/ 192 w 492"/>
                    <a:gd name="T51" fmla="*/ 13 h 413"/>
                    <a:gd name="T52" fmla="*/ 184 w 492"/>
                    <a:gd name="T53" fmla="*/ 4 h 413"/>
                    <a:gd name="T54" fmla="*/ 96 w 492"/>
                    <a:gd name="T55" fmla="*/ 55 h 413"/>
                    <a:gd name="T56" fmla="*/ 13 w 492"/>
                    <a:gd name="T57" fmla="*/ 86 h 413"/>
                    <a:gd name="T58" fmla="*/ 14 w 492"/>
                    <a:gd name="T59" fmla="*/ 168 h 413"/>
                    <a:gd name="T60" fmla="*/ 43 w 492"/>
                    <a:gd name="T61" fmla="*/ 211 h 413"/>
                    <a:gd name="T62" fmla="*/ 40 w 492"/>
                    <a:gd name="T63" fmla="*/ 240 h 413"/>
                    <a:gd name="T64" fmla="*/ 56 w 492"/>
                    <a:gd name="T65" fmla="*/ 266 h 413"/>
                    <a:gd name="T66" fmla="*/ 1 w 492"/>
                    <a:gd name="T67" fmla="*/ 99 h 413"/>
                    <a:gd name="T68" fmla="*/ 1 w 492"/>
                    <a:gd name="T69" fmla="*/ 99 h 413"/>
                    <a:gd name="T70" fmla="*/ 3 w 492"/>
                    <a:gd name="T71" fmla="*/ 100 h 413"/>
                    <a:gd name="T72" fmla="*/ 5 w 492"/>
                    <a:gd name="T73" fmla="*/ 100 h 413"/>
                    <a:gd name="T74" fmla="*/ 6 w 492"/>
                    <a:gd name="T75" fmla="*/ 101 h 413"/>
                    <a:gd name="T76" fmla="*/ 6 w 492"/>
                    <a:gd name="T77" fmla="*/ 101 h 413"/>
                    <a:gd name="T78" fmla="*/ 7 w 492"/>
                    <a:gd name="T79" fmla="*/ 101 h 413"/>
                    <a:gd name="T80" fmla="*/ 7 w 492"/>
                    <a:gd name="T81" fmla="*/ 101 h 413"/>
                    <a:gd name="T82" fmla="*/ 7 w 492"/>
                    <a:gd name="T83" fmla="*/ 101 h 413"/>
                    <a:gd name="T84" fmla="*/ 13 w 492"/>
                    <a:gd name="T85" fmla="*/ 103 h 413"/>
                    <a:gd name="T86" fmla="*/ 207 w 492"/>
                    <a:gd name="T87" fmla="*/ 16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92" h="413">
                      <a:moveTo>
                        <a:pt x="57" y="312"/>
                      </a:moveTo>
                      <a:cubicBezTo>
                        <a:pt x="72" y="310"/>
                        <a:pt x="54" y="297"/>
                        <a:pt x="70" y="300"/>
                      </a:cubicBezTo>
                      <a:cubicBezTo>
                        <a:pt x="80" y="301"/>
                        <a:pt x="71" y="306"/>
                        <a:pt x="78" y="310"/>
                      </a:cubicBezTo>
                      <a:cubicBezTo>
                        <a:pt x="87" y="318"/>
                        <a:pt x="94" y="313"/>
                        <a:pt x="101" y="317"/>
                      </a:cubicBezTo>
                      <a:cubicBezTo>
                        <a:pt x="104" y="319"/>
                        <a:pt x="103" y="322"/>
                        <a:pt x="104" y="323"/>
                      </a:cubicBezTo>
                      <a:cubicBezTo>
                        <a:pt x="105" y="324"/>
                        <a:pt x="106" y="322"/>
                        <a:pt x="106" y="322"/>
                      </a:cubicBezTo>
                      <a:cubicBezTo>
                        <a:pt x="108" y="322"/>
                        <a:pt x="110" y="320"/>
                        <a:pt x="110" y="322"/>
                      </a:cubicBezTo>
                      <a:cubicBezTo>
                        <a:pt x="112" y="323"/>
                        <a:pt x="110" y="326"/>
                        <a:pt x="112" y="328"/>
                      </a:cubicBezTo>
                      <a:cubicBezTo>
                        <a:pt x="112" y="328"/>
                        <a:pt x="125" y="321"/>
                        <a:pt x="127" y="323"/>
                      </a:cubicBezTo>
                      <a:cubicBezTo>
                        <a:pt x="143" y="330"/>
                        <a:pt x="121" y="333"/>
                        <a:pt x="122" y="340"/>
                      </a:cubicBezTo>
                      <a:cubicBezTo>
                        <a:pt x="135" y="348"/>
                        <a:pt x="135" y="348"/>
                        <a:pt x="135" y="348"/>
                      </a:cubicBezTo>
                      <a:cubicBezTo>
                        <a:pt x="137" y="350"/>
                        <a:pt x="140" y="365"/>
                        <a:pt x="149" y="362"/>
                      </a:cubicBezTo>
                      <a:cubicBezTo>
                        <a:pt x="151" y="361"/>
                        <a:pt x="151" y="357"/>
                        <a:pt x="152" y="355"/>
                      </a:cubicBezTo>
                      <a:cubicBezTo>
                        <a:pt x="155" y="353"/>
                        <a:pt x="161" y="354"/>
                        <a:pt x="162" y="350"/>
                      </a:cubicBezTo>
                      <a:cubicBezTo>
                        <a:pt x="163" y="349"/>
                        <a:pt x="151" y="337"/>
                        <a:pt x="154" y="336"/>
                      </a:cubicBezTo>
                      <a:cubicBezTo>
                        <a:pt x="162" y="335"/>
                        <a:pt x="172" y="344"/>
                        <a:pt x="177" y="345"/>
                      </a:cubicBezTo>
                      <a:cubicBezTo>
                        <a:pt x="179" y="346"/>
                        <a:pt x="182" y="345"/>
                        <a:pt x="185" y="345"/>
                      </a:cubicBezTo>
                      <a:cubicBezTo>
                        <a:pt x="187" y="345"/>
                        <a:pt x="190" y="346"/>
                        <a:pt x="192" y="345"/>
                      </a:cubicBezTo>
                      <a:cubicBezTo>
                        <a:pt x="193" y="344"/>
                        <a:pt x="192" y="342"/>
                        <a:pt x="193" y="341"/>
                      </a:cubicBezTo>
                      <a:cubicBezTo>
                        <a:pt x="194" y="340"/>
                        <a:pt x="195" y="340"/>
                        <a:pt x="195" y="341"/>
                      </a:cubicBezTo>
                      <a:cubicBezTo>
                        <a:pt x="202" y="354"/>
                        <a:pt x="197" y="346"/>
                        <a:pt x="190" y="353"/>
                      </a:cubicBezTo>
                      <a:cubicBezTo>
                        <a:pt x="187" y="354"/>
                        <a:pt x="195" y="355"/>
                        <a:pt x="198" y="357"/>
                      </a:cubicBezTo>
                      <a:cubicBezTo>
                        <a:pt x="199" y="358"/>
                        <a:pt x="199" y="361"/>
                        <a:pt x="200" y="363"/>
                      </a:cubicBezTo>
                      <a:cubicBezTo>
                        <a:pt x="202" y="364"/>
                        <a:pt x="203" y="365"/>
                        <a:pt x="204" y="365"/>
                      </a:cubicBezTo>
                      <a:cubicBezTo>
                        <a:pt x="221" y="363"/>
                        <a:pt x="202" y="362"/>
                        <a:pt x="212" y="358"/>
                      </a:cubicBezTo>
                      <a:cubicBezTo>
                        <a:pt x="213" y="357"/>
                        <a:pt x="213" y="359"/>
                        <a:pt x="214" y="360"/>
                      </a:cubicBezTo>
                      <a:cubicBezTo>
                        <a:pt x="216" y="362"/>
                        <a:pt x="222" y="363"/>
                        <a:pt x="225" y="364"/>
                      </a:cubicBezTo>
                      <a:cubicBezTo>
                        <a:pt x="229" y="365"/>
                        <a:pt x="234" y="363"/>
                        <a:pt x="237" y="366"/>
                      </a:cubicBezTo>
                      <a:cubicBezTo>
                        <a:pt x="237" y="366"/>
                        <a:pt x="242" y="380"/>
                        <a:pt x="243" y="380"/>
                      </a:cubicBezTo>
                      <a:cubicBezTo>
                        <a:pt x="245" y="382"/>
                        <a:pt x="250" y="380"/>
                        <a:pt x="252" y="383"/>
                      </a:cubicBezTo>
                      <a:cubicBezTo>
                        <a:pt x="254" y="386"/>
                        <a:pt x="252" y="391"/>
                        <a:pt x="255" y="393"/>
                      </a:cubicBezTo>
                      <a:cubicBezTo>
                        <a:pt x="256" y="395"/>
                        <a:pt x="260" y="392"/>
                        <a:pt x="261" y="394"/>
                      </a:cubicBezTo>
                      <a:cubicBezTo>
                        <a:pt x="263" y="396"/>
                        <a:pt x="260" y="400"/>
                        <a:pt x="262" y="401"/>
                      </a:cubicBezTo>
                      <a:cubicBezTo>
                        <a:pt x="271" y="409"/>
                        <a:pt x="278" y="380"/>
                        <a:pt x="284" y="384"/>
                      </a:cubicBezTo>
                      <a:cubicBezTo>
                        <a:pt x="288" y="386"/>
                        <a:pt x="288" y="391"/>
                        <a:pt x="290" y="394"/>
                      </a:cubicBezTo>
                      <a:cubicBezTo>
                        <a:pt x="291" y="395"/>
                        <a:pt x="293" y="393"/>
                        <a:pt x="294" y="393"/>
                      </a:cubicBezTo>
                      <a:cubicBezTo>
                        <a:pt x="294" y="395"/>
                        <a:pt x="292" y="397"/>
                        <a:pt x="293" y="397"/>
                      </a:cubicBezTo>
                      <a:cubicBezTo>
                        <a:pt x="296" y="398"/>
                        <a:pt x="299" y="395"/>
                        <a:pt x="301" y="396"/>
                      </a:cubicBezTo>
                      <a:cubicBezTo>
                        <a:pt x="305" y="398"/>
                        <a:pt x="302" y="409"/>
                        <a:pt x="302" y="410"/>
                      </a:cubicBezTo>
                      <a:cubicBezTo>
                        <a:pt x="302" y="413"/>
                        <a:pt x="307" y="408"/>
                        <a:pt x="310" y="408"/>
                      </a:cubicBezTo>
                      <a:cubicBezTo>
                        <a:pt x="312" y="407"/>
                        <a:pt x="314" y="412"/>
                        <a:pt x="316" y="410"/>
                      </a:cubicBezTo>
                      <a:cubicBezTo>
                        <a:pt x="317" y="410"/>
                        <a:pt x="324" y="392"/>
                        <a:pt x="332" y="391"/>
                      </a:cubicBezTo>
                      <a:cubicBezTo>
                        <a:pt x="334" y="390"/>
                        <a:pt x="336" y="392"/>
                        <a:pt x="338" y="392"/>
                      </a:cubicBezTo>
                      <a:cubicBezTo>
                        <a:pt x="341" y="392"/>
                        <a:pt x="342" y="388"/>
                        <a:pt x="344" y="389"/>
                      </a:cubicBezTo>
                      <a:cubicBezTo>
                        <a:pt x="349" y="389"/>
                        <a:pt x="351" y="396"/>
                        <a:pt x="356" y="396"/>
                      </a:cubicBezTo>
                      <a:cubicBezTo>
                        <a:pt x="359" y="396"/>
                        <a:pt x="362" y="392"/>
                        <a:pt x="364" y="389"/>
                      </a:cubicBezTo>
                      <a:cubicBezTo>
                        <a:pt x="364" y="388"/>
                        <a:pt x="361" y="388"/>
                        <a:pt x="361" y="387"/>
                      </a:cubicBezTo>
                      <a:cubicBezTo>
                        <a:pt x="363" y="379"/>
                        <a:pt x="366" y="387"/>
                        <a:pt x="368" y="386"/>
                      </a:cubicBezTo>
                      <a:cubicBezTo>
                        <a:pt x="370" y="386"/>
                        <a:pt x="370" y="382"/>
                        <a:pt x="372" y="382"/>
                      </a:cubicBezTo>
                      <a:cubicBezTo>
                        <a:pt x="380" y="380"/>
                        <a:pt x="400" y="380"/>
                        <a:pt x="407" y="386"/>
                      </a:cubicBezTo>
                      <a:cubicBezTo>
                        <a:pt x="409" y="388"/>
                        <a:pt x="408" y="392"/>
                        <a:pt x="410" y="393"/>
                      </a:cubicBezTo>
                      <a:cubicBezTo>
                        <a:pt x="414" y="395"/>
                        <a:pt x="418" y="395"/>
                        <a:pt x="422" y="396"/>
                      </a:cubicBezTo>
                      <a:cubicBezTo>
                        <a:pt x="429" y="399"/>
                        <a:pt x="436" y="399"/>
                        <a:pt x="443" y="400"/>
                      </a:cubicBezTo>
                      <a:cubicBezTo>
                        <a:pt x="445" y="400"/>
                        <a:pt x="448" y="399"/>
                        <a:pt x="451" y="400"/>
                      </a:cubicBezTo>
                      <a:cubicBezTo>
                        <a:pt x="452" y="400"/>
                        <a:pt x="454" y="403"/>
                        <a:pt x="454" y="402"/>
                      </a:cubicBezTo>
                      <a:cubicBezTo>
                        <a:pt x="447" y="380"/>
                        <a:pt x="453" y="403"/>
                        <a:pt x="443" y="391"/>
                      </a:cubicBezTo>
                      <a:cubicBezTo>
                        <a:pt x="441" y="389"/>
                        <a:pt x="445" y="385"/>
                        <a:pt x="445" y="382"/>
                      </a:cubicBezTo>
                      <a:cubicBezTo>
                        <a:pt x="443" y="376"/>
                        <a:pt x="437" y="372"/>
                        <a:pt x="436" y="366"/>
                      </a:cubicBezTo>
                      <a:cubicBezTo>
                        <a:pt x="435" y="361"/>
                        <a:pt x="469" y="297"/>
                        <a:pt x="474" y="293"/>
                      </a:cubicBezTo>
                      <a:cubicBezTo>
                        <a:pt x="484" y="285"/>
                        <a:pt x="490" y="297"/>
                        <a:pt x="492" y="277"/>
                      </a:cubicBezTo>
                      <a:cubicBezTo>
                        <a:pt x="492" y="272"/>
                        <a:pt x="480" y="262"/>
                        <a:pt x="480" y="262"/>
                      </a:cubicBezTo>
                      <a:cubicBezTo>
                        <a:pt x="477" y="256"/>
                        <a:pt x="490" y="257"/>
                        <a:pt x="488" y="255"/>
                      </a:cubicBezTo>
                      <a:cubicBezTo>
                        <a:pt x="479" y="248"/>
                        <a:pt x="463" y="237"/>
                        <a:pt x="458" y="227"/>
                      </a:cubicBezTo>
                      <a:cubicBezTo>
                        <a:pt x="457" y="224"/>
                        <a:pt x="459" y="220"/>
                        <a:pt x="458" y="216"/>
                      </a:cubicBezTo>
                      <a:cubicBezTo>
                        <a:pt x="456" y="212"/>
                        <a:pt x="451" y="210"/>
                        <a:pt x="449" y="206"/>
                      </a:cubicBezTo>
                      <a:cubicBezTo>
                        <a:pt x="445" y="195"/>
                        <a:pt x="457" y="176"/>
                        <a:pt x="445" y="167"/>
                      </a:cubicBezTo>
                      <a:cubicBezTo>
                        <a:pt x="441" y="164"/>
                        <a:pt x="435" y="162"/>
                        <a:pt x="430" y="161"/>
                      </a:cubicBezTo>
                      <a:cubicBezTo>
                        <a:pt x="429" y="161"/>
                        <a:pt x="428" y="164"/>
                        <a:pt x="427" y="163"/>
                      </a:cubicBezTo>
                      <a:cubicBezTo>
                        <a:pt x="410" y="157"/>
                        <a:pt x="446" y="127"/>
                        <a:pt x="450" y="123"/>
                      </a:cubicBezTo>
                      <a:cubicBezTo>
                        <a:pt x="450" y="122"/>
                        <a:pt x="452" y="121"/>
                        <a:pt x="452" y="120"/>
                      </a:cubicBezTo>
                      <a:cubicBezTo>
                        <a:pt x="450" y="89"/>
                        <a:pt x="425" y="62"/>
                        <a:pt x="415" y="34"/>
                      </a:cubicBezTo>
                      <a:cubicBezTo>
                        <a:pt x="411" y="31"/>
                        <a:pt x="415" y="25"/>
                        <a:pt x="411" y="21"/>
                      </a:cubicBezTo>
                      <a:cubicBezTo>
                        <a:pt x="401" y="6"/>
                        <a:pt x="407" y="18"/>
                        <a:pt x="392" y="12"/>
                      </a:cubicBezTo>
                      <a:cubicBezTo>
                        <a:pt x="386" y="9"/>
                        <a:pt x="390" y="2"/>
                        <a:pt x="381" y="5"/>
                      </a:cubicBezTo>
                      <a:cubicBezTo>
                        <a:pt x="380" y="5"/>
                        <a:pt x="380" y="8"/>
                        <a:pt x="378" y="9"/>
                      </a:cubicBezTo>
                      <a:cubicBezTo>
                        <a:pt x="352" y="25"/>
                        <a:pt x="276" y="27"/>
                        <a:pt x="243" y="23"/>
                      </a:cubicBezTo>
                      <a:cubicBezTo>
                        <a:pt x="233" y="34"/>
                        <a:pt x="217" y="40"/>
                        <a:pt x="204" y="35"/>
                      </a:cubicBezTo>
                      <a:cubicBezTo>
                        <a:pt x="193" y="30"/>
                        <a:pt x="195" y="19"/>
                        <a:pt x="192" y="13"/>
                      </a:cubicBezTo>
                      <a:cubicBezTo>
                        <a:pt x="191" y="11"/>
                        <a:pt x="187" y="6"/>
                        <a:pt x="189" y="7"/>
                      </a:cubicBezTo>
                      <a:cubicBezTo>
                        <a:pt x="191" y="7"/>
                        <a:pt x="192" y="7"/>
                        <a:pt x="194" y="8"/>
                      </a:cubicBezTo>
                      <a:cubicBezTo>
                        <a:pt x="191" y="6"/>
                        <a:pt x="187" y="4"/>
                        <a:pt x="184" y="4"/>
                      </a:cubicBezTo>
                      <a:cubicBezTo>
                        <a:pt x="164" y="0"/>
                        <a:pt x="141" y="18"/>
                        <a:pt x="126" y="27"/>
                      </a:cubicBezTo>
                      <a:cubicBezTo>
                        <a:pt x="121" y="30"/>
                        <a:pt x="114" y="29"/>
                        <a:pt x="110" y="32"/>
                      </a:cubicBezTo>
                      <a:cubicBezTo>
                        <a:pt x="101" y="41"/>
                        <a:pt x="99" y="55"/>
                        <a:pt x="96" y="55"/>
                      </a:cubicBezTo>
                      <a:cubicBezTo>
                        <a:pt x="75" y="60"/>
                        <a:pt x="55" y="69"/>
                        <a:pt x="35" y="77"/>
                      </a:cubicBezTo>
                      <a:cubicBezTo>
                        <a:pt x="30" y="79"/>
                        <a:pt x="27" y="86"/>
                        <a:pt x="22" y="87"/>
                      </a:cubicBezTo>
                      <a:cubicBezTo>
                        <a:pt x="19" y="88"/>
                        <a:pt x="16" y="85"/>
                        <a:pt x="13" y="86"/>
                      </a:cubicBezTo>
                      <a:cubicBezTo>
                        <a:pt x="8" y="89"/>
                        <a:pt x="20" y="101"/>
                        <a:pt x="15" y="103"/>
                      </a:cubicBezTo>
                      <a:cubicBezTo>
                        <a:pt x="16" y="112"/>
                        <a:pt x="25" y="129"/>
                        <a:pt x="26" y="135"/>
                      </a:cubicBezTo>
                      <a:cubicBezTo>
                        <a:pt x="28" y="148"/>
                        <a:pt x="10" y="157"/>
                        <a:pt x="14" y="168"/>
                      </a:cubicBezTo>
                      <a:cubicBezTo>
                        <a:pt x="16" y="175"/>
                        <a:pt x="37" y="178"/>
                        <a:pt x="37" y="186"/>
                      </a:cubicBezTo>
                      <a:cubicBezTo>
                        <a:pt x="37" y="195"/>
                        <a:pt x="31" y="198"/>
                        <a:pt x="36" y="204"/>
                      </a:cubicBezTo>
                      <a:cubicBezTo>
                        <a:pt x="37" y="207"/>
                        <a:pt x="41" y="208"/>
                        <a:pt x="43" y="211"/>
                      </a:cubicBezTo>
                      <a:cubicBezTo>
                        <a:pt x="44" y="214"/>
                        <a:pt x="42" y="218"/>
                        <a:pt x="43" y="221"/>
                      </a:cubicBezTo>
                      <a:cubicBezTo>
                        <a:pt x="43" y="223"/>
                        <a:pt x="45" y="222"/>
                        <a:pt x="46" y="223"/>
                      </a:cubicBezTo>
                      <a:cubicBezTo>
                        <a:pt x="49" y="227"/>
                        <a:pt x="42" y="237"/>
                        <a:pt x="40" y="240"/>
                      </a:cubicBezTo>
                      <a:cubicBezTo>
                        <a:pt x="37" y="245"/>
                        <a:pt x="45" y="248"/>
                        <a:pt x="47" y="253"/>
                      </a:cubicBezTo>
                      <a:cubicBezTo>
                        <a:pt x="48" y="256"/>
                        <a:pt x="44" y="259"/>
                        <a:pt x="46" y="262"/>
                      </a:cubicBezTo>
                      <a:cubicBezTo>
                        <a:pt x="48" y="265"/>
                        <a:pt x="53" y="264"/>
                        <a:pt x="56" y="266"/>
                      </a:cubicBezTo>
                      <a:cubicBezTo>
                        <a:pt x="62" y="272"/>
                        <a:pt x="61" y="301"/>
                        <a:pt x="57" y="312"/>
                      </a:cubicBezTo>
                      <a:close/>
                      <a:moveTo>
                        <a:pt x="0" y="99"/>
                      </a:moveTo>
                      <a:cubicBezTo>
                        <a:pt x="1" y="99"/>
                        <a:pt x="1" y="99"/>
                        <a:pt x="1" y="99"/>
                      </a:cubicBezTo>
                      <a:moveTo>
                        <a:pt x="1" y="99"/>
                      </a:moveTo>
                      <a:cubicBezTo>
                        <a:pt x="1" y="99"/>
                        <a:pt x="2" y="99"/>
                        <a:pt x="2" y="100"/>
                      </a:cubicBezTo>
                      <a:cubicBezTo>
                        <a:pt x="2" y="99"/>
                        <a:pt x="1" y="99"/>
                        <a:pt x="1" y="99"/>
                      </a:cubicBezTo>
                      <a:close/>
                      <a:moveTo>
                        <a:pt x="3" y="100"/>
                      </a:moveTo>
                      <a:cubicBezTo>
                        <a:pt x="3" y="100"/>
                        <a:pt x="3" y="100"/>
                        <a:pt x="3" y="100"/>
                      </a:cubicBezTo>
                      <a:cubicBezTo>
                        <a:pt x="3" y="100"/>
                        <a:pt x="3" y="100"/>
                        <a:pt x="3" y="100"/>
                      </a:cubicBezTo>
                      <a:cubicBezTo>
                        <a:pt x="4" y="100"/>
                        <a:pt x="4" y="100"/>
                        <a:pt x="4" y="100"/>
                      </a:cubicBezTo>
                      <a:moveTo>
                        <a:pt x="4" y="100"/>
                      </a:moveTo>
                      <a:cubicBezTo>
                        <a:pt x="4" y="100"/>
                        <a:pt x="4" y="100"/>
                        <a:pt x="5" y="100"/>
                      </a:cubicBezTo>
                      <a:cubicBezTo>
                        <a:pt x="4" y="100"/>
                        <a:pt x="4" y="100"/>
                        <a:pt x="4" y="100"/>
                      </a:cubicBezTo>
                      <a:close/>
                      <a:moveTo>
                        <a:pt x="5" y="100"/>
                      </a:moveTo>
                      <a:cubicBezTo>
                        <a:pt x="5" y="100"/>
                        <a:pt x="5" y="101"/>
                        <a:pt x="6" y="101"/>
                      </a:cubicBezTo>
                      <a:cubicBezTo>
                        <a:pt x="5" y="101"/>
                        <a:pt x="5" y="100"/>
                        <a:pt x="5" y="100"/>
                      </a:cubicBezTo>
                      <a:close/>
                      <a:moveTo>
                        <a:pt x="6" y="101"/>
                      </a:moveTo>
                      <a:cubicBezTo>
                        <a:pt x="6" y="101"/>
                        <a:pt x="6" y="101"/>
                        <a:pt x="6" y="101"/>
                      </a:cubicBezTo>
                      <a:cubicBezTo>
                        <a:pt x="6" y="101"/>
                        <a:pt x="6" y="101"/>
                        <a:pt x="6" y="101"/>
                      </a:cubicBezTo>
                      <a:moveTo>
                        <a:pt x="6" y="101"/>
                      </a:moveTo>
                      <a:cubicBezTo>
                        <a:pt x="7" y="101"/>
                        <a:pt x="7" y="101"/>
                        <a:pt x="7" y="101"/>
                      </a:cubicBezTo>
                      <a:cubicBezTo>
                        <a:pt x="7" y="101"/>
                        <a:pt x="7" y="101"/>
                        <a:pt x="6" y="101"/>
                      </a:cubicBezTo>
                      <a:close/>
                      <a:moveTo>
                        <a:pt x="7" y="101"/>
                      </a:moveTo>
                      <a:cubicBezTo>
                        <a:pt x="7" y="101"/>
                        <a:pt x="7" y="101"/>
                        <a:pt x="7" y="101"/>
                      </a:cubicBezTo>
                      <a:moveTo>
                        <a:pt x="7" y="101"/>
                      </a:moveTo>
                      <a:cubicBezTo>
                        <a:pt x="8" y="101"/>
                        <a:pt x="8" y="101"/>
                        <a:pt x="8" y="101"/>
                      </a:cubicBezTo>
                      <a:cubicBezTo>
                        <a:pt x="8" y="101"/>
                        <a:pt x="8" y="101"/>
                        <a:pt x="7" y="101"/>
                      </a:cubicBezTo>
                      <a:close/>
                      <a:moveTo>
                        <a:pt x="13" y="103"/>
                      </a:moveTo>
                      <a:cubicBezTo>
                        <a:pt x="13" y="103"/>
                        <a:pt x="13" y="103"/>
                        <a:pt x="13" y="103"/>
                      </a:cubicBezTo>
                      <a:moveTo>
                        <a:pt x="13" y="103"/>
                      </a:moveTo>
                      <a:cubicBezTo>
                        <a:pt x="13" y="103"/>
                        <a:pt x="13" y="103"/>
                        <a:pt x="13" y="103"/>
                      </a:cubicBezTo>
                      <a:close/>
                      <a:moveTo>
                        <a:pt x="201" y="12"/>
                      </a:moveTo>
                      <a:cubicBezTo>
                        <a:pt x="203" y="13"/>
                        <a:pt x="205" y="14"/>
                        <a:pt x="207" y="16"/>
                      </a:cubicBezTo>
                      <a:cubicBezTo>
                        <a:pt x="208" y="17"/>
                        <a:pt x="208" y="19"/>
                        <a:pt x="207" y="18"/>
                      </a:cubicBezTo>
                      <a:cubicBezTo>
                        <a:pt x="203" y="15"/>
                        <a:pt x="202" y="13"/>
                        <a:pt x="201" y="12"/>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9" name="Greece" descr="{&quot;Key&quot;:&quot;greece&quot;,&quot;Name&quot;:&quot;Greece&quot;,&quot;Value&quot;:36.0,&quot;Formula&quot;:&quot;36&quot;,&quot;Text&quot;:&quot;36&quot;,&quot;OfficeApplication&quot;:2,&quot;HasValue&quot;:true}">
                  <a:extLst>
                    <a:ext uri="{FF2B5EF4-FFF2-40B4-BE49-F238E27FC236}">
                      <a16:creationId xmlns:a16="http://schemas.microsoft.com/office/drawing/2014/main" id="{EAF61AB6-AA05-40ED-D671-ED21B67A7BC8}"/>
                    </a:ext>
                  </a:extLst>
                </p:cNvPr>
                <p:cNvSpPr>
                  <a:spLocks noEditPoints="1"/>
                </p:cNvSpPr>
                <p:nvPr/>
              </p:nvSpPr>
              <p:spPr bwMode="auto">
                <a:xfrm>
                  <a:off x="4232398" y="5230479"/>
                  <a:ext cx="713829" cy="928653"/>
                </a:xfrm>
                <a:custGeom>
                  <a:avLst/>
                  <a:gdLst>
                    <a:gd name="T0" fmla="*/ 331 w 427"/>
                    <a:gd name="T1" fmla="*/ 513 h 516"/>
                    <a:gd name="T2" fmla="*/ 272 w 427"/>
                    <a:gd name="T3" fmla="*/ 500 h 516"/>
                    <a:gd name="T4" fmla="*/ 270 w 427"/>
                    <a:gd name="T5" fmla="*/ 481 h 516"/>
                    <a:gd name="T6" fmla="*/ 292 w 427"/>
                    <a:gd name="T7" fmla="*/ 482 h 516"/>
                    <a:gd name="T8" fmla="*/ 342 w 427"/>
                    <a:gd name="T9" fmla="*/ 474 h 516"/>
                    <a:gd name="T10" fmla="*/ 388 w 427"/>
                    <a:gd name="T11" fmla="*/ 470 h 516"/>
                    <a:gd name="T12" fmla="*/ 305 w 427"/>
                    <a:gd name="T13" fmla="*/ 37 h 516"/>
                    <a:gd name="T14" fmla="*/ 323 w 427"/>
                    <a:gd name="T15" fmla="*/ 0 h 516"/>
                    <a:gd name="T16" fmla="*/ 326 w 427"/>
                    <a:gd name="T17" fmla="*/ 0 h 516"/>
                    <a:gd name="T18" fmla="*/ 337 w 427"/>
                    <a:gd name="T19" fmla="*/ 40 h 516"/>
                    <a:gd name="T20" fmla="*/ 328 w 427"/>
                    <a:gd name="T21" fmla="*/ 69 h 516"/>
                    <a:gd name="T22" fmla="*/ 235 w 427"/>
                    <a:gd name="T23" fmla="*/ 81 h 516"/>
                    <a:gd name="T24" fmla="*/ 212 w 427"/>
                    <a:gd name="T25" fmla="*/ 126 h 516"/>
                    <a:gd name="T26" fmla="*/ 223 w 427"/>
                    <a:gd name="T27" fmla="*/ 126 h 516"/>
                    <a:gd name="T28" fmla="*/ 222 w 427"/>
                    <a:gd name="T29" fmla="*/ 145 h 516"/>
                    <a:gd name="T30" fmla="*/ 187 w 427"/>
                    <a:gd name="T31" fmla="*/ 139 h 516"/>
                    <a:gd name="T32" fmla="*/ 157 w 427"/>
                    <a:gd name="T33" fmla="*/ 137 h 516"/>
                    <a:gd name="T34" fmla="*/ 145 w 427"/>
                    <a:gd name="T35" fmla="*/ 141 h 516"/>
                    <a:gd name="T36" fmla="*/ 197 w 427"/>
                    <a:gd name="T37" fmla="*/ 220 h 516"/>
                    <a:gd name="T38" fmla="*/ 171 w 427"/>
                    <a:gd name="T39" fmla="*/ 225 h 516"/>
                    <a:gd name="T40" fmla="*/ 159 w 427"/>
                    <a:gd name="T41" fmla="*/ 254 h 516"/>
                    <a:gd name="T42" fmla="*/ 184 w 427"/>
                    <a:gd name="T43" fmla="*/ 255 h 516"/>
                    <a:gd name="T44" fmla="*/ 219 w 427"/>
                    <a:gd name="T45" fmla="*/ 267 h 516"/>
                    <a:gd name="T46" fmla="*/ 251 w 427"/>
                    <a:gd name="T47" fmla="*/ 298 h 516"/>
                    <a:gd name="T48" fmla="*/ 250 w 427"/>
                    <a:gd name="T49" fmla="*/ 320 h 516"/>
                    <a:gd name="T50" fmla="*/ 216 w 427"/>
                    <a:gd name="T51" fmla="*/ 308 h 516"/>
                    <a:gd name="T52" fmla="*/ 204 w 427"/>
                    <a:gd name="T53" fmla="*/ 328 h 516"/>
                    <a:gd name="T54" fmla="*/ 197 w 427"/>
                    <a:gd name="T55" fmla="*/ 350 h 516"/>
                    <a:gd name="T56" fmla="*/ 196 w 427"/>
                    <a:gd name="T57" fmla="*/ 369 h 516"/>
                    <a:gd name="T58" fmla="*/ 208 w 427"/>
                    <a:gd name="T59" fmla="*/ 401 h 516"/>
                    <a:gd name="T60" fmla="*/ 214 w 427"/>
                    <a:gd name="T61" fmla="*/ 423 h 516"/>
                    <a:gd name="T62" fmla="*/ 180 w 427"/>
                    <a:gd name="T63" fmla="*/ 427 h 516"/>
                    <a:gd name="T64" fmla="*/ 158 w 427"/>
                    <a:gd name="T65" fmla="*/ 399 h 516"/>
                    <a:gd name="T66" fmla="*/ 125 w 427"/>
                    <a:gd name="T67" fmla="*/ 398 h 516"/>
                    <a:gd name="T68" fmla="*/ 97 w 427"/>
                    <a:gd name="T69" fmla="*/ 353 h 516"/>
                    <a:gd name="T70" fmla="*/ 94 w 427"/>
                    <a:gd name="T71" fmla="*/ 310 h 516"/>
                    <a:gd name="T72" fmla="*/ 120 w 427"/>
                    <a:gd name="T73" fmla="*/ 297 h 516"/>
                    <a:gd name="T74" fmla="*/ 191 w 427"/>
                    <a:gd name="T75" fmla="*/ 311 h 516"/>
                    <a:gd name="T76" fmla="*/ 196 w 427"/>
                    <a:gd name="T77" fmla="*/ 293 h 516"/>
                    <a:gd name="T78" fmla="*/ 162 w 427"/>
                    <a:gd name="T79" fmla="*/ 294 h 516"/>
                    <a:gd name="T80" fmla="*/ 102 w 427"/>
                    <a:gd name="T81" fmla="*/ 302 h 516"/>
                    <a:gd name="T82" fmla="*/ 79 w 427"/>
                    <a:gd name="T83" fmla="*/ 304 h 516"/>
                    <a:gd name="T84" fmla="*/ 59 w 427"/>
                    <a:gd name="T85" fmla="*/ 272 h 516"/>
                    <a:gd name="T86" fmla="*/ 17 w 427"/>
                    <a:gd name="T87" fmla="*/ 233 h 516"/>
                    <a:gd name="T88" fmla="*/ 2 w 427"/>
                    <a:gd name="T89" fmla="*/ 213 h 516"/>
                    <a:gd name="T90" fmla="*/ 35 w 427"/>
                    <a:gd name="T91" fmla="*/ 179 h 516"/>
                    <a:gd name="T92" fmla="*/ 89 w 427"/>
                    <a:gd name="T93" fmla="*/ 108 h 516"/>
                    <a:gd name="T94" fmla="*/ 139 w 427"/>
                    <a:gd name="T95" fmla="*/ 83 h 516"/>
                    <a:gd name="T96" fmla="*/ 149 w 427"/>
                    <a:gd name="T97" fmla="*/ 66 h 516"/>
                    <a:gd name="T98" fmla="*/ 167 w 427"/>
                    <a:gd name="T99" fmla="*/ 59 h 516"/>
                    <a:gd name="T100" fmla="*/ 234 w 427"/>
                    <a:gd name="T101" fmla="*/ 34 h 516"/>
                    <a:gd name="T102" fmla="*/ 256 w 427"/>
                    <a:gd name="T103" fmla="*/ 40 h 516"/>
                    <a:gd name="T104" fmla="*/ 75 w 427"/>
                    <a:gd name="T105" fmla="*/ 255 h 516"/>
                    <a:gd name="T106" fmla="*/ 75 w 427"/>
                    <a:gd name="T107" fmla="*/ 255 h 516"/>
                    <a:gd name="T108" fmla="*/ 42 w 427"/>
                    <a:gd name="T109" fmla="*/ 311 h 516"/>
                    <a:gd name="T110" fmla="*/ 54 w 427"/>
                    <a:gd name="T111" fmla="*/ 311 h 516"/>
                    <a:gd name="T112" fmla="*/ 223 w 427"/>
                    <a:gd name="T113" fmla="*/ 268 h 516"/>
                    <a:gd name="T114" fmla="*/ 178 w 427"/>
                    <a:gd name="T115" fmla="*/ 245 h 516"/>
                    <a:gd name="T116" fmla="*/ 218 w 427"/>
                    <a:gd name="T117" fmla="*/ 244 h 516"/>
                    <a:gd name="T118" fmla="*/ 253 w 427"/>
                    <a:gd name="T119" fmla="*/ 247 h 516"/>
                    <a:gd name="T120" fmla="*/ 264 w 427"/>
                    <a:gd name="T121" fmla="*/ 278 h 516"/>
                    <a:gd name="T122" fmla="*/ 259 w 427"/>
                    <a:gd name="T123" fmla="*/ 27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7" h="516">
                      <a:moveTo>
                        <a:pt x="421" y="465"/>
                      </a:moveTo>
                      <a:cubicBezTo>
                        <a:pt x="415" y="477"/>
                        <a:pt x="427" y="469"/>
                        <a:pt x="420" y="486"/>
                      </a:cubicBezTo>
                      <a:cubicBezTo>
                        <a:pt x="420" y="488"/>
                        <a:pt x="374" y="498"/>
                        <a:pt x="369" y="500"/>
                      </a:cubicBezTo>
                      <a:cubicBezTo>
                        <a:pt x="366" y="501"/>
                        <a:pt x="334" y="516"/>
                        <a:pt x="331" y="513"/>
                      </a:cubicBezTo>
                      <a:cubicBezTo>
                        <a:pt x="321" y="502"/>
                        <a:pt x="339" y="503"/>
                        <a:pt x="307" y="499"/>
                      </a:cubicBezTo>
                      <a:cubicBezTo>
                        <a:pt x="274" y="495"/>
                        <a:pt x="315" y="503"/>
                        <a:pt x="287" y="503"/>
                      </a:cubicBezTo>
                      <a:cubicBezTo>
                        <a:pt x="285" y="503"/>
                        <a:pt x="285" y="500"/>
                        <a:pt x="283" y="500"/>
                      </a:cubicBezTo>
                      <a:cubicBezTo>
                        <a:pt x="279" y="499"/>
                        <a:pt x="275" y="500"/>
                        <a:pt x="272" y="500"/>
                      </a:cubicBezTo>
                      <a:cubicBezTo>
                        <a:pt x="268" y="502"/>
                        <a:pt x="263" y="504"/>
                        <a:pt x="259" y="504"/>
                      </a:cubicBezTo>
                      <a:cubicBezTo>
                        <a:pt x="251" y="504"/>
                        <a:pt x="254" y="494"/>
                        <a:pt x="255" y="490"/>
                      </a:cubicBezTo>
                      <a:cubicBezTo>
                        <a:pt x="255" y="486"/>
                        <a:pt x="253" y="481"/>
                        <a:pt x="255" y="477"/>
                      </a:cubicBezTo>
                      <a:cubicBezTo>
                        <a:pt x="261" y="459"/>
                        <a:pt x="266" y="479"/>
                        <a:pt x="270" y="481"/>
                      </a:cubicBezTo>
                      <a:cubicBezTo>
                        <a:pt x="274" y="482"/>
                        <a:pt x="279" y="480"/>
                        <a:pt x="283" y="478"/>
                      </a:cubicBezTo>
                      <a:cubicBezTo>
                        <a:pt x="286" y="477"/>
                        <a:pt x="287" y="470"/>
                        <a:pt x="290" y="472"/>
                      </a:cubicBezTo>
                      <a:cubicBezTo>
                        <a:pt x="292" y="474"/>
                        <a:pt x="283" y="477"/>
                        <a:pt x="284" y="480"/>
                      </a:cubicBezTo>
                      <a:cubicBezTo>
                        <a:pt x="285" y="482"/>
                        <a:pt x="290" y="481"/>
                        <a:pt x="292" y="482"/>
                      </a:cubicBezTo>
                      <a:cubicBezTo>
                        <a:pt x="295" y="483"/>
                        <a:pt x="298" y="487"/>
                        <a:pt x="301" y="487"/>
                      </a:cubicBezTo>
                      <a:cubicBezTo>
                        <a:pt x="304" y="488"/>
                        <a:pt x="306" y="486"/>
                        <a:pt x="309" y="485"/>
                      </a:cubicBezTo>
                      <a:cubicBezTo>
                        <a:pt x="315" y="483"/>
                        <a:pt x="318" y="478"/>
                        <a:pt x="324" y="477"/>
                      </a:cubicBezTo>
                      <a:cubicBezTo>
                        <a:pt x="330" y="475"/>
                        <a:pt x="336" y="476"/>
                        <a:pt x="342" y="474"/>
                      </a:cubicBezTo>
                      <a:cubicBezTo>
                        <a:pt x="346" y="473"/>
                        <a:pt x="343" y="478"/>
                        <a:pt x="346" y="478"/>
                      </a:cubicBezTo>
                      <a:cubicBezTo>
                        <a:pt x="352" y="480"/>
                        <a:pt x="359" y="475"/>
                        <a:pt x="365" y="476"/>
                      </a:cubicBezTo>
                      <a:cubicBezTo>
                        <a:pt x="367" y="476"/>
                        <a:pt x="368" y="479"/>
                        <a:pt x="370" y="478"/>
                      </a:cubicBezTo>
                      <a:cubicBezTo>
                        <a:pt x="373" y="478"/>
                        <a:pt x="383" y="469"/>
                        <a:pt x="388" y="470"/>
                      </a:cubicBezTo>
                      <a:cubicBezTo>
                        <a:pt x="389" y="471"/>
                        <a:pt x="380" y="483"/>
                        <a:pt x="393" y="487"/>
                      </a:cubicBezTo>
                      <a:cubicBezTo>
                        <a:pt x="396" y="488"/>
                        <a:pt x="396" y="482"/>
                        <a:pt x="398" y="480"/>
                      </a:cubicBezTo>
                      <a:cubicBezTo>
                        <a:pt x="410" y="468"/>
                        <a:pt x="408" y="483"/>
                        <a:pt x="421" y="465"/>
                      </a:cubicBezTo>
                      <a:moveTo>
                        <a:pt x="305" y="37"/>
                      </a:moveTo>
                      <a:cubicBezTo>
                        <a:pt x="305" y="36"/>
                        <a:pt x="305" y="36"/>
                        <a:pt x="305" y="36"/>
                      </a:cubicBezTo>
                      <a:cubicBezTo>
                        <a:pt x="306" y="36"/>
                        <a:pt x="306" y="36"/>
                        <a:pt x="306" y="36"/>
                      </a:cubicBezTo>
                      <a:cubicBezTo>
                        <a:pt x="307" y="36"/>
                        <a:pt x="324" y="30"/>
                        <a:pt x="324" y="30"/>
                      </a:cubicBezTo>
                      <a:cubicBezTo>
                        <a:pt x="337" y="21"/>
                        <a:pt x="301" y="5"/>
                        <a:pt x="323" y="0"/>
                      </a:cubicBezTo>
                      <a:cubicBezTo>
                        <a:pt x="323" y="0"/>
                        <a:pt x="323" y="0"/>
                        <a:pt x="324" y="0"/>
                      </a:cubicBezTo>
                      <a:cubicBezTo>
                        <a:pt x="325" y="0"/>
                        <a:pt x="325" y="0"/>
                        <a:pt x="325" y="0"/>
                      </a:cubicBezTo>
                      <a:cubicBezTo>
                        <a:pt x="326" y="0"/>
                        <a:pt x="326" y="0"/>
                        <a:pt x="326" y="0"/>
                      </a:cubicBezTo>
                      <a:cubicBezTo>
                        <a:pt x="326" y="0"/>
                        <a:pt x="326" y="0"/>
                        <a:pt x="326" y="0"/>
                      </a:cubicBezTo>
                      <a:cubicBezTo>
                        <a:pt x="328" y="0"/>
                        <a:pt x="329" y="0"/>
                        <a:pt x="329" y="1"/>
                      </a:cubicBezTo>
                      <a:cubicBezTo>
                        <a:pt x="330" y="1"/>
                        <a:pt x="330" y="1"/>
                        <a:pt x="330" y="1"/>
                      </a:cubicBezTo>
                      <a:cubicBezTo>
                        <a:pt x="343" y="4"/>
                        <a:pt x="360" y="16"/>
                        <a:pt x="351" y="26"/>
                      </a:cubicBezTo>
                      <a:cubicBezTo>
                        <a:pt x="345" y="33"/>
                        <a:pt x="339" y="29"/>
                        <a:pt x="337" y="40"/>
                      </a:cubicBezTo>
                      <a:cubicBezTo>
                        <a:pt x="341" y="57"/>
                        <a:pt x="341" y="57"/>
                        <a:pt x="341" y="57"/>
                      </a:cubicBezTo>
                      <a:cubicBezTo>
                        <a:pt x="341" y="61"/>
                        <a:pt x="333" y="74"/>
                        <a:pt x="329" y="76"/>
                      </a:cubicBezTo>
                      <a:cubicBezTo>
                        <a:pt x="328" y="82"/>
                        <a:pt x="328" y="82"/>
                        <a:pt x="328" y="82"/>
                      </a:cubicBezTo>
                      <a:cubicBezTo>
                        <a:pt x="318" y="77"/>
                        <a:pt x="337" y="77"/>
                        <a:pt x="328" y="69"/>
                      </a:cubicBezTo>
                      <a:cubicBezTo>
                        <a:pt x="323" y="65"/>
                        <a:pt x="305" y="73"/>
                        <a:pt x="299" y="73"/>
                      </a:cubicBezTo>
                      <a:cubicBezTo>
                        <a:pt x="281" y="72"/>
                        <a:pt x="279" y="60"/>
                        <a:pt x="267" y="74"/>
                      </a:cubicBezTo>
                      <a:cubicBezTo>
                        <a:pt x="264" y="78"/>
                        <a:pt x="261" y="81"/>
                        <a:pt x="258" y="83"/>
                      </a:cubicBezTo>
                      <a:cubicBezTo>
                        <a:pt x="242" y="91"/>
                        <a:pt x="251" y="72"/>
                        <a:pt x="235" y="81"/>
                      </a:cubicBezTo>
                      <a:cubicBezTo>
                        <a:pt x="229" y="85"/>
                        <a:pt x="233" y="95"/>
                        <a:pt x="221" y="100"/>
                      </a:cubicBezTo>
                      <a:cubicBezTo>
                        <a:pt x="210" y="105"/>
                        <a:pt x="209" y="91"/>
                        <a:pt x="199" y="104"/>
                      </a:cubicBezTo>
                      <a:cubicBezTo>
                        <a:pt x="195" y="109"/>
                        <a:pt x="201" y="109"/>
                        <a:pt x="203" y="110"/>
                      </a:cubicBezTo>
                      <a:cubicBezTo>
                        <a:pt x="208" y="113"/>
                        <a:pt x="208" y="121"/>
                        <a:pt x="212" y="126"/>
                      </a:cubicBezTo>
                      <a:cubicBezTo>
                        <a:pt x="213" y="127"/>
                        <a:pt x="216" y="126"/>
                        <a:pt x="218" y="126"/>
                      </a:cubicBezTo>
                      <a:cubicBezTo>
                        <a:pt x="218" y="126"/>
                        <a:pt x="219" y="125"/>
                        <a:pt x="219" y="124"/>
                      </a:cubicBezTo>
                      <a:cubicBezTo>
                        <a:pt x="219" y="123"/>
                        <a:pt x="217" y="121"/>
                        <a:pt x="219" y="121"/>
                      </a:cubicBezTo>
                      <a:cubicBezTo>
                        <a:pt x="221" y="120"/>
                        <a:pt x="221" y="125"/>
                        <a:pt x="223" y="126"/>
                      </a:cubicBezTo>
                      <a:cubicBezTo>
                        <a:pt x="230" y="128"/>
                        <a:pt x="243" y="130"/>
                        <a:pt x="245" y="138"/>
                      </a:cubicBezTo>
                      <a:cubicBezTo>
                        <a:pt x="249" y="155"/>
                        <a:pt x="230" y="131"/>
                        <a:pt x="230" y="131"/>
                      </a:cubicBezTo>
                      <a:cubicBezTo>
                        <a:pt x="224" y="128"/>
                        <a:pt x="206" y="125"/>
                        <a:pt x="204" y="136"/>
                      </a:cubicBezTo>
                      <a:cubicBezTo>
                        <a:pt x="202" y="143"/>
                        <a:pt x="217" y="141"/>
                        <a:pt x="222" y="145"/>
                      </a:cubicBezTo>
                      <a:cubicBezTo>
                        <a:pt x="225" y="149"/>
                        <a:pt x="225" y="160"/>
                        <a:pt x="221" y="158"/>
                      </a:cubicBezTo>
                      <a:cubicBezTo>
                        <a:pt x="212" y="155"/>
                        <a:pt x="211" y="145"/>
                        <a:pt x="202" y="140"/>
                      </a:cubicBezTo>
                      <a:cubicBezTo>
                        <a:pt x="200" y="139"/>
                        <a:pt x="197" y="141"/>
                        <a:pt x="195" y="140"/>
                      </a:cubicBezTo>
                      <a:cubicBezTo>
                        <a:pt x="192" y="140"/>
                        <a:pt x="189" y="137"/>
                        <a:pt x="187" y="139"/>
                      </a:cubicBezTo>
                      <a:cubicBezTo>
                        <a:pt x="174" y="154"/>
                        <a:pt x="212" y="158"/>
                        <a:pt x="209" y="163"/>
                      </a:cubicBezTo>
                      <a:cubicBezTo>
                        <a:pt x="208" y="164"/>
                        <a:pt x="193" y="164"/>
                        <a:pt x="189" y="163"/>
                      </a:cubicBezTo>
                      <a:cubicBezTo>
                        <a:pt x="187" y="162"/>
                        <a:pt x="183" y="144"/>
                        <a:pt x="183" y="144"/>
                      </a:cubicBezTo>
                      <a:cubicBezTo>
                        <a:pt x="179" y="138"/>
                        <a:pt x="163" y="142"/>
                        <a:pt x="157" y="137"/>
                      </a:cubicBezTo>
                      <a:cubicBezTo>
                        <a:pt x="145" y="128"/>
                        <a:pt x="157" y="130"/>
                        <a:pt x="157" y="119"/>
                      </a:cubicBezTo>
                      <a:cubicBezTo>
                        <a:pt x="157" y="116"/>
                        <a:pt x="150" y="123"/>
                        <a:pt x="147" y="125"/>
                      </a:cubicBezTo>
                      <a:cubicBezTo>
                        <a:pt x="144" y="128"/>
                        <a:pt x="140" y="130"/>
                        <a:pt x="139" y="134"/>
                      </a:cubicBezTo>
                      <a:cubicBezTo>
                        <a:pt x="139" y="137"/>
                        <a:pt x="144" y="138"/>
                        <a:pt x="145" y="141"/>
                      </a:cubicBezTo>
                      <a:cubicBezTo>
                        <a:pt x="141" y="158"/>
                        <a:pt x="141" y="158"/>
                        <a:pt x="141" y="158"/>
                      </a:cubicBezTo>
                      <a:cubicBezTo>
                        <a:pt x="143" y="168"/>
                        <a:pt x="156" y="173"/>
                        <a:pt x="162" y="180"/>
                      </a:cubicBezTo>
                      <a:cubicBezTo>
                        <a:pt x="169" y="195"/>
                        <a:pt x="169" y="195"/>
                        <a:pt x="169" y="195"/>
                      </a:cubicBezTo>
                      <a:cubicBezTo>
                        <a:pt x="173" y="199"/>
                        <a:pt x="202" y="213"/>
                        <a:pt x="197" y="220"/>
                      </a:cubicBezTo>
                      <a:cubicBezTo>
                        <a:pt x="196" y="222"/>
                        <a:pt x="174" y="210"/>
                        <a:pt x="173" y="211"/>
                      </a:cubicBezTo>
                      <a:cubicBezTo>
                        <a:pt x="171" y="211"/>
                        <a:pt x="173" y="214"/>
                        <a:pt x="173" y="216"/>
                      </a:cubicBezTo>
                      <a:cubicBezTo>
                        <a:pt x="171" y="220"/>
                        <a:pt x="165" y="228"/>
                        <a:pt x="169" y="228"/>
                      </a:cubicBezTo>
                      <a:cubicBezTo>
                        <a:pt x="170" y="227"/>
                        <a:pt x="170" y="224"/>
                        <a:pt x="171" y="225"/>
                      </a:cubicBezTo>
                      <a:cubicBezTo>
                        <a:pt x="173" y="225"/>
                        <a:pt x="172" y="228"/>
                        <a:pt x="174" y="229"/>
                      </a:cubicBezTo>
                      <a:cubicBezTo>
                        <a:pt x="178" y="232"/>
                        <a:pt x="190" y="232"/>
                        <a:pt x="180" y="241"/>
                      </a:cubicBezTo>
                      <a:cubicBezTo>
                        <a:pt x="173" y="248"/>
                        <a:pt x="165" y="248"/>
                        <a:pt x="154" y="253"/>
                      </a:cubicBezTo>
                      <a:cubicBezTo>
                        <a:pt x="152" y="253"/>
                        <a:pt x="157" y="255"/>
                        <a:pt x="159" y="254"/>
                      </a:cubicBezTo>
                      <a:cubicBezTo>
                        <a:pt x="161" y="254"/>
                        <a:pt x="162" y="251"/>
                        <a:pt x="164" y="251"/>
                      </a:cubicBezTo>
                      <a:cubicBezTo>
                        <a:pt x="166" y="251"/>
                        <a:pt x="166" y="254"/>
                        <a:pt x="168" y="255"/>
                      </a:cubicBezTo>
                      <a:cubicBezTo>
                        <a:pt x="169" y="256"/>
                        <a:pt x="170" y="255"/>
                        <a:pt x="171" y="254"/>
                      </a:cubicBezTo>
                      <a:cubicBezTo>
                        <a:pt x="176" y="254"/>
                        <a:pt x="180" y="253"/>
                        <a:pt x="184" y="255"/>
                      </a:cubicBezTo>
                      <a:cubicBezTo>
                        <a:pt x="188" y="256"/>
                        <a:pt x="187" y="262"/>
                        <a:pt x="191" y="262"/>
                      </a:cubicBezTo>
                      <a:cubicBezTo>
                        <a:pt x="195" y="263"/>
                        <a:pt x="199" y="257"/>
                        <a:pt x="202" y="259"/>
                      </a:cubicBezTo>
                      <a:cubicBezTo>
                        <a:pt x="205" y="261"/>
                        <a:pt x="201" y="268"/>
                        <a:pt x="205" y="270"/>
                      </a:cubicBezTo>
                      <a:cubicBezTo>
                        <a:pt x="209" y="272"/>
                        <a:pt x="215" y="265"/>
                        <a:pt x="219" y="267"/>
                      </a:cubicBezTo>
                      <a:cubicBezTo>
                        <a:pt x="221" y="268"/>
                        <a:pt x="219" y="278"/>
                        <a:pt x="228" y="278"/>
                      </a:cubicBezTo>
                      <a:cubicBezTo>
                        <a:pt x="239" y="279"/>
                        <a:pt x="243" y="275"/>
                        <a:pt x="251" y="284"/>
                      </a:cubicBezTo>
                      <a:cubicBezTo>
                        <a:pt x="257" y="291"/>
                        <a:pt x="247" y="288"/>
                        <a:pt x="247" y="292"/>
                      </a:cubicBezTo>
                      <a:cubicBezTo>
                        <a:pt x="247" y="295"/>
                        <a:pt x="251" y="296"/>
                        <a:pt x="251" y="298"/>
                      </a:cubicBezTo>
                      <a:cubicBezTo>
                        <a:pt x="252" y="301"/>
                        <a:pt x="251" y="305"/>
                        <a:pt x="252" y="307"/>
                      </a:cubicBezTo>
                      <a:cubicBezTo>
                        <a:pt x="255" y="312"/>
                        <a:pt x="262" y="314"/>
                        <a:pt x="256" y="324"/>
                      </a:cubicBezTo>
                      <a:cubicBezTo>
                        <a:pt x="255" y="326"/>
                        <a:pt x="252" y="325"/>
                        <a:pt x="251" y="324"/>
                      </a:cubicBezTo>
                      <a:cubicBezTo>
                        <a:pt x="249" y="323"/>
                        <a:pt x="251" y="321"/>
                        <a:pt x="250" y="320"/>
                      </a:cubicBezTo>
                      <a:cubicBezTo>
                        <a:pt x="249" y="319"/>
                        <a:pt x="243" y="314"/>
                        <a:pt x="242" y="314"/>
                      </a:cubicBezTo>
                      <a:cubicBezTo>
                        <a:pt x="241" y="314"/>
                        <a:pt x="240" y="317"/>
                        <a:pt x="239" y="316"/>
                      </a:cubicBezTo>
                      <a:cubicBezTo>
                        <a:pt x="235" y="313"/>
                        <a:pt x="229" y="302"/>
                        <a:pt x="223" y="300"/>
                      </a:cubicBezTo>
                      <a:cubicBezTo>
                        <a:pt x="216" y="298"/>
                        <a:pt x="220" y="306"/>
                        <a:pt x="216" y="308"/>
                      </a:cubicBezTo>
                      <a:cubicBezTo>
                        <a:pt x="209" y="310"/>
                        <a:pt x="190" y="315"/>
                        <a:pt x="192" y="318"/>
                      </a:cubicBezTo>
                      <a:cubicBezTo>
                        <a:pt x="193" y="322"/>
                        <a:pt x="200" y="321"/>
                        <a:pt x="204" y="322"/>
                      </a:cubicBezTo>
                      <a:cubicBezTo>
                        <a:pt x="206" y="323"/>
                        <a:pt x="201" y="324"/>
                        <a:pt x="201" y="326"/>
                      </a:cubicBezTo>
                      <a:cubicBezTo>
                        <a:pt x="201" y="327"/>
                        <a:pt x="204" y="327"/>
                        <a:pt x="204" y="328"/>
                      </a:cubicBezTo>
                      <a:cubicBezTo>
                        <a:pt x="205" y="331"/>
                        <a:pt x="204" y="334"/>
                        <a:pt x="205" y="336"/>
                      </a:cubicBezTo>
                      <a:cubicBezTo>
                        <a:pt x="212" y="342"/>
                        <a:pt x="222" y="339"/>
                        <a:pt x="228" y="345"/>
                      </a:cubicBezTo>
                      <a:cubicBezTo>
                        <a:pt x="231" y="349"/>
                        <a:pt x="219" y="351"/>
                        <a:pt x="214" y="351"/>
                      </a:cubicBezTo>
                      <a:cubicBezTo>
                        <a:pt x="206" y="351"/>
                        <a:pt x="200" y="351"/>
                        <a:pt x="197" y="350"/>
                      </a:cubicBezTo>
                      <a:cubicBezTo>
                        <a:pt x="196" y="349"/>
                        <a:pt x="197" y="347"/>
                        <a:pt x="196" y="345"/>
                      </a:cubicBezTo>
                      <a:cubicBezTo>
                        <a:pt x="195" y="344"/>
                        <a:pt x="193" y="344"/>
                        <a:pt x="193" y="344"/>
                      </a:cubicBezTo>
                      <a:cubicBezTo>
                        <a:pt x="188" y="344"/>
                        <a:pt x="182" y="341"/>
                        <a:pt x="179" y="344"/>
                      </a:cubicBezTo>
                      <a:cubicBezTo>
                        <a:pt x="175" y="351"/>
                        <a:pt x="193" y="365"/>
                        <a:pt x="196" y="369"/>
                      </a:cubicBezTo>
                      <a:cubicBezTo>
                        <a:pt x="196" y="371"/>
                        <a:pt x="195" y="373"/>
                        <a:pt x="195" y="375"/>
                      </a:cubicBezTo>
                      <a:cubicBezTo>
                        <a:pt x="196" y="377"/>
                        <a:pt x="200" y="375"/>
                        <a:pt x="201" y="377"/>
                      </a:cubicBezTo>
                      <a:cubicBezTo>
                        <a:pt x="203" y="381"/>
                        <a:pt x="210" y="393"/>
                        <a:pt x="212" y="398"/>
                      </a:cubicBezTo>
                      <a:cubicBezTo>
                        <a:pt x="214" y="403"/>
                        <a:pt x="208" y="400"/>
                        <a:pt x="208" y="401"/>
                      </a:cubicBezTo>
                      <a:cubicBezTo>
                        <a:pt x="208" y="403"/>
                        <a:pt x="210" y="404"/>
                        <a:pt x="210" y="405"/>
                      </a:cubicBezTo>
                      <a:cubicBezTo>
                        <a:pt x="210" y="406"/>
                        <a:pt x="208" y="408"/>
                        <a:pt x="209" y="409"/>
                      </a:cubicBezTo>
                      <a:cubicBezTo>
                        <a:pt x="209" y="410"/>
                        <a:pt x="222" y="417"/>
                        <a:pt x="221" y="422"/>
                      </a:cubicBezTo>
                      <a:cubicBezTo>
                        <a:pt x="220" y="424"/>
                        <a:pt x="216" y="424"/>
                        <a:pt x="214" y="423"/>
                      </a:cubicBezTo>
                      <a:cubicBezTo>
                        <a:pt x="212" y="422"/>
                        <a:pt x="213" y="418"/>
                        <a:pt x="211" y="417"/>
                      </a:cubicBezTo>
                      <a:cubicBezTo>
                        <a:pt x="210" y="416"/>
                        <a:pt x="208" y="419"/>
                        <a:pt x="206" y="418"/>
                      </a:cubicBezTo>
                      <a:cubicBezTo>
                        <a:pt x="196" y="411"/>
                        <a:pt x="192" y="388"/>
                        <a:pt x="178" y="408"/>
                      </a:cubicBezTo>
                      <a:cubicBezTo>
                        <a:pt x="178" y="409"/>
                        <a:pt x="179" y="421"/>
                        <a:pt x="180" y="427"/>
                      </a:cubicBezTo>
                      <a:cubicBezTo>
                        <a:pt x="180" y="429"/>
                        <a:pt x="180" y="433"/>
                        <a:pt x="179" y="433"/>
                      </a:cubicBezTo>
                      <a:cubicBezTo>
                        <a:pt x="165" y="431"/>
                        <a:pt x="174" y="417"/>
                        <a:pt x="169" y="411"/>
                      </a:cubicBezTo>
                      <a:cubicBezTo>
                        <a:pt x="169" y="410"/>
                        <a:pt x="167" y="411"/>
                        <a:pt x="166" y="410"/>
                      </a:cubicBezTo>
                      <a:cubicBezTo>
                        <a:pt x="163" y="407"/>
                        <a:pt x="161" y="403"/>
                        <a:pt x="158" y="399"/>
                      </a:cubicBezTo>
                      <a:cubicBezTo>
                        <a:pt x="157" y="396"/>
                        <a:pt x="156" y="391"/>
                        <a:pt x="152" y="390"/>
                      </a:cubicBezTo>
                      <a:cubicBezTo>
                        <a:pt x="125" y="384"/>
                        <a:pt x="149" y="410"/>
                        <a:pt x="140" y="414"/>
                      </a:cubicBezTo>
                      <a:cubicBezTo>
                        <a:pt x="123" y="422"/>
                        <a:pt x="128" y="403"/>
                        <a:pt x="127" y="399"/>
                      </a:cubicBezTo>
                      <a:cubicBezTo>
                        <a:pt x="127" y="398"/>
                        <a:pt x="126" y="398"/>
                        <a:pt x="125" y="398"/>
                      </a:cubicBezTo>
                      <a:cubicBezTo>
                        <a:pt x="120" y="399"/>
                        <a:pt x="117" y="392"/>
                        <a:pt x="116" y="386"/>
                      </a:cubicBezTo>
                      <a:cubicBezTo>
                        <a:pt x="115" y="377"/>
                        <a:pt x="122" y="387"/>
                        <a:pt x="123" y="374"/>
                      </a:cubicBezTo>
                      <a:cubicBezTo>
                        <a:pt x="123" y="365"/>
                        <a:pt x="109" y="353"/>
                        <a:pt x="101" y="351"/>
                      </a:cubicBezTo>
                      <a:cubicBezTo>
                        <a:pt x="100" y="351"/>
                        <a:pt x="98" y="354"/>
                        <a:pt x="97" y="353"/>
                      </a:cubicBezTo>
                      <a:cubicBezTo>
                        <a:pt x="94" y="350"/>
                        <a:pt x="97" y="345"/>
                        <a:pt x="94" y="342"/>
                      </a:cubicBezTo>
                      <a:cubicBezTo>
                        <a:pt x="90" y="339"/>
                        <a:pt x="75" y="343"/>
                        <a:pt x="83" y="332"/>
                      </a:cubicBezTo>
                      <a:cubicBezTo>
                        <a:pt x="84" y="332"/>
                        <a:pt x="86" y="333"/>
                        <a:pt x="86" y="332"/>
                      </a:cubicBezTo>
                      <a:cubicBezTo>
                        <a:pt x="96" y="326"/>
                        <a:pt x="91" y="321"/>
                        <a:pt x="94" y="310"/>
                      </a:cubicBezTo>
                      <a:cubicBezTo>
                        <a:pt x="94" y="309"/>
                        <a:pt x="95" y="312"/>
                        <a:pt x="96" y="312"/>
                      </a:cubicBezTo>
                      <a:cubicBezTo>
                        <a:pt x="97" y="312"/>
                        <a:pt x="95" y="310"/>
                        <a:pt x="96" y="310"/>
                      </a:cubicBezTo>
                      <a:cubicBezTo>
                        <a:pt x="101" y="310"/>
                        <a:pt x="107" y="315"/>
                        <a:pt x="111" y="311"/>
                      </a:cubicBezTo>
                      <a:cubicBezTo>
                        <a:pt x="118" y="305"/>
                        <a:pt x="109" y="304"/>
                        <a:pt x="120" y="297"/>
                      </a:cubicBezTo>
                      <a:cubicBezTo>
                        <a:pt x="128" y="292"/>
                        <a:pt x="134" y="300"/>
                        <a:pt x="140" y="302"/>
                      </a:cubicBezTo>
                      <a:cubicBezTo>
                        <a:pt x="149" y="306"/>
                        <a:pt x="160" y="305"/>
                        <a:pt x="170" y="308"/>
                      </a:cubicBezTo>
                      <a:cubicBezTo>
                        <a:pt x="175" y="309"/>
                        <a:pt x="179" y="315"/>
                        <a:pt x="184" y="316"/>
                      </a:cubicBezTo>
                      <a:cubicBezTo>
                        <a:pt x="187" y="317"/>
                        <a:pt x="191" y="314"/>
                        <a:pt x="191" y="311"/>
                      </a:cubicBezTo>
                      <a:cubicBezTo>
                        <a:pt x="189" y="309"/>
                        <a:pt x="183" y="311"/>
                        <a:pt x="182" y="309"/>
                      </a:cubicBezTo>
                      <a:cubicBezTo>
                        <a:pt x="176" y="296"/>
                        <a:pt x="196" y="315"/>
                        <a:pt x="203" y="296"/>
                      </a:cubicBezTo>
                      <a:cubicBezTo>
                        <a:pt x="204" y="295"/>
                        <a:pt x="199" y="297"/>
                        <a:pt x="197" y="296"/>
                      </a:cubicBezTo>
                      <a:cubicBezTo>
                        <a:pt x="196" y="296"/>
                        <a:pt x="197" y="293"/>
                        <a:pt x="196" y="293"/>
                      </a:cubicBezTo>
                      <a:cubicBezTo>
                        <a:pt x="195" y="293"/>
                        <a:pt x="194" y="300"/>
                        <a:pt x="191" y="296"/>
                      </a:cubicBezTo>
                      <a:cubicBezTo>
                        <a:pt x="187" y="291"/>
                        <a:pt x="183" y="298"/>
                        <a:pt x="176" y="295"/>
                      </a:cubicBezTo>
                      <a:cubicBezTo>
                        <a:pt x="172" y="293"/>
                        <a:pt x="171" y="286"/>
                        <a:pt x="166" y="285"/>
                      </a:cubicBezTo>
                      <a:cubicBezTo>
                        <a:pt x="163" y="285"/>
                        <a:pt x="165" y="294"/>
                        <a:pt x="162" y="294"/>
                      </a:cubicBezTo>
                      <a:cubicBezTo>
                        <a:pt x="152" y="293"/>
                        <a:pt x="158" y="270"/>
                        <a:pt x="151" y="283"/>
                      </a:cubicBezTo>
                      <a:cubicBezTo>
                        <a:pt x="150" y="285"/>
                        <a:pt x="154" y="290"/>
                        <a:pt x="152" y="292"/>
                      </a:cubicBezTo>
                      <a:cubicBezTo>
                        <a:pt x="148" y="296"/>
                        <a:pt x="130" y="288"/>
                        <a:pt x="126" y="290"/>
                      </a:cubicBezTo>
                      <a:cubicBezTo>
                        <a:pt x="118" y="293"/>
                        <a:pt x="113" y="300"/>
                        <a:pt x="102" y="302"/>
                      </a:cubicBezTo>
                      <a:cubicBezTo>
                        <a:pt x="96" y="304"/>
                        <a:pt x="94" y="295"/>
                        <a:pt x="90" y="293"/>
                      </a:cubicBezTo>
                      <a:cubicBezTo>
                        <a:pt x="89" y="292"/>
                        <a:pt x="91" y="297"/>
                        <a:pt x="90" y="298"/>
                      </a:cubicBezTo>
                      <a:cubicBezTo>
                        <a:pt x="88" y="301"/>
                        <a:pt x="84" y="304"/>
                        <a:pt x="80" y="306"/>
                      </a:cubicBezTo>
                      <a:cubicBezTo>
                        <a:pt x="79" y="306"/>
                        <a:pt x="80" y="304"/>
                        <a:pt x="79" y="304"/>
                      </a:cubicBezTo>
                      <a:cubicBezTo>
                        <a:pt x="73" y="301"/>
                        <a:pt x="79" y="296"/>
                        <a:pt x="75" y="289"/>
                      </a:cubicBezTo>
                      <a:cubicBezTo>
                        <a:pt x="73" y="286"/>
                        <a:pt x="70" y="283"/>
                        <a:pt x="67" y="280"/>
                      </a:cubicBezTo>
                      <a:cubicBezTo>
                        <a:pt x="66" y="280"/>
                        <a:pt x="64" y="282"/>
                        <a:pt x="63" y="281"/>
                      </a:cubicBezTo>
                      <a:cubicBezTo>
                        <a:pt x="60" y="279"/>
                        <a:pt x="62" y="274"/>
                        <a:pt x="59" y="272"/>
                      </a:cubicBezTo>
                      <a:cubicBezTo>
                        <a:pt x="53" y="268"/>
                        <a:pt x="43" y="283"/>
                        <a:pt x="51" y="262"/>
                      </a:cubicBezTo>
                      <a:cubicBezTo>
                        <a:pt x="50" y="262"/>
                        <a:pt x="49" y="261"/>
                        <a:pt x="47" y="260"/>
                      </a:cubicBezTo>
                      <a:cubicBezTo>
                        <a:pt x="46" y="258"/>
                        <a:pt x="47" y="255"/>
                        <a:pt x="46" y="254"/>
                      </a:cubicBezTo>
                      <a:cubicBezTo>
                        <a:pt x="40" y="246"/>
                        <a:pt x="24" y="239"/>
                        <a:pt x="17" y="233"/>
                      </a:cubicBezTo>
                      <a:cubicBezTo>
                        <a:pt x="15" y="232"/>
                        <a:pt x="18" y="226"/>
                        <a:pt x="16" y="224"/>
                      </a:cubicBezTo>
                      <a:cubicBezTo>
                        <a:pt x="15" y="223"/>
                        <a:pt x="6" y="229"/>
                        <a:pt x="0" y="215"/>
                      </a:cubicBezTo>
                      <a:cubicBezTo>
                        <a:pt x="1" y="215"/>
                        <a:pt x="1" y="215"/>
                        <a:pt x="2" y="214"/>
                      </a:cubicBezTo>
                      <a:cubicBezTo>
                        <a:pt x="2" y="214"/>
                        <a:pt x="1" y="213"/>
                        <a:pt x="2" y="213"/>
                      </a:cubicBezTo>
                      <a:cubicBezTo>
                        <a:pt x="11" y="211"/>
                        <a:pt x="17" y="219"/>
                        <a:pt x="17" y="205"/>
                      </a:cubicBezTo>
                      <a:cubicBezTo>
                        <a:pt x="17" y="201"/>
                        <a:pt x="25" y="206"/>
                        <a:pt x="23" y="201"/>
                      </a:cubicBezTo>
                      <a:cubicBezTo>
                        <a:pt x="16" y="190"/>
                        <a:pt x="16" y="190"/>
                        <a:pt x="16" y="190"/>
                      </a:cubicBezTo>
                      <a:cubicBezTo>
                        <a:pt x="16" y="186"/>
                        <a:pt x="34" y="180"/>
                        <a:pt x="35" y="179"/>
                      </a:cubicBezTo>
                      <a:cubicBezTo>
                        <a:pt x="35" y="178"/>
                        <a:pt x="38" y="155"/>
                        <a:pt x="38" y="155"/>
                      </a:cubicBezTo>
                      <a:cubicBezTo>
                        <a:pt x="42" y="140"/>
                        <a:pt x="46" y="159"/>
                        <a:pt x="51" y="137"/>
                      </a:cubicBezTo>
                      <a:cubicBezTo>
                        <a:pt x="53" y="130"/>
                        <a:pt x="45" y="128"/>
                        <a:pt x="45" y="121"/>
                      </a:cubicBezTo>
                      <a:cubicBezTo>
                        <a:pt x="49" y="121"/>
                        <a:pt x="87" y="109"/>
                        <a:pt x="89" y="108"/>
                      </a:cubicBezTo>
                      <a:cubicBezTo>
                        <a:pt x="96" y="101"/>
                        <a:pt x="91" y="92"/>
                        <a:pt x="102" y="88"/>
                      </a:cubicBezTo>
                      <a:cubicBezTo>
                        <a:pt x="106" y="86"/>
                        <a:pt x="128" y="89"/>
                        <a:pt x="132" y="87"/>
                      </a:cubicBezTo>
                      <a:cubicBezTo>
                        <a:pt x="133" y="86"/>
                        <a:pt x="133" y="82"/>
                        <a:pt x="135" y="81"/>
                      </a:cubicBezTo>
                      <a:cubicBezTo>
                        <a:pt x="136" y="81"/>
                        <a:pt x="137" y="84"/>
                        <a:pt x="139" y="83"/>
                      </a:cubicBezTo>
                      <a:cubicBezTo>
                        <a:pt x="145" y="78"/>
                        <a:pt x="130" y="69"/>
                        <a:pt x="148" y="66"/>
                      </a:cubicBezTo>
                      <a:cubicBezTo>
                        <a:pt x="148" y="66"/>
                        <a:pt x="148" y="68"/>
                        <a:pt x="148" y="68"/>
                      </a:cubicBezTo>
                      <a:cubicBezTo>
                        <a:pt x="149" y="66"/>
                        <a:pt x="149" y="63"/>
                        <a:pt x="149" y="59"/>
                      </a:cubicBezTo>
                      <a:cubicBezTo>
                        <a:pt x="149" y="61"/>
                        <a:pt x="149" y="64"/>
                        <a:pt x="149" y="66"/>
                      </a:cubicBezTo>
                      <a:cubicBezTo>
                        <a:pt x="148" y="66"/>
                        <a:pt x="148" y="66"/>
                        <a:pt x="148" y="66"/>
                      </a:cubicBezTo>
                      <a:cubicBezTo>
                        <a:pt x="150" y="66"/>
                        <a:pt x="153" y="66"/>
                        <a:pt x="156" y="66"/>
                      </a:cubicBezTo>
                      <a:cubicBezTo>
                        <a:pt x="158" y="66"/>
                        <a:pt x="161" y="68"/>
                        <a:pt x="162" y="66"/>
                      </a:cubicBezTo>
                      <a:cubicBezTo>
                        <a:pt x="165" y="65"/>
                        <a:pt x="165" y="60"/>
                        <a:pt x="167" y="59"/>
                      </a:cubicBezTo>
                      <a:cubicBezTo>
                        <a:pt x="173" y="55"/>
                        <a:pt x="182" y="57"/>
                        <a:pt x="188" y="55"/>
                      </a:cubicBezTo>
                      <a:cubicBezTo>
                        <a:pt x="204" y="50"/>
                        <a:pt x="208" y="43"/>
                        <a:pt x="218" y="37"/>
                      </a:cubicBezTo>
                      <a:cubicBezTo>
                        <a:pt x="220" y="35"/>
                        <a:pt x="223" y="40"/>
                        <a:pt x="225" y="39"/>
                      </a:cubicBezTo>
                      <a:cubicBezTo>
                        <a:pt x="229" y="38"/>
                        <a:pt x="230" y="33"/>
                        <a:pt x="234" y="34"/>
                      </a:cubicBezTo>
                      <a:cubicBezTo>
                        <a:pt x="238" y="34"/>
                        <a:pt x="239" y="40"/>
                        <a:pt x="243" y="43"/>
                      </a:cubicBezTo>
                      <a:cubicBezTo>
                        <a:pt x="244" y="44"/>
                        <a:pt x="245" y="42"/>
                        <a:pt x="247" y="42"/>
                      </a:cubicBezTo>
                      <a:cubicBezTo>
                        <a:pt x="248" y="43"/>
                        <a:pt x="249" y="47"/>
                        <a:pt x="251" y="46"/>
                      </a:cubicBezTo>
                      <a:cubicBezTo>
                        <a:pt x="253" y="46"/>
                        <a:pt x="253" y="41"/>
                        <a:pt x="256" y="40"/>
                      </a:cubicBezTo>
                      <a:cubicBezTo>
                        <a:pt x="262" y="39"/>
                        <a:pt x="269" y="42"/>
                        <a:pt x="275" y="45"/>
                      </a:cubicBezTo>
                      <a:cubicBezTo>
                        <a:pt x="276" y="46"/>
                        <a:pt x="275" y="48"/>
                        <a:pt x="277" y="48"/>
                      </a:cubicBezTo>
                      <a:cubicBezTo>
                        <a:pt x="285" y="49"/>
                        <a:pt x="297" y="39"/>
                        <a:pt x="305" y="37"/>
                      </a:cubicBezTo>
                      <a:close/>
                      <a:moveTo>
                        <a:pt x="75" y="255"/>
                      </a:moveTo>
                      <a:cubicBezTo>
                        <a:pt x="81" y="243"/>
                        <a:pt x="64" y="257"/>
                        <a:pt x="64" y="256"/>
                      </a:cubicBezTo>
                      <a:cubicBezTo>
                        <a:pt x="60" y="254"/>
                        <a:pt x="57" y="247"/>
                        <a:pt x="53" y="249"/>
                      </a:cubicBezTo>
                      <a:cubicBezTo>
                        <a:pt x="52" y="249"/>
                        <a:pt x="56" y="258"/>
                        <a:pt x="55" y="261"/>
                      </a:cubicBezTo>
                      <a:cubicBezTo>
                        <a:pt x="61" y="261"/>
                        <a:pt x="71" y="261"/>
                        <a:pt x="75" y="255"/>
                      </a:cubicBezTo>
                      <a:close/>
                      <a:moveTo>
                        <a:pt x="65" y="323"/>
                      </a:moveTo>
                      <a:cubicBezTo>
                        <a:pt x="60" y="327"/>
                        <a:pt x="59" y="321"/>
                        <a:pt x="55" y="321"/>
                      </a:cubicBezTo>
                      <a:cubicBezTo>
                        <a:pt x="53" y="321"/>
                        <a:pt x="50" y="323"/>
                        <a:pt x="48" y="323"/>
                      </a:cubicBezTo>
                      <a:cubicBezTo>
                        <a:pt x="44" y="322"/>
                        <a:pt x="46" y="309"/>
                        <a:pt x="42" y="311"/>
                      </a:cubicBezTo>
                      <a:cubicBezTo>
                        <a:pt x="41" y="313"/>
                        <a:pt x="43" y="317"/>
                        <a:pt x="42" y="319"/>
                      </a:cubicBezTo>
                      <a:cubicBezTo>
                        <a:pt x="38" y="328"/>
                        <a:pt x="35" y="312"/>
                        <a:pt x="47" y="296"/>
                      </a:cubicBezTo>
                      <a:cubicBezTo>
                        <a:pt x="49" y="298"/>
                        <a:pt x="51" y="301"/>
                        <a:pt x="53" y="305"/>
                      </a:cubicBezTo>
                      <a:cubicBezTo>
                        <a:pt x="53" y="305"/>
                        <a:pt x="51" y="310"/>
                        <a:pt x="54" y="311"/>
                      </a:cubicBezTo>
                      <a:cubicBezTo>
                        <a:pt x="57" y="311"/>
                        <a:pt x="71" y="318"/>
                        <a:pt x="65" y="323"/>
                      </a:cubicBezTo>
                      <a:close/>
                      <a:moveTo>
                        <a:pt x="259" y="275"/>
                      </a:moveTo>
                      <a:cubicBezTo>
                        <a:pt x="256" y="271"/>
                        <a:pt x="252" y="268"/>
                        <a:pt x="247" y="267"/>
                      </a:cubicBezTo>
                      <a:cubicBezTo>
                        <a:pt x="240" y="265"/>
                        <a:pt x="231" y="275"/>
                        <a:pt x="223" y="268"/>
                      </a:cubicBezTo>
                      <a:cubicBezTo>
                        <a:pt x="222" y="266"/>
                        <a:pt x="226" y="264"/>
                        <a:pt x="225" y="262"/>
                      </a:cubicBezTo>
                      <a:cubicBezTo>
                        <a:pt x="223" y="257"/>
                        <a:pt x="189" y="241"/>
                        <a:pt x="183" y="242"/>
                      </a:cubicBezTo>
                      <a:cubicBezTo>
                        <a:pt x="180" y="244"/>
                        <a:pt x="178" y="248"/>
                        <a:pt x="175" y="249"/>
                      </a:cubicBezTo>
                      <a:cubicBezTo>
                        <a:pt x="174" y="250"/>
                        <a:pt x="176" y="246"/>
                        <a:pt x="178" y="245"/>
                      </a:cubicBezTo>
                      <a:cubicBezTo>
                        <a:pt x="179" y="243"/>
                        <a:pt x="182" y="241"/>
                        <a:pt x="183" y="240"/>
                      </a:cubicBezTo>
                      <a:cubicBezTo>
                        <a:pt x="186" y="237"/>
                        <a:pt x="187" y="236"/>
                        <a:pt x="189" y="234"/>
                      </a:cubicBezTo>
                      <a:cubicBezTo>
                        <a:pt x="193" y="232"/>
                        <a:pt x="196" y="230"/>
                        <a:pt x="200" y="228"/>
                      </a:cubicBezTo>
                      <a:cubicBezTo>
                        <a:pt x="209" y="233"/>
                        <a:pt x="208" y="239"/>
                        <a:pt x="218" y="244"/>
                      </a:cubicBezTo>
                      <a:cubicBezTo>
                        <a:pt x="219" y="245"/>
                        <a:pt x="222" y="245"/>
                        <a:pt x="224" y="245"/>
                      </a:cubicBezTo>
                      <a:cubicBezTo>
                        <a:pt x="225" y="245"/>
                        <a:pt x="226" y="243"/>
                        <a:pt x="227" y="244"/>
                      </a:cubicBezTo>
                      <a:cubicBezTo>
                        <a:pt x="230" y="245"/>
                        <a:pt x="232" y="248"/>
                        <a:pt x="235" y="249"/>
                      </a:cubicBezTo>
                      <a:cubicBezTo>
                        <a:pt x="239" y="250"/>
                        <a:pt x="251" y="243"/>
                        <a:pt x="253" y="247"/>
                      </a:cubicBezTo>
                      <a:cubicBezTo>
                        <a:pt x="253" y="248"/>
                        <a:pt x="252" y="248"/>
                        <a:pt x="252" y="249"/>
                      </a:cubicBezTo>
                      <a:cubicBezTo>
                        <a:pt x="252" y="249"/>
                        <a:pt x="251" y="250"/>
                        <a:pt x="252" y="251"/>
                      </a:cubicBezTo>
                      <a:cubicBezTo>
                        <a:pt x="254" y="253"/>
                        <a:pt x="258" y="253"/>
                        <a:pt x="260" y="256"/>
                      </a:cubicBezTo>
                      <a:cubicBezTo>
                        <a:pt x="260" y="257"/>
                        <a:pt x="259" y="274"/>
                        <a:pt x="264" y="278"/>
                      </a:cubicBezTo>
                      <a:cubicBezTo>
                        <a:pt x="270" y="282"/>
                        <a:pt x="296" y="274"/>
                        <a:pt x="286" y="291"/>
                      </a:cubicBezTo>
                      <a:cubicBezTo>
                        <a:pt x="280" y="300"/>
                        <a:pt x="265" y="288"/>
                        <a:pt x="261" y="284"/>
                      </a:cubicBezTo>
                      <a:cubicBezTo>
                        <a:pt x="261" y="283"/>
                        <a:pt x="263" y="283"/>
                        <a:pt x="263" y="282"/>
                      </a:cubicBezTo>
                      <a:cubicBezTo>
                        <a:pt x="262" y="280"/>
                        <a:pt x="261" y="278"/>
                        <a:pt x="259" y="277"/>
                      </a:cubicBezTo>
                      <a:cubicBezTo>
                        <a:pt x="258" y="277"/>
                        <a:pt x="257" y="280"/>
                        <a:pt x="256" y="279"/>
                      </a:cubicBezTo>
                      <a:cubicBezTo>
                        <a:pt x="256" y="278"/>
                        <a:pt x="260" y="276"/>
                        <a:pt x="259" y="275"/>
                      </a:cubicBezTo>
                      <a:close/>
                    </a:path>
                  </a:pathLst>
                </a:custGeom>
                <a:solidFill>
                  <a:srgbClr val="5DB2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0" name="Kazakhstan" descr="{&quot;Key&quot;:&quot;kazakhstan&quot;,&quot;Name&quot;:&quot;Kazakhstan&quot;,&quot;Value&quot;:24.0,&quot;Formula&quot;:&quot;24&quot;,&quot;Text&quot;:&quot;24&quot;,&quot;OfficeApplication&quot;:2,&quot;HasValue&quot;:true}">
                  <a:extLst>
                    <a:ext uri="{FF2B5EF4-FFF2-40B4-BE49-F238E27FC236}">
                      <a16:creationId xmlns:a16="http://schemas.microsoft.com/office/drawing/2014/main" id="{F7228B72-E032-61A0-C425-22DD7CAAF9AB}"/>
                    </a:ext>
                  </a:extLst>
                </p:cNvPr>
                <p:cNvSpPr>
                  <a:spLocks/>
                </p:cNvSpPr>
                <p:nvPr/>
              </p:nvSpPr>
              <p:spPr bwMode="auto">
                <a:xfrm>
                  <a:off x="6083613" y="1675156"/>
                  <a:ext cx="1055932" cy="2516760"/>
                </a:xfrm>
                <a:custGeom>
                  <a:avLst/>
                  <a:gdLst>
                    <a:gd name="T0" fmla="*/ 610 w 631"/>
                    <a:gd name="T1" fmla="*/ 53 h 1398"/>
                    <a:gd name="T2" fmla="*/ 558 w 631"/>
                    <a:gd name="T3" fmla="*/ 20 h 1398"/>
                    <a:gd name="T4" fmla="*/ 526 w 631"/>
                    <a:gd name="T5" fmla="*/ 33 h 1398"/>
                    <a:gd name="T6" fmla="*/ 486 w 631"/>
                    <a:gd name="T7" fmla="*/ 66 h 1398"/>
                    <a:gd name="T8" fmla="*/ 475 w 631"/>
                    <a:gd name="T9" fmla="*/ 99 h 1398"/>
                    <a:gd name="T10" fmla="*/ 453 w 631"/>
                    <a:gd name="T11" fmla="*/ 174 h 1398"/>
                    <a:gd name="T12" fmla="*/ 429 w 631"/>
                    <a:gd name="T13" fmla="*/ 211 h 1398"/>
                    <a:gd name="T14" fmla="*/ 417 w 631"/>
                    <a:gd name="T15" fmla="*/ 253 h 1398"/>
                    <a:gd name="T16" fmla="*/ 393 w 631"/>
                    <a:gd name="T17" fmla="*/ 302 h 1398"/>
                    <a:gd name="T18" fmla="*/ 383 w 631"/>
                    <a:gd name="T19" fmla="*/ 343 h 1398"/>
                    <a:gd name="T20" fmla="*/ 358 w 631"/>
                    <a:gd name="T21" fmla="*/ 361 h 1398"/>
                    <a:gd name="T22" fmla="*/ 332 w 631"/>
                    <a:gd name="T23" fmla="*/ 385 h 1398"/>
                    <a:gd name="T24" fmla="*/ 362 w 631"/>
                    <a:gd name="T25" fmla="*/ 399 h 1398"/>
                    <a:gd name="T26" fmla="*/ 369 w 631"/>
                    <a:gd name="T27" fmla="*/ 418 h 1398"/>
                    <a:gd name="T28" fmla="*/ 401 w 631"/>
                    <a:gd name="T29" fmla="*/ 425 h 1398"/>
                    <a:gd name="T30" fmla="*/ 386 w 631"/>
                    <a:gd name="T31" fmla="*/ 469 h 1398"/>
                    <a:gd name="T32" fmla="*/ 410 w 631"/>
                    <a:gd name="T33" fmla="*/ 500 h 1398"/>
                    <a:gd name="T34" fmla="*/ 425 w 631"/>
                    <a:gd name="T35" fmla="*/ 536 h 1398"/>
                    <a:gd name="T36" fmla="*/ 485 w 631"/>
                    <a:gd name="T37" fmla="*/ 525 h 1398"/>
                    <a:gd name="T38" fmla="*/ 443 w 631"/>
                    <a:gd name="T39" fmla="*/ 626 h 1398"/>
                    <a:gd name="T40" fmla="*/ 405 w 631"/>
                    <a:gd name="T41" fmla="*/ 637 h 1398"/>
                    <a:gd name="T42" fmla="*/ 380 w 631"/>
                    <a:gd name="T43" fmla="*/ 630 h 1398"/>
                    <a:gd name="T44" fmla="*/ 363 w 631"/>
                    <a:gd name="T45" fmla="*/ 672 h 1398"/>
                    <a:gd name="T46" fmla="*/ 318 w 631"/>
                    <a:gd name="T47" fmla="*/ 688 h 1398"/>
                    <a:gd name="T48" fmla="*/ 301 w 631"/>
                    <a:gd name="T49" fmla="*/ 743 h 1398"/>
                    <a:gd name="T50" fmla="*/ 275 w 631"/>
                    <a:gd name="T51" fmla="*/ 775 h 1398"/>
                    <a:gd name="T52" fmla="*/ 221 w 631"/>
                    <a:gd name="T53" fmla="*/ 753 h 1398"/>
                    <a:gd name="T54" fmla="*/ 138 w 631"/>
                    <a:gd name="T55" fmla="*/ 763 h 1398"/>
                    <a:gd name="T56" fmla="*/ 111 w 631"/>
                    <a:gd name="T57" fmla="*/ 806 h 1398"/>
                    <a:gd name="T58" fmla="*/ 79 w 631"/>
                    <a:gd name="T59" fmla="*/ 814 h 1398"/>
                    <a:gd name="T60" fmla="*/ 55 w 631"/>
                    <a:gd name="T61" fmla="*/ 876 h 1398"/>
                    <a:gd name="T62" fmla="*/ 39 w 631"/>
                    <a:gd name="T63" fmla="*/ 929 h 1398"/>
                    <a:gd name="T64" fmla="*/ 76 w 631"/>
                    <a:gd name="T65" fmla="*/ 968 h 1398"/>
                    <a:gd name="T66" fmla="*/ 2 w 631"/>
                    <a:gd name="T67" fmla="*/ 1019 h 1398"/>
                    <a:gd name="T68" fmla="*/ 36 w 631"/>
                    <a:gd name="T69" fmla="*/ 1127 h 1398"/>
                    <a:gd name="T70" fmla="*/ 75 w 631"/>
                    <a:gd name="T71" fmla="*/ 1141 h 1398"/>
                    <a:gd name="T72" fmla="*/ 96 w 631"/>
                    <a:gd name="T73" fmla="*/ 1141 h 1398"/>
                    <a:gd name="T74" fmla="*/ 195 w 631"/>
                    <a:gd name="T75" fmla="*/ 1184 h 1398"/>
                    <a:gd name="T76" fmla="*/ 229 w 631"/>
                    <a:gd name="T77" fmla="*/ 1171 h 1398"/>
                    <a:gd name="T78" fmla="*/ 258 w 631"/>
                    <a:gd name="T79" fmla="*/ 1124 h 1398"/>
                    <a:gd name="T80" fmla="*/ 269 w 631"/>
                    <a:gd name="T81" fmla="*/ 1114 h 1398"/>
                    <a:gd name="T82" fmla="*/ 318 w 631"/>
                    <a:gd name="T83" fmla="*/ 1085 h 1398"/>
                    <a:gd name="T84" fmla="*/ 374 w 631"/>
                    <a:gd name="T85" fmla="*/ 1058 h 1398"/>
                    <a:gd name="T86" fmla="*/ 387 w 631"/>
                    <a:gd name="T87" fmla="*/ 1077 h 1398"/>
                    <a:gd name="T88" fmla="*/ 383 w 631"/>
                    <a:gd name="T89" fmla="*/ 1177 h 1398"/>
                    <a:gd name="T90" fmla="*/ 361 w 631"/>
                    <a:gd name="T91" fmla="*/ 1221 h 1398"/>
                    <a:gd name="T92" fmla="*/ 398 w 631"/>
                    <a:gd name="T93" fmla="*/ 1246 h 1398"/>
                    <a:gd name="T94" fmla="*/ 359 w 631"/>
                    <a:gd name="T95" fmla="*/ 1264 h 1398"/>
                    <a:gd name="T96" fmla="*/ 436 w 631"/>
                    <a:gd name="T97" fmla="*/ 1343 h 1398"/>
                    <a:gd name="T98" fmla="*/ 487 w 631"/>
                    <a:gd name="T99" fmla="*/ 1333 h 1398"/>
                    <a:gd name="T100" fmla="*/ 518 w 631"/>
                    <a:gd name="T101" fmla="*/ 1335 h 1398"/>
                    <a:gd name="T102" fmla="*/ 542 w 631"/>
                    <a:gd name="T103" fmla="*/ 1398 h 1398"/>
                    <a:gd name="T104" fmla="*/ 605 w 631"/>
                    <a:gd name="T105" fmla="*/ 1136 h 1398"/>
                    <a:gd name="T106" fmla="*/ 631 w 631"/>
                    <a:gd name="T107" fmla="*/ 18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1" h="1398">
                      <a:moveTo>
                        <a:pt x="631" y="18"/>
                      </a:moveTo>
                      <a:cubicBezTo>
                        <a:pt x="627" y="18"/>
                        <a:pt x="621" y="15"/>
                        <a:pt x="616" y="25"/>
                      </a:cubicBezTo>
                      <a:cubicBezTo>
                        <a:pt x="615" y="27"/>
                        <a:pt x="623" y="30"/>
                        <a:pt x="621" y="36"/>
                      </a:cubicBezTo>
                      <a:cubicBezTo>
                        <a:pt x="617" y="49"/>
                        <a:pt x="610" y="28"/>
                        <a:pt x="607" y="41"/>
                      </a:cubicBezTo>
                      <a:cubicBezTo>
                        <a:pt x="606" y="45"/>
                        <a:pt x="614" y="51"/>
                        <a:pt x="610" y="53"/>
                      </a:cubicBezTo>
                      <a:cubicBezTo>
                        <a:pt x="608" y="53"/>
                        <a:pt x="591" y="49"/>
                        <a:pt x="592" y="47"/>
                      </a:cubicBezTo>
                      <a:cubicBezTo>
                        <a:pt x="593" y="44"/>
                        <a:pt x="596" y="43"/>
                        <a:pt x="597" y="40"/>
                      </a:cubicBezTo>
                      <a:cubicBezTo>
                        <a:pt x="598" y="37"/>
                        <a:pt x="589" y="39"/>
                        <a:pt x="581" y="28"/>
                      </a:cubicBezTo>
                      <a:cubicBezTo>
                        <a:pt x="575" y="21"/>
                        <a:pt x="588" y="24"/>
                        <a:pt x="578" y="20"/>
                      </a:cubicBezTo>
                      <a:cubicBezTo>
                        <a:pt x="572" y="17"/>
                        <a:pt x="571" y="30"/>
                        <a:pt x="558" y="20"/>
                      </a:cubicBezTo>
                      <a:cubicBezTo>
                        <a:pt x="558" y="20"/>
                        <a:pt x="551" y="10"/>
                        <a:pt x="547" y="10"/>
                      </a:cubicBezTo>
                      <a:cubicBezTo>
                        <a:pt x="542" y="9"/>
                        <a:pt x="538" y="10"/>
                        <a:pt x="534" y="8"/>
                      </a:cubicBezTo>
                      <a:cubicBezTo>
                        <a:pt x="533" y="8"/>
                        <a:pt x="532" y="0"/>
                        <a:pt x="529" y="5"/>
                      </a:cubicBezTo>
                      <a:cubicBezTo>
                        <a:pt x="524" y="16"/>
                        <a:pt x="524" y="18"/>
                        <a:pt x="525" y="28"/>
                      </a:cubicBezTo>
                      <a:cubicBezTo>
                        <a:pt x="525" y="30"/>
                        <a:pt x="528" y="32"/>
                        <a:pt x="526" y="33"/>
                      </a:cubicBezTo>
                      <a:cubicBezTo>
                        <a:pt x="518" y="41"/>
                        <a:pt x="509" y="35"/>
                        <a:pt x="500" y="40"/>
                      </a:cubicBezTo>
                      <a:cubicBezTo>
                        <a:pt x="469" y="59"/>
                        <a:pt x="507" y="40"/>
                        <a:pt x="487" y="56"/>
                      </a:cubicBezTo>
                      <a:cubicBezTo>
                        <a:pt x="486" y="57"/>
                        <a:pt x="485" y="54"/>
                        <a:pt x="484" y="54"/>
                      </a:cubicBezTo>
                      <a:cubicBezTo>
                        <a:pt x="481" y="55"/>
                        <a:pt x="478" y="56"/>
                        <a:pt x="475" y="58"/>
                      </a:cubicBezTo>
                      <a:cubicBezTo>
                        <a:pt x="473" y="61"/>
                        <a:pt x="486" y="64"/>
                        <a:pt x="486" y="66"/>
                      </a:cubicBezTo>
                      <a:cubicBezTo>
                        <a:pt x="487" y="67"/>
                        <a:pt x="482" y="65"/>
                        <a:pt x="479" y="66"/>
                      </a:cubicBezTo>
                      <a:cubicBezTo>
                        <a:pt x="477" y="66"/>
                        <a:pt x="476" y="69"/>
                        <a:pt x="474" y="70"/>
                      </a:cubicBezTo>
                      <a:cubicBezTo>
                        <a:pt x="471" y="73"/>
                        <a:pt x="481" y="78"/>
                        <a:pt x="481" y="82"/>
                      </a:cubicBezTo>
                      <a:cubicBezTo>
                        <a:pt x="482" y="88"/>
                        <a:pt x="472" y="91"/>
                        <a:pt x="472" y="96"/>
                      </a:cubicBezTo>
                      <a:cubicBezTo>
                        <a:pt x="472" y="98"/>
                        <a:pt x="473" y="99"/>
                        <a:pt x="475" y="99"/>
                      </a:cubicBezTo>
                      <a:cubicBezTo>
                        <a:pt x="481" y="99"/>
                        <a:pt x="485" y="98"/>
                        <a:pt x="483" y="108"/>
                      </a:cubicBezTo>
                      <a:cubicBezTo>
                        <a:pt x="483" y="118"/>
                        <a:pt x="474" y="112"/>
                        <a:pt x="474" y="119"/>
                      </a:cubicBezTo>
                      <a:cubicBezTo>
                        <a:pt x="474" y="141"/>
                        <a:pt x="473" y="125"/>
                        <a:pt x="465" y="142"/>
                      </a:cubicBezTo>
                      <a:cubicBezTo>
                        <a:pt x="465" y="143"/>
                        <a:pt x="468" y="145"/>
                        <a:pt x="468" y="147"/>
                      </a:cubicBezTo>
                      <a:cubicBezTo>
                        <a:pt x="466" y="155"/>
                        <a:pt x="457" y="166"/>
                        <a:pt x="453" y="174"/>
                      </a:cubicBezTo>
                      <a:cubicBezTo>
                        <a:pt x="451" y="180"/>
                        <a:pt x="447" y="186"/>
                        <a:pt x="444" y="191"/>
                      </a:cubicBezTo>
                      <a:cubicBezTo>
                        <a:pt x="444" y="193"/>
                        <a:pt x="445" y="196"/>
                        <a:pt x="443" y="197"/>
                      </a:cubicBezTo>
                      <a:cubicBezTo>
                        <a:pt x="440" y="197"/>
                        <a:pt x="440" y="192"/>
                        <a:pt x="437" y="192"/>
                      </a:cubicBezTo>
                      <a:cubicBezTo>
                        <a:pt x="432" y="192"/>
                        <a:pt x="439" y="201"/>
                        <a:pt x="438" y="205"/>
                      </a:cubicBezTo>
                      <a:cubicBezTo>
                        <a:pt x="436" y="208"/>
                        <a:pt x="431" y="209"/>
                        <a:pt x="429" y="211"/>
                      </a:cubicBezTo>
                      <a:cubicBezTo>
                        <a:pt x="427" y="212"/>
                        <a:pt x="432" y="213"/>
                        <a:pt x="432" y="215"/>
                      </a:cubicBezTo>
                      <a:cubicBezTo>
                        <a:pt x="431" y="220"/>
                        <a:pt x="423" y="220"/>
                        <a:pt x="427" y="226"/>
                      </a:cubicBezTo>
                      <a:cubicBezTo>
                        <a:pt x="430" y="230"/>
                        <a:pt x="439" y="232"/>
                        <a:pt x="438" y="237"/>
                      </a:cubicBezTo>
                      <a:cubicBezTo>
                        <a:pt x="435" y="244"/>
                        <a:pt x="431" y="239"/>
                        <a:pt x="426" y="240"/>
                      </a:cubicBezTo>
                      <a:cubicBezTo>
                        <a:pt x="420" y="241"/>
                        <a:pt x="426" y="252"/>
                        <a:pt x="417" y="253"/>
                      </a:cubicBezTo>
                      <a:cubicBezTo>
                        <a:pt x="416" y="253"/>
                        <a:pt x="416" y="251"/>
                        <a:pt x="416" y="252"/>
                      </a:cubicBezTo>
                      <a:cubicBezTo>
                        <a:pt x="413" y="260"/>
                        <a:pt x="407" y="268"/>
                        <a:pt x="403" y="276"/>
                      </a:cubicBezTo>
                      <a:cubicBezTo>
                        <a:pt x="402" y="279"/>
                        <a:pt x="416" y="277"/>
                        <a:pt x="406" y="285"/>
                      </a:cubicBezTo>
                      <a:cubicBezTo>
                        <a:pt x="404" y="286"/>
                        <a:pt x="400" y="284"/>
                        <a:pt x="397" y="286"/>
                      </a:cubicBezTo>
                      <a:cubicBezTo>
                        <a:pt x="393" y="290"/>
                        <a:pt x="396" y="297"/>
                        <a:pt x="393" y="302"/>
                      </a:cubicBezTo>
                      <a:cubicBezTo>
                        <a:pt x="392" y="303"/>
                        <a:pt x="391" y="302"/>
                        <a:pt x="390" y="303"/>
                      </a:cubicBezTo>
                      <a:cubicBezTo>
                        <a:pt x="388" y="305"/>
                        <a:pt x="386" y="307"/>
                        <a:pt x="385" y="310"/>
                      </a:cubicBezTo>
                      <a:cubicBezTo>
                        <a:pt x="384" y="311"/>
                        <a:pt x="389" y="312"/>
                        <a:pt x="388" y="314"/>
                      </a:cubicBezTo>
                      <a:cubicBezTo>
                        <a:pt x="386" y="320"/>
                        <a:pt x="371" y="327"/>
                        <a:pt x="375" y="334"/>
                      </a:cubicBezTo>
                      <a:cubicBezTo>
                        <a:pt x="376" y="337"/>
                        <a:pt x="382" y="340"/>
                        <a:pt x="383" y="343"/>
                      </a:cubicBezTo>
                      <a:cubicBezTo>
                        <a:pt x="384" y="346"/>
                        <a:pt x="376" y="345"/>
                        <a:pt x="374" y="344"/>
                      </a:cubicBezTo>
                      <a:cubicBezTo>
                        <a:pt x="372" y="342"/>
                        <a:pt x="373" y="337"/>
                        <a:pt x="371" y="338"/>
                      </a:cubicBezTo>
                      <a:cubicBezTo>
                        <a:pt x="366" y="341"/>
                        <a:pt x="359" y="345"/>
                        <a:pt x="358" y="351"/>
                      </a:cubicBezTo>
                      <a:cubicBezTo>
                        <a:pt x="358" y="354"/>
                        <a:pt x="364" y="354"/>
                        <a:pt x="364" y="357"/>
                      </a:cubicBezTo>
                      <a:cubicBezTo>
                        <a:pt x="364" y="359"/>
                        <a:pt x="360" y="360"/>
                        <a:pt x="358" y="361"/>
                      </a:cubicBezTo>
                      <a:cubicBezTo>
                        <a:pt x="356" y="361"/>
                        <a:pt x="356" y="358"/>
                        <a:pt x="354" y="359"/>
                      </a:cubicBezTo>
                      <a:cubicBezTo>
                        <a:pt x="350" y="360"/>
                        <a:pt x="350" y="368"/>
                        <a:pt x="349" y="368"/>
                      </a:cubicBezTo>
                      <a:cubicBezTo>
                        <a:pt x="347" y="368"/>
                        <a:pt x="341" y="366"/>
                        <a:pt x="340" y="366"/>
                      </a:cubicBezTo>
                      <a:cubicBezTo>
                        <a:pt x="328" y="369"/>
                        <a:pt x="341" y="382"/>
                        <a:pt x="339" y="383"/>
                      </a:cubicBezTo>
                      <a:cubicBezTo>
                        <a:pt x="333" y="385"/>
                        <a:pt x="337" y="371"/>
                        <a:pt x="332" y="385"/>
                      </a:cubicBezTo>
                      <a:cubicBezTo>
                        <a:pt x="329" y="396"/>
                        <a:pt x="345" y="381"/>
                        <a:pt x="346" y="389"/>
                      </a:cubicBezTo>
                      <a:cubicBezTo>
                        <a:pt x="346" y="392"/>
                        <a:pt x="345" y="396"/>
                        <a:pt x="346" y="399"/>
                      </a:cubicBezTo>
                      <a:cubicBezTo>
                        <a:pt x="346" y="400"/>
                        <a:pt x="349" y="401"/>
                        <a:pt x="349" y="402"/>
                      </a:cubicBezTo>
                      <a:cubicBezTo>
                        <a:pt x="348" y="404"/>
                        <a:pt x="343" y="409"/>
                        <a:pt x="345" y="409"/>
                      </a:cubicBezTo>
                      <a:cubicBezTo>
                        <a:pt x="345" y="409"/>
                        <a:pt x="362" y="399"/>
                        <a:pt x="362" y="399"/>
                      </a:cubicBezTo>
                      <a:cubicBezTo>
                        <a:pt x="363" y="398"/>
                        <a:pt x="361" y="396"/>
                        <a:pt x="361" y="394"/>
                      </a:cubicBezTo>
                      <a:cubicBezTo>
                        <a:pt x="362" y="392"/>
                        <a:pt x="369" y="386"/>
                        <a:pt x="371" y="394"/>
                      </a:cubicBezTo>
                      <a:cubicBezTo>
                        <a:pt x="372" y="397"/>
                        <a:pt x="371" y="401"/>
                        <a:pt x="369" y="403"/>
                      </a:cubicBezTo>
                      <a:cubicBezTo>
                        <a:pt x="367" y="405"/>
                        <a:pt x="365" y="401"/>
                        <a:pt x="363" y="402"/>
                      </a:cubicBezTo>
                      <a:cubicBezTo>
                        <a:pt x="358" y="403"/>
                        <a:pt x="364" y="417"/>
                        <a:pt x="369" y="418"/>
                      </a:cubicBezTo>
                      <a:cubicBezTo>
                        <a:pt x="378" y="421"/>
                        <a:pt x="386" y="407"/>
                        <a:pt x="388" y="406"/>
                      </a:cubicBezTo>
                      <a:cubicBezTo>
                        <a:pt x="391" y="405"/>
                        <a:pt x="393" y="407"/>
                        <a:pt x="396" y="406"/>
                      </a:cubicBezTo>
                      <a:cubicBezTo>
                        <a:pt x="399" y="406"/>
                        <a:pt x="407" y="396"/>
                        <a:pt x="412" y="402"/>
                      </a:cubicBezTo>
                      <a:cubicBezTo>
                        <a:pt x="421" y="414"/>
                        <a:pt x="410" y="414"/>
                        <a:pt x="406" y="416"/>
                      </a:cubicBezTo>
                      <a:cubicBezTo>
                        <a:pt x="404" y="418"/>
                        <a:pt x="404" y="423"/>
                        <a:pt x="401" y="425"/>
                      </a:cubicBezTo>
                      <a:cubicBezTo>
                        <a:pt x="399" y="427"/>
                        <a:pt x="395" y="423"/>
                        <a:pt x="392" y="425"/>
                      </a:cubicBezTo>
                      <a:cubicBezTo>
                        <a:pt x="389" y="427"/>
                        <a:pt x="388" y="431"/>
                        <a:pt x="386" y="433"/>
                      </a:cubicBezTo>
                      <a:cubicBezTo>
                        <a:pt x="384" y="436"/>
                        <a:pt x="380" y="439"/>
                        <a:pt x="380" y="442"/>
                      </a:cubicBezTo>
                      <a:cubicBezTo>
                        <a:pt x="379" y="444"/>
                        <a:pt x="384" y="441"/>
                        <a:pt x="385" y="443"/>
                      </a:cubicBezTo>
                      <a:cubicBezTo>
                        <a:pt x="389" y="446"/>
                        <a:pt x="377" y="469"/>
                        <a:pt x="386" y="469"/>
                      </a:cubicBezTo>
                      <a:cubicBezTo>
                        <a:pt x="388" y="470"/>
                        <a:pt x="389" y="466"/>
                        <a:pt x="392" y="467"/>
                      </a:cubicBezTo>
                      <a:cubicBezTo>
                        <a:pt x="394" y="468"/>
                        <a:pt x="394" y="472"/>
                        <a:pt x="397" y="473"/>
                      </a:cubicBezTo>
                      <a:cubicBezTo>
                        <a:pt x="399" y="474"/>
                        <a:pt x="401" y="470"/>
                        <a:pt x="402" y="471"/>
                      </a:cubicBezTo>
                      <a:cubicBezTo>
                        <a:pt x="407" y="472"/>
                        <a:pt x="412" y="474"/>
                        <a:pt x="414" y="478"/>
                      </a:cubicBezTo>
                      <a:cubicBezTo>
                        <a:pt x="414" y="478"/>
                        <a:pt x="411" y="500"/>
                        <a:pt x="410" y="500"/>
                      </a:cubicBezTo>
                      <a:cubicBezTo>
                        <a:pt x="409" y="503"/>
                        <a:pt x="405" y="504"/>
                        <a:pt x="404" y="506"/>
                      </a:cubicBezTo>
                      <a:cubicBezTo>
                        <a:pt x="401" y="512"/>
                        <a:pt x="405" y="518"/>
                        <a:pt x="402" y="523"/>
                      </a:cubicBezTo>
                      <a:cubicBezTo>
                        <a:pt x="401" y="527"/>
                        <a:pt x="392" y="527"/>
                        <a:pt x="399" y="532"/>
                      </a:cubicBezTo>
                      <a:cubicBezTo>
                        <a:pt x="408" y="538"/>
                        <a:pt x="412" y="528"/>
                        <a:pt x="421" y="525"/>
                      </a:cubicBezTo>
                      <a:cubicBezTo>
                        <a:pt x="426" y="523"/>
                        <a:pt x="419" y="540"/>
                        <a:pt x="425" y="536"/>
                      </a:cubicBezTo>
                      <a:cubicBezTo>
                        <a:pt x="432" y="532"/>
                        <a:pt x="438" y="525"/>
                        <a:pt x="445" y="522"/>
                      </a:cubicBezTo>
                      <a:cubicBezTo>
                        <a:pt x="449" y="522"/>
                        <a:pt x="451" y="529"/>
                        <a:pt x="455" y="528"/>
                      </a:cubicBezTo>
                      <a:cubicBezTo>
                        <a:pt x="473" y="523"/>
                        <a:pt x="454" y="513"/>
                        <a:pt x="483" y="521"/>
                      </a:cubicBezTo>
                      <a:cubicBezTo>
                        <a:pt x="484" y="521"/>
                        <a:pt x="486" y="518"/>
                        <a:pt x="487" y="519"/>
                      </a:cubicBezTo>
                      <a:cubicBezTo>
                        <a:pt x="488" y="522"/>
                        <a:pt x="485" y="523"/>
                        <a:pt x="485" y="525"/>
                      </a:cubicBezTo>
                      <a:cubicBezTo>
                        <a:pt x="486" y="534"/>
                        <a:pt x="504" y="547"/>
                        <a:pt x="501" y="555"/>
                      </a:cubicBezTo>
                      <a:cubicBezTo>
                        <a:pt x="497" y="569"/>
                        <a:pt x="485" y="591"/>
                        <a:pt x="470" y="596"/>
                      </a:cubicBezTo>
                      <a:cubicBezTo>
                        <a:pt x="462" y="599"/>
                        <a:pt x="459" y="590"/>
                        <a:pt x="453" y="592"/>
                      </a:cubicBezTo>
                      <a:cubicBezTo>
                        <a:pt x="447" y="597"/>
                        <a:pt x="468" y="617"/>
                        <a:pt x="453" y="633"/>
                      </a:cubicBezTo>
                      <a:cubicBezTo>
                        <a:pt x="441" y="645"/>
                        <a:pt x="459" y="617"/>
                        <a:pt x="443" y="626"/>
                      </a:cubicBezTo>
                      <a:cubicBezTo>
                        <a:pt x="437" y="630"/>
                        <a:pt x="431" y="637"/>
                        <a:pt x="422" y="639"/>
                      </a:cubicBezTo>
                      <a:cubicBezTo>
                        <a:pt x="420" y="641"/>
                        <a:pt x="418" y="640"/>
                        <a:pt x="415" y="639"/>
                      </a:cubicBezTo>
                      <a:cubicBezTo>
                        <a:pt x="414" y="639"/>
                        <a:pt x="413" y="637"/>
                        <a:pt x="412" y="637"/>
                      </a:cubicBezTo>
                      <a:cubicBezTo>
                        <a:pt x="410" y="638"/>
                        <a:pt x="409" y="641"/>
                        <a:pt x="408" y="641"/>
                      </a:cubicBezTo>
                      <a:cubicBezTo>
                        <a:pt x="406" y="641"/>
                        <a:pt x="406" y="637"/>
                        <a:pt x="405" y="637"/>
                      </a:cubicBezTo>
                      <a:cubicBezTo>
                        <a:pt x="404" y="637"/>
                        <a:pt x="403" y="639"/>
                        <a:pt x="402" y="639"/>
                      </a:cubicBezTo>
                      <a:cubicBezTo>
                        <a:pt x="401" y="639"/>
                        <a:pt x="400" y="638"/>
                        <a:pt x="399" y="637"/>
                      </a:cubicBezTo>
                      <a:cubicBezTo>
                        <a:pt x="397" y="634"/>
                        <a:pt x="398" y="626"/>
                        <a:pt x="391" y="629"/>
                      </a:cubicBezTo>
                      <a:cubicBezTo>
                        <a:pt x="389" y="629"/>
                        <a:pt x="387" y="632"/>
                        <a:pt x="384" y="633"/>
                      </a:cubicBezTo>
                      <a:cubicBezTo>
                        <a:pt x="383" y="633"/>
                        <a:pt x="382" y="629"/>
                        <a:pt x="380" y="630"/>
                      </a:cubicBezTo>
                      <a:cubicBezTo>
                        <a:pt x="371" y="633"/>
                        <a:pt x="379" y="636"/>
                        <a:pt x="379" y="639"/>
                      </a:cubicBezTo>
                      <a:cubicBezTo>
                        <a:pt x="378" y="643"/>
                        <a:pt x="365" y="647"/>
                        <a:pt x="363" y="648"/>
                      </a:cubicBezTo>
                      <a:cubicBezTo>
                        <a:pt x="358" y="652"/>
                        <a:pt x="373" y="661"/>
                        <a:pt x="370" y="663"/>
                      </a:cubicBezTo>
                      <a:cubicBezTo>
                        <a:pt x="369" y="665"/>
                        <a:pt x="365" y="664"/>
                        <a:pt x="363" y="666"/>
                      </a:cubicBezTo>
                      <a:cubicBezTo>
                        <a:pt x="362" y="668"/>
                        <a:pt x="364" y="670"/>
                        <a:pt x="363" y="672"/>
                      </a:cubicBezTo>
                      <a:cubicBezTo>
                        <a:pt x="362" y="680"/>
                        <a:pt x="343" y="667"/>
                        <a:pt x="343" y="667"/>
                      </a:cubicBezTo>
                      <a:cubicBezTo>
                        <a:pt x="340" y="667"/>
                        <a:pt x="339" y="671"/>
                        <a:pt x="337" y="673"/>
                      </a:cubicBezTo>
                      <a:cubicBezTo>
                        <a:pt x="336" y="675"/>
                        <a:pt x="325" y="680"/>
                        <a:pt x="326" y="684"/>
                      </a:cubicBezTo>
                      <a:cubicBezTo>
                        <a:pt x="327" y="685"/>
                        <a:pt x="331" y="685"/>
                        <a:pt x="331" y="688"/>
                      </a:cubicBezTo>
                      <a:cubicBezTo>
                        <a:pt x="332" y="694"/>
                        <a:pt x="319" y="688"/>
                        <a:pt x="318" y="688"/>
                      </a:cubicBezTo>
                      <a:cubicBezTo>
                        <a:pt x="315" y="694"/>
                        <a:pt x="327" y="697"/>
                        <a:pt x="322" y="705"/>
                      </a:cubicBezTo>
                      <a:cubicBezTo>
                        <a:pt x="320" y="707"/>
                        <a:pt x="316" y="706"/>
                        <a:pt x="315" y="708"/>
                      </a:cubicBezTo>
                      <a:cubicBezTo>
                        <a:pt x="313" y="711"/>
                        <a:pt x="320" y="717"/>
                        <a:pt x="320" y="720"/>
                      </a:cubicBezTo>
                      <a:cubicBezTo>
                        <a:pt x="320" y="720"/>
                        <a:pt x="314" y="745"/>
                        <a:pt x="314" y="745"/>
                      </a:cubicBezTo>
                      <a:cubicBezTo>
                        <a:pt x="313" y="749"/>
                        <a:pt x="306" y="742"/>
                        <a:pt x="301" y="743"/>
                      </a:cubicBezTo>
                      <a:cubicBezTo>
                        <a:pt x="299" y="743"/>
                        <a:pt x="299" y="747"/>
                        <a:pt x="297" y="748"/>
                      </a:cubicBezTo>
                      <a:cubicBezTo>
                        <a:pt x="290" y="749"/>
                        <a:pt x="253" y="733"/>
                        <a:pt x="252" y="748"/>
                      </a:cubicBezTo>
                      <a:cubicBezTo>
                        <a:pt x="251" y="750"/>
                        <a:pt x="251" y="753"/>
                        <a:pt x="254" y="754"/>
                      </a:cubicBezTo>
                      <a:cubicBezTo>
                        <a:pt x="255" y="755"/>
                        <a:pt x="260" y="750"/>
                        <a:pt x="263" y="754"/>
                      </a:cubicBezTo>
                      <a:cubicBezTo>
                        <a:pt x="266" y="758"/>
                        <a:pt x="276" y="769"/>
                        <a:pt x="275" y="775"/>
                      </a:cubicBezTo>
                      <a:cubicBezTo>
                        <a:pt x="273" y="779"/>
                        <a:pt x="266" y="781"/>
                        <a:pt x="263" y="777"/>
                      </a:cubicBezTo>
                      <a:cubicBezTo>
                        <a:pt x="260" y="774"/>
                        <a:pt x="259" y="771"/>
                        <a:pt x="258" y="767"/>
                      </a:cubicBezTo>
                      <a:cubicBezTo>
                        <a:pt x="257" y="764"/>
                        <a:pt x="259" y="760"/>
                        <a:pt x="257" y="760"/>
                      </a:cubicBezTo>
                      <a:cubicBezTo>
                        <a:pt x="239" y="761"/>
                        <a:pt x="239" y="761"/>
                        <a:pt x="239" y="761"/>
                      </a:cubicBezTo>
                      <a:cubicBezTo>
                        <a:pt x="226" y="755"/>
                        <a:pt x="241" y="749"/>
                        <a:pt x="221" y="753"/>
                      </a:cubicBezTo>
                      <a:cubicBezTo>
                        <a:pt x="217" y="754"/>
                        <a:pt x="214" y="759"/>
                        <a:pt x="210" y="759"/>
                      </a:cubicBezTo>
                      <a:cubicBezTo>
                        <a:pt x="193" y="758"/>
                        <a:pt x="209" y="744"/>
                        <a:pt x="186" y="751"/>
                      </a:cubicBezTo>
                      <a:cubicBezTo>
                        <a:pt x="180" y="753"/>
                        <a:pt x="161" y="777"/>
                        <a:pt x="156" y="775"/>
                      </a:cubicBezTo>
                      <a:cubicBezTo>
                        <a:pt x="150" y="771"/>
                        <a:pt x="145" y="763"/>
                        <a:pt x="138" y="760"/>
                      </a:cubicBezTo>
                      <a:cubicBezTo>
                        <a:pt x="137" y="759"/>
                        <a:pt x="138" y="762"/>
                        <a:pt x="138" y="763"/>
                      </a:cubicBezTo>
                      <a:cubicBezTo>
                        <a:pt x="137" y="767"/>
                        <a:pt x="136" y="771"/>
                        <a:pt x="133" y="774"/>
                      </a:cubicBezTo>
                      <a:cubicBezTo>
                        <a:pt x="131" y="776"/>
                        <a:pt x="128" y="776"/>
                        <a:pt x="126" y="777"/>
                      </a:cubicBezTo>
                      <a:cubicBezTo>
                        <a:pt x="118" y="787"/>
                        <a:pt x="132" y="789"/>
                        <a:pt x="128" y="798"/>
                      </a:cubicBezTo>
                      <a:cubicBezTo>
                        <a:pt x="125" y="802"/>
                        <a:pt x="122" y="789"/>
                        <a:pt x="119" y="795"/>
                      </a:cubicBezTo>
                      <a:cubicBezTo>
                        <a:pt x="116" y="802"/>
                        <a:pt x="121" y="806"/>
                        <a:pt x="111" y="806"/>
                      </a:cubicBezTo>
                      <a:cubicBezTo>
                        <a:pt x="100" y="807"/>
                        <a:pt x="116" y="799"/>
                        <a:pt x="109" y="796"/>
                      </a:cubicBezTo>
                      <a:cubicBezTo>
                        <a:pt x="97" y="789"/>
                        <a:pt x="99" y="801"/>
                        <a:pt x="90" y="803"/>
                      </a:cubicBezTo>
                      <a:cubicBezTo>
                        <a:pt x="86" y="804"/>
                        <a:pt x="83" y="801"/>
                        <a:pt x="79" y="802"/>
                      </a:cubicBezTo>
                      <a:cubicBezTo>
                        <a:pt x="78" y="802"/>
                        <a:pt x="88" y="810"/>
                        <a:pt x="88" y="811"/>
                      </a:cubicBezTo>
                      <a:cubicBezTo>
                        <a:pt x="84" y="829"/>
                        <a:pt x="85" y="803"/>
                        <a:pt x="79" y="814"/>
                      </a:cubicBezTo>
                      <a:cubicBezTo>
                        <a:pt x="75" y="820"/>
                        <a:pt x="83" y="822"/>
                        <a:pt x="83" y="827"/>
                      </a:cubicBezTo>
                      <a:cubicBezTo>
                        <a:pt x="83" y="827"/>
                        <a:pt x="80" y="847"/>
                        <a:pt x="79" y="848"/>
                      </a:cubicBezTo>
                      <a:cubicBezTo>
                        <a:pt x="77" y="851"/>
                        <a:pt x="73" y="853"/>
                        <a:pt x="71" y="856"/>
                      </a:cubicBezTo>
                      <a:cubicBezTo>
                        <a:pt x="69" y="860"/>
                        <a:pt x="71" y="865"/>
                        <a:pt x="69" y="869"/>
                      </a:cubicBezTo>
                      <a:cubicBezTo>
                        <a:pt x="66" y="873"/>
                        <a:pt x="57" y="871"/>
                        <a:pt x="55" y="876"/>
                      </a:cubicBezTo>
                      <a:cubicBezTo>
                        <a:pt x="51" y="891"/>
                        <a:pt x="65" y="891"/>
                        <a:pt x="64" y="894"/>
                      </a:cubicBezTo>
                      <a:cubicBezTo>
                        <a:pt x="63" y="897"/>
                        <a:pt x="61" y="900"/>
                        <a:pt x="59" y="903"/>
                      </a:cubicBezTo>
                      <a:cubicBezTo>
                        <a:pt x="58" y="904"/>
                        <a:pt x="57" y="904"/>
                        <a:pt x="56" y="905"/>
                      </a:cubicBezTo>
                      <a:cubicBezTo>
                        <a:pt x="56" y="905"/>
                        <a:pt x="53" y="923"/>
                        <a:pt x="52" y="924"/>
                      </a:cubicBezTo>
                      <a:cubicBezTo>
                        <a:pt x="50" y="929"/>
                        <a:pt x="39" y="927"/>
                        <a:pt x="39" y="929"/>
                      </a:cubicBezTo>
                      <a:cubicBezTo>
                        <a:pt x="39" y="933"/>
                        <a:pt x="45" y="930"/>
                        <a:pt x="45" y="930"/>
                      </a:cubicBezTo>
                      <a:cubicBezTo>
                        <a:pt x="49" y="933"/>
                        <a:pt x="62" y="949"/>
                        <a:pt x="66" y="952"/>
                      </a:cubicBezTo>
                      <a:cubicBezTo>
                        <a:pt x="67" y="954"/>
                        <a:pt x="66" y="957"/>
                        <a:pt x="68" y="959"/>
                      </a:cubicBezTo>
                      <a:cubicBezTo>
                        <a:pt x="72" y="963"/>
                        <a:pt x="73" y="950"/>
                        <a:pt x="76" y="961"/>
                      </a:cubicBezTo>
                      <a:cubicBezTo>
                        <a:pt x="77" y="963"/>
                        <a:pt x="77" y="966"/>
                        <a:pt x="76" y="968"/>
                      </a:cubicBezTo>
                      <a:cubicBezTo>
                        <a:pt x="62" y="1001"/>
                        <a:pt x="54" y="982"/>
                        <a:pt x="34" y="974"/>
                      </a:cubicBezTo>
                      <a:cubicBezTo>
                        <a:pt x="32" y="973"/>
                        <a:pt x="9" y="963"/>
                        <a:pt x="7" y="966"/>
                      </a:cubicBezTo>
                      <a:cubicBezTo>
                        <a:pt x="5" y="973"/>
                        <a:pt x="0" y="984"/>
                        <a:pt x="5" y="991"/>
                      </a:cubicBezTo>
                      <a:cubicBezTo>
                        <a:pt x="6" y="992"/>
                        <a:pt x="11" y="994"/>
                        <a:pt x="11" y="996"/>
                      </a:cubicBezTo>
                      <a:cubicBezTo>
                        <a:pt x="12" y="1009"/>
                        <a:pt x="2" y="1012"/>
                        <a:pt x="2" y="1019"/>
                      </a:cubicBezTo>
                      <a:cubicBezTo>
                        <a:pt x="2" y="1021"/>
                        <a:pt x="16" y="1059"/>
                        <a:pt x="16" y="1059"/>
                      </a:cubicBezTo>
                      <a:cubicBezTo>
                        <a:pt x="19" y="1062"/>
                        <a:pt x="30" y="1057"/>
                        <a:pt x="33" y="1064"/>
                      </a:cubicBezTo>
                      <a:cubicBezTo>
                        <a:pt x="37" y="1073"/>
                        <a:pt x="31" y="1078"/>
                        <a:pt x="30" y="1086"/>
                      </a:cubicBezTo>
                      <a:cubicBezTo>
                        <a:pt x="29" y="1094"/>
                        <a:pt x="33" y="1108"/>
                        <a:pt x="34" y="1117"/>
                      </a:cubicBezTo>
                      <a:cubicBezTo>
                        <a:pt x="35" y="1120"/>
                        <a:pt x="34" y="1125"/>
                        <a:pt x="36" y="1127"/>
                      </a:cubicBezTo>
                      <a:cubicBezTo>
                        <a:pt x="38" y="1128"/>
                        <a:pt x="65" y="1122"/>
                        <a:pt x="69" y="1123"/>
                      </a:cubicBezTo>
                      <a:cubicBezTo>
                        <a:pt x="73" y="1124"/>
                        <a:pt x="70" y="1131"/>
                        <a:pt x="73" y="1133"/>
                      </a:cubicBezTo>
                      <a:cubicBezTo>
                        <a:pt x="75" y="1134"/>
                        <a:pt x="77" y="1131"/>
                        <a:pt x="78" y="1132"/>
                      </a:cubicBezTo>
                      <a:cubicBezTo>
                        <a:pt x="79" y="1133"/>
                        <a:pt x="78" y="1136"/>
                        <a:pt x="78" y="1138"/>
                      </a:cubicBezTo>
                      <a:cubicBezTo>
                        <a:pt x="77" y="1139"/>
                        <a:pt x="74" y="1140"/>
                        <a:pt x="75" y="1141"/>
                      </a:cubicBezTo>
                      <a:cubicBezTo>
                        <a:pt x="77" y="1144"/>
                        <a:pt x="82" y="1144"/>
                        <a:pt x="85" y="1147"/>
                      </a:cubicBezTo>
                      <a:cubicBezTo>
                        <a:pt x="86" y="1148"/>
                        <a:pt x="84" y="1149"/>
                        <a:pt x="83" y="1150"/>
                      </a:cubicBezTo>
                      <a:cubicBezTo>
                        <a:pt x="83" y="1150"/>
                        <a:pt x="84" y="1151"/>
                        <a:pt x="84" y="1151"/>
                      </a:cubicBezTo>
                      <a:cubicBezTo>
                        <a:pt x="85" y="1151"/>
                        <a:pt x="100" y="1154"/>
                        <a:pt x="100" y="1154"/>
                      </a:cubicBezTo>
                      <a:cubicBezTo>
                        <a:pt x="101" y="1153"/>
                        <a:pt x="95" y="1142"/>
                        <a:pt x="96" y="1141"/>
                      </a:cubicBezTo>
                      <a:cubicBezTo>
                        <a:pt x="100" y="1141"/>
                        <a:pt x="104" y="1142"/>
                        <a:pt x="109" y="1141"/>
                      </a:cubicBezTo>
                      <a:cubicBezTo>
                        <a:pt x="116" y="1139"/>
                        <a:pt x="120" y="1128"/>
                        <a:pt x="129" y="1130"/>
                      </a:cubicBezTo>
                      <a:cubicBezTo>
                        <a:pt x="151" y="1136"/>
                        <a:pt x="160" y="1146"/>
                        <a:pt x="178" y="1158"/>
                      </a:cubicBezTo>
                      <a:cubicBezTo>
                        <a:pt x="186" y="1163"/>
                        <a:pt x="197" y="1163"/>
                        <a:pt x="203" y="1170"/>
                      </a:cubicBezTo>
                      <a:cubicBezTo>
                        <a:pt x="206" y="1174"/>
                        <a:pt x="198" y="1183"/>
                        <a:pt x="195" y="1184"/>
                      </a:cubicBezTo>
                      <a:cubicBezTo>
                        <a:pt x="192" y="1184"/>
                        <a:pt x="185" y="1175"/>
                        <a:pt x="182" y="1185"/>
                      </a:cubicBezTo>
                      <a:cubicBezTo>
                        <a:pt x="178" y="1201"/>
                        <a:pt x="213" y="1194"/>
                        <a:pt x="225" y="1193"/>
                      </a:cubicBezTo>
                      <a:cubicBezTo>
                        <a:pt x="223" y="1185"/>
                        <a:pt x="220" y="1178"/>
                        <a:pt x="221" y="1176"/>
                      </a:cubicBezTo>
                      <a:cubicBezTo>
                        <a:pt x="225" y="1173"/>
                        <a:pt x="230" y="1178"/>
                        <a:pt x="233" y="1176"/>
                      </a:cubicBezTo>
                      <a:cubicBezTo>
                        <a:pt x="235" y="1175"/>
                        <a:pt x="227" y="1172"/>
                        <a:pt x="229" y="1171"/>
                      </a:cubicBezTo>
                      <a:cubicBezTo>
                        <a:pt x="231" y="1170"/>
                        <a:pt x="234" y="1173"/>
                        <a:pt x="237" y="1174"/>
                      </a:cubicBezTo>
                      <a:cubicBezTo>
                        <a:pt x="238" y="1174"/>
                        <a:pt x="250" y="1156"/>
                        <a:pt x="251" y="1153"/>
                      </a:cubicBezTo>
                      <a:cubicBezTo>
                        <a:pt x="253" y="1148"/>
                        <a:pt x="250" y="1136"/>
                        <a:pt x="254" y="1138"/>
                      </a:cubicBezTo>
                      <a:cubicBezTo>
                        <a:pt x="255" y="1139"/>
                        <a:pt x="256" y="1142"/>
                        <a:pt x="257" y="1141"/>
                      </a:cubicBezTo>
                      <a:cubicBezTo>
                        <a:pt x="258" y="1136"/>
                        <a:pt x="256" y="1129"/>
                        <a:pt x="258" y="1124"/>
                      </a:cubicBezTo>
                      <a:cubicBezTo>
                        <a:pt x="258" y="1123"/>
                        <a:pt x="260" y="1125"/>
                        <a:pt x="262" y="1124"/>
                      </a:cubicBezTo>
                      <a:cubicBezTo>
                        <a:pt x="263" y="1124"/>
                        <a:pt x="263" y="1120"/>
                        <a:pt x="264" y="1121"/>
                      </a:cubicBezTo>
                      <a:cubicBezTo>
                        <a:pt x="266" y="1122"/>
                        <a:pt x="264" y="1125"/>
                        <a:pt x="266" y="1126"/>
                      </a:cubicBezTo>
                      <a:cubicBezTo>
                        <a:pt x="267" y="1127"/>
                        <a:pt x="267" y="1124"/>
                        <a:pt x="267" y="1123"/>
                      </a:cubicBezTo>
                      <a:cubicBezTo>
                        <a:pt x="266" y="1120"/>
                        <a:pt x="265" y="1108"/>
                        <a:pt x="269" y="1114"/>
                      </a:cubicBezTo>
                      <a:cubicBezTo>
                        <a:pt x="270" y="1114"/>
                        <a:pt x="272" y="1116"/>
                        <a:pt x="272" y="1115"/>
                      </a:cubicBezTo>
                      <a:cubicBezTo>
                        <a:pt x="273" y="1102"/>
                        <a:pt x="270" y="1099"/>
                        <a:pt x="281" y="1089"/>
                      </a:cubicBezTo>
                      <a:cubicBezTo>
                        <a:pt x="292" y="1079"/>
                        <a:pt x="303" y="1090"/>
                        <a:pt x="313" y="1086"/>
                      </a:cubicBezTo>
                      <a:cubicBezTo>
                        <a:pt x="315" y="1086"/>
                        <a:pt x="315" y="1082"/>
                        <a:pt x="317" y="1081"/>
                      </a:cubicBezTo>
                      <a:cubicBezTo>
                        <a:pt x="318" y="1080"/>
                        <a:pt x="317" y="1085"/>
                        <a:pt x="318" y="1085"/>
                      </a:cubicBezTo>
                      <a:cubicBezTo>
                        <a:pt x="324" y="1085"/>
                        <a:pt x="330" y="1082"/>
                        <a:pt x="335" y="1081"/>
                      </a:cubicBezTo>
                      <a:cubicBezTo>
                        <a:pt x="339" y="1079"/>
                        <a:pt x="337" y="1062"/>
                        <a:pt x="337" y="1060"/>
                      </a:cubicBezTo>
                      <a:cubicBezTo>
                        <a:pt x="339" y="1058"/>
                        <a:pt x="344" y="1060"/>
                        <a:pt x="346" y="1059"/>
                      </a:cubicBezTo>
                      <a:cubicBezTo>
                        <a:pt x="352" y="1056"/>
                        <a:pt x="360" y="1045"/>
                        <a:pt x="366" y="1050"/>
                      </a:cubicBezTo>
                      <a:cubicBezTo>
                        <a:pt x="369" y="1051"/>
                        <a:pt x="371" y="1055"/>
                        <a:pt x="374" y="1058"/>
                      </a:cubicBezTo>
                      <a:cubicBezTo>
                        <a:pt x="376" y="1059"/>
                        <a:pt x="383" y="1057"/>
                        <a:pt x="383" y="1062"/>
                      </a:cubicBezTo>
                      <a:cubicBezTo>
                        <a:pt x="383" y="1063"/>
                        <a:pt x="381" y="1063"/>
                        <a:pt x="381" y="1063"/>
                      </a:cubicBezTo>
                      <a:cubicBezTo>
                        <a:pt x="380" y="1068"/>
                        <a:pt x="380" y="1073"/>
                        <a:pt x="381" y="1077"/>
                      </a:cubicBezTo>
                      <a:cubicBezTo>
                        <a:pt x="381" y="1079"/>
                        <a:pt x="381" y="1074"/>
                        <a:pt x="382" y="1073"/>
                      </a:cubicBezTo>
                      <a:cubicBezTo>
                        <a:pt x="384" y="1072"/>
                        <a:pt x="385" y="1076"/>
                        <a:pt x="387" y="1077"/>
                      </a:cubicBezTo>
                      <a:cubicBezTo>
                        <a:pt x="396" y="1084"/>
                        <a:pt x="401" y="1094"/>
                        <a:pt x="404" y="1106"/>
                      </a:cubicBezTo>
                      <a:cubicBezTo>
                        <a:pt x="406" y="1118"/>
                        <a:pt x="402" y="1133"/>
                        <a:pt x="407" y="1145"/>
                      </a:cubicBezTo>
                      <a:cubicBezTo>
                        <a:pt x="409" y="1150"/>
                        <a:pt x="439" y="1140"/>
                        <a:pt x="438" y="1143"/>
                      </a:cubicBezTo>
                      <a:cubicBezTo>
                        <a:pt x="432" y="1155"/>
                        <a:pt x="414" y="1157"/>
                        <a:pt x="402" y="1162"/>
                      </a:cubicBezTo>
                      <a:cubicBezTo>
                        <a:pt x="395" y="1165"/>
                        <a:pt x="391" y="1174"/>
                        <a:pt x="383" y="1177"/>
                      </a:cubicBezTo>
                      <a:cubicBezTo>
                        <a:pt x="379" y="1179"/>
                        <a:pt x="374" y="1178"/>
                        <a:pt x="370" y="1180"/>
                      </a:cubicBezTo>
                      <a:cubicBezTo>
                        <a:pt x="366" y="1182"/>
                        <a:pt x="370" y="1189"/>
                        <a:pt x="367" y="1193"/>
                      </a:cubicBezTo>
                      <a:cubicBezTo>
                        <a:pt x="365" y="1196"/>
                        <a:pt x="360" y="1196"/>
                        <a:pt x="359" y="1200"/>
                      </a:cubicBezTo>
                      <a:cubicBezTo>
                        <a:pt x="351" y="1221"/>
                        <a:pt x="363" y="1206"/>
                        <a:pt x="366" y="1222"/>
                      </a:cubicBezTo>
                      <a:cubicBezTo>
                        <a:pt x="367" y="1223"/>
                        <a:pt x="362" y="1220"/>
                        <a:pt x="361" y="1221"/>
                      </a:cubicBezTo>
                      <a:cubicBezTo>
                        <a:pt x="357" y="1224"/>
                        <a:pt x="354" y="1228"/>
                        <a:pt x="354" y="1233"/>
                      </a:cubicBezTo>
                      <a:cubicBezTo>
                        <a:pt x="352" y="1247"/>
                        <a:pt x="369" y="1241"/>
                        <a:pt x="374" y="1242"/>
                      </a:cubicBezTo>
                      <a:cubicBezTo>
                        <a:pt x="378" y="1243"/>
                        <a:pt x="379" y="1248"/>
                        <a:pt x="383" y="1248"/>
                      </a:cubicBezTo>
                      <a:cubicBezTo>
                        <a:pt x="385" y="1248"/>
                        <a:pt x="386" y="1244"/>
                        <a:pt x="387" y="1244"/>
                      </a:cubicBezTo>
                      <a:cubicBezTo>
                        <a:pt x="391" y="1243"/>
                        <a:pt x="395" y="1243"/>
                        <a:pt x="398" y="1246"/>
                      </a:cubicBezTo>
                      <a:cubicBezTo>
                        <a:pt x="399" y="1247"/>
                        <a:pt x="393" y="1247"/>
                        <a:pt x="392" y="1248"/>
                      </a:cubicBezTo>
                      <a:cubicBezTo>
                        <a:pt x="390" y="1249"/>
                        <a:pt x="385" y="1250"/>
                        <a:pt x="384" y="1252"/>
                      </a:cubicBezTo>
                      <a:cubicBezTo>
                        <a:pt x="383" y="1254"/>
                        <a:pt x="384" y="1257"/>
                        <a:pt x="383" y="1258"/>
                      </a:cubicBezTo>
                      <a:cubicBezTo>
                        <a:pt x="375" y="1267"/>
                        <a:pt x="371" y="1257"/>
                        <a:pt x="363" y="1258"/>
                      </a:cubicBezTo>
                      <a:cubicBezTo>
                        <a:pt x="350" y="1261"/>
                        <a:pt x="365" y="1260"/>
                        <a:pt x="359" y="1264"/>
                      </a:cubicBezTo>
                      <a:cubicBezTo>
                        <a:pt x="351" y="1269"/>
                        <a:pt x="334" y="1267"/>
                        <a:pt x="337" y="1282"/>
                      </a:cubicBezTo>
                      <a:cubicBezTo>
                        <a:pt x="343" y="1312"/>
                        <a:pt x="367" y="1281"/>
                        <a:pt x="378" y="1288"/>
                      </a:cubicBezTo>
                      <a:cubicBezTo>
                        <a:pt x="381" y="1290"/>
                        <a:pt x="382" y="1295"/>
                        <a:pt x="384" y="1298"/>
                      </a:cubicBezTo>
                      <a:cubicBezTo>
                        <a:pt x="393" y="1305"/>
                        <a:pt x="422" y="1317"/>
                        <a:pt x="427" y="1322"/>
                      </a:cubicBezTo>
                      <a:cubicBezTo>
                        <a:pt x="432" y="1327"/>
                        <a:pt x="429" y="1341"/>
                        <a:pt x="436" y="1343"/>
                      </a:cubicBezTo>
                      <a:cubicBezTo>
                        <a:pt x="440" y="1344"/>
                        <a:pt x="450" y="1331"/>
                        <a:pt x="455" y="1330"/>
                      </a:cubicBezTo>
                      <a:cubicBezTo>
                        <a:pt x="456" y="1330"/>
                        <a:pt x="455" y="1334"/>
                        <a:pt x="456" y="1334"/>
                      </a:cubicBezTo>
                      <a:cubicBezTo>
                        <a:pt x="461" y="1337"/>
                        <a:pt x="466" y="1338"/>
                        <a:pt x="471" y="1341"/>
                      </a:cubicBezTo>
                      <a:cubicBezTo>
                        <a:pt x="473" y="1342"/>
                        <a:pt x="475" y="1343"/>
                        <a:pt x="478" y="1344"/>
                      </a:cubicBezTo>
                      <a:cubicBezTo>
                        <a:pt x="482" y="1345"/>
                        <a:pt x="483" y="1336"/>
                        <a:pt x="487" y="1333"/>
                      </a:cubicBezTo>
                      <a:cubicBezTo>
                        <a:pt x="491" y="1330"/>
                        <a:pt x="492" y="1337"/>
                        <a:pt x="496" y="1336"/>
                      </a:cubicBezTo>
                      <a:cubicBezTo>
                        <a:pt x="499" y="1335"/>
                        <a:pt x="506" y="1318"/>
                        <a:pt x="518" y="1326"/>
                      </a:cubicBezTo>
                      <a:cubicBezTo>
                        <a:pt x="521" y="1328"/>
                        <a:pt x="526" y="1334"/>
                        <a:pt x="523" y="1335"/>
                      </a:cubicBezTo>
                      <a:cubicBezTo>
                        <a:pt x="520" y="1338"/>
                        <a:pt x="515" y="1331"/>
                        <a:pt x="511" y="1331"/>
                      </a:cubicBezTo>
                      <a:cubicBezTo>
                        <a:pt x="508" y="1331"/>
                        <a:pt x="516" y="1334"/>
                        <a:pt x="518" y="1335"/>
                      </a:cubicBezTo>
                      <a:cubicBezTo>
                        <a:pt x="525" y="1339"/>
                        <a:pt x="526" y="1348"/>
                        <a:pt x="528" y="1355"/>
                      </a:cubicBezTo>
                      <a:cubicBezTo>
                        <a:pt x="528" y="1360"/>
                        <a:pt x="529" y="1364"/>
                        <a:pt x="528" y="1368"/>
                      </a:cubicBezTo>
                      <a:cubicBezTo>
                        <a:pt x="528" y="1369"/>
                        <a:pt x="526" y="1369"/>
                        <a:pt x="526" y="1370"/>
                      </a:cubicBezTo>
                      <a:cubicBezTo>
                        <a:pt x="525" y="1379"/>
                        <a:pt x="535" y="1380"/>
                        <a:pt x="539" y="1386"/>
                      </a:cubicBezTo>
                      <a:cubicBezTo>
                        <a:pt x="542" y="1390"/>
                        <a:pt x="539" y="1395"/>
                        <a:pt x="542" y="1398"/>
                      </a:cubicBezTo>
                      <a:cubicBezTo>
                        <a:pt x="546" y="1385"/>
                        <a:pt x="547" y="1368"/>
                        <a:pt x="553" y="1355"/>
                      </a:cubicBezTo>
                      <a:cubicBezTo>
                        <a:pt x="558" y="1344"/>
                        <a:pt x="585" y="1309"/>
                        <a:pt x="597" y="1305"/>
                      </a:cubicBezTo>
                      <a:cubicBezTo>
                        <a:pt x="604" y="1303"/>
                        <a:pt x="619" y="1301"/>
                        <a:pt x="631" y="1302"/>
                      </a:cubicBezTo>
                      <a:cubicBezTo>
                        <a:pt x="631" y="1176"/>
                        <a:pt x="631" y="1176"/>
                        <a:pt x="631" y="1176"/>
                      </a:cubicBezTo>
                      <a:cubicBezTo>
                        <a:pt x="622" y="1163"/>
                        <a:pt x="614" y="1149"/>
                        <a:pt x="605" y="1136"/>
                      </a:cubicBezTo>
                      <a:cubicBezTo>
                        <a:pt x="601" y="1129"/>
                        <a:pt x="566" y="1082"/>
                        <a:pt x="565" y="1079"/>
                      </a:cubicBezTo>
                      <a:cubicBezTo>
                        <a:pt x="565" y="1073"/>
                        <a:pt x="579" y="1058"/>
                        <a:pt x="582" y="1054"/>
                      </a:cubicBezTo>
                      <a:cubicBezTo>
                        <a:pt x="597" y="1031"/>
                        <a:pt x="612" y="1008"/>
                        <a:pt x="627" y="985"/>
                      </a:cubicBezTo>
                      <a:cubicBezTo>
                        <a:pt x="628" y="983"/>
                        <a:pt x="629" y="981"/>
                        <a:pt x="631" y="977"/>
                      </a:cubicBezTo>
                      <a:lnTo>
                        <a:pt x="631" y="1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1" name="Finland" descr="{&quot;Key&quot;:&quot;finland&quot;,&quot;Name&quot;:&quot;Finland&quot;,&quot;Value&quot;:25.0,&quot;Formula&quot;:&quot;25&quot;,&quot;Text&quot;:&quot;25&quot;,&quot;OfficeApplication&quot;:2,&quot;HasValue&quot;:true}">
                  <a:extLst>
                    <a:ext uri="{FF2B5EF4-FFF2-40B4-BE49-F238E27FC236}">
                      <a16:creationId xmlns:a16="http://schemas.microsoft.com/office/drawing/2014/main" id="{942137C3-7F82-A215-7370-64D1F8CB8314}"/>
                    </a:ext>
                  </a:extLst>
                </p:cNvPr>
                <p:cNvSpPr>
                  <a:spLocks/>
                </p:cNvSpPr>
                <p:nvPr/>
              </p:nvSpPr>
              <p:spPr bwMode="auto">
                <a:xfrm>
                  <a:off x="3757006" y="1517460"/>
                  <a:ext cx="718272" cy="1401740"/>
                </a:xfrm>
                <a:custGeom>
                  <a:avLst/>
                  <a:gdLst>
                    <a:gd name="T0" fmla="*/ 415 w 430"/>
                    <a:gd name="T1" fmla="*/ 546 h 779"/>
                    <a:gd name="T2" fmla="*/ 361 w 430"/>
                    <a:gd name="T3" fmla="*/ 436 h 779"/>
                    <a:gd name="T4" fmla="*/ 345 w 430"/>
                    <a:gd name="T5" fmla="*/ 366 h 779"/>
                    <a:gd name="T6" fmla="*/ 313 w 430"/>
                    <a:gd name="T7" fmla="*/ 330 h 779"/>
                    <a:gd name="T8" fmla="*/ 305 w 430"/>
                    <a:gd name="T9" fmla="*/ 271 h 779"/>
                    <a:gd name="T10" fmla="*/ 269 w 430"/>
                    <a:gd name="T11" fmla="*/ 154 h 779"/>
                    <a:gd name="T12" fmla="*/ 222 w 430"/>
                    <a:gd name="T13" fmla="*/ 129 h 779"/>
                    <a:gd name="T14" fmla="*/ 200 w 430"/>
                    <a:gd name="T15" fmla="*/ 80 h 779"/>
                    <a:gd name="T16" fmla="*/ 165 w 430"/>
                    <a:gd name="T17" fmla="*/ 4 h 779"/>
                    <a:gd name="T18" fmla="*/ 162 w 430"/>
                    <a:gd name="T19" fmla="*/ 0 h 779"/>
                    <a:gd name="T20" fmla="*/ 129 w 430"/>
                    <a:gd name="T21" fmla="*/ 21 h 779"/>
                    <a:gd name="T22" fmla="*/ 124 w 430"/>
                    <a:gd name="T23" fmla="*/ 64 h 779"/>
                    <a:gd name="T24" fmla="*/ 130 w 430"/>
                    <a:gd name="T25" fmla="*/ 90 h 779"/>
                    <a:gd name="T26" fmla="*/ 115 w 430"/>
                    <a:gd name="T27" fmla="*/ 128 h 779"/>
                    <a:gd name="T28" fmla="*/ 80 w 430"/>
                    <a:gd name="T29" fmla="*/ 124 h 779"/>
                    <a:gd name="T30" fmla="*/ 44 w 430"/>
                    <a:gd name="T31" fmla="*/ 130 h 779"/>
                    <a:gd name="T32" fmla="*/ 4 w 430"/>
                    <a:gd name="T33" fmla="*/ 106 h 779"/>
                    <a:gd name="T34" fmla="*/ 0 w 430"/>
                    <a:gd name="T35" fmla="*/ 119 h 779"/>
                    <a:gd name="T36" fmla="*/ 39 w 430"/>
                    <a:gd name="T37" fmla="*/ 150 h 779"/>
                    <a:gd name="T38" fmla="*/ 78 w 430"/>
                    <a:gd name="T39" fmla="*/ 168 h 779"/>
                    <a:gd name="T40" fmla="*/ 94 w 430"/>
                    <a:gd name="T41" fmla="*/ 207 h 779"/>
                    <a:gd name="T42" fmla="*/ 102 w 430"/>
                    <a:gd name="T43" fmla="*/ 218 h 779"/>
                    <a:gd name="T44" fmla="*/ 115 w 430"/>
                    <a:gd name="T45" fmla="*/ 293 h 779"/>
                    <a:gd name="T46" fmla="*/ 158 w 430"/>
                    <a:gd name="T47" fmla="*/ 342 h 779"/>
                    <a:gd name="T48" fmla="*/ 180 w 430"/>
                    <a:gd name="T49" fmla="*/ 346 h 779"/>
                    <a:gd name="T50" fmla="*/ 183 w 430"/>
                    <a:gd name="T51" fmla="*/ 391 h 779"/>
                    <a:gd name="T52" fmla="*/ 168 w 430"/>
                    <a:gd name="T53" fmla="*/ 403 h 779"/>
                    <a:gd name="T54" fmla="*/ 158 w 430"/>
                    <a:gd name="T55" fmla="*/ 437 h 779"/>
                    <a:gd name="T56" fmla="*/ 152 w 430"/>
                    <a:gd name="T57" fmla="*/ 466 h 779"/>
                    <a:gd name="T58" fmla="*/ 123 w 430"/>
                    <a:gd name="T59" fmla="*/ 495 h 779"/>
                    <a:gd name="T60" fmla="*/ 121 w 430"/>
                    <a:gd name="T61" fmla="*/ 518 h 779"/>
                    <a:gd name="T62" fmla="*/ 107 w 430"/>
                    <a:gd name="T63" fmla="*/ 533 h 779"/>
                    <a:gd name="T64" fmla="*/ 87 w 430"/>
                    <a:gd name="T65" fmla="*/ 572 h 779"/>
                    <a:gd name="T66" fmla="*/ 95 w 430"/>
                    <a:gd name="T67" fmla="*/ 597 h 779"/>
                    <a:gd name="T68" fmla="*/ 100 w 430"/>
                    <a:gd name="T69" fmla="*/ 602 h 779"/>
                    <a:gd name="T70" fmla="*/ 112 w 430"/>
                    <a:gd name="T71" fmla="*/ 641 h 779"/>
                    <a:gd name="T72" fmla="*/ 115 w 430"/>
                    <a:gd name="T73" fmla="*/ 648 h 779"/>
                    <a:gd name="T74" fmla="*/ 114 w 430"/>
                    <a:gd name="T75" fmla="*/ 665 h 779"/>
                    <a:gd name="T76" fmla="*/ 123 w 430"/>
                    <a:gd name="T77" fmla="*/ 684 h 779"/>
                    <a:gd name="T78" fmla="*/ 115 w 430"/>
                    <a:gd name="T79" fmla="*/ 697 h 779"/>
                    <a:gd name="T80" fmla="*/ 125 w 430"/>
                    <a:gd name="T81" fmla="*/ 731 h 779"/>
                    <a:gd name="T82" fmla="*/ 151 w 430"/>
                    <a:gd name="T83" fmla="*/ 735 h 779"/>
                    <a:gd name="T84" fmla="*/ 166 w 430"/>
                    <a:gd name="T85" fmla="*/ 740 h 779"/>
                    <a:gd name="T86" fmla="*/ 171 w 430"/>
                    <a:gd name="T87" fmla="*/ 752 h 779"/>
                    <a:gd name="T88" fmla="*/ 192 w 430"/>
                    <a:gd name="T89" fmla="*/ 760 h 779"/>
                    <a:gd name="T90" fmla="*/ 202 w 430"/>
                    <a:gd name="T91" fmla="*/ 760 h 779"/>
                    <a:gd name="T92" fmla="*/ 189 w 430"/>
                    <a:gd name="T93" fmla="*/ 778 h 779"/>
                    <a:gd name="T94" fmla="*/ 220 w 430"/>
                    <a:gd name="T95" fmla="*/ 761 h 779"/>
                    <a:gd name="T96" fmla="*/ 245 w 430"/>
                    <a:gd name="T97" fmla="*/ 740 h 779"/>
                    <a:gd name="T98" fmla="*/ 259 w 430"/>
                    <a:gd name="T99" fmla="*/ 734 h 779"/>
                    <a:gd name="T100" fmla="*/ 281 w 430"/>
                    <a:gd name="T101" fmla="*/ 716 h 779"/>
                    <a:gd name="T102" fmla="*/ 301 w 430"/>
                    <a:gd name="T103" fmla="*/ 705 h 779"/>
                    <a:gd name="T104" fmla="*/ 317 w 430"/>
                    <a:gd name="T105" fmla="*/ 704 h 779"/>
                    <a:gd name="T106" fmla="*/ 332 w 430"/>
                    <a:gd name="T107" fmla="*/ 692 h 779"/>
                    <a:gd name="T108" fmla="*/ 354 w 430"/>
                    <a:gd name="T109" fmla="*/ 686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0" h="779">
                      <a:moveTo>
                        <a:pt x="353" y="684"/>
                      </a:moveTo>
                      <a:cubicBezTo>
                        <a:pt x="357" y="671"/>
                        <a:pt x="368" y="657"/>
                        <a:pt x="374" y="646"/>
                      </a:cubicBezTo>
                      <a:cubicBezTo>
                        <a:pt x="392" y="615"/>
                        <a:pt x="403" y="579"/>
                        <a:pt x="415" y="546"/>
                      </a:cubicBezTo>
                      <a:cubicBezTo>
                        <a:pt x="424" y="521"/>
                        <a:pt x="426" y="515"/>
                        <a:pt x="428" y="489"/>
                      </a:cubicBezTo>
                      <a:cubicBezTo>
                        <a:pt x="428" y="485"/>
                        <a:pt x="430" y="481"/>
                        <a:pt x="429" y="477"/>
                      </a:cubicBezTo>
                      <a:cubicBezTo>
                        <a:pt x="424" y="464"/>
                        <a:pt x="374" y="445"/>
                        <a:pt x="361" y="436"/>
                      </a:cubicBezTo>
                      <a:cubicBezTo>
                        <a:pt x="359" y="435"/>
                        <a:pt x="379" y="404"/>
                        <a:pt x="365" y="393"/>
                      </a:cubicBezTo>
                      <a:cubicBezTo>
                        <a:pt x="360" y="389"/>
                        <a:pt x="349" y="393"/>
                        <a:pt x="346" y="387"/>
                      </a:cubicBezTo>
                      <a:cubicBezTo>
                        <a:pt x="331" y="362"/>
                        <a:pt x="349" y="374"/>
                        <a:pt x="345" y="366"/>
                      </a:cubicBezTo>
                      <a:cubicBezTo>
                        <a:pt x="338" y="356"/>
                        <a:pt x="331" y="364"/>
                        <a:pt x="322" y="354"/>
                      </a:cubicBezTo>
                      <a:cubicBezTo>
                        <a:pt x="315" y="346"/>
                        <a:pt x="320" y="345"/>
                        <a:pt x="324" y="337"/>
                      </a:cubicBezTo>
                      <a:cubicBezTo>
                        <a:pt x="326" y="332"/>
                        <a:pt x="313" y="332"/>
                        <a:pt x="313" y="330"/>
                      </a:cubicBezTo>
                      <a:cubicBezTo>
                        <a:pt x="313" y="326"/>
                        <a:pt x="313" y="305"/>
                        <a:pt x="313" y="305"/>
                      </a:cubicBezTo>
                      <a:cubicBezTo>
                        <a:pt x="301" y="295"/>
                        <a:pt x="315" y="301"/>
                        <a:pt x="319" y="297"/>
                      </a:cubicBezTo>
                      <a:cubicBezTo>
                        <a:pt x="321" y="293"/>
                        <a:pt x="307" y="273"/>
                        <a:pt x="305" y="271"/>
                      </a:cubicBezTo>
                      <a:cubicBezTo>
                        <a:pt x="296" y="258"/>
                        <a:pt x="285" y="243"/>
                        <a:pt x="274" y="231"/>
                      </a:cubicBezTo>
                      <a:cubicBezTo>
                        <a:pt x="272" y="230"/>
                        <a:pt x="263" y="223"/>
                        <a:pt x="261" y="219"/>
                      </a:cubicBezTo>
                      <a:cubicBezTo>
                        <a:pt x="253" y="204"/>
                        <a:pt x="280" y="163"/>
                        <a:pt x="269" y="154"/>
                      </a:cubicBezTo>
                      <a:cubicBezTo>
                        <a:pt x="266" y="150"/>
                        <a:pt x="261" y="150"/>
                        <a:pt x="258" y="148"/>
                      </a:cubicBezTo>
                      <a:cubicBezTo>
                        <a:pt x="252" y="144"/>
                        <a:pt x="249" y="136"/>
                        <a:pt x="242" y="132"/>
                      </a:cubicBezTo>
                      <a:cubicBezTo>
                        <a:pt x="242" y="132"/>
                        <a:pt x="223" y="129"/>
                        <a:pt x="222" y="129"/>
                      </a:cubicBezTo>
                      <a:cubicBezTo>
                        <a:pt x="219" y="126"/>
                        <a:pt x="218" y="121"/>
                        <a:pt x="215" y="117"/>
                      </a:cubicBezTo>
                      <a:cubicBezTo>
                        <a:pt x="203" y="97"/>
                        <a:pt x="218" y="99"/>
                        <a:pt x="211" y="84"/>
                      </a:cubicBezTo>
                      <a:cubicBezTo>
                        <a:pt x="209" y="77"/>
                        <a:pt x="198" y="84"/>
                        <a:pt x="200" y="80"/>
                      </a:cubicBezTo>
                      <a:cubicBezTo>
                        <a:pt x="203" y="74"/>
                        <a:pt x="207" y="71"/>
                        <a:pt x="210" y="67"/>
                      </a:cubicBezTo>
                      <a:cubicBezTo>
                        <a:pt x="192" y="58"/>
                        <a:pt x="216" y="45"/>
                        <a:pt x="209" y="32"/>
                      </a:cubicBezTo>
                      <a:cubicBezTo>
                        <a:pt x="197" y="12"/>
                        <a:pt x="180" y="20"/>
                        <a:pt x="165" y="4"/>
                      </a:cubicBezTo>
                      <a:cubicBezTo>
                        <a:pt x="164" y="1"/>
                        <a:pt x="164" y="1"/>
                        <a:pt x="164" y="1"/>
                      </a:cubicBezTo>
                      <a:cubicBezTo>
                        <a:pt x="164" y="1"/>
                        <a:pt x="163" y="1"/>
                        <a:pt x="163" y="2"/>
                      </a:cubicBezTo>
                      <a:cubicBezTo>
                        <a:pt x="163" y="1"/>
                        <a:pt x="162" y="1"/>
                        <a:pt x="162" y="0"/>
                      </a:cubicBezTo>
                      <a:cubicBezTo>
                        <a:pt x="162" y="2"/>
                        <a:pt x="162" y="2"/>
                        <a:pt x="162" y="2"/>
                      </a:cubicBezTo>
                      <a:cubicBezTo>
                        <a:pt x="151" y="4"/>
                        <a:pt x="153" y="17"/>
                        <a:pt x="143" y="20"/>
                      </a:cubicBezTo>
                      <a:cubicBezTo>
                        <a:pt x="135" y="22"/>
                        <a:pt x="138" y="10"/>
                        <a:pt x="129" y="21"/>
                      </a:cubicBezTo>
                      <a:cubicBezTo>
                        <a:pt x="128" y="22"/>
                        <a:pt x="129" y="25"/>
                        <a:pt x="128" y="28"/>
                      </a:cubicBezTo>
                      <a:cubicBezTo>
                        <a:pt x="128" y="28"/>
                        <a:pt x="121" y="40"/>
                        <a:pt x="121" y="41"/>
                      </a:cubicBezTo>
                      <a:cubicBezTo>
                        <a:pt x="120" y="45"/>
                        <a:pt x="123" y="60"/>
                        <a:pt x="124" y="64"/>
                      </a:cubicBezTo>
                      <a:cubicBezTo>
                        <a:pt x="124" y="65"/>
                        <a:pt x="123" y="67"/>
                        <a:pt x="123" y="68"/>
                      </a:cubicBezTo>
                      <a:cubicBezTo>
                        <a:pt x="123" y="72"/>
                        <a:pt x="123" y="74"/>
                        <a:pt x="124" y="78"/>
                      </a:cubicBezTo>
                      <a:cubicBezTo>
                        <a:pt x="125" y="82"/>
                        <a:pt x="129" y="86"/>
                        <a:pt x="130" y="90"/>
                      </a:cubicBezTo>
                      <a:cubicBezTo>
                        <a:pt x="133" y="110"/>
                        <a:pt x="128" y="97"/>
                        <a:pt x="121" y="103"/>
                      </a:cubicBezTo>
                      <a:cubicBezTo>
                        <a:pt x="113" y="111"/>
                        <a:pt x="120" y="113"/>
                        <a:pt x="118" y="123"/>
                      </a:cubicBezTo>
                      <a:cubicBezTo>
                        <a:pt x="117" y="125"/>
                        <a:pt x="115" y="126"/>
                        <a:pt x="115" y="128"/>
                      </a:cubicBezTo>
                      <a:cubicBezTo>
                        <a:pt x="115" y="129"/>
                        <a:pt x="107" y="122"/>
                        <a:pt x="106" y="121"/>
                      </a:cubicBezTo>
                      <a:cubicBezTo>
                        <a:pt x="104" y="120"/>
                        <a:pt x="84" y="113"/>
                        <a:pt x="82" y="115"/>
                      </a:cubicBezTo>
                      <a:cubicBezTo>
                        <a:pt x="80" y="117"/>
                        <a:pt x="81" y="122"/>
                        <a:pt x="80" y="124"/>
                      </a:cubicBezTo>
                      <a:cubicBezTo>
                        <a:pt x="73" y="136"/>
                        <a:pt x="64" y="129"/>
                        <a:pt x="54" y="131"/>
                      </a:cubicBezTo>
                      <a:cubicBezTo>
                        <a:pt x="51" y="131"/>
                        <a:pt x="48" y="132"/>
                        <a:pt x="46" y="132"/>
                      </a:cubicBezTo>
                      <a:cubicBezTo>
                        <a:pt x="44" y="130"/>
                        <a:pt x="44" y="130"/>
                        <a:pt x="44" y="130"/>
                      </a:cubicBezTo>
                      <a:cubicBezTo>
                        <a:pt x="43" y="128"/>
                        <a:pt x="43" y="124"/>
                        <a:pt x="42" y="122"/>
                      </a:cubicBezTo>
                      <a:cubicBezTo>
                        <a:pt x="38" y="115"/>
                        <a:pt x="25" y="98"/>
                        <a:pt x="18" y="94"/>
                      </a:cubicBezTo>
                      <a:cubicBezTo>
                        <a:pt x="3" y="85"/>
                        <a:pt x="3" y="97"/>
                        <a:pt x="4" y="106"/>
                      </a:cubicBezTo>
                      <a:cubicBezTo>
                        <a:pt x="0" y="118"/>
                        <a:pt x="0" y="118"/>
                        <a:pt x="0" y="118"/>
                      </a:cubicBezTo>
                      <a:cubicBezTo>
                        <a:pt x="1" y="118"/>
                        <a:pt x="1" y="118"/>
                        <a:pt x="1" y="118"/>
                      </a:cubicBezTo>
                      <a:cubicBezTo>
                        <a:pt x="0" y="119"/>
                        <a:pt x="0" y="119"/>
                        <a:pt x="0" y="119"/>
                      </a:cubicBezTo>
                      <a:cubicBezTo>
                        <a:pt x="3" y="121"/>
                        <a:pt x="3" y="121"/>
                        <a:pt x="3" y="121"/>
                      </a:cubicBezTo>
                      <a:cubicBezTo>
                        <a:pt x="2" y="123"/>
                        <a:pt x="0" y="123"/>
                        <a:pt x="3" y="125"/>
                      </a:cubicBezTo>
                      <a:cubicBezTo>
                        <a:pt x="12" y="132"/>
                        <a:pt x="29" y="146"/>
                        <a:pt x="39" y="150"/>
                      </a:cubicBezTo>
                      <a:cubicBezTo>
                        <a:pt x="51" y="155"/>
                        <a:pt x="60" y="151"/>
                        <a:pt x="71" y="162"/>
                      </a:cubicBezTo>
                      <a:cubicBezTo>
                        <a:pt x="73" y="163"/>
                        <a:pt x="72" y="168"/>
                        <a:pt x="74" y="170"/>
                      </a:cubicBezTo>
                      <a:cubicBezTo>
                        <a:pt x="76" y="170"/>
                        <a:pt x="77" y="167"/>
                        <a:pt x="78" y="168"/>
                      </a:cubicBezTo>
                      <a:cubicBezTo>
                        <a:pt x="82" y="170"/>
                        <a:pt x="84" y="175"/>
                        <a:pt x="87" y="179"/>
                      </a:cubicBezTo>
                      <a:cubicBezTo>
                        <a:pt x="89" y="180"/>
                        <a:pt x="92" y="180"/>
                        <a:pt x="91" y="181"/>
                      </a:cubicBezTo>
                      <a:cubicBezTo>
                        <a:pt x="85" y="193"/>
                        <a:pt x="92" y="194"/>
                        <a:pt x="94" y="207"/>
                      </a:cubicBezTo>
                      <a:cubicBezTo>
                        <a:pt x="94" y="210"/>
                        <a:pt x="92" y="212"/>
                        <a:pt x="92" y="214"/>
                      </a:cubicBezTo>
                      <a:cubicBezTo>
                        <a:pt x="91" y="215"/>
                        <a:pt x="91" y="215"/>
                        <a:pt x="91" y="215"/>
                      </a:cubicBezTo>
                      <a:cubicBezTo>
                        <a:pt x="91" y="220"/>
                        <a:pt x="100" y="216"/>
                        <a:pt x="102" y="218"/>
                      </a:cubicBezTo>
                      <a:cubicBezTo>
                        <a:pt x="110" y="224"/>
                        <a:pt x="98" y="232"/>
                        <a:pt x="101" y="237"/>
                      </a:cubicBezTo>
                      <a:cubicBezTo>
                        <a:pt x="104" y="245"/>
                        <a:pt x="118" y="253"/>
                        <a:pt x="119" y="262"/>
                      </a:cubicBezTo>
                      <a:cubicBezTo>
                        <a:pt x="120" y="269"/>
                        <a:pt x="115" y="290"/>
                        <a:pt x="115" y="293"/>
                      </a:cubicBezTo>
                      <a:cubicBezTo>
                        <a:pt x="120" y="311"/>
                        <a:pt x="133" y="317"/>
                        <a:pt x="140" y="332"/>
                      </a:cubicBezTo>
                      <a:cubicBezTo>
                        <a:pt x="142" y="328"/>
                        <a:pt x="145" y="325"/>
                        <a:pt x="153" y="329"/>
                      </a:cubicBezTo>
                      <a:cubicBezTo>
                        <a:pt x="156" y="331"/>
                        <a:pt x="154" y="339"/>
                        <a:pt x="158" y="342"/>
                      </a:cubicBezTo>
                      <a:cubicBezTo>
                        <a:pt x="162" y="344"/>
                        <a:pt x="166" y="339"/>
                        <a:pt x="170" y="340"/>
                      </a:cubicBezTo>
                      <a:cubicBezTo>
                        <a:pt x="172" y="340"/>
                        <a:pt x="172" y="344"/>
                        <a:pt x="173" y="345"/>
                      </a:cubicBezTo>
                      <a:cubicBezTo>
                        <a:pt x="176" y="347"/>
                        <a:pt x="176" y="340"/>
                        <a:pt x="180" y="346"/>
                      </a:cubicBezTo>
                      <a:cubicBezTo>
                        <a:pt x="186" y="359"/>
                        <a:pt x="181" y="370"/>
                        <a:pt x="184" y="376"/>
                      </a:cubicBezTo>
                      <a:cubicBezTo>
                        <a:pt x="185" y="381"/>
                        <a:pt x="201" y="369"/>
                        <a:pt x="194" y="386"/>
                      </a:cubicBezTo>
                      <a:cubicBezTo>
                        <a:pt x="192" y="390"/>
                        <a:pt x="186" y="389"/>
                        <a:pt x="183" y="391"/>
                      </a:cubicBezTo>
                      <a:cubicBezTo>
                        <a:pt x="180" y="393"/>
                        <a:pt x="176" y="395"/>
                        <a:pt x="173" y="398"/>
                      </a:cubicBezTo>
                      <a:cubicBezTo>
                        <a:pt x="172" y="399"/>
                        <a:pt x="174" y="402"/>
                        <a:pt x="173" y="403"/>
                      </a:cubicBezTo>
                      <a:cubicBezTo>
                        <a:pt x="172" y="404"/>
                        <a:pt x="169" y="402"/>
                        <a:pt x="168" y="403"/>
                      </a:cubicBezTo>
                      <a:cubicBezTo>
                        <a:pt x="167" y="407"/>
                        <a:pt x="166" y="412"/>
                        <a:pt x="166" y="416"/>
                      </a:cubicBezTo>
                      <a:cubicBezTo>
                        <a:pt x="166" y="419"/>
                        <a:pt x="168" y="422"/>
                        <a:pt x="167" y="425"/>
                      </a:cubicBezTo>
                      <a:cubicBezTo>
                        <a:pt x="166" y="430"/>
                        <a:pt x="159" y="432"/>
                        <a:pt x="158" y="437"/>
                      </a:cubicBezTo>
                      <a:cubicBezTo>
                        <a:pt x="157" y="440"/>
                        <a:pt x="160" y="444"/>
                        <a:pt x="159" y="447"/>
                      </a:cubicBezTo>
                      <a:cubicBezTo>
                        <a:pt x="156" y="453"/>
                        <a:pt x="150" y="452"/>
                        <a:pt x="149" y="460"/>
                      </a:cubicBezTo>
                      <a:cubicBezTo>
                        <a:pt x="149" y="462"/>
                        <a:pt x="152" y="464"/>
                        <a:pt x="152" y="466"/>
                      </a:cubicBezTo>
                      <a:cubicBezTo>
                        <a:pt x="150" y="477"/>
                        <a:pt x="135" y="475"/>
                        <a:pt x="134" y="485"/>
                      </a:cubicBezTo>
                      <a:cubicBezTo>
                        <a:pt x="134" y="489"/>
                        <a:pt x="131" y="499"/>
                        <a:pt x="130" y="499"/>
                      </a:cubicBezTo>
                      <a:cubicBezTo>
                        <a:pt x="128" y="499"/>
                        <a:pt x="125" y="494"/>
                        <a:pt x="123" y="495"/>
                      </a:cubicBezTo>
                      <a:cubicBezTo>
                        <a:pt x="118" y="500"/>
                        <a:pt x="126" y="511"/>
                        <a:pt x="121" y="515"/>
                      </a:cubicBezTo>
                      <a:cubicBezTo>
                        <a:pt x="119" y="516"/>
                        <a:pt x="116" y="508"/>
                        <a:pt x="116" y="511"/>
                      </a:cubicBezTo>
                      <a:cubicBezTo>
                        <a:pt x="116" y="514"/>
                        <a:pt x="120" y="515"/>
                        <a:pt x="121" y="518"/>
                      </a:cubicBezTo>
                      <a:cubicBezTo>
                        <a:pt x="127" y="536"/>
                        <a:pt x="120" y="524"/>
                        <a:pt x="112" y="533"/>
                      </a:cubicBezTo>
                      <a:cubicBezTo>
                        <a:pt x="110" y="535"/>
                        <a:pt x="113" y="541"/>
                        <a:pt x="111" y="541"/>
                      </a:cubicBezTo>
                      <a:cubicBezTo>
                        <a:pt x="108" y="540"/>
                        <a:pt x="110" y="533"/>
                        <a:pt x="107" y="533"/>
                      </a:cubicBezTo>
                      <a:cubicBezTo>
                        <a:pt x="102" y="532"/>
                        <a:pt x="97" y="533"/>
                        <a:pt x="94" y="537"/>
                      </a:cubicBezTo>
                      <a:cubicBezTo>
                        <a:pt x="85" y="553"/>
                        <a:pt x="104" y="542"/>
                        <a:pt x="103" y="551"/>
                      </a:cubicBezTo>
                      <a:cubicBezTo>
                        <a:pt x="102" y="557"/>
                        <a:pt x="87" y="566"/>
                        <a:pt x="87" y="572"/>
                      </a:cubicBezTo>
                      <a:cubicBezTo>
                        <a:pt x="84" y="610"/>
                        <a:pt x="87" y="571"/>
                        <a:pt x="93" y="585"/>
                      </a:cubicBezTo>
                      <a:cubicBezTo>
                        <a:pt x="94" y="586"/>
                        <a:pt x="88" y="596"/>
                        <a:pt x="93" y="599"/>
                      </a:cubicBezTo>
                      <a:cubicBezTo>
                        <a:pt x="93" y="600"/>
                        <a:pt x="94" y="597"/>
                        <a:pt x="95" y="597"/>
                      </a:cubicBezTo>
                      <a:cubicBezTo>
                        <a:pt x="96" y="599"/>
                        <a:pt x="94" y="603"/>
                        <a:pt x="97" y="604"/>
                      </a:cubicBezTo>
                      <a:cubicBezTo>
                        <a:pt x="98" y="604"/>
                        <a:pt x="95" y="598"/>
                        <a:pt x="97" y="598"/>
                      </a:cubicBezTo>
                      <a:cubicBezTo>
                        <a:pt x="99" y="598"/>
                        <a:pt x="99" y="600"/>
                        <a:pt x="100" y="602"/>
                      </a:cubicBezTo>
                      <a:cubicBezTo>
                        <a:pt x="103" y="611"/>
                        <a:pt x="99" y="626"/>
                        <a:pt x="101" y="629"/>
                      </a:cubicBezTo>
                      <a:cubicBezTo>
                        <a:pt x="102" y="631"/>
                        <a:pt x="106" y="630"/>
                        <a:pt x="107" y="632"/>
                      </a:cubicBezTo>
                      <a:cubicBezTo>
                        <a:pt x="110" y="635"/>
                        <a:pt x="111" y="638"/>
                        <a:pt x="112" y="641"/>
                      </a:cubicBezTo>
                      <a:cubicBezTo>
                        <a:pt x="113" y="642"/>
                        <a:pt x="112" y="644"/>
                        <a:pt x="112" y="645"/>
                      </a:cubicBezTo>
                      <a:cubicBezTo>
                        <a:pt x="113" y="647"/>
                        <a:pt x="116" y="647"/>
                        <a:pt x="117" y="648"/>
                      </a:cubicBezTo>
                      <a:cubicBezTo>
                        <a:pt x="117" y="648"/>
                        <a:pt x="115" y="648"/>
                        <a:pt x="115" y="648"/>
                      </a:cubicBezTo>
                      <a:cubicBezTo>
                        <a:pt x="114" y="649"/>
                        <a:pt x="115" y="650"/>
                        <a:pt x="116" y="652"/>
                      </a:cubicBezTo>
                      <a:cubicBezTo>
                        <a:pt x="119" y="655"/>
                        <a:pt x="125" y="657"/>
                        <a:pt x="124" y="661"/>
                      </a:cubicBezTo>
                      <a:cubicBezTo>
                        <a:pt x="124" y="664"/>
                        <a:pt x="115" y="661"/>
                        <a:pt x="114" y="665"/>
                      </a:cubicBezTo>
                      <a:cubicBezTo>
                        <a:pt x="113" y="669"/>
                        <a:pt x="120" y="672"/>
                        <a:pt x="121" y="676"/>
                      </a:cubicBezTo>
                      <a:cubicBezTo>
                        <a:pt x="121" y="678"/>
                        <a:pt x="119" y="679"/>
                        <a:pt x="119" y="682"/>
                      </a:cubicBezTo>
                      <a:cubicBezTo>
                        <a:pt x="120" y="683"/>
                        <a:pt x="123" y="683"/>
                        <a:pt x="123" y="684"/>
                      </a:cubicBezTo>
                      <a:cubicBezTo>
                        <a:pt x="123" y="692"/>
                        <a:pt x="117" y="684"/>
                        <a:pt x="119" y="690"/>
                      </a:cubicBezTo>
                      <a:cubicBezTo>
                        <a:pt x="120" y="692"/>
                        <a:pt x="123" y="694"/>
                        <a:pt x="122" y="696"/>
                      </a:cubicBezTo>
                      <a:cubicBezTo>
                        <a:pt x="121" y="698"/>
                        <a:pt x="116" y="695"/>
                        <a:pt x="115" y="697"/>
                      </a:cubicBezTo>
                      <a:cubicBezTo>
                        <a:pt x="115" y="712"/>
                        <a:pt x="121" y="713"/>
                        <a:pt x="125" y="720"/>
                      </a:cubicBezTo>
                      <a:cubicBezTo>
                        <a:pt x="127" y="721"/>
                        <a:pt x="121" y="722"/>
                        <a:pt x="122" y="723"/>
                      </a:cubicBezTo>
                      <a:cubicBezTo>
                        <a:pt x="123" y="726"/>
                        <a:pt x="124" y="729"/>
                        <a:pt x="125" y="731"/>
                      </a:cubicBezTo>
                      <a:cubicBezTo>
                        <a:pt x="138" y="747"/>
                        <a:pt x="128" y="730"/>
                        <a:pt x="140" y="728"/>
                      </a:cubicBezTo>
                      <a:cubicBezTo>
                        <a:pt x="142" y="728"/>
                        <a:pt x="138" y="734"/>
                        <a:pt x="140" y="736"/>
                      </a:cubicBezTo>
                      <a:cubicBezTo>
                        <a:pt x="143" y="738"/>
                        <a:pt x="147" y="735"/>
                        <a:pt x="151" y="735"/>
                      </a:cubicBezTo>
                      <a:cubicBezTo>
                        <a:pt x="155" y="735"/>
                        <a:pt x="156" y="741"/>
                        <a:pt x="159" y="741"/>
                      </a:cubicBezTo>
                      <a:cubicBezTo>
                        <a:pt x="162" y="741"/>
                        <a:pt x="163" y="738"/>
                        <a:pt x="166" y="738"/>
                      </a:cubicBezTo>
                      <a:cubicBezTo>
                        <a:pt x="167" y="737"/>
                        <a:pt x="166" y="739"/>
                        <a:pt x="166" y="740"/>
                      </a:cubicBezTo>
                      <a:cubicBezTo>
                        <a:pt x="168" y="740"/>
                        <a:pt x="169" y="740"/>
                        <a:pt x="171" y="739"/>
                      </a:cubicBezTo>
                      <a:cubicBezTo>
                        <a:pt x="171" y="739"/>
                        <a:pt x="171" y="735"/>
                        <a:pt x="172" y="736"/>
                      </a:cubicBezTo>
                      <a:cubicBezTo>
                        <a:pt x="177" y="749"/>
                        <a:pt x="168" y="751"/>
                        <a:pt x="171" y="752"/>
                      </a:cubicBezTo>
                      <a:cubicBezTo>
                        <a:pt x="172" y="752"/>
                        <a:pt x="185" y="742"/>
                        <a:pt x="186" y="741"/>
                      </a:cubicBezTo>
                      <a:cubicBezTo>
                        <a:pt x="187" y="740"/>
                        <a:pt x="188" y="738"/>
                        <a:pt x="189" y="737"/>
                      </a:cubicBezTo>
                      <a:cubicBezTo>
                        <a:pt x="186" y="746"/>
                        <a:pt x="179" y="755"/>
                        <a:pt x="192" y="760"/>
                      </a:cubicBezTo>
                      <a:cubicBezTo>
                        <a:pt x="194" y="761"/>
                        <a:pt x="199" y="756"/>
                        <a:pt x="200" y="759"/>
                      </a:cubicBezTo>
                      <a:cubicBezTo>
                        <a:pt x="201" y="762"/>
                        <a:pt x="192" y="767"/>
                        <a:pt x="196" y="768"/>
                      </a:cubicBezTo>
                      <a:cubicBezTo>
                        <a:pt x="199" y="770"/>
                        <a:pt x="198" y="760"/>
                        <a:pt x="202" y="760"/>
                      </a:cubicBezTo>
                      <a:cubicBezTo>
                        <a:pt x="205" y="759"/>
                        <a:pt x="202" y="765"/>
                        <a:pt x="201" y="768"/>
                      </a:cubicBezTo>
                      <a:cubicBezTo>
                        <a:pt x="199" y="770"/>
                        <a:pt x="196" y="772"/>
                        <a:pt x="193" y="774"/>
                      </a:cubicBezTo>
                      <a:cubicBezTo>
                        <a:pt x="192" y="776"/>
                        <a:pt x="188" y="779"/>
                        <a:pt x="189" y="778"/>
                      </a:cubicBezTo>
                      <a:cubicBezTo>
                        <a:pt x="207" y="772"/>
                        <a:pt x="200" y="760"/>
                        <a:pt x="209" y="755"/>
                      </a:cubicBezTo>
                      <a:cubicBezTo>
                        <a:pt x="212" y="753"/>
                        <a:pt x="205" y="762"/>
                        <a:pt x="207" y="764"/>
                      </a:cubicBezTo>
                      <a:cubicBezTo>
                        <a:pt x="211" y="766"/>
                        <a:pt x="216" y="763"/>
                        <a:pt x="220" y="761"/>
                      </a:cubicBezTo>
                      <a:cubicBezTo>
                        <a:pt x="223" y="760"/>
                        <a:pt x="224" y="755"/>
                        <a:pt x="227" y="753"/>
                      </a:cubicBezTo>
                      <a:cubicBezTo>
                        <a:pt x="230" y="751"/>
                        <a:pt x="245" y="749"/>
                        <a:pt x="247" y="747"/>
                      </a:cubicBezTo>
                      <a:cubicBezTo>
                        <a:pt x="249" y="745"/>
                        <a:pt x="243" y="742"/>
                        <a:pt x="245" y="740"/>
                      </a:cubicBezTo>
                      <a:cubicBezTo>
                        <a:pt x="248" y="738"/>
                        <a:pt x="252" y="740"/>
                        <a:pt x="256" y="739"/>
                      </a:cubicBezTo>
                      <a:cubicBezTo>
                        <a:pt x="257" y="739"/>
                        <a:pt x="259" y="740"/>
                        <a:pt x="260" y="739"/>
                      </a:cubicBezTo>
                      <a:cubicBezTo>
                        <a:pt x="261" y="737"/>
                        <a:pt x="259" y="735"/>
                        <a:pt x="259" y="734"/>
                      </a:cubicBezTo>
                      <a:cubicBezTo>
                        <a:pt x="260" y="733"/>
                        <a:pt x="260" y="736"/>
                        <a:pt x="261" y="737"/>
                      </a:cubicBezTo>
                      <a:cubicBezTo>
                        <a:pt x="262" y="738"/>
                        <a:pt x="276" y="729"/>
                        <a:pt x="278" y="727"/>
                      </a:cubicBezTo>
                      <a:cubicBezTo>
                        <a:pt x="278" y="726"/>
                        <a:pt x="275" y="715"/>
                        <a:pt x="281" y="716"/>
                      </a:cubicBezTo>
                      <a:cubicBezTo>
                        <a:pt x="282" y="716"/>
                        <a:pt x="303" y="735"/>
                        <a:pt x="298" y="714"/>
                      </a:cubicBezTo>
                      <a:cubicBezTo>
                        <a:pt x="297" y="710"/>
                        <a:pt x="287" y="710"/>
                        <a:pt x="288" y="705"/>
                      </a:cubicBezTo>
                      <a:cubicBezTo>
                        <a:pt x="289" y="701"/>
                        <a:pt x="297" y="704"/>
                        <a:pt x="301" y="705"/>
                      </a:cubicBezTo>
                      <a:cubicBezTo>
                        <a:pt x="303" y="705"/>
                        <a:pt x="303" y="712"/>
                        <a:pt x="305" y="710"/>
                      </a:cubicBezTo>
                      <a:cubicBezTo>
                        <a:pt x="311" y="707"/>
                        <a:pt x="302" y="687"/>
                        <a:pt x="309" y="691"/>
                      </a:cubicBezTo>
                      <a:cubicBezTo>
                        <a:pt x="315" y="695"/>
                        <a:pt x="300" y="709"/>
                        <a:pt x="317" y="704"/>
                      </a:cubicBezTo>
                      <a:cubicBezTo>
                        <a:pt x="344" y="695"/>
                        <a:pt x="321" y="700"/>
                        <a:pt x="327" y="692"/>
                      </a:cubicBezTo>
                      <a:cubicBezTo>
                        <a:pt x="327" y="691"/>
                        <a:pt x="328" y="693"/>
                        <a:pt x="329" y="693"/>
                      </a:cubicBezTo>
                      <a:cubicBezTo>
                        <a:pt x="330" y="693"/>
                        <a:pt x="332" y="693"/>
                        <a:pt x="332" y="692"/>
                      </a:cubicBezTo>
                      <a:cubicBezTo>
                        <a:pt x="333" y="691"/>
                        <a:pt x="331" y="687"/>
                        <a:pt x="332" y="687"/>
                      </a:cubicBezTo>
                      <a:cubicBezTo>
                        <a:pt x="333" y="687"/>
                        <a:pt x="342" y="695"/>
                        <a:pt x="345" y="693"/>
                      </a:cubicBezTo>
                      <a:cubicBezTo>
                        <a:pt x="349" y="692"/>
                        <a:pt x="352" y="689"/>
                        <a:pt x="354" y="686"/>
                      </a:cubicBezTo>
                      <a:cubicBezTo>
                        <a:pt x="355" y="686"/>
                        <a:pt x="355" y="686"/>
                        <a:pt x="355" y="685"/>
                      </a:cubicBezTo>
                      <a:lnTo>
                        <a:pt x="353" y="684"/>
                      </a:ln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2" name="Germany" descr="{&quot;Key&quot;:&quot;germany&quot;,&quot;Name&quot;:&quot;Germany&quot;,&quot;Value&quot;:39.0,&quot;Formula&quot;:&quot;39&quot;,&quot;Text&quot;:&quot;39&quot;,&quot;OfficeApplication&quot;:2,&quot;HasValue&quot;:true}">
                  <a:extLst>
                    <a:ext uri="{FF2B5EF4-FFF2-40B4-BE49-F238E27FC236}">
                      <a16:creationId xmlns:a16="http://schemas.microsoft.com/office/drawing/2014/main" id="{C34184BD-193E-2575-A303-6C0A232461EB}"/>
                    </a:ext>
                  </a:extLst>
                </p:cNvPr>
                <p:cNvSpPr>
                  <a:spLocks noEditPoints="1"/>
                </p:cNvSpPr>
                <p:nvPr/>
              </p:nvSpPr>
              <p:spPr bwMode="auto">
                <a:xfrm>
                  <a:off x="2939510" y="3653522"/>
                  <a:ext cx="725676" cy="1027413"/>
                </a:xfrm>
                <a:custGeom>
                  <a:avLst/>
                  <a:gdLst>
                    <a:gd name="T0" fmla="*/ 408 w 434"/>
                    <a:gd name="T1" fmla="*/ 167 h 571"/>
                    <a:gd name="T2" fmla="*/ 417 w 434"/>
                    <a:gd name="T3" fmla="*/ 204 h 571"/>
                    <a:gd name="T4" fmla="*/ 427 w 434"/>
                    <a:gd name="T5" fmla="*/ 247 h 571"/>
                    <a:gd name="T6" fmla="*/ 382 w 434"/>
                    <a:gd name="T7" fmla="*/ 302 h 571"/>
                    <a:gd name="T8" fmla="*/ 359 w 434"/>
                    <a:gd name="T9" fmla="*/ 314 h 571"/>
                    <a:gd name="T10" fmla="*/ 331 w 434"/>
                    <a:gd name="T11" fmla="*/ 329 h 571"/>
                    <a:gd name="T12" fmla="*/ 316 w 434"/>
                    <a:gd name="T13" fmla="*/ 365 h 571"/>
                    <a:gd name="T14" fmla="*/ 346 w 434"/>
                    <a:gd name="T15" fmla="*/ 414 h 571"/>
                    <a:gd name="T16" fmla="*/ 369 w 434"/>
                    <a:gd name="T17" fmla="*/ 468 h 571"/>
                    <a:gd name="T18" fmla="*/ 345 w 434"/>
                    <a:gd name="T19" fmla="*/ 532 h 571"/>
                    <a:gd name="T20" fmla="*/ 325 w 434"/>
                    <a:gd name="T21" fmla="*/ 539 h 571"/>
                    <a:gd name="T22" fmla="*/ 309 w 434"/>
                    <a:gd name="T23" fmla="*/ 541 h 571"/>
                    <a:gd name="T24" fmla="*/ 270 w 434"/>
                    <a:gd name="T25" fmla="*/ 554 h 571"/>
                    <a:gd name="T26" fmla="*/ 245 w 434"/>
                    <a:gd name="T27" fmla="*/ 549 h 571"/>
                    <a:gd name="T28" fmla="*/ 208 w 434"/>
                    <a:gd name="T29" fmla="*/ 567 h 571"/>
                    <a:gd name="T30" fmla="*/ 203 w 434"/>
                    <a:gd name="T31" fmla="*/ 553 h 571"/>
                    <a:gd name="T32" fmla="*/ 179 w 434"/>
                    <a:gd name="T33" fmla="*/ 549 h 571"/>
                    <a:gd name="T34" fmla="*/ 139 w 434"/>
                    <a:gd name="T35" fmla="*/ 537 h 571"/>
                    <a:gd name="T36" fmla="*/ 129 w 434"/>
                    <a:gd name="T37" fmla="*/ 538 h 571"/>
                    <a:gd name="T38" fmla="*/ 79 w 434"/>
                    <a:gd name="T39" fmla="*/ 544 h 571"/>
                    <a:gd name="T40" fmla="*/ 78 w 434"/>
                    <a:gd name="T41" fmla="*/ 509 h 571"/>
                    <a:gd name="T42" fmla="*/ 113 w 434"/>
                    <a:gd name="T43" fmla="*/ 441 h 571"/>
                    <a:gd name="T44" fmla="*/ 55 w 434"/>
                    <a:gd name="T45" fmla="*/ 423 h 571"/>
                    <a:gd name="T46" fmla="*/ 32 w 434"/>
                    <a:gd name="T47" fmla="*/ 375 h 571"/>
                    <a:gd name="T48" fmla="*/ 23 w 434"/>
                    <a:gd name="T49" fmla="*/ 315 h 571"/>
                    <a:gd name="T50" fmla="*/ 6 w 434"/>
                    <a:gd name="T51" fmla="*/ 282 h 571"/>
                    <a:gd name="T52" fmla="*/ 23 w 434"/>
                    <a:gd name="T53" fmla="*/ 259 h 571"/>
                    <a:gd name="T54" fmla="*/ 23 w 434"/>
                    <a:gd name="T55" fmla="*/ 223 h 571"/>
                    <a:gd name="T56" fmla="*/ 48 w 434"/>
                    <a:gd name="T57" fmla="*/ 208 h 571"/>
                    <a:gd name="T58" fmla="*/ 51 w 434"/>
                    <a:gd name="T59" fmla="*/ 166 h 571"/>
                    <a:gd name="T60" fmla="*/ 77 w 434"/>
                    <a:gd name="T61" fmla="*/ 122 h 571"/>
                    <a:gd name="T62" fmla="*/ 68 w 434"/>
                    <a:gd name="T63" fmla="*/ 115 h 571"/>
                    <a:gd name="T64" fmla="*/ 113 w 434"/>
                    <a:gd name="T65" fmla="*/ 89 h 571"/>
                    <a:gd name="T66" fmla="*/ 150 w 434"/>
                    <a:gd name="T67" fmla="*/ 80 h 571"/>
                    <a:gd name="T68" fmla="*/ 180 w 434"/>
                    <a:gd name="T69" fmla="*/ 96 h 571"/>
                    <a:gd name="T70" fmla="*/ 139 w 434"/>
                    <a:gd name="T71" fmla="*/ 42 h 571"/>
                    <a:gd name="T72" fmla="*/ 142 w 434"/>
                    <a:gd name="T73" fmla="*/ 13 h 571"/>
                    <a:gd name="T74" fmla="*/ 175 w 434"/>
                    <a:gd name="T75" fmla="*/ 8 h 571"/>
                    <a:gd name="T76" fmla="*/ 197 w 434"/>
                    <a:gd name="T77" fmla="*/ 11 h 571"/>
                    <a:gd name="T78" fmla="*/ 200 w 434"/>
                    <a:gd name="T79" fmla="*/ 18 h 571"/>
                    <a:gd name="T80" fmla="*/ 205 w 434"/>
                    <a:gd name="T81" fmla="*/ 44 h 571"/>
                    <a:gd name="T82" fmla="*/ 238 w 434"/>
                    <a:gd name="T83" fmla="*/ 71 h 571"/>
                    <a:gd name="T84" fmla="*/ 291 w 434"/>
                    <a:gd name="T85" fmla="*/ 58 h 571"/>
                    <a:gd name="T86" fmla="*/ 324 w 434"/>
                    <a:gd name="T87" fmla="*/ 34 h 571"/>
                    <a:gd name="T88" fmla="*/ 352 w 434"/>
                    <a:gd name="T89" fmla="*/ 58 h 571"/>
                    <a:gd name="T90" fmla="*/ 378 w 434"/>
                    <a:gd name="T91" fmla="*/ 82 h 571"/>
                    <a:gd name="T92" fmla="*/ 350 w 434"/>
                    <a:gd name="T93" fmla="*/ 28 h 571"/>
                    <a:gd name="T94" fmla="*/ 357 w 434"/>
                    <a:gd name="T95" fmla="*/ 21 h 571"/>
                    <a:gd name="T96" fmla="*/ 334 w 434"/>
                    <a:gd name="T97" fmla="*/ 4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4" h="571">
                      <a:moveTo>
                        <a:pt x="386" y="84"/>
                      </a:moveTo>
                      <a:cubicBezTo>
                        <a:pt x="387" y="93"/>
                        <a:pt x="396" y="110"/>
                        <a:pt x="397" y="116"/>
                      </a:cubicBezTo>
                      <a:cubicBezTo>
                        <a:pt x="399" y="129"/>
                        <a:pt x="381" y="138"/>
                        <a:pt x="385" y="149"/>
                      </a:cubicBezTo>
                      <a:cubicBezTo>
                        <a:pt x="387" y="156"/>
                        <a:pt x="408" y="159"/>
                        <a:pt x="408" y="167"/>
                      </a:cubicBezTo>
                      <a:cubicBezTo>
                        <a:pt x="408" y="176"/>
                        <a:pt x="402" y="179"/>
                        <a:pt x="407" y="185"/>
                      </a:cubicBezTo>
                      <a:cubicBezTo>
                        <a:pt x="408" y="188"/>
                        <a:pt x="412" y="189"/>
                        <a:pt x="414" y="192"/>
                      </a:cubicBezTo>
                      <a:cubicBezTo>
                        <a:pt x="415" y="195"/>
                        <a:pt x="413" y="199"/>
                        <a:pt x="414" y="202"/>
                      </a:cubicBezTo>
                      <a:cubicBezTo>
                        <a:pt x="414" y="204"/>
                        <a:pt x="416" y="203"/>
                        <a:pt x="417" y="204"/>
                      </a:cubicBezTo>
                      <a:cubicBezTo>
                        <a:pt x="420" y="208"/>
                        <a:pt x="413" y="218"/>
                        <a:pt x="411" y="221"/>
                      </a:cubicBezTo>
                      <a:cubicBezTo>
                        <a:pt x="408" y="226"/>
                        <a:pt x="416" y="229"/>
                        <a:pt x="418" y="234"/>
                      </a:cubicBezTo>
                      <a:cubicBezTo>
                        <a:pt x="419" y="237"/>
                        <a:pt x="415" y="240"/>
                        <a:pt x="417" y="243"/>
                      </a:cubicBezTo>
                      <a:cubicBezTo>
                        <a:pt x="419" y="246"/>
                        <a:pt x="424" y="245"/>
                        <a:pt x="427" y="247"/>
                      </a:cubicBezTo>
                      <a:cubicBezTo>
                        <a:pt x="434" y="254"/>
                        <a:pt x="431" y="296"/>
                        <a:pt x="424" y="297"/>
                      </a:cubicBezTo>
                      <a:cubicBezTo>
                        <a:pt x="417" y="299"/>
                        <a:pt x="405" y="267"/>
                        <a:pt x="399" y="285"/>
                      </a:cubicBezTo>
                      <a:cubicBezTo>
                        <a:pt x="398" y="288"/>
                        <a:pt x="408" y="290"/>
                        <a:pt x="406" y="292"/>
                      </a:cubicBezTo>
                      <a:cubicBezTo>
                        <a:pt x="399" y="297"/>
                        <a:pt x="389" y="298"/>
                        <a:pt x="382" y="302"/>
                      </a:cubicBezTo>
                      <a:cubicBezTo>
                        <a:pt x="381" y="303"/>
                        <a:pt x="382" y="305"/>
                        <a:pt x="381" y="306"/>
                      </a:cubicBezTo>
                      <a:cubicBezTo>
                        <a:pt x="377" y="308"/>
                        <a:pt x="371" y="305"/>
                        <a:pt x="367" y="308"/>
                      </a:cubicBezTo>
                      <a:cubicBezTo>
                        <a:pt x="364" y="310"/>
                        <a:pt x="365" y="314"/>
                        <a:pt x="363" y="317"/>
                      </a:cubicBezTo>
                      <a:cubicBezTo>
                        <a:pt x="361" y="318"/>
                        <a:pt x="360" y="314"/>
                        <a:pt x="359" y="314"/>
                      </a:cubicBezTo>
                      <a:cubicBezTo>
                        <a:pt x="354" y="316"/>
                        <a:pt x="353" y="322"/>
                        <a:pt x="350" y="325"/>
                      </a:cubicBezTo>
                      <a:cubicBezTo>
                        <a:pt x="348" y="326"/>
                        <a:pt x="344" y="324"/>
                        <a:pt x="343" y="325"/>
                      </a:cubicBezTo>
                      <a:cubicBezTo>
                        <a:pt x="341" y="326"/>
                        <a:pt x="343" y="330"/>
                        <a:pt x="341" y="331"/>
                      </a:cubicBezTo>
                      <a:cubicBezTo>
                        <a:pt x="339" y="334"/>
                        <a:pt x="333" y="329"/>
                        <a:pt x="331" y="329"/>
                      </a:cubicBezTo>
                      <a:cubicBezTo>
                        <a:pt x="317" y="331"/>
                        <a:pt x="314" y="342"/>
                        <a:pt x="310" y="351"/>
                      </a:cubicBezTo>
                      <a:cubicBezTo>
                        <a:pt x="309" y="353"/>
                        <a:pt x="309" y="346"/>
                        <a:pt x="307" y="344"/>
                      </a:cubicBezTo>
                      <a:cubicBezTo>
                        <a:pt x="305" y="342"/>
                        <a:pt x="301" y="341"/>
                        <a:pt x="299" y="340"/>
                      </a:cubicBezTo>
                      <a:cubicBezTo>
                        <a:pt x="294" y="339"/>
                        <a:pt x="304" y="357"/>
                        <a:pt x="316" y="365"/>
                      </a:cubicBezTo>
                      <a:cubicBezTo>
                        <a:pt x="317" y="365"/>
                        <a:pt x="321" y="366"/>
                        <a:pt x="321" y="369"/>
                      </a:cubicBezTo>
                      <a:cubicBezTo>
                        <a:pt x="323" y="377"/>
                        <a:pt x="316" y="374"/>
                        <a:pt x="314" y="381"/>
                      </a:cubicBezTo>
                      <a:cubicBezTo>
                        <a:pt x="314" y="382"/>
                        <a:pt x="326" y="403"/>
                        <a:pt x="328" y="405"/>
                      </a:cubicBezTo>
                      <a:cubicBezTo>
                        <a:pt x="338" y="415"/>
                        <a:pt x="340" y="408"/>
                        <a:pt x="346" y="414"/>
                      </a:cubicBezTo>
                      <a:cubicBezTo>
                        <a:pt x="350" y="418"/>
                        <a:pt x="351" y="424"/>
                        <a:pt x="355" y="428"/>
                      </a:cubicBezTo>
                      <a:cubicBezTo>
                        <a:pt x="364" y="434"/>
                        <a:pt x="388" y="442"/>
                        <a:pt x="387" y="457"/>
                      </a:cubicBezTo>
                      <a:cubicBezTo>
                        <a:pt x="387" y="472"/>
                        <a:pt x="384" y="469"/>
                        <a:pt x="372" y="466"/>
                      </a:cubicBezTo>
                      <a:cubicBezTo>
                        <a:pt x="371" y="466"/>
                        <a:pt x="369" y="467"/>
                        <a:pt x="369" y="468"/>
                      </a:cubicBezTo>
                      <a:cubicBezTo>
                        <a:pt x="368" y="473"/>
                        <a:pt x="371" y="480"/>
                        <a:pt x="365" y="484"/>
                      </a:cubicBezTo>
                      <a:cubicBezTo>
                        <a:pt x="360" y="488"/>
                        <a:pt x="337" y="494"/>
                        <a:pt x="336" y="503"/>
                      </a:cubicBezTo>
                      <a:cubicBezTo>
                        <a:pt x="336" y="503"/>
                        <a:pt x="350" y="522"/>
                        <a:pt x="350" y="522"/>
                      </a:cubicBezTo>
                      <a:cubicBezTo>
                        <a:pt x="350" y="523"/>
                        <a:pt x="342" y="529"/>
                        <a:pt x="345" y="532"/>
                      </a:cubicBezTo>
                      <a:cubicBezTo>
                        <a:pt x="351" y="537"/>
                        <a:pt x="357" y="529"/>
                        <a:pt x="352" y="548"/>
                      </a:cubicBezTo>
                      <a:cubicBezTo>
                        <a:pt x="352" y="549"/>
                        <a:pt x="351" y="550"/>
                        <a:pt x="350" y="550"/>
                      </a:cubicBezTo>
                      <a:cubicBezTo>
                        <a:pt x="332" y="545"/>
                        <a:pt x="346" y="536"/>
                        <a:pt x="338" y="536"/>
                      </a:cubicBezTo>
                      <a:cubicBezTo>
                        <a:pt x="333" y="536"/>
                        <a:pt x="329" y="540"/>
                        <a:pt x="325" y="539"/>
                      </a:cubicBezTo>
                      <a:cubicBezTo>
                        <a:pt x="322" y="539"/>
                        <a:pt x="323" y="535"/>
                        <a:pt x="321" y="534"/>
                      </a:cubicBezTo>
                      <a:cubicBezTo>
                        <a:pt x="318" y="533"/>
                        <a:pt x="314" y="536"/>
                        <a:pt x="312" y="535"/>
                      </a:cubicBezTo>
                      <a:cubicBezTo>
                        <a:pt x="311" y="534"/>
                        <a:pt x="313" y="531"/>
                        <a:pt x="312" y="531"/>
                      </a:cubicBezTo>
                      <a:cubicBezTo>
                        <a:pt x="305" y="531"/>
                        <a:pt x="311" y="540"/>
                        <a:pt x="309" y="541"/>
                      </a:cubicBezTo>
                      <a:cubicBezTo>
                        <a:pt x="301" y="543"/>
                        <a:pt x="288" y="540"/>
                        <a:pt x="281" y="542"/>
                      </a:cubicBezTo>
                      <a:cubicBezTo>
                        <a:pt x="279" y="544"/>
                        <a:pt x="280" y="548"/>
                        <a:pt x="278" y="549"/>
                      </a:cubicBezTo>
                      <a:cubicBezTo>
                        <a:pt x="275" y="550"/>
                        <a:pt x="273" y="548"/>
                        <a:pt x="270" y="549"/>
                      </a:cubicBezTo>
                      <a:cubicBezTo>
                        <a:pt x="269" y="550"/>
                        <a:pt x="271" y="553"/>
                        <a:pt x="270" y="554"/>
                      </a:cubicBezTo>
                      <a:cubicBezTo>
                        <a:pt x="269" y="554"/>
                        <a:pt x="250" y="559"/>
                        <a:pt x="248" y="558"/>
                      </a:cubicBezTo>
                      <a:cubicBezTo>
                        <a:pt x="247" y="557"/>
                        <a:pt x="248" y="554"/>
                        <a:pt x="247" y="553"/>
                      </a:cubicBezTo>
                      <a:cubicBezTo>
                        <a:pt x="246" y="552"/>
                        <a:pt x="243" y="552"/>
                        <a:pt x="243" y="551"/>
                      </a:cubicBezTo>
                      <a:cubicBezTo>
                        <a:pt x="242" y="550"/>
                        <a:pt x="245" y="550"/>
                        <a:pt x="245" y="549"/>
                      </a:cubicBezTo>
                      <a:cubicBezTo>
                        <a:pt x="243" y="542"/>
                        <a:pt x="227" y="551"/>
                        <a:pt x="222" y="546"/>
                      </a:cubicBezTo>
                      <a:cubicBezTo>
                        <a:pt x="222" y="546"/>
                        <a:pt x="223" y="545"/>
                        <a:pt x="223" y="545"/>
                      </a:cubicBezTo>
                      <a:cubicBezTo>
                        <a:pt x="220" y="542"/>
                        <a:pt x="223" y="552"/>
                        <a:pt x="222" y="556"/>
                      </a:cubicBezTo>
                      <a:cubicBezTo>
                        <a:pt x="222" y="558"/>
                        <a:pt x="212" y="571"/>
                        <a:pt x="208" y="567"/>
                      </a:cubicBezTo>
                      <a:cubicBezTo>
                        <a:pt x="205" y="565"/>
                        <a:pt x="212" y="562"/>
                        <a:pt x="210" y="559"/>
                      </a:cubicBezTo>
                      <a:cubicBezTo>
                        <a:pt x="209" y="559"/>
                        <a:pt x="208" y="561"/>
                        <a:pt x="206" y="561"/>
                      </a:cubicBezTo>
                      <a:cubicBezTo>
                        <a:pt x="205" y="561"/>
                        <a:pt x="204" y="561"/>
                        <a:pt x="203" y="559"/>
                      </a:cubicBezTo>
                      <a:cubicBezTo>
                        <a:pt x="202" y="558"/>
                        <a:pt x="206" y="555"/>
                        <a:pt x="203" y="553"/>
                      </a:cubicBezTo>
                      <a:cubicBezTo>
                        <a:pt x="201" y="552"/>
                        <a:pt x="200" y="549"/>
                        <a:pt x="197" y="548"/>
                      </a:cubicBezTo>
                      <a:cubicBezTo>
                        <a:pt x="196" y="546"/>
                        <a:pt x="193" y="549"/>
                        <a:pt x="191" y="549"/>
                      </a:cubicBezTo>
                      <a:cubicBezTo>
                        <a:pt x="190" y="548"/>
                        <a:pt x="191" y="545"/>
                        <a:pt x="190" y="544"/>
                      </a:cubicBezTo>
                      <a:cubicBezTo>
                        <a:pt x="187" y="541"/>
                        <a:pt x="188" y="552"/>
                        <a:pt x="179" y="549"/>
                      </a:cubicBezTo>
                      <a:cubicBezTo>
                        <a:pt x="172" y="546"/>
                        <a:pt x="169" y="540"/>
                        <a:pt x="162" y="539"/>
                      </a:cubicBezTo>
                      <a:cubicBezTo>
                        <a:pt x="162" y="539"/>
                        <a:pt x="143" y="540"/>
                        <a:pt x="143" y="540"/>
                      </a:cubicBezTo>
                      <a:cubicBezTo>
                        <a:pt x="141" y="539"/>
                        <a:pt x="141" y="535"/>
                        <a:pt x="139" y="533"/>
                      </a:cubicBezTo>
                      <a:cubicBezTo>
                        <a:pt x="138" y="532"/>
                        <a:pt x="140" y="536"/>
                        <a:pt x="139" y="537"/>
                      </a:cubicBezTo>
                      <a:cubicBezTo>
                        <a:pt x="137" y="537"/>
                        <a:pt x="135" y="537"/>
                        <a:pt x="135" y="536"/>
                      </a:cubicBezTo>
                      <a:cubicBezTo>
                        <a:pt x="134" y="534"/>
                        <a:pt x="137" y="532"/>
                        <a:pt x="136" y="531"/>
                      </a:cubicBezTo>
                      <a:cubicBezTo>
                        <a:pt x="127" y="522"/>
                        <a:pt x="118" y="537"/>
                        <a:pt x="119" y="538"/>
                      </a:cubicBezTo>
                      <a:cubicBezTo>
                        <a:pt x="123" y="539"/>
                        <a:pt x="126" y="537"/>
                        <a:pt x="129" y="538"/>
                      </a:cubicBezTo>
                      <a:cubicBezTo>
                        <a:pt x="132" y="539"/>
                        <a:pt x="126" y="539"/>
                        <a:pt x="124" y="540"/>
                      </a:cubicBezTo>
                      <a:cubicBezTo>
                        <a:pt x="123" y="541"/>
                        <a:pt x="124" y="544"/>
                        <a:pt x="124" y="544"/>
                      </a:cubicBezTo>
                      <a:cubicBezTo>
                        <a:pt x="110" y="552"/>
                        <a:pt x="120" y="541"/>
                        <a:pt x="109" y="541"/>
                      </a:cubicBezTo>
                      <a:cubicBezTo>
                        <a:pt x="107" y="541"/>
                        <a:pt x="81" y="548"/>
                        <a:pt x="79" y="544"/>
                      </a:cubicBezTo>
                      <a:cubicBezTo>
                        <a:pt x="79" y="543"/>
                        <a:pt x="83" y="542"/>
                        <a:pt x="82" y="542"/>
                      </a:cubicBezTo>
                      <a:cubicBezTo>
                        <a:pt x="77" y="538"/>
                        <a:pt x="75" y="555"/>
                        <a:pt x="75" y="535"/>
                      </a:cubicBezTo>
                      <a:cubicBezTo>
                        <a:pt x="74" y="527"/>
                        <a:pt x="80" y="520"/>
                        <a:pt x="80" y="512"/>
                      </a:cubicBezTo>
                      <a:cubicBezTo>
                        <a:pt x="80" y="511"/>
                        <a:pt x="78" y="511"/>
                        <a:pt x="78" y="509"/>
                      </a:cubicBezTo>
                      <a:cubicBezTo>
                        <a:pt x="77" y="506"/>
                        <a:pt x="79" y="503"/>
                        <a:pt x="80" y="501"/>
                      </a:cubicBezTo>
                      <a:cubicBezTo>
                        <a:pt x="88" y="488"/>
                        <a:pt x="88" y="488"/>
                        <a:pt x="88" y="488"/>
                      </a:cubicBezTo>
                      <a:cubicBezTo>
                        <a:pt x="88" y="484"/>
                        <a:pt x="89" y="472"/>
                        <a:pt x="90" y="468"/>
                      </a:cubicBezTo>
                      <a:cubicBezTo>
                        <a:pt x="95" y="459"/>
                        <a:pt x="106" y="452"/>
                        <a:pt x="113" y="441"/>
                      </a:cubicBezTo>
                      <a:cubicBezTo>
                        <a:pt x="115" y="437"/>
                        <a:pt x="81" y="433"/>
                        <a:pt x="79" y="432"/>
                      </a:cubicBezTo>
                      <a:cubicBezTo>
                        <a:pt x="77" y="430"/>
                        <a:pt x="78" y="426"/>
                        <a:pt x="76" y="425"/>
                      </a:cubicBezTo>
                      <a:cubicBezTo>
                        <a:pt x="73" y="423"/>
                        <a:pt x="55" y="430"/>
                        <a:pt x="54" y="428"/>
                      </a:cubicBezTo>
                      <a:cubicBezTo>
                        <a:pt x="54" y="426"/>
                        <a:pt x="56" y="424"/>
                        <a:pt x="55" y="423"/>
                      </a:cubicBezTo>
                      <a:cubicBezTo>
                        <a:pt x="38" y="408"/>
                        <a:pt x="49" y="431"/>
                        <a:pt x="42" y="424"/>
                      </a:cubicBezTo>
                      <a:cubicBezTo>
                        <a:pt x="37" y="418"/>
                        <a:pt x="34" y="405"/>
                        <a:pt x="29" y="402"/>
                      </a:cubicBezTo>
                      <a:cubicBezTo>
                        <a:pt x="28" y="400"/>
                        <a:pt x="24" y="402"/>
                        <a:pt x="23" y="400"/>
                      </a:cubicBezTo>
                      <a:cubicBezTo>
                        <a:pt x="17" y="389"/>
                        <a:pt x="40" y="385"/>
                        <a:pt x="32" y="375"/>
                      </a:cubicBezTo>
                      <a:cubicBezTo>
                        <a:pt x="30" y="373"/>
                        <a:pt x="17" y="372"/>
                        <a:pt x="14" y="360"/>
                      </a:cubicBezTo>
                      <a:cubicBezTo>
                        <a:pt x="9" y="339"/>
                        <a:pt x="35" y="340"/>
                        <a:pt x="27" y="327"/>
                      </a:cubicBezTo>
                      <a:cubicBezTo>
                        <a:pt x="25" y="325"/>
                        <a:pt x="20" y="325"/>
                        <a:pt x="19" y="322"/>
                      </a:cubicBezTo>
                      <a:cubicBezTo>
                        <a:pt x="19" y="320"/>
                        <a:pt x="23" y="317"/>
                        <a:pt x="23" y="315"/>
                      </a:cubicBezTo>
                      <a:cubicBezTo>
                        <a:pt x="23" y="313"/>
                        <a:pt x="19" y="316"/>
                        <a:pt x="18" y="314"/>
                      </a:cubicBezTo>
                      <a:cubicBezTo>
                        <a:pt x="17" y="314"/>
                        <a:pt x="10" y="302"/>
                        <a:pt x="10" y="300"/>
                      </a:cubicBezTo>
                      <a:cubicBezTo>
                        <a:pt x="11" y="298"/>
                        <a:pt x="15" y="298"/>
                        <a:pt x="15" y="296"/>
                      </a:cubicBezTo>
                      <a:cubicBezTo>
                        <a:pt x="17" y="286"/>
                        <a:pt x="0" y="283"/>
                        <a:pt x="6" y="282"/>
                      </a:cubicBezTo>
                      <a:cubicBezTo>
                        <a:pt x="7" y="281"/>
                        <a:pt x="8" y="283"/>
                        <a:pt x="10" y="283"/>
                      </a:cubicBezTo>
                      <a:cubicBezTo>
                        <a:pt x="20" y="274"/>
                        <a:pt x="20" y="274"/>
                        <a:pt x="20" y="274"/>
                      </a:cubicBezTo>
                      <a:cubicBezTo>
                        <a:pt x="21" y="271"/>
                        <a:pt x="13" y="274"/>
                        <a:pt x="16" y="270"/>
                      </a:cubicBezTo>
                      <a:cubicBezTo>
                        <a:pt x="17" y="266"/>
                        <a:pt x="21" y="263"/>
                        <a:pt x="23" y="259"/>
                      </a:cubicBezTo>
                      <a:cubicBezTo>
                        <a:pt x="28" y="247"/>
                        <a:pt x="16" y="238"/>
                        <a:pt x="12" y="231"/>
                      </a:cubicBezTo>
                      <a:cubicBezTo>
                        <a:pt x="12" y="230"/>
                        <a:pt x="13" y="228"/>
                        <a:pt x="13" y="227"/>
                      </a:cubicBezTo>
                      <a:cubicBezTo>
                        <a:pt x="13" y="226"/>
                        <a:pt x="12" y="224"/>
                        <a:pt x="13" y="224"/>
                      </a:cubicBezTo>
                      <a:cubicBezTo>
                        <a:pt x="16" y="222"/>
                        <a:pt x="20" y="224"/>
                        <a:pt x="23" y="223"/>
                      </a:cubicBezTo>
                      <a:cubicBezTo>
                        <a:pt x="24" y="222"/>
                        <a:pt x="22" y="219"/>
                        <a:pt x="23" y="219"/>
                      </a:cubicBezTo>
                      <a:cubicBezTo>
                        <a:pt x="27" y="221"/>
                        <a:pt x="29" y="224"/>
                        <a:pt x="33" y="224"/>
                      </a:cubicBezTo>
                      <a:cubicBezTo>
                        <a:pt x="37" y="225"/>
                        <a:pt x="52" y="220"/>
                        <a:pt x="54" y="216"/>
                      </a:cubicBezTo>
                      <a:cubicBezTo>
                        <a:pt x="55" y="212"/>
                        <a:pt x="43" y="211"/>
                        <a:pt x="48" y="208"/>
                      </a:cubicBezTo>
                      <a:cubicBezTo>
                        <a:pt x="57" y="202"/>
                        <a:pt x="68" y="200"/>
                        <a:pt x="66" y="185"/>
                      </a:cubicBezTo>
                      <a:cubicBezTo>
                        <a:pt x="65" y="178"/>
                        <a:pt x="44" y="181"/>
                        <a:pt x="49" y="172"/>
                      </a:cubicBezTo>
                      <a:cubicBezTo>
                        <a:pt x="50" y="171"/>
                        <a:pt x="53" y="172"/>
                        <a:pt x="53" y="171"/>
                      </a:cubicBezTo>
                      <a:cubicBezTo>
                        <a:pt x="53" y="170"/>
                        <a:pt x="50" y="168"/>
                        <a:pt x="51" y="166"/>
                      </a:cubicBezTo>
                      <a:cubicBezTo>
                        <a:pt x="51" y="165"/>
                        <a:pt x="53" y="165"/>
                        <a:pt x="54" y="165"/>
                      </a:cubicBezTo>
                      <a:cubicBezTo>
                        <a:pt x="58" y="165"/>
                        <a:pt x="61" y="167"/>
                        <a:pt x="65" y="167"/>
                      </a:cubicBezTo>
                      <a:cubicBezTo>
                        <a:pt x="70" y="167"/>
                        <a:pt x="66" y="158"/>
                        <a:pt x="67" y="153"/>
                      </a:cubicBezTo>
                      <a:cubicBezTo>
                        <a:pt x="68" y="149"/>
                        <a:pt x="78" y="131"/>
                        <a:pt x="77" y="122"/>
                      </a:cubicBezTo>
                      <a:cubicBezTo>
                        <a:pt x="79" y="121"/>
                        <a:pt x="80" y="120"/>
                        <a:pt x="82" y="118"/>
                      </a:cubicBezTo>
                      <a:cubicBezTo>
                        <a:pt x="84" y="115"/>
                        <a:pt x="79" y="116"/>
                        <a:pt x="74" y="116"/>
                      </a:cubicBezTo>
                      <a:cubicBezTo>
                        <a:pt x="73" y="115"/>
                        <a:pt x="71" y="116"/>
                        <a:pt x="70" y="116"/>
                      </a:cubicBezTo>
                      <a:cubicBezTo>
                        <a:pt x="69" y="116"/>
                        <a:pt x="68" y="115"/>
                        <a:pt x="68" y="115"/>
                      </a:cubicBezTo>
                      <a:cubicBezTo>
                        <a:pt x="63" y="109"/>
                        <a:pt x="76" y="92"/>
                        <a:pt x="80" y="89"/>
                      </a:cubicBezTo>
                      <a:cubicBezTo>
                        <a:pt x="83" y="88"/>
                        <a:pt x="86" y="91"/>
                        <a:pt x="89" y="91"/>
                      </a:cubicBezTo>
                      <a:cubicBezTo>
                        <a:pt x="132" y="89"/>
                        <a:pt x="45" y="86"/>
                        <a:pt x="110" y="88"/>
                      </a:cubicBezTo>
                      <a:cubicBezTo>
                        <a:pt x="110" y="88"/>
                        <a:pt x="112" y="88"/>
                        <a:pt x="113" y="89"/>
                      </a:cubicBezTo>
                      <a:cubicBezTo>
                        <a:pt x="116" y="95"/>
                        <a:pt x="118" y="121"/>
                        <a:pt x="132" y="115"/>
                      </a:cubicBezTo>
                      <a:cubicBezTo>
                        <a:pt x="137" y="114"/>
                        <a:pt x="128" y="75"/>
                        <a:pt x="141" y="75"/>
                      </a:cubicBezTo>
                      <a:cubicBezTo>
                        <a:pt x="142" y="75"/>
                        <a:pt x="142" y="78"/>
                        <a:pt x="144" y="79"/>
                      </a:cubicBezTo>
                      <a:cubicBezTo>
                        <a:pt x="145" y="80"/>
                        <a:pt x="148" y="80"/>
                        <a:pt x="150" y="80"/>
                      </a:cubicBezTo>
                      <a:cubicBezTo>
                        <a:pt x="156" y="81"/>
                        <a:pt x="162" y="75"/>
                        <a:pt x="167" y="77"/>
                      </a:cubicBezTo>
                      <a:cubicBezTo>
                        <a:pt x="171" y="79"/>
                        <a:pt x="171" y="85"/>
                        <a:pt x="174" y="88"/>
                      </a:cubicBezTo>
                      <a:cubicBezTo>
                        <a:pt x="176" y="93"/>
                        <a:pt x="192" y="122"/>
                        <a:pt x="192" y="102"/>
                      </a:cubicBezTo>
                      <a:cubicBezTo>
                        <a:pt x="192" y="98"/>
                        <a:pt x="183" y="99"/>
                        <a:pt x="180" y="96"/>
                      </a:cubicBezTo>
                      <a:cubicBezTo>
                        <a:pt x="174" y="91"/>
                        <a:pt x="175" y="78"/>
                        <a:pt x="165" y="76"/>
                      </a:cubicBezTo>
                      <a:cubicBezTo>
                        <a:pt x="163" y="76"/>
                        <a:pt x="150" y="79"/>
                        <a:pt x="151" y="71"/>
                      </a:cubicBezTo>
                      <a:cubicBezTo>
                        <a:pt x="152" y="66"/>
                        <a:pt x="159" y="50"/>
                        <a:pt x="154" y="44"/>
                      </a:cubicBezTo>
                      <a:cubicBezTo>
                        <a:pt x="153" y="42"/>
                        <a:pt x="140" y="49"/>
                        <a:pt x="139" y="42"/>
                      </a:cubicBezTo>
                      <a:cubicBezTo>
                        <a:pt x="138" y="41"/>
                        <a:pt x="142" y="42"/>
                        <a:pt x="142" y="41"/>
                      </a:cubicBezTo>
                      <a:cubicBezTo>
                        <a:pt x="144" y="40"/>
                        <a:pt x="139" y="38"/>
                        <a:pt x="140" y="38"/>
                      </a:cubicBezTo>
                      <a:cubicBezTo>
                        <a:pt x="145" y="36"/>
                        <a:pt x="155" y="42"/>
                        <a:pt x="157" y="30"/>
                      </a:cubicBezTo>
                      <a:cubicBezTo>
                        <a:pt x="157" y="29"/>
                        <a:pt x="144" y="15"/>
                        <a:pt x="142" y="13"/>
                      </a:cubicBezTo>
                      <a:cubicBezTo>
                        <a:pt x="141" y="9"/>
                        <a:pt x="140" y="4"/>
                        <a:pt x="140" y="0"/>
                      </a:cubicBezTo>
                      <a:cubicBezTo>
                        <a:pt x="144" y="1"/>
                        <a:pt x="151" y="0"/>
                        <a:pt x="153" y="0"/>
                      </a:cubicBezTo>
                      <a:cubicBezTo>
                        <a:pt x="160" y="2"/>
                        <a:pt x="167" y="6"/>
                        <a:pt x="175" y="7"/>
                      </a:cubicBezTo>
                      <a:cubicBezTo>
                        <a:pt x="174" y="8"/>
                        <a:pt x="174" y="9"/>
                        <a:pt x="175" y="8"/>
                      </a:cubicBezTo>
                      <a:cubicBezTo>
                        <a:pt x="178" y="7"/>
                        <a:pt x="179" y="4"/>
                        <a:pt x="181" y="3"/>
                      </a:cubicBezTo>
                      <a:cubicBezTo>
                        <a:pt x="182" y="3"/>
                        <a:pt x="180" y="6"/>
                        <a:pt x="181" y="7"/>
                      </a:cubicBezTo>
                      <a:cubicBezTo>
                        <a:pt x="183" y="8"/>
                        <a:pt x="185" y="8"/>
                        <a:pt x="187" y="8"/>
                      </a:cubicBezTo>
                      <a:cubicBezTo>
                        <a:pt x="191" y="9"/>
                        <a:pt x="195" y="9"/>
                        <a:pt x="197" y="11"/>
                      </a:cubicBezTo>
                      <a:cubicBezTo>
                        <a:pt x="199" y="12"/>
                        <a:pt x="200" y="14"/>
                        <a:pt x="200" y="16"/>
                      </a:cubicBezTo>
                      <a:cubicBezTo>
                        <a:pt x="200" y="16"/>
                        <a:pt x="199" y="16"/>
                        <a:pt x="199" y="16"/>
                      </a:cubicBezTo>
                      <a:cubicBezTo>
                        <a:pt x="197" y="16"/>
                        <a:pt x="195" y="17"/>
                        <a:pt x="196" y="18"/>
                      </a:cubicBezTo>
                      <a:cubicBezTo>
                        <a:pt x="197" y="19"/>
                        <a:pt x="200" y="17"/>
                        <a:pt x="200" y="18"/>
                      </a:cubicBezTo>
                      <a:cubicBezTo>
                        <a:pt x="202" y="21"/>
                        <a:pt x="201" y="24"/>
                        <a:pt x="200" y="27"/>
                      </a:cubicBezTo>
                      <a:cubicBezTo>
                        <a:pt x="199" y="30"/>
                        <a:pt x="191" y="32"/>
                        <a:pt x="193" y="34"/>
                      </a:cubicBezTo>
                      <a:cubicBezTo>
                        <a:pt x="196" y="38"/>
                        <a:pt x="207" y="28"/>
                        <a:pt x="208" y="33"/>
                      </a:cubicBezTo>
                      <a:cubicBezTo>
                        <a:pt x="208" y="37"/>
                        <a:pt x="202" y="43"/>
                        <a:pt x="205" y="44"/>
                      </a:cubicBezTo>
                      <a:cubicBezTo>
                        <a:pt x="209" y="46"/>
                        <a:pt x="209" y="36"/>
                        <a:pt x="213" y="36"/>
                      </a:cubicBezTo>
                      <a:cubicBezTo>
                        <a:pt x="217" y="35"/>
                        <a:pt x="230" y="46"/>
                        <a:pt x="232" y="45"/>
                      </a:cubicBezTo>
                      <a:cubicBezTo>
                        <a:pt x="233" y="45"/>
                        <a:pt x="244" y="32"/>
                        <a:pt x="248" y="39"/>
                      </a:cubicBezTo>
                      <a:cubicBezTo>
                        <a:pt x="256" y="54"/>
                        <a:pt x="217" y="69"/>
                        <a:pt x="238" y="71"/>
                      </a:cubicBezTo>
                      <a:cubicBezTo>
                        <a:pt x="243" y="72"/>
                        <a:pt x="246" y="66"/>
                        <a:pt x="251" y="66"/>
                      </a:cubicBezTo>
                      <a:cubicBezTo>
                        <a:pt x="256" y="67"/>
                        <a:pt x="250" y="83"/>
                        <a:pt x="262" y="75"/>
                      </a:cubicBezTo>
                      <a:cubicBezTo>
                        <a:pt x="265" y="73"/>
                        <a:pt x="267" y="59"/>
                        <a:pt x="272" y="56"/>
                      </a:cubicBezTo>
                      <a:cubicBezTo>
                        <a:pt x="279" y="52"/>
                        <a:pt x="287" y="50"/>
                        <a:pt x="291" y="58"/>
                      </a:cubicBezTo>
                      <a:cubicBezTo>
                        <a:pt x="290" y="56"/>
                        <a:pt x="290" y="54"/>
                        <a:pt x="290" y="53"/>
                      </a:cubicBezTo>
                      <a:cubicBezTo>
                        <a:pt x="294" y="49"/>
                        <a:pt x="298" y="47"/>
                        <a:pt x="301" y="44"/>
                      </a:cubicBezTo>
                      <a:cubicBezTo>
                        <a:pt x="304" y="40"/>
                        <a:pt x="305" y="34"/>
                        <a:pt x="308" y="30"/>
                      </a:cubicBezTo>
                      <a:cubicBezTo>
                        <a:pt x="309" y="29"/>
                        <a:pt x="317" y="32"/>
                        <a:pt x="324" y="34"/>
                      </a:cubicBezTo>
                      <a:cubicBezTo>
                        <a:pt x="326" y="33"/>
                        <a:pt x="329" y="33"/>
                        <a:pt x="330" y="33"/>
                      </a:cubicBezTo>
                      <a:cubicBezTo>
                        <a:pt x="334" y="33"/>
                        <a:pt x="332" y="41"/>
                        <a:pt x="334" y="44"/>
                      </a:cubicBezTo>
                      <a:cubicBezTo>
                        <a:pt x="336" y="46"/>
                        <a:pt x="340" y="45"/>
                        <a:pt x="342" y="47"/>
                      </a:cubicBezTo>
                      <a:cubicBezTo>
                        <a:pt x="345" y="50"/>
                        <a:pt x="347" y="58"/>
                        <a:pt x="352" y="58"/>
                      </a:cubicBezTo>
                      <a:cubicBezTo>
                        <a:pt x="356" y="58"/>
                        <a:pt x="360" y="55"/>
                        <a:pt x="365" y="56"/>
                      </a:cubicBezTo>
                      <a:cubicBezTo>
                        <a:pt x="367" y="56"/>
                        <a:pt x="363" y="59"/>
                        <a:pt x="363" y="61"/>
                      </a:cubicBezTo>
                      <a:cubicBezTo>
                        <a:pt x="363" y="66"/>
                        <a:pt x="365" y="70"/>
                        <a:pt x="367" y="75"/>
                      </a:cubicBezTo>
                      <a:cubicBezTo>
                        <a:pt x="368" y="79"/>
                        <a:pt x="374" y="81"/>
                        <a:pt x="378" y="82"/>
                      </a:cubicBezTo>
                      <a:cubicBezTo>
                        <a:pt x="382" y="84"/>
                        <a:pt x="384" y="84"/>
                        <a:pt x="386" y="84"/>
                      </a:cubicBezTo>
                      <a:close/>
                      <a:moveTo>
                        <a:pt x="334" y="40"/>
                      </a:moveTo>
                      <a:cubicBezTo>
                        <a:pt x="335" y="35"/>
                        <a:pt x="333" y="29"/>
                        <a:pt x="335" y="24"/>
                      </a:cubicBezTo>
                      <a:cubicBezTo>
                        <a:pt x="337" y="19"/>
                        <a:pt x="354" y="33"/>
                        <a:pt x="350" y="28"/>
                      </a:cubicBezTo>
                      <a:cubicBezTo>
                        <a:pt x="348" y="25"/>
                        <a:pt x="341" y="26"/>
                        <a:pt x="339" y="23"/>
                      </a:cubicBezTo>
                      <a:cubicBezTo>
                        <a:pt x="338" y="19"/>
                        <a:pt x="343" y="16"/>
                        <a:pt x="346" y="13"/>
                      </a:cubicBezTo>
                      <a:cubicBezTo>
                        <a:pt x="348" y="12"/>
                        <a:pt x="344" y="20"/>
                        <a:pt x="346" y="21"/>
                      </a:cubicBezTo>
                      <a:cubicBezTo>
                        <a:pt x="350" y="22"/>
                        <a:pt x="354" y="20"/>
                        <a:pt x="357" y="21"/>
                      </a:cubicBezTo>
                      <a:cubicBezTo>
                        <a:pt x="361" y="23"/>
                        <a:pt x="353" y="27"/>
                        <a:pt x="354" y="30"/>
                      </a:cubicBezTo>
                      <a:cubicBezTo>
                        <a:pt x="355" y="34"/>
                        <a:pt x="360" y="35"/>
                        <a:pt x="362" y="39"/>
                      </a:cubicBezTo>
                      <a:cubicBezTo>
                        <a:pt x="363" y="40"/>
                        <a:pt x="356" y="46"/>
                        <a:pt x="347" y="48"/>
                      </a:cubicBezTo>
                      <a:cubicBezTo>
                        <a:pt x="342" y="50"/>
                        <a:pt x="338" y="43"/>
                        <a:pt x="334" y="40"/>
                      </a:cubicBez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3" name="Ukraine" descr="{&quot;Key&quot;:&quot;ukraine&quot;,&quot;Name&quot;:&quot;Ukraine&quot;,&quot;Value&quot;:37.0,&quot;Formula&quot;:&quot;37&quot;,&quot;Text&quot;:&quot;37&quot;,&quot;OfficeApplication&quot;:2,&quot;HasValue&quot;:true}">
                  <a:extLst>
                    <a:ext uri="{FF2B5EF4-FFF2-40B4-BE49-F238E27FC236}">
                      <a16:creationId xmlns:a16="http://schemas.microsoft.com/office/drawing/2014/main" id="{34E1D6D2-07F1-FFCB-4559-3285A3A78BA0}"/>
                    </a:ext>
                  </a:extLst>
                </p:cNvPr>
                <p:cNvSpPr>
                  <a:spLocks/>
                </p:cNvSpPr>
                <p:nvPr/>
              </p:nvSpPr>
              <p:spPr bwMode="auto">
                <a:xfrm>
                  <a:off x="4266461" y="3666263"/>
                  <a:ext cx="1418770" cy="1054490"/>
                </a:xfrm>
                <a:custGeom>
                  <a:avLst/>
                  <a:gdLst>
                    <a:gd name="T0" fmla="*/ 788 w 849"/>
                    <a:gd name="T1" fmla="*/ 258 h 586"/>
                    <a:gd name="T2" fmla="*/ 845 w 849"/>
                    <a:gd name="T3" fmla="*/ 202 h 586"/>
                    <a:gd name="T4" fmla="*/ 845 w 849"/>
                    <a:gd name="T5" fmla="*/ 179 h 586"/>
                    <a:gd name="T6" fmla="*/ 828 w 849"/>
                    <a:gd name="T7" fmla="*/ 143 h 586"/>
                    <a:gd name="T8" fmla="*/ 820 w 849"/>
                    <a:gd name="T9" fmla="*/ 100 h 586"/>
                    <a:gd name="T10" fmla="*/ 769 w 849"/>
                    <a:gd name="T11" fmla="*/ 88 h 586"/>
                    <a:gd name="T12" fmla="*/ 730 w 849"/>
                    <a:gd name="T13" fmla="*/ 91 h 586"/>
                    <a:gd name="T14" fmla="*/ 671 w 849"/>
                    <a:gd name="T15" fmla="*/ 76 h 586"/>
                    <a:gd name="T16" fmla="*/ 590 w 849"/>
                    <a:gd name="T17" fmla="*/ 112 h 586"/>
                    <a:gd name="T18" fmla="*/ 564 w 849"/>
                    <a:gd name="T19" fmla="*/ 70 h 586"/>
                    <a:gd name="T20" fmla="*/ 530 w 849"/>
                    <a:gd name="T21" fmla="*/ 71 h 586"/>
                    <a:gd name="T22" fmla="*/ 510 w 849"/>
                    <a:gd name="T23" fmla="*/ 64 h 586"/>
                    <a:gd name="T24" fmla="*/ 487 w 849"/>
                    <a:gd name="T25" fmla="*/ 25 h 586"/>
                    <a:gd name="T26" fmla="*/ 454 w 849"/>
                    <a:gd name="T27" fmla="*/ 10 h 586"/>
                    <a:gd name="T28" fmla="*/ 390 w 849"/>
                    <a:gd name="T29" fmla="*/ 52 h 586"/>
                    <a:gd name="T30" fmla="*/ 349 w 849"/>
                    <a:gd name="T31" fmla="*/ 61 h 586"/>
                    <a:gd name="T32" fmla="*/ 313 w 849"/>
                    <a:gd name="T33" fmla="*/ 123 h 586"/>
                    <a:gd name="T34" fmla="*/ 264 w 849"/>
                    <a:gd name="T35" fmla="*/ 138 h 586"/>
                    <a:gd name="T36" fmla="*/ 221 w 849"/>
                    <a:gd name="T37" fmla="*/ 134 h 586"/>
                    <a:gd name="T38" fmla="*/ 195 w 849"/>
                    <a:gd name="T39" fmla="*/ 137 h 586"/>
                    <a:gd name="T40" fmla="*/ 112 w 849"/>
                    <a:gd name="T41" fmla="*/ 138 h 586"/>
                    <a:gd name="T42" fmla="*/ 46 w 849"/>
                    <a:gd name="T43" fmla="*/ 177 h 586"/>
                    <a:gd name="T44" fmla="*/ 30 w 849"/>
                    <a:gd name="T45" fmla="*/ 184 h 586"/>
                    <a:gd name="T46" fmla="*/ 69 w 849"/>
                    <a:gd name="T47" fmla="*/ 251 h 586"/>
                    <a:gd name="T48" fmla="*/ 31 w 849"/>
                    <a:gd name="T49" fmla="*/ 376 h 586"/>
                    <a:gd name="T50" fmla="*/ 8 w 849"/>
                    <a:gd name="T51" fmla="*/ 404 h 586"/>
                    <a:gd name="T52" fmla="*/ 29 w 849"/>
                    <a:gd name="T53" fmla="*/ 444 h 586"/>
                    <a:gd name="T54" fmla="*/ 56 w 849"/>
                    <a:gd name="T55" fmla="*/ 438 h 586"/>
                    <a:gd name="T56" fmla="*/ 146 w 849"/>
                    <a:gd name="T57" fmla="*/ 450 h 586"/>
                    <a:gd name="T58" fmla="*/ 220 w 849"/>
                    <a:gd name="T59" fmla="*/ 392 h 586"/>
                    <a:gd name="T60" fmla="*/ 227 w 849"/>
                    <a:gd name="T61" fmla="*/ 381 h 586"/>
                    <a:gd name="T62" fmla="*/ 305 w 849"/>
                    <a:gd name="T63" fmla="*/ 372 h 586"/>
                    <a:gd name="T64" fmla="*/ 341 w 849"/>
                    <a:gd name="T65" fmla="*/ 387 h 586"/>
                    <a:gd name="T66" fmla="*/ 384 w 849"/>
                    <a:gd name="T67" fmla="*/ 439 h 586"/>
                    <a:gd name="T68" fmla="*/ 426 w 849"/>
                    <a:gd name="T69" fmla="*/ 480 h 586"/>
                    <a:gd name="T70" fmla="*/ 391 w 849"/>
                    <a:gd name="T71" fmla="*/ 485 h 586"/>
                    <a:gd name="T72" fmla="*/ 381 w 849"/>
                    <a:gd name="T73" fmla="*/ 492 h 586"/>
                    <a:gd name="T74" fmla="*/ 375 w 849"/>
                    <a:gd name="T75" fmla="*/ 526 h 586"/>
                    <a:gd name="T76" fmla="*/ 352 w 849"/>
                    <a:gd name="T77" fmla="*/ 569 h 586"/>
                    <a:gd name="T78" fmla="*/ 355 w 849"/>
                    <a:gd name="T79" fmla="*/ 583 h 586"/>
                    <a:gd name="T80" fmla="*/ 425 w 849"/>
                    <a:gd name="T81" fmla="*/ 573 h 586"/>
                    <a:gd name="T82" fmla="*/ 414 w 849"/>
                    <a:gd name="T83" fmla="*/ 537 h 586"/>
                    <a:gd name="T84" fmla="*/ 428 w 849"/>
                    <a:gd name="T85" fmla="*/ 523 h 586"/>
                    <a:gd name="T86" fmla="*/ 457 w 849"/>
                    <a:gd name="T87" fmla="*/ 473 h 586"/>
                    <a:gd name="T88" fmla="*/ 494 w 849"/>
                    <a:gd name="T89" fmla="*/ 441 h 586"/>
                    <a:gd name="T90" fmla="*/ 544 w 849"/>
                    <a:gd name="T91" fmla="*/ 426 h 586"/>
                    <a:gd name="T92" fmla="*/ 501 w 849"/>
                    <a:gd name="T93" fmla="*/ 456 h 586"/>
                    <a:gd name="T94" fmla="*/ 534 w 849"/>
                    <a:gd name="T95" fmla="*/ 463 h 586"/>
                    <a:gd name="T96" fmla="*/ 573 w 849"/>
                    <a:gd name="T97" fmla="*/ 453 h 586"/>
                    <a:gd name="T98" fmla="*/ 606 w 849"/>
                    <a:gd name="T99" fmla="*/ 460 h 586"/>
                    <a:gd name="T100" fmla="*/ 577 w 849"/>
                    <a:gd name="T101" fmla="*/ 492 h 586"/>
                    <a:gd name="T102" fmla="*/ 606 w 849"/>
                    <a:gd name="T103" fmla="*/ 522 h 586"/>
                    <a:gd name="T104" fmla="*/ 637 w 849"/>
                    <a:gd name="T105" fmla="*/ 564 h 586"/>
                    <a:gd name="T106" fmla="*/ 710 w 849"/>
                    <a:gd name="T107" fmla="*/ 501 h 586"/>
                    <a:gd name="T108" fmla="*/ 738 w 849"/>
                    <a:gd name="T109" fmla="*/ 488 h 586"/>
                    <a:gd name="T110" fmla="*/ 740 w 849"/>
                    <a:gd name="T111" fmla="*/ 448 h 586"/>
                    <a:gd name="T112" fmla="*/ 714 w 849"/>
                    <a:gd name="T113" fmla="*/ 473 h 586"/>
                    <a:gd name="T114" fmla="*/ 691 w 849"/>
                    <a:gd name="T115" fmla="*/ 386 h 586"/>
                    <a:gd name="T116" fmla="*/ 741 w 849"/>
                    <a:gd name="T117" fmla="*/ 354 h 586"/>
                    <a:gd name="T118" fmla="*/ 791 w 849"/>
                    <a:gd name="T119" fmla="*/ 298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9" h="586">
                      <a:moveTo>
                        <a:pt x="797" y="293"/>
                      </a:moveTo>
                      <a:cubicBezTo>
                        <a:pt x="797" y="293"/>
                        <a:pt x="797" y="293"/>
                        <a:pt x="797" y="293"/>
                      </a:cubicBezTo>
                      <a:cubicBezTo>
                        <a:pt x="792" y="288"/>
                        <a:pt x="795" y="286"/>
                        <a:pt x="796" y="281"/>
                      </a:cubicBezTo>
                      <a:cubicBezTo>
                        <a:pt x="798" y="275"/>
                        <a:pt x="790" y="283"/>
                        <a:pt x="790" y="279"/>
                      </a:cubicBezTo>
                      <a:cubicBezTo>
                        <a:pt x="790" y="275"/>
                        <a:pt x="787" y="262"/>
                        <a:pt x="788" y="258"/>
                      </a:cubicBezTo>
                      <a:cubicBezTo>
                        <a:pt x="789" y="258"/>
                        <a:pt x="805" y="243"/>
                        <a:pt x="805" y="243"/>
                      </a:cubicBezTo>
                      <a:cubicBezTo>
                        <a:pt x="807" y="241"/>
                        <a:pt x="804" y="238"/>
                        <a:pt x="804" y="236"/>
                      </a:cubicBezTo>
                      <a:cubicBezTo>
                        <a:pt x="803" y="233"/>
                        <a:pt x="803" y="231"/>
                        <a:pt x="804" y="228"/>
                      </a:cubicBezTo>
                      <a:cubicBezTo>
                        <a:pt x="813" y="218"/>
                        <a:pt x="839" y="223"/>
                        <a:pt x="847" y="211"/>
                      </a:cubicBezTo>
                      <a:cubicBezTo>
                        <a:pt x="849" y="208"/>
                        <a:pt x="846" y="205"/>
                        <a:pt x="845" y="202"/>
                      </a:cubicBezTo>
                      <a:cubicBezTo>
                        <a:pt x="844" y="201"/>
                        <a:pt x="842" y="201"/>
                        <a:pt x="842" y="199"/>
                      </a:cubicBezTo>
                      <a:cubicBezTo>
                        <a:pt x="842" y="198"/>
                        <a:pt x="846" y="198"/>
                        <a:pt x="846" y="197"/>
                      </a:cubicBezTo>
                      <a:cubicBezTo>
                        <a:pt x="846" y="195"/>
                        <a:pt x="843" y="194"/>
                        <a:pt x="843" y="192"/>
                      </a:cubicBezTo>
                      <a:cubicBezTo>
                        <a:pt x="842" y="189"/>
                        <a:pt x="843" y="186"/>
                        <a:pt x="843" y="182"/>
                      </a:cubicBezTo>
                      <a:cubicBezTo>
                        <a:pt x="843" y="181"/>
                        <a:pt x="845" y="180"/>
                        <a:pt x="845" y="179"/>
                      </a:cubicBezTo>
                      <a:cubicBezTo>
                        <a:pt x="847" y="172"/>
                        <a:pt x="837" y="178"/>
                        <a:pt x="837" y="178"/>
                      </a:cubicBezTo>
                      <a:cubicBezTo>
                        <a:pt x="835" y="177"/>
                        <a:pt x="839" y="174"/>
                        <a:pt x="838" y="172"/>
                      </a:cubicBezTo>
                      <a:cubicBezTo>
                        <a:pt x="836" y="168"/>
                        <a:pt x="833" y="164"/>
                        <a:pt x="830" y="161"/>
                      </a:cubicBezTo>
                      <a:cubicBezTo>
                        <a:pt x="826" y="157"/>
                        <a:pt x="820" y="167"/>
                        <a:pt x="819" y="160"/>
                      </a:cubicBezTo>
                      <a:cubicBezTo>
                        <a:pt x="816" y="142"/>
                        <a:pt x="818" y="147"/>
                        <a:pt x="828" y="143"/>
                      </a:cubicBezTo>
                      <a:cubicBezTo>
                        <a:pt x="829" y="142"/>
                        <a:pt x="833" y="133"/>
                        <a:pt x="830" y="134"/>
                      </a:cubicBezTo>
                      <a:cubicBezTo>
                        <a:pt x="822" y="135"/>
                        <a:pt x="818" y="141"/>
                        <a:pt x="811" y="135"/>
                      </a:cubicBezTo>
                      <a:cubicBezTo>
                        <a:pt x="804" y="129"/>
                        <a:pt x="817" y="128"/>
                        <a:pt x="818" y="125"/>
                      </a:cubicBezTo>
                      <a:cubicBezTo>
                        <a:pt x="820" y="123"/>
                        <a:pt x="818" y="120"/>
                        <a:pt x="818" y="118"/>
                      </a:cubicBezTo>
                      <a:cubicBezTo>
                        <a:pt x="820" y="111"/>
                        <a:pt x="827" y="107"/>
                        <a:pt x="820" y="100"/>
                      </a:cubicBezTo>
                      <a:cubicBezTo>
                        <a:pt x="818" y="97"/>
                        <a:pt x="814" y="96"/>
                        <a:pt x="812" y="94"/>
                      </a:cubicBezTo>
                      <a:cubicBezTo>
                        <a:pt x="809" y="91"/>
                        <a:pt x="816" y="83"/>
                        <a:pt x="811" y="83"/>
                      </a:cubicBezTo>
                      <a:cubicBezTo>
                        <a:pt x="800" y="82"/>
                        <a:pt x="807" y="91"/>
                        <a:pt x="799" y="93"/>
                      </a:cubicBezTo>
                      <a:cubicBezTo>
                        <a:pt x="770" y="98"/>
                        <a:pt x="806" y="89"/>
                        <a:pt x="783" y="85"/>
                      </a:cubicBezTo>
                      <a:cubicBezTo>
                        <a:pt x="775" y="84"/>
                        <a:pt x="775" y="92"/>
                        <a:pt x="769" y="88"/>
                      </a:cubicBezTo>
                      <a:cubicBezTo>
                        <a:pt x="766" y="87"/>
                        <a:pt x="765" y="85"/>
                        <a:pt x="763" y="83"/>
                      </a:cubicBezTo>
                      <a:cubicBezTo>
                        <a:pt x="758" y="79"/>
                        <a:pt x="760" y="92"/>
                        <a:pt x="754" y="92"/>
                      </a:cubicBezTo>
                      <a:cubicBezTo>
                        <a:pt x="750" y="92"/>
                        <a:pt x="746" y="91"/>
                        <a:pt x="742" y="90"/>
                      </a:cubicBezTo>
                      <a:cubicBezTo>
                        <a:pt x="740" y="88"/>
                        <a:pt x="739" y="85"/>
                        <a:pt x="737" y="85"/>
                      </a:cubicBezTo>
                      <a:cubicBezTo>
                        <a:pt x="734" y="85"/>
                        <a:pt x="733" y="91"/>
                        <a:pt x="730" y="91"/>
                      </a:cubicBezTo>
                      <a:cubicBezTo>
                        <a:pt x="726" y="91"/>
                        <a:pt x="723" y="87"/>
                        <a:pt x="718" y="86"/>
                      </a:cubicBezTo>
                      <a:cubicBezTo>
                        <a:pt x="704" y="84"/>
                        <a:pt x="726" y="106"/>
                        <a:pt x="710" y="103"/>
                      </a:cubicBezTo>
                      <a:cubicBezTo>
                        <a:pt x="706" y="103"/>
                        <a:pt x="705" y="98"/>
                        <a:pt x="702" y="96"/>
                      </a:cubicBezTo>
                      <a:cubicBezTo>
                        <a:pt x="700" y="95"/>
                        <a:pt x="696" y="96"/>
                        <a:pt x="693" y="95"/>
                      </a:cubicBezTo>
                      <a:cubicBezTo>
                        <a:pt x="685" y="92"/>
                        <a:pt x="679" y="82"/>
                        <a:pt x="671" y="76"/>
                      </a:cubicBezTo>
                      <a:cubicBezTo>
                        <a:pt x="669" y="74"/>
                        <a:pt x="648" y="96"/>
                        <a:pt x="641" y="106"/>
                      </a:cubicBezTo>
                      <a:cubicBezTo>
                        <a:pt x="639" y="109"/>
                        <a:pt x="633" y="103"/>
                        <a:pt x="629" y="103"/>
                      </a:cubicBezTo>
                      <a:cubicBezTo>
                        <a:pt x="627" y="103"/>
                        <a:pt x="627" y="106"/>
                        <a:pt x="625" y="107"/>
                      </a:cubicBezTo>
                      <a:cubicBezTo>
                        <a:pt x="622" y="109"/>
                        <a:pt x="620" y="102"/>
                        <a:pt x="616" y="101"/>
                      </a:cubicBezTo>
                      <a:cubicBezTo>
                        <a:pt x="603" y="98"/>
                        <a:pt x="600" y="117"/>
                        <a:pt x="590" y="112"/>
                      </a:cubicBezTo>
                      <a:cubicBezTo>
                        <a:pt x="586" y="111"/>
                        <a:pt x="583" y="108"/>
                        <a:pt x="580" y="105"/>
                      </a:cubicBezTo>
                      <a:cubicBezTo>
                        <a:pt x="578" y="103"/>
                        <a:pt x="576" y="100"/>
                        <a:pt x="575" y="97"/>
                      </a:cubicBezTo>
                      <a:cubicBezTo>
                        <a:pt x="575" y="95"/>
                        <a:pt x="579" y="95"/>
                        <a:pt x="578" y="93"/>
                      </a:cubicBezTo>
                      <a:cubicBezTo>
                        <a:pt x="578" y="91"/>
                        <a:pt x="563" y="78"/>
                        <a:pt x="563" y="76"/>
                      </a:cubicBezTo>
                      <a:cubicBezTo>
                        <a:pt x="562" y="74"/>
                        <a:pt x="566" y="72"/>
                        <a:pt x="564" y="70"/>
                      </a:cubicBezTo>
                      <a:cubicBezTo>
                        <a:pt x="564" y="70"/>
                        <a:pt x="563" y="70"/>
                        <a:pt x="562" y="70"/>
                      </a:cubicBezTo>
                      <a:cubicBezTo>
                        <a:pt x="560" y="70"/>
                        <a:pt x="558" y="72"/>
                        <a:pt x="556" y="72"/>
                      </a:cubicBezTo>
                      <a:cubicBezTo>
                        <a:pt x="552" y="73"/>
                        <a:pt x="551" y="66"/>
                        <a:pt x="549" y="63"/>
                      </a:cubicBezTo>
                      <a:cubicBezTo>
                        <a:pt x="549" y="62"/>
                        <a:pt x="547" y="62"/>
                        <a:pt x="546" y="62"/>
                      </a:cubicBezTo>
                      <a:cubicBezTo>
                        <a:pt x="544" y="64"/>
                        <a:pt x="532" y="71"/>
                        <a:pt x="530" y="71"/>
                      </a:cubicBezTo>
                      <a:cubicBezTo>
                        <a:pt x="529" y="72"/>
                        <a:pt x="529" y="68"/>
                        <a:pt x="527" y="68"/>
                      </a:cubicBezTo>
                      <a:cubicBezTo>
                        <a:pt x="523" y="68"/>
                        <a:pt x="519" y="69"/>
                        <a:pt x="516" y="70"/>
                      </a:cubicBezTo>
                      <a:cubicBezTo>
                        <a:pt x="515" y="70"/>
                        <a:pt x="511" y="78"/>
                        <a:pt x="508" y="73"/>
                      </a:cubicBezTo>
                      <a:cubicBezTo>
                        <a:pt x="508" y="72"/>
                        <a:pt x="510" y="70"/>
                        <a:pt x="510" y="69"/>
                      </a:cubicBezTo>
                      <a:cubicBezTo>
                        <a:pt x="511" y="68"/>
                        <a:pt x="511" y="65"/>
                        <a:pt x="510" y="64"/>
                      </a:cubicBezTo>
                      <a:cubicBezTo>
                        <a:pt x="508" y="62"/>
                        <a:pt x="506" y="64"/>
                        <a:pt x="504" y="62"/>
                      </a:cubicBezTo>
                      <a:cubicBezTo>
                        <a:pt x="501" y="60"/>
                        <a:pt x="504" y="55"/>
                        <a:pt x="502" y="52"/>
                      </a:cubicBezTo>
                      <a:cubicBezTo>
                        <a:pt x="500" y="49"/>
                        <a:pt x="492" y="48"/>
                        <a:pt x="494" y="44"/>
                      </a:cubicBezTo>
                      <a:cubicBezTo>
                        <a:pt x="496" y="42"/>
                        <a:pt x="509" y="39"/>
                        <a:pt x="506" y="34"/>
                      </a:cubicBezTo>
                      <a:cubicBezTo>
                        <a:pt x="501" y="27"/>
                        <a:pt x="490" y="27"/>
                        <a:pt x="487" y="25"/>
                      </a:cubicBezTo>
                      <a:cubicBezTo>
                        <a:pt x="485" y="23"/>
                        <a:pt x="483" y="21"/>
                        <a:pt x="482" y="18"/>
                      </a:cubicBezTo>
                      <a:cubicBezTo>
                        <a:pt x="481" y="16"/>
                        <a:pt x="483" y="13"/>
                        <a:pt x="482" y="12"/>
                      </a:cubicBezTo>
                      <a:cubicBezTo>
                        <a:pt x="480" y="10"/>
                        <a:pt x="476" y="10"/>
                        <a:pt x="474" y="8"/>
                      </a:cubicBezTo>
                      <a:cubicBezTo>
                        <a:pt x="470" y="6"/>
                        <a:pt x="469" y="1"/>
                        <a:pt x="465" y="1"/>
                      </a:cubicBezTo>
                      <a:cubicBezTo>
                        <a:pt x="460" y="0"/>
                        <a:pt x="459" y="10"/>
                        <a:pt x="454" y="10"/>
                      </a:cubicBezTo>
                      <a:cubicBezTo>
                        <a:pt x="452" y="10"/>
                        <a:pt x="452" y="6"/>
                        <a:pt x="451" y="6"/>
                      </a:cubicBezTo>
                      <a:cubicBezTo>
                        <a:pt x="429" y="4"/>
                        <a:pt x="442" y="17"/>
                        <a:pt x="429" y="22"/>
                      </a:cubicBezTo>
                      <a:cubicBezTo>
                        <a:pt x="429" y="22"/>
                        <a:pt x="405" y="24"/>
                        <a:pt x="404" y="24"/>
                      </a:cubicBezTo>
                      <a:cubicBezTo>
                        <a:pt x="403" y="24"/>
                        <a:pt x="407" y="41"/>
                        <a:pt x="402" y="46"/>
                      </a:cubicBezTo>
                      <a:cubicBezTo>
                        <a:pt x="399" y="49"/>
                        <a:pt x="395" y="52"/>
                        <a:pt x="390" y="52"/>
                      </a:cubicBezTo>
                      <a:cubicBezTo>
                        <a:pt x="388" y="52"/>
                        <a:pt x="389" y="49"/>
                        <a:pt x="387" y="48"/>
                      </a:cubicBezTo>
                      <a:cubicBezTo>
                        <a:pt x="386" y="47"/>
                        <a:pt x="384" y="50"/>
                        <a:pt x="383" y="49"/>
                      </a:cubicBezTo>
                      <a:cubicBezTo>
                        <a:pt x="377" y="51"/>
                        <a:pt x="370" y="51"/>
                        <a:pt x="365" y="54"/>
                      </a:cubicBezTo>
                      <a:cubicBezTo>
                        <a:pt x="362" y="55"/>
                        <a:pt x="364" y="59"/>
                        <a:pt x="361" y="60"/>
                      </a:cubicBezTo>
                      <a:cubicBezTo>
                        <a:pt x="358" y="62"/>
                        <a:pt x="353" y="60"/>
                        <a:pt x="349" y="61"/>
                      </a:cubicBezTo>
                      <a:cubicBezTo>
                        <a:pt x="347" y="62"/>
                        <a:pt x="343" y="68"/>
                        <a:pt x="340" y="83"/>
                      </a:cubicBezTo>
                      <a:cubicBezTo>
                        <a:pt x="340" y="87"/>
                        <a:pt x="339" y="98"/>
                        <a:pt x="339" y="103"/>
                      </a:cubicBezTo>
                      <a:cubicBezTo>
                        <a:pt x="339" y="109"/>
                        <a:pt x="361" y="124"/>
                        <a:pt x="347" y="127"/>
                      </a:cubicBezTo>
                      <a:cubicBezTo>
                        <a:pt x="332" y="130"/>
                        <a:pt x="339" y="116"/>
                        <a:pt x="326" y="115"/>
                      </a:cubicBezTo>
                      <a:cubicBezTo>
                        <a:pt x="300" y="113"/>
                        <a:pt x="331" y="120"/>
                        <a:pt x="313" y="123"/>
                      </a:cubicBezTo>
                      <a:cubicBezTo>
                        <a:pt x="310" y="124"/>
                        <a:pt x="307" y="120"/>
                        <a:pt x="304" y="120"/>
                      </a:cubicBezTo>
                      <a:cubicBezTo>
                        <a:pt x="295" y="122"/>
                        <a:pt x="300" y="132"/>
                        <a:pt x="292" y="134"/>
                      </a:cubicBezTo>
                      <a:cubicBezTo>
                        <a:pt x="287" y="135"/>
                        <a:pt x="283" y="120"/>
                        <a:pt x="278" y="117"/>
                      </a:cubicBezTo>
                      <a:cubicBezTo>
                        <a:pt x="274" y="115"/>
                        <a:pt x="268" y="123"/>
                        <a:pt x="265" y="128"/>
                      </a:cubicBezTo>
                      <a:cubicBezTo>
                        <a:pt x="263" y="130"/>
                        <a:pt x="267" y="139"/>
                        <a:pt x="264" y="138"/>
                      </a:cubicBezTo>
                      <a:cubicBezTo>
                        <a:pt x="252" y="135"/>
                        <a:pt x="270" y="139"/>
                        <a:pt x="255" y="129"/>
                      </a:cubicBezTo>
                      <a:cubicBezTo>
                        <a:pt x="247" y="123"/>
                        <a:pt x="250" y="134"/>
                        <a:pt x="245" y="134"/>
                      </a:cubicBezTo>
                      <a:cubicBezTo>
                        <a:pt x="231" y="134"/>
                        <a:pt x="243" y="129"/>
                        <a:pt x="238" y="126"/>
                      </a:cubicBezTo>
                      <a:cubicBezTo>
                        <a:pt x="235" y="124"/>
                        <a:pt x="235" y="133"/>
                        <a:pt x="232" y="135"/>
                      </a:cubicBezTo>
                      <a:cubicBezTo>
                        <a:pt x="229" y="139"/>
                        <a:pt x="224" y="134"/>
                        <a:pt x="221" y="134"/>
                      </a:cubicBezTo>
                      <a:cubicBezTo>
                        <a:pt x="218" y="134"/>
                        <a:pt x="221" y="145"/>
                        <a:pt x="218" y="146"/>
                      </a:cubicBezTo>
                      <a:cubicBezTo>
                        <a:pt x="218" y="147"/>
                        <a:pt x="216" y="146"/>
                        <a:pt x="215" y="145"/>
                      </a:cubicBezTo>
                      <a:cubicBezTo>
                        <a:pt x="207" y="141"/>
                        <a:pt x="228" y="131"/>
                        <a:pt x="205" y="137"/>
                      </a:cubicBezTo>
                      <a:cubicBezTo>
                        <a:pt x="198" y="139"/>
                        <a:pt x="209" y="148"/>
                        <a:pt x="194" y="142"/>
                      </a:cubicBezTo>
                      <a:cubicBezTo>
                        <a:pt x="193" y="142"/>
                        <a:pt x="196" y="138"/>
                        <a:pt x="195" y="137"/>
                      </a:cubicBezTo>
                      <a:cubicBezTo>
                        <a:pt x="194" y="136"/>
                        <a:pt x="192" y="139"/>
                        <a:pt x="190" y="138"/>
                      </a:cubicBezTo>
                      <a:cubicBezTo>
                        <a:pt x="187" y="135"/>
                        <a:pt x="192" y="130"/>
                        <a:pt x="185" y="131"/>
                      </a:cubicBezTo>
                      <a:cubicBezTo>
                        <a:pt x="172" y="135"/>
                        <a:pt x="155" y="137"/>
                        <a:pt x="141" y="135"/>
                      </a:cubicBezTo>
                      <a:cubicBezTo>
                        <a:pt x="139" y="134"/>
                        <a:pt x="138" y="132"/>
                        <a:pt x="137" y="132"/>
                      </a:cubicBezTo>
                      <a:cubicBezTo>
                        <a:pt x="129" y="131"/>
                        <a:pt x="121" y="137"/>
                        <a:pt x="112" y="138"/>
                      </a:cubicBezTo>
                      <a:cubicBezTo>
                        <a:pt x="110" y="138"/>
                        <a:pt x="107" y="138"/>
                        <a:pt x="104" y="138"/>
                      </a:cubicBezTo>
                      <a:cubicBezTo>
                        <a:pt x="101" y="138"/>
                        <a:pt x="98" y="137"/>
                        <a:pt x="95" y="137"/>
                      </a:cubicBezTo>
                      <a:cubicBezTo>
                        <a:pt x="88" y="139"/>
                        <a:pt x="83" y="145"/>
                        <a:pt x="76" y="148"/>
                      </a:cubicBezTo>
                      <a:cubicBezTo>
                        <a:pt x="72" y="150"/>
                        <a:pt x="66" y="148"/>
                        <a:pt x="61" y="151"/>
                      </a:cubicBezTo>
                      <a:cubicBezTo>
                        <a:pt x="59" y="152"/>
                        <a:pt x="51" y="179"/>
                        <a:pt x="46" y="177"/>
                      </a:cubicBezTo>
                      <a:cubicBezTo>
                        <a:pt x="44" y="177"/>
                        <a:pt x="44" y="174"/>
                        <a:pt x="43" y="174"/>
                      </a:cubicBezTo>
                      <a:cubicBezTo>
                        <a:pt x="39" y="173"/>
                        <a:pt x="35" y="173"/>
                        <a:pt x="33" y="174"/>
                      </a:cubicBezTo>
                      <a:cubicBezTo>
                        <a:pt x="23" y="177"/>
                        <a:pt x="37" y="182"/>
                        <a:pt x="30" y="184"/>
                      </a:cubicBezTo>
                      <a:cubicBezTo>
                        <a:pt x="30" y="185"/>
                        <a:pt x="30" y="185"/>
                        <a:pt x="30" y="185"/>
                      </a:cubicBezTo>
                      <a:cubicBezTo>
                        <a:pt x="30" y="184"/>
                        <a:pt x="30" y="184"/>
                        <a:pt x="30" y="184"/>
                      </a:cubicBezTo>
                      <a:cubicBezTo>
                        <a:pt x="31" y="186"/>
                        <a:pt x="34" y="188"/>
                        <a:pt x="35" y="190"/>
                      </a:cubicBezTo>
                      <a:cubicBezTo>
                        <a:pt x="36" y="194"/>
                        <a:pt x="34" y="198"/>
                        <a:pt x="35" y="201"/>
                      </a:cubicBezTo>
                      <a:cubicBezTo>
                        <a:pt x="40" y="211"/>
                        <a:pt x="56" y="222"/>
                        <a:pt x="65" y="229"/>
                      </a:cubicBezTo>
                      <a:cubicBezTo>
                        <a:pt x="67" y="231"/>
                        <a:pt x="54" y="230"/>
                        <a:pt x="57" y="236"/>
                      </a:cubicBezTo>
                      <a:cubicBezTo>
                        <a:pt x="57" y="236"/>
                        <a:pt x="69" y="246"/>
                        <a:pt x="69" y="251"/>
                      </a:cubicBezTo>
                      <a:cubicBezTo>
                        <a:pt x="67" y="271"/>
                        <a:pt x="61" y="259"/>
                        <a:pt x="51" y="267"/>
                      </a:cubicBezTo>
                      <a:cubicBezTo>
                        <a:pt x="46" y="271"/>
                        <a:pt x="12" y="335"/>
                        <a:pt x="13" y="340"/>
                      </a:cubicBezTo>
                      <a:cubicBezTo>
                        <a:pt x="14" y="346"/>
                        <a:pt x="20" y="350"/>
                        <a:pt x="22" y="356"/>
                      </a:cubicBezTo>
                      <a:cubicBezTo>
                        <a:pt x="22" y="359"/>
                        <a:pt x="18" y="363"/>
                        <a:pt x="20" y="365"/>
                      </a:cubicBezTo>
                      <a:cubicBezTo>
                        <a:pt x="30" y="377"/>
                        <a:pt x="24" y="354"/>
                        <a:pt x="31" y="376"/>
                      </a:cubicBezTo>
                      <a:cubicBezTo>
                        <a:pt x="31" y="377"/>
                        <a:pt x="29" y="374"/>
                        <a:pt x="28" y="374"/>
                      </a:cubicBezTo>
                      <a:cubicBezTo>
                        <a:pt x="25" y="373"/>
                        <a:pt x="22" y="374"/>
                        <a:pt x="20" y="374"/>
                      </a:cubicBezTo>
                      <a:cubicBezTo>
                        <a:pt x="18" y="374"/>
                        <a:pt x="16" y="374"/>
                        <a:pt x="14" y="373"/>
                      </a:cubicBezTo>
                      <a:cubicBezTo>
                        <a:pt x="14" y="379"/>
                        <a:pt x="10" y="387"/>
                        <a:pt x="10" y="392"/>
                      </a:cubicBezTo>
                      <a:cubicBezTo>
                        <a:pt x="9" y="396"/>
                        <a:pt x="10" y="400"/>
                        <a:pt x="8" y="404"/>
                      </a:cubicBezTo>
                      <a:cubicBezTo>
                        <a:pt x="7" y="408"/>
                        <a:pt x="1" y="409"/>
                        <a:pt x="1" y="413"/>
                      </a:cubicBezTo>
                      <a:cubicBezTo>
                        <a:pt x="0" y="417"/>
                        <a:pt x="3" y="421"/>
                        <a:pt x="3" y="425"/>
                      </a:cubicBezTo>
                      <a:cubicBezTo>
                        <a:pt x="16" y="426"/>
                        <a:pt x="7" y="432"/>
                        <a:pt x="16" y="435"/>
                      </a:cubicBezTo>
                      <a:cubicBezTo>
                        <a:pt x="18" y="436"/>
                        <a:pt x="20" y="433"/>
                        <a:pt x="22" y="434"/>
                      </a:cubicBezTo>
                      <a:cubicBezTo>
                        <a:pt x="25" y="436"/>
                        <a:pt x="26" y="442"/>
                        <a:pt x="29" y="444"/>
                      </a:cubicBezTo>
                      <a:cubicBezTo>
                        <a:pt x="31" y="445"/>
                        <a:pt x="33" y="442"/>
                        <a:pt x="35" y="442"/>
                      </a:cubicBezTo>
                      <a:cubicBezTo>
                        <a:pt x="37" y="442"/>
                        <a:pt x="39" y="443"/>
                        <a:pt x="40" y="443"/>
                      </a:cubicBezTo>
                      <a:cubicBezTo>
                        <a:pt x="47" y="448"/>
                        <a:pt x="38" y="447"/>
                        <a:pt x="45" y="453"/>
                      </a:cubicBezTo>
                      <a:cubicBezTo>
                        <a:pt x="47" y="454"/>
                        <a:pt x="50" y="452"/>
                        <a:pt x="54" y="441"/>
                      </a:cubicBezTo>
                      <a:cubicBezTo>
                        <a:pt x="55" y="440"/>
                        <a:pt x="55" y="438"/>
                        <a:pt x="56" y="438"/>
                      </a:cubicBezTo>
                      <a:cubicBezTo>
                        <a:pt x="57" y="438"/>
                        <a:pt x="72" y="445"/>
                        <a:pt x="73" y="445"/>
                      </a:cubicBezTo>
                      <a:cubicBezTo>
                        <a:pt x="74" y="445"/>
                        <a:pt x="75" y="442"/>
                        <a:pt x="76" y="442"/>
                      </a:cubicBezTo>
                      <a:cubicBezTo>
                        <a:pt x="83" y="439"/>
                        <a:pt x="102" y="446"/>
                        <a:pt x="111" y="444"/>
                      </a:cubicBezTo>
                      <a:cubicBezTo>
                        <a:pt x="116" y="442"/>
                        <a:pt x="120" y="438"/>
                        <a:pt x="125" y="437"/>
                      </a:cubicBezTo>
                      <a:cubicBezTo>
                        <a:pt x="134" y="436"/>
                        <a:pt x="140" y="448"/>
                        <a:pt x="146" y="450"/>
                      </a:cubicBezTo>
                      <a:cubicBezTo>
                        <a:pt x="155" y="453"/>
                        <a:pt x="158" y="437"/>
                        <a:pt x="160" y="435"/>
                      </a:cubicBezTo>
                      <a:cubicBezTo>
                        <a:pt x="170" y="424"/>
                        <a:pt x="196" y="425"/>
                        <a:pt x="204" y="417"/>
                      </a:cubicBezTo>
                      <a:cubicBezTo>
                        <a:pt x="219" y="403"/>
                        <a:pt x="197" y="415"/>
                        <a:pt x="208" y="401"/>
                      </a:cubicBezTo>
                      <a:cubicBezTo>
                        <a:pt x="211" y="397"/>
                        <a:pt x="215" y="395"/>
                        <a:pt x="220" y="393"/>
                      </a:cubicBezTo>
                      <a:cubicBezTo>
                        <a:pt x="220" y="392"/>
                        <a:pt x="220" y="392"/>
                        <a:pt x="220" y="392"/>
                      </a:cubicBezTo>
                      <a:cubicBezTo>
                        <a:pt x="223" y="387"/>
                        <a:pt x="223" y="387"/>
                        <a:pt x="223" y="387"/>
                      </a:cubicBezTo>
                      <a:cubicBezTo>
                        <a:pt x="223" y="386"/>
                        <a:pt x="223" y="386"/>
                        <a:pt x="223" y="386"/>
                      </a:cubicBezTo>
                      <a:cubicBezTo>
                        <a:pt x="223" y="383"/>
                        <a:pt x="223" y="383"/>
                        <a:pt x="223" y="383"/>
                      </a:cubicBezTo>
                      <a:cubicBezTo>
                        <a:pt x="229" y="384"/>
                        <a:pt x="229" y="384"/>
                        <a:pt x="229" y="384"/>
                      </a:cubicBezTo>
                      <a:cubicBezTo>
                        <a:pt x="228" y="383"/>
                        <a:pt x="227" y="382"/>
                        <a:pt x="227" y="381"/>
                      </a:cubicBezTo>
                      <a:cubicBezTo>
                        <a:pt x="227" y="380"/>
                        <a:pt x="249" y="378"/>
                        <a:pt x="250" y="377"/>
                      </a:cubicBezTo>
                      <a:cubicBezTo>
                        <a:pt x="261" y="372"/>
                        <a:pt x="257" y="363"/>
                        <a:pt x="272" y="365"/>
                      </a:cubicBezTo>
                      <a:cubicBezTo>
                        <a:pt x="279" y="365"/>
                        <a:pt x="285" y="367"/>
                        <a:pt x="291" y="371"/>
                      </a:cubicBezTo>
                      <a:cubicBezTo>
                        <a:pt x="292" y="373"/>
                        <a:pt x="291" y="376"/>
                        <a:pt x="292" y="376"/>
                      </a:cubicBezTo>
                      <a:cubicBezTo>
                        <a:pt x="296" y="376"/>
                        <a:pt x="300" y="373"/>
                        <a:pt x="305" y="372"/>
                      </a:cubicBezTo>
                      <a:cubicBezTo>
                        <a:pt x="307" y="371"/>
                        <a:pt x="304" y="377"/>
                        <a:pt x="305" y="379"/>
                      </a:cubicBezTo>
                      <a:cubicBezTo>
                        <a:pt x="306" y="384"/>
                        <a:pt x="309" y="375"/>
                        <a:pt x="310" y="376"/>
                      </a:cubicBezTo>
                      <a:cubicBezTo>
                        <a:pt x="311" y="379"/>
                        <a:pt x="311" y="382"/>
                        <a:pt x="313" y="383"/>
                      </a:cubicBezTo>
                      <a:cubicBezTo>
                        <a:pt x="315" y="386"/>
                        <a:pt x="313" y="376"/>
                        <a:pt x="317" y="375"/>
                      </a:cubicBezTo>
                      <a:cubicBezTo>
                        <a:pt x="336" y="370"/>
                        <a:pt x="327" y="381"/>
                        <a:pt x="341" y="387"/>
                      </a:cubicBezTo>
                      <a:cubicBezTo>
                        <a:pt x="347" y="389"/>
                        <a:pt x="343" y="378"/>
                        <a:pt x="348" y="380"/>
                      </a:cubicBezTo>
                      <a:cubicBezTo>
                        <a:pt x="361" y="389"/>
                        <a:pt x="352" y="401"/>
                        <a:pt x="356" y="413"/>
                      </a:cubicBezTo>
                      <a:cubicBezTo>
                        <a:pt x="356" y="416"/>
                        <a:pt x="370" y="426"/>
                        <a:pt x="374" y="427"/>
                      </a:cubicBezTo>
                      <a:cubicBezTo>
                        <a:pt x="381" y="430"/>
                        <a:pt x="372" y="417"/>
                        <a:pt x="380" y="422"/>
                      </a:cubicBezTo>
                      <a:cubicBezTo>
                        <a:pt x="390" y="427"/>
                        <a:pt x="377" y="443"/>
                        <a:pt x="384" y="439"/>
                      </a:cubicBezTo>
                      <a:cubicBezTo>
                        <a:pt x="387" y="437"/>
                        <a:pt x="386" y="446"/>
                        <a:pt x="388" y="448"/>
                      </a:cubicBezTo>
                      <a:cubicBezTo>
                        <a:pt x="391" y="451"/>
                        <a:pt x="405" y="451"/>
                        <a:pt x="409" y="454"/>
                      </a:cubicBezTo>
                      <a:cubicBezTo>
                        <a:pt x="414" y="472"/>
                        <a:pt x="414" y="472"/>
                        <a:pt x="414" y="472"/>
                      </a:cubicBezTo>
                      <a:cubicBezTo>
                        <a:pt x="414" y="473"/>
                        <a:pt x="411" y="473"/>
                        <a:pt x="412" y="474"/>
                      </a:cubicBezTo>
                      <a:cubicBezTo>
                        <a:pt x="413" y="478"/>
                        <a:pt x="426" y="479"/>
                        <a:pt x="426" y="480"/>
                      </a:cubicBezTo>
                      <a:cubicBezTo>
                        <a:pt x="422" y="482"/>
                        <a:pt x="418" y="483"/>
                        <a:pt x="416" y="485"/>
                      </a:cubicBezTo>
                      <a:cubicBezTo>
                        <a:pt x="414" y="486"/>
                        <a:pt x="415" y="487"/>
                        <a:pt x="414" y="489"/>
                      </a:cubicBezTo>
                      <a:cubicBezTo>
                        <a:pt x="412" y="491"/>
                        <a:pt x="409" y="481"/>
                        <a:pt x="404" y="481"/>
                      </a:cubicBezTo>
                      <a:cubicBezTo>
                        <a:pt x="401" y="481"/>
                        <a:pt x="404" y="491"/>
                        <a:pt x="401" y="491"/>
                      </a:cubicBezTo>
                      <a:cubicBezTo>
                        <a:pt x="399" y="490"/>
                        <a:pt x="391" y="485"/>
                        <a:pt x="391" y="485"/>
                      </a:cubicBezTo>
                      <a:cubicBezTo>
                        <a:pt x="390" y="486"/>
                        <a:pt x="391" y="490"/>
                        <a:pt x="388" y="490"/>
                      </a:cubicBezTo>
                      <a:cubicBezTo>
                        <a:pt x="387" y="491"/>
                        <a:pt x="387" y="486"/>
                        <a:pt x="386" y="487"/>
                      </a:cubicBezTo>
                      <a:cubicBezTo>
                        <a:pt x="383" y="490"/>
                        <a:pt x="384" y="494"/>
                        <a:pt x="382" y="496"/>
                      </a:cubicBezTo>
                      <a:cubicBezTo>
                        <a:pt x="382" y="496"/>
                        <a:pt x="381" y="496"/>
                        <a:pt x="380" y="495"/>
                      </a:cubicBezTo>
                      <a:cubicBezTo>
                        <a:pt x="380" y="494"/>
                        <a:pt x="381" y="494"/>
                        <a:pt x="381" y="492"/>
                      </a:cubicBezTo>
                      <a:cubicBezTo>
                        <a:pt x="381" y="490"/>
                        <a:pt x="379" y="487"/>
                        <a:pt x="378" y="485"/>
                      </a:cubicBezTo>
                      <a:cubicBezTo>
                        <a:pt x="376" y="481"/>
                        <a:pt x="371" y="489"/>
                        <a:pt x="368" y="492"/>
                      </a:cubicBezTo>
                      <a:cubicBezTo>
                        <a:pt x="360" y="502"/>
                        <a:pt x="374" y="506"/>
                        <a:pt x="375" y="511"/>
                      </a:cubicBezTo>
                      <a:cubicBezTo>
                        <a:pt x="376" y="513"/>
                        <a:pt x="373" y="516"/>
                        <a:pt x="373" y="519"/>
                      </a:cubicBezTo>
                      <a:cubicBezTo>
                        <a:pt x="373" y="522"/>
                        <a:pt x="377" y="524"/>
                        <a:pt x="375" y="526"/>
                      </a:cubicBezTo>
                      <a:cubicBezTo>
                        <a:pt x="374" y="529"/>
                        <a:pt x="370" y="529"/>
                        <a:pt x="368" y="531"/>
                      </a:cubicBezTo>
                      <a:cubicBezTo>
                        <a:pt x="363" y="535"/>
                        <a:pt x="371" y="537"/>
                        <a:pt x="368" y="541"/>
                      </a:cubicBezTo>
                      <a:cubicBezTo>
                        <a:pt x="366" y="544"/>
                        <a:pt x="362" y="546"/>
                        <a:pt x="361" y="548"/>
                      </a:cubicBezTo>
                      <a:cubicBezTo>
                        <a:pt x="356" y="556"/>
                        <a:pt x="364" y="568"/>
                        <a:pt x="360" y="569"/>
                      </a:cubicBezTo>
                      <a:cubicBezTo>
                        <a:pt x="357" y="569"/>
                        <a:pt x="354" y="568"/>
                        <a:pt x="352" y="569"/>
                      </a:cubicBezTo>
                      <a:cubicBezTo>
                        <a:pt x="352" y="569"/>
                        <a:pt x="352" y="569"/>
                        <a:pt x="352" y="569"/>
                      </a:cubicBezTo>
                      <a:cubicBezTo>
                        <a:pt x="349" y="573"/>
                        <a:pt x="349" y="573"/>
                        <a:pt x="349" y="573"/>
                      </a:cubicBezTo>
                      <a:cubicBezTo>
                        <a:pt x="349" y="575"/>
                        <a:pt x="349" y="576"/>
                        <a:pt x="348" y="576"/>
                      </a:cubicBezTo>
                      <a:cubicBezTo>
                        <a:pt x="349" y="576"/>
                        <a:pt x="351" y="575"/>
                        <a:pt x="352" y="576"/>
                      </a:cubicBezTo>
                      <a:cubicBezTo>
                        <a:pt x="353" y="578"/>
                        <a:pt x="353" y="581"/>
                        <a:pt x="355" y="583"/>
                      </a:cubicBezTo>
                      <a:cubicBezTo>
                        <a:pt x="357" y="585"/>
                        <a:pt x="382" y="586"/>
                        <a:pt x="381" y="584"/>
                      </a:cubicBezTo>
                      <a:cubicBezTo>
                        <a:pt x="381" y="583"/>
                        <a:pt x="373" y="581"/>
                        <a:pt x="379" y="578"/>
                      </a:cubicBezTo>
                      <a:cubicBezTo>
                        <a:pt x="382" y="576"/>
                        <a:pt x="386" y="577"/>
                        <a:pt x="390" y="575"/>
                      </a:cubicBezTo>
                      <a:cubicBezTo>
                        <a:pt x="395" y="572"/>
                        <a:pt x="397" y="564"/>
                        <a:pt x="404" y="562"/>
                      </a:cubicBezTo>
                      <a:cubicBezTo>
                        <a:pt x="416" y="558"/>
                        <a:pt x="422" y="562"/>
                        <a:pt x="425" y="573"/>
                      </a:cubicBezTo>
                      <a:cubicBezTo>
                        <a:pt x="426" y="569"/>
                        <a:pt x="431" y="556"/>
                        <a:pt x="424" y="554"/>
                      </a:cubicBezTo>
                      <a:cubicBezTo>
                        <a:pt x="423" y="554"/>
                        <a:pt x="425" y="556"/>
                        <a:pt x="424" y="556"/>
                      </a:cubicBezTo>
                      <a:cubicBezTo>
                        <a:pt x="423" y="557"/>
                        <a:pt x="423" y="555"/>
                        <a:pt x="422" y="554"/>
                      </a:cubicBezTo>
                      <a:cubicBezTo>
                        <a:pt x="419" y="553"/>
                        <a:pt x="421" y="563"/>
                        <a:pt x="417" y="556"/>
                      </a:cubicBezTo>
                      <a:cubicBezTo>
                        <a:pt x="414" y="551"/>
                        <a:pt x="414" y="543"/>
                        <a:pt x="414" y="537"/>
                      </a:cubicBezTo>
                      <a:cubicBezTo>
                        <a:pt x="414" y="535"/>
                        <a:pt x="410" y="529"/>
                        <a:pt x="412" y="530"/>
                      </a:cubicBezTo>
                      <a:cubicBezTo>
                        <a:pt x="417" y="532"/>
                        <a:pt x="416" y="545"/>
                        <a:pt x="421" y="543"/>
                      </a:cubicBezTo>
                      <a:cubicBezTo>
                        <a:pt x="438" y="537"/>
                        <a:pt x="427" y="535"/>
                        <a:pt x="427" y="528"/>
                      </a:cubicBezTo>
                      <a:cubicBezTo>
                        <a:pt x="427" y="526"/>
                        <a:pt x="428" y="530"/>
                        <a:pt x="429" y="529"/>
                      </a:cubicBezTo>
                      <a:cubicBezTo>
                        <a:pt x="431" y="529"/>
                        <a:pt x="426" y="524"/>
                        <a:pt x="428" y="523"/>
                      </a:cubicBezTo>
                      <a:cubicBezTo>
                        <a:pt x="431" y="522"/>
                        <a:pt x="434" y="524"/>
                        <a:pt x="437" y="523"/>
                      </a:cubicBezTo>
                      <a:cubicBezTo>
                        <a:pt x="439" y="522"/>
                        <a:pt x="441" y="520"/>
                        <a:pt x="442" y="518"/>
                      </a:cubicBezTo>
                      <a:cubicBezTo>
                        <a:pt x="447" y="508"/>
                        <a:pt x="452" y="495"/>
                        <a:pt x="455" y="484"/>
                      </a:cubicBezTo>
                      <a:cubicBezTo>
                        <a:pt x="456" y="482"/>
                        <a:pt x="451" y="479"/>
                        <a:pt x="452" y="477"/>
                      </a:cubicBezTo>
                      <a:cubicBezTo>
                        <a:pt x="453" y="475"/>
                        <a:pt x="456" y="475"/>
                        <a:pt x="457" y="473"/>
                      </a:cubicBezTo>
                      <a:cubicBezTo>
                        <a:pt x="461" y="466"/>
                        <a:pt x="450" y="467"/>
                        <a:pt x="455" y="461"/>
                      </a:cubicBezTo>
                      <a:cubicBezTo>
                        <a:pt x="467" y="445"/>
                        <a:pt x="484" y="452"/>
                        <a:pt x="484" y="447"/>
                      </a:cubicBezTo>
                      <a:cubicBezTo>
                        <a:pt x="485" y="442"/>
                        <a:pt x="478" y="436"/>
                        <a:pt x="482" y="433"/>
                      </a:cubicBezTo>
                      <a:cubicBezTo>
                        <a:pt x="485" y="431"/>
                        <a:pt x="483" y="442"/>
                        <a:pt x="487" y="444"/>
                      </a:cubicBezTo>
                      <a:cubicBezTo>
                        <a:pt x="489" y="446"/>
                        <a:pt x="491" y="442"/>
                        <a:pt x="494" y="441"/>
                      </a:cubicBezTo>
                      <a:cubicBezTo>
                        <a:pt x="497" y="440"/>
                        <a:pt x="500" y="441"/>
                        <a:pt x="504" y="440"/>
                      </a:cubicBezTo>
                      <a:cubicBezTo>
                        <a:pt x="511" y="439"/>
                        <a:pt x="502" y="427"/>
                        <a:pt x="502" y="427"/>
                      </a:cubicBezTo>
                      <a:cubicBezTo>
                        <a:pt x="502" y="420"/>
                        <a:pt x="507" y="421"/>
                        <a:pt x="504" y="416"/>
                      </a:cubicBezTo>
                      <a:cubicBezTo>
                        <a:pt x="506" y="416"/>
                        <a:pt x="507" y="415"/>
                        <a:pt x="507" y="416"/>
                      </a:cubicBezTo>
                      <a:cubicBezTo>
                        <a:pt x="508" y="449"/>
                        <a:pt x="526" y="438"/>
                        <a:pt x="544" y="426"/>
                      </a:cubicBezTo>
                      <a:cubicBezTo>
                        <a:pt x="546" y="425"/>
                        <a:pt x="539" y="430"/>
                        <a:pt x="537" y="432"/>
                      </a:cubicBezTo>
                      <a:cubicBezTo>
                        <a:pt x="534" y="436"/>
                        <a:pt x="538" y="442"/>
                        <a:pt x="533" y="443"/>
                      </a:cubicBezTo>
                      <a:cubicBezTo>
                        <a:pt x="523" y="444"/>
                        <a:pt x="512" y="445"/>
                        <a:pt x="503" y="446"/>
                      </a:cubicBezTo>
                      <a:cubicBezTo>
                        <a:pt x="502" y="446"/>
                        <a:pt x="488" y="446"/>
                        <a:pt x="490" y="448"/>
                      </a:cubicBezTo>
                      <a:cubicBezTo>
                        <a:pt x="493" y="451"/>
                        <a:pt x="497" y="455"/>
                        <a:pt x="501" y="456"/>
                      </a:cubicBezTo>
                      <a:cubicBezTo>
                        <a:pt x="503" y="456"/>
                        <a:pt x="500" y="451"/>
                        <a:pt x="502" y="451"/>
                      </a:cubicBezTo>
                      <a:cubicBezTo>
                        <a:pt x="505" y="449"/>
                        <a:pt x="509" y="451"/>
                        <a:pt x="513" y="451"/>
                      </a:cubicBezTo>
                      <a:cubicBezTo>
                        <a:pt x="514" y="451"/>
                        <a:pt x="519" y="448"/>
                        <a:pt x="519" y="451"/>
                      </a:cubicBezTo>
                      <a:cubicBezTo>
                        <a:pt x="520" y="457"/>
                        <a:pt x="506" y="461"/>
                        <a:pt x="510" y="465"/>
                      </a:cubicBezTo>
                      <a:cubicBezTo>
                        <a:pt x="512" y="467"/>
                        <a:pt x="532" y="462"/>
                        <a:pt x="534" y="463"/>
                      </a:cubicBezTo>
                      <a:cubicBezTo>
                        <a:pt x="536" y="464"/>
                        <a:pt x="534" y="468"/>
                        <a:pt x="536" y="468"/>
                      </a:cubicBezTo>
                      <a:cubicBezTo>
                        <a:pt x="540" y="470"/>
                        <a:pt x="545" y="470"/>
                        <a:pt x="550" y="469"/>
                      </a:cubicBezTo>
                      <a:cubicBezTo>
                        <a:pt x="554" y="468"/>
                        <a:pt x="556" y="462"/>
                        <a:pt x="560" y="460"/>
                      </a:cubicBezTo>
                      <a:cubicBezTo>
                        <a:pt x="564" y="458"/>
                        <a:pt x="569" y="459"/>
                        <a:pt x="573" y="457"/>
                      </a:cubicBezTo>
                      <a:cubicBezTo>
                        <a:pt x="574" y="457"/>
                        <a:pt x="572" y="454"/>
                        <a:pt x="573" y="453"/>
                      </a:cubicBezTo>
                      <a:cubicBezTo>
                        <a:pt x="574" y="452"/>
                        <a:pt x="576" y="455"/>
                        <a:pt x="577" y="455"/>
                      </a:cubicBezTo>
                      <a:cubicBezTo>
                        <a:pt x="580" y="453"/>
                        <a:pt x="579" y="446"/>
                        <a:pt x="581" y="447"/>
                      </a:cubicBezTo>
                      <a:cubicBezTo>
                        <a:pt x="586" y="448"/>
                        <a:pt x="591" y="459"/>
                        <a:pt x="595" y="455"/>
                      </a:cubicBezTo>
                      <a:cubicBezTo>
                        <a:pt x="598" y="452"/>
                        <a:pt x="597" y="447"/>
                        <a:pt x="601" y="445"/>
                      </a:cubicBezTo>
                      <a:cubicBezTo>
                        <a:pt x="610" y="439"/>
                        <a:pt x="600" y="455"/>
                        <a:pt x="606" y="460"/>
                      </a:cubicBezTo>
                      <a:cubicBezTo>
                        <a:pt x="609" y="462"/>
                        <a:pt x="614" y="455"/>
                        <a:pt x="614" y="458"/>
                      </a:cubicBezTo>
                      <a:cubicBezTo>
                        <a:pt x="614" y="460"/>
                        <a:pt x="596" y="478"/>
                        <a:pt x="593" y="479"/>
                      </a:cubicBezTo>
                      <a:cubicBezTo>
                        <a:pt x="591" y="480"/>
                        <a:pt x="589" y="477"/>
                        <a:pt x="588" y="478"/>
                      </a:cubicBezTo>
                      <a:cubicBezTo>
                        <a:pt x="587" y="479"/>
                        <a:pt x="590" y="481"/>
                        <a:pt x="590" y="482"/>
                      </a:cubicBezTo>
                      <a:cubicBezTo>
                        <a:pt x="590" y="482"/>
                        <a:pt x="578" y="492"/>
                        <a:pt x="577" y="492"/>
                      </a:cubicBezTo>
                      <a:cubicBezTo>
                        <a:pt x="576" y="494"/>
                        <a:pt x="575" y="495"/>
                        <a:pt x="575" y="497"/>
                      </a:cubicBezTo>
                      <a:cubicBezTo>
                        <a:pt x="575" y="498"/>
                        <a:pt x="576" y="499"/>
                        <a:pt x="576" y="499"/>
                      </a:cubicBezTo>
                      <a:cubicBezTo>
                        <a:pt x="576" y="500"/>
                        <a:pt x="555" y="514"/>
                        <a:pt x="563" y="517"/>
                      </a:cubicBezTo>
                      <a:cubicBezTo>
                        <a:pt x="577" y="522"/>
                        <a:pt x="574" y="513"/>
                        <a:pt x="586" y="513"/>
                      </a:cubicBezTo>
                      <a:cubicBezTo>
                        <a:pt x="590" y="513"/>
                        <a:pt x="602" y="524"/>
                        <a:pt x="606" y="522"/>
                      </a:cubicBezTo>
                      <a:cubicBezTo>
                        <a:pt x="611" y="520"/>
                        <a:pt x="615" y="514"/>
                        <a:pt x="622" y="521"/>
                      </a:cubicBezTo>
                      <a:cubicBezTo>
                        <a:pt x="637" y="537"/>
                        <a:pt x="624" y="534"/>
                        <a:pt x="627" y="543"/>
                      </a:cubicBezTo>
                      <a:cubicBezTo>
                        <a:pt x="630" y="551"/>
                        <a:pt x="634" y="554"/>
                        <a:pt x="633" y="555"/>
                      </a:cubicBezTo>
                      <a:cubicBezTo>
                        <a:pt x="631" y="557"/>
                        <a:pt x="623" y="557"/>
                        <a:pt x="624" y="560"/>
                      </a:cubicBezTo>
                      <a:cubicBezTo>
                        <a:pt x="626" y="564"/>
                        <a:pt x="633" y="562"/>
                        <a:pt x="637" y="564"/>
                      </a:cubicBezTo>
                      <a:cubicBezTo>
                        <a:pt x="641" y="565"/>
                        <a:pt x="641" y="569"/>
                        <a:pt x="646" y="569"/>
                      </a:cubicBezTo>
                      <a:cubicBezTo>
                        <a:pt x="675" y="565"/>
                        <a:pt x="669" y="533"/>
                        <a:pt x="687" y="520"/>
                      </a:cubicBezTo>
                      <a:cubicBezTo>
                        <a:pt x="691" y="517"/>
                        <a:pt x="694" y="515"/>
                        <a:pt x="699" y="515"/>
                      </a:cubicBezTo>
                      <a:cubicBezTo>
                        <a:pt x="701" y="515"/>
                        <a:pt x="704" y="517"/>
                        <a:pt x="705" y="516"/>
                      </a:cubicBezTo>
                      <a:cubicBezTo>
                        <a:pt x="709" y="512"/>
                        <a:pt x="706" y="504"/>
                        <a:pt x="710" y="501"/>
                      </a:cubicBezTo>
                      <a:cubicBezTo>
                        <a:pt x="714" y="498"/>
                        <a:pt x="716" y="499"/>
                        <a:pt x="717" y="494"/>
                      </a:cubicBezTo>
                      <a:cubicBezTo>
                        <a:pt x="718" y="494"/>
                        <a:pt x="716" y="494"/>
                        <a:pt x="715" y="494"/>
                      </a:cubicBezTo>
                      <a:cubicBezTo>
                        <a:pt x="713" y="491"/>
                        <a:pt x="717" y="485"/>
                        <a:pt x="719" y="485"/>
                      </a:cubicBezTo>
                      <a:cubicBezTo>
                        <a:pt x="722" y="483"/>
                        <a:pt x="726" y="483"/>
                        <a:pt x="729" y="483"/>
                      </a:cubicBezTo>
                      <a:cubicBezTo>
                        <a:pt x="732" y="484"/>
                        <a:pt x="735" y="489"/>
                        <a:pt x="738" y="488"/>
                      </a:cubicBezTo>
                      <a:cubicBezTo>
                        <a:pt x="742" y="487"/>
                        <a:pt x="743" y="482"/>
                        <a:pt x="747" y="481"/>
                      </a:cubicBezTo>
                      <a:cubicBezTo>
                        <a:pt x="749" y="479"/>
                        <a:pt x="753" y="481"/>
                        <a:pt x="756" y="479"/>
                      </a:cubicBezTo>
                      <a:cubicBezTo>
                        <a:pt x="767" y="475"/>
                        <a:pt x="758" y="465"/>
                        <a:pt x="759" y="456"/>
                      </a:cubicBezTo>
                      <a:cubicBezTo>
                        <a:pt x="760" y="451"/>
                        <a:pt x="767" y="447"/>
                        <a:pt x="764" y="443"/>
                      </a:cubicBezTo>
                      <a:cubicBezTo>
                        <a:pt x="764" y="443"/>
                        <a:pt x="741" y="448"/>
                        <a:pt x="740" y="448"/>
                      </a:cubicBezTo>
                      <a:cubicBezTo>
                        <a:pt x="737" y="451"/>
                        <a:pt x="740" y="457"/>
                        <a:pt x="736" y="459"/>
                      </a:cubicBezTo>
                      <a:cubicBezTo>
                        <a:pt x="734" y="460"/>
                        <a:pt x="731" y="459"/>
                        <a:pt x="729" y="458"/>
                      </a:cubicBezTo>
                      <a:cubicBezTo>
                        <a:pt x="727" y="457"/>
                        <a:pt x="728" y="454"/>
                        <a:pt x="726" y="454"/>
                      </a:cubicBezTo>
                      <a:cubicBezTo>
                        <a:pt x="722" y="454"/>
                        <a:pt x="726" y="462"/>
                        <a:pt x="723" y="466"/>
                      </a:cubicBezTo>
                      <a:cubicBezTo>
                        <a:pt x="721" y="469"/>
                        <a:pt x="718" y="472"/>
                        <a:pt x="714" y="473"/>
                      </a:cubicBezTo>
                      <a:cubicBezTo>
                        <a:pt x="704" y="476"/>
                        <a:pt x="672" y="446"/>
                        <a:pt x="667" y="439"/>
                      </a:cubicBezTo>
                      <a:cubicBezTo>
                        <a:pt x="666" y="437"/>
                        <a:pt x="658" y="423"/>
                        <a:pt x="659" y="422"/>
                      </a:cubicBezTo>
                      <a:cubicBezTo>
                        <a:pt x="662" y="419"/>
                        <a:pt x="666" y="428"/>
                        <a:pt x="670" y="427"/>
                      </a:cubicBezTo>
                      <a:cubicBezTo>
                        <a:pt x="683" y="425"/>
                        <a:pt x="679" y="399"/>
                        <a:pt x="684" y="391"/>
                      </a:cubicBezTo>
                      <a:cubicBezTo>
                        <a:pt x="686" y="389"/>
                        <a:pt x="689" y="388"/>
                        <a:pt x="691" y="386"/>
                      </a:cubicBezTo>
                      <a:cubicBezTo>
                        <a:pt x="693" y="382"/>
                        <a:pt x="693" y="377"/>
                        <a:pt x="696" y="374"/>
                      </a:cubicBezTo>
                      <a:cubicBezTo>
                        <a:pt x="705" y="362"/>
                        <a:pt x="709" y="363"/>
                        <a:pt x="717" y="367"/>
                      </a:cubicBezTo>
                      <a:cubicBezTo>
                        <a:pt x="717" y="367"/>
                        <a:pt x="717" y="366"/>
                        <a:pt x="718" y="365"/>
                      </a:cubicBezTo>
                      <a:cubicBezTo>
                        <a:pt x="723" y="360"/>
                        <a:pt x="717" y="349"/>
                        <a:pt x="730" y="348"/>
                      </a:cubicBezTo>
                      <a:cubicBezTo>
                        <a:pt x="735" y="348"/>
                        <a:pt x="738" y="357"/>
                        <a:pt x="741" y="354"/>
                      </a:cubicBezTo>
                      <a:cubicBezTo>
                        <a:pt x="745" y="352"/>
                        <a:pt x="740" y="345"/>
                        <a:pt x="742" y="341"/>
                      </a:cubicBezTo>
                      <a:cubicBezTo>
                        <a:pt x="742" y="340"/>
                        <a:pt x="755" y="325"/>
                        <a:pt x="755" y="325"/>
                      </a:cubicBezTo>
                      <a:cubicBezTo>
                        <a:pt x="757" y="324"/>
                        <a:pt x="760" y="330"/>
                        <a:pt x="761" y="328"/>
                      </a:cubicBezTo>
                      <a:cubicBezTo>
                        <a:pt x="762" y="326"/>
                        <a:pt x="763" y="311"/>
                        <a:pt x="766" y="308"/>
                      </a:cubicBezTo>
                      <a:cubicBezTo>
                        <a:pt x="771" y="305"/>
                        <a:pt x="785" y="299"/>
                        <a:pt x="791" y="298"/>
                      </a:cubicBezTo>
                      <a:cubicBezTo>
                        <a:pt x="792" y="298"/>
                        <a:pt x="793" y="303"/>
                        <a:pt x="794" y="302"/>
                      </a:cubicBezTo>
                      <a:cubicBezTo>
                        <a:pt x="796" y="300"/>
                        <a:pt x="795" y="296"/>
                        <a:pt x="797" y="293"/>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4" name="Azerbaijan" descr="{&quot;Key&quot;:&quot;azerbaijan&quot;,&quot;Name&quot;:&quot;Azerbaijan&quot;,&quot;Value&quot;:16.0,&quot;Formula&quot;:&quot;16&quot;,&quot;Text&quot;:&quot;16&quot;,&quot;OfficeApplication&quot;:2,&quot;HasValue&quot;:true}">
                  <a:extLst>
                    <a:ext uri="{FF2B5EF4-FFF2-40B4-BE49-F238E27FC236}">
                      <a16:creationId xmlns:a16="http://schemas.microsoft.com/office/drawing/2014/main" id="{D2395FAC-D10B-F627-AC29-44171E595F16}"/>
                    </a:ext>
                  </a:extLst>
                </p:cNvPr>
                <p:cNvSpPr>
                  <a:spLocks noEditPoints="1"/>
                </p:cNvSpPr>
                <p:nvPr/>
              </p:nvSpPr>
              <p:spPr bwMode="auto">
                <a:xfrm>
                  <a:off x="6430159" y="4386247"/>
                  <a:ext cx="496125" cy="503352"/>
                </a:xfrm>
                <a:custGeom>
                  <a:avLst/>
                  <a:gdLst>
                    <a:gd name="T0" fmla="*/ 7 w 297"/>
                    <a:gd name="T1" fmla="*/ 150 h 280"/>
                    <a:gd name="T2" fmla="*/ 9 w 297"/>
                    <a:gd name="T3" fmla="*/ 139 h 280"/>
                    <a:gd name="T4" fmla="*/ 31 w 297"/>
                    <a:gd name="T5" fmla="*/ 148 h 280"/>
                    <a:gd name="T6" fmla="*/ 82 w 297"/>
                    <a:gd name="T7" fmla="*/ 182 h 280"/>
                    <a:gd name="T8" fmla="*/ 70 w 297"/>
                    <a:gd name="T9" fmla="*/ 209 h 280"/>
                    <a:gd name="T10" fmla="*/ 132 w 297"/>
                    <a:gd name="T11" fmla="*/ 212 h 280"/>
                    <a:gd name="T12" fmla="*/ 137 w 297"/>
                    <a:gd name="T13" fmla="*/ 237 h 280"/>
                    <a:gd name="T14" fmla="*/ 152 w 297"/>
                    <a:gd name="T15" fmla="*/ 257 h 280"/>
                    <a:gd name="T16" fmla="*/ 168 w 297"/>
                    <a:gd name="T17" fmla="*/ 223 h 280"/>
                    <a:gd name="T18" fmla="*/ 197 w 297"/>
                    <a:gd name="T19" fmla="*/ 160 h 280"/>
                    <a:gd name="T20" fmla="*/ 227 w 297"/>
                    <a:gd name="T21" fmla="*/ 171 h 280"/>
                    <a:gd name="T22" fmla="*/ 228 w 297"/>
                    <a:gd name="T23" fmla="*/ 216 h 280"/>
                    <a:gd name="T24" fmla="*/ 256 w 297"/>
                    <a:gd name="T25" fmla="*/ 219 h 280"/>
                    <a:gd name="T26" fmla="*/ 268 w 297"/>
                    <a:gd name="T27" fmla="*/ 191 h 280"/>
                    <a:gd name="T28" fmla="*/ 275 w 297"/>
                    <a:gd name="T29" fmla="*/ 166 h 280"/>
                    <a:gd name="T30" fmla="*/ 279 w 297"/>
                    <a:gd name="T31" fmla="*/ 166 h 280"/>
                    <a:gd name="T32" fmla="*/ 281 w 297"/>
                    <a:gd name="T33" fmla="*/ 147 h 280"/>
                    <a:gd name="T34" fmla="*/ 268 w 297"/>
                    <a:gd name="T35" fmla="*/ 119 h 280"/>
                    <a:gd name="T36" fmla="*/ 267 w 297"/>
                    <a:gd name="T37" fmla="*/ 61 h 280"/>
                    <a:gd name="T38" fmla="*/ 279 w 297"/>
                    <a:gd name="T39" fmla="*/ 55 h 280"/>
                    <a:gd name="T40" fmla="*/ 268 w 297"/>
                    <a:gd name="T41" fmla="*/ 41 h 280"/>
                    <a:gd name="T42" fmla="*/ 227 w 297"/>
                    <a:gd name="T43" fmla="*/ 43 h 280"/>
                    <a:gd name="T44" fmla="*/ 152 w 297"/>
                    <a:gd name="T45" fmla="*/ 0 h 280"/>
                    <a:gd name="T46" fmla="*/ 142 w 297"/>
                    <a:gd name="T47" fmla="*/ 41 h 280"/>
                    <a:gd name="T48" fmla="*/ 93 w 297"/>
                    <a:gd name="T49" fmla="*/ 60 h 280"/>
                    <a:gd name="T50" fmla="*/ 61 w 297"/>
                    <a:gd name="T51" fmla="*/ 52 h 280"/>
                    <a:gd name="T52" fmla="*/ 50 w 297"/>
                    <a:gd name="T53" fmla="*/ 56 h 280"/>
                    <a:gd name="T54" fmla="*/ 43 w 297"/>
                    <a:gd name="T55" fmla="*/ 74 h 280"/>
                    <a:gd name="T56" fmla="*/ 54 w 297"/>
                    <a:gd name="T57" fmla="*/ 85 h 280"/>
                    <a:gd name="T58" fmla="*/ 47 w 297"/>
                    <a:gd name="T59" fmla="*/ 120 h 280"/>
                    <a:gd name="T60" fmla="*/ 35 w 297"/>
                    <a:gd name="T61" fmla="*/ 113 h 280"/>
                    <a:gd name="T62" fmla="*/ 134 w 297"/>
                    <a:gd name="T63" fmla="*/ 268 h 280"/>
                    <a:gd name="T64" fmla="*/ 112 w 297"/>
                    <a:gd name="T65" fmla="*/ 246 h 280"/>
                    <a:gd name="T66" fmla="*/ 78 w 297"/>
                    <a:gd name="T67" fmla="*/ 246 h 280"/>
                    <a:gd name="T68" fmla="*/ 48 w 297"/>
                    <a:gd name="T69" fmla="*/ 238 h 280"/>
                    <a:gd name="T70" fmla="*/ 55 w 297"/>
                    <a:gd name="T71" fmla="*/ 264 h 280"/>
                    <a:gd name="T72" fmla="*/ 82 w 297"/>
                    <a:gd name="T73" fmla="*/ 272 h 280"/>
                    <a:gd name="T74" fmla="*/ 134 w 297"/>
                    <a:gd name="T75" fmla="*/ 268 h 280"/>
                    <a:gd name="T76" fmla="*/ 151 w 297"/>
                    <a:gd name="T77" fmla="*/ 0 h 280"/>
                    <a:gd name="T78" fmla="*/ 151 w 297"/>
                    <a:gd name="T79" fmla="*/ 0 h 280"/>
                    <a:gd name="T80" fmla="*/ 46 w 297"/>
                    <a:gd name="T81" fmla="*/ 164 h 280"/>
                    <a:gd name="T82" fmla="*/ 150 w 297"/>
                    <a:gd name="T83" fmla="*/ 0 h 280"/>
                    <a:gd name="T84" fmla="*/ 150 w 297"/>
                    <a:gd name="T85" fmla="*/ 0 h 280"/>
                    <a:gd name="T86" fmla="*/ 150 w 297"/>
                    <a:gd name="T87" fmla="*/ 0 h 280"/>
                    <a:gd name="T88" fmla="*/ 151 w 297"/>
                    <a:gd name="T89" fmla="*/ 0 h 280"/>
                    <a:gd name="T90" fmla="*/ 152 w 297"/>
                    <a:gd name="T91"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7" h="280">
                      <a:moveTo>
                        <a:pt x="7" y="150"/>
                      </a:moveTo>
                      <a:cubicBezTo>
                        <a:pt x="8" y="151"/>
                        <a:pt x="9" y="151"/>
                        <a:pt x="10" y="151"/>
                      </a:cubicBezTo>
                      <a:cubicBezTo>
                        <a:pt x="11" y="154"/>
                        <a:pt x="0" y="154"/>
                        <a:pt x="7" y="150"/>
                      </a:cubicBezTo>
                      <a:moveTo>
                        <a:pt x="0" y="137"/>
                      </a:moveTo>
                      <a:cubicBezTo>
                        <a:pt x="1" y="138"/>
                        <a:pt x="2" y="141"/>
                        <a:pt x="4" y="142"/>
                      </a:cubicBezTo>
                      <a:cubicBezTo>
                        <a:pt x="6" y="142"/>
                        <a:pt x="7" y="139"/>
                        <a:pt x="9" y="139"/>
                      </a:cubicBezTo>
                      <a:cubicBezTo>
                        <a:pt x="23" y="139"/>
                        <a:pt x="7" y="146"/>
                        <a:pt x="9" y="149"/>
                      </a:cubicBezTo>
                      <a:cubicBezTo>
                        <a:pt x="12" y="151"/>
                        <a:pt x="26" y="144"/>
                        <a:pt x="30" y="143"/>
                      </a:cubicBezTo>
                      <a:cubicBezTo>
                        <a:pt x="31" y="143"/>
                        <a:pt x="30" y="148"/>
                        <a:pt x="31" y="148"/>
                      </a:cubicBezTo>
                      <a:cubicBezTo>
                        <a:pt x="35" y="150"/>
                        <a:pt x="39" y="148"/>
                        <a:pt x="43" y="150"/>
                      </a:cubicBezTo>
                      <a:cubicBezTo>
                        <a:pt x="51" y="154"/>
                        <a:pt x="33" y="163"/>
                        <a:pt x="38" y="170"/>
                      </a:cubicBezTo>
                      <a:cubicBezTo>
                        <a:pt x="47" y="182"/>
                        <a:pt x="81" y="180"/>
                        <a:pt x="82" y="182"/>
                      </a:cubicBezTo>
                      <a:cubicBezTo>
                        <a:pt x="83" y="184"/>
                        <a:pt x="85" y="198"/>
                        <a:pt x="83" y="199"/>
                      </a:cubicBezTo>
                      <a:cubicBezTo>
                        <a:pt x="80" y="202"/>
                        <a:pt x="74" y="203"/>
                        <a:pt x="70" y="206"/>
                      </a:cubicBezTo>
                      <a:cubicBezTo>
                        <a:pt x="70" y="207"/>
                        <a:pt x="69" y="209"/>
                        <a:pt x="70" y="209"/>
                      </a:cubicBezTo>
                      <a:cubicBezTo>
                        <a:pt x="74" y="210"/>
                        <a:pt x="77" y="207"/>
                        <a:pt x="81" y="207"/>
                      </a:cubicBezTo>
                      <a:cubicBezTo>
                        <a:pt x="91" y="208"/>
                        <a:pt x="103" y="219"/>
                        <a:pt x="113" y="218"/>
                      </a:cubicBezTo>
                      <a:cubicBezTo>
                        <a:pt x="116" y="218"/>
                        <a:pt x="129" y="207"/>
                        <a:pt x="132" y="212"/>
                      </a:cubicBezTo>
                      <a:cubicBezTo>
                        <a:pt x="135" y="220"/>
                        <a:pt x="126" y="218"/>
                        <a:pt x="127" y="224"/>
                      </a:cubicBezTo>
                      <a:cubicBezTo>
                        <a:pt x="127" y="233"/>
                        <a:pt x="145" y="221"/>
                        <a:pt x="146" y="233"/>
                      </a:cubicBezTo>
                      <a:cubicBezTo>
                        <a:pt x="146" y="236"/>
                        <a:pt x="139" y="236"/>
                        <a:pt x="137" y="237"/>
                      </a:cubicBezTo>
                      <a:cubicBezTo>
                        <a:pt x="137" y="238"/>
                        <a:pt x="136" y="238"/>
                        <a:pt x="136" y="240"/>
                      </a:cubicBezTo>
                      <a:cubicBezTo>
                        <a:pt x="136" y="244"/>
                        <a:pt x="141" y="241"/>
                        <a:pt x="143" y="242"/>
                      </a:cubicBezTo>
                      <a:cubicBezTo>
                        <a:pt x="148" y="245"/>
                        <a:pt x="147" y="253"/>
                        <a:pt x="152" y="257"/>
                      </a:cubicBezTo>
                      <a:cubicBezTo>
                        <a:pt x="152" y="258"/>
                        <a:pt x="152" y="258"/>
                        <a:pt x="152" y="258"/>
                      </a:cubicBezTo>
                      <a:cubicBezTo>
                        <a:pt x="154" y="255"/>
                        <a:pt x="159" y="231"/>
                        <a:pt x="159" y="231"/>
                      </a:cubicBezTo>
                      <a:cubicBezTo>
                        <a:pt x="160" y="227"/>
                        <a:pt x="166" y="227"/>
                        <a:pt x="168" y="223"/>
                      </a:cubicBezTo>
                      <a:cubicBezTo>
                        <a:pt x="169" y="220"/>
                        <a:pt x="167" y="216"/>
                        <a:pt x="167" y="213"/>
                      </a:cubicBezTo>
                      <a:cubicBezTo>
                        <a:pt x="168" y="207"/>
                        <a:pt x="173" y="203"/>
                        <a:pt x="175" y="197"/>
                      </a:cubicBezTo>
                      <a:cubicBezTo>
                        <a:pt x="177" y="192"/>
                        <a:pt x="193" y="160"/>
                        <a:pt x="197" y="160"/>
                      </a:cubicBezTo>
                      <a:cubicBezTo>
                        <a:pt x="202" y="159"/>
                        <a:pt x="206" y="163"/>
                        <a:pt x="211" y="164"/>
                      </a:cubicBezTo>
                      <a:cubicBezTo>
                        <a:pt x="215" y="165"/>
                        <a:pt x="220" y="167"/>
                        <a:pt x="224" y="168"/>
                      </a:cubicBezTo>
                      <a:cubicBezTo>
                        <a:pt x="225" y="169"/>
                        <a:pt x="228" y="169"/>
                        <a:pt x="227" y="171"/>
                      </a:cubicBezTo>
                      <a:cubicBezTo>
                        <a:pt x="225" y="176"/>
                        <a:pt x="216" y="179"/>
                        <a:pt x="219" y="186"/>
                      </a:cubicBezTo>
                      <a:cubicBezTo>
                        <a:pt x="222" y="194"/>
                        <a:pt x="233" y="186"/>
                        <a:pt x="237" y="195"/>
                      </a:cubicBezTo>
                      <a:cubicBezTo>
                        <a:pt x="240" y="204"/>
                        <a:pt x="219" y="210"/>
                        <a:pt x="228" y="216"/>
                      </a:cubicBezTo>
                      <a:cubicBezTo>
                        <a:pt x="236" y="223"/>
                        <a:pt x="234" y="215"/>
                        <a:pt x="243" y="218"/>
                      </a:cubicBezTo>
                      <a:cubicBezTo>
                        <a:pt x="249" y="219"/>
                        <a:pt x="240" y="228"/>
                        <a:pt x="252" y="224"/>
                      </a:cubicBezTo>
                      <a:cubicBezTo>
                        <a:pt x="254" y="223"/>
                        <a:pt x="254" y="219"/>
                        <a:pt x="256" y="219"/>
                      </a:cubicBezTo>
                      <a:cubicBezTo>
                        <a:pt x="261" y="219"/>
                        <a:pt x="271" y="233"/>
                        <a:pt x="276" y="228"/>
                      </a:cubicBezTo>
                      <a:cubicBezTo>
                        <a:pt x="279" y="225"/>
                        <a:pt x="281" y="222"/>
                        <a:pt x="283" y="219"/>
                      </a:cubicBezTo>
                      <a:cubicBezTo>
                        <a:pt x="276" y="207"/>
                        <a:pt x="270" y="195"/>
                        <a:pt x="268" y="191"/>
                      </a:cubicBezTo>
                      <a:cubicBezTo>
                        <a:pt x="267" y="189"/>
                        <a:pt x="270" y="186"/>
                        <a:pt x="270" y="183"/>
                      </a:cubicBezTo>
                      <a:cubicBezTo>
                        <a:pt x="270" y="177"/>
                        <a:pt x="261" y="172"/>
                        <a:pt x="264" y="167"/>
                      </a:cubicBezTo>
                      <a:cubicBezTo>
                        <a:pt x="266" y="164"/>
                        <a:pt x="272" y="164"/>
                        <a:pt x="275" y="166"/>
                      </a:cubicBezTo>
                      <a:cubicBezTo>
                        <a:pt x="279" y="169"/>
                        <a:pt x="275" y="174"/>
                        <a:pt x="276" y="177"/>
                      </a:cubicBezTo>
                      <a:cubicBezTo>
                        <a:pt x="277" y="180"/>
                        <a:pt x="281" y="173"/>
                        <a:pt x="281" y="170"/>
                      </a:cubicBezTo>
                      <a:cubicBezTo>
                        <a:pt x="281" y="169"/>
                        <a:pt x="279" y="168"/>
                        <a:pt x="279" y="166"/>
                      </a:cubicBezTo>
                      <a:cubicBezTo>
                        <a:pt x="278" y="164"/>
                        <a:pt x="279" y="162"/>
                        <a:pt x="278" y="160"/>
                      </a:cubicBezTo>
                      <a:cubicBezTo>
                        <a:pt x="276" y="156"/>
                        <a:pt x="272" y="152"/>
                        <a:pt x="273" y="147"/>
                      </a:cubicBezTo>
                      <a:cubicBezTo>
                        <a:pt x="274" y="145"/>
                        <a:pt x="279" y="148"/>
                        <a:pt x="281" y="147"/>
                      </a:cubicBezTo>
                      <a:cubicBezTo>
                        <a:pt x="283" y="146"/>
                        <a:pt x="279" y="145"/>
                        <a:pt x="278" y="143"/>
                      </a:cubicBezTo>
                      <a:cubicBezTo>
                        <a:pt x="275" y="141"/>
                        <a:pt x="271" y="139"/>
                        <a:pt x="268" y="136"/>
                      </a:cubicBezTo>
                      <a:cubicBezTo>
                        <a:pt x="261" y="126"/>
                        <a:pt x="269" y="129"/>
                        <a:pt x="268" y="119"/>
                      </a:cubicBezTo>
                      <a:cubicBezTo>
                        <a:pt x="267" y="108"/>
                        <a:pt x="252" y="91"/>
                        <a:pt x="257" y="80"/>
                      </a:cubicBezTo>
                      <a:cubicBezTo>
                        <a:pt x="265" y="66"/>
                        <a:pt x="259" y="90"/>
                        <a:pt x="267" y="68"/>
                      </a:cubicBezTo>
                      <a:cubicBezTo>
                        <a:pt x="267" y="66"/>
                        <a:pt x="266" y="62"/>
                        <a:pt x="267" y="61"/>
                      </a:cubicBezTo>
                      <a:cubicBezTo>
                        <a:pt x="268" y="59"/>
                        <a:pt x="270" y="59"/>
                        <a:pt x="271" y="59"/>
                      </a:cubicBezTo>
                      <a:cubicBezTo>
                        <a:pt x="272" y="59"/>
                        <a:pt x="273" y="61"/>
                        <a:pt x="274" y="61"/>
                      </a:cubicBezTo>
                      <a:cubicBezTo>
                        <a:pt x="276" y="59"/>
                        <a:pt x="276" y="56"/>
                        <a:pt x="279" y="55"/>
                      </a:cubicBezTo>
                      <a:cubicBezTo>
                        <a:pt x="281" y="53"/>
                        <a:pt x="284" y="51"/>
                        <a:pt x="287" y="51"/>
                      </a:cubicBezTo>
                      <a:cubicBezTo>
                        <a:pt x="290" y="51"/>
                        <a:pt x="296" y="57"/>
                        <a:pt x="296" y="53"/>
                      </a:cubicBezTo>
                      <a:cubicBezTo>
                        <a:pt x="297" y="44"/>
                        <a:pt x="274" y="39"/>
                        <a:pt x="268" y="41"/>
                      </a:cubicBezTo>
                      <a:cubicBezTo>
                        <a:pt x="254" y="46"/>
                        <a:pt x="257" y="54"/>
                        <a:pt x="240" y="51"/>
                      </a:cubicBezTo>
                      <a:cubicBezTo>
                        <a:pt x="237" y="51"/>
                        <a:pt x="236" y="44"/>
                        <a:pt x="236" y="44"/>
                      </a:cubicBezTo>
                      <a:cubicBezTo>
                        <a:pt x="235" y="42"/>
                        <a:pt x="227" y="43"/>
                        <a:pt x="227" y="43"/>
                      </a:cubicBezTo>
                      <a:cubicBezTo>
                        <a:pt x="212" y="36"/>
                        <a:pt x="212" y="36"/>
                        <a:pt x="212" y="36"/>
                      </a:cubicBezTo>
                      <a:cubicBezTo>
                        <a:pt x="202" y="31"/>
                        <a:pt x="200" y="22"/>
                        <a:pt x="189" y="17"/>
                      </a:cubicBezTo>
                      <a:cubicBezTo>
                        <a:pt x="180" y="12"/>
                        <a:pt x="162" y="1"/>
                        <a:pt x="152" y="0"/>
                      </a:cubicBezTo>
                      <a:cubicBezTo>
                        <a:pt x="152" y="0"/>
                        <a:pt x="153" y="0"/>
                        <a:pt x="154" y="0"/>
                      </a:cubicBezTo>
                      <a:cubicBezTo>
                        <a:pt x="154" y="2"/>
                        <a:pt x="154" y="2"/>
                        <a:pt x="154" y="2"/>
                      </a:cubicBezTo>
                      <a:cubicBezTo>
                        <a:pt x="145" y="34"/>
                        <a:pt x="151" y="17"/>
                        <a:pt x="142" y="41"/>
                      </a:cubicBezTo>
                      <a:cubicBezTo>
                        <a:pt x="140" y="46"/>
                        <a:pt x="144" y="61"/>
                        <a:pt x="142" y="62"/>
                      </a:cubicBezTo>
                      <a:cubicBezTo>
                        <a:pt x="137" y="69"/>
                        <a:pt x="116" y="79"/>
                        <a:pt x="108" y="73"/>
                      </a:cubicBezTo>
                      <a:cubicBezTo>
                        <a:pt x="95" y="63"/>
                        <a:pt x="126" y="68"/>
                        <a:pt x="93" y="60"/>
                      </a:cubicBezTo>
                      <a:cubicBezTo>
                        <a:pt x="91" y="59"/>
                        <a:pt x="91" y="63"/>
                        <a:pt x="90" y="63"/>
                      </a:cubicBezTo>
                      <a:cubicBezTo>
                        <a:pt x="89" y="63"/>
                        <a:pt x="76" y="59"/>
                        <a:pt x="72" y="57"/>
                      </a:cubicBezTo>
                      <a:cubicBezTo>
                        <a:pt x="61" y="52"/>
                        <a:pt x="61" y="52"/>
                        <a:pt x="61" y="52"/>
                      </a:cubicBezTo>
                      <a:cubicBezTo>
                        <a:pt x="61" y="52"/>
                        <a:pt x="61" y="52"/>
                        <a:pt x="61" y="52"/>
                      </a:cubicBezTo>
                      <a:cubicBezTo>
                        <a:pt x="59" y="53"/>
                        <a:pt x="57" y="55"/>
                        <a:pt x="56" y="55"/>
                      </a:cubicBezTo>
                      <a:cubicBezTo>
                        <a:pt x="55" y="55"/>
                        <a:pt x="52" y="56"/>
                        <a:pt x="50" y="56"/>
                      </a:cubicBezTo>
                      <a:cubicBezTo>
                        <a:pt x="50" y="57"/>
                        <a:pt x="50" y="57"/>
                        <a:pt x="50" y="57"/>
                      </a:cubicBezTo>
                      <a:cubicBezTo>
                        <a:pt x="49" y="62"/>
                        <a:pt x="50" y="66"/>
                        <a:pt x="48" y="71"/>
                      </a:cubicBezTo>
                      <a:cubicBezTo>
                        <a:pt x="48" y="73"/>
                        <a:pt x="44" y="72"/>
                        <a:pt x="43" y="74"/>
                      </a:cubicBezTo>
                      <a:cubicBezTo>
                        <a:pt x="42" y="76"/>
                        <a:pt x="48" y="84"/>
                        <a:pt x="51" y="84"/>
                      </a:cubicBezTo>
                      <a:cubicBezTo>
                        <a:pt x="52" y="84"/>
                        <a:pt x="56" y="81"/>
                        <a:pt x="56" y="82"/>
                      </a:cubicBezTo>
                      <a:cubicBezTo>
                        <a:pt x="56" y="83"/>
                        <a:pt x="54" y="84"/>
                        <a:pt x="54" y="85"/>
                      </a:cubicBezTo>
                      <a:cubicBezTo>
                        <a:pt x="53" y="87"/>
                        <a:pt x="89" y="83"/>
                        <a:pt x="85" y="102"/>
                      </a:cubicBezTo>
                      <a:cubicBezTo>
                        <a:pt x="80" y="124"/>
                        <a:pt x="75" y="105"/>
                        <a:pt x="62" y="110"/>
                      </a:cubicBezTo>
                      <a:cubicBezTo>
                        <a:pt x="51" y="114"/>
                        <a:pt x="58" y="120"/>
                        <a:pt x="47" y="120"/>
                      </a:cubicBezTo>
                      <a:cubicBezTo>
                        <a:pt x="43" y="120"/>
                        <a:pt x="39" y="119"/>
                        <a:pt x="34" y="119"/>
                      </a:cubicBezTo>
                      <a:cubicBezTo>
                        <a:pt x="34" y="119"/>
                        <a:pt x="33" y="119"/>
                        <a:pt x="33" y="118"/>
                      </a:cubicBezTo>
                      <a:cubicBezTo>
                        <a:pt x="33" y="116"/>
                        <a:pt x="37" y="113"/>
                        <a:pt x="35" y="113"/>
                      </a:cubicBezTo>
                      <a:cubicBezTo>
                        <a:pt x="26" y="110"/>
                        <a:pt x="18" y="114"/>
                        <a:pt x="10" y="116"/>
                      </a:cubicBezTo>
                      <a:cubicBezTo>
                        <a:pt x="3" y="119"/>
                        <a:pt x="3" y="130"/>
                        <a:pt x="0" y="137"/>
                      </a:cubicBezTo>
                      <a:close/>
                      <a:moveTo>
                        <a:pt x="134" y="268"/>
                      </a:moveTo>
                      <a:cubicBezTo>
                        <a:pt x="129" y="265"/>
                        <a:pt x="114" y="253"/>
                        <a:pt x="114" y="253"/>
                      </a:cubicBezTo>
                      <a:cubicBezTo>
                        <a:pt x="113" y="251"/>
                        <a:pt x="115" y="249"/>
                        <a:pt x="114" y="247"/>
                      </a:cubicBezTo>
                      <a:cubicBezTo>
                        <a:pt x="114" y="246"/>
                        <a:pt x="112" y="246"/>
                        <a:pt x="112" y="246"/>
                      </a:cubicBezTo>
                      <a:cubicBezTo>
                        <a:pt x="107" y="245"/>
                        <a:pt x="103" y="246"/>
                        <a:pt x="99" y="246"/>
                      </a:cubicBezTo>
                      <a:cubicBezTo>
                        <a:pt x="98" y="246"/>
                        <a:pt x="100" y="227"/>
                        <a:pt x="89" y="233"/>
                      </a:cubicBezTo>
                      <a:cubicBezTo>
                        <a:pt x="78" y="246"/>
                        <a:pt x="78" y="246"/>
                        <a:pt x="78" y="246"/>
                      </a:cubicBezTo>
                      <a:cubicBezTo>
                        <a:pt x="73" y="247"/>
                        <a:pt x="69" y="242"/>
                        <a:pt x="65" y="243"/>
                      </a:cubicBezTo>
                      <a:cubicBezTo>
                        <a:pt x="63" y="244"/>
                        <a:pt x="64" y="247"/>
                        <a:pt x="63" y="248"/>
                      </a:cubicBezTo>
                      <a:cubicBezTo>
                        <a:pt x="57" y="255"/>
                        <a:pt x="63" y="234"/>
                        <a:pt x="48" y="238"/>
                      </a:cubicBezTo>
                      <a:cubicBezTo>
                        <a:pt x="43" y="239"/>
                        <a:pt x="41" y="246"/>
                        <a:pt x="38" y="250"/>
                      </a:cubicBezTo>
                      <a:cubicBezTo>
                        <a:pt x="42" y="252"/>
                        <a:pt x="45" y="254"/>
                        <a:pt x="46" y="254"/>
                      </a:cubicBezTo>
                      <a:cubicBezTo>
                        <a:pt x="50" y="257"/>
                        <a:pt x="51" y="262"/>
                        <a:pt x="55" y="264"/>
                      </a:cubicBezTo>
                      <a:cubicBezTo>
                        <a:pt x="58" y="266"/>
                        <a:pt x="63" y="266"/>
                        <a:pt x="66" y="267"/>
                      </a:cubicBezTo>
                      <a:cubicBezTo>
                        <a:pt x="69" y="268"/>
                        <a:pt x="70" y="272"/>
                        <a:pt x="73" y="272"/>
                      </a:cubicBezTo>
                      <a:cubicBezTo>
                        <a:pt x="76" y="273"/>
                        <a:pt x="80" y="271"/>
                        <a:pt x="82" y="272"/>
                      </a:cubicBezTo>
                      <a:cubicBezTo>
                        <a:pt x="86" y="274"/>
                        <a:pt x="88" y="279"/>
                        <a:pt x="93" y="280"/>
                      </a:cubicBezTo>
                      <a:cubicBezTo>
                        <a:pt x="118" y="276"/>
                        <a:pt x="118" y="276"/>
                        <a:pt x="118" y="276"/>
                      </a:cubicBezTo>
                      <a:cubicBezTo>
                        <a:pt x="132" y="273"/>
                        <a:pt x="133" y="271"/>
                        <a:pt x="134" y="268"/>
                      </a:cubicBezTo>
                      <a:close/>
                      <a:moveTo>
                        <a:pt x="150" y="0"/>
                      </a:moveTo>
                      <a:cubicBezTo>
                        <a:pt x="150" y="0"/>
                        <a:pt x="150" y="0"/>
                        <a:pt x="150" y="0"/>
                      </a:cubicBezTo>
                      <a:moveTo>
                        <a:pt x="151" y="0"/>
                      </a:moveTo>
                      <a:cubicBezTo>
                        <a:pt x="151" y="0"/>
                        <a:pt x="151" y="0"/>
                        <a:pt x="151" y="0"/>
                      </a:cubicBezTo>
                      <a:moveTo>
                        <a:pt x="151" y="0"/>
                      </a:moveTo>
                      <a:cubicBezTo>
                        <a:pt x="151" y="0"/>
                        <a:pt x="151" y="0"/>
                        <a:pt x="151" y="0"/>
                      </a:cubicBezTo>
                      <a:moveTo>
                        <a:pt x="46" y="164"/>
                      </a:moveTo>
                      <a:cubicBezTo>
                        <a:pt x="53" y="165"/>
                        <a:pt x="43" y="172"/>
                        <a:pt x="44" y="167"/>
                      </a:cubicBezTo>
                      <a:cubicBezTo>
                        <a:pt x="44" y="166"/>
                        <a:pt x="45" y="165"/>
                        <a:pt x="46" y="164"/>
                      </a:cubicBezTo>
                      <a:close/>
                      <a:moveTo>
                        <a:pt x="150" y="0"/>
                      </a:moveTo>
                      <a:cubicBezTo>
                        <a:pt x="150" y="0"/>
                        <a:pt x="150" y="0"/>
                        <a:pt x="150" y="0"/>
                      </a:cubicBezTo>
                      <a:cubicBezTo>
                        <a:pt x="150" y="0"/>
                        <a:pt x="150" y="0"/>
                        <a:pt x="150" y="0"/>
                      </a:cubicBezTo>
                      <a:close/>
                      <a:moveTo>
                        <a:pt x="150" y="0"/>
                      </a:moveTo>
                      <a:cubicBezTo>
                        <a:pt x="150" y="0"/>
                        <a:pt x="150" y="0"/>
                        <a:pt x="150" y="0"/>
                      </a:cubicBezTo>
                      <a:moveTo>
                        <a:pt x="150" y="0"/>
                      </a:moveTo>
                      <a:cubicBezTo>
                        <a:pt x="150" y="0"/>
                        <a:pt x="150" y="0"/>
                        <a:pt x="150" y="0"/>
                      </a:cubicBezTo>
                      <a:cubicBezTo>
                        <a:pt x="151" y="0"/>
                        <a:pt x="151" y="0"/>
                        <a:pt x="151" y="0"/>
                      </a:cubicBezTo>
                      <a:lnTo>
                        <a:pt x="150" y="0"/>
                      </a:lnTo>
                      <a:close/>
                      <a:moveTo>
                        <a:pt x="151" y="0"/>
                      </a:moveTo>
                      <a:cubicBezTo>
                        <a:pt x="151" y="0"/>
                        <a:pt x="151" y="0"/>
                        <a:pt x="151" y="0"/>
                      </a:cubicBezTo>
                      <a:cubicBezTo>
                        <a:pt x="151" y="0"/>
                        <a:pt x="151" y="0"/>
                        <a:pt x="151" y="0"/>
                      </a:cubicBezTo>
                      <a:close/>
                      <a:moveTo>
                        <a:pt x="151" y="0"/>
                      </a:moveTo>
                      <a:cubicBezTo>
                        <a:pt x="151" y="0"/>
                        <a:pt x="151" y="0"/>
                        <a:pt x="151" y="0"/>
                      </a:cubicBezTo>
                      <a:moveTo>
                        <a:pt x="152" y="0"/>
                      </a:moveTo>
                      <a:cubicBezTo>
                        <a:pt x="152" y="0"/>
                        <a:pt x="152" y="0"/>
                        <a:pt x="152" y="0"/>
                      </a:cubicBezTo>
                    </a:path>
                  </a:pathLst>
                </a:custGeom>
                <a:solidFill>
                  <a:srgbClr val="A3D3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5" name="Georgia" descr="{&quot;Key&quot;:&quot;georgia&quot;,&quot;Name&quot;:&quot;Georgia&quot;,&quot;Value&quot;:23.0,&quot;Formula&quot;:&quot;23&quot;,&quot;Text&quot;:&quot;23&quot;,&quot;OfficeApplication&quot;:2,&quot;HasValue&quot;:true}">
                  <a:extLst>
                    <a:ext uri="{FF2B5EF4-FFF2-40B4-BE49-F238E27FC236}">
                      <a16:creationId xmlns:a16="http://schemas.microsoft.com/office/drawing/2014/main" id="{1F28A3D9-F8F2-BE41-9241-62E95F09DA66}"/>
                    </a:ext>
                  </a:extLst>
                </p:cNvPr>
                <p:cNvSpPr>
                  <a:spLocks/>
                </p:cNvSpPr>
                <p:nvPr/>
              </p:nvSpPr>
              <p:spPr bwMode="auto">
                <a:xfrm>
                  <a:off x="5899971" y="4451557"/>
                  <a:ext cx="678285" cy="310613"/>
                </a:xfrm>
                <a:custGeom>
                  <a:avLst/>
                  <a:gdLst>
                    <a:gd name="T0" fmla="*/ 365 w 406"/>
                    <a:gd name="T1" fmla="*/ 35 h 173"/>
                    <a:gd name="T2" fmla="*/ 368 w 406"/>
                    <a:gd name="T3" fmla="*/ 48 h 173"/>
                    <a:gd name="T4" fmla="*/ 371 w 406"/>
                    <a:gd name="T5" fmla="*/ 49 h 173"/>
                    <a:gd name="T6" fmla="*/ 379 w 406"/>
                    <a:gd name="T7" fmla="*/ 74 h 173"/>
                    <a:gd name="T8" fmla="*/ 351 w 406"/>
                    <a:gd name="T9" fmla="*/ 83 h 173"/>
                    <a:gd name="T10" fmla="*/ 352 w 406"/>
                    <a:gd name="T11" fmla="*/ 77 h 173"/>
                    <a:gd name="T12" fmla="*/ 314 w 406"/>
                    <a:gd name="T13" fmla="*/ 104 h 173"/>
                    <a:gd name="T14" fmla="*/ 312 w 406"/>
                    <a:gd name="T15" fmla="*/ 110 h 173"/>
                    <a:gd name="T16" fmla="*/ 246 w 406"/>
                    <a:gd name="T17" fmla="*/ 152 h 173"/>
                    <a:gd name="T18" fmla="*/ 244 w 406"/>
                    <a:gd name="T19" fmla="*/ 150 h 173"/>
                    <a:gd name="T20" fmla="*/ 231 w 406"/>
                    <a:gd name="T21" fmla="*/ 154 h 173"/>
                    <a:gd name="T22" fmla="*/ 224 w 406"/>
                    <a:gd name="T23" fmla="*/ 152 h 173"/>
                    <a:gd name="T24" fmla="*/ 214 w 406"/>
                    <a:gd name="T25" fmla="*/ 144 h 173"/>
                    <a:gd name="T26" fmla="*/ 204 w 406"/>
                    <a:gd name="T27" fmla="*/ 144 h 173"/>
                    <a:gd name="T28" fmla="*/ 195 w 406"/>
                    <a:gd name="T29" fmla="*/ 139 h 173"/>
                    <a:gd name="T30" fmla="*/ 187 w 406"/>
                    <a:gd name="T31" fmla="*/ 154 h 173"/>
                    <a:gd name="T32" fmla="*/ 157 w 406"/>
                    <a:gd name="T33" fmla="*/ 163 h 173"/>
                    <a:gd name="T34" fmla="*/ 145 w 406"/>
                    <a:gd name="T35" fmla="*/ 172 h 173"/>
                    <a:gd name="T36" fmla="*/ 135 w 406"/>
                    <a:gd name="T37" fmla="*/ 172 h 173"/>
                    <a:gd name="T38" fmla="*/ 140 w 406"/>
                    <a:gd name="T39" fmla="*/ 145 h 173"/>
                    <a:gd name="T40" fmla="*/ 99 w 406"/>
                    <a:gd name="T41" fmla="*/ 93 h 173"/>
                    <a:gd name="T42" fmla="*/ 81 w 406"/>
                    <a:gd name="T43" fmla="*/ 94 h 173"/>
                    <a:gd name="T44" fmla="*/ 45 w 406"/>
                    <a:gd name="T45" fmla="*/ 86 h 173"/>
                    <a:gd name="T46" fmla="*/ 32 w 406"/>
                    <a:gd name="T47" fmla="*/ 86 h 173"/>
                    <a:gd name="T48" fmla="*/ 20 w 406"/>
                    <a:gd name="T49" fmla="*/ 79 h 173"/>
                    <a:gd name="T50" fmla="*/ 3 w 406"/>
                    <a:gd name="T51" fmla="*/ 80 h 173"/>
                    <a:gd name="T52" fmla="*/ 7 w 406"/>
                    <a:gd name="T53" fmla="*/ 78 h 173"/>
                    <a:gd name="T54" fmla="*/ 37 w 406"/>
                    <a:gd name="T55" fmla="*/ 52 h 173"/>
                    <a:gd name="T56" fmla="*/ 77 w 406"/>
                    <a:gd name="T57" fmla="*/ 50 h 173"/>
                    <a:gd name="T58" fmla="*/ 115 w 406"/>
                    <a:gd name="T59" fmla="*/ 45 h 173"/>
                    <a:gd name="T60" fmla="*/ 144 w 406"/>
                    <a:gd name="T61" fmla="*/ 34 h 173"/>
                    <a:gd name="T62" fmla="*/ 165 w 406"/>
                    <a:gd name="T63" fmla="*/ 32 h 173"/>
                    <a:gd name="T64" fmla="*/ 213 w 406"/>
                    <a:gd name="T65" fmla="*/ 32 h 173"/>
                    <a:gd name="T66" fmla="*/ 249 w 406"/>
                    <a:gd name="T67" fmla="*/ 12 h 173"/>
                    <a:gd name="T68" fmla="*/ 266 w 406"/>
                    <a:gd name="T69" fmla="*/ 3 h 173"/>
                    <a:gd name="T70" fmla="*/ 302 w 406"/>
                    <a:gd name="T71" fmla="*/ 2 h 173"/>
                    <a:gd name="T72" fmla="*/ 317 w 406"/>
                    <a:gd name="T73" fmla="*/ 22 h 173"/>
                    <a:gd name="T74" fmla="*/ 327 w 406"/>
                    <a:gd name="T75" fmla="*/ 22 h 173"/>
                    <a:gd name="T76" fmla="*/ 339 w 406"/>
                    <a:gd name="T77" fmla="*/ 26 h 173"/>
                    <a:gd name="T78" fmla="*/ 360 w 406"/>
                    <a:gd name="T79" fmla="*/ 22 h 173"/>
                    <a:gd name="T80" fmla="*/ 367 w 406"/>
                    <a:gd name="T81"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6" h="173">
                      <a:moveTo>
                        <a:pt x="367" y="21"/>
                      </a:moveTo>
                      <a:cubicBezTo>
                        <a:pt x="366" y="26"/>
                        <a:pt x="367" y="30"/>
                        <a:pt x="365" y="35"/>
                      </a:cubicBezTo>
                      <a:cubicBezTo>
                        <a:pt x="365" y="37"/>
                        <a:pt x="361" y="36"/>
                        <a:pt x="360" y="38"/>
                      </a:cubicBezTo>
                      <a:cubicBezTo>
                        <a:pt x="359" y="40"/>
                        <a:pt x="365" y="48"/>
                        <a:pt x="368" y="48"/>
                      </a:cubicBezTo>
                      <a:cubicBezTo>
                        <a:pt x="369" y="48"/>
                        <a:pt x="373" y="45"/>
                        <a:pt x="373" y="46"/>
                      </a:cubicBezTo>
                      <a:cubicBezTo>
                        <a:pt x="373" y="47"/>
                        <a:pt x="371" y="48"/>
                        <a:pt x="371" y="49"/>
                      </a:cubicBezTo>
                      <a:cubicBezTo>
                        <a:pt x="370" y="51"/>
                        <a:pt x="406" y="47"/>
                        <a:pt x="402" y="66"/>
                      </a:cubicBezTo>
                      <a:cubicBezTo>
                        <a:pt x="397" y="88"/>
                        <a:pt x="392" y="69"/>
                        <a:pt x="379" y="74"/>
                      </a:cubicBezTo>
                      <a:cubicBezTo>
                        <a:pt x="368" y="78"/>
                        <a:pt x="375" y="84"/>
                        <a:pt x="364" y="84"/>
                      </a:cubicBezTo>
                      <a:cubicBezTo>
                        <a:pt x="360" y="84"/>
                        <a:pt x="356" y="83"/>
                        <a:pt x="351" y="83"/>
                      </a:cubicBezTo>
                      <a:cubicBezTo>
                        <a:pt x="351" y="83"/>
                        <a:pt x="350" y="83"/>
                        <a:pt x="350" y="82"/>
                      </a:cubicBezTo>
                      <a:cubicBezTo>
                        <a:pt x="350" y="80"/>
                        <a:pt x="354" y="77"/>
                        <a:pt x="352" y="77"/>
                      </a:cubicBezTo>
                      <a:cubicBezTo>
                        <a:pt x="343" y="74"/>
                        <a:pt x="335" y="78"/>
                        <a:pt x="327" y="80"/>
                      </a:cubicBezTo>
                      <a:cubicBezTo>
                        <a:pt x="318" y="83"/>
                        <a:pt x="321" y="99"/>
                        <a:pt x="314" y="104"/>
                      </a:cubicBezTo>
                      <a:cubicBezTo>
                        <a:pt x="312" y="105"/>
                        <a:pt x="305" y="106"/>
                        <a:pt x="308" y="107"/>
                      </a:cubicBezTo>
                      <a:cubicBezTo>
                        <a:pt x="309" y="108"/>
                        <a:pt x="313" y="109"/>
                        <a:pt x="312" y="110"/>
                      </a:cubicBezTo>
                      <a:cubicBezTo>
                        <a:pt x="302" y="116"/>
                        <a:pt x="286" y="119"/>
                        <a:pt x="278" y="126"/>
                      </a:cubicBezTo>
                      <a:cubicBezTo>
                        <a:pt x="268" y="135"/>
                        <a:pt x="260" y="145"/>
                        <a:pt x="246" y="152"/>
                      </a:cubicBezTo>
                      <a:cubicBezTo>
                        <a:pt x="245" y="153"/>
                        <a:pt x="245" y="153"/>
                        <a:pt x="245" y="153"/>
                      </a:cubicBezTo>
                      <a:cubicBezTo>
                        <a:pt x="245" y="152"/>
                        <a:pt x="245" y="151"/>
                        <a:pt x="244" y="150"/>
                      </a:cubicBezTo>
                      <a:cubicBezTo>
                        <a:pt x="243" y="149"/>
                        <a:pt x="240" y="148"/>
                        <a:pt x="239" y="149"/>
                      </a:cubicBezTo>
                      <a:cubicBezTo>
                        <a:pt x="236" y="150"/>
                        <a:pt x="234" y="153"/>
                        <a:pt x="231" y="154"/>
                      </a:cubicBezTo>
                      <a:cubicBezTo>
                        <a:pt x="230" y="154"/>
                        <a:pt x="230" y="150"/>
                        <a:pt x="228" y="150"/>
                      </a:cubicBezTo>
                      <a:cubicBezTo>
                        <a:pt x="226" y="150"/>
                        <a:pt x="225" y="154"/>
                        <a:pt x="224" y="152"/>
                      </a:cubicBezTo>
                      <a:cubicBezTo>
                        <a:pt x="223" y="150"/>
                        <a:pt x="226" y="149"/>
                        <a:pt x="226" y="146"/>
                      </a:cubicBezTo>
                      <a:cubicBezTo>
                        <a:pt x="227" y="142"/>
                        <a:pt x="218" y="145"/>
                        <a:pt x="214" y="144"/>
                      </a:cubicBezTo>
                      <a:cubicBezTo>
                        <a:pt x="211" y="143"/>
                        <a:pt x="208" y="141"/>
                        <a:pt x="205" y="141"/>
                      </a:cubicBezTo>
                      <a:cubicBezTo>
                        <a:pt x="204" y="141"/>
                        <a:pt x="205" y="144"/>
                        <a:pt x="204" y="144"/>
                      </a:cubicBezTo>
                      <a:cubicBezTo>
                        <a:pt x="195" y="146"/>
                        <a:pt x="202" y="139"/>
                        <a:pt x="200" y="136"/>
                      </a:cubicBezTo>
                      <a:cubicBezTo>
                        <a:pt x="198" y="135"/>
                        <a:pt x="196" y="138"/>
                        <a:pt x="195" y="139"/>
                      </a:cubicBezTo>
                      <a:cubicBezTo>
                        <a:pt x="192" y="140"/>
                        <a:pt x="188" y="140"/>
                        <a:pt x="187" y="142"/>
                      </a:cubicBezTo>
                      <a:cubicBezTo>
                        <a:pt x="185" y="146"/>
                        <a:pt x="189" y="150"/>
                        <a:pt x="187" y="154"/>
                      </a:cubicBezTo>
                      <a:cubicBezTo>
                        <a:pt x="185" y="156"/>
                        <a:pt x="182" y="155"/>
                        <a:pt x="180" y="156"/>
                      </a:cubicBezTo>
                      <a:cubicBezTo>
                        <a:pt x="172" y="158"/>
                        <a:pt x="163" y="158"/>
                        <a:pt x="157" y="163"/>
                      </a:cubicBezTo>
                      <a:cubicBezTo>
                        <a:pt x="155" y="165"/>
                        <a:pt x="157" y="169"/>
                        <a:pt x="154" y="171"/>
                      </a:cubicBezTo>
                      <a:cubicBezTo>
                        <a:pt x="152" y="173"/>
                        <a:pt x="148" y="172"/>
                        <a:pt x="145" y="172"/>
                      </a:cubicBezTo>
                      <a:cubicBezTo>
                        <a:pt x="142" y="172"/>
                        <a:pt x="140" y="172"/>
                        <a:pt x="136" y="172"/>
                      </a:cubicBezTo>
                      <a:cubicBezTo>
                        <a:pt x="135" y="172"/>
                        <a:pt x="135" y="172"/>
                        <a:pt x="135" y="172"/>
                      </a:cubicBezTo>
                      <a:cubicBezTo>
                        <a:pt x="136" y="169"/>
                        <a:pt x="136" y="166"/>
                        <a:pt x="137" y="163"/>
                      </a:cubicBezTo>
                      <a:cubicBezTo>
                        <a:pt x="140" y="153"/>
                        <a:pt x="144" y="155"/>
                        <a:pt x="140" y="145"/>
                      </a:cubicBezTo>
                      <a:cubicBezTo>
                        <a:pt x="136" y="131"/>
                        <a:pt x="121" y="124"/>
                        <a:pt x="112" y="112"/>
                      </a:cubicBezTo>
                      <a:cubicBezTo>
                        <a:pt x="108" y="107"/>
                        <a:pt x="106" y="96"/>
                        <a:pt x="99" y="93"/>
                      </a:cubicBezTo>
                      <a:cubicBezTo>
                        <a:pt x="95" y="91"/>
                        <a:pt x="90" y="92"/>
                        <a:pt x="86" y="92"/>
                      </a:cubicBezTo>
                      <a:cubicBezTo>
                        <a:pt x="84" y="92"/>
                        <a:pt x="83" y="94"/>
                        <a:pt x="81" y="94"/>
                      </a:cubicBezTo>
                      <a:cubicBezTo>
                        <a:pt x="76" y="94"/>
                        <a:pt x="75" y="86"/>
                        <a:pt x="70" y="84"/>
                      </a:cubicBezTo>
                      <a:cubicBezTo>
                        <a:pt x="56" y="78"/>
                        <a:pt x="56" y="83"/>
                        <a:pt x="45" y="86"/>
                      </a:cubicBezTo>
                      <a:cubicBezTo>
                        <a:pt x="43" y="87"/>
                        <a:pt x="42" y="86"/>
                        <a:pt x="40" y="86"/>
                      </a:cubicBezTo>
                      <a:cubicBezTo>
                        <a:pt x="37" y="86"/>
                        <a:pt x="34" y="85"/>
                        <a:pt x="32" y="86"/>
                      </a:cubicBezTo>
                      <a:cubicBezTo>
                        <a:pt x="30" y="86"/>
                        <a:pt x="32" y="88"/>
                        <a:pt x="31" y="89"/>
                      </a:cubicBezTo>
                      <a:cubicBezTo>
                        <a:pt x="26" y="91"/>
                        <a:pt x="25" y="80"/>
                        <a:pt x="20" y="79"/>
                      </a:cubicBezTo>
                      <a:cubicBezTo>
                        <a:pt x="16" y="77"/>
                        <a:pt x="12" y="79"/>
                        <a:pt x="7" y="79"/>
                      </a:cubicBezTo>
                      <a:cubicBezTo>
                        <a:pt x="6" y="79"/>
                        <a:pt x="4" y="80"/>
                        <a:pt x="3" y="80"/>
                      </a:cubicBezTo>
                      <a:cubicBezTo>
                        <a:pt x="2" y="79"/>
                        <a:pt x="1" y="79"/>
                        <a:pt x="0" y="77"/>
                      </a:cubicBezTo>
                      <a:cubicBezTo>
                        <a:pt x="7" y="78"/>
                        <a:pt x="7" y="78"/>
                        <a:pt x="7" y="78"/>
                      </a:cubicBezTo>
                      <a:cubicBezTo>
                        <a:pt x="7" y="51"/>
                        <a:pt x="13" y="66"/>
                        <a:pt x="30" y="58"/>
                      </a:cubicBezTo>
                      <a:cubicBezTo>
                        <a:pt x="33" y="56"/>
                        <a:pt x="34" y="53"/>
                        <a:pt x="37" y="52"/>
                      </a:cubicBezTo>
                      <a:cubicBezTo>
                        <a:pt x="45" y="50"/>
                        <a:pt x="52" y="58"/>
                        <a:pt x="59" y="56"/>
                      </a:cubicBezTo>
                      <a:cubicBezTo>
                        <a:pt x="60" y="56"/>
                        <a:pt x="75" y="50"/>
                        <a:pt x="77" y="50"/>
                      </a:cubicBezTo>
                      <a:cubicBezTo>
                        <a:pt x="81" y="50"/>
                        <a:pt x="85" y="55"/>
                        <a:pt x="90" y="55"/>
                      </a:cubicBezTo>
                      <a:cubicBezTo>
                        <a:pt x="90" y="55"/>
                        <a:pt x="115" y="45"/>
                        <a:pt x="115" y="45"/>
                      </a:cubicBezTo>
                      <a:cubicBezTo>
                        <a:pt x="130" y="36"/>
                        <a:pt x="98" y="41"/>
                        <a:pt x="131" y="33"/>
                      </a:cubicBezTo>
                      <a:cubicBezTo>
                        <a:pt x="135" y="33"/>
                        <a:pt x="140" y="35"/>
                        <a:pt x="144" y="34"/>
                      </a:cubicBezTo>
                      <a:cubicBezTo>
                        <a:pt x="144" y="34"/>
                        <a:pt x="154" y="26"/>
                        <a:pt x="163" y="28"/>
                      </a:cubicBezTo>
                      <a:cubicBezTo>
                        <a:pt x="164" y="29"/>
                        <a:pt x="163" y="31"/>
                        <a:pt x="165" y="32"/>
                      </a:cubicBezTo>
                      <a:cubicBezTo>
                        <a:pt x="167" y="33"/>
                        <a:pt x="170" y="34"/>
                        <a:pt x="172" y="35"/>
                      </a:cubicBezTo>
                      <a:cubicBezTo>
                        <a:pt x="185" y="36"/>
                        <a:pt x="200" y="32"/>
                        <a:pt x="213" y="32"/>
                      </a:cubicBezTo>
                      <a:cubicBezTo>
                        <a:pt x="217" y="32"/>
                        <a:pt x="207" y="43"/>
                        <a:pt x="215" y="43"/>
                      </a:cubicBezTo>
                      <a:cubicBezTo>
                        <a:pt x="238" y="43"/>
                        <a:pt x="232" y="20"/>
                        <a:pt x="249" y="12"/>
                      </a:cubicBezTo>
                      <a:cubicBezTo>
                        <a:pt x="254" y="10"/>
                        <a:pt x="260" y="20"/>
                        <a:pt x="264" y="17"/>
                      </a:cubicBezTo>
                      <a:cubicBezTo>
                        <a:pt x="268" y="14"/>
                        <a:pt x="261" y="4"/>
                        <a:pt x="266" y="3"/>
                      </a:cubicBezTo>
                      <a:cubicBezTo>
                        <a:pt x="283" y="0"/>
                        <a:pt x="282" y="8"/>
                        <a:pt x="294" y="8"/>
                      </a:cubicBezTo>
                      <a:cubicBezTo>
                        <a:pt x="297" y="8"/>
                        <a:pt x="299" y="3"/>
                        <a:pt x="302" y="2"/>
                      </a:cubicBezTo>
                      <a:cubicBezTo>
                        <a:pt x="305" y="0"/>
                        <a:pt x="309" y="0"/>
                        <a:pt x="313" y="0"/>
                      </a:cubicBezTo>
                      <a:cubicBezTo>
                        <a:pt x="319" y="0"/>
                        <a:pt x="316" y="19"/>
                        <a:pt x="317" y="22"/>
                      </a:cubicBezTo>
                      <a:cubicBezTo>
                        <a:pt x="317" y="23"/>
                        <a:pt x="318" y="22"/>
                        <a:pt x="319" y="22"/>
                      </a:cubicBezTo>
                      <a:cubicBezTo>
                        <a:pt x="322" y="22"/>
                        <a:pt x="324" y="22"/>
                        <a:pt x="327" y="22"/>
                      </a:cubicBezTo>
                      <a:cubicBezTo>
                        <a:pt x="329" y="22"/>
                        <a:pt x="332" y="21"/>
                        <a:pt x="334" y="22"/>
                      </a:cubicBezTo>
                      <a:cubicBezTo>
                        <a:pt x="337" y="23"/>
                        <a:pt x="338" y="26"/>
                        <a:pt x="339" y="26"/>
                      </a:cubicBezTo>
                      <a:cubicBezTo>
                        <a:pt x="340" y="26"/>
                        <a:pt x="354" y="20"/>
                        <a:pt x="354" y="20"/>
                      </a:cubicBezTo>
                      <a:cubicBezTo>
                        <a:pt x="356" y="20"/>
                        <a:pt x="358" y="22"/>
                        <a:pt x="360" y="22"/>
                      </a:cubicBezTo>
                      <a:cubicBezTo>
                        <a:pt x="361" y="22"/>
                        <a:pt x="364" y="21"/>
                        <a:pt x="367" y="20"/>
                      </a:cubicBezTo>
                      <a:lnTo>
                        <a:pt x="367" y="21"/>
                      </a:lnTo>
                      <a:close/>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6" name="Turkey" descr="{&quot;Key&quot;:&quot;turkey&quot;,&quot;Name&quot;:&quot;Turkey&quot;,&quot;Value&quot;:8.0,&quot;Formula&quot;:&quot;8&quot;,&quot;Text&quot;:&quot;8&quot;,&quot;OfficeApplication&quot;:2,&quot;HasValue&quot;:true}">
                  <a:extLst>
                    <a:ext uri="{FF2B5EF4-FFF2-40B4-BE49-F238E27FC236}">
                      <a16:creationId xmlns:a16="http://schemas.microsoft.com/office/drawing/2014/main" id="{8C72AEA5-E72D-7F30-E23C-AE5A3E5DA1A3}"/>
                    </a:ext>
                  </a:extLst>
                </p:cNvPr>
                <p:cNvSpPr>
                  <a:spLocks noEditPoints="1"/>
                </p:cNvSpPr>
                <p:nvPr/>
              </p:nvSpPr>
              <p:spPr bwMode="auto">
                <a:xfrm>
                  <a:off x="4775914" y="4693676"/>
                  <a:ext cx="1849734" cy="1181922"/>
                </a:xfrm>
                <a:custGeom>
                  <a:avLst/>
                  <a:gdLst>
                    <a:gd name="T0" fmla="*/ 1002 w 1106"/>
                    <a:gd name="T1" fmla="*/ 290 h 656"/>
                    <a:gd name="T2" fmla="*/ 1095 w 1106"/>
                    <a:gd name="T3" fmla="*/ 254 h 656"/>
                    <a:gd name="T4" fmla="*/ 1052 w 1106"/>
                    <a:gd name="T5" fmla="*/ 217 h 656"/>
                    <a:gd name="T6" fmla="*/ 1016 w 1106"/>
                    <a:gd name="T7" fmla="*/ 143 h 656"/>
                    <a:gd name="T8" fmla="*/ 1030 w 1106"/>
                    <a:gd name="T9" fmla="*/ 81 h 656"/>
                    <a:gd name="T10" fmla="*/ 945 w 1106"/>
                    <a:gd name="T11" fmla="*/ 40 h 656"/>
                    <a:gd name="T12" fmla="*/ 900 w 1106"/>
                    <a:gd name="T13" fmla="*/ 15 h 656"/>
                    <a:gd name="T14" fmla="*/ 876 w 1106"/>
                    <a:gd name="T15" fmla="*/ 9 h 656"/>
                    <a:gd name="T16" fmla="*/ 852 w 1106"/>
                    <a:gd name="T17" fmla="*/ 21 h 656"/>
                    <a:gd name="T18" fmla="*/ 807 w 1106"/>
                    <a:gd name="T19" fmla="*/ 37 h 656"/>
                    <a:gd name="T20" fmla="*/ 740 w 1106"/>
                    <a:gd name="T21" fmla="*/ 115 h 656"/>
                    <a:gd name="T22" fmla="*/ 700 w 1106"/>
                    <a:gd name="T23" fmla="*/ 122 h 656"/>
                    <a:gd name="T24" fmla="*/ 627 w 1106"/>
                    <a:gd name="T25" fmla="*/ 149 h 656"/>
                    <a:gd name="T26" fmla="*/ 585 w 1106"/>
                    <a:gd name="T27" fmla="*/ 156 h 656"/>
                    <a:gd name="T28" fmla="*/ 517 w 1106"/>
                    <a:gd name="T29" fmla="*/ 144 h 656"/>
                    <a:gd name="T30" fmla="*/ 453 w 1106"/>
                    <a:gd name="T31" fmla="*/ 147 h 656"/>
                    <a:gd name="T32" fmla="*/ 289 w 1106"/>
                    <a:gd name="T33" fmla="*/ 254 h 656"/>
                    <a:gd name="T34" fmla="*/ 227 w 1106"/>
                    <a:gd name="T35" fmla="*/ 280 h 656"/>
                    <a:gd name="T36" fmla="*/ 176 w 1106"/>
                    <a:gd name="T37" fmla="*/ 320 h 656"/>
                    <a:gd name="T38" fmla="*/ 216 w 1106"/>
                    <a:gd name="T39" fmla="*/ 318 h 656"/>
                    <a:gd name="T40" fmla="*/ 143 w 1106"/>
                    <a:gd name="T41" fmla="*/ 366 h 656"/>
                    <a:gd name="T42" fmla="*/ 101 w 1106"/>
                    <a:gd name="T43" fmla="*/ 367 h 656"/>
                    <a:gd name="T44" fmla="*/ 45 w 1106"/>
                    <a:gd name="T45" fmla="*/ 392 h 656"/>
                    <a:gd name="T46" fmla="*/ 21 w 1106"/>
                    <a:gd name="T47" fmla="*/ 430 h 656"/>
                    <a:gd name="T48" fmla="*/ 60 w 1106"/>
                    <a:gd name="T49" fmla="*/ 471 h 656"/>
                    <a:gd name="T50" fmla="*/ 72 w 1106"/>
                    <a:gd name="T51" fmla="*/ 517 h 656"/>
                    <a:gd name="T52" fmla="*/ 74 w 1106"/>
                    <a:gd name="T53" fmla="*/ 533 h 656"/>
                    <a:gd name="T54" fmla="*/ 56 w 1106"/>
                    <a:gd name="T55" fmla="*/ 535 h 656"/>
                    <a:gd name="T56" fmla="*/ 50 w 1106"/>
                    <a:gd name="T57" fmla="*/ 551 h 656"/>
                    <a:gd name="T58" fmla="*/ 96 w 1106"/>
                    <a:gd name="T59" fmla="*/ 555 h 656"/>
                    <a:gd name="T60" fmla="*/ 119 w 1106"/>
                    <a:gd name="T61" fmla="*/ 604 h 656"/>
                    <a:gd name="T62" fmla="*/ 137 w 1106"/>
                    <a:gd name="T63" fmla="*/ 624 h 656"/>
                    <a:gd name="T64" fmla="*/ 190 w 1106"/>
                    <a:gd name="T65" fmla="*/ 611 h 656"/>
                    <a:gd name="T66" fmla="*/ 150 w 1106"/>
                    <a:gd name="T67" fmla="*/ 647 h 656"/>
                    <a:gd name="T68" fmla="*/ 176 w 1106"/>
                    <a:gd name="T69" fmla="*/ 647 h 656"/>
                    <a:gd name="T70" fmla="*/ 225 w 1106"/>
                    <a:gd name="T71" fmla="*/ 633 h 656"/>
                    <a:gd name="T72" fmla="*/ 284 w 1106"/>
                    <a:gd name="T73" fmla="*/ 655 h 656"/>
                    <a:gd name="T74" fmla="*/ 325 w 1106"/>
                    <a:gd name="T75" fmla="*/ 623 h 656"/>
                    <a:gd name="T76" fmla="*/ 459 w 1106"/>
                    <a:gd name="T77" fmla="*/ 610 h 656"/>
                    <a:gd name="T78" fmla="*/ 513 w 1106"/>
                    <a:gd name="T79" fmla="*/ 581 h 656"/>
                    <a:gd name="T80" fmla="*/ 553 w 1106"/>
                    <a:gd name="T81" fmla="*/ 522 h 656"/>
                    <a:gd name="T82" fmla="*/ 619 w 1106"/>
                    <a:gd name="T83" fmla="*/ 502 h 656"/>
                    <a:gd name="T84" fmla="*/ 649 w 1106"/>
                    <a:gd name="T85" fmla="*/ 496 h 656"/>
                    <a:gd name="T86" fmla="*/ 665 w 1106"/>
                    <a:gd name="T87" fmla="*/ 544 h 656"/>
                    <a:gd name="T88" fmla="*/ 670 w 1106"/>
                    <a:gd name="T89" fmla="*/ 474 h 656"/>
                    <a:gd name="T90" fmla="*/ 765 w 1106"/>
                    <a:gd name="T91" fmla="*/ 431 h 656"/>
                    <a:gd name="T92" fmla="*/ 958 w 1106"/>
                    <a:gd name="T93" fmla="*/ 321 h 656"/>
                    <a:gd name="T94" fmla="*/ 81 w 1106"/>
                    <a:gd name="T95" fmla="*/ 259 h 656"/>
                    <a:gd name="T96" fmla="*/ 17 w 1106"/>
                    <a:gd name="T97" fmla="*/ 276 h 656"/>
                    <a:gd name="T98" fmla="*/ 16 w 1106"/>
                    <a:gd name="T99" fmla="*/ 355 h 656"/>
                    <a:gd name="T100" fmla="*/ 19 w 1106"/>
                    <a:gd name="T101" fmla="*/ 402 h 656"/>
                    <a:gd name="T102" fmla="*/ 73 w 1106"/>
                    <a:gd name="T103" fmla="*/ 361 h 656"/>
                    <a:gd name="T104" fmla="*/ 119 w 1106"/>
                    <a:gd name="T105" fmla="*/ 320 h 656"/>
                    <a:gd name="T106" fmla="*/ 163 w 1106"/>
                    <a:gd name="T107" fmla="*/ 297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6" h="656">
                      <a:moveTo>
                        <a:pt x="977" y="319"/>
                      </a:moveTo>
                      <a:cubicBezTo>
                        <a:pt x="979" y="318"/>
                        <a:pt x="980" y="316"/>
                        <a:pt x="981" y="315"/>
                      </a:cubicBezTo>
                      <a:cubicBezTo>
                        <a:pt x="984" y="312"/>
                        <a:pt x="986" y="311"/>
                        <a:pt x="987" y="308"/>
                      </a:cubicBezTo>
                      <a:cubicBezTo>
                        <a:pt x="988" y="306"/>
                        <a:pt x="988" y="291"/>
                        <a:pt x="991" y="290"/>
                      </a:cubicBezTo>
                      <a:cubicBezTo>
                        <a:pt x="995" y="289"/>
                        <a:pt x="999" y="292"/>
                        <a:pt x="1002" y="290"/>
                      </a:cubicBezTo>
                      <a:cubicBezTo>
                        <a:pt x="1006" y="289"/>
                        <a:pt x="1007" y="282"/>
                        <a:pt x="1011" y="281"/>
                      </a:cubicBezTo>
                      <a:cubicBezTo>
                        <a:pt x="1019" y="276"/>
                        <a:pt x="1048" y="282"/>
                        <a:pt x="1055" y="272"/>
                      </a:cubicBezTo>
                      <a:cubicBezTo>
                        <a:pt x="1064" y="261"/>
                        <a:pt x="1051" y="263"/>
                        <a:pt x="1064" y="259"/>
                      </a:cubicBezTo>
                      <a:cubicBezTo>
                        <a:pt x="1081" y="254"/>
                        <a:pt x="1071" y="272"/>
                        <a:pt x="1081" y="278"/>
                      </a:cubicBezTo>
                      <a:cubicBezTo>
                        <a:pt x="1085" y="281"/>
                        <a:pt x="1089" y="259"/>
                        <a:pt x="1095" y="254"/>
                      </a:cubicBezTo>
                      <a:cubicBezTo>
                        <a:pt x="1098" y="252"/>
                        <a:pt x="1106" y="254"/>
                        <a:pt x="1105" y="251"/>
                      </a:cubicBezTo>
                      <a:cubicBezTo>
                        <a:pt x="1092" y="232"/>
                        <a:pt x="1102" y="249"/>
                        <a:pt x="1086" y="238"/>
                      </a:cubicBezTo>
                      <a:cubicBezTo>
                        <a:pt x="1078" y="233"/>
                        <a:pt x="1079" y="220"/>
                        <a:pt x="1079" y="219"/>
                      </a:cubicBezTo>
                      <a:cubicBezTo>
                        <a:pt x="1078" y="217"/>
                        <a:pt x="1061" y="215"/>
                        <a:pt x="1059" y="215"/>
                      </a:cubicBezTo>
                      <a:cubicBezTo>
                        <a:pt x="1057" y="215"/>
                        <a:pt x="1053" y="220"/>
                        <a:pt x="1052" y="217"/>
                      </a:cubicBezTo>
                      <a:cubicBezTo>
                        <a:pt x="1050" y="209"/>
                        <a:pt x="1053" y="198"/>
                        <a:pt x="1053" y="190"/>
                      </a:cubicBezTo>
                      <a:cubicBezTo>
                        <a:pt x="1053" y="187"/>
                        <a:pt x="1054" y="184"/>
                        <a:pt x="1054" y="181"/>
                      </a:cubicBezTo>
                      <a:cubicBezTo>
                        <a:pt x="1049" y="168"/>
                        <a:pt x="1045" y="187"/>
                        <a:pt x="1040" y="178"/>
                      </a:cubicBezTo>
                      <a:cubicBezTo>
                        <a:pt x="1040" y="177"/>
                        <a:pt x="1027" y="149"/>
                        <a:pt x="1027" y="149"/>
                      </a:cubicBezTo>
                      <a:cubicBezTo>
                        <a:pt x="1020" y="147"/>
                        <a:pt x="1024" y="159"/>
                        <a:pt x="1016" y="143"/>
                      </a:cubicBezTo>
                      <a:cubicBezTo>
                        <a:pt x="1015" y="140"/>
                        <a:pt x="1016" y="136"/>
                        <a:pt x="1015" y="133"/>
                      </a:cubicBezTo>
                      <a:cubicBezTo>
                        <a:pt x="1012" y="127"/>
                        <a:pt x="1002" y="127"/>
                        <a:pt x="998" y="121"/>
                      </a:cubicBezTo>
                      <a:cubicBezTo>
                        <a:pt x="995" y="115"/>
                        <a:pt x="1015" y="117"/>
                        <a:pt x="1016" y="107"/>
                      </a:cubicBezTo>
                      <a:cubicBezTo>
                        <a:pt x="1018" y="92"/>
                        <a:pt x="995" y="74"/>
                        <a:pt x="1029" y="82"/>
                      </a:cubicBezTo>
                      <a:cubicBezTo>
                        <a:pt x="1030" y="81"/>
                        <a:pt x="1030" y="81"/>
                        <a:pt x="1030" y="81"/>
                      </a:cubicBezTo>
                      <a:cubicBezTo>
                        <a:pt x="1023" y="78"/>
                        <a:pt x="1012" y="73"/>
                        <a:pt x="1007" y="71"/>
                      </a:cubicBezTo>
                      <a:cubicBezTo>
                        <a:pt x="987" y="65"/>
                        <a:pt x="980" y="80"/>
                        <a:pt x="956" y="81"/>
                      </a:cubicBezTo>
                      <a:cubicBezTo>
                        <a:pt x="955" y="81"/>
                        <a:pt x="959" y="77"/>
                        <a:pt x="958" y="76"/>
                      </a:cubicBezTo>
                      <a:cubicBezTo>
                        <a:pt x="956" y="72"/>
                        <a:pt x="951" y="71"/>
                        <a:pt x="947" y="67"/>
                      </a:cubicBezTo>
                      <a:cubicBezTo>
                        <a:pt x="941" y="61"/>
                        <a:pt x="946" y="48"/>
                        <a:pt x="945" y="40"/>
                      </a:cubicBezTo>
                      <a:cubicBezTo>
                        <a:pt x="941" y="25"/>
                        <a:pt x="924" y="26"/>
                        <a:pt x="919" y="22"/>
                      </a:cubicBezTo>
                      <a:cubicBezTo>
                        <a:pt x="917" y="20"/>
                        <a:pt x="918" y="17"/>
                        <a:pt x="916" y="15"/>
                      </a:cubicBezTo>
                      <a:cubicBezTo>
                        <a:pt x="915" y="14"/>
                        <a:pt x="912" y="13"/>
                        <a:pt x="911" y="14"/>
                      </a:cubicBezTo>
                      <a:cubicBezTo>
                        <a:pt x="908" y="15"/>
                        <a:pt x="906" y="18"/>
                        <a:pt x="903" y="19"/>
                      </a:cubicBezTo>
                      <a:cubicBezTo>
                        <a:pt x="902" y="19"/>
                        <a:pt x="902" y="15"/>
                        <a:pt x="900" y="15"/>
                      </a:cubicBezTo>
                      <a:cubicBezTo>
                        <a:pt x="898" y="15"/>
                        <a:pt x="897" y="19"/>
                        <a:pt x="896" y="17"/>
                      </a:cubicBezTo>
                      <a:cubicBezTo>
                        <a:pt x="895" y="15"/>
                        <a:pt x="898" y="14"/>
                        <a:pt x="898" y="11"/>
                      </a:cubicBezTo>
                      <a:cubicBezTo>
                        <a:pt x="899" y="7"/>
                        <a:pt x="890" y="10"/>
                        <a:pt x="886" y="9"/>
                      </a:cubicBezTo>
                      <a:cubicBezTo>
                        <a:pt x="883" y="8"/>
                        <a:pt x="880" y="6"/>
                        <a:pt x="877" y="6"/>
                      </a:cubicBezTo>
                      <a:cubicBezTo>
                        <a:pt x="876" y="6"/>
                        <a:pt x="877" y="9"/>
                        <a:pt x="876" y="9"/>
                      </a:cubicBezTo>
                      <a:cubicBezTo>
                        <a:pt x="867" y="11"/>
                        <a:pt x="874" y="4"/>
                        <a:pt x="872" y="1"/>
                      </a:cubicBezTo>
                      <a:cubicBezTo>
                        <a:pt x="870" y="0"/>
                        <a:pt x="868" y="3"/>
                        <a:pt x="867" y="4"/>
                      </a:cubicBezTo>
                      <a:cubicBezTo>
                        <a:pt x="864" y="5"/>
                        <a:pt x="860" y="5"/>
                        <a:pt x="859" y="7"/>
                      </a:cubicBezTo>
                      <a:cubicBezTo>
                        <a:pt x="857" y="11"/>
                        <a:pt x="861" y="15"/>
                        <a:pt x="859" y="19"/>
                      </a:cubicBezTo>
                      <a:cubicBezTo>
                        <a:pt x="857" y="21"/>
                        <a:pt x="854" y="20"/>
                        <a:pt x="852" y="21"/>
                      </a:cubicBezTo>
                      <a:cubicBezTo>
                        <a:pt x="844" y="23"/>
                        <a:pt x="835" y="23"/>
                        <a:pt x="829" y="28"/>
                      </a:cubicBezTo>
                      <a:cubicBezTo>
                        <a:pt x="827" y="30"/>
                        <a:pt x="829" y="34"/>
                        <a:pt x="826" y="36"/>
                      </a:cubicBezTo>
                      <a:cubicBezTo>
                        <a:pt x="824" y="38"/>
                        <a:pt x="820" y="37"/>
                        <a:pt x="817" y="37"/>
                      </a:cubicBezTo>
                      <a:cubicBezTo>
                        <a:pt x="814" y="37"/>
                        <a:pt x="812" y="37"/>
                        <a:pt x="808" y="37"/>
                      </a:cubicBezTo>
                      <a:cubicBezTo>
                        <a:pt x="807" y="37"/>
                        <a:pt x="807" y="37"/>
                        <a:pt x="807" y="37"/>
                      </a:cubicBezTo>
                      <a:cubicBezTo>
                        <a:pt x="804" y="51"/>
                        <a:pt x="800" y="62"/>
                        <a:pt x="788" y="73"/>
                      </a:cubicBezTo>
                      <a:cubicBezTo>
                        <a:pt x="786" y="75"/>
                        <a:pt x="783" y="74"/>
                        <a:pt x="782" y="76"/>
                      </a:cubicBezTo>
                      <a:cubicBezTo>
                        <a:pt x="775" y="84"/>
                        <a:pt x="766" y="106"/>
                        <a:pt x="755" y="112"/>
                      </a:cubicBezTo>
                      <a:cubicBezTo>
                        <a:pt x="752" y="113"/>
                        <a:pt x="748" y="109"/>
                        <a:pt x="745" y="110"/>
                      </a:cubicBezTo>
                      <a:cubicBezTo>
                        <a:pt x="743" y="110"/>
                        <a:pt x="743" y="114"/>
                        <a:pt x="740" y="115"/>
                      </a:cubicBezTo>
                      <a:cubicBezTo>
                        <a:pt x="738" y="116"/>
                        <a:pt x="736" y="114"/>
                        <a:pt x="734" y="114"/>
                      </a:cubicBezTo>
                      <a:cubicBezTo>
                        <a:pt x="731" y="114"/>
                        <a:pt x="730" y="117"/>
                        <a:pt x="727" y="117"/>
                      </a:cubicBezTo>
                      <a:cubicBezTo>
                        <a:pt x="726" y="117"/>
                        <a:pt x="715" y="111"/>
                        <a:pt x="712" y="114"/>
                      </a:cubicBezTo>
                      <a:cubicBezTo>
                        <a:pt x="709" y="116"/>
                        <a:pt x="709" y="120"/>
                        <a:pt x="707" y="122"/>
                      </a:cubicBezTo>
                      <a:cubicBezTo>
                        <a:pt x="705" y="123"/>
                        <a:pt x="702" y="121"/>
                        <a:pt x="700" y="122"/>
                      </a:cubicBezTo>
                      <a:cubicBezTo>
                        <a:pt x="697" y="123"/>
                        <a:pt x="697" y="126"/>
                        <a:pt x="695" y="128"/>
                      </a:cubicBezTo>
                      <a:cubicBezTo>
                        <a:pt x="692" y="131"/>
                        <a:pt x="687" y="131"/>
                        <a:pt x="683" y="134"/>
                      </a:cubicBezTo>
                      <a:cubicBezTo>
                        <a:pt x="678" y="139"/>
                        <a:pt x="677" y="143"/>
                        <a:pt x="671" y="148"/>
                      </a:cubicBezTo>
                      <a:cubicBezTo>
                        <a:pt x="663" y="153"/>
                        <a:pt x="645" y="156"/>
                        <a:pt x="637" y="156"/>
                      </a:cubicBezTo>
                      <a:cubicBezTo>
                        <a:pt x="616" y="156"/>
                        <a:pt x="639" y="154"/>
                        <a:pt x="627" y="149"/>
                      </a:cubicBezTo>
                      <a:cubicBezTo>
                        <a:pt x="620" y="147"/>
                        <a:pt x="619" y="160"/>
                        <a:pt x="616" y="161"/>
                      </a:cubicBezTo>
                      <a:cubicBezTo>
                        <a:pt x="612" y="163"/>
                        <a:pt x="607" y="160"/>
                        <a:pt x="603" y="160"/>
                      </a:cubicBezTo>
                      <a:cubicBezTo>
                        <a:pt x="602" y="159"/>
                        <a:pt x="602" y="157"/>
                        <a:pt x="601" y="157"/>
                      </a:cubicBezTo>
                      <a:cubicBezTo>
                        <a:pt x="597" y="158"/>
                        <a:pt x="593" y="162"/>
                        <a:pt x="588" y="161"/>
                      </a:cubicBezTo>
                      <a:cubicBezTo>
                        <a:pt x="586" y="161"/>
                        <a:pt x="586" y="157"/>
                        <a:pt x="585" y="156"/>
                      </a:cubicBezTo>
                      <a:cubicBezTo>
                        <a:pt x="582" y="154"/>
                        <a:pt x="578" y="152"/>
                        <a:pt x="574" y="152"/>
                      </a:cubicBezTo>
                      <a:cubicBezTo>
                        <a:pt x="552" y="153"/>
                        <a:pt x="563" y="175"/>
                        <a:pt x="541" y="165"/>
                      </a:cubicBezTo>
                      <a:cubicBezTo>
                        <a:pt x="534" y="162"/>
                        <a:pt x="530" y="144"/>
                        <a:pt x="523" y="146"/>
                      </a:cubicBezTo>
                      <a:cubicBezTo>
                        <a:pt x="520" y="146"/>
                        <a:pt x="520" y="152"/>
                        <a:pt x="517" y="151"/>
                      </a:cubicBezTo>
                      <a:cubicBezTo>
                        <a:pt x="515" y="151"/>
                        <a:pt x="520" y="144"/>
                        <a:pt x="517" y="144"/>
                      </a:cubicBezTo>
                      <a:cubicBezTo>
                        <a:pt x="511" y="144"/>
                        <a:pt x="502" y="165"/>
                        <a:pt x="482" y="158"/>
                      </a:cubicBezTo>
                      <a:cubicBezTo>
                        <a:pt x="461" y="150"/>
                        <a:pt x="473" y="139"/>
                        <a:pt x="472" y="138"/>
                      </a:cubicBezTo>
                      <a:cubicBezTo>
                        <a:pt x="469" y="135"/>
                        <a:pt x="464" y="137"/>
                        <a:pt x="460" y="137"/>
                      </a:cubicBezTo>
                      <a:cubicBezTo>
                        <a:pt x="459" y="137"/>
                        <a:pt x="457" y="136"/>
                        <a:pt x="456" y="137"/>
                      </a:cubicBezTo>
                      <a:cubicBezTo>
                        <a:pt x="455" y="140"/>
                        <a:pt x="456" y="144"/>
                        <a:pt x="453" y="147"/>
                      </a:cubicBezTo>
                      <a:cubicBezTo>
                        <a:pt x="447" y="159"/>
                        <a:pt x="388" y="166"/>
                        <a:pt x="374" y="173"/>
                      </a:cubicBezTo>
                      <a:cubicBezTo>
                        <a:pt x="367" y="175"/>
                        <a:pt x="361" y="184"/>
                        <a:pt x="356" y="189"/>
                      </a:cubicBezTo>
                      <a:cubicBezTo>
                        <a:pt x="352" y="193"/>
                        <a:pt x="344" y="195"/>
                        <a:pt x="339" y="198"/>
                      </a:cubicBezTo>
                      <a:cubicBezTo>
                        <a:pt x="324" y="209"/>
                        <a:pt x="315" y="227"/>
                        <a:pt x="302" y="241"/>
                      </a:cubicBezTo>
                      <a:cubicBezTo>
                        <a:pt x="298" y="245"/>
                        <a:pt x="293" y="251"/>
                        <a:pt x="289" y="254"/>
                      </a:cubicBezTo>
                      <a:cubicBezTo>
                        <a:pt x="288" y="255"/>
                        <a:pt x="285" y="254"/>
                        <a:pt x="285" y="255"/>
                      </a:cubicBezTo>
                      <a:cubicBezTo>
                        <a:pt x="283" y="267"/>
                        <a:pt x="292" y="267"/>
                        <a:pt x="281" y="275"/>
                      </a:cubicBezTo>
                      <a:cubicBezTo>
                        <a:pt x="280" y="276"/>
                        <a:pt x="277" y="275"/>
                        <a:pt x="275" y="275"/>
                      </a:cubicBezTo>
                      <a:cubicBezTo>
                        <a:pt x="262" y="280"/>
                        <a:pt x="272" y="282"/>
                        <a:pt x="255" y="282"/>
                      </a:cubicBezTo>
                      <a:cubicBezTo>
                        <a:pt x="249" y="282"/>
                        <a:pt x="233" y="278"/>
                        <a:pt x="227" y="280"/>
                      </a:cubicBezTo>
                      <a:cubicBezTo>
                        <a:pt x="225" y="281"/>
                        <a:pt x="226" y="284"/>
                        <a:pt x="224" y="285"/>
                      </a:cubicBezTo>
                      <a:cubicBezTo>
                        <a:pt x="218" y="290"/>
                        <a:pt x="207" y="293"/>
                        <a:pt x="199" y="293"/>
                      </a:cubicBezTo>
                      <a:cubicBezTo>
                        <a:pt x="189" y="294"/>
                        <a:pt x="167" y="295"/>
                        <a:pt x="167" y="296"/>
                      </a:cubicBezTo>
                      <a:cubicBezTo>
                        <a:pt x="164" y="301"/>
                        <a:pt x="163" y="307"/>
                        <a:pt x="162" y="312"/>
                      </a:cubicBezTo>
                      <a:cubicBezTo>
                        <a:pt x="160" y="320"/>
                        <a:pt x="175" y="320"/>
                        <a:pt x="176" y="320"/>
                      </a:cubicBezTo>
                      <a:cubicBezTo>
                        <a:pt x="177" y="320"/>
                        <a:pt x="179" y="320"/>
                        <a:pt x="180" y="321"/>
                      </a:cubicBezTo>
                      <a:cubicBezTo>
                        <a:pt x="180" y="323"/>
                        <a:pt x="177" y="325"/>
                        <a:pt x="178" y="326"/>
                      </a:cubicBezTo>
                      <a:cubicBezTo>
                        <a:pt x="180" y="327"/>
                        <a:pt x="181" y="323"/>
                        <a:pt x="183" y="323"/>
                      </a:cubicBezTo>
                      <a:cubicBezTo>
                        <a:pt x="184" y="324"/>
                        <a:pt x="184" y="327"/>
                        <a:pt x="185" y="327"/>
                      </a:cubicBezTo>
                      <a:cubicBezTo>
                        <a:pt x="195" y="328"/>
                        <a:pt x="205" y="317"/>
                        <a:pt x="216" y="318"/>
                      </a:cubicBezTo>
                      <a:cubicBezTo>
                        <a:pt x="226" y="319"/>
                        <a:pt x="199" y="329"/>
                        <a:pt x="197" y="330"/>
                      </a:cubicBezTo>
                      <a:cubicBezTo>
                        <a:pt x="195" y="330"/>
                        <a:pt x="195" y="326"/>
                        <a:pt x="194" y="327"/>
                      </a:cubicBezTo>
                      <a:cubicBezTo>
                        <a:pt x="193" y="327"/>
                        <a:pt x="160" y="348"/>
                        <a:pt x="158" y="350"/>
                      </a:cubicBezTo>
                      <a:cubicBezTo>
                        <a:pt x="150" y="361"/>
                        <a:pt x="187" y="344"/>
                        <a:pt x="176" y="360"/>
                      </a:cubicBezTo>
                      <a:cubicBezTo>
                        <a:pt x="174" y="363"/>
                        <a:pt x="151" y="364"/>
                        <a:pt x="143" y="366"/>
                      </a:cubicBezTo>
                      <a:cubicBezTo>
                        <a:pt x="128" y="368"/>
                        <a:pt x="115" y="378"/>
                        <a:pt x="115" y="377"/>
                      </a:cubicBezTo>
                      <a:cubicBezTo>
                        <a:pt x="112" y="374"/>
                        <a:pt x="120" y="368"/>
                        <a:pt x="117" y="366"/>
                      </a:cubicBezTo>
                      <a:cubicBezTo>
                        <a:pt x="114" y="363"/>
                        <a:pt x="108" y="366"/>
                        <a:pt x="104" y="367"/>
                      </a:cubicBezTo>
                      <a:cubicBezTo>
                        <a:pt x="103" y="367"/>
                        <a:pt x="104" y="368"/>
                        <a:pt x="103" y="368"/>
                      </a:cubicBezTo>
                      <a:cubicBezTo>
                        <a:pt x="102" y="368"/>
                        <a:pt x="100" y="366"/>
                        <a:pt x="101" y="367"/>
                      </a:cubicBezTo>
                      <a:cubicBezTo>
                        <a:pt x="103" y="370"/>
                        <a:pt x="108" y="371"/>
                        <a:pt x="108" y="375"/>
                      </a:cubicBezTo>
                      <a:cubicBezTo>
                        <a:pt x="106" y="381"/>
                        <a:pt x="99" y="384"/>
                        <a:pt x="94" y="386"/>
                      </a:cubicBezTo>
                      <a:cubicBezTo>
                        <a:pt x="82" y="391"/>
                        <a:pt x="79" y="378"/>
                        <a:pt x="76" y="378"/>
                      </a:cubicBezTo>
                      <a:cubicBezTo>
                        <a:pt x="69" y="376"/>
                        <a:pt x="65" y="387"/>
                        <a:pt x="60" y="388"/>
                      </a:cubicBezTo>
                      <a:cubicBezTo>
                        <a:pt x="57" y="388"/>
                        <a:pt x="48" y="388"/>
                        <a:pt x="45" y="392"/>
                      </a:cubicBezTo>
                      <a:cubicBezTo>
                        <a:pt x="42" y="396"/>
                        <a:pt x="41" y="402"/>
                        <a:pt x="38" y="406"/>
                      </a:cubicBezTo>
                      <a:cubicBezTo>
                        <a:pt x="36" y="407"/>
                        <a:pt x="33" y="406"/>
                        <a:pt x="32" y="408"/>
                      </a:cubicBezTo>
                      <a:cubicBezTo>
                        <a:pt x="31" y="410"/>
                        <a:pt x="33" y="413"/>
                        <a:pt x="33" y="414"/>
                      </a:cubicBezTo>
                      <a:cubicBezTo>
                        <a:pt x="32" y="417"/>
                        <a:pt x="32" y="421"/>
                        <a:pt x="30" y="423"/>
                      </a:cubicBezTo>
                      <a:cubicBezTo>
                        <a:pt x="27" y="426"/>
                        <a:pt x="21" y="423"/>
                        <a:pt x="21" y="430"/>
                      </a:cubicBezTo>
                      <a:cubicBezTo>
                        <a:pt x="21" y="439"/>
                        <a:pt x="26" y="443"/>
                        <a:pt x="26" y="450"/>
                      </a:cubicBezTo>
                      <a:cubicBezTo>
                        <a:pt x="26" y="452"/>
                        <a:pt x="19" y="465"/>
                        <a:pt x="27" y="466"/>
                      </a:cubicBezTo>
                      <a:cubicBezTo>
                        <a:pt x="29" y="466"/>
                        <a:pt x="64" y="449"/>
                        <a:pt x="68" y="448"/>
                      </a:cubicBezTo>
                      <a:cubicBezTo>
                        <a:pt x="69" y="448"/>
                        <a:pt x="71" y="447"/>
                        <a:pt x="70" y="448"/>
                      </a:cubicBezTo>
                      <a:cubicBezTo>
                        <a:pt x="69" y="454"/>
                        <a:pt x="64" y="466"/>
                        <a:pt x="60" y="471"/>
                      </a:cubicBezTo>
                      <a:cubicBezTo>
                        <a:pt x="59" y="473"/>
                        <a:pt x="54" y="471"/>
                        <a:pt x="57" y="473"/>
                      </a:cubicBezTo>
                      <a:cubicBezTo>
                        <a:pt x="61" y="476"/>
                        <a:pt x="74" y="476"/>
                        <a:pt x="76" y="484"/>
                      </a:cubicBezTo>
                      <a:cubicBezTo>
                        <a:pt x="76" y="487"/>
                        <a:pt x="70" y="491"/>
                        <a:pt x="72" y="494"/>
                      </a:cubicBezTo>
                      <a:cubicBezTo>
                        <a:pt x="74" y="495"/>
                        <a:pt x="91" y="489"/>
                        <a:pt x="89" y="496"/>
                      </a:cubicBezTo>
                      <a:cubicBezTo>
                        <a:pt x="86" y="505"/>
                        <a:pt x="69" y="512"/>
                        <a:pt x="72" y="517"/>
                      </a:cubicBezTo>
                      <a:cubicBezTo>
                        <a:pt x="76" y="522"/>
                        <a:pt x="85" y="530"/>
                        <a:pt x="86" y="529"/>
                      </a:cubicBezTo>
                      <a:cubicBezTo>
                        <a:pt x="89" y="527"/>
                        <a:pt x="91" y="526"/>
                        <a:pt x="94" y="525"/>
                      </a:cubicBezTo>
                      <a:cubicBezTo>
                        <a:pt x="96" y="525"/>
                        <a:pt x="101" y="523"/>
                        <a:pt x="101" y="525"/>
                      </a:cubicBezTo>
                      <a:cubicBezTo>
                        <a:pt x="100" y="526"/>
                        <a:pt x="83" y="537"/>
                        <a:pt x="81" y="537"/>
                      </a:cubicBezTo>
                      <a:cubicBezTo>
                        <a:pt x="78" y="538"/>
                        <a:pt x="77" y="531"/>
                        <a:pt x="74" y="533"/>
                      </a:cubicBezTo>
                      <a:cubicBezTo>
                        <a:pt x="72" y="535"/>
                        <a:pt x="78" y="543"/>
                        <a:pt x="76" y="542"/>
                      </a:cubicBezTo>
                      <a:cubicBezTo>
                        <a:pt x="74" y="542"/>
                        <a:pt x="65" y="521"/>
                        <a:pt x="61" y="519"/>
                      </a:cubicBezTo>
                      <a:cubicBezTo>
                        <a:pt x="60" y="518"/>
                        <a:pt x="56" y="517"/>
                        <a:pt x="55" y="520"/>
                      </a:cubicBezTo>
                      <a:cubicBezTo>
                        <a:pt x="53" y="523"/>
                        <a:pt x="56" y="527"/>
                        <a:pt x="56" y="531"/>
                      </a:cubicBezTo>
                      <a:cubicBezTo>
                        <a:pt x="56" y="533"/>
                        <a:pt x="55" y="535"/>
                        <a:pt x="56" y="535"/>
                      </a:cubicBezTo>
                      <a:cubicBezTo>
                        <a:pt x="59" y="537"/>
                        <a:pt x="65" y="534"/>
                        <a:pt x="64" y="536"/>
                      </a:cubicBezTo>
                      <a:cubicBezTo>
                        <a:pt x="63" y="540"/>
                        <a:pt x="58" y="543"/>
                        <a:pt x="54" y="545"/>
                      </a:cubicBezTo>
                      <a:cubicBezTo>
                        <a:pt x="53" y="545"/>
                        <a:pt x="52" y="542"/>
                        <a:pt x="51" y="543"/>
                      </a:cubicBezTo>
                      <a:cubicBezTo>
                        <a:pt x="51" y="544"/>
                        <a:pt x="53" y="545"/>
                        <a:pt x="53" y="546"/>
                      </a:cubicBezTo>
                      <a:cubicBezTo>
                        <a:pt x="53" y="548"/>
                        <a:pt x="48" y="550"/>
                        <a:pt x="50" y="551"/>
                      </a:cubicBezTo>
                      <a:cubicBezTo>
                        <a:pt x="53" y="553"/>
                        <a:pt x="58" y="551"/>
                        <a:pt x="62" y="552"/>
                      </a:cubicBezTo>
                      <a:cubicBezTo>
                        <a:pt x="63" y="552"/>
                        <a:pt x="72" y="559"/>
                        <a:pt x="73" y="558"/>
                      </a:cubicBezTo>
                      <a:cubicBezTo>
                        <a:pt x="77" y="555"/>
                        <a:pt x="77" y="550"/>
                        <a:pt x="81" y="547"/>
                      </a:cubicBezTo>
                      <a:cubicBezTo>
                        <a:pt x="86" y="545"/>
                        <a:pt x="85" y="557"/>
                        <a:pt x="90" y="559"/>
                      </a:cubicBezTo>
                      <a:cubicBezTo>
                        <a:pt x="92" y="560"/>
                        <a:pt x="94" y="555"/>
                        <a:pt x="96" y="555"/>
                      </a:cubicBezTo>
                      <a:cubicBezTo>
                        <a:pt x="99" y="555"/>
                        <a:pt x="114" y="560"/>
                        <a:pt x="114" y="560"/>
                      </a:cubicBezTo>
                      <a:cubicBezTo>
                        <a:pt x="115" y="561"/>
                        <a:pt x="118" y="574"/>
                        <a:pt x="116" y="577"/>
                      </a:cubicBezTo>
                      <a:cubicBezTo>
                        <a:pt x="112" y="581"/>
                        <a:pt x="99" y="583"/>
                        <a:pt x="103" y="585"/>
                      </a:cubicBezTo>
                      <a:cubicBezTo>
                        <a:pt x="108" y="586"/>
                        <a:pt x="113" y="585"/>
                        <a:pt x="117" y="587"/>
                      </a:cubicBezTo>
                      <a:cubicBezTo>
                        <a:pt x="121" y="590"/>
                        <a:pt x="113" y="603"/>
                        <a:pt x="119" y="604"/>
                      </a:cubicBezTo>
                      <a:cubicBezTo>
                        <a:pt x="124" y="604"/>
                        <a:pt x="126" y="596"/>
                        <a:pt x="131" y="596"/>
                      </a:cubicBezTo>
                      <a:cubicBezTo>
                        <a:pt x="135" y="596"/>
                        <a:pt x="137" y="603"/>
                        <a:pt x="141" y="605"/>
                      </a:cubicBezTo>
                      <a:cubicBezTo>
                        <a:pt x="142" y="606"/>
                        <a:pt x="145" y="603"/>
                        <a:pt x="145" y="604"/>
                      </a:cubicBezTo>
                      <a:cubicBezTo>
                        <a:pt x="153" y="632"/>
                        <a:pt x="104" y="603"/>
                        <a:pt x="126" y="626"/>
                      </a:cubicBezTo>
                      <a:cubicBezTo>
                        <a:pt x="129" y="629"/>
                        <a:pt x="133" y="624"/>
                        <a:pt x="137" y="624"/>
                      </a:cubicBezTo>
                      <a:cubicBezTo>
                        <a:pt x="142" y="624"/>
                        <a:pt x="140" y="630"/>
                        <a:pt x="146" y="626"/>
                      </a:cubicBezTo>
                      <a:cubicBezTo>
                        <a:pt x="147" y="626"/>
                        <a:pt x="145" y="624"/>
                        <a:pt x="146" y="624"/>
                      </a:cubicBezTo>
                      <a:cubicBezTo>
                        <a:pt x="150" y="622"/>
                        <a:pt x="154" y="624"/>
                        <a:pt x="158" y="623"/>
                      </a:cubicBezTo>
                      <a:cubicBezTo>
                        <a:pt x="163" y="620"/>
                        <a:pt x="173" y="615"/>
                        <a:pt x="176" y="614"/>
                      </a:cubicBezTo>
                      <a:cubicBezTo>
                        <a:pt x="181" y="612"/>
                        <a:pt x="187" y="607"/>
                        <a:pt x="190" y="611"/>
                      </a:cubicBezTo>
                      <a:cubicBezTo>
                        <a:pt x="201" y="624"/>
                        <a:pt x="173" y="619"/>
                        <a:pt x="173" y="624"/>
                      </a:cubicBezTo>
                      <a:cubicBezTo>
                        <a:pt x="173" y="627"/>
                        <a:pt x="179" y="630"/>
                        <a:pt x="177" y="633"/>
                      </a:cubicBezTo>
                      <a:cubicBezTo>
                        <a:pt x="173" y="636"/>
                        <a:pt x="168" y="633"/>
                        <a:pt x="163" y="634"/>
                      </a:cubicBezTo>
                      <a:cubicBezTo>
                        <a:pt x="154" y="636"/>
                        <a:pt x="146" y="643"/>
                        <a:pt x="139" y="649"/>
                      </a:cubicBezTo>
                      <a:cubicBezTo>
                        <a:pt x="136" y="651"/>
                        <a:pt x="146" y="647"/>
                        <a:pt x="150" y="647"/>
                      </a:cubicBezTo>
                      <a:cubicBezTo>
                        <a:pt x="152" y="647"/>
                        <a:pt x="155" y="649"/>
                        <a:pt x="157" y="648"/>
                      </a:cubicBezTo>
                      <a:cubicBezTo>
                        <a:pt x="159" y="646"/>
                        <a:pt x="156" y="642"/>
                        <a:pt x="159" y="640"/>
                      </a:cubicBezTo>
                      <a:cubicBezTo>
                        <a:pt x="162" y="638"/>
                        <a:pt x="167" y="639"/>
                        <a:pt x="171" y="638"/>
                      </a:cubicBezTo>
                      <a:cubicBezTo>
                        <a:pt x="182" y="635"/>
                        <a:pt x="181" y="629"/>
                        <a:pt x="181" y="630"/>
                      </a:cubicBezTo>
                      <a:cubicBezTo>
                        <a:pt x="189" y="647"/>
                        <a:pt x="181" y="642"/>
                        <a:pt x="176" y="647"/>
                      </a:cubicBezTo>
                      <a:cubicBezTo>
                        <a:pt x="175" y="648"/>
                        <a:pt x="179" y="650"/>
                        <a:pt x="180" y="649"/>
                      </a:cubicBezTo>
                      <a:cubicBezTo>
                        <a:pt x="181" y="647"/>
                        <a:pt x="198" y="628"/>
                        <a:pt x="198" y="628"/>
                      </a:cubicBezTo>
                      <a:cubicBezTo>
                        <a:pt x="199" y="625"/>
                        <a:pt x="198" y="620"/>
                        <a:pt x="200" y="619"/>
                      </a:cubicBezTo>
                      <a:cubicBezTo>
                        <a:pt x="215" y="612"/>
                        <a:pt x="208" y="627"/>
                        <a:pt x="212" y="630"/>
                      </a:cubicBezTo>
                      <a:cubicBezTo>
                        <a:pt x="215" y="633"/>
                        <a:pt x="221" y="632"/>
                        <a:pt x="225" y="633"/>
                      </a:cubicBezTo>
                      <a:cubicBezTo>
                        <a:pt x="226" y="633"/>
                        <a:pt x="226" y="636"/>
                        <a:pt x="227" y="636"/>
                      </a:cubicBezTo>
                      <a:cubicBezTo>
                        <a:pt x="232" y="630"/>
                        <a:pt x="221" y="623"/>
                        <a:pt x="229" y="622"/>
                      </a:cubicBezTo>
                      <a:cubicBezTo>
                        <a:pt x="245" y="619"/>
                        <a:pt x="244" y="645"/>
                        <a:pt x="245" y="646"/>
                      </a:cubicBezTo>
                      <a:cubicBezTo>
                        <a:pt x="257" y="654"/>
                        <a:pt x="266" y="650"/>
                        <a:pt x="279" y="651"/>
                      </a:cubicBezTo>
                      <a:cubicBezTo>
                        <a:pt x="280" y="651"/>
                        <a:pt x="281" y="656"/>
                        <a:pt x="284" y="655"/>
                      </a:cubicBezTo>
                      <a:cubicBezTo>
                        <a:pt x="289" y="655"/>
                        <a:pt x="307" y="637"/>
                        <a:pt x="309" y="636"/>
                      </a:cubicBezTo>
                      <a:cubicBezTo>
                        <a:pt x="311" y="633"/>
                        <a:pt x="320" y="632"/>
                        <a:pt x="323" y="633"/>
                      </a:cubicBezTo>
                      <a:cubicBezTo>
                        <a:pt x="324" y="634"/>
                        <a:pt x="323" y="639"/>
                        <a:pt x="324" y="638"/>
                      </a:cubicBezTo>
                      <a:cubicBezTo>
                        <a:pt x="327" y="635"/>
                        <a:pt x="329" y="630"/>
                        <a:pt x="329" y="626"/>
                      </a:cubicBezTo>
                      <a:cubicBezTo>
                        <a:pt x="329" y="624"/>
                        <a:pt x="325" y="624"/>
                        <a:pt x="325" y="623"/>
                      </a:cubicBezTo>
                      <a:cubicBezTo>
                        <a:pt x="324" y="619"/>
                        <a:pt x="327" y="616"/>
                        <a:pt x="328" y="612"/>
                      </a:cubicBezTo>
                      <a:cubicBezTo>
                        <a:pt x="331" y="606"/>
                        <a:pt x="319" y="596"/>
                        <a:pt x="326" y="588"/>
                      </a:cubicBezTo>
                      <a:cubicBezTo>
                        <a:pt x="328" y="585"/>
                        <a:pt x="355" y="580"/>
                        <a:pt x="360" y="580"/>
                      </a:cubicBezTo>
                      <a:cubicBezTo>
                        <a:pt x="361" y="580"/>
                        <a:pt x="410" y="585"/>
                        <a:pt x="412" y="585"/>
                      </a:cubicBezTo>
                      <a:cubicBezTo>
                        <a:pt x="434" y="591"/>
                        <a:pt x="430" y="608"/>
                        <a:pt x="459" y="610"/>
                      </a:cubicBezTo>
                      <a:cubicBezTo>
                        <a:pt x="474" y="611"/>
                        <a:pt x="461" y="607"/>
                        <a:pt x="473" y="600"/>
                      </a:cubicBezTo>
                      <a:cubicBezTo>
                        <a:pt x="476" y="599"/>
                        <a:pt x="480" y="602"/>
                        <a:pt x="483" y="600"/>
                      </a:cubicBezTo>
                      <a:cubicBezTo>
                        <a:pt x="485" y="599"/>
                        <a:pt x="483" y="595"/>
                        <a:pt x="484" y="594"/>
                      </a:cubicBezTo>
                      <a:cubicBezTo>
                        <a:pt x="488" y="591"/>
                        <a:pt x="506" y="589"/>
                        <a:pt x="508" y="588"/>
                      </a:cubicBezTo>
                      <a:cubicBezTo>
                        <a:pt x="510" y="586"/>
                        <a:pt x="511" y="582"/>
                        <a:pt x="513" y="581"/>
                      </a:cubicBezTo>
                      <a:cubicBezTo>
                        <a:pt x="515" y="580"/>
                        <a:pt x="515" y="584"/>
                        <a:pt x="516" y="583"/>
                      </a:cubicBezTo>
                      <a:cubicBezTo>
                        <a:pt x="517" y="583"/>
                        <a:pt x="523" y="566"/>
                        <a:pt x="524" y="567"/>
                      </a:cubicBezTo>
                      <a:cubicBezTo>
                        <a:pt x="526" y="567"/>
                        <a:pt x="528" y="573"/>
                        <a:pt x="530" y="572"/>
                      </a:cubicBezTo>
                      <a:cubicBezTo>
                        <a:pt x="542" y="569"/>
                        <a:pt x="533" y="562"/>
                        <a:pt x="533" y="557"/>
                      </a:cubicBezTo>
                      <a:cubicBezTo>
                        <a:pt x="535" y="546"/>
                        <a:pt x="547" y="530"/>
                        <a:pt x="553" y="522"/>
                      </a:cubicBezTo>
                      <a:cubicBezTo>
                        <a:pt x="564" y="507"/>
                        <a:pt x="598" y="526"/>
                        <a:pt x="602" y="523"/>
                      </a:cubicBezTo>
                      <a:cubicBezTo>
                        <a:pt x="605" y="520"/>
                        <a:pt x="606" y="516"/>
                        <a:pt x="610" y="513"/>
                      </a:cubicBezTo>
                      <a:cubicBezTo>
                        <a:pt x="611" y="512"/>
                        <a:pt x="627" y="516"/>
                        <a:pt x="619" y="503"/>
                      </a:cubicBezTo>
                      <a:cubicBezTo>
                        <a:pt x="618" y="501"/>
                        <a:pt x="614" y="511"/>
                        <a:pt x="614" y="509"/>
                      </a:cubicBezTo>
                      <a:cubicBezTo>
                        <a:pt x="615" y="506"/>
                        <a:pt x="621" y="504"/>
                        <a:pt x="619" y="502"/>
                      </a:cubicBezTo>
                      <a:cubicBezTo>
                        <a:pt x="618" y="500"/>
                        <a:pt x="615" y="505"/>
                        <a:pt x="612" y="505"/>
                      </a:cubicBezTo>
                      <a:cubicBezTo>
                        <a:pt x="610" y="504"/>
                        <a:pt x="614" y="502"/>
                        <a:pt x="615" y="501"/>
                      </a:cubicBezTo>
                      <a:cubicBezTo>
                        <a:pt x="618" y="499"/>
                        <a:pt x="622" y="497"/>
                        <a:pt x="624" y="495"/>
                      </a:cubicBezTo>
                      <a:cubicBezTo>
                        <a:pt x="627" y="491"/>
                        <a:pt x="626" y="482"/>
                        <a:pt x="632" y="480"/>
                      </a:cubicBezTo>
                      <a:cubicBezTo>
                        <a:pt x="640" y="478"/>
                        <a:pt x="648" y="490"/>
                        <a:pt x="649" y="496"/>
                      </a:cubicBezTo>
                      <a:cubicBezTo>
                        <a:pt x="650" y="499"/>
                        <a:pt x="631" y="525"/>
                        <a:pt x="632" y="529"/>
                      </a:cubicBezTo>
                      <a:cubicBezTo>
                        <a:pt x="636" y="536"/>
                        <a:pt x="649" y="538"/>
                        <a:pt x="650" y="547"/>
                      </a:cubicBezTo>
                      <a:cubicBezTo>
                        <a:pt x="651" y="548"/>
                        <a:pt x="650" y="551"/>
                        <a:pt x="648" y="553"/>
                      </a:cubicBezTo>
                      <a:cubicBezTo>
                        <a:pt x="652" y="551"/>
                        <a:pt x="663" y="559"/>
                        <a:pt x="665" y="556"/>
                      </a:cubicBezTo>
                      <a:cubicBezTo>
                        <a:pt x="668" y="553"/>
                        <a:pt x="663" y="548"/>
                        <a:pt x="665" y="544"/>
                      </a:cubicBezTo>
                      <a:cubicBezTo>
                        <a:pt x="666" y="541"/>
                        <a:pt x="671" y="540"/>
                        <a:pt x="672" y="538"/>
                      </a:cubicBezTo>
                      <a:cubicBezTo>
                        <a:pt x="668" y="523"/>
                        <a:pt x="668" y="523"/>
                        <a:pt x="668" y="523"/>
                      </a:cubicBezTo>
                      <a:cubicBezTo>
                        <a:pt x="668" y="522"/>
                        <a:pt x="685" y="516"/>
                        <a:pt x="686" y="515"/>
                      </a:cubicBezTo>
                      <a:cubicBezTo>
                        <a:pt x="687" y="513"/>
                        <a:pt x="677" y="507"/>
                        <a:pt x="676" y="506"/>
                      </a:cubicBezTo>
                      <a:cubicBezTo>
                        <a:pt x="671" y="500"/>
                        <a:pt x="667" y="480"/>
                        <a:pt x="670" y="474"/>
                      </a:cubicBezTo>
                      <a:cubicBezTo>
                        <a:pt x="671" y="472"/>
                        <a:pt x="692" y="471"/>
                        <a:pt x="695" y="474"/>
                      </a:cubicBezTo>
                      <a:cubicBezTo>
                        <a:pt x="695" y="474"/>
                        <a:pt x="692" y="484"/>
                        <a:pt x="698" y="480"/>
                      </a:cubicBezTo>
                      <a:cubicBezTo>
                        <a:pt x="700" y="479"/>
                        <a:pt x="699" y="476"/>
                        <a:pt x="700" y="475"/>
                      </a:cubicBezTo>
                      <a:cubicBezTo>
                        <a:pt x="706" y="472"/>
                        <a:pt x="713" y="474"/>
                        <a:pt x="719" y="470"/>
                      </a:cubicBezTo>
                      <a:cubicBezTo>
                        <a:pt x="735" y="462"/>
                        <a:pt x="744" y="432"/>
                        <a:pt x="765" y="431"/>
                      </a:cubicBezTo>
                      <a:cubicBezTo>
                        <a:pt x="773" y="430"/>
                        <a:pt x="781" y="437"/>
                        <a:pt x="789" y="437"/>
                      </a:cubicBezTo>
                      <a:cubicBezTo>
                        <a:pt x="805" y="437"/>
                        <a:pt x="824" y="423"/>
                        <a:pt x="838" y="414"/>
                      </a:cubicBezTo>
                      <a:cubicBezTo>
                        <a:pt x="860" y="400"/>
                        <a:pt x="870" y="374"/>
                        <a:pt x="891" y="359"/>
                      </a:cubicBezTo>
                      <a:cubicBezTo>
                        <a:pt x="904" y="350"/>
                        <a:pt x="923" y="348"/>
                        <a:pt x="936" y="339"/>
                      </a:cubicBezTo>
                      <a:cubicBezTo>
                        <a:pt x="942" y="335"/>
                        <a:pt x="954" y="328"/>
                        <a:pt x="958" y="321"/>
                      </a:cubicBezTo>
                      <a:cubicBezTo>
                        <a:pt x="960" y="317"/>
                        <a:pt x="962" y="302"/>
                        <a:pt x="972" y="312"/>
                      </a:cubicBezTo>
                      <a:cubicBezTo>
                        <a:pt x="975" y="314"/>
                        <a:pt x="976" y="316"/>
                        <a:pt x="977" y="319"/>
                      </a:cubicBezTo>
                      <a:close/>
                      <a:moveTo>
                        <a:pt x="92" y="258"/>
                      </a:moveTo>
                      <a:cubicBezTo>
                        <a:pt x="91" y="258"/>
                        <a:pt x="91" y="258"/>
                        <a:pt x="91" y="258"/>
                      </a:cubicBezTo>
                      <a:cubicBezTo>
                        <a:pt x="88" y="259"/>
                        <a:pt x="85" y="258"/>
                        <a:pt x="81" y="259"/>
                      </a:cubicBezTo>
                      <a:cubicBezTo>
                        <a:pt x="77" y="261"/>
                        <a:pt x="73" y="265"/>
                        <a:pt x="69" y="268"/>
                      </a:cubicBezTo>
                      <a:cubicBezTo>
                        <a:pt x="68" y="268"/>
                        <a:pt x="69" y="271"/>
                        <a:pt x="69" y="270"/>
                      </a:cubicBezTo>
                      <a:cubicBezTo>
                        <a:pt x="56" y="267"/>
                        <a:pt x="52" y="257"/>
                        <a:pt x="39" y="264"/>
                      </a:cubicBezTo>
                      <a:cubicBezTo>
                        <a:pt x="29" y="275"/>
                        <a:pt x="29" y="275"/>
                        <a:pt x="29" y="275"/>
                      </a:cubicBezTo>
                      <a:cubicBezTo>
                        <a:pt x="25" y="276"/>
                        <a:pt x="20" y="273"/>
                        <a:pt x="17" y="276"/>
                      </a:cubicBezTo>
                      <a:cubicBezTo>
                        <a:pt x="14" y="279"/>
                        <a:pt x="17" y="285"/>
                        <a:pt x="15" y="288"/>
                      </a:cubicBezTo>
                      <a:cubicBezTo>
                        <a:pt x="12" y="292"/>
                        <a:pt x="0" y="290"/>
                        <a:pt x="5" y="299"/>
                      </a:cubicBezTo>
                      <a:cubicBezTo>
                        <a:pt x="18" y="302"/>
                        <a:pt x="35" y="314"/>
                        <a:pt x="26" y="324"/>
                      </a:cubicBezTo>
                      <a:cubicBezTo>
                        <a:pt x="20" y="331"/>
                        <a:pt x="14" y="327"/>
                        <a:pt x="12" y="338"/>
                      </a:cubicBezTo>
                      <a:cubicBezTo>
                        <a:pt x="16" y="355"/>
                        <a:pt x="16" y="355"/>
                        <a:pt x="16" y="355"/>
                      </a:cubicBezTo>
                      <a:cubicBezTo>
                        <a:pt x="16" y="359"/>
                        <a:pt x="8" y="372"/>
                        <a:pt x="4" y="374"/>
                      </a:cubicBezTo>
                      <a:cubicBezTo>
                        <a:pt x="3" y="380"/>
                        <a:pt x="3" y="380"/>
                        <a:pt x="3" y="380"/>
                      </a:cubicBezTo>
                      <a:cubicBezTo>
                        <a:pt x="4" y="381"/>
                        <a:pt x="6" y="382"/>
                        <a:pt x="9" y="383"/>
                      </a:cubicBezTo>
                      <a:cubicBezTo>
                        <a:pt x="18" y="386"/>
                        <a:pt x="51" y="363"/>
                        <a:pt x="49" y="374"/>
                      </a:cubicBezTo>
                      <a:cubicBezTo>
                        <a:pt x="48" y="382"/>
                        <a:pt x="20" y="393"/>
                        <a:pt x="19" y="402"/>
                      </a:cubicBezTo>
                      <a:cubicBezTo>
                        <a:pt x="19" y="404"/>
                        <a:pt x="22" y="405"/>
                        <a:pt x="23" y="406"/>
                      </a:cubicBezTo>
                      <a:cubicBezTo>
                        <a:pt x="23" y="408"/>
                        <a:pt x="23" y="410"/>
                        <a:pt x="23" y="411"/>
                      </a:cubicBezTo>
                      <a:cubicBezTo>
                        <a:pt x="22" y="415"/>
                        <a:pt x="18" y="424"/>
                        <a:pt x="21" y="422"/>
                      </a:cubicBezTo>
                      <a:cubicBezTo>
                        <a:pt x="32" y="413"/>
                        <a:pt x="34" y="398"/>
                        <a:pt x="43" y="387"/>
                      </a:cubicBezTo>
                      <a:cubicBezTo>
                        <a:pt x="51" y="375"/>
                        <a:pt x="66" y="373"/>
                        <a:pt x="73" y="361"/>
                      </a:cubicBezTo>
                      <a:cubicBezTo>
                        <a:pt x="76" y="357"/>
                        <a:pt x="78" y="352"/>
                        <a:pt x="79" y="348"/>
                      </a:cubicBezTo>
                      <a:cubicBezTo>
                        <a:pt x="80" y="344"/>
                        <a:pt x="78" y="340"/>
                        <a:pt x="80" y="337"/>
                      </a:cubicBezTo>
                      <a:cubicBezTo>
                        <a:pt x="90" y="325"/>
                        <a:pt x="94" y="336"/>
                        <a:pt x="105" y="332"/>
                      </a:cubicBezTo>
                      <a:cubicBezTo>
                        <a:pt x="107" y="332"/>
                        <a:pt x="106" y="328"/>
                        <a:pt x="107" y="327"/>
                      </a:cubicBezTo>
                      <a:cubicBezTo>
                        <a:pt x="111" y="324"/>
                        <a:pt x="114" y="321"/>
                        <a:pt x="119" y="320"/>
                      </a:cubicBezTo>
                      <a:cubicBezTo>
                        <a:pt x="132" y="316"/>
                        <a:pt x="138" y="330"/>
                        <a:pt x="135" y="316"/>
                      </a:cubicBezTo>
                      <a:cubicBezTo>
                        <a:pt x="134" y="313"/>
                        <a:pt x="137" y="324"/>
                        <a:pt x="140" y="323"/>
                      </a:cubicBezTo>
                      <a:cubicBezTo>
                        <a:pt x="145" y="323"/>
                        <a:pt x="159" y="320"/>
                        <a:pt x="160" y="315"/>
                      </a:cubicBezTo>
                      <a:cubicBezTo>
                        <a:pt x="162" y="312"/>
                        <a:pt x="160" y="308"/>
                        <a:pt x="161" y="304"/>
                      </a:cubicBezTo>
                      <a:cubicBezTo>
                        <a:pt x="161" y="302"/>
                        <a:pt x="165" y="298"/>
                        <a:pt x="163" y="297"/>
                      </a:cubicBezTo>
                      <a:cubicBezTo>
                        <a:pt x="151" y="293"/>
                        <a:pt x="124" y="297"/>
                        <a:pt x="109" y="288"/>
                      </a:cubicBezTo>
                      <a:cubicBezTo>
                        <a:pt x="87" y="275"/>
                        <a:pt x="96" y="267"/>
                        <a:pt x="92" y="258"/>
                      </a:cubicBezTo>
                      <a:close/>
                    </a:path>
                  </a:pathLst>
                </a:custGeom>
                <a:solidFill>
                  <a:srgbClr val="C0E1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7" name="Armenia" descr="{&quot;Key&quot;:&quot;armenia&quot;,&quot;Name&quot;:&quot;Armenia&quot;,&quot;Value&quot;:19.0,&quot;Formula&quot;:&quot;19&quot;,&quot;Text&quot;:&quot;19&quot;,&quot;OfficeApplication&quot;:2,&quot;HasValue&quot;:true}">
                  <a:extLst>
                    <a:ext uri="{FF2B5EF4-FFF2-40B4-BE49-F238E27FC236}">
                      <a16:creationId xmlns:a16="http://schemas.microsoft.com/office/drawing/2014/main" id="{A6E4971B-3235-5294-B608-501AE510F858}"/>
                    </a:ext>
                  </a:extLst>
                </p:cNvPr>
                <p:cNvSpPr>
                  <a:spLocks noEditPoints="1"/>
                </p:cNvSpPr>
                <p:nvPr/>
              </p:nvSpPr>
              <p:spPr bwMode="auto">
                <a:xfrm>
                  <a:off x="6310201" y="4633145"/>
                  <a:ext cx="377647" cy="235747"/>
                </a:xfrm>
                <a:custGeom>
                  <a:avLst/>
                  <a:gdLst>
                    <a:gd name="T0" fmla="*/ 116 w 226"/>
                    <a:gd name="T1" fmla="*/ 30 h 131"/>
                    <a:gd name="T2" fmla="*/ 80 w 226"/>
                    <a:gd name="T3" fmla="*/ 104 h 131"/>
                    <a:gd name="T4" fmla="*/ 81 w 226"/>
                    <a:gd name="T5" fmla="*/ 104 h 131"/>
                    <a:gd name="T6" fmla="*/ 82 w 226"/>
                    <a:gd name="T7" fmla="*/ 104 h 131"/>
                    <a:gd name="T8" fmla="*/ 86 w 226"/>
                    <a:gd name="T9" fmla="*/ 104 h 131"/>
                    <a:gd name="T10" fmla="*/ 88 w 226"/>
                    <a:gd name="T11" fmla="*/ 105 h 131"/>
                    <a:gd name="T12" fmla="*/ 89 w 226"/>
                    <a:gd name="T13" fmla="*/ 105 h 131"/>
                    <a:gd name="T14" fmla="*/ 90 w 226"/>
                    <a:gd name="T15" fmla="*/ 105 h 131"/>
                    <a:gd name="T16" fmla="*/ 91 w 226"/>
                    <a:gd name="T17" fmla="*/ 105 h 131"/>
                    <a:gd name="T18" fmla="*/ 92 w 226"/>
                    <a:gd name="T19" fmla="*/ 106 h 131"/>
                    <a:gd name="T20" fmla="*/ 93 w 226"/>
                    <a:gd name="T21" fmla="*/ 107 h 131"/>
                    <a:gd name="T22" fmla="*/ 94 w 226"/>
                    <a:gd name="T23" fmla="*/ 107 h 131"/>
                    <a:gd name="T24" fmla="*/ 95 w 226"/>
                    <a:gd name="T25" fmla="*/ 107 h 131"/>
                    <a:gd name="T26" fmla="*/ 96 w 226"/>
                    <a:gd name="T27" fmla="*/ 108 h 131"/>
                    <a:gd name="T28" fmla="*/ 97 w 226"/>
                    <a:gd name="T29" fmla="*/ 108 h 131"/>
                    <a:gd name="T30" fmla="*/ 98 w 226"/>
                    <a:gd name="T31" fmla="*/ 108 h 131"/>
                    <a:gd name="T32" fmla="*/ 99 w 226"/>
                    <a:gd name="T33" fmla="*/ 109 h 131"/>
                    <a:gd name="T34" fmla="*/ 106 w 226"/>
                    <a:gd name="T35" fmla="*/ 112 h 131"/>
                    <a:gd name="T36" fmla="*/ 107 w 226"/>
                    <a:gd name="T37" fmla="*/ 112 h 131"/>
                    <a:gd name="T38" fmla="*/ 120 w 226"/>
                    <a:gd name="T39" fmla="*/ 101 h 131"/>
                    <a:gd name="T40" fmla="*/ 137 w 226"/>
                    <a:gd name="T41" fmla="*/ 106 h 131"/>
                    <a:gd name="T42" fmla="*/ 161 w 226"/>
                    <a:gd name="T43" fmla="*/ 96 h 131"/>
                    <a:gd name="T44" fmla="*/ 184 w 226"/>
                    <a:gd name="T45" fmla="*/ 109 h 131"/>
                    <a:gd name="T46" fmla="*/ 186 w 226"/>
                    <a:gd name="T47" fmla="*/ 116 h 131"/>
                    <a:gd name="T48" fmla="*/ 214 w 226"/>
                    <a:gd name="T49" fmla="*/ 124 h 131"/>
                    <a:gd name="T50" fmla="*/ 226 w 226"/>
                    <a:gd name="T51" fmla="*/ 116 h 131"/>
                    <a:gd name="T52" fmla="*/ 224 w 226"/>
                    <a:gd name="T53" fmla="*/ 120 h 131"/>
                    <a:gd name="T54" fmla="*/ 208 w 226"/>
                    <a:gd name="T55" fmla="*/ 103 h 131"/>
                    <a:gd name="T56" fmla="*/ 218 w 226"/>
                    <a:gd name="T57" fmla="*/ 96 h 131"/>
                    <a:gd name="T58" fmla="*/ 204 w 226"/>
                    <a:gd name="T59" fmla="*/ 75 h 131"/>
                    <a:gd name="T60" fmla="*/ 153 w 226"/>
                    <a:gd name="T61" fmla="*/ 70 h 131"/>
                    <a:gd name="T62" fmla="*/ 142 w 226"/>
                    <a:gd name="T63" fmla="*/ 69 h 131"/>
                    <a:gd name="T64" fmla="*/ 154 w 226"/>
                    <a:gd name="T65" fmla="*/ 45 h 131"/>
                    <a:gd name="T66" fmla="*/ 115 w 226"/>
                    <a:gd name="T67" fmla="*/ 13 h 131"/>
                    <a:gd name="T68" fmla="*/ 102 w 226"/>
                    <a:gd name="T69" fmla="*/ 6 h 131"/>
                    <a:gd name="T70" fmla="*/ 81 w 226"/>
                    <a:gd name="T71" fmla="*/ 2 h 131"/>
                    <a:gd name="T72" fmla="*/ 72 w 226"/>
                    <a:gd name="T73" fmla="*/ 0 h 131"/>
                    <a:gd name="T74" fmla="*/ 63 w 226"/>
                    <a:gd name="T75" fmla="*/ 6 h 131"/>
                    <a:gd name="T76" fmla="*/ 33 w 226"/>
                    <a:gd name="T77" fmla="*/ 25 h 131"/>
                    <a:gd name="T78" fmla="*/ 0 w 226"/>
                    <a:gd name="T79" fmla="*/ 52 h 131"/>
                    <a:gd name="T80" fmla="*/ 2 w 226"/>
                    <a:gd name="T81" fmla="*/ 56 h 131"/>
                    <a:gd name="T82" fmla="*/ 30 w 226"/>
                    <a:gd name="T83" fmla="*/ 101 h 131"/>
                    <a:gd name="T84" fmla="*/ 39 w 226"/>
                    <a:gd name="T85" fmla="*/ 115 h 131"/>
                    <a:gd name="T86" fmla="*/ 79 w 226"/>
                    <a:gd name="T87" fmla="*/ 13 h 131"/>
                    <a:gd name="T88" fmla="*/ 79 w 226"/>
                    <a:gd name="T89" fmla="*/ 1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6" h="131">
                      <a:moveTo>
                        <a:pt x="118" y="27"/>
                      </a:moveTo>
                      <a:cubicBezTo>
                        <a:pt x="125" y="28"/>
                        <a:pt x="115" y="35"/>
                        <a:pt x="116" y="30"/>
                      </a:cubicBezTo>
                      <a:cubicBezTo>
                        <a:pt x="116" y="29"/>
                        <a:pt x="117" y="28"/>
                        <a:pt x="118" y="27"/>
                      </a:cubicBezTo>
                      <a:moveTo>
                        <a:pt x="80" y="104"/>
                      </a:moveTo>
                      <a:cubicBezTo>
                        <a:pt x="80" y="104"/>
                        <a:pt x="80" y="104"/>
                        <a:pt x="80" y="104"/>
                      </a:cubicBezTo>
                      <a:cubicBezTo>
                        <a:pt x="81" y="104"/>
                        <a:pt x="81" y="104"/>
                        <a:pt x="81" y="104"/>
                      </a:cubicBezTo>
                      <a:cubicBezTo>
                        <a:pt x="81" y="104"/>
                        <a:pt x="81" y="104"/>
                        <a:pt x="81" y="104"/>
                      </a:cubicBezTo>
                      <a:cubicBezTo>
                        <a:pt x="81" y="104"/>
                        <a:pt x="81" y="104"/>
                        <a:pt x="82" y="104"/>
                      </a:cubicBezTo>
                      <a:cubicBezTo>
                        <a:pt x="82" y="104"/>
                        <a:pt x="82" y="104"/>
                        <a:pt x="82" y="104"/>
                      </a:cubicBezTo>
                      <a:cubicBezTo>
                        <a:pt x="84" y="104"/>
                        <a:pt x="85" y="104"/>
                        <a:pt x="86" y="104"/>
                      </a:cubicBezTo>
                      <a:cubicBezTo>
                        <a:pt x="86" y="104"/>
                        <a:pt x="86" y="104"/>
                        <a:pt x="87" y="104"/>
                      </a:cubicBezTo>
                      <a:cubicBezTo>
                        <a:pt x="87" y="104"/>
                        <a:pt x="88" y="104"/>
                        <a:pt x="88" y="105"/>
                      </a:cubicBezTo>
                      <a:cubicBezTo>
                        <a:pt x="88" y="105"/>
                        <a:pt x="88" y="105"/>
                        <a:pt x="88" y="105"/>
                      </a:cubicBezTo>
                      <a:cubicBezTo>
                        <a:pt x="89" y="105"/>
                        <a:pt x="89" y="105"/>
                        <a:pt x="89" y="105"/>
                      </a:cubicBezTo>
                      <a:cubicBezTo>
                        <a:pt x="89" y="105"/>
                        <a:pt x="89" y="105"/>
                        <a:pt x="89" y="105"/>
                      </a:cubicBezTo>
                      <a:cubicBezTo>
                        <a:pt x="89" y="105"/>
                        <a:pt x="90" y="105"/>
                        <a:pt x="90" y="105"/>
                      </a:cubicBezTo>
                      <a:cubicBezTo>
                        <a:pt x="90" y="105"/>
                        <a:pt x="90" y="105"/>
                        <a:pt x="90" y="105"/>
                      </a:cubicBezTo>
                      <a:cubicBezTo>
                        <a:pt x="91" y="105"/>
                        <a:pt x="91" y="105"/>
                        <a:pt x="91" y="105"/>
                      </a:cubicBezTo>
                      <a:cubicBezTo>
                        <a:pt x="92" y="106"/>
                        <a:pt x="92" y="106"/>
                        <a:pt x="92" y="106"/>
                      </a:cubicBezTo>
                      <a:cubicBezTo>
                        <a:pt x="92" y="106"/>
                        <a:pt x="92" y="106"/>
                        <a:pt x="92" y="106"/>
                      </a:cubicBezTo>
                      <a:cubicBezTo>
                        <a:pt x="92" y="106"/>
                        <a:pt x="92" y="106"/>
                        <a:pt x="93" y="106"/>
                      </a:cubicBezTo>
                      <a:cubicBezTo>
                        <a:pt x="93" y="106"/>
                        <a:pt x="93" y="106"/>
                        <a:pt x="93" y="107"/>
                      </a:cubicBezTo>
                      <a:cubicBezTo>
                        <a:pt x="93" y="107"/>
                        <a:pt x="93" y="107"/>
                        <a:pt x="94" y="107"/>
                      </a:cubicBezTo>
                      <a:cubicBezTo>
                        <a:pt x="94" y="107"/>
                        <a:pt x="94" y="107"/>
                        <a:pt x="94" y="107"/>
                      </a:cubicBezTo>
                      <a:cubicBezTo>
                        <a:pt x="94" y="107"/>
                        <a:pt x="94" y="107"/>
                        <a:pt x="94" y="107"/>
                      </a:cubicBezTo>
                      <a:cubicBezTo>
                        <a:pt x="95" y="107"/>
                        <a:pt x="95" y="107"/>
                        <a:pt x="95" y="107"/>
                      </a:cubicBezTo>
                      <a:cubicBezTo>
                        <a:pt x="95" y="107"/>
                        <a:pt x="95" y="107"/>
                        <a:pt x="95" y="107"/>
                      </a:cubicBezTo>
                      <a:cubicBezTo>
                        <a:pt x="95" y="107"/>
                        <a:pt x="96" y="107"/>
                        <a:pt x="96" y="108"/>
                      </a:cubicBezTo>
                      <a:cubicBezTo>
                        <a:pt x="96" y="108"/>
                        <a:pt x="96" y="108"/>
                        <a:pt x="97" y="108"/>
                      </a:cubicBezTo>
                      <a:cubicBezTo>
                        <a:pt x="97" y="108"/>
                        <a:pt x="97" y="108"/>
                        <a:pt x="97" y="108"/>
                      </a:cubicBezTo>
                      <a:cubicBezTo>
                        <a:pt x="97" y="108"/>
                        <a:pt x="98" y="108"/>
                        <a:pt x="98" y="108"/>
                      </a:cubicBezTo>
                      <a:cubicBezTo>
                        <a:pt x="98" y="108"/>
                        <a:pt x="98" y="108"/>
                        <a:pt x="98" y="108"/>
                      </a:cubicBezTo>
                      <a:cubicBezTo>
                        <a:pt x="99" y="109"/>
                        <a:pt x="99" y="109"/>
                        <a:pt x="99" y="109"/>
                      </a:cubicBezTo>
                      <a:cubicBezTo>
                        <a:pt x="99" y="109"/>
                        <a:pt x="99" y="109"/>
                        <a:pt x="99" y="109"/>
                      </a:cubicBezTo>
                      <a:cubicBezTo>
                        <a:pt x="102" y="110"/>
                        <a:pt x="103" y="111"/>
                        <a:pt x="105" y="111"/>
                      </a:cubicBezTo>
                      <a:cubicBezTo>
                        <a:pt x="106" y="112"/>
                        <a:pt x="106" y="112"/>
                        <a:pt x="106" y="112"/>
                      </a:cubicBezTo>
                      <a:cubicBezTo>
                        <a:pt x="106" y="112"/>
                        <a:pt x="107" y="112"/>
                        <a:pt x="107" y="112"/>
                      </a:cubicBezTo>
                      <a:cubicBezTo>
                        <a:pt x="107" y="112"/>
                        <a:pt x="107" y="112"/>
                        <a:pt x="107" y="112"/>
                      </a:cubicBezTo>
                      <a:cubicBezTo>
                        <a:pt x="108" y="113"/>
                        <a:pt x="109" y="113"/>
                        <a:pt x="110" y="113"/>
                      </a:cubicBezTo>
                      <a:cubicBezTo>
                        <a:pt x="113" y="109"/>
                        <a:pt x="115" y="102"/>
                        <a:pt x="120" y="101"/>
                      </a:cubicBezTo>
                      <a:cubicBezTo>
                        <a:pt x="135" y="97"/>
                        <a:pt x="129" y="118"/>
                        <a:pt x="135" y="111"/>
                      </a:cubicBezTo>
                      <a:cubicBezTo>
                        <a:pt x="136" y="110"/>
                        <a:pt x="135" y="107"/>
                        <a:pt x="137" y="106"/>
                      </a:cubicBezTo>
                      <a:cubicBezTo>
                        <a:pt x="141" y="105"/>
                        <a:pt x="145" y="110"/>
                        <a:pt x="150" y="109"/>
                      </a:cubicBezTo>
                      <a:cubicBezTo>
                        <a:pt x="161" y="96"/>
                        <a:pt x="161" y="96"/>
                        <a:pt x="161" y="96"/>
                      </a:cubicBezTo>
                      <a:cubicBezTo>
                        <a:pt x="172" y="90"/>
                        <a:pt x="170" y="109"/>
                        <a:pt x="171" y="109"/>
                      </a:cubicBezTo>
                      <a:cubicBezTo>
                        <a:pt x="175" y="109"/>
                        <a:pt x="179" y="108"/>
                        <a:pt x="184" y="109"/>
                      </a:cubicBezTo>
                      <a:cubicBezTo>
                        <a:pt x="184" y="109"/>
                        <a:pt x="186" y="109"/>
                        <a:pt x="186" y="110"/>
                      </a:cubicBezTo>
                      <a:cubicBezTo>
                        <a:pt x="187" y="112"/>
                        <a:pt x="185" y="114"/>
                        <a:pt x="186" y="116"/>
                      </a:cubicBezTo>
                      <a:cubicBezTo>
                        <a:pt x="186" y="116"/>
                        <a:pt x="201" y="128"/>
                        <a:pt x="206" y="131"/>
                      </a:cubicBezTo>
                      <a:cubicBezTo>
                        <a:pt x="207" y="130"/>
                        <a:pt x="209" y="127"/>
                        <a:pt x="214" y="124"/>
                      </a:cubicBezTo>
                      <a:cubicBezTo>
                        <a:pt x="217" y="121"/>
                        <a:pt x="222" y="124"/>
                        <a:pt x="224" y="121"/>
                      </a:cubicBezTo>
                      <a:cubicBezTo>
                        <a:pt x="224" y="121"/>
                        <a:pt x="225" y="119"/>
                        <a:pt x="226" y="116"/>
                      </a:cubicBezTo>
                      <a:cubicBezTo>
                        <a:pt x="225" y="118"/>
                        <a:pt x="225" y="120"/>
                        <a:pt x="224" y="121"/>
                      </a:cubicBezTo>
                      <a:cubicBezTo>
                        <a:pt x="224" y="120"/>
                        <a:pt x="224" y="120"/>
                        <a:pt x="224" y="120"/>
                      </a:cubicBezTo>
                      <a:cubicBezTo>
                        <a:pt x="219" y="116"/>
                        <a:pt x="220" y="108"/>
                        <a:pt x="215" y="105"/>
                      </a:cubicBezTo>
                      <a:cubicBezTo>
                        <a:pt x="213" y="104"/>
                        <a:pt x="208" y="107"/>
                        <a:pt x="208" y="103"/>
                      </a:cubicBezTo>
                      <a:cubicBezTo>
                        <a:pt x="208" y="101"/>
                        <a:pt x="209" y="101"/>
                        <a:pt x="209" y="100"/>
                      </a:cubicBezTo>
                      <a:cubicBezTo>
                        <a:pt x="211" y="99"/>
                        <a:pt x="218" y="99"/>
                        <a:pt x="218" y="96"/>
                      </a:cubicBezTo>
                      <a:cubicBezTo>
                        <a:pt x="217" y="84"/>
                        <a:pt x="199" y="96"/>
                        <a:pt x="199" y="87"/>
                      </a:cubicBezTo>
                      <a:cubicBezTo>
                        <a:pt x="198" y="81"/>
                        <a:pt x="207" y="83"/>
                        <a:pt x="204" y="75"/>
                      </a:cubicBezTo>
                      <a:cubicBezTo>
                        <a:pt x="201" y="70"/>
                        <a:pt x="188" y="81"/>
                        <a:pt x="185" y="81"/>
                      </a:cubicBezTo>
                      <a:cubicBezTo>
                        <a:pt x="175" y="82"/>
                        <a:pt x="163" y="71"/>
                        <a:pt x="153" y="70"/>
                      </a:cubicBezTo>
                      <a:cubicBezTo>
                        <a:pt x="149" y="70"/>
                        <a:pt x="146" y="73"/>
                        <a:pt x="142" y="72"/>
                      </a:cubicBezTo>
                      <a:cubicBezTo>
                        <a:pt x="141" y="72"/>
                        <a:pt x="142" y="70"/>
                        <a:pt x="142" y="69"/>
                      </a:cubicBezTo>
                      <a:cubicBezTo>
                        <a:pt x="146" y="66"/>
                        <a:pt x="152" y="65"/>
                        <a:pt x="155" y="62"/>
                      </a:cubicBezTo>
                      <a:cubicBezTo>
                        <a:pt x="157" y="61"/>
                        <a:pt x="155" y="47"/>
                        <a:pt x="154" y="45"/>
                      </a:cubicBezTo>
                      <a:cubicBezTo>
                        <a:pt x="153" y="43"/>
                        <a:pt x="119" y="45"/>
                        <a:pt x="110" y="33"/>
                      </a:cubicBezTo>
                      <a:cubicBezTo>
                        <a:pt x="105" y="26"/>
                        <a:pt x="123" y="17"/>
                        <a:pt x="115" y="13"/>
                      </a:cubicBezTo>
                      <a:cubicBezTo>
                        <a:pt x="111" y="11"/>
                        <a:pt x="107" y="13"/>
                        <a:pt x="103" y="11"/>
                      </a:cubicBezTo>
                      <a:cubicBezTo>
                        <a:pt x="102" y="11"/>
                        <a:pt x="103" y="6"/>
                        <a:pt x="102" y="6"/>
                      </a:cubicBezTo>
                      <a:cubicBezTo>
                        <a:pt x="98" y="7"/>
                        <a:pt x="84" y="14"/>
                        <a:pt x="81" y="12"/>
                      </a:cubicBezTo>
                      <a:cubicBezTo>
                        <a:pt x="79" y="9"/>
                        <a:pt x="95" y="2"/>
                        <a:pt x="81" y="2"/>
                      </a:cubicBezTo>
                      <a:cubicBezTo>
                        <a:pt x="79" y="2"/>
                        <a:pt x="78" y="5"/>
                        <a:pt x="76" y="5"/>
                      </a:cubicBezTo>
                      <a:cubicBezTo>
                        <a:pt x="74" y="4"/>
                        <a:pt x="73" y="1"/>
                        <a:pt x="72" y="0"/>
                      </a:cubicBezTo>
                      <a:cubicBezTo>
                        <a:pt x="71" y="1"/>
                        <a:pt x="71" y="2"/>
                        <a:pt x="69" y="3"/>
                      </a:cubicBezTo>
                      <a:cubicBezTo>
                        <a:pt x="67" y="4"/>
                        <a:pt x="60" y="5"/>
                        <a:pt x="63" y="6"/>
                      </a:cubicBezTo>
                      <a:cubicBezTo>
                        <a:pt x="64" y="7"/>
                        <a:pt x="68" y="8"/>
                        <a:pt x="67" y="9"/>
                      </a:cubicBezTo>
                      <a:cubicBezTo>
                        <a:pt x="57" y="15"/>
                        <a:pt x="41" y="18"/>
                        <a:pt x="33" y="25"/>
                      </a:cubicBezTo>
                      <a:cubicBezTo>
                        <a:pt x="23" y="34"/>
                        <a:pt x="15" y="44"/>
                        <a:pt x="1" y="51"/>
                      </a:cubicBezTo>
                      <a:cubicBezTo>
                        <a:pt x="0" y="52"/>
                        <a:pt x="0" y="52"/>
                        <a:pt x="0" y="52"/>
                      </a:cubicBezTo>
                      <a:cubicBezTo>
                        <a:pt x="0" y="51"/>
                        <a:pt x="0" y="51"/>
                        <a:pt x="0" y="50"/>
                      </a:cubicBezTo>
                      <a:cubicBezTo>
                        <a:pt x="1" y="52"/>
                        <a:pt x="0" y="54"/>
                        <a:pt x="2" y="56"/>
                      </a:cubicBezTo>
                      <a:cubicBezTo>
                        <a:pt x="7" y="60"/>
                        <a:pt x="24" y="59"/>
                        <a:pt x="28" y="74"/>
                      </a:cubicBezTo>
                      <a:cubicBezTo>
                        <a:pt x="29" y="82"/>
                        <a:pt x="24" y="95"/>
                        <a:pt x="30" y="101"/>
                      </a:cubicBezTo>
                      <a:cubicBezTo>
                        <a:pt x="34" y="105"/>
                        <a:pt x="39" y="106"/>
                        <a:pt x="41" y="110"/>
                      </a:cubicBezTo>
                      <a:cubicBezTo>
                        <a:pt x="42" y="111"/>
                        <a:pt x="38" y="115"/>
                        <a:pt x="39" y="115"/>
                      </a:cubicBezTo>
                      <a:cubicBezTo>
                        <a:pt x="58" y="114"/>
                        <a:pt x="67" y="104"/>
                        <a:pt x="80" y="104"/>
                      </a:cubicBezTo>
                      <a:close/>
                      <a:moveTo>
                        <a:pt x="79" y="13"/>
                      </a:moveTo>
                      <a:cubicBezTo>
                        <a:pt x="80" y="14"/>
                        <a:pt x="81" y="14"/>
                        <a:pt x="82" y="14"/>
                      </a:cubicBezTo>
                      <a:cubicBezTo>
                        <a:pt x="83" y="17"/>
                        <a:pt x="72" y="17"/>
                        <a:pt x="79" y="13"/>
                      </a:cubicBezTo>
                      <a:close/>
                    </a:path>
                  </a:pathLst>
                </a:custGeom>
                <a:solidFill>
                  <a:srgbClr val="99CEF5"/>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8" name="Cyprus" descr="{&quot;Key&quot;:&quot;cyprus&quot;,&quot;Name&quot;:&quot;Cyprus&quot;,&quot;Value&quot;:9.0,&quot;Formula&quot;:&quot;9&quot;,&quot;Text&quot;:&quot;9&quot;,&quot;OfficeApplication&quot;:2,&quot;HasValue&quot;:true}">
                  <a:extLst>
                    <a:ext uri="{FF2B5EF4-FFF2-40B4-BE49-F238E27FC236}">
                      <a16:creationId xmlns:a16="http://schemas.microsoft.com/office/drawing/2014/main" id="{D8C74D54-3A4A-1A40-128B-B2494A099A01}"/>
                    </a:ext>
                  </a:extLst>
                </p:cNvPr>
                <p:cNvSpPr>
                  <a:spLocks/>
                </p:cNvSpPr>
                <p:nvPr/>
              </p:nvSpPr>
              <p:spPr bwMode="auto">
                <a:xfrm>
                  <a:off x="5528248" y="5772058"/>
                  <a:ext cx="213260" cy="210261"/>
                </a:xfrm>
                <a:custGeom>
                  <a:avLst/>
                  <a:gdLst>
                    <a:gd name="T0" fmla="*/ 127 w 127"/>
                    <a:gd name="T1" fmla="*/ 0 h 117"/>
                    <a:gd name="T2" fmla="*/ 97 w 127"/>
                    <a:gd name="T3" fmla="*/ 42 h 117"/>
                    <a:gd name="T4" fmla="*/ 114 w 127"/>
                    <a:gd name="T5" fmla="*/ 60 h 117"/>
                    <a:gd name="T6" fmla="*/ 106 w 127"/>
                    <a:gd name="T7" fmla="*/ 61 h 117"/>
                    <a:gd name="T8" fmla="*/ 101 w 127"/>
                    <a:gd name="T9" fmla="*/ 66 h 117"/>
                    <a:gd name="T10" fmla="*/ 89 w 127"/>
                    <a:gd name="T11" fmla="*/ 69 h 117"/>
                    <a:gd name="T12" fmla="*/ 88 w 127"/>
                    <a:gd name="T13" fmla="*/ 80 h 117"/>
                    <a:gd name="T14" fmla="*/ 59 w 127"/>
                    <a:gd name="T15" fmla="*/ 99 h 117"/>
                    <a:gd name="T16" fmla="*/ 59 w 127"/>
                    <a:gd name="T17" fmla="*/ 108 h 117"/>
                    <a:gd name="T18" fmla="*/ 48 w 127"/>
                    <a:gd name="T19" fmla="*/ 104 h 117"/>
                    <a:gd name="T20" fmla="*/ 39 w 127"/>
                    <a:gd name="T21" fmla="*/ 110 h 117"/>
                    <a:gd name="T22" fmla="*/ 18 w 127"/>
                    <a:gd name="T23" fmla="*/ 107 h 117"/>
                    <a:gd name="T24" fmla="*/ 16 w 127"/>
                    <a:gd name="T25" fmla="*/ 102 h 117"/>
                    <a:gd name="T26" fmla="*/ 5 w 127"/>
                    <a:gd name="T27" fmla="*/ 85 h 117"/>
                    <a:gd name="T28" fmla="*/ 12 w 127"/>
                    <a:gd name="T29" fmla="*/ 87 h 117"/>
                    <a:gd name="T30" fmla="*/ 19 w 127"/>
                    <a:gd name="T31" fmla="*/ 75 h 117"/>
                    <a:gd name="T32" fmla="*/ 38 w 127"/>
                    <a:gd name="T33" fmla="*/ 70 h 117"/>
                    <a:gd name="T34" fmla="*/ 40 w 127"/>
                    <a:gd name="T35" fmla="*/ 60 h 117"/>
                    <a:gd name="T36" fmla="*/ 36 w 127"/>
                    <a:gd name="T37" fmla="*/ 51 h 117"/>
                    <a:gd name="T38" fmla="*/ 46 w 127"/>
                    <a:gd name="T39" fmla="*/ 52 h 117"/>
                    <a:gd name="T40" fmla="*/ 75 w 127"/>
                    <a:gd name="T41" fmla="*/ 44 h 117"/>
                    <a:gd name="T42" fmla="*/ 127 w 127"/>
                    <a:gd name="T4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7" h="117">
                      <a:moveTo>
                        <a:pt x="127" y="0"/>
                      </a:moveTo>
                      <a:cubicBezTo>
                        <a:pt x="127" y="9"/>
                        <a:pt x="101" y="31"/>
                        <a:pt x="97" y="42"/>
                      </a:cubicBezTo>
                      <a:cubicBezTo>
                        <a:pt x="92" y="54"/>
                        <a:pt x="117" y="56"/>
                        <a:pt x="114" y="60"/>
                      </a:cubicBezTo>
                      <a:cubicBezTo>
                        <a:pt x="113" y="63"/>
                        <a:pt x="108" y="60"/>
                        <a:pt x="106" y="61"/>
                      </a:cubicBezTo>
                      <a:cubicBezTo>
                        <a:pt x="104" y="61"/>
                        <a:pt x="103" y="65"/>
                        <a:pt x="101" y="66"/>
                      </a:cubicBezTo>
                      <a:cubicBezTo>
                        <a:pt x="97" y="68"/>
                        <a:pt x="92" y="66"/>
                        <a:pt x="89" y="69"/>
                      </a:cubicBezTo>
                      <a:cubicBezTo>
                        <a:pt x="87" y="72"/>
                        <a:pt x="89" y="77"/>
                        <a:pt x="88" y="80"/>
                      </a:cubicBezTo>
                      <a:cubicBezTo>
                        <a:pt x="83" y="87"/>
                        <a:pt x="63" y="93"/>
                        <a:pt x="59" y="99"/>
                      </a:cubicBezTo>
                      <a:cubicBezTo>
                        <a:pt x="57" y="102"/>
                        <a:pt x="61" y="106"/>
                        <a:pt x="59" y="108"/>
                      </a:cubicBezTo>
                      <a:cubicBezTo>
                        <a:pt x="54" y="117"/>
                        <a:pt x="50" y="104"/>
                        <a:pt x="48" y="104"/>
                      </a:cubicBezTo>
                      <a:cubicBezTo>
                        <a:pt x="45" y="104"/>
                        <a:pt x="43" y="108"/>
                        <a:pt x="39" y="110"/>
                      </a:cubicBezTo>
                      <a:cubicBezTo>
                        <a:pt x="37" y="110"/>
                        <a:pt x="19" y="107"/>
                        <a:pt x="18" y="107"/>
                      </a:cubicBezTo>
                      <a:cubicBezTo>
                        <a:pt x="16" y="106"/>
                        <a:pt x="17" y="103"/>
                        <a:pt x="16" y="102"/>
                      </a:cubicBezTo>
                      <a:cubicBezTo>
                        <a:pt x="14" y="100"/>
                        <a:pt x="0" y="84"/>
                        <a:pt x="5" y="85"/>
                      </a:cubicBezTo>
                      <a:cubicBezTo>
                        <a:pt x="7" y="85"/>
                        <a:pt x="9" y="87"/>
                        <a:pt x="12" y="87"/>
                      </a:cubicBezTo>
                      <a:cubicBezTo>
                        <a:pt x="17" y="87"/>
                        <a:pt x="18" y="77"/>
                        <a:pt x="19" y="75"/>
                      </a:cubicBezTo>
                      <a:cubicBezTo>
                        <a:pt x="23" y="69"/>
                        <a:pt x="34" y="73"/>
                        <a:pt x="38" y="70"/>
                      </a:cubicBezTo>
                      <a:cubicBezTo>
                        <a:pt x="41" y="68"/>
                        <a:pt x="40" y="64"/>
                        <a:pt x="40" y="60"/>
                      </a:cubicBezTo>
                      <a:cubicBezTo>
                        <a:pt x="39" y="57"/>
                        <a:pt x="34" y="54"/>
                        <a:pt x="36" y="51"/>
                      </a:cubicBezTo>
                      <a:cubicBezTo>
                        <a:pt x="38" y="49"/>
                        <a:pt x="43" y="52"/>
                        <a:pt x="46" y="52"/>
                      </a:cubicBezTo>
                      <a:cubicBezTo>
                        <a:pt x="53" y="51"/>
                        <a:pt x="69" y="47"/>
                        <a:pt x="75" y="44"/>
                      </a:cubicBezTo>
                      <a:cubicBezTo>
                        <a:pt x="83" y="39"/>
                        <a:pt x="127" y="0"/>
                        <a:pt x="127" y="0"/>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9" name="Ireland" descr="{&quot;Key&quot;:&quot;ireland&quot;,&quot;Name&quot;:&quot;Ireland&quot;,&quot;Value&quot;:4.0,&quot;Formula&quot;:&quot;4&quot;,&quot;Text&quot;:&quot;4&quot;,&quot;OfficeApplication&quot;:2,&quot;HasValue&quot;:true}">
                  <a:extLst>
                    <a:ext uri="{FF2B5EF4-FFF2-40B4-BE49-F238E27FC236}">
                      <a16:creationId xmlns:a16="http://schemas.microsoft.com/office/drawing/2014/main" id="{9F6787C6-5C78-F68A-0B41-E2F8AD11AA56}"/>
                    </a:ext>
                  </a:extLst>
                </p:cNvPr>
                <p:cNvSpPr>
                  <a:spLocks/>
                </p:cNvSpPr>
                <p:nvPr/>
              </p:nvSpPr>
              <p:spPr bwMode="auto">
                <a:xfrm>
                  <a:off x="1728074" y="3436888"/>
                  <a:ext cx="380609" cy="461937"/>
                </a:xfrm>
                <a:custGeom>
                  <a:avLst/>
                  <a:gdLst>
                    <a:gd name="T0" fmla="*/ 212 w 227"/>
                    <a:gd name="T1" fmla="*/ 110 h 256"/>
                    <a:gd name="T2" fmla="*/ 219 w 227"/>
                    <a:gd name="T3" fmla="*/ 139 h 256"/>
                    <a:gd name="T4" fmla="*/ 210 w 227"/>
                    <a:gd name="T5" fmla="*/ 153 h 256"/>
                    <a:gd name="T6" fmla="*/ 213 w 227"/>
                    <a:gd name="T7" fmla="*/ 183 h 256"/>
                    <a:gd name="T8" fmla="*/ 184 w 227"/>
                    <a:gd name="T9" fmla="*/ 236 h 256"/>
                    <a:gd name="T10" fmla="*/ 169 w 227"/>
                    <a:gd name="T11" fmla="*/ 231 h 256"/>
                    <a:gd name="T12" fmla="*/ 147 w 227"/>
                    <a:gd name="T13" fmla="*/ 231 h 256"/>
                    <a:gd name="T14" fmla="*/ 119 w 227"/>
                    <a:gd name="T15" fmla="*/ 239 h 256"/>
                    <a:gd name="T16" fmla="*/ 89 w 227"/>
                    <a:gd name="T17" fmla="*/ 236 h 256"/>
                    <a:gd name="T18" fmla="*/ 77 w 227"/>
                    <a:gd name="T19" fmla="*/ 255 h 256"/>
                    <a:gd name="T20" fmla="*/ 69 w 227"/>
                    <a:gd name="T21" fmla="*/ 255 h 256"/>
                    <a:gd name="T22" fmla="*/ 35 w 227"/>
                    <a:gd name="T23" fmla="*/ 248 h 256"/>
                    <a:gd name="T24" fmla="*/ 36 w 227"/>
                    <a:gd name="T25" fmla="*/ 233 h 256"/>
                    <a:gd name="T26" fmla="*/ 17 w 227"/>
                    <a:gd name="T27" fmla="*/ 229 h 256"/>
                    <a:gd name="T28" fmla="*/ 36 w 227"/>
                    <a:gd name="T29" fmla="*/ 222 h 256"/>
                    <a:gd name="T30" fmla="*/ 7 w 227"/>
                    <a:gd name="T31" fmla="*/ 212 h 256"/>
                    <a:gd name="T32" fmla="*/ 33 w 227"/>
                    <a:gd name="T33" fmla="*/ 201 h 256"/>
                    <a:gd name="T34" fmla="*/ 4 w 227"/>
                    <a:gd name="T35" fmla="*/ 188 h 256"/>
                    <a:gd name="T36" fmla="*/ 24 w 227"/>
                    <a:gd name="T37" fmla="*/ 186 h 256"/>
                    <a:gd name="T38" fmla="*/ 43 w 227"/>
                    <a:gd name="T39" fmla="*/ 176 h 256"/>
                    <a:gd name="T40" fmla="*/ 79 w 227"/>
                    <a:gd name="T41" fmla="*/ 171 h 256"/>
                    <a:gd name="T42" fmla="*/ 65 w 227"/>
                    <a:gd name="T43" fmla="*/ 171 h 256"/>
                    <a:gd name="T44" fmla="*/ 53 w 227"/>
                    <a:gd name="T45" fmla="*/ 165 h 256"/>
                    <a:gd name="T46" fmla="*/ 53 w 227"/>
                    <a:gd name="T47" fmla="*/ 160 h 256"/>
                    <a:gd name="T48" fmla="*/ 68 w 227"/>
                    <a:gd name="T49" fmla="*/ 149 h 256"/>
                    <a:gd name="T50" fmla="*/ 75 w 227"/>
                    <a:gd name="T51" fmla="*/ 134 h 256"/>
                    <a:gd name="T52" fmla="*/ 88 w 227"/>
                    <a:gd name="T53" fmla="*/ 132 h 256"/>
                    <a:gd name="T54" fmla="*/ 65 w 227"/>
                    <a:gd name="T55" fmla="*/ 114 h 256"/>
                    <a:gd name="T56" fmla="*/ 51 w 227"/>
                    <a:gd name="T57" fmla="*/ 92 h 256"/>
                    <a:gd name="T58" fmla="*/ 77 w 227"/>
                    <a:gd name="T59" fmla="*/ 84 h 256"/>
                    <a:gd name="T60" fmla="*/ 66 w 227"/>
                    <a:gd name="T61" fmla="*/ 64 h 256"/>
                    <a:gd name="T62" fmla="*/ 64 w 227"/>
                    <a:gd name="T63" fmla="*/ 47 h 256"/>
                    <a:gd name="T64" fmla="*/ 101 w 227"/>
                    <a:gd name="T65" fmla="*/ 62 h 256"/>
                    <a:gd name="T66" fmla="*/ 124 w 227"/>
                    <a:gd name="T67" fmla="*/ 54 h 256"/>
                    <a:gd name="T68" fmla="*/ 145 w 227"/>
                    <a:gd name="T69" fmla="*/ 41 h 256"/>
                    <a:gd name="T70" fmla="*/ 137 w 227"/>
                    <a:gd name="T71" fmla="*/ 37 h 256"/>
                    <a:gd name="T72" fmla="*/ 138 w 227"/>
                    <a:gd name="T73" fmla="*/ 22 h 256"/>
                    <a:gd name="T74" fmla="*/ 148 w 227"/>
                    <a:gd name="T75" fmla="*/ 15 h 256"/>
                    <a:gd name="T76" fmla="*/ 186 w 227"/>
                    <a:gd name="T77" fmla="*/ 9 h 256"/>
                    <a:gd name="T78" fmla="*/ 188 w 227"/>
                    <a:gd name="T79" fmla="*/ 11 h 256"/>
                    <a:gd name="T80" fmla="*/ 163 w 227"/>
                    <a:gd name="T81" fmla="*/ 39 h 256"/>
                    <a:gd name="T82" fmla="*/ 175 w 227"/>
                    <a:gd name="T83" fmla="*/ 85 h 256"/>
                    <a:gd name="T84" fmla="*/ 207 w 227"/>
                    <a:gd name="T85" fmla="*/ 91 h 256"/>
                    <a:gd name="T86" fmla="*/ 223 w 227"/>
                    <a:gd name="T87" fmla="*/ 10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7" h="256">
                      <a:moveTo>
                        <a:pt x="221" y="100"/>
                      </a:moveTo>
                      <a:cubicBezTo>
                        <a:pt x="222" y="102"/>
                        <a:pt x="227" y="105"/>
                        <a:pt x="225" y="107"/>
                      </a:cubicBezTo>
                      <a:cubicBezTo>
                        <a:pt x="223" y="111"/>
                        <a:pt x="216" y="108"/>
                        <a:pt x="212" y="110"/>
                      </a:cubicBezTo>
                      <a:cubicBezTo>
                        <a:pt x="211" y="112"/>
                        <a:pt x="217" y="113"/>
                        <a:pt x="217" y="115"/>
                      </a:cubicBezTo>
                      <a:cubicBezTo>
                        <a:pt x="218" y="120"/>
                        <a:pt x="215" y="124"/>
                        <a:pt x="215" y="129"/>
                      </a:cubicBezTo>
                      <a:cubicBezTo>
                        <a:pt x="215" y="133"/>
                        <a:pt x="219" y="135"/>
                        <a:pt x="219" y="139"/>
                      </a:cubicBezTo>
                      <a:cubicBezTo>
                        <a:pt x="219" y="142"/>
                        <a:pt x="215" y="144"/>
                        <a:pt x="215" y="147"/>
                      </a:cubicBezTo>
                      <a:cubicBezTo>
                        <a:pt x="214" y="149"/>
                        <a:pt x="219" y="152"/>
                        <a:pt x="218" y="154"/>
                      </a:cubicBezTo>
                      <a:cubicBezTo>
                        <a:pt x="216" y="156"/>
                        <a:pt x="211" y="151"/>
                        <a:pt x="210" y="153"/>
                      </a:cubicBezTo>
                      <a:cubicBezTo>
                        <a:pt x="208" y="156"/>
                        <a:pt x="213" y="158"/>
                        <a:pt x="214" y="161"/>
                      </a:cubicBezTo>
                      <a:cubicBezTo>
                        <a:pt x="214" y="162"/>
                        <a:pt x="212" y="163"/>
                        <a:pt x="212" y="164"/>
                      </a:cubicBezTo>
                      <a:cubicBezTo>
                        <a:pt x="213" y="171"/>
                        <a:pt x="215" y="176"/>
                        <a:pt x="213" y="183"/>
                      </a:cubicBezTo>
                      <a:cubicBezTo>
                        <a:pt x="211" y="188"/>
                        <a:pt x="191" y="217"/>
                        <a:pt x="188" y="220"/>
                      </a:cubicBezTo>
                      <a:cubicBezTo>
                        <a:pt x="187" y="221"/>
                        <a:pt x="184" y="222"/>
                        <a:pt x="184" y="224"/>
                      </a:cubicBezTo>
                      <a:cubicBezTo>
                        <a:pt x="182" y="228"/>
                        <a:pt x="184" y="232"/>
                        <a:pt x="184" y="236"/>
                      </a:cubicBezTo>
                      <a:cubicBezTo>
                        <a:pt x="184" y="237"/>
                        <a:pt x="182" y="237"/>
                        <a:pt x="182" y="236"/>
                      </a:cubicBezTo>
                      <a:cubicBezTo>
                        <a:pt x="181" y="232"/>
                        <a:pt x="180" y="238"/>
                        <a:pt x="174" y="235"/>
                      </a:cubicBezTo>
                      <a:cubicBezTo>
                        <a:pt x="172" y="235"/>
                        <a:pt x="172" y="231"/>
                        <a:pt x="169" y="231"/>
                      </a:cubicBezTo>
                      <a:cubicBezTo>
                        <a:pt x="165" y="230"/>
                        <a:pt x="153" y="236"/>
                        <a:pt x="150" y="232"/>
                      </a:cubicBezTo>
                      <a:cubicBezTo>
                        <a:pt x="150" y="231"/>
                        <a:pt x="152" y="231"/>
                        <a:pt x="152" y="230"/>
                      </a:cubicBezTo>
                      <a:cubicBezTo>
                        <a:pt x="153" y="229"/>
                        <a:pt x="148" y="232"/>
                        <a:pt x="147" y="231"/>
                      </a:cubicBezTo>
                      <a:cubicBezTo>
                        <a:pt x="138" y="231"/>
                        <a:pt x="135" y="226"/>
                        <a:pt x="128" y="229"/>
                      </a:cubicBezTo>
                      <a:cubicBezTo>
                        <a:pt x="126" y="230"/>
                        <a:pt x="130" y="232"/>
                        <a:pt x="130" y="234"/>
                      </a:cubicBezTo>
                      <a:cubicBezTo>
                        <a:pt x="129" y="236"/>
                        <a:pt x="119" y="239"/>
                        <a:pt x="119" y="239"/>
                      </a:cubicBezTo>
                      <a:cubicBezTo>
                        <a:pt x="117" y="239"/>
                        <a:pt x="116" y="235"/>
                        <a:pt x="113" y="236"/>
                      </a:cubicBezTo>
                      <a:cubicBezTo>
                        <a:pt x="109" y="238"/>
                        <a:pt x="108" y="243"/>
                        <a:pt x="104" y="245"/>
                      </a:cubicBezTo>
                      <a:cubicBezTo>
                        <a:pt x="92" y="251"/>
                        <a:pt x="100" y="234"/>
                        <a:pt x="89" y="236"/>
                      </a:cubicBezTo>
                      <a:cubicBezTo>
                        <a:pt x="86" y="236"/>
                        <a:pt x="92" y="243"/>
                        <a:pt x="91" y="245"/>
                      </a:cubicBezTo>
                      <a:cubicBezTo>
                        <a:pt x="89" y="248"/>
                        <a:pt x="85" y="248"/>
                        <a:pt x="82" y="249"/>
                      </a:cubicBezTo>
                      <a:cubicBezTo>
                        <a:pt x="81" y="251"/>
                        <a:pt x="79" y="254"/>
                        <a:pt x="77" y="255"/>
                      </a:cubicBezTo>
                      <a:cubicBezTo>
                        <a:pt x="76" y="255"/>
                        <a:pt x="77" y="252"/>
                        <a:pt x="75" y="252"/>
                      </a:cubicBezTo>
                      <a:cubicBezTo>
                        <a:pt x="74" y="251"/>
                        <a:pt x="73" y="249"/>
                        <a:pt x="71" y="250"/>
                      </a:cubicBezTo>
                      <a:cubicBezTo>
                        <a:pt x="70" y="251"/>
                        <a:pt x="71" y="255"/>
                        <a:pt x="69" y="255"/>
                      </a:cubicBezTo>
                      <a:cubicBezTo>
                        <a:pt x="64" y="256"/>
                        <a:pt x="53" y="249"/>
                        <a:pt x="50" y="249"/>
                      </a:cubicBezTo>
                      <a:cubicBezTo>
                        <a:pt x="46" y="250"/>
                        <a:pt x="42" y="253"/>
                        <a:pt x="38" y="254"/>
                      </a:cubicBezTo>
                      <a:cubicBezTo>
                        <a:pt x="27" y="255"/>
                        <a:pt x="44" y="246"/>
                        <a:pt x="35" y="248"/>
                      </a:cubicBezTo>
                      <a:cubicBezTo>
                        <a:pt x="32" y="249"/>
                        <a:pt x="18" y="251"/>
                        <a:pt x="17" y="249"/>
                      </a:cubicBezTo>
                      <a:cubicBezTo>
                        <a:pt x="15" y="246"/>
                        <a:pt x="36" y="240"/>
                        <a:pt x="39" y="235"/>
                      </a:cubicBezTo>
                      <a:cubicBezTo>
                        <a:pt x="39" y="234"/>
                        <a:pt x="37" y="234"/>
                        <a:pt x="36" y="233"/>
                      </a:cubicBezTo>
                      <a:cubicBezTo>
                        <a:pt x="35" y="232"/>
                        <a:pt x="22" y="235"/>
                        <a:pt x="6" y="233"/>
                      </a:cubicBezTo>
                      <a:cubicBezTo>
                        <a:pt x="5" y="233"/>
                        <a:pt x="7" y="232"/>
                        <a:pt x="14" y="230"/>
                      </a:cubicBezTo>
                      <a:cubicBezTo>
                        <a:pt x="16" y="230"/>
                        <a:pt x="17" y="230"/>
                        <a:pt x="17" y="229"/>
                      </a:cubicBezTo>
                      <a:cubicBezTo>
                        <a:pt x="17" y="228"/>
                        <a:pt x="15" y="227"/>
                        <a:pt x="16" y="227"/>
                      </a:cubicBezTo>
                      <a:cubicBezTo>
                        <a:pt x="21" y="222"/>
                        <a:pt x="18" y="230"/>
                        <a:pt x="25" y="227"/>
                      </a:cubicBezTo>
                      <a:cubicBezTo>
                        <a:pt x="29" y="226"/>
                        <a:pt x="38" y="225"/>
                        <a:pt x="36" y="222"/>
                      </a:cubicBezTo>
                      <a:cubicBezTo>
                        <a:pt x="35" y="222"/>
                        <a:pt x="10" y="225"/>
                        <a:pt x="9" y="225"/>
                      </a:cubicBezTo>
                      <a:cubicBezTo>
                        <a:pt x="4" y="224"/>
                        <a:pt x="0" y="216"/>
                        <a:pt x="0" y="210"/>
                      </a:cubicBezTo>
                      <a:cubicBezTo>
                        <a:pt x="1" y="208"/>
                        <a:pt x="5" y="213"/>
                        <a:pt x="7" y="212"/>
                      </a:cubicBezTo>
                      <a:cubicBezTo>
                        <a:pt x="9" y="210"/>
                        <a:pt x="6" y="209"/>
                        <a:pt x="6" y="207"/>
                      </a:cubicBezTo>
                      <a:cubicBezTo>
                        <a:pt x="7" y="202"/>
                        <a:pt x="16" y="205"/>
                        <a:pt x="21" y="204"/>
                      </a:cubicBezTo>
                      <a:cubicBezTo>
                        <a:pt x="25" y="203"/>
                        <a:pt x="30" y="204"/>
                        <a:pt x="33" y="201"/>
                      </a:cubicBezTo>
                      <a:cubicBezTo>
                        <a:pt x="35" y="199"/>
                        <a:pt x="27" y="195"/>
                        <a:pt x="25" y="197"/>
                      </a:cubicBezTo>
                      <a:cubicBezTo>
                        <a:pt x="24" y="198"/>
                        <a:pt x="26" y="200"/>
                        <a:pt x="25" y="201"/>
                      </a:cubicBezTo>
                      <a:cubicBezTo>
                        <a:pt x="24" y="201"/>
                        <a:pt x="7" y="193"/>
                        <a:pt x="4" y="188"/>
                      </a:cubicBezTo>
                      <a:cubicBezTo>
                        <a:pt x="3" y="187"/>
                        <a:pt x="7" y="190"/>
                        <a:pt x="8" y="189"/>
                      </a:cubicBezTo>
                      <a:cubicBezTo>
                        <a:pt x="9" y="189"/>
                        <a:pt x="8" y="187"/>
                        <a:pt x="9" y="186"/>
                      </a:cubicBezTo>
                      <a:cubicBezTo>
                        <a:pt x="12" y="184"/>
                        <a:pt x="20" y="185"/>
                        <a:pt x="24" y="186"/>
                      </a:cubicBezTo>
                      <a:cubicBezTo>
                        <a:pt x="29" y="186"/>
                        <a:pt x="32" y="191"/>
                        <a:pt x="37" y="193"/>
                      </a:cubicBezTo>
                      <a:cubicBezTo>
                        <a:pt x="42" y="195"/>
                        <a:pt x="29" y="184"/>
                        <a:pt x="31" y="179"/>
                      </a:cubicBezTo>
                      <a:cubicBezTo>
                        <a:pt x="32" y="175"/>
                        <a:pt x="39" y="178"/>
                        <a:pt x="43" y="176"/>
                      </a:cubicBezTo>
                      <a:cubicBezTo>
                        <a:pt x="46" y="175"/>
                        <a:pt x="46" y="172"/>
                        <a:pt x="48" y="171"/>
                      </a:cubicBezTo>
                      <a:cubicBezTo>
                        <a:pt x="48" y="171"/>
                        <a:pt x="85" y="178"/>
                        <a:pt x="89" y="175"/>
                      </a:cubicBezTo>
                      <a:cubicBezTo>
                        <a:pt x="91" y="174"/>
                        <a:pt x="81" y="174"/>
                        <a:pt x="79" y="171"/>
                      </a:cubicBezTo>
                      <a:cubicBezTo>
                        <a:pt x="79" y="170"/>
                        <a:pt x="81" y="167"/>
                        <a:pt x="81" y="165"/>
                      </a:cubicBezTo>
                      <a:cubicBezTo>
                        <a:pt x="80" y="164"/>
                        <a:pt x="69" y="175"/>
                        <a:pt x="63" y="175"/>
                      </a:cubicBezTo>
                      <a:cubicBezTo>
                        <a:pt x="62" y="174"/>
                        <a:pt x="66" y="171"/>
                        <a:pt x="65" y="171"/>
                      </a:cubicBezTo>
                      <a:cubicBezTo>
                        <a:pt x="63" y="170"/>
                        <a:pt x="61" y="172"/>
                        <a:pt x="59" y="172"/>
                      </a:cubicBezTo>
                      <a:cubicBezTo>
                        <a:pt x="56" y="171"/>
                        <a:pt x="55" y="170"/>
                        <a:pt x="53" y="168"/>
                      </a:cubicBezTo>
                      <a:cubicBezTo>
                        <a:pt x="53" y="167"/>
                        <a:pt x="54" y="166"/>
                        <a:pt x="53" y="165"/>
                      </a:cubicBezTo>
                      <a:cubicBezTo>
                        <a:pt x="53" y="165"/>
                        <a:pt x="37" y="169"/>
                        <a:pt x="35" y="167"/>
                      </a:cubicBezTo>
                      <a:cubicBezTo>
                        <a:pt x="33" y="167"/>
                        <a:pt x="39" y="167"/>
                        <a:pt x="40" y="167"/>
                      </a:cubicBezTo>
                      <a:cubicBezTo>
                        <a:pt x="45" y="165"/>
                        <a:pt x="48" y="162"/>
                        <a:pt x="53" y="160"/>
                      </a:cubicBezTo>
                      <a:cubicBezTo>
                        <a:pt x="54" y="159"/>
                        <a:pt x="56" y="161"/>
                        <a:pt x="57" y="160"/>
                      </a:cubicBezTo>
                      <a:cubicBezTo>
                        <a:pt x="60" y="158"/>
                        <a:pt x="60" y="154"/>
                        <a:pt x="63" y="151"/>
                      </a:cubicBezTo>
                      <a:cubicBezTo>
                        <a:pt x="64" y="150"/>
                        <a:pt x="66" y="149"/>
                        <a:pt x="68" y="149"/>
                      </a:cubicBezTo>
                      <a:cubicBezTo>
                        <a:pt x="69" y="148"/>
                        <a:pt x="64" y="149"/>
                        <a:pt x="62" y="147"/>
                      </a:cubicBezTo>
                      <a:cubicBezTo>
                        <a:pt x="60" y="144"/>
                        <a:pt x="68" y="142"/>
                        <a:pt x="70" y="140"/>
                      </a:cubicBezTo>
                      <a:cubicBezTo>
                        <a:pt x="72" y="137"/>
                        <a:pt x="73" y="135"/>
                        <a:pt x="75" y="134"/>
                      </a:cubicBezTo>
                      <a:cubicBezTo>
                        <a:pt x="77" y="133"/>
                        <a:pt x="78" y="138"/>
                        <a:pt x="79" y="137"/>
                      </a:cubicBezTo>
                      <a:cubicBezTo>
                        <a:pt x="84" y="137"/>
                        <a:pt x="89" y="136"/>
                        <a:pt x="92" y="133"/>
                      </a:cubicBezTo>
                      <a:cubicBezTo>
                        <a:pt x="94" y="133"/>
                        <a:pt x="88" y="134"/>
                        <a:pt x="88" y="132"/>
                      </a:cubicBezTo>
                      <a:cubicBezTo>
                        <a:pt x="88" y="131"/>
                        <a:pt x="92" y="131"/>
                        <a:pt x="92" y="129"/>
                      </a:cubicBezTo>
                      <a:cubicBezTo>
                        <a:pt x="91" y="128"/>
                        <a:pt x="80" y="130"/>
                        <a:pt x="68" y="127"/>
                      </a:cubicBezTo>
                      <a:cubicBezTo>
                        <a:pt x="56" y="123"/>
                        <a:pt x="68" y="124"/>
                        <a:pt x="65" y="114"/>
                      </a:cubicBezTo>
                      <a:cubicBezTo>
                        <a:pt x="62" y="104"/>
                        <a:pt x="46" y="111"/>
                        <a:pt x="42" y="105"/>
                      </a:cubicBezTo>
                      <a:cubicBezTo>
                        <a:pt x="29" y="88"/>
                        <a:pt x="52" y="95"/>
                        <a:pt x="53" y="95"/>
                      </a:cubicBezTo>
                      <a:cubicBezTo>
                        <a:pt x="53" y="94"/>
                        <a:pt x="51" y="93"/>
                        <a:pt x="51" y="92"/>
                      </a:cubicBezTo>
                      <a:cubicBezTo>
                        <a:pt x="53" y="88"/>
                        <a:pt x="56" y="84"/>
                        <a:pt x="61" y="83"/>
                      </a:cubicBezTo>
                      <a:cubicBezTo>
                        <a:pt x="65" y="82"/>
                        <a:pt x="69" y="85"/>
                        <a:pt x="74" y="85"/>
                      </a:cubicBezTo>
                      <a:cubicBezTo>
                        <a:pt x="75" y="85"/>
                        <a:pt x="76" y="85"/>
                        <a:pt x="77" y="84"/>
                      </a:cubicBezTo>
                      <a:cubicBezTo>
                        <a:pt x="84" y="66"/>
                        <a:pt x="63" y="79"/>
                        <a:pt x="62" y="74"/>
                      </a:cubicBezTo>
                      <a:cubicBezTo>
                        <a:pt x="61" y="72"/>
                        <a:pt x="67" y="74"/>
                        <a:pt x="69" y="72"/>
                      </a:cubicBezTo>
                      <a:cubicBezTo>
                        <a:pt x="72" y="70"/>
                        <a:pt x="66" y="64"/>
                        <a:pt x="66" y="64"/>
                      </a:cubicBezTo>
                      <a:cubicBezTo>
                        <a:pt x="66" y="60"/>
                        <a:pt x="71" y="55"/>
                        <a:pt x="68" y="51"/>
                      </a:cubicBezTo>
                      <a:cubicBezTo>
                        <a:pt x="66" y="49"/>
                        <a:pt x="61" y="58"/>
                        <a:pt x="59" y="55"/>
                      </a:cubicBezTo>
                      <a:cubicBezTo>
                        <a:pt x="57" y="53"/>
                        <a:pt x="62" y="50"/>
                        <a:pt x="64" y="47"/>
                      </a:cubicBezTo>
                      <a:cubicBezTo>
                        <a:pt x="64" y="45"/>
                        <a:pt x="59" y="46"/>
                        <a:pt x="64" y="45"/>
                      </a:cubicBezTo>
                      <a:cubicBezTo>
                        <a:pt x="69" y="43"/>
                        <a:pt x="95" y="43"/>
                        <a:pt x="98" y="51"/>
                      </a:cubicBezTo>
                      <a:cubicBezTo>
                        <a:pt x="100" y="55"/>
                        <a:pt x="98" y="61"/>
                        <a:pt x="101" y="62"/>
                      </a:cubicBezTo>
                      <a:cubicBezTo>
                        <a:pt x="104" y="63"/>
                        <a:pt x="104" y="56"/>
                        <a:pt x="107" y="55"/>
                      </a:cubicBezTo>
                      <a:cubicBezTo>
                        <a:pt x="112" y="52"/>
                        <a:pt x="127" y="69"/>
                        <a:pt x="128" y="67"/>
                      </a:cubicBezTo>
                      <a:cubicBezTo>
                        <a:pt x="129" y="63"/>
                        <a:pt x="124" y="59"/>
                        <a:pt x="124" y="54"/>
                      </a:cubicBezTo>
                      <a:cubicBezTo>
                        <a:pt x="125" y="49"/>
                        <a:pt x="142" y="51"/>
                        <a:pt x="142" y="50"/>
                      </a:cubicBezTo>
                      <a:cubicBezTo>
                        <a:pt x="147" y="49"/>
                        <a:pt x="150" y="45"/>
                        <a:pt x="153" y="42"/>
                      </a:cubicBezTo>
                      <a:cubicBezTo>
                        <a:pt x="155" y="40"/>
                        <a:pt x="145" y="42"/>
                        <a:pt x="145" y="41"/>
                      </a:cubicBezTo>
                      <a:cubicBezTo>
                        <a:pt x="143" y="34"/>
                        <a:pt x="145" y="43"/>
                        <a:pt x="137" y="42"/>
                      </a:cubicBezTo>
                      <a:cubicBezTo>
                        <a:pt x="136" y="42"/>
                        <a:pt x="138" y="40"/>
                        <a:pt x="138" y="39"/>
                      </a:cubicBezTo>
                      <a:cubicBezTo>
                        <a:pt x="138" y="38"/>
                        <a:pt x="138" y="37"/>
                        <a:pt x="137" y="37"/>
                      </a:cubicBezTo>
                      <a:cubicBezTo>
                        <a:pt x="135" y="36"/>
                        <a:pt x="124" y="36"/>
                        <a:pt x="125" y="29"/>
                      </a:cubicBezTo>
                      <a:cubicBezTo>
                        <a:pt x="129" y="17"/>
                        <a:pt x="140" y="30"/>
                        <a:pt x="143" y="29"/>
                      </a:cubicBezTo>
                      <a:cubicBezTo>
                        <a:pt x="146" y="28"/>
                        <a:pt x="137" y="24"/>
                        <a:pt x="138" y="22"/>
                      </a:cubicBezTo>
                      <a:cubicBezTo>
                        <a:pt x="141" y="20"/>
                        <a:pt x="145" y="24"/>
                        <a:pt x="148" y="24"/>
                      </a:cubicBezTo>
                      <a:cubicBezTo>
                        <a:pt x="151" y="23"/>
                        <a:pt x="146" y="19"/>
                        <a:pt x="144" y="17"/>
                      </a:cubicBezTo>
                      <a:cubicBezTo>
                        <a:pt x="143" y="16"/>
                        <a:pt x="148" y="16"/>
                        <a:pt x="148" y="15"/>
                      </a:cubicBezTo>
                      <a:cubicBezTo>
                        <a:pt x="151" y="5"/>
                        <a:pt x="126" y="15"/>
                        <a:pt x="156" y="1"/>
                      </a:cubicBezTo>
                      <a:cubicBezTo>
                        <a:pt x="158" y="0"/>
                        <a:pt x="160" y="2"/>
                        <a:pt x="162" y="3"/>
                      </a:cubicBezTo>
                      <a:cubicBezTo>
                        <a:pt x="170" y="5"/>
                        <a:pt x="179" y="4"/>
                        <a:pt x="186" y="9"/>
                      </a:cubicBezTo>
                      <a:cubicBezTo>
                        <a:pt x="190" y="12"/>
                        <a:pt x="176" y="17"/>
                        <a:pt x="178" y="21"/>
                      </a:cubicBezTo>
                      <a:cubicBezTo>
                        <a:pt x="180" y="24"/>
                        <a:pt x="185" y="20"/>
                        <a:pt x="188" y="17"/>
                      </a:cubicBezTo>
                      <a:cubicBezTo>
                        <a:pt x="189" y="16"/>
                        <a:pt x="186" y="11"/>
                        <a:pt x="188" y="11"/>
                      </a:cubicBezTo>
                      <a:cubicBezTo>
                        <a:pt x="191" y="12"/>
                        <a:pt x="194" y="16"/>
                        <a:pt x="196" y="19"/>
                      </a:cubicBezTo>
                      <a:cubicBezTo>
                        <a:pt x="184" y="19"/>
                        <a:pt x="187" y="33"/>
                        <a:pt x="178" y="39"/>
                      </a:cubicBezTo>
                      <a:cubicBezTo>
                        <a:pt x="176" y="40"/>
                        <a:pt x="162" y="36"/>
                        <a:pt x="163" y="39"/>
                      </a:cubicBezTo>
                      <a:cubicBezTo>
                        <a:pt x="163" y="42"/>
                        <a:pt x="171" y="44"/>
                        <a:pt x="169" y="47"/>
                      </a:cubicBezTo>
                      <a:cubicBezTo>
                        <a:pt x="169" y="47"/>
                        <a:pt x="147" y="53"/>
                        <a:pt x="147" y="53"/>
                      </a:cubicBezTo>
                      <a:cubicBezTo>
                        <a:pt x="145" y="56"/>
                        <a:pt x="167" y="85"/>
                        <a:pt x="175" y="85"/>
                      </a:cubicBezTo>
                      <a:cubicBezTo>
                        <a:pt x="201" y="83"/>
                        <a:pt x="170" y="71"/>
                        <a:pt x="194" y="68"/>
                      </a:cubicBezTo>
                      <a:cubicBezTo>
                        <a:pt x="201" y="67"/>
                        <a:pt x="198" y="80"/>
                        <a:pt x="201" y="86"/>
                      </a:cubicBezTo>
                      <a:cubicBezTo>
                        <a:pt x="202" y="88"/>
                        <a:pt x="207" y="87"/>
                        <a:pt x="207" y="91"/>
                      </a:cubicBezTo>
                      <a:cubicBezTo>
                        <a:pt x="206" y="94"/>
                        <a:pt x="202" y="99"/>
                        <a:pt x="205" y="100"/>
                      </a:cubicBezTo>
                      <a:cubicBezTo>
                        <a:pt x="224" y="106"/>
                        <a:pt x="212" y="93"/>
                        <a:pt x="220" y="98"/>
                      </a:cubicBezTo>
                      <a:cubicBezTo>
                        <a:pt x="223" y="101"/>
                        <a:pt x="223" y="101"/>
                        <a:pt x="223" y="101"/>
                      </a:cubicBezTo>
                      <a:cubicBezTo>
                        <a:pt x="222" y="101"/>
                        <a:pt x="221" y="100"/>
                        <a:pt x="221" y="100"/>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0" name="Great Britain" descr="{&quot;Key&quot;:&quot;great britain&quot;,&quot;Name&quot;:&quot;Great Britain&quot;,&quot;Value&quot;:44.0,&quot;Formula&quot;:&quot;44&quot;,&quot;Text&quot;:&quot;44&quot;,&quot;OfficeApplication&quot;:2,&quot;HasValue&quot;:true}">
                  <a:extLst>
                    <a:ext uri="{FF2B5EF4-FFF2-40B4-BE49-F238E27FC236}">
                      <a16:creationId xmlns:a16="http://schemas.microsoft.com/office/drawing/2014/main" id="{846C0CE0-922B-4D14-7AF8-95BA46543A5F}"/>
                    </a:ext>
                  </a:extLst>
                </p:cNvPr>
                <p:cNvSpPr>
                  <a:spLocks noEditPoints="1"/>
                </p:cNvSpPr>
                <p:nvPr/>
              </p:nvSpPr>
              <p:spPr bwMode="auto">
                <a:xfrm>
                  <a:off x="1967992" y="2842741"/>
                  <a:ext cx="697538" cy="1328468"/>
                </a:xfrm>
                <a:custGeom>
                  <a:avLst/>
                  <a:gdLst>
                    <a:gd name="T0" fmla="*/ 149 w 417"/>
                    <a:gd name="T1" fmla="*/ 491 h 738"/>
                    <a:gd name="T2" fmla="*/ 229 w 417"/>
                    <a:gd name="T3" fmla="*/ 120 h 738"/>
                    <a:gd name="T4" fmla="*/ 242 w 417"/>
                    <a:gd name="T5" fmla="*/ 175 h 738"/>
                    <a:gd name="T6" fmla="*/ 227 w 417"/>
                    <a:gd name="T7" fmla="*/ 194 h 738"/>
                    <a:gd name="T8" fmla="*/ 315 w 417"/>
                    <a:gd name="T9" fmla="*/ 217 h 738"/>
                    <a:gd name="T10" fmla="*/ 243 w 417"/>
                    <a:gd name="T11" fmla="*/ 287 h 738"/>
                    <a:gd name="T12" fmla="*/ 227 w 417"/>
                    <a:gd name="T13" fmla="*/ 315 h 738"/>
                    <a:gd name="T14" fmla="*/ 297 w 417"/>
                    <a:gd name="T15" fmla="*/ 356 h 738"/>
                    <a:gd name="T16" fmla="*/ 330 w 417"/>
                    <a:gd name="T17" fmla="*/ 447 h 738"/>
                    <a:gd name="T18" fmla="*/ 353 w 417"/>
                    <a:gd name="T19" fmla="*/ 553 h 738"/>
                    <a:gd name="T20" fmla="*/ 411 w 417"/>
                    <a:gd name="T21" fmla="*/ 606 h 738"/>
                    <a:gd name="T22" fmla="*/ 357 w 417"/>
                    <a:gd name="T23" fmla="*/ 655 h 738"/>
                    <a:gd name="T24" fmla="*/ 346 w 417"/>
                    <a:gd name="T25" fmla="*/ 678 h 738"/>
                    <a:gd name="T26" fmla="*/ 383 w 417"/>
                    <a:gd name="T27" fmla="*/ 690 h 738"/>
                    <a:gd name="T28" fmla="*/ 324 w 417"/>
                    <a:gd name="T29" fmla="*/ 726 h 738"/>
                    <a:gd name="T30" fmla="*/ 269 w 417"/>
                    <a:gd name="T31" fmla="*/ 710 h 738"/>
                    <a:gd name="T32" fmla="*/ 218 w 417"/>
                    <a:gd name="T33" fmla="*/ 711 h 738"/>
                    <a:gd name="T34" fmla="*/ 198 w 417"/>
                    <a:gd name="T35" fmla="*/ 718 h 738"/>
                    <a:gd name="T36" fmla="*/ 88 w 417"/>
                    <a:gd name="T37" fmla="*/ 715 h 738"/>
                    <a:gd name="T38" fmla="*/ 40 w 417"/>
                    <a:gd name="T39" fmla="*/ 719 h 738"/>
                    <a:gd name="T40" fmla="*/ 90 w 417"/>
                    <a:gd name="T41" fmla="*/ 695 h 738"/>
                    <a:gd name="T42" fmla="*/ 181 w 417"/>
                    <a:gd name="T43" fmla="*/ 666 h 738"/>
                    <a:gd name="T44" fmla="*/ 158 w 417"/>
                    <a:gd name="T45" fmla="*/ 648 h 738"/>
                    <a:gd name="T46" fmla="*/ 110 w 417"/>
                    <a:gd name="T47" fmla="*/ 619 h 738"/>
                    <a:gd name="T48" fmla="*/ 109 w 417"/>
                    <a:gd name="T49" fmla="*/ 591 h 738"/>
                    <a:gd name="T50" fmla="*/ 146 w 417"/>
                    <a:gd name="T51" fmla="*/ 521 h 738"/>
                    <a:gd name="T52" fmla="*/ 182 w 417"/>
                    <a:gd name="T53" fmla="*/ 510 h 738"/>
                    <a:gd name="T54" fmla="*/ 208 w 417"/>
                    <a:gd name="T55" fmla="*/ 494 h 738"/>
                    <a:gd name="T56" fmla="*/ 229 w 417"/>
                    <a:gd name="T57" fmla="*/ 449 h 738"/>
                    <a:gd name="T58" fmla="*/ 217 w 417"/>
                    <a:gd name="T59" fmla="*/ 394 h 738"/>
                    <a:gd name="T60" fmla="*/ 196 w 417"/>
                    <a:gd name="T61" fmla="*/ 393 h 738"/>
                    <a:gd name="T62" fmla="*/ 172 w 417"/>
                    <a:gd name="T63" fmla="*/ 383 h 738"/>
                    <a:gd name="T64" fmla="*/ 165 w 417"/>
                    <a:gd name="T65" fmla="*/ 344 h 738"/>
                    <a:gd name="T66" fmla="*/ 170 w 417"/>
                    <a:gd name="T67" fmla="*/ 301 h 738"/>
                    <a:gd name="T68" fmla="*/ 139 w 417"/>
                    <a:gd name="T69" fmla="*/ 320 h 738"/>
                    <a:gd name="T70" fmla="*/ 131 w 417"/>
                    <a:gd name="T71" fmla="*/ 317 h 738"/>
                    <a:gd name="T72" fmla="*/ 147 w 417"/>
                    <a:gd name="T73" fmla="*/ 270 h 738"/>
                    <a:gd name="T74" fmla="*/ 173 w 417"/>
                    <a:gd name="T75" fmla="*/ 238 h 738"/>
                    <a:gd name="T76" fmla="*/ 114 w 417"/>
                    <a:gd name="T77" fmla="*/ 265 h 738"/>
                    <a:gd name="T78" fmla="*/ 134 w 417"/>
                    <a:gd name="T79" fmla="*/ 244 h 738"/>
                    <a:gd name="T80" fmla="*/ 160 w 417"/>
                    <a:gd name="T81" fmla="*/ 222 h 738"/>
                    <a:gd name="T82" fmla="*/ 169 w 417"/>
                    <a:gd name="T83" fmla="*/ 165 h 738"/>
                    <a:gd name="T84" fmla="*/ 190 w 417"/>
                    <a:gd name="T85" fmla="*/ 135 h 738"/>
                    <a:gd name="T86" fmla="*/ 201 w 417"/>
                    <a:gd name="T87" fmla="*/ 117 h 738"/>
                    <a:gd name="T88" fmla="*/ 376 w 417"/>
                    <a:gd name="T89" fmla="*/ 7 h 738"/>
                    <a:gd name="T90" fmla="*/ 362 w 417"/>
                    <a:gd name="T91" fmla="*/ 39 h 738"/>
                    <a:gd name="T92" fmla="*/ 375 w 417"/>
                    <a:gd name="T93" fmla="*/ 0 h 738"/>
                    <a:gd name="T94" fmla="*/ 299 w 417"/>
                    <a:gd name="T95" fmla="*/ 102 h 738"/>
                    <a:gd name="T96" fmla="*/ 96 w 417"/>
                    <a:gd name="T97" fmla="*/ 348 h 738"/>
                    <a:gd name="T98" fmla="*/ 118 w 417"/>
                    <a:gd name="T99" fmla="*/ 408 h 738"/>
                    <a:gd name="T100" fmla="*/ 62 w 417"/>
                    <a:gd name="T101" fmla="*/ 420 h 738"/>
                    <a:gd name="T102" fmla="*/ 18 w 417"/>
                    <a:gd name="T103" fmla="*/ 368 h 738"/>
                    <a:gd name="T104" fmla="*/ 133 w 417"/>
                    <a:gd name="T105" fmla="*/ 136 h 738"/>
                    <a:gd name="T106" fmla="*/ 115 w 417"/>
                    <a:gd name="T107" fmla="*/ 135 h 738"/>
                    <a:gd name="T108" fmla="*/ 144 w 417"/>
                    <a:gd name="T109" fmla="*/ 115 h 738"/>
                    <a:gd name="T110" fmla="*/ 153 w 417"/>
                    <a:gd name="T111" fmla="*/ 43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7" h="738">
                      <a:moveTo>
                        <a:pt x="149" y="491"/>
                      </a:moveTo>
                      <a:cubicBezTo>
                        <a:pt x="159" y="499"/>
                        <a:pt x="168" y="504"/>
                        <a:pt x="157" y="509"/>
                      </a:cubicBezTo>
                      <a:moveTo>
                        <a:pt x="151" y="512"/>
                      </a:moveTo>
                      <a:cubicBezTo>
                        <a:pt x="149" y="513"/>
                        <a:pt x="147" y="513"/>
                        <a:pt x="146" y="513"/>
                      </a:cubicBezTo>
                      <a:cubicBezTo>
                        <a:pt x="144" y="513"/>
                        <a:pt x="147" y="511"/>
                        <a:pt x="147" y="510"/>
                      </a:cubicBezTo>
                      <a:cubicBezTo>
                        <a:pt x="143" y="498"/>
                        <a:pt x="135" y="496"/>
                        <a:pt x="149" y="491"/>
                      </a:cubicBezTo>
                      <a:moveTo>
                        <a:pt x="207" y="107"/>
                      </a:moveTo>
                      <a:cubicBezTo>
                        <a:pt x="211" y="109"/>
                        <a:pt x="218" y="112"/>
                        <a:pt x="219" y="116"/>
                      </a:cubicBezTo>
                      <a:cubicBezTo>
                        <a:pt x="219" y="119"/>
                        <a:pt x="211" y="124"/>
                        <a:pt x="213" y="123"/>
                      </a:cubicBezTo>
                      <a:cubicBezTo>
                        <a:pt x="216" y="120"/>
                        <a:pt x="217" y="113"/>
                        <a:pt x="221" y="114"/>
                      </a:cubicBezTo>
                      <a:cubicBezTo>
                        <a:pt x="225" y="115"/>
                        <a:pt x="221" y="123"/>
                        <a:pt x="224" y="125"/>
                      </a:cubicBezTo>
                      <a:cubicBezTo>
                        <a:pt x="226" y="126"/>
                        <a:pt x="227" y="120"/>
                        <a:pt x="229" y="120"/>
                      </a:cubicBezTo>
                      <a:cubicBezTo>
                        <a:pt x="238" y="117"/>
                        <a:pt x="257" y="121"/>
                        <a:pt x="268" y="123"/>
                      </a:cubicBezTo>
                      <a:cubicBezTo>
                        <a:pt x="273" y="123"/>
                        <a:pt x="279" y="119"/>
                        <a:pt x="282" y="123"/>
                      </a:cubicBezTo>
                      <a:cubicBezTo>
                        <a:pt x="285" y="125"/>
                        <a:pt x="277" y="128"/>
                        <a:pt x="276" y="132"/>
                      </a:cubicBezTo>
                      <a:cubicBezTo>
                        <a:pt x="275" y="135"/>
                        <a:pt x="276" y="138"/>
                        <a:pt x="275" y="142"/>
                      </a:cubicBezTo>
                      <a:cubicBezTo>
                        <a:pt x="273" y="145"/>
                        <a:pt x="238" y="166"/>
                        <a:pt x="231" y="171"/>
                      </a:cubicBezTo>
                      <a:cubicBezTo>
                        <a:pt x="220" y="180"/>
                        <a:pt x="236" y="170"/>
                        <a:pt x="242" y="175"/>
                      </a:cubicBezTo>
                      <a:cubicBezTo>
                        <a:pt x="244" y="176"/>
                        <a:pt x="239" y="178"/>
                        <a:pt x="237" y="180"/>
                      </a:cubicBezTo>
                      <a:cubicBezTo>
                        <a:pt x="235" y="181"/>
                        <a:pt x="234" y="184"/>
                        <a:pt x="231" y="185"/>
                      </a:cubicBezTo>
                      <a:cubicBezTo>
                        <a:pt x="230" y="185"/>
                        <a:pt x="231" y="181"/>
                        <a:pt x="230" y="181"/>
                      </a:cubicBezTo>
                      <a:cubicBezTo>
                        <a:pt x="228" y="180"/>
                        <a:pt x="226" y="182"/>
                        <a:pt x="224" y="183"/>
                      </a:cubicBezTo>
                      <a:cubicBezTo>
                        <a:pt x="220" y="185"/>
                        <a:pt x="220" y="180"/>
                        <a:pt x="218" y="184"/>
                      </a:cubicBezTo>
                      <a:cubicBezTo>
                        <a:pt x="213" y="194"/>
                        <a:pt x="224" y="198"/>
                        <a:pt x="227" y="194"/>
                      </a:cubicBezTo>
                      <a:cubicBezTo>
                        <a:pt x="228" y="193"/>
                        <a:pt x="225" y="192"/>
                        <a:pt x="226" y="192"/>
                      </a:cubicBezTo>
                      <a:cubicBezTo>
                        <a:pt x="229" y="191"/>
                        <a:pt x="232" y="193"/>
                        <a:pt x="235" y="193"/>
                      </a:cubicBezTo>
                      <a:cubicBezTo>
                        <a:pt x="241" y="193"/>
                        <a:pt x="249" y="186"/>
                        <a:pt x="257" y="188"/>
                      </a:cubicBezTo>
                      <a:cubicBezTo>
                        <a:pt x="261" y="188"/>
                        <a:pt x="264" y="192"/>
                        <a:pt x="268" y="193"/>
                      </a:cubicBezTo>
                      <a:cubicBezTo>
                        <a:pt x="278" y="196"/>
                        <a:pt x="310" y="195"/>
                        <a:pt x="315" y="207"/>
                      </a:cubicBezTo>
                      <a:cubicBezTo>
                        <a:pt x="316" y="210"/>
                        <a:pt x="316" y="214"/>
                        <a:pt x="315" y="217"/>
                      </a:cubicBezTo>
                      <a:cubicBezTo>
                        <a:pt x="302" y="230"/>
                        <a:pt x="302" y="230"/>
                        <a:pt x="302" y="230"/>
                      </a:cubicBezTo>
                      <a:cubicBezTo>
                        <a:pt x="301" y="232"/>
                        <a:pt x="299" y="235"/>
                        <a:pt x="299" y="238"/>
                      </a:cubicBezTo>
                      <a:cubicBezTo>
                        <a:pt x="298" y="239"/>
                        <a:pt x="299" y="240"/>
                        <a:pt x="299" y="241"/>
                      </a:cubicBezTo>
                      <a:cubicBezTo>
                        <a:pt x="294" y="249"/>
                        <a:pt x="271" y="283"/>
                        <a:pt x="263" y="283"/>
                      </a:cubicBezTo>
                      <a:cubicBezTo>
                        <a:pt x="252" y="284"/>
                        <a:pt x="248" y="279"/>
                        <a:pt x="238" y="286"/>
                      </a:cubicBezTo>
                      <a:cubicBezTo>
                        <a:pt x="237" y="287"/>
                        <a:pt x="242" y="288"/>
                        <a:pt x="243" y="287"/>
                      </a:cubicBezTo>
                      <a:cubicBezTo>
                        <a:pt x="248" y="287"/>
                        <a:pt x="252" y="284"/>
                        <a:pt x="256" y="283"/>
                      </a:cubicBezTo>
                      <a:cubicBezTo>
                        <a:pt x="264" y="283"/>
                        <a:pt x="258" y="288"/>
                        <a:pt x="258" y="290"/>
                      </a:cubicBezTo>
                      <a:cubicBezTo>
                        <a:pt x="260" y="294"/>
                        <a:pt x="267" y="295"/>
                        <a:pt x="267" y="299"/>
                      </a:cubicBezTo>
                      <a:cubicBezTo>
                        <a:pt x="265" y="311"/>
                        <a:pt x="253" y="301"/>
                        <a:pt x="250" y="301"/>
                      </a:cubicBezTo>
                      <a:cubicBezTo>
                        <a:pt x="232" y="304"/>
                        <a:pt x="264" y="311"/>
                        <a:pt x="227" y="309"/>
                      </a:cubicBezTo>
                      <a:cubicBezTo>
                        <a:pt x="226" y="309"/>
                        <a:pt x="226" y="315"/>
                        <a:pt x="227" y="315"/>
                      </a:cubicBezTo>
                      <a:cubicBezTo>
                        <a:pt x="231" y="317"/>
                        <a:pt x="226" y="313"/>
                        <a:pt x="230" y="314"/>
                      </a:cubicBezTo>
                      <a:cubicBezTo>
                        <a:pt x="235" y="315"/>
                        <a:pt x="245" y="322"/>
                        <a:pt x="250" y="319"/>
                      </a:cubicBezTo>
                      <a:cubicBezTo>
                        <a:pt x="252" y="317"/>
                        <a:pt x="253" y="313"/>
                        <a:pt x="255" y="312"/>
                      </a:cubicBezTo>
                      <a:cubicBezTo>
                        <a:pt x="256" y="311"/>
                        <a:pt x="277" y="327"/>
                        <a:pt x="280" y="330"/>
                      </a:cubicBezTo>
                      <a:cubicBezTo>
                        <a:pt x="284" y="332"/>
                        <a:pt x="285" y="347"/>
                        <a:pt x="289" y="351"/>
                      </a:cubicBezTo>
                      <a:cubicBezTo>
                        <a:pt x="292" y="353"/>
                        <a:pt x="295" y="354"/>
                        <a:pt x="297" y="356"/>
                      </a:cubicBezTo>
                      <a:cubicBezTo>
                        <a:pt x="297" y="357"/>
                        <a:pt x="296" y="358"/>
                        <a:pt x="296" y="360"/>
                      </a:cubicBezTo>
                      <a:cubicBezTo>
                        <a:pt x="296" y="364"/>
                        <a:pt x="296" y="368"/>
                        <a:pt x="296" y="371"/>
                      </a:cubicBezTo>
                      <a:cubicBezTo>
                        <a:pt x="296" y="381"/>
                        <a:pt x="300" y="423"/>
                        <a:pt x="303" y="431"/>
                      </a:cubicBezTo>
                      <a:cubicBezTo>
                        <a:pt x="304" y="433"/>
                        <a:pt x="305" y="429"/>
                        <a:pt x="306" y="430"/>
                      </a:cubicBezTo>
                      <a:cubicBezTo>
                        <a:pt x="309" y="430"/>
                        <a:pt x="310" y="433"/>
                        <a:pt x="312" y="434"/>
                      </a:cubicBezTo>
                      <a:cubicBezTo>
                        <a:pt x="323" y="440"/>
                        <a:pt x="320" y="435"/>
                        <a:pt x="330" y="447"/>
                      </a:cubicBezTo>
                      <a:cubicBezTo>
                        <a:pt x="333" y="451"/>
                        <a:pt x="332" y="458"/>
                        <a:pt x="335" y="463"/>
                      </a:cubicBezTo>
                      <a:cubicBezTo>
                        <a:pt x="337" y="469"/>
                        <a:pt x="345" y="463"/>
                        <a:pt x="345" y="474"/>
                      </a:cubicBezTo>
                      <a:cubicBezTo>
                        <a:pt x="345" y="478"/>
                        <a:pt x="339" y="478"/>
                        <a:pt x="339" y="481"/>
                      </a:cubicBezTo>
                      <a:cubicBezTo>
                        <a:pt x="336" y="490"/>
                        <a:pt x="347" y="503"/>
                        <a:pt x="349" y="511"/>
                      </a:cubicBezTo>
                      <a:cubicBezTo>
                        <a:pt x="352" y="522"/>
                        <a:pt x="343" y="506"/>
                        <a:pt x="342" y="518"/>
                      </a:cubicBezTo>
                      <a:cubicBezTo>
                        <a:pt x="342" y="521"/>
                        <a:pt x="363" y="542"/>
                        <a:pt x="353" y="553"/>
                      </a:cubicBezTo>
                      <a:cubicBezTo>
                        <a:pt x="345" y="561"/>
                        <a:pt x="341" y="552"/>
                        <a:pt x="336" y="566"/>
                      </a:cubicBezTo>
                      <a:cubicBezTo>
                        <a:pt x="335" y="568"/>
                        <a:pt x="340" y="566"/>
                        <a:pt x="341" y="567"/>
                      </a:cubicBezTo>
                      <a:cubicBezTo>
                        <a:pt x="343" y="568"/>
                        <a:pt x="344" y="572"/>
                        <a:pt x="345" y="573"/>
                      </a:cubicBezTo>
                      <a:cubicBezTo>
                        <a:pt x="347" y="575"/>
                        <a:pt x="350" y="578"/>
                        <a:pt x="352" y="577"/>
                      </a:cubicBezTo>
                      <a:cubicBezTo>
                        <a:pt x="363" y="569"/>
                        <a:pt x="354" y="562"/>
                        <a:pt x="366" y="564"/>
                      </a:cubicBezTo>
                      <a:cubicBezTo>
                        <a:pt x="385" y="567"/>
                        <a:pt x="417" y="575"/>
                        <a:pt x="411" y="606"/>
                      </a:cubicBezTo>
                      <a:cubicBezTo>
                        <a:pt x="409" y="615"/>
                        <a:pt x="396" y="641"/>
                        <a:pt x="387" y="644"/>
                      </a:cubicBezTo>
                      <a:cubicBezTo>
                        <a:pt x="383" y="645"/>
                        <a:pt x="378" y="639"/>
                        <a:pt x="377" y="641"/>
                      </a:cubicBezTo>
                      <a:cubicBezTo>
                        <a:pt x="372" y="652"/>
                        <a:pt x="398" y="649"/>
                        <a:pt x="376" y="655"/>
                      </a:cubicBezTo>
                      <a:cubicBezTo>
                        <a:pt x="374" y="655"/>
                        <a:pt x="373" y="654"/>
                        <a:pt x="371" y="653"/>
                      </a:cubicBezTo>
                      <a:cubicBezTo>
                        <a:pt x="371" y="653"/>
                        <a:pt x="371" y="652"/>
                        <a:pt x="370" y="652"/>
                      </a:cubicBezTo>
                      <a:cubicBezTo>
                        <a:pt x="366" y="653"/>
                        <a:pt x="359" y="652"/>
                        <a:pt x="357" y="655"/>
                      </a:cubicBezTo>
                      <a:cubicBezTo>
                        <a:pt x="355" y="658"/>
                        <a:pt x="365" y="654"/>
                        <a:pt x="367" y="657"/>
                      </a:cubicBezTo>
                      <a:cubicBezTo>
                        <a:pt x="370" y="659"/>
                        <a:pt x="368" y="663"/>
                        <a:pt x="366" y="666"/>
                      </a:cubicBezTo>
                      <a:cubicBezTo>
                        <a:pt x="362" y="674"/>
                        <a:pt x="349" y="669"/>
                        <a:pt x="343" y="671"/>
                      </a:cubicBezTo>
                      <a:cubicBezTo>
                        <a:pt x="341" y="671"/>
                        <a:pt x="337" y="673"/>
                        <a:pt x="339" y="674"/>
                      </a:cubicBezTo>
                      <a:cubicBezTo>
                        <a:pt x="339" y="674"/>
                        <a:pt x="355" y="669"/>
                        <a:pt x="355" y="676"/>
                      </a:cubicBezTo>
                      <a:cubicBezTo>
                        <a:pt x="354" y="679"/>
                        <a:pt x="348" y="676"/>
                        <a:pt x="346" y="678"/>
                      </a:cubicBezTo>
                      <a:cubicBezTo>
                        <a:pt x="344" y="679"/>
                        <a:pt x="350" y="682"/>
                        <a:pt x="353" y="681"/>
                      </a:cubicBezTo>
                      <a:cubicBezTo>
                        <a:pt x="354" y="680"/>
                        <a:pt x="354" y="676"/>
                        <a:pt x="355" y="676"/>
                      </a:cubicBezTo>
                      <a:cubicBezTo>
                        <a:pt x="358" y="676"/>
                        <a:pt x="360" y="678"/>
                        <a:pt x="362" y="680"/>
                      </a:cubicBezTo>
                      <a:cubicBezTo>
                        <a:pt x="370" y="687"/>
                        <a:pt x="346" y="683"/>
                        <a:pt x="362" y="686"/>
                      </a:cubicBezTo>
                      <a:cubicBezTo>
                        <a:pt x="370" y="687"/>
                        <a:pt x="379" y="681"/>
                        <a:pt x="387" y="684"/>
                      </a:cubicBezTo>
                      <a:cubicBezTo>
                        <a:pt x="389" y="685"/>
                        <a:pt x="384" y="688"/>
                        <a:pt x="383" y="690"/>
                      </a:cubicBezTo>
                      <a:cubicBezTo>
                        <a:pt x="382" y="694"/>
                        <a:pt x="383" y="698"/>
                        <a:pt x="382" y="702"/>
                      </a:cubicBezTo>
                      <a:cubicBezTo>
                        <a:pt x="380" y="708"/>
                        <a:pt x="370" y="706"/>
                        <a:pt x="365" y="709"/>
                      </a:cubicBezTo>
                      <a:cubicBezTo>
                        <a:pt x="362" y="710"/>
                        <a:pt x="364" y="716"/>
                        <a:pt x="361" y="717"/>
                      </a:cubicBezTo>
                      <a:cubicBezTo>
                        <a:pt x="351" y="721"/>
                        <a:pt x="356" y="712"/>
                        <a:pt x="350" y="715"/>
                      </a:cubicBezTo>
                      <a:cubicBezTo>
                        <a:pt x="344" y="719"/>
                        <a:pt x="338" y="718"/>
                        <a:pt x="332" y="721"/>
                      </a:cubicBezTo>
                      <a:cubicBezTo>
                        <a:pt x="329" y="722"/>
                        <a:pt x="328" y="726"/>
                        <a:pt x="324" y="726"/>
                      </a:cubicBezTo>
                      <a:cubicBezTo>
                        <a:pt x="319" y="726"/>
                        <a:pt x="310" y="717"/>
                        <a:pt x="305" y="715"/>
                      </a:cubicBezTo>
                      <a:cubicBezTo>
                        <a:pt x="301" y="715"/>
                        <a:pt x="273" y="722"/>
                        <a:pt x="271" y="715"/>
                      </a:cubicBezTo>
                      <a:cubicBezTo>
                        <a:pt x="271" y="713"/>
                        <a:pt x="279" y="715"/>
                        <a:pt x="273" y="711"/>
                      </a:cubicBezTo>
                      <a:cubicBezTo>
                        <a:pt x="269" y="709"/>
                        <a:pt x="271" y="714"/>
                        <a:pt x="270" y="715"/>
                      </a:cubicBezTo>
                      <a:cubicBezTo>
                        <a:pt x="269" y="716"/>
                        <a:pt x="267" y="715"/>
                        <a:pt x="267" y="714"/>
                      </a:cubicBezTo>
                      <a:cubicBezTo>
                        <a:pt x="267" y="712"/>
                        <a:pt x="271" y="710"/>
                        <a:pt x="269" y="710"/>
                      </a:cubicBezTo>
                      <a:cubicBezTo>
                        <a:pt x="267" y="710"/>
                        <a:pt x="266" y="714"/>
                        <a:pt x="264" y="713"/>
                      </a:cubicBezTo>
                      <a:cubicBezTo>
                        <a:pt x="262" y="713"/>
                        <a:pt x="266" y="710"/>
                        <a:pt x="264" y="708"/>
                      </a:cubicBezTo>
                      <a:cubicBezTo>
                        <a:pt x="260" y="703"/>
                        <a:pt x="263" y="713"/>
                        <a:pt x="261" y="713"/>
                      </a:cubicBezTo>
                      <a:cubicBezTo>
                        <a:pt x="254" y="710"/>
                        <a:pt x="249" y="699"/>
                        <a:pt x="247" y="701"/>
                      </a:cubicBezTo>
                      <a:cubicBezTo>
                        <a:pt x="245" y="704"/>
                        <a:pt x="252" y="708"/>
                        <a:pt x="251" y="711"/>
                      </a:cubicBezTo>
                      <a:cubicBezTo>
                        <a:pt x="251" y="717"/>
                        <a:pt x="219" y="709"/>
                        <a:pt x="218" y="711"/>
                      </a:cubicBezTo>
                      <a:cubicBezTo>
                        <a:pt x="216" y="714"/>
                        <a:pt x="222" y="718"/>
                        <a:pt x="221" y="721"/>
                      </a:cubicBezTo>
                      <a:cubicBezTo>
                        <a:pt x="221" y="723"/>
                        <a:pt x="218" y="721"/>
                        <a:pt x="216" y="721"/>
                      </a:cubicBezTo>
                      <a:cubicBezTo>
                        <a:pt x="216" y="721"/>
                        <a:pt x="216" y="721"/>
                        <a:pt x="216" y="721"/>
                      </a:cubicBezTo>
                      <a:cubicBezTo>
                        <a:pt x="213" y="719"/>
                        <a:pt x="204" y="713"/>
                        <a:pt x="201" y="714"/>
                      </a:cubicBezTo>
                      <a:cubicBezTo>
                        <a:pt x="198" y="715"/>
                        <a:pt x="199" y="721"/>
                        <a:pt x="197" y="723"/>
                      </a:cubicBezTo>
                      <a:cubicBezTo>
                        <a:pt x="196" y="725"/>
                        <a:pt x="198" y="720"/>
                        <a:pt x="198" y="718"/>
                      </a:cubicBezTo>
                      <a:cubicBezTo>
                        <a:pt x="196" y="715"/>
                        <a:pt x="194" y="713"/>
                        <a:pt x="191" y="711"/>
                      </a:cubicBezTo>
                      <a:cubicBezTo>
                        <a:pt x="183" y="704"/>
                        <a:pt x="162" y="698"/>
                        <a:pt x="152" y="702"/>
                      </a:cubicBezTo>
                      <a:cubicBezTo>
                        <a:pt x="152" y="702"/>
                        <a:pt x="146" y="730"/>
                        <a:pt x="137" y="734"/>
                      </a:cubicBezTo>
                      <a:cubicBezTo>
                        <a:pt x="130" y="736"/>
                        <a:pt x="118" y="720"/>
                        <a:pt x="114" y="718"/>
                      </a:cubicBezTo>
                      <a:cubicBezTo>
                        <a:pt x="111" y="716"/>
                        <a:pt x="120" y="723"/>
                        <a:pt x="112" y="721"/>
                      </a:cubicBezTo>
                      <a:cubicBezTo>
                        <a:pt x="105" y="719"/>
                        <a:pt x="96" y="713"/>
                        <a:pt x="88" y="715"/>
                      </a:cubicBezTo>
                      <a:cubicBezTo>
                        <a:pt x="85" y="715"/>
                        <a:pt x="86" y="721"/>
                        <a:pt x="84" y="722"/>
                      </a:cubicBezTo>
                      <a:cubicBezTo>
                        <a:pt x="80" y="723"/>
                        <a:pt x="77" y="721"/>
                        <a:pt x="73" y="721"/>
                      </a:cubicBezTo>
                      <a:cubicBezTo>
                        <a:pt x="72" y="721"/>
                        <a:pt x="71" y="721"/>
                        <a:pt x="71" y="721"/>
                      </a:cubicBezTo>
                      <a:cubicBezTo>
                        <a:pt x="70" y="724"/>
                        <a:pt x="63" y="738"/>
                        <a:pt x="61" y="738"/>
                      </a:cubicBezTo>
                      <a:cubicBezTo>
                        <a:pt x="57" y="738"/>
                        <a:pt x="59" y="730"/>
                        <a:pt x="57" y="727"/>
                      </a:cubicBezTo>
                      <a:cubicBezTo>
                        <a:pt x="53" y="722"/>
                        <a:pt x="40" y="726"/>
                        <a:pt x="40" y="719"/>
                      </a:cubicBezTo>
                      <a:cubicBezTo>
                        <a:pt x="40" y="715"/>
                        <a:pt x="62" y="714"/>
                        <a:pt x="63" y="714"/>
                      </a:cubicBezTo>
                      <a:cubicBezTo>
                        <a:pt x="65" y="714"/>
                        <a:pt x="67" y="712"/>
                        <a:pt x="69" y="709"/>
                      </a:cubicBezTo>
                      <a:cubicBezTo>
                        <a:pt x="70" y="709"/>
                        <a:pt x="69" y="706"/>
                        <a:pt x="70" y="706"/>
                      </a:cubicBezTo>
                      <a:cubicBezTo>
                        <a:pt x="71" y="705"/>
                        <a:pt x="74" y="706"/>
                        <a:pt x="75" y="706"/>
                      </a:cubicBezTo>
                      <a:cubicBezTo>
                        <a:pt x="79" y="702"/>
                        <a:pt x="80" y="697"/>
                        <a:pt x="84" y="695"/>
                      </a:cubicBezTo>
                      <a:cubicBezTo>
                        <a:pt x="86" y="693"/>
                        <a:pt x="88" y="696"/>
                        <a:pt x="90" y="695"/>
                      </a:cubicBezTo>
                      <a:cubicBezTo>
                        <a:pt x="92" y="694"/>
                        <a:pt x="91" y="692"/>
                        <a:pt x="93" y="691"/>
                      </a:cubicBezTo>
                      <a:cubicBezTo>
                        <a:pt x="96" y="688"/>
                        <a:pt x="101" y="687"/>
                        <a:pt x="104" y="684"/>
                      </a:cubicBezTo>
                      <a:cubicBezTo>
                        <a:pt x="105" y="682"/>
                        <a:pt x="105" y="669"/>
                        <a:pt x="109" y="667"/>
                      </a:cubicBezTo>
                      <a:cubicBezTo>
                        <a:pt x="111" y="666"/>
                        <a:pt x="113" y="671"/>
                        <a:pt x="116" y="671"/>
                      </a:cubicBezTo>
                      <a:cubicBezTo>
                        <a:pt x="129" y="672"/>
                        <a:pt x="113" y="653"/>
                        <a:pt x="145" y="658"/>
                      </a:cubicBezTo>
                      <a:cubicBezTo>
                        <a:pt x="156" y="660"/>
                        <a:pt x="170" y="675"/>
                        <a:pt x="181" y="666"/>
                      </a:cubicBezTo>
                      <a:cubicBezTo>
                        <a:pt x="184" y="663"/>
                        <a:pt x="183" y="658"/>
                        <a:pt x="185" y="654"/>
                      </a:cubicBezTo>
                      <a:cubicBezTo>
                        <a:pt x="185" y="653"/>
                        <a:pt x="212" y="636"/>
                        <a:pt x="216" y="632"/>
                      </a:cubicBezTo>
                      <a:cubicBezTo>
                        <a:pt x="219" y="628"/>
                        <a:pt x="201" y="640"/>
                        <a:pt x="199" y="642"/>
                      </a:cubicBezTo>
                      <a:cubicBezTo>
                        <a:pt x="196" y="643"/>
                        <a:pt x="193" y="644"/>
                        <a:pt x="190" y="644"/>
                      </a:cubicBezTo>
                      <a:cubicBezTo>
                        <a:pt x="189" y="644"/>
                        <a:pt x="187" y="641"/>
                        <a:pt x="186" y="642"/>
                      </a:cubicBezTo>
                      <a:cubicBezTo>
                        <a:pt x="172" y="646"/>
                        <a:pt x="175" y="658"/>
                        <a:pt x="158" y="648"/>
                      </a:cubicBezTo>
                      <a:cubicBezTo>
                        <a:pt x="152" y="644"/>
                        <a:pt x="153" y="635"/>
                        <a:pt x="148" y="629"/>
                      </a:cubicBezTo>
                      <a:cubicBezTo>
                        <a:pt x="144" y="625"/>
                        <a:pt x="135" y="635"/>
                        <a:pt x="130" y="632"/>
                      </a:cubicBezTo>
                      <a:cubicBezTo>
                        <a:pt x="129" y="632"/>
                        <a:pt x="127" y="614"/>
                        <a:pt x="127" y="612"/>
                      </a:cubicBezTo>
                      <a:cubicBezTo>
                        <a:pt x="126" y="611"/>
                        <a:pt x="126" y="615"/>
                        <a:pt x="125" y="615"/>
                      </a:cubicBezTo>
                      <a:cubicBezTo>
                        <a:pt x="121" y="615"/>
                        <a:pt x="126" y="611"/>
                        <a:pt x="112" y="615"/>
                      </a:cubicBezTo>
                      <a:cubicBezTo>
                        <a:pt x="110" y="615"/>
                        <a:pt x="111" y="618"/>
                        <a:pt x="110" y="619"/>
                      </a:cubicBezTo>
                      <a:cubicBezTo>
                        <a:pt x="107" y="620"/>
                        <a:pt x="102" y="622"/>
                        <a:pt x="99" y="620"/>
                      </a:cubicBezTo>
                      <a:cubicBezTo>
                        <a:pt x="96" y="620"/>
                        <a:pt x="91" y="616"/>
                        <a:pt x="92" y="614"/>
                      </a:cubicBezTo>
                      <a:cubicBezTo>
                        <a:pt x="94" y="611"/>
                        <a:pt x="99" y="613"/>
                        <a:pt x="103" y="612"/>
                      </a:cubicBezTo>
                      <a:cubicBezTo>
                        <a:pt x="104" y="612"/>
                        <a:pt x="88" y="611"/>
                        <a:pt x="87" y="609"/>
                      </a:cubicBezTo>
                      <a:cubicBezTo>
                        <a:pt x="84" y="606"/>
                        <a:pt x="86" y="601"/>
                        <a:pt x="86" y="597"/>
                      </a:cubicBezTo>
                      <a:cubicBezTo>
                        <a:pt x="86" y="586"/>
                        <a:pt x="107" y="592"/>
                        <a:pt x="109" y="591"/>
                      </a:cubicBezTo>
                      <a:cubicBezTo>
                        <a:pt x="113" y="590"/>
                        <a:pt x="113" y="584"/>
                        <a:pt x="117" y="584"/>
                      </a:cubicBezTo>
                      <a:cubicBezTo>
                        <a:pt x="120" y="584"/>
                        <a:pt x="123" y="586"/>
                        <a:pt x="126" y="586"/>
                      </a:cubicBezTo>
                      <a:cubicBezTo>
                        <a:pt x="135" y="584"/>
                        <a:pt x="153" y="568"/>
                        <a:pt x="156" y="560"/>
                      </a:cubicBezTo>
                      <a:cubicBezTo>
                        <a:pt x="157" y="558"/>
                        <a:pt x="155" y="536"/>
                        <a:pt x="152" y="533"/>
                      </a:cubicBezTo>
                      <a:cubicBezTo>
                        <a:pt x="142" y="521"/>
                        <a:pt x="131" y="555"/>
                        <a:pt x="127" y="532"/>
                      </a:cubicBezTo>
                      <a:cubicBezTo>
                        <a:pt x="126" y="528"/>
                        <a:pt x="138" y="527"/>
                        <a:pt x="146" y="521"/>
                      </a:cubicBezTo>
                      <a:cubicBezTo>
                        <a:pt x="147" y="520"/>
                        <a:pt x="146" y="517"/>
                        <a:pt x="147" y="515"/>
                      </a:cubicBezTo>
                      <a:cubicBezTo>
                        <a:pt x="148" y="513"/>
                        <a:pt x="150" y="512"/>
                        <a:pt x="151" y="512"/>
                      </a:cubicBezTo>
                      <a:cubicBezTo>
                        <a:pt x="153" y="510"/>
                        <a:pt x="155" y="510"/>
                        <a:pt x="157" y="509"/>
                      </a:cubicBezTo>
                      <a:cubicBezTo>
                        <a:pt x="161" y="509"/>
                        <a:pt x="164" y="511"/>
                        <a:pt x="172" y="508"/>
                      </a:cubicBezTo>
                      <a:cubicBezTo>
                        <a:pt x="173" y="507"/>
                        <a:pt x="170" y="503"/>
                        <a:pt x="172" y="504"/>
                      </a:cubicBezTo>
                      <a:cubicBezTo>
                        <a:pt x="176" y="504"/>
                        <a:pt x="178" y="509"/>
                        <a:pt x="182" y="510"/>
                      </a:cubicBezTo>
                      <a:cubicBezTo>
                        <a:pt x="190" y="511"/>
                        <a:pt x="191" y="503"/>
                        <a:pt x="197" y="508"/>
                      </a:cubicBezTo>
                      <a:cubicBezTo>
                        <a:pt x="200" y="511"/>
                        <a:pt x="201" y="520"/>
                        <a:pt x="204" y="517"/>
                      </a:cubicBezTo>
                      <a:cubicBezTo>
                        <a:pt x="208" y="515"/>
                        <a:pt x="202" y="509"/>
                        <a:pt x="203" y="505"/>
                      </a:cubicBezTo>
                      <a:cubicBezTo>
                        <a:pt x="203" y="503"/>
                        <a:pt x="213" y="504"/>
                        <a:pt x="221" y="513"/>
                      </a:cubicBezTo>
                      <a:cubicBezTo>
                        <a:pt x="223" y="515"/>
                        <a:pt x="216" y="513"/>
                        <a:pt x="214" y="512"/>
                      </a:cubicBezTo>
                      <a:cubicBezTo>
                        <a:pt x="209" y="509"/>
                        <a:pt x="207" y="500"/>
                        <a:pt x="208" y="494"/>
                      </a:cubicBezTo>
                      <a:cubicBezTo>
                        <a:pt x="208" y="491"/>
                        <a:pt x="212" y="488"/>
                        <a:pt x="215" y="486"/>
                      </a:cubicBezTo>
                      <a:cubicBezTo>
                        <a:pt x="217" y="484"/>
                        <a:pt x="223" y="486"/>
                        <a:pt x="222" y="483"/>
                      </a:cubicBezTo>
                      <a:cubicBezTo>
                        <a:pt x="221" y="480"/>
                        <a:pt x="214" y="480"/>
                        <a:pt x="213" y="476"/>
                      </a:cubicBezTo>
                      <a:cubicBezTo>
                        <a:pt x="206" y="460"/>
                        <a:pt x="225" y="473"/>
                        <a:pt x="225" y="466"/>
                      </a:cubicBezTo>
                      <a:cubicBezTo>
                        <a:pt x="225" y="463"/>
                        <a:pt x="221" y="464"/>
                        <a:pt x="223" y="460"/>
                      </a:cubicBezTo>
                      <a:cubicBezTo>
                        <a:pt x="224" y="456"/>
                        <a:pt x="229" y="454"/>
                        <a:pt x="229" y="449"/>
                      </a:cubicBezTo>
                      <a:cubicBezTo>
                        <a:pt x="228" y="440"/>
                        <a:pt x="221" y="456"/>
                        <a:pt x="213" y="456"/>
                      </a:cubicBezTo>
                      <a:cubicBezTo>
                        <a:pt x="208" y="456"/>
                        <a:pt x="215" y="446"/>
                        <a:pt x="213" y="441"/>
                      </a:cubicBezTo>
                      <a:cubicBezTo>
                        <a:pt x="212" y="439"/>
                        <a:pt x="210" y="446"/>
                        <a:pt x="207" y="445"/>
                      </a:cubicBezTo>
                      <a:cubicBezTo>
                        <a:pt x="200" y="443"/>
                        <a:pt x="206" y="437"/>
                        <a:pt x="206" y="433"/>
                      </a:cubicBezTo>
                      <a:cubicBezTo>
                        <a:pt x="199" y="419"/>
                        <a:pt x="199" y="419"/>
                        <a:pt x="199" y="419"/>
                      </a:cubicBezTo>
                      <a:cubicBezTo>
                        <a:pt x="198" y="412"/>
                        <a:pt x="217" y="394"/>
                        <a:pt x="217" y="394"/>
                      </a:cubicBezTo>
                      <a:cubicBezTo>
                        <a:pt x="219" y="394"/>
                        <a:pt x="218" y="397"/>
                        <a:pt x="219" y="396"/>
                      </a:cubicBezTo>
                      <a:cubicBezTo>
                        <a:pt x="224" y="395"/>
                        <a:pt x="230" y="394"/>
                        <a:pt x="231" y="390"/>
                      </a:cubicBezTo>
                      <a:cubicBezTo>
                        <a:pt x="232" y="387"/>
                        <a:pt x="224" y="390"/>
                        <a:pt x="221" y="390"/>
                      </a:cubicBezTo>
                      <a:cubicBezTo>
                        <a:pt x="219" y="389"/>
                        <a:pt x="216" y="386"/>
                        <a:pt x="213" y="387"/>
                      </a:cubicBezTo>
                      <a:cubicBezTo>
                        <a:pt x="210" y="388"/>
                        <a:pt x="208" y="392"/>
                        <a:pt x="205" y="394"/>
                      </a:cubicBezTo>
                      <a:cubicBezTo>
                        <a:pt x="202" y="395"/>
                        <a:pt x="199" y="392"/>
                        <a:pt x="196" y="393"/>
                      </a:cubicBezTo>
                      <a:cubicBezTo>
                        <a:pt x="193" y="394"/>
                        <a:pt x="191" y="397"/>
                        <a:pt x="188" y="398"/>
                      </a:cubicBezTo>
                      <a:cubicBezTo>
                        <a:pt x="187" y="399"/>
                        <a:pt x="185" y="399"/>
                        <a:pt x="185" y="397"/>
                      </a:cubicBezTo>
                      <a:cubicBezTo>
                        <a:pt x="184" y="396"/>
                        <a:pt x="187" y="393"/>
                        <a:pt x="186" y="392"/>
                      </a:cubicBezTo>
                      <a:cubicBezTo>
                        <a:pt x="184" y="392"/>
                        <a:pt x="185" y="396"/>
                        <a:pt x="183" y="397"/>
                      </a:cubicBezTo>
                      <a:cubicBezTo>
                        <a:pt x="183" y="397"/>
                        <a:pt x="182" y="397"/>
                        <a:pt x="181" y="396"/>
                      </a:cubicBezTo>
                      <a:cubicBezTo>
                        <a:pt x="178" y="393"/>
                        <a:pt x="178" y="384"/>
                        <a:pt x="172" y="383"/>
                      </a:cubicBezTo>
                      <a:cubicBezTo>
                        <a:pt x="164" y="382"/>
                        <a:pt x="175" y="391"/>
                        <a:pt x="169" y="400"/>
                      </a:cubicBezTo>
                      <a:cubicBezTo>
                        <a:pt x="167" y="404"/>
                        <a:pt x="164" y="395"/>
                        <a:pt x="162" y="391"/>
                      </a:cubicBezTo>
                      <a:cubicBezTo>
                        <a:pt x="146" y="370"/>
                        <a:pt x="163" y="395"/>
                        <a:pt x="140" y="382"/>
                      </a:cubicBezTo>
                      <a:cubicBezTo>
                        <a:pt x="135" y="378"/>
                        <a:pt x="148" y="381"/>
                        <a:pt x="148" y="378"/>
                      </a:cubicBezTo>
                      <a:cubicBezTo>
                        <a:pt x="147" y="365"/>
                        <a:pt x="150" y="366"/>
                        <a:pt x="157" y="357"/>
                      </a:cubicBezTo>
                      <a:cubicBezTo>
                        <a:pt x="172" y="341"/>
                        <a:pt x="147" y="360"/>
                        <a:pt x="165" y="344"/>
                      </a:cubicBezTo>
                      <a:cubicBezTo>
                        <a:pt x="167" y="342"/>
                        <a:pt x="171" y="342"/>
                        <a:pt x="172" y="340"/>
                      </a:cubicBezTo>
                      <a:cubicBezTo>
                        <a:pt x="174" y="336"/>
                        <a:pt x="164" y="323"/>
                        <a:pt x="163" y="322"/>
                      </a:cubicBezTo>
                      <a:cubicBezTo>
                        <a:pt x="163" y="320"/>
                        <a:pt x="166" y="320"/>
                        <a:pt x="167" y="318"/>
                      </a:cubicBezTo>
                      <a:cubicBezTo>
                        <a:pt x="168" y="314"/>
                        <a:pt x="167" y="309"/>
                        <a:pt x="168" y="305"/>
                      </a:cubicBezTo>
                      <a:cubicBezTo>
                        <a:pt x="170" y="300"/>
                        <a:pt x="175" y="305"/>
                        <a:pt x="180" y="308"/>
                      </a:cubicBezTo>
                      <a:cubicBezTo>
                        <a:pt x="199" y="316"/>
                        <a:pt x="170" y="302"/>
                        <a:pt x="170" y="301"/>
                      </a:cubicBezTo>
                      <a:cubicBezTo>
                        <a:pt x="169" y="298"/>
                        <a:pt x="170" y="293"/>
                        <a:pt x="171" y="289"/>
                      </a:cubicBezTo>
                      <a:cubicBezTo>
                        <a:pt x="171" y="286"/>
                        <a:pt x="173" y="283"/>
                        <a:pt x="172" y="280"/>
                      </a:cubicBezTo>
                      <a:cubicBezTo>
                        <a:pt x="171" y="280"/>
                        <a:pt x="148" y="292"/>
                        <a:pt x="147" y="294"/>
                      </a:cubicBezTo>
                      <a:cubicBezTo>
                        <a:pt x="142" y="298"/>
                        <a:pt x="150" y="306"/>
                        <a:pt x="148" y="312"/>
                      </a:cubicBezTo>
                      <a:cubicBezTo>
                        <a:pt x="148" y="314"/>
                        <a:pt x="143" y="314"/>
                        <a:pt x="142" y="315"/>
                      </a:cubicBezTo>
                      <a:cubicBezTo>
                        <a:pt x="140" y="317"/>
                        <a:pt x="139" y="318"/>
                        <a:pt x="139" y="320"/>
                      </a:cubicBezTo>
                      <a:cubicBezTo>
                        <a:pt x="139" y="322"/>
                        <a:pt x="140" y="324"/>
                        <a:pt x="139" y="325"/>
                      </a:cubicBezTo>
                      <a:cubicBezTo>
                        <a:pt x="138" y="330"/>
                        <a:pt x="133" y="332"/>
                        <a:pt x="131" y="336"/>
                      </a:cubicBezTo>
                      <a:cubicBezTo>
                        <a:pt x="131" y="338"/>
                        <a:pt x="134" y="340"/>
                        <a:pt x="133" y="340"/>
                      </a:cubicBezTo>
                      <a:cubicBezTo>
                        <a:pt x="129" y="343"/>
                        <a:pt x="124" y="344"/>
                        <a:pt x="120" y="343"/>
                      </a:cubicBezTo>
                      <a:cubicBezTo>
                        <a:pt x="116" y="341"/>
                        <a:pt x="124" y="336"/>
                        <a:pt x="126" y="334"/>
                      </a:cubicBezTo>
                      <a:cubicBezTo>
                        <a:pt x="129" y="329"/>
                        <a:pt x="128" y="322"/>
                        <a:pt x="131" y="317"/>
                      </a:cubicBezTo>
                      <a:cubicBezTo>
                        <a:pt x="143" y="307"/>
                        <a:pt x="143" y="307"/>
                        <a:pt x="143" y="307"/>
                      </a:cubicBezTo>
                      <a:cubicBezTo>
                        <a:pt x="142" y="304"/>
                        <a:pt x="136" y="308"/>
                        <a:pt x="135" y="305"/>
                      </a:cubicBezTo>
                      <a:cubicBezTo>
                        <a:pt x="134" y="303"/>
                        <a:pt x="150" y="293"/>
                        <a:pt x="142" y="292"/>
                      </a:cubicBezTo>
                      <a:cubicBezTo>
                        <a:pt x="139" y="291"/>
                        <a:pt x="137" y="299"/>
                        <a:pt x="134" y="297"/>
                      </a:cubicBezTo>
                      <a:cubicBezTo>
                        <a:pt x="131" y="295"/>
                        <a:pt x="142" y="292"/>
                        <a:pt x="144" y="288"/>
                      </a:cubicBezTo>
                      <a:cubicBezTo>
                        <a:pt x="147" y="284"/>
                        <a:pt x="145" y="274"/>
                        <a:pt x="147" y="270"/>
                      </a:cubicBezTo>
                      <a:cubicBezTo>
                        <a:pt x="148" y="266"/>
                        <a:pt x="151" y="263"/>
                        <a:pt x="153" y="262"/>
                      </a:cubicBezTo>
                      <a:cubicBezTo>
                        <a:pt x="156" y="262"/>
                        <a:pt x="161" y="268"/>
                        <a:pt x="161" y="265"/>
                      </a:cubicBezTo>
                      <a:cubicBezTo>
                        <a:pt x="161" y="262"/>
                        <a:pt x="155" y="262"/>
                        <a:pt x="153" y="259"/>
                      </a:cubicBezTo>
                      <a:cubicBezTo>
                        <a:pt x="150" y="252"/>
                        <a:pt x="173" y="248"/>
                        <a:pt x="173" y="248"/>
                      </a:cubicBezTo>
                      <a:cubicBezTo>
                        <a:pt x="175" y="246"/>
                        <a:pt x="166" y="248"/>
                        <a:pt x="166" y="246"/>
                      </a:cubicBezTo>
                      <a:cubicBezTo>
                        <a:pt x="166" y="242"/>
                        <a:pt x="172" y="242"/>
                        <a:pt x="173" y="238"/>
                      </a:cubicBezTo>
                      <a:cubicBezTo>
                        <a:pt x="174" y="237"/>
                        <a:pt x="169" y="240"/>
                        <a:pt x="168" y="241"/>
                      </a:cubicBezTo>
                      <a:cubicBezTo>
                        <a:pt x="164" y="244"/>
                        <a:pt x="164" y="245"/>
                        <a:pt x="161" y="247"/>
                      </a:cubicBezTo>
                      <a:cubicBezTo>
                        <a:pt x="153" y="251"/>
                        <a:pt x="147" y="257"/>
                        <a:pt x="142" y="255"/>
                      </a:cubicBezTo>
                      <a:cubicBezTo>
                        <a:pt x="142" y="256"/>
                        <a:pt x="143" y="257"/>
                        <a:pt x="144" y="257"/>
                      </a:cubicBezTo>
                      <a:cubicBezTo>
                        <a:pt x="144" y="258"/>
                        <a:pt x="147" y="259"/>
                        <a:pt x="146" y="261"/>
                      </a:cubicBezTo>
                      <a:cubicBezTo>
                        <a:pt x="141" y="265"/>
                        <a:pt x="118" y="272"/>
                        <a:pt x="114" y="265"/>
                      </a:cubicBezTo>
                      <a:cubicBezTo>
                        <a:pt x="114" y="264"/>
                        <a:pt x="114" y="262"/>
                        <a:pt x="115" y="262"/>
                      </a:cubicBezTo>
                      <a:cubicBezTo>
                        <a:pt x="126" y="258"/>
                        <a:pt x="117" y="275"/>
                        <a:pt x="131" y="255"/>
                      </a:cubicBezTo>
                      <a:cubicBezTo>
                        <a:pt x="140" y="244"/>
                        <a:pt x="105" y="250"/>
                        <a:pt x="130" y="241"/>
                      </a:cubicBezTo>
                      <a:cubicBezTo>
                        <a:pt x="131" y="244"/>
                        <a:pt x="133" y="246"/>
                        <a:pt x="134" y="248"/>
                      </a:cubicBezTo>
                      <a:cubicBezTo>
                        <a:pt x="135" y="249"/>
                        <a:pt x="136" y="250"/>
                        <a:pt x="137" y="250"/>
                      </a:cubicBezTo>
                      <a:cubicBezTo>
                        <a:pt x="136" y="249"/>
                        <a:pt x="135" y="246"/>
                        <a:pt x="134" y="244"/>
                      </a:cubicBezTo>
                      <a:cubicBezTo>
                        <a:pt x="134" y="242"/>
                        <a:pt x="138" y="244"/>
                        <a:pt x="140" y="244"/>
                      </a:cubicBezTo>
                      <a:cubicBezTo>
                        <a:pt x="144" y="244"/>
                        <a:pt x="149" y="246"/>
                        <a:pt x="153" y="244"/>
                      </a:cubicBezTo>
                      <a:cubicBezTo>
                        <a:pt x="158" y="242"/>
                        <a:pt x="122" y="242"/>
                        <a:pt x="127" y="236"/>
                      </a:cubicBezTo>
                      <a:cubicBezTo>
                        <a:pt x="130" y="231"/>
                        <a:pt x="145" y="237"/>
                        <a:pt x="146" y="235"/>
                      </a:cubicBezTo>
                      <a:cubicBezTo>
                        <a:pt x="148" y="229"/>
                        <a:pt x="132" y="223"/>
                        <a:pt x="148" y="219"/>
                      </a:cubicBezTo>
                      <a:cubicBezTo>
                        <a:pt x="152" y="218"/>
                        <a:pt x="156" y="223"/>
                        <a:pt x="160" y="222"/>
                      </a:cubicBezTo>
                      <a:cubicBezTo>
                        <a:pt x="176" y="218"/>
                        <a:pt x="156" y="208"/>
                        <a:pt x="156" y="208"/>
                      </a:cubicBezTo>
                      <a:cubicBezTo>
                        <a:pt x="158" y="204"/>
                        <a:pt x="167" y="209"/>
                        <a:pt x="169" y="206"/>
                      </a:cubicBezTo>
                      <a:cubicBezTo>
                        <a:pt x="172" y="202"/>
                        <a:pt x="170" y="197"/>
                        <a:pt x="170" y="192"/>
                      </a:cubicBezTo>
                      <a:cubicBezTo>
                        <a:pt x="170" y="189"/>
                        <a:pt x="170" y="185"/>
                        <a:pt x="169" y="183"/>
                      </a:cubicBezTo>
                      <a:cubicBezTo>
                        <a:pt x="169" y="182"/>
                        <a:pt x="150" y="162"/>
                        <a:pt x="163" y="157"/>
                      </a:cubicBezTo>
                      <a:cubicBezTo>
                        <a:pt x="165" y="155"/>
                        <a:pt x="166" y="166"/>
                        <a:pt x="169" y="165"/>
                      </a:cubicBezTo>
                      <a:cubicBezTo>
                        <a:pt x="174" y="164"/>
                        <a:pt x="168" y="151"/>
                        <a:pt x="174" y="155"/>
                      </a:cubicBezTo>
                      <a:cubicBezTo>
                        <a:pt x="183" y="160"/>
                        <a:pt x="184" y="160"/>
                        <a:pt x="184" y="160"/>
                      </a:cubicBezTo>
                      <a:cubicBezTo>
                        <a:pt x="186" y="152"/>
                        <a:pt x="180" y="152"/>
                        <a:pt x="180" y="145"/>
                      </a:cubicBezTo>
                      <a:cubicBezTo>
                        <a:pt x="180" y="142"/>
                        <a:pt x="187" y="148"/>
                        <a:pt x="189" y="145"/>
                      </a:cubicBezTo>
                      <a:cubicBezTo>
                        <a:pt x="191" y="141"/>
                        <a:pt x="186" y="136"/>
                        <a:pt x="186" y="132"/>
                      </a:cubicBezTo>
                      <a:cubicBezTo>
                        <a:pt x="186" y="130"/>
                        <a:pt x="188" y="135"/>
                        <a:pt x="190" y="135"/>
                      </a:cubicBezTo>
                      <a:cubicBezTo>
                        <a:pt x="194" y="137"/>
                        <a:pt x="200" y="140"/>
                        <a:pt x="203" y="137"/>
                      </a:cubicBezTo>
                      <a:cubicBezTo>
                        <a:pt x="205" y="134"/>
                        <a:pt x="197" y="131"/>
                        <a:pt x="196" y="128"/>
                      </a:cubicBezTo>
                      <a:cubicBezTo>
                        <a:pt x="193" y="118"/>
                        <a:pt x="202" y="125"/>
                        <a:pt x="202" y="125"/>
                      </a:cubicBezTo>
                      <a:cubicBezTo>
                        <a:pt x="203" y="124"/>
                        <a:pt x="200" y="122"/>
                        <a:pt x="200" y="121"/>
                      </a:cubicBezTo>
                      <a:cubicBezTo>
                        <a:pt x="202" y="120"/>
                        <a:pt x="204" y="123"/>
                        <a:pt x="204" y="122"/>
                      </a:cubicBezTo>
                      <a:cubicBezTo>
                        <a:pt x="204" y="120"/>
                        <a:pt x="200" y="119"/>
                        <a:pt x="201" y="117"/>
                      </a:cubicBezTo>
                      <a:cubicBezTo>
                        <a:pt x="202" y="113"/>
                        <a:pt x="205" y="111"/>
                        <a:pt x="207" y="107"/>
                      </a:cubicBezTo>
                      <a:close/>
                      <a:moveTo>
                        <a:pt x="375" y="0"/>
                      </a:moveTo>
                      <a:cubicBezTo>
                        <a:pt x="375" y="2"/>
                        <a:pt x="376" y="3"/>
                        <a:pt x="375" y="4"/>
                      </a:cubicBezTo>
                      <a:cubicBezTo>
                        <a:pt x="375" y="5"/>
                        <a:pt x="372" y="4"/>
                        <a:pt x="372" y="5"/>
                      </a:cubicBezTo>
                      <a:cubicBezTo>
                        <a:pt x="371" y="8"/>
                        <a:pt x="377" y="2"/>
                        <a:pt x="380" y="3"/>
                      </a:cubicBezTo>
                      <a:cubicBezTo>
                        <a:pt x="382" y="3"/>
                        <a:pt x="377" y="5"/>
                        <a:pt x="376" y="7"/>
                      </a:cubicBezTo>
                      <a:cubicBezTo>
                        <a:pt x="376" y="8"/>
                        <a:pt x="378" y="9"/>
                        <a:pt x="378" y="10"/>
                      </a:cubicBezTo>
                      <a:cubicBezTo>
                        <a:pt x="376" y="10"/>
                        <a:pt x="374" y="8"/>
                        <a:pt x="374" y="9"/>
                      </a:cubicBezTo>
                      <a:cubicBezTo>
                        <a:pt x="374" y="10"/>
                        <a:pt x="377" y="10"/>
                        <a:pt x="377" y="12"/>
                      </a:cubicBezTo>
                      <a:cubicBezTo>
                        <a:pt x="378" y="17"/>
                        <a:pt x="370" y="16"/>
                        <a:pt x="371" y="17"/>
                      </a:cubicBezTo>
                      <a:cubicBezTo>
                        <a:pt x="371" y="25"/>
                        <a:pt x="372" y="30"/>
                        <a:pt x="361" y="42"/>
                      </a:cubicBezTo>
                      <a:cubicBezTo>
                        <a:pt x="360" y="43"/>
                        <a:pt x="361" y="40"/>
                        <a:pt x="362" y="39"/>
                      </a:cubicBezTo>
                      <a:cubicBezTo>
                        <a:pt x="365" y="31"/>
                        <a:pt x="371" y="19"/>
                        <a:pt x="368" y="17"/>
                      </a:cubicBezTo>
                      <a:cubicBezTo>
                        <a:pt x="366" y="15"/>
                        <a:pt x="364" y="23"/>
                        <a:pt x="361" y="22"/>
                      </a:cubicBezTo>
                      <a:cubicBezTo>
                        <a:pt x="357" y="20"/>
                        <a:pt x="355" y="15"/>
                        <a:pt x="354" y="11"/>
                      </a:cubicBezTo>
                      <a:cubicBezTo>
                        <a:pt x="354" y="10"/>
                        <a:pt x="356" y="10"/>
                        <a:pt x="357" y="10"/>
                      </a:cubicBezTo>
                      <a:cubicBezTo>
                        <a:pt x="362" y="9"/>
                        <a:pt x="366" y="10"/>
                        <a:pt x="370" y="9"/>
                      </a:cubicBezTo>
                      <a:cubicBezTo>
                        <a:pt x="373" y="7"/>
                        <a:pt x="373" y="3"/>
                        <a:pt x="375" y="0"/>
                      </a:cubicBezTo>
                      <a:close/>
                      <a:moveTo>
                        <a:pt x="299" y="102"/>
                      </a:moveTo>
                      <a:cubicBezTo>
                        <a:pt x="292" y="117"/>
                        <a:pt x="258" y="85"/>
                        <a:pt x="282" y="83"/>
                      </a:cubicBezTo>
                      <a:cubicBezTo>
                        <a:pt x="285" y="83"/>
                        <a:pt x="289" y="87"/>
                        <a:pt x="289" y="91"/>
                      </a:cubicBezTo>
                      <a:cubicBezTo>
                        <a:pt x="289" y="94"/>
                        <a:pt x="282" y="93"/>
                        <a:pt x="283" y="95"/>
                      </a:cubicBezTo>
                      <a:cubicBezTo>
                        <a:pt x="285" y="98"/>
                        <a:pt x="290" y="98"/>
                        <a:pt x="293" y="99"/>
                      </a:cubicBezTo>
                      <a:cubicBezTo>
                        <a:pt x="295" y="100"/>
                        <a:pt x="297" y="101"/>
                        <a:pt x="299" y="102"/>
                      </a:cubicBezTo>
                      <a:close/>
                      <a:moveTo>
                        <a:pt x="51" y="348"/>
                      </a:moveTo>
                      <a:cubicBezTo>
                        <a:pt x="53" y="351"/>
                        <a:pt x="55" y="352"/>
                        <a:pt x="58" y="351"/>
                      </a:cubicBezTo>
                      <a:cubicBezTo>
                        <a:pt x="61" y="350"/>
                        <a:pt x="62" y="344"/>
                        <a:pt x="66" y="342"/>
                      </a:cubicBezTo>
                      <a:cubicBezTo>
                        <a:pt x="69" y="340"/>
                        <a:pt x="73" y="345"/>
                        <a:pt x="76" y="344"/>
                      </a:cubicBezTo>
                      <a:cubicBezTo>
                        <a:pt x="80" y="344"/>
                        <a:pt x="83" y="342"/>
                        <a:pt x="86" y="342"/>
                      </a:cubicBezTo>
                      <a:cubicBezTo>
                        <a:pt x="90" y="343"/>
                        <a:pt x="93" y="347"/>
                        <a:pt x="96" y="348"/>
                      </a:cubicBezTo>
                      <a:cubicBezTo>
                        <a:pt x="98" y="349"/>
                        <a:pt x="101" y="347"/>
                        <a:pt x="102" y="348"/>
                      </a:cubicBezTo>
                      <a:cubicBezTo>
                        <a:pt x="104" y="352"/>
                        <a:pt x="105" y="358"/>
                        <a:pt x="104" y="363"/>
                      </a:cubicBezTo>
                      <a:cubicBezTo>
                        <a:pt x="104" y="364"/>
                        <a:pt x="102" y="365"/>
                        <a:pt x="102" y="366"/>
                      </a:cubicBezTo>
                      <a:cubicBezTo>
                        <a:pt x="108" y="390"/>
                        <a:pt x="105" y="359"/>
                        <a:pt x="112" y="380"/>
                      </a:cubicBezTo>
                      <a:cubicBezTo>
                        <a:pt x="114" y="386"/>
                        <a:pt x="99" y="395"/>
                        <a:pt x="99" y="395"/>
                      </a:cubicBezTo>
                      <a:cubicBezTo>
                        <a:pt x="109" y="393"/>
                        <a:pt x="119" y="385"/>
                        <a:pt x="118" y="408"/>
                      </a:cubicBezTo>
                      <a:cubicBezTo>
                        <a:pt x="115" y="430"/>
                        <a:pt x="99" y="418"/>
                        <a:pt x="95" y="423"/>
                      </a:cubicBezTo>
                      <a:cubicBezTo>
                        <a:pt x="91" y="427"/>
                        <a:pt x="94" y="436"/>
                        <a:pt x="84" y="434"/>
                      </a:cubicBezTo>
                      <a:cubicBezTo>
                        <a:pt x="81" y="434"/>
                        <a:pt x="80" y="432"/>
                        <a:pt x="78" y="430"/>
                      </a:cubicBezTo>
                      <a:cubicBezTo>
                        <a:pt x="76" y="428"/>
                        <a:pt x="76" y="428"/>
                        <a:pt x="76" y="428"/>
                      </a:cubicBezTo>
                      <a:cubicBezTo>
                        <a:pt x="67" y="423"/>
                        <a:pt x="79" y="436"/>
                        <a:pt x="60" y="429"/>
                      </a:cubicBezTo>
                      <a:cubicBezTo>
                        <a:pt x="57" y="428"/>
                        <a:pt x="61" y="423"/>
                        <a:pt x="62" y="420"/>
                      </a:cubicBezTo>
                      <a:cubicBezTo>
                        <a:pt x="63" y="416"/>
                        <a:pt x="57" y="417"/>
                        <a:pt x="56" y="415"/>
                      </a:cubicBezTo>
                      <a:cubicBezTo>
                        <a:pt x="53" y="410"/>
                        <a:pt x="56" y="396"/>
                        <a:pt x="50" y="397"/>
                      </a:cubicBezTo>
                      <a:cubicBezTo>
                        <a:pt x="25" y="400"/>
                        <a:pt x="56" y="412"/>
                        <a:pt x="30" y="414"/>
                      </a:cubicBezTo>
                      <a:cubicBezTo>
                        <a:pt x="22" y="415"/>
                        <a:pt x="0" y="385"/>
                        <a:pt x="2" y="382"/>
                      </a:cubicBezTo>
                      <a:cubicBezTo>
                        <a:pt x="3" y="382"/>
                        <a:pt x="25" y="377"/>
                        <a:pt x="25" y="377"/>
                      </a:cubicBezTo>
                      <a:cubicBezTo>
                        <a:pt x="26" y="373"/>
                        <a:pt x="19" y="372"/>
                        <a:pt x="18" y="368"/>
                      </a:cubicBezTo>
                      <a:cubicBezTo>
                        <a:pt x="17" y="365"/>
                        <a:pt x="32" y="369"/>
                        <a:pt x="33" y="368"/>
                      </a:cubicBezTo>
                      <a:cubicBezTo>
                        <a:pt x="42" y="363"/>
                        <a:pt x="39" y="348"/>
                        <a:pt x="51" y="348"/>
                      </a:cubicBezTo>
                      <a:close/>
                      <a:moveTo>
                        <a:pt x="159" y="114"/>
                      </a:moveTo>
                      <a:cubicBezTo>
                        <a:pt x="156" y="119"/>
                        <a:pt x="148" y="123"/>
                        <a:pt x="147" y="126"/>
                      </a:cubicBezTo>
                      <a:cubicBezTo>
                        <a:pt x="147" y="129"/>
                        <a:pt x="146" y="145"/>
                        <a:pt x="139" y="145"/>
                      </a:cubicBezTo>
                      <a:cubicBezTo>
                        <a:pt x="135" y="145"/>
                        <a:pt x="135" y="138"/>
                        <a:pt x="133" y="136"/>
                      </a:cubicBezTo>
                      <a:cubicBezTo>
                        <a:pt x="129" y="133"/>
                        <a:pt x="134" y="145"/>
                        <a:pt x="130" y="147"/>
                      </a:cubicBezTo>
                      <a:cubicBezTo>
                        <a:pt x="129" y="147"/>
                        <a:pt x="126" y="145"/>
                        <a:pt x="125" y="146"/>
                      </a:cubicBezTo>
                      <a:cubicBezTo>
                        <a:pt x="121" y="148"/>
                        <a:pt x="121" y="156"/>
                        <a:pt x="116" y="156"/>
                      </a:cubicBezTo>
                      <a:cubicBezTo>
                        <a:pt x="112" y="156"/>
                        <a:pt x="109" y="149"/>
                        <a:pt x="111" y="146"/>
                      </a:cubicBezTo>
                      <a:cubicBezTo>
                        <a:pt x="113" y="142"/>
                        <a:pt x="123" y="149"/>
                        <a:pt x="125" y="144"/>
                      </a:cubicBezTo>
                      <a:cubicBezTo>
                        <a:pt x="126" y="140"/>
                        <a:pt x="117" y="139"/>
                        <a:pt x="115" y="135"/>
                      </a:cubicBezTo>
                      <a:cubicBezTo>
                        <a:pt x="114" y="133"/>
                        <a:pt x="119" y="134"/>
                        <a:pt x="120" y="133"/>
                      </a:cubicBezTo>
                      <a:cubicBezTo>
                        <a:pt x="121" y="132"/>
                        <a:pt x="118" y="133"/>
                        <a:pt x="118" y="132"/>
                      </a:cubicBezTo>
                      <a:cubicBezTo>
                        <a:pt x="117" y="130"/>
                        <a:pt x="117" y="128"/>
                        <a:pt x="117" y="125"/>
                      </a:cubicBezTo>
                      <a:cubicBezTo>
                        <a:pt x="122" y="111"/>
                        <a:pt x="126" y="124"/>
                        <a:pt x="134" y="126"/>
                      </a:cubicBezTo>
                      <a:cubicBezTo>
                        <a:pt x="135" y="126"/>
                        <a:pt x="131" y="117"/>
                        <a:pt x="133" y="116"/>
                      </a:cubicBezTo>
                      <a:cubicBezTo>
                        <a:pt x="139" y="109"/>
                        <a:pt x="139" y="115"/>
                        <a:pt x="144" y="115"/>
                      </a:cubicBezTo>
                      <a:cubicBezTo>
                        <a:pt x="145" y="114"/>
                        <a:pt x="145" y="112"/>
                        <a:pt x="146" y="112"/>
                      </a:cubicBezTo>
                      <a:cubicBezTo>
                        <a:pt x="149" y="109"/>
                        <a:pt x="152" y="105"/>
                        <a:pt x="156" y="106"/>
                      </a:cubicBezTo>
                      <a:cubicBezTo>
                        <a:pt x="159" y="106"/>
                        <a:pt x="158" y="111"/>
                        <a:pt x="159" y="114"/>
                      </a:cubicBezTo>
                      <a:close/>
                      <a:moveTo>
                        <a:pt x="167" y="420"/>
                      </a:moveTo>
                      <a:cubicBezTo>
                        <a:pt x="164" y="421"/>
                        <a:pt x="161" y="421"/>
                        <a:pt x="158" y="422"/>
                      </a:cubicBezTo>
                      <a:cubicBezTo>
                        <a:pt x="156" y="424"/>
                        <a:pt x="155" y="428"/>
                        <a:pt x="153" y="430"/>
                      </a:cubicBezTo>
                      <a:cubicBezTo>
                        <a:pt x="129" y="452"/>
                        <a:pt x="168" y="447"/>
                        <a:pt x="167" y="420"/>
                      </a:cubicBezTo>
                      <a:close/>
                    </a:path>
                  </a:pathLst>
                </a:custGeom>
                <a:solidFill>
                  <a:schemeClr val="accent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1" name="Switzerland" descr="{&quot;Key&quot;:&quot;switzerland&quot;,&quot;Name&quot;:&quot;Switzerland&quot;,&quot;Value&quot;:27.0,&quot;Formula&quot;:&quot;27&quot;,&quot;Text&quot;:&quot;27&quot;,&quot;OfficeApplication&quot;:2,&quot;HasValue&quot;:true}">
                  <a:extLst>
                    <a:ext uri="{FF2B5EF4-FFF2-40B4-BE49-F238E27FC236}">
                      <a16:creationId xmlns:a16="http://schemas.microsoft.com/office/drawing/2014/main" id="{92A13D63-EBDC-8BA5-044E-26FE822F0CAE}"/>
                    </a:ext>
                  </a:extLst>
                </p:cNvPr>
                <p:cNvSpPr>
                  <a:spLocks/>
                </p:cNvSpPr>
                <p:nvPr/>
              </p:nvSpPr>
              <p:spPr bwMode="auto">
                <a:xfrm>
                  <a:off x="2921737" y="4593323"/>
                  <a:ext cx="399863" cy="280348"/>
                </a:xfrm>
                <a:custGeom>
                  <a:avLst/>
                  <a:gdLst>
                    <a:gd name="T0" fmla="*/ 232 w 239"/>
                    <a:gd name="T1" fmla="*/ 83 h 156"/>
                    <a:gd name="T2" fmla="*/ 232 w 239"/>
                    <a:gd name="T3" fmla="*/ 101 h 156"/>
                    <a:gd name="T4" fmla="*/ 218 w 239"/>
                    <a:gd name="T5" fmla="*/ 109 h 156"/>
                    <a:gd name="T6" fmla="*/ 219 w 239"/>
                    <a:gd name="T7" fmla="*/ 121 h 156"/>
                    <a:gd name="T8" fmla="*/ 206 w 239"/>
                    <a:gd name="T9" fmla="*/ 112 h 156"/>
                    <a:gd name="T10" fmla="*/ 176 w 239"/>
                    <a:gd name="T11" fmla="*/ 102 h 156"/>
                    <a:gd name="T12" fmla="*/ 157 w 239"/>
                    <a:gd name="T13" fmla="*/ 143 h 156"/>
                    <a:gd name="T14" fmla="*/ 152 w 239"/>
                    <a:gd name="T15" fmla="*/ 144 h 156"/>
                    <a:gd name="T16" fmla="*/ 150 w 239"/>
                    <a:gd name="T17" fmla="*/ 135 h 156"/>
                    <a:gd name="T18" fmla="*/ 129 w 239"/>
                    <a:gd name="T19" fmla="*/ 121 h 156"/>
                    <a:gd name="T20" fmla="*/ 129 w 239"/>
                    <a:gd name="T21" fmla="*/ 105 h 156"/>
                    <a:gd name="T22" fmla="*/ 119 w 239"/>
                    <a:gd name="T23" fmla="*/ 113 h 156"/>
                    <a:gd name="T24" fmla="*/ 114 w 239"/>
                    <a:gd name="T25" fmla="*/ 126 h 156"/>
                    <a:gd name="T26" fmla="*/ 83 w 239"/>
                    <a:gd name="T27" fmla="*/ 139 h 156"/>
                    <a:gd name="T28" fmla="*/ 50 w 239"/>
                    <a:gd name="T29" fmla="*/ 132 h 156"/>
                    <a:gd name="T30" fmla="*/ 48 w 239"/>
                    <a:gd name="T31" fmla="*/ 127 h 156"/>
                    <a:gd name="T32" fmla="*/ 47 w 239"/>
                    <a:gd name="T33" fmla="*/ 117 h 156"/>
                    <a:gd name="T34" fmla="*/ 44 w 239"/>
                    <a:gd name="T35" fmla="*/ 105 h 156"/>
                    <a:gd name="T36" fmla="*/ 16 w 239"/>
                    <a:gd name="T37" fmla="*/ 113 h 156"/>
                    <a:gd name="T38" fmla="*/ 0 w 239"/>
                    <a:gd name="T39" fmla="*/ 125 h 156"/>
                    <a:gd name="T40" fmla="*/ 9 w 239"/>
                    <a:gd name="T41" fmla="*/ 116 h 156"/>
                    <a:gd name="T42" fmla="*/ 27 w 239"/>
                    <a:gd name="T43" fmla="*/ 79 h 156"/>
                    <a:gd name="T44" fmla="*/ 41 w 239"/>
                    <a:gd name="T45" fmla="*/ 60 h 156"/>
                    <a:gd name="T46" fmla="*/ 61 w 239"/>
                    <a:gd name="T47" fmla="*/ 37 h 156"/>
                    <a:gd name="T48" fmla="*/ 57 w 239"/>
                    <a:gd name="T49" fmla="*/ 30 h 156"/>
                    <a:gd name="T50" fmla="*/ 57 w 239"/>
                    <a:gd name="T51" fmla="*/ 26 h 156"/>
                    <a:gd name="T52" fmla="*/ 87 w 239"/>
                    <a:gd name="T53" fmla="*/ 20 h 156"/>
                    <a:gd name="T54" fmla="*/ 92 w 239"/>
                    <a:gd name="T55" fmla="*/ 20 h 156"/>
                    <a:gd name="T56" fmla="*/ 119 w 239"/>
                    <a:gd name="T57" fmla="*/ 19 h 156"/>
                    <a:gd name="T58" fmla="*/ 134 w 239"/>
                    <a:gd name="T59" fmla="*/ 18 h 156"/>
                    <a:gd name="T60" fmla="*/ 129 w 239"/>
                    <a:gd name="T61" fmla="*/ 16 h 156"/>
                    <a:gd name="T62" fmla="*/ 145 w 239"/>
                    <a:gd name="T63" fmla="*/ 14 h 156"/>
                    <a:gd name="T64" fmla="*/ 149 w 239"/>
                    <a:gd name="T65" fmla="*/ 11 h 156"/>
                    <a:gd name="T66" fmla="*/ 172 w 239"/>
                    <a:gd name="T67" fmla="*/ 17 h 156"/>
                    <a:gd name="T68" fmla="*/ 187 w 239"/>
                    <a:gd name="T69" fmla="*/ 27 h 156"/>
                    <a:gd name="T70" fmla="*/ 189 w 239"/>
                    <a:gd name="T71" fmla="*/ 39 h 156"/>
                    <a:gd name="T72" fmla="*/ 203 w 239"/>
                    <a:gd name="T73" fmla="*/ 65 h 156"/>
                    <a:gd name="T74" fmla="*/ 212 w 239"/>
                    <a:gd name="T75" fmla="*/ 76 h 156"/>
                    <a:gd name="T76" fmla="*/ 233 w 239"/>
                    <a:gd name="T77" fmla="*/ 67 h 156"/>
                    <a:gd name="T78" fmla="*/ 233 w 239"/>
                    <a:gd name="T79" fmla="*/ 7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9" h="156">
                      <a:moveTo>
                        <a:pt x="233" y="76"/>
                      </a:moveTo>
                      <a:cubicBezTo>
                        <a:pt x="232" y="78"/>
                        <a:pt x="233" y="81"/>
                        <a:pt x="232" y="83"/>
                      </a:cubicBezTo>
                      <a:cubicBezTo>
                        <a:pt x="231" y="86"/>
                        <a:pt x="229" y="87"/>
                        <a:pt x="228" y="90"/>
                      </a:cubicBezTo>
                      <a:cubicBezTo>
                        <a:pt x="228" y="91"/>
                        <a:pt x="239" y="99"/>
                        <a:pt x="232" y="101"/>
                      </a:cubicBezTo>
                      <a:cubicBezTo>
                        <a:pt x="220" y="104"/>
                        <a:pt x="224" y="87"/>
                        <a:pt x="214" y="95"/>
                      </a:cubicBezTo>
                      <a:cubicBezTo>
                        <a:pt x="206" y="100"/>
                        <a:pt x="216" y="106"/>
                        <a:pt x="218" y="109"/>
                      </a:cubicBezTo>
                      <a:cubicBezTo>
                        <a:pt x="218" y="112"/>
                        <a:pt x="215" y="113"/>
                        <a:pt x="215" y="116"/>
                      </a:cubicBezTo>
                      <a:cubicBezTo>
                        <a:pt x="215" y="118"/>
                        <a:pt x="218" y="119"/>
                        <a:pt x="219" y="121"/>
                      </a:cubicBezTo>
                      <a:cubicBezTo>
                        <a:pt x="219" y="123"/>
                        <a:pt x="215" y="125"/>
                        <a:pt x="212" y="124"/>
                      </a:cubicBezTo>
                      <a:cubicBezTo>
                        <a:pt x="209" y="122"/>
                        <a:pt x="211" y="113"/>
                        <a:pt x="206" y="112"/>
                      </a:cubicBezTo>
                      <a:cubicBezTo>
                        <a:pt x="191" y="109"/>
                        <a:pt x="198" y="121"/>
                        <a:pt x="189" y="118"/>
                      </a:cubicBezTo>
                      <a:cubicBezTo>
                        <a:pt x="175" y="114"/>
                        <a:pt x="184" y="103"/>
                        <a:pt x="176" y="102"/>
                      </a:cubicBezTo>
                      <a:cubicBezTo>
                        <a:pt x="167" y="100"/>
                        <a:pt x="173" y="116"/>
                        <a:pt x="173" y="117"/>
                      </a:cubicBezTo>
                      <a:cubicBezTo>
                        <a:pt x="171" y="127"/>
                        <a:pt x="157" y="130"/>
                        <a:pt x="157" y="143"/>
                      </a:cubicBezTo>
                      <a:cubicBezTo>
                        <a:pt x="157" y="148"/>
                        <a:pt x="168" y="146"/>
                        <a:pt x="159" y="153"/>
                      </a:cubicBezTo>
                      <a:cubicBezTo>
                        <a:pt x="155" y="156"/>
                        <a:pt x="154" y="147"/>
                        <a:pt x="152" y="144"/>
                      </a:cubicBezTo>
                      <a:cubicBezTo>
                        <a:pt x="150" y="142"/>
                        <a:pt x="146" y="143"/>
                        <a:pt x="146" y="141"/>
                      </a:cubicBezTo>
                      <a:cubicBezTo>
                        <a:pt x="145" y="139"/>
                        <a:pt x="149" y="137"/>
                        <a:pt x="150" y="135"/>
                      </a:cubicBezTo>
                      <a:cubicBezTo>
                        <a:pt x="150" y="134"/>
                        <a:pt x="149" y="133"/>
                        <a:pt x="148" y="133"/>
                      </a:cubicBezTo>
                      <a:cubicBezTo>
                        <a:pt x="142" y="130"/>
                        <a:pt x="133" y="129"/>
                        <a:pt x="129" y="121"/>
                      </a:cubicBezTo>
                      <a:cubicBezTo>
                        <a:pt x="128" y="119"/>
                        <a:pt x="130" y="117"/>
                        <a:pt x="130" y="115"/>
                      </a:cubicBezTo>
                      <a:cubicBezTo>
                        <a:pt x="130" y="112"/>
                        <a:pt x="130" y="108"/>
                        <a:pt x="129" y="105"/>
                      </a:cubicBezTo>
                      <a:cubicBezTo>
                        <a:pt x="129" y="104"/>
                        <a:pt x="128" y="105"/>
                        <a:pt x="126" y="106"/>
                      </a:cubicBezTo>
                      <a:cubicBezTo>
                        <a:pt x="124" y="108"/>
                        <a:pt x="121" y="110"/>
                        <a:pt x="119" y="113"/>
                      </a:cubicBezTo>
                      <a:cubicBezTo>
                        <a:pt x="116" y="115"/>
                        <a:pt x="111" y="116"/>
                        <a:pt x="110" y="119"/>
                      </a:cubicBezTo>
                      <a:cubicBezTo>
                        <a:pt x="109" y="122"/>
                        <a:pt x="115" y="123"/>
                        <a:pt x="114" y="126"/>
                      </a:cubicBezTo>
                      <a:cubicBezTo>
                        <a:pt x="114" y="129"/>
                        <a:pt x="98" y="145"/>
                        <a:pt x="98" y="145"/>
                      </a:cubicBezTo>
                      <a:cubicBezTo>
                        <a:pt x="93" y="145"/>
                        <a:pt x="89" y="138"/>
                        <a:pt x="83" y="139"/>
                      </a:cubicBezTo>
                      <a:cubicBezTo>
                        <a:pt x="76" y="141"/>
                        <a:pt x="61" y="152"/>
                        <a:pt x="55" y="142"/>
                      </a:cubicBezTo>
                      <a:cubicBezTo>
                        <a:pt x="53" y="139"/>
                        <a:pt x="53" y="135"/>
                        <a:pt x="50" y="132"/>
                      </a:cubicBezTo>
                      <a:cubicBezTo>
                        <a:pt x="50" y="131"/>
                        <a:pt x="47" y="134"/>
                        <a:pt x="47" y="133"/>
                      </a:cubicBezTo>
                      <a:cubicBezTo>
                        <a:pt x="46" y="131"/>
                        <a:pt x="49" y="129"/>
                        <a:pt x="48" y="127"/>
                      </a:cubicBezTo>
                      <a:cubicBezTo>
                        <a:pt x="47" y="125"/>
                        <a:pt x="44" y="127"/>
                        <a:pt x="43" y="126"/>
                      </a:cubicBezTo>
                      <a:cubicBezTo>
                        <a:pt x="39" y="120"/>
                        <a:pt x="47" y="121"/>
                        <a:pt x="47" y="117"/>
                      </a:cubicBezTo>
                      <a:cubicBezTo>
                        <a:pt x="46" y="114"/>
                        <a:pt x="43" y="113"/>
                        <a:pt x="43" y="110"/>
                      </a:cubicBezTo>
                      <a:cubicBezTo>
                        <a:pt x="42" y="109"/>
                        <a:pt x="47" y="105"/>
                        <a:pt x="44" y="105"/>
                      </a:cubicBezTo>
                      <a:cubicBezTo>
                        <a:pt x="37" y="101"/>
                        <a:pt x="21" y="101"/>
                        <a:pt x="16" y="109"/>
                      </a:cubicBezTo>
                      <a:cubicBezTo>
                        <a:pt x="15" y="110"/>
                        <a:pt x="16" y="112"/>
                        <a:pt x="16" y="113"/>
                      </a:cubicBezTo>
                      <a:cubicBezTo>
                        <a:pt x="16" y="114"/>
                        <a:pt x="19" y="116"/>
                        <a:pt x="18" y="117"/>
                      </a:cubicBezTo>
                      <a:cubicBezTo>
                        <a:pt x="15" y="123"/>
                        <a:pt x="7" y="126"/>
                        <a:pt x="0" y="125"/>
                      </a:cubicBezTo>
                      <a:cubicBezTo>
                        <a:pt x="0" y="125"/>
                        <a:pt x="3" y="123"/>
                        <a:pt x="3" y="122"/>
                      </a:cubicBezTo>
                      <a:cubicBezTo>
                        <a:pt x="3" y="115"/>
                        <a:pt x="8" y="118"/>
                        <a:pt x="9" y="116"/>
                      </a:cubicBezTo>
                      <a:cubicBezTo>
                        <a:pt x="12" y="107"/>
                        <a:pt x="4" y="99"/>
                        <a:pt x="11" y="91"/>
                      </a:cubicBezTo>
                      <a:cubicBezTo>
                        <a:pt x="15" y="85"/>
                        <a:pt x="25" y="85"/>
                        <a:pt x="27" y="79"/>
                      </a:cubicBezTo>
                      <a:cubicBezTo>
                        <a:pt x="29" y="75"/>
                        <a:pt x="26" y="70"/>
                        <a:pt x="27" y="66"/>
                      </a:cubicBezTo>
                      <a:cubicBezTo>
                        <a:pt x="30" y="62"/>
                        <a:pt x="38" y="63"/>
                        <a:pt x="41" y="60"/>
                      </a:cubicBezTo>
                      <a:cubicBezTo>
                        <a:pt x="45" y="56"/>
                        <a:pt x="50" y="45"/>
                        <a:pt x="55" y="41"/>
                      </a:cubicBezTo>
                      <a:cubicBezTo>
                        <a:pt x="57" y="39"/>
                        <a:pt x="60" y="45"/>
                        <a:pt x="61" y="37"/>
                      </a:cubicBezTo>
                      <a:cubicBezTo>
                        <a:pt x="61" y="34"/>
                        <a:pt x="52" y="40"/>
                        <a:pt x="52" y="37"/>
                      </a:cubicBezTo>
                      <a:cubicBezTo>
                        <a:pt x="51" y="34"/>
                        <a:pt x="55" y="32"/>
                        <a:pt x="57" y="30"/>
                      </a:cubicBezTo>
                      <a:cubicBezTo>
                        <a:pt x="57" y="30"/>
                        <a:pt x="58" y="30"/>
                        <a:pt x="58" y="30"/>
                      </a:cubicBezTo>
                      <a:cubicBezTo>
                        <a:pt x="58" y="28"/>
                        <a:pt x="56" y="26"/>
                        <a:pt x="57" y="26"/>
                      </a:cubicBezTo>
                      <a:cubicBezTo>
                        <a:pt x="73" y="21"/>
                        <a:pt x="66" y="43"/>
                        <a:pt x="85" y="23"/>
                      </a:cubicBezTo>
                      <a:cubicBezTo>
                        <a:pt x="86" y="23"/>
                        <a:pt x="87" y="22"/>
                        <a:pt x="87" y="20"/>
                      </a:cubicBezTo>
                      <a:cubicBezTo>
                        <a:pt x="89" y="19"/>
                        <a:pt x="89" y="19"/>
                        <a:pt x="89" y="19"/>
                      </a:cubicBezTo>
                      <a:cubicBezTo>
                        <a:pt x="90" y="19"/>
                        <a:pt x="91" y="19"/>
                        <a:pt x="92" y="20"/>
                      </a:cubicBezTo>
                      <a:cubicBezTo>
                        <a:pt x="93" y="20"/>
                        <a:pt x="89" y="21"/>
                        <a:pt x="89" y="22"/>
                      </a:cubicBezTo>
                      <a:cubicBezTo>
                        <a:pt x="91" y="26"/>
                        <a:pt x="117" y="19"/>
                        <a:pt x="119" y="19"/>
                      </a:cubicBezTo>
                      <a:cubicBezTo>
                        <a:pt x="130" y="19"/>
                        <a:pt x="120" y="30"/>
                        <a:pt x="134" y="22"/>
                      </a:cubicBezTo>
                      <a:cubicBezTo>
                        <a:pt x="134" y="22"/>
                        <a:pt x="133" y="19"/>
                        <a:pt x="134" y="18"/>
                      </a:cubicBezTo>
                      <a:cubicBezTo>
                        <a:pt x="136" y="17"/>
                        <a:pt x="142" y="17"/>
                        <a:pt x="139" y="16"/>
                      </a:cubicBezTo>
                      <a:cubicBezTo>
                        <a:pt x="136" y="15"/>
                        <a:pt x="133" y="17"/>
                        <a:pt x="129" y="16"/>
                      </a:cubicBezTo>
                      <a:cubicBezTo>
                        <a:pt x="128" y="15"/>
                        <a:pt x="137" y="0"/>
                        <a:pt x="146" y="9"/>
                      </a:cubicBezTo>
                      <a:cubicBezTo>
                        <a:pt x="147" y="10"/>
                        <a:pt x="144" y="12"/>
                        <a:pt x="145" y="14"/>
                      </a:cubicBezTo>
                      <a:cubicBezTo>
                        <a:pt x="145" y="15"/>
                        <a:pt x="147" y="15"/>
                        <a:pt x="149" y="15"/>
                      </a:cubicBezTo>
                      <a:cubicBezTo>
                        <a:pt x="150" y="14"/>
                        <a:pt x="148" y="10"/>
                        <a:pt x="149" y="11"/>
                      </a:cubicBezTo>
                      <a:cubicBezTo>
                        <a:pt x="151" y="13"/>
                        <a:pt x="151" y="17"/>
                        <a:pt x="153" y="18"/>
                      </a:cubicBezTo>
                      <a:cubicBezTo>
                        <a:pt x="153" y="18"/>
                        <a:pt x="172" y="17"/>
                        <a:pt x="172" y="17"/>
                      </a:cubicBezTo>
                      <a:cubicBezTo>
                        <a:pt x="178" y="18"/>
                        <a:pt x="182" y="23"/>
                        <a:pt x="187" y="26"/>
                      </a:cubicBezTo>
                      <a:cubicBezTo>
                        <a:pt x="187" y="27"/>
                        <a:pt x="187" y="27"/>
                        <a:pt x="187" y="27"/>
                      </a:cubicBezTo>
                      <a:cubicBezTo>
                        <a:pt x="187" y="31"/>
                        <a:pt x="194" y="32"/>
                        <a:pt x="192" y="37"/>
                      </a:cubicBezTo>
                      <a:cubicBezTo>
                        <a:pt x="192" y="39"/>
                        <a:pt x="189" y="38"/>
                        <a:pt x="189" y="39"/>
                      </a:cubicBezTo>
                      <a:cubicBezTo>
                        <a:pt x="187" y="41"/>
                        <a:pt x="181" y="62"/>
                        <a:pt x="182" y="62"/>
                      </a:cubicBezTo>
                      <a:cubicBezTo>
                        <a:pt x="184" y="63"/>
                        <a:pt x="202" y="65"/>
                        <a:pt x="203" y="65"/>
                      </a:cubicBezTo>
                      <a:cubicBezTo>
                        <a:pt x="204" y="66"/>
                        <a:pt x="201" y="67"/>
                        <a:pt x="202" y="69"/>
                      </a:cubicBezTo>
                      <a:cubicBezTo>
                        <a:pt x="205" y="72"/>
                        <a:pt x="209" y="74"/>
                        <a:pt x="212" y="76"/>
                      </a:cubicBezTo>
                      <a:cubicBezTo>
                        <a:pt x="222" y="80"/>
                        <a:pt x="223" y="65"/>
                        <a:pt x="229" y="66"/>
                      </a:cubicBezTo>
                      <a:cubicBezTo>
                        <a:pt x="231" y="66"/>
                        <a:pt x="232" y="67"/>
                        <a:pt x="233" y="67"/>
                      </a:cubicBezTo>
                      <a:cubicBezTo>
                        <a:pt x="233" y="73"/>
                        <a:pt x="233" y="73"/>
                        <a:pt x="233" y="73"/>
                      </a:cubicBezTo>
                      <a:cubicBezTo>
                        <a:pt x="232" y="74"/>
                        <a:pt x="232" y="75"/>
                        <a:pt x="233" y="76"/>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2" name="Austria" descr="{&quot;Key&quot;:&quot;austria&quot;,&quot;Name&quot;:&quot;Austria&quot;,&quot;Value&quot;:39.0,&quot;Formula&quot;:&quot;39&quot;,&quot;Text&quot;:&quot;39&quot;,&quot;OfficeApplication&quot;:2,&quot;HasValue&quot;:true}">
                  <a:extLst>
                    <a:ext uri="{FF2B5EF4-FFF2-40B4-BE49-F238E27FC236}">
                      <a16:creationId xmlns:a16="http://schemas.microsoft.com/office/drawing/2014/main" id="{52F792BD-3CDF-2B6E-ED24-204334C20576}"/>
                    </a:ext>
                  </a:extLst>
                </p:cNvPr>
                <p:cNvSpPr>
                  <a:spLocks/>
                </p:cNvSpPr>
                <p:nvPr/>
              </p:nvSpPr>
              <p:spPr bwMode="auto">
                <a:xfrm>
                  <a:off x="3231260" y="4424478"/>
                  <a:ext cx="633856" cy="358400"/>
                </a:xfrm>
                <a:custGeom>
                  <a:avLst/>
                  <a:gdLst>
                    <a:gd name="T0" fmla="*/ 7 w 379"/>
                    <a:gd name="T1" fmla="*/ 131 h 199"/>
                    <a:gd name="T2" fmla="*/ 0 w 379"/>
                    <a:gd name="T3" fmla="*/ 144 h 199"/>
                    <a:gd name="T4" fmla="*/ 3 w 379"/>
                    <a:gd name="T5" fmla="*/ 157 h 199"/>
                    <a:gd name="T6" fmla="*/ 17 w 379"/>
                    <a:gd name="T7" fmla="*/ 163 h 199"/>
                    <a:gd name="T8" fmla="*/ 44 w 379"/>
                    <a:gd name="T9" fmla="*/ 160 h 199"/>
                    <a:gd name="T10" fmla="*/ 58 w 379"/>
                    <a:gd name="T11" fmla="*/ 170 h 199"/>
                    <a:gd name="T12" fmla="*/ 83 w 379"/>
                    <a:gd name="T13" fmla="*/ 162 h 199"/>
                    <a:gd name="T14" fmla="*/ 137 w 379"/>
                    <a:gd name="T15" fmla="*/ 152 h 199"/>
                    <a:gd name="T16" fmla="*/ 141 w 379"/>
                    <a:gd name="T17" fmla="*/ 168 h 199"/>
                    <a:gd name="T18" fmla="*/ 144 w 379"/>
                    <a:gd name="T19" fmla="*/ 174 h 199"/>
                    <a:gd name="T20" fmla="*/ 224 w 379"/>
                    <a:gd name="T21" fmla="*/ 191 h 199"/>
                    <a:gd name="T22" fmla="*/ 252 w 379"/>
                    <a:gd name="T23" fmla="*/ 194 h 199"/>
                    <a:gd name="T24" fmla="*/ 261 w 379"/>
                    <a:gd name="T25" fmla="*/ 195 h 199"/>
                    <a:gd name="T26" fmla="*/ 273 w 379"/>
                    <a:gd name="T27" fmla="*/ 180 h 199"/>
                    <a:gd name="T28" fmla="*/ 313 w 379"/>
                    <a:gd name="T29" fmla="*/ 170 h 199"/>
                    <a:gd name="T30" fmla="*/ 330 w 379"/>
                    <a:gd name="T31" fmla="*/ 167 h 199"/>
                    <a:gd name="T32" fmla="*/ 355 w 379"/>
                    <a:gd name="T33" fmla="*/ 135 h 199"/>
                    <a:gd name="T34" fmla="*/ 361 w 379"/>
                    <a:gd name="T35" fmla="*/ 105 h 199"/>
                    <a:gd name="T36" fmla="*/ 379 w 379"/>
                    <a:gd name="T37" fmla="*/ 90 h 199"/>
                    <a:gd name="T38" fmla="*/ 362 w 379"/>
                    <a:gd name="T39" fmla="*/ 43 h 199"/>
                    <a:gd name="T40" fmla="*/ 356 w 379"/>
                    <a:gd name="T41" fmla="*/ 17 h 199"/>
                    <a:gd name="T42" fmla="*/ 336 w 379"/>
                    <a:gd name="T43" fmla="*/ 18 h 199"/>
                    <a:gd name="T44" fmla="*/ 284 w 379"/>
                    <a:gd name="T45" fmla="*/ 3 h 199"/>
                    <a:gd name="T46" fmla="*/ 275 w 379"/>
                    <a:gd name="T47" fmla="*/ 2 h 199"/>
                    <a:gd name="T48" fmla="*/ 267 w 379"/>
                    <a:gd name="T49" fmla="*/ 21 h 199"/>
                    <a:gd name="T50" fmla="*/ 255 w 379"/>
                    <a:gd name="T51" fmla="*/ 35 h 199"/>
                    <a:gd name="T52" fmla="*/ 240 w 379"/>
                    <a:gd name="T53" fmla="*/ 36 h 199"/>
                    <a:gd name="T54" fmla="*/ 211 w 379"/>
                    <a:gd name="T55" fmla="*/ 24 h 199"/>
                    <a:gd name="T56" fmla="*/ 197 w 379"/>
                    <a:gd name="T57" fmla="*/ 38 h 199"/>
                    <a:gd name="T58" fmla="*/ 190 w 379"/>
                    <a:gd name="T59" fmla="*/ 56 h 199"/>
                    <a:gd name="T60" fmla="*/ 175 w 379"/>
                    <a:gd name="T61" fmla="*/ 94 h 199"/>
                    <a:gd name="T62" fmla="*/ 177 w 379"/>
                    <a:gd name="T63" fmla="*/ 120 h 199"/>
                    <a:gd name="T64" fmla="*/ 163 w 379"/>
                    <a:gd name="T65" fmla="*/ 108 h 199"/>
                    <a:gd name="T66" fmla="*/ 146 w 379"/>
                    <a:gd name="T67" fmla="*/ 106 h 199"/>
                    <a:gd name="T68" fmla="*/ 137 w 379"/>
                    <a:gd name="T69" fmla="*/ 103 h 199"/>
                    <a:gd name="T70" fmla="*/ 106 w 379"/>
                    <a:gd name="T71" fmla="*/ 114 h 199"/>
                    <a:gd name="T72" fmla="*/ 95 w 379"/>
                    <a:gd name="T73" fmla="*/ 121 h 199"/>
                    <a:gd name="T74" fmla="*/ 73 w 379"/>
                    <a:gd name="T75" fmla="*/ 130 h 199"/>
                    <a:gd name="T76" fmla="*/ 68 w 379"/>
                    <a:gd name="T77" fmla="*/ 123 h 199"/>
                    <a:gd name="T78" fmla="*/ 47 w 379"/>
                    <a:gd name="T79" fmla="*/ 118 h 199"/>
                    <a:gd name="T80" fmla="*/ 47 w 379"/>
                    <a:gd name="T81" fmla="*/ 128 h 199"/>
                    <a:gd name="T82" fmla="*/ 35 w 379"/>
                    <a:gd name="T83" fmla="*/ 131 h 199"/>
                    <a:gd name="T84" fmla="*/ 28 w 379"/>
                    <a:gd name="T85" fmla="*/ 131 h 199"/>
                    <a:gd name="T86" fmla="*/ 22 w 379"/>
                    <a:gd name="T87" fmla="*/ 120 h 199"/>
                    <a:gd name="T88" fmla="*/ 15 w 379"/>
                    <a:gd name="T89" fmla="*/ 116 h 199"/>
                    <a:gd name="T90" fmla="*/ 2 w 379"/>
                    <a:gd name="T91" fmla="*/ 12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9" h="199">
                      <a:moveTo>
                        <a:pt x="2" y="121"/>
                      </a:moveTo>
                      <a:cubicBezTo>
                        <a:pt x="2" y="125"/>
                        <a:pt x="9" y="126"/>
                        <a:pt x="7" y="131"/>
                      </a:cubicBezTo>
                      <a:cubicBezTo>
                        <a:pt x="7" y="133"/>
                        <a:pt x="4" y="132"/>
                        <a:pt x="4" y="133"/>
                      </a:cubicBezTo>
                      <a:cubicBezTo>
                        <a:pt x="3" y="134"/>
                        <a:pt x="1" y="139"/>
                        <a:pt x="0" y="144"/>
                      </a:cubicBezTo>
                      <a:cubicBezTo>
                        <a:pt x="3" y="150"/>
                        <a:pt x="3" y="150"/>
                        <a:pt x="3" y="150"/>
                      </a:cubicBezTo>
                      <a:cubicBezTo>
                        <a:pt x="3" y="157"/>
                        <a:pt x="3" y="157"/>
                        <a:pt x="3" y="157"/>
                      </a:cubicBezTo>
                      <a:cubicBezTo>
                        <a:pt x="8" y="157"/>
                        <a:pt x="17" y="159"/>
                        <a:pt x="18" y="159"/>
                      </a:cubicBezTo>
                      <a:cubicBezTo>
                        <a:pt x="19" y="160"/>
                        <a:pt x="16" y="161"/>
                        <a:pt x="17" y="163"/>
                      </a:cubicBezTo>
                      <a:cubicBezTo>
                        <a:pt x="20" y="166"/>
                        <a:pt x="24" y="168"/>
                        <a:pt x="27" y="170"/>
                      </a:cubicBezTo>
                      <a:cubicBezTo>
                        <a:pt x="37" y="174"/>
                        <a:pt x="38" y="159"/>
                        <a:pt x="44" y="160"/>
                      </a:cubicBezTo>
                      <a:cubicBezTo>
                        <a:pt x="56" y="162"/>
                        <a:pt x="44" y="168"/>
                        <a:pt x="48" y="170"/>
                      </a:cubicBezTo>
                      <a:cubicBezTo>
                        <a:pt x="57" y="174"/>
                        <a:pt x="49" y="169"/>
                        <a:pt x="58" y="170"/>
                      </a:cubicBezTo>
                      <a:cubicBezTo>
                        <a:pt x="63" y="170"/>
                        <a:pt x="67" y="182"/>
                        <a:pt x="76" y="177"/>
                      </a:cubicBezTo>
                      <a:cubicBezTo>
                        <a:pt x="83" y="162"/>
                        <a:pt x="83" y="162"/>
                        <a:pt x="83" y="162"/>
                      </a:cubicBezTo>
                      <a:cubicBezTo>
                        <a:pt x="88" y="159"/>
                        <a:pt x="108" y="161"/>
                        <a:pt x="113" y="160"/>
                      </a:cubicBezTo>
                      <a:cubicBezTo>
                        <a:pt x="121" y="160"/>
                        <a:pt x="128" y="152"/>
                        <a:pt x="137" y="152"/>
                      </a:cubicBezTo>
                      <a:cubicBezTo>
                        <a:pt x="139" y="152"/>
                        <a:pt x="133" y="155"/>
                        <a:pt x="132" y="157"/>
                      </a:cubicBezTo>
                      <a:cubicBezTo>
                        <a:pt x="129" y="169"/>
                        <a:pt x="137" y="161"/>
                        <a:pt x="141" y="168"/>
                      </a:cubicBezTo>
                      <a:cubicBezTo>
                        <a:pt x="142" y="170"/>
                        <a:pt x="139" y="172"/>
                        <a:pt x="141" y="174"/>
                      </a:cubicBezTo>
                      <a:cubicBezTo>
                        <a:pt x="141" y="176"/>
                        <a:pt x="143" y="173"/>
                        <a:pt x="144" y="174"/>
                      </a:cubicBezTo>
                      <a:cubicBezTo>
                        <a:pt x="155" y="182"/>
                        <a:pt x="158" y="184"/>
                        <a:pt x="172" y="186"/>
                      </a:cubicBezTo>
                      <a:cubicBezTo>
                        <a:pt x="189" y="188"/>
                        <a:pt x="207" y="189"/>
                        <a:pt x="224" y="191"/>
                      </a:cubicBezTo>
                      <a:cubicBezTo>
                        <a:pt x="229" y="192"/>
                        <a:pt x="233" y="195"/>
                        <a:pt x="238" y="196"/>
                      </a:cubicBezTo>
                      <a:cubicBezTo>
                        <a:pt x="242" y="197"/>
                        <a:pt x="247" y="193"/>
                        <a:pt x="252" y="194"/>
                      </a:cubicBezTo>
                      <a:cubicBezTo>
                        <a:pt x="254" y="194"/>
                        <a:pt x="256" y="198"/>
                        <a:pt x="259" y="198"/>
                      </a:cubicBezTo>
                      <a:cubicBezTo>
                        <a:pt x="260" y="199"/>
                        <a:pt x="259" y="195"/>
                        <a:pt x="261" y="195"/>
                      </a:cubicBezTo>
                      <a:cubicBezTo>
                        <a:pt x="263" y="192"/>
                        <a:pt x="268" y="191"/>
                        <a:pt x="271" y="187"/>
                      </a:cubicBezTo>
                      <a:cubicBezTo>
                        <a:pt x="273" y="186"/>
                        <a:pt x="271" y="182"/>
                        <a:pt x="273" y="180"/>
                      </a:cubicBezTo>
                      <a:cubicBezTo>
                        <a:pt x="284" y="172"/>
                        <a:pt x="295" y="182"/>
                        <a:pt x="305" y="178"/>
                      </a:cubicBezTo>
                      <a:cubicBezTo>
                        <a:pt x="309" y="176"/>
                        <a:pt x="309" y="171"/>
                        <a:pt x="313" y="170"/>
                      </a:cubicBezTo>
                      <a:cubicBezTo>
                        <a:pt x="313" y="169"/>
                        <a:pt x="332" y="172"/>
                        <a:pt x="332" y="172"/>
                      </a:cubicBezTo>
                      <a:cubicBezTo>
                        <a:pt x="334" y="171"/>
                        <a:pt x="331" y="169"/>
                        <a:pt x="330" y="167"/>
                      </a:cubicBezTo>
                      <a:cubicBezTo>
                        <a:pt x="329" y="161"/>
                        <a:pt x="331" y="158"/>
                        <a:pt x="335" y="157"/>
                      </a:cubicBezTo>
                      <a:cubicBezTo>
                        <a:pt x="345" y="146"/>
                        <a:pt x="350" y="144"/>
                        <a:pt x="355" y="135"/>
                      </a:cubicBezTo>
                      <a:cubicBezTo>
                        <a:pt x="356" y="133"/>
                        <a:pt x="346" y="121"/>
                        <a:pt x="349" y="116"/>
                      </a:cubicBezTo>
                      <a:cubicBezTo>
                        <a:pt x="353" y="108"/>
                        <a:pt x="362" y="116"/>
                        <a:pt x="361" y="105"/>
                      </a:cubicBezTo>
                      <a:cubicBezTo>
                        <a:pt x="361" y="95"/>
                        <a:pt x="344" y="96"/>
                        <a:pt x="347" y="94"/>
                      </a:cubicBezTo>
                      <a:cubicBezTo>
                        <a:pt x="355" y="87"/>
                        <a:pt x="375" y="96"/>
                        <a:pt x="379" y="90"/>
                      </a:cubicBezTo>
                      <a:cubicBezTo>
                        <a:pt x="379" y="87"/>
                        <a:pt x="371" y="69"/>
                        <a:pt x="379" y="66"/>
                      </a:cubicBezTo>
                      <a:cubicBezTo>
                        <a:pt x="373" y="58"/>
                        <a:pt x="367" y="51"/>
                        <a:pt x="362" y="43"/>
                      </a:cubicBezTo>
                      <a:cubicBezTo>
                        <a:pt x="357" y="35"/>
                        <a:pt x="374" y="23"/>
                        <a:pt x="362" y="15"/>
                      </a:cubicBezTo>
                      <a:cubicBezTo>
                        <a:pt x="360" y="14"/>
                        <a:pt x="358" y="17"/>
                        <a:pt x="356" y="17"/>
                      </a:cubicBezTo>
                      <a:cubicBezTo>
                        <a:pt x="353" y="17"/>
                        <a:pt x="348" y="9"/>
                        <a:pt x="344" y="10"/>
                      </a:cubicBezTo>
                      <a:cubicBezTo>
                        <a:pt x="341" y="11"/>
                        <a:pt x="340" y="16"/>
                        <a:pt x="336" y="18"/>
                      </a:cubicBezTo>
                      <a:cubicBezTo>
                        <a:pt x="334" y="18"/>
                        <a:pt x="331" y="17"/>
                        <a:pt x="329" y="17"/>
                      </a:cubicBezTo>
                      <a:cubicBezTo>
                        <a:pt x="314" y="15"/>
                        <a:pt x="301" y="3"/>
                        <a:pt x="284" y="3"/>
                      </a:cubicBezTo>
                      <a:cubicBezTo>
                        <a:pt x="282" y="3"/>
                        <a:pt x="279" y="6"/>
                        <a:pt x="276" y="6"/>
                      </a:cubicBezTo>
                      <a:cubicBezTo>
                        <a:pt x="275" y="6"/>
                        <a:pt x="276" y="3"/>
                        <a:pt x="275" y="2"/>
                      </a:cubicBezTo>
                      <a:cubicBezTo>
                        <a:pt x="273" y="1"/>
                        <a:pt x="270" y="0"/>
                        <a:pt x="268" y="2"/>
                      </a:cubicBezTo>
                      <a:cubicBezTo>
                        <a:pt x="267" y="3"/>
                        <a:pt x="269" y="19"/>
                        <a:pt x="267" y="21"/>
                      </a:cubicBezTo>
                      <a:cubicBezTo>
                        <a:pt x="266" y="22"/>
                        <a:pt x="262" y="18"/>
                        <a:pt x="260" y="20"/>
                      </a:cubicBezTo>
                      <a:cubicBezTo>
                        <a:pt x="255" y="35"/>
                        <a:pt x="255" y="35"/>
                        <a:pt x="255" y="35"/>
                      </a:cubicBezTo>
                      <a:cubicBezTo>
                        <a:pt x="252" y="36"/>
                        <a:pt x="248" y="31"/>
                        <a:pt x="244" y="31"/>
                      </a:cubicBezTo>
                      <a:cubicBezTo>
                        <a:pt x="241" y="31"/>
                        <a:pt x="242" y="35"/>
                        <a:pt x="240" y="36"/>
                      </a:cubicBezTo>
                      <a:cubicBezTo>
                        <a:pt x="228" y="40"/>
                        <a:pt x="221" y="28"/>
                        <a:pt x="212" y="24"/>
                      </a:cubicBezTo>
                      <a:cubicBezTo>
                        <a:pt x="211" y="24"/>
                        <a:pt x="211" y="24"/>
                        <a:pt x="211" y="24"/>
                      </a:cubicBezTo>
                      <a:cubicBezTo>
                        <a:pt x="212" y="26"/>
                        <a:pt x="212" y="27"/>
                        <a:pt x="212" y="29"/>
                      </a:cubicBezTo>
                      <a:cubicBezTo>
                        <a:pt x="212" y="44"/>
                        <a:pt x="209" y="41"/>
                        <a:pt x="197" y="38"/>
                      </a:cubicBezTo>
                      <a:cubicBezTo>
                        <a:pt x="196" y="38"/>
                        <a:pt x="194" y="39"/>
                        <a:pt x="194" y="40"/>
                      </a:cubicBezTo>
                      <a:cubicBezTo>
                        <a:pt x="193" y="45"/>
                        <a:pt x="196" y="52"/>
                        <a:pt x="190" y="56"/>
                      </a:cubicBezTo>
                      <a:cubicBezTo>
                        <a:pt x="185" y="60"/>
                        <a:pt x="162" y="66"/>
                        <a:pt x="161" y="75"/>
                      </a:cubicBezTo>
                      <a:cubicBezTo>
                        <a:pt x="161" y="75"/>
                        <a:pt x="175" y="94"/>
                        <a:pt x="175" y="94"/>
                      </a:cubicBezTo>
                      <a:cubicBezTo>
                        <a:pt x="175" y="95"/>
                        <a:pt x="167" y="101"/>
                        <a:pt x="170" y="104"/>
                      </a:cubicBezTo>
                      <a:cubicBezTo>
                        <a:pt x="176" y="109"/>
                        <a:pt x="182" y="101"/>
                        <a:pt x="177" y="120"/>
                      </a:cubicBezTo>
                      <a:cubicBezTo>
                        <a:pt x="177" y="121"/>
                        <a:pt x="176" y="122"/>
                        <a:pt x="175" y="122"/>
                      </a:cubicBezTo>
                      <a:cubicBezTo>
                        <a:pt x="157" y="117"/>
                        <a:pt x="171" y="108"/>
                        <a:pt x="163" y="108"/>
                      </a:cubicBezTo>
                      <a:cubicBezTo>
                        <a:pt x="158" y="108"/>
                        <a:pt x="154" y="112"/>
                        <a:pt x="150" y="111"/>
                      </a:cubicBezTo>
                      <a:cubicBezTo>
                        <a:pt x="147" y="111"/>
                        <a:pt x="148" y="107"/>
                        <a:pt x="146" y="106"/>
                      </a:cubicBezTo>
                      <a:cubicBezTo>
                        <a:pt x="143" y="105"/>
                        <a:pt x="139" y="108"/>
                        <a:pt x="137" y="107"/>
                      </a:cubicBezTo>
                      <a:cubicBezTo>
                        <a:pt x="136" y="106"/>
                        <a:pt x="138" y="103"/>
                        <a:pt x="137" y="103"/>
                      </a:cubicBezTo>
                      <a:cubicBezTo>
                        <a:pt x="130" y="103"/>
                        <a:pt x="136" y="112"/>
                        <a:pt x="134" y="113"/>
                      </a:cubicBezTo>
                      <a:cubicBezTo>
                        <a:pt x="126" y="115"/>
                        <a:pt x="113" y="112"/>
                        <a:pt x="106" y="114"/>
                      </a:cubicBezTo>
                      <a:cubicBezTo>
                        <a:pt x="104" y="116"/>
                        <a:pt x="105" y="120"/>
                        <a:pt x="103" y="121"/>
                      </a:cubicBezTo>
                      <a:cubicBezTo>
                        <a:pt x="100" y="122"/>
                        <a:pt x="98" y="120"/>
                        <a:pt x="95" y="121"/>
                      </a:cubicBezTo>
                      <a:cubicBezTo>
                        <a:pt x="94" y="122"/>
                        <a:pt x="96" y="125"/>
                        <a:pt x="95" y="126"/>
                      </a:cubicBezTo>
                      <a:cubicBezTo>
                        <a:pt x="94" y="126"/>
                        <a:pt x="75" y="131"/>
                        <a:pt x="73" y="130"/>
                      </a:cubicBezTo>
                      <a:cubicBezTo>
                        <a:pt x="72" y="129"/>
                        <a:pt x="73" y="126"/>
                        <a:pt x="72" y="125"/>
                      </a:cubicBezTo>
                      <a:cubicBezTo>
                        <a:pt x="71" y="124"/>
                        <a:pt x="68" y="124"/>
                        <a:pt x="68" y="123"/>
                      </a:cubicBezTo>
                      <a:cubicBezTo>
                        <a:pt x="67" y="122"/>
                        <a:pt x="70" y="122"/>
                        <a:pt x="70" y="121"/>
                      </a:cubicBezTo>
                      <a:cubicBezTo>
                        <a:pt x="68" y="114"/>
                        <a:pt x="52" y="123"/>
                        <a:pt x="47" y="118"/>
                      </a:cubicBezTo>
                      <a:cubicBezTo>
                        <a:pt x="47" y="118"/>
                        <a:pt x="48" y="117"/>
                        <a:pt x="48" y="117"/>
                      </a:cubicBezTo>
                      <a:cubicBezTo>
                        <a:pt x="45" y="114"/>
                        <a:pt x="48" y="124"/>
                        <a:pt x="47" y="128"/>
                      </a:cubicBezTo>
                      <a:cubicBezTo>
                        <a:pt x="47" y="130"/>
                        <a:pt x="37" y="143"/>
                        <a:pt x="33" y="139"/>
                      </a:cubicBezTo>
                      <a:cubicBezTo>
                        <a:pt x="30" y="137"/>
                        <a:pt x="37" y="134"/>
                        <a:pt x="35" y="131"/>
                      </a:cubicBezTo>
                      <a:cubicBezTo>
                        <a:pt x="34" y="131"/>
                        <a:pt x="33" y="133"/>
                        <a:pt x="31" y="133"/>
                      </a:cubicBezTo>
                      <a:cubicBezTo>
                        <a:pt x="30" y="133"/>
                        <a:pt x="29" y="133"/>
                        <a:pt x="28" y="131"/>
                      </a:cubicBezTo>
                      <a:cubicBezTo>
                        <a:pt x="27" y="130"/>
                        <a:pt x="31" y="127"/>
                        <a:pt x="28" y="125"/>
                      </a:cubicBezTo>
                      <a:cubicBezTo>
                        <a:pt x="26" y="124"/>
                        <a:pt x="25" y="121"/>
                        <a:pt x="22" y="120"/>
                      </a:cubicBezTo>
                      <a:cubicBezTo>
                        <a:pt x="21" y="118"/>
                        <a:pt x="18" y="121"/>
                        <a:pt x="16" y="121"/>
                      </a:cubicBezTo>
                      <a:cubicBezTo>
                        <a:pt x="15" y="120"/>
                        <a:pt x="16" y="117"/>
                        <a:pt x="15" y="116"/>
                      </a:cubicBezTo>
                      <a:cubicBezTo>
                        <a:pt x="12" y="113"/>
                        <a:pt x="13" y="124"/>
                        <a:pt x="4" y="121"/>
                      </a:cubicBezTo>
                      <a:cubicBezTo>
                        <a:pt x="3" y="120"/>
                        <a:pt x="3" y="120"/>
                        <a:pt x="2" y="120"/>
                      </a:cubicBezTo>
                      <a:lnTo>
                        <a:pt x="2" y="121"/>
                      </a:ln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3" name="Czech Rep." descr="{&quot;Key&quot;:&quot;czech rep.&quot;,&quot;Name&quot;:&quot;Czech Rep.&quot;,&quot;Value&quot;:12.0,&quot;Formula&quot;:&quot;12&quot;,&quot;Text&quot;:&quot;12&quot;,&quot;OfficeApplication&quot;:2,&quot;HasValue&quot;:true}">
                  <a:extLst>
                    <a:ext uri="{FF2B5EF4-FFF2-40B4-BE49-F238E27FC236}">
                      <a16:creationId xmlns:a16="http://schemas.microsoft.com/office/drawing/2014/main" id="{F5562898-0D91-51B7-049E-80E212BFB44B}"/>
                    </a:ext>
                  </a:extLst>
                </p:cNvPr>
                <p:cNvSpPr>
                  <a:spLocks/>
                </p:cNvSpPr>
                <p:nvPr/>
              </p:nvSpPr>
              <p:spPr bwMode="auto">
                <a:xfrm>
                  <a:off x="3431191" y="4134571"/>
                  <a:ext cx="553884" cy="361586"/>
                </a:xfrm>
                <a:custGeom>
                  <a:avLst/>
                  <a:gdLst>
                    <a:gd name="T0" fmla="*/ 291 w 332"/>
                    <a:gd name="T1" fmla="*/ 156 h 201"/>
                    <a:gd name="T2" fmla="*/ 299 w 332"/>
                    <a:gd name="T3" fmla="*/ 146 h 201"/>
                    <a:gd name="T4" fmla="*/ 332 w 332"/>
                    <a:gd name="T5" fmla="*/ 107 h 201"/>
                    <a:gd name="T6" fmla="*/ 320 w 332"/>
                    <a:gd name="T7" fmla="*/ 94 h 201"/>
                    <a:gd name="T8" fmla="*/ 302 w 332"/>
                    <a:gd name="T9" fmla="*/ 78 h 201"/>
                    <a:gd name="T10" fmla="*/ 289 w 332"/>
                    <a:gd name="T11" fmla="*/ 72 h 201"/>
                    <a:gd name="T12" fmla="*/ 277 w 332"/>
                    <a:gd name="T13" fmla="*/ 77 h 201"/>
                    <a:gd name="T14" fmla="*/ 267 w 332"/>
                    <a:gd name="T15" fmla="*/ 67 h 201"/>
                    <a:gd name="T16" fmla="*/ 270 w 332"/>
                    <a:gd name="T17" fmla="*/ 55 h 201"/>
                    <a:gd name="T18" fmla="*/ 262 w 332"/>
                    <a:gd name="T19" fmla="*/ 59 h 201"/>
                    <a:gd name="T20" fmla="*/ 231 w 332"/>
                    <a:gd name="T21" fmla="*/ 50 h 201"/>
                    <a:gd name="T22" fmla="*/ 229 w 332"/>
                    <a:gd name="T23" fmla="*/ 69 h 201"/>
                    <a:gd name="T24" fmla="*/ 212 w 332"/>
                    <a:gd name="T25" fmla="*/ 62 h 201"/>
                    <a:gd name="T26" fmla="*/ 204 w 332"/>
                    <a:gd name="T27" fmla="*/ 37 h 201"/>
                    <a:gd name="T28" fmla="*/ 187 w 332"/>
                    <a:gd name="T29" fmla="*/ 36 h 201"/>
                    <a:gd name="T30" fmla="*/ 181 w 332"/>
                    <a:gd name="T31" fmla="*/ 37 h 201"/>
                    <a:gd name="T32" fmla="*/ 155 w 332"/>
                    <a:gd name="T33" fmla="*/ 24 h 201"/>
                    <a:gd name="T34" fmla="*/ 134 w 332"/>
                    <a:gd name="T35" fmla="*/ 26 h 201"/>
                    <a:gd name="T36" fmla="*/ 105 w 332"/>
                    <a:gd name="T37" fmla="*/ 18 h 201"/>
                    <a:gd name="T38" fmla="*/ 88 w 332"/>
                    <a:gd name="T39" fmla="*/ 35 h 201"/>
                    <a:gd name="T40" fmla="*/ 73 w 332"/>
                    <a:gd name="T41" fmla="*/ 41 h 201"/>
                    <a:gd name="T42" fmla="*/ 65 w 332"/>
                    <a:gd name="T43" fmla="*/ 47 h 201"/>
                    <a:gd name="T44" fmla="*/ 49 w 332"/>
                    <a:gd name="T45" fmla="*/ 58 h 201"/>
                    <a:gd name="T46" fmla="*/ 37 w 332"/>
                    <a:gd name="T47" fmla="*/ 62 h 201"/>
                    <a:gd name="T48" fmla="*/ 13 w 332"/>
                    <a:gd name="T49" fmla="*/ 77 h 201"/>
                    <a:gd name="T50" fmla="*/ 22 w 332"/>
                    <a:gd name="T51" fmla="*/ 98 h 201"/>
                    <a:gd name="T52" fmla="*/ 20 w 332"/>
                    <a:gd name="T53" fmla="*/ 114 h 201"/>
                    <a:gd name="T54" fmla="*/ 52 w 332"/>
                    <a:gd name="T55" fmla="*/ 147 h 201"/>
                    <a:gd name="T56" fmla="*/ 92 w 332"/>
                    <a:gd name="T57" fmla="*/ 185 h 201"/>
                    <a:gd name="T58" fmla="*/ 121 w 332"/>
                    <a:gd name="T59" fmla="*/ 197 h 201"/>
                    <a:gd name="T60" fmla="*/ 136 w 332"/>
                    <a:gd name="T61" fmla="*/ 196 h 201"/>
                    <a:gd name="T62" fmla="*/ 148 w 332"/>
                    <a:gd name="T63" fmla="*/ 182 h 201"/>
                    <a:gd name="T64" fmla="*/ 156 w 332"/>
                    <a:gd name="T65" fmla="*/ 163 h 201"/>
                    <a:gd name="T66" fmla="*/ 165 w 332"/>
                    <a:gd name="T67" fmla="*/ 164 h 201"/>
                    <a:gd name="T68" fmla="*/ 217 w 332"/>
                    <a:gd name="T69" fmla="*/ 179 h 201"/>
                    <a:gd name="T70" fmla="*/ 237 w 332"/>
                    <a:gd name="T71" fmla="*/ 178 h 201"/>
                    <a:gd name="T72" fmla="*/ 247 w 332"/>
                    <a:gd name="T73" fmla="*/ 18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2" h="201">
                      <a:moveTo>
                        <a:pt x="247" y="183"/>
                      </a:moveTo>
                      <a:cubicBezTo>
                        <a:pt x="255" y="149"/>
                        <a:pt x="274" y="178"/>
                        <a:pt x="291" y="156"/>
                      </a:cubicBezTo>
                      <a:cubicBezTo>
                        <a:pt x="292" y="154"/>
                        <a:pt x="290" y="152"/>
                        <a:pt x="292" y="150"/>
                      </a:cubicBezTo>
                      <a:cubicBezTo>
                        <a:pt x="293" y="148"/>
                        <a:pt x="297" y="149"/>
                        <a:pt x="299" y="146"/>
                      </a:cubicBezTo>
                      <a:cubicBezTo>
                        <a:pt x="299" y="146"/>
                        <a:pt x="303" y="129"/>
                        <a:pt x="303" y="128"/>
                      </a:cubicBezTo>
                      <a:cubicBezTo>
                        <a:pt x="308" y="119"/>
                        <a:pt x="322" y="112"/>
                        <a:pt x="332" y="107"/>
                      </a:cubicBezTo>
                      <a:cubicBezTo>
                        <a:pt x="329" y="105"/>
                        <a:pt x="331" y="100"/>
                        <a:pt x="329" y="97"/>
                      </a:cubicBezTo>
                      <a:cubicBezTo>
                        <a:pt x="327" y="94"/>
                        <a:pt x="322" y="96"/>
                        <a:pt x="320" y="94"/>
                      </a:cubicBezTo>
                      <a:cubicBezTo>
                        <a:pt x="319" y="94"/>
                        <a:pt x="314" y="80"/>
                        <a:pt x="314" y="80"/>
                      </a:cubicBezTo>
                      <a:cubicBezTo>
                        <a:pt x="311" y="77"/>
                        <a:pt x="306" y="79"/>
                        <a:pt x="302" y="78"/>
                      </a:cubicBezTo>
                      <a:cubicBezTo>
                        <a:pt x="299" y="77"/>
                        <a:pt x="293" y="76"/>
                        <a:pt x="291" y="74"/>
                      </a:cubicBezTo>
                      <a:cubicBezTo>
                        <a:pt x="290" y="73"/>
                        <a:pt x="290" y="71"/>
                        <a:pt x="289" y="72"/>
                      </a:cubicBezTo>
                      <a:cubicBezTo>
                        <a:pt x="279" y="76"/>
                        <a:pt x="298" y="77"/>
                        <a:pt x="281" y="79"/>
                      </a:cubicBezTo>
                      <a:cubicBezTo>
                        <a:pt x="280" y="79"/>
                        <a:pt x="279" y="78"/>
                        <a:pt x="277" y="77"/>
                      </a:cubicBezTo>
                      <a:cubicBezTo>
                        <a:pt x="276" y="75"/>
                        <a:pt x="276" y="72"/>
                        <a:pt x="275" y="71"/>
                      </a:cubicBezTo>
                      <a:cubicBezTo>
                        <a:pt x="272" y="69"/>
                        <a:pt x="264" y="68"/>
                        <a:pt x="267" y="67"/>
                      </a:cubicBezTo>
                      <a:cubicBezTo>
                        <a:pt x="274" y="60"/>
                        <a:pt x="279" y="68"/>
                        <a:pt x="272" y="55"/>
                      </a:cubicBezTo>
                      <a:cubicBezTo>
                        <a:pt x="272" y="54"/>
                        <a:pt x="271" y="54"/>
                        <a:pt x="270" y="55"/>
                      </a:cubicBezTo>
                      <a:cubicBezTo>
                        <a:pt x="269" y="56"/>
                        <a:pt x="270" y="58"/>
                        <a:pt x="269" y="59"/>
                      </a:cubicBezTo>
                      <a:cubicBezTo>
                        <a:pt x="267" y="60"/>
                        <a:pt x="264" y="59"/>
                        <a:pt x="262" y="59"/>
                      </a:cubicBezTo>
                      <a:cubicBezTo>
                        <a:pt x="259" y="59"/>
                        <a:pt x="256" y="60"/>
                        <a:pt x="254" y="59"/>
                      </a:cubicBezTo>
                      <a:cubicBezTo>
                        <a:pt x="249" y="58"/>
                        <a:pt x="239" y="49"/>
                        <a:pt x="231" y="50"/>
                      </a:cubicBezTo>
                      <a:cubicBezTo>
                        <a:pt x="228" y="51"/>
                        <a:pt x="240" y="63"/>
                        <a:pt x="239" y="64"/>
                      </a:cubicBezTo>
                      <a:cubicBezTo>
                        <a:pt x="238" y="68"/>
                        <a:pt x="232" y="67"/>
                        <a:pt x="229" y="69"/>
                      </a:cubicBezTo>
                      <a:cubicBezTo>
                        <a:pt x="228" y="71"/>
                        <a:pt x="228" y="75"/>
                        <a:pt x="226" y="76"/>
                      </a:cubicBezTo>
                      <a:cubicBezTo>
                        <a:pt x="217" y="79"/>
                        <a:pt x="214" y="64"/>
                        <a:pt x="212" y="62"/>
                      </a:cubicBezTo>
                      <a:cubicBezTo>
                        <a:pt x="199" y="54"/>
                        <a:pt x="199" y="54"/>
                        <a:pt x="199" y="54"/>
                      </a:cubicBezTo>
                      <a:cubicBezTo>
                        <a:pt x="198" y="47"/>
                        <a:pt x="220" y="44"/>
                        <a:pt x="204" y="37"/>
                      </a:cubicBezTo>
                      <a:cubicBezTo>
                        <a:pt x="202" y="35"/>
                        <a:pt x="189" y="42"/>
                        <a:pt x="189" y="42"/>
                      </a:cubicBezTo>
                      <a:cubicBezTo>
                        <a:pt x="187" y="40"/>
                        <a:pt x="189" y="37"/>
                        <a:pt x="187" y="36"/>
                      </a:cubicBezTo>
                      <a:cubicBezTo>
                        <a:pt x="187" y="34"/>
                        <a:pt x="185" y="36"/>
                        <a:pt x="183" y="36"/>
                      </a:cubicBezTo>
                      <a:cubicBezTo>
                        <a:pt x="183" y="36"/>
                        <a:pt x="182" y="38"/>
                        <a:pt x="181" y="37"/>
                      </a:cubicBezTo>
                      <a:cubicBezTo>
                        <a:pt x="180" y="36"/>
                        <a:pt x="181" y="33"/>
                        <a:pt x="178" y="31"/>
                      </a:cubicBezTo>
                      <a:cubicBezTo>
                        <a:pt x="171" y="27"/>
                        <a:pt x="164" y="32"/>
                        <a:pt x="155" y="24"/>
                      </a:cubicBezTo>
                      <a:cubicBezTo>
                        <a:pt x="148" y="20"/>
                        <a:pt x="157" y="15"/>
                        <a:pt x="147" y="14"/>
                      </a:cubicBezTo>
                      <a:cubicBezTo>
                        <a:pt x="131" y="11"/>
                        <a:pt x="149" y="24"/>
                        <a:pt x="134" y="26"/>
                      </a:cubicBezTo>
                      <a:cubicBezTo>
                        <a:pt x="133" y="28"/>
                        <a:pt x="132" y="30"/>
                        <a:pt x="130" y="30"/>
                      </a:cubicBezTo>
                      <a:cubicBezTo>
                        <a:pt x="123" y="32"/>
                        <a:pt x="111" y="0"/>
                        <a:pt x="105" y="18"/>
                      </a:cubicBezTo>
                      <a:cubicBezTo>
                        <a:pt x="104" y="21"/>
                        <a:pt x="114" y="23"/>
                        <a:pt x="112" y="25"/>
                      </a:cubicBezTo>
                      <a:cubicBezTo>
                        <a:pt x="105" y="30"/>
                        <a:pt x="95" y="31"/>
                        <a:pt x="88" y="35"/>
                      </a:cubicBezTo>
                      <a:cubicBezTo>
                        <a:pt x="87" y="36"/>
                        <a:pt x="88" y="38"/>
                        <a:pt x="87" y="39"/>
                      </a:cubicBezTo>
                      <a:cubicBezTo>
                        <a:pt x="83" y="41"/>
                        <a:pt x="77" y="38"/>
                        <a:pt x="73" y="41"/>
                      </a:cubicBezTo>
                      <a:cubicBezTo>
                        <a:pt x="70" y="43"/>
                        <a:pt x="71" y="47"/>
                        <a:pt x="69" y="50"/>
                      </a:cubicBezTo>
                      <a:cubicBezTo>
                        <a:pt x="67" y="51"/>
                        <a:pt x="66" y="47"/>
                        <a:pt x="65" y="47"/>
                      </a:cubicBezTo>
                      <a:cubicBezTo>
                        <a:pt x="60" y="49"/>
                        <a:pt x="59" y="55"/>
                        <a:pt x="56" y="58"/>
                      </a:cubicBezTo>
                      <a:cubicBezTo>
                        <a:pt x="54" y="59"/>
                        <a:pt x="50" y="57"/>
                        <a:pt x="49" y="58"/>
                      </a:cubicBezTo>
                      <a:cubicBezTo>
                        <a:pt x="47" y="59"/>
                        <a:pt x="49" y="63"/>
                        <a:pt x="47" y="64"/>
                      </a:cubicBezTo>
                      <a:cubicBezTo>
                        <a:pt x="45" y="67"/>
                        <a:pt x="39" y="62"/>
                        <a:pt x="37" y="62"/>
                      </a:cubicBezTo>
                      <a:cubicBezTo>
                        <a:pt x="23" y="64"/>
                        <a:pt x="20" y="75"/>
                        <a:pt x="16" y="84"/>
                      </a:cubicBezTo>
                      <a:cubicBezTo>
                        <a:pt x="15" y="86"/>
                        <a:pt x="15" y="79"/>
                        <a:pt x="13" y="77"/>
                      </a:cubicBezTo>
                      <a:cubicBezTo>
                        <a:pt x="11" y="75"/>
                        <a:pt x="7" y="74"/>
                        <a:pt x="5" y="73"/>
                      </a:cubicBezTo>
                      <a:cubicBezTo>
                        <a:pt x="0" y="72"/>
                        <a:pt x="10" y="90"/>
                        <a:pt x="22" y="98"/>
                      </a:cubicBezTo>
                      <a:cubicBezTo>
                        <a:pt x="23" y="98"/>
                        <a:pt x="27" y="99"/>
                        <a:pt x="27" y="102"/>
                      </a:cubicBezTo>
                      <a:cubicBezTo>
                        <a:pt x="29" y="110"/>
                        <a:pt x="22" y="107"/>
                        <a:pt x="20" y="114"/>
                      </a:cubicBezTo>
                      <a:cubicBezTo>
                        <a:pt x="20" y="115"/>
                        <a:pt x="32" y="136"/>
                        <a:pt x="34" y="138"/>
                      </a:cubicBezTo>
                      <a:cubicBezTo>
                        <a:pt x="44" y="148"/>
                        <a:pt x="46" y="141"/>
                        <a:pt x="52" y="147"/>
                      </a:cubicBezTo>
                      <a:cubicBezTo>
                        <a:pt x="56" y="151"/>
                        <a:pt x="57" y="157"/>
                        <a:pt x="61" y="161"/>
                      </a:cubicBezTo>
                      <a:cubicBezTo>
                        <a:pt x="69" y="166"/>
                        <a:pt x="88" y="174"/>
                        <a:pt x="92" y="185"/>
                      </a:cubicBezTo>
                      <a:cubicBezTo>
                        <a:pt x="93" y="185"/>
                        <a:pt x="93" y="185"/>
                        <a:pt x="93" y="185"/>
                      </a:cubicBezTo>
                      <a:cubicBezTo>
                        <a:pt x="102" y="189"/>
                        <a:pt x="109" y="201"/>
                        <a:pt x="121" y="197"/>
                      </a:cubicBezTo>
                      <a:cubicBezTo>
                        <a:pt x="123" y="196"/>
                        <a:pt x="122" y="192"/>
                        <a:pt x="125" y="192"/>
                      </a:cubicBezTo>
                      <a:cubicBezTo>
                        <a:pt x="129" y="192"/>
                        <a:pt x="133" y="197"/>
                        <a:pt x="136" y="196"/>
                      </a:cubicBezTo>
                      <a:cubicBezTo>
                        <a:pt x="141" y="181"/>
                        <a:pt x="141" y="181"/>
                        <a:pt x="141" y="181"/>
                      </a:cubicBezTo>
                      <a:cubicBezTo>
                        <a:pt x="143" y="179"/>
                        <a:pt x="147" y="183"/>
                        <a:pt x="148" y="182"/>
                      </a:cubicBezTo>
                      <a:cubicBezTo>
                        <a:pt x="150" y="180"/>
                        <a:pt x="148" y="164"/>
                        <a:pt x="149" y="163"/>
                      </a:cubicBezTo>
                      <a:cubicBezTo>
                        <a:pt x="151" y="161"/>
                        <a:pt x="154" y="162"/>
                        <a:pt x="156" y="163"/>
                      </a:cubicBezTo>
                      <a:cubicBezTo>
                        <a:pt x="157" y="164"/>
                        <a:pt x="156" y="167"/>
                        <a:pt x="157" y="167"/>
                      </a:cubicBezTo>
                      <a:cubicBezTo>
                        <a:pt x="160" y="167"/>
                        <a:pt x="163" y="164"/>
                        <a:pt x="165" y="164"/>
                      </a:cubicBezTo>
                      <a:cubicBezTo>
                        <a:pt x="182" y="164"/>
                        <a:pt x="195" y="176"/>
                        <a:pt x="210" y="178"/>
                      </a:cubicBezTo>
                      <a:cubicBezTo>
                        <a:pt x="212" y="178"/>
                        <a:pt x="215" y="179"/>
                        <a:pt x="217" y="179"/>
                      </a:cubicBezTo>
                      <a:cubicBezTo>
                        <a:pt x="221" y="177"/>
                        <a:pt x="222" y="172"/>
                        <a:pt x="225" y="171"/>
                      </a:cubicBezTo>
                      <a:cubicBezTo>
                        <a:pt x="229" y="170"/>
                        <a:pt x="234" y="178"/>
                        <a:pt x="237" y="178"/>
                      </a:cubicBezTo>
                      <a:cubicBezTo>
                        <a:pt x="239" y="178"/>
                        <a:pt x="241" y="175"/>
                        <a:pt x="243" y="176"/>
                      </a:cubicBezTo>
                      <a:cubicBezTo>
                        <a:pt x="246" y="178"/>
                        <a:pt x="247" y="180"/>
                        <a:pt x="247" y="183"/>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4" name="Slovakia" descr="{&quot;Key&quot;:&quot;slovakia&quot;,&quot;Name&quot;:&quot;Slovakia&quot;,&quot;Value&quot;:22.0,&quot;Formula&quot;:&quot;22&quot;,&quot;Text&quot;:&quot;22&quot;,&quot;OfficeApplication&quot;:2,&quot;HasValue&quot;:true}">
                  <a:extLst>
                    <a:ext uri="{FF2B5EF4-FFF2-40B4-BE49-F238E27FC236}">
                      <a16:creationId xmlns:a16="http://schemas.microsoft.com/office/drawing/2014/main" id="{177753CE-96FC-6806-7915-29F324328460}"/>
                    </a:ext>
                  </a:extLst>
                </p:cNvPr>
                <p:cNvSpPr>
                  <a:spLocks/>
                </p:cNvSpPr>
                <p:nvPr/>
              </p:nvSpPr>
              <p:spPr bwMode="auto">
                <a:xfrm>
                  <a:off x="3829573" y="4301825"/>
                  <a:ext cx="460581" cy="273976"/>
                </a:xfrm>
                <a:custGeom>
                  <a:avLst/>
                  <a:gdLst>
                    <a:gd name="T0" fmla="*/ 275 w 275"/>
                    <a:gd name="T1" fmla="*/ 20 h 152"/>
                    <a:gd name="T2" fmla="*/ 271 w 275"/>
                    <a:gd name="T3" fmla="*/ 39 h 152"/>
                    <a:gd name="T4" fmla="*/ 269 w 275"/>
                    <a:gd name="T5" fmla="*/ 51 h 152"/>
                    <a:gd name="T6" fmla="*/ 262 w 275"/>
                    <a:gd name="T7" fmla="*/ 60 h 152"/>
                    <a:gd name="T8" fmla="*/ 264 w 275"/>
                    <a:gd name="T9" fmla="*/ 72 h 152"/>
                    <a:gd name="T10" fmla="*/ 251 w 275"/>
                    <a:gd name="T11" fmla="*/ 78 h 152"/>
                    <a:gd name="T12" fmla="*/ 244 w 275"/>
                    <a:gd name="T13" fmla="*/ 80 h 152"/>
                    <a:gd name="T14" fmla="*/ 228 w 275"/>
                    <a:gd name="T15" fmla="*/ 65 h 152"/>
                    <a:gd name="T16" fmla="*/ 213 w 275"/>
                    <a:gd name="T17" fmla="*/ 74 h 152"/>
                    <a:gd name="T18" fmla="*/ 183 w 275"/>
                    <a:gd name="T19" fmla="*/ 76 h 152"/>
                    <a:gd name="T20" fmla="*/ 175 w 275"/>
                    <a:gd name="T21" fmla="*/ 99 h 152"/>
                    <a:gd name="T22" fmla="*/ 167 w 275"/>
                    <a:gd name="T23" fmla="*/ 98 h 152"/>
                    <a:gd name="T24" fmla="*/ 157 w 275"/>
                    <a:gd name="T25" fmla="*/ 110 h 152"/>
                    <a:gd name="T26" fmla="*/ 138 w 275"/>
                    <a:gd name="T27" fmla="*/ 106 h 152"/>
                    <a:gd name="T28" fmla="*/ 137 w 275"/>
                    <a:gd name="T29" fmla="*/ 116 h 152"/>
                    <a:gd name="T30" fmla="*/ 105 w 275"/>
                    <a:gd name="T31" fmla="*/ 124 h 152"/>
                    <a:gd name="T32" fmla="*/ 108 w 275"/>
                    <a:gd name="T33" fmla="*/ 140 h 152"/>
                    <a:gd name="T34" fmla="*/ 55 w 275"/>
                    <a:gd name="T35" fmla="*/ 151 h 152"/>
                    <a:gd name="T36" fmla="*/ 26 w 275"/>
                    <a:gd name="T37" fmla="*/ 133 h 152"/>
                    <a:gd name="T38" fmla="*/ 21 w 275"/>
                    <a:gd name="T39" fmla="*/ 134 h 152"/>
                    <a:gd name="T40" fmla="*/ 4 w 275"/>
                    <a:gd name="T41" fmla="*/ 111 h 152"/>
                    <a:gd name="T42" fmla="*/ 8 w 275"/>
                    <a:gd name="T43" fmla="*/ 90 h 152"/>
                    <a:gd name="T44" fmla="*/ 52 w 275"/>
                    <a:gd name="T45" fmla="*/ 63 h 152"/>
                    <a:gd name="T46" fmla="*/ 53 w 275"/>
                    <a:gd name="T47" fmla="*/ 57 h 152"/>
                    <a:gd name="T48" fmla="*/ 60 w 275"/>
                    <a:gd name="T49" fmla="*/ 53 h 152"/>
                    <a:gd name="T50" fmla="*/ 64 w 275"/>
                    <a:gd name="T51" fmla="*/ 35 h 152"/>
                    <a:gd name="T52" fmla="*/ 93 w 275"/>
                    <a:gd name="T53" fmla="*/ 14 h 152"/>
                    <a:gd name="T54" fmla="*/ 99 w 275"/>
                    <a:gd name="T55" fmla="*/ 15 h 152"/>
                    <a:gd name="T56" fmla="*/ 100 w 275"/>
                    <a:gd name="T57" fmla="*/ 22 h 152"/>
                    <a:gd name="T58" fmla="*/ 122 w 275"/>
                    <a:gd name="T59" fmla="*/ 5 h 152"/>
                    <a:gd name="T60" fmla="*/ 128 w 275"/>
                    <a:gd name="T61" fmla="*/ 15 h 152"/>
                    <a:gd name="T62" fmla="*/ 132 w 275"/>
                    <a:gd name="T63" fmla="*/ 14 h 152"/>
                    <a:gd name="T64" fmla="*/ 131 w 275"/>
                    <a:gd name="T65" fmla="*/ 18 h 152"/>
                    <a:gd name="T66" fmla="*/ 139 w 275"/>
                    <a:gd name="T67" fmla="*/ 17 h 152"/>
                    <a:gd name="T68" fmla="*/ 140 w 275"/>
                    <a:gd name="T69" fmla="*/ 31 h 152"/>
                    <a:gd name="T70" fmla="*/ 148 w 275"/>
                    <a:gd name="T71" fmla="*/ 29 h 152"/>
                    <a:gd name="T72" fmla="*/ 154 w 275"/>
                    <a:gd name="T73" fmla="*/ 31 h 152"/>
                    <a:gd name="T74" fmla="*/ 170 w 275"/>
                    <a:gd name="T75" fmla="*/ 12 h 152"/>
                    <a:gd name="T76" fmla="*/ 176 w 275"/>
                    <a:gd name="T77" fmla="*/ 13 h 152"/>
                    <a:gd name="T78" fmla="*/ 182 w 275"/>
                    <a:gd name="T79" fmla="*/ 10 h 152"/>
                    <a:gd name="T80" fmla="*/ 194 w 275"/>
                    <a:gd name="T81" fmla="*/ 17 h 152"/>
                    <a:gd name="T82" fmla="*/ 202 w 275"/>
                    <a:gd name="T83" fmla="*/ 10 h 152"/>
                    <a:gd name="T84" fmla="*/ 199 w 275"/>
                    <a:gd name="T85" fmla="*/ 8 h 152"/>
                    <a:gd name="T86" fmla="*/ 206 w 275"/>
                    <a:gd name="T87" fmla="*/ 7 h 152"/>
                    <a:gd name="T88" fmla="*/ 210 w 275"/>
                    <a:gd name="T89" fmla="*/ 3 h 152"/>
                    <a:gd name="T90" fmla="*/ 245 w 275"/>
                    <a:gd name="T91" fmla="*/ 7 h 152"/>
                    <a:gd name="T92" fmla="*/ 248 w 275"/>
                    <a:gd name="T93" fmla="*/ 14 h 152"/>
                    <a:gd name="T94" fmla="*/ 260 w 275"/>
                    <a:gd name="T95" fmla="*/ 17 h 152"/>
                    <a:gd name="T96" fmla="*/ 275 w 275"/>
                    <a:gd name="T97" fmla="*/ 2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152">
                      <a:moveTo>
                        <a:pt x="275" y="20"/>
                      </a:moveTo>
                      <a:cubicBezTo>
                        <a:pt x="275" y="26"/>
                        <a:pt x="271" y="34"/>
                        <a:pt x="271" y="39"/>
                      </a:cubicBezTo>
                      <a:cubicBezTo>
                        <a:pt x="270" y="43"/>
                        <a:pt x="271" y="47"/>
                        <a:pt x="269" y="51"/>
                      </a:cubicBezTo>
                      <a:cubicBezTo>
                        <a:pt x="268" y="55"/>
                        <a:pt x="262" y="56"/>
                        <a:pt x="262" y="60"/>
                      </a:cubicBezTo>
                      <a:cubicBezTo>
                        <a:pt x="261" y="64"/>
                        <a:pt x="264" y="68"/>
                        <a:pt x="264" y="72"/>
                      </a:cubicBezTo>
                      <a:cubicBezTo>
                        <a:pt x="264" y="77"/>
                        <a:pt x="255" y="77"/>
                        <a:pt x="251" y="78"/>
                      </a:cubicBezTo>
                      <a:cubicBezTo>
                        <a:pt x="248" y="78"/>
                        <a:pt x="246" y="81"/>
                        <a:pt x="244" y="80"/>
                      </a:cubicBezTo>
                      <a:cubicBezTo>
                        <a:pt x="234" y="77"/>
                        <a:pt x="242" y="66"/>
                        <a:pt x="228" y="65"/>
                      </a:cubicBezTo>
                      <a:cubicBezTo>
                        <a:pt x="222" y="65"/>
                        <a:pt x="219" y="73"/>
                        <a:pt x="213" y="74"/>
                      </a:cubicBezTo>
                      <a:cubicBezTo>
                        <a:pt x="204" y="76"/>
                        <a:pt x="191" y="65"/>
                        <a:pt x="183" y="76"/>
                      </a:cubicBezTo>
                      <a:cubicBezTo>
                        <a:pt x="179" y="81"/>
                        <a:pt x="182" y="96"/>
                        <a:pt x="175" y="99"/>
                      </a:cubicBezTo>
                      <a:cubicBezTo>
                        <a:pt x="173" y="99"/>
                        <a:pt x="170" y="97"/>
                        <a:pt x="167" y="98"/>
                      </a:cubicBezTo>
                      <a:cubicBezTo>
                        <a:pt x="158" y="104"/>
                        <a:pt x="171" y="108"/>
                        <a:pt x="157" y="110"/>
                      </a:cubicBezTo>
                      <a:cubicBezTo>
                        <a:pt x="153" y="111"/>
                        <a:pt x="142" y="98"/>
                        <a:pt x="138" y="106"/>
                      </a:cubicBezTo>
                      <a:cubicBezTo>
                        <a:pt x="136" y="109"/>
                        <a:pt x="139" y="114"/>
                        <a:pt x="137" y="116"/>
                      </a:cubicBezTo>
                      <a:cubicBezTo>
                        <a:pt x="131" y="122"/>
                        <a:pt x="113" y="119"/>
                        <a:pt x="105" y="124"/>
                      </a:cubicBezTo>
                      <a:cubicBezTo>
                        <a:pt x="98" y="129"/>
                        <a:pt x="106" y="137"/>
                        <a:pt x="108" y="140"/>
                      </a:cubicBezTo>
                      <a:cubicBezTo>
                        <a:pt x="110" y="144"/>
                        <a:pt x="62" y="152"/>
                        <a:pt x="55" y="151"/>
                      </a:cubicBezTo>
                      <a:cubicBezTo>
                        <a:pt x="45" y="149"/>
                        <a:pt x="37" y="134"/>
                        <a:pt x="26" y="133"/>
                      </a:cubicBezTo>
                      <a:cubicBezTo>
                        <a:pt x="24" y="133"/>
                        <a:pt x="23" y="133"/>
                        <a:pt x="21" y="134"/>
                      </a:cubicBezTo>
                      <a:cubicBezTo>
                        <a:pt x="15" y="126"/>
                        <a:pt x="9" y="119"/>
                        <a:pt x="4" y="111"/>
                      </a:cubicBezTo>
                      <a:cubicBezTo>
                        <a:pt x="0" y="105"/>
                        <a:pt x="9" y="97"/>
                        <a:pt x="8" y="90"/>
                      </a:cubicBezTo>
                      <a:cubicBezTo>
                        <a:pt x="16" y="56"/>
                        <a:pt x="35" y="84"/>
                        <a:pt x="52" y="63"/>
                      </a:cubicBezTo>
                      <a:cubicBezTo>
                        <a:pt x="53" y="61"/>
                        <a:pt x="51" y="59"/>
                        <a:pt x="53" y="57"/>
                      </a:cubicBezTo>
                      <a:cubicBezTo>
                        <a:pt x="54" y="55"/>
                        <a:pt x="58" y="56"/>
                        <a:pt x="60" y="53"/>
                      </a:cubicBezTo>
                      <a:cubicBezTo>
                        <a:pt x="60" y="53"/>
                        <a:pt x="64" y="36"/>
                        <a:pt x="64" y="35"/>
                      </a:cubicBezTo>
                      <a:cubicBezTo>
                        <a:pt x="69" y="26"/>
                        <a:pt x="83" y="19"/>
                        <a:pt x="93" y="14"/>
                      </a:cubicBezTo>
                      <a:cubicBezTo>
                        <a:pt x="94" y="16"/>
                        <a:pt x="98" y="13"/>
                        <a:pt x="99" y="15"/>
                      </a:cubicBezTo>
                      <a:cubicBezTo>
                        <a:pt x="101" y="17"/>
                        <a:pt x="98" y="21"/>
                        <a:pt x="100" y="22"/>
                      </a:cubicBezTo>
                      <a:cubicBezTo>
                        <a:pt x="109" y="30"/>
                        <a:pt x="116" y="1"/>
                        <a:pt x="122" y="5"/>
                      </a:cubicBezTo>
                      <a:cubicBezTo>
                        <a:pt x="126" y="7"/>
                        <a:pt x="126" y="12"/>
                        <a:pt x="128" y="15"/>
                      </a:cubicBezTo>
                      <a:cubicBezTo>
                        <a:pt x="129" y="16"/>
                        <a:pt x="131" y="14"/>
                        <a:pt x="132" y="14"/>
                      </a:cubicBezTo>
                      <a:cubicBezTo>
                        <a:pt x="132" y="16"/>
                        <a:pt x="130" y="18"/>
                        <a:pt x="131" y="18"/>
                      </a:cubicBezTo>
                      <a:cubicBezTo>
                        <a:pt x="134" y="19"/>
                        <a:pt x="137" y="16"/>
                        <a:pt x="139" y="17"/>
                      </a:cubicBezTo>
                      <a:cubicBezTo>
                        <a:pt x="143" y="19"/>
                        <a:pt x="140" y="30"/>
                        <a:pt x="140" y="31"/>
                      </a:cubicBezTo>
                      <a:cubicBezTo>
                        <a:pt x="140" y="34"/>
                        <a:pt x="145" y="29"/>
                        <a:pt x="148" y="29"/>
                      </a:cubicBezTo>
                      <a:cubicBezTo>
                        <a:pt x="150" y="28"/>
                        <a:pt x="152" y="33"/>
                        <a:pt x="154" y="31"/>
                      </a:cubicBezTo>
                      <a:cubicBezTo>
                        <a:pt x="155" y="31"/>
                        <a:pt x="162" y="13"/>
                        <a:pt x="170" y="12"/>
                      </a:cubicBezTo>
                      <a:cubicBezTo>
                        <a:pt x="172" y="11"/>
                        <a:pt x="174" y="13"/>
                        <a:pt x="176" y="13"/>
                      </a:cubicBezTo>
                      <a:cubicBezTo>
                        <a:pt x="179" y="13"/>
                        <a:pt x="180" y="9"/>
                        <a:pt x="182" y="10"/>
                      </a:cubicBezTo>
                      <a:cubicBezTo>
                        <a:pt x="187" y="10"/>
                        <a:pt x="189" y="17"/>
                        <a:pt x="194" y="17"/>
                      </a:cubicBezTo>
                      <a:cubicBezTo>
                        <a:pt x="197" y="17"/>
                        <a:pt x="200" y="13"/>
                        <a:pt x="202" y="10"/>
                      </a:cubicBezTo>
                      <a:cubicBezTo>
                        <a:pt x="202" y="9"/>
                        <a:pt x="199" y="9"/>
                        <a:pt x="199" y="8"/>
                      </a:cubicBezTo>
                      <a:cubicBezTo>
                        <a:pt x="201" y="0"/>
                        <a:pt x="204" y="8"/>
                        <a:pt x="206" y="7"/>
                      </a:cubicBezTo>
                      <a:cubicBezTo>
                        <a:pt x="208" y="7"/>
                        <a:pt x="208" y="3"/>
                        <a:pt x="210" y="3"/>
                      </a:cubicBezTo>
                      <a:cubicBezTo>
                        <a:pt x="218" y="1"/>
                        <a:pt x="238" y="1"/>
                        <a:pt x="245" y="7"/>
                      </a:cubicBezTo>
                      <a:cubicBezTo>
                        <a:pt x="247" y="9"/>
                        <a:pt x="246" y="13"/>
                        <a:pt x="248" y="14"/>
                      </a:cubicBezTo>
                      <a:cubicBezTo>
                        <a:pt x="252" y="16"/>
                        <a:pt x="256" y="16"/>
                        <a:pt x="260" y="17"/>
                      </a:cubicBezTo>
                      <a:cubicBezTo>
                        <a:pt x="265" y="19"/>
                        <a:pt x="270" y="20"/>
                        <a:pt x="275" y="20"/>
                      </a:cubicBezTo>
                      <a:close/>
                    </a:path>
                  </a:pathLst>
                </a:custGeom>
                <a:solidFill>
                  <a:srgbClr val="8EC9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5" name="Hungary" descr="{&quot;Key&quot;:&quot;hungary&quot;,&quot;Name&quot;:&quot;Hungary&quot;,&quot;Value&quot;:32.0,&quot;Formula&quot;:&quot;32&quot;,&quot;Text&quot;:&quot;32&quot;,&quot;OfficeApplication&quot;:2,&quot;HasValue&quot;:true}">
                  <a:extLst>
                    <a:ext uri="{FF2B5EF4-FFF2-40B4-BE49-F238E27FC236}">
                      <a16:creationId xmlns:a16="http://schemas.microsoft.com/office/drawing/2014/main" id="{A24699DE-F311-1C2B-933B-1C07830A58D5}"/>
                    </a:ext>
                  </a:extLst>
                </p:cNvPr>
                <p:cNvSpPr>
                  <a:spLocks/>
                </p:cNvSpPr>
                <p:nvPr/>
              </p:nvSpPr>
              <p:spPr bwMode="auto">
                <a:xfrm>
                  <a:off x="3791068" y="4418106"/>
                  <a:ext cx="553884" cy="417337"/>
                </a:xfrm>
                <a:custGeom>
                  <a:avLst/>
                  <a:gdLst>
                    <a:gd name="T0" fmla="*/ 27 w 331"/>
                    <a:gd name="T1" fmla="*/ 186 h 232"/>
                    <a:gd name="T2" fmla="*/ 77 w 331"/>
                    <a:gd name="T3" fmla="*/ 222 h 232"/>
                    <a:gd name="T4" fmla="*/ 94 w 331"/>
                    <a:gd name="T5" fmla="*/ 229 h 232"/>
                    <a:gd name="T6" fmla="*/ 139 w 331"/>
                    <a:gd name="T7" fmla="*/ 216 h 232"/>
                    <a:gd name="T8" fmla="*/ 161 w 331"/>
                    <a:gd name="T9" fmla="*/ 207 h 232"/>
                    <a:gd name="T10" fmla="*/ 182 w 331"/>
                    <a:gd name="T11" fmla="*/ 192 h 232"/>
                    <a:gd name="T12" fmla="*/ 210 w 331"/>
                    <a:gd name="T13" fmla="*/ 188 h 232"/>
                    <a:gd name="T14" fmla="*/ 221 w 331"/>
                    <a:gd name="T15" fmla="*/ 188 h 232"/>
                    <a:gd name="T16" fmla="*/ 245 w 331"/>
                    <a:gd name="T17" fmla="*/ 174 h 232"/>
                    <a:gd name="T18" fmla="*/ 257 w 331"/>
                    <a:gd name="T19" fmla="*/ 176 h 232"/>
                    <a:gd name="T20" fmla="*/ 272 w 331"/>
                    <a:gd name="T21" fmla="*/ 142 h 232"/>
                    <a:gd name="T22" fmla="*/ 281 w 331"/>
                    <a:gd name="T23" fmla="*/ 115 h 232"/>
                    <a:gd name="T24" fmla="*/ 288 w 331"/>
                    <a:gd name="T25" fmla="*/ 87 h 232"/>
                    <a:gd name="T26" fmla="*/ 303 w 331"/>
                    <a:gd name="T27" fmla="*/ 55 h 232"/>
                    <a:gd name="T28" fmla="*/ 329 w 331"/>
                    <a:gd name="T29" fmla="*/ 35 h 232"/>
                    <a:gd name="T30" fmla="*/ 319 w 331"/>
                    <a:gd name="T31" fmla="*/ 24 h 232"/>
                    <a:gd name="T32" fmla="*/ 306 w 331"/>
                    <a:gd name="T33" fmla="*/ 16 h 232"/>
                    <a:gd name="T34" fmla="*/ 300 w 331"/>
                    <a:gd name="T35" fmla="*/ 17 h 232"/>
                    <a:gd name="T36" fmla="*/ 274 w 331"/>
                    <a:gd name="T37" fmla="*/ 13 h 232"/>
                    <a:gd name="T38" fmla="*/ 251 w 331"/>
                    <a:gd name="T39" fmla="*/ 0 h 232"/>
                    <a:gd name="T40" fmla="*/ 225 w 331"/>
                    <a:gd name="T41" fmla="*/ 8 h 232"/>
                    <a:gd name="T42" fmla="*/ 198 w 331"/>
                    <a:gd name="T43" fmla="*/ 34 h 232"/>
                    <a:gd name="T44" fmla="*/ 190 w 331"/>
                    <a:gd name="T45" fmla="*/ 33 h 232"/>
                    <a:gd name="T46" fmla="*/ 173 w 331"/>
                    <a:gd name="T47" fmla="*/ 42 h 232"/>
                    <a:gd name="T48" fmla="*/ 160 w 331"/>
                    <a:gd name="T49" fmla="*/ 51 h 232"/>
                    <a:gd name="T50" fmla="*/ 131 w 331"/>
                    <a:gd name="T51" fmla="*/ 75 h 232"/>
                    <a:gd name="T52" fmla="*/ 49 w 331"/>
                    <a:gd name="T53" fmla="*/ 68 h 232"/>
                    <a:gd name="T54" fmla="*/ 44 w 331"/>
                    <a:gd name="T55" fmla="*/ 93 h 232"/>
                    <a:gd name="T56" fmla="*/ 12 w 331"/>
                    <a:gd name="T57" fmla="*/ 97 h 232"/>
                    <a:gd name="T58" fmla="*/ 14 w 331"/>
                    <a:gd name="T59" fmla="*/ 119 h 232"/>
                    <a:gd name="T60" fmla="*/ 0 w 331"/>
                    <a:gd name="T61" fmla="*/ 160 h 232"/>
                    <a:gd name="T62" fmla="*/ 3 w 331"/>
                    <a:gd name="T63" fmla="*/ 15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1" h="232">
                      <a:moveTo>
                        <a:pt x="9" y="159"/>
                      </a:moveTo>
                      <a:cubicBezTo>
                        <a:pt x="11" y="159"/>
                        <a:pt x="16" y="176"/>
                        <a:pt x="27" y="186"/>
                      </a:cubicBezTo>
                      <a:cubicBezTo>
                        <a:pt x="43" y="198"/>
                        <a:pt x="56" y="205"/>
                        <a:pt x="68" y="220"/>
                      </a:cubicBezTo>
                      <a:cubicBezTo>
                        <a:pt x="69" y="222"/>
                        <a:pt x="74" y="222"/>
                        <a:pt x="77" y="222"/>
                      </a:cubicBezTo>
                      <a:cubicBezTo>
                        <a:pt x="80" y="221"/>
                        <a:pt x="81" y="221"/>
                        <a:pt x="82" y="222"/>
                      </a:cubicBezTo>
                      <a:cubicBezTo>
                        <a:pt x="86" y="223"/>
                        <a:pt x="90" y="227"/>
                        <a:pt x="94" y="229"/>
                      </a:cubicBezTo>
                      <a:cubicBezTo>
                        <a:pt x="102" y="232"/>
                        <a:pt x="126" y="232"/>
                        <a:pt x="134" y="226"/>
                      </a:cubicBezTo>
                      <a:cubicBezTo>
                        <a:pt x="135" y="224"/>
                        <a:pt x="135" y="216"/>
                        <a:pt x="139" y="216"/>
                      </a:cubicBezTo>
                      <a:cubicBezTo>
                        <a:pt x="150" y="215"/>
                        <a:pt x="149" y="217"/>
                        <a:pt x="158" y="206"/>
                      </a:cubicBezTo>
                      <a:cubicBezTo>
                        <a:pt x="159" y="206"/>
                        <a:pt x="160" y="206"/>
                        <a:pt x="161" y="207"/>
                      </a:cubicBezTo>
                      <a:cubicBezTo>
                        <a:pt x="162" y="208"/>
                        <a:pt x="164" y="209"/>
                        <a:pt x="167" y="206"/>
                      </a:cubicBezTo>
                      <a:cubicBezTo>
                        <a:pt x="172" y="202"/>
                        <a:pt x="176" y="196"/>
                        <a:pt x="182" y="192"/>
                      </a:cubicBezTo>
                      <a:cubicBezTo>
                        <a:pt x="195" y="184"/>
                        <a:pt x="184" y="192"/>
                        <a:pt x="194" y="193"/>
                      </a:cubicBezTo>
                      <a:cubicBezTo>
                        <a:pt x="194" y="193"/>
                        <a:pt x="209" y="188"/>
                        <a:pt x="210" y="188"/>
                      </a:cubicBezTo>
                      <a:cubicBezTo>
                        <a:pt x="212" y="188"/>
                        <a:pt x="215" y="191"/>
                        <a:pt x="218" y="191"/>
                      </a:cubicBezTo>
                      <a:cubicBezTo>
                        <a:pt x="219" y="190"/>
                        <a:pt x="220" y="188"/>
                        <a:pt x="221" y="188"/>
                      </a:cubicBezTo>
                      <a:cubicBezTo>
                        <a:pt x="224" y="187"/>
                        <a:pt x="241" y="185"/>
                        <a:pt x="242" y="181"/>
                      </a:cubicBezTo>
                      <a:cubicBezTo>
                        <a:pt x="244" y="179"/>
                        <a:pt x="235" y="176"/>
                        <a:pt x="245" y="174"/>
                      </a:cubicBezTo>
                      <a:cubicBezTo>
                        <a:pt x="247" y="174"/>
                        <a:pt x="249" y="175"/>
                        <a:pt x="251" y="175"/>
                      </a:cubicBezTo>
                      <a:cubicBezTo>
                        <a:pt x="253" y="176"/>
                        <a:pt x="255" y="177"/>
                        <a:pt x="257" y="176"/>
                      </a:cubicBezTo>
                      <a:cubicBezTo>
                        <a:pt x="267" y="172"/>
                        <a:pt x="264" y="152"/>
                        <a:pt x="267" y="146"/>
                      </a:cubicBezTo>
                      <a:cubicBezTo>
                        <a:pt x="268" y="144"/>
                        <a:pt x="271" y="144"/>
                        <a:pt x="272" y="142"/>
                      </a:cubicBezTo>
                      <a:cubicBezTo>
                        <a:pt x="278" y="123"/>
                        <a:pt x="278" y="123"/>
                        <a:pt x="278" y="123"/>
                      </a:cubicBezTo>
                      <a:cubicBezTo>
                        <a:pt x="279" y="120"/>
                        <a:pt x="281" y="117"/>
                        <a:pt x="281" y="115"/>
                      </a:cubicBezTo>
                      <a:cubicBezTo>
                        <a:pt x="281" y="114"/>
                        <a:pt x="278" y="114"/>
                        <a:pt x="278" y="112"/>
                      </a:cubicBezTo>
                      <a:cubicBezTo>
                        <a:pt x="279" y="107"/>
                        <a:pt x="285" y="91"/>
                        <a:pt x="288" y="87"/>
                      </a:cubicBezTo>
                      <a:cubicBezTo>
                        <a:pt x="289" y="86"/>
                        <a:pt x="292" y="87"/>
                        <a:pt x="292" y="85"/>
                      </a:cubicBezTo>
                      <a:cubicBezTo>
                        <a:pt x="294" y="74"/>
                        <a:pt x="291" y="67"/>
                        <a:pt x="303" y="55"/>
                      </a:cubicBezTo>
                      <a:cubicBezTo>
                        <a:pt x="307" y="50"/>
                        <a:pt x="311" y="53"/>
                        <a:pt x="318" y="51"/>
                      </a:cubicBezTo>
                      <a:cubicBezTo>
                        <a:pt x="324" y="48"/>
                        <a:pt x="324" y="39"/>
                        <a:pt x="329" y="35"/>
                      </a:cubicBezTo>
                      <a:cubicBezTo>
                        <a:pt x="322" y="29"/>
                        <a:pt x="331" y="30"/>
                        <a:pt x="324" y="25"/>
                      </a:cubicBezTo>
                      <a:cubicBezTo>
                        <a:pt x="323" y="25"/>
                        <a:pt x="321" y="24"/>
                        <a:pt x="319" y="24"/>
                      </a:cubicBezTo>
                      <a:cubicBezTo>
                        <a:pt x="317" y="24"/>
                        <a:pt x="315" y="27"/>
                        <a:pt x="313" y="26"/>
                      </a:cubicBezTo>
                      <a:cubicBezTo>
                        <a:pt x="310" y="24"/>
                        <a:pt x="309" y="18"/>
                        <a:pt x="306" y="16"/>
                      </a:cubicBezTo>
                      <a:cubicBezTo>
                        <a:pt x="305" y="16"/>
                        <a:pt x="304" y="16"/>
                        <a:pt x="303" y="17"/>
                      </a:cubicBezTo>
                      <a:cubicBezTo>
                        <a:pt x="302" y="17"/>
                        <a:pt x="301" y="18"/>
                        <a:pt x="300" y="17"/>
                      </a:cubicBezTo>
                      <a:cubicBezTo>
                        <a:pt x="291" y="14"/>
                        <a:pt x="300" y="8"/>
                        <a:pt x="287" y="7"/>
                      </a:cubicBezTo>
                      <a:cubicBezTo>
                        <a:pt x="287" y="12"/>
                        <a:pt x="278" y="12"/>
                        <a:pt x="274" y="13"/>
                      </a:cubicBezTo>
                      <a:cubicBezTo>
                        <a:pt x="271" y="13"/>
                        <a:pt x="269" y="16"/>
                        <a:pt x="267" y="15"/>
                      </a:cubicBezTo>
                      <a:cubicBezTo>
                        <a:pt x="257" y="12"/>
                        <a:pt x="265" y="1"/>
                        <a:pt x="251" y="0"/>
                      </a:cubicBezTo>
                      <a:cubicBezTo>
                        <a:pt x="245" y="0"/>
                        <a:pt x="242" y="8"/>
                        <a:pt x="236" y="9"/>
                      </a:cubicBezTo>
                      <a:cubicBezTo>
                        <a:pt x="233" y="9"/>
                        <a:pt x="229" y="9"/>
                        <a:pt x="225" y="8"/>
                      </a:cubicBezTo>
                      <a:cubicBezTo>
                        <a:pt x="218" y="6"/>
                        <a:pt x="211" y="4"/>
                        <a:pt x="206" y="11"/>
                      </a:cubicBezTo>
                      <a:cubicBezTo>
                        <a:pt x="202" y="16"/>
                        <a:pt x="205" y="31"/>
                        <a:pt x="198" y="34"/>
                      </a:cubicBezTo>
                      <a:cubicBezTo>
                        <a:pt x="197" y="34"/>
                        <a:pt x="196" y="34"/>
                        <a:pt x="195" y="33"/>
                      </a:cubicBezTo>
                      <a:cubicBezTo>
                        <a:pt x="193" y="33"/>
                        <a:pt x="192" y="33"/>
                        <a:pt x="190" y="33"/>
                      </a:cubicBezTo>
                      <a:cubicBezTo>
                        <a:pt x="181" y="39"/>
                        <a:pt x="194" y="43"/>
                        <a:pt x="180" y="45"/>
                      </a:cubicBezTo>
                      <a:cubicBezTo>
                        <a:pt x="178" y="45"/>
                        <a:pt x="176" y="44"/>
                        <a:pt x="173" y="42"/>
                      </a:cubicBezTo>
                      <a:cubicBezTo>
                        <a:pt x="169" y="39"/>
                        <a:pt x="164" y="36"/>
                        <a:pt x="161" y="41"/>
                      </a:cubicBezTo>
                      <a:cubicBezTo>
                        <a:pt x="159" y="44"/>
                        <a:pt x="162" y="49"/>
                        <a:pt x="160" y="51"/>
                      </a:cubicBezTo>
                      <a:cubicBezTo>
                        <a:pt x="154" y="58"/>
                        <a:pt x="136" y="54"/>
                        <a:pt x="128" y="59"/>
                      </a:cubicBezTo>
                      <a:cubicBezTo>
                        <a:pt x="121" y="64"/>
                        <a:pt x="129" y="72"/>
                        <a:pt x="131" y="75"/>
                      </a:cubicBezTo>
                      <a:cubicBezTo>
                        <a:pt x="133" y="79"/>
                        <a:pt x="85" y="87"/>
                        <a:pt x="78" y="86"/>
                      </a:cubicBezTo>
                      <a:cubicBezTo>
                        <a:pt x="68" y="84"/>
                        <a:pt x="60" y="69"/>
                        <a:pt x="49" y="68"/>
                      </a:cubicBezTo>
                      <a:cubicBezTo>
                        <a:pt x="47" y="68"/>
                        <a:pt x="46" y="68"/>
                        <a:pt x="44" y="69"/>
                      </a:cubicBezTo>
                      <a:cubicBezTo>
                        <a:pt x="36" y="72"/>
                        <a:pt x="44" y="90"/>
                        <a:pt x="44" y="93"/>
                      </a:cubicBezTo>
                      <a:cubicBezTo>
                        <a:pt x="42" y="96"/>
                        <a:pt x="36" y="95"/>
                        <a:pt x="30" y="94"/>
                      </a:cubicBezTo>
                      <a:cubicBezTo>
                        <a:pt x="23" y="94"/>
                        <a:pt x="16" y="93"/>
                        <a:pt x="12" y="97"/>
                      </a:cubicBezTo>
                      <a:cubicBezTo>
                        <a:pt x="9" y="99"/>
                        <a:pt x="26" y="98"/>
                        <a:pt x="26" y="108"/>
                      </a:cubicBezTo>
                      <a:cubicBezTo>
                        <a:pt x="27" y="119"/>
                        <a:pt x="18" y="111"/>
                        <a:pt x="14" y="119"/>
                      </a:cubicBezTo>
                      <a:cubicBezTo>
                        <a:pt x="11" y="124"/>
                        <a:pt x="21" y="136"/>
                        <a:pt x="20" y="138"/>
                      </a:cubicBezTo>
                      <a:cubicBezTo>
                        <a:pt x="15" y="147"/>
                        <a:pt x="10" y="149"/>
                        <a:pt x="0" y="160"/>
                      </a:cubicBezTo>
                      <a:cubicBezTo>
                        <a:pt x="0" y="160"/>
                        <a:pt x="0" y="160"/>
                        <a:pt x="0" y="160"/>
                      </a:cubicBezTo>
                      <a:cubicBezTo>
                        <a:pt x="1" y="160"/>
                        <a:pt x="1" y="159"/>
                        <a:pt x="3" y="159"/>
                      </a:cubicBezTo>
                      <a:cubicBezTo>
                        <a:pt x="9" y="159"/>
                        <a:pt x="9" y="159"/>
                        <a:pt x="9" y="159"/>
                      </a:cubicBezTo>
                    </a:path>
                  </a:pathLst>
                </a:custGeom>
                <a:solidFill>
                  <a:srgbClr val="6BB9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6" name="Lithuania" descr="{&quot;Key&quot;:&quot;lithuania&quot;,&quot;Name&quot;:&quot;Lithuania&quot;,&quot;Value&quot;:17.0,&quot;Formula&quot;:&quot;17&quot;,&quot;Text&quot;:&quot;17&quot;,&quot;OfficeApplication&quot;:2,&quot;HasValue&quot;:true}">
                  <a:extLst>
                    <a:ext uri="{FF2B5EF4-FFF2-40B4-BE49-F238E27FC236}">
                      <a16:creationId xmlns:a16="http://schemas.microsoft.com/office/drawing/2014/main" id="{EF4DD267-80E2-F248-F9EE-B7F996C855A4}"/>
                    </a:ext>
                  </a:extLst>
                </p:cNvPr>
                <p:cNvSpPr>
                  <a:spLocks noEditPoints="1"/>
                </p:cNvSpPr>
                <p:nvPr/>
              </p:nvSpPr>
              <p:spPr bwMode="auto">
                <a:xfrm>
                  <a:off x="4032466" y="3326979"/>
                  <a:ext cx="420596" cy="359993"/>
                </a:xfrm>
                <a:custGeom>
                  <a:avLst/>
                  <a:gdLst>
                    <a:gd name="T0" fmla="*/ 98 w 252"/>
                    <a:gd name="T1" fmla="*/ 167 h 200"/>
                    <a:gd name="T2" fmla="*/ 128 w 252"/>
                    <a:gd name="T3" fmla="*/ 183 h 200"/>
                    <a:gd name="T4" fmla="*/ 160 w 252"/>
                    <a:gd name="T5" fmla="*/ 189 h 200"/>
                    <a:gd name="T6" fmla="*/ 179 w 252"/>
                    <a:gd name="T7" fmla="*/ 183 h 200"/>
                    <a:gd name="T8" fmla="*/ 185 w 252"/>
                    <a:gd name="T9" fmla="*/ 172 h 200"/>
                    <a:gd name="T10" fmla="*/ 200 w 252"/>
                    <a:gd name="T11" fmla="*/ 158 h 200"/>
                    <a:gd name="T12" fmla="*/ 214 w 252"/>
                    <a:gd name="T13" fmla="*/ 161 h 200"/>
                    <a:gd name="T14" fmla="*/ 213 w 252"/>
                    <a:gd name="T15" fmla="*/ 148 h 200"/>
                    <a:gd name="T16" fmla="*/ 213 w 252"/>
                    <a:gd name="T17" fmla="*/ 114 h 200"/>
                    <a:gd name="T18" fmla="*/ 228 w 252"/>
                    <a:gd name="T19" fmla="*/ 96 h 200"/>
                    <a:gd name="T20" fmla="*/ 245 w 252"/>
                    <a:gd name="T21" fmla="*/ 81 h 200"/>
                    <a:gd name="T22" fmla="*/ 250 w 252"/>
                    <a:gd name="T23" fmla="*/ 69 h 200"/>
                    <a:gd name="T24" fmla="*/ 235 w 252"/>
                    <a:gd name="T25" fmla="*/ 42 h 200"/>
                    <a:gd name="T26" fmla="*/ 230 w 252"/>
                    <a:gd name="T27" fmla="*/ 42 h 200"/>
                    <a:gd name="T28" fmla="*/ 167 w 252"/>
                    <a:gd name="T29" fmla="*/ 18 h 200"/>
                    <a:gd name="T30" fmla="*/ 141 w 252"/>
                    <a:gd name="T31" fmla="*/ 16 h 200"/>
                    <a:gd name="T32" fmla="*/ 125 w 252"/>
                    <a:gd name="T33" fmla="*/ 21 h 200"/>
                    <a:gd name="T34" fmla="*/ 98 w 252"/>
                    <a:gd name="T35" fmla="*/ 21 h 200"/>
                    <a:gd name="T36" fmla="*/ 82 w 252"/>
                    <a:gd name="T37" fmla="*/ 27 h 200"/>
                    <a:gd name="T38" fmla="*/ 67 w 252"/>
                    <a:gd name="T39" fmla="*/ 25 h 200"/>
                    <a:gd name="T40" fmla="*/ 12 w 252"/>
                    <a:gd name="T41" fmla="*/ 45 h 200"/>
                    <a:gd name="T42" fmla="*/ 2 w 252"/>
                    <a:gd name="T43" fmla="*/ 58 h 200"/>
                    <a:gd name="T44" fmla="*/ 6 w 252"/>
                    <a:gd name="T45" fmla="*/ 80 h 200"/>
                    <a:gd name="T46" fmla="*/ 11 w 252"/>
                    <a:gd name="T47" fmla="*/ 89 h 200"/>
                    <a:gd name="T48" fmla="*/ 16 w 252"/>
                    <a:gd name="T49" fmla="*/ 112 h 200"/>
                    <a:gd name="T50" fmla="*/ 21 w 252"/>
                    <a:gd name="T51" fmla="*/ 115 h 200"/>
                    <a:gd name="T52" fmla="*/ 25 w 252"/>
                    <a:gd name="T53" fmla="*/ 114 h 200"/>
                    <a:gd name="T54" fmla="*/ 54 w 252"/>
                    <a:gd name="T55" fmla="*/ 124 h 200"/>
                    <a:gd name="T56" fmla="*/ 79 w 252"/>
                    <a:gd name="T57" fmla="*/ 121 h 200"/>
                    <a:gd name="T58" fmla="*/ 85 w 252"/>
                    <a:gd name="T59" fmla="*/ 128 h 200"/>
                    <a:gd name="T60" fmla="*/ 96 w 252"/>
                    <a:gd name="T61" fmla="*/ 171 h 200"/>
                    <a:gd name="T62" fmla="*/ 7 w 252"/>
                    <a:gd name="T63" fmla="*/ 84 h 200"/>
                    <a:gd name="T64" fmla="*/ 7 w 252"/>
                    <a:gd name="T65" fmla="*/ 116 h 200"/>
                    <a:gd name="T66" fmla="*/ 11 w 252"/>
                    <a:gd name="T67" fmla="*/ 105 h 200"/>
                    <a:gd name="T68" fmla="*/ 8 w 252"/>
                    <a:gd name="T69" fmla="*/ 8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2" h="200">
                      <a:moveTo>
                        <a:pt x="96" y="171"/>
                      </a:moveTo>
                      <a:cubicBezTo>
                        <a:pt x="97" y="170"/>
                        <a:pt x="97" y="167"/>
                        <a:pt x="98" y="167"/>
                      </a:cubicBezTo>
                      <a:cubicBezTo>
                        <a:pt x="107" y="164"/>
                        <a:pt x="103" y="171"/>
                        <a:pt x="109" y="174"/>
                      </a:cubicBezTo>
                      <a:cubicBezTo>
                        <a:pt x="124" y="180"/>
                        <a:pt x="118" y="168"/>
                        <a:pt x="128" y="183"/>
                      </a:cubicBezTo>
                      <a:cubicBezTo>
                        <a:pt x="132" y="187"/>
                        <a:pt x="128" y="193"/>
                        <a:pt x="132" y="196"/>
                      </a:cubicBezTo>
                      <a:cubicBezTo>
                        <a:pt x="139" y="200"/>
                        <a:pt x="155" y="191"/>
                        <a:pt x="160" y="189"/>
                      </a:cubicBezTo>
                      <a:cubicBezTo>
                        <a:pt x="164" y="187"/>
                        <a:pt x="166" y="197"/>
                        <a:pt x="171" y="193"/>
                      </a:cubicBezTo>
                      <a:cubicBezTo>
                        <a:pt x="175" y="190"/>
                        <a:pt x="175" y="185"/>
                        <a:pt x="179" y="183"/>
                      </a:cubicBezTo>
                      <a:cubicBezTo>
                        <a:pt x="182" y="181"/>
                        <a:pt x="185" y="183"/>
                        <a:pt x="188" y="182"/>
                      </a:cubicBezTo>
                      <a:cubicBezTo>
                        <a:pt x="191" y="181"/>
                        <a:pt x="183" y="175"/>
                        <a:pt x="185" y="172"/>
                      </a:cubicBezTo>
                      <a:cubicBezTo>
                        <a:pt x="188" y="169"/>
                        <a:pt x="193" y="170"/>
                        <a:pt x="197" y="168"/>
                      </a:cubicBezTo>
                      <a:cubicBezTo>
                        <a:pt x="206" y="163"/>
                        <a:pt x="194" y="164"/>
                        <a:pt x="200" y="158"/>
                      </a:cubicBezTo>
                      <a:cubicBezTo>
                        <a:pt x="202" y="155"/>
                        <a:pt x="215" y="149"/>
                        <a:pt x="216" y="157"/>
                      </a:cubicBezTo>
                      <a:cubicBezTo>
                        <a:pt x="217" y="158"/>
                        <a:pt x="214" y="159"/>
                        <a:pt x="214" y="161"/>
                      </a:cubicBezTo>
                      <a:cubicBezTo>
                        <a:pt x="213" y="166"/>
                        <a:pt x="225" y="162"/>
                        <a:pt x="226" y="159"/>
                      </a:cubicBezTo>
                      <a:cubicBezTo>
                        <a:pt x="231" y="147"/>
                        <a:pt x="213" y="150"/>
                        <a:pt x="213" y="148"/>
                      </a:cubicBezTo>
                      <a:cubicBezTo>
                        <a:pt x="213" y="146"/>
                        <a:pt x="218" y="130"/>
                        <a:pt x="218" y="129"/>
                      </a:cubicBezTo>
                      <a:cubicBezTo>
                        <a:pt x="213" y="114"/>
                        <a:pt x="213" y="114"/>
                        <a:pt x="213" y="114"/>
                      </a:cubicBezTo>
                      <a:cubicBezTo>
                        <a:pt x="213" y="113"/>
                        <a:pt x="216" y="113"/>
                        <a:pt x="216" y="112"/>
                      </a:cubicBezTo>
                      <a:cubicBezTo>
                        <a:pt x="222" y="91"/>
                        <a:pt x="217" y="113"/>
                        <a:pt x="228" y="96"/>
                      </a:cubicBezTo>
                      <a:cubicBezTo>
                        <a:pt x="231" y="93"/>
                        <a:pt x="228" y="87"/>
                        <a:pt x="230" y="83"/>
                      </a:cubicBezTo>
                      <a:cubicBezTo>
                        <a:pt x="233" y="79"/>
                        <a:pt x="242" y="85"/>
                        <a:pt x="245" y="81"/>
                      </a:cubicBezTo>
                      <a:cubicBezTo>
                        <a:pt x="247" y="78"/>
                        <a:pt x="244" y="75"/>
                        <a:pt x="245" y="73"/>
                      </a:cubicBezTo>
                      <a:cubicBezTo>
                        <a:pt x="246" y="71"/>
                        <a:pt x="249" y="71"/>
                        <a:pt x="250" y="69"/>
                      </a:cubicBezTo>
                      <a:cubicBezTo>
                        <a:pt x="252" y="61"/>
                        <a:pt x="233" y="72"/>
                        <a:pt x="234" y="67"/>
                      </a:cubicBezTo>
                      <a:cubicBezTo>
                        <a:pt x="234" y="58"/>
                        <a:pt x="238" y="51"/>
                        <a:pt x="235" y="42"/>
                      </a:cubicBezTo>
                      <a:cubicBezTo>
                        <a:pt x="235" y="42"/>
                        <a:pt x="235" y="42"/>
                        <a:pt x="235" y="42"/>
                      </a:cubicBezTo>
                      <a:cubicBezTo>
                        <a:pt x="233" y="42"/>
                        <a:pt x="231" y="42"/>
                        <a:pt x="230" y="42"/>
                      </a:cubicBezTo>
                      <a:cubicBezTo>
                        <a:pt x="217" y="40"/>
                        <a:pt x="200" y="19"/>
                        <a:pt x="189" y="16"/>
                      </a:cubicBezTo>
                      <a:cubicBezTo>
                        <a:pt x="182" y="14"/>
                        <a:pt x="174" y="18"/>
                        <a:pt x="167" y="18"/>
                      </a:cubicBezTo>
                      <a:cubicBezTo>
                        <a:pt x="160" y="18"/>
                        <a:pt x="157" y="0"/>
                        <a:pt x="152" y="2"/>
                      </a:cubicBezTo>
                      <a:cubicBezTo>
                        <a:pt x="145" y="3"/>
                        <a:pt x="145" y="12"/>
                        <a:pt x="141" y="16"/>
                      </a:cubicBezTo>
                      <a:cubicBezTo>
                        <a:pt x="137" y="23"/>
                        <a:pt x="137" y="15"/>
                        <a:pt x="132" y="16"/>
                      </a:cubicBezTo>
                      <a:cubicBezTo>
                        <a:pt x="129" y="16"/>
                        <a:pt x="128" y="20"/>
                        <a:pt x="125" y="21"/>
                      </a:cubicBezTo>
                      <a:cubicBezTo>
                        <a:pt x="124" y="21"/>
                        <a:pt x="107" y="17"/>
                        <a:pt x="107" y="17"/>
                      </a:cubicBezTo>
                      <a:cubicBezTo>
                        <a:pt x="104" y="17"/>
                        <a:pt x="102" y="21"/>
                        <a:pt x="98" y="21"/>
                      </a:cubicBezTo>
                      <a:cubicBezTo>
                        <a:pt x="92" y="22"/>
                        <a:pt x="90" y="16"/>
                        <a:pt x="85" y="21"/>
                      </a:cubicBezTo>
                      <a:cubicBezTo>
                        <a:pt x="83" y="23"/>
                        <a:pt x="84" y="26"/>
                        <a:pt x="82" y="27"/>
                      </a:cubicBezTo>
                      <a:cubicBezTo>
                        <a:pt x="80" y="30"/>
                        <a:pt x="77" y="20"/>
                        <a:pt x="74" y="20"/>
                      </a:cubicBezTo>
                      <a:cubicBezTo>
                        <a:pt x="71" y="20"/>
                        <a:pt x="70" y="24"/>
                        <a:pt x="67" y="25"/>
                      </a:cubicBezTo>
                      <a:cubicBezTo>
                        <a:pt x="63" y="26"/>
                        <a:pt x="45" y="25"/>
                        <a:pt x="41" y="26"/>
                      </a:cubicBezTo>
                      <a:cubicBezTo>
                        <a:pt x="34" y="28"/>
                        <a:pt x="16" y="39"/>
                        <a:pt x="12" y="45"/>
                      </a:cubicBezTo>
                      <a:cubicBezTo>
                        <a:pt x="10" y="48"/>
                        <a:pt x="10" y="53"/>
                        <a:pt x="8" y="56"/>
                      </a:cubicBezTo>
                      <a:cubicBezTo>
                        <a:pt x="6" y="58"/>
                        <a:pt x="4" y="58"/>
                        <a:pt x="2" y="58"/>
                      </a:cubicBezTo>
                      <a:cubicBezTo>
                        <a:pt x="2" y="59"/>
                        <a:pt x="2" y="59"/>
                        <a:pt x="3" y="60"/>
                      </a:cubicBezTo>
                      <a:cubicBezTo>
                        <a:pt x="7" y="74"/>
                        <a:pt x="0" y="65"/>
                        <a:pt x="6" y="80"/>
                      </a:cubicBezTo>
                      <a:cubicBezTo>
                        <a:pt x="6" y="81"/>
                        <a:pt x="7" y="82"/>
                        <a:pt x="8" y="83"/>
                      </a:cubicBezTo>
                      <a:cubicBezTo>
                        <a:pt x="9" y="85"/>
                        <a:pt x="10" y="87"/>
                        <a:pt x="11" y="89"/>
                      </a:cubicBezTo>
                      <a:cubicBezTo>
                        <a:pt x="14" y="93"/>
                        <a:pt x="16" y="97"/>
                        <a:pt x="17" y="102"/>
                      </a:cubicBezTo>
                      <a:cubicBezTo>
                        <a:pt x="18" y="105"/>
                        <a:pt x="15" y="108"/>
                        <a:pt x="16" y="112"/>
                      </a:cubicBezTo>
                      <a:cubicBezTo>
                        <a:pt x="16" y="113"/>
                        <a:pt x="17" y="109"/>
                        <a:pt x="18" y="109"/>
                      </a:cubicBezTo>
                      <a:cubicBezTo>
                        <a:pt x="20" y="108"/>
                        <a:pt x="20" y="113"/>
                        <a:pt x="21" y="115"/>
                      </a:cubicBezTo>
                      <a:cubicBezTo>
                        <a:pt x="21" y="116"/>
                        <a:pt x="21" y="116"/>
                        <a:pt x="21" y="117"/>
                      </a:cubicBezTo>
                      <a:cubicBezTo>
                        <a:pt x="23" y="116"/>
                        <a:pt x="23" y="114"/>
                        <a:pt x="25" y="114"/>
                      </a:cubicBezTo>
                      <a:cubicBezTo>
                        <a:pt x="27" y="115"/>
                        <a:pt x="27" y="117"/>
                        <a:pt x="28" y="119"/>
                      </a:cubicBezTo>
                      <a:cubicBezTo>
                        <a:pt x="35" y="123"/>
                        <a:pt x="46" y="122"/>
                        <a:pt x="54" y="124"/>
                      </a:cubicBezTo>
                      <a:cubicBezTo>
                        <a:pt x="55" y="125"/>
                        <a:pt x="53" y="127"/>
                        <a:pt x="54" y="127"/>
                      </a:cubicBezTo>
                      <a:cubicBezTo>
                        <a:pt x="63" y="127"/>
                        <a:pt x="71" y="119"/>
                        <a:pt x="79" y="121"/>
                      </a:cubicBezTo>
                      <a:cubicBezTo>
                        <a:pt x="81" y="122"/>
                        <a:pt x="80" y="127"/>
                        <a:pt x="82" y="128"/>
                      </a:cubicBezTo>
                      <a:cubicBezTo>
                        <a:pt x="83" y="129"/>
                        <a:pt x="84" y="127"/>
                        <a:pt x="85" y="128"/>
                      </a:cubicBezTo>
                      <a:cubicBezTo>
                        <a:pt x="88" y="129"/>
                        <a:pt x="90" y="131"/>
                        <a:pt x="92" y="133"/>
                      </a:cubicBezTo>
                      <a:cubicBezTo>
                        <a:pt x="95" y="138"/>
                        <a:pt x="83" y="154"/>
                        <a:pt x="96" y="171"/>
                      </a:cubicBezTo>
                      <a:close/>
                      <a:moveTo>
                        <a:pt x="8" y="83"/>
                      </a:moveTo>
                      <a:cubicBezTo>
                        <a:pt x="7" y="84"/>
                        <a:pt x="7" y="84"/>
                        <a:pt x="7" y="84"/>
                      </a:cubicBezTo>
                      <a:cubicBezTo>
                        <a:pt x="6" y="89"/>
                        <a:pt x="10" y="93"/>
                        <a:pt x="10" y="98"/>
                      </a:cubicBezTo>
                      <a:cubicBezTo>
                        <a:pt x="11" y="103"/>
                        <a:pt x="10" y="110"/>
                        <a:pt x="7" y="116"/>
                      </a:cubicBezTo>
                      <a:cubicBezTo>
                        <a:pt x="8" y="116"/>
                        <a:pt x="8" y="116"/>
                        <a:pt x="8" y="116"/>
                      </a:cubicBezTo>
                      <a:cubicBezTo>
                        <a:pt x="10" y="113"/>
                        <a:pt x="10" y="110"/>
                        <a:pt x="11" y="105"/>
                      </a:cubicBezTo>
                      <a:cubicBezTo>
                        <a:pt x="11" y="103"/>
                        <a:pt x="11" y="95"/>
                        <a:pt x="11" y="89"/>
                      </a:cubicBezTo>
                      <a:cubicBezTo>
                        <a:pt x="11" y="81"/>
                        <a:pt x="11" y="76"/>
                        <a:pt x="8" y="83"/>
                      </a:cubicBezTo>
                      <a:close/>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7" name="Latvia" descr="{&quot;Key&quot;:&quot;latvia&quot;,&quot;Name&quot;:&quot;Latvia&quot;,&quot;Value&quot;:12.0,&quot;Formula&quot;:&quot;12&quot;,&quot;Text&quot;:&quot;12&quot;,&quot;OfficeApplication&quot;:2,&quot;HasValue&quot;:true}">
                  <a:extLst>
                    <a:ext uri="{FF2B5EF4-FFF2-40B4-BE49-F238E27FC236}">
                      <a16:creationId xmlns:a16="http://schemas.microsoft.com/office/drawing/2014/main" id="{76EF175D-20BD-F7A2-F354-1E8B1DDD5152}"/>
                    </a:ext>
                  </a:extLst>
                </p:cNvPr>
                <p:cNvSpPr>
                  <a:spLocks/>
                </p:cNvSpPr>
                <p:nvPr/>
              </p:nvSpPr>
              <p:spPr bwMode="auto">
                <a:xfrm>
                  <a:off x="4014694" y="3110346"/>
                  <a:ext cx="507973" cy="321763"/>
                </a:xfrm>
                <a:custGeom>
                  <a:avLst/>
                  <a:gdLst>
                    <a:gd name="T0" fmla="*/ 13 w 304"/>
                    <a:gd name="T1" fmla="*/ 179 h 179"/>
                    <a:gd name="T2" fmla="*/ 19 w 304"/>
                    <a:gd name="T3" fmla="*/ 177 h 179"/>
                    <a:gd name="T4" fmla="*/ 23 w 304"/>
                    <a:gd name="T5" fmla="*/ 166 h 179"/>
                    <a:gd name="T6" fmla="*/ 52 w 304"/>
                    <a:gd name="T7" fmla="*/ 147 h 179"/>
                    <a:gd name="T8" fmla="*/ 78 w 304"/>
                    <a:gd name="T9" fmla="*/ 146 h 179"/>
                    <a:gd name="T10" fmla="*/ 85 w 304"/>
                    <a:gd name="T11" fmla="*/ 141 h 179"/>
                    <a:gd name="T12" fmla="*/ 93 w 304"/>
                    <a:gd name="T13" fmla="*/ 148 h 179"/>
                    <a:gd name="T14" fmla="*/ 96 w 304"/>
                    <a:gd name="T15" fmla="*/ 142 h 179"/>
                    <a:gd name="T16" fmla="*/ 109 w 304"/>
                    <a:gd name="T17" fmla="*/ 142 h 179"/>
                    <a:gd name="T18" fmla="*/ 118 w 304"/>
                    <a:gd name="T19" fmla="*/ 138 h 179"/>
                    <a:gd name="T20" fmla="*/ 136 w 304"/>
                    <a:gd name="T21" fmla="*/ 142 h 179"/>
                    <a:gd name="T22" fmla="*/ 143 w 304"/>
                    <a:gd name="T23" fmla="*/ 137 h 179"/>
                    <a:gd name="T24" fmla="*/ 152 w 304"/>
                    <a:gd name="T25" fmla="*/ 137 h 179"/>
                    <a:gd name="T26" fmla="*/ 163 w 304"/>
                    <a:gd name="T27" fmla="*/ 123 h 179"/>
                    <a:gd name="T28" fmla="*/ 178 w 304"/>
                    <a:gd name="T29" fmla="*/ 139 h 179"/>
                    <a:gd name="T30" fmla="*/ 200 w 304"/>
                    <a:gd name="T31" fmla="*/ 137 h 179"/>
                    <a:gd name="T32" fmla="*/ 241 w 304"/>
                    <a:gd name="T33" fmla="*/ 163 h 179"/>
                    <a:gd name="T34" fmla="*/ 264 w 304"/>
                    <a:gd name="T35" fmla="*/ 145 h 179"/>
                    <a:gd name="T36" fmla="*/ 271 w 304"/>
                    <a:gd name="T37" fmla="*/ 148 h 179"/>
                    <a:gd name="T38" fmla="*/ 272 w 304"/>
                    <a:gd name="T39" fmla="*/ 143 h 179"/>
                    <a:gd name="T40" fmla="*/ 283 w 304"/>
                    <a:gd name="T41" fmla="*/ 143 h 179"/>
                    <a:gd name="T42" fmla="*/ 287 w 304"/>
                    <a:gd name="T43" fmla="*/ 125 h 179"/>
                    <a:gd name="T44" fmla="*/ 299 w 304"/>
                    <a:gd name="T45" fmla="*/ 112 h 179"/>
                    <a:gd name="T46" fmla="*/ 277 w 304"/>
                    <a:gd name="T47" fmla="*/ 73 h 179"/>
                    <a:gd name="T48" fmla="*/ 274 w 304"/>
                    <a:gd name="T49" fmla="*/ 64 h 179"/>
                    <a:gd name="T50" fmla="*/ 266 w 304"/>
                    <a:gd name="T51" fmla="*/ 67 h 179"/>
                    <a:gd name="T52" fmla="*/ 266 w 304"/>
                    <a:gd name="T53" fmla="*/ 64 h 179"/>
                    <a:gd name="T54" fmla="*/ 266 w 304"/>
                    <a:gd name="T55" fmla="*/ 62 h 179"/>
                    <a:gd name="T56" fmla="*/ 267 w 304"/>
                    <a:gd name="T57" fmla="*/ 50 h 179"/>
                    <a:gd name="T58" fmla="*/ 262 w 304"/>
                    <a:gd name="T59" fmla="*/ 47 h 179"/>
                    <a:gd name="T60" fmla="*/ 257 w 304"/>
                    <a:gd name="T61" fmla="*/ 29 h 179"/>
                    <a:gd name="T62" fmla="*/ 250 w 304"/>
                    <a:gd name="T63" fmla="*/ 26 h 179"/>
                    <a:gd name="T64" fmla="*/ 249 w 304"/>
                    <a:gd name="T65" fmla="*/ 19 h 179"/>
                    <a:gd name="T66" fmla="*/ 241 w 304"/>
                    <a:gd name="T67" fmla="*/ 21 h 179"/>
                    <a:gd name="T68" fmla="*/ 221 w 304"/>
                    <a:gd name="T69" fmla="*/ 18 h 179"/>
                    <a:gd name="T70" fmla="*/ 210 w 304"/>
                    <a:gd name="T71" fmla="*/ 30 h 179"/>
                    <a:gd name="T72" fmla="*/ 186 w 304"/>
                    <a:gd name="T73" fmla="*/ 15 h 179"/>
                    <a:gd name="T74" fmla="*/ 185 w 304"/>
                    <a:gd name="T75" fmla="*/ 10 h 179"/>
                    <a:gd name="T76" fmla="*/ 175 w 304"/>
                    <a:gd name="T77" fmla="*/ 11 h 179"/>
                    <a:gd name="T78" fmla="*/ 172 w 304"/>
                    <a:gd name="T79" fmla="*/ 7 h 179"/>
                    <a:gd name="T80" fmla="*/ 167 w 304"/>
                    <a:gd name="T81" fmla="*/ 9 h 179"/>
                    <a:gd name="T82" fmla="*/ 152 w 304"/>
                    <a:gd name="T83" fmla="*/ 0 h 179"/>
                    <a:gd name="T84" fmla="*/ 152 w 304"/>
                    <a:gd name="T85" fmla="*/ 3 h 179"/>
                    <a:gd name="T86" fmla="*/ 153 w 304"/>
                    <a:gd name="T87" fmla="*/ 4 h 179"/>
                    <a:gd name="T88" fmla="*/ 145 w 304"/>
                    <a:gd name="T89" fmla="*/ 3 h 179"/>
                    <a:gd name="T90" fmla="*/ 118 w 304"/>
                    <a:gd name="T91" fmla="*/ 24 h 179"/>
                    <a:gd name="T92" fmla="*/ 117 w 304"/>
                    <a:gd name="T93" fmla="*/ 23 h 179"/>
                    <a:gd name="T94" fmla="*/ 117 w 304"/>
                    <a:gd name="T95" fmla="*/ 28 h 179"/>
                    <a:gd name="T96" fmla="*/ 131 w 304"/>
                    <a:gd name="T97" fmla="*/ 69 h 179"/>
                    <a:gd name="T98" fmla="*/ 107 w 304"/>
                    <a:gd name="T99" fmla="*/ 95 h 179"/>
                    <a:gd name="T100" fmla="*/ 99 w 304"/>
                    <a:gd name="T101" fmla="*/ 91 h 179"/>
                    <a:gd name="T102" fmla="*/ 88 w 304"/>
                    <a:gd name="T103" fmla="*/ 88 h 179"/>
                    <a:gd name="T104" fmla="*/ 79 w 304"/>
                    <a:gd name="T105" fmla="*/ 70 h 179"/>
                    <a:gd name="T106" fmla="*/ 57 w 304"/>
                    <a:gd name="T107" fmla="*/ 57 h 179"/>
                    <a:gd name="T108" fmla="*/ 53 w 304"/>
                    <a:gd name="T109" fmla="*/ 46 h 179"/>
                    <a:gd name="T110" fmla="*/ 40 w 304"/>
                    <a:gd name="T111" fmla="*/ 54 h 179"/>
                    <a:gd name="T112" fmla="*/ 21 w 304"/>
                    <a:gd name="T113" fmla="*/ 65 h 179"/>
                    <a:gd name="T114" fmla="*/ 14 w 304"/>
                    <a:gd name="T115" fmla="*/ 110 h 179"/>
                    <a:gd name="T116" fmla="*/ 4 w 304"/>
                    <a:gd name="T117" fmla="*/ 124 h 179"/>
                    <a:gd name="T118" fmla="*/ 5 w 304"/>
                    <a:gd name="T119" fmla="*/ 134 h 179"/>
                    <a:gd name="T120" fmla="*/ 5 w 304"/>
                    <a:gd name="T121" fmla="*/ 146 h 179"/>
                    <a:gd name="T122" fmla="*/ 6 w 304"/>
                    <a:gd name="T123" fmla="*/ 147 h 179"/>
                    <a:gd name="T124" fmla="*/ 13 w 304"/>
                    <a:gd name="T1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4" h="179">
                      <a:moveTo>
                        <a:pt x="13" y="179"/>
                      </a:moveTo>
                      <a:cubicBezTo>
                        <a:pt x="15" y="179"/>
                        <a:pt x="17" y="179"/>
                        <a:pt x="19" y="177"/>
                      </a:cubicBezTo>
                      <a:cubicBezTo>
                        <a:pt x="21" y="174"/>
                        <a:pt x="21" y="169"/>
                        <a:pt x="23" y="166"/>
                      </a:cubicBezTo>
                      <a:cubicBezTo>
                        <a:pt x="27" y="160"/>
                        <a:pt x="45" y="149"/>
                        <a:pt x="52" y="147"/>
                      </a:cubicBezTo>
                      <a:cubicBezTo>
                        <a:pt x="56" y="146"/>
                        <a:pt x="74" y="147"/>
                        <a:pt x="78" y="146"/>
                      </a:cubicBezTo>
                      <a:cubicBezTo>
                        <a:pt x="81" y="145"/>
                        <a:pt x="82" y="141"/>
                        <a:pt x="85" y="141"/>
                      </a:cubicBezTo>
                      <a:cubicBezTo>
                        <a:pt x="88" y="141"/>
                        <a:pt x="91" y="151"/>
                        <a:pt x="93" y="148"/>
                      </a:cubicBezTo>
                      <a:cubicBezTo>
                        <a:pt x="95" y="147"/>
                        <a:pt x="94" y="144"/>
                        <a:pt x="96" y="142"/>
                      </a:cubicBezTo>
                      <a:cubicBezTo>
                        <a:pt x="101" y="137"/>
                        <a:pt x="103" y="143"/>
                        <a:pt x="109" y="142"/>
                      </a:cubicBezTo>
                      <a:cubicBezTo>
                        <a:pt x="113" y="142"/>
                        <a:pt x="115" y="138"/>
                        <a:pt x="118" y="138"/>
                      </a:cubicBezTo>
                      <a:cubicBezTo>
                        <a:pt x="118" y="138"/>
                        <a:pt x="135" y="142"/>
                        <a:pt x="136" y="142"/>
                      </a:cubicBezTo>
                      <a:cubicBezTo>
                        <a:pt x="139" y="141"/>
                        <a:pt x="140" y="137"/>
                        <a:pt x="143" y="137"/>
                      </a:cubicBezTo>
                      <a:cubicBezTo>
                        <a:pt x="148" y="136"/>
                        <a:pt x="148" y="144"/>
                        <a:pt x="152" y="137"/>
                      </a:cubicBezTo>
                      <a:cubicBezTo>
                        <a:pt x="156" y="133"/>
                        <a:pt x="156" y="124"/>
                        <a:pt x="163" y="123"/>
                      </a:cubicBezTo>
                      <a:cubicBezTo>
                        <a:pt x="168" y="121"/>
                        <a:pt x="171" y="139"/>
                        <a:pt x="178" y="139"/>
                      </a:cubicBezTo>
                      <a:cubicBezTo>
                        <a:pt x="185" y="139"/>
                        <a:pt x="193" y="135"/>
                        <a:pt x="200" y="137"/>
                      </a:cubicBezTo>
                      <a:cubicBezTo>
                        <a:pt x="211" y="140"/>
                        <a:pt x="228" y="161"/>
                        <a:pt x="241" y="163"/>
                      </a:cubicBezTo>
                      <a:cubicBezTo>
                        <a:pt x="255" y="166"/>
                        <a:pt x="255" y="144"/>
                        <a:pt x="264" y="145"/>
                      </a:cubicBezTo>
                      <a:cubicBezTo>
                        <a:pt x="267" y="145"/>
                        <a:pt x="268" y="148"/>
                        <a:pt x="271" y="148"/>
                      </a:cubicBezTo>
                      <a:cubicBezTo>
                        <a:pt x="272" y="148"/>
                        <a:pt x="271" y="144"/>
                        <a:pt x="272" y="143"/>
                      </a:cubicBezTo>
                      <a:cubicBezTo>
                        <a:pt x="276" y="142"/>
                        <a:pt x="280" y="146"/>
                        <a:pt x="283" y="143"/>
                      </a:cubicBezTo>
                      <a:cubicBezTo>
                        <a:pt x="283" y="143"/>
                        <a:pt x="286" y="126"/>
                        <a:pt x="287" y="125"/>
                      </a:cubicBezTo>
                      <a:cubicBezTo>
                        <a:pt x="288" y="121"/>
                        <a:pt x="299" y="113"/>
                        <a:pt x="299" y="112"/>
                      </a:cubicBezTo>
                      <a:cubicBezTo>
                        <a:pt x="304" y="96"/>
                        <a:pt x="287" y="81"/>
                        <a:pt x="277" y="73"/>
                      </a:cubicBezTo>
                      <a:cubicBezTo>
                        <a:pt x="274" y="70"/>
                        <a:pt x="281" y="65"/>
                        <a:pt x="274" y="64"/>
                      </a:cubicBezTo>
                      <a:cubicBezTo>
                        <a:pt x="271" y="63"/>
                        <a:pt x="268" y="68"/>
                        <a:pt x="266" y="67"/>
                      </a:cubicBezTo>
                      <a:cubicBezTo>
                        <a:pt x="264" y="67"/>
                        <a:pt x="266" y="65"/>
                        <a:pt x="266" y="64"/>
                      </a:cubicBezTo>
                      <a:cubicBezTo>
                        <a:pt x="266" y="64"/>
                        <a:pt x="266" y="63"/>
                        <a:pt x="266" y="62"/>
                      </a:cubicBezTo>
                      <a:cubicBezTo>
                        <a:pt x="266" y="58"/>
                        <a:pt x="267" y="54"/>
                        <a:pt x="267" y="50"/>
                      </a:cubicBezTo>
                      <a:cubicBezTo>
                        <a:pt x="266" y="48"/>
                        <a:pt x="262" y="49"/>
                        <a:pt x="262" y="47"/>
                      </a:cubicBezTo>
                      <a:cubicBezTo>
                        <a:pt x="262" y="40"/>
                        <a:pt x="276" y="35"/>
                        <a:pt x="257" y="29"/>
                      </a:cubicBezTo>
                      <a:cubicBezTo>
                        <a:pt x="255" y="28"/>
                        <a:pt x="251" y="28"/>
                        <a:pt x="250" y="26"/>
                      </a:cubicBezTo>
                      <a:cubicBezTo>
                        <a:pt x="248" y="24"/>
                        <a:pt x="251" y="20"/>
                        <a:pt x="249" y="19"/>
                      </a:cubicBezTo>
                      <a:cubicBezTo>
                        <a:pt x="246" y="17"/>
                        <a:pt x="244" y="20"/>
                        <a:pt x="241" y="21"/>
                      </a:cubicBezTo>
                      <a:cubicBezTo>
                        <a:pt x="241" y="23"/>
                        <a:pt x="224" y="17"/>
                        <a:pt x="221" y="18"/>
                      </a:cubicBezTo>
                      <a:cubicBezTo>
                        <a:pt x="221" y="18"/>
                        <a:pt x="211" y="30"/>
                        <a:pt x="210" y="30"/>
                      </a:cubicBezTo>
                      <a:cubicBezTo>
                        <a:pt x="206" y="30"/>
                        <a:pt x="188" y="18"/>
                        <a:pt x="186" y="15"/>
                      </a:cubicBezTo>
                      <a:cubicBezTo>
                        <a:pt x="185" y="14"/>
                        <a:pt x="187" y="10"/>
                        <a:pt x="185" y="10"/>
                      </a:cubicBezTo>
                      <a:cubicBezTo>
                        <a:pt x="182" y="9"/>
                        <a:pt x="178" y="12"/>
                        <a:pt x="175" y="11"/>
                      </a:cubicBezTo>
                      <a:cubicBezTo>
                        <a:pt x="173" y="10"/>
                        <a:pt x="174" y="7"/>
                        <a:pt x="172" y="7"/>
                      </a:cubicBezTo>
                      <a:cubicBezTo>
                        <a:pt x="171" y="7"/>
                        <a:pt x="169" y="10"/>
                        <a:pt x="167" y="9"/>
                      </a:cubicBezTo>
                      <a:cubicBezTo>
                        <a:pt x="164" y="8"/>
                        <a:pt x="158" y="0"/>
                        <a:pt x="152" y="0"/>
                      </a:cubicBezTo>
                      <a:cubicBezTo>
                        <a:pt x="151" y="0"/>
                        <a:pt x="152" y="1"/>
                        <a:pt x="152" y="3"/>
                      </a:cubicBezTo>
                      <a:cubicBezTo>
                        <a:pt x="152" y="3"/>
                        <a:pt x="153" y="3"/>
                        <a:pt x="153" y="4"/>
                      </a:cubicBezTo>
                      <a:cubicBezTo>
                        <a:pt x="155" y="11"/>
                        <a:pt x="148" y="0"/>
                        <a:pt x="145" y="3"/>
                      </a:cubicBezTo>
                      <a:cubicBezTo>
                        <a:pt x="140" y="7"/>
                        <a:pt x="122" y="23"/>
                        <a:pt x="118" y="24"/>
                      </a:cubicBezTo>
                      <a:cubicBezTo>
                        <a:pt x="117" y="23"/>
                        <a:pt x="117" y="23"/>
                        <a:pt x="117" y="23"/>
                      </a:cubicBezTo>
                      <a:cubicBezTo>
                        <a:pt x="117" y="25"/>
                        <a:pt x="117" y="26"/>
                        <a:pt x="117" y="28"/>
                      </a:cubicBezTo>
                      <a:cubicBezTo>
                        <a:pt x="120" y="40"/>
                        <a:pt x="134" y="56"/>
                        <a:pt x="131" y="69"/>
                      </a:cubicBezTo>
                      <a:cubicBezTo>
                        <a:pt x="129" y="77"/>
                        <a:pt x="116" y="94"/>
                        <a:pt x="107" y="95"/>
                      </a:cubicBezTo>
                      <a:cubicBezTo>
                        <a:pt x="104" y="95"/>
                        <a:pt x="102" y="92"/>
                        <a:pt x="99" y="91"/>
                      </a:cubicBezTo>
                      <a:cubicBezTo>
                        <a:pt x="93" y="90"/>
                        <a:pt x="92" y="94"/>
                        <a:pt x="88" y="88"/>
                      </a:cubicBezTo>
                      <a:cubicBezTo>
                        <a:pt x="85" y="82"/>
                        <a:pt x="85" y="74"/>
                        <a:pt x="79" y="70"/>
                      </a:cubicBezTo>
                      <a:cubicBezTo>
                        <a:pt x="74" y="65"/>
                        <a:pt x="62" y="63"/>
                        <a:pt x="57" y="57"/>
                      </a:cubicBezTo>
                      <a:cubicBezTo>
                        <a:pt x="53" y="55"/>
                        <a:pt x="57" y="47"/>
                        <a:pt x="53" y="46"/>
                      </a:cubicBezTo>
                      <a:cubicBezTo>
                        <a:pt x="48" y="43"/>
                        <a:pt x="44" y="51"/>
                        <a:pt x="40" y="54"/>
                      </a:cubicBezTo>
                      <a:cubicBezTo>
                        <a:pt x="34" y="59"/>
                        <a:pt x="26" y="60"/>
                        <a:pt x="21" y="65"/>
                      </a:cubicBezTo>
                      <a:cubicBezTo>
                        <a:pt x="8" y="80"/>
                        <a:pt x="19" y="96"/>
                        <a:pt x="14" y="110"/>
                      </a:cubicBezTo>
                      <a:cubicBezTo>
                        <a:pt x="13" y="116"/>
                        <a:pt x="5" y="118"/>
                        <a:pt x="4" y="124"/>
                      </a:cubicBezTo>
                      <a:cubicBezTo>
                        <a:pt x="2" y="127"/>
                        <a:pt x="5" y="130"/>
                        <a:pt x="5" y="134"/>
                      </a:cubicBezTo>
                      <a:cubicBezTo>
                        <a:pt x="5" y="138"/>
                        <a:pt x="4" y="142"/>
                        <a:pt x="5" y="146"/>
                      </a:cubicBezTo>
                      <a:cubicBezTo>
                        <a:pt x="5" y="146"/>
                        <a:pt x="5" y="147"/>
                        <a:pt x="6" y="147"/>
                      </a:cubicBezTo>
                      <a:cubicBezTo>
                        <a:pt x="0" y="154"/>
                        <a:pt x="9" y="171"/>
                        <a:pt x="13" y="179"/>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8" name="Moldova" descr="{&quot;Key&quot;:&quot;moldova&quot;,&quot;Name&quot;:&quot;Moldova&quot;,&quot;Value&quot;:9.0,&quot;Formula&quot;:&quot;9&quot;,&quot;Text&quot;:&quot;9&quot;,&quot;OfficeApplication&quot;:2,&quot;HasValue&quot;:true}">
                  <a:extLst>
                    <a:ext uri="{FF2B5EF4-FFF2-40B4-BE49-F238E27FC236}">
                      <a16:creationId xmlns:a16="http://schemas.microsoft.com/office/drawing/2014/main" id="{CE2EF85A-033F-7091-BE63-4688F90C9F40}"/>
                    </a:ext>
                  </a:extLst>
                </p:cNvPr>
                <p:cNvSpPr>
                  <a:spLocks/>
                </p:cNvSpPr>
                <p:nvPr/>
              </p:nvSpPr>
              <p:spPr bwMode="auto">
                <a:xfrm>
                  <a:off x="4638182" y="4319347"/>
                  <a:ext cx="340623" cy="383886"/>
                </a:xfrm>
                <a:custGeom>
                  <a:avLst/>
                  <a:gdLst>
                    <a:gd name="T0" fmla="*/ 0 w 204"/>
                    <a:gd name="T1" fmla="*/ 28 h 213"/>
                    <a:gd name="T2" fmla="*/ 19 w 204"/>
                    <a:gd name="T3" fmla="*/ 33 h 213"/>
                    <a:gd name="T4" fmla="*/ 43 w 204"/>
                    <a:gd name="T5" fmla="*/ 65 h 213"/>
                    <a:gd name="T6" fmla="*/ 107 w 204"/>
                    <a:gd name="T7" fmla="*/ 129 h 213"/>
                    <a:gd name="T8" fmla="*/ 109 w 204"/>
                    <a:gd name="T9" fmla="*/ 174 h 213"/>
                    <a:gd name="T10" fmla="*/ 120 w 204"/>
                    <a:gd name="T11" fmla="*/ 200 h 213"/>
                    <a:gd name="T12" fmla="*/ 116 w 204"/>
                    <a:gd name="T13" fmla="*/ 205 h 213"/>
                    <a:gd name="T14" fmla="*/ 122 w 204"/>
                    <a:gd name="T15" fmla="*/ 208 h 213"/>
                    <a:gd name="T16" fmla="*/ 126 w 204"/>
                    <a:gd name="T17" fmla="*/ 213 h 213"/>
                    <a:gd name="T18" fmla="*/ 129 w 204"/>
                    <a:gd name="T19" fmla="*/ 206 h 213"/>
                    <a:gd name="T20" fmla="*/ 138 w 204"/>
                    <a:gd name="T21" fmla="*/ 206 h 213"/>
                    <a:gd name="T22" fmla="*/ 139 w 204"/>
                    <a:gd name="T23" fmla="*/ 185 h 213"/>
                    <a:gd name="T24" fmla="*/ 146 w 204"/>
                    <a:gd name="T25" fmla="*/ 178 h 213"/>
                    <a:gd name="T26" fmla="*/ 146 w 204"/>
                    <a:gd name="T27" fmla="*/ 168 h 213"/>
                    <a:gd name="T28" fmla="*/ 153 w 204"/>
                    <a:gd name="T29" fmla="*/ 163 h 213"/>
                    <a:gd name="T30" fmla="*/ 151 w 204"/>
                    <a:gd name="T31" fmla="*/ 156 h 213"/>
                    <a:gd name="T32" fmla="*/ 153 w 204"/>
                    <a:gd name="T33" fmla="*/ 148 h 213"/>
                    <a:gd name="T34" fmla="*/ 146 w 204"/>
                    <a:gd name="T35" fmla="*/ 129 h 213"/>
                    <a:gd name="T36" fmla="*/ 156 w 204"/>
                    <a:gd name="T37" fmla="*/ 122 h 213"/>
                    <a:gd name="T38" fmla="*/ 159 w 204"/>
                    <a:gd name="T39" fmla="*/ 129 h 213"/>
                    <a:gd name="T40" fmla="*/ 158 w 204"/>
                    <a:gd name="T41" fmla="*/ 132 h 213"/>
                    <a:gd name="T42" fmla="*/ 160 w 204"/>
                    <a:gd name="T43" fmla="*/ 133 h 213"/>
                    <a:gd name="T44" fmla="*/ 164 w 204"/>
                    <a:gd name="T45" fmla="*/ 124 h 213"/>
                    <a:gd name="T46" fmla="*/ 166 w 204"/>
                    <a:gd name="T47" fmla="*/ 127 h 213"/>
                    <a:gd name="T48" fmla="*/ 169 w 204"/>
                    <a:gd name="T49" fmla="*/ 122 h 213"/>
                    <a:gd name="T50" fmla="*/ 179 w 204"/>
                    <a:gd name="T51" fmla="*/ 128 h 213"/>
                    <a:gd name="T52" fmla="*/ 182 w 204"/>
                    <a:gd name="T53" fmla="*/ 118 h 213"/>
                    <a:gd name="T54" fmla="*/ 192 w 204"/>
                    <a:gd name="T55" fmla="*/ 126 h 213"/>
                    <a:gd name="T56" fmla="*/ 194 w 204"/>
                    <a:gd name="T57" fmla="*/ 122 h 213"/>
                    <a:gd name="T58" fmla="*/ 204 w 204"/>
                    <a:gd name="T59" fmla="*/ 117 h 213"/>
                    <a:gd name="T60" fmla="*/ 190 w 204"/>
                    <a:gd name="T61" fmla="*/ 111 h 213"/>
                    <a:gd name="T62" fmla="*/ 192 w 204"/>
                    <a:gd name="T63" fmla="*/ 109 h 213"/>
                    <a:gd name="T64" fmla="*/ 187 w 204"/>
                    <a:gd name="T65" fmla="*/ 91 h 213"/>
                    <a:gd name="T66" fmla="*/ 166 w 204"/>
                    <a:gd name="T67" fmla="*/ 85 h 213"/>
                    <a:gd name="T68" fmla="*/ 162 w 204"/>
                    <a:gd name="T69" fmla="*/ 76 h 213"/>
                    <a:gd name="T70" fmla="*/ 158 w 204"/>
                    <a:gd name="T71" fmla="*/ 59 h 213"/>
                    <a:gd name="T72" fmla="*/ 152 w 204"/>
                    <a:gd name="T73" fmla="*/ 64 h 213"/>
                    <a:gd name="T74" fmla="*/ 134 w 204"/>
                    <a:gd name="T75" fmla="*/ 50 h 213"/>
                    <a:gd name="T76" fmla="*/ 126 w 204"/>
                    <a:gd name="T77" fmla="*/ 17 h 213"/>
                    <a:gd name="T78" fmla="*/ 119 w 204"/>
                    <a:gd name="T79" fmla="*/ 24 h 213"/>
                    <a:gd name="T80" fmla="*/ 95 w 204"/>
                    <a:gd name="T81" fmla="*/ 12 h 213"/>
                    <a:gd name="T82" fmla="*/ 91 w 204"/>
                    <a:gd name="T83" fmla="*/ 20 h 213"/>
                    <a:gd name="T84" fmla="*/ 88 w 204"/>
                    <a:gd name="T85" fmla="*/ 13 h 213"/>
                    <a:gd name="T86" fmla="*/ 83 w 204"/>
                    <a:gd name="T87" fmla="*/ 16 h 213"/>
                    <a:gd name="T88" fmla="*/ 83 w 204"/>
                    <a:gd name="T89" fmla="*/ 9 h 213"/>
                    <a:gd name="T90" fmla="*/ 70 w 204"/>
                    <a:gd name="T91" fmla="*/ 13 h 213"/>
                    <a:gd name="T92" fmla="*/ 69 w 204"/>
                    <a:gd name="T93" fmla="*/ 8 h 213"/>
                    <a:gd name="T94" fmla="*/ 50 w 204"/>
                    <a:gd name="T95" fmla="*/ 2 h 213"/>
                    <a:gd name="T96" fmla="*/ 28 w 204"/>
                    <a:gd name="T97" fmla="*/ 14 h 213"/>
                    <a:gd name="T98" fmla="*/ 5 w 204"/>
                    <a:gd name="T99" fmla="*/ 18 h 213"/>
                    <a:gd name="T100" fmla="*/ 8 w 204"/>
                    <a:gd name="T101" fmla="*/ 24 h 213"/>
                    <a:gd name="T102" fmla="*/ 2 w 204"/>
                    <a:gd name="T103" fmla="*/ 21 h 213"/>
                    <a:gd name="T104" fmla="*/ 0 w 204"/>
                    <a:gd name="T105" fmla="*/ 2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4" h="213">
                      <a:moveTo>
                        <a:pt x="0" y="28"/>
                      </a:moveTo>
                      <a:cubicBezTo>
                        <a:pt x="8" y="24"/>
                        <a:pt x="13" y="28"/>
                        <a:pt x="19" y="33"/>
                      </a:cubicBezTo>
                      <a:cubicBezTo>
                        <a:pt x="31" y="41"/>
                        <a:pt x="33" y="55"/>
                        <a:pt x="43" y="65"/>
                      </a:cubicBezTo>
                      <a:cubicBezTo>
                        <a:pt x="59" y="80"/>
                        <a:pt x="102" y="107"/>
                        <a:pt x="107" y="129"/>
                      </a:cubicBezTo>
                      <a:cubicBezTo>
                        <a:pt x="111" y="144"/>
                        <a:pt x="106" y="159"/>
                        <a:pt x="109" y="174"/>
                      </a:cubicBezTo>
                      <a:cubicBezTo>
                        <a:pt x="110" y="180"/>
                        <a:pt x="121" y="194"/>
                        <a:pt x="120" y="200"/>
                      </a:cubicBezTo>
                      <a:cubicBezTo>
                        <a:pt x="120" y="202"/>
                        <a:pt x="116" y="203"/>
                        <a:pt x="116" y="205"/>
                      </a:cubicBezTo>
                      <a:cubicBezTo>
                        <a:pt x="117" y="208"/>
                        <a:pt x="120" y="206"/>
                        <a:pt x="122" y="208"/>
                      </a:cubicBezTo>
                      <a:cubicBezTo>
                        <a:pt x="123" y="209"/>
                        <a:pt x="123" y="213"/>
                        <a:pt x="126" y="213"/>
                      </a:cubicBezTo>
                      <a:cubicBezTo>
                        <a:pt x="129" y="213"/>
                        <a:pt x="126" y="206"/>
                        <a:pt x="129" y="206"/>
                      </a:cubicBezTo>
                      <a:cubicBezTo>
                        <a:pt x="132" y="205"/>
                        <a:pt x="135" y="206"/>
                        <a:pt x="138" y="206"/>
                      </a:cubicBezTo>
                      <a:cubicBezTo>
                        <a:pt x="142" y="205"/>
                        <a:pt x="134" y="193"/>
                        <a:pt x="139" y="185"/>
                      </a:cubicBezTo>
                      <a:cubicBezTo>
                        <a:pt x="140" y="183"/>
                        <a:pt x="144" y="181"/>
                        <a:pt x="146" y="178"/>
                      </a:cubicBezTo>
                      <a:cubicBezTo>
                        <a:pt x="149" y="174"/>
                        <a:pt x="141" y="172"/>
                        <a:pt x="146" y="168"/>
                      </a:cubicBezTo>
                      <a:cubicBezTo>
                        <a:pt x="148" y="166"/>
                        <a:pt x="152" y="166"/>
                        <a:pt x="153" y="163"/>
                      </a:cubicBezTo>
                      <a:cubicBezTo>
                        <a:pt x="155" y="161"/>
                        <a:pt x="151" y="159"/>
                        <a:pt x="151" y="156"/>
                      </a:cubicBezTo>
                      <a:cubicBezTo>
                        <a:pt x="151" y="153"/>
                        <a:pt x="154" y="150"/>
                        <a:pt x="153" y="148"/>
                      </a:cubicBezTo>
                      <a:cubicBezTo>
                        <a:pt x="152" y="143"/>
                        <a:pt x="138" y="139"/>
                        <a:pt x="146" y="129"/>
                      </a:cubicBezTo>
                      <a:cubicBezTo>
                        <a:pt x="149" y="126"/>
                        <a:pt x="154" y="118"/>
                        <a:pt x="156" y="122"/>
                      </a:cubicBezTo>
                      <a:cubicBezTo>
                        <a:pt x="157" y="124"/>
                        <a:pt x="159" y="127"/>
                        <a:pt x="159" y="129"/>
                      </a:cubicBezTo>
                      <a:cubicBezTo>
                        <a:pt x="159" y="131"/>
                        <a:pt x="158" y="131"/>
                        <a:pt x="158" y="132"/>
                      </a:cubicBezTo>
                      <a:cubicBezTo>
                        <a:pt x="159" y="133"/>
                        <a:pt x="160" y="133"/>
                        <a:pt x="160" y="133"/>
                      </a:cubicBezTo>
                      <a:cubicBezTo>
                        <a:pt x="162" y="131"/>
                        <a:pt x="161" y="127"/>
                        <a:pt x="164" y="124"/>
                      </a:cubicBezTo>
                      <a:cubicBezTo>
                        <a:pt x="165" y="123"/>
                        <a:pt x="165" y="128"/>
                        <a:pt x="166" y="127"/>
                      </a:cubicBezTo>
                      <a:cubicBezTo>
                        <a:pt x="169" y="127"/>
                        <a:pt x="168" y="123"/>
                        <a:pt x="169" y="122"/>
                      </a:cubicBezTo>
                      <a:cubicBezTo>
                        <a:pt x="169" y="122"/>
                        <a:pt x="177" y="127"/>
                        <a:pt x="179" y="128"/>
                      </a:cubicBezTo>
                      <a:cubicBezTo>
                        <a:pt x="182" y="128"/>
                        <a:pt x="179" y="118"/>
                        <a:pt x="182" y="118"/>
                      </a:cubicBezTo>
                      <a:cubicBezTo>
                        <a:pt x="187" y="118"/>
                        <a:pt x="190" y="128"/>
                        <a:pt x="192" y="126"/>
                      </a:cubicBezTo>
                      <a:cubicBezTo>
                        <a:pt x="193" y="124"/>
                        <a:pt x="192" y="123"/>
                        <a:pt x="194" y="122"/>
                      </a:cubicBezTo>
                      <a:cubicBezTo>
                        <a:pt x="196" y="120"/>
                        <a:pt x="200" y="119"/>
                        <a:pt x="204" y="117"/>
                      </a:cubicBezTo>
                      <a:cubicBezTo>
                        <a:pt x="204" y="116"/>
                        <a:pt x="191" y="115"/>
                        <a:pt x="190" y="111"/>
                      </a:cubicBezTo>
                      <a:cubicBezTo>
                        <a:pt x="189" y="110"/>
                        <a:pt x="192" y="110"/>
                        <a:pt x="192" y="109"/>
                      </a:cubicBezTo>
                      <a:cubicBezTo>
                        <a:pt x="187" y="91"/>
                        <a:pt x="187" y="91"/>
                        <a:pt x="187" y="91"/>
                      </a:cubicBezTo>
                      <a:cubicBezTo>
                        <a:pt x="183" y="88"/>
                        <a:pt x="169" y="88"/>
                        <a:pt x="166" y="85"/>
                      </a:cubicBezTo>
                      <a:cubicBezTo>
                        <a:pt x="164" y="83"/>
                        <a:pt x="165" y="74"/>
                        <a:pt x="162" y="76"/>
                      </a:cubicBezTo>
                      <a:cubicBezTo>
                        <a:pt x="155" y="80"/>
                        <a:pt x="168" y="64"/>
                        <a:pt x="158" y="59"/>
                      </a:cubicBezTo>
                      <a:cubicBezTo>
                        <a:pt x="150" y="54"/>
                        <a:pt x="159" y="67"/>
                        <a:pt x="152" y="64"/>
                      </a:cubicBezTo>
                      <a:cubicBezTo>
                        <a:pt x="148" y="63"/>
                        <a:pt x="134" y="53"/>
                        <a:pt x="134" y="50"/>
                      </a:cubicBezTo>
                      <a:cubicBezTo>
                        <a:pt x="130" y="38"/>
                        <a:pt x="139" y="26"/>
                        <a:pt x="126" y="17"/>
                      </a:cubicBezTo>
                      <a:cubicBezTo>
                        <a:pt x="121" y="15"/>
                        <a:pt x="125" y="26"/>
                        <a:pt x="119" y="24"/>
                      </a:cubicBezTo>
                      <a:cubicBezTo>
                        <a:pt x="105" y="18"/>
                        <a:pt x="114" y="7"/>
                        <a:pt x="95" y="12"/>
                      </a:cubicBezTo>
                      <a:cubicBezTo>
                        <a:pt x="91" y="13"/>
                        <a:pt x="93" y="23"/>
                        <a:pt x="91" y="20"/>
                      </a:cubicBezTo>
                      <a:cubicBezTo>
                        <a:pt x="89" y="19"/>
                        <a:pt x="89" y="16"/>
                        <a:pt x="88" y="13"/>
                      </a:cubicBezTo>
                      <a:cubicBezTo>
                        <a:pt x="87" y="12"/>
                        <a:pt x="84" y="21"/>
                        <a:pt x="83" y="16"/>
                      </a:cubicBezTo>
                      <a:cubicBezTo>
                        <a:pt x="82" y="14"/>
                        <a:pt x="85" y="8"/>
                        <a:pt x="83" y="9"/>
                      </a:cubicBezTo>
                      <a:cubicBezTo>
                        <a:pt x="78" y="10"/>
                        <a:pt x="74" y="13"/>
                        <a:pt x="70" y="13"/>
                      </a:cubicBezTo>
                      <a:cubicBezTo>
                        <a:pt x="69" y="13"/>
                        <a:pt x="70" y="10"/>
                        <a:pt x="69" y="8"/>
                      </a:cubicBezTo>
                      <a:cubicBezTo>
                        <a:pt x="63" y="4"/>
                        <a:pt x="57" y="2"/>
                        <a:pt x="50" y="2"/>
                      </a:cubicBezTo>
                      <a:cubicBezTo>
                        <a:pt x="35" y="0"/>
                        <a:pt x="39" y="9"/>
                        <a:pt x="28" y="14"/>
                      </a:cubicBezTo>
                      <a:cubicBezTo>
                        <a:pt x="27" y="15"/>
                        <a:pt x="5" y="17"/>
                        <a:pt x="5" y="18"/>
                      </a:cubicBezTo>
                      <a:cubicBezTo>
                        <a:pt x="5" y="20"/>
                        <a:pt x="8" y="21"/>
                        <a:pt x="8" y="24"/>
                      </a:cubicBezTo>
                      <a:cubicBezTo>
                        <a:pt x="9" y="26"/>
                        <a:pt x="3" y="20"/>
                        <a:pt x="2" y="21"/>
                      </a:cubicBezTo>
                      <a:cubicBezTo>
                        <a:pt x="0" y="23"/>
                        <a:pt x="1" y="26"/>
                        <a:pt x="0" y="28"/>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9" name="Romania" descr="{&quot;Key&quot;:&quot;romania&quot;,&quot;Name&quot;:&quot;Romania&quot;,&quot;Value&quot;:17.0,&quot;Formula&quot;:&quot;17&quot;,&quot;Text&quot;:&quot;17&quot;,&quot;OfficeApplication&quot;:2,&quot;HasValue&quot;:true}">
                  <a:extLst>
                    <a:ext uri="{FF2B5EF4-FFF2-40B4-BE49-F238E27FC236}">
                      <a16:creationId xmlns:a16="http://schemas.microsoft.com/office/drawing/2014/main" id="{ADA11893-E3A7-B7E9-2ECC-8841EB88872F}"/>
                    </a:ext>
                  </a:extLst>
                </p:cNvPr>
                <p:cNvSpPr>
                  <a:spLocks/>
                </p:cNvSpPr>
                <p:nvPr/>
              </p:nvSpPr>
              <p:spPr bwMode="auto">
                <a:xfrm>
                  <a:off x="4156868" y="4362355"/>
                  <a:ext cx="827863" cy="670607"/>
                </a:xfrm>
                <a:custGeom>
                  <a:avLst/>
                  <a:gdLst>
                    <a:gd name="T0" fmla="*/ 430 w 496"/>
                    <a:gd name="T1" fmla="*/ 306 h 372"/>
                    <a:gd name="T2" fmla="*/ 419 w 496"/>
                    <a:gd name="T3" fmla="*/ 301 h 372"/>
                    <a:gd name="T4" fmla="*/ 409 w 496"/>
                    <a:gd name="T5" fmla="*/ 298 h 372"/>
                    <a:gd name="T6" fmla="*/ 390 w 496"/>
                    <a:gd name="T7" fmla="*/ 300 h 372"/>
                    <a:gd name="T8" fmla="*/ 330 w 496"/>
                    <a:gd name="T9" fmla="*/ 323 h 372"/>
                    <a:gd name="T10" fmla="*/ 275 w 496"/>
                    <a:gd name="T11" fmla="*/ 354 h 372"/>
                    <a:gd name="T12" fmla="*/ 240 w 496"/>
                    <a:gd name="T13" fmla="*/ 362 h 372"/>
                    <a:gd name="T14" fmla="*/ 190 w 496"/>
                    <a:gd name="T15" fmla="*/ 361 h 372"/>
                    <a:gd name="T16" fmla="*/ 166 w 496"/>
                    <a:gd name="T17" fmla="*/ 348 h 372"/>
                    <a:gd name="T18" fmla="*/ 146 w 496"/>
                    <a:gd name="T19" fmla="*/ 315 h 372"/>
                    <a:gd name="T20" fmla="*/ 105 w 496"/>
                    <a:gd name="T21" fmla="*/ 317 h 372"/>
                    <a:gd name="T22" fmla="*/ 85 w 496"/>
                    <a:gd name="T23" fmla="*/ 318 h 372"/>
                    <a:gd name="T24" fmla="*/ 72 w 496"/>
                    <a:gd name="T25" fmla="*/ 310 h 372"/>
                    <a:gd name="T26" fmla="*/ 79 w 496"/>
                    <a:gd name="T27" fmla="*/ 298 h 372"/>
                    <a:gd name="T28" fmla="*/ 73 w 496"/>
                    <a:gd name="T29" fmla="*/ 281 h 372"/>
                    <a:gd name="T30" fmla="*/ 31 w 496"/>
                    <a:gd name="T31" fmla="*/ 245 h 372"/>
                    <a:gd name="T32" fmla="*/ 27 w 496"/>
                    <a:gd name="T33" fmla="*/ 246 h 372"/>
                    <a:gd name="T34" fmla="*/ 7 w 496"/>
                    <a:gd name="T35" fmla="*/ 231 h 372"/>
                    <a:gd name="T36" fmla="*/ 3 w 496"/>
                    <a:gd name="T37" fmla="*/ 219 h 372"/>
                    <a:gd name="T38" fmla="*/ 27 w 496"/>
                    <a:gd name="T39" fmla="*/ 205 h 372"/>
                    <a:gd name="T40" fmla="*/ 39 w 496"/>
                    <a:gd name="T41" fmla="*/ 207 h 372"/>
                    <a:gd name="T42" fmla="*/ 54 w 496"/>
                    <a:gd name="T43" fmla="*/ 173 h 372"/>
                    <a:gd name="T44" fmla="*/ 63 w 496"/>
                    <a:gd name="T45" fmla="*/ 146 h 372"/>
                    <a:gd name="T46" fmla="*/ 70 w 496"/>
                    <a:gd name="T47" fmla="*/ 118 h 372"/>
                    <a:gd name="T48" fmla="*/ 85 w 496"/>
                    <a:gd name="T49" fmla="*/ 86 h 372"/>
                    <a:gd name="T50" fmla="*/ 111 w 496"/>
                    <a:gd name="T51" fmla="*/ 66 h 372"/>
                    <a:gd name="T52" fmla="*/ 122 w 496"/>
                    <a:gd name="T53" fmla="*/ 51 h 372"/>
                    <a:gd name="T54" fmla="*/ 142 w 496"/>
                    <a:gd name="T55" fmla="*/ 55 h 372"/>
                    <a:gd name="T56" fmla="*/ 177 w 496"/>
                    <a:gd name="T57" fmla="*/ 57 h 372"/>
                    <a:gd name="T58" fmla="*/ 212 w 496"/>
                    <a:gd name="T59" fmla="*/ 63 h 372"/>
                    <a:gd name="T60" fmla="*/ 270 w 496"/>
                    <a:gd name="T61" fmla="*/ 30 h 372"/>
                    <a:gd name="T62" fmla="*/ 286 w 496"/>
                    <a:gd name="T63" fmla="*/ 6 h 372"/>
                    <a:gd name="T64" fmla="*/ 289 w 496"/>
                    <a:gd name="T65" fmla="*/ 0 h 372"/>
                    <a:gd name="T66" fmla="*/ 307 w 496"/>
                    <a:gd name="T67" fmla="*/ 9 h 372"/>
                    <a:gd name="T68" fmla="*/ 395 w 496"/>
                    <a:gd name="T69" fmla="*/ 105 h 372"/>
                    <a:gd name="T70" fmla="*/ 408 w 496"/>
                    <a:gd name="T71" fmla="*/ 176 h 372"/>
                    <a:gd name="T72" fmla="*/ 410 w 496"/>
                    <a:gd name="T73" fmla="*/ 184 h 372"/>
                    <a:gd name="T74" fmla="*/ 415 w 496"/>
                    <a:gd name="T75" fmla="*/ 189 h 372"/>
                    <a:gd name="T76" fmla="*/ 421 w 496"/>
                    <a:gd name="T77" fmla="*/ 196 h 372"/>
                    <a:gd name="T78" fmla="*/ 445 w 496"/>
                    <a:gd name="T79" fmla="*/ 191 h 372"/>
                    <a:gd name="T80" fmla="*/ 470 w 496"/>
                    <a:gd name="T81" fmla="*/ 175 h 372"/>
                    <a:gd name="T82" fmla="*/ 489 w 496"/>
                    <a:gd name="T83" fmla="*/ 186 h 372"/>
                    <a:gd name="T84" fmla="*/ 493 w 496"/>
                    <a:gd name="T85" fmla="*/ 189 h 372"/>
                    <a:gd name="T86" fmla="*/ 496 w 496"/>
                    <a:gd name="T87" fmla="*/ 213 h 372"/>
                    <a:gd name="T88" fmla="*/ 467 w 496"/>
                    <a:gd name="T89" fmla="*/ 234 h 372"/>
                    <a:gd name="T90" fmla="*/ 456 w 496"/>
                    <a:gd name="T91" fmla="*/ 216 h 372"/>
                    <a:gd name="T92" fmla="*/ 457 w 496"/>
                    <a:gd name="T93" fmla="*/ 239 h 372"/>
                    <a:gd name="T94" fmla="*/ 466 w 496"/>
                    <a:gd name="T95" fmla="*/ 238 h 372"/>
                    <a:gd name="T96" fmla="*/ 465 w 496"/>
                    <a:gd name="T97" fmla="*/ 240 h 372"/>
                    <a:gd name="T98" fmla="*/ 463 w 496"/>
                    <a:gd name="T99" fmla="*/ 307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6" h="372">
                      <a:moveTo>
                        <a:pt x="462" y="307"/>
                      </a:moveTo>
                      <a:cubicBezTo>
                        <a:pt x="453" y="309"/>
                        <a:pt x="439" y="314"/>
                        <a:pt x="430" y="306"/>
                      </a:cubicBezTo>
                      <a:cubicBezTo>
                        <a:pt x="427" y="304"/>
                        <a:pt x="427" y="296"/>
                        <a:pt x="423" y="298"/>
                      </a:cubicBezTo>
                      <a:cubicBezTo>
                        <a:pt x="422" y="298"/>
                        <a:pt x="420" y="301"/>
                        <a:pt x="419" y="301"/>
                      </a:cubicBezTo>
                      <a:cubicBezTo>
                        <a:pt x="410" y="306"/>
                        <a:pt x="414" y="303"/>
                        <a:pt x="415" y="301"/>
                      </a:cubicBezTo>
                      <a:cubicBezTo>
                        <a:pt x="415" y="299"/>
                        <a:pt x="414" y="298"/>
                        <a:pt x="409" y="298"/>
                      </a:cubicBezTo>
                      <a:cubicBezTo>
                        <a:pt x="404" y="298"/>
                        <a:pt x="401" y="303"/>
                        <a:pt x="396" y="304"/>
                      </a:cubicBezTo>
                      <a:cubicBezTo>
                        <a:pt x="392" y="304"/>
                        <a:pt x="391" y="302"/>
                        <a:pt x="390" y="300"/>
                      </a:cubicBezTo>
                      <a:cubicBezTo>
                        <a:pt x="388" y="298"/>
                        <a:pt x="385" y="295"/>
                        <a:pt x="369" y="301"/>
                      </a:cubicBezTo>
                      <a:cubicBezTo>
                        <a:pt x="358" y="305"/>
                        <a:pt x="338" y="314"/>
                        <a:pt x="330" y="323"/>
                      </a:cubicBezTo>
                      <a:cubicBezTo>
                        <a:pt x="320" y="332"/>
                        <a:pt x="319" y="344"/>
                        <a:pt x="306" y="352"/>
                      </a:cubicBezTo>
                      <a:cubicBezTo>
                        <a:pt x="295" y="359"/>
                        <a:pt x="286" y="354"/>
                        <a:pt x="275" y="354"/>
                      </a:cubicBezTo>
                      <a:cubicBezTo>
                        <a:pt x="266" y="353"/>
                        <a:pt x="256" y="353"/>
                        <a:pt x="248" y="356"/>
                      </a:cubicBezTo>
                      <a:cubicBezTo>
                        <a:pt x="245" y="357"/>
                        <a:pt x="243" y="361"/>
                        <a:pt x="240" y="362"/>
                      </a:cubicBezTo>
                      <a:cubicBezTo>
                        <a:pt x="231" y="366"/>
                        <a:pt x="221" y="364"/>
                        <a:pt x="211" y="362"/>
                      </a:cubicBezTo>
                      <a:cubicBezTo>
                        <a:pt x="204" y="361"/>
                        <a:pt x="196" y="360"/>
                        <a:pt x="190" y="361"/>
                      </a:cubicBezTo>
                      <a:cubicBezTo>
                        <a:pt x="177" y="362"/>
                        <a:pt x="173" y="372"/>
                        <a:pt x="160" y="366"/>
                      </a:cubicBezTo>
                      <a:cubicBezTo>
                        <a:pt x="150" y="362"/>
                        <a:pt x="172" y="350"/>
                        <a:pt x="166" y="348"/>
                      </a:cubicBezTo>
                      <a:cubicBezTo>
                        <a:pt x="157" y="344"/>
                        <a:pt x="130" y="338"/>
                        <a:pt x="132" y="323"/>
                      </a:cubicBezTo>
                      <a:cubicBezTo>
                        <a:pt x="132" y="318"/>
                        <a:pt x="151" y="318"/>
                        <a:pt x="146" y="315"/>
                      </a:cubicBezTo>
                      <a:cubicBezTo>
                        <a:pt x="86" y="285"/>
                        <a:pt x="139" y="312"/>
                        <a:pt x="115" y="326"/>
                      </a:cubicBezTo>
                      <a:cubicBezTo>
                        <a:pt x="111" y="329"/>
                        <a:pt x="109" y="319"/>
                        <a:pt x="105" y="317"/>
                      </a:cubicBezTo>
                      <a:cubicBezTo>
                        <a:pt x="102" y="315"/>
                        <a:pt x="98" y="317"/>
                        <a:pt x="95" y="317"/>
                      </a:cubicBezTo>
                      <a:cubicBezTo>
                        <a:pt x="92" y="317"/>
                        <a:pt x="88" y="319"/>
                        <a:pt x="85" y="318"/>
                      </a:cubicBezTo>
                      <a:cubicBezTo>
                        <a:pt x="83" y="317"/>
                        <a:pt x="84" y="314"/>
                        <a:pt x="83" y="311"/>
                      </a:cubicBezTo>
                      <a:cubicBezTo>
                        <a:pt x="82" y="309"/>
                        <a:pt x="77" y="309"/>
                        <a:pt x="72" y="310"/>
                      </a:cubicBezTo>
                      <a:cubicBezTo>
                        <a:pt x="66" y="310"/>
                        <a:pt x="62" y="311"/>
                        <a:pt x="70" y="305"/>
                      </a:cubicBezTo>
                      <a:cubicBezTo>
                        <a:pt x="73" y="303"/>
                        <a:pt x="82" y="301"/>
                        <a:pt x="79" y="298"/>
                      </a:cubicBezTo>
                      <a:cubicBezTo>
                        <a:pt x="76" y="297"/>
                        <a:pt x="70" y="298"/>
                        <a:pt x="69" y="295"/>
                      </a:cubicBezTo>
                      <a:cubicBezTo>
                        <a:pt x="69" y="292"/>
                        <a:pt x="80" y="285"/>
                        <a:pt x="73" y="281"/>
                      </a:cubicBezTo>
                      <a:cubicBezTo>
                        <a:pt x="62" y="275"/>
                        <a:pt x="40" y="277"/>
                        <a:pt x="33" y="264"/>
                      </a:cubicBezTo>
                      <a:cubicBezTo>
                        <a:pt x="31" y="262"/>
                        <a:pt x="31" y="248"/>
                        <a:pt x="31" y="245"/>
                      </a:cubicBezTo>
                      <a:cubicBezTo>
                        <a:pt x="31" y="244"/>
                        <a:pt x="31" y="244"/>
                        <a:pt x="31" y="244"/>
                      </a:cubicBezTo>
                      <a:cubicBezTo>
                        <a:pt x="30" y="244"/>
                        <a:pt x="28" y="247"/>
                        <a:pt x="27" y="246"/>
                      </a:cubicBezTo>
                      <a:cubicBezTo>
                        <a:pt x="23" y="244"/>
                        <a:pt x="23" y="238"/>
                        <a:pt x="19" y="235"/>
                      </a:cubicBezTo>
                      <a:cubicBezTo>
                        <a:pt x="16" y="233"/>
                        <a:pt x="11" y="233"/>
                        <a:pt x="7" y="231"/>
                      </a:cubicBezTo>
                      <a:cubicBezTo>
                        <a:pt x="4" y="229"/>
                        <a:pt x="2" y="225"/>
                        <a:pt x="0" y="222"/>
                      </a:cubicBezTo>
                      <a:cubicBezTo>
                        <a:pt x="1" y="221"/>
                        <a:pt x="2" y="219"/>
                        <a:pt x="3" y="219"/>
                      </a:cubicBezTo>
                      <a:cubicBezTo>
                        <a:pt x="6" y="218"/>
                        <a:pt x="23" y="216"/>
                        <a:pt x="24" y="212"/>
                      </a:cubicBezTo>
                      <a:cubicBezTo>
                        <a:pt x="26" y="210"/>
                        <a:pt x="17" y="207"/>
                        <a:pt x="27" y="205"/>
                      </a:cubicBezTo>
                      <a:cubicBezTo>
                        <a:pt x="29" y="205"/>
                        <a:pt x="31" y="206"/>
                        <a:pt x="33" y="206"/>
                      </a:cubicBezTo>
                      <a:cubicBezTo>
                        <a:pt x="35" y="207"/>
                        <a:pt x="37" y="208"/>
                        <a:pt x="39" y="207"/>
                      </a:cubicBezTo>
                      <a:cubicBezTo>
                        <a:pt x="49" y="203"/>
                        <a:pt x="46" y="183"/>
                        <a:pt x="49" y="177"/>
                      </a:cubicBezTo>
                      <a:cubicBezTo>
                        <a:pt x="50" y="175"/>
                        <a:pt x="53" y="175"/>
                        <a:pt x="54" y="173"/>
                      </a:cubicBezTo>
                      <a:cubicBezTo>
                        <a:pt x="60" y="154"/>
                        <a:pt x="60" y="154"/>
                        <a:pt x="60" y="154"/>
                      </a:cubicBezTo>
                      <a:cubicBezTo>
                        <a:pt x="61" y="151"/>
                        <a:pt x="63" y="148"/>
                        <a:pt x="63" y="146"/>
                      </a:cubicBezTo>
                      <a:cubicBezTo>
                        <a:pt x="63" y="145"/>
                        <a:pt x="60" y="145"/>
                        <a:pt x="60" y="143"/>
                      </a:cubicBezTo>
                      <a:cubicBezTo>
                        <a:pt x="61" y="138"/>
                        <a:pt x="67" y="122"/>
                        <a:pt x="70" y="118"/>
                      </a:cubicBezTo>
                      <a:cubicBezTo>
                        <a:pt x="71" y="117"/>
                        <a:pt x="74" y="118"/>
                        <a:pt x="74" y="116"/>
                      </a:cubicBezTo>
                      <a:cubicBezTo>
                        <a:pt x="76" y="105"/>
                        <a:pt x="73" y="98"/>
                        <a:pt x="85" y="86"/>
                      </a:cubicBezTo>
                      <a:cubicBezTo>
                        <a:pt x="89" y="81"/>
                        <a:pt x="93" y="84"/>
                        <a:pt x="100" y="82"/>
                      </a:cubicBezTo>
                      <a:cubicBezTo>
                        <a:pt x="106" y="79"/>
                        <a:pt x="106" y="70"/>
                        <a:pt x="111" y="66"/>
                      </a:cubicBezTo>
                      <a:cubicBezTo>
                        <a:pt x="113" y="67"/>
                        <a:pt x="116" y="65"/>
                        <a:pt x="120" y="54"/>
                      </a:cubicBezTo>
                      <a:cubicBezTo>
                        <a:pt x="121" y="53"/>
                        <a:pt x="121" y="51"/>
                        <a:pt x="122" y="51"/>
                      </a:cubicBezTo>
                      <a:cubicBezTo>
                        <a:pt x="123" y="51"/>
                        <a:pt x="138" y="58"/>
                        <a:pt x="139" y="58"/>
                      </a:cubicBezTo>
                      <a:cubicBezTo>
                        <a:pt x="140" y="58"/>
                        <a:pt x="141" y="55"/>
                        <a:pt x="142" y="55"/>
                      </a:cubicBezTo>
                      <a:cubicBezTo>
                        <a:pt x="146" y="53"/>
                        <a:pt x="153" y="54"/>
                        <a:pt x="160" y="56"/>
                      </a:cubicBezTo>
                      <a:cubicBezTo>
                        <a:pt x="166" y="57"/>
                        <a:pt x="173" y="58"/>
                        <a:pt x="177" y="57"/>
                      </a:cubicBezTo>
                      <a:cubicBezTo>
                        <a:pt x="182" y="55"/>
                        <a:pt x="186" y="51"/>
                        <a:pt x="191" y="50"/>
                      </a:cubicBezTo>
                      <a:cubicBezTo>
                        <a:pt x="200" y="49"/>
                        <a:pt x="206" y="61"/>
                        <a:pt x="212" y="63"/>
                      </a:cubicBezTo>
                      <a:cubicBezTo>
                        <a:pt x="221" y="66"/>
                        <a:pt x="224" y="50"/>
                        <a:pt x="226" y="48"/>
                      </a:cubicBezTo>
                      <a:cubicBezTo>
                        <a:pt x="236" y="37"/>
                        <a:pt x="262" y="38"/>
                        <a:pt x="270" y="30"/>
                      </a:cubicBezTo>
                      <a:cubicBezTo>
                        <a:pt x="285" y="16"/>
                        <a:pt x="263" y="28"/>
                        <a:pt x="274" y="14"/>
                      </a:cubicBezTo>
                      <a:cubicBezTo>
                        <a:pt x="277" y="10"/>
                        <a:pt x="281" y="8"/>
                        <a:pt x="286" y="6"/>
                      </a:cubicBezTo>
                      <a:cubicBezTo>
                        <a:pt x="286" y="5"/>
                        <a:pt x="286" y="5"/>
                        <a:pt x="286" y="5"/>
                      </a:cubicBezTo>
                      <a:cubicBezTo>
                        <a:pt x="289" y="0"/>
                        <a:pt x="289" y="0"/>
                        <a:pt x="289" y="0"/>
                      </a:cubicBezTo>
                      <a:cubicBezTo>
                        <a:pt x="288" y="1"/>
                        <a:pt x="288" y="3"/>
                        <a:pt x="288" y="4"/>
                      </a:cubicBezTo>
                      <a:cubicBezTo>
                        <a:pt x="296" y="0"/>
                        <a:pt x="301" y="4"/>
                        <a:pt x="307" y="9"/>
                      </a:cubicBezTo>
                      <a:cubicBezTo>
                        <a:pt x="319" y="17"/>
                        <a:pt x="321" y="31"/>
                        <a:pt x="331" y="41"/>
                      </a:cubicBezTo>
                      <a:cubicBezTo>
                        <a:pt x="347" y="56"/>
                        <a:pt x="390" y="83"/>
                        <a:pt x="395" y="105"/>
                      </a:cubicBezTo>
                      <a:cubicBezTo>
                        <a:pt x="399" y="120"/>
                        <a:pt x="394" y="135"/>
                        <a:pt x="397" y="150"/>
                      </a:cubicBezTo>
                      <a:cubicBezTo>
                        <a:pt x="398" y="156"/>
                        <a:pt x="409" y="170"/>
                        <a:pt x="408" y="176"/>
                      </a:cubicBezTo>
                      <a:cubicBezTo>
                        <a:pt x="408" y="178"/>
                        <a:pt x="404" y="179"/>
                        <a:pt x="404" y="181"/>
                      </a:cubicBezTo>
                      <a:cubicBezTo>
                        <a:pt x="405" y="184"/>
                        <a:pt x="408" y="182"/>
                        <a:pt x="410" y="184"/>
                      </a:cubicBezTo>
                      <a:cubicBezTo>
                        <a:pt x="411" y="185"/>
                        <a:pt x="411" y="189"/>
                        <a:pt x="414" y="189"/>
                      </a:cubicBezTo>
                      <a:cubicBezTo>
                        <a:pt x="414" y="189"/>
                        <a:pt x="415" y="189"/>
                        <a:pt x="415" y="189"/>
                      </a:cubicBezTo>
                      <a:cubicBezTo>
                        <a:pt x="416" y="189"/>
                        <a:pt x="417" y="189"/>
                        <a:pt x="418" y="189"/>
                      </a:cubicBezTo>
                      <a:cubicBezTo>
                        <a:pt x="419" y="191"/>
                        <a:pt x="419" y="194"/>
                        <a:pt x="421" y="196"/>
                      </a:cubicBezTo>
                      <a:cubicBezTo>
                        <a:pt x="423" y="198"/>
                        <a:pt x="448" y="199"/>
                        <a:pt x="447" y="197"/>
                      </a:cubicBezTo>
                      <a:cubicBezTo>
                        <a:pt x="447" y="196"/>
                        <a:pt x="439" y="194"/>
                        <a:pt x="445" y="191"/>
                      </a:cubicBezTo>
                      <a:cubicBezTo>
                        <a:pt x="448" y="189"/>
                        <a:pt x="452" y="190"/>
                        <a:pt x="456" y="188"/>
                      </a:cubicBezTo>
                      <a:cubicBezTo>
                        <a:pt x="461" y="185"/>
                        <a:pt x="463" y="177"/>
                        <a:pt x="470" y="175"/>
                      </a:cubicBezTo>
                      <a:cubicBezTo>
                        <a:pt x="482" y="171"/>
                        <a:pt x="488" y="175"/>
                        <a:pt x="491" y="186"/>
                      </a:cubicBezTo>
                      <a:cubicBezTo>
                        <a:pt x="491" y="186"/>
                        <a:pt x="489" y="186"/>
                        <a:pt x="489" y="186"/>
                      </a:cubicBezTo>
                      <a:cubicBezTo>
                        <a:pt x="489" y="188"/>
                        <a:pt x="490" y="189"/>
                        <a:pt x="491" y="190"/>
                      </a:cubicBezTo>
                      <a:cubicBezTo>
                        <a:pt x="492" y="190"/>
                        <a:pt x="492" y="190"/>
                        <a:pt x="493" y="189"/>
                      </a:cubicBezTo>
                      <a:cubicBezTo>
                        <a:pt x="493" y="189"/>
                        <a:pt x="494" y="189"/>
                        <a:pt x="494" y="189"/>
                      </a:cubicBezTo>
                      <a:cubicBezTo>
                        <a:pt x="495" y="191"/>
                        <a:pt x="496" y="211"/>
                        <a:pt x="496" y="213"/>
                      </a:cubicBezTo>
                      <a:cubicBezTo>
                        <a:pt x="495" y="220"/>
                        <a:pt x="478" y="221"/>
                        <a:pt x="474" y="224"/>
                      </a:cubicBezTo>
                      <a:cubicBezTo>
                        <a:pt x="471" y="227"/>
                        <a:pt x="471" y="234"/>
                        <a:pt x="467" y="234"/>
                      </a:cubicBezTo>
                      <a:cubicBezTo>
                        <a:pt x="467" y="233"/>
                        <a:pt x="471" y="215"/>
                        <a:pt x="463" y="210"/>
                      </a:cubicBezTo>
                      <a:cubicBezTo>
                        <a:pt x="461" y="209"/>
                        <a:pt x="457" y="214"/>
                        <a:pt x="456" y="216"/>
                      </a:cubicBezTo>
                      <a:cubicBezTo>
                        <a:pt x="453" y="220"/>
                        <a:pt x="463" y="224"/>
                        <a:pt x="463" y="228"/>
                      </a:cubicBezTo>
                      <a:cubicBezTo>
                        <a:pt x="463" y="233"/>
                        <a:pt x="454" y="236"/>
                        <a:pt x="457" y="239"/>
                      </a:cubicBezTo>
                      <a:cubicBezTo>
                        <a:pt x="459" y="242"/>
                        <a:pt x="463" y="234"/>
                        <a:pt x="467" y="234"/>
                      </a:cubicBezTo>
                      <a:cubicBezTo>
                        <a:pt x="469" y="233"/>
                        <a:pt x="467" y="237"/>
                        <a:pt x="466" y="238"/>
                      </a:cubicBezTo>
                      <a:cubicBezTo>
                        <a:pt x="465" y="238"/>
                        <a:pt x="465" y="239"/>
                        <a:pt x="463" y="240"/>
                      </a:cubicBezTo>
                      <a:cubicBezTo>
                        <a:pt x="464" y="239"/>
                        <a:pt x="465" y="239"/>
                        <a:pt x="465" y="240"/>
                      </a:cubicBezTo>
                      <a:cubicBezTo>
                        <a:pt x="469" y="242"/>
                        <a:pt x="455" y="264"/>
                        <a:pt x="455" y="265"/>
                      </a:cubicBezTo>
                      <a:cubicBezTo>
                        <a:pt x="456" y="269"/>
                        <a:pt x="461" y="289"/>
                        <a:pt x="463" y="307"/>
                      </a:cubicBezTo>
                      <a:cubicBezTo>
                        <a:pt x="462" y="307"/>
                        <a:pt x="462" y="307"/>
                        <a:pt x="462" y="307"/>
                      </a:cubicBezTo>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0" name="Bulgaria" descr="{&quot;Key&quot;:&quot;bulgaria&quot;,&quot;Name&quot;:&quot;Bulgaria&quot;,&quot;Value&quot;:3.0,&quot;Formula&quot;:&quot;3&quot;,&quot;Text&quot;:&quot;3&quot;,&quot;OfficeApplication&quot;:2,&quot;HasValue&quot;:true}">
                  <a:extLst>
                    <a:ext uri="{FF2B5EF4-FFF2-40B4-BE49-F238E27FC236}">
                      <a16:creationId xmlns:a16="http://schemas.microsoft.com/office/drawing/2014/main" id="{0640E3EC-D672-5AAB-425E-7912EB7BC4D9}"/>
                    </a:ext>
                  </a:extLst>
                </p:cNvPr>
                <p:cNvSpPr>
                  <a:spLocks/>
                </p:cNvSpPr>
                <p:nvPr/>
              </p:nvSpPr>
              <p:spPr bwMode="auto">
                <a:xfrm>
                  <a:off x="4374570" y="4894379"/>
                  <a:ext cx="562770" cy="458751"/>
                </a:xfrm>
                <a:custGeom>
                  <a:avLst/>
                  <a:gdLst>
                    <a:gd name="T0" fmla="*/ 238 w 336"/>
                    <a:gd name="T1" fmla="*/ 187 h 255"/>
                    <a:gd name="T2" fmla="*/ 221 w 336"/>
                    <a:gd name="T3" fmla="*/ 223 h 255"/>
                    <a:gd name="T4" fmla="*/ 190 w 336"/>
                    <a:gd name="T5" fmla="*/ 232 h 255"/>
                    <a:gd name="T6" fmla="*/ 166 w 336"/>
                    <a:gd name="T7" fmla="*/ 233 h 255"/>
                    <a:gd name="T8" fmla="*/ 160 w 336"/>
                    <a:gd name="T9" fmla="*/ 230 h 255"/>
                    <a:gd name="T10" fmla="*/ 149 w 336"/>
                    <a:gd name="T11" fmla="*/ 221 h 255"/>
                    <a:gd name="T12" fmla="*/ 137 w 336"/>
                    <a:gd name="T13" fmla="*/ 225 h 255"/>
                    <a:gd name="T14" fmla="*/ 103 w 336"/>
                    <a:gd name="T15" fmla="*/ 242 h 255"/>
                    <a:gd name="T16" fmla="*/ 77 w 336"/>
                    <a:gd name="T17" fmla="*/ 253 h 255"/>
                    <a:gd name="T18" fmla="*/ 63 w 336"/>
                    <a:gd name="T19" fmla="*/ 253 h 255"/>
                    <a:gd name="T20" fmla="*/ 63 w 336"/>
                    <a:gd name="T21" fmla="*/ 222 h 255"/>
                    <a:gd name="T22" fmla="*/ 37 w 336"/>
                    <a:gd name="T23" fmla="*/ 201 h 255"/>
                    <a:gd name="T24" fmla="*/ 29 w 336"/>
                    <a:gd name="T25" fmla="*/ 174 h 255"/>
                    <a:gd name="T26" fmla="*/ 23 w 336"/>
                    <a:gd name="T27" fmla="*/ 170 h 255"/>
                    <a:gd name="T28" fmla="*/ 21 w 336"/>
                    <a:gd name="T29" fmla="*/ 161 h 255"/>
                    <a:gd name="T30" fmla="*/ 26 w 336"/>
                    <a:gd name="T31" fmla="*/ 143 h 255"/>
                    <a:gd name="T32" fmla="*/ 45 w 336"/>
                    <a:gd name="T33" fmla="*/ 117 h 255"/>
                    <a:gd name="T34" fmla="*/ 4 w 336"/>
                    <a:gd name="T35" fmla="*/ 65 h 255"/>
                    <a:gd name="T36" fmla="*/ 15 w 336"/>
                    <a:gd name="T37" fmla="*/ 45 h 255"/>
                    <a:gd name="T38" fmla="*/ 29 w 336"/>
                    <a:gd name="T39" fmla="*/ 71 h 255"/>
                    <a:gd name="T40" fmla="*/ 80 w 336"/>
                    <a:gd name="T41" fmla="*/ 67 h 255"/>
                    <a:gd name="T42" fmla="*/ 117 w 336"/>
                    <a:gd name="T43" fmla="*/ 61 h 255"/>
                    <a:gd name="T44" fmla="*/ 175 w 336"/>
                    <a:gd name="T45" fmla="*/ 57 h 255"/>
                    <a:gd name="T46" fmla="*/ 238 w 336"/>
                    <a:gd name="T47" fmla="*/ 6 h 255"/>
                    <a:gd name="T48" fmla="*/ 265 w 336"/>
                    <a:gd name="T49" fmla="*/ 9 h 255"/>
                    <a:gd name="T50" fmla="*/ 284 w 336"/>
                    <a:gd name="T51" fmla="*/ 6 h 255"/>
                    <a:gd name="T52" fmla="*/ 292 w 336"/>
                    <a:gd name="T53" fmla="*/ 3 h 255"/>
                    <a:gd name="T54" fmla="*/ 331 w 336"/>
                    <a:gd name="T55" fmla="*/ 12 h 255"/>
                    <a:gd name="T56" fmla="*/ 332 w 336"/>
                    <a:gd name="T57" fmla="*/ 41 h 255"/>
                    <a:gd name="T58" fmla="*/ 324 w 336"/>
                    <a:gd name="T59" fmla="*/ 39 h 255"/>
                    <a:gd name="T60" fmla="*/ 305 w 336"/>
                    <a:gd name="T61" fmla="*/ 61 h 255"/>
                    <a:gd name="T62" fmla="*/ 311 w 336"/>
                    <a:gd name="T63" fmla="*/ 86 h 255"/>
                    <a:gd name="T64" fmla="*/ 304 w 336"/>
                    <a:gd name="T65" fmla="*/ 100 h 255"/>
                    <a:gd name="T66" fmla="*/ 301 w 336"/>
                    <a:gd name="T67" fmla="*/ 106 h 255"/>
                    <a:gd name="T68" fmla="*/ 293 w 336"/>
                    <a:gd name="T69" fmla="*/ 119 h 255"/>
                    <a:gd name="T70" fmla="*/ 314 w 336"/>
                    <a:gd name="T71" fmla="*/ 127 h 255"/>
                    <a:gd name="T72" fmla="*/ 329 w 336"/>
                    <a:gd name="T73" fmla="*/ 141 h 255"/>
                    <a:gd name="T74" fmla="*/ 331 w 336"/>
                    <a:gd name="T75" fmla="*/ 147 h 255"/>
                    <a:gd name="T76" fmla="*/ 309 w 336"/>
                    <a:gd name="T77" fmla="*/ 157 h 255"/>
                    <a:gd name="T78" fmla="*/ 279 w 336"/>
                    <a:gd name="T79" fmla="*/ 153 h 255"/>
                    <a:gd name="T80" fmla="*/ 263 w 336"/>
                    <a:gd name="T81" fmla="*/ 164 h 255"/>
                    <a:gd name="T82" fmla="*/ 255 w 336"/>
                    <a:gd name="T83" fmla="*/ 17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6" h="255">
                      <a:moveTo>
                        <a:pt x="245" y="188"/>
                      </a:moveTo>
                      <a:cubicBezTo>
                        <a:pt x="243" y="187"/>
                        <a:pt x="240" y="187"/>
                        <a:pt x="238" y="187"/>
                      </a:cubicBezTo>
                      <a:cubicBezTo>
                        <a:pt x="216" y="192"/>
                        <a:pt x="252" y="208"/>
                        <a:pt x="239" y="217"/>
                      </a:cubicBezTo>
                      <a:cubicBezTo>
                        <a:pt x="239" y="217"/>
                        <a:pt x="222" y="223"/>
                        <a:pt x="221" y="223"/>
                      </a:cubicBezTo>
                      <a:cubicBezTo>
                        <a:pt x="213" y="226"/>
                        <a:pt x="200" y="236"/>
                        <a:pt x="192" y="235"/>
                      </a:cubicBezTo>
                      <a:cubicBezTo>
                        <a:pt x="190" y="235"/>
                        <a:pt x="191" y="233"/>
                        <a:pt x="190" y="232"/>
                      </a:cubicBezTo>
                      <a:cubicBezTo>
                        <a:pt x="184" y="229"/>
                        <a:pt x="177" y="226"/>
                        <a:pt x="171" y="227"/>
                      </a:cubicBezTo>
                      <a:cubicBezTo>
                        <a:pt x="168" y="228"/>
                        <a:pt x="168" y="233"/>
                        <a:pt x="166" y="233"/>
                      </a:cubicBezTo>
                      <a:cubicBezTo>
                        <a:pt x="164" y="234"/>
                        <a:pt x="163" y="230"/>
                        <a:pt x="162" y="229"/>
                      </a:cubicBezTo>
                      <a:cubicBezTo>
                        <a:pt x="161" y="229"/>
                        <a:pt x="160" y="229"/>
                        <a:pt x="160" y="230"/>
                      </a:cubicBezTo>
                      <a:cubicBezTo>
                        <a:pt x="159" y="230"/>
                        <a:pt x="159" y="230"/>
                        <a:pt x="158" y="230"/>
                      </a:cubicBezTo>
                      <a:cubicBezTo>
                        <a:pt x="154" y="227"/>
                        <a:pt x="153" y="221"/>
                        <a:pt x="149" y="221"/>
                      </a:cubicBezTo>
                      <a:cubicBezTo>
                        <a:pt x="145" y="220"/>
                        <a:pt x="144" y="225"/>
                        <a:pt x="140" y="226"/>
                      </a:cubicBezTo>
                      <a:cubicBezTo>
                        <a:pt x="139" y="226"/>
                        <a:pt x="138" y="225"/>
                        <a:pt x="137" y="225"/>
                      </a:cubicBezTo>
                      <a:cubicBezTo>
                        <a:pt x="135" y="224"/>
                        <a:pt x="134" y="223"/>
                        <a:pt x="133" y="224"/>
                      </a:cubicBezTo>
                      <a:cubicBezTo>
                        <a:pt x="123" y="230"/>
                        <a:pt x="119" y="237"/>
                        <a:pt x="103" y="242"/>
                      </a:cubicBezTo>
                      <a:cubicBezTo>
                        <a:pt x="97" y="244"/>
                        <a:pt x="88" y="242"/>
                        <a:pt x="82" y="246"/>
                      </a:cubicBezTo>
                      <a:cubicBezTo>
                        <a:pt x="80" y="247"/>
                        <a:pt x="80" y="252"/>
                        <a:pt x="77" y="253"/>
                      </a:cubicBezTo>
                      <a:cubicBezTo>
                        <a:pt x="76" y="255"/>
                        <a:pt x="73" y="253"/>
                        <a:pt x="71" y="253"/>
                      </a:cubicBezTo>
                      <a:cubicBezTo>
                        <a:pt x="68" y="253"/>
                        <a:pt x="65" y="253"/>
                        <a:pt x="63" y="253"/>
                      </a:cubicBezTo>
                      <a:cubicBezTo>
                        <a:pt x="63" y="254"/>
                        <a:pt x="63" y="255"/>
                        <a:pt x="63" y="255"/>
                      </a:cubicBezTo>
                      <a:cubicBezTo>
                        <a:pt x="64" y="251"/>
                        <a:pt x="63" y="222"/>
                        <a:pt x="63" y="222"/>
                      </a:cubicBezTo>
                      <a:cubicBezTo>
                        <a:pt x="59" y="218"/>
                        <a:pt x="52" y="207"/>
                        <a:pt x="47" y="203"/>
                      </a:cubicBezTo>
                      <a:cubicBezTo>
                        <a:pt x="45" y="201"/>
                        <a:pt x="41" y="203"/>
                        <a:pt x="37" y="201"/>
                      </a:cubicBezTo>
                      <a:cubicBezTo>
                        <a:pt x="36" y="201"/>
                        <a:pt x="21" y="189"/>
                        <a:pt x="21" y="188"/>
                      </a:cubicBezTo>
                      <a:cubicBezTo>
                        <a:pt x="24" y="183"/>
                        <a:pt x="31" y="182"/>
                        <a:pt x="29" y="174"/>
                      </a:cubicBezTo>
                      <a:cubicBezTo>
                        <a:pt x="28" y="172"/>
                        <a:pt x="26" y="171"/>
                        <a:pt x="25" y="170"/>
                      </a:cubicBezTo>
                      <a:cubicBezTo>
                        <a:pt x="24" y="170"/>
                        <a:pt x="24" y="170"/>
                        <a:pt x="23" y="170"/>
                      </a:cubicBezTo>
                      <a:cubicBezTo>
                        <a:pt x="22" y="170"/>
                        <a:pt x="22" y="170"/>
                        <a:pt x="21" y="169"/>
                      </a:cubicBezTo>
                      <a:cubicBezTo>
                        <a:pt x="21" y="166"/>
                        <a:pt x="21" y="164"/>
                        <a:pt x="21" y="161"/>
                      </a:cubicBezTo>
                      <a:cubicBezTo>
                        <a:pt x="21" y="157"/>
                        <a:pt x="17" y="154"/>
                        <a:pt x="18" y="151"/>
                      </a:cubicBezTo>
                      <a:cubicBezTo>
                        <a:pt x="28" y="136"/>
                        <a:pt x="26" y="140"/>
                        <a:pt x="26" y="143"/>
                      </a:cubicBezTo>
                      <a:cubicBezTo>
                        <a:pt x="26" y="146"/>
                        <a:pt x="26" y="149"/>
                        <a:pt x="34" y="143"/>
                      </a:cubicBezTo>
                      <a:cubicBezTo>
                        <a:pt x="36" y="141"/>
                        <a:pt x="48" y="121"/>
                        <a:pt x="45" y="117"/>
                      </a:cubicBezTo>
                      <a:cubicBezTo>
                        <a:pt x="40" y="114"/>
                        <a:pt x="18" y="104"/>
                        <a:pt x="17" y="102"/>
                      </a:cubicBezTo>
                      <a:cubicBezTo>
                        <a:pt x="11" y="97"/>
                        <a:pt x="0" y="73"/>
                        <a:pt x="4" y="65"/>
                      </a:cubicBezTo>
                      <a:cubicBezTo>
                        <a:pt x="5" y="61"/>
                        <a:pt x="12" y="61"/>
                        <a:pt x="14" y="58"/>
                      </a:cubicBezTo>
                      <a:cubicBezTo>
                        <a:pt x="16" y="54"/>
                        <a:pt x="13" y="49"/>
                        <a:pt x="15" y="45"/>
                      </a:cubicBezTo>
                      <a:cubicBezTo>
                        <a:pt x="22" y="48"/>
                        <a:pt x="31" y="50"/>
                        <a:pt x="35" y="53"/>
                      </a:cubicBezTo>
                      <a:cubicBezTo>
                        <a:pt x="41" y="55"/>
                        <a:pt x="19" y="67"/>
                        <a:pt x="29" y="71"/>
                      </a:cubicBezTo>
                      <a:cubicBezTo>
                        <a:pt x="42" y="77"/>
                        <a:pt x="46" y="67"/>
                        <a:pt x="59" y="66"/>
                      </a:cubicBezTo>
                      <a:cubicBezTo>
                        <a:pt x="65" y="65"/>
                        <a:pt x="73" y="66"/>
                        <a:pt x="80" y="67"/>
                      </a:cubicBezTo>
                      <a:cubicBezTo>
                        <a:pt x="90" y="69"/>
                        <a:pt x="100" y="71"/>
                        <a:pt x="109" y="67"/>
                      </a:cubicBezTo>
                      <a:cubicBezTo>
                        <a:pt x="112" y="66"/>
                        <a:pt x="114" y="62"/>
                        <a:pt x="117" y="61"/>
                      </a:cubicBezTo>
                      <a:cubicBezTo>
                        <a:pt x="125" y="58"/>
                        <a:pt x="135" y="58"/>
                        <a:pt x="144" y="59"/>
                      </a:cubicBezTo>
                      <a:cubicBezTo>
                        <a:pt x="155" y="59"/>
                        <a:pt x="164" y="64"/>
                        <a:pt x="175" y="57"/>
                      </a:cubicBezTo>
                      <a:cubicBezTo>
                        <a:pt x="188" y="49"/>
                        <a:pt x="189" y="37"/>
                        <a:pt x="199" y="28"/>
                      </a:cubicBezTo>
                      <a:cubicBezTo>
                        <a:pt x="207" y="19"/>
                        <a:pt x="227" y="10"/>
                        <a:pt x="238" y="6"/>
                      </a:cubicBezTo>
                      <a:cubicBezTo>
                        <a:pt x="254" y="0"/>
                        <a:pt x="257" y="3"/>
                        <a:pt x="259" y="5"/>
                      </a:cubicBezTo>
                      <a:cubicBezTo>
                        <a:pt x="260" y="7"/>
                        <a:pt x="261" y="9"/>
                        <a:pt x="265" y="9"/>
                      </a:cubicBezTo>
                      <a:cubicBezTo>
                        <a:pt x="270" y="8"/>
                        <a:pt x="273" y="3"/>
                        <a:pt x="278" y="3"/>
                      </a:cubicBezTo>
                      <a:cubicBezTo>
                        <a:pt x="283" y="3"/>
                        <a:pt x="284" y="4"/>
                        <a:pt x="284" y="6"/>
                      </a:cubicBezTo>
                      <a:cubicBezTo>
                        <a:pt x="283" y="8"/>
                        <a:pt x="279" y="11"/>
                        <a:pt x="288" y="6"/>
                      </a:cubicBezTo>
                      <a:cubicBezTo>
                        <a:pt x="289" y="6"/>
                        <a:pt x="291" y="3"/>
                        <a:pt x="292" y="3"/>
                      </a:cubicBezTo>
                      <a:cubicBezTo>
                        <a:pt x="296" y="1"/>
                        <a:pt x="296" y="9"/>
                        <a:pt x="299" y="11"/>
                      </a:cubicBezTo>
                      <a:cubicBezTo>
                        <a:pt x="308" y="19"/>
                        <a:pt x="322" y="14"/>
                        <a:pt x="331" y="12"/>
                      </a:cubicBezTo>
                      <a:cubicBezTo>
                        <a:pt x="332" y="12"/>
                        <a:pt x="332" y="12"/>
                        <a:pt x="332" y="12"/>
                      </a:cubicBezTo>
                      <a:cubicBezTo>
                        <a:pt x="335" y="26"/>
                        <a:pt x="336" y="39"/>
                        <a:pt x="332" y="41"/>
                      </a:cubicBezTo>
                      <a:cubicBezTo>
                        <a:pt x="331" y="42"/>
                        <a:pt x="329" y="41"/>
                        <a:pt x="328" y="40"/>
                      </a:cubicBezTo>
                      <a:cubicBezTo>
                        <a:pt x="327" y="40"/>
                        <a:pt x="325" y="39"/>
                        <a:pt x="324" y="39"/>
                      </a:cubicBezTo>
                      <a:cubicBezTo>
                        <a:pt x="303" y="45"/>
                        <a:pt x="317" y="44"/>
                        <a:pt x="310" y="57"/>
                      </a:cubicBezTo>
                      <a:cubicBezTo>
                        <a:pt x="310" y="59"/>
                        <a:pt x="306" y="59"/>
                        <a:pt x="305" y="61"/>
                      </a:cubicBezTo>
                      <a:cubicBezTo>
                        <a:pt x="305" y="62"/>
                        <a:pt x="308" y="61"/>
                        <a:pt x="308" y="62"/>
                      </a:cubicBezTo>
                      <a:cubicBezTo>
                        <a:pt x="309" y="71"/>
                        <a:pt x="309" y="77"/>
                        <a:pt x="311" y="86"/>
                      </a:cubicBezTo>
                      <a:cubicBezTo>
                        <a:pt x="312" y="89"/>
                        <a:pt x="315" y="94"/>
                        <a:pt x="313" y="97"/>
                      </a:cubicBezTo>
                      <a:cubicBezTo>
                        <a:pt x="312" y="100"/>
                        <a:pt x="306" y="98"/>
                        <a:pt x="304" y="100"/>
                      </a:cubicBezTo>
                      <a:cubicBezTo>
                        <a:pt x="303" y="100"/>
                        <a:pt x="305" y="101"/>
                        <a:pt x="305" y="101"/>
                      </a:cubicBezTo>
                      <a:cubicBezTo>
                        <a:pt x="304" y="104"/>
                        <a:pt x="301" y="104"/>
                        <a:pt x="301" y="106"/>
                      </a:cubicBezTo>
                      <a:cubicBezTo>
                        <a:pt x="300" y="108"/>
                        <a:pt x="304" y="110"/>
                        <a:pt x="303" y="111"/>
                      </a:cubicBezTo>
                      <a:cubicBezTo>
                        <a:pt x="300" y="114"/>
                        <a:pt x="295" y="115"/>
                        <a:pt x="293" y="119"/>
                      </a:cubicBezTo>
                      <a:cubicBezTo>
                        <a:pt x="288" y="125"/>
                        <a:pt x="291" y="124"/>
                        <a:pt x="297" y="123"/>
                      </a:cubicBezTo>
                      <a:cubicBezTo>
                        <a:pt x="303" y="121"/>
                        <a:pt x="311" y="120"/>
                        <a:pt x="314" y="127"/>
                      </a:cubicBezTo>
                      <a:cubicBezTo>
                        <a:pt x="314" y="128"/>
                        <a:pt x="313" y="130"/>
                        <a:pt x="313" y="131"/>
                      </a:cubicBezTo>
                      <a:cubicBezTo>
                        <a:pt x="313" y="132"/>
                        <a:pt x="326" y="139"/>
                        <a:pt x="329" y="141"/>
                      </a:cubicBezTo>
                      <a:cubicBezTo>
                        <a:pt x="330" y="144"/>
                        <a:pt x="332" y="145"/>
                        <a:pt x="332" y="147"/>
                      </a:cubicBezTo>
                      <a:cubicBezTo>
                        <a:pt x="331" y="147"/>
                        <a:pt x="331" y="147"/>
                        <a:pt x="331" y="147"/>
                      </a:cubicBezTo>
                      <a:cubicBezTo>
                        <a:pt x="328" y="148"/>
                        <a:pt x="325" y="147"/>
                        <a:pt x="321" y="148"/>
                      </a:cubicBezTo>
                      <a:cubicBezTo>
                        <a:pt x="317" y="150"/>
                        <a:pt x="313" y="154"/>
                        <a:pt x="309" y="157"/>
                      </a:cubicBezTo>
                      <a:cubicBezTo>
                        <a:pt x="308" y="157"/>
                        <a:pt x="309" y="160"/>
                        <a:pt x="309" y="159"/>
                      </a:cubicBezTo>
                      <a:cubicBezTo>
                        <a:pt x="296" y="156"/>
                        <a:pt x="292" y="146"/>
                        <a:pt x="279" y="153"/>
                      </a:cubicBezTo>
                      <a:cubicBezTo>
                        <a:pt x="269" y="164"/>
                        <a:pt x="269" y="164"/>
                        <a:pt x="269" y="164"/>
                      </a:cubicBezTo>
                      <a:cubicBezTo>
                        <a:pt x="267" y="164"/>
                        <a:pt x="265" y="164"/>
                        <a:pt x="263" y="164"/>
                      </a:cubicBezTo>
                      <a:cubicBezTo>
                        <a:pt x="261" y="164"/>
                        <a:pt x="259" y="164"/>
                        <a:pt x="257" y="165"/>
                      </a:cubicBezTo>
                      <a:cubicBezTo>
                        <a:pt x="254" y="168"/>
                        <a:pt x="257" y="174"/>
                        <a:pt x="255" y="177"/>
                      </a:cubicBezTo>
                      <a:cubicBezTo>
                        <a:pt x="252" y="181"/>
                        <a:pt x="240" y="179"/>
                        <a:pt x="245" y="188"/>
                      </a:cubicBezTo>
                    </a:path>
                  </a:pathLst>
                </a:custGeom>
                <a:solidFill>
                  <a:srgbClr val="D1E9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1" name="Albania" descr="{&quot;Key&quot;:&quot;albania&quot;,&quot;Name&quot;:&quot;Albania&quot;,&quot;Value&quot;:23.0,&quot;Formula&quot;:&quot;23&quot;,&quot;Text&quot;:&quot;23&quot;,&quot;OfficeApplication&quot;:2,&quot;HasValue&quot;:true}">
                  <a:extLst>
                    <a:ext uri="{FF2B5EF4-FFF2-40B4-BE49-F238E27FC236}">
                      <a16:creationId xmlns:a16="http://schemas.microsoft.com/office/drawing/2014/main" id="{EB6359E6-D941-8299-39C5-CEEC6749C17D}"/>
                    </a:ext>
                  </a:extLst>
                </p:cNvPr>
                <p:cNvSpPr>
                  <a:spLocks/>
                </p:cNvSpPr>
                <p:nvPr/>
              </p:nvSpPr>
              <p:spPr bwMode="auto">
                <a:xfrm>
                  <a:off x="4128729" y="5225698"/>
                  <a:ext cx="192527" cy="391851"/>
                </a:xfrm>
                <a:custGeom>
                  <a:avLst/>
                  <a:gdLst>
                    <a:gd name="T0" fmla="*/ 107 w 115"/>
                    <a:gd name="T1" fmla="*/ 124 h 218"/>
                    <a:gd name="T2" fmla="*/ 113 w 115"/>
                    <a:gd name="T3" fmla="*/ 140 h 218"/>
                    <a:gd name="T4" fmla="*/ 106 w 115"/>
                    <a:gd name="T5" fmla="*/ 152 h 218"/>
                    <a:gd name="T6" fmla="*/ 100 w 115"/>
                    <a:gd name="T7" fmla="*/ 158 h 218"/>
                    <a:gd name="T8" fmla="*/ 97 w 115"/>
                    <a:gd name="T9" fmla="*/ 182 h 218"/>
                    <a:gd name="T10" fmla="*/ 78 w 115"/>
                    <a:gd name="T11" fmla="*/ 193 h 218"/>
                    <a:gd name="T12" fmla="*/ 85 w 115"/>
                    <a:gd name="T13" fmla="*/ 204 h 218"/>
                    <a:gd name="T14" fmla="*/ 82 w 115"/>
                    <a:gd name="T15" fmla="*/ 206 h 218"/>
                    <a:gd name="T16" fmla="*/ 79 w 115"/>
                    <a:gd name="T17" fmla="*/ 208 h 218"/>
                    <a:gd name="T18" fmla="*/ 71 w 115"/>
                    <a:gd name="T19" fmla="*/ 216 h 218"/>
                    <a:gd name="T20" fmla="*/ 64 w 115"/>
                    <a:gd name="T21" fmla="*/ 216 h 218"/>
                    <a:gd name="T22" fmla="*/ 64 w 115"/>
                    <a:gd name="T23" fmla="*/ 217 h 218"/>
                    <a:gd name="T24" fmla="*/ 62 w 115"/>
                    <a:gd name="T25" fmla="*/ 218 h 218"/>
                    <a:gd name="T26" fmla="*/ 61 w 115"/>
                    <a:gd name="T27" fmla="*/ 216 h 218"/>
                    <a:gd name="T28" fmla="*/ 61 w 115"/>
                    <a:gd name="T29" fmla="*/ 213 h 218"/>
                    <a:gd name="T30" fmla="*/ 62 w 115"/>
                    <a:gd name="T31" fmla="*/ 204 h 218"/>
                    <a:gd name="T32" fmla="*/ 56 w 115"/>
                    <a:gd name="T33" fmla="*/ 202 h 218"/>
                    <a:gd name="T34" fmla="*/ 52 w 115"/>
                    <a:gd name="T35" fmla="*/ 193 h 218"/>
                    <a:gd name="T36" fmla="*/ 16 w 115"/>
                    <a:gd name="T37" fmla="*/ 169 h 218"/>
                    <a:gd name="T38" fmla="*/ 21 w 115"/>
                    <a:gd name="T39" fmla="*/ 167 h 218"/>
                    <a:gd name="T40" fmla="*/ 27 w 115"/>
                    <a:gd name="T41" fmla="*/ 166 h 218"/>
                    <a:gd name="T42" fmla="*/ 14 w 115"/>
                    <a:gd name="T43" fmla="*/ 152 h 218"/>
                    <a:gd name="T44" fmla="*/ 17 w 115"/>
                    <a:gd name="T45" fmla="*/ 148 h 218"/>
                    <a:gd name="T46" fmla="*/ 17 w 115"/>
                    <a:gd name="T47" fmla="*/ 140 h 218"/>
                    <a:gd name="T48" fmla="*/ 17 w 115"/>
                    <a:gd name="T49" fmla="*/ 133 h 218"/>
                    <a:gd name="T50" fmla="*/ 25 w 115"/>
                    <a:gd name="T51" fmla="*/ 131 h 218"/>
                    <a:gd name="T52" fmla="*/ 23 w 115"/>
                    <a:gd name="T53" fmla="*/ 124 h 218"/>
                    <a:gd name="T54" fmla="*/ 21 w 115"/>
                    <a:gd name="T55" fmla="*/ 131 h 218"/>
                    <a:gd name="T56" fmla="*/ 21 w 115"/>
                    <a:gd name="T57" fmla="*/ 106 h 218"/>
                    <a:gd name="T58" fmla="*/ 13 w 115"/>
                    <a:gd name="T59" fmla="*/ 96 h 218"/>
                    <a:gd name="T60" fmla="*/ 15 w 115"/>
                    <a:gd name="T61" fmla="*/ 82 h 218"/>
                    <a:gd name="T62" fmla="*/ 24 w 115"/>
                    <a:gd name="T63" fmla="*/ 80 h 218"/>
                    <a:gd name="T64" fmla="*/ 21 w 115"/>
                    <a:gd name="T65" fmla="*/ 76 h 218"/>
                    <a:gd name="T66" fmla="*/ 21 w 115"/>
                    <a:gd name="T67" fmla="*/ 64 h 218"/>
                    <a:gd name="T68" fmla="*/ 14 w 115"/>
                    <a:gd name="T69" fmla="*/ 63 h 218"/>
                    <a:gd name="T70" fmla="*/ 8 w 115"/>
                    <a:gd name="T71" fmla="*/ 63 h 218"/>
                    <a:gd name="T72" fmla="*/ 8 w 115"/>
                    <a:gd name="T73" fmla="*/ 52 h 218"/>
                    <a:gd name="T74" fmla="*/ 8 w 115"/>
                    <a:gd name="T75" fmla="*/ 45 h 218"/>
                    <a:gd name="T76" fmla="*/ 0 w 115"/>
                    <a:gd name="T77" fmla="*/ 39 h 218"/>
                    <a:gd name="T78" fmla="*/ 20 w 115"/>
                    <a:gd name="T79" fmla="*/ 0 h 218"/>
                    <a:gd name="T80" fmla="*/ 28 w 115"/>
                    <a:gd name="T81" fmla="*/ 15 h 218"/>
                    <a:gd name="T82" fmla="*/ 40 w 115"/>
                    <a:gd name="T83" fmla="*/ 5 h 218"/>
                    <a:gd name="T84" fmla="*/ 52 w 115"/>
                    <a:gd name="T85" fmla="*/ 22 h 218"/>
                    <a:gd name="T86" fmla="*/ 55 w 115"/>
                    <a:gd name="T87" fmla="*/ 22 h 218"/>
                    <a:gd name="T88" fmla="*/ 58 w 115"/>
                    <a:gd name="T89" fmla="*/ 21 h 218"/>
                    <a:gd name="T90" fmla="*/ 69 w 115"/>
                    <a:gd name="T91" fmla="*/ 27 h 218"/>
                    <a:gd name="T92" fmla="*/ 73 w 115"/>
                    <a:gd name="T93" fmla="*/ 63 h 218"/>
                    <a:gd name="T94" fmla="*/ 76 w 115"/>
                    <a:gd name="T95" fmla="*/ 73 h 218"/>
                    <a:gd name="T96" fmla="*/ 72 w 115"/>
                    <a:gd name="T97" fmla="*/ 77 h 218"/>
                    <a:gd name="T98" fmla="*/ 78 w 115"/>
                    <a:gd name="T99" fmla="*/ 87 h 218"/>
                    <a:gd name="T100" fmla="*/ 76 w 115"/>
                    <a:gd name="T101" fmla="*/ 92 h 218"/>
                    <a:gd name="T102" fmla="*/ 92 w 115"/>
                    <a:gd name="T103" fmla="*/ 121 h 218"/>
                    <a:gd name="T104" fmla="*/ 100 w 115"/>
                    <a:gd name="T105" fmla="*/ 119 h 218"/>
                    <a:gd name="T106" fmla="*/ 107 w 115"/>
                    <a:gd name="T107" fmla="*/ 120 h 218"/>
                    <a:gd name="T108" fmla="*/ 107 w 115"/>
                    <a:gd name="T109" fmla="*/ 12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 h="218">
                      <a:moveTo>
                        <a:pt x="107" y="124"/>
                      </a:moveTo>
                      <a:cubicBezTo>
                        <a:pt x="107" y="131"/>
                        <a:pt x="115" y="133"/>
                        <a:pt x="113" y="140"/>
                      </a:cubicBezTo>
                      <a:cubicBezTo>
                        <a:pt x="110" y="152"/>
                        <a:pt x="108" y="152"/>
                        <a:pt x="106" y="152"/>
                      </a:cubicBezTo>
                      <a:cubicBezTo>
                        <a:pt x="104" y="151"/>
                        <a:pt x="102" y="151"/>
                        <a:pt x="100" y="158"/>
                      </a:cubicBezTo>
                      <a:cubicBezTo>
                        <a:pt x="100" y="158"/>
                        <a:pt x="97" y="181"/>
                        <a:pt x="97" y="182"/>
                      </a:cubicBezTo>
                      <a:cubicBezTo>
                        <a:pt x="96" y="183"/>
                        <a:pt x="78" y="189"/>
                        <a:pt x="78" y="193"/>
                      </a:cubicBezTo>
                      <a:cubicBezTo>
                        <a:pt x="85" y="204"/>
                        <a:pt x="85" y="204"/>
                        <a:pt x="85" y="204"/>
                      </a:cubicBezTo>
                      <a:cubicBezTo>
                        <a:pt x="86" y="207"/>
                        <a:pt x="84" y="207"/>
                        <a:pt x="82" y="206"/>
                      </a:cubicBezTo>
                      <a:cubicBezTo>
                        <a:pt x="81" y="206"/>
                        <a:pt x="79" y="206"/>
                        <a:pt x="79" y="208"/>
                      </a:cubicBezTo>
                      <a:cubicBezTo>
                        <a:pt x="79" y="218"/>
                        <a:pt x="76" y="217"/>
                        <a:pt x="71" y="216"/>
                      </a:cubicBezTo>
                      <a:cubicBezTo>
                        <a:pt x="69" y="216"/>
                        <a:pt x="66" y="216"/>
                        <a:pt x="64" y="216"/>
                      </a:cubicBezTo>
                      <a:cubicBezTo>
                        <a:pt x="63" y="216"/>
                        <a:pt x="64" y="217"/>
                        <a:pt x="64" y="217"/>
                      </a:cubicBezTo>
                      <a:cubicBezTo>
                        <a:pt x="63" y="218"/>
                        <a:pt x="63" y="218"/>
                        <a:pt x="62" y="218"/>
                      </a:cubicBezTo>
                      <a:cubicBezTo>
                        <a:pt x="62" y="218"/>
                        <a:pt x="62" y="217"/>
                        <a:pt x="61" y="216"/>
                      </a:cubicBezTo>
                      <a:cubicBezTo>
                        <a:pt x="61" y="215"/>
                        <a:pt x="61" y="214"/>
                        <a:pt x="61" y="213"/>
                      </a:cubicBezTo>
                      <a:cubicBezTo>
                        <a:pt x="61" y="209"/>
                        <a:pt x="63" y="206"/>
                        <a:pt x="62" y="204"/>
                      </a:cubicBezTo>
                      <a:cubicBezTo>
                        <a:pt x="61" y="202"/>
                        <a:pt x="57" y="204"/>
                        <a:pt x="56" y="202"/>
                      </a:cubicBezTo>
                      <a:cubicBezTo>
                        <a:pt x="53" y="200"/>
                        <a:pt x="54" y="195"/>
                        <a:pt x="52" y="193"/>
                      </a:cubicBezTo>
                      <a:cubicBezTo>
                        <a:pt x="48" y="188"/>
                        <a:pt x="12" y="178"/>
                        <a:pt x="16" y="169"/>
                      </a:cubicBezTo>
                      <a:cubicBezTo>
                        <a:pt x="16" y="167"/>
                        <a:pt x="19" y="167"/>
                        <a:pt x="21" y="167"/>
                      </a:cubicBezTo>
                      <a:cubicBezTo>
                        <a:pt x="24" y="168"/>
                        <a:pt x="26" y="168"/>
                        <a:pt x="27" y="166"/>
                      </a:cubicBezTo>
                      <a:cubicBezTo>
                        <a:pt x="27" y="165"/>
                        <a:pt x="16" y="158"/>
                        <a:pt x="14" y="152"/>
                      </a:cubicBezTo>
                      <a:cubicBezTo>
                        <a:pt x="14" y="150"/>
                        <a:pt x="17" y="149"/>
                        <a:pt x="17" y="148"/>
                      </a:cubicBezTo>
                      <a:cubicBezTo>
                        <a:pt x="17" y="145"/>
                        <a:pt x="17" y="142"/>
                        <a:pt x="17" y="140"/>
                      </a:cubicBezTo>
                      <a:cubicBezTo>
                        <a:pt x="17" y="137"/>
                        <a:pt x="16" y="135"/>
                        <a:pt x="17" y="133"/>
                      </a:cubicBezTo>
                      <a:cubicBezTo>
                        <a:pt x="18" y="131"/>
                        <a:pt x="23" y="132"/>
                        <a:pt x="25" y="131"/>
                      </a:cubicBezTo>
                      <a:cubicBezTo>
                        <a:pt x="26" y="129"/>
                        <a:pt x="25" y="124"/>
                        <a:pt x="23" y="124"/>
                      </a:cubicBezTo>
                      <a:cubicBezTo>
                        <a:pt x="21" y="125"/>
                        <a:pt x="22" y="129"/>
                        <a:pt x="21" y="131"/>
                      </a:cubicBezTo>
                      <a:cubicBezTo>
                        <a:pt x="17" y="134"/>
                        <a:pt x="21" y="112"/>
                        <a:pt x="21" y="106"/>
                      </a:cubicBezTo>
                      <a:cubicBezTo>
                        <a:pt x="22" y="99"/>
                        <a:pt x="13" y="103"/>
                        <a:pt x="13" y="96"/>
                      </a:cubicBezTo>
                      <a:cubicBezTo>
                        <a:pt x="13" y="91"/>
                        <a:pt x="12" y="86"/>
                        <a:pt x="15" y="82"/>
                      </a:cubicBezTo>
                      <a:cubicBezTo>
                        <a:pt x="17" y="80"/>
                        <a:pt x="22" y="82"/>
                        <a:pt x="24" y="80"/>
                      </a:cubicBezTo>
                      <a:cubicBezTo>
                        <a:pt x="25" y="79"/>
                        <a:pt x="21" y="78"/>
                        <a:pt x="21" y="76"/>
                      </a:cubicBezTo>
                      <a:cubicBezTo>
                        <a:pt x="20" y="72"/>
                        <a:pt x="24" y="67"/>
                        <a:pt x="21" y="64"/>
                      </a:cubicBezTo>
                      <a:cubicBezTo>
                        <a:pt x="19" y="62"/>
                        <a:pt x="16" y="62"/>
                        <a:pt x="14" y="63"/>
                      </a:cubicBezTo>
                      <a:cubicBezTo>
                        <a:pt x="12" y="63"/>
                        <a:pt x="9" y="64"/>
                        <a:pt x="8" y="63"/>
                      </a:cubicBezTo>
                      <a:cubicBezTo>
                        <a:pt x="8" y="59"/>
                        <a:pt x="8" y="55"/>
                        <a:pt x="8" y="52"/>
                      </a:cubicBezTo>
                      <a:cubicBezTo>
                        <a:pt x="8" y="50"/>
                        <a:pt x="9" y="47"/>
                        <a:pt x="8" y="45"/>
                      </a:cubicBezTo>
                      <a:cubicBezTo>
                        <a:pt x="6" y="42"/>
                        <a:pt x="1" y="42"/>
                        <a:pt x="0" y="39"/>
                      </a:cubicBezTo>
                      <a:cubicBezTo>
                        <a:pt x="0" y="38"/>
                        <a:pt x="18" y="2"/>
                        <a:pt x="20" y="0"/>
                      </a:cubicBezTo>
                      <a:cubicBezTo>
                        <a:pt x="21" y="0"/>
                        <a:pt x="23" y="14"/>
                        <a:pt x="28" y="15"/>
                      </a:cubicBezTo>
                      <a:cubicBezTo>
                        <a:pt x="40" y="5"/>
                        <a:pt x="40" y="5"/>
                        <a:pt x="40" y="5"/>
                      </a:cubicBezTo>
                      <a:cubicBezTo>
                        <a:pt x="49" y="5"/>
                        <a:pt x="47" y="19"/>
                        <a:pt x="52" y="22"/>
                      </a:cubicBezTo>
                      <a:cubicBezTo>
                        <a:pt x="53" y="23"/>
                        <a:pt x="54" y="22"/>
                        <a:pt x="55" y="22"/>
                      </a:cubicBezTo>
                      <a:cubicBezTo>
                        <a:pt x="56" y="21"/>
                        <a:pt x="57" y="21"/>
                        <a:pt x="58" y="21"/>
                      </a:cubicBezTo>
                      <a:cubicBezTo>
                        <a:pt x="62" y="23"/>
                        <a:pt x="66" y="24"/>
                        <a:pt x="69" y="27"/>
                      </a:cubicBezTo>
                      <a:cubicBezTo>
                        <a:pt x="79" y="39"/>
                        <a:pt x="72" y="51"/>
                        <a:pt x="73" y="63"/>
                      </a:cubicBezTo>
                      <a:cubicBezTo>
                        <a:pt x="73" y="67"/>
                        <a:pt x="76" y="70"/>
                        <a:pt x="76" y="73"/>
                      </a:cubicBezTo>
                      <a:cubicBezTo>
                        <a:pt x="76" y="75"/>
                        <a:pt x="71" y="75"/>
                        <a:pt x="72" y="77"/>
                      </a:cubicBezTo>
                      <a:cubicBezTo>
                        <a:pt x="72" y="81"/>
                        <a:pt x="78" y="83"/>
                        <a:pt x="78" y="87"/>
                      </a:cubicBezTo>
                      <a:cubicBezTo>
                        <a:pt x="79" y="89"/>
                        <a:pt x="76" y="90"/>
                        <a:pt x="76" y="92"/>
                      </a:cubicBezTo>
                      <a:cubicBezTo>
                        <a:pt x="76" y="97"/>
                        <a:pt x="90" y="118"/>
                        <a:pt x="92" y="121"/>
                      </a:cubicBezTo>
                      <a:cubicBezTo>
                        <a:pt x="96" y="125"/>
                        <a:pt x="98" y="119"/>
                        <a:pt x="100" y="119"/>
                      </a:cubicBezTo>
                      <a:cubicBezTo>
                        <a:pt x="102" y="118"/>
                        <a:pt x="105" y="119"/>
                        <a:pt x="107" y="120"/>
                      </a:cubicBezTo>
                      <a:cubicBezTo>
                        <a:pt x="108" y="121"/>
                        <a:pt x="106" y="124"/>
                        <a:pt x="107" y="124"/>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2" name="Estonia" descr="{&quot;Key&quot;:&quot;estonia&quot;,&quot;Name&quot;:&quot;Estonia&quot;,&quot;Value&quot;:24.0,&quot;Formula&quot;:&quot;24&quot;,&quot;Text&quot;:&quot;24&quot;,&quot;OfficeApplication&quot;:2,&quot;HasValue&quot;:true}">
                  <a:extLst>
                    <a:ext uri="{FF2B5EF4-FFF2-40B4-BE49-F238E27FC236}">
                      <a16:creationId xmlns:a16="http://schemas.microsoft.com/office/drawing/2014/main" id="{1D222AEA-392F-D111-C7D9-057BA4D7AD98}"/>
                    </a:ext>
                  </a:extLst>
                </p:cNvPr>
                <p:cNvSpPr>
                  <a:spLocks noEditPoints="1"/>
                </p:cNvSpPr>
                <p:nvPr/>
              </p:nvSpPr>
              <p:spPr bwMode="auto">
                <a:xfrm>
                  <a:off x="4033946" y="2882563"/>
                  <a:ext cx="402824" cy="299462"/>
                </a:xfrm>
                <a:custGeom>
                  <a:avLst/>
                  <a:gdLst>
                    <a:gd name="T0" fmla="*/ 133 w 241"/>
                    <a:gd name="T1" fmla="*/ 129 h 166"/>
                    <a:gd name="T2" fmla="*/ 140 w 241"/>
                    <a:gd name="T3" fmla="*/ 129 h 166"/>
                    <a:gd name="T4" fmla="*/ 155 w 241"/>
                    <a:gd name="T5" fmla="*/ 135 h 166"/>
                    <a:gd name="T6" fmla="*/ 163 w 241"/>
                    <a:gd name="T7" fmla="*/ 137 h 166"/>
                    <a:gd name="T8" fmla="*/ 174 w 241"/>
                    <a:gd name="T9" fmla="*/ 141 h 166"/>
                    <a:gd name="T10" fmla="*/ 209 w 241"/>
                    <a:gd name="T11" fmla="*/ 144 h 166"/>
                    <a:gd name="T12" fmla="*/ 228 w 241"/>
                    <a:gd name="T13" fmla="*/ 134 h 166"/>
                    <a:gd name="T14" fmla="*/ 231 w 241"/>
                    <a:gd name="T15" fmla="*/ 128 h 166"/>
                    <a:gd name="T16" fmla="*/ 241 w 241"/>
                    <a:gd name="T17" fmla="*/ 118 h 166"/>
                    <a:gd name="T18" fmla="*/ 232 w 241"/>
                    <a:gd name="T19" fmla="*/ 105 h 166"/>
                    <a:gd name="T20" fmla="*/ 221 w 241"/>
                    <a:gd name="T21" fmla="*/ 84 h 166"/>
                    <a:gd name="T22" fmla="*/ 216 w 241"/>
                    <a:gd name="T23" fmla="*/ 38 h 166"/>
                    <a:gd name="T24" fmla="*/ 216 w 241"/>
                    <a:gd name="T25" fmla="*/ 15 h 166"/>
                    <a:gd name="T26" fmla="*/ 212 w 241"/>
                    <a:gd name="T27" fmla="*/ 7 h 166"/>
                    <a:gd name="T28" fmla="*/ 139 w 241"/>
                    <a:gd name="T29" fmla="*/ 7 h 166"/>
                    <a:gd name="T30" fmla="*/ 129 w 241"/>
                    <a:gd name="T31" fmla="*/ 7 h 166"/>
                    <a:gd name="T32" fmla="*/ 121 w 241"/>
                    <a:gd name="T33" fmla="*/ 23 h 166"/>
                    <a:gd name="T34" fmla="*/ 97 w 241"/>
                    <a:gd name="T35" fmla="*/ 22 h 166"/>
                    <a:gd name="T36" fmla="*/ 72 w 241"/>
                    <a:gd name="T37" fmla="*/ 41 h 166"/>
                    <a:gd name="T38" fmla="*/ 53 w 241"/>
                    <a:gd name="T39" fmla="*/ 58 h 166"/>
                    <a:gd name="T40" fmla="*/ 59 w 241"/>
                    <a:gd name="T41" fmla="*/ 91 h 166"/>
                    <a:gd name="T42" fmla="*/ 76 w 241"/>
                    <a:gd name="T43" fmla="*/ 121 h 166"/>
                    <a:gd name="T44" fmla="*/ 93 w 241"/>
                    <a:gd name="T45" fmla="*/ 125 h 166"/>
                    <a:gd name="T46" fmla="*/ 106 w 241"/>
                    <a:gd name="T47" fmla="*/ 121 h 166"/>
                    <a:gd name="T48" fmla="*/ 105 w 241"/>
                    <a:gd name="T49" fmla="*/ 149 h 166"/>
                    <a:gd name="T50" fmla="*/ 44 w 241"/>
                    <a:gd name="T51" fmla="*/ 106 h 166"/>
                    <a:gd name="T52" fmla="*/ 56 w 241"/>
                    <a:gd name="T53" fmla="*/ 116 h 166"/>
                    <a:gd name="T54" fmla="*/ 49 w 241"/>
                    <a:gd name="T55" fmla="*/ 125 h 166"/>
                    <a:gd name="T56" fmla="*/ 46 w 241"/>
                    <a:gd name="T57" fmla="*/ 129 h 166"/>
                    <a:gd name="T58" fmla="*/ 33 w 241"/>
                    <a:gd name="T59" fmla="*/ 138 h 166"/>
                    <a:gd name="T60" fmla="*/ 23 w 241"/>
                    <a:gd name="T61" fmla="*/ 143 h 166"/>
                    <a:gd name="T62" fmla="*/ 15 w 241"/>
                    <a:gd name="T63" fmla="*/ 164 h 166"/>
                    <a:gd name="T64" fmla="*/ 15 w 241"/>
                    <a:gd name="T65" fmla="*/ 144 h 166"/>
                    <a:gd name="T66" fmla="*/ 10 w 241"/>
                    <a:gd name="T67" fmla="*/ 132 h 166"/>
                    <a:gd name="T68" fmla="*/ 13 w 241"/>
                    <a:gd name="T69" fmla="*/ 126 h 166"/>
                    <a:gd name="T70" fmla="*/ 19 w 241"/>
                    <a:gd name="T71" fmla="*/ 119 h 166"/>
                    <a:gd name="T72" fmla="*/ 24 w 241"/>
                    <a:gd name="T73" fmla="*/ 74 h 166"/>
                    <a:gd name="T74" fmla="*/ 28 w 241"/>
                    <a:gd name="T75" fmla="*/ 79 h 166"/>
                    <a:gd name="T76" fmla="*/ 37 w 241"/>
                    <a:gd name="T77" fmla="*/ 90 h 166"/>
                    <a:gd name="T78" fmla="*/ 20 w 241"/>
                    <a:gd name="T79" fmla="*/ 93 h 166"/>
                    <a:gd name="T80" fmla="*/ 17 w 241"/>
                    <a:gd name="T81" fmla="*/ 8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1" h="166">
                      <a:moveTo>
                        <a:pt x="106" y="150"/>
                      </a:moveTo>
                      <a:cubicBezTo>
                        <a:pt x="110" y="149"/>
                        <a:pt x="128" y="133"/>
                        <a:pt x="133" y="129"/>
                      </a:cubicBezTo>
                      <a:cubicBezTo>
                        <a:pt x="136" y="126"/>
                        <a:pt x="143" y="137"/>
                        <a:pt x="141" y="130"/>
                      </a:cubicBezTo>
                      <a:cubicBezTo>
                        <a:pt x="141" y="129"/>
                        <a:pt x="140" y="129"/>
                        <a:pt x="140" y="129"/>
                      </a:cubicBezTo>
                      <a:cubicBezTo>
                        <a:pt x="140" y="127"/>
                        <a:pt x="139" y="126"/>
                        <a:pt x="140" y="126"/>
                      </a:cubicBezTo>
                      <a:cubicBezTo>
                        <a:pt x="146" y="126"/>
                        <a:pt x="152" y="134"/>
                        <a:pt x="155" y="135"/>
                      </a:cubicBezTo>
                      <a:cubicBezTo>
                        <a:pt x="157" y="136"/>
                        <a:pt x="159" y="133"/>
                        <a:pt x="160" y="133"/>
                      </a:cubicBezTo>
                      <a:cubicBezTo>
                        <a:pt x="162" y="133"/>
                        <a:pt x="161" y="136"/>
                        <a:pt x="163" y="137"/>
                      </a:cubicBezTo>
                      <a:cubicBezTo>
                        <a:pt x="166" y="138"/>
                        <a:pt x="170" y="135"/>
                        <a:pt x="173" y="136"/>
                      </a:cubicBezTo>
                      <a:cubicBezTo>
                        <a:pt x="175" y="136"/>
                        <a:pt x="173" y="140"/>
                        <a:pt x="174" y="141"/>
                      </a:cubicBezTo>
                      <a:cubicBezTo>
                        <a:pt x="176" y="144"/>
                        <a:pt x="194" y="156"/>
                        <a:pt x="198" y="156"/>
                      </a:cubicBezTo>
                      <a:cubicBezTo>
                        <a:pt x="199" y="156"/>
                        <a:pt x="209" y="144"/>
                        <a:pt x="209" y="144"/>
                      </a:cubicBezTo>
                      <a:cubicBezTo>
                        <a:pt x="212" y="143"/>
                        <a:pt x="229" y="149"/>
                        <a:pt x="229" y="147"/>
                      </a:cubicBezTo>
                      <a:cubicBezTo>
                        <a:pt x="230" y="144"/>
                        <a:pt x="226" y="136"/>
                        <a:pt x="228" y="134"/>
                      </a:cubicBezTo>
                      <a:cubicBezTo>
                        <a:pt x="229" y="133"/>
                        <a:pt x="232" y="133"/>
                        <a:pt x="233" y="131"/>
                      </a:cubicBezTo>
                      <a:cubicBezTo>
                        <a:pt x="233" y="130"/>
                        <a:pt x="231" y="130"/>
                        <a:pt x="231" y="128"/>
                      </a:cubicBezTo>
                      <a:cubicBezTo>
                        <a:pt x="230" y="127"/>
                        <a:pt x="230" y="125"/>
                        <a:pt x="231" y="124"/>
                      </a:cubicBezTo>
                      <a:cubicBezTo>
                        <a:pt x="238" y="118"/>
                        <a:pt x="238" y="125"/>
                        <a:pt x="241" y="118"/>
                      </a:cubicBezTo>
                      <a:cubicBezTo>
                        <a:pt x="241" y="116"/>
                        <a:pt x="236" y="117"/>
                        <a:pt x="234" y="116"/>
                      </a:cubicBezTo>
                      <a:cubicBezTo>
                        <a:pt x="230" y="112"/>
                        <a:pt x="233" y="109"/>
                        <a:pt x="232" y="105"/>
                      </a:cubicBezTo>
                      <a:cubicBezTo>
                        <a:pt x="231" y="103"/>
                        <a:pt x="222" y="98"/>
                        <a:pt x="220" y="96"/>
                      </a:cubicBezTo>
                      <a:cubicBezTo>
                        <a:pt x="216" y="88"/>
                        <a:pt x="221" y="92"/>
                        <a:pt x="221" y="84"/>
                      </a:cubicBezTo>
                      <a:cubicBezTo>
                        <a:pt x="221" y="74"/>
                        <a:pt x="209" y="63"/>
                        <a:pt x="208" y="53"/>
                      </a:cubicBezTo>
                      <a:cubicBezTo>
                        <a:pt x="207" y="47"/>
                        <a:pt x="214" y="43"/>
                        <a:pt x="216" y="38"/>
                      </a:cubicBezTo>
                      <a:cubicBezTo>
                        <a:pt x="216" y="24"/>
                        <a:pt x="216" y="24"/>
                        <a:pt x="216" y="24"/>
                      </a:cubicBezTo>
                      <a:cubicBezTo>
                        <a:pt x="216" y="21"/>
                        <a:pt x="214" y="18"/>
                        <a:pt x="216" y="15"/>
                      </a:cubicBezTo>
                      <a:cubicBezTo>
                        <a:pt x="221" y="4"/>
                        <a:pt x="231" y="9"/>
                        <a:pt x="217" y="0"/>
                      </a:cubicBezTo>
                      <a:cubicBezTo>
                        <a:pt x="217" y="2"/>
                        <a:pt x="216" y="5"/>
                        <a:pt x="212" y="7"/>
                      </a:cubicBezTo>
                      <a:cubicBezTo>
                        <a:pt x="207" y="10"/>
                        <a:pt x="153" y="11"/>
                        <a:pt x="144" y="10"/>
                      </a:cubicBezTo>
                      <a:cubicBezTo>
                        <a:pt x="143" y="10"/>
                        <a:pt x="142" y="7"/>
                        <a:pt x="139" y="7"/>
                      </a:cubicBezTo>
                      <a:cubicBezTo>
                        <a:pt x="129" y="10"/>
                        <a:pt x="153" y="16"/>
                        <a:pt x="135" y="14"/>
                      </a:cubicBezTo>
                      <a:cubicBezTo>
                        <a:pt x="132" y="13"/>
                        <a:pt x="131" y="7"/>
                        <a:pt x="129" y="7"/>
                      </a:cubicBezTo>
                      <a:cubicBezTo>
                        <a:pt x="126" y="8"/>
                        <a:pt x="130" y="13"/>
                        <a:pt x="129" y="15"/>
                      </a:cubicBezTo>
                      <a:cubicBezTo>
                        <a:pt x="127" y="18"/>
                        <a:pt x="124" y="22"/>
                        <a:pt x="121" y="23"/>
                      </a:cubicBezTo>
                      <a:cubicBezTo>
                        <a:pt x="115" y="26"/>
                        <a:pt x="109" y="27"/>
                        <a:pt x="103" y="26"/>
                      </a:cubicBezTo>
                      <a:cubicBezTo>
                        <a:pt x="100" y="26"/>
                        <a:pt x="99" y="21"/>
                        <a:pt x="97" y="22"/>
                      </a:cubicBezTo>
                      <a:cubicBezTo>
                        <a:pt x="94" y="24"/>
                        <a:pt x="101" y="30"/>
                        <a:pt x="98" y="31"/>
                      </a:cubicBezTo>
                      <a:cubicBezTo>
                        <a:pt x="92" y="32"/>
                        <a:pt x="75" y="33"/>
                        <a:pt x="72" y="41"/>
                      </a:cubicBezTo>
                      <a:cubicBezTo>
                        <a:pt x="71" y="44"/>
                        <a:pt x="77" y="47"/>
                        <a:pt x="75" y="49"/>
                      </a:cubicBezTo>
                      <a:cubicBezTo>
                        <a:pt x="73" y="54"/>
                        <a:pt x="56" y="53"/>
                        <a:pt x="53" y="58"/>
                      </a:cubicBezTo>
                      <a:cubicBezTo>
                        <a:pt x="45" y="79"/>
                        <a:pt x="60" y="66"/>
                        <a:pt x="63" y="75"/>
                      </a:cubicBezTo>
                      <a:cubicBezTo>
                        <a:pt x="65" y="80"/>
                        <a:pt x="57" y="86"/>
                        <a:pt x="59" y="91"/>
                      </a:cubicBezTo>
                      <a:cubicBezTo>
                        <a:pt x="61" y="97"/>
                        <a:pt x="70" y="104"/>
                        <a:pt x="71" y="106"/>
                      </a:cubicBezTo>
                      <a:cubicBezTo>
                        <a:pt x="75" y="111"/>
                        <a:pt x="69" y="117"/>
                        <a:pt x="76" y="121"/>
                      </a:cubicBezTo>
                      <a:cubicBezTo>
                        <a:pt x="79" y="122"/>
                        <a:pt x="83" y="119"/>
                        <a:pt x="86" y="120"/>
                      </a:cubicBezTo>
                      <a:cubicBezTo>
                        <a:pt x="88" y="121"/>
                        <a:pt x="90" y="126"/>
                        <a:pt x="93" y="125"/>
                      </a:cubicBezTo>
                      <a:cubicBezTo>
                        <a:pt x="97" y="122"/>
                        <a:pt x="97" y="101"/>
                        <a:pt x="109" y="115"/>
                      </a:cubicBezTo>
                      <a:cubicBezTo>
                        <a:pt x="110" y="117"/>
                        <a:pt x="106" y="118"/>
                        <a:pt x="106" y="121"/>
                      </a:cubicBezTo>
                      <a:cubicBezTo>
                        <a:pt x="106" y="125"/>
                        <a:pt x="108" y="130"/>
                        <a:pt x="108" y="134"/>
                      </a:cubicBezTo>
                      <a:cubicBezTo>
                        <a:pt x="108" y="146"/>
                        <a:pt x="104" y="139"/>
                        <a:pt x="105" y="149"/>
                      </a:cubicBezTo>
                      <a:lnTo>
                        <a:pt x="106" y="150"/>
                      </a:lnTo>
                      <a:close/>
                      <a:moveTo>
                        <a:pt x="44" y="106"/>
                      </a:moveTo>
                      <a:cubicBezTo>
                        <a:pt x="52" y="112"/>
                        <a:pt x="51" y="112"/>
                        <a:pt x="60" y="116"/>
                      </a:cubicBezTo>
                      <a:cubicBezTo>
                        <a:pt x="64" y="118"/>
                        <a:pt x="53" y="111"/>
                        <a:pt x="56" y="116"/>
                      </a:cubicBezTo>
                      <a:cubicBezTo>
                        <a:pt x="58" y="121"/>
                        <a:pt x="56" y="113"/>
                        <a:pt x="52" y="114"/>
                      </a:cubicBezTo>
                      <a:cubicBezTo>
                        <a:pt x="49" y="114"/>
                        <a:pt x="52" y="122"/>
                        <a:pt x="49" y="125"/>
                      </a:cubicBezTo>
                      <a:cubicBezTo>
                        <a:pt x="49" y="125"/>
                        <a:pt x="47" y="122"/>
                        <a:pt x="46" y="123"/>
                      </a:cubicBezTo>
                      <a:cubicBezTo>
                        <a:pt x="45" y="124"/>
                        <a:pt x="47" y="127"/>
                        <a:pt x="46" y="129"/>
                      </a:cubicBezTo>
                      <a:cubicBezTo>
                        <a:pt x="43" y="136"/>
                        <a:pt x="37" y="134"/>
                        <a:pt x="36" y="135"/>
                      </a:cubicBezTo>
                      <a:cubicBezTo>
                        <a:pt x="35" y="135"/>
                        <a:pt x="35" y="137"/>
                        <a:pt x="33" y="138"/>
                      </a:cubicBezTo>
                      <a:cubicBezTo>
                        <a:pt x="30" y="139"/>
                        <a:pt x="26" y="140"/>
                        <a:pt x="23" y="142"/>
                      </a:cubicBezTo>
                      <a:cubicBezTo>
                        <a:pt x="23" y="142"/>
                        <a:pt x="23" y="143"/>
                        <a:pt x="23" y="143"/>
                      </a:cubicBezTo>
                      <a:cubicBezTo>
                        <a:pt x="23" y="148"/>
                        <a:pt x="24" y="153"/>
                        <a:pt x="23" y="157"/>
                      </a:cubicBezTo>
                      <a:cubicBezTo>
                        <a:pt x="22" y="160"/>
                        <a:pt x="18" y="166"/>
                        <a:pt x="15" y="164"/>
                      </a:cubicBezTo>
                      <a:cubicBezTo>
                        <a:pt x="9" y="156"/>
                        <a:pt x="22" y="151"/>
                        <a:pt x="20" y="145"/>
                      </a:cubicBezTo>
                      <a:cubicBezTo>
                        <a:pt x="20" y="143"/>
                        <a:pt x="17" y="146"/>
                        <a:pt x="15" y="144"/>
                      </a:cubicBezTo>
                      <a:cubicBezTo>
                        <a:pt x="12" y="143"/>
                        <a:pt x="7" y="142"/>
                        <a:pt x="5" y="138"/>
                      </a:cubicBezTo>
                      <a:cubicBezTo>
                        <a:pt x="4" y="135"/>
                        <a:pt x="10" y="134"/>
                        <a:pt x="10" y="132"/>
                      </a:cubicBezTo>
                      <a:cubicBezTo>
                        <a:pt x="9" y="127"/>
                        <a:pt x="0" y="126"/>
                        <a:pt x="2" y="122"/>
                      </a:cubicBezTo>
                      <a:cubicBezTo>
                        <a:pt x="3" y="118"/>
                        <a:pt x="9" y="126"/>
                        <a:pt x="13" y="126"/>
                      </a:cubicBezTo>
                      <a:cubicBezTo>
                        <a:pt x="16" y="126"/>
                        <a:pt x="11" y="117"/>
                        <a:pt x="14" y="116"/>
                      </a:cubicBezTo>
                      <a:cubicBezTo>
                        <a:pt x="16" y="115"/>
                        <a:pt x="18" y="121"/>
                        <a:pt x="19" y="119"/>
                      </a:cubicBezTo>
                      <a:cubicBezTo>
                        <a:pt x="23" y="105"/>
                        <a:pt x="31" y="110"/>
                        <a:pt x="44" y="106"/>
                      </a:cubicBezTo>
                      <a:close/>
                      <a:moveTo>
                        <a:pt x="24" y="74"/>
                      </a:moveTo>
                      <a:cubicBezTo>
                        <a:pt x="25" y="74"/>
                        <a:pt x="27" y="73"/>
                        <a:pt x="27" y="74"/>
                      </a:cubicBezTo>
                      <a:cubicBezTo>
                        <a:pt x="28" y="75"/>
                        <a:pt x="27" y="78"/>
                        <a:pt x="28" y="79"/>
                      </a:cubicBezTo>
                      <a:cubicBezTo>
                        <a:pt x="31" y="80"/>
                        <a:pt x="35" y="78"/>
                        <a:pt x="37" y="79"/>
                      </a:cubicBezTo>
                      <a:cubicBezTo>
                        <a:pt x="56" y="90"/>
                        <a:pt x="38" y="88"/>
                        <a:pt x="37" y="90"/>
                      </a:cubicBezTo>
                      <a:cubicBezTo>
                        <a:pt x="32" y="101"/>
                        <a:pt x="48" y="92"/>
                        <a:pt x="27" y="104"/>
                      </a:cubicBezTo>
                      <a:cubicBezTo>
                        <a:pt x="21" y="107"/>
                        <a:pt x="20" y="93"/>
                        <a:pt x="20" y="93"/>
                      </a:cubicBezTo>
                      <a:cubicBezTo>
                        <a:pt x="18" y="87"/>
                        <a:pt x="8" y="90"/>
                        <a:pt x="4" y="88"/>
                      </a:cubicBezTo>
                      <a:cubicBezTo>
                        <a:pt x="0" y="88"/>
                        <a:pt x="13" y="86"/>
                        <a:pt x="17" y="85"/>
                      </a:cubicBezTo>
                      <a:cubicBezTo>
                        <a:pt x="22" y="84"/>
                        <a:pt x="23" y="77"/>
                        <a:pt x="24" y="74"/>
                      </a:cubicBez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3" name="Andorra" descr="{&quot;Key&quot;:&quot;andorra&quot;,&quot;Name&quot;:&quot;Andorra&quot;,&quot;Value&quot;:31.0,&quot;Formula&quot;:&quot;31&quot;,&quot;Text&quot;:&quot;31&quot;,&quot;OfficeApplication&quot;:2,&quot;HasValue&quot;:true}">
                  <a:extLst>
                    <a:ext uri="{FF2B5EF4-FFF2-40B4-BE49-F238E27FC236}">
                      <a16:creationId xmlns:a16="http://schemas.microsoft.com/office/drawing/2014/main" id="{2972A492-D5BA-64C6-994E-5FBABF846183}"/>
                    </a:ext>
                  </a:extLst>
                </p:cNvPr>
                <p:cNvSpPr>
                  <a:spLocks/>
                </p:cNvSpPr>
                <p:nvPr/>
              </p:nvSpPr>
              <p:spPr bwMode="auto">
                <a:xfrm>
                  <a:off x="2468561" y="5240035"/>
                  <a:ext cx="51834" cy="38229"/>
                </a:xfrm>
                <a:custGeom>
                  <a:avLst/>
                  <a:gdLst>
                    <a:gd name="T0" fmla="*/ 26 w 31"/>
                    <a:gd name="T1" fmla="*/ 15 h 22"/>
                    <a:gd name="T2" fmla="*/ 16 w 31"/>
                    <a:gd name="T3" fmla="*/ 1 h 22"/>
                    <a:gd name="T4" fmla="*/ 26 w 31"/>
                    <a:gd name="T5" fmla="*/ 15 h 22"/>
                  </a:gdLst>
                  <a:ahLst/>
                  <a:cxnLst>
                    <a:cxn ang="0">
                      <a:pos x="T0" y="T1"/>
                    </a:cxn>
                    <a:cxn ang="0">
                      <a:pos x="T2" y="T3"/>
                    </a:cxn>
                    <a:cxn ang="0">
                      <a:pos x="T4" y="T5"/>
                    </a:cxn>
                  </a:cxnLst>
                  <a:rect l="0" t="0" r="r" b="b"/>
                  <a:pathLst>
                    <a:path w="31" h="22">
                      <a:moveTo>
                        <a:pt x="26" y="15"/>
                      </a:moveTo>
                      <a:cubicBezTo>
                        <a:pt x="0" y="22"/>
                        <a:pt x="14" y="1"/>
                        <a:pt x="16" y="1"/>
                      </a:cubicBezTo>
                      <a:cubicBezTo>
                        <a:pt x="30" y="0"/>
                        <a:pt x="31" y="7"/>
                        <a:pt x="26" y="15"/>
                      </a:cubicBezTo>
                      <a:close/>
                    </a:path>
                  </a:pathLst>
                </a:custGeom>
                <a:solidFill>
                  <a:srgbClr val="6EBA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4" name="Luxembourg" descr="{&quot;Key&quot;:&quot;luxembourg&quot;,&quot;Name&quot;:&quot;Luxembourg&quot;,&quot;Value&quot;:6.0,&quot;Formula&quot;:&quot;6&quot;,&quot;Text&quot;:&quot;6&quot;,&quot;OfficeApplication&quot;:2,&quot;HasValue&quot;:true}">
                  <a:extLst>
                    <a:ext uri="{FF2B5EF4-FFF2-40B4-BE49-F238E27FC236}">
                      <a16:creationId xmlns:a16="http://schemas.microsoft.com/office/drawing/2014/main" id="{6555F92B-145D-6C59-356E-EF01F3F5E3B5}"/>
                    </a:ext>
                  </a:extLst>
                </p:cNvPr>
                <p:cNvSpPr>
                  <a:spLocks/>
                </p:cNvSpPr>
                <p:nvPr/>
              </p:nvSpPr>
              <p:spPr bwMode="auto">
                <a:xfrm>
                  <a:off x="2927661" y="4263596"/>
                  <a:ext cx="78491" cy="111502"/>
                </a:xfrm>
                <a:custGeom>
                  <a:avLst/>
                  <a:gdLst>
                    <a:gd name="T0" fmla="*/ 30 w 47"/>
                    <a:gd name="T1" fmla="*/ 61 h 62"/>
                    <a:gd name="T2" fmla="*/ 20 w 47"/>
                    <a:gd name="T3" fmla="*/ 59 h 62"/>
                    <a:gd name="T4" fmla="*/ 11 w 47"/>
                    <a:gd name="T5" fmla="*/ 61 h 62"/>
                    <a:gd name="T6" fmla="*/ 11 w 47"/>
                    <a:gd name="T7" fmla="*/ 59 h 62"/>
                    <a:gd name="T8" fmla="*/ 4 w 47"/>
                    <a:gd name="T9" fmla="*/ 56 h 62"/>
                    <a:gd name="T10" fmla="*/ 4 w 47"/>
                    <a:gd name="T11" fmla="*/ 54 h 62"/>
                    <a:gd name="T12" fmla="*/ 1 w 47"/>
                    <a:gd name="T13" fmla="*/ 28 h 62"/>
                    <a:gd name="T14" fmla="*/ 21 w 47"/>
                    <a:gd name="T15" fmla="*/ 11 h 62"/>
                    <a:gd name="T16" fmla="*/ 21 w 47"/>
                    <a:gd name="T17" fmla="*/ 21 h 62"/>
                    <a:gd name="T18" fmla="*/ 39 w 47"/>
                    <a:gd name="T19" fmla="*/ 36 h 62"/>
                    <a:gd name="T20" fmla="*/ 30 w 47"/>
                    <a:gd name="T21"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2">
                      <a:moveTo>
                        <a:pt x="30" y="61"/>
                      </a:moveTo>
                      <a:cubicBezTo>
                        <a:pt x="27" y="60"/>
                        <a:pt x="24" y="59"/>
                        <a:pt x="20" y="59"/>
                      </a:cubicBezTo>
                      <a:cubicBezTo>
                        <a:pt x="18" y="59"/>
                        <a:pt x="15" y="61"/>
                        <a:pt x="11" y="61"/>
                      </a:cubicBezTo>
                      <a:cubicBezTo>
                        <a:pt x="11" y="62"/>
                        <a:pt x="11" y="60"/>
                        <a:pt x="11" y="59"/>
                      </a:cubicBezTo>
                      <a:cubicBezTo>
                        <a:pt x="9" y="58"/>
                        <a:pt x="6" y="57"/>
                        <a:pt x="4" y="56"/>
                      </a:cubicBezTo>
                      <a:cubicBezTo>
                        <a:pt x="4" y="54"/>
                        <a:pt x="4" y="54"/>
                        <a:pt x="4" y="54"/>
                      </a:cubicBezTo>
                      <a:cubicBezTo>
                        <a:pt x="17" y="55"/>
                        <a:pt x="0" y="33"/>
                        <a:pt x="1" y="28"/>
                      </a:cubicBezTo>
                      <a:cubicBezTo>
                        <a:pt x="4" y="21"/>
                        <a:pt x="15" y="0"/>
                        <a:pt x="21" y="11"/>
                      </a:cubicBezTo>
                      <a:cubicBezTo>
                        <a:pt x="20" y="14"/>
                        <a:pt x="20" y="17"/>
                        <a:pt x="21" y="21"/>
                      </a:cubicBezTo>
                      <a:cubicBezTo>
                        <a:pt x="24" y="33"/>
                        <a:pt x="37" y="34"/>
                        <a:pt x="39" y="36"/>
                      </a:cubicBezTo>
                      <a:cubicBezTo>
                        <a:pt x="47" y="46"/>
                        <a:pt x="24" y="50"/>
                        <a:pt x="30" y="61"/>
                      </a:cubicBezTo>
                      <a:close/>
                    </a:path>
                  </a:pathLst>
                </a:custGeom>
                <a:solidFill>
                  <a:srgbClr val="C7E4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5" name="Netherlands" descr="{&quot;Key&quot;:&quot;netherlands&quot;,&quot;Name&quot;:&quot;Netherlands&quot;,&quot;Value&quot;:26.0,&quot;Formula&quot;:&quot;26&quot;,&quot;Text&quot;:&quot;26&quot;,&quot;OfficeApplication&quot;:2,&quot;HasValue&quot;:true}">
                  <a:extLst>
                    <a:ext uri="{FF2B5EF4-FFF2-40B4-BE49-F238E27FC236}">
                      <a16:creationId xmlns:a16="http://schemas.microsoft.com/office/drawing/2014/main" id="{FFF839C0-05E5-53F5-B952-7A217FF4D7E4}"/>
                    </a:ext>
                  </a:extLst>
                </p:cNvPr>
                <p:cNvSpPr>
                  <a:spLocks noEditPoints="1"/>
                </p:cNvSpPr>
                <p:nvPr/>
              </p:nvSpPr>
              <p:spPr bwMode="auto">
                <a:xfrm>
                  <a:off x="2754387" y="3836703"/>
                  <a:ext cx="315447" cy="371144"/>
                </a:xfrm>
                <a:custGeom>
                  <a:avLst/>
                  <a:gdLst>
                    <a:gd name="T0" fmla="*/ 90 w 188"/>
                    <a:gd name="T1" fmla="*/ 35 h 206"/>
                    <a:gd name="T2" fmla="*/ 88 w 188"/>
                    <a:gd name="T3" fmla="*/ 58 h 206"/>
                    <a:gd name="T4" fmla="*/ 83 w 188"/>
                    <a:gd name="T5" fmla="*/ 76 h 206"/>
                    <a:gd name="T6" fmla="*/ 116 w 188"/>
                    <a:gd name="T7" fmla="*/ 61 h 206"/>
                    <a:gd name="T8" fmla="*/ 120 w 188"/>
                    <a:gd name="T9" fmla="*/ 44 h 206"/>
                    <a:gd name="T10" fmla="*/ 107 w 188"/>
                    <a:gd name="T11" fmla="*/ 29 h 206"/>
                    <a:gd name="T12" fmla="*/ 101 w 188"/>
                    <a:gd name="T13" fmla="*/ 28 h 206"/>
                    <a:gd name="T14" fmla="*/ 77 w 188"/>
                    <a:gd name="T15" fmla="*/ 34 h 206"/>
                    <a:gd name="T16" fmla="*/ 65 w 188"/>
                    <a:gd name="T17" fmla="*/ 70 h 206"/>
                    <a:gd name="T18" fmla="*/ 41 w 188"/>
                    <a:gd name="T19" fmla="*/ 103 h 206"/>
                    <a:gd name="T20" fmla="*/ 37 w 188"/>
                    <a:gd name="T21" fmla="*/ 116 h 206"/>
                    <a:gd name="T22" fmla="*/ 31 w 188"/>
                    <a:gd name="T23" fmla="*/ 132 h 206"/>
                    <a:gd name="T24" fmla="*/ 42 w 188"/>
                    <a:gd name="T25" fmla="*/ 135 h 206"/>
                    <a:gd name="T26" fmla="*/ 44 w 188"/>
                    <a:gd name="T27" fmla="*/ 142 h 206"/>
                    <a:gd name="T28" fmla="*/ 5 w 188"/>
                    <a:gd name="T29" fmla="*/ 135 h 206"/>
                    <a:gd name="T30" fmla="*/ 28 w 188"/>
                    <a:gd name="T31" fmla="*/ 143 h 206"/>
                    <a:gd name="T32" fmla="*/ 43 w 188"/>
                    <a:gd name="T33" fmla="*/ 147 h 206"/>
                    <a:gd name="T34" fmla="*/ 50 w 188"/>
                    <a:gd name="T35" fmla="*/ 152 h 206"/>
                    <a:gd name="T36" fmla="*/ 56 w 188"/>
                    <a:gd name="T37" fmla="*/ 147 h 206"/>
                    <a:gd name="T38" fmla="*/ 67 w 188"/>
                    <a:gd name="T39" fmla="*/ 149 h 206"/>
                    <a:gd name="T40" fmla="*/ 87 w 188"/>
                    <a:gd name="T41" fmla="*/ 162 h 206"/>
                    <a:gd name="T42" fmla="*/ 113 w 188"/>
                    <a:gd name="T43" fmla="*/ 176 h 206"/>
                    <a:gd name="T44" fmla="*/ 110 w 188"/>
                    <a:gd name="T45" fmla="*/ 187 h 206"/>
                    <a:gd name="T46" fmla="*/ 121 w 188"/>
                    <a:gd name="T47" fmla="*/ 202 h 206"/>
                    <a:gd name="T48" fmla="*/ 120 w 188"/>
                    <a:gd name="T49" fmla="*/ 198 h 206"/>
                    <a:gd name="T50" fmla="*/ 116 w 188"/>
                    <a:gd name="T51" fmla="*/ 180 h 206"/>
                    <a:gd name="T52" fmla="*/ 130 w 188"/>
                    <a:gd name="T53" fmla="*/ 172 h 206"/>
                    <a:gd name="T54" fmla="*/ 133 w 188"/>
                    <a:gd name="T55" fmla="*/ 157 h 206"/>
                    <a:gd name="T56" fmla="*/ 123 w 188"/>
                    <a:gd name="T57" fmla="*/ 125 h 206"/>
                    <a:gd name="T58" fmla="*/ 133 w 188"/>
                    <a:gd name="T59" fmla="*/ 121 h 206"/>
                    <a:gd name="T60" fmla="*/ 143 w 188"/>
                    <a:gd name="T61" fmla="*/ 122 h 206"/>
                    <a:gd name="T62" fmla="*/ 158 w 188"/>
                    <a:gd name="T63" fmla="*/ 106 h 206"/>
                    <a:gd name="T64" fmla="*/ 159 w 188"/>
                    <a:gd name="T65" fmla="*/ 70 h 206"/>
                    <a:gd name="T66" fmla="*/ 161 w 188"/>
                    <a:gd name="T67" fmla="*/ 64 h 206"/>
                    <a:gd name="T68" fmla="*/ 175 w 188"/>
                    <a:gd name="T69" fmla="*/ 65 h 206"/>
                    <a:gd name="T70" fmla="*/ 187 w 188"/>
                    <a:gd name="T71" fmla="*/ 20 h 206"/>
                    <a:gd name="T72" fmla="*/ 107 w 188"/>
                    <a:gd name="T73" fmla="*/ 18 h 206"/>
                    <a:gd name="T74" fmla="*/ 1 w 188"/>
                    <a:gd name="T75" fmla="*/ 147 h 206"/>
                    <a:gd name="T76" fmla="*/ 21 w 188"/>
                    <a:gd name="T77" fmla="*/ 160 h 206"/>
                    <a:gd name="T78" fmla="*/ 30 w 188"/>
                    <a:gd name="T79" fmla="*/ 147 h 206"/>
                    <a:gd name="T80" fmla="*/ 9 w 188"/>
                    <a:gd name="T81" fmla="*/ 145 h 206"/>
                    <a:gd name="T82" fmla="*/ 1 w 188"/>
                    <a:gd name="T83" fmla="*/ 147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8" h="206">
                      <a:moveTo>
                        <a:pt x="100" y="27"/>
                      </a:moveTo>
                      <a:cubicBezTo>
                        <a:pt x="90" y="35"/>
                        <a:pt x="90" y="35"/>
                        <a:pt x="90" y="35"/>
                      </a:cubicBezTo>
                      <a:cubicBezTo>
                        <a:pt x="84" y="55"/>
                        <a:pt x="109" y="46"/>
                        <a:pt x="100" y="52"/>
                      </a:cubicBezTo>
                      <a:cubicBezTo>
                        <a:pt x="96" y="55"/>
                        <a:pt x="90" y="54"/>
                        <a:pt x="88" y="58"/>
                      </a:cubicBezTo>
                      <a:cubicBezTo>
                        <a:pt x="85" y="62"/>
                        <a:pt x="94" y="66"/>
                        <a:pt x="91" y="69"/>
                      </a:cubicBezTo>
                      <a:cubicBezTo>
                        <a:pt x="89" y="71"/>
                        <a:pt x="82" y="74"/>
                        <a:pt x="83" y="76"/>
                      </a:cubicBezTo>
                      <a:cubicBezTo>
                        <a:pt x="90" y="79"/>
                        <a:pt x="90" y="79"/>
                        <a:pt x="90" y="79"/>
                      </a:cubicBezTo>
                      <a:cubicBezTo>
                        <a:pt x="94" y="79"/>
                        <a:pt x="106" y="56"/>
                        <a:pt x="116" y="61"/>
                      </a:cubicBezTo>
                      <a:cubicBezTo>
                        <a:pt x="119" y="63"/>
                        <a:pt x="114" y="60"/>
                        <a:pt x="113" y="56"/>
                      </a:cubicBezTo>
                      <a:cubicBezTo>
                        <a:pt x="112" y="52"/>
                        <a:pt x="121" y="48"/>
                        <a:pt x="120" y="44"/>
                      </a:cubicBezTo>
                      <a:cubicBezTo>
                        <a:pt x="117" y="39"/>
                        <a:pt x="104" y="46"/>
                        <a:pt x="104" y="40"/>
                      </a:cubicBezTo>
                      <a:cubicBezTo>
                        <a:pt x="104" y="36"/>
                        <a:pt x="107" y="33"/>
                        <a:pt x="107" y="29"/>
                      </a:cubicBezTo>
                      <a:cubicBezTo>
                        <a:pt x="107" y="28"/>
                        <a:pt x="106" y="27"/>
                        <a:pt x="105" y="26"/>
                      </a:cubicBezTo>
                      <a:cubicBezTo>
                        <a:pt x="105" y="25"/>
                        <a:pt x="98" y="31"/>
                        <a:pt x="101" y="28"/>
                      </a:cubicBezTo>
                      <a:cubicBezTo>
                        <a:pt x="90" y="35"/>
                        <a:pt x="90" y="35"/>
                        <a:pt x="90" y="35"/>
                      </a:cubicBezTo>
                      <a:cubicBezTo>
                        <a:pt x="86" y="36"/>
                        <a:pt x="81" y="34"/>
                        <a:pt x="77" y="34"/>
                      </a:cubicBezTo>
                      <a:cubicBezTo>
                        <a:pt x="75" y="34"/>
                        <a:pt x="74" y="33"/>
                        <a:pt x="73" y="34"/>
                      </a:cubicBezTo>
                      <a:cubicBezTo>
                        <a:pt x="66" y="43"/>
                        <a:pt x="68" y="61"/>
                        <a:pt x="65" y="70"/>
                      </a:cubicBezTo>
                      <a:cubicBezTo>
                        <a:pt x="61" y="79"/>
                        <a:pt x="54" y="89"/>
                        <a:pt x="48" y="95"/>
                      </a:cubicBezTo>
                      <a:cubicBezTo>
                        <a:pt x="46" y="98"/>
                        <a:pt x="44" y="102"/>
                        <a:pt x="41" y="103"/>
                      </a:cubicBezTo>
                      <a:cubicBezTo>
                        <a:pt x="40" y="104"/>
                        <a:pt x="36" y="102"/>
                        <a:pt x="35" y="104"/>
                      </a:cubicBezTo>
                      <a:cubicBezTo>
                        <a:pt x="34" y="108"/>
                        <a:pt x="39" y="112"/>
                        <a:pt x="37" y="116"/>
                      </a:cubicBezTo>
                      <a:cubicBezTo>
                        <a:pt x="32" y="125"/>
                        <a:pt x="14" y="120"/>
                        <a:pt x="18" y="122"/>
                      </a:cubicBezTo>
                      <a:cubicBezTo>
                        <a:pt x="23" y="125"/>
                        <a:pt x="26" y="129"/>
                        <a:pt x="31" y="132"/>
                      </a:cubicBezTo>
                      <a:cubicBezTo>
                        <a:pt x="34" y="132"/>
                        <a:pt x="36" y="129"/>
                        <a:pt x="37" y="129"/>
                      </a:cubicBezTo>
                      <a:cubicBezTo>
                        <a:pt x="40" y="130"/>
                        <a:pt x="44" y="133"/>
                        <a:pt x="42" y="135"/>
                      </a:cubicBezTo>
                      <a:cubicBezTo>
                        <a:pt x="39" y="137"/>
                        <a:pt x="32" y="130"/>
                        <a:pt x="32" y="134"/>
                      </a:cubicBezTo>
                      <a:cubicBezTo>
                        <a:pt x="32" y="139"/>
                        <a:pt x="47" y="138"/>
                        <a:pt x="44" y="142"/>
                      </a:cubicBezTo>
                      <a:cubicBezTo>
                        <a:pt x="36" y="154"/>
                        <a:pt x="28" y="133"/>
                        <a:pt x="24" y="132"/>
                      </a:cubicBezTo>
                      <a:cubicBezTo>
                        <a:pt x="14" y="129"/>
                        <a:pt x="4" y="131"/>
                        <a:pt x="5" y="135"/>
                      </a:cubicBezTo>
                      <a:cubicBezTo>
                        <a:pt x="5" y="136"/>
                        <a:pt x="23" y="147"/>
                        <a:pt x="26" y="147"/>
                      </a:cubicBezTo>
                      <a:cubicBezTo>
                        <a:pt x="27" y="147"/>
                        <a:pt x="27" y="145"/>
                        <a:pt x="28" y="143"/>
                      </a:cubicBezTo>
                      <a:cubicBezTo>
                        <a:pt x="30" y="142"/>
                        <a:pt x="32" y="146"/>
                        <a:pt x="35" y="146"/>
                      </a:cubicBezTo>
                      <a:cubicBezTo>
                        <a:pt x="37" y="147"/>
                        <a:pt x="40" y="145"/>
                        <a:pt x="43" y="147"/>
                      </a:cubicBezTo>
                      <a:cubicBezTo>
                        <a:pt x="44" y="149"/>
                        <a:pt x="45" y="150"/>
                        <a:pt x="45" y="152"/>
                      </a:cubicBezTo>
                      <a:cubicBezTo>
                        <a:pt x="47" y="152"/>
                        <a:pt x="48" y="153"/>
                        <a:pt x="50" y="152"/>
                      </a:cubicBezTo>
                      <a:cubicBezTo>
                        <a:pt x="54" y="152"/>
                        <a:pt x="43" y="139"/>
                        <a:pt x="57" y="143"/>
                      </a:cubicBezTo>
                      <a:cubicBezTo>
                        <a:pt x="58" y="143"/>
                        <a:pt x="56" y="146"/>
                        <a:pt x="56" y="147"/>
                      </a:cubicBezTo>
                      <a:cubicBezTo>
                        <a:pt x="63" y="152"/>
                        <a:pt x="65" y="139"/>
                        <a:pt x="70" y="143"/>
                      </a:cubicBezTo>
                      <a:cubicBezTo>
                        <a:pt x="71" y="145"/>
                        <a:pt x="65" y="148"/>
                        <a:pt x="67" y="149"/>
                      </a:cubicBezTo>
                      <a:cubicBezTo>
                        <a:pt x="80" y="156"/>
                        <a:pt x="69" y="147"/>
                        <a:pt x="79" y="145"/>
                      </a:cubicBezTo>
                      <a:cubicBezTo>
                        <a:pt x="80" y="145"/>
                        <a:pt x="83" y="161"/>
                        <a:pt x="87" y="162"/>
                      </a:cubicBezTo>
                      <a:cubicBezTo>
                        <a:pt x="96" y="163"/>
                        <a:pt x="108" y="163"/>
                        <a:pt x="116" y="172"/>
                      </a:cubicBezTo>
                      <a:cubicBezTo>
                        <a:pt x="116" y="173"/>
                        <a:pt x="113" y="175"/>
                        <a:pt x="113" y="176"/>
                      </a:cubicBezTo>
                      <a:cubicBezTo>
                        <a:pt x="112" y="179"/>
                        <a:pt x="109" y="182"/>
                        <a:pt x="108" y="185"/>
                      </a:cubicBezTo>
                      <a:cubicBezTo>
                        <a:pt x="108" y="186"/>
                        <a:pt x="111" y="186"/>
                        <a:pt x="110" y="187"/>
                      </a:cubicBezTo>
                      <a:cubicBezTo>
                        <a:pt x="110" y="189"/>
                        <a:pt x="107" y="189"/>
                        <a:pt x="107" y="192"/>
                      </a:cubicBezTo>
                      <a:cubicBezTo>
                        <a:pt x="103" y="206"/>
                        <a:pt x="112" y="202"/>
                        <a:pt x="121" y="202"/>
                      </a:cubicBezTo>
                      <a:cubicBezTo>
                        <a:pt x="122" y="202"/>
                        <a:pt x="122" y="202"/>
                        <a:pt x="122" y="202"/>
                      </a:cubicBezTo>
                      <a:cubicBezTo>
                        <a:pt x="121" y="201"/>
                        <a:pt x="120" y="199"/>
                        <a:pt x="120" y="198"/>
                      </a:cubicBezTo>
                      <a:cubicBezTo>
                        <a:pt x="121" y="196"/>
                        <a:pt x="125" y="196"/>
                        <a:pt x="125" y="194"/>
                      </a:cubicBezTo>
                      <a:cubicBezTo>
                        <a:pt x="127" y="184"/>
                        <a:pt x="110" y="181"/>
                        <a:pt x="116" y="180"/>
                      </a:cubicBezTo>
                      <a:cubicBezTo>
                        <a:pt x="117" y="179"/>
                        <a:pt x="118" y="181"/>
                        <a:pt x="120" y="181"/>
                      </a:cubicBezTo>
                      <a:cubicBezTo>
                        <a:pt x="130" y="172"/>
                        <a:pt x="130" y="172"/>
                        <a:pt x="130" y="172"/>
                      </a:cubicBezTo>
                      <a:cubicBezTo>
                        <a:pt x="131" y="169"/>
                        <a:pt x="123" y="172"/>
                        <a:pt x="126" y="168"/>
                      </a:cubicBezTo>
                      <a:cubicBezTo>
                        <a:pt x="127" y="164"/>
                        <a:pt x="131" y="161"/>
                        <a:pt x="133" y="157"/>
                      </a:cubicBezTo>
                      <a:cubicBezTo>
                        <a:pt x="138" y="145"/>
                        <a:pt x="126" y="136"/>
                        <a:pt x="122" y="129"/>
                      </a:cubicBezTo>
                      <a:cubicBezTo>
                        <a:pt x="122" y="128"/>
                        <a:pt x="123" y="126"/>
                        <a:pt x="123" y="125"/>
                      </a:cubicBezTo>
                      <a:cubicBezTo>
                        <a:pt x="123" y="124"/>
                        <a:pt x="122" y="122"/>
                        <a:pt x="123" y="122"/>
                      </a:cubicBezTo>
                      <a:cubicBezTo>
                        <a:pt x="126" y="120"/>
                        <a:pt x="130" y="122"/>
                        <a:pt x="133" y="121"/>
                      </a:cubicBezTo>
                      <a:cubicBezTo>
                        <a:pt x="134" y="120"/>
                        <a:pt x="132" y="117"/>
                        <a:pt x="133" y="117"/>
                      </a:cubicBezTo>
                      <a:cubicBezTo>
                        <a:pt x="137" y="119"/>
                        <a:pt x="139" y="122"/>
                        <a:pt x="143" y="122"/>
                      </a:cubicBezTo>
                      <a:cubicBezTo>
                        <a:pt x="147" y="123"/>
                        <a:pt x="162" y="118"/>
                        <a:pt x="164" y="114"/>
                      </a:cubicBezTo>
                      <a:cubicBezTo>
                        <a:pt x="165" y="110"/>
                        <a:pt x="153" y="109"/>
                        <a:pt x="158" y="106"/>
                      </a:cubicBezTo>
                      <a:cubicBezTo>
                        <a:pt x="167" y="100"/>
                        <a:pt x="178" y="98"/>
                        <a:pt x="176" y="83"/>
                      </a:cubicBezTo>
                      <a:cubicBezTo>
                        <a:pt x="175" y="76"/>
                        <a:pt x="154" y="79"/>
                        <a:pt x="159" y="70"/>
                      </a:cubicBezTo>
                      <a:cubicBezTo>
                        <a:pt x="160" y="69"/>
                        <a:pt x="163" y="70"/>
                        <a:pt x="163" y="69"/>
                      </a:cubicBezTo>
                      <a:cubicBezTo>
                        <a:pt x="163" y="68"/>
                        <a:pt x="160" y="66"/>
                        <a:pt x="161" y="64"/>
                      </a:cubicBezTo>
                      <a:cubicBezTo>
                        <a:pt x="161" y="63"/>
                        <a:pt x="163" y="63"/>
                        <a:pt x="164" y="63"/>
                      </a:cubicBezTo>
                      <a:cubicBezTo>
                        <a:pt x="168" y="63"/>
                        <a:pt x="171" y="65"/>
                        <a:pt x="175" y="65"/>
                      </a:cubicBezTo>
                      <a:cubicBezTo>
                        <a:pt x="180" y="65"/>
                        <a:pt x="176" y="56"/>
                        <a:pt x="177" y="51"/>
                      </a:cubicBezTo>
                      <a:cubicBezTo>
                        <a:pt x="178" y="47"/>
                        <a:pt x="188" y="29"/>
                        <a:pt x="187" y="20"/>
                      </a:cubicBezTo>
                      <a:cubicBezTo>
                        <a:pt x="176" y="25"/>
                        <a:pt x="174" y="4"/>
                        <a:pt x="165" y="2"/>
                      </a:cubicBezTo>
                      <a:cubicBezTo>
                        <a:pt x="156" y="0"/>
                        <a:pt x="112" y="10"/>
                        <a:pt x="107" y="18"/>
                      </a:cubicBezTo>
                      <a:cubicBezTo>
                        <a:pt x="104" y="21"/>
                        <a:pt x="103" y="25"/>
                        <a:pt x="100" y="27"/>
                      </a:cubicBezTo>
                      <a:close/>
                      <a:moveTo>
                        <a:pt x="1" y="147"/>
                      </a:moveTo>
                      <a:cubicBezTo>
                        <a:pt x="0" y="162"/>
                        <a:pt x="12" y="152"/>
                        <a:pt x="21" y="156"/>
                      </a:cubicBezTo>
                      <a:cubicBezTo>
                        <a:pt x="22" y="157"/>
                        <a:pt x="19" y="159"/>
                        <a:pt x="21" y="160"/>
                      </a:cubicBezTo>
                      <a:cubicBezTo>
                        <a:pt x="27" y="165"/>
                        <a:pt x="33" y="157"/>
                        <a:pt x="37" y="153"/>
                      </a:cubicBezTo>
                      <a:cubicBezTo>
                        <a:pt x="35" y="150"/>
                        <a:pt x="31" y="148"/>
                        <a:pt x="30" y="147"/>
                      </a:cubicBezTo>
                      <a:cubicBezTo>
                        <a:pt x="27" y="147"/>
                        <a:pt x="27" y="152"/>
                        <a:pt x="24" y="152"/>
                      </a:cubicBezTo>
                      <a:cubicBezTo>
                        <a:pt x="14" y="152"/>
                        <a:pt x="21" y="146"/>
                        <a:pt x="9" y="145"/>
                      </a:cubicBezTo>
                      <a:cubicBezTo>
                        <a:pt x="6" y="144"/>
                        <a:pt x="4" y="144"/>
                        <a:pt x="0" y="145"/>
                      </a:cubicBezTo>
                      <a:lnTo>
                        <a:pt x="1" y="147"/>
                      </a:lnTo>
                      <a:close/>
                    </a:path>
                  </a:pathLst>
                </a:custGeom>
                <a:solidFill>
                  <a:srgbClr val="80C3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6" name="Bosnia and Herzegovina" descr="{&quot;Key&quot;:&quot;bosnia and herzegovina&quot;,&quot;Name&quot;:&quot;Bosnia and Herzegovina&quot;,&quot;Value&quot;:37.0,&quot;Formula&quot;:&quot;37&quot;,&quot;Text&quot;:&quot;37&quot;,&quot;OfficeApplication&quot;:2,&quot;HasValue&quot;:true}">
                  <a:extLst>
                    <a:ext uri="{FF2B5EF4-FFF2-40B4-BE49-F238E27FC236}">
                      <a16:creationId xmlns:a16="http://schemas.microsoft.com/office/drawing/2014/main" id="{090AC807-2C19-D64A-2AFE-BDF9D9A7F7BF}"/>
                    </a:ext>
                  </a:extLst>
                </p:cNvPr>
                <p:cNvSpPr>
                  <a:spLocks/>
                </p:cNvSpPr>
                <p:nvPr/>
              </p:nvSpPr>
              <p:spPr bwMode="auto">
                <a:xfrm>
                  <a:off x="3771815" y="4911900"/>
                  <a:ext cx="368761" cy="358400"/>
                </a:xfrm>
                <a:custGeom>
                  <a:avLst/>
                  <a:gdLst>
                    <a:gd name="T0" fmla="*/ 181 w 221"/>
                    <a:gd name="T1" fmla="*/ 130 h 199"/>
                    <a:gd name="T2" fmla="*/ 181 w 221"/>
                    <a:gd name="T3" fmla="*/ 130 h 199"/>
                    <a:gd name="T4" fmla="*/ 167 w 221"/>
                    <a:gd name="T5" fmla="*/ 157 h 199"/>
                    <a:gd name="T6" fmla="*/ 166 w 221"/>
                    <a:gd name="T7" fmla="*/ 190 h 199"/>
                    <a:gd name="T8" fmla="*/ 169 w 221"/>
                    <a:gd name="T9" fmla="*/ 199 h 199"/>
                    <a:gd name="T10" fmla="*/ 128 w 221"/>
                    <a:gd name="T11" fmla="*/ 169 h 199"/>
                    <a:gd name="T12" fmla="*/ 114 w 221"/>
                    <a:gd name="T13" fmla="*/ 169 h 199"/>
                    <a:gd name="T14" fmla="*/ 97 w 221"/>
                    <a:gd name="T15" fmla="*/ 143 h 199"/>
                    <a:gd name="T16" fmla="*/ 85 w 221"/>
                    <a:gd name="T17" fmla="*/ 129 h 199"/>
                    <a:gd name="T18" fmla="*/ 35 w 221"/>
                    <a:gd name="T19" fmla="*/ 82 h 199"/>
                    <a:gd name="T20" fmla="*/ 30 w 221"/>
                    <a:gd name="T21" fmla="*/ 83 h 199"/>
                    <a:gd name="T22" fmla="*/ 29 w 221"/>
                    <a:gd name="T23" fmla="*/ 68 h 199"/>
                    <a:gd name="T24" fmla="*/ 7 w 221"/>
                    <a:gd name="T25" fmla="*/ 42 h 199"/>
                    <a:gd name="T26" fmla="*/ 33 w 221"/>
                    <a:gd name="T27" fmla="*/ 23 h 199"/>
                    <a:gd name="T28" fmla="*/ 33 w 221"/>
                    <a:gd name="T29" fmla="*/ 23 h 199"/>
                    <a:gd name="T30" fmla="*/ 52 w 221"/>
                    <a:gd name="T31" fmla="*/ 6 h 199"/>
                    <a:gd name="T32" fmla="*/ 64 w 221"/>
                    <a:gd name="T33" fmla="*/ 0 h 199"/>
                    <a:gd name="T34" fmla="*/ 81 w 221"/>
                    <a:gd name="T35" fmla="*/ 7 h 199"/>
                    <a:gd name="T36" fmla="*/ 99 w 221"/>
                    <a:gd name="T37" fmla="*/ 8 h 199"/>
                    <a:gd name="T38" fmla="*/ 118 w 221"/>
                    <a:gd name="T39" fmla="*/ 8 h 199"/>
                    <a:gd name="T40" fmla="*/ 131 w 221"/>
                    <a:gd name="T41" fmla="*/ 7 h 199"/>
                    <a:gd name="T42" fmla="*/ 144 w 221"/>
                    <a:gd name="T43" fmla="*/ 3 h 199"/>
                    <a:gd name="T44" fmla="*/ 151 w 221"/>
                    <a:gd name="T45" fmla="*/ 3 h 199"/>
                    <a:gd name="T46" fmla="*/ 181 w 221"/>
                    <a:gd name="T47" fmla="*/ 16 h 199"/>
                    <a:gd name="T48" fmla="*/ 185 w 221"/>
                    <a:gd name="T49" fmla="*/ 53 h 199"/>
                    <a:gd name="T50" fmla="*/ 199 w 221"/>
                    <a:gd name="T51" fmla="*/ 60 h 199"/>
                    <a:gd name="T52" fmla="*/ 216 w 221"/>
                    <a:gd name="T53" fmla="*/ 76 h 199"/>
                    <a:gd name="T54" fmla="*/ 196 w 221"/>
                    <a:gd name="T55" fmla="*/ 79 h 199"/>
                    <a:gd name="T56" fmla="*/ 210 w 221"/>
                    <a:gd name="T57" fmla="*/ 109 h 199"/>
                    <a:gd name="T58" fmla="*/ 200 w 221"/>
                    <a:gd name="T59" fmla="*/ 116 h 199"/>
                    <a:gd name="T60" fmla="*/ 185 w 221"/>
                    <a:gd name="T61" fmla="*/ 117 h 199"/>
                    <a:gd name="T62" fmla="*/ 190 w 221"/>
                    <a:gd name="T63" fmla="*/ 13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1" h="199">
                      <a:moveTo>
                        <a:pt x="193" y="138"/>
                      </a:moveTo>
                      <a:cubicBezTo>
                        <a:pt x="187" y="134"/>
                        <a:pt x="187" y="130"/>
                        <a:pt x="181" y="130"/>
                      </a:cubicBezTo>
                      <a:cubicBezTo>
                        <a:pt x="182" y="129"/>
                        <a:pt x="182" y="129"/>
                        <a:pt x="182" y="129"/>
                      </a:cubicBezTo>
                      <a:cubicBezTo>
                        <a:pt x="181" y="130"/>
                        <a:pt x="181" y="130"/>
                        <a:pt x="181" y="130"/>
                      </a:cubicBezTo>
                      <a:cubicBezTo>
                        <a:pt x="173" y="139"/>
                        <a:pt x="174" y="152"/>
                        <a:pt x="172" y="155"/>
                      </a:cubicBezTo>
                      <a:cubicBezTo>
                        <a:pt x="170" y="158"/>
                        <a:pt x="168" y="157"/>
                        <a:pt x="167" y="157"/>
                      </a:cubicBezTo>
                      <a:cubicBezTo>
                        <a:pt x="166" y="157"/>
                        <a:pt x="165" y="156"/>
                        <a:pt x="164" y="161"/>
                      </a:cubicBezTo>
                      <a:cubicBezTo>
                        <a:pt x="161" y="177"/>
                        <a:pt x="179" y="178"/>
                        <a:pt x="166" y="190"/>
                      </a:cubicBezTo>
                      <a:cubicBezTo>
                        <a:pt x="168" y="190"/>
                        <a:pt x="168" y="190"/>
                        <a:pt x="168" y="190"/>
                      </a:cubicBezTo>
                      <a:cubicBezTo>
                        <a:pt x="169" y="199"/>
                        <a:pt x="169" y="199"/>
                        <a:pt x="169" y="199"/>
                      </a:cubicBezTo>
                      <a:cubicBezTo>
                        <a:pt x="162" y="182"/>
                        <a:pt x="151" y="188"/>
                        <a:pt x="137" y="178"/>
                      </a:cubicBezTo>
                      <a:cubicBezTo>
                        <a:pt x="133" y="175"/>
                        <a:pt x="132" y="170"/>
                        <a:pt x="128" y="169"/>
                      </a:cubicBezTo>
                      <a:cubicBezTo>
                        <a:pt x="125" y="168"/>
                        <a:pt x="122" y="171"/>
                        <a:pt x="119" y="171"/>
                      </a:cubicBezTo>
                      <a:cubicBezTo>
                        <a:pt x="117" y="171"/>
                        <a:pt x="113" y="171"/>
                        <a:pt x="114" y="169"/>
                      </a:cubicBezTo>
                      <a:cubicBezTo>
                        <a:pt x="115" y="167"/>
                        <a:pt x="120" y="167"/>
                        <a:pt x="120" y="164"/>
                      </a:cubicBezTo>
                      <a:cubicBezTo>
                        <a:pt x="123" y="157"/>
                        <a:pt x="99" y="147"/>
                        <a:pt x="97" y="143"/>
                      </a:cubicBezTo>
                      <a:cubicBezTo>
                        <a:pt x="94" y="140"/>
                        <a:pt x="96" y="135"/>
                        <a:pt x="94" y="131"/>
                      </a:cubicBezTo>
                      <a:cubicBezTo>
                        <a:pt x="92" y="129"/>
                        <a:pt x="88" y="130"/>
                        <a:pt x="85" y="129"/>
                      </a:cubicBezTo>
                      <a:cubicBezTo>
                        <a:pt x="73" y="121"/>
                        <a:pt x="66" y="108"/>
                        <a:pt x="56" y="99"/>
                      </a:cubicBezTo>
                      <a:cubicBezTo>
                        <a:pt x="52" y="97"/>
                        <a:pt x="39" y="84"/>
                        <a:pt x="35" y="82"/>
                      </a:cubicBezTo>
                      <a:cubicBezTo>
                        <a:pt x="35" y="82"/>
                        <a:pt x="34" y="82"/>
                        <a:pt x="33" y="83"/>
                      </a:cubicBezTo>
                      <a:cubicBezTo>
                        <a:pt x="32" y="83"/>
                        <a:pt x="31" y="83"/>
                        <a:pt x="30" y="83"/>
                      </a:cubicBezTo>
                      <a:cubicBezTo>
                        <a:pt x="27" y="80"/>
                        <a:pt x="34" y="74"/>
                        <a:pt x="34" y="73"/>
                      </a:cubicBezTo>
                      <a:cubicBezTo>
                        <a:pt x="33" y="70"/>
                        <a:pt x="30" y="70"/>
                        <a:pt x="29" y="68"/>
                      </a:cubicBezTo>
                      <a:cubicBezTo>
                        <a:pt x="24" y="61"/>
                        <a:pt x="22" y="52"/>
                        <a:pt x="16" y="47"/>
                      </a:cubicBezTo>
                      <a:cubicBezTo>
                        <a:pt x="14" y="44"/>
                        <a:pt x="9" y="44"/>
                        <a:pt x="7" y="42"/>
                      </a:cubicBezTo>
                      <a:cubicBezTo>
                        <a:pt x="4" y="40"/>
                        <a:pt x="0" y="7"/>
                        <a:pt x="13" y="8"/>
                      </a:cubicBezTo>
                      <a:cubicBezTo>
                        <a:pt x="18" y="8"/>
                        <a:pt x="28" y="20"/>
                        <a:pt x="33" y="23"/>
                      </a:cubicBezTo>
                      <a:cubicBezTo>
                        <a:pt x="38" y="22"/>
                        <a:pt x="38" y="22"/>
                        <a:pt x="38" y="22"/>
                      </a:cubicBezTo>
                      <a:cubicBezTo>
                        <a:pt x="33" y="23"/>
                        <a:pt x="33" y="23"/>
                        <a:pt x="33" y="23"/>
                      </a:cubicBezTo>
                      <a:cubicBezTo>
                        <a:pt x="40" y="22"/>
                        <a:pt x="39" y="12"/>
                        <a:pt x="42" y="7"/>
                      </a:cubicBezTo>
                      <a:cubicBezTo>
                        <a:pt x="46" y="3"/>
                        <a:pt x="49" y="4"/>
                        <a:pt x="52" y="6"/>
                      </a:cubicBezTo>
                      <a:cubicBezTo>
                        <a:pt x="54" y="7"/>
                        <a:pt x="56" y="8"/>
                        <a:pt x="59" y="7"/>
                      </a:cubicBezTo>
                      <a:cubicBezTo>
                        <a:pt x="61" y="6"/>
                        <a:pt x="61" y="2"/>
                        <a:pt x="64" y="0"/>
                      </a:cubicBezTo>
                      <a:cubicBezTo>
                        <a:pt x="64" y="0"/>
                        <a:pt x="67" y="4"/>
                        <a:pt x="77" y="6"/>
                      </a:cubicBezTo>
                      <a:cubicBezTo>
                        <a:pt x="78" y="7"/>
                        <a:pt x="80" y="8"/>
                        <a:pt x="81" y="7"/>
                      </a:cubicBezTo>
                      <a:cubicBezTo>
                        <a:pt x="82" y="7"/>
                        <a:pt x="83" y="5"/>
                        <a:pt x="85" y="4"/>
                      </a:cubicBezTo>
                      <a:cubicBezTo>
                        <a:pt x="88" y="4"/>
                        <a:pt x="93" y="6"/>
                        <a:pt x="99" y="8"/>
                      </a:cubicBezTo>
                      <a:cubicBezTo>
                        <a:pt x="104" y="10"/>
                        <a:pt x="110" y="12"/>
                        <a:pt x="114" y="11"/>
                      </a:cubicBezTo>
                      <a:cubicBezTo>
                        <a:pt x="116" y="11"/>
                        <a:pt x="118" y="10"/>
                        <a:pt x="118" y="8"/>
                      </a:cubicBezTo>
                      <a:cubicBezTo>
                        <a:pt x="120" y="7"/>
                        <a:pt x="119" y="3"/>
                        <a:pt x="121" y="3"/>
                      </a:cubicBezTo>
                      <a:cubicBezTo>
                        <a:pt x="125" y="2"/>
                        <a:pt x="127" y="6"/>
                        <a:pt x="131" y="7"/>
                      </a:cubicBezTo>
                      <a:cubicBezTo>
                        <a:pt x="137" y="9"/>
                        <a:pt x="129" y="4"/>
                        <a:pt x="133" y="3"/>
                      </a:cubicBezTo>
                      <a:cubicBezTo>
                        <a:pt x="136" y="2"/>
                        <a:pt x="140" y="2"/>
                        <a:pt x="144" y="3"/>
                      </a:cubicBezTo>
                      <a:cubicBezTo>
                        <a:pt x="146" y="4"/>
                        <a:pt x="147" y="7"/>
                        <a:pt x="150" y="7"/>
                      </a:cubicBezTo>
                      <a:cubicBezTo>
                        <a:pt x="151" y="7"/>
                        <a:pt x="150" y="3"/>
                        <a:pt x="151" y="3"/>
                      </a:cubicBezTo>
                      <a:cubicBezTo>
                        <a:pt x="164" y="4"/>
                        <a:pt x="161" y="18"/>
                        <a:pt x="167" y="19"/>
                      </a:cubicBezTo>
                      <a:cubicBezTo>
                        <a:pt x="173" y="19"/>
                        <a:pt x="177" y="18"/>
                        <a:pt x="181" y="16"/>
                      </a:cubicBezTo>
                      <a:cubicBezTo>
                        <a:pt x="185" y="14"/>
                        <a:pt x="189" y="12"/>
                        <a:pt x="194" y="13"/>
                      </a:cubicBezTo>
                      <a:cubicBezTo>
                        <a:pt x="194" y="30"/>
                        <a:pt x="184" y="42"/>
                        <a:pt x="185" y="53"/>
                      </a:cubicBezTo>
                      <a:cubicBezTo>
                        <a:pt x="187" y="61"/>
                        <a:pt x="189" y="60"/>
                        <a:pt x="192" y="59"/>
                      </a:cubicBezTo>
                      <a:cubicBezTo>
                        <a:pt x="194" y="59"/>
                        <a:pt x="196" y="58"/>
                        <a:pt x="199" y="60"/>
                      </a:cubicBezTo>
                      <a:cubicBezTo>
                        <a:pt x="204" y="62"/>
                        <a:pt x="205" y="69"/>
                        <a:pt x="210" y="72"/>
                      </a:cubicBezTo>
                      <a:cubicBezTo>
                        <a:pt x="212" y="73"/>
                        <a:pt x="218" y="71"/>
                        <a:pt x="216" y="76"/>
                      </a:cubicBezTo>
                      <a:cubicBezTo>
                        <a:pt x="214" y="83"/>
                        <a:pt x="208" y="81"/>
                        <a:pt x="203" y="79"/>
                      </a:cubicBezTo>
                      <a:cubicBezTo>
                        <a:pt x="200" y="78"/>
                        <a:pt x="197" y="77"/>
                        <a:pt x="196" y="79"/>
                      </a:cubicBezTo>
                      <a:cubicBezTo>
                        <a:pt x="196" y="79"/>
                        <a:pt x="221" y="103"/>
                        <a:pt x="214" y="110"/>
                      </a:cubicBezTo>
                      <a:cubicBezTo>
                        <a:pt x="213" y="111"/>
                        <a:pt x="212" y="110"/>
                        <a:pt x="210" y="109"/>
                      </a:cubicBezTo>
                      <a:cubicBezTo>
                        <a:pt x="209" y="108"/>
                        <a:pt x="208" y="107"/>
                        <a:pt x="206" y="107"/>
                      </a:cubicBezTo>
                      <a:cubicBezTo>
                        <a:pt x="203" y="108"/>
                        <a:pt x="202" y="113"/>
                        <a:pt x="200" y="116"/>
                      </a:cubicBezTo>
                      <a:cubicBezTo>
                        <a:pt x="199" y="116"/>
                        <a:pt x="196" y="116"/>
                        <a:pt x="193" y="116"/>
                      </a:cubicBezTo>
                      <a:cubicBezTo>
                        <a:pt x="189" y="116"/>
                        <a:pt x="185" y="116"/>
                        <a:pt x="185" y="117"/>
                      </a:cubicBezTo>
                      <a:cubicBezTo>
                        <a:pt x="183" y="125"/>
                        <a:pt x="197" y="126"/>
                        <a:pt x="193" y="138"/>
                      </a:cubicBezTo>
                      <a:cubicBezTo>
                        <a:pt x="190" y="138"/>
                        <a:pt x="190" y="138"/>
                        <a:pt x="190" y="138"/>
                      </a:cubicBezTo>
                      <a:cubicBezTo>
                        <a:pt x="193" y="138"/>
                        <a:pt x="193" y="138"/>
                        <a:pt x="193" y="138"/>
                      </a:cubicBezTo>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7" name="Slovenia" descr="{&quot;Key&quot;:&quot;slovenia&quot;,&quot;Name&quot;:&quot;Slovenia&quot;,&quot;Value&quot;:4.0,&quot;Formula&quot;:&quot;4&quot;,&quot;Text&quot;:&quot;4&quot;,&quot;OfficeApplication&quot;:2,&quot;HasValue&quot;:true}">
                  <a:extLst>
                    <a:ext uri="{FF2B5EF4-FFF2-40B4-BE49-F238E27FC236}">
                      <a16:creationId xmlns:a16="http://schemas.microsoft.com/office/drawing/2014/main" id="{DE98504B-031E-D0C6-A007-F75C4FE078AE}"/>
                    </a:ext>
                  </a:extLst>
                </p:cNvPr>
                <p:cNvSpPr>
                  <a:spLocks/>
                </p:cNvSpPr>
                <p:nvPr/>
              </p:nvSpPr>
              <p:spPr bwMode="auto">
                <a:xfrm>
                  <a:off x="3561517" y="4704825"/>
                  <a:ext cx="275461" cy="207076"/>
                </a:xfrm>
                <a:custGeom>
                  <a:avLst/>
                  <a:gdLst>
                    <a:gd name="T0" fmla="*/ 165 w 165"/>
                    <a:gd name="T1" fmla="*/ 27 h 115"/>
                    <a:gd name="T2" fmla="*/ 150 w 165"/>
                    <a:gd name="T3" fmla="*/ 25 h 115"/>
                    <a:gd name="T4" fmla="*/ 148 w 165"/>
                    <a:gd name="T5" fmla="*/ 36 h 115"/>
                    <a:gd name="T6" fmla="*/ 139 w 165"/>
                    <a:gd name="T7" fmla="*/ 37 h 115"/>
                    <a:gd name="T8" fmla="*/ 139 w 165"/>
                    <a:gd name="T9" fmla="*/ 41 h 115"/>
                    <a:gd name="T10" fmla="*/ 118 w 165"/>
                    <a:gd name="T11" fmla="*/ 51 h 115"/>
                    <a:gd name="T12" fmla="*/ 122 w 165"/>
                    <a:gd name="T13" fmla="*/ 79 h 115"/>
                    <a:gd name="T14" fmla="*/ 102 w 165"/>
                    <a:gd name="T15" fmla="*/ 88 h 115"/>
                    <a:gd name="T16" fmla="*/ 108 w 165"/>
                    <a:gd name="T17" fmla="*/ 94 h 115"/>
                    <a:gd name="T18" fmla="*/ 103 w 165"/>
                    <a:gd name="T19" fmla="*/ 98 h 115"/>
                    <a:gd name="T20" fmla="*/ 106 w 165"/>
                    <a:gd name="T21" fmla="*/ 109 h 115"/>
                    <a:gd name="T22" fmla="*/ 85 w 165"/>
                    <a:gd name="T23" fmla="*/ 106 h 115"/>
                    <a:gd name="T24" fmla="*/ 79 w 165"/>
                    <a:gd name="T25" fmla="*/ 110 h 115"/>
                    <a:gd name="T26" fmla="*/ 68 w 165"/>
                    <a:gd name="T27" fmla="*/ 99 h 115"/>
                    <a:gd name="T28" fmla="*/ 65 w 165"/>
                    <a:gd name="T29" fmla="*/ 95 h 115"/>
                    <a:gd name="T30" fmla="*/ 61 w 165"/>
                    <a:gd name="T31" fmla="*/ 106 h 115"/>
                    <a:gd name="T32" fmla="*/ 35 w 165"/>
                    <a:gd name="T33" fmla="*/ 108 h 115"/>
                    <a:gd name="T34" fmla="*/ 35 w 165"/>
                    <a:gd name="T35" fmla="*/ 112 h 115"/>
                    <a:gd name="T36" fmla="*/ 15 w 165"/>
                    <a:gd name="T37" fmla="*/ 112 h 115"/>
                    <a:gd name="T38" fmla="*/ 15 w 165"/>
                    <a:gd name="T39" fmla="*/ 112 h 115"/>
                    <a:gd name="T40" fmla="*/ 23 w 165"/>
                    <a:gd name="T41" fmla="*/ 103 h 115"/>
                    <a:gd name="T42" fmla="*/ 14 w 165"/>
                    <a:gd name="T43" fmla="*/ 87 h 115"/>
                    <a:gd name="T44" fmla="*/ 15 w 165"/>
                    <a:gd name="T45" fmla="*/ 75 h 115"/>
                    <a:gd name="T46" fmla="*/ 8 w 165"/>
                    <a:gd name="T47" fmla="*/ 73 h 115"/>
                    <a:gd name="T48" fmla="*/ 16 w 165"/>
                    <a:gd name="T49" fmla="*/ 60 h 115"/>
                    <a:gd name="T50" fmla="*/ 1 w 165"/>
                    <a:gd name="T51" fmla="*/ 52 h 115"/>
                    <a:gd name="T52" fmla="*/ 18 w 165"/>
                    <a:gd name="T53" fmla="*/ 34 h 115"/>
                    <a:gd name="T54" fmla="*/ 17 w 165"/>
                    <a:gd name="T55" fmla="*/ 34 h 115"/>
                    <a:gd name="T56" fmla="*/ 27 w 165"/>
                    <a:gd name="T57" fmla="*/ 35 h 115"/>
                    <a:gd name="T58" fmla="*/ 41 w 165"/>
                    <a:gd name="T59" fmla="*/ 40 h 115"/>
                    <a:gd name="T60" fmla="*/ 55 w 165"/>
                    <a:gd name="T61" fmla="*/ 38 h 115"/>
                    <a:gd name="T62" fmla="*/ 62 w 165"/>
                    <a:gd name="T63" fmla="*/ 42 h 115"/>
                    <a:gd name="T64" fmla="*/ 64 w 165"/>
                    <a:gd name="T65" fmla="*/ 39 h 115"/>
                    <a:gd name="T66" fmla="*/ 74 w 165"/>
                    <a:gd name="T67" fmla="*/ 31 h 115"/>
                    <a:gd name="T68" fmla="*/ 76 w 165"/>
                    <a:gd name="T69" fmla="*/ 24 h 115"/>
                    <a:gd name="T70" fmla="*/ 108 w 165"/>
                    <a:gd name="T71" fmla="*/ 22 h 115"/>
                    <a:gd name="T72" fmla="*/ 116 w 165"/>
                    <a:gd name="T73" fmla="*/ 14 h 115"/>
                    <a:gd name="T74" fmla="*/ 135 w 165"/>
                    <a:gd name="T75" fmla="*/ 16 h 115"/>
                    <a:gd name="T76" fmla="*/ 133 w 165"/>
                    <a:gd name="T77" fmla="*/ 11 h 115"/>
                    <a:gd name="T78" fmla="*/ 147 w 165"/>
                    <a:gd name="T79" fmla="*/ 0 h 115"/>
                    <a:gd name="T80" fmla="*/ 165 w 165"/>
                    <a:gd name="T81" fmla="*/ 2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5" h="115">
                      <a:moveTo>
                        <a:pt x="165" y="27"/>
                      </a:moveTo>
                      <a:cubicBezTo>
                        <a:pt x="161" y="26"/>
                        <a:pt x="152" y="24"/>
                        <a:pt x="150" y="25"/>
                      </a:cubicBezTo>
                      <a:cubicBezTo>
                        <a:pt x="143" y="26"/>
                        <a:pt x="152" y="34"/>
                        <a:pt x="148" y="36"/>
                      </a:cubicBezTo>
                      <a:cubicBezTo>
                        <a:pt x="146" y="37"/>
                        <a:pt x="142" y="35"/>
                        <a:pt x="139" y="37"/>
                      </a:cubicBezTo>
                      <a:cubicBezTo>
                        <a:pt x="138" y="37"/>
                        <a:pt x="140" y="39"/>
                        <a:pt x="139" y="41"/>
                      </a:cubicBezTo>
                      <a:cubicBezTo>
                        <a:pt x="133" y="45"/>
                        <a:pt x="124" y="46"/>
                        <a:pt x="118" y="51"/>
                      </a:cubicBezTo>
                      <a:cubicBezTo>
                        <a:pt x="112" y="57"/>
                        <a:pt x="131" y="73"/>
                        <a:pt x="122" y="79"/>
                      </a:cubicBezTo>
                      <a:cubicBezTo>
                        <a:pt x="103" y="93"/>
                        <a:pt x="115" y="69"/>
                        <a:pt x="102" y="88"/>
                      </a:cubicBezTo>
                      <a:cubicBezTo>
                        <a:pt x="100" y="90"/>
                        <a:pt x="107" y="91"/>
                        <a:pt x="108" y="94"/>
                      </a:cubicBezTo>
                      <a:cubicBezTo>
                        <a:pt x="109" y="96"/>
                        <a:pt x="103" y="95"/>
                        <a:pt x="103" y="98"/>
                      </a:cubicBezTo>
                      <a:cubicBezTo>
                        <a:pt x="103" y="99"/>
                        <a:pt x="108" y="106"/>
                        <a:pt x="106" y="109"/>
                      </a:cubicBezTo>
                      <a:cubicBezTo>
                        <a:pt x="100" y="115"/>
                        <a:pt x="91" y="106"/>
                        <a:pt x="85" y="106"/>
                      </a:cubicBezTo>
                      <a:cubicBezTo>
                        <a:pt x="77" y="106"/>
                        <a:pt x="93" y="114"/>
                        <a:pt x="79" y="110"/>
                      </a:cubicBezTo>
                      <a:cubicBezTo>
                        <a:pt x="75" y="108"/>
                        <a:pt x="70" y="102"/>
                        <a:pt x="68" y="99"/>
                      </a:cubicBezTo>
                      <a:cubicBezTo>
                        <a:pt x="67" y="98"/>
                        <a:pt x="66" y="94"/>
                        <a:pt x="65" y="95"/>
                      </a:cubicBezTo>
                      <a:cubicBezTo>
                        <a:pt x="63" y="99"/>
                        <a:pt x="64" y="103"/>
                        <a:pt x="61" y="106"/>
                      </a:cubicBezTo>
                      <a:cubicBezTo>
                        <a:pt x="54" y="115"/>
                        <a:pt x="44" y="106"/>
                        <a:pt x="35" y="108"/>
                      </a:cubicBezTo>
                      <a:cubicBezTo>
                        <a:pt x="34" y="109"/>
                        <a:pt x="36" y="111"/>
                        <a:pt x="35" y="112"/>
                      </a:cubicBezTo>
                      <a:cubicBezTo>
                        <a:pt x="30" y="115"/>
                        <a:pt x="20" y="115"/>
                        <a:pt x="15" y="112"/>
                      </a:cubicBezTo>
                      <a:cubicBezTo>
                        <a:pt x="15" y="112"/>
                        <a:pt x="15" y="112"/>
                        <a:pt x="15" y="112"/>
                      </a:cubicBezTo>
                      <a:cubicBezTo>
                        <a:pt x="18" y="109"/>
                        <a:pt x="22" y="106"/>
                        <a:pt x="23" y="103"/>
                      </a:cubicBezTo>
                      <a:cubicBezTo>
                        <a:pt x="43" y="104"/>
                        <a:pt x="20" y="91"/>
                        <a:pt x="14" y="87"/>
                      </a:cubicBezTo>
                      <a:cubicBezTo>
                        <a:pt x="10" y="85"/>
                        <a:pt x="17" y="78"/>
                        <a:pt x="15" y="75"/>
                      </a:cubicBezTo>
                      <a:cubicBezTo>
                        <a:pt x="14" y="72"/>
                        <a:pt x="5" y="80"/>
                        <a:pt x="8" y="73"/>
                      </a:cubicBezTo>
                      <a:cubicBezTo>
                        <a:pt x="9" y="68"/>
                        <a:pt x="20" y="63"/>
                        <a:pt x="16" y="60"/>
                      </a:cubicBezTo>
                      <a:cubicBezTo>
                        <a:pt x="13" y="57"/>
                        <a:pt x="0" y="59"/>
                        <a:pt x="1" y="52"/>
                      </a:cubicBezTo>
                      <a:cubicBezTo>
                        <a:pt x="2" y="43"/>
                        <a:pt x="17" y="45"/>
                        <a:pt x="18" y="34"/>
                      </a:cubicBezTo>
                      <a:cubicBezTo>
                        <a:pt x="17" y="34"/>
                        <a:pt x="17" y="34"/>
                        <a:pt x="17" y="34"/>
                      </a:cubicBezTo>
                      <a:cubicBezTo>
                        <a:pt x="20" y="34"/>
                        <a:pt x="23" y="35"/>
                        <a:pt x="27" y="35"/>
                      </a:cubicBezTo>
                      <a:cubicBezTo>
                        <a:pt x="32" y="36"/>
                        <a:pt x="36" y="39"/>
                        <a:pt x="41" y="40"/>
                      </a:cubicBezTo>
                      <a:cubicBezTo>
                        <a:pt x="45" y="41"/>
                        <a:pt x="50" y="37"/>
                        <a:pt x="55" y="38"/>
                      </a:cubicBezTo>
                      <a:cubicBezTo>
                        <a:pt x="57" y="38"/>
                        <a:pt x="59" y="42"/>
                        <a:pt x="62" y="42"/>
                      </a:cubicBezTo>
                      <a:cubicBezTo>
                        <a:pt x="63" y="43"/>
                        <a:pt x="62" y="39"/>
                        <a:pt x="64" y="39"/>
                      </a:cubicBezTo>
                      <a:cubicBezTo>
                        <a:pt x="66" y="36"/>
                        <a:pt x="71" y="35"/>
                        <a:pt x="74" y="31"/>
                      </a:cubicBezTo>
                      <a:cubicBezTo>
                        <a:pt x="76" y="30"/>
                        <a:pt x="74" y="26"/>
                        <a:pt x="76" y="24"/>
                      </a:cubicBezTo>
                      <a:cubicBezTo>
                        <a:pt x="87" y="16"/>
                        <a:pt x="98" y="26"/>
                        <a:pt x="108" y="22"/>
                      </a:cubicBezTo>
                      <a:cubicBezTo>
                        <a:pt x="112" y="20"/>
                        <a:pt x="112" y="15"/>
                        <a:pt x="116" y="14"/>
                      </a:cubicBezTo>
                      <a:cubicBezTo>
                        <a:pt x="116" y="13"/>
                        <a:pt x="135" y="16"/>
                        <a:pt x="135" y="16"/>
                      </a:cubicBezTo>
                      <a:cubicBezTo>
                        <a:pt x="137" y="15"/>
                        <a:pt x="134" y="13"/>
                        <a:pt x="133" y="11"/>
                      </a:cubicBezTo>
                      <a:cubicBezTo>
                        <a:pt x="131" y="2"/>
                        <a:pt x="138" y="0"/>
                        <a:pt x="147" y="0"/>
                      </a:cubicBezTo>
                      <a:cubicBezTo>
                        <a:pt x="149" y="0"/>
                        <a:pt x="154" y="17"/>
                        <a:pt x="165" y="27"/>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8" name="Macedonia" descr="{&quot;Key&quot;:&quot;macedonia&quot;,&quot;Name&quot;:&quot;Macedonia&quot;,&quot;Value&quot;:39.0,&quot;Formula&quot;:&quot;39&quot;,&quot;Text&quot;:&quot;39&quot;,&quot;OfficeApplication&quot;:2,&quot;HasValue&quot;:true}">
                  <a:extLst>
                    <a:ext uri="{FF2B5EF4-FFF2-40B4-BE49-F238E27FC236}">
                      <a16:creationId xmlns:a16="http://schemas.microsoft.com/office/drawing/2014/main" id="{41ED3825-E20E-0AF6-FC5F-C74EA300C6FB}"/>
                    </a:ext>
                  </a:extLst>
                </p:cNvPr>
                <p:cNvSpPr>
                  <a:spLocks/>
                </p:cNvSpPr>
                <p:nvPr/>
              </p:nvSpPr>
              <p:spPr bwMode="auto">
                <a:xfrm>
                  <a:off x="4248687" y="5219328"/>
                  <a:ext cx="233993" cy="230969"/>
                </a:xfrm>
                <a:custGeom>
                  <a:avLst/>
                  <a:gdLst>
                    <a:gd name="T0" fmla="*/ 2 w 140"/>
                    <a:gd name="T1" fmla="*/ 54 h 128"/>
                    <a:gd name="T2" fmla="*/ 2 w 140"/>
                    <a:gd name="T3" fmla="*/ 66 h 128"/>
                    <a:gd name="T4" fmla="*/ 5 w 140"/>
                    <a:gd name="T5" fmla="*/ 76 h 128"/>
                    <a:gd name="T6" fmla="*/ 1 w 140"/>
                    <a:gd name="T7" fmla="*/ 80 h 128"/>
                    <a:gd name="T8" fmla="*/ 7 w 140"/>
                    <a:gd name="T9" fmla="*/ 90 h 128"/>
                    <a:gd name="T10" fmla="*/ 5 w 140"/>
                    <a:gd name="T11" fmla="*/ 95 h 128"/>
                    <a:gd name="T12" fmla="*/ 21 w 140"/>
                    <a:gd name="T13" fmla="*/ 124 h 128"/>
                    <a:gd name="T14" fmla="*/ 29 w 140"/>
                    <a:gd name="T15" fmla="*/ 122 h 128"/>
                    <a:gd name="T16" fmla="*/ 36 w 140"/>
                    <a:gd name="T17" fmla="*/ 123 h 128"/>
                    <a:gd name="T18" fmla="*/ 36 w 140"/>
                    <a:gd name="T19" fmla="*/ 127 h 128"/>
                    <a:gd name="T20" fmla="*/ 80 w 140"/>
                    <a:gd name="T21" fmla="*/ 114 h 128"/>
                    <a:gd name="T22" fmla="*/ 93 w 140"/>
                    <a:gd name="T23" fmla="*/ 94 h 128"/>
                    <a:gd name="T24" fmla="*/ 107 w 140"/>
                    <a:gd name="T25" fmla="*/ 94 h 128"/>
                    <a:gd name="T26" fmla="*/ 123 w 140"/>
                    <a:gd name="T27" fmla="*/ 93 h 128"/>
                    <a:gd name="T28" fmla="*/ 126 w 140"/>
                    <a:gd name="T29" fmla="*/ 87 h 128"/>
                    <a:gd name="T30" fmla="*/ 127 w 140"/>
                    <a:gd name="T31" fmla="*/ 88 h 128"/>
                    <a:gd name="T32" fmla="*/ 130 w 140"/>
                    <a:gd name="T33" fmla="*/ 89 h 128"/>
                    <a:gd name="T34" fmla="*/ 139 w 140"/>
                    <a:gd name="T35" fmla="*/ 72 h 128"/>
                    <a:gd name="T36" fmla="*/ 140 w 140"/>
                    <a:gd name="T37" fmla="*/ 72 h 128"/>
                    <a:gd name="T38" fmla="*/ 139 w 140"/>
                    <a:gd name="T39" fmla="*/ 41 h 128"/>
                    <a:gd name="T40" fmla="*/ 123 w 140"/>
                    <a:gd name="T41" fmla="*/ 22 h 128"/>
                    <a:gd name="T42" fmla="*/ 113 w 140"/>
                    <a:gd name="T43" fmla="*/ 20 h 128"/>
                    <a:gd name="T44" fmla="*/ 97 w 140"/>
                    <a:gd name="T45" fmla="*/ 7 h 128"/>
                    <a:gd name="T46" fmla="*/ 62 w 140"/>
                    <a:gd name="T47" fmla="*/ 19 h 128"/>
                    <a:gd name="T48" fmla="*/ 54 w 140"/>
                    <a:gd name="T49" fmla="*/ 19 h 128"/>
                    <a:gd name="T50" fmla="*/ 42 w 140"/>
                    <a:gd name="T51" fmla="*/ 26 h 128"/>
                    <a:gd name="T52" fmla="*/ 43 w 140"/>
                    <a:gd name="T53" fmla="*/ 32 h 128"/>
                    <a:gd name="T54" fmla="*/ 34 w 140"/>
                    <a:gd name="T55" fmla="*/ 28 h 128"/>
                    <a:gd name="T56" fmla="*/ 14 w 140"/>
                    <a:gd name="T57" fmla="*/ 38 h 128"/>
                    <a:gd name="T58" fmla="*/ 4 w 140"/>
                    <a:gd name="T59" fmla="*/ 54 h 128"/>
                    <a:gd name="T60" fmla="*/ 2 w 140"/>
                    <a:gd name="T61" fmla="*/ 5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0" h="128">
                      <a:moveTo>
                        <a:pt x="2" y="54"/>
                      </a:moveTo>
                      <a:cubicBezTo>
                        <a:pt x="2" y="58"/>
                        <a:pt x="1" y="62"/>
                        <a:pt x="2" y="66"/>
                      </a:cubicBezTo>
                      <a:cubicBezTo>
                        <a:pt x="2" y="70"/>
                        <a:pt x="5" y="73"/>
                        <a:pt x="5" y="76"/>
                      </a:cubicBezTo>
                      <a:cubicBezTo>
                        <a:pt x="5" y="78"/>
                        <a:pt x="0" y="78"/>
                        <a:pt x="1" y="80"/>
                      </a:cubicBezTo>
                      <a:cubicBezTo>
                        <a:pt x="1" y="84"/>
                        <a:pt x="7" y="86"/>
                        <a:pt x="7" y="90"/>
                      </a:cubicBezTo>
                      <a:cubicBezTo>
                        <a:pt x="8" y="92"/>
                        <a:pt x="5" y="93"/>
                        <a:pt x="5" y="95"/>
                      </a:cubicBezTo>
                      <a:cubicBezTo>
                        <a:pt x="5" y="100"/>
                        <a:pt x="19" y="121"/>
                        <a:pt x="21" y="124"/>
                      </a:cubicBezTo>
                      <a:cubicBezTo>
                        <a:pt x="25" y="128"/>
                        <a:pt x="27" y="122"/>
                        <a:pt x="29" y="122"/>
                      </a:cubicBezTo>
                      <a:cubicBezTo>
                        <a:pt x="31" y="121"/>
                        <a:pt x="34" y="122"/>
                        <a:pt x="36" y="123"/>
                      </a:cubicBezTo>
                      <a:cubicBezTo>
                        <a:pt x="37" y="124"/>
                        <a:pt x="35" y="127"/>
                        <a:pt x="36" y="127"/>
                      </a:cubicBezTo>
                      <a:cubicBezTo>
                        <a:pt x="40" y="127"/>
                        <a:pt x="78" y="116"/>
                        <a:pt x="80" y="114"/>
                      </a:cubicBezTo>
                      <a:cubicBezTo>
                        <a:pt x="87" y="107"/>
                        <a:pt x="82" y="98"/>
                        <a:pt x="93" y="94"/>
                      </a:cubicBezTo>
                      <a:cubicBezTo>
                        <a:pt x="95" y="93"/>
                        <a:pt x="101" y="93"/>
                        <a:pt x="107" y="94"/>
                      </a:cubicBezTo>
                      <a:cubicBezTo>
                        <a:pt x="114" y="94"/>
                        <a:pt x="121" y="94"/>
                        <a:pt x="123" y="93"/>
                      </a:cubicBezTo>
                      <a:cubicBezTo>
                        <a:pt x="124" y="92"/>
                        <a:pt x="124" y="88"/>
                        <a:pt x="126" y="87"/>
                      </a:cubicBezTo>
                      <a:cubicBezTo>
                        <a:pt x="126" y="87"/>
                        <a:pt x="127" y="88"/>
                        <a:pt x="127" y="88"/>
                      </a:cubicBezTo>
                      <a:cubicBezTo>
                        <a:pt x="128" y="89"/>
                        <a:pt x="129" y="90"/>
                        <a:pt x="130" y="89"/>
                      </a:cubicBezTo>
                      <a:cubicBezTo>
                        <a:pt x="136" y="84"/>
                        <a:pt x="121" y="75"/>
                        <a:pt x="139" y="72"/>
                      </a:cubicBezTo>
                      <a:cubicBezTo>
                        <a:pt x="140" y="72"/>
                        <a:pt x="140" y="72"/>
                        <a:pt x="140" y="72"/>
                      </a:cubicBezTo>
                      <a:cubicBezTo>
                        <a:pt x="140" y="65"/>
                        <a:pt x="139" y="41"/>
                        <a:pt x="139" y="41"/>
                      </a:cubicBezTo>
                      <a:cubicBezTo>
                        <a:pt x="135" y="37"/>
                        <a:pt x="128" y="26"/>
                        <a:pt x="123" y="22"/>
                      </a:cubicBezTo>
                      <a:cubicBezTo>
                        <a:pt x="121" y="20"/>
                        <a:pt x="117" y="22"/>
                        <a:pt x="113" y="20"/>
                      </a:cubicBezTo>
                      <a:cubicBezTo>
                        <a:pt x="112" y="20"/>
                        <a:pt x="97" y="8"/>
                        <a:pt x="97" y="7"/>
                      </a:cubicBezTo>
                      <a:cubicBezTo>
                        <a:pt x="89" y="0"/>
                        <a:pt x="71" y="18"/>
                        <a:pt x="62" y="19"/>
                      </a:cubicBezTo>
                      <a:cubicBezTo>
                        <a:pt x="59" y="20"/>
                        <a:pt x="56" y="19"/>
                        <a:pt x="54" y="19"/>
                      </a:cubicBezTo>
                      <a:cubicBezTo>
                        <a:pt x="49" y="18"/>
                        <a:pt x="45" y="18"/>
                        <a:pt x="42" y="26"/>
                      </a:cubicBezTo>
                      <a:cubicBezTo>
                        <a:pt x="41" y="28"/>
                        <a:pt x="44" y="30"/>
                        <a:pt x="43" y="32"/>
                      </a:cubicBezTo>
                      <a:cubicBezTo>
                        <a:pt x="42" y="35"/>
                        <a:pt x="37" y="28"/>
                        <a:pt x="34" y="28"/>
                      </a:cubicBezTo>
                      <a:cubicBezTo>
                        <a:pt x="27" y="29"/>
                        <a:pt x="20" y="34"/>
                        <a:pt x="14" y="38"/>
                      </a:cubicBezTo>
                      <a:cubicBezTo>
                        <a:pt x="10" y="40"/>
                        <a:pt x="18" y="64"/>
                        <a:pt x="4" y="54"/>
                      </a:cubicBezTo>
                      <a:cubicBezTo>
                        <a:pt x="2" y="54"/>
                        <a:pt x="2" y="54"/>
                        <a:pt x="2" y="54"/>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9" name="Croatia" descr="{&quot;Key&quot;:&quot;croatia&quot;,&quot;Name&quot;:&quot;Croatia&quot;,&quot;Value&quot;:33.0,&quot;Formula&quot;:&quot;33&quot;,&quot;Text&quot;:&quot;33&quot;,&quot;OfficeApplication&quot;:2,&quot;HasValue&quot;:true}">
                  <a:extLst>
                    <a:ext uri="{FF2B5EF4-FFF2-40B4-BE49-F238E27FC236}">
                      <a16:creationId xmlns:a16="http://schemas.microsoft.com/office/drawing/2014/main" id="{62537F3D-9740-0207-D93B-7EDF54E7A581}"/>
                    </a:ext>
                  </a:extLst>
                </p:cNvPr>
                <p:cNvSpPr>
                  <a:spLocks noEditPoints="1"/>
                </p:cNvSpPr>
                <p:nvPr/>
              </p:nvSpPr>
              <p:spPr bwMode="auto">
                <a:xfrm>
                  <a:off x="3577807" y="4747833"/>
                  <a:ext cx="519821" cy="522467"/>
                </a:xfrm>
                <a:custGeom>
                  <a:avLst/>
                  <a:gdLst>
                    <a:gd name="T0" fmla="*/ 253 w 311"/>
                    <a:gd name="T1" fmla="*/ 269 h 290"/>
                    <a:gd name="T2" fmla="*/ 239 w 311"/>
                    <a:gd name="T3" fmla="*/ 263 h 290"/>
                    <a:gd name="T4" fmla="*/ 209 w 311"/>
                    <a:gd name="T5" fmla="*/ 256 h 290"/>
                    <a:gd name="T6" fmla="*/ 200 w 311"/>
                    <a:gd name="T7" fmla="*/ 258 h 290"/>
                    <a:gd name="T8" fmla="*/ 223 w 311"/>
                    <a:gd name="T9" fmla="*/ 262 h 290"/>
                    <a:gd name="T10" fmla="*/ 270 w 311"/>
                    <a:gd name="T11" fmla="*/ 283 h 290"/>
                    <a:gd name="T12" fmla="*/ 299 w 311"/>
                    <a:gd name="T13" fmla="*/ 101 h 290"/>
                    <a:gd name="T14" fmla="*/ 302 w 311"/>
                    <a:gd name="T15" fmla="*/ 83 h 290"/>
                    <a:gd name="T16" fmla="*/ 289 w 311"/>
                    <a:gd name="T17" fmla="*/ 68 h 290"/>
                    <a:gd name="T18" fmla="*/ 292 w 311"/>
                    <a:gd name="T19" fmla="*/ 61 h 290"/>
                    <a:gd name="T20" fmla="*/ 274 w 311"/>
                    <a:gd name="T21" fmla="*/ 33 h 290"/>
                    <a:gd name="T22" fmla="*/ 262 w 311"/>
                    <a:gd name="T23" fmla="*/ 43 h 290"/>
                    <a:gd name="T24" fmla="*/ 205 w 311"/>
                    <a:gd name="T25" fmla="*/ 39 h 290"/>
                    <a:gd name="T26" fmla="*/ 140 w 311"/>
                    <a:gd name="T27" fmla="*/ 1 h 290"/>
                    <a:gd name="T28" fmla="*/ 129 w 311"/>
                    <a:gd name="T29" fmla="*/ 13 h 290"/>
                    <a:gd name="T30" fmla="*/ 112 w 311"/>
                    <a:gd name="T31" fmla="*/ 55 h 290"/>
                    <a:gd name="T32" fmla="*/ 98 w 311"/>
                    <a:gd name="T33" fmla="*/ 70 h 290"/>
                    <a:gd name="T34" fmla="*/ 75 w 311"/>
                    <a:gd name="T35" fmla="*/ 82 h 290"/>
                    <a:gd name="T36" fmla="*/ 55 w 311"/>
                    <a:gd name="T37" fmla="*/ 71 h 290"/>
                    <a:gd name="T38" fmla="*/ 25 w 311"/>
                    <a:gd name="T39" fmla="*/ 84 h 290"/>
                    <a:gd name="T40" fmla="*/ 0 w 311"/>
                    <a:gd name="T41" fmla="*/ 88 h 290"/>
                    <a:gd name="T42" fmla="*/ 7 w 311"/>
                    <a:gd name="T43" fmla="*/ 114 h 290"/>
                    <a:gd name="T44" fmla="*/ 24 w 311"/>
                    <a:gd name="T45" fmla="*/ 140 h 290"/>
                    <a:gd name="T46" fmla="*/ 30 w 311"/>
                    <a:gd name="T47" fmla="*/ 122 h 290"/>
                    <a:gd name="T48" fmla="*/ 38 w 311"/>
                    <a:gd name="T49" fmla="*/ 114 h 290"/>
                    <a:gd name="T50" fmla="*/ 38 w 311"/>
                    <a:gd name="T51" fmla="*/ 113 h 290"/>
                    <a:gd name="T52" fmla="*/ 72 w 311"/>
                    <a:gd name="T53" fmla="*/ 111 h 290"/>
                    <a:gd name="T54" fmla="*/ 113 w 311"/>
                    <a:gd name="T55" fmla="*/ 172 h 290"/>
                    <a:gd name="T56" fmla="*/ 123 w 311"/>
                    <a:gd name="T57" fmla="*/ 205 h 290"/>
                    <a:gd name="T58" fmla="*/ 138 w 311"/>
                    <a:gd name="T59" fmla="*/ 213 h 290"/>
                    <a:gd name="T60" fmla="*/ 176 w 311"/>
                    <a:gd name="T61" fmla="*/ 228 h 290"/>
                    <a:gd name="T62" fmla="*/ 207 w 311"/>
                    <a:gd name="T63" fmla="*/ 245 h 290"/>
                    <a:gd name="T64" fmla="*/ 226 w 311"/>
                    <a:gd name="T65" fmla="*/ 253 h 290"/>
                    <a:gd name="T66" fmla="*/ 213 w 311"/>
                    <a:gd name="T67" fmla="*/ 234 h 290"/>
                    <a:gd name="T68" fmla="*/ 172 w 311"/>
                    <a:gd name="T69" fmla="*/ 190 h 290"/>
                    <a:gd name="T70" fmla="*/ 146 w 311"/>
                    <a:gd name="T71" fmla="*/ 174 h 290"/>
                    <a:gd name="T72" fmla="*/ 132 w 311"/>
                    <a:gd name="T73" fmla="*/ 138 h 290"/>
                    <a:gd name="T74" fmla="*/ 149 w 311"/>
                    <a:gd name="T75" fmla="*/ 114 h 290"/>
                    <a:gd name="T76" fmla="*/ 158 w 311"/>
                    <a:gd name="T77" fmla="*/ 98 h 290"/>
                    <a:gd name="T78" fmla="*/ 180 w 311"/>
                    <a:gd name="T79" fmla="*/ 91 h 290"/>
                    <a:gd name="T80" fmla="*/ 201 w 311"/>
                    <a:gd name="T81" fmla="*/ 95 h 290"/>
                    <a:gd name="T82" fmla="*/ 234 w 311"/>
                    <a:gd name="T83" fmla="*/ 99 h 290"/>
                    <a:gd name="T84" fmla="*/ 249 w 311"/>
                    <a:gd name="T85" fmla="*/ 94 h 290"/>
                    <a:gd name="T86" fmla="*/ 267 w 311"/>
                    <a:gd name="T87" fmla="*/ 94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1" h="290">
                      <a:moveTo>
                        <a:pt x="284" y="290"/>
                      </a:moveTo>
                      <a:cubicBezTo>
                        <a:pt x="283" y="286"/>
                        <a:pt x="283" y="286"/>
                        <a:pt x="283" y="286"/>
                      </a:cubicBezTo>
                      <a:cubicBezTo>
                        <a:pt x="276" y="275"/>
                        <a:pt x="265" y="278"/>
                        <a:pt x="253" y="269"/>
                      </a:cubicBezTo>
                      <a:cubicBezTo>
                        <a:pt x="249" y="266"/>
                        <a:pt x="248" y="261"/>
                        <a:pt x="244" y="260"/>
                      </a:cubicBezTo>
                      <a:cubicBezTo>
                        <a:pt x="242" y="259"/>
                        <a:pt x="239" y="261"/>
                        <a:pt x="236" y="262"/>
                      </a:cubicBezTo>
                      <a:cubicBezTo>
                        <a:pt x="237" y="262"/>
                        <a:pt x="238" y="262"/>
                        <a:pt x="239" y="263"/>
                      </a:cubicBezTo>
                      <a:cubicBezTo>
                        <a:pt x="240" y="263"/>
                        <a:pt x="241" y="267"/>
                        <a:pt x="240" y="267"/>
                      </a:cubicBezTo>
                      <a:cubicBezTo>
                        <a:pt x="231" y="266"/>
                        <a:pt x="224" y="258"/>
                        <a:pt x="215" y="256"/>
                      </a:cubicBezTo>
                      <a:cubicBezTo>
                        <a:pt x="213" y="256"/>
                        <a:pt x="211" y="256"/>
                        <a:pt x="209" y="256"/>
                      </a:cubicBezTo>
                      <a:cubicBezTo>
                        <a:pt x="207" y="257"/>
                        <a:pt x="205" y="257"/>
                        <a:pt x="203" y="256"/>
                      </a:cubicBezTo>
                      <a:cubicBezTo>
                        <a:pt x="202" y="256"/>
                        <a:pt x="201" y="254"/>
                        <a:pt x="200" y="254"/>
                      </a:cubicBezTo>
                      <a:cubicBezTo>
                        <a:pt x="199" y="255"/>
                        <a:pt x="199" y="258"/>
                        <a:pt x="200" y="258"/>
                      </a:cubicBezTo>
                      <a:cubicBezTo>
                        <a:pt x="202" y="259"/>
                        <a:pt x="204" y="259"/>
                        <a:pt x="206" y="258"/>
                      </a:cubicBezTo>
                      <a:cubicBezTo>
                        <a:pt x="208" y="258"/>
                        <a:pt x="210" y="258"/>
                        <a:pt x="211" y="258"/>
                      </a:cubicBezTo>
                      <a:cubicBezTo>
                        <a:pt x="215" y="259"/>
                        <a:pt x="219" y="260"/>
                        <a:pt x="223" y="262"/>
                      </a:cubicBezTo>
                      <a:cubicBezTo>
                        <a:pt x="224" y="263"/>
                        <a:pt x="223" y="265"/>
                        <a:pt x="224" y="265"/>
                      </a:cubicBezTo>
                      <a:cubicBezTo>
                        <a:pt x="232" y="270"/>
                        <a:pt x="236" y="269"/>
                        <a:pt x="240" y="269"/>
                      </a:cubicBezTo>
                      <a:cubicBezTo>
                        <a:pt x="246" y="269"/>
                        <a:pt x="252" y="269"/>
                        <a:pt x="270" y="283"/>
                      </a:cubicBezTo>
                      <a:cubicBezTo>
                        <a:pt x="274" y="286"/>
                        <a:pt x="279" y="289"/>
                        <a:pt x="284" y="290"/>
                      </a:cubicBezTo>
                      <a:moveTo>
                        <a:pt x="293" y="108"/>
                      </a:moveTo>
                      <a:cubicBezTo>
                        <a:pt x="288" y="103"/>
                        <a:pt x="297" y="105"/>
                        <a:pt x="299" y="101"/>
                      </a:cubicBezTo>
                      <a:cubicBezTo>
                        <a:pt x="300" y="101"/>
                        <a:pt x="300" y="100"/>
                        <a:pt x="299" y="99"/>
                      </a:cubicBezTo>
                      <a:cubicBezTo>
                        <a:pt x="292" y="92"/>
                        <a:pt x="297" y="89"/>
                        <a:pt x="297" y="82"/>
                      </a:cubicBezTo>
                      <a:cubicBezTo>
                        <a:pt x="298" y="81"/>
                        <a:pt x="300" y="82"/>
                        <a:pt x="302" y="83"/>
                      </a:cubicBezTo>
                      <a:cubicBezTo>
                        <a:pt x="307" y="84"/>
                        <a:pt x="311" y="86"/>
                        <a:pt x="310" y="79"/>
                      </a:cubicBezTo>
                      <a:cubicBezTo>
                        <a:pt x="303" y="79"/>
                        <a:pt x="293" y="76"/>
                        <a:pt x="287" y="72"/>
                      </a:cubicBezTo>
                      <a:cubicBezTo>
                        <a:pt x="284" y="70"/>
                        <a:pt x="289" y="69"/>
                        <a:pt x="289" y="68"/>
                      </a:cubicBezTo>
                      <a:cubicBezTo>
                        <a:pt x="289" y="66"/>
                        <a:pt x="283" y="65"/>
                        <a:pt x="287" y="62"/>
                      </a:cubicBezTo>
                      <a:cubicBezTo>
                        <a:pt x="287" y="62"/>
                        <a:pt x="288" y="62"/>
                        <a:pt x="288" y="62"/>
                      </a:cubicBezTo>
                      <a:cubicBezTo>
                        <a:pt x="290" y="63"/>
                        <a:pt x="291" y="63"/>
                        <a:pt x="292" y="61"/>
                      </a:cubicBezTo>
                      <a:cubicBezTo>
                        <a:pt x="292" y="58"/>
                        <a:pt x="289" y="58"/>
                        <a:pt x="286" y="59"/>
                      </a:cubicBezTo>
                      <a:cubicBezTo>
                        <a:pt x="283" y="59"/>
                        <a:pt x="280" y="59"/>
                        <a:pt x="280" y="57"/>
                      </a:cubicBezTo>
                      <a:cubicBezTo>
                        <a:pt x="282" y="44"/>
                        <a:pt x="284" y="47"/>
                        <a:pt x="274" y="33"/>
                      </a:cubicBezTo>
                      <a:cubicBezTo>
                        <a:pt x="274" y="32"/>
                        <a:pt x="274" y="32"/>
                        <a:pt x="274" y="32"/>
                      </a:cubicBezTo>
                      <a:cubicBezTo>
                        <a:pt x="272" y="33"/>
                        <a:pt x="270" y="33"/>
                        <a:pt x="267" y="33"/>
                      </a:cubicBezTo>
                      <a:cubicBezTo>
                        <a:pt x="263" y="33"/>
                        <a:pt x="263" y="41"/>
                        <a:pt x="262" y="43"/>
                      </a:cubicBezTo>
                      <a:cubicBezTo>
                        <a:pt x="254" y="49"/>
                        <a:pt x="230" y="49"/>
                        <a:pt x="222" y="46"/>
                      </a:cubicBezTo>
                      <a:cubicBezTo>
                        <a:pt x="218" y="44"/>
                        <a:pt x="214" y="40"/>
                        <a:pt x="210" y="39"/>
                      </a:cubicBezTo>
                      <a:cubicBezTo>
                        <a:pt x="209" y="38"/>
                        <a:pt x="208" y="38"/>
                        <a:pt x="205" y="39"/>
                      </a:cubicBezTo>
                      <a:cubicBezTo>
                        <a:pt x="202" y="39"/>
                        <a:pt x="197" y="39"/>
                        <a:pt x="196" y="37"/>
                      </a:cubicBezTo>
                      <a:cubicBezTo>
                        <a:pt x="184" y="22"/>
                        <a:pt x="171" y="15"/>
                        <a:pt x="155" y="3"/>
                      </a:cubicBezTo>
                      <a:cubicBezTo>
                        <a:pt x="151" y="2"/>
                        <a:pt x="142" y="0"/>
                        <a:pt x="140" y="1"/>
                      </a:cubicBezTo>
                      <a:cubicBezTo>
                        <a:pt x="133" y="2"/>
                        <a:pt x="142" y="10"/>
                        <a:pt x="138" y="12"/>
                      </a:cubicBezTo>
                      <a:cubicBezTo>
                        <a:pt x="137" y="13"/>
                        <a:pt x="135" y="12"/>
                        <a:pt x="134" y="12"/>
                      </a:cubicBezTo>
                      <a:cubicBezTo>
                        <a:pt x="132" y="12"/>
                        <a:pt x="131" y="12"/>
                        <a:pt x="129" y="13"/>
                      </a:cubicBezTo>
                      <a:cubicBezTo>
                        <a:pt x="128" y="13"/>
                        <a:pt x="130" y="15"/>
                        <a:pt x="129" y="17"/>
                      </a:cubicBezTo>
                      <a:cubicBezTo>
                        <a:pt x="123" y="21"/>
                        <a:pt x="114" y="22"/>
                        <a:pt x="108" y="27"/>
                      </a:cubicBezTo>
                      <a:cubicBezTo>
                        <a:pt x="102" y="33"/>
                        <a:pt x="121" y="49"/>
                        <a:pt x="112" y="55"/>
                      </a:cubicBezTo>
                      <a:cubicBezTo>
                        <a:pt x="103" y="62"/>
                        <a:pt x="101" y="60"/>
                        <a:pt x="100" y="58"/>
                      </a:cubicBezTo>
                      <a:cubicBezTo>
                        <a:pt x="99" y="56"/>
                        <a:pt x="99" y="54"/>
                        <a:pt x="92" y="64"/>
                      </a:cubicBezTo>
                      <a:cubicBezTo>
                        <a:pt x="90" y="66"/>
                        <a:pt x="97" y="67"/>
                        <a:pt x="98" y="70"/>
                      </a:cubicBezTo>
                      <a:cubicBezTo>
                        <a:pt x="99" y="72"/>
                        <a:pt x="93" y="71"/>
                        <a:pt x="93" y="74"/>
                      </a:cubicBezTo>
                      <a:cubicBezTo>
                        <a:pt x="93" y="75"/>
                        <a:pt x="98" y="82"/>
                        <a:pt x="96" y="85"/>
                      </a:cubicBezTo>
                      <a:cubicBezTo>
                        <a:pt x="90" y="91"/>
                        <a:pt x="81" y="82"/>
                        <a:pt x="75" y="82"/>
                      </a:cubicBezTo>
                      <a:cubicBezTo>
                        <a:pt x="67" y="82"/>
                        <a:pt x="83" y="90"/>
                        <a:pt x="69" y="86"/>
                      </a:cubicBezTo>
                      <a:cubicBezTo>
                        <a:pt x="65" y="84"/>
                        <a:pt x="60" y="78"/>
                        <a:pt x="58" y="75"/>
                      </a:cubicBezTo>
                      <a:cubicBezTo>
                        <a:pt x="57" y="74"/>
                        <a:pt x="56" y="70"/>
                        <a:pt x="55" y="71"/>
                      </a:cubicBezTo>
                      <a:cubicBezTo>
                        <a:pt x="53" y="75"/>
                        <a:pt x="54" y="79"/>
                        <a:pt x="51" y="82"/>
                      </a:cubicBezTo>
                      <a:cubicBezTo>
                        <a:pt x="47" y="87"/>
                        <a:pt x="41" y="86"/>
                        <a:pt x="36" y="85"/>
                      </a:cubicBezTo>
                      <a:cubicBezTo>
                        <a:pt x="32" y="84"/>
                        <a:pt x="29" y="83"/>
                        <a:pt x="25" y="84"/>
                      </a:cubicBezTo>
                      <a:cubicBezTo>
                        <a:pt x="24" y="85"/>
                        <a:pt x="26" y="87"/>
                        <a:pt x="25" y="88"/>
                      </a:cubicBezTo>
                      <a:cubicBezTo>
                        <a:pt x="20" y="91"/>
                        <a:pt x="10" y="91"/>
                        <a:pt x="5" y="88"/>
                      </a:cubicBezTo>
                      <a:cubicBezTo>
                        <a:pt x="3" y="88"/>
                        <a:pt x="0" y="87"/>
                        <a:pt x="0" y="88"/>
                      </a:cubicBezTo>
                      <a:cubicBezTo>
                        <a:pt x="0" y="93"/>
                        <a:pt x="4" y="96"/>
                        <a:pt x="6" y="100"/>
                      </a:cubicBezTo>
                      <a:cubicBezTo>
                        <a:pt x="6" y="101"/>
                        <a:pt x="5" y="101"/>
                        <a:pt x="5" y="101"/>
                      </a:cubicBezTo>
                      <a:cubicBezTo>
                        <a:pt x="5" y="106"/>
                        <a:pt x="4" y="110"/>
                        <a:pt x="7" y="114"/>
                      </a:cubicBezTo>
                      <a:cubicBezTo>
                        <a:pt x="7" y="114"/>
                        <a:pt x="7" y="114"/>
                        <a:pt x="7" y="114"/>
                      </a:cubicBezTo>
                      <a:cubicBezTo>
                        <a:pt x="5" y="118"/>
                        <a:pt x="14" y="122"/>
                        <a:pt x="17" y="126"/>
                      </a:cubicBezTo>
                      <a:cubicBezTo>
                        <a:pt x="19" y="129"/>
                        <a:pt x="21" y="144"/>
                        <a:pt x="24" y="140"/>
                      </a:cubicBezTo>
                      <a:cubicBezTo>
                        <a:pt x="26" y="137"/>
                        <a:pt x="28" y="133"/>
                        <a:pt x="30" y="129"/>
                      </a:cubicBezTo>
                      <a:cubicBezTo>
                        <a:pt x="31" y="127"/>
                        <a:pt x="32" y="125"/>
                        <a:pt x="32" y="123"/>
                      </a:cubicBezTo>
                      <a:cubicBezTo>
                        <a:pt x="32" y="123"/>
                        <a:pt x="30" y="123"/>
                        <a:pt x="30" y="122"/>
                      </a:cubicBezTo>
                      <a:cubicBezTo>
                        <a:pt x="30" y="122"/>
                        <a:pt x="30" y="119"/>
                        <a:pt x="30" y="120"/>
                      </a:cubicBezTo>
                      <a:cubicBezTo>
                        <a:pt x="33" y="121"/>
                        <a:pt x="31" y="134"/>
                        <a:pt x="37" y="123"/>
                      </a:cubicBezTo>
                      <a:cubicBezTo>
                        <a:pt x="38" y="121"/>
                        <a:pt x="38" y="118"/>
                        <a:pt x="38" y="114"/>
                      </a:cubicBezTo>
                      <a:cubicBezTo>
                        <a:pt x="38" y="114"/>
                        <a:pt x="37" y="113"/>
                        <a:pt x="37" y="112"/>
                      </a:cubicBezTo>
                      <a:cubicBezTo>
                        <a:pt x="37" y="112"/>
                        <a:pt x="37" y="112"/>
                        <a:pt x="38" y="113"/>
                      </a:cubicBezTo>
                      <a:cubicBezTo>
                        <a:pt x="38" y="113"/>
                        <a:pt x="38" y="114"/>
                        <a:pt x="38" y="113"/>
                      </a:cubicBezTo>
                      <a:cubicBezTo>
                        <a:pt x="43" y="111"/>
                        <a:pt x="39" y="96"/>
                        <a:pt x="44" y="96"/>
                      </a:cubicBezTo>
                      <a:cubicBezTo>
                        <a:pt x="60" y="95"/>
                        <a:pt x="55" y="101"/>
                        <a:pt x="65" y="109"/>
                      </a:cubicBezTo>
                      <a:cubicBezTo>
                        <a:pt x="67" y="111"/>
                        <a:pt x="71" y="109"/>
                        <a:pt x="72" y="111"/>
                      </a:cubicBezTo>
                      <a:cubicBezTo>
                        <a:pt x="82" y="123"/>
                        <a:pt x="71" y="138"/>
                        <a:pt x="82" y="150"/>
                      </a:cubicBezTo>
                      <a:cubicBezTo>
                        <a:pt x="85" y="154"/>
                        <a:pt x="95" y="162"/>
                        <a:pt x="99" y="165"/>
                      </a:cubicBezTo>
                      <a:cubicBezTo>
                        <a:pt x="103" y="168"/>
                        <a:pt x="118" y="170"/>
                        <a:pt x="113" y="172"/>
                      </a:cubicBezTo>
                      <a:cubicBezTo>
                        <a:pt x="110" y="172"/>
                        <a:pt x="107" y="171"/>
                        <a:pt x="104" y="170"/>
                      </a:cubicBezTo>
                      <a:cubicBezTo>
                        <a:pt x="97" y="167"/>
                        <a:pt x="91" y="164"/>
                        <a:pt x="93" y="179"/>
                      </a:cubicBezTo>
                      <a:cubicBezTo>
                        <a:pt x="93" y="186"/>
                        <a:pt x="119" y="200"/>
                        <a:pt x="123" y="205"/>
                      </a:cubicBezTo>
                      <a:cubicBezTo>
                        <a:pt x="124" y="206"/>
                        <a:pt x="123" y="205"/>
                        <a:pt x="121" y="205"/>
                      </a:cubicBezTo>
                      <a:cubicBezTo>
                        <a:pt x="120" y="205"/>
                        <a:pt x="119" y="204"/>
                        <a:pt x="120" y="204"/>
                      </a:cubicBezTo>
                      <a:cubicBezTo>
                        <a:pt x="123" y="207"/>
                        <a:pt x="138" y="211"/>
                        <a:pt x="138" y="213"/>
                      </a:cubicBezTo>
                      <a:cubicBezTo>
                        <a:pt x="140" y="217"/>
                        <a:pt x="136" y="223"/>
                        <a:pt x="139" y="226"/>
                      </a:cubicBezTo>
                      <a:cubicBezTo>
                        <a:pt x="141" y="228"/>
                        <a:pt x="158" y="221"/>
                        <a:pt x="159" y="221"/>
                      </a:cubicBezTo>
                      <a:cubicBezTo>
                        <a:pt x="170" y="219"/>
                        <a:pt x="162" y="223"/>
                        <a:pt x="176" y="228"/>
                      </a:cubicBezTo>
                      <a:cubicBezTo>
                        <a:pt x="178" y="229"/>
                        <a:pt x="181" y="229"/>
                        <a:pt x="183" y="229"/>
                      </a:cubicBezTo>
                      <a:cubicBezTo>
                        <a:pt x="185" y="228"/>
                        <a:pt x="188" y="228"/>
                        <a:pt x="191" y="229"/>
                      </a:cubicBezTo>
                      <a:cubicBezTo>
                        <a:pt x="197" y="232"/>
                        <a:pt x="201" y="242"/>
                        <a:pt x="207" y="245"/>
                      </a:cubicBezTo>
                      <a:cubicBezTo>
                        <a:pt x="215" y="248"/>
                        <a:pt x="220" y="251"/>
                        <a:pt x="223" y="253"/>
                      </a:cubicBezTo>
                      <a:cubicBezTo>
                        <a:pt x="223" y="254"/>
                        <a:pt x="223" y="253"/>
                        <a:pt x="223" y="253"/>
                      </a:cubicBezTo>
                      <a:cubicBezTo>
                        <a:pt x="224" y="253"/>
                        <a:pt x="226" y="252"/>
                        <a:pt x="226" y="253"/>
                      </a:cubicBezTo>
                      <a:cubicBezTo>
                        <a:pt x="228" y="257"/>
                        <a:pt x="225" y="257"/>
                        <a:pt x="230" y="259"/>
                      </a:cubicBezTo>
                      <a:cubicBezTo>
                        <a:pt x="232" y="258"/>
                        <a:pt x="236" y="258"/>
                        <a:pt x="236" y="255"/>
                      </a:cubicBezTo>
                      <a:cubicBezTo>
                        <a:pt x="239" y="248"/>
                        <a:pt x="215" y="238"/>
                        <a:pt x="213" y="234"/>
                      </a:cubicBezTo>
                      <a:cubicBezTo>
                        <a:pt x="210" y="231"/>
                        <a:pt x="212" y="226"/>
                        <a:pt x="210" y="222"/>
                      </a:cubicBezTo>
                      <a:cubicBezTo>
                        <a:pt x="208" y="220"/>
                        <a:pt x="204" y="221"/>
                        <a:pt x="201" y="220"/>
                      </a:cubicBezTo>
                      <a:cubicBezTo>
                        <a:pt x="189" y="212"/>
                        <a:pt x="182" y="199"/>
                        <a:pt x="172" y="190"/>
                      </a:cubicBezTo>
                      <a:cubicBezTo>
                        <a:pt x="168" y="188"/>
                        <a:pt x="155" y="175"/>
                        <a:pt x="151" y="173"/>
                      </a:cubicBezTo>
                      <a:cubicBezTo>
                        <a:pt x="151" y="173"/>
                        <a:pt x="150" y="173"/>
                        <a:pt x="149" y="174"/>
                      </a:cubicBezTo>
                      <a:cubicBezTo>
                        <a:pt x="148" y="174"/>
                        <a:pt x="147" y="174"/>
                        <a:pt x="146" y="174"/>
                      </a:cubicBezTo>
                      <a:cubicBezTo>
                        <a:pt x="143" y="171"/>
                        <a:pt x="150" y="165"/>
                        <a:pt x="150" y="164"/>
                      </a:cubicBezTo>
                      <a:cubicBezTo>
                        <a:pt x="149" y="161"/>
                        <a:pt x="146" y="161"/>
                        <a:pt x="145" y="159"/>
                      </a:cubicBezTo>
                      <a:cubicBezTo>
                        <a:pt x="140" y="152"/>
                        <a:pt x="138" y="143"/>
                        <a:pt x="132" y="138"/>
                      </a:cubicBezTo>
                      <a:cubicBezTo>
                        <a:pt x="130" y="135"/>
                        <a:pt x="125" y="135"/>
                        <a:pt x="123" y="133"/>
                      </a:cubicBezTo>
                      <a:cubicBezTo>
                        <a:pt x="120" y="131"/>
                        <a:pt x="116" y="98"/>
                        <a:pt x="129" y="99"/>
                      </a:cubicBezTo>
                      <a:cubicBezTo>
                        <a:pt x="134" y="99"/>
                        <a:pt x="144" y="111"/>
                        <a:pt x="149" y="114"/>
                      </a:cubicBezTo>
                      <a:cubicBezTo>
                        <a:pt x="154" y="113"/>
                        <a:pt x="154" y="113"/>
                        <a:pt x="154" y="113"/>
                      </a:cubicBezTo>
                      <a:cubicBezTo>
                        <a:pt x="149" y="114"/>
                        <a:pt x="149" y="114"/>
                        <a:pt x="149" y="114"/>
                      </a:cubicBezTo>
                      <a:cubicBezTo>
                        <a:pt x="156" y="113"/>
                        <a:pt x="155" y="103"/>
                        <a:pt x="158" y="98"/>
                      </a:cubicBezTo>
                      <a:cubicBezTo>
                        <a:pt x="162" y="94"/>
                        <a:pt x="165" y="95"/>
                        <a:pt x="168" y="97"/>
                      </a:cubicBezTo>
                      <a:cubicBezTo>
                        <a:pt x="170" y="98"/>
                        <a:pt x="172" y="99"/>
                        <a:pt x="175" y="98"/>
                      </a:cubicBezTo>
                      <a:cubicBezTo>
                        <a:pt x="177" y="97"/>
                        <a:pt x="177" y="93"/>
                        <a:pt x="180" y="91"/>
                      </a:cubicBezTo>
                      <a:cubicBezTo>
                        <a:pt x="180" y="91"/>
                        <a:pt x="183" y="95"/>
                        <a:pt x="193" y="97"/>
                      </a:cubicBezTo>
                      <a:cubicBezTo>
                        <a:pt x="194" y="98"/>
                        <a:pt x="196" y="99"/>
                        <a:pt x="197" y="98"/>
                      </a:cubicBezTo>
                      <a:cubicBezTo>
                        <a:pt x="198" y="98"/>
                        <a:pt x="199" y="96"/>
                        <a:pt x="201" y="95"/>
                      </a:cubicBezTo>
                      <a:cubicBezTo>
                        <a:pt x="204" y="95"/>
                        <a:pt x="209" y="97"/>
                        <a:pt x="215" y="99"/>
                      </a:cubicBezTo>
                      <a:cubicBezTo>
                        <a:pt x="220" y="101"/>
                        <a:pt x="226" y="103"/>
                        <a:pt x="230" y="102"/>
                      </a:cubicBezTo>
                      <a:cubicBezTo>
                        <a:pt x="232" y="102"/>
                        <a:pt x="234" y="101"/>
                        <a:pt x="234" y="99"/>
                      </a:cubicBezTo>
                      <a:cubicBezTo>
                        <a:pt x="236" y="98"/>
                        <a:pt x="235" y="94"/>
                        <a:pt x="237" y="94"/>
                      </a:cubicBezTo>
                      <a:cubicBezTo>
                        <a:pt x="241" y="93"/>
                        <a:pt x="243" y="97"/>
                        <a:pt x="247" y="98"/>
                      </a:cubicBezTo>
                      <a:cubicBezTo>
                        <a:pt x="253" y="100"/>
                        <a:pt x="245" y="95"/>
                        <a:pt x="249" y="94"/>
                      </a:cubicBezTo>
                      <a:cubicBezTo>
                        <a:pt x="252" y="93"/>
                        <a:pt x="256" y="93"/>
                        <a:pt x="260" y="94"/>
                      </a:cubicBezTo>
                      <a:cubicBezTo>
                        <a:pt x="262" y="95"/>
                        <a:pt x="263" y="98"/>
                        <a:pt x="266" y="98"/>
                      </a:cubicBezTo>
                      <a:cubicBezTo>
                        <a:pt x="267" y="98"/>
                        <a:pt x="266" y="94"/>
                        <a:pt x="267" y="94"/>
                      </a:cubicBezTo>
                      <a:cubicBezTo>
                        <a:pt x="280" y="95"/>
                        <a:pt x="277" y="109"/>
                        <a:pt x="283" y="110"/>
                      </a:cubicBezTo>
                      <a:cubicBezTo>
                        <a:pt x="287" y="110"/>
                        <a:pt x="291" y="109"/>
                        <a:pt x="293" y="108"/>
                      </a:cubicBezTo>
                    </a:path>
                  </a:pathLst>
                </a:custGeom>
                <a:solidFill>
                  <a:srgbClr val="67B7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0" name="Denmark" descr="{&quot;Key&quot;:&quot;denmark&quot;,&quot;Name&quot;:&quot;Denmark&quot;,&quot;Value&quot;:25.0,&quot;Formula&quot;:&quot;25&quot;,&quot;Text&quot;:&quot;25&quot;,&quot;OfficeApplication&quot;:2,&quot;HasValue&quot;:true}">
                  <a:extLst>
                    <a:ext uri="{FF2B5EF4-FFF2-40B4-BE49-F238E27FC236}">
                      <a16:creationId xmlns:a16="http://schemas.microsoft.com/office/drawing/2014/main" id="{47D7DE9A-378B-906B-A8BE-230FCA41710F}"/>
                    </a:ext>
                  </a:extLst>
                </p:cNvPr>
                <p:cNvSpPr>
                  <a:spLocks noEditPoints="1"/>
                </p:cNvSpPr>
                <p:nvPr/>
              </p:nvSpPr>
              <p:spPr bwMode="auto">
                <a:xfrm>
                  <a:off x="2277514" y="2527350"/>
                  <a:ext cx="1184778" cy="1162807"/>
                </a:xfrm>
                <a:custGeom>
                  <a:avLst/>
                  <a:gdLst>
                    <a:gd name="T0" fmla="*/ 536 w 709"/>
                    <a:gd name="T1" fmla="*/ 626 h 646"/>
                    <a:gd name="T2" fmla="*/ 538 w 709"/>
                    <a:gd name="T3" fmla="*/ 598 h 646"/>
                    <a:gd name="T4" fmla="*/ 518 w 709"/>
                    <a:gd name="T5" fmla="*/ 557 h 646"/>
                    <a:gd name="T6" fmla="*/ 522 w 709"/>
                    <a:gd name="T7" fmla="*/ 538 h 646"/>
                    <a:gd name="T8" fmla="*/ 518 w 709"/>
                    <a:gd name="T9" fmla="*/ 528 h 646"/>
                    <a:gd name="T10" fmla="*/ 523 w 709"/>
                    <a:gd name="T11" fmla="*/ 493 h 646"/>
                    <a:gd name="T12" fmla="*/ 557 w 709"/>
                    <a:gd name="T13" fmla="*/ 504 h 646"/>
                    <a:gd name="T14" fmla="*/ 566 w 709"/>
                    <a:gd name="T15" fmla="*/ 494 h 646"/>
                    <a:gd name="T16" fmla="*/ 567 w 709"/>
                    <a:gd name="T17" fmla="*/ 472 h 646"/>
                    <a:gd name="T18" fmla="*/ 583 w 709"/>
                    <a:gd name="T19" fmla="*/ 468 h 646"/>
                    <a:gd name="T20" fmla="*/ 605 w 709"/>
                    <a:gd name="T21" fmla="*/ 484 h 646"/>
                    <a:gd name="T22" fmla="*/ 609 w 709"/>
                    <a:gd name="T23" fmla="*/ 499 h 646"/>
                    <a:gd name="T24" fmla="*/ 634 w 709"/>
                    <a:gd name="T25" fmla="*/ 513 h 646"/>
                    <a:gd name="T26" fmla="*/ 602 w 709"/>
                    <a:gd name="T27" fmla="*/ 557 h 646"/>
                    <a:gd name="T28" fmla="*/ 589 w 709"/>
                    <a:gd name="T29" fmla="*/ 574 h 646"/>
                    <a:gd name="T30" fmla="*/ 595 w 709"/>
                    <a:gd name="T31" fmla="*/ 579 h 646"/>
                    <a:gd name="T32" fmla="*/ 625 w 709"/>
                    <a:gd name="T33" fmla="*/ 573 h 646"/>
                    <a:gd name="T34" fmla="*/ 607 w 709"/>
                    <a:gd name="T35" fmla="*/ 609 h 646"/>
                    <a:gd name="T36" fmla="*/ 598 w 709"/>
                    <a:gd name="T37" fmla="*/ 608 h 646"/>
                    <a:gd name="T38" fmla="*/ 585 w 709"/>
                    <a:gd name="T39" fmla="*/ 579 h 646"/>
                    <a:gd name="T40" fmla="*/ 578 w 709"/>
                    <a:gd name="T41" fmla="*/ 589 h 646"/>
                    <a:gd name="T42" fmla="*/ 571 w 709"/>
                    <a:gd name="T43" fmla="*/ 617 h 646"/>
                    <a:gd name="T44" fmla="*/ 579 w 709"/>
                    <a:gd name="T45" fmla="*/ 624 h 646"/>
                    <a:gd name="T46" fmla="*/ 7 w 709"/>
                    <a:gd name="T47" fmla="*/ 73 h 646"/>
                    <a:gd name="T48" fmla="*/ 21 w 709"/>
                    <a:gd name="T49" fmla="*/ 9 h 646"/>
                    <a:gd name="T50" fmla="*/ 19 w 709"/>
                    <a:gd name="T51" fmla="*/ 25 h 646"/>
                    <a:gd name="T52" fmla="*/ 678 w 709"/>
                    <a:gd name="T53" fmla="*/ 539 h 646"/>
                    <a:gd name="T54" fmla="*/ 703 w 709"/>
                    <a:gd name="T55" fmla="*/ 542 h 646"/>
                    <a:gd name="T56" fmla="*/ 691 w 709"/>
                    <a:gd name="T57" fmla="*/ 577 h 646"/>
                    <a:gd name="T58" fmla="*/ 683 w 709"/>
                    <a:gd name="T59" fmla="*/ 603 h 646"/>
                    <a:gd name="T60" fmla="*/ 675 w 709"/>
                    <a:gd name="T61" fmla="*/ 613 h 646"/>
                    <a:gd name="T62" fmla="*/ 659 w 709"/>
                    <a:gd name="T63" fmla="*/ 600 h 646"/>
                    <a:gd name="T64" fmla="*/ 644 w 709"/>
                    <a:gd name="T65" fmla="*/ 590 h 646"/>
                    <a:gd name="T66" fmla="*/ 634 w 709"/>
                    <a:gd name="T67" fmla="*/ 562 h 646"/>
                    <a:gd name="T68" fmla="*/ 656 w 709"/>
                    <a:gd name="T69" fmla="*/ 544 h 646"/>
                    <a:gd name="T70" fmla="*/ 678 w 709"/>
                    <a:gd name="T71" fmla="*/ 567 h 646"/>
                    <a:gd name="T72" fmla="*/ 678 w 709"/>
                    <a:gd name="T73" fmla="*/ 539 h 646"/>
                    <a:gd name="T74" fmla="*/ 686 w 709"/>
                    <a:gd name="T75" fmla="*/ 630 h 646"/>
                    <a:gd name="T76" fmla="*/ 678 w 709"/>
                    <a:gd name="T77" fmla="*/ 641 h 646"/>
                    <a:gd name="T78" fmla="*/ 678 w 709"/>
                    <a:gd name="T79" fmla="*/ 641 h 646"/>
                    <a:gd name="T80" fmla="*/ 649 w 709"/>
                    <a:gd name="T81" fmla="*/ 637 h 646"/>
                    <a:gd name="T82" fmla="*/ 677 w 709"/>
                    <a:gd name="T83" fmla="*/ 634 h 646"/>
                    <a:gd name="T84" fmla="*/ 676 w 709"/>
                    <a:gd name="T85" fmla="*/ 619 h 646"/>
                    <a:gd name="T86" fmla="*/ 518 w 709"/>
                    <a:gd name="T87" fmla="*/ 547 h 646"/>
                    <a:gd name="T88" fmla="*/ 617 w 709"/>
                    <a:gd name="T89" fmla="*/ 439 h 646"/>
                    <a:gd name="T90" fmla="*/ 575 w 709"/>
                    <a:gd name="T91" fmla="*/ 467 h 646"/>
                    <a:gd name="T92" fmla="*/ 546 w 709"/>
                    <a:gd name="T93" fmla="*/ 470 h 646"/>
                    <a:gd name="T94" fmla="*/ 536 w 709"/>
                    <a:gd name="T95" fmla="*/ 503 h 646"/>
                    <a:gd name="T96" fmla="*/ 593 w 709"/>
                    <a:gd name="T97" fmla="*/ 428 h 646"/>
                    <a:gd name="T98" fmla="*/ 611 w 709"/>
                    <a:gd name="T99" fmla="*/ 427 h 646"/>
                    <a:gd name="T100" fmla="*/ 664 w 709"/>
                    <a:gd name="T101" fmla="*/ 632 h 646"/>
                    <a:gd name="T102" fmla="*/ 669 w 709"/>
                    <a:gd name="T103" fmla="*/ 631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9" h="646">
                      <a:moveTo>
                        <a:pt x="571" y="633"/>
                      </a:moveTo>
                      <a:cubicBezTo>
                        <a:pt x="563" y="632"/>
                        <a:pt x="556" y="628"/>
                        <a:pt x="549" y="626"/>
                      </a:cubicBezTo>
                      <a:cubicBezTo>
                        <a:pt x="547" y="626"/>
                        <a:pt x="540" y="627"/>
                        <a:pt x="536" y="626"/>
                      </a:cubicBezTo>
                      <a:cubicBezTo>
                        <a:pt x="536" y="624"/>
                        <a:pt x="536" y="621"/>
                        <a:pt x="537" y="617"/>
                      </a:cubicBezTo>
                      <a:cubicBezTo>
                        <a:pt x="537" y="615"/>
                        <a:pt x="541" y="611"/>
                        <a:pt x="539" y="609"/>
                      </a:cubicBezTo>
                      <a:cubicBezTo>
                        <a:pt x="541" y="606"/>
                        <a:pt x="538" y="602"/>
                        <a:pt x="538" y="598"/>
                      </a:cubicBezTo>
                      <a:cubicBezTo>
                        <a:pt x="537" y="594"/>
                        <a:pt x="539" y="589"/>
                        <a:pt x="537" y="587"/>
                      </a:cubicBezTo>
                      <a:cubicBezTo>
                        <a:pt x="532" y="582"/>
                        <a:pt x="517" y="587"/>
                        <a:pt x="514" y="577"/>
                      </a:cubicBezTo>
                      <a:cubicBezTo>
                        <a:pt x="512" y="571"/>
                        <a:pt x="518" y="564"/>
                        <a:pt x="518" y="557"/>
                      </a:cubicBezTo>
                      <a:cubicBezTo>
                        <a:pt x="519" y="557"/>
                        <a:pt x="519" y="557"/>
                        <a:pt x="519" y="558"/>
                      </a:cubicBezTo>
                      <a:cubicBezTo>
                        <a:pt x="537" y="566"/>
                        <a:pt x="525" y="544"/>
                        <a:pt x="524" y="542"/>
                      </a:cubicBezTo>
                      <a:cubicBezTo>
                        <a:pt x="524" y="540"/>
                        <a:pt x="523" y="537"/>
                        <a:pt x="522" y="538"/>
                      </a:cubicBezTo>
                      <a:cubicBezTo>
                        <a:pt x="519" y="539"/>
                        <a:pt x="519" y="544"/>
                        <a:pt x="516" y="545"/>
                      </a:cubicBezTo>
                      <a:cubicBezTo>
                        <a:pt x="515" y="546"/>
                        <a:pt x="516" y="541"/>
                        <a:pt x="516" y="539"/>
                      </a:cubicBezTo>
                      <a:cubicBezTo>
                        <a:pt x="516" y="535"/>
                        <a:pt x="518" y="531"/>
                        <a:pt x="518" y="528"/>
                      </a:cubicBezTo>
                      <a:cubicBezTo>
                        <a:pt x="518" y="525"/>
                        <a:pt x="515" y="520"/>
                        <a:pt x="518" y="518"/>
                      </a:cubicBezTo>
                      <a:cubicBezTo>
                        <a:pt x="518" y="517"/>
                        <a:pt x="519" y="517"/>
                        <a:pt x="520" y="517"/>
                      </a:cubicBezTo>
                      <a:cubicBezTo>
                        <a:pt x="519" y="516"/>
                        <a:pt x="517" y="491"/>
                        <a:pt x="523" y="493"/>
                      </a:cubicBezTo>
                      <a:cubicBezTo>
                        <a:pt x="526" y="495"/>
                        <a:pt x="524" y="500"/>
                        <a:pt x="525" y="503"/>
                      </a:cubicBezTo>
                      <a:cubicBezTo>
                        <a:pt x="531" y="515"/>
                        <a:pt x="555" y="486"/>
                        <a:pt x="556" y="486"/>
                      </a:cubicBezTo>
                      <a:cubicBezTo>
                        <a:pt x="568" y="482"/>
                        <a:pt x="554" y="501"/>
                        <a:pt x="557" y="504"/>
                      </a:cubicBezTo>
                      <a:cubicBezTo>
                        <a:pt x="559" y="506"/>
                        <a:pt x="563" y="504"/>
                        <a:pt x="567" y="503"/>
                      </a:cubicBezTo>
                      <a:cubicBezTo>
                        <a:pt x="566" y="503"/>
                        <a:pt x="566" y="503"/>
                        <a:pt x="566" y="503"/>
                      </a:cubicBezTo>
                      <a:cubicBezTo>
                        <a:pt x="565" y="500"/>
                        <a:pt x="568" y="496"/>
                        <a:pt x="566" y="494"/>
                      </a:cubicBezTo>
                      <a:cubicBezTo>
                        <a:pt x="565" y="492"/>
                        <a:pt x="562" y="497"/>
                        <a:pt x="561" y="495"/>
                      </a:cubicBezTo>
                      <a:cubicBezTo>
                        <a:pt x="560" y="493"/>
                        <a:pt x="565" y="491"/>
                        <a:pt x="565" y="489"/>
                      </a:cubicBezTo>
                      <a:cubicBezTo>
                        <a:pt x="565" y="476"/>
                        <a:pt x="557" y="480"/>
                        <a:pt x="567" y="472"/>
                      </a:cubicBezTo>
                      <a:cubicBezTo>
                        <a:pt x="570" y="470"/>
                        <a:pt x="576" y="470"/>
                        <a:pt x="578" y="472"/>
                      </a:cubicBezTo>
                      <a:cubicBezTo>
                        <a:pt x="579" y="473"/>
                        <a:pt x="576" y="478"/>
                        <a:pt x="578" y="477"/>
                      </a:cubicBezTo>
                      <a:cubicBezTo>
                        <a:pt x="580" y="475"/>
                        <a:pt x="580" y="470"/>
                        <a:pt x="583" y="468"/>
                      </a:cubicBezTo>
                      <a:cubicBezTo>
                        <a:pt x="585" y="467"/>
                        <a:pt x="588" y="468"/>
                        <a:pt x="590" y="468"/>
                      </a:cubicBezTo>
                      <a:cubicBezTo>
                        <a:pt x="593" y="470"/>
                        <a:pt x="606" y="473"/>
                        <a:pt x="606" y="473"/>
                      </a:cubicBezTo>
                      <a:cubicBezTo>
                        <a:pt x="608" y="476"/>
                        <a:pt x="605" y="480"/>
                        <a:pt x="605" y="484"/>
                      </a:cubicBezTo>
                      <a:cubicBezTo>
                        <a:pt x="605" y="487"/>
                        <a:pt x="610" y="490"/>
                        <a:pt x="609" y="493"/>
                      </a:cubicBezTo>
                      <a:cubicBezTo>
                        <a:pt x="608" y="495"/>
                        <a:pt x="604" y="492"/>
                        <a:pt x="601" y="493"/>
                      </a:cubicBezTo>
                      <a:cubicBezTo>
                        <a:pt x="598" y="493"/>
                        <a:pt x="610" y="496"/>
                        <a:pt x="609" y="499"/>
                      </a:cubicBezTo>
                      <a:cubicBezTo>
                        <a:pt x="609" y="500"/>
                        <a:pt x="609" y="501"/>
                        <a:pt x="609" y="501"/>
                      </a:cubicBezTo>
                      <a:cubicBezTo>
                        <a:pt x="611" y="502"/>
                        <a:pt x="611" y="507"/>
                        <a:pt x="614" y="508"/>
                      </a:cubicBezTo>
                      <a:cubicBezTo>
                        <a:pt x="621" y="509"/>
                        <a:pt x="631" y="500"/>
                        <a:pt x="634" y="513"/>
                      </a:cubicBezTo>
                      <a:cubicBezTo>
                        <a:pt x="635" y="517"/>
                        <a:pt x="622" y="540"/>
                        <a:pt x="617" y="538"/>
                      </a:cubicBezTo>
                      <a:cubicBezTo>
                        <a:pt x="613" y="535"/>
                        <a:pt x="613" y="528"/>
                        <a:pt x="609" y="526"/>
                      </a:cubicBezTo>
                      <a:cubicBezTo>
                        <a:pt x="604" y="525"/>
                        <a:pt x="604" y="554"/>
                        <a:pt x="602" y="557"/>
                      </a:cubicBezTo>
                      <a:cubicBezTo>
                        <a:pt x="600" y="565"/>
                        <a:pt x="595" y="570"/>
                        <a:pt x="587" y="570"/>
                      </a:cubicBezTo>
                      <a:cubicBezTo>
                        <a:pt x="583" y="570"/>
                        <a:pt x="575" y="564"/>
                        <a:pt x="576" y="568"/>
                      </a:cubicBezTo>
                      <a:cubicBezTo>
                        <a:pt x="578" y="572"/>
                        <a:pt x="587" y="569"/>
                        <a:pt x="589" y="574"/>
                      </a:cubicBezTo>
                      <a:cubicBezTo>
                        <a:pt x="589" y="574"/>
                        <a:pt x="589" y="575"/>
                        <a:pt x="589" y="576"/>
                      </a:cubicBezTo>
                      <a:cubicBezTo>
                        <a:pt x="589" y="576"/>
                        <a:pt x="590" y="576"/>
                        <a:pt x="590" y="576"/>
                      </a:cubicBezTo>
                      <a:cubicBezTo>
                        <a:pt x="592" y="576"/>
                        <a:pt x="593" y="579"/>
                        <a:pt x="595" y="579"/>
                      </a:cubicBezTo>
                      <a:cubicBezTo>
                        <a:pt x="601" y="578"/>
                        <a:pt x="605" y="568"/>
                        <a:pt x="611" y="570"/>
                      </a:cubicBezTo>
                      <a:cubicBezTo>
                        <a:pt x="615" y="572"/>
                        <a:pt x="617" y="577"/>
                        <a:pt x="621" y="578"/>
                      </a:cubicBezTo>
                      <a:cubicBezTo>
                        <a:pt x="623" y="578"/>
                        <a:pt x="623" y="574"/>
                        <a:pt x="625" y="573"/>
                      </a:cubicBezTo>
                      <a:cubicBezTo>
                        <a:pt x="635" y="594"/>
                        <a:pt x="623" y="576"/>
                        <a:pt x="627" y="584"/>
                      </a:cubicBezTo>
                      <a:cubicBezTo>
                        <a:pt x="630" y="590"/>
                        <a:pt x="641" y="616"/>
                        <a:pt x="620" y="614"/>
                      </a:cubicBezTo>
                      <a:cubicBezTo>
                        <a:pt x="615" y="613"/>
                        <a:pt x="611" y="610"/>
                        <a:pt x="607" y="609"/>
                      </a:cubicBezTo>
                      <a:cubicBezTo>
                        <a:pt x="605" y="609"/>
                        <a:pt x="602" y="612"/>
                        <a:pt x="601" y="610"/>
                      </a:cubicBezTo>
                      <a:cubicBezTo>
                        <a:pt x="596" y="607"/>
                        <a:pt x="612" y="608"/>
                        <a:pt x="603" y="603"/>
                      </a:cubicBezTo>
                      <a:cubicBezTo>
                        <a:pt x="589" y="595"/>
                        <a:pt x="603" y="608"/>
                        <a:pt x="598" y="608"/>
                      </a:cubicBezTo>
                      <a:cubicBezTo>
                        <a:pt x="597" y="608"/>
                        <a:pt x="593" y="591"/>
                        <a:pt x="593" y="590"/>
                      </a:cubicBezTo>
                      <a:cubicBezTo>
                        <a:pt x="591" y="586"/>
                        <a:pt x="585" y="584"/>
                        <a:pt x="584" y="579"/>
                      </a:cubicBezTo>
                      <a:cubicBezTo>
                        <a:pt x="584" y="579"/>
                        <a:pt x="585" y="579"/>
                        <a:pt x="585" y="579"/>
                      </a:cubicBezTo>
                      <a:cubicBezTo>
                        <a:pt x="580" y="581"/>
                        <a:pt x="574" y="582"/>
                        <a:pt x="574" y="582"/>
                      </a:cubicBezTo>
                      <a:cubicBezTo>
                        <a:pt x="573" y="585"/>
                        <a:pt x="580" y="582"/>
                        <a:pt x="581" y="585"/>
                      </a:cubicBezTo>
                      <a:cubicBezTo>
                        <a:pt x="581" y="586"/>
                        <a:pt x="578" y="587"/>
                        <a:pt x="578" y="589"/>
                      </a:cubicBezTo>
                      <a:cubicBezTo>
                        <a:pt x="577" y="592"/>
                        <a:pt x="578" y="595"/>
                        <a:pt x="579" y="598"/>
                      </a:cubicBezTo>
                      <a:cubicBezTo>
                        <a:pt x="579" y="600"/>
                        <a:pt x="582" y="600"/>
                        <a:pt x="582" y="602"/>
                      </a:cubicBezTo>
                      <a:cubicBezTo>
                        <a:pt x="582" y="608"/>
                        <a:pt x="572" y="611"/>
                        <a:pt x="571" y="617"/>
                      </a:cubicBezTo>
                      <a:cubicBezTo>
                        <a:pt x="571" y="619"/>
                        <a:pt x="575" y="616"/>
                        <a:pt x="577" y="617"/>
                      </a:cubicBezTo>
                      <a:cubicBezTo>
                        <a:pt x="581" y="620"/>
                        <a:pt x="584" y="624"/>
                        <a:pt x="585" y="628"/>
                      </a:cubicBezTo>
                      <a:cubicBezTo>
                        <a:pt x="585" y="630"/>
                        <a:pt x="581" y="624"/>
                        <a:pt x="579" y="624"/>
                      </a:cubicBezTo>
                      <a:cubicBezTo>
                        <a:pt x="576" y="625"/>
                        <a:pt x="572" y="630"/>
                        <a:pt x="571" y="633"/>
                      </a:cubicBezTo>
                      <a:close/>
                      <a:moveTo>
                        <a:pt x="8" y="59"/>
                      </a:moveTo>
                      <a:cubicBezTo>
                        <a:pt x="8" y="64"/>
                        <a:pt x="7" y="73"/>
                        <a:pt x="7" y="73"/>
                      </a:cubicBezTo>
                      <a:cubicBezTo>
                        <a:pt x="7" y="73"/>
                        <a:pt x="8" y="64"/>
                        <a:pt x="8" y="59"/>
                      </a:cubicBezTo>
                      <a:close/>
                      <a:moveTo>
                        <a:pt x="17" y="3"/>
                      </a:moveTo>
                      <a:cubicBezTo>
                        <a:pt x="10" y="18"/>
                        <a:pt x="20" y="0"/>
                        <a:pt x="21" y="9"/>
                      </a:cubicBezTo>
                      <a:cubicBezTo>
                        <a:pt x="21" y="10"/>
                        <a:pt x="19" y="10"/>
                        <a:pt x="19" y="10"/>
                      </a:cubicBezTo>
                      <a:cubicBezTo>
                        <a:pt x="20" y="13"/>
                        <a:pt x="24" y="12"/>
                        <a:pt x="24" y="14"/>
                      </a:cubicBezTo>
                      <a:cubicBezTo>
                        <a:pt x="24" y="18"/>
                        <a:pt x="23" y="25"/>
                        <a:pt x="19" y="25"/>
                      </a:cubicBezTo>
                      <a:cubicBezTo>
                        <a:pt x="16" y="24"/>
                        <a:pt x="20" y="18"/>
                        <a:pt x="19" y="14"/>
                      </a:cubicBezTo>
                      <a:cubicBezTo>
                        <a:pt x="17" y="9"/>
                        <a:pt x="0" y="2"/>
                        <a:pt x="17" y="3"/>
                      </a:cubicBezTo>
                      <a:close/>
                      <a:moveTo>
                        <a:pt x="678" y="539"/>
                      </a:moveTo>
                      <a:cubicBezTo>
                        <a:pt x="678" y="539"/>
                        <a:pt x="678" y="539"/>
                        <a:pt x="678" y="539"/>
                      </a:cubicBezTo>
                      <a:cubicBezTo>
                        <a:pt x="684" y="535"/>
                        <a:pt x="694" y="537"/>
                        <a:pt x="700" y="538"/>
                      </a:cubicBezTo>
                      <a:cubicBezTo>
                        <a:pt x="701" y="539"/>
                        <a:pt x="703" y="540"/>
                        <a:pt x="703" y="542"/>
                      </a:cubicBezTo>
                      <a:cubicBezTo>
                        <a:pt x="703" y="545"/>
                        <a:pt x="699" y="547"/>
                        <a:pt x="699" y="551"/>
                      </a:cubicBezTo>
                      <a:cubicBezTo>
                        <a:pt x="700" y="562"/>
                        <a:pt x="709" y="561"/>
                        <a:pt x="701" y="570"/>
                      </a:cubicBezTo>
                      <a:cubicBezTo>
                        <a:pt x="698" y="573"/>
                        <a:pt x="694" y="574"/>
                        <a:pt x="691" y="577"/>
                      </a:cubicBezTo>
                      <a:cubicBezTo>
                        <a:pt x="686" y="582"/>
                        <a:pt x="692" y="584"/>
                        <a:pt x="697" y="587"/>
                      </a:cubicBezTo>
                      <a:cubicBezTo>
                        <a:pt x="700" y="595"/>
                        <a:pt x="700" y="595"/>
                        <a:pt x="700" y="595"/>
                      </a:cubicBezTo>
                      <a:cubicBezTo>
                        <a:pt x="696" y="599"/>
                        <a:pt x="683" y="598"/>
                        <a:pt x="683" y="603"/>
                      </a:cubicBezTo>
                      <a:cubicBezTo>
                        <a:pt x="684" y="609"/>
                        <a:pt x="697" y="617"/>
                        <a:pt x="683" y="618"/>
                      </a:cubicBezTo>
                      <a:cubicBezTo>
                        <a:pt x="678" y="618"/>
                        <a:pt x="674" y="615"/>
                        <a:pt x="670" y="612"/>
                      </a:cubicBezTo>
                      <a:cubicBezTo>
                        <a:pt x="672" y="613"/>
                        <a:pt x="675" y="615"/>
                        <a:pt x="675" y="613"/>
                      </a:cubicBezTo>
                      <a:cubicBezTo>
                        <a:pt x="677" y="609"/>
                        <a:pt x="673" y="604"/>
                        <a:pt x="670" y="601"/>
                      </a:cubicBezTo>
                      <a:cubicBezTo>
                        <a:pt x="669" y="600"/>
                        <a:pt x="669" y="603"/>
                        <a:pt x="667" y="603"/>
                      </a:cubicBezTo>
                      <a:cubicBezTo>
                        <a:pt x="664" y="603"/>
                        <a:pt x="662" y="600"/>
                        <a:pt x="659" y="600"/>
                      </a:cubicBezTo>
                      <a:cubicBezTo>
                        <a:pt x="656" y="599"/>
                        <a:pt x="653" y="602"/>
                        <a:pt x="651" y="601"/>
                      </a:cubicBezTo>
                      <a:cubicBezTo>
                        <a:pt x="650" y="601"/>
                        <a:pt x="650" y="599"/>
                        <a:pt x="650" y="599"/>
                      </a:cubicBezTo>
                      <a:cubicBezTo>
                        <a:pt x="653" y="590"/>
                        <a:pt x="643" y="592"/>
                        <a:pt x="644" y="590"/>
                      </a:cubicBezTo>
                      <a:cubicBezTo>
                        <a:pt x="644" y="588"/>
                        <a:pt x="648" y="589"/>
                        <a:pt x="649" y="586"/>
                      </a:cubicBezTo>
                      <a:cubicBezTo>
                        <a:pt x="651" y="570"/>
                        <a:pt x="646" y="574"/>
                        <a:pt x="637" y="566"/>
                      </a:cubicBezTo>
                      <a:cubicBezTo>
                        <a:pt x="636" y="565"/>
                        <a:pt x="632" y="562"/>
                        <a:pt x="634" y="562"/>
                      </a:cubicBezTo>
                      <a:cubicBezTo>
                        <a:pt x="639" y="559"/>
                        <a:pt x="666" y="565"/>
                        <a:pt x="661" y="548"/>
                      </a:cubicBezTo>
                      <a:cubicBezTo>
                        <a:pt x="660" y="544"/>
                        <a:pt x="654" y="545"/>
                        <a:pt x="651" y="543"/>
                      </a:cubicBezTo>
                      <a:cubicBezTo>
                        <a:pt x="649" y="542"/>
                        <a:pt x="654" y="544"/>
                        <a:pt x="656" y="544"/>
                      </a:cubicBezTo>
                      <a:cubicBezTo>
                        <a:pt x="659" y="545"/>
                        <a:pt x="662" y="546"/>
                        <a:pt x="665" y="546"/>
                      </a:cubicBezTo>
                      <a:cubicBezTo>
                        <a:pt x="673" y="546"/>
                        <a:pt x="687" y="542"/>
                        <a:pt x="684" y="560"/>
                      </a:cubicBezTo>
                      <a:cubicBezTo>
                        <a:pt x="683" y="562"/>
                        <a:pt x="676" y="565"/>
                        <a:pt x="678" y="567"/>
                      </a:cubicBezTo>
                      <a:cubicBezTo>
                        <a:pt x="688" y="576"/>
                        <a:pt x="685" y="555"/>
                        <a:pt x="683" y="547"/>
                      </a:cubicBezTo>
                      <a:cubicBezTo>
                        <a:pt x="683" y="544"/>
                        <a:pt x="674" y="547"/>
                        <a:pt x="675" y="544"/>
                      </a:cubicBezTo>
                      <a:cubicBezTo>
                        <a:pt x="675" y="542"/>
                        <a:pt x="677" y="540"/>
                        <a:pt x="678" y="539"/>
                      </a:cubicBezTo>
                      <a:close/>
                      <a:moveTo>
                        <a:pt x="689" y="629"/>
                      </a:moveTo>
                      <a:cubicBezTo>
                        <a:pt x="686" y="629"/>
                        <a:pt x="686" y="629"/>
                        <a:pt x="686" y="629"/>
                      </a:cubicBezTo>
                      <a:cubicBezTo>
                        <a:pt x="686" y="630"/>
                        <a:pt x="686" y="630"/>
                        <a:pt x="686" y="630"/>
                      </a:cubicBezTo>
                      <a:cubicBezTo>
                        <a:pt x="687" y="632"/>
                        <a:pt x="686" y="632"/>
                        <a:pt x="686" y="633"/>
                      </a:cubicBezTo>
                      <a:cubicBezTo>
                        <a:pt x="684" y="634"/>
                        <a:pt x="682" y="635"/>
                        <a:pt x="682" y="637"/>
                      </a:cubicBezTo>
                      <a:cubicBezTo>
                        <a:pt x="680" y="638"/>
                        <a:pt x="679" y="639"/>
                        <a:pt x="678" y="641"/>
                      </a:cubicBezTo>
                      <a:cubicBezTo>
                        <a:pt x="678" y="641"/>
                        <a:pt x="678" y="641"/>
                        <a:pt x="678" y="641"/>
                      </a:cubicBezTo>
                      <a:cubicBezTo>
                        <a:pt x="678" y="642"/>
                        <a:pt x="678" y="642"/>
                        <a:pt x="678" y="642"/>
                      </a:cubicBezTo>
                      <a:cubicBezTo>
                        <a:pt x="678" y="642"/>
                        <a:pt x="678" y="641"/>
                        <a:pt x="678" y="641"/>
                      </a:cubicBezTo>
                      <a:cubicBezTo>
                        <a:pt x="674" y="641"/>
                        <a:pt x="670" y="640"/>
                        <a:pt x="669" y="641"/>
                      </a:cubicBezTo>
                      <a:cubicBezTo>
                        <a:pt x="666" y="641"/>
                        <a:pt x="664" y="646"/>
                        <a:pt x="660" y="646"/>
                      </a:cubicBezTo>
                      <a:cubicBezTo>
                        <a:pt x="656" y="645"/>
                        <a:pt x="653" y="639"/>
                        <a:pt x="649" y="637"/>
                      </a:cubicBezTo>
                      <a:cubicBezTo>
                        <a:pt x="647" y="635"/>
                        <a:pt x="643" y="634"/>
                        <a:pt x="640" y="632"/>
                      </a:cubicBezTo>
                      <a:cubicBezTo>
                        <a:pt x="639" y="631"/>
                        <a:pt x="645" y="630"/>
                        <a:pt x="651" y="620"/>
                      </a:cubicBezTo>
                      <a:cubicBezTo>
                        <a:pt x="658" y="626"/>
                        <a:pt x="670" y="628"/>
                        <a:pt x="677" y="634"/>
                      </a:cubicBezTo>
                      <a:cubicBezTo>
                        <a:pt x="678" y="634"/>
                        <a:pt x="678" y="634"/>
                        <a:pt x="678" y="634"/>
                      </a:cubicBezTo>
                      <a:cubicBezTo>
                        <a:pt x="674" y="629"/>
                        <a:pt x="667" y="625"/>
                        <a:pt x="670" y="621"/>
                      </a:cubicBezTo>
                      <a:cubicBezTo>
                        <a:pt x="671" y="619"/>
                        <a:pt x="674" y="620"/>
                        <a:pt x="676" y="619"/>
                      </a:cubicBezTo>
                      <a:cubicBezTo>
                        <a:pt x="680" y="623"/>
                        <a:pt x="688" y="622"/>
                        <a:pt x="690" y="628"/>
                      </a:cubicBezTo>
                      <a:cubicBezTo>
                        <a:pt x="690" y="628"/>
                        <a:pt x="690" y="629"/>
                        <a:pt x="689" y="629"/>
                      </a:cubicBezTo>
                      <a:close/>
                      <a:moveTo>
                        <a:pt x="518" y="547"/>
                      </a:moveTo>
                      <a:cubicBezTo>
                        <a:pt x="518" y="548"/>
                        <a:pt x="518" y="549"/>
                        <a:pt x="518" y="551"/>
                      </a:cubicBezTo>
                      <a:cubicBezTo>
                        <a:pt x="518" y="548"/>
                        <a:pt x="518" y="544"/>
                        <a:pt x="518" y="547"/>
                      </a:cubicBezTo>
                      <a:close/>
                      <a:moveTo>
                        <a:pt x="617" y="439"/>
                      </a:moveTo>
                      <a:cubicBezTo>
                        <a:pt x="619" y="445"/>
                        <a:pt x="613" y="475"/>
                        <a:pt x="603" y="472"/>
                      </a:cubicBezTo>
                      <a:cubicBezTo>
                        <a:pt x="600" y="471"/>
                        <a:pt x="597" y="467"/>
                        <a:pt x="593" y="467"/>
                      </a:cubicBezTo>
                      <a:cubicBezTo>
                        <a:pt x="597" y="462"/>
                        <a:pt x="580" y="466"/>
                        <a:pt x="575" y="467"/>
                      </a:cubicBezTo>
                      <a:cubicBezTo>
                        <a:pt x="571" y="468"/>
                        <a:pt x="568" y="471"/>
                        <a:pt x="564" y="472"/>
                      </a:cubicBezTo>
                      <a:cubicBezTo>
                        <a:pt x="562" y="472"/>
                        <a:pt x="561" y="469"/>
                        <a:pt x="559" y="469"/>
                      </a:cubicBezTo>
                      <a:cubicBezTo>
                        <a:pt x="555" y="469"/>
                        <a:pt x="550" y="469"/>
                        <a:pt x="546" y="470"/>
                      </a:cubicBezTo>
                      <a:cubicBezTo>
                        <a:pt x="545" y="471"/>
                        <a:pt x="546" y="474"/>
                        <a:pt x="544" y="475"/>
                      </a:cubicBezTo>
                      <a:cubicBezTo>
                        <a:pt x="536" y="479"/>
                        <a:pt x="545" y="456"/>
                        <a:pt x="533" y="486"/>
                      </a:cubicBezTo>
                      <a:cubicBezTo>
                        <a:pt x="533" y="487"/>
                        <a:pt x="536" y="503"/>
                        <a:pt x="536" y="503"/>
                      </a:cubicBezTo>
                      <a:cubicBezTo>
                        <a:pt x="517" y="502"/>
                        <a:pt x="527" y="467"/>
                        <a:pt x="538" y="463"/>
                      </a:cubicBezTo>
                      <a:cubicBezTo>
                        <a:pt x="548" y="458"/>
                        <a:pt x="561" y="463"/>
                        <a:pt x="571" y="460"/>
                      </a:cubicBezTo>
                      <a:cubicBezTo>
                        <a:pt x="584" y="453"/>
                        <a:pt x="581" y="435"/>
                        <a:pt x="593" y="428"/>
                      </a:cubicBezTo>
                      <a:cubicBezTo>
                        <a:pt x="597" y="427"/>
                        <a:pt x="602" y="428"/>
                        <a:pt x="606" y="426"/>
                      </a:cubicBezTo>
                      <a:cubicBezTo>
                        <a:pt x="610" y="424"/>
                        <a:pt x="612" y="416"/>
                        <a:pt x="617" y="416"/>
                      </a:cubicBezTo>
                      <a:cubicBezTo>
                        <a:pt x="625" y="416"/>
                        <a:pt x="612" y="422"/>
                        <a:pt x="611" y="427"/>
                      </a:cubicBezTo>
                      <a:cubicBezTo>
                        <a:pt x="610" y="435"/>
                        <a:pt x="614" y="430"/>
                        <a:pt x="617" y="439"/>
                      </a:cubicBezTo>
                      <a:close/>
                      <a:moveTo>
                        <a:pt x="669" y="631"/>
                      </a:moveTo>
                      <a:cubicBezTo>
                        <a:pt x="664" y="632"/>
                        <a:pt x="664" y="632"/>
                        <a:pt x="664" y="632"/>
                      </a:cubicBezTo>
                      <a:cubicBezTo>
                        <a:pt x="668" y="633"/>
                        <a:pt x="671" y="634"/>
                        <a:pt x="674" y="637"/>
                      </a:cubicBezTo>
                      <a:cubicBezTo>
                        <a:pt x="675" y="637"/>
                        <a:pt x="675" y="637"/>
                        <a:pt x="675" y="637"/>
                      </a:cubicBezTo>
                      <a:cubicBezTo>
                        <a:pt x="673" y="635"/>
                        <a:pt x="671" y="633"/>
                        <a:pt x="669" y="631"/>
                      </a:cubicBez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521" name="Russia">
                  <a:extLst>
                    <a:ext uri="{FF2B5EF4-FFF2-40B4-BE49-F238E27FC236}">
                      <a16:creationId xmlns:a16="http://schemas.microsoft.com/office/drawing/2014/main" id="{19F40EEC-AB3C-64EC-C1E6-B620AD6F7A30}"/>
                    </a:ext>
                  </a:extLst>
                </p:cNvPr>
                <p:cNvGrpSpPr/>
                <p:nvPr/>
              </p:nvGrpSpPr>
              <p:grpSpPr>
                <a:xfrm>
                  <a:off x="3965821" y="635000"/>
                  <a:ext cx="3173723" cy="3956731"/>
                  <a:chOff x="3965821" y="635000"/>
                  <a:chExt cx="3173723" cy="3956731"/>
                </a:xfrm>
                <a:grpFill/>
              </p:grpSpPr>
              <p:sp>
                <p:nvSpPr>
                  <p:cNvPr id="525"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7CF94500-A91B-48A3-EB12-D49C3A6AD48B}"/>
                      </a:ext>
                    </a:extLst>
                  </p:cNvPr>
                  <p:cNvSpPr>
                    <a:spLocks noEditPoints="1"/>
                  </p:cNvSpPr>
                  <p:nvPr/>
                </p:nvSpPr>
                <p:spPr bwMode="auto">
                  <a:xfrm>
                    <a:off x="4087262" y="635000"/>
                    <a:ext cx="3052282" cy="3956731"/>
                  </a:xfrm>
                  <a:custGeom>
                    <a:avLst/>
                    <a:gdLst>
                      <a:gd name="T0" fmla="*/ 1299 w 1825"/>
                      <a:gd name="T1" fmla="*/ 2163 h 2198"/>
                      <a:gd name="T2" fmla="*/ 1073 w 1825"/>
                      <a:gd name="T3" fmla="*/ 2192 h 2198"/>
                      <a:gd name="T4" fmla="*/ 910 w 1825"/>
                      <a:gd name="T5" fmla="*/ 2118 h 2198"/>
                      <a:gd name="T6" fmla="*/ 931 w 1825"/>
                      <a:gd name="T7" fmla="*/ 2038 h 2198"/>
                      <a:gd name="T8" fmla="*/ 935 w 1825"/>
                      <a:gd name="T9" fmla="*/ 1958 h 2198"/>
                      <a:gd name="T10" fmla="*/ 952 w 1825"/>
                      <a:gd name="T11" fmla="*/ 1863 h 2198"/>
                      <a:gd name="T12" fmla="*/ 870 w 1825"/>
                      <a:gd name="T13" fmla="*/ 1767 h 2198"/>
                      <a:gd name="T14" fmla="*/ 682 w 1825"/>
                      <a:gd name="T15" fmla="*/ 1781 h 2198"/>
                      <a:gd name="T16" fmla="*/ 601 w 1825"/>
                      <a:gd name="T17" fmla="*/ 1728 h 2198"/>
                      <a:gd name="T18" fmla="*/ 477 w 1825"/>
                      <a:gd name="T19" fmla="*/ 1720 h 2198"/>
                      <a:gd name="T20" fmla="*/ 451 w 1825"/>
                      <a:gd name="T21" fmla="*/ 1612 h 2198"/>
                      <a:gd name="T22" fmla="*/ 284 w 1825"/>
                      <a:gd name="T23" fmla="*/ 1495 h 2198"/>
                      <a:gd name="T24" fmla="*/ 199 w 1825"/>
                      <a:gd name="T25" fmla="*/ 1377 h 2198"/>
                      <a:gd name="T26" fmla="*/ 208 w 1825"/>
                      <a:gd name="T27" fmla="*/ 1219 h 2198"/>
                      <a:gd name="T28" fmla="*/ 230 w 1825"/>
                      <a:gd name="T29" fmla="*/ 979 h 2198"/>
                      <a:gd name="T30" fmla="*/ 45 w 1825"/>
                      <a:gd name="T31" fmla="*/ 622 h 2198"/>
                      <a:gd name="T32" fmla="*/ 82 w 1825"/>
                      <a:gd name="T33" fmla="*/ 475 h 2198"/>
                      <a:gd name="T34" fmla="*/ 185 w 1825"/>
                      <a:gd name="T35" fmla="*/ 486 h 2198"/>
                      <a:gd name="T36" fmla="*/ 365 w 1825"/>
                      <a:gd name="T37" fmla="*/ 544 h 2198"/>
                      <a:gd name="T38" fmla="*/ 192 w 1825"/>
                      <a:gd name="T39" fmla="*/ 680 h 2198"/>
                      <a:gd name="T40" fmla="*/ 253 w 1825"/>
                      <a:gd name="T41" fmla="*/ 729 h 2198"/>
                      <a:gd name="T42" fmla="*/ 390 w 1825"/>
                      <a:gd name="T43" fmla="*/ 834 h 2198"/>
                      <a:gd name="T44" fmla="*/ 425 w 1825"/>
                      <a:gd name="T45" fmla="*/ 756 h 2198"/>
                      <a:gd name="T46" fmla="*/ 506 w 1825"/>
                      <a:gd name="T47" fmla="*/ 605 h 2198"/>
                      <a:gd name="T48" fmla="*/ 400 w 1825"/>
                      <a:gd name="T49" fmla="*/ 434 h 2198"/>
                      <a:gd name="T50" fmla="*/ 545 w 1825"/>
                      <a:gd name="T51" fmla="*/ 489 h 2198"/>
                      <a:gd name="T52" fmla="*/ 554 w 1825"/>
                      <a:gd name="T53" fmla="*/ 382 h 2198"/>
                      <a:gd name="T54" fmla="*/ 581 w 1825"/>
                      <a:gd name="T55" fmla="*/ 308 h 2198"/>
                      <a:gd name="T56" fmla="*/ 646 w 1825"/>
                      <a:gd name="T57" fmla="*/ 276 h 2198"/>
                      <a:gd name="T58" fmla="*/ 735 w 1825"/>
                      <a:gd name="T59" fmla="*/ 198 h 2198"/>
                      <a:gd name="T60" fmla="*/ 834 w 1825"/>
                      <a:gd name="T61" fmla="*/ 31 h 2198"/>
                      <a:gd name="T62" fmla="*/ 1034 w 1825"/>
                      <a:gd name="T63" fmla="*/ 17 h 2198"/>
                      <a:gd name="T64" fmla="*/ 1012 w 1825"/>
                      <a:gd name="T65" fmla="*/ 55 h 2198"/>
                      <a:gd name="T66" fmla="*/ 1801 w 1825"/>
                      <a:gd name="T67" fmla="*/ 619 h 2198"/>
                      <a:gd name="T68" fmla="*/ 1680 w 1825"/>
                      <a:gd name="T69" fmla="*/ 644 h 2198"/>
                      <a:gd name="T70" fmla="*/ 1626 w 1825"/>
                      <a:gd name="T71" fmla="*/ 793 h 2198"/>
                      <a:gd name="T72" fmla="*/ 1565 w 1825"/>
                      <a:gd name="T73" fmla="*/ 916 h 2198"/>
                      <a:gd name="T74" fmla="*/ 1563 w 1825"/>
                      <a:gd name="T75" fmla="*/ 981 h 2198"/>
                      <a:gd name="T76" fmla="*/ 1608 w 1825"/>
                      <a:gd name="T77" fmla="*/ 1056 h 2198"/>
                      <a:gd name="T78" fmla="*/ 1637 w 1825"/>
                      <a:gd name="T79" fmla="*/ 1204 h 2198"/>
                      <a:gd name="T80" fmla="*/ 1559 w 1825"/>
                      <a:gd name="T81" fmla="*/ 1225 h 2198"/>
                      <a:gd name="T82" fmla="*/ 1525 w 1825"/>
                      <a:gd name="T83" fmla="*/ 1266 h 2198"/>
                      <a:gd name="T84" fmla="*/ 1493 w 1825"/>
                      <a:gd name="T85" fmla="*/ 1323 h 2198"/>
                      <a:gd name="T86" fmla="*/ 1404 w 1825"/>
                      <a:gd name="T87" fmla="*/ 1337 h 2198"/>
                      <a:gd name="T88" fmla="*/ 1273 w 1825"/>
                      <a:gd name="T89" fmla="*/ 1426 h 2198"/>
                      <a:gd name="T90" fmla="*/ 1199 w 1825"/>
                      <a:gd name="T91" fmla="*/ 1569 h 2198"/>
                      <a:gd name="T92" fmla="*/ 1294 w 1825"/>
                      <a:gd name="T93" fmla="*/ 1732 h 2198"/>
                      <a:gd name="T94" fmla="*/ 1423 w 1825"/>
                      <a:gd name="T95" fmla="*/ 1786 h 2198"/>
                      <a:gd name="T96" fmla="*/ 1373 w 1825"/>
                      <a:gd name="T97" fmla="*/ 1853 h 2198"/>
                      <a:gd name="T98" fmla="*/ 1378 w 1825"/>
                      <a:gd name="T99" fmla="*/ 1873 h 2198"/>
                      <a:gd name="T100" fmla="*/ 1378 w 1825"/>
                      <a:gd name="T101" fmla="*/ 1936 h 2198"/>
                      <a:gd name="T102" fmla="*/ 1472 w 1825"/>
                      <a:gd name="T103" fmla="*/ 2042 h 2198"/>
                      <a:gd name="T104" fmla="*/ 1491 w 1825"/>
                      <a:gd name="T105" fmla="*/ 2147 h 2198"/>
                      <a:gd name="T106" fmla="*/ 300 w 1825"/>
                      <a:gd name="T107" fmla="*/ 1180 h 2198"/>
                      <a:gd name="T108" fmla="*/ 446 w 1825"/>
                      <a:gd name="T109" fmla="*/ 0 h 2198"/>
                      <a:gd name="T110" fmla="*/ 415 w 1825"/>
                      <a:gd name="T111" fmla="*/ 77 h 2198"/>
                      <a:gd name="T112" fmla="*/ 479 w 1825"/>
                      <a:gd name="T113" fmla="*/ 132 h 2198"/>
                      <a:gd name="T114" fmla="*/ 581 w 1825"/>
                      <a:gd name="T115" fmla="*/ 97 h 2198"/>
                      <a:gd name="T116" fmla="*/ 643 w 1825"/>
                      <a:gd name="T117" fmla="*/ 93 h 2198"/>
                      <a:gd name="T118" fmla="*/ 499 w 1825"/>
                      <a:gd name="T119" fmla="*/ 352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25" h="2198">
                        <a:moveTo>
                          <a:pt x="1462" y="2136"/>
                        </a:moveTo>
                        <a:cubicBezTo>
                          <a:pt x="1460" y="2137"/>
                          <a:pt x="1458" y="2139"/>
                          <a:pt x="1457" y="2139"/>
                        </a:cubicBezTo>
                        <a:cubicBezTo>
                          <a:pt x="1454" y="2139"/>
                          <a:pt x="1447" y="2143"/>
                          <a:pt x="1444" y="2142"/>
                        </a:cubicBezTo>
                        <a:cubicBezTo>
                          <a:pt x="1442" y="2142"/>
                          <a:pt x="1440" y="2140"/>
                          <a:pt x="1438" y="2140"/>
                        </a:cubicBezTo>
                        <a:cubicBezTo>
                          <a:pt x="1438" y="2140"/>
                          <a:pt x="1424" y="2146"/>
                          <a:pt x="1423" y="2146"/>
                        </a:cubicBezTo>
                        <a:cubicBezTo>
                          <a:pt x="1422" y="2146"/>
                          <a:pt x="1421" y="2143"/>
                          <a:pt x="1418" y="2142"/>
                        </a:cubicBezTo>
                        <a:cubicBezTo>
                          <a:pt x="1416" y="2141"/>
                          <a:pt x="1413" y="2142"/>
                          <a:pt x="1411" y="2142"/>
                        </a:cubicBezTo>
                        <a:cubicBezTo>
                          <a:pt x="1408" y="2142"/>
                          <a:pt x="1406" y="2142"/>
                          <a:pt x="1403" y="2142"/>
                        </a:cubicBezTo>
                        <a:cubicBezTo>
                          <a:pt x="1402" y="2142"/>
                          <a:pt x="1401" y="2143"/>
                          <a:pt x="1401" y="2142"/>
                        </a:cubicBezTo>
                        <a:cubicBezTo>
                          <a:pt x="1400" y="2139"/>
                          <a:pt x="1403" y="2120"/>
                          <a:pt x="1397" y="2120"/>
                        </a:cubicBezTo>
                        <a:cubicBezTo>
                          <a:pt x="1393" y="2120"/>
                          <a:pt x="1389" y="2120"/>
                          <a:pt x="1386" y="2122"/>
                        </a:cubicBezTo>
                        <a:cubicBezTo>
                          <a:pt x="1383" y="2123"/>
                          <a:pt x="1382" y="2128"/>
                          <a:pt x="1378" y="2128"/>
                        </a:cubicBezTo>
                        <a:cubicBezTo>
                          <a:pt x="1366" y="2128"/>
                          <a:pt x="1367" y="2120"/>
                          <a:pt x="1350" y="2123"/>
                        </a:cubicBezTo>
                        <a:cubicBezTo>
                          <a:pt x="1345" y="2124"/>
                          <a:pt x="1352" y="2134"/>
                          <a:pt x="1348" y="2137"/>
                        </a:cubicBezTo>
                        <a:cubicBezTo>
                          <a:pt x="1344" y="2140"/>
                          <a:pt x="1339" y="2130"/>
                          <a:pt x="1333" y="2132"/>
                        </a:cubicBezTo>
                        <a:cubicBezTo>
                          <a:pt x="1316" y="2140"/>
                          <a:pt x="1322" y="2163"/>
                          <a:pt x="1299" y="2163"/>
                        </a:cubicBezTo>
                        <a:cubicBezTo>
                          <a:pt x="1291" y="2163"/>
                          <a:pt x="1301" y="2152"/>
                          <a:pt x="1297" y="2152"/>
                        </a:cubicBezTo>
                        <a:cubicBezTo>
                          <a:pt x="1284" y="2152"/>
                          <a:pt x="1269" y="2156"/>
                          <a:pt x="1256" y="2155"/>
                        </a:cubicBezTo>
                        <a:cubicBezTo>
                          <a:pt x="1254" y="2154"/>
                          <a:pt x="1251" y="2153"/>
                          <a:pt x="1249" y="2152"/>
                        </a:cubicBezTo>
                        <a:cubicBezTo>
                          <a:pt x="1247" y="2151"/>
                          <a:pt x="1248" y="2149"/>
                          <a:pt x="1247" y="2148"/>
                        </a:cubicBezTo>
                        <a:cubicBezTo>
                          <a:pt x="1238" y="2146"/>
                          <a:pt x="1228" y="2154"/>
                          <a:pt x="1228" y="2154"/>
                        </a:cubicBezTo>
                        <a:cubicBezTo>
                          <a:pt x="1224" y="2155"/>
                          <a:pt x="1219" y="2153"/>
                          <a:pt x="1215" y="2153"/>
                        </a:cubicBezTo>
                        <a:cubicBezTo>
                          <a:pt x="1182" y="2161"/>
                          <a:pt x="1214" y="2156"/>
                          <a:pt x="1199" y="2165"/>
                        </a:cubicBezTo>
                        <a:cubicBezTo>
                          <a:pt x="1199" y="2165"/>
                          <a:pt x="1174" y="2175"/>
                          <a:pt x="1174" y="2175"/>
                        </a:cubicBezTo>
                        <a:cubicBezTo>
                          <a:pt x="1169" y="2175"/>
                          <a:pt x="1165" y="2170"/>
                          <a:pt x="1161" y="2170"/>
                        </a:cubicBezTo>
                        <a:cubicBezTo>
                          <a:pt x="1159" y="2170"/>
                          <a:pt x="1144" y="2176"/>
                          <a:pt x="1143" y="2176"/>
                        </a:cubicBezTo>
                        <a:cubicBezTo>
                          <a:pt x="1136" y="2178"/>
                          <a:pt x="1129" y="2170"/>
                          <a:pt x="1121" y="2172"/>
                        </a:cubicBezTo>
                        <a:cubicBezTo>
                          <a:pt x="1118" y="2173"/>
                          <a:pt x="1117" y="2176"/>
                          <a:pt x="1114" y="2178"/>
                        </a:cubicBezTo>
                        <a:cubicBezTo>
                          <a:pt x="1097" y="2186"/>
                          <a:pt x="1091" y="2171"/>
                          <a:pt x="1091" y="2198"/>
                        </a:cubicBezTo>
                        <a:cubicBezTo>
                          <a:pt x="1084" y="2197"/>
                          <a:pt x="1084" y="2197"/>
                          <a:pt x="1084" y="2197"/>
                        </a:cubicBezTo>
                        <a:cubicBezTo>
                          <a:pt x="1073" y="2192"/>
                          <a:pt x="1073" y="2192"/>
                          <a:pt x="1073" y="2192"/>
                        </a:cubicBezTo>
                        <a:cubicBezTo>
                          <a:pt x="1073" y="2192"/>
                          <a:pt x="1073" y="2192"/>
                          <a:pt x="1073" y="2192"/>
                        </a:cubicBezTo>
                        <a:cubicBezTo>
                          <a:pt x="1062" y="2189"/>
                          <a:pt x="1052" y="2182"/>
                          <a:pt x="1042" y="2177"/>
                        </a:cubicBezTo>
                        <a:cubicBezTo>
                          <a:pt x="1032" y="2173"/>
                          <a:pt x="1007" y="2162"/>
                          <a:pt x="997" y="2163"/>
                        </a:cubicBezTo>
                        <a:cubicBezTo>
                          <a:pt x="990" y="2163"/>
                          <a:pt x="983" y="2170"/>
                          <a:pt x="976" y="2168"/>
                        </a:cubicBezTo>
                        <a:cubicBezTo>
                          <a:pt x="971" y="2166"/>
                          <a:pt x="949" y="2150"/>
                          <a:pt x="946" y="2152"/>
                        </a:cubicBezTo>
                        <a:cubicBezTo>
                          <a:pt x="944" y="2153"/>
                          <a:pt x="952" y="2156"/>
                          <a:pt x="950" y="2158"/>
                        </a:cubicBezTo>
                        <a:cubicBezTo>
                          <a:pt x="950" y="2159"/>
                          <a:pt x="934" y="2162"/>
                          <a:pt x="933" y="2162"/>
                        </a:cubicBezTo>
                        <a:cubicBezTo>
                          <a:pt x="924" y="2163"/>
                          <a:pt x="920" y="2149"/>
                          <a:pt x="911" y="2146"/>
                        </a:cubicBezTo>
                        <a:cubicBezTo>
                          <a:pt x="899" y="2141"/>
                          <a:pt x="887" y="2150"/>
                          <a:pt x="876" y="2144"/>
                        </a:cubicBezTo>
                        <a:cubicBezTo>
                          <a:pt x="867" y="2139"/>
                          <a:pt x="901" y="2135"/>
                          <a:pt x="892" y="2127"/>
                        </a:cubicBezTo>
                        <a:cubicBezTo>
                          <a:pt x="889" y="2125"/>
                          <a:pt x="886" y="2133"/>
                          <a:pt x="883" y="2132"/>
                        </a:cubicBezTo>
                        <a:cubicBezTo>
                          <a:pt x="880" y="2130"/>
                          <a:pt x="880" y="2124"/>
                          <a:pt x="882" y="2122"/>
                        </a:cubicBezTo>
                        <a:cubicBezTo>
                          <a:pt x="884" y="2119"/>
                          <a:pt x="888" y="2122"/>
                          <a:pt x="890" y="2122"/>
                        </a:cubicBezTo>
                        <a:cubicBezTo>
                          <a:pt x="893" y="2122"/>
                          <a:pt x="897" y="2122"/>
                          <a:pt x="899" y="2123"/>
                        </a:cubicBezTo>
                        <a:cubicBezTo>
                          <a:pt x="900" y="2123"/>
                          <a:pt x="897" y="2126"/>
                          <a:pt x="898" y="2126"/>
                        </a:cubicBezTo>
                        <a:cubicBezTo>
                          <a:pt x="899" y="2125"/>
                          <a:pt x="899" y="2123"/>
                          <a:pt x="901" y="2122"/>
                        </a:cubicBezTo>
                        <a:cubicBezTo>
                          <a:pt x="903" y="2120"/>
                          <a:pt x="907" y="2119"/>
                          <a:pt x="910" y="2118"/>
                        </a:cubicBezTo>
                        <a:cubicBezTo>
                          <a:pt x="911" y="2118"/>
                          <a:pt x="911" y="2120"/>
                          <a:pt x="912" y="2120"/>
                        </a:cubicBezTo>
                        <a:cubicBezTo>
                          <a:pt x="914" y="2118"/>
                          <a:pt x="914" y="2114"/>
                          <a:pt x="916" y="2113"/>
                        </a:cubicBezTo>
                        <a:cubicBezTo>
                          <a:pt x="920" y="2111"/>
                          <a:pt x="925" y="2114"/>
                          <a:pt x="929" y="2113"/>
                        </a:cubicBezTo>
                        <a:cubicBezTo>
                          <a:pt x="930" y="2113"/>
                          <a:pt x="927" y="2113"/>
                          <a:pt x="927" y="2111"/>
                        </a:cubicBezTo>
                        <a:cubicBezTo>
                          <a:pt x="926" y="2110"/>
                          <a:pt x="928" y="2107"/>
                          <a:pt x="928" y="2106"/>
                        </a:cubicBezTo>
                        <a:cubicBezTo>
                          <a:pt x="927" y="2102"/>
                          <a:pt x="915" y="2097"/>
                          <a:pt x="913" y="2093"/>
                        </a:cubicBezTo>
                        <a:cubicBezTo>
                          <a:pt x="910" y="2088"/>
                          <a:pt x="918" y="2095"/>
                          <a:pt x="919" y="2092"/>
                        </a:cubicBezTo>
                        <a:cubicBezTo>
                          <a:pt x="919" y="2090"/>
                          <a:pt x="916" y="2090"/>
                          <a:pt x="916" y="2089"/>
                        </a:cubicBezTo>
                        <a:cubicBezTo>
                          <a:pt x="916" y="2085"/>
                          <a:pt x="920" y="2083"/>
                          <a:pt x="922" y="2079"/>
                        </a:cubicBezTo>
                        <a:cubicBezTo>
                          <a:pt x="924" y="2073"/>
                          <a:pt x="916" y="2062"/>
                          <a:pt x="919" y="2058"/>
                        </a:cubicBezTo>
                        <a:cubicBezTo>
                          <a:pt x="928" y="2048"/>
                          <a:pt x="924" y="2058"/>
                          <a:pt x="931" y="2071"/>
                        </a:cubicBezTo>
                        <a:cubicBezTo>
                          <a:pt x="931" y="2072"/>
                          <a:pt x="930" y="2067"/>
                          <a:pt x="930" y="2066"/>
                        </a:cubicBezTo>
                        <a:cubicBezTo>
                          <a:pt x="930" y="2065"/>
                          <a:pt x="926" y="2047"/>
                          <a:pt x="931" y="2045"/>
                        </a:cubicBezTo>
                        <a:cubicBezTo>
                          <a:pt x="935" y="2044"/>
                          <a:pt x="945" y="2053"/>
                          <a:pt x="949" y="2045"/>
                        </a:cubicBezTo>
                        <a:cubicBezTo>
                          <a:pt x="950" y="2044"/>
                          <a:pt x="949" y="2042"/>
                          <a:pt x="947" y="2041"/>
                        </a:cubicBezTo>
                        <a:cubicBezTo>
                          <a:pt x="942" y="2038"/>
                          <a:pt x="936" y="2040"/>
                          <a:pt x="931" y="2038"/>
                        </a:cubicBezTo>
                        <a:cubicBezTo>
                          <a:pt x="928" y="2036"/>
                          <a:pt x="925" y="2032"/>
                          <a:pt x="922" y="2032"/>
                        </a:cubicBezTo>
                        <a:cubicBezTo>
                          <a:pt x="906" y="2028"/>
                          <a:pt x="907" y="2037"/>
                          <a:pt x="897" y="2024"/>
                        </a:cubicBezTo>
                        <a:cubicBezTo>
                          <a:pt x="895" y="2021"/>
                          <a:pt x="892" y="2020"/>
                          <a:pt x="893" y="2018"/>
                        </a:cubicBezTo>
                        <a:cubicBezTo>
                          <a:pt x="894" y="2016"/>
                          <a:pt x="897" y="2019"/>
                          <a:pt x="899" y="2019"/>
                        </a:cubicBezTo>
                        <a:cubicBezTo>
                          <a:pt x="902" y="2019"/>
                          <a:pt x="905" y="2017"/>
                          <a:pt x="907" y="2016"/>
                        </a:cubicBezTo>
                        <a:cubicBezTo>
                          <a:pt x="911" y="2012"/>
                          <a:pt x="911" y="2005"/>
                          <a:pt x="916" y="2003"/>
                        </a:cubicBezTo>
                        <a:cubicBezTo>
                          <a:pt x="917" y="2002"/>
                          <a:pt x="918" y="2005"/>
                          <a:pt x="919" y="2006"/>
                        </a:cubicBezTo>
                        <a:cubicBezTo>
                          <a:pt x="921" y="2007"/>
                          <a:pt x="935" y="2007"/>
                          <a:pt x="933" y="2002"/>
                        </a:cubicBezTo>
                        <a:cubicBezTo>
                          <a:pt x="932" y="1999"/>
                          <a:pt x="925" y="2004"/>
                          <a:pt x="922" y="2002"/>
                        </a:cubicBezTo>
                        <a:cubicBezTo>
                          <a:pt x="910" y="1993"/>
                          <a:pt x="925" y="1990"/>
                          <a:pt x="926" y="1990"/>
                        </a:cubicBezTo>
                        <a:cubicBezTo>
                          <a:pt x="935" y="1986"/>
                          <a:pt x="942" y="1967"/>
                          <a:pt x="945" y="1965"/>
                        </a:cubicBezTo>
                        <a:cubicBezTo>
                          <a:pt x="946" y="1965"/>
                          <a:pt x="946" y="1968"/>
                          <a:pt x="947" y="1968"/>
                        </a:cubicBezTo>
                        <a:cubicBezTo>
                          <a:pt x="950" y="1967"/>
                          <a:pt x="953" y="1967"/>
                          <a:pt x="955" y="1964"/>
                        </a:cubicBezTo>
                        <a:cubicBezTo>
                          <a:pt x="961" y="1956"/>
                          <a:pt x="957" y="1950"/>
                          <a:pt x="948" y="1947"/>
                        </a:cubicBezTo>
                        <a:cubicBezTo>
                          <a:pt x="945" y="1946"/>
                          <a:pt x="941" y="1947"/>
                          <a:pt x="938" y="1948"/>
                        </a:cubicBezTo>
                        <a:cubicBezTo>
                          <a:pt x="928" y="1953"/>
                          <a:pt x="936" y="1952"/>
                          <a:pt x="935" y="1958"/>
                        </a:cubicBezTo>
                        <a:cubicBezTo>
                          <a:pt x="933" y="1967"/>
                          <a:pt x="910" y="1971"/>
                          <a:pt x="905" y="1976"/>
                        </a:cubicBezTo>
                        <a:cubicBezTo>
                          <a:pt x="905" y="1977"/>
                          <a:pt x="904" y="1977"/>
                          <a:pt x="904" y="1977"/>
                        </a:cubicBezTo>
                        <a:cubicBezTo>
                          <a:pt x="904" y="1977"/>
                          <a:pt x="904" y="1977"/>
                          <a:pt x="904" y="1977"/>
                        </a:cubicBezTo>
                        <a:cubicBezTo>
                          <a:pt x="899" y="1972"/>
                          <a:pt x="902" y="1970"/>
                          <a:pt x="903" y="1965"/>
                        </a:cubicBezTo>
                        <a:cubicBezTo>
                          <a:pt x="905" y="1959"/>
                          <a:pt x="897" y="1967"/>
                          <a:pt x="897" y="1963"/>
                        </a:cubicBezTo>
                        <a:cubicBezTo>
                          <a:pt x="897" y="1959"/>
                          <a:pt x="894" y="1946"/>
                          <a:pt x="895" y="1942"/>
                        </a:cubicBezTo>
                        <a:cubicBezTo>
                          <a:pt x="896" y="1942"/>
                          <a:pt x="912" y="1927"/>
                          <a:pt x="912" y="1927"/>
                        </a:cubicBezTo>
                        <a:cubicBezTo>
                          <a:pt x="914" y="1925"/>
                          <a:pt x="911" y="1922"/>
                          <a:pt x="911" y="1920"/>
                        </a:cubicBezTo>
                        <a:cubicBezTo>
                          <a:pt x="910" y="1917"/>
                          <a:pt x="910" y="1915"/>
                          <a:pt x="911" y="1912"/>
                        </a:cubicBezTo>
                        <a:cubicBezTo>
                          <a:pt x="920" y="1902"/>
                          <a:pt x="946" y="1907"/>
                          <a:pt x="954" y="1895"/>
                        </a:cubicBezTo>
                        <a:cubicBezTo>
                          <a:pt x="956" y="1892"/>
                          <a:pt x="953" y="1889"/>
                          <a:pt x="952" y="1886"/>
                        </a:cubicBezTo>
                        <a:cubicBezTo>
                          <a:pt x="951" y="1885"/>
                          <a:pt x="949" y="1885"/>
                          <a:pt x="949" y="1883"/>
                        </a:cubicBezTo>
                        <a:cubicBezTo>
                          <a:pt x="949" y="1882"/>
                          <a:pt x="953" y="1882"/>
                          <a:pt x="953" y="1881"/>
                        </a:cubicBezTo>
                        <a:cubicBezTo>
                          <a:pt x="953" y="1879"/>
                          <a:pt x="950" y="1878"/>
                          <a:pt x="950" y="1876"/>
                        </a:cubicBezTo>
                        <a:cubicBezTo>
                          <a:pt x="949" y="1873"/>
                          <a:pt x="950" y="1870"/>
                          <a:pt x="950" y="1866"/>
                        </a:cubicBezTo>
                        <a:cubicBezTo>
                          <a:pt x="950" y="1865"/>
                          <a:pt x="952" y="1864"/>
                          <a:pt x="952" y="1863"/>
                        </a:cubicBezTo>
                        <a:cubicBezTo>
                          <a:pt x="954" y="1856"/>
                          <a:pt x="944" y="1862"/>
                          <a:pt x="944" y="1862"/>
                        </a:cubicBezTo>
                        <a:cubicBezTo>
                          <a:pt x="942" y="1861"/>
                          <a:pt x="946" y="1859"/>
                          <a:pt x="945" y="1856"/>
                        </a:cubicBezTo>
                        <a:cubicBezTo>
                          <a:pt x="943" y="1852"/>
                          <a:pt x="940" y="1848"/>
                          <a:pt x="937" y="1845"/>
                        </a:cubicBezTo>
                        <a:cubicBezTo>
                          <a:pt x="933" y="1841"/>
                          <a:pt x="927" y="1851"/>
                          <a:pt x="926" y="1844"/>
                        </a:cubicBezTo>
                        <a:cubicBezTo>
                          <a:pt x="923" y="1826"/>
                          <a:pt x="925" y="1831"/>
                          <a:pt x="935" y="1827"/>
                        </a:cubicBezTo>
                        <a:cubicBezTo>
                          <a:pt x="936" y="1826"/>
                          <a:pt x="940" y="1817"/>
                          <a:pt x="937" y="1818"/>
                        </a:cubicBezTo>
                        <a:cubicBezTo>
                          <a:pt x="929" y="1819"/>
                          <a:pt x="925" y="1825"/>
                          <a:pt x="918" y="1819"/>
                        </a:cubicBezTo>
                        <a:cubicBezTo>
                          <a:pt x="911" y="1813"/>
                          <a:pt x="924" y="1812"/>
                          <a:pt x="925" y="1809"/>
                        </a:cubicBezTo>
                        <a:cubicBezTo>
                          <a:pt x="927" y="1807"/>
                          <a:pt x="925" y="1804"/>
                          <a:pt x="925" y="1802"/>
                        </a:cubicBezTo>
                        <a:cubicBezTo>
                          <a:pt x="927" y="1795"/>
                          <a:pt x="934" y="1791"/>
                          <a:pt x="927" y="1784"/>
                        </a:cubicBezTo>
                        <a:cubicBezTo>
                          <a:pt x="925" y="1781"/>
                          <a:pt x="921" y="1780"/>
                          <a:pt x="919" y="1778"/>
                        </a:cubicBezTo>
                        <a:cubicBezTo>
                          <a:pt x="916" y="1775"/>
                          <a:pt x="923" y="1767"/>
                          <a:pt x="918" y="1767"/>
                        </a:cubicBezTo>
                        <a:cubicBezTo>
                          <a:pt x="907" y="1766"/>
                          <a:pt x="914" y="1775"/>
                          <a:pt x="906" y="1777"/>
                        </a:cubicBezTo>
                        <a:cubicBezTo>
                          <a:pt x="877" y="1782"/>
                          <a:pt x="913" y="1773"/>
                          <a:pt x="890" y="1769"/>
                        </a:cubicBezTo>
                        <a:cubicBezTo>
                          <a:pt x="882" y="1768"/>
                          <a:pt x="882" y="1776"/>
                          <a:pt x="876" y="1772"/>
                        </a:cubicBezTo>
                        <a:cubicBezTo>
                          <a:pt x="873" y="1771"/>
                          <a:pt x="872" y="1769"/>
                          <a:pt x="870" y="1767"/>
                        </a:cubicBezTo>
                        <a:cubicBezTo>
                          <a:pt x="865" y="1763"/>
                          <a:pt x="867" y="1776"/>
                          <a:pt x="861" y="1776"/>
                        </a:cubicBezTo>
                        <a:cubicBezTo>
                          <a:pt x="857" y="1776"/>
                          <a:pt x="853" y="1775"/>
                          <a:pt x="849" y="1774"/>
                        </a:cubicBezTo>
                        <a:cubicBezTo>
                          <a:pt x="847" y="1772"/>
                          <a:pt x="846" y="1769"/>
                          <a:pt x="844" y="1769"/>
                        </a:cubicBezTo>
                        <a:cubicBezTo>
                          <a:pt x="841" y="1769"/>
                          <a:pt x="840" y="1775"/>
                          <a:pt x="837" y="1775"/>
                        </a:cubicBezTo>
                        <a:cubicBezTo>
                          <a:pt x="833" y="1775"/>
                          <a:pt x="830" y="1771"/>
                          <a:pt x="825" y="1770"/>
                        </a:cubicBezTo>
                        <a:cubicBezTo>
                          <a:pt x="811" y="1768"/>
                          <a:pt x="833" y="1790"/>
                          <a:pt x="817" y="1787"/>
                        </a:cubicBezTo>
                        <a:cubicBezTo>
                          <a:pt x="813" y="1787"/>
                          <a:pt x="812" y="1782"/>
                          <a:pt x="809" y="1780"/>
                        </a:cubicBezTo>
                        <a:cubicBezTo>
                          <a:pt x="807" y="1779"/>
                          <a:pt x="803" y="1780"/>
                          <a:pt x="800" y="1779"/>
                        </a:cubicBezTo>
                        <a:cubicBezTo>
                          <a:pt x="792" y="1776"/>
                          <a:pt x="786" y="1766"/>
                          <a:pt x="778" y="1760"/>
                        </a:cubicBezTo>
                        <a:cubicBezTo>
                          <a:pt x="776" y="1758"/>
                          <a:pt x="755" y="1780"/>
                          <a:pt x="748" y="1790"/>
                        </a:cubicBezTo>
                        <a:cubicBezTo>
                          <a:pt x="746" y="1793"/>
                          <a:pt x="740" y="1787"/>
                          <a:pt x="736" y="1787"/>
                        </a:cubicBezTo>
                        <a:cubicBezTo>
                          <a:pt x="734" y="1787"/>
                          <a:pt x="734" y="1790"/>
                          <a:pt x="732" y="1791"/>
                        </a:cubicBezTo>
                        <a:cubicBezTo>
                          <a:pt x="729" y="1793"/>
                          <a:pt x="727" y="1786"/>
                          <a:pt x="723" y="1785"/>
                        </a:cubicBezTo>
                        <a:cubicBezTo>
                          <a:pt x="710" y="1782"/>
                          <a:pt x="707" y="1801"/>
                          <a:pt x="697" y="1796"/>
                        </a:cubicBezTo>
                        <a:cubicBezTo>
                          <a:pt x="693" y="1795"/>
                          <a:pt x="690" y="1792"/>
                          <a:pt x="687" y="1789"/>
                        </a:cubicBezTo>
                        <a:cubicBezTo>
                          <a:pt x="685" y="1787"/>
                          <a:pt x="683" y="1784"/>
                          <a:pt x="682" y="1781"/>
                        </a:cubicBezTo>
                        <a:cubicBezTo>
                          <a:pt x="682" y="1779"/>
                          <a:pt x="686" y="1779"/>
                          <a:pt x="685" y="1777"/>
                        </a:cubicBezTo>
                        <a:cubicBezTo>
                          <a:pt x="685" y="1775"/>
                          <a:pt x="670" y="1762"/>
                          <a:pt x="670" y="1760"/>
                        </a:cubicBezTo>
                        <a:cubicBezTo>
                          <a:pt x="669" y="1758"/>
                          <a:pt x="673" y="1756"/>
                          <a:pt x="671" y="1754"/>
                        </a:cubicBezTo>
                        <a:cubicBezTo>
                          <a:pt x="671" y="1754"/>
                          <a:pt x="670" y="1754"/>
                          <a:pt x="669" y="1754"/>
                        </a:cubicBezTo>
                        <a:cubicBezTo>
                          <a:pt x="667" y="1754"/>
                          <a:pt x="665" y="1756"/>
                          <a:pt x="663" y="1756"/>
                        </a:cubicBezTo>
                        <a:cubicBezTo>
                          <a:pt x="659" y="1757"/>
                          <a:pt x="658" y="1750"/>
                          <a:pt x="656" y="1747"/>
                        </a:cubicBezTo>
                        <a:cubicBezTo>
                          <a:pt x="656" y="1746"/>
                          <a:pt x="654" y="1746"/>
                          <a:pt x="653" y="1746"/>
                        </a:cubicBezTo>
                        <a:cubicBezTo>
                          <a:pt x="651" y="1748"/>
                          <a:pt x="639" y="1755"/>
                          <a:pt x="637" y="1755"/>
                        </a:cubicBezTo>
                        <a:cubicBezTo>
                          <a:pt x="636" y="1756"/>
                          <a:pt x="636" y="1752"/>
                          <a:pt x="634" y="1752"/>
                        </a:cubicBezTo>
                        <a:cubicBezTo>
                          <a:pt x="630" y="1752"/>
                          <a:pt x="626" y="1753"/>
                          <a:pt x="623" y="1754"/>
                        </a:cubicBezTo>
                        <a:cubicBezTo>
                          <a:pt x="622" y="1754"/>
                          <a:pt x="618" y="1762"/>
                          <a:pt x="615" y="1757"/>
                        </a:cubicBezTo>
                        <a:cubicBezTo>
                          <a:pt x="615" y="1756"/>
                          <a:pt x="617" y="1754"/>
                          <a:pt x="617" y="1753"/>
                        </a:cubicBezTo>
                        <a:cubicBezTo>
                          <a:pt x="618" y="1752"/>
                          <a:pt x="618" y="1749"/>
                          <a:pt x="617" y="1748"/>
                        </a:cubicBezTo>
                        <a:cubicBezTo>
                          <a:pt x="615" y="1746"/>
                          <a:pt x="613" y="1748"/>
                          <a:pt x="611" y="1746"/>
                        </a:cubicBezTo>
                        <a:cubicBezTo>
                          <a:pt x="608" y="1744"/>
                          <a:pt x="611" y="1739"/>
                          <a:pt x="609" y="1736"/>
                        </a:cubicBezTo>
                        <a:cubicBezTo>
                          <a:pt x="607" y="1733"/>
                          <a:pt x="599" y="1732"/>
                          <a:pt x="601" y="1728"/>
                        </a:cubicBezTo>
                        <a:cubicBezTo>
                          <a:pt x="603" y="1726"/>
                          <a:pt x="616" y="1723"/>
                          <a:pt x="613" y="1718"/>
                        </a:cubicBezTo>
                        <a:cubicBezTo>
                          <a:pt x="608" y="1711"/>
                          <a:pt x="597" y="1711"/>
                          <a:pt x="594" y="1709"/>
                        </a:cubicBezTo>
                        <a:cubicBezTo>
                          <a:pt x="592" y="1707"/>
                          <a:pt x="590" y="1705"/>
                          <a:pt x="589" y="1702"/>
                        </a:cubicBezTo>
                        <a:cubicBezTo>
                          <a:pt x="588" y="1700"/>
                          <a:pt x="590" y="1697"/>
                          <a:pt x="589" y="1696"/>
                        </a:cubicBezTo>
                        <a:cubicBezTo>
                          <a:pt x="587" y="1694"/>
                          <a:pt x="583" y="1694"/>
                          <a:pt x="581" y="1692"/>
                        </a:cubicBezTo>
                        <a:cubicBezTo>
                          <a:pt x="577" y="1690"/>
                          <a:pt x="576" y="1685"/>
                          <a:pt x="572" y="1685"/>
                        </a:cubicBezTo>
                        <a:cubicBezTo>
                          <a:pt x="567" y="1684"/>
                          <a:pt x="566" y="1694"/>
                          <a:pt x="561" y="1694"/>
                        </a:cubicBezTo>
                        <a:cubicBezTo>
                          <a:pt x="559" y="1694"/>
                          <a:pt x="559" y="1690"/>
                          <a:pt x="558" y="1690"/>
                        </a:cubicBezTo>
                        <a:cubicBezTo>
                          <a:pt x="536" y="1688"/>
                          <a:pt x="549" y="1701"/>
                          <a:pt x="536" y="1706"/>
                        </a:cubicBezTo>
                        <a:cubicBezTo>
                          <a:pt x="536" y="1706"/>
                          <a:pt x="512" y="1708"/>
                          <a:pt x="511" y="1708"/>
                        </a:cubicBezTo>
                        <a:cubicBezTo>
                          <a:pt x="510" y="1708"/>
                          <a:pt x="514" y="1725"/>
                          <a:pt x="509" y="1730"/>
                        </a:cubicBezTo>
                        <a:cubicBezTo>
                          <a:pt x="506" y="1733"/>
                          <a:pt x="502" y="1736"/>
                          <a:pt x="497" y="1736"/>
                        </a:cubicBezTo>
                        <a:cubicBezTo>
                          <a:pt x="495" y="1736"/>
                          <a:pt x="496" y="1733"/>
                          <a:pt x="494" y="1732"/>
                        </a:cubicBezTo>
                        <a:cubicBezTo>
                          <a:pt x="493" y="1731"/>
                          <a:pt x="491" y="1734"/>
                          <a:pt x="490" y="1733"/>
                        </a:cubicBezTo>
                        <a:cubicBezTo>
                          <a:pt x="489" y="1732"/>
                          <a:pt x="490" y="1730"/>
                          <a:pt x="489" y="1728"/>
                        </a:cubicBezTo>
                        <a:cubicBezTo>
                          <a:pt x="489" y="1728"/>
                          <a:pt x="477" y="1721"/>
                          <a:pt x="477" y="1720"/>
                        </a:cubicBezTo>
                        <a:cubicBezTo>
                          <a:pt x="476" y="1719"/>
                          <a:pt x="478" y="1718"/>
                          <a:pt x="478" y="1716"/>
                        </a:cubicBezTo>
                        <a:cubicBezTo>
                          <a:pt x="476" y="1713"/>
                          <a:pt x="472" y="1710"/>
                          <a:pt x="472" y="1707"/>
                        </a:cubicBezTo>
                        <a:cubicBezTo>
                          <a:pt x="471" y="1705"/>
                          <a:pt x="475" y="1705"/>
                          <a:pt x="475" y="1703"/>
                        </a:cubicBezTo>
                        <a:cubicBezTo>
                          <a:pt x="473" y="1699"/>
                          <a:pt x="465" y="1699"/>
                          <a:pt x="465" y="1694"/>
                        </a:cubicBezTo>
                        <a:cubicBezTo>
                          <a:pt x="464" y="1693"/>
                          <a:pt x="468" y="1692"/>
                          <a:pt x="468" y="1690"/>
                        </a:cubicBezTo>
                        <a:cubicBezTo>
                          <a:pt x="470" y="1684"/>
                          <a:pt x="450" y="1680"/>
                          <a:pt x="448" y="1675"/>
                        </a:cubicBezTo>
                        <a:cubicBezTo>
                          <a:pt x="446" y="1671"/>
                          <a:pt x="450" y="1665"/>
                          <a:pt x="449" y="1660"/>
                        </a:cubicBezTo>
                        <a:cubicBezTo>
                          <a:pt x="449" y="1651"/>
                          <a:pt x="476" y="1663"/>
                          <a:pt x="484" y="1658"/>
                        </a:cubicBezTo>
                        <a:cubicBezTo>
                          <a:pt x="489" y="1655"/>
                          <a:pt x="494" y="1645"/>
                          <a:pt x="494" y="1639"/>
                        </a:cubicBezTo>
                        <a:cubicBezTo>
                          <a:pt x="494" y="1638"/>
                          <a:pt x="491" y="1639"/>
                          <a:pt x="492" y="1638"/>
                        </a:cubicBezTo>
                        <a:cubicBezTo>
                          <a:pt x="495" y="1636"/>
                          <a:pt x="500" y="1634"/>
                          <a:pt x="502" y="1631"/>
                        </a:cubicBezTo>
                        <a:cubicBezTo>
                          <a:pt x="503" y="1629"/>
                          <a:pt x="502" y="1624"/>
                          <a:pt x="499" y="1623"/>
                        </a:cubicBezTo>
                        <a:cubicBezTo>
                          <a:pt x="490" y="1619"/>
                          <a:pt x="489" y="1623"/>
                          <a:pt x="484" y="1617"/>
                        </a:cubicBezTo>
                        <a:cubicBezTo>
                          <a:pt x="482" y="1615"/>
                          <a:pt x="488" y="1607"/>
                          <a:pt x="481" y="1608"/>
                        </a:cubicBezTo>
                        <a:cubicBezTo>
                          <a:pt x="475" y="1608"/>
                          <a:pt x="471" y="1606"/>
                          <a:pt x="462" y="1609"/>
                        </a:cubicBezTo>
                        <a:cubicBezTo>
                          <a:pt x="458" y="1610"/>
                          <a:pt x="455" y="1614"/>
                          <a:pt x="451" y="1612"/>
                        </a:cubicBezTo>
                        <a:cubicBezTo>
                          <a:pt x="448" y="1611"/>
                          <a:pt x="454" y="1595"/>
                          <a:pt x="448" y="1592"/>
                        </a:cubicBezTo>
                        <a:cubicBezTo>
                          <a:pt x="447" y="1591"/>
                          <a:pt x="429" y="1591"/>
                          <a:pt x="424" y="1587"/>
                        </a:cubicBezTo>
                        <a:cubicBezTo>
                          <a:pt x="415" y="1581"/>
                          <a:pt x="420" y="1576"/>
                          <a:pt x="407" y="1572"/>
                        </a:cubicBezTo>
                        <a:cubicBezTo>
                          <a:pt x="405" y="1571"/>
                          <a:pt x="411" y="1561"/>
                          <a:pt x="408" y="1560"/>
                        </a:cubicBezTo>
                        <a:cubicBezTo>
                          <a:pt x="400" y="1560"/>
                          <a:pt x="398" y="1560"/>
                          <a:pt x="389" y="1554"/>
                        </a:cubicBezTo>
                        <a:cubicBezTo>
                          <a:pt x="385" y="1551"/>
                          <a:pt x="392" y="1539"/>
                          <a:pt x="391" y="1537"/>
                        </a:cubicBezTo>
                        <a:cubicBezTo>
                          <a:pt x="387" y="1532"/>
                          <a:pt x="395" y="1536"/>
                          <a:pt x="393" y="1533"/>
                        </a:cubicBezTo>
                        <a:cubicBezTo>
                          <a:pt x="391" y="1530"/>
                          <a:pt x="378" y="1519"/>
                          <a:pt x="378" y="1516"/>
                        </a:cubicBezTo>
                        <a:cubicBezTo>
                          <a:pt x="381" y="1508"/>
                          <a:pt x="382" y="1503"/>
                          <a:pt x="377" y="1495"/>
                        </a:cubicBezTo>
                        <a:cubicBezTo>
                          <a:pt x="376" y="1492"/>
                          <a:pt x="373" y="1497"/>
                          <a:pt x="370" y="1497"/>
                        </a:cubicBezTo>
                        <a:cubicBezTo>
                          <a:pt x="370" y="1497"/>
                          <a:pt x="352" y="1486"/>
                          <a:pt x="352" y="1486"/>
                        </a:cubicBezTo>
                        <a:cubicBezTo>
                          <a:pt x="338" y="1480"/>
                          <a:pt x="348" y="1485"/>
                          <a:pt x="340" y="1488"/>
                        </a:cubicBezTo>
                        <a:cubicBezTo>
                          <a:pt x="339" y="1488"/>
                          <a:pt x="332" y="1487"/>
                          <a:pt x="330" y="1489"/>
                        </a:cubicBezTo>
                        <a:cubicBezTo>
                          <a:pt x="327" y="1493"/>
                          <a:pt x="323" y="1504"/>
                          <a:pt x="318" y="1506"/>
                        </a:cubicBezTo>
                        <a:cubicBezTo>
                          <a:pt x="309" y="1511"/>
                          <a:pt x="310" y="1487"/>
                          <a:pt x="310" y="1487"/>
                        </a:cubicBezTo>
                        <a:cubicBezTo>
                          <a:pt x="292" y="1483"/>
                          <a:pt x="296" y="1486"/>
                          <a:pt x="284" y="1495"/>
                        </a:cubicBezTo>
                        <a:cubicBezTo>
                          <a:pt x="281" y="1497"/>
                          <a:pt x="279" y="1489"/>
                          <a:pt x="276" y="1487"/>
                        </a:cubicBezTo>
                        <a:cubicBezTo>
                          <a:pt x="266" y="1480"/>
                          <a:pt x="269" y="1499"/>
                          <a:pt x="255" y="1487"/>
                        </a:cubicBezTo>
                        <a:cubicBezTo>
                          <a:pt x="260" y="1471"/>
                          <a:pt x="243" y="1456"/>
                          <a:pt x="233" y="1448"/>
                        </a:cubicBezTo>
                        <a:cubicBezTo>
                          <a:pt x="230" y="1445"/>
                          <a:pt x="237" y="1440"/>
                          <a:pt x="230" y="1439"/>
                        </a:cubicBezTo>
                        <a:cubicBezTo>
                          <a:pt x="227" y="1438"/>
                          <a:pt x="224" y="1443"/>
                          <a:pt x="222" y="1442"/>
                        </a:cubicBezTo>
                        <a:cubicBezTo>
                          <a:pt x="220" y="1442"/>
                          <a:pt x="222" y="1440"/>
                          <a:pt x="222" y="1439"/>
                        </a:cubicBezTo>
                        <a:cubicBezTo>
                          <a:pt x="222" y="1439"/>
                          <a:pt x="222" y="1438"/>
                          <a:pt x="222" y="1437"/>
                        </a:cubicBezTo>
                        <a:cubicBezTo>
                          <a:pt x="222" y="1433"/>
                          <a:pt x="223" y="1429"/>
                          <a:pt x="223" y="1425"/>
                        </a:cubicBezTo>
                        <a:cubicBezTo>
                          <a:pt x="222" y="1423"/>
                          <a:pt x="218" y="1424"/>
                          <a:pt x="218" y="1422"/>
                        </a:cubicBezTo>
                        <a:cubicBezTo>
                          <a:pt x="218" y="1415"/>
                          <a:pt x="232" y="1410"/>
                          <a:pt x="213" y="1404"/>
                        </a:cubicBezTo>
                        <a:cubicBezTo>
                          <a:pt x="211" y="1403"/>
                          <a:pt x="207" y="1403"/>
                          <a:pt x="206" y="1401"/>
                        </a:cubicBezTo>
                        <a:cubicBezTo>
                          <a:pt x="204" y="1399"/>
                          <a:pt x="207" y="1395"/>
                          <a:pt x="205" y="1394"/>
                        </a:cubicBezTo>
                        <a:cubicBezTo>
                          <a:pt x="202" y="1392"/>
                          <a:pt x="200" y="1395"/>
                          <a:pt x="197" y="1396"/>
                        </a:cubicBezTo>
                        <a:cubicBezTo>
                          <a:pt x="198" y="1393"/>
                          <a:pt x="194" y="1385"/>
                          <a:pt x="196" y="1383"/>
                        </a:cubicBezTo>
                        <a:cubicBezTo>
                          <a:pt x="197" y="1382"/>
                          <a:pt x="200" y="1382"/>
                          <a:pt x="201" y="1380"/>
                        </a:cubicBezTo>
                        <a:cubicBezTo>
                          <a:pt x="201" y="1379"/>
                          <a:pt x="199" y="1379"/>
                          <a:pt x="199" y="1377"/>
                        </a:cubicBezTo>
                        <a:cubicBezTo>
                          <a:pt x="198" y="1376"/>
                          <a:pt x="198" y="1374"/>
                          <a:pt x="199" y="1373"/>
                        </a:cubicBezTo>
                        <a:cubicBezTo>
                          <a:pt x="206" y="1367"/>
                          <a:pt x="206" y="1374"/>
                          <a:pt x="209" y="1367"/>
                        </a:cubicBezTo>
                        <a:cubicBezTo>
                          <a:pt x="209" y="1365"/>
                          <a:pt x="204" y="1366"/>
                          <a:pt x="202" y="1365"/>
                        </a:cubicBezTo>
                        <a:cubicBezTo>
                          <a:pt x="198" y="1361"/>
                          <a:pt x="201" y="1358"/>
                          <a:pt x="200" y="1354"/>
                        </a:cubicBezTo>
                        <a:cubicBezTo>
                          <a:pt x="199" y="1352"/>
                          <a:pt x="190" y="1347"/>
                          <a:pt x="188" y="1345"/>
                        </a:cubicBezTo>
                        <a:cubicBezTo>
                          <a:pt x="184" y="1337"/>
                          <a:pt x="189" y="1341"/>
                          <a:pt x="189" y="1333"/>
                        </a:cubicBezTo>
                        <a:cubicBezTo>
                          <a:pt x="189" y="1323"/>
                          <a:pt x="177" y="1312"/>
                          <a:pt x="176" y="1302"/>
                        </a:cubicBezTo>
                        <a:cubicBezTo>
                          <a:pt x="175" y="1296"/>
                          <a:pt x="182" y="1292"/>
                          <a:pt x="184" y="1287"/>
                        </a:cubicBezTo>
                        <a:cubicBezTo>
                          <a:pt x="184" y="1273"/>
                          <a:pt x="184" y="1273"/>
                          <a:pt x="184" y="1273"/>
                        </a:cubicBezTo>
                        <a:cubicBezTo>
                          <a:pt x="184" y="1270"/>
                          <a:pt x="182" y="1267"/>
                          <a:pt x="184" y="1264"/>
                        </a:cubicBezTo>
                        <a:cubicBezTo>
                          <a:pt x="189" y="1253"/>
                          <a:pt x="199" y="1258"/>
                          <a:pt x="185" y="1249"/>
                        </a:cubicBezTo>
                        <a:cubicBezTo>
                          <a:pt x="187" y="1241"/>
                          <a:pt x="174" y="1232"/>
                          <a:pt x="180" y="1225"/>
                        </a:cubicBezTo>
                        <a:cubicBezTo>
                          <a:pt x="182" y="1224"/>
                          <a:pt x="184" y="1227"/>
                          <a:pt x="185" y="1228"/>
                        </a:cubicBezTo>
                        <a:cubicBezTo>
                          <a:pt x="188" y="1229"/>
                          <a:pt x="191" y="1234"/>
                          <a:pt x="193" y="1232"/>
                        </a:cubicBezTo>
                        <a:cubicBezTo>
                          <a:pt x="196" y="1229"/>
                          <a:pt x="192" y="1224"/>
                          <a:pt x="193" y="1220"/>
                        </a:cubicBezTo>
                        <a:cubicBezTo>
                          <a:pt x="193" y="1213"/>
                          <a:pt x="206" y="1219"/>
                          <a:pt x="208" y="1219"/>
                        </a:cubicBezTo>
                        <a:cubicBezTo>
                          <a:pt x="222" y="1216"/>
                          <a:pt x="197" y="1200"/>
                          <a:pt x="227" y="1199"/>
                        </a:cubicBezTo>
                        <a:cubicBezTo>
                          <a:pt x="237" y="1198"/>
                          <a:pt x="270" y="1204"/>
                          <a:pt x="254" y="1191"/>
                        </a:cubicBezTo>
                        <a:cubicBezTo>
                          <a:pt x="252" y="1189"/>
                          <a:pt x="246" y="1192"/>
                          <a:pt x="243" y="1190"/>
                        </a:cubicBezTo>
                        <a:cubicBezTo>
                          <a:pt x="234" y="1186"/>
                          <a:pt x="238" y="1176"/>
                          <a:pt x="224" y="1182"/>
                        </a:cubicBezTo>
                        <a:cubicBezTo>
                          <a:pt x="219" y="1183"/>
                          <a:pt x="213" y="1191"/>
                          <a:pt x="206" y="1188"/>
                        </a:cubicBezTo>
                        <a:cubicBezTo>
                          <a:pt x="205" y="1187"/>
                          <a:pt x="204" y="1185"/>
                          <a:pt x="203" y="1184"/>
                        </a:cubicBezTo>
                        <a:cubicBezTo>
                          <a:pt x="201" y="1181"/>
                          <a:pt x="198" y="1178"/>
                          <a:pt x="195" y="1177"/>
                        </a:cubicBezTo>
                        <a:cubicBezTo>
                          <a:pt x="193" y="1176"/>
                          <a:pt x="189" y="1180"/>
                          <a:pt x="187" y="1178"/>
                        </a:cubicBezTo>
                        <a:cubicBezTo>
                          <a:pt x="182" y="1171"/>
                          <a:pt x="187" y="1159"/>
                          <a:pt x="182" y="1152"/>
                        </a:cubicBezTo>
                        <a:cubicBezTo>
                          <a:pt x="181" y="1151"/>
                          <a:pt x="171" y="1168"/>
                          <a:pt x="171" y="1168"/>
                        </a:cubicBezTo>
                        <a:cubicBezTo>
                          <a:pt x="166" y="1170"/>
                          <a:pt x="161" y="1170"/>
                          <a:pt x="157" y="1172"/>
                        </a:cubicBezTo>
                        <a:cubicBezTo>
                          <a:pt x="156" y="1173"/>
                          <a:pt x="157" y="1174"/>
                          <a:pt x="157" y="1175"/>
                        </a:cubicBezTo>
                        <a:cubicBezTo>
                          <a:pt x="155" y="1174"/>
                          <a:pt x="155" y="1174"/>
                          <a:pt x="155" y="1174"/>
                        </a:cubicBezTo>
                        <a:cubicBezTo>
                          <a:pt x="159" y="1161"/>
                          <a:pt x="170" y="1147"/>
                          <a:pt x="176" y="1136"/>
                        </a:cubicBezTo>
                        <a:cubicBezTo>
                          <a:pt x="194" y="1105"/>
                          <a:pt x="205" y="1069"/>
                          <a:pt x="217" y="1036"/>
                        </a:cubicBezTo>
                        <a:cubicBezTo>
                          <a:pt x="226" y="1011"/>
                          <a:pt x="228" y="1005"/>
                          <a:pt x="230" y="979"/>
                        </a:cubicBezTo>
                        <a:cubicBezTo>
                          <a:pt x="230" y="975"/>
                          <a:pt x="232" y="971"/>
                          <a:pt x="231" y="967"/>
                        </a:cubicBezTo>
                        <a:cubicBezTo>
                          <a:pt x="226" y="954"/>
                          <a:pt x="176" y="935"/>
                          <a:pt x="163" y="926"/>
                        </a:cubicBezTo>
                        <a:cubicBezTo>
                          <a:pt x="161" y="925"/>
                          <a:pt x="181" y="894"/>
                          <a:pt x="167" y="883"/>
                        </a:cubicBezTo>
                        <a:cubicBezTo>
                          <a:pt x="162" y="879"/>
                          <a:pt x="151" y="883"/>
                          <a:pt x="148" y="877"/>
                        </a:cubicBezTo>
                        <a:cubicBezTo>
                          <a:pt x="133" y="852"/>
                          <a:pt x="151" y="864"/>
                          <a:pt x="147" y="856"/>
                        </a:cubicBezTo>
                        <a:cubicBezTo>
                          <a:pt x="140" y="846"/>
                          <a:pt x="133" y="854"/>
                          <a:pt x="124" y="844"/>
                        </a:cubicBezTo>
                        <a:cubicBezTo>
                          <a:pt x="117" y="836"/>
                          <a:pt x="122" y="835"/>
                          <a:pt x="126" y="827"/>
                        </a:cubicBezTo>
                        <a:cubicBezTo>
                          <a:pt x="128" y="822"/>
                          <a:pt x="115" y="822"/>
                          <a:pt x="115" y="820"/>
                        </a:cubicBezTo>
                        <a:cubicBezTo>
                          <a:pt x="115" y="816"/>
                          <a:pt x="115" y="795"/>
                          <a:pt x="115" y="795"/>
                        </a:cubicBezTo>
                        <a:cubicBezTo>
                          <a:pt x="103" y="785"/>
                          <a:pt x="117" y="791"/>
                          <a:pt x="121" y="787"/>
                        </a:cubicBezTo>
                        <a:cubicBezTo>
                          <a:pt x="123" y="783"/>
                          <a:pt x="109" y="763"/>
                          <a:pt x="107" y="761"/>
                        </a:cubicBezTo>
                        <a:cubicBezTo>
                          <a:pt x="98" y="748"/>
                          <a:pt x="87" y="733"/>
                          <a:pt x="76" y="721"/>
                        </a:cubicBezTo>
                        <a:cubicBezTo>
                          <a:pt x="74" y="720"/>
                          <a:pt x="65" y="713"/>
                          <a:pt x="63" y="709"/>
                        </a:cubicBezTo>
                        <a:cubicBezTo>
                          <a:pt x="55" y="694"/>
                          <a:pt x="82" y="653"/>
                          <a:pt x="71" y="644"/>
                        </a:cubicBezTo>
                        <a:cubicBezTo>
                          <a:pt x="68" y="640"/>
                          <a:pt x="63" y="640"/>
                          <a:pt x="60" y="638"/>
                        </a:cubicBezTo>
                        <a:cubicBezTo>
                          <a:pt x="54" y="634"/>
                          <a:pt x="51" y="626"/>
                          <a:pt x="45" y="622"/>
                        </a:cubicBezTo>
                        <a:cubicBezTo>
                          <a:pt x="44" y="622"/>
                          <a:pt x="25" y="619"/>
                          <a:pt x="24" y="619"/>
                        </a:cubicBezTo>
                        <a:cubicBezTo>
                          <a:pt x="21" y="616"/>
                          <a:pt x="20" y="611"/>
                          <a:pt x="17" y="608"/>
                        </a:cubicBezTo>
                        <a:cubicBezTo>
                          <a:pt x="5" y="587"/>
                          <a:pt x="20" y="589"/>
                          <a:pt x="13" y="574"/>
                        </a:cubicBezTo>
                        <a:cubicBezTo>
                          <a:pt x="11" y="567"/>
                          <a:pt x="0" y="574"/>
                          <a:pt x="2" y="570"/>
                        </a:cubicBezTo>
                        <a:cubicBezTo>
                          <a:pt x="14" y="557"/>
                          <a:pt x="14" y="557"/>
                          <a:pt x="14" y="557"/>
                        </a:cubicBezTo>
                        <a:cubicBezTo>
                          <a:pt x="21" y="559"/>
                          <a:pt x="17" y="544"/>
                          <a:pt x="16" y="537"/>
                        </a:cubicBezTo>
                        <a:cubicBezTo>
                          <a:pt x="16" y="538"/>
                          <a:pt x="16" y="540"/>
                          <a:pt x="17" y="541"/>
                        </a:cubicBezTo>
                        <a:cubicBezTo>
                          <a:pt x="20" y="529"/>
                          <a:pt x="20" y="529"/>
                          <a:pt x="20" y="529"/>
                        </a:cubicBezTo>
                        <a:cubicBezTo>
                          <a:pt x="18" y="531"/>
                          <a:pt x="17" y="532"/>
                          <a:pt x="17" y="533"/>
                        </a:cubicBezTo>
                        <a:cubicBezTo>
                          <a:pt x="22" y="525"/>
                          <a:pt x="38" y="514"/>
                          <a:pt x="29" y="506"/>
                        </a:cubicBezTo>
                        <a:cubicBezTo>
                          <a:pt x="23" y="501"/>
                          <a:pt x="41" y="510"/>
                          <a:pt x="47" y="508"/>
                        </a:cubicBezTo>
                        <a:cubicBezTo>
                          <a:pt x="54" y="506"/>
                          <a:pt x="46" y="495"/>
                          <a:pt x="43" y="490"/>
                        </a:cubicBezTo>
                        <a:cubicBezTo>
                          <a:pt x="51" y="490"/>
                          <a:pt x="68" y="490"/>
                          <a:pt x="68" y="489"/>
                        </a:cubicBezTo>
                        <a:cubicBezTo>
                          <a:pt x="70" y="487"/>
                          <a:pt x="64" y="485"/>
                          <a:pt x="63" y="482"/>
                        </a:cubicBezTo>
                        <a:cubicBezTo>
                          <a:pt x="62" y="477"/>
                          <a:pt x="63" y="473"/>
                          <a:pt x="64" y="468"/>
                        </a:cubicBezTo>
                        <a:cubicBezTo>
                          <a:pt x="65" y="466"/>
                          <a:pt x="80" y="473"/>
                          <a:pt x="82" y="475"/>
                        </a:cubicBezTo>
                        <a:cubicBezTo>
                          <a:pt x="86" y="479"/>
                          <a:pt x="94" y="470"/>
                          <a:pt x="98" y="473"/>
                        </a:cubicBezTo>
                        <a:cubicBezTo>
                          <a:pt x="101" y="477"/>
                          <a:pt x="100" y="484"/>
                          <a:pt x="97" y="487"/>
                        </a:cubicBezTo>
                        <a:cubicBezTo>
                          <a:pt x="91" y="493"/>
                          <a:pt x="79" y="476"/>
                          <a:pt x="74" y="482"/>
                        </a:cubicBezTo>
                        <a:cubicBezTo>
                          <a:pt x="71" y="486"/>
                          <a:pt x="73" y="493"/>
                          <a:pt x="76" y="495"/>
                        </a:cubicBezTo>
                        <a:cubicBezTo>
                          <a:pt x="79" y="498"/>
                          <a:pt x="84" y="490"/>
                          <a:pt x="87" y="492"/>
                        </a:cubicBezTo>
                        <a:cubicBezTo>
                          <a:pt x="89" y="494"/>
                          <a:pt x="88" y="497"/>
                          <a:pt x="87" y="501"/>
                        </a:cubicBezTo>
                        <a:cubicBezTo>
                          <a:pt x="95" y="494"/>
                          <a:pt x="116" y="488"/>
                          <a:pt x="117" y="493"/>
                        </a:cubicBezTo>
                        <a:cubicBezTo>
                          <a:pt x="120" y="506"/>
                          <a:pt x="110" y="486"/>
                          <a:pt x="115" y="506"/>
                        </a:cubicBezTo>
                        <a:cubicBezTo>
                          <a:pt x="115" y="509"/>
                          <a:pt x="121" y="509"/>
                          <a:pt x="121" y="512"/>
                        </a:cubicBezTo>
                        <a:cubicBezTo>
                          <a:pt x="122" y="518"/>
                          <a:pt x="107" y="523"/>
                          <a:pt x="117" y="530"/>
                        </a:cubicBezTo>
                        <a:cubicBezTo>
                          <a:pt x="120" y="531"/>
                          <a:pt x="115" y="525"/>
                          <a:pt x="116" y="523"/>
                        </a:cubicBezTo>
                        <a:cubicBezTo>
                          <a:pt x="117" y="518"/>
                          <a:pt x="122" y="515"/>
                          <a:pt x="124" y="511"/>
                        </a:cubicBezTo>
                        <a:cubicBezTo>
                          <a:pt x="125" y="510"/>
                          <a:pt x="124" y="509"/>
                          <a:pt x="124" y="507"/>
                        </a:cubicBezTo>
                        <a:cubicBezTo>
                          <a:pt x="126" y="503"/>
                          <a:pt x="127" y="498"/>
                          <a:pt x="130" y="495"/>
                        </a:cubicBezTo>
                        <a:cubicBezTo>
                          <a:pt x="138" y="487"/>
                          <a:pt x="142" y="497"/>
                          <a:pt x="150" y="494"/>
                        </a:cubicBezTo>
                        <a:cubicBezTo>
                          <a:pt x="163" y="489"/>
                          <a:pt x="170" y="483"/>
                          <a:pt x="185" y="486"/>
                        </a:cubicBezTo>
                        <a:cubicBezTo>
                          <a:pt x="202" y="490"/>
                          <a:pt x="228" y="495"/>
                          <a:pt x="246" y="502"/>
                        </a:cubicBezTo>
                        <a:cubicBezTo>
                          <a:pt x="250" y="504"/>
                          <a:pt x="253" y="508"/>
                          <a:pt x="257" y="510"/>
                        </a:cubicBezTo>
                        <a:cubicBezTo>
                          <a:pt x="260" y="511"/>
                          <a:pt x="263" y="510"/>
                          <a:pt x="266" y="511"/>
                        </a:cubicBezTo>
                        <a:cubicBezTo>
                          <a:pt x="268" y="512"/>
                          <a:pt x="268" y="516"/>
                          <a:pt x="270" y="517"/>
                        </a:cubicBezTo>
                        <a:cubicBezTo>
                          <a:pt x="274" y="518"/>
                          <a:pt x="280" y="520"/>
                          <a:pt x="281" y="516"/>
                        </a:cubicBezTo>
                        <a:cubicBezTo>
                          <a:pt x="283" y="513"/>
                          <a:pt x="275" y="515"/>
                          <a:pt x="272" y="514"/>
                        </a:cubicBezTo>
                        <a:cubicBezTo>
                          <a:pt x="271" y="514"/>
                          <a:pt x="274" y="514"/>
                          <a:pt x="275" y="514"/>
                        </a:cubicBezTo>
                        <a:cubicBezTo>
                          <a:pt x="275" y="513"/>
                          <a:pt x="274" y="511"/>
                          <a:pt x="274" y="511"/>
                        </a:cubicBezTo>
                        <a:cubicBezTo>
                          <a:pt x="280" y="511"/>
                          <a:pt x="314" y="528"/>
                          <a:pt x="317" y="520"/>
                        </a:cubicBezTo>
                        <a:cubicBezTo>
                          <a:pt x="318" y="517"/>
                          <a:pt x="310" y="515"/>
                          <a:pt x="310" y="512"/>
                        </a:cubicBezTo>
                        <a:cubicBezTo>
                          <a:pt x="310" y="510"/>
                          <a:pt x="314" y="514"/>
                          <a:pt x="316" y="515"/>
                        </a:cubicBezTo>
                        <a:cubicBezTo>
                          <a:pt x="320" y="517"/>
                          <a:pt x="323" y="520"/>
                          <a:pt x="326" y="522"/>
                        </a:cubicBezTo>
                        <a:cubicBezTo>
                          <a:pt x="329" y="523"/>
                          <a:pt x="332" y="522"/>
                          <a:pt x="334" y="523"/>
                        </a:cubicBezTo>
                        <a:cubicBezTo>
                          <a:pt x="338" y="525"/>
                          <a:pt x="339" y="529"/>
                          <a:pt x="342" y="531"/>
                        </a:cubicBezTo>
                        <a:cubicBezTo>
                          <a:pt x="346" y="535"/>
                          <a:pt x="351" y="527"/>
                          <a:pt x="356" y="527"/>
                        </a:cubicBezTo>
                        <a:cubicBezTo>
                          <a:pt x="362" y="528"/>
                          <a:pt x="361" y="540"/>
                          <a:pt x="365" y="544"/>
                        </a:cubicBezTo>
                        <a:cubicBezTo>
                          <a:pt x="366" y="544"/>
                          <a:pt x="366" y="542"/>
                          <a:pt x="367" y="542"/>
                        </a:cubicBezTo>
                        <a:cubicBezTo>
                          <a:pt x="373" y="544"/>
                          <a:pt x="373" y="554"/>
                          <a:pt x="376" y="557"/>
                        </a:cubicBezTo>
                        <a:cubicBezTo>
                          <a:pt x="378" y="558"/>
                          <a:pt x="382" y="555"/>
                          <a:pt x="384" y="557"/>
                        </a:cubicBezTo>
                        <a:cubicBezTo>
                          <a:pt x="391" y="562"/>
                          <a:pt x="392" y="587"/>
                          <a:pt x="391" y="596"/>
                        </a:cubicBezTo>
                        <a:cubicBezTo>
                          <a:pt x="390" y="605"/>
                          <a:pt x="391" y="609"/>
                          <a:pt x="390" y="617"/>
                        </a:cubicBezTo>
                        <a:cubicBezTo>
                          <a:pt x="385" y="643"/>
                          <a:pt x="357" y="670"/>
                          <a:pt x="332" y="674"/>
                        </a:cubicBezTo>
                        <a:cubicBezTo>
                          <a:pt x="321" y="676"/>
                          <a:pt x="314" y="673"/>
                          <a:pt x="304" y="673"/>
                        </a:cubicBezTo>
                        <a:cubicBezTo>
                          <a:pt x="293" y="673"/>
                          <a:pt x="282" y="678"/>
                          <a:pt x="271" y="679"/>
                        </a:cubicBezTo>
                        <a:cubicBezTo>
                          <a:pt x="266" y="680"/>
                          <a:pt x="261" y="683"/>
                          <a:pt x="256" y="682"/>
                        </a:cubicBezTo>
                        <a:cubicBezTo>
                          <a:pt x="249" y="682"/>
                          <a:pt x="236" y="673"/>
                          <a:pt x="229" y="675"/>
                        </a:cubicBezTo>
                        <a:cubicBezTo>
                          <a:pt x="226" y="677"/>
                          <a:pt x="226" y="682"/>
                          <a:pt x="222" y="683"/>
                        </a:cubicBezTo>
                        <a:cubicBezTo>
                          <a:pt x="220" y="684"/>
                          <a:pt x="219" y="679"/>
                          <a:pt x="217" y="679"/>
                        </a:cubicBezTo>
                        <a:cubicBezTo>
                          <a:pt x="214" y="678"/>
                          <a:pt x="210" y="680"/>
                          <a:pt x="208" y="678"/>
                        </a:cubicBezTo>
                        <a:cubicBezTo>
                          <a:pt x="206" y="677"/>
                          <a:pt x="210" y="670"/>
                          <a:pt x="207" y="670"/>
                        </a:cubicBezTo>
                        <a:cubicBezTo>
                          <a:pt x="204" y="671"/>
                          <a:pt x="206" y="677"/>
                          <a:pt x="203" y="678"/>
                        </a:cubicBezTo>
                        <a:cubicBezTo>
                          <a:pt x="200" y="680"/>
                          <a:pt x="196" y="680"/>
                          <a:pt x="192" y="680"/>
                        </a:cubicBezTo>
                        <a:cubicBezTo>
                          <a:pt x="188" y="680"/>
                          <a:pt x="167" y="674"/>
                          <a:pt x="164" y="669"/>
                        </a:cubicBezTo>
                        <a:cubicBezTo>
                          <a:pt x="163" y="666"/>
                          <a:pt x="168" y="663"/>
                          <a:pt x="166" y="660"/>
                        </a:cubicBezTo>
                        <a:cubicBezTo>
                          <a:pt x="165" y="659"/>
                          <a:pt x="138" y="664"/>
                          <a:pt x="134" y="665"/>
                        </a:cubicBezTo>
                        <a:cubicBezTo>
                          <a:pt x="133" y="665"/>
                          <a:pt x="136" y="668"/>
                          <a:pt x="137" y="668"/>
                        </a:cubicBezTo>
                        <a:cubicBezTo>
                          <a:pt x="145" y="667"/>
                          <a:pt x="153" y="662"/>
                          <a:pt x="158" y="673"/>
                        </a:cubicBezTo>
                        <a:cubicBezTo>
                          <a:pt x="159" y="674"/>
                          <a:pt x="154" y="674"/>
                          <a:pt x="154" y="675"/>
                        </a:cubicBezTo>
                        <a:cubicBezTo>
                          <a:pt x="153" y="677"/>
                          <a:pt x="157" y="674"/>
                          <a:pt x="157" y="675"/>
                        </a:cubicBezTo>
                        <a:cubicBezTo>
                          <a:pt x="158" y="677"/>
                          <a:pt x="155" y="678"/>
                          <a:pt x="157" y="679"/>
                        </a:cubicBezTo>
                        <a:cubicBezTo>
                          <a:pt x="157" y="680"/>
                          <a:pt x="159" y="678"/>
                          <a:pt x="160" y="678"/>
                        </a:cubicBezTo>
                        <a:cubicBezTo>
                          <a:pt x="164" y="680"/>
                          <a:pt x="167" y="687"/>
                          <a:pt x="171" y="687"/>
                        </a:cubicBezTo>
                        <a:cubicBezTo>
                          <a:pt x="189" y="691"/>
                          <a:pt x="180" y="683"/>
                          <a:pt x="197" y="693"/>
                        </a:cubicBezTo>
                        <a:cubicBezTo>
                          <a:pt x="199" y="695"/>
                          <a:pt x="203" y="695"/>
                          <a:pt x="205" y="698"/>
                        </a:cubicBezTo>
                        <a:cubicBezTo>
                          <a:pt x="205" y="700"/>
                          <a:pt x="190" y="706"/>
                          <a:pt x="196" y="710"/>
                        </a:cubicBezTo>
                        <a:cubicBezTo>
                          <a:pt x="198" y="712"/>
                          <a:pt x="201" y="707"/>
                          <a:pt x="204" y="706"/>
                        </a:cubicBezTo>
                        <a:cubicBezTo>
                          <a:pt x="207" y="705"/>
                          <a:pt x="241" y="714"/>
                          <a:pt x="245" y="718"/>
                        </a:cubicBezTo>
                        <a:cubicBezTo>
                          <a:pt x="249" y="725"/>
                          <a:pt x="248" y="722"/>
                          <a:pt x="253" y="729"/>
                        </a:cubicBezTo>
                        <a:cubicBezTo>
                          <a:pt x="254" y="731"/>
                          <a:pt x="262" y="733"/>
                          <a:pt x="260" y="734"/>
                        </a:cubicBezTo>
                        <a:cubicBezTo>
                          <a:pt x="257" y="737"/>
                          <a:pt x="252" y="730"/>
                          <a:pt x="249" y="732"/>
                        </a:cubicBezTo>
                        <a:cubicBezTo>
                          <a:pt x="248" y="732"/>
                          <a:pt x="257" y="744"/>
                          <a:pt x="257" y="744"/>
                        </a:cubicBezTo>
                        <a:cubicBezTo>
                          <a:pt x="265" y="764"/>
                          <a:pt x="256" y="749"/>
                          <a:pt x="249" y="765"/>
                        </a:cubicBezTo>
                        <a:cubicBezTo>
                          <a:pt x="249" y="766"/>
                          <a:pt x="254" y="764"/>
                          <a:pt x="256" y="765"/>
                        </a:cubicBezTo>
                        <a:cubicBezTo>
                          <a:pt x="258" y="767"/>
                          <a:pt x="274" y="783"/>
                          <a:pt x="274" y="783"/>
                        </a:cubicBezTo>
                        <a:cubicBezTo>
                          <a:pt x="274" y="785"/>
                          <a:pt x="272" y="786"/>
                          <a:pt x="273" y="788"/>
                        </a:cubicBezTo>
                        <a:cubicBezTo>
                          <a:pt x="273" y="793"/>
                          <a:pt x="282" y="790"/>
                          <a:pt x="283" y="795"/>
                        </a:cubicBezTo>
                        <a:cubicBezTo>
                          <a:pt x="284" y="797"/>
                          <a:pt x="278" y="800"/>
                          <a:pt x="280" y="803"/>
                        </a:cubicBezTo>
                        <a:cubicBezTo>
                          <a:pt x="282" y="805"/>
                          <a:pt x="286" y="798"/>
                          <a:pt x="288" y="799"/>
                        </a:cubicBezTo>
                        <a:cubicBezTo>
                          <a:pt x="290" y="801"/>
                          <a:pt x="283" y="803"/>
                          <a:pt x="283" y="806"/>
                        </a:cubicBezTo>
                        <a:cubicBezTo>
                          <a:pt x="283" y="809"/>
                          <a:pt x="283" y="815"/>
                          <a:pt x="286" y="817"/>
                        </a:cubicBezTo>
                        <a:cubicBezTo>
                          <a:pt x="286" y="818"/>
                          <a:pt x="310" y="825"/>
                          <a:pt x="312" y="825"/>
                        </a:cubicBezTo>
                        <a:cubicBezTo>
                          <a:pt x="316" y="824"/>
                          <a:pt x="309" y="813"/>
                          <a:pt x="334" y="823"/>
                        </a:cubicBezTo>
                        <a:cubicBezTo>
                          <a:pt x="382" y="841"/>
                          <a:pt x="305" y="812"/>
                          <a:pt x="347" y="836"/>
                        </a:cubicBezTo>
                        <a:cubicBezTo>
                          <a:pt x="348" y="837"/>
                          <a:pt x="389" y="835"/>
                          <a:pt x="390" y="834"/>
                        </a:cubicBezTo>
                        <a:cubicBezTo>
                          <a:pt x="392" y="833"/>
                          <a:pt x="389" y="828"/>
                          <a:pt x="391" y="826"/>
                        </a:cubicBezTo>
                        <a:cubicBezTo>
                          <a:pt x="392" y="824"/>
                          <a:pt x="395" y="826"/>
                          <a:pt x="396" y="825"/>
                        </a:cubicBezTo>
                        <a:cubicBezTo>
                          <a:pt x="404" y="815"/>
                          <a:pt x="397" y="803"/>
                          <a:pt x="390" y="795"/>
                        </a:cubicBezTo>
                        <a:cubicBezTo>
                          <a:pt x="386" y="791"/>
                          <a:pt x="386" y="795"/>
                          <a:pt x="381" y="792"/>
                        </a:cubicBezTo>
                        <a:cubicBezTo>
                          <a:pt x="379" y="791"/>
                          <a:pt x="379" y="787"/>
                          <a:pt x="378" y="788"/>
                        </a:cubicBezTo>
                        <a:cubicBezTo>
                          <a:pt x="376" y="788"/>
                          <a:pt x="377" y="791"/>
                          <a:pt x="376" y="793"/>
                        </a:cubicBezTo>
                        <a:cubicBezTo>
                          <a:pt x="376" y="794"/>
                          <a:pt x="377" y="795"/>
                          <a:pt x="376" y="795"/>
                        </a:cubicBezTo>
                        <a:cubicBezTo>
                          <a:pt x="373" y="798"/>
                          <a:pt x="368" y="800"/>
                          <a:pt x="362" y="800"/>
                        </a:cubicBezTo>
                        <a:cubicBezTo>
                          <a:pt x="359" y="799"/>
                          <a:pt x="322" y="774"/>
                          <a:pt x="323" y="770"/>
                        </a:cubicBezTo>
                        <a:cubicBezTo>
                          <a:pt x="325" y="766"/>
                          <a:pt x="331" y="766"/>
                          <a:pt x="334" y="763"/>
                        </a:cubicBezTo>
                        <a:cubicBezTo>
                          <a:pt x="338" y="760"/>
                          <a:pt x="329" y="754"/>
                          <a:pt x="329" y="749"/>
                        </a:cubicBezTo>
                        <a:cubicBezTo>
                          <a:pt x="329" y="734"/>
                          <a:pt x="369" y="756"/>
                          <a:pt x="370" y="756"/>
                        </a:cubicBezTo>
                        <a:cubicBezTo>
                          <a:pt x="375" y="755"/>
                          <a:pt x="379" y="751"/>
                          <a:pt x="383" y="751"/>
                        </a:cubicBezTo>
                        <a:cubicBezTo>
                          <a:pt x="385" y="751"/>
                          <a:pt x="385" y="753"/>
                          <a:pt x="386" y="755"/>
                        </a:cubicBezTo>
                        <a:cubicBezTo>
                          <a:pt x="386" y="754"/>
                          <a:pt x="386" y="754"/>
                          <a:pt x="386" y="754"/>
                        </a:cubicBezTo>
                        <a:cubicBezTo>
                          <a:pt x="392" y="748"/>
                          <a:pt x="421" y="759"/>
                          <a:pt x="425" y="756"/>
                        </a:cubicBezTo>
                        <a:cubicBezTo>
                          <a:pt x="429" y="755"/>
                          <a:pt x="427" y="748"/>
                          <a:pt x="430" y="746"/>
                        </a:cubicBezTo>
                        <a:cubicBezTo>
                          <a:pt x="435" y="742"/>
                          <a:pt x="443" y="752"/>
                          <a:pt x="454" y="746"/>
                        </a:cubicBezTo>
                        <a:cubicBezTo>
                          <a:pt x="458" y="743"/>
                          <a:pt x="447" y="738"/>
                          <a:pt x="445" y="733"/>
                        </a:cubicBezTo>
                        <a:cubicBezTo>
                          <a:pt x="444" y="732"/>
                          <a:pt x="446" y="731"/>
                          <a:pt x="446" y="730"/>
                        </a:cubicBezTo>
                        <a:cubicBezTo>
                          <a:pt x="443" y="720"/>
                          <a:pt x="411" y="709"/>
                          <a:pt x="403" y="699"/>
                        </a:cubicBezTo>
                        <a:cubicBezTo>
                          <a:pt x="391" y="685"/>
                          <a:pt x="404" y="677"/>
                          <a:pt x="408" y="663"/>
                        </a:cubicBezTo>
                        <a:cubicBezTo>
                          <a:pt x="410" y="658"/>
                          <a:pt x="407" y="652"/>
                          <a:pt x="410" y="647"/>
                        </a:cubicBezTo>
                        <a:cubicBezTo>
                          <a:pt x="415" y="637"/>
                          <a:pt x="424" y="633"/>
                          <a:pt x="428" y="621"/>
                        </a:cubicBezTo>
                        <a:cubicBezTo>
                          <a:pt x="429" y="618"/>
                          <a:pt x="428" y="590"/>
                          <a:pt x="430" y="589"/>
                        </a:cubicBezTo>
                        <a:cubicBezTo>
                          <a:pt x="433" y="588"/>
                          <a:pt x="438" y="588"/>
                          <a:pt x="442" y="588"/>
                        </a:cubicBezTo>
                        <a:cubicBezTo>
                          <a:pt x="450" y="589"/>
                          <a:pt x="443" y="594"/>
                          <a:pt x="444" y="594"/>
                        </a:cubicBezTo>
                        <a:cubicBezTo>
                          <a:pt x="462" y="585"/>
                          <a:pt x="450" y="579"/>
                          <a:pt x="467" y="586"/>
                        </a:cubicBezTo>
                        <a:cubicBezTo>
                          <a:pt x="471" y="587"/>
                          <a:pt x="476" y="586"/>
                          <a:pt x="479" y="588"/>
                        </a:cubicBezTo>
                        <a:cubicBezTo>
                          <a:pt x="481" y="588"/>
                          <a:pt x="481" y="590"/>
                          <a:pt x="480" y="591"/>
                        </a:cubicBezTo>
                        <a:cubicBezTo>
                          <a:pt x="481" y="590"/>
                          <a:pt x="483" y="589"/>
                          <a:pt x="485" y="589"/>
                        </a:cubicBezTo>
                        <a:cubicBezTo>
                          <a:pt x="494" y="590"/>
                          <a:pt x="497" y="606"/>
                          <a:pt x="506" y="605"/>
                        </a:cubicBezTo>
                        <a:cubicBezTo>
                          <a:pt x="507" y="605"/>
                          <a:pt x="502" y="601"/>
                          <a:pt x="491" y="585"/>
                        </a:cubicBezTo>
                        <a:cubicBezTo>
                          <a:pt x="482" y="572"/>
                          <a:pt x="489" y="561"/>
                          <a:pt x="485" y="547"/>
                        </a:cubicBezTo>
                        <a:cubicBezTo>
                          <a:pt x="485" y="546"/>
                          <a:pt x="484" y="549"/>
                          <a:pt x="482" y="549"/>
                        </a:cubicBezTo>
                        <a:cubicBezTo>
                          <a:pt x="480" y="547"/>
                          <a:pt x="477" y="545"/>
                          <a:pt x="475" y="542"/>
                        </a:cubicBezTo>
                        <a:cubicBezTo>
                          <a:pt x="475" y="541"/>
                          <a:pt x="476" y="539"/>
                          <a:pt x="476" y="538"/>
                        </a:cubicBezTo>
                        <a:cubicBezTo>
                          <a:pt x="476" y="536"/>
                          <a:pt x="475" y="533"/>
                          <a:pt x="474" y="532"/>
                        </a:cubicBezTo>
                        <a:cubicBezTo>
                          <a:pt x="470" y="529"/>
                          <a:pt x="458" y="521"/>
                          <a:pt x="455" y="520"/>
                        </a:cubicBezTo>
                        <a:cubicBezTo>
                          <a:pt x="451" y="520"/>
                          <a:pt x="447" y="524"/>
                          <a:pt x="443" y="523"/>
                        </a:cubicBezTo>
                        <a:cubicBezTo>
                          <a:pt x="438" y="522"/>
                          <a:pt x="435" y="503"/>
                          <a:pt x="435" y="499"/>
                        </a:cubicBezTo>
                        <a:cubicBezTo>
                          <a:pt x="433" y="489"/>
                          <a:pt x="435" y="488"/>
                          <a:pt x="435" y="488"/>
                        </a:cubicBezTo>
                        <a:cubicBezTo>
                          <a:pt x="433" y="485"/>
                          <a:pt x="425" y="475"/>
                          <a:pt x="424" y="471"/>
                        </a:cubicBezTo>
                        <a:cubicBezTo>
                          <a:pt x="424" y="467"/>
                          <a:pt x="428" y="463"/>
                          <a:pt x="426" y="459"/>
                        </a:cubicBezTo>
                        <a:cubicBezTo>
                          <a:pt x="426" y="457"/>
                          <a:pt x="424" y="465"/>
                          <a:pt x="422" y="464"/>
                        </a:cubicBezTo>
                        <a:cubicBezTo>
                          <a:pt x="414" y="462"/>
                          <a:pt x="425" y="448"/>
                          <a:pt x="395" y="442"/>
                        </a:cubicBezTo>
                        <a:cubicBezTo>
                          <a:pt x="394" y="442"/>
                          <a:pt x="372" y="438"/>
                          <a:pt x="378" y="433"/>
                        </a:cubicBezTo>
                        <a:cubicBezTo>
                          <a:pt x="385" y="428"/>
                          <a:pt x="393" y="434"/>
                          <a:pt x="400" y="434"/>
                        </a:cubicBezTo>
                        <a:cubicBezTo>
                          <a:pt x="406" y="434"/>
                          <a:pt x="421" y="418"/>
                          <a:pt x="426" y="416"/>
                        </a:cubicBezTo>
                        <a:cubicBezTo>
                          <a:pt x="433" y="413"/>
                          <a:pt x="441" y="411"/>
                          <a:pt x="447" y="412"/>
                        </a:cubicBezTo>
                        <a:cubicBezTo>
                          <a:pt x="448" y="412"/>
                          <a:pt x="447" y="414"/>
                          <a:pt x="447" y="415"/>
                        </a:cubicBezTo>
                        <a:cubicBezTo>
                          <a:pt x="449" y="417"/>
                          <a:pt x="452" y="420"/>
                          <a:pt x="455" y="421"/>
                        </a:cubicBezTo>
                        <a:cubicBezTo>
                          <a:pt x="467" y="426"/>
                          <a:pt x="484" y="427"/>
                          <a:pt x="491" y="442"/>
                        </a:cubicBezTo>
                        <a:cubicBezTo>
                          <a:pt x="491" y="442"/>
                          <a:pt x="481" y="449"/>
                          <a:pt x="478" y="452"/>
                        </a:cubicBezTo>
                        <a:cubicBezTo>
                          <a:pt x="475" y="456"/>
                          <a:pt x="460" y="465"/>
                          <a:pt x="462" y="470"/>
                        </a:cubicBezTo>
                        <a:cubicBezTo>
                          <a:pt x="462" y="471"/>
                          <a:pt x="464" y="470"/>
                          <a:pt x="464" y="471"/>
                        </a:cubicBezTo>
                        <a:cubicBezTo>
                          <a:pt x="465" y="472"/>
                          <a:pt x="467" y="474"/>
                          <a:pt x="467" y="476"/>
                        </a:cubicBezTo>
                        <a:cubicBezTo>
                          <a:pt x="467" y="482"/>
                          <a:pt x="456" y="489"/>
                          <a:pt x="467" y="498"/>
                        </a:cubicBezTo>
                        <a:cubicBezTo>
                          <a:pt x="472" y="503"/>
                          <a:pt x="485" y="498"/>
                          <a:pt x="491" y="500"/>
                        </a:cubicBezTo>
                        <a:cubicBezTo>
                          <a:pt x="496" y="502"/>
                          <a:pt x="508" y="520"/>
                          <a:pt x="515" y="516"/>
                        </a:cubicBezTo>
                        <a:cubicBezTo>
                          <a:pt x="520" y="514"/>
                          <a:pt x="523" y="501"/>
                          <a:pt x="527" y="505"/>
                        </a:cubicBezTo>
                        <a:cubicBezTo>
                          <a:pt x="529" y="507"/>
                          <a:pt x="525" y="513"/>
                          <a:pt x="527" y="516"/>
                        </a:cubicBezTo>
                        <a:cubicBezTo>
                          <a:pt x="529" y="518"/>
                          <a:pt x="528" y="510"/>
                          <a:pt x="529" y="507"/>
                        </a:cubicBezTo>
                        <a:cubicBezTo>
                          <a:pt x="533" y="501"/>
                          <a:pt x="538" y="494"/>
                          <a:pt x="545" y="489"/>
                        </a:cubicBezTo>
                        <a:cubicBezTo>
                          <a:pt x="546" y="488"/>
                          <a:pt x="549" y="491"/>
                          <a:pt x="551" y="489"/>
                        </a:cubicBezTo>
                        <a:cubicBezTo>
                          <a:pt x="553" y="486"/>
                          <a:pt x="541" y="469"/>
                          <a:pt x="540" y="468"/>
                        </a:cubicBezTo>
                        <a:cubicBezTo>
                          <a:pt x="537" y="463"/>
                          <a:pt x="538" y="452"/>
                          <a:pt x="536" y="448"/>
                        </a:cubicBezTo>
                        <a:cubicBezTo>
                          <a:pt x="532" y="440"/>
                          <a:pt x="523" y="443"/>
                          <a:pt x="528" y="434"/>
                        </a:cubicBezTo>
                        <a:cubicBezTo>
                          <a:pt x="529" y="432"/>
                          <a:pt x="533" y="438"/>
                          <a:pt x="533" y="436"/>
                        </a:cubicBezTo>
                        <a:cubicBezTo>
                          <a:pt x="534" y="433"/>
                          <a:pt x="532" y="430"/>
                          <a:pt x="532" y="428"/>
                        </a:cubicBezTo>
                        <a:cubicBezTo>
                          <a:pt x="533" y="425"/>
                          <a:pt x="538" y="426"/>
                          <a:pt x="540" y="424"/>
                        </a:cubicBezTo>
                        <a:cubicBezTo>
                          <a:pt x="541" y="423"/>
                          <a:pt x="539" y="420"/>
                          <a:pt x="541" y="419"/>
                        </a:cubicBezTo>
                        <a:cubicBezTo>
                          <a:pt x="545" y="417"/>
                          <a:pt x="550" y="420"/>
                          <a:pt x="554" y="417"/>
                        </a:cubicBezTo>
                        <a:cubicBezTo>
                          <a:pt x="558" y="415"/>
                          <a:pt x="545" y="419"/>
                          <a:pt x="542" y="417"/>
                        </a:cubicBezTo>
                        <a:cubicBezTo>
                          <a:pt x="540" y="415"/>
                          <a:pt x="541" y="411"/>
                          <a:pt x="538" y="410"/>
                        </a:cubicBezTo>
                        <a:cubicBezTo>
                          <a:pt x="536" y="408"/>
                          <a:pt x="531" y="409"/>
                          <a:pt x="529" y="407"/>
                        </a:cubicBezTo>
                        <a:cubicBezTo>
                          <a:pt x="528" y="405"/>
                          <a:pt x="534" y="409"/>
                          <a:pt x="537" y="408"/>
                        </a:cubicBezTo>
                        <a:cubicBezTo>
                          <a:pt x="541" y="407"/>
                          <a:pt x="544" y="404"/>
                          <a:pt x="547" y="401"/>
                        </a:cubicBezTo>
                        <a:cubicBezTo>
                          <a:pt x="551" y="396"/>
                          <a:pt x="551" y="381"/>
                          <a:pt x="555" y="376"/>
                        </a:cubicBezTo>
                        <a:cubicBezTo>
                          <a:pt x="556" y="374"/>
                          <a:pt x="554" y="380"/>
                          <a:pt x="554" y="382"/>
                        </a:cubicBezTo>
                        <a:cubicBezTo>
                          <a:pt x="555" y="383"/>
                          <a:pt x="556" y="381"/>
                          <a:pt x="556" y="379"/>
                        </a:cubicBezTo>
                        <a:cubicBezTo>
                          <a:pt x="557" y="369"/>
                          <a:pt x="557" y="357"/>
                          <a:pt x="559" y="346"/>
                        </a:cubicBezTo>
                        <a:cubicBezTo>
                          <a:pt x="560" y="344"/>
                          <a:pt x="565" y="345"/>
                          <a:pt x="567" y="343"/>
                        </a:cubicBezTo>
                        <a:cubicBezTo>
                          <a:pt x="568" y="339"/>
                          <a:pt x="568" y="335"/>
                          <a:pt x="570" y="332"/>
                        </a:cubicBezTo>
                        <a:cubicBezTo>
                          <a:pt x="571" y="331"/>
                          <a:pt x="573" y="331"/>
                          <a:pt x="573" y="330"/>
                        </a:cubicBezTo>
                        <a:cubicBezTo>
                          <a:pt x="574" y="329"/>
                          <a:pt x="571" y="328"/>
                          <a:pt x="571" y="326"/>
                        </a:cubicBezTo>
                        <a:cubicBezTo>
                          <a:pt x="572" y="325"/>
                          <a:pt x="575" y="325"/>
                          <a:pt x="575" y="323"/>
                        </a:cubicBezTo>
                        <a:cubicBezTo>
                          <a:pt x="577" y="320"/>
                          <a:pt x="576" y="313"/>
                          <a:pt x="580" y="310"/>
                        </a:cubicBezTo>
                        <a:cubicBezTo>
                          <a:pt x="588" y="304"/>
                          <a:pt x="589" y="327"/>
                          <a:pt x="594" y="326"/>
                        </a:cubicBezTo>
                        <a:cubicBezTo>
                          <a:pt x="599" y="326"/>
                          <a:pt x="597" y="317"/>
                          <a:pt x="597" y="313"/>
                        </a:cubicBezTo>
                        <a:cubicBezTo>
                          <a:pt x="598" y="312"/>
                          <a:pt x="598" y="309"/>
                          <a:pt x="597" y="309"/>
                        </a:cubicBezTo>
                        <a:cubicBezTo>
                          <a:pt x="593" y="307"/>
                          <a:pt x="589" y="308"/>
                          <a:pt x="585" y="306"/>
                        </a:cubicBezTo>
                        <a:cubicBezTo>
                          <a:pt x="584" y="305"/>
                          <a:pt x="587" y="299"/>
                          <a:pt x="585" y="300"/>
                        </a:cubicBezTo>
                        <a:cubicBezTo>
                          <a:pt x="584" y="301"/>
                          <a:pt x="584" y="303"/>
                          <a:pt x="583" y="305"/>
                        </a:cubicBezTo>
                        <a:cubicBezTo>
                          <a:pt x="583" y="305"/>
                          <a:pt x="584" y="306"/>
                          <a:pt x="584" y="308"/>
                        </a:cubicBezTo>
                        <a:cubicBezTo>
                          <a:pt x="583" y="308"/>
                          <a:pt x="581" y="309"/>
                          <a:pt x="581" y="308"/>
                        </a:cubicBezTo>
                        <a:cubicBezTo>
                          <a:pt x="577" y="295"/>
                          <a:pt x="595" y="258"/>
                          <a:pt x="605" y="249"/>
                        </a:cubicBezTo>
                        <a:cubicBezTo>
                          <a:pt x="606" y="248"/>
                          <a:pt x="608" y="247"/>
                          <a:pt x="609" y="248"/>
                        </a:cubicBezTo>
                        <a:cubicBezTo>
                          <a:pt x="609" y="250"/>
                          <a:pt x="607" y="252"/>
                          <a:pt x="606" y="254"/>
                        </a:cubicBezTo>
                        <a:cubicBezTo>
                          <a:pt x="606" y="254"/>
                          <a:pt x="593" y="268"/>
                          <a:pt x="594" y="269"/>
                        </a:cubicBezTo>
                        <a:cubicBezTo>
                          <a:pt x="597" y="271"/>
                          <a:pt x="601" y="265"/>
                          <a:pt x="605" y="265"/>
                        </a:cubicBezTo>
                        <a:cubicBezTo>
                          <a:pt x="606" y="266"/>
                          <a:pt x="604" y="269"/>
                          <a:pt x="604" y="271"/>
                        </a:cubicBezTo>
                        <a:cubicBezTo>
                          <a:pt x="605" y="275"/>
                          <a:pt x="606" y="279"/>
                          <a:pt x="608" y="282"/>
                        </a:cubicBezTo>
                        <a:cubicBezTo>
                          <a:pt x="613" y="286"/>
                          <a:pt x="622" y="287"/>
                          <a:pt x="625" y="292"/>
                        </a:cubicBezTo>
                        <a:cubicBezTo>
                          <a:pt x="629" y="300"/>
                          <a:pt x="598" y="313"/>
                          <a:pt x="620" y="313"/>
                        </a:cubicBezTo>
                        <a:cubicBezTo>
                          <a:pt x="624" y="313"/>
                          <a:pt x="624" y="308"/>
                          <a:pt x="627" y="305"/>
                        </a:cubicBezTo>
                        <a:cubicBezTo>
                          <a:pt x="630" y="304"/>
                          <a:pt x="634" y="305"/>
                          <a:pt x="635" y="303"/>
                        </a:cubicBezTo>
                        <a:cubicBezTo>
                          <a:pt x="637" y="300"/>
                          <a:pt x="632" y="295"/>
                          <a:pt x="635" y="293"/>
                        </a:cubicBezTo>
                        <a:cubicBezTo>
                          <a:pt x="637" y="292"/>
                          <a:pt x="638" y="301"/>
                          <a:pt x="640" y="300"/>
                        </a:cubicBezTo>
                        <a:cubicBezTo>
                          <a:pt x="644" y="298"/>
                          <a:pt x="639" y="291"/>
                          <a:pt x="642" y="289"/>
                        </a:cubicBezTo>
                        <a:cubicBezTo>
                          <a:pt x="646" y="287"/>
                          <a:pt x="651" y="293"/>
                          <a:pt x="655" y="291"/>
                        </a:cubicBezTo>
                        <a:cubicBezTo>
                          <a:pt x="657" y="291"/>
                          <a:pt x="646" y="278"/>
                          <a:pt x="646" y="276"/>
                        </a:cubicBezTo>
                        <a:cubicBezTo>
                          <a:pt x="642" y="263"/>
                          <a:pt x="649" y="262"/>
                          <a:pt x="653" y="253"/>
                        </a:cubicBezTo>
                        <a:cubicBezTo>
                          <a:pt x="654" y="250"/>
                          <a:pt x="652" y="246"/>
                          <a:pt x="653" y="243"/>
                        </a:cubicBezTo>
                        <a:cubicBezTo>
                          <a:pt x="654" y="241"/>
                          <a:pt x="657" y="242"/>
                          <a:pt x="658" y="242"/>
                        </a:cubicBezTo>
                        <a:cubicBezTo>
                          <a:pt x="673" y="238"/>
                          <a:pt x="663" y="236"/>
                          <a:pt x="669" y="233"/>
                        </a:cubicBezTo>
                        <a:cubicBezTo>
                          <a:pt x="671" y="232"/>
                          <a:pt x="674" y="234"/>
                          <a:pt x="677" y="233"/>
                        </a:cubicBezTo>
                        <a:cubicBezTo>
                          <a:pt x="680" y="231"/>
                          <a:pt x="683" y="229"/>
                          <a:pt x="686" y="226"/>
                        </a:cubicBezTo>
                        <a:cubicBezTo>
                          <a:pt x="689" y="222"/>
                          <a:pt x="682" y="216"/>
                          <a:pt x="682" y="211"/>
                        </a:cubicBezTo>
                        <a:cubicBezTo>
                          <a:pt x="682" y="208"/>
                          <a:pt x="687" y="207"/>
                          <a:pt x="687" y="204"/>
                        </a:cubicBezTo>
                        <a:cubicBezTo>
                          <a:pt x="688" y="200"/>
                          <a:pt x="683" y="193"/>
                          <a:pt x="687" y="191"/>
                        </a:cubicBezTo>
                        <a:cubicBezTo>
                          <a:pt x="690" y="188"/>
                          <a:pt x="698" y="200"/>
                          <a:pt x="698" y="196"/>
                        </a:cubicBezTo>
                        <a:cubicBezTo>
                          <a:pt x="698" y="192"/>
                          <a:pt x="689" y="193"/>
                          <a:pt x="687" y="189"/>
                        </a:cubicBezTo>
                        <a:cubicBezTo>
                          <a:pt x="686" y="188"/>
                          <a:pt x="692" y="174"/>
                          <a:pt x="693" y="172"/>
                        </a:cubicBezTo>
                        <a:cubicBezTo>
                          <a:pt x="695" y="171"/>
                          <a:pt x="695" y="176"/>
                          <a:pt x="696" y="176"/>
                        </a:cubicBezTo>
                        <a:cubicBezTo>
                          <a:pt x="698" y="177"/>
                          <a:pt x="700" y="175"/>
                          <a:pt x="702" y="175"/>
                        </a:cubicBezTo>
                        <a:cubicBezTo>
                          <a:pt x="731" y="174"/>
                          <a:pt x="709" y="180"/>
                          <a:pt x="717" y="191"/>
                        </a:cubicBezTo>
                        <a:cubicBezTo>
                          <a:pt x="725" y="202"/>
                          <a:pt x="725" y="202"/>
                          <a:pt x="735" y="198"/>
                        </a:cubicBezTo>
                        <a:cubicBezTo>
                          <a:pt x="738" y="196"/>
                          <a:pt x="742" y="198"/>
                          <a:pt x="743" y="195"/>
                        </a:cubicBezTo>
                        <a:cubicBezTo>
                          <a:pt x="752" y="175"/>
                          <a:pt x="731" y="185"/>
                          <a:pt x="727" y="173"/>
                        </a:cubicBezTo>
                        <a:cubicBezTo>
                          <a:pt x="726" y="170"/>
                          <a:pt x="735" y="163"/>
                          <a:pt x="738" y="159"/>
                        </a:cubicBezTo>
                        <a:cubicBezTo>
                          <a:pt x="740" y="153"/>
                          <a:pt x="735" y="146"/>
                          <a:pt x="736" y="140"/>
                        </a:cubicBezTo>
                        <a:cubicBezTo>
                          <a:pt x="738" y="133"/>
                          <a:pt x="693" y="124"/>
                          <a:pt x="685" y="120"/>
                        </a:cubicBezTo>
                        <a:cubicBezTo>
                          <a:pt x="677" y="115"/>
                          <a:pt x="687" y="111"/>
                          <a:pt x="689" y="105"/>
                        </a:cubicBezTo>
                        <a:cubicBezTo>
                          <a:pt x="691" y="100"/>
                          <a:pt x="682" y="96"/>
                          <a:pt x="682" y="91"/>
                        </a:cubicBezTo>
                        <a:cubicBezTo>
                          <a:pt x="682" y="88"/>
                          <a:pt x="700" y="84"/>
                          <a:pt x="700" y="84"/>
                        </a:cubicBezTo>
                        <a:cubicBezTo>
                          <a:pt x="712" y="76"/>
                          <a:pt x="722" y="62"/>
                          <a:pt x="736" y="55"/>
                        </a:cubicBezTo>
                        <a:cubicBezTo>
                          <a:pt x="751" y="48"/>
                          <a:pt x="767" y="43"/>
                          <a:pt x="783" y="42"/>
                        </a:cubicBezTo>
                        <a:cubicBezTo>
                          <a:pt x="784" y="42"/>
                          <a:pt x="786" y="43"/>
                          <a:pt x="787" y="43"/>
                        </a:cubicBezTo>
                        <a:cubicBezTo>
                          <a:pt x="790" y="43"/>
                          <a:pt x="794" y="42"/>
                          <a:pt x="797" y="41"/>
                        </a:cubicBezTo>
                        <a:cubicBezTo>
                          <a:pt x="801" y="39"/>
                          <a:pt x="804" y="36"/>
                          <a:pt x="808" y="34"/>
                        </a:cubicBezTo>
                        <a:cubicBezTo>
                          <a:pt x="815" y="31"/>
                          <a:pt x="798" y="39"/>
                          <a:pt x="808" y="40"/>
                        </a:cubicBezTo>
                        <a:cubicBezTo>
                          <a:pt x="812" y="39"/>
                          <a:pt x="815" y="36"/>
                          <a:pt x="818" y="34"/>
                        </a:cubicBezTo>
                        <a:cubicBezTo>
                          <a:pt x="823" y="32"/>
                          <a:pt x="829" y="33"/>
                          <a:pt x="834" y="31"/>
                        </a:cubicBezTo>
                        <a:cubicBezTo>
                          <a:pt x="836" y="30"/>
                          <a:pt x="842" y="22"/>
                          <a:pt x="845" y="22"/>
                        </a:cubicBezTo>
                        <a:cubicBezTo>
                          <a:pt x="847" y="22"/>
                          <a:pt x="846" y="26"/>
                          <a:pt x="847" y="26"/>
                        </a:cubicBezTo>
                        <a:cubicBezTo>
                          <a:pt x="854" y="30"/>
                          <a:pt x="863" y="25"/>
                          <a:pt x="870" y="25"/>
                        </a:cubicBezTo>
                        <a:cubicBezTo>
                          <a:pt x="872" y="24"/>
                          <a:pt x="875" y="24"/>
                          <a:pt x="877" y="25"/>
                        </a:cubicBezTo>
                        <a:cubicBezTo>
                          <a:pt x="879" y="25"/>
                          <a:pt x="875" y="25"/>
                          <a:pt x="875" y="26"/>
                        </a:cubicBezTo>
                        <a:cubicBezTo>
                          <a:pt x="876" y="27"/>
                          <a:pt x="877" y="26"/>
                          <a:pt x="879" y="26"/>
                        </a:cubicBezTo>
                        <a:cubicBezTo>
                          <a:pt x="882" y="25"/>
                          <a:pt x="885" y="21"/>
                          <a:pt x="889" y="21"/>
                        </a:cubicBezTo>
                        <a:cubicBezTo>
                          <a:pt x="892" y="21"/>
                          <a:pt x="894" y="26"/>
                          <a:pt x="897" y="25"/>
                        </a:cubicBezTo>
                        <a:cubicBezTo>
                          <a:pt x="900" y="24"/>
                          <a:pt x="902" y="20"/>
                          <a:pt x="902" y="16"/>
                        </a:cubicBezTo>
                        <a:cubicBezTo>
                          <a:pt x="902" y="14"/>
                          <a:pt x="899" y="16"/>
                          <a:pt x="898" y="15"/>
                        </a:cubicBezTo>
                        <a:cubicBezTo>
                          <a:pt x="895" y="13"/>
                          <a:pt x="895" y="9"/>
                          <a:pt x="893" y="6"/>
                        </a:cubicBezTo>
                        <a:cubicBezTo>
                          <a:pt x="893" y="5"/>
                          <a:pt x="892" y="3"/>
                          <a:pt x="890" y="0"/>
                        </a:cubicBezTo>
                        <a:cubicBezTo>
                          <a:pt x="1032" y="0"/>
                          <a:pt x="1032" y="0"/>
                          <a:pt x="1032" y="0"/>
                        </a:cubicBezTo>
                        <a:cubicBezTo>
                          <a:pt x="1035" y="3"/>
                          <a:pt x="1037" y="4"/>
                          <a:pt x="1036" y="7"/>
                        </a:cubicBezTo>
                        <a:cubicBezTo>
                          <a:pt x="1034" y="11"/>
                          <a:pt x="1031" y="15"/>
                          <a:pt x="1030" y="19"/>
                        </a:cubicBezTo>
                        <a:cubicBezTo>
                          <a:pt x="1029" y="20"/>
                          <a:pt x="1032" y="17"/>
                          <a:pt x="1034" y="17"/>
                        </a:cubicBezTo>
                        <a:cubicBezTo>
                          <a:pt x="1037" y="17"/>
                          <a:pt x="1051" y="23"/>
                          <a:pt x="1052" y="26"/>
                        </a:cubicBezTo>
                        <a:cubicBezTo>
                          <a:pt x="1053" y="28"/>
                          <a:pt x="1052" y="31"/>
                          <a:pt x="1050" y="32"/>
                        </a:cubicBezTo>
                        <a:cubicBezTo>
                          <a:pt x="1049" y="33"/>
                          <a:pt x="1048" y="29"/>
                          <a:pt x="1047" y="29"/>
                        </a:cubicBezTo>
                        <a:cubicBezTo>
                          <a:pt x="1046" y="29"/>
                          <a:pt x="1049" y="31"/>
                          <a:pt x="1049" y="32"/>
                        </a:cubicBezTo>
                        <a:cubicBezTo>
                          <a:pt x="1048" y="33"/>
                          <a:pt x="1046" y="34"/>
                          <a:pt x="1046" y="35"/>
                        </a:cubicBezTo>
                        <a:cubicBezTo>
                          <a:pt x="1046" y="37"/>
                          <a:pt x="1049" y="34"/>
                          <a:pt x="1049" y="35"/>
                        </a:cubicBezTo>
                        <a:cubicBezTo>
                          <a:pt x="1049" y="37"/>
                          <a:pt x="1046" y="37"/>
                          <a:pt x="1045" y="39"/>
                        </a:cubicBezTo>
                        <a:cubicBezTo>
                          <a:pt x="1045" y="39"/>
                          <a:pt x="1047" y="40"/>
                          <a:pt x="1047" y="41"/>
                        </a:cubicBezTo>
                        <a:cubicBezTo>
                          <a:pt x="1048" y="45"/>
                          <a:pt x="1050" y="50"/>
                          <a:pt x="1048" y="53"/>
                        </a:cubicBezTo>
                        <a:cubicBezTo>
                          <a:pt x="1045" y="58"/>
                          <a:pt x="1038" y="60"/>
                          <a:pt x="1034" y="58"/>
                        </a:cubicBezTo>
                        <a:cubicBezTo>
                          <a:pt x="1033" y="58"/>
                          <a:pt x="1032" y="56"/>
                          <a:pt x="1032" y="55"/>
                        </a:cubicBezTo>
                        <a:cubicBezTo>
                          <a:pt x="1032" y="55"/>
                          <a:pt x="1034" y="54"/>
                          <a:pt x="1034" y="54"/>
                        </a:cubicBezTo>
                        <a:cubicBezTo>
                          <a:pt x="1034" y="50"/>
                          <a:pt x="1037" y="41"/>
                          <a:pt x="1032" y="41"/>
                        </a:cubicBezTo>
                        <a:cubicBezTo>
                          <a:pt x="1028" y="42"/>
                          <a:pt x="1033" y="51"/>
                          <a:pt x="1030" y="54"/>
                        </a:cubicBezTo>
                        <a:cubicBezTo>
                          <a:pt x="1027" y="57"/>
                          <a:pt x="1022" y="56"/>
                          <a:pt x="1017" y="56"/>
                        </a:cubicBezTo>
                        <a:cubicBezTo>
                          <a:pt x="1015" y="56"/>
                          <a:pt x="1014" y="55"/>
                          <a:pt x="1012" y="55"/>
                        </a:cubicBezTo>
                        <a:cubicBezTo>
                          <a:pt x="1010" y="55"/>
                          <a:pt x="1014" y="59"/>
                          <a:pt x="1013" y="60"/>
                        </a:cubicBezTo>
                        <a:cubicBezTo>
                          <a:pt x="1012" y="62"/>
                          <a:pt x="1009" y="62"/>
                          <a:pt x="1009" y="64"/>
                        </a:cubicBezTo>
                        <a:cubicBezTo>
                          <a:pt x="1008" y="65"/>
                          <a:pt x="1013" y="65"/>
                          <a:pt x="1012" y="66"/>
                        </a:cubicBezTo>
                        <a:cubicBezTo>
                          <a:pt x="1004" y="77"/>
                          <a:pt x="1002" y="52"/>
                          <a:pt x="1000" y="80"/>
                        </a:cubicBezTo>
                        <a:cubicBezTo>
                          <a:pt x="1000" y="81"/>
                          <a:pt x="1004" y="77"/>
                          <a:pt x="1005" y="78"/>
                        </a:cubicBezTo>
                        <a:cubicBezTo>
                          <a:pt x="1017" y="82"/>
                          <a:pt x="1011" y="90"/>
                          <a:pt x="1026" y="84"/>
                        </a:cubicBezTo>
                        <a:cubicBezTo>
                          <a:pt x="1028" y="83"/>
                          <a:pt x="1051" y="70"/>
                          <a:pt x="1053" y="68"/>
                        </a:cubicBezTo>
                        <a:cubicBezTo>
                          <a:pt x="1059" y="62"/>
                          <a:pt x="1060" y="52"/>
                          <a:pt x="1066" y="45"/>
                        </a:cubicBezTo>
                        <a:cubicBezTo>
                          <a:pt x="1071" y="39"/>
                          <a:pt x="1082" y="41"/>
                          <a:pt x="1087" y="35"/>
                        </a:cubicBezTo>
                        <a:cubicBezTo>
                          <a:pt x="1098" y="21"/>
                          <a:pt x="1072" y="16"/>
                          <a:pt x="1070" y="7"/>
                        </a:cubicBezTo>
                        <a:cubicBezTo>
                          <a:pt x="1069" y="5"/>
                          <a:pt x="1070" y="3"/>
                          <a:pt x="1071" y="0"/>
                        </a:cubicBezTo>
                        <a:cubicBezTo>
                          <a:pt x="1825" y="0"/>
                          <a:pt x="1825" y="0"/>
                          <a:pt x="1825" y="0"/>
                        </a:cubicBezTo>
                        <a:cubicBezTo>
                          <a:pt x="1825" y="596"/>
                          <a:pt x="1825" y="596"/>
                          <a:pt x="1825" y="596"/>
                        </a:cubicBezTo>
                        <a:cubicBezTo>
                          <a:pt x="1821" y="596"/>
                          <a:pt x="1815" y="593"/>
                          <a:pt x="1810" y="603"/>
                        </a:cubicBezTo>
                        <a:cubicBezTo>
                          <a:pt x="1809" y="605"/>
                          <a:pt x="1817" y="608"/>
                          <a:pt x="1815" y="614"/>
                        </a:cubicBezTo>
                        <a:cubicBezTo>
                          <a:pt x="1811" y="627"/>
                          <a:pt x="1804" y="606"/>
                          <a:pt x="1801" y="619"/>
                        </a:cubicBezTo>
                        <a:cubicBezTo>
                          <a:pt x="1800" y="623"/>
                          <a:pt x="1808" y="629"/>
                          <a:pt x="1804" y="631"/>
                        </a:cubicBezTo>
                        <a:cubicBezTo>
                          <a:pt x="1802" y="631"/>
                          <a:pt x="1785" y="627"/>
                          <a:pt x="1786" y="625"/>
                        </a:cubicBezTo>
                        <a:cubicBezTo>
                          <a:pt x="1787" y="622"/>
                          <a:pt x="1790" y="621"/>
                          <a:pt x="1791" y="618"/>
                        </a:cubicBezTo>
                        <a:cubicBezTo>
                          <a:pt x="1792" y="615"/>
                          <a:pt x="1783" y="617"/>
                          <a:pt x="1775" y="606"/>
                        </a:cubicBezTo>
                        <a:cubicBezTo>
                          <a:pt x="1769" y="599"/>
                          <a:pt x="1782" y="602"/>
                          <a:pt x="1772" y="598"/>
                        </a:cubicBezTo>
                        <a:cubicBezTo>
                          <a:pt x="1766" y="595"/>
                          <a:pt x="1765" y="608"/>
                          <a:pt x="1752" y="598"/>
                        </a:cubicBezTo>
                        <a:cubicBezTo>
                          <a:pt x="1752" y="598"/>
                          <a:pt x="1745" y="588"/>
                          <a:pt x="1741" y="588"/>
                        </a:cubicBezTo>
                        <a:cubicBezTo>
                          <a:pt x="1736" y="587"/>
                          <a:pt x="1732" y="588"/>
                          <a:pt x="1728" y="586"/>
                        </a:cubicBezTo>
                        <a:cubicBezTo>
                          <a:pt x="1727" y="586"/>
                          <a:pt x="1726" y="578"/>
                          <a:pt x="1723" y="583"/>
                        </a:cubicBezTo>
                        <a:cubicBezTo>
                          <a:pt x="1718" y="594"/>
                          <a:pt x="1718" y="596"/>
                          <a:pt x="1719" y="606"/>
                        </a:cubicBezTo>
                        <a:cubicBezTo>
                          <a:pt x="1719" y="608"/>
                          <a:pt x="1722" y="610"/>
                          <a:pt x="1720" y="611"/>
                        </a:cubicBezTo>
                        <a:cubicBezTo>
                          <a:pt x="1712" y="619"/>
                          <a:pt x="1703" y="613"/>
                          <a:pt x="1694" y="618"/>
                        </a:cubicBezTo>
                        <a:cubicBezTo>
                          <a:pt x="1663" y="637"/>
                          <a:pt x="1701" y="618"/>
                          <a:pt x="1681" y="634"/>
                        </a:cubicBezTo>
                        <a:cubicBezTo>
                          <a:pt x="1680" y="635"/>
                          <a:pt x="1679" y="632"/>
                          <a:pt x="1678" y="632"/>
                        </a:cubicBezTo>
                        <a:cubicBezTo>
                          <a:pt x="1675" y="633"/>
                          <a:pt x="1672" y="634"/>
                          <a:pt x="1670" y="636"/>
                        </a:cubicBezTo>
                        <a:cubicBezTo>
                          <a:pt x="1667" y="639"/>
                          <a:pt x="1680" y="642"/>
                          <a:pt x="1680" y="644"/>
                        </a:cubicBezTo>
                        <a:cubicBezTo>
                          <a:pt x="1681" y="645"/>
                          <a:pt x="1676" y="643"/>
                          <a:pt x="1673" y="644"/>
                        </a:cubicBezTo>
                        <a:cubicBezTo>
                          <a:pt x="1671" y="644"/>
                          <a:pt x="1670" y="647"/>
                          <a:pt x="1668" y="648"/>
                        </a:cubicBezTo>
                        <a:cubicBezTo>
                          <a:pt x="1665" y="651"/>
                          <a:pt x="1675" y="656"/>
                          <a:pt x="1675" y="660"/>
                        </a:cubicBezTo>
                        <a:cubicBezTo>
                          <a:pt x="1676" y="666"/>
                          <a:pt x="1666" y="669"/>
                          <a:pt x="1666" y="674"/>
                        </a:cubicBezTo>
                        <a:cubicBezTo>
                          <a:pt x="1666" y="676"/>
                          <a:pt x="1667" y="677"/>
                          <a:pt x="1669" y="677"/>
                        </a:cubicBezTo>
                        <a:cubicBezTo>
                          <a:pt x="1675" y="677"/>
                          <a:pt x="1679" y="676"/>
                          <a:pt x="1677" y="686"/>
                        </a:cubicBezTo>
                        <a:cubicBezTo>
                          <a:pt x="1677" y="696"/>
                          <a:pt x="1668" y="690"/>
                          <a:pt x="1668" y="697"/>
                        </a:cubicBezTo>
                        <a:cubicBezTo>
                          <a:pt x="1668" y="719"/>
                          <a:pt x="1667" y="703"/>
                          <a:pt x="1659" y="720"/>
                        </a:cubicBezTo>
                        <a:cubicBezTo>
                          <a:pt x="1659" y="721"/>
                          <a:pt x="1662" y="723"/>
                          <a:pt x="1662" y="725"/>
                        </a:cubicBezTo>
                        <a:cubicBezTo>
                          <a:pt x="1660" y="733"/>
                          <a:pt x="1651" y="744"/>
                          <a:pt x="1647" y="752"/>
                        </a:cubicBezTo>
                        <a:cubicBezTo>
                          <a:pt x="1645" y="758"/>
                          <a:pt x="1641" y="764"/>
                          <a:pt x="1638" y="769"/>
                        </a:cubicBezTo>
                        <a:cubicBezTo>
                          <a:pt x="1638" y="771"/>
                          <a:pt x="1639" y="774"/>
                          <a:pt x="1637" y="775"/>
                        </a:cubicBezTo>
                        <a:cubicBezTo>
                          <a:pt x="1634" y="775"/>
                          <a:pt x="1634" y="770"/>
                          <a:pt x="1631" y="770"/>
                        </a:cubicBezTo>
                        <a:cubicBezTo>
                          <a:pt x="1627" y="770"/>
                          <a:pt x="1633" y="779"/>
                          <a:pt x="1632" y="783"/>
                        </a:cubicBezTo>
                        <a:cubicBezTo>
                          <a:pt x="1630" y="786"/>
                          <a:pt x="1625" y="787"/>
                          <a:pt x="1623" y="789"/>
                        </a:cubicBezTo>
                        <a:cubicBezTo>
                          <a:pt x="1621" y="790"/>
                          <a:pt x="1626" y="791"/>
                          <a:pt x="1626" y="793"/>
                        </a:cubicBezTo>
                        <a:cubicBezTo>
                          <a:pt x="1625" y="798"/>
                          <a:pt x="1617" y="798"/>
                          <a:pt x="1621" y="804"/>
                        </a:cubicBezTo>
                        <a:cubicBezTo>
                          <a:pt x="1624" y="808"/>
                          <a:pt x="1633" y="810"/>
                          <a:pt x="1632" y="815"/>
                        </a:cubicBezTo>
                        <a:cubicBezTo>
                          <a:pt x="1629" y="822"/>
                          <a:pt x="1625" y="817"/>
                          <a:pt x="1620" y="818"/>
                        </a:cubicBezTo>
                        <a:cubicBezTo>
                          <a:pt x="1614" y="819"/>
                          <a:pt x="1620" y="830"/>
                          <a:pt x="1611" y="831"/>
                        </a:cubicBezTo>
                        <a:cubicBezTo>
                          <a:pt x="1610" y="831"/>
                          <a:pt x="1610" y="829"/>
                          <a:pt x="1610" y="830"/>
                        </a:cubicBezTo>
                        <a:cubicBezTo>
                          <a:pt x="1607" y="838"/>
                          <a:pt x="1601" y="846"/>
                          <a:pt x="1597" y="854"/>
                        </a:cubicBezTo>
                        <a:cubicBezTo>
                          <a:pt x="1596" y="857"/>
                          <a:pt x="1610" y="855"/>
                          <a:pt x="1600" y="863"/>
                        </a:cubicBezTo>
                        <a:cubicBezTo>
                          <a:pt x="1598" y="864"/>
                          <a:pt x="1594" y="862"/>
                          <a:pt x="1591" y="864"/>
                        </a:cubicBezTo>
                        <a:cubicBezTo>
                          <a:pt x="1587" y="868"/>
                          <a:pt x="1590" y="875"/>
                          <a:pt x="1587" y="880"/>
                        </a:cubicBezTo>
                        <a:cubicBezTo>
                          <a:pt x="1586" y="881"/>
                          <a:pt x="1585" y="880"/>
                          <a:pt x="1584" y="881"/>
                        </a:cubicBezTo>
                        <a:cubicBezTo>
                          <a:pt x="1582" y="883"/>
                          <a:pt x="1580" y="885"/>
                          <a:pt x="1579" y="888"/>
                        </a:cubicBezTo>
                        <a:cubicBezTo>
                          <a:pt x="1578" y="889"/>
                          <a:pt x="1583" y="890"/>
                          <a:pt x="1582" y="892"/>
                        </a:cubicBezTo>
                        <a:cubicBezTo>
                          <a:pt x="1580" y="898"/>
                          <a:pt x="1565" y="905"/>
                          <a:pt x="1569" y="912"/>
                        </a:cubicBezTo>
                        <a:cubicBezTo>
                          <a:pt x="1570" y="915"/>
                          <a:pt x="1576" y="918"/>
                          <a:pt x="1577" y="921"/>
                        </a:cubicBezTo>
                        <a:cubicBezTo>
                          <a:pt x="1578" y="924"/>
                          <a:pt x="1570" y="923"/>
                          <a:pt x="1568" y="922"/>
                        </a:cubicBezTo>
                        <a:cubicBezTo>
                          <a:pt x="1566" y="920"/>
                          <a:pt x="1567" y="915"/>
                          <a:pt x="1565" y="916"/>
                        </a:cubicBezTo>
                        <a:cubicBezTo>
                          <a:pt x="1560" y="919"/>
                          <a:pt x="1553" y="923"/>
                          <a:pt x="1552" y="929"/>
                        </a:cubicBezTo>
                        <a:cubicBezTo>
                          <a:pt x="1552" y="932"/>
                          <a:pt x="1558" y="932"/>
                          <a:pt x="1558" y="935"/>
                        </a:cubicBezTo>
                        <a:cubicBezTo>
                          <a:pt x="1558" y="937"/>
                          <a:pt x="1554" y="939"/>
                          <a:pt x="1552" y="939"/>
                        </a:cubicBezTo>
                        <a:cubicBezTo>
                          <a:pt x="1550" y="939"/>
                          <a:pt x="1550" y="936"/>
                          <a:pt x="1548" y="937"/>
                        </a:cubicBezTo>
                        <a:cubicBezTo>
                          <a:pt x="1544" y="939"/>
                          <a:pt x="1544" y="946"/>
                          <a:pt x="1543" y="946"/>
                        </a:cubicBezTo>
                        <a:cubicBezTo>
                          <a:pt x="1541" y="946"/>
                          <a:pt x="1535" y="944"/>
                          <a:pt x="1534" y="944"/>
                        </a:cubicBezTo>
                        <a:cubicBezTo>
                          <a:pt x="1522" y="947"/>
                          <a:pt x="1535" y="960"/>
                          <a:pt x="1533" y="961"/>
                        </a:cubicBezTo>
                        <a:cubicBezTo>
                          <a:pt x="1527" y="963"/>
                          <a:pt x="1531" y="949"/>
                          <a:pt x="1526" y="963"/>
                        </a:cubicBezTo>
                        <a:cubicBezTo>
                          <a:pt x="1523" y="974"/>
                          <a:pt x="1539" y="959"/>
                          <a:pt x="1540" y="967"/>
                        </a:cubicBezTo>
                        <a:cubicBezTo>
                          <a:pt x="1540" y="970"/>
                          <a:pt x="1539" y="974"/>
                          <a:pt x="1540" y="977"/>
                        </a:cubicBezTo>
                        <a:cubicBezTo>
                          <a:pt x="1540" y="978"/>
                          <a:pt x="1543" y="979"/>
                          <a:pt x="1543" y="980"/>
                        </a:cubicBezTo>
                        <a:cubicBezTo>
                          <a:pt x="1542" y="982"/>
                          <a:pt x="1537" y="987"/>
                          <a:pt x="1539" y="987"/>
                        </a:cubicBezTo>
                        <a:cubicBezTo>
                          <a:pt x="1539" y="987"/>
                          <a:pt x="1556" y="977"/>
                          <a:pt x="1556" y="977"/>
                        </a:cubicBezTo>
                        <a:cubicBezTo>
                          <a:pt x="1557" y="976"/>
                          <a:pt x="1555" y="974"/>
                          <a:pt x="1555" y="972"/>
                        </a:cubicBezTo>
                        <a:cubicBezTo>
                          <a:pt x="1556" y="970"/>
                          <a:pt x="1563" y="964"/>
                          <a:pt x="1565" y="972"/>
                        </a:cubicBezTo>
                        <a:cubicBezTo>
                          <a:pt x="1566" y="975"/>
                          <a:pt x="1565" y="979"/>
                          <a:pt x="1563" y="981"/>
                        </a:cubicBezTo>
                        <a:cubicBezTo>
                          <a:pt x="1561" y="983"/>
                          <a:pt x="1559" y="979"/>
                          <a:pt x="1557" y="980"/>
                        </a:cubicBezTo>
                        <a:cubicBezTo>
                          <a:pt x="1552" y="981"/>
                          <a:pt x="1558" y="995"/>
                          <a:pt x="1563" y="996"/>
                        </a:cubicBezTo>
                        <a:cubicBezTo>
                          <a:pt x="1572" y="999"/>
                          <a:pt x="1580" y="985"/>
                          <a:pt x="1582" y="984"/>
                        </a:cubicBezTo>
                        <a:cubicBezTo>
                          <a:pt x="1585" y="983"/>
                          <a:pt x="1587" y="985"/>
                          <a:pt x="1590" y="984"/>
                        </a:cubicBezTo>
                        <a:cubicBezTo>
                          <a:pt x="1593" y="984"/>
                          <a:pt x="1601" y="974"/>
                          <a:pt x="1606" y="980"/>
                        </a:cubicBezTo>
                        <a:cubicBezTo>
                          <a:pt x="1615" y="992"/>
                          <a:pt x="1604" y="992"/>
                          <a:pt x="1600" y="994"/>
                        </a:cubicBezTo>
                        <a:cubicBezTo>
                          <a:pt x="1598" y="996"/>
                          <a:pt x="1598" y="1001"/>
                          <a:pt x="1595" y="1003"/>
                        </a:cubicBezTo>
                        <a:cubicBezTo>
                          <a:pt x="1593" y="1005"/>
                          <a:pt x="1589" y="1001"/>
                          <a:pt x="1586" y="1003"/>
                        </a:cubicBezTo>
                        <a:cubicBezTo>
                          <a:pt x="1583" y="1005"/>
                          <a:pt x="1582" y="1009"/>
                          <a:pt x="1580" y="1011"/>
                        </a:cubicBezTo>
                        <a:cubicBezTo>
                          <a:pt x="1578" y="1014"/>
                          <a:pt x="1574" y="1017"/>
                          <a:pt x="1574" y="1020"/>
                        </a:cubicBezTo>
                        <a:cubicBezTo>
                          <a:pt x="1573" y="1022"/>
                          <a:pt x="1578" y="1019"/>
                          <a:pt x="1579" y="1021"/>
                        </a:cubicBezTo>
                        <a:cubicBezTo>
                          <a:pt x="1583" y="1024"/>
                          <a:pt x="1571" y="1047"/>
                          <a:pt x="1580" y="1047"/>
                        </a:cubicBezTo>
                        <a:cubicBezTo>
                          <a:pt x="1582" y="1048"/>
                          <a:pt x="1583" y="1044"/>
                          <a:pt x="1586" y="1045"/>
                        </a:cubicBezTo>
                        <a:cubicBezTo>
                          <a:pt x="1588" y="1046"/>
                          <a:pt x="1588" y="1050"/>
                          <a:pt x="1591" y="1051"/>
                        </a:cubicBezTo>
                        <a:cubicBezTo>
                          <a:pt x="1593" y="1052"/>
                          <a:pt x="1595" y="1048"/>
                          <a:pt x="1597" y="1049"/>
                        </a:cubicBezTo>
                        <a:cubicBezTo>
                          <a:pt x="1601" y="1050"/>
                          <a:pt x="1606" y="1052"/>
                          <a:pt x="1608" y="1056"/>
                        </a:cubicBezTo>
                        <a:cubicBezTo>
                          <a:pt x="1608" y="1056"/>
                          <a:pt x="1605" y="1078"/>
                          <a:pt x="1604" y="1078"/>
                        </a:cubicBezTo>
                        <a:cubicBezTo>
                          <a:pt x="1603" y="1081"/>
                          <a:pt x="1599" y="1082"/>
                          <a:pt x="1598" y="1084"/>
                        </a:cubicBezTo>
                        <a:cubicBezTo>
                          <a:pt x="1595" y="1090"/>
                          <a:pt x="1599" y="1096"/>
                          <a:pt x="1597" y="1101"/>
                        </a:cubicBezTo>
                        <a:cubicBezTo>
                          <a:pt x="1595" y="1105"/>
                          <a:pt x="1586" y="1105"/>
                          <a:pt x="1593" y="1110"/>
                        </a:cubicBezTo>
                        <a:cubicBezTo>
                          <a:pt x="1602" y="1116"/>
                          <a:pt x="1606" y="1106"/>
                          <a:pt x="1615" y="1103"/>
                        </a:cubicBezTo>
                        <a:cubicBezTo>
                          <a:pt x="1620" y="1101"/>
                          <a:pt x="1613" y="1118"/>
                          <a:pt x="1619" y="1114"/>
                        </a:cubicBezTo>
                        <a:cubicBezTo>
                          <a:pt x="1627" y="1111"/>
                          <a:pt x="1632" y="1103"/>
                          <a:pt x="1640" y="1100"/>
                        </a:cubicBezTo>
                        <a:cubicBezTo>
                          <a:pt x="1643" y="1100"/>
                          <a:pt x="1645" y="1107"/>
                          <a:pt x="1649" y="1106"/>
                        </a:cubicBezTo>
                        <a:cubicBezTo>
                          <a:pt x="1667" y="1101"/>
                          <a:pt x="1648" y="1091"/>
                          <a:pt x="1677" y="1099"/>
                        </a:cubicBezTo>
                        <a:cubicBezTo>
                          <a:pt x="1678" y="1099"/>
                          <a:pt x="1680" y="1096"/>
                          <a:pt x="1681" y="1097"/>
                        </a:cubicBezTo>
                        <a:cubicBezTo>
                          <a:pt x="1682" y="1100"/>
                          <a:pt x="1679" y="1101"/>
                          <a:pt x="1679" y="1103"/>
                        </a:cubicBezTo>
                        <a:cubicBezTo>
                          <a:pt x="1680" y="1112"/>
                          <a:pt x="1698" y="1125"/>
                          <a:pt x="1695" y="1133"/>
                        </a:cubicBezTo>
                        <a:cubicBezTo>
                          <a:pt x="1691" y="1147"/>
                          <a:pt x="1679" y="1169"/>
                          <a:pt x="1664" y="1174"/>
                        </a:cubicBezTo>
                        <a:cubicBezTo>
                          <a:pt x="1656" y="1177"/>
                          <a:pt x="1653" y="1168"/>
                          <a:pt x="1647" y="1170"/>
                        </a:cubicBezTo>
                        <a:cubicBezTo>
                          <a:pt x="1641" y="1175"/>
                          <a:pt x="1662" y="1195"/>
                          <a:pt x="1647" y="1211"/>
                        </a:cubicBezTo>
                        <a:cubicBezTo>
                          <a:pt x="1635" y="1223"/>
                          <a:pt x="1653" y="1195"/>
                          <a:pt x="1637" y="1204"/>
                        </a:cubicBezTo>
                        <a:cubicBezTo>
                          <a:pt x="1631" y="1208"/>
                          <a:pt x="1625" y="1215"/>
                          <a:pt x="1616" y="1217"/>
                        </a:cubicBezTo>
                        <a:cubicBezTo>
                          <a:pt x="1614" y="1219"/>
                          <a:pt x="1612" y="1218"/>
                          <a:pt x="1609" y="1217"/>
                        </a:cubicBezTo>
                        <a:cubicBezTo>
                          <a:pt x="1608" y="1217"/>
                          <a:pt x="1607" y="1215"/>
                          <a:pt x="1606" y="1215"/>
                        </a:cubicBezTo>
                        <a:cubicBezTo>
                          <a:pt x="1604" y="1216"/>
                          <a:pt x="1603" y="1219"/>
                          <a:pt x="1602" y="1219"/>
                        </a:cubicBezTo>
                        <a:cubicBezTo>
                          <a:pt x="1600" y="1219"/>
                          <a:pt x="1600" y="1215"/>
                          <a:pt x="1599" y="1215"/>
                        </a:cubicBezTo>
                        <a:cubicBezTo>
                          <a:pt x="1598" y="1215"/>
                          <a:pt x="1597" y="1217"/>
                          <a:pt x="1596" y="1217"/>
                        </a:cubicBezTo>
                        <a:cubicBezTo>
                          <a:pt x="1595" y="1217"/>
                          <a:pt x="1594" y="1216"/>
                          <a:pt x="1593" y="1215"/>
                        </a:cubicBezTo>
                        <a:cubicBezTo>
                          <a:pt x="1591" y="1212"/>
                          <a:pt x="1592" y="1204"/>
                          <a:pt x="1585" y="1207"/>
                        </a:cubicBezTo>
                        <a:cubicBezTo>
                          <a:pt x="1583" y="1207"/>
                          <a:pt x="1581" y="1210"/>
                          <a:pt x="1578" y="1211"/>
                        </a:cubicBezTo>
                        <a:cubicBezTo>
                          <a:pt x="1577" y="1211"/>
                          <a:pt x="1576" y="1208"/>
                          <a:pt x="1574" y="1208"/>
                        </a:cubicBezTo>
                        <a:cubicBezTo>
                          <a:pt x="1573" y="1208"/>
                          <a:pt x="1573" y="1208"/>
                          <a:pt x="1573" y="1208"/>
                        </a:cubicBezTo>
                        <a:cubicBezTo>
                          <a:pt x="1573" y="1208"/>
                          <a:pt x="1573" y="1208"/>
                          <a:pt x="1573" y="1208"/>
                        </a:cubicBezTo>
                        <a:cubicBezTo>
                          <a:pt x="1573" y="1208"/>
                          <a:pt x="1573" y="1208"/>
                          <a:pt x="1573" y="1208"/>
                        </a:cubicBezTo>
                        <a:cubicBezTo>
                          <a:pt x="1566" y="1212"/>
                          <a:pt x="1573" y="1214"/>
                          <a:pt x="1573" y="1217"/>
                        </a:cubicBezTo>
                        <a:cubicBezTo>
                          <a:pt x="1569" y="1220"/>
                          <a:pt x="1561" y="1222"/>
                          <a:pt x="1560" y="1223"/>
                        </a:cubicBezTo>
                        <a:cubicBezTo>
                          <a:pt x="1559" y="1224"/>
                          <a:pt x="1559" y="1224"/>
                          <a:pt x="1559" y="1225"/>
                        </a:cubicBezTo>
                        <a:cubicBezTo>
                          <a:pt x="1563" y="1223"/>
                          <a:pt x="1571" y="1221"/>
                          <a:pt x="1573" y="1217"/>
                        </a:cubicBezTo>
                        <a:cubicBezTo>
                          <a:pt x="1570" y="1221"/>
                          <a:pt x="1558" y="1225"/>
                          <a:pt x="1557" y="1226"/>
                        </a:cubicBezTo>
                        <a:cubicBezTo>
                          <a:pt x="1553" y="1229"/>
                          <a:pt x="1562" y="1236"/>
                          <a:pt x="1564" y="1240"/>
                        </a:cubicBezTo>
                        <a:cubicBezTo>
                          <a:pt x="1563" y="1240"/>
                          <a:pt x="1561" y="1240"/>
                          <a:pt x="1560" y="1241"/>
                        </a:cubicBezTo>
                        <a:cubicBezTo>
                          <a:pt x="1560" y="1241"/>
                          <a:pt x="1560" y="1242"/>
                          <a:pt x="1560" y="1242"/>
                        </a:cubicBezTo>
                        <a:cubicBezTo>
                          <a:pt x="1560" y="1242"/>
                          <a:pt x="1561" y="1242"/>
                          <a:pt x="1563" y="1242"/>
                        </a:cubicBezTo>
                        <a:cubicBezTo>
                          <a:pt x="1560" y="1242"/>
                          <a:pt x="1558" y="1242"/>
                          <a:pt x="1557" y="1244"/>
                        </a:cubicBezTo>
                        <a:cubicBezTo>
                          <a:pt x="1556" y="1246"/>
                          <a:pt x="1558" y="1248"/>
                          <a:pt x="1557" y="1250"/>
                        </a:cubicBezTo>
                        <a:cubicBezTo>
                          <a:pt x="1552" y="1250"/>
                          <a:pt x="1540" y="1242"/>
                          <a:pt x="1539" y="1242"/>
                        </a:cubicBezTo>
                        <a:cubicBezTo>
                          <a:pt x="1538" y="1242"/>
                          <a:pt x="1537" y="1243"/>
                          <a:pt x="1536" y="1245"/>
                        </a:cubicBezTo>
                        <a:cubicBezTo>
                          <a:pt x="1534" y="1245"/>
                          <a:pt x="1533" y="1249"/>
                          <a:pt x="1531" y="1250"/>
                        </a:cubicBezTo>
                        <a:cubicBezTo>
                          <a:pt x="1532" y="1250"/>
                          <a:pt x="1532" y="1250"/>
                          <a:pt x="1532" y="1250"/>
                        </a:cubicBezTo>
                        <a:cubicBezTo>
                          <a:pt x="1530" y="1251"/>
                          <a:pt x="1525" y="1254"/>
                          <a:pt x="1524" y="1256"/>
                        </a:cubicBezTo>
                        <a:cubicBezTo>
                          <a:pt x="1525" y="1255"/>
                          <a:pt x="1527" y="1254"/>
                          <a:pt x="1529" y="1253"/>
                        </a:cubicBezTo>
                        <a:cubicBezTo>
                          <a:pt x="1525" y="1255"/>
                          <a:pt x="1520" y="1259"/>
                          <a:pt x="1520" y="1262"/>
                        </a:cubicBezTo>
                        <a:cubicBezTo>
                          <a:pt x="1521" y="1263"/>
                          <a:pt x="1525" y="1263"/>
                          <a:pt x="1525" y="1266"/>
                        </a:cubicBezTo>
                        <a:cubicBezTo>
                          <a:pt x="1521" y="1265"/>
                          <a:pt x="1516" y="1263"/>
                          <a:pt x="1516" y="1263"/>
                        </a:cubicBezTo>
                        <a:cubicBezTo>
                          <a:pt x="1514" y="1264"/>
                          <a:pt x="1514" y="1266"/>
                          <a:pt x="1515" y="1267"/>
                        </a:cubicBezTo>
                        <a:cubicBezTo>
                          <a:pt x="1513" y="1266"/>
                          <a:pt x="1513" y="1266"/>
                          <a:pt x="1512" y="1266"/>
                        </a:cubicBezTo>
                        <a:cubicBezTo>
                          <a:pt x="1509" y="1272"/>
                          <a:pt x="1520" y="1275"/>
                          <a:pt x="1516" y="1283"/>
                        </a:cubicBezTo>
                        <a:cubicBezTo>
                          <a:pt x="1516" y="1283"/>
                          <a:pt x="1516" y="1282"/>
                          <a:pt x="1516" y="1281"/>
                        </a:cubicBezTo>
                        <a:cubicBezTo>
                          <a:pt x="1514" y="1281"/>
                          <a:pt x="1512" y="1281"/>
                          <a:pt x="1512" y="1283"/>
                        </a:cubicBezTo>
                        <a:cubicBezTo>
                          <a:pt x="1511" y="1283"/>
                          <a:pt x="1511" y="1284"/>
                          <a:pt x="1511" y="1285"/>
                        </a:cubicBezTo>
                        <a:cubicBezTo>
                          <a:pt x="1512" y="1284"/>
                          <a:pt x="1512" y="1284"/>
                          <a:pt x="1513" y="1284"/>
                        </a:cubicBezTo>
                        <a:cubicBezTo>
                          <a:pt x="1511" y="1285"/>
                          <a:pt x="1509" y="1284"/>
                          <a:pt x="1509" y="1286"/>
                        </a:cubicBezTo>
                        <a:cubicBezTo>
                          <a:pt x="1507" y="1289"/>
                          <a:pt x="1514" y="1295"/>
                          <a:pt x="1514" y="1298"/>
                        </a:cubicBezTo>
                        <a:cubicBezTo>
                          <a:pt x="1514" y="1298"/>
                          <a:pt x="1510" y="1316"/>
                          <a:pt x="1509" y="1322"/>
                        </a:cubicBezTo>
                        <a:cubicBezTo>
                          <a:pt x="1505" y="1321"/>
                          <a:pt x="1501" y="1318"/>
                          <a:pt x="1498" y="1318"/>
                        </a:cubicBezTo>
                        <a:cubicBezTo>
                          <a:pt x="1497" y="1318"/>
                          <a:pt x="1496" y="1319"/>
                          <a:pt x="1496" y="1320"/>
                        </a:cubicBezTo>
                        <a:cubicBezTo>
                          <a:pt x="1496" y="1321"/>
                          <a:pt x="1497" y="1321"/>
                          <a:pt x="1499" y="1322"/>
                        </a:cubicBezTo>
                        <a:cubicBezTo>
                          <a:pt x="1497" y="1321"/>
                          <a:pt x="1496" y="1320"/>
                          <a:pt x="1495" y="1321"/>
                        </a:cubicBezTo>
                        <a:cubicBezTo>
                          <a:pt x="1494" y="1321"/>
                          <a:pt x="1494" y="1322"/>
                          <a:pt x="1493" y="1323"/>
                        </a:cubicBezTo>
                        <a:cubicBezTo>
                          <a:pt x="1493" y="1323"/>
                          <a:pt x="1493" y="1323"/>
                          <a:pt x="1493" y="1323"/>
                        </a:cubicBezTo>
                        <a:cubicBezTo>
                          <a:pt x="1486" y="1323"/>
                          <a:pt x="1454" y="1310"/>
                          <a:pt x="1449" y="1321"/>
                        </a:cubicBezTo>
                        <a:cubicBezTo>
                          <a:pt x="1453" y="1319"/>
                          <a:pt x="1458" y="1319"/>
                          <a:pt x="1465" y="1320"/>
                        </a:cubicBezTo>
                        <a:cubicBezTo>
                          <a:pt x="1455" y="1319"/>
                          <a:pt x="1447" y="1319"/>
                          <a:pt x="1446" y="1326"/>
                        </a:cubicBezTo>
                        <a:cubicBezTo>
                          <a:pt x="1445" y="1328"/>
                          <a:pt x="1445" y="1331"/>
                          <a:pt x="1448" y="1332"/>
                        </a:cubicBezTo>
                        <a:cubicBezTo>
                          <a:pt x="1449" y="1333"/>
                          <a:pt x="1454" y="1328"/>
                          <a:pt x="1457" y="1332"/>
                        </a:cubicBezTo>
                        <a:cubicBezTo>
                          <a:pt x="1460" y="1336"/>
                          <a:pt x="1470" y="1347"/>
                          <a:pt x="1469" y="1353"/>
                        </a:cubicBezTo>
                        <a:cubicBezTo>
                          <a:pt x="1468" y="1354"/>
                          <a:pt x="1467" y="1355"/>
                          <a:pt x="1466" y="1356"/>
                        </a:cubicBezTo>
                        <a:cubicBezTo>
                          <a:pt x="1467" y="1355"/>
                          <a:pt x="1468" y="1354"/>
                          <a:pt x="1468" y="1353"/>
                        </a:cubicBezTo>
                        <a:cubicBezTo>
                          <a:pt x="1465" y="1355"/>
                          <a:pt x="1462" y="1355"/>
                          <a:pt x="1460" y="1352"/>
                        </a:cubicBezTo>
                        <a:cubicBezTo>
                          <a:pt x="1457" y="1349"/>
                          <a:pt x="1456" y="1345"/>
                          <a:pt x="1454" y="1342"/>
                        </a:cubicBezTo>
                        <a:cubicBezTo>
                          <a:pt x="1454" y="1340"/>
                          <a:pt x="1456" y="1335"/>
                          <a:pt x="1453" y="1335"/>
                        </a:cubicBezTo>
                        <a:cubicBezTo>
                          <a:pt x="1453" y="1335"/>
                          <a:pt x="1436" y="1336"/>
                          <a:pt x="1436" y="1336"/>
                        </a:cubicBezTo>
                        <a:cubicBezTo>
                          <a:pt x="1436" y="1336"/>
                          <a:pt x="1435" y="1336"/>
                          <a:pt x="1432" y="1338"/>
                        </a:cubicBezTo>
                        <a:cubicBezTo>
                          <a:pt x="1421" y="1333"/>
                          <a:pt x="1435" y="1327"/>
                          <a:pt x="1415" y="1331"/>
                        </a:cubicBezTo>
                        <a:cubicBezTo>
                          <a:pt x="1411" y="1332"/>
                          <a:pt x="1408" y="1337"/>
                          <a:pt x="1404" y="1337"/>
                        </a:cubicBezTo>
                        <a:cubicBezTo>
                          <a:pt x="1387" y="1336"/>
                          <a:pt x="1403" y="1322"/>
                          <a:pt x="1380" y="1329"/>
                        </a:cubicBezTo>
                        <a:cubicBezTo>
                          <a:pt x="1374" y="1331"/>
                          <a:pt x="1355" y="1355"/>
                          <a:pt x="1350" y="1353"/>
                        </a:cubicBezTo>
                        <a:cubicBezTo>
                          <a:pt x="1344" y="1349"/>
                          <a:pt x="1339" y="1341"/>
                          <a:pt x="1332" y="1338"/>
                        </a:cubicBezTo>
                        <a:cubicBezTo>
                          <a:pt x="1331" y="1337"/>
                          <a:pt x="1332" y="1340"/>
                          <a:pt x="1332" y="1341"/>
                        </a:cubicBezTo>
                        <a:cubicBezTo>
                          <a:pt x="1331" y="1345"/>
                          <a:pt x="1330" y="1349"/>
                          <a:pt x="1327" y="1352"/>
                        </a:cubicBezTo>
                        <a:cubicBezTo>
                          <a:pt x="1325" y="1354"/>
                          <a:pt x="1322" y="1354"/>
                          <a:pt x="1320" y="1355"/>
                        </a:cubicBezTo>
                        <a:cubicBezTo>
                          <a:pt x="1312" y="1365"/>
                          <a:pt x="1326" y="1367"/>
                          <a:pt x="1322" y="1376"/>
                        </a:cubicBezTo>
                        <a:cubicBezTo>
                          <a:pt x="1319" y="1380"/>
                          <a:pt x="1316" y="1367"/>
                          <a:pt x="1313" y="1373"/>
                        </a:cubicBezTo>
                        <a:cubicBezTo>
                          <a:pt x="1310" y="1380"/>
                          <a:pt x="1315" y="1384"/>
                          <a:pt x="1305" y="1384"/>
                        </a:cubicBezTo>
                        <a:cubicBezTo>
                          <a:pt x="1294" y="1385"/>
                          <a:pt x="1310" y="1377"/>
                          <a:pt x="1303" y="1374"/>
                        </a:cubicBezTo>
                        <a:cubicBezTo>
                          <a:pt x="1291" y="1367"/>
                          <a:pt x="1293" y="1379"/>
                          <a:pt x="1284" y="1381"/>
                        </a:cubicBezTo>
                        <a:cubicBezTo>
                          <a:pt x="1280" y="1382"/>
                          <a:pt x="1277" y="1379"/>
                          <a:pt x="1273" y="1380"/>
                        </a:cubicBezTo>
                        <a:cubicBezTo>
                          <a:pt x="1272" y="1380"/>
                          <a:pt x="1282" y="1388"/>
                          <a:pt x="1282" y="1389"/>
                        </a:cubicBezTo>
                        <a:cubicBezTo>
                          <a:pt x="1278" y="1407"/>
                          <a:pt x="1279" y="1381"/>
                          <a:pt x="1273" y="1392"/>
                        </a:cubicBezTo>
                        <a:cubicBezTo>
                          <a:pt x="1269" y="1398"/>
                          <a:pt x="1277" y="1400"/>
                          <a:pt x="1277" y="1405"/>
                        </a:cubicBezTo>
                        <a:cubicBezTo>
                          <a:pt x="1277" y="1405"/>
                          <a:pt x="1274" y="1425"/>
                          <a:pt x="1273" y="1426"/>
                        </a:cubicBezTo>
                        <a:cubicBezTo>
                          <a:pt x="1271" y="1429"/>
                          <a:pt x="1267" y="1431"/>
                          <a:pt x="1265" y="1434"/>
                        </a:cubicBezTo>
                        <a:cubicBezTo>
                          <a:pt x="1263" y="1438"/>
                          <a:pt x="1265" y="1443"/>
                          <a:pt x="1263" y="1447"/>
                        </a:cubicBezTo>
                        <a:cubicBezTo>
                          <a:pt x="1260" y="1451"/>
                          <a:pt x="1251" y="1449"/>
                          <a:pt x="1249" y="1454"/>
                        </a:cubicBezTo>
                        <a:cubicBezTo>
                          <a:pt x="1245" y="1469"/>
                          <a:pt x="1259" y="1469"/>
                          <a:pt x="1258" y="1472"/>
                        </a:cubicBezTo>
                        <a:cubicBezTo>
                          <a:pt x="1257" y="1475"/>
                          <a:pt x="1255" y="1478"/>
                          <a:pt x="1253" y="1481"/>
                        </a:cubicBezTo>
                        <a:cubicBezTo>
                          <a:pt x="1253" y="1482"/>
                          <a:pt x="1251" y="1482"/>
                          <a:pt x="1250" y="1483"/>
                        </a:cubicBezTo>
                        <a:cubicBezTo>
                          <a:pt x="1250" y="1483"/>
                          <a:pt x="1247" y="1501"/>
                          <a:pt x="1246" y="1502"/>
                        </a:cubicBezTo>
                        <a:cubicBezTo>
                          <a:pt x="1244" y="1507"/>
                          <a:pt x="1233" y="1505"/>
                          <a:pt x="1233" y="1507"/>
                        </a:cubicBezTo>
                        <a:cubicBezTo>
                          <a:pt x="1233" y="1511"/>
                          <a:pt x="1239" y="1508"/>
                          <a:pt x="1239" y="1508"/>
                        </a:cubicBezTo>
                        <a:cubicBezTo>
                          <a:pt x="1243" y="1511"/>
                          <a:pt x="1256" y="1527"/>
                          <a:pt x="1260" y="1530"/>
                        </a:cubicBezTo>
                        <a:cubicBezTo>
                          <a:pt x="1261" y="1532"/>
                          <a:pt x="1260" y="1535"/>
                          <a:pt x="1262" y="1537"/>
                        </a:cubicBezTo>
                        <a:cubicBezTo>
                          <a:pt x="1266" y="1541"/>
                          <a:pt x="1267" y="1528"/>
                          <a:pt x="1270" y="1539"/>
                        </a:cubicBezTo>
                        <a:cubicBezTo>
                          <a:pt x="1271" y="1541"/>
                          <a:pt x="1271" y="1544"/>
                          <a:pt x="1270" y="1546"/>
                        </a:cubicBezTo>
                        <a:cubicBezTo>
                          <a:pt x="1256" y="1579"/>
                          <a:pt x="1248" y="1560"/>
                          <a:pt x="1228" y="1552"/>
                        </a:cubicBezTo>
                        <a:cubicBezTo>
                          <a:pt x="1226" y="1551"/>
                          <a:pt x="1203" y="1541"/>
                          <a:pt x="1201" y="1544"/>
                        </a:cubicBezTo>
                        <a:cubicBezTo>
                          <a:pt x="1199" y="1551"/>
                          <a:pt x="1194" y="1562"/>
                          <a:pt x="1199" y="1569"/>
                        </a:cubicBezTo>
                        <a:cubicBezTo>
                          <a:pt x="1200" y="1571"/>
                          <a:pt x="1205" y="1572"/>
                          <a:pt x="1205" y="1574"/>
                        </a:cubicBezTo>
                        <a:cubicBezTo>
                          <a:pt x="1206" y="1587"/>
                          <a:pt x="1196" y="1590"/>
                          <a:pt x="1196" y="1597"/>
                        </a:cubicBezTo>
                        <a:cubicBezTo>
                          <a:pt x="1196" y="1599"/>
                          <a:pt x="1210" y="1637"/>
                          <a:pt x="1210" y="1637"/>
                        </a:cubicBezTo>
                        <a:cubicBezTo>
                          <a:pt x="1213" y="1640"/>
                          <a:pt x="1224" y="1635"/>
                          <a:pt x="1227" y="1642"/>
                        </a:cubicBezTo>
                        <a:cubicBezTo>
                          <a:pt x="1231" y="1651"/>
                          <a:pt x="1225" y="1656"/>
                          <a:pt x="1224" y="1664"/>
                        </a:cubicBezTo>
                        <a:cubicBezTo>
                          <a:pt x="1223" y="1672"/>
                          <a:pt x="1227" y="1686"/>
                          <a:pt x="1228" y="1695"/>
                        </a:cubicBezTo>
                        <a:cubicBezTo>
                          <a:pt x="1229" y="1698"/>
                          <a:pt x="1228" y="1703"/>
                          <a:pt x="1230" y="1705"/>
                        </a:cubicBezTo>
                        <a:cubicBezTo>
                          <a:pt x="1232" y="1706"/>
                          <a:pt x="1259" y="1700"/>
                          <a:pt x="1263" y="1701"/>
                        </a:cubicBezTo>
                        <a:cubicBezTo>
                          <a:pt x="1267" y="1702"/>
                          <a:pt x="1264" y="1709"/>
                          <a:pt x="1267" y="1711"/>
                        </a:cubicBezTo>
                        <a:cubicBezTo>
                          <a:pt x="1269" y="1712"/>
                          <a:pt x="1271" y="1709"/>
                          <a:pt x="1272" y="1710"/>
                        </a:cubicBezTo>
                        <a:cubicBezTo>
                          <a:pt x="1273" y="1711"/>
                          <a:pt x="1272" y="1714"/>
                          <a:pt x="1272" y="1716"/>
                        </a:cubicBezTo>
                        <a:cubicBezTo>
                          <a:pt x="1271" y="1717"/>
                          <a:pt x="1268" y="1718"/>
                          <a:pt x="1269" y="1719"/>
                        </a:cubicBezTo>
                        <a:cubicBezTo>
                          <a:pt x="1271" y="1722"/>
                          <a:pt x="1276" y="1722"/>
                          <a:pt x="1279" y="1725"/>
                        </a:cubicBezTo>
                        <a:cubicBezTo>
                          <a:pt x="1280" y="1726"/>
                          <a:pt x="1278" y="1727"/>
                          <a:pt x="1277" y="1728"/>
                        </a:cubicBezTo>
                        <a:cubicBezTo>
                          <a:pt x="1277" y="1728"/>
                          <a:pt x="1278" y="1729"/>
                          <a:pt x="1278" y="1729"/>
                        </a:cubicBezTo>
                        <a:cubicBezTo>
                          <a:pt x="1279" y="1729"/>
                          <a:pt x="1294" y="1732"/>
                          <a:pt x="1294" y="1732"/>
                        </a:cubicBezTo>
                        <a:cubicBezTo>
                          <a:pt x="1295" y="1731"/>
                          <a:pt x="1289" y="1720"/>
                          <a:pt x="1290" y="1719"/>
                        </a:cubicBezTo>
                        <a:cubicBezTo>
                          <a:pt x="1294" y="1719"/>
                          <a:pt x="1298" y="1720"/>
                          <a:pt x="1303" y="1719"/>
                        </a:cubicBezTo>
                        <a:cubicBezTo>
                          <a:pt x="1310" y="1717"/>
                          <a:pt x="1314" y="1706"/>
                          <a:pt x="1323" y="1708"/>
                        </a:cubicBezTo>
                        <a:cubicBezTo>
                          <a:pt x="1345" y="1714"/>
                          <a:pt x="1354" y="1724"/>
                          <a:pt x="1372" y="1736"/>
                        </a:cubicBezTo>
                        <a:cubicBezTo>
                          <a:pt x="1380" y="1741"/>
                          <a:pt x="1391" y="1741"/>
                          <a:pt x="1397" y="1748"/>
                        </a:cubicBezTo>
                        <a:cubicBezTo>
                          <a:pt x="1400" y="1752"/>
                          <a:pt x="1392" y="1761"/>
                          <a:pt x="1389" y="1762"/>
                        </a:cubicBezTo>
                        <a:cubicBezTo>
                          <a:pt x="1386" y="1762"/>
                          <a:pt x="1379" y="1753"/>
                          <a:pt x="1376" y="1763"/>
                        </a:cubicBezTo>
                        <a:cubicBezTo>
                          <a:pt x="1372" y="1779"/>
                          <a:pt x="1407" y="1772"/>
                          <a:pt x="1419" y="1771"/>
                        </a:cubicBezTo>
                        <a:cubicBezTo>
                          <a:pt x="1419" y="1773"/>
                          <a:pt x="1420" y="1775"/>
                          <a:pt x="1421" y="1776"/>
                        </a:cubicBezTo>
                        <a:cubicBezTo>
                          <a:pt x="1421" y="1778"/>
                          <a:pt x="1422" y="1779"/>
                          <a:pt x="1422" y="1780"/>
                        </a:cubicBezTo>
                        <a:cubicBezTo>
                          <a:pt x="1422" y="1781"/>
                          <a:pt x="1422" y="1781"/>
                          <a:pt x="1422" y="1782"/>
                        </a:cubicBezTo>
                        <a:cubicBezTo>
                          <a:pt x="1423" y="1782"/>
                          <a:pt x="1423" y="1783"/>
                          <a:pt x="1423" y="1783"/>
                        </a:cubicBezTo>
                        <a:cubicBezTo>
                          <a:pt x="1423" y="1783"/>
                          <a:pt x="1423" y="1784"/>
                          <a:pt x="1423" y="1784"/>
                        </a:cubicBezTo>
                        <a:cubicBezTo>
                          <a:pt x="1423" y="1784"/>
                          <a:pt x="1423" y="1784"/>
                          <a:pt x="1423" y="1784"/>
                        </a:cubicBezTo>
                        <a:cubicBezTo>
                          <a:pt x="1423" y="1785"/>
                          <a:pt x="1423" y="1785"/>
                          <a:pt x="1423" y="1785"/>
                        </a:cubicBezTo>
                        <a:cubicBezTo>
                          <a:pt x="1423" y="1785"/>
                          <a:pt x="1423" y="1785"/>
                          <a:pt x="1423" y="1786"/>
                        </a:cubicBezTo>
                        <a:cubicBezTo>
                          <a:pt x="1424" y="1786"/>
                          <a:pt x="1424" y="1786"/>
                          <a:pt x="1424" y="1786"/>
                        </a:cubicBezTo>
                        <a:cubicBezTo>
                          <a:pt x="1424" y="1786"/>
                          <a:pt x="1424" y="1786"/>
                          <a:pt x="1424" y="1786"/>
                        </a:cubicBezTo>
                        <a:cubicBezTo>
                          <a:pt x="1424" y="1787"/>
                          <a:pt x="1424" y="1787"/>
                          <a:pt x="1424" y="1787"/>
                        </a:cubicBezTo>
                        <a:cubicBezTo>
                          <a:pt x="1424" y="1787"/>
                          <a:pt x="1424" y="1787"/>
                          <a:pt x="1424" y="1787"/>
                        </a:cubicBezTo>
                        <a:cubicBezTo>
                          <a:pt x="1422" y="1817"/>
                          <a:pt x="1413" y="1789"/>
                          <a:pt x="1410" y="1797"/>
                        </a:cubicBezTo>
                        <a:cubicBezTo>
                          <a:pt x="1409" y="1799"/>
                          <a:pt x="1417" y="1801"/>
                          <a:pt x="1414" y="1802"/>
                        </a:cubicBezTo>
                        <a:cubicBezTo>
                          <a:pt x="1408" y="1806"/>
                          <a:pt x="1407" y="1795"/>
                          <a:pt x="1406" y="1801"/>
                        </a:cubicBezTo>
                        <a:cubicBezTo>
                          <a:pt x="1404" y="1809"/>
                          <a:pt x="1417" y="1809"/>
                          <a:pt x="1421" y="1815"/>
                        </a:cubicBezTo>
                        <a:cubicBezTo>
                          <a:pt x="1425" y="1826"/>
                          <a:pt x="1409" y="1813"/>
                          <a:pt x="1407" y="1814"/>
                        </a:cubicBezTo>
                        <a:cubicBezTo>
                          <a:pt x="1402" y="1816"/>
                          <a:pt x="1406" y="1823"/>
                          <a:pt x="1404" y="1827"/>
                        </a:cubicBezTo>
                        <a:cubicBezTo>
                          <a:pt x="1404" y="1829"/>
                          <a:pt x="1400" y="1829"/>
                          <a:pt x="1399" y="1830"/>
                        </a:cubicBezTo>
                        <a:cubicBezTo>
                          <a:pt x="1398" y="1832"/>
                          <a:pt x="1401" y="1834"/>
                          <a:pt x="1400" y="1836"/>
                        </a:cubicBezTo>
                        <a:cubicBezTo>
                          <a:pt x="1398" y="1840"/>
                          <a:pt x="1395" y="1843"/>
                          <a:pt x="1392" y="1847"/>
                        </a:cubicBezTo>
                        <a:cubicBezTo>
                          <a:pt x="1385" y="1852"/>
                          <a:pt x="1385" y="1843"/>
                          <a:pt x="1384" y="1849"/>
                        </a:cubicBezTo>
                        <a:cubicBezTo>
                          <a:pt x="1384" y="1853"/>
                          <a:pt x="1389" y="1856"/>
                          <a:pt x="1387" y="1858"/>
                        </a:cubicBezTo>
                        <a:cubicBezTo>
                          <a:pt x="1382" y="1862"/>
                          <a:pt x="1377" y="1855"/>
                          <a:pt x="1373" y="1853"/>
                        </a:cubicBezTo>
                        <a:cubicBezTo>
                          <a:pt x="1371" y="1853"/>
                          <a:pt x="1368" y="1853"/>
                          <a:pt x="1369" y="1854"/>
                        </a:cubicBezTo>
                        <a:cubicBezTo>
                          <a:pt x="1372" y="1857"/>
                          <a:pt x="1376" y="1859"/>
                          <a:pt x="1379" y="1861"/>
                        </a:cubicBezTo>
                        <a:cubicBezTo>
                          <a:pt x="1380" y="1863"/>
                          <a:pt x="1382" y="1866"/>
                          <a:pt x="1380" y="1866"/>
                        </a:cubicBezTo>
                        <a:cubicBezTo>
                          <a:pt x="1379" y="1866"/>
                          <a:pt x="1378" y="1866"/>
                          <a:pt x="1376" y="1866"/>
                        </a:cubicBezTo>
                        <a:cubicBezTo>
                          <a:pt x="1376" y="1866"/>
                          <a:pt x="1376" y="1866"/>
                          <a:pt x="1377" y="1866"/>
                        </a:cubicBezTo>
                        <a:cubicBezTo>
                          <a:pt x="1373" y="1866"/>
                          <a:pt x="1370" y="1865"/>
                          <a:pt x="1367" y="1863"/>
                        </a:cubicBezTo>
                        <a:cubicBezTo>
                          <a:pt x="1366" y="1862"/>
                          <a:pt x="1369" y="1860"/>
                          <a:pt x="1368" y="1859"/>
                        </a:cubicBezTo>
                        <a:cubicBezTo>
                          <a:pt x="1366" y="1859"/>
                          <a:pt x="1361" y="1859"/>
                          <a:pt x="1362" y="1860"/>
                        </a:cubicBezTo>
                        <a:cubicBezTo>
                          <a:pt x="1366" y="1862"/>
                          <a:pt x="1370" y="1861"/>
                          <a:pt x="1374" y="1863"/>
                        </a:cubicBezTo>
                        <a:cubicBezTo>
                          <a:pt x="1375" y="1864"/>
                          <a:pt x="1376" y="1865"/>
                          <a:pt x="1377" y="1868"/>
                        </a:cubicBezTo>
                        <a:cubicBezTo>
                          <a:pt x="1378" y="1868"/>
                          <a:pt x="1378" y="1868"/>
                          <a:pt x="1378" y="1869"/>
                        </a:cubicBezTo>
                        <a:cubicBezTo>
                          <a:pt x="1378" y="1869"/>
                          <a:pt x="1378" y="1869"/>
                          <a:pt x="1378" y="1869"/>
                        </a:cubicBezTo>
                        <a:cubicBezTo>
                          <a:pt x="1378" y="1870"/>
                          <a:pt x="1378" y="1870"/>
                          <a:pt x="1378" y="1870"/>
                        </a:cubicBezTo>
                        <a:cubicBezTo>
                          <a:pt x="1378" y="1870"/>
                          <a:pt x="1378" y="1870"/>
                          <a:pt x="1378" y="1871"/>
                        </a:cubicBezTo>
                        <a:cubicBezTo>
                          <a:pt x="1378" y="1872"/>
                          <a:pt x="1378" y="1872"/>
                          <a:pt x="1378" y="1872"/>
                        </a:cubicBezTo>
                        <a:cubicBezTo>
                          <a:pt x="1378" y="1872"/>
                          <a:pt x="1378" y="1872"/>
                          <a:pt x="1378" y="1873"/>
                        </a:cubicBezTo>
                        <a:cubicBezTo>
                          <a:pt x="1379" y="1874"/>
                          <a:pt x="1379" y="1875"/>
                          <a:pt x="1379" y="1876"/>
                        </a:cubicBezTo>
                        <a:cubicBezTo>
                          <a:pt x="1379" y="1877"/>
                          <a:pt x="1379" y="1877"/>
                          <a:pt x="1379" y="1877"/>
                        </a:cubicBezTo>
                        <a:cubicBezTo>
                          <a:pt x="1379" y="1877"/>
                          <a:pt x="1379" y="1877"/>
                          <a:pt x="1379" y="1878"/>
                        </a:cubicBezTo>
                        <a:cubicBezTo>
                          <a:pt x="1379" y="1878"/>
                          <a:pt x="1379" y="1878"/>
                          <a:pt x="1379" y="1878"/>
                        </a:cubicBezTo>
                        <a:cubicBezTo>
                          <a:pt x="1379" y="1879"/>
                          <a:pt x="1379" y="1879"/>
                          <a:pt x="1379" y="1879"/>
                        </a:cubicBezTo>
                        <a:cubicBezTo>
                          <a:pt x="1379" y="1879"/>
                          <a:pt x="1379" y="1879"/>
                          <a:pt x="1379" y="1879"/>
                        </a:cubicBezTo>
                        <a:cubicBezTo>
                          <a:pt x="1378" y="1881"/>
                          <a:pt x="1374" y="1880"/>
                          <a:pt x="1374" y="1882"/>
                        </a:cubicBezTo>
                        <a:cubicBezTo>
                          <a:pt x="1374" y="1883"/>
                          <a:pt x="1378" y="1881"/>
                          <a:pt x="1379" y="1882"/>
                        </a:cubicBezTo>
                        <a:cubicBezTo>
                          <a:pt x="1380" y="1884"/>
                          <a:pt x="1378" y="1887"/>
                          <a:pt x="1378" y="1890"/>
                        </a:cubicBezTo>
                        <a:cubicBezTo>
                          <a:pt x="1379" y="1892"/>
                          <a:pt x="1382" y="1894"/>
                          <a:pt x="1382" y="1898"/>
                        </a:cubicBezTo>
                        <a:cubicBezTo>
                          <a:pt x="1383" y="1899"/>
                          <a:pt x="1379" y="1898"/>
                          <a:pt x="1379" y="1899"/>
                        </a:cubicBezTo>
                        <a:cubicBezTo>
                          <a:pt x="1378" y="1905"/>
                          <a:pt x="1383" y="1911"/>
                          <a:pt x="1382" y="1917"/>
                        </a:cubicBezTo>
                        <a:cubicBezTo>
                          <a:pt x="1382" y="1918"/>
                          <a:pt x="1378" y="1918"/>
                          <a:pt x="1378" y="1920"/>
                        </a:cubicBezTo>
                        <a:cubicBezTo>
                          <a:pt x="1378" y="1925"/>
                          <a:pt x="1387" y="1932"/>
                          <a:pt x="1383" y="1932"/>
                        </a:cubicBezTo>
                        <a:cubicBezTo>
                          <a:pt x="1379" y="1931"/>
                          <a:pt x="1377" y="1923"/>
                          <a:pt x="1374" y="1925"/>
                        </a:cubicBezTo>
                        <a:cubicBezTo>
                          <a:pt x="1371" y="1928"/>
                          <a:pt x="1378" y="1932"/>
                          <a:pt x="1378" y="1936"/>
                        </a:cubicBezTo>
                        <a:cubicBezTo>
                          <a:pt x="1378" y="1945"/>
                          <a:pt x="1364" y="1949"/>
                          <a:pt x="1374" y="1960"/>
                        </a:cubicBezTo>
                        <a:cubicBezTo>
                          <a:pt x="1385" y="1973"/>
                          <a:pt x="1379" y="1960"/>
                          <a:pt x="1394" y="1961"/>
                        </a:cubicBezTo>
                        <a:cubicBezTo>
                          <a:pt x="1398" y="1961"/>
                          <a:pt x="1399" y="1967"/>
                          <a:pt x="1402" y="1968"/>
                        </a:cubicBezTo>
                        <a:cubicBezTo>
                          <a:pt x="1405" y="1969"/>
                          <a:pt x="1407" y="1965"/>
                          <a:pt x="1409" y="1965"/>
                        </a:cubicBezTo>
                        <a:cubicBezTo>
                          <a:pt x="1413" y="1967"/>
                          <a:pt x="1413" y="1971"/>
                          <a:pt x="1416" y="1973"/>
                        </a:cubicBezTo>
                        <a:cubicBezTo>
                          <a:pt x="1421" y="1977"/>
                          <a:pt x="1437" y="1986"/>
                          <a:pt x="1437" y="1988"/>
                        </a:cubicBezTo>
                        <a:cubicBezTo>
                          <a:pt x="1438" y="2002"/>
                          <a:pt x="1431" y="2001"/>
                          <a:pt x="1441" y="2008"/>
                        </a:cubicBezTo>
                        <a:cubicBezTo>
                          <a:pt x="1442" y="2009"/>
                          <a:pt x="1443" y="2008"/>
                          <a:pt x="1443" y="2008"/>
                        </a:cubicBezTo>
                        <a:cubicBezTo>
                          <a:pt x="1442" y="2002"/>
                          <a:pt x="1435" y="1981"/>
                          <a:pt x="1435" y="1981"/>
                        </a:cubicBezTo>
                        <a:cubicBezTo>
                          <a:pt x="1436" y="1978"/>
                          <a:pt x="1441" y="1974"/>
                          <a:pt x="1443" y="1976"/>
                        </a:cubicBezTo>
                        <a:cubicBezTo>
                          <a:pt x="1445" y="1980"/>
                          <a:pt x="1442" y="1985"/>
                          <a:pt x="1443" y="1989"/>
                        </a:cubicBezTo>
                        <a:cubicBezTo>
                          <a:pt x="1443" y="1993"/>
                          <a:pt x="1444" y="1997"/>
                          <a:pt x="1445" y="2001"/>
                        </a:cubicBezTo>
                        <a:cubicBezTo>
                          <a:pt x="1447" y="2006"/>
                          <a:pt x="1447" y="2016"/>
                          <a:pt x="1452" y="2020"/>
                        </a:cubicBezTo>
                        <a:cubicBezTo>
                          <a:pt x="1454" y="2021"/>
                          <a:pt x="1457" y="2015"/>
                          <a:pt x="1457" y="2017"/>
                        </a:cubicBezTo>
                        <a:cubicBezTo>
                          <a:pt x="1458" y="2027"/>
                          <a:pt x="1451" y="2029"/>
                          <a:pt x="1461" y="2039"/>
                        </a:cubicBezTo>
                        <a:cubicBezTo>
                          <a:pt x="1464" y="2042"/>
                          <a:pt x="1469" y="2042"/>
                          <a:pt x="1472" y="2042"/>
                        </a:cubicBezTo>
                        <a:cubicBezTo>
                          <a:pt x="1474" y="2043"/>
                          <a:pt x="1476" y="2041"/>
                          <a:pt x="1477" y="2042"/>
                        </a:cubicBezTo>
                        <a:cubicBezTo>
                          <a:pt x="1478" y="2044"/>
                          <a:pt x="1483" y="2056"/>
                          <a:pt x="1487" y="2057"/>
                        </a:cubicBezTo>
                        <a:cubicBezTo>
                          <a:pt x="1490" y="2058"/>
                          <a:pt x="1492" y="2055"/>
                          <a:pt x="1494" y="2055"/>
                        </a:cubicBezTo>
                        <a:cubicBezTo>
                          <a:pt x="1500" y="2057"/>
                          <a:pt x="1526" y="2072"/>
                          <a:pt x="1532" y="2076"/>
                        </a:cubicBezTo>
                        <a:cubicBezTo>
                          <a:pt x="1535" y="2079"/>
                          <a:pt x="1538" y="2084"/>
                          <a:pt x="1542" y="2085"/>
                        </a:cubicBezTo>
                        <a:cubicBezTo>
                          <a:pt x="1545" y="2087"/>
                          <a:pt x="1548" y="2084"/>
                          <a:pt x="1551" y="2084"/>
                        </a:cubicBezTo>
                        <a:cubicBezTo>
                          <a:pt x="1552" y="2084"/>
                          <a:pt x="1552" y="2084"/>
                          <a:pt x="1552" y="2084"/>
                        </a:cubicBezTo>
                        <a:cubicBezTo>
                          <a:pt x="1552" y="2084"/>
                          <a:pt x="1552" y="2084"/>
                          <a:pt x="1552" y="2084"/>
                        </a:cubicBezTo>
                        <a:cubicBezTo>
                          <a:pt x="1552" y="2084"/>
                          <a:pt x="1552" y="2084"/>
                          <a:pt x="1553" y="2084"/>
                        </a:cubicBezTo>
                        <a:cubicBezTo>
                          <a:pt x="1554" y="2084"/>
                          <a:pt x="1554" y="2084"/>
                          <a:pt x="1555" y="2084"/>
                        </a:cubicBezTo>
                        <a:cubicBezTo>
                          <a:pt x="1555" y="2086"/>
                          <a:pt x="1555" y="2086"/>
                          <a:pt x="1555" y="2086"/>
                        </a:cubicBezTo>
                        <a:cubicBezTo>
                          <a:pt x="1546" y="2118"/>
                          <a:pt x="1552" y="2101"/>
                          <a:pt x="1543" y="2125"/>
                        </a:cubicBezTo>
                        <a:cubicBezTo>
                          <a:pt x="1541" y="2130"/>
                          <a:pt x="1545" y="2145"/>
                          <a:pt x="1543" y="2146"/>
                        </a:cubicBezTo>
                        <a:cubicBezTo>
                          <a:pt x="1538" y="2153"/>
                          <a:pt x="1517" y="2163"/>
                          <a:pt x="1509" y="2157"/>
                        </a:cubicBezTo>
                        <a:cubicBezTo>
                          <a:pt x="1496" y="2147"/>
                          <a:pt x="1527" y="2152"/>
                          <a:pt x="1494" y="2144"/>
                        </a:cubicBezTo>
                        <a:cubicBezTo>
                          <a:pt x="1492" y="2143"/>
                          <a:pt x="1492" y="2147"/>
                          <a:pt x="1491" y="2147"/>
                        </a:cubicBezTo>
                        <a:cubicBezTo>
                          <a:pt x="1490" y="2147"/>
                          <a:pt x="1477" y="2143"/>
                          <a:pt x="1473" y="2141"/>
                        </a:cubicBezTo>
                        <a:cubicBezTo>
                          <a:pt x="1462" y="2136"/>
                          <a:pt x="1462" y="2136"/>
                          <a:pt x="1462" y="2136"/>
                        </a:cubicBezTo>
                        <a:close/>
                        <a:moveTo>
                          <a:pt x="237" y="1058"/>
                        </a:moveTo>
                        <a:cubicBezTo>
                          <a:pt x="241" y="1058"/>
                          <a:pt x="254" y="1061"/>
                          <a:pt x="255" y="1061"/>
                        </a:cubicBezTo>
                        <a:cubicBezTo>
                          <a:pt x="261" y="1064"/>
                          <a:pt x="266" y="1071"/>
                          <a:pt x="273" y="1074"/>
                        </a:cubicBezTo>
                        <a:cubicBezTo>
                          <a:pt x="284" y="1079"/>
                          <a:pt x="299" y="1077"/>
                          <a:pt x="308" y="1086"/>
                        </a:cubicBezTo>
                        <a:cubicBezTo>
                          <a:pt x="313" y="1090"/>
                          <a:pt x="318" y="1094"/>
                          <a:pt x="322" y="1099"/>
                        </a:cubicBezTo>
                        <a:cubicBezTo>
                          <a:pt x="324" y="1101"/>
                          <a:pt x="323" y="1105"/>
                          <a:pt x="325" y="1108"/>
                        </a:cubicBezTo>
                        <a:cubicBezTo>
                          <a:pt x="327" y="1109"/>
                          <a:pt x="331" y="1108"/>
                          <a:pt x="332" y="1111"/>
                        </a:cubicBezTo>
                        <a:cubicBezTo>
                          <a:pt x="333" y="1115"/>
                          <a:pt x="333" y="1120"/>
                          <a:pt x="330" y="1124"/>
                        </a:cubicBezTo>
                        <a:cubicBezTo>
                          <a:pt x="329" y="1126"/>
                          <a:pt x="323" y="1123"/>
                          <a:pt x="323" y="1125"/>
                        </a:cubicBezTo>
                        <a:cubicBezTo>
                          <a:pt x="322" y="1128"/>
                          <a:pt x="327" y="1129"/>
                          <a:pt x="329" y="1131"/>
                        </a:cubicBezTo>
                        <a:cubicBezTo>
                          <a:pt x="330" y="1133"/>
                          <a:pt x="329" y="1135"/>
                          <a:pt x="330" y="1137"/>
                        </a:cubicBezTo>
                        <a:cubicBezTo>
                          <a:pt x="330" y="1140"/>
                          <a:pt x="331" y="1145"/>
                          <a:pt x="330" y="1149"/>
                        </a:cubicBezTo>
                        <a:cubicBezTo>
                          <a:pt x="325" y="1164"/>
                          <a:pt x="307" y="1144"/>
                          <a:pt x="300" y="1154"/>
                        </a:cubicBezTo>
                        <a:cubicBezTo>
                          <a:pt x="293" y="1164"/>
                          <a:pt x="304" y="1178"/>
                          <a:pt x="300" y="1180"/>
                        </a:cubicBezTo>
                        <a:cubicBezTo>
                          <a:pt x="294" y="1184"/>
                          <a:pt x="284" y="1185"/>
                          <a:pt x="283" y="1185"/>
                        </a:cubicBezTo>
                        <a:cubicBezTo>
                          <a:pt x="282" y="1182"/>
                          <a:pt x="286" y="1180"/>
                          <a:pt x="285" y="1177"/>
                        </a:cubicBezTo>
                        <a:cubicBezTo>
                          <a:pt x="284" y="1174"/>
                          <a:pt x="283" y="1172"/>
                          <a:pt x="281" y="1169"/>
                        </a:cubicBezTo>
                        <a:cubicBezTo>
                          <a:pt x="279" y="1168"/>
                          <a:pt x="276" y="1168"/>
                          <a:pt x="274" y="1167"/>
                        </a:cubicBezTo>
                        <a:cubicBezTo>
                          <a:pt x="266" y="1158"/>
                          <a:pt x="265" y="1151"/>
                          <a:pt x="260" y="1146"/>
                        </a:cubicBezTo>
                        <a:cubicBezTo>
                          <a:pt x="258" y="1144"/>
                          <a:pt x="249" y="1139"/>
                          <a:pt x="248" y="1137"/>
                        </a:cubicBezTo>
                        <a:cubicBezTo>
                          <a:pt x="245" y="1134"/>
                          <a:pt x="247" y="1130"/>
                          <a:pt x="245" y="1127"/>
                        </a:cubicBezTo>
                        <a:cubicBezTo>
                          <a:pt x="237" y="1116"/>
                          <a:pt x="223" y="1115"/>
                          <a:pt x="214" y="1107"/>
                        </a:cubicBezTo>
                        <a:cubicBezTo>
                          <a:pt x="212" y="1105"/>
                          <a:pt x="221" y="1111"/>
                          <a:pt x="220" y="1109"/>
                        </a:cubicBezTo>
                        <a:cubicBezTo>
                          <a:pt x="219" y="1106"/>
                          <a:pt x="212" y="1107"/>
                          <a:pt x="212" y="1104"/>
                        </a:cubicBezTo>
                        <a:cubicBezTo>
                          <a:pt x="212" y="1095"/>
                          <a:pt x="230" y="1082"/>
                          <a:pt x="232" y="1074"/>
                        </a:cubicBezTo>
                        <a:cubicBezTo>
                          <a:pt x="232" y="1073"/>
                          <a:pt x="228" y="1074"/>
                          <a:pt x="228" y="1073"/>
                        </a:cubicBezTo>
                        <a:cubicBezTo>
                          <a:pt x="228" y="1070"/>
                          <a:pt x="230" y="1067"/>
                          <a:pt x="231" y="1065"/>
                        </a:cubicBezTo>
                        <a:cubicBezTo>
                          <a:pt x="231" y="1062"/>
                          <a:pt x="231" y="1058"/>
                          <a:pt x="233" y="1057"/>
                        </a:cubicBezTo>
                        <a:cubicBezTo>
                          <a:pt x="234" y="1056"/>
                          <a:pt x="239" y="1057"/>
                          <a:pt x="237" y="1058"/>
                        </a:cubicBezTo>
                        <a:close/>
                        <a:moveTo>
                          <a:pt x="446" y="0"/>
                        </a:moveTo>
                        <a:cubicBezTo>
                          <a:pt x="438" y="0"/>
                          <a:pt x="438" y="0"/>
                          <a:pt x="438" y="0"/>
                        </a:cubicBezTo>
                        <a:cubicBezTo>
                          <a:pt x="436" y="3"/>
                          <a:pt x="434" y="5"/>
                          <a:pt x="430" y="3"/>
                        </a:cubicBezTo>
                        <a:cubicBezTo>
                          <a:pt x="429" y="3"/>
                          <a:pt x="428" y="2"/>
                          <a:pt x="427" y="0"/>
                        </a:cubicBezTo>
                        <a:cubicBezTo>
                          <a:pt x="392" y="0"/>
                          <a:pt x="392" y="0"/>
                          <a:pt x="392" y="0"/>
                        </a:cubicBezTo>
                        <a:cubicBezTo>
                          <a:pt x="392" y="1"/>
                          <a:pt x="392" y="2"/>
                          <a:pt x="392" y="2"/>
                        </a:cubicBezTo>
                        <a:cubicBezTo>
                          <a:pt x="391" y="11"/>
                          <a:pt x="374" y="13"/>
                          <a:pt x="381" y="26"/>
                        </a:cubicBezTo>
                        <a:cubicBezTo>
                          <a:pt x="383" y="31"/>
                          <a:pt x="386" y="35"/>
                          <a:pt x="390" y="37"/>
                        </a:cubicBezTo>
                        <a:cubicBezTo>
                          <a:pt x="391" y="38"/>
                          <a:pt x="394" y="35"/>
                          <a:pt x="395" y="36"/>
                        </a:cubicBezTo>
                        <a:cubicBezTo>
                          <a:pt x="396" y="36"/>
                          <a:pt x="395" y="38"/>
                          <a:pt x="395" y="39"/>
                        </a:cubicBezTo>
                        <a:cubicBezTo>
                          <a:pt x="396" y="40"/>
                          <a:pt x="399" y="38"/>
                          <a:pt x="398" y="39"/>
                        </a:cubicBezTo>
                        <a:cubicBezTo>
                          <a:pt x="395" y="41"/>
                          <a:pt x="391" y="40"/>
                          <a:pt x="389" y="43"/>
                        </a:cubicBezTo>
                        <a:cubicBezTo>
                          <a:pt x="387" y="44"/>
                          <a:pt x="383" y="59"/>
                          <a:pt x="388" y="61"/>
                        </a:cubicBezTo>
                        <a:cubicBezTo>
                          <a:pt x="394" y="63"/>
                          <a:pt x="401" y="51"/>
                          <a:pt x="407" y="55"/>
                        </a:cubicBezTo>
                        <a:cubicBezTo>
                          <a:pt x="408" y="55"/>
                          <a:pt x="407" y="58"/>
                          <a:pt x="407" y="59"/>
                        </a:cubicBezTo>
                        <a:cubicBezTo>
                          <a:pt x="407" y="63"/>
                          <a:pt x="403" y="68"/>
                          <a:pt x="405" y="72"/>
                        </a:cubicBezTo>
                        <a:cubicBezTo>
                          <a:pt x="407" y="75"/>
                          <a:pt x="414" y="73"/>
                          <a:pt x="415" y="77"/>
                        </a:cubicBezTo>
                        <a:cubicBezTo>
                          <a:pt x="416" y="80"/>
                          <a:pt x="410" y="83"/>
                          <a:pt x="411" y="87"/>
                        </a:cubicBezTo>
                        <a:cubicBezTo>
                          <a:pt x="411" y="90"/>
                          <a:pt x="414" y="93"/>
                          <a:pt x="416" y="95"/>
                        </a:cubicBezTo>
                        <a:cubicBezTo>
                          <a:pt x="417" y="97"/>
                          <a:pt x="421" y="98"/>
                          <a:pt x="420" y="98"/>
                        </a:cubicBezTo>
                        <a:cubicBezTo>
                          <a:pt x="416" y="101"/>
                          <a:pt x="410" y="98"/>
                          <a:pt x="406" y="101"/>
                        </a:cubicBezTo>
                        <a:cubicBezTo>
                          <a:pt x="399" y="107"/>
                          <a:pt x="413" y="126"/>
                          <a:pt x="416" y="130"/>
                        </a:cubicBezTo>
                        <a:cubicBezTo>
                          <a:pt x="422" y="136"/>
                          <a:pt x="445" y="157"/>
                          <a:pt x="450" y="134"/>
                        </a:cubicBezTo>
                        <a:cubicBezTo>
                          <a:pt x="450" y="131"/>
                          <a:pt x="440" y="126"/>
                          <a:pt x="443" y="123"/>
                        </a:cubicBezTo>
                        <a:cubicBezTo>
                          <a:pt x="447" y="120"/>
                          <a:pt x="450" y="129"/>
                          <a:pt x="454" y="131"/>
                        </a:cubicBezTo>
                        <a:cubicBezTo>
                          <a:pt x="458" y="133"/>
                          <a:pt x="465" y="134"/>
                          <a:pt x="465" y="127"/>
                        </a:cubicBezTo>
                        <a:cubicBezTo>
                          <a:pt x="465" y="123"/>
                          <a:pt x="462" y="119"/>
                          <a:pt x="462" y="115"/>
                        </a:cubicBezTo>
                        <a:cubicBezTo>
                          <a:pt x="462" y="112"/>
                          <a:pt x="464" y="121"/>
                          <a:pt x="466" y="123"/>
                        </a:cubicBezTo>
                        <a:cubicBezTo>
                          <a:pt x="468" y="126"/>
                          <a:pt x="471" y="128"/>
                          <a:pt x="475" y="129"/>
                        </a:cubicBezTo>
                        <a:cubicBezTo>
                          <a:pt x="476" y="130"/>
                          <a:pt x="478" y="131"/>
                          <a:pt x="478" y="129"/>
                        </a:cubicBezTo>
                        <a:cubicBezTo>
                          <a:pt x="478" y="128"/>
                          <a:pt x="478" y="125"/>
                          <a:pt x="478" y="123"/>
                        </a:cubicBezTo>
                        <a:cubicBezTo>
                          <a:pt x="478" y="124"/>
                          <a:pt x="479" y="125"/>
                          <a:pt x="480" y="127"/>
                        </a:cubicBezTo>
                        <a:cubicBezTo>
                          <a:pt x="480" y="129"/>
                          <a:pt x="477" y="132"/>
                          <a:pt x="479" y="132"/>
                        </a:cubicBezTo>
                        <a:cubicBezTo>
                          <a:pt x="484" y="133"/>
                          <a:pt x="489" y="132"/>
                          <a:pt x="493" y="129"/>
                        </a:cubicBezTo>
                        <a:cubicBezTo>
                          <a:pt x="493" y="129"/>
                          <a:pt x="493" y="128"/>
                          <a:pt x="493" y="128"/>
                        </a:cubicBezTo>
                        <a:cubicBezTo>
                          <a:pt x="495" y="129"/>
                          <a:pt x="502" y="125"/>
                          <a:pt x="500" y="128"/>
                        </a:cubicBezTo>
                        <a:cubicBezTo>
                          <a:pt x="497" y="133"/>
                          <a:pt x="484" y="136"/>
                          <a:pt x="487" y="140"/>
                        </a:cubicBezTo>
                        <a:cubicBezTo>
                          <a:pt x="490" y="144"/>
                          <a:pt x="497" y="141"/>
                          <a:pt x="499" y="145"/>
                        </a:cubicBezTo>
                        <a:cubicBezTo>
                          <a:pt x="502" y="148"/>
                          <a:pt x="498" y="154"/>
                          <a:pt x="501" y="157"/>
                        </a:cubicBezTo>
                        <a:cubicBezTo>
                          <a:pt x="503" y="159"/>
                          <a:pt x="505" y="152"/>
                          <a:pt x="508" y="151"/>
                        </a:cubicBezTo>
                        <a:cubicBezTo>
                          <a:pt x="511" y="150"/>
                          <a:pt x="513" y="153"/>
                          <a:pt x="516" y="153"/>
                        </a:cubicBezTo>
                        <a:cubicBezTo>
                          <a:pt x="518" y="153"/>
                          <a:pt x="520" y="151"/>
                          <a:pt x="520" y="149"/>
                        </a:cubicBezTo>
                        <a:cubicBezTo>
                          <a:pt x="520" y="149"/>
                          <a:pt x="518" y="148"/>
                          <a:pt x="519" y="148"/>
                        </a:cubicBezTo>
                        <a:cubicBezTo>
                          <a:pt x="523" y="147"/>
                          <a:pt x="544" y="149"/>
                          <a:pt x="546" y="146"/>
                        </a:cubicBezTo>
                        <a:cubicBezTo>
                          <a:pt x="549" y="142"/>
                          <a:pt x="536" y="134"/>
                          <a:pt x="540" y="131"/>
                        </a:cubicBezTo>
                        <a:cubicBezTo>
                          <a:pt x="547" y="127"/>
                          <a:pt x="561" y="125"/>
                          <a:pt x="568" y="123"/>
                        </a:cubicBezTo>
                        <a:cubicBezTo>
                          <a:pt x="566" y="121"/>
                          <a:pt x="563" y="121"/>
                          <a:pt x="559" y="121"/>
                        </a:cubicBezTo>
                        <a:cubicBezTo>
                          <a:pt x="559" y="120"/>
                          <a:pt x="557" y="122"/>
                          <a:pt x="557" y="121"/>
                        </a:cubicBezTo>
                        <a:cubicBezTo>
                          <a:pt x="558" y="107"/>
                          <a:pt x="600" y="112"/>
                          <a:pt x="581" y="97"/>
                        </a:cubicBezTo>
                        <a:cubicBezTo>
                          <a:pt x="578" y="94"/>
                          <a:pt x="567" y="98"/>
                          <a:pt x="563" y="98"/>
                        </a:cubicBezTo>
                        <a:cubicBezTo>
                          <a:pt x="553" y="99"/>
                          <a:pt x="542" y="95"/>
                          <a:pt x="532" y="93"/>
                        </a:cubicBezTo>
                        <a:cubicBezTo>
                          <a:pt x="520" y="90"/>
                          <a:pt x="501" y="80"/>
                          <a:pt x="490" y="72"/>
                        </a:cubicBezTo>
                        <a:cubicBezTo>
                          <a:pt x="488" y="70"/>
                          <a:pt x="487" y="67"/>
                          <a:pt x="484" y="65"/>
                        </a:cubicBezTo>
                        <a:cubicBezTo>
                          <a:pt x="482" y="65"/>
                          <a:pt x="480" y="69"/>
                          <a:pt x="477" y="68"/>
                        </a:cubicBezTo>
                        <a:cubicBezTo>
                          <a:pt x="470" y="63"/>
                          <a:pt x="473" y="53"/>
                          <a:pt x="469" y="47"/>
                        </a:cubicBezTo>
                        <a:cubicBezTo>
                          <a:pt x="467" y="43"/>
                          <a:pt x="463" y="42"/>
                          <a:pt x="459" y="40"/>
                        </a:cubicBezTo>
                        <a:cubicBezTo>
                          <a:pt x="458" y="39"/>
                          <a:pt x="458" y="35"/>
                          <a:pt x="455" y="35"/>
                        </a:cubicBezTo>
                        <a:cubicBezTo>
                          <a:pt x="452" y="35"/>
                          <a:pt x="450" y="42"/>
                          <a:pt x="448" y="39"/>
                        </a:cubicBezTo>
                        <a:cubicBezTo>
                          <a:pt x="447" y="35"/>
                          <a:pt x="452" y="32"/>
                          <a:pt x="452" y="28"/>
                        </a:cubicBezTo>
                        <a:cubicBezTo>
                          <a:pt x="453" y="24"/>
                          <a:pt x="453" y="19"/>
                          <a:pt x="451" y="16"/>
                        </a:cubicBezTo>
                        <a:cubicBezTo>
                          <a:pt x="450" y="13"/>
                          <a:pt x="447" y="12"/>
                          <a:pt x="445" y="12"/>
                        </a:cubicBezTo>
                        <a:cubicBezTo>
                          <a:pt x="442" y="13"/>
                          <a:pt x="438" y="19"/>
                          <a:pt x="437" y="16"/>
                        </a:cubicBezTo>
                        <a:cubicBezTo>
                          <a:pt x="432" y="8"/>
                          <a:pt x="458" y="9"/>
                          <a:pt x="446" y="0"/>
                        </a:cubicBezTo>
                        <a:close/>
                        <a:moveTo>
                          <a:pt x="619" y="87"/>
                        </a:moveTo>
                        <a:cubicBezTo>
                          <a:pt x="623" y="82"/>
                          <a:pt x="640" y="93"/>
                          <a:pt x="643" y="93"/>
                        </a:cubicBezTo>
                        <a:cubicBezTo>
                          <a:pt x="652" y="94"/>
                          <a:pt x="686" y="86"/>
                          <a:pt x="686" y="103"/>
                        </a:cubicBezTo>
                        <a:cubicBezTo>
                          <a:pt x="686" y="107"/>
                          <a:pt x="672" y="119"/>
                          <a:pt x="670" y="119"/>
                        </a:cubicBezTo>
                        <a:cubicBezTo>
                          <a:pt x="665" y="119"/>
                          <a:pt x="662" y="112"/>
                          <a:pt x="658" y="112"/>
                        </a:cubicBezTo>
                        <a:cubicBezTo>
                          <a:pt x="654" y="113"/>
                          <a:pt x="652" y="118"/>
                          <a:pt x="649" y="121"/>
                        </a:cubicBezTo>
                        <a:cubicBezTo>
                          <a:pt x="647" y="120"/>
                          <a:pt x="622" y="115"/>
                          <a:pt x="620" y="110"/>
                        </a:cubicBezTo>
                        <a:cubicBezTo>
                          <a:pt x="620" y="107"/>
                          <a:pt x="628" y="106"/>
                          <a:pt x="627" y="104"/>
                        </a:cubicBezTo>
                        <a:cubicBezTo>
                          <a:pt x="626" y="101"/>
                          <a:pt x="620" y="106"/>
                          <a:pt x="618" y="104"/>
                        </a:cubicBezTo>
                        <a:cubicBezTo>
                          <a:pt x="616" y="103"/>
                          <a:pt x="620" y="102"/>
                          <a:pt x="620" y="100"/>
                        </a:cubicBezTo>
                        <a:cubicBezTo>
                          <a:pt x="620" y="95"/>
                          <a:pt x="616" y="90"/>
                          <a:pt x="619" y="87"/>
                        </a:cubicBezTo>
                        <a:close/>
                        <a:moveTo>
                          <a:pt x="493" y="297"/>
                        </a:moveTo>
                        <a:cubicBezTo>
                          <a:pt x="503" y="298"/>
                          <a:pt x="508" y="296"/>
                          <a:pt x="516" y="303"/>
                        </a:cubicBezTo>
                        <a:cubicBezTo>
                          <a:pt x="518" y="305"/>
                          <a:pt x="520" y="312"/>
                          <a:pt x="520" y="315"/>
                        </a:cubicBezTo>
                        <a:cubicBezTo>
                          <a:pt x="518" y="318"/>
                          <a:pt x="518" y="305"/>
                          <a:pt x="514" y="305"/>
                        </a:cubicBezTo>
                        <a:cubicBezTo>
                          <a:pt x="510" y="305"/>
                          <a:pt x="515" y="329"/>
                          <a:pt x="515" y="329"/>
                        </a:cubicBezTo>
                        <a:cubicBezTo>
                          <a:pt x="515" y="336"/>
                          <a:pt x="508" y="348"/>
                          <a:pt x="503" y="353"/>
                        </a:cubicBezTo>
                        <a:cubicBezTo>
                          <a:pt x="502" y="353"/>
                          <a:pt x="501" y="351"/>
                          <a:pt x="499" y="352"/>
                        </a:cubicBezTo>
                        <a:cubicBezTo>
                          <a:pt x="486" y="357"/>
                          <a:pt x="482" y="349"/>
                          <a:pt x="475" y="338"/>
                        </a:cubicBezTo>
                        <a:cubicBezTo>
                          <a:pt x="462" y="316"/>
                          <a:pt x="462" y="296"/>
                          <a:pt x="493" y="297"/>
                        </a:cubicBezTo>
                        <a:close/>
                        <a:moveTo>
                          <a:pt x="411" y="1066"/>
                        </a:moveTo>
                        <a:cubicBezTo>
                          <a:pt x="402" y="1068"/>
                          <a:pt x="412" y="1057"/>
                          <a:pt x="395" y="1041"/>
                        </a:cubicBezTo>
                        <a:cubicBezTo>
                          <a:pt x="388" y="1033"/>
                          <a:pt x="333" y="1031"/>
                          <a:pt x="354" y="1011"/>
                        </a:cubicBezTo>
                        <a:cubicBezTo>
                          <a:pt x="323" y="998"/>
                          <a:pt x="351" y="998"/>
                          <a:pt x="341" y="981"/>
                        </a:cubicBezTo>
                        <a:cubicBezTo>
                          <a:pt x="348" y="982"/>
                          <a:pt x="357" y="1001"/>
                          <a:pt x="370" y="1008"/>
                        </a:cubicBezTo>
                        <a:cubicBezTo>
                          <a:pt x="370" y="998"/>
                          <a:pt x="362" y="988"/>
                          <a:pt x="365" y="986"/>
                        </a:cubicBezTo>
                        <a:cubicBezTo>
                          <a:pt x="386" y="954"/>
                          <a:pt x="341" y="962"/>
                          <a:pt x="323" y="945"/>
                        </a:cubicBezTo>
                        <a:cubicBezTo>
                          <a:pt x="341" y="943"/>
                          <a:pt x="353" y="951"/>
                          <a:pt x="372" y="957"/>
                        </a:cubicBezTo>
                        <a:cubicBezTo>
                          <a:pt x="379" y="994"/>
                          <a:pt x="387" y="998"/>
                          <a:pt x="404" y="1012"/>
                        </a:cubicBezTo>
                        <a:cubicBezTo>
                          <a:pt x="432" y="1026"/>
                          <a:pt x="430" y="1047"/>
                          <a:pt x="423" y="1047"/>
                        </a:cubicBezTo>
                        <a:cubicBezTo>
                          <a:pt x="416" y="1046"/>
                          <a:pt x="421" y="1065"/>
                          <a:pt x="411" y="1066"/>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6"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11F7DED4-C28F-14F4-F4CE-968FA8402A4B}"/>
                      </a:ext>
                    </a:extLst>
                  </p:cNvPr>
                  <p:cNvSpPr>
                    <a:spLocks noEditPoints="1"/>
                  </p:cNvSpPr>
                  <p:nvPr/>
                </p:nvSpPr>
                <p:spPr bwMode="auto">
                  <a:xfrm>
                    <a:off x="3965821" y="3532459"/>
                    <a:ext cx="226588" cy="135396"/>
                  </a:xfrm>
                  <a:custGeom>
                    <a:avLst/>
                    <a:gdLst>
                      <a:gd name="T0" fmla="*/ 136 w 136"/>
                      <a:gd name="T1" fmla="*/ 57 h 75"/>
                      <a:gd name="T2" fmla="*/ 132 w 136"/>
                      <a:gd name="T3" fmla="*/ 19 h 75"/>
                      <a:gd name="T4" fmla="*/ 125 w 136"/>
                      <a:gd name="T5" fmla="*/ 14 h 75"/>
                      <a:gd name="T6" fmla="*/ 122 w 136"/>
                      <a:gd name="T7" fmla="*/ 14 h 75"/>
                      <a:gd name="T8" fmla="*/ 119 w 136"/>
                      <a:gd name="T9" fmla="*/ 7 h 75"/>
                      <a:gd name="T10" fmla="*/ 94 w 136"/>
                      <a:gd name="T11" fmla="*/ 13 h 75"/>
                      <a:gd name="T12" fmla="*/ 94 w 136"/>
                      <a:gd name="T13" fmla="*/ 10 h 75"/>
                      <a:gd name="T14" fmla="*/ 68 w 136"/>
                      <a:gd name="T15" fmla="*/ 5 h 75"/>
                      <a:gd name="T16" fmla="*/ 65 w 136"/>
                      <a:gd name="T17" fmla="*/ 0 h 75"/>
                      <a:gd name="T18" fmla="*/ 61 w 136"/>
                      <a:gd name="T19" fmla="*/ 3 h 75"/>
                      <a:gd name="T20" fmla="*/ 61 w 136"/>
                      <a:gd name="T21" fmla="*/ 7 h 75"/>
                      <a:gd name="T22" fmla="*/ 58 w 136"/>
                      <a:gd name="T23" fmla="*/ 7 h 75"/>
                      <a:gd name="T24" fmla="*/ 63 w 136"/>
                      <a:gd name="T25" fmla="*/ 26 h 75"/>
                      <a:gd name="T26" fmla="*/ 33 w 136"/>
                      <a:gd name="T27" fmla="*/ 29 h 75"/>
                      <a:gd name="T28" fmla="*/ 34 w 136"/>
                      <a:gd name="T29" fmla="*/ 26 h 75"/>
                      <a:gd name="T30" fmla="*/ 12 w 136"/>
                      <a:gd name="T31" fmla="*/ 33 h 75"/>
                      <a:gd name="T32" fmla="*/ 9 w 136"/>
                      <a:gd name="T33" fmla="*/ 34 h 75"/>
                      <a:gd name="T34" fmla="*/ 11 w 136"/>
                      <a:gd name="T35" fmla="*/ 48 h 75"/>
                      <a:gd name="T36" fmla="*/ 0 w 136"/>
                      <a:gd name="T37" fmla="*/ 71 h 75"/>
                      <a:gd name="T38" fmla="*/ 135 w 136"/>
                      <a:gd name="T39" fmla="*/ 57 h 75"/>
                      <a:gd name="T40" fmla="*/ 136 w 136"/>
                      <a:gd name="T41" fmla="*/ 57 h 75"/>
                      <a:gd name="T42" fmla="*/ 48 w 136"/>
                      <a:gd name="T43" fmla="*/ 2 h 75"/>
                      <a:gd name="T44" fmla="*/ 47 w 136"/>
                      <a:gd name="T45" fmla="*/ 2 h 75"/>
                      <a:gd name="T46" fmla="*/ 45 w 136"/>
                      <a:gd name="T47" fmla="*/ 8 h 75"/>
                      <a:gd name="T48" fmla="*/ 48 w 136"/>
                      <a:gd name="T49" fmla="*/ 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6" h="75">
                        <a:moveTo>
                          <a:pt x="136" y="57"/>
                        </a:moveTo>
                        <a:cubicBezTo>
                          <a:pt x="123" y="40"/>
                          <a:pt x="135" y="24"/>
                          <a:pt x="132" y="19"/>
                        </a:cubicBezTo>
                        <a:cubicBezTo>
                          <a:pt x="130" y="17"/>
                          <a:pt x="128" y="15"/>
                          <a:pt x="125" y="14"/>
                        </a:cubicBezTo>
                        <a:cubicBezTo>
                          <a:pt x="124" y="13"/>
                          <a:pt x="123" y="15"/>
                          <a:pt x="122" y="14"/>
                        </a:cubicBezTo>
                        <a:cubicBezTo>
                          <a:pt x="120" y="13"/>
                          <a:pt x="121" y="8"/>
                          <a:pt x="119" y="7"/>
                        </a:cubicBezTo>
                        <a:cubicBezTo>
                          <a:pt x="111" y="5"/>
                          <a:pt x="103" y="13"/>
                          <a:pt x="94" y="13"/>
                        </a:cubicBezTo>
                        <a:cubicBezTo>
                          <a:pt x="93" y="13"/>
                          <a:pt x="95" y="11"/>
                          <a:pt x="94" y="10"/>
                        </a:cubicBezTo>
                        <a:cubicBezTo>
                          <a:pt x="86" y="8"/>
                          <a:pt x="75" y="9"/>
                          <a:pt x="68" y="5"/>
                        </a:cubicBezTo>
                        <a:cubicBezTo>
                          <a:pt x="67" y="4"/>
                          <a:pt x="67" y="1"/>
                          <a:pt x="65" y="0"/>
                        </a:cubicBezTo>
                        <a:cubicBezTo>
                          <a:pt x="63" y="0"/>
                          <a:pt x="63" y="2"/>
                          <a:pt x="61" y="3"/>
                        </a:cubicBezTo>
                        <a:cubicBezTo>
                          <a:pt x="61" y="5"/>
                          <a:pt x="61" y="6"/>
                          <a:pt x="61" y="7"/>
                        </a:cubicBezTo>
                        <a:cubicBezTo>
                          <a:pt x="60" y="8"/>
                          <a:pt x="58" y="6"/>
                          <a:pt x="58" y="7"/>
                        </a:cubicBezTo>
                        <a:cubicBezTo>
                          <a:pt x="57" y="14"/>
                          <a:pt x="65" y="19"/>
                          <a:pt x="63" y="26"/>
                        </a:cubicBezTo>
                        <a:cubicBezTo>
                          <a:pt x="61" y="33"/>
                          <a:pt x="32" y="32"/>
                          <a:pt x="33" y="29"/>
                        </a:cubicBezTo>
                        <a:cubicBezTo>
                          <a:pt x="33" y="28"/>
                          <a:pt x="34" y="27"/>
                          <a:pt x="34" y="26"/>
                        </a:cubicBezTo>
                        <a:cubicBezTo>
                          <a:pt x="28" y="32"/>
                          <a:pt x="21" y="31"/>
                          <a:pt x="12" y="33"/>
                        </a:cubicBezTo>
                        <a:cubicBezTo>
                          <a:pt x="11" y="33"/>
                          <a:pt x="9" y="33"/>
                          <a:pt x="9" y="34"/>
                        </a:cubicBezTo>
                        <a:cubicBezTo>
                          <a:pt x="9" y="39"/>
                          <a:pt x="11" y="43"/>
                          <a:pt x="11" y="48"/>
                        </a:cubicBezTo>
                        <a:cubicBezTo>
                          <a:pt x="11" y="56"/>
                          <a:pt x="7" y="64"/>
                          <a:pt x="0" y="71"/>
                        </a:cubicBezTo>
                        <a:cubicBezTo>
                          <a:pt x="33" y="75"/>
                          <a:pt x="109" y="73"/>
                          <a:pt x="135" y="57"/>
                        </a:cubicBezTo>
                        <a:cubicBezTo>
                          <a:pt x="135" y="57"/>
                          <a:pt x="135" y="57"/>
                          <a:pt x="136" y="57"/>
                        </a:cubicBezTo>
                        <a:close/>
                        <a:moveTo>
                          <a:pt x="48" y="2"/>
                        </a:moveTo>
                        <a:cubicBezTo>
                          <a:pt x="47" y="2"/>
                          <a:pt x="47" y="2"/>
                          <a:pt x="47" y="2"/>
                        </a:cubicBezTo>
                        <a:cubicBezTo>
                          <a:pt x="47" y="4"/>
                          <a:pt x="46" y="6"/>
                          <a:pt x="45" y="8"/>
                        </a:cubicBezTo>
                        <a:cubicBezTo>
                          <a:pt x="46" y="6"/>
                          <a:pt x="47" y="4"/>
                          <a:pt x="48" y="2"/>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522" name="Montenegro" descr="{&quot;Key&quot;:&quot;montenegro&quot;,&quot;Name&quot;:&quot;Montenegro&quot;,&quot;Value&quot;:39.0,&quot;Formula&quot;:&quot;39&quot;,&quot;Text&quot;:&quot;39&quot;,&quot;OfficeApplication&quot;:2,&quot;HasValue&quot;:true}">
                  <a:extLst>
                    <a:ext uri="{FF2B5EF4-FFF2-40B4-BE49-F238E27FC236}">
                      <a16:creationId xmlns:a16="http://schemas.microsoft.com/office/drawing/2014/main" id="{AAC3D766-D9B3-D60E-670F-74E0A37F49C1}"/>
                    </a:ext>
                  </a:extLst>
                </p:cNvPr>
                <p:cNvSpPr>
                  <a:spLocks/>
                </p:cNvSpPr>
                <p:nvPr/>
              </p:nvSpPr>
              <p:spPr bwMode="auto">
                <a:xfrm>
                  <a:off x="4041352" y="5104639"/>
                  <a:ext cx="182159" cy="234154"/>
                </a:xfrm>
                <a:custGeom>
                  <a:avLst/>
                  <a:gdLst>
                    <a:gd name="T0" fmla="*/ 6 w 109"/>
                    <a:gd name="T1" fmla="*/ 88 h 130"/>
                    <a:gd name="T2" fmla="*/ 7 w 109"/>
                    <a:gd name="T3" fmla="*/ 92 h 130"/>
                    <a:gd name="T4" fmla="*/ 15 w 109"/>
                    <a:gd name="T5" fmla="*/ 92 h 130"/>
                    <a:gd name="T6" fmla="*/ 13 w 109"/>
                    <a:gd name="T7" fmla="*/ 96 h 130"/>
                    <a:gd name="T8" fmla="*/ 24 w 109"/>
                    <a:gd name="T9" fmla="*/ 103 h 130"/>
                    <a:gd name="T10" fmla="*/ 31 w 109"/>
                    <a:gd name="T11" fmla="*/ 101 h 130"/>
                    <a:gd name="T12" fmla="*/ 32 w 109"/>
                    <a:gd name="T13" fmla="*/ 107 h 130"/>
                    <a:gd name="T14" fmla="*/ 46 w 109"/>
                    <a:gd name="T15" fmla="*/ 117 h 130"/>
                    <a:gd name="T16" fmla="*/ 48 w 109"/>
                    <a:gd name="T17" fmla="*/ 124 h 130"/>
                    <a:gd name="T18" fmla="*/ 61 w 109"/>
                    <a:gd name="T19" fmla="*/ 130 h 130"/>
                    <a:gd name="T20" fmla="*/ 61 w 109"/>
                    <a:gd name="T21" fmla="*/ 119 h 130"/>
                    <a:gd name="T22" fmla="*/ 61 w 109"/>
                    <a:gd name="T23" fmla="*/ 112 h 130"/>
                    <a:gd name="T24" fmla="*/ 53 w 109"/>
                    <a:gd name="T25" fmla="*/ 106 h 130"/>
                    <a:gd name="T26" fmla="*/ 73 w 109"/>
                    <a:gd name="T27" fmla="*/ 68 h 130"/>
                    <a:gd name="T28" fmla="*/ 81 w 109"/>
                    <a:gd name="T29" fmla="*/ 82 h 130"/>
                    <a:gd name="T30" fmla="*/ 94 w 109"/>
                    <a:gd name="T31" fmla="*/ 72 h 130"/>
                    <a:gd name="T32" fmla="*/ 92 w 109"/>
                    <a:gd name="T33" fmla="*/ 60 h 130"/>
                    <a:gd name="T34" fmla="*/ 98 w 109"/>
                    <a:gd name="T35" fmla="*/ 56 h 130"/>
                    <a:gd name="T36" fmla="*/ 97 w 109"/>
                    <a:gd name="T37" fmla="*/ 51 h 130"/>
                    <a:gd name="T38" fmla="*/ 106 w 109"/>
                    <a:gd name="T39" fmla="*/ 47 h 130"/>
                    <a:gd name="T40" fmla="*/ 86 w 109"/>
                    <a:gd name="T41" fmla="*/ 31 h 130"/>
                    <a:gd name="T42" fmla="*/ 83 w 109"/>
                    <a:gd name="T43" fmla="*/ 18 h 130"/>
                    <a:gd name="T44" fmla="*/ 53 w 109"/>
                    <a:gd name="T45" fmla="*/ 3 h 130"/>
                    <a:gd name="T46" fmla="*/ 49 w 109"/>
                    <a:gd name="T47" fmla="*/ 2 h 130"/>
                    <a:gd name="T48" fmla="*/ 45 w 109"/>
                    <a:gd name="T49" fmla="*/ 0 h 130"/>
                    <a:gd name="T50" fmla="*/ 39 w 109"/>
                    <a:gd name="T51" fmla="*/ 9 h 130"/>
                    <a:gd name="T52" fmla="*/ 32 w 109"/>
                    <a:gd name="T53" fmla="*/ 9 h 130"/>
                    <a:gd name="T54" fmla="*/ 24 w 109"/>
                    <a:gd name="T55" fmla="*/ 10 h 130"/>
                    <a:gd name="T56" fmla="*/ 32 w 109"/>
                    <a:gd name="T57" fmla="*/ 31 h 130"/>
                    <a:gd name="T58" fmla="*/ 29 w 109"/>
                    <a:gd name="T59" fmla="*/ 31 h 130"/>
                    <a:gd name="T60" fmla="*/ 32 w 109"/>
                    <a:gd name="T61" fmla="*/ 31 h 130"/>
                    <a:gd name="T62" fmla="*/ 20 w 109"/>
                    <a:gd name="T63" fmla="*/ 23 h 130"/>
                    <a:gd name="T64" fmla="*/ 21 w 109"/>
                    <a:gd name="T65" fmla="*/ 22 h 130"/>
                    <a:gd name="T66" fmla="*/ 20 w 109"/>
                    <a:gd name="T67" fmla="*/ 23 h 130"/>
                    <a:gd name="T68" fmla="*/ 11 w 109"/>
                    <a:gd name="T69" fmla="*/ 48 h 130"/>
                    <a:gd name="T70" fmla="*/ 6 w 109"/>
                    <a:gd name="T71" fmla="*/ 50 h 130"/>
                    <a:gd name="T72" fmla="*/ 3 w 109"/>
                    <a:gd name="T73" fmla="*/ 54 h 130"/>
                    <a:gd name="T74" fmla="*/ 5 w 109"/>
                    <a:gd name="T75" fmla="*/ 83 h 130"/>
                    <a:gd name="T76" fmla="*/ 7 w 109"/>
                    <a:gd name="T77" fmla="*/ 83 h 130"/>
                    <a:gd name="T78" fmla="*/ 8 w 109"/>
                    <a:gd name="T79" fmla="*/ 92 h 130"/>
                    <a:gd name="T80" fmla="*/ 6 w 109"/>
                    <a:gd name="T81" fmla="*/ 8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9" h="130">
                      <a:moveTo>
                        <a:pt x="6" y="88"/>
                      </a:moveTo>
                      <a:cubicBezTo>
                        <a:pt x="7" y="92"/>
                        <a:pt x="7" y="92"/>
                        <a:pt x="7" y="92"/>
                      </a:cubicBezTo>
                      <a:cubicBezTo>
                        <a:pt x="10" y="92"/>
                        <a:pt x="12" y="92"/>
                        <a:pt x="15" y="92"/>
                      </a:cubicBezTo>
                      <a:cubicBezTo>
                        <a:pt x="14" y="94"/>
                        <a:pt x="13" y="95"/>
                        <a:pt x="13" y="96"/>
                      </a:cubicBezTo>
                      <a:cubicBezTo>
                        <a:pt x="18" y="107"/>
                        <a:pt x="21" y="105"/>
                        <a:pt x="24" y="103"/>
                      </a:cubicBezTo>
                      <a:cubicBezTo>
                        <a:pt x="26" y="101"/>
                        <a:pt x="28" y="100"/>
                        <a:pt x="31" y="101"/>
                      </a:cubicBezTo>
                      <a:cubicBezTo>
                        <a:pt x="32" y="103"/>
                        <a:pt x="31" y="105"/>
                        <a:pt x="32" y="107"/>
                      </a:cubicBezTo>
                      <a:cubicBezTo>
                        <a:pt x="37" y="112"/>
                        <a:pt x="43" y="111"/>
                        <a:pt x="46" y="117"/>
                      </a:cubicBezTo>
                      <a:cubicBezTo>
                        <a:pt x="48" y="119"/>
                        <a:pt x="46" y="122"/>
                        <a:pt x="48" y="124"/>
                      </a:cubicBezTo>
                      <a:cubicBezTo>
                        <a:pt x="52" y="127"/>
                        <a:pt x="56" y="129"/>
                        <a:pt x="61" y="130"/>
                      </a:cubicBezTo>
                      <a:cubicBezTo>
                        <a:pt x="61" y="126"/>
                        <a:pt x="61" y="122"/>
                        <a:pt x="61" y="119"/>
                      </a:cubicBezTo>
                      <a:cubicBezTo>
                        <a:pt x="61" y="117"/>
                        <a:pt x="62" y="114"/>
                        <a:pt x="61" y="112"/>
                      </a:cubicBezTo>
                      <a:cubicBezTo>
                        <a:pt x="59" y="109"/>
                        <a:pt x="54" y="109"/>
                        <a:pt x="53" y="106"/>
                      </a:cubicBezTo>
                      <a:cubicBezTo>
                        <a:pt x="53" y="105"/>
                        <a:pt x="71" y="69"/>
                        <a:pt x="73" y="68"/>
                      </a:cubicBezTo>
                      <a:cubicBezTo>
                        <a:pt x="74" y="67"/>
                        <a:pt x="76" y="81"/>
                        <a:pt x="81" y="82"/>
                      </a:cubicBezTo>
                      <a:cubicBezTo>
                        <a:pt x="94" y="72"/>
                        <a:pt x="94" y="72"/>
                        <a:pt x="94" y="72"/>
                      </a:cubicBezTo>
                      <a:cubicBezTo>
                        <a:pt x="93" y="66"/>
                        <a:pt x="94" y="66"/>
                        <a:pt x="92" y="60"/>
                      </a:cubicBezTo>
                      <a:cubicBezTo>
                        <a:pt x="91" y="57"/>
                        <a:pt x="95" y="59"/>
                        <a:pt x="98" y="56"/>
                      </a:cubicBezTo>
                      <a:cubicBezTo>
                        <a:pt x="100" y="55"/>
                        <a:pt x="99" y="53"/>
                        <a:pt x="97" y="51"/>
                      </a:cubicBezTo>
                      <a:cubicBezTo>
                        <a:pt x="95" y="49"/>
                        <a:pt x="109" y="49"/>
                        <a:pt x="106" y="47"/>
                      </a:cubicBezTo>
                      <a:cubicBezTo>
                        <a:pt x="99" y="42"/>
                        <a:pt x="92" y="34"/>
                        <a:pt x="86" y="31"/>
                      </a:cubicBezTo>
                      <a:cubicBezTo>
                        <a:pt x="82" y="29"/>
                        <a:pt x="87" y="22"/>
                        <a:pt x="83" y="18"/>
                      </a:cubicBezTo>
                      <a:cubicBezTo>
                        <a:pt x="76" y="11"/>
                        <a:pt x="59" y="7"/>
                        <a:pt x="53" y="3"/>
                      </a:cubicBezTo>
                      <a:cubicBezTo>
                        <a:pt x="52" y="4"/>
                        <a:pt x="51" y="3"/>
                        <a:pt x="49" y="2"/>
                      </a:cubicBezTo>
                      <a:cubicBezTo>
                        <a:pt x="48" y="1"/>
                        <a:pt x="47" y="0"/>
                        <a:pt x="45" y="0"/>
                      </a:cubicBezTo>
                      <a:cubicBezTo>
                        <a:pt x="42" y="1"/>
                        <a:pt x="41" y="6"/>
                        <a:pt x="39" y="9"/>
                      </a:cubicBezTo>
                      <a:cubicBezTo>
                        <a:pt x="38" y="9"/>
                        <a:pt x="35" y="9"/>
                        <a:pt x="32" y="9"/>
                      </a:cubicBezTo>
                      <a:cubicBezTo>
                        <a:pt x="28" y="9"/>
                        <a:pt x="24" y="9"/>
                        <a:pt x="24" y="10"/>
                      </a:cubicBezTo>
                      <a:cubicBezTo>
                        <a:pt x="22" y="18"/>
                        <a:pt x="36" y="19"/>
                        <a:pt x="32" y="31"/>
                      </a:cubicBezTo>
                      <a:cubicBezTo>
                        <a:pt x="29" y="31"/>
                        <a:pt x="29" y="31"/>
                        <a:pt x="29" y="31"/>
                      </a:cubicBezTo>
                      <a:cubicBezTo>
                        <a:pt x="32" y="31"/>
                        <a:pt x="32" y="31"/>
                        <a:pt x="32" y="31"/>
                      </a:cubicBezTo>
                      <a:cubicBezTo>
                        <a:pt x="26" y="27"/>
                        <a:pt x="26" y="23"/>
                        <a:pt x="20" y="23"/>
                      </a:cubicBezTo>
                      <a:cubicBezTo>
                        <a:pt x="21" y="22"/>
                        <a:pt x="21" y="22"/>
                        <a:pt x="21" y="22"/>
                      </a:cubicBezTo>
                      <a:cubicBezTo>
                        <a:pt x="20" y="23"/>
                        <a:pt x="20" y="23"/>
                        <a:pt x="20" y="23"/>
                      </a:cubicBezTo>
                      <a:cubicBezTo>
                        <a:pt x="12" y="32"/>
                        <a:pt x="13" y="45"/>
                        <a:pt x="11" y="48"/>
                      </a:cubicBezTo>
                      <a:cubicBezTo>
                        <a:pt x="9" y="51"/>
                        <a:pt x="7" y="51"/>
                        <a:pt x="6" y="50"/>
                      </a:cubicBezTo>
                      <a:cubicBezTo>
                        <a:pt x="5" y="50"/>
                        <a:pt x="4" y="49"/>
                        <a:pt x="3" y="54"/>
                      </a:cubicBezTo>
                      <a:cubicBezTo>
                        <a:pt x="0" y="70"/>
                        <a:pt x="18" y="71"/>
                        <a:pt x="5" y="83"/>
                      </a:cubicBezTo>
                      <a:cubicBezTo>
                        <a:pt x="7" y="83"/>
                        <a:pt x="7" y="83"/>
                        <a:pt x="7" y="83"/>
                      </a:cubicBezTo>
                      <a:cubicBezTo>
                        <a:pt x="8" y="92"/>
                        <a:pt x="8" y="92"/>
                        <a:pt x="8" y="92"/>
                      </a:cubicBezTo>
                      <a:cubicBezTo>
                        <a:pt x="7" y="90"/>
                        <a:pt x="7" y="89"/>
                        <a:pt x="6" y="88"/>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3" name="Serbia" descr="{&quot;Key&quot;:&quot;serbia&quot;,&quot;Name&quot;:&quot;Serbia&quot;,&quot;Value&quot;:23.0,&quot;Formula&quot;:&quot;23&quot;,&quot;Text&quot;:&quot;23&quot;,&quot;OfficeApplication&quot;:2,&quot;HasValue&quot;:true}">
                  <a:extLst>
                    <a:ext uri="{FF2B5EF4-FFF2-40B4-BE49-F238E27FC236}">
                      <a16:creationId xmlns:a16="http://schemas.microsoft.com/office/drawing/2014/main" id="{1458C8E8-66B5-F784-470C-B900C230F8D7}"/>
                    </a:ext>
                  </a:extLst>
                </p:cNvPr>
                <p:cNvSpPr>
                  <a:spLocks/>
                </p:cNvSpPr>
                <p:nvPr/>
              </p:nvSpPr>
              <p:spPr bwMode="auto">
                <a:xfrm>
                  <a:off x="4035417" y="4749422"/>
                  <a:ext cx="420596" cy="584590"/>
                </a:xfrm>
                <a:custGeom>
                  <a:avLst/>
                  <a:gdLst>
                    <a:gd name="T0" fmla="*/ 108 w 251"/>
                    <a:gd name="T1" fmla="*/ 286 h 325"/>
                    <a:gd name="T2" fmla="*/ 114 w 251"/>
                    <a:gd name="T3" fmla="*/ 285 h 325"/>
                    <a:gd name="T4" fmla="*/ 129 w 251"/>
                    <a:gd name="T5" fmla="*/ 315 h 325"/>
                    <a:gd name="T6" fmla="*/ 141 w 251"/>
                    <a:gd name="T7" fmla="*/ 299 h 325"/>
                    <a:gd name="T8" fmla="*/ 170 w 251"/>
                    <a:gd name="T9" fmla="*/ 293 h 325"/>
                    <a:gd name="T10" fmla="*/ 181 w 251"/>
                    <a:gd name="T11" fmla="*/ 280 h 325"/>
                    <a:gd name="T12" fmla="*/ 224 w 251"/>
                    <a:gd name="T13" fmla="*/ 268 h 325"/>
                    <a:gd name="T14" fmla="*/ 228 w 251"/>
                    <a:gd name="T15" fmla="*/ 250 h 325"/>
                    <a:gd name="T16" fmla="*/ 224 w 251"/>
                    <a:gd name="T17" fmla="*/ 249 h 325"/>
                    <a:gd name="T18" fmla="*/ 221 w 251"/>
                    <a:gd name="T19" fmla="*/ 231 h 325"/>
                    <a:gd name="T20" fmla="*/ 237 w 251"/>
                    <a:gd name="T21" fmla="*/ 223 h 325"/>
                    <a:gd name="T22" fmla="*/ 220 w 251"/>
                    <a:gd name="T23" fmla="*/ 183 h 325"/>
                    <a:gd name="T24" fmla="*/ 217 w 251"/>
                    <a:gd name="T25" fmla="*/ 138 h 325"/>
                    <a:gd name="T26" fmla="*/ 204 w 251"/>
                    <a:gd name="T27" fmla="*/ 108 h 325"/>
                    <a:gd name="T28" fmla="*/ 187 w 251"/>
                    <a:gd name="T29" fmla="*/ 111 h 325"/>
                    <a:gd name="T30" fmla="*/ 167 w 251"/>
                    <a:gd name="T31" fmla="*/ 102 h 325"/>
                    <a:gd name="T32" fmla="*/ 155 w 251"/>
                    <a:gd name="T33" fmla="*/ 97 h 325"/>
                    <a:gd name="T34" fmla="*/ 142 w 251"/>
                    <a:gd name="T35" fmla="*/ 90 h 325"/>
                    <a:gd name="T36" fmla="*/ 141 w 251"/>
                    <a:gd name="T37" fmla="*/ 80 h 325"/>
                    <a:gd name="T38" fmla="*/ 105 w 251"/>
                    <a:gd name="T39" fmla="*/ 50 h 325"/>
                    <a:gd name="T40" fmla="*/ 103 w 251"/>
                    <a:gd name="T41" fmla="*/ 29 h 325"/>
                    <a:gd name="T42" fmla="*/ 91 w 251"/>
                    <a:gd name="T43" fmla="*/ 20 h 325"/>
                    <a:gd name="T44" fmla="*/ 72 w 251"/>
                    <a:gd name="T45" fmla="*/ 7 h 325"/>
                    <a:gd name="T46" fmla="*/ 48 w 251"/>
                    <a:gd name="T47" fmla="*/ 9 h 325"/>
                    <a:gd name="T48" fmla="*/ 21 w 251"/>
                    <a:gd name="T49" fmla="*/ 23 h 325"/>
                    <a:gd name="T50" fmla="*/ 12 w 251"/>
                    <a:gd name="T51" fmla="*/ 23 h 325"/>
                    <a:gd name="T52" fmla="*/ 0 w 251"/>
                    <a:gd name="T53" fmla="*/ 33 h 325"/>
                    <a:gd name="T54" fmla="*/ 12 w 251"/>
                    <a:gd name="T55" fmla="*/ 58 h 325"/>
                    <a:gd name="T56" fmla="*/ 14 w 251"/>
                    <a:gd name="T57" fmla="*/ 61 h 325"/>
                    <a:gd name="T58" fmla="*/ 15 w 251"/>
                    <a:gd name="T59" fmla="*/ 67 h 325"/>
                    <a:gd name="T60" fmla="*/ 36 w 251"/>
                    <a:gd name="T61" fmla="*/ 78 h 325"/>
                    <a:gd name="T62" fmla="*/ 23 w 251"/>
                    <a:gd name="T63" fmla="*/ 81 h 325"/>
                    <a:gd name="T64" fmla="*/ 25 w 251"/>
                    <a:gd name="T65" fmla="*/ 101 h 325"/>
                    <a:gd name="T66" fmla="*/ 36 w 251"/>
                    <a:gd name="T67" fmla="*/ 103 h 325"/>
                    <a:gd name="T68" fmla="*/ 34 w 251"/>
                    <a:gd name="T69" fmla="*/ 149 h 325"/>
                    <a:gd name="T70" fmla="*/ 52 w 251"/>
                    <a:gd name="T71" fmla="*/ 162 h 325"/>
                    <a:gd name="T72" fmla="*/ 45 w 251"/>
                    <a:gd name="T73" fmla="*/ 170 h 325"/>
                    <a:gd name="T74" fmla="*/ 56 w 251"/>
                    <a:gd name="T75" fmla="*/ 200 h 325"/>
                    <a:gd name="T76" fmla="*/ 90 w 251"/>
                    <a:gd name="T77" fmla="*/ 230 h 325"/>
                    <a:gd name="T78" fmla="*/ 101 w 251"/>
                    <a:gd name="T79" fmla="*/ 249 h 325"/>
                    <a:gd name="T80" fmla="*/ 97 w 251"/>
                    <a:gd name="T81" fmla="*/ 269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25">
                      <a:moveTo>
                        <a:pt x="96" y="269"/>
                      </a:moveTo>
                      <a:cubicBezTo>
                        <a:pt x="105" y="269"/>
                        <a:pt x="103" y="283"/>
                        <a:pt x="108" y="286"/>
                      </a:cubicBezTo>
                      <a:cubicBezTo>
                        <a:pt x="109" y="287"/>
                        <a:pt x="110" y="286"/>
                        <a:pt x="111" y="286"/>
                      </a:cubicBezTo>
                      <a:cubicBezTo>
                        <a:pt x="112" y="286"/>
                        <a:pt x="113" y="285"/>
                        <a:pt x="114" y="285"/>
                      </a:cubicBezTo>
                      <a:cubicBezTo>
                        <a:pt x="118" y="287"/>
                        <a:pt x="122" y="288"/>
                        <a:pt x="125" y="291"/>
                      </a:cubicBezTo>
                      <a:cubicBezTo>
                        <a:pt x="132" y="299"/>
                        <a:pt x="131" y="307"/>
                        <a:pt x="129" y="315"/>
                      </a:cubicBezTo>
                      <a:cubicBezTo>
                        <a:pt x="131" y="315"/>
                        <a:pt x="131" y="315"/>
                        <a:pt x="131" y="315"/>
                      </a:cubicBezTo>
                      <a:cubicBezTo>
                        <a:pt x="145" y="325"/>
                        <a:pt x="137" y="301"/>
                        <a:pt x="141" y="299"/>
                      </a:cubicBezTo>
                      <a:cubicBezTo>
                        <a:pt x="147" y="295"/>
                        <a:pt x="154" y="290"/>
                        <a:pt x="161" y="289"/>
                      </a:cubicBezTo>
                      <a:cubicBezTo>
                        <a:pt x="164" y="289"/>
                        <a:pt x="169" y="296"/>
                        <a:pt x="170" y="293"/>
                      </a:cubicBezTo>
                      <a:cubicBezTo>
                        <a:pt x="171" y="291"/>
                        <a:pt x="168" y="289"/>
                        <a:pt x="169" y="287"/>
                      </a:cubicBezTo>
                      <a:cubicBezTo>
                        <a:pt x="172" y="279"/>
                        <a:pt x="176" y="279"/>
                        <a:pt x="181" y="280"/>
                      </a:cubicBezTo>
                      <a:cubicBezTo>
                        <a:pt x="183" y="281"/>
                        <a:pt x="186" y="281"/>
                        <a:pt x="189" y="280"/>
                      </a:cubicBezTo>
                      <a:cubicBezTo>
                        <a:pt x="198" y="279"/>
                        <a:pt x="216" y="261"/>
                        <a:pt x="224" y="268"/>
                      </a:cubicBezTo>
                      <a:cubicBezTo>
                        <a:pt x="227" y="263"/>
                        <a:pt x="234" y="262"/>
                        <a:pt x="232" y="254"/>
                      </a:cubicBezTo>
                      <a:cubicBezTo>
                        <a:pt x="231" y="252"/>
                        <a:pt x="229" y="251"/>
                        <a:pt x="228" y="250"/>
                      </a:cubicBezTo>
                      <a:cubicBezTo>
                        <a:pt x="227" y="250"/>
                        <a:pt x="227" y="250"/>
                        <a:pt x="226" y="250"/>
                      </a:cubicBezTo>
                      <a:cubicBezTo>
                        <a:pt x="225" y="250"/>
                        <a:pt x="225" y="250"/>
                        <a:pt x="224" y="249"/>
                      </a:cubicBezTo>
                      <a:cubicBezTo>
                        <a:pt x="224" y="246"/>
                        <a:pt x="224" y="244"/>
                        <a:pt x="224" y="241"/>
                      </a:cubicBezTo>
                      <a:cubicBezTo>
                        <a:pt x="224" y="237"/>
                        <a:pt x="220" y="234"/>
                        <a:pt x="221" y="231"/>
                      </a:cubicBezTo>
                      <a:cubicBezTo>
                        <a:pt x="231" y="216"/>
                        <a:pt x="229" y="220"/>
                        <a:pt x="229" y="224"/>
                      </a:cubicBezTo>
                      <a:cubicBezTo>
                        <a:pt x="229" y="226"/>
                        <a:pt x="229" y="229"/>
                        <a:pt x="237" y="223"/>
                      </a:cubicBezTo>
                      <a:cubicBezTo>
                        <a:pt x="239" y="222"/>
                        <a:pt x="251" y="201"/>
                        <a:pt x="248" y="197"/>
                      </a:cubicBezTo>
                      <a:cubicBezTo>
                        <a:pt x="243" y="194"/>
                        <a:pt x="221" y="184"/>
                        <a:pt x="220" y="183"/>
                      </a:cubicBezTo>
                      <a:cubicBezTo>
                        <a:pt x="214" y="177"/>
                        <a:pt x="203" y="153"/>
                        <a:pt x="207" y="145"/>
                      </a:cubicBezTo>
                      <a:cubicBezTo>
                        <a:pt x="208" y="141"/>
                        <a:pt x="215" y="141"/>
                        <a:pt x="217" y="138"/>
                      </a:cubicBezTo>
                      <a:cubicBezTo>
                        <a:pt x="219" y="134"/>
                        <a:pt x="216" y="129"/>
                        <a:pt x="218" y="125"/>
                      </a:cubicBezTo>
                      <a:cubicBezTo>
                        <a:pt x="210" y="121"/>
                        <a:pt x="203" y="116"/>
                        <a:pt x="204" y="108"/>
                      </a:cubicBezTo>
                      <a:cubicBezTo>
                        <a:pt x="205" y="103"/>
                        <a:pt x="223" y="103"/>
                        <a:pt x="218" y="100"/>
                      </a:cubicBezTo>
                      <a:cubicBezTo>
                        <a:pt x="158" y="70"/>
                        <a:pt x="211" y="97"/>
                        <a:pt x="187" y="111"/>
                      </a:cubicBezTo>
                      <a:cubicBezTo>
                        <a:pt x="183" y="114"/>
                        <a:pt x="181" y="104"/>
                        <a:pt x="177" y="102"/>
                      </a:cubicBezTo>
                      <a:cubicBezTo>
                        <a:pt x="174" y="101"/>
                        <a:pt x="170" y="102"/>
                        <a:pt x="167" y="102"/>
                      </a:cubicBezTo>
                      <a:cubicBezTo>
                        <a:pt x="164" y="102"/>
                        <a:pt x="160" y="104"/>
                        <a:pt x="157" y="103"/>
                      </a:cubicBezTo>
                      <a:cubicBezTo>
                        <a:pt x="155" y="102"/>
                        <a:pt x="156" y="99"/>
                        <a:pt x="155" y="97"/>
                      </a:cubicBezTo>
                      <a:cubicBezTo>
                        <a:pt x="154" y="94"/>
                        <a:pt x="149" y="94"/>
                        <a:pt x="144" y="95"/>
                      </a:cubicBezTo>
                      <a:cubicBezTo>
                        <a:pt x="138" y="95"/>
                        <a:pt x="134" y="96"/>
                        <a:pt x="142" y="90"/>
                      </a:cubicBezTo>
                      <a:cubicBezTo>
                        <a:pt x="145" y="88"/>
                        <a:pt x="154" y="86"/>
                        <a:pt x="151" y="84"/>
                      </a:cubicBezTo>
                      <a:cubicBezTo>
                        <a:pt x="148" y="82"/>
                        <a:pt x="142" y="84"/>
                        <a:pt x="141" y="80"/>
                      </a:cubicBezTo>
                      <a:cubicBezTo>
                        <a:pt x="141" y="77"/>
                        <a:pt x="152" y="71"/>
                        <a:pt x="145" y="66"/>
                      </a:cubicBezTo>
                      <a:cubicBezTo>
                        <a:pt x="134" y="60"/>
                        <a:pt x="112" y="63"/>
                        <a:pt x="105" y="50"/>
                      </a:cubicBezTo>
                      <a:cubicBezTo>
                        <a:pt x="103" y="47"/>
                        <a:pt x="103" y="33"/>
                        <a:pt x="103" y="30"/>
                      </a:cubicBezTo>
                      <a:cubicBezTo>
                        <a:pt x="103" y="29"/>
                        <a:pt x="103" y="29"/>
                        <a:pt x="103" y="29"/>
                      </a:cubicBezTo>
                      <a:cubicBezTo>
                        <a:pt x="102" y="29"/>
                        <a:pt x="100" y="33"/>
                        <a:pt x="99" y="32"/>
                      </a:cubicBezTo>
                      <a:cubicBezTo>
                        <a:pt x="95" y="29"/>
                        <a:pt x="95" y="23"/>
                        <a:pt x="91" y="20"/>
                      </a:cubicBezTo>
                      <a:cubicBezTo>
                        <a:pt x="88" y="18"/>
                        <a:pt x="83" y="19"/>
                        <a:pt x="79" y="16"/>
                      </a:cubicBezTo>
                      <a:cubicBezTo>
                        <a:pt x="76" y="14"/>
                        <a:pt x="74" y="10"/>
                        <a:pt x="72" y="7"/>
                      </a:cubicBezTo>
                      <a:cubicBezTo>
                        <a:pt x="69" y="7"/>
                        <a:pt x="66" y="4"/>
                        <a:pt x="64" y="4"/>
                      </a:cubicBezTo>
                      <a:cubicBezTo>
                        <a:pt x="63" y="4"/>
                        <a:pt x="48" y="9"/>
                        <a:pt x="48" y="9"/>
                      </a:cubicBezTo>
                      <a:cubicBezTo>
                        <a:pt x="38" y="8"/>
                        <a:pt x="49" y="0"/>
                        <a:pt x="36" y="8"/>
                      </a:cubicBezTo>
                      <a:cubicBezTo>
                        <a:pt x="30" y="12"/>
                        <a:pt x="26" y="19"/>
                        <a:pt x="21" y="23"/>
                      </a:cubicBezTo>
                      <a:cubicBezTo>
                        <a:pt x="18" y="25"/>
                        <a:pt x="16" y="24"/>
                        <a:pt x="15" y="23"/>
                      </a:cubicBezTo>
                      <a:cubicBezTo>
                        <a:pt x="14" y="22"/>
                        <a:pt x="13" y="22"/>
                        <a:pt x="12" y="23"/>
                      </a:cubicBezTo>
                      <a:cubicBezTo>
                        <a:pt x="5" y="31"/>
                        <a:pt x="4" y="32"/>
                        <a:pt x="0" y="32"/>
                      </a:cubicBezTo>
                      <a:cubicBezTo>
                        <a:pt x="0" y="33"/>
                        <a:pt x="0" y="33"/>
                        <a:pt x="0" y="33"/>
                      </a:cubicBezTo>
                      <a:cubicBezTo>
                        <a:pt x="10" y="46"/>
                        <a:pt x="8" y="43"/>
                        <a:pt x="6" y="56"/>
                      </a:cubicBezTo>
                      <a:cubicBezTo>
                        <a:pt x="6" y="59"/>
                        <a:pt x="9" y="58"/>
                        <a:pt x="12" y="58"/>
                      </a:cubicBezTo>
                      <a:cubicBezTo>
                        <a:pt x="15" y="58"/>
                        <a:pt x="18" y="57"/>
                        <a:pt x="18" y="60"/>
                      </a:cubicBezTo>
                      <a:cubicBezTo>
                        <a:pt x="17" y="63"/>
                        <a:pt x="16" y="62"/>
                        <a:pt x="14" y="61"/>
                      </a:cubicBezTo>
                      <a:cubicBezTo>
                        <a:pt x="14" y="61"/>
                        <a:pt x="13" y="61"/>
                        <a:pt x="13" y="61"/>
                      </a:cubicBezTo>
                      <a:cubicBezTo>
                        <a:pt x="9" y="64"/>
                        <a:pt x="15" y="65"/>
                        <a:pt x="15" y="67"/>
                      </a:cubicBezTo>
                      <a:cubicBezTo>
                        <a:pt x="15" y="68"/>
                        <a:pt x="10" y="69"/>
                        <a:pt x="13" y="71"/>
                      </a:cubicBezTo>
                      <a:cubicBezTo>
                        <a:pt x="19" y="76"/>
                        <a:pt x="29" y="78"/>
                        <a:pt x="36" y="78"/>
                      </a:cubicBezTo>
                      <a:cubicBezTo>
                        <a:pt x="37" y="85"/>
                        <a:pt x="33" y="83"/>
                        <a:pt x="28" y="82"/>
                      </a:cubicBezTo>
                      <a:cubicBezTo>
                        <a:pt x="26" y="81"/>
                        <a:pt x="24" y="80"/>
                        <a:pt x="23" y="81"/>
                      </a:cubicBezTo>
                      <a:cubicBezTo>
                        <a:pt x="23" y="88"/>
                        <a:pt x="18" y="91"/>
                        <a:pt x="25" y="98"/>
                      </a:cubicBezTo>
                      <a:cubicBezTo>
                        <a:pt x="26" y="99"/>
                        <a:pt x="26" y="100"/>
                        <a:pt x="25" y="101"/>
                      </a:cubicBezTo>
                      <a:cubicBezTo>
                        <a:pt x="23" y="104"/>
                        <a:pt x="14" y="102"/>
                        <a:pt x="19" y="107"/>
                      </a:cubicBezTo>
                      <a:cubicBezTo>
                        <a:pt x="25" y="106"/>
                        <a:pt x="30" y="102"/>
                        <a:pt x="36" y="103"/>
                      </a:cubicBezTo>
                      <a:cubicBezTo>
                        <a:pt x="36" y="120"/>
                        <a:pt x="26" y="132"/>
                        <a:pt x="27" y="143"/>
                      </a:cubicBezTo>
                      <a:cubicBezTo>
                        <a:pt x="29" y="151"/>
                        <a:pt x="31" y="150"/>
                        <a:pt x="34" y="149"/>
                      </a:cubicBezTo>
                      <a:cubicBezTo>
                        <a:pt x="36" y="149"/>
                        <a:pt x="38" y="148"/>
                        <a:pt x="41" y="150"/>
                      </a:cubicBezTo>
                      <a:cubicBezTo>
                        <a:pt x="46" y="152"/>
                        <a:pt x="47" y="159"/>
                        <a:pt x="52" y="162"/>
                      </a:cubicBezTo>
                      <a:cubicBezTo>
                        <a:pt x="54" y="163"/>
                        <a:pt x="60" y="161"/>
                        <a:pt x="58" y="166"/>
                      </a:cubicBezTo>
                      <a:cubicBezTo>
                        <a:pt x="56" y="173"/>
                        <a:pt x="50" y="171"/>
                        <a:pt x="45" y="170"/>
                      </a:cubicBezTo>
                      <a:cubicBezTo>
                        <a:pt x="42" y="168"/>
                        <a:pt x="39" y="167"/>
                        <a:pt x="38" y="169"/>
                      </a:cubicBezTo>
                      <a:cubicBezTo>
                        <a:pt x="38" y="169"/>
                        <a:pt x="63" y="193"/>
                        <a:pt x="56" y="200"/>
                      </a:cubicBezTo>
                      <a:cubicBezTo>
                        <a:pt x="70" y="207"/>
                        <a:pt x="63" y="204"/>
                        <a:pt x="84" y="213"/>
                      </a:cubicBezTo>
                      <a:cubicBezTo>
                        <a:pt x="91" y="215"/>
                        <a:pt x="84" y="227"/>
                        <a:pt x="90" y="230"/>
                      </a:cubicBezTo>
                      <a:cubicBezTo>
                        <a:pt x="100" y="234"/>
                        <a:pt x="100" y="239"/>
                        <a:pt x="107" y="242"/>
                      </a:cubicBezTo>
                      <a:cubicBezTo>
                        <a:pt x="113" y="246"/>
                        <a:pt x="97" y="246"/>
                        <a:pt x="101" y="249"/>
                      </a:cubicBezTo>
                      <a:cubicBezTo>
                        <a:pt x="108" y="254"/>
                        <a:pt x="96" y="253"/>
                        <a:pt x="95" y="256"/>
                      </a:cubicBezTo>
                      <a:cubicBezTo>
                        <a:pt x="99" y="271"/>
                        <a:pt x="98" y="270"/>
                        <a:pt x="97" y="269"/>
                      </a:cubicBezTo>
                      <a:cubicBezTo>
                        <a:pt x="97" y="268"/>
                        <a:pt x="96" y="268"/>
                        <a:pt x="96" y="269"/>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4" name="Malta" descr="{&quot;Key&quot;:&quot;malta&quot;,&quot;Name&quot;:&quot;Malta&quot;,&quot;Value&quot;:12.0,&quot;Formula&quot;:&quot;12&quot;,&quot;Text&quot;:&quot;12&quot;,&quot;OfficeApplication&quot;:2,&quot;HasValue&quot;:true}">
                  <a:extLst>
                    <a:ext uri="{FF2B5EF4-FFF2-40B4-BE49-F238E27FC236}">
                      <a16:creationId xmlns:a16="http://schemas.microsoft.com/office/drawing/2014/main" id="{81CF9021-FBF2-10E5-E36B-C8C7B6004A71}"/>
                    </a:ext>
                  </a:extLst>
                </p:cNvPr>
                <p:cNvSpPr>
                  <a:spLocks/>
                </p:cNvSpPr>
                <p:nvPr/>
              </p:nvSpPr>
              <p:spPr bwMode="auto">
                <a:xfrm>
                  <a:off x="4069487" y="6177627"/>
                  <a:ext cx="53975" cy="42863"/>
                </a:xfrm>
                <a:custGeom>
                  <a:avLst/>
                  <a:gdLst>
                    <a:gd name="T0" fmla="*/ 0 w 67"/>
                    <a:gd name="T1" fmla="*/ 0 h 54"/>
                    <a:gd name="T2" fmla="*/ 0 w 67"/>
                    <a:gd name="T3" fmla="*/ 41 h 54"/>
                    <a:gd name="T4" fmla="*/ 27 w 67"/>
                    <a:gd name="T5" fmla="*/ 41 h 54"/>
                    <a:gd name="T6" fmla="*/ 67 w 67"/>
                    <a:gd name="T7" fmla="*/ 54 h 54"/>
                    <a:gd name="T8" fmla="*/ 67 w 67"/>
                    <a:gd name="T9" fmla="*/ 14 h 54"/>
                    <a:gd name="T10" fmla="*/ 40 w 67"/>
                    <a:gd name="T11" fmla="*/ 0 h 54"/>
                    <a:gd name="T12" fmla="*/ 0 w 67"/>
                    <a:gd name="T13" fmla="*/ 0 h 54"/>
                    <a:gd name="T14" fmla="*/ 0 60000 65536"/>
                    <a:gd name="T15" fmla="*/ 0 60000 65536"/>
                    <a:gd name="T16" fmla="*/ 0 60000 65536"/>
                    <a:gd name="T17" fmla="*/ 0 60000 65536"/>
                    <a:gd name="T18" fmla="*/ 0 60000 65536"/>
                    <a:gd name="T19" fmla="*/ 0 60000 65536"/>
                    <a:gd name="T20" fmla="*/ 0 60000 65536"/>
                    <a:gd name="T21" fmla="*/ 0 w 67"/>
                    <a:gd name="T22" fmla="*/ 0 h 54"/>
                    <a:gd name="T23" fmla="*/ 67 w 67"/>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54">
                      <a:moveTo>
                        <a:pt x="0" y="0"/>
                      </a:moveTo>
                      <a:lnTo>
                        <a:pt x="0" y="41"/>
                      </a:lnTo>
                      <a:lnTo>
                        <a:pt x="27" y="41"/>
                      </a:lnTo>
                      <a:lnTo>
                        <a:pt x="67" y="54"/>
                      </a:lnTo>
                      <a:lnTo>
                        <a:pt x="67" y="14"/>
                      </a:lnTo>
                      <a:lnTo>
                        <a:pt x="40" y="0"/>
                      </a:lnTo>
                      <a:lnTo>
                        <a:pt x="0" y="0"/>
                      </a:lnTo>
                    </a:path>
                  </a:pathLst>
                </a:custGeom>
                <a:solidFill>
                  <a:srgbClr val="B2DAF8"/>
                </a:solidFill>
                <a:ln w="6350">
                  <a:solidFill>
                    <a:schemeClr val="lt1"/>
                  </a:solidFill>
                  <a:prstDash val="solid"/>
                  <a:round/>
                  <a:headEnd/>
                  <a:tailEnd/>
                </a:ln>
              </p:spPr>
              <p:txBody>
                <a:bodyPr wrap="square"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grpSp>
            <p:nvGrpSpPr>
              <p:cNvPr id="410" name="Etiquettes">
                <a:extLst>
                  <a:ext uri="{FF2B5EF4-FFF2-40B4-BE49-F238E27FC236}">
                    <a16:creationId xmlns:a16="http://schemas.microsoft.com/office/drawing/2014/main" id="{CC57B62A-92F1-D174-5FEF-648F6DD6A4C4}"/>
                  </a:ext>
                </a:extLst>
              </p:cNvPr>
              <p:cNvGrpSpPr/>
              <p:nvPr/>
            </p:nvGrpSpPr>
            <p:grpSpPr>
              <a:xfrm>
                <a:off x="1073628" y="2105922"/>
                <a:ext cx="4807043" cy="4133840"/>
                <a:chOff x="1073628" y="2105922"/>
                <a:chExt cx="4807043" cy="4133840"/>
              </a:xfrm>
            </p:grpSpPr>
            <p:sp>
              <p:nvSpPr>
                <p:cNvPr id="436" name="Etiquette - Russia" hidden="1">
                  <a:extLst>
                    <a:ext uri="{FF2B5EF4-FFF2-40B4-BE49-F238E27FC236}">
                      <a16:creationId xmlns:a16="http://schemas.microsoft.com/office/drawing/2014/main" id="{8BD8210D-D81A-5BF9-8862-740CC3CE6BB6}"/>
                    </a:ext>
                  </a:extLst>
                </p:cNvPr>
                <p:cNvSpPr>
                  <a:spLocks noChangeArrowheads="1"/>
                </p:cNvSpPr>
                <p:nvPr/>
              </p:nvSpPr>
              <p:spPr bwMode="auto">
                <a:xfrm>
                  <a:off x="5557609" y="260212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37" name="Etiquette - Estonia" hidden="1">
                  <a:extLst>
                    <a:ext uri="{FF2B5EF4-FFF2-40B4-BE49-F238E27FC236}">
                      <a16:creationId xmlns:a16="http://schemas.microsoft.com/office/drawing/2014/main" id="{16ECC97E-1EAF-9712-726A-37F1D94B75B2}"/>
                    </a:ext>
                  </a:extLst>
                </p:cNvPr>
                <p:cNvSpPr>
                  <a:spLocks noChangeArrowheads="1"/>
                </p:cNvSpPr>
                <p:nvPr/>
              </p:nvSpPr>
              <p:spPr bwMode="auto">
                <a:xfrm>
                  <a:off x="4093934" y="2875175"/>
                  <a:ext cx="2677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Estonia</a:t>
                  </a:r>
                </a:p>
              </p:txBody>
            </p:sp>
            <p:sp>
              <p:nvSpPr>
                <p:cNvPr id="438" name="Etiquette - Latvia" hidden="1">
                  <a:extLst>
                    <a:ext uri="{FF2B5EF4-FFF2-40B4-BE49-F238E27FC236}">
                      <a16:creationId xmlns:a16="http://schemas.microsoft.com/office/drawing/2014/main" id="{C9E26453-3B39-62B4-348E-5FC22D7A9B10}"/>
                    </a:ext>
                  </a:extLst>
                </p:cNvPr>
                <p:cNvSpPr>
                  <a:spLocks noChangeArrowheads="1"/>
                </p:cNvSpPr>
                <p:nvPr/>
              </p:nvSpPr>
              <p:spPr bwMode="auto">
                <a:xfrm>
                  <a:off x="4236810" y="3151400"/>
                  <a:ext cx="21640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Latvia</a:t>
                  </a:r>
                </a:p>
              </p:txBody>
            </p:sp>
            <p:sp>
              <p:nvSpPr>
                <p:cNvPr id="439" name="Etiquette - Lithuania" hidden="1">
                  <a:extLst>
                    <a:ext uri="{FF2B5EF4-FFF2-40B4-BE49-F238E27FC236}">
                      <a16:creationId xmlns:a16="http://schemas.microsoft.com/office/drawing/2014/main" id="{795E00D5-7556-FB49-9190-2601DE7F68FC}"/>
                    </a:ext>
                  </a:extLst>
                </p:cNvPr>
                <p:cNvSpPr>
                  <a:spLocks noChangeArrowheads="1"/>
                </p:cNvSpPr>
                <p:nvPr/>
              </p:nvSpPr>
              <p:spPr bwMode="auto">
                <a:xfrm>
                  <a:off x="4066947" y="3351425"/>
                  <a:ext cx="33663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Lithuania</a:t>
                  </a:r>
                </a:p>
              </p:txBody>
            </p:sp>
            <p:sp>
              <p:nvSpPr>
                <p:cNvPr id="440" name="Etiquette - DARK - Russia" hidden="1">
                  <a:extLst>
                    <a:ext uri="{FF2B5EF4-FFF2-40B4-BE49-F238E27FC236}">
                      <a16:creationId xmlns:a16="http://schemas.microsoft.com/office/drawing/2014/main" id="{75C3396F-624F-E5B2-903E-71CE0E4750F4}"/>
                    </a:ext>
                  </a:extLst>
                </p:cNvPr>
                <p:cNvSpPr>
                  <a:spLocks noChangeArrowheads="1"/>
                </p:cNvSpPr>
                <p:nvPr/>
              </p:nvSpPr>
              <p:spPr bwMode="auto">
                <a:xfrm>
                  <a:off x="3800148" y="343146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41" name="Etiquette - Denmark" hidden="1">
                  <a:extLst>
                    <a:ext uri="{FF2B5EF4-FFF2-40B4-BE49-F238E27FC236}">
                      <a16:creationId xmlns:a16="http://schemas.microsoft.com/office/drawing/2014/main" id="{95A5E152-BAF7-E7D9-B5DA-CE1C968614E5}"/>
                    </a:ext>
                  </a:extLst>
                </p:cNvPr>
                <p:cNvSpPr>
                  <a:spLocks noChangeArrowheads="1"/>
                </p:cNvSpPr>
                <p:nvPr/>
              </p:nvSpPr>
              <p:spPr bwMode="auto">
                <a:xfrm>
                  <a:off x="3071585" y="3375238"/>
                  <a:ext cx="33342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Denmark</a:t>
                  </a:r>
                </a:p>
              </p:txBody>
            </p:sp>
            <p:sp>
              <p:nvSpPr>
                <p:cNvPr id="442" name="Etiquette - Norway" hidden="1">
                  <a:extLst>
                    <a:ext uri="{FF2B5EF4-FFF2-40B4-BE49-F238E27FC236}">
                      <a16:creationId xmlns:a16="http://schemas.microsoft.com/office/drawing/2014/main" id="{067F14C9-8CE9-108E-5180-D392944E2D3C}"/>
                    </a:ext>
                  </a:extLst>
                </p:cNvPr>
                <p:cNvSpPr>
                  <a:spLocks noChangeArrowheads="1"/>
                </p:cNvSpPr>
                <p:nvPr/>
              </p:nvSpPr>
              <p:spPr bwMode="auto">
                <a:xfrm>
                  <a:off x="3108097" y="2710525"/>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Norway</a:t>
                  </a:r>
                </a:p>
              </p:txBody>
            </p:sp>
            <p:sp>
              <p:nvSpPr>
                <p:cNvPr id="443" name="Etiquette - Sweden" hidden="1">
                  <a:extLst>
                    <a:ext uri="{FF2B5EF4-FFF2-40B4-BE49-F238E27FC236}">
                      <a16:creationId xmlns:a16="http://schemas.microsoft.com/office/drawing/2014/main" id="{03DA8D12-909A-0019-E014-FD84397A6B3B}"/>
                    </a:ext>
                  </a:extLst>
                </p:cNvPr>
                <p:cNvSpPr>
                  <a:spLocks noChangeArrowheads="1"/>
                </p:cNvSpPr>
                <p:nvPr/>
              </p:nvSpPr>
              <p:spPr bwMode="auto">
                <a:xfrm>
                  <a:off x="3380323" y="2453874"/>
                  <a:ext cx="2885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Sweden</a:t>
                  </a:r>
                </a:p>
              </p:txBody>
            </p:sp>
            <p:sp>
              <p:nvSpPr>
                <p:cNvPr id="444" name="Etiquette - Finland" hidden="1">
                  <a:extLst>
                    <a:ext uri="{FF2B5EF4-FFF2-40B4-BE49-F238E27FC236}">
                      <a16:creationId xmlns:a16="http://schemas.microsoft.com/office/drawing/2014/main" id="{F11341AA-0B76-1D1A-D18A-FBC99FC1482B}"/>
                    </a:ext>
                  </a:extLst>
                </p:cNvPr>
                <p:cNvSpPr>
                  <a:spLocks noChangeArrowheads="1"/>
                </p:cNvSpPr>
                <p:nvPr/>
              </p:nvSpPr>
              <p:spPr bwMode="auto">
                <a:xfrm>
                  <a:off x="4039213" y="2380166"/>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Finland</a:t>
                  </a:r>
                </a:p>
              </p:txBody>
            </p:sp>
            <p:sp>
              <p:nvSpPr>
                <p:cNvPr id="445" name="Etiquette - Iceland" hidden="1">
                  <a:extLst>
                    <a:ext uri="{FF2B5EF4-FFF2-40B4-BE49-F238E27FC236}">
                      <a16:creationId xmlns:a16="http://schemas.microsoft.com/office/drawing/2014/main" id="{65751C20-AAAE-350F-1046-592854ADD7D1}"/>
                    </a:ext>
                  </a:extLst>
                </p:cNvPr>
                <p:cNvSpPr>
                  <a:spLocks noChangeArrowheads="1"/>
                </p:cNvSpPr>
                <p:nvPr/>
              </p:nvSpPr>
              <p:spPr bwMode="auto">
                <a:xfrm>
                  <a:off x="1927112" y="2105922"/>
                  <a:ext cx="26289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Iceland</a:t>
                  </a:r>
                </a:p>
              </p:txBody>
            </p:sp>
            <p:sp>
              <p:nvSpPr>
                <p:cNvPr id="446" name="Etiquette - Austria" hidden="1">
                  <a:extLst>
                    <a:ext uri="{FF2B5EF4-FFF2-40B4-BE49-F238E27FC236}">
                      <a16:creationId xmlns:a16="http://schemas.microsoft.com/office/drawing/2014/main" id="{56E76806-A84F-6FE9-7226-5E58188B3405}"/>
                    </a:ext>
                  </a:extLst>
                </p:cNvPr>
                <p:cNvSpPr>
                  <a:spLocks noChangeArrowheads="1"/>
                </p:cNvSpPr>
                <p:nvPr/>
              </p:nvSpPr>
              <p:spPr bwMode="auto">
                <a:xfrm>
                  <a:off x="3544659" y="4518237"/>
                  <a:ext cx="25968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Austria</a:t>
                  </a:r>
                </a:p>
              </p:txBody>
            </p:sp>
            <p:sp>
              <p:nvSpPr>
                <p:cNvPr id="447" name="Etiquette - Slovenia" hidden="1">
                  <a:extLst>
                    <a:ext uri="{FF2B5EF4-FFF2-40B4-BE49-F238E27FC236}">
                      <a16:creationId xmlns:a16="http://schemas.microsoft.com/office/drawing/2014/main" id="{928E6214-052E-62C9-C261-B928EC6E5D68}"/>
                    </a:ext>
                  </a:extLst>
                </p:cNvPr>
                <p:cNvSpPr>
                  <a:spLocks noChangeArrowheads="1"/>
                </p:cNvSpPr>
                <p:nvPr/>
              </p:nvSpPr>
              <p:spPr bwMode="auto">
                <a:xfrm>
                  <a:off x="3557358" y="4694452"/>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Slovenia</a:t>
                  </a:r>
                </a:p>
              </p:txBody>
            </p:sp>
            <p:sp>
              <p:nvSpPr>
                <p:cNvPr id="448" name="Etiquette - DARK - Croatia" hidden="1">
                  <a:extLst>
                    <a:ext uri="{FF2B5EF4-FFF2-40B4-BE49-F238E27FC236}">
                      <a16:creationId xmlns:a16="http://schemas.microsoft.com/office/drawing/2014/main" id="{EDC49A35-1F45-729D-9178-D9A315CCB60A}"/>
                    </a:ext>
                  </a:extLst>
                </p:cNvPr>
                <p:cNvSpPr>
                  <a:spLocks noChangeArrowheads="1"/>
                </p:cNvSpPr>
                <p:nvPr/>
              </p:nvSpPr>
              <p:spPr bwMode="auto">
                <a:xfrm>
                  <a:off x="3510415" y="4998913"/>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Croatia</a:t>
                  </a:r>
                </a:p>
              </p:txBody>
            </p:sp>
            <p:sp>
              <p:nvSpPr>
                <p:cNvPr id="449" name="Etiquette - Macedonia" hidden="1">
                  <a:extLst>
                    <a:ext uri="{FF2B5EF4-FFF2-40B4-BE49-F238E27FC236}">
                      <a16:creationId xmlns:a16="http://schemas.microsoft.com/office/drawing/2014/main" id="{B4D36461-7576-01A4-2EDB-A25C53B4D7D4}"/>
                    </a:ext>
                  </a:extLst>
                </p:cNvPr>
                <p:cNvSpPr>
                  <a:spLocks noChangeArrowheads="1"/>
                </p:cNvSpPr>
                <p:nvPr/>
              </p:nvSpPr>
              <p:spPr bwMode="auto">
                <a:xfrm>
                  <a:off x="4309834" y="5245312"/>
                  <a:ext cx="4087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Macedonia</a:t>
                  </a:r>
                </a:p>
              </p:txBody>
            </p:sp>
            <p:sp>
              <p:nvSpPr>
                <p:cNvPr id="450" name="Etiquette - DARK - Albania" hidden="1">
                  <a:extLst>
                    <a:ext uri="{FF2B5EF4-FFF2-40B4-BE49-F238E27FC236}">
                      <a16:creationId xmlns:a16="http://schemas.microsoft.com/office/drawing/2014/main" id="{8CB6647B-0442-C529-EEB1-90FD608AC591}"/>
                    </a:ext>
                  </a:extLst>
                </p:cNvPr>
                <p:cNvSpPr>
                  <a:spLocks noChangeArrowheads="1"/>
                </p:cNvSpPr>
                <p:nvPr/>
              </p:nvSpPr>
              <p:spPr bwMode="auto">
                <a:xfrm>
                  <a:off x="3889590" y="5369461"/>
                  <a:ext cx="27251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Albania</a:t>
                  </a:r>
                </a:p>
              </p:txBody>
            </p:sp>
            <p:sp>
              <p:nvSpPr>
                <p:cNvPr id="451" name="Etiquette - Turkey" hidden="1">
                  <a:extLst>
                    <a:ext uri="{FF2B5EF4-FFF2-40B4-BE49-F238E27FC236}">
                      <a16:creationId xmlns:a16="http://schemas.microsoft.com/office/drawing/2014/main" id="{6341781F-C2CD-A879-D72D-484EF2E7543B}"/>
                    </a:ext>
                  </a:extLst>
                </p:cNvPr>
                <p:cNvSpPr>
                  <a:spLocks noChangeArrowheads="1"/>
                </p:cNvSpPr>
                <p:nvPr/>
              </p:nvSpPr>
              <p:spPr bwMode="auto">
                <a:xfrm>
                  <a:off x="5633809" y="518498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Turkey</a:t>
                  </a:r>
                </a:p>
              </p:txBody>
            </p:sp>
            <p:sp>
              <p:nvSpPr>
                <p:cNvPr id="452" name="Etiquette - Romania" hidden="1">
                  <a:extLst>
                    <a:ext uri="{FF2B5EF4-FFF2-40B4-BE49-F238E27FC236}">
                      <a16:creationId xmlns:a16="http://schemas.microsoft.com/office/drawing/2014/main" id="{6C15EC11-3AE3-4C3D-037D-0124BB673578}"/>
                    </a:ext>
                  </a:extLst>
                </p:cNvPr>
                <p:cNvSpPr>
                  <a:spLocks noChangeArrowheads="1"/>
                </p:cNvSpPr>
                <p:nvPr/>
              </p:nvSpPr>
              <p:spPr bwMode="auto">
                <a:xfrm>
                  <a:off x="4443183" y="4607138"/>
                  <a:ext cx="32220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Romania</a:t>
                  </a:r>
                </a:p>
              </p:txBody>
            </p:sp>
            <p:sp>
              <p:nvSpPr>
                <p:cNvPr id="453" name="Etiquette - Bulgaria" hidden="1">
                  <a:extLst>
                    <a:ext uri="{FF2B5EF4-FFF2-40B4-BE49-F238E27FC236}">
                      <a16:creationId xmlns:a16="http://schemas.microsoft.com/office/drawing/2014/main" id="{87815563-CEF6-025A-717B-595EFF46C6E2}"/>
                    </a:ext>
                  </a:extLst>
                </p:cNvPr>
                <p:cNvSpPr>
                  <a:spLocks noChangeArrowheads="1"/>
                </p:cNvSpPr>
                <p:nvPr/>
              </p:nvSpPr>
              <p:spPr bwMode="auto">
                <a:xfrm>
                  <a:off x="4474934" y="5062751"/>
                  <a:ext cx="2965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Bulgaria</a:t>
                  </a:r>
                </a:p>
              </p:txBody>
            </p:sp>
            <p:sp>
              <p:nvSpPr>
                <p:cNvPr id="454" name="Etiquette - DARK - Moldova" hidden="1">
                  <a:extLst>
                    <a:ext uri="{FF2B5EF4-FFF2-40B4-BE49-F238E27FC236}">
                      <a16:creationId xmlns:a16="http://schemas.microsoft.com/office/drawing/2014/main" id="{25571A2A-D3C7-8C6A-F2A2-0D438B2C4FEA}"/>
                    </a:ext>
                  </a:extLst>
                </p:cNvPr>
                <p:cNvSpPr>
                  <a:spLocks noChangeArrowheads="1"/>
                </p:cNvSpPr>
                <p:nvPr/>
              </p:nvSpPr>
              <p:spPr bwMode="auto">
                <a:xfrm>
                  <a:off x="4984731" y="4616440"/>
                  <a:ext cx="32380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Moldova</a:t>
                  </a:r>
                </a:p>
              </p:txBody>
            </p:sp>
            <p:sp>
              <p:nvSpPr>
                <p:cNvPr id="455" name="Etiquette - Ukraine" hidden="1">
                  <a:extLst>
                    <a:ext uri="{FF2B5EF4-FFF2-40B4-BE49-F238E27FC236}">
                      <a16:creationId xmlns:a16="http://schemas.microsoft.com/office/drawing/2014/main" id="{75F66387-EDEC-02F4-50F4-52B9927B7188}"/>
                    </a:ext>
                  </a:extLst>
                </p:cNvPr>
                <p:cNvSpPr>
                  <a:spLocks noChangeArrowheads="1"/>
                </p:cNvSpPr>
                <p:nvPr/>
              </p:nvSpPr>
              <p:spPr bwMode="auto">
                <a:xfrm>
                  <a:off x="4922608" y="3995950"/>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Ukraine</a:t>
                  </a:r>
                </a:p>
              </p:txBody>
            </p:sp>
            <p:sp>
              <p:nvSpPr>
                <p:cNvPr id="456" name="Etiquette - Hungary" hidden="1">
                  <a:extLst>
                    <a:ext uri="{FF2B5EF4-FFF2-40B4-BE49-F238E27FC236}">
                      <a16:creationId xmlns:a16="http://schemas.microsoft.com/office/drawing/2014/main" id="{6683F1FB-E23C-B0E8-ADFB-88B1E17E77BD}"/>
                    </a:ext>
                  </a:extLst>
                </p:cNvPr>
                <p:cNvSpPr>
                  <a:spLocks noChangeArrowheads="1"/>
                </p:cNvSpPr>
                <p:nvPr/>
              </p:nvSpPr>
              <p:spPr bwMode="auto">
                <a:xfrm>
                  <a:off x="3930422" y="4526176"/>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Hungary</a:t>
                  </a:r>
                </a:p>
              </p:txBody>
            </p:sp>
            <p:sp>
              <p:nvSpPr>
                <p:cNvPr id="457" name="Etiquette - Slovakia" hidden="1">
                  <a:extLst>
                    <a:ext uri="{FF2B5EF4-FFF2-40B4-BE49-F238E27FC236}">
                      <a16:creationId xmlns:a16="http://schemas.microsoft.com/office/drawing/2014/main" id="{A685F5D7-E164-091C-82B6-A181EDC85898}"/>
                    </a:ext>
                  </a:extLst>
                </p:cNvPr>
                <p:cNvSpPr>
                  <a:spLocks noChangeArrowheads="1"/>
                </p:cNvSpPr>
                <p:nvPr/>
              </p:nvSpPr>
              <p:spPr bwMode="auto">
                <a:xfrm>
                  <a:off x="3989159" y="4284876"/>
                  <a:ext cx="29815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Slovakia</a:t>
                  </a:r>
                </a:p>
              </p:txBody>
            </p:sp>
            <p:sp>
              <p:nvSpPr>
                <p:cNvPr id="458" name="Etiquette - Czech Rep." hidden="1">
                  <a:extLst>
                    <a:ext uri="{FF2B5EF4-FFF2-40B4-BE49-F238E27FC236}">
                      <a16:creationId xmlns:a16="http://schemas.microsoft.com/office/drawing/2014/main" id="{20A40A45-5FC6-6D1E-D7A0-B79C25223A76}"/>
                    </a:ext>
                  </a:extLst>
                </p:cNvPr>
                <p:cNvSpPr>
                  <a:spLocks noChangeArrowheads="1"/>
                </p:cNvSpPr>
                <p:nvPr/>
              </p:nvSpPr>
              <p:spPr bwMode="auto">
                <a:xfrm>
                  <a:off x="3487509" y="4205501"/>
                  <a:ext cx="3959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Czech Rep.</a:t>
                  </a:r>
                </a:p>
              </p:txBody>
            </p:sp>
            <p:sp>
              <p:nvSpPr>
                <p:cNvPr id="459" name="Etiquette - Poland" hidden="1">
                  <a:extLst>
                    <a:ext uri="{FF2B5EF4-FFF2-40B4-BE49-F238E27FC236}">
                      <a16:creationId xmlns:a16="http://schemas.microsoft.com/office/drawing/2014/main" id="{2075AB52-0914-34E8-30AE-600827BE39DD}"/>
                    </a:ext>
                  </a:extLst>
                </p:cNvPr>
                <p:cNvSpPr>
                  <a:spLocks noChangeArrowheads="1"/>
                </p:cNvSpPr>
                <p:nvPr/>
              </p:nvSpPr>
              <p:spPr bwMode="auto">
                <a:xfrm>
                  <a:off x="3825647" y="3821325"/>
                  <a:ext cx="2516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Poland</a:t>
                  </a:r>
                </a:p>
              </p:txBody>
            </p:sp>
            <p:sp>
              <p:nvSpPr>
                <p:cNvPr id="460" name="Etiquette - Belarus" hidden="1">
                  <a:extLst>
                    <a:ext uri="{FF2B5EF4-FFF2-40B4-BE49-F238E27FC236}">
                      <a16:creationId xmlns:a16="http://schemas.microsoft.com/office/drawing/2014/main" id="{99969412-8545-0524-3602-136714E3DD1E}"/>
                    </a:ext>
                  </a:extLst>
                </p:cNvPr>
                <p:cNvSpPr>
                  <a:spLocks noChangeArrowheads="1"/>
                </p:cNvSpPr>
                <p:nvPr/>
              </p:nvSpPr>
              <p:spPr bwMode="auto">
                <a:xfrm>
                  <a:off x="4520973" y="3556213"/>
                  <a:ext cx="270907"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Belarus</a:t>
                  </a:r>
                </a:p>
              </p:txBody>
            </p:sp>
            <p:sp>
              <p:nvSpPr>
                <p:cNvPr id="461" name="Etiquette - Bosnia and Herzegovina" hidden="1">
                  <a:extLst>
                    <a:ext uri="{FF2B5EF4-FFF2-40B4-BE49-F238E27FC236}">
                      <a16:creationId xmlns:a16="http://schemas.microsoft.com/office/drawing/2014/main" id="{01BD3298-0E98-CC66-0387-4CB16933E99F}"/>
                    </a:ext>
                  </a:extLst>
                </p:cNvPr>
                <p:cNvSpPr>
                  <a:spLocks noChangeArrowheads="1"/>
                </p:cNvSpPr>
                <p:nvPr/>
              </p:nvSpPr>
              <p:spPr bwMode="auto">
                <a:xfrm>
                  <a:off x="3758972" y="4905308"/>
                  <a:ext cx="534682" cy="382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Bosnia and Herzegovina</a:t>
                  </a:r>
                </a:p>
              </p:txBody>
            </p:sp>
            <p:sp>
              <p:nvSpPr>
                <p:cNvPr id="462" name="Etiquette - Serbia" hidden="1">
                  <a:extLst>
                    <a:ext uri="{FF2B5EF4-FFF2-40B4-BE49-F238E27FC236}">
                      <a16:creationId xmlns:a16="http://schemas.microsoft.com/office/drawing/2014/main" id="{04CA1EE8-41EA-541D-253B-DC589E467140}"/>
                    </a:ext>
                  </a:extLst>
                </p:cNvPr>
                <p:cNvSpPr>
                  <a:spLocks noChangeArrowheads="1"/>
                </p:cNvSpPr>
                <p:nvPr/>
              </p:nvSpPr>
              <p:spPr bwMode="auto">
                <a:xfrm>
                  <a:off x="4143147" y="4851613"/>
                  <a:ext cx="22923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Serbia</a:t>
                  </a:r>
                </a:p>
              </p:txBody>
            </p:sp>
            <p:sp>
              <p:nvSpPr>
                <p:cNvPr id="463" name="Etiquette - Andorra" hidden="1">
                  <a:extLst>
                    <a:ext uri="{FF2B5EF4-FFF2-40B4-BE49-F238E27FC236}">
                      <a16:creationId xmlns:a16="http://schemas.microsoft.com/office/drawing/2014/main" id="{90FE1356-E6F7-84E9-F4B4-B784C4C0C94B}"/>
                    </a:ext>
                  </a:extLst>
                </p:cNvPr>
                <p:cNvSpPr>
                  <a:spLocks noChangeArrowheads="1"/>
                </p:cNvSpPr>
                <p:nvPr/>
              </p:nvSpPr>
              <p:spPr bwMode="auto">
                <a:xfrm>
                  <a:off x="2509610" y="5097677"/>
                  <a:ext cx="29976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Andorra</a:t>
                  </a:r>
                </a:p>
              </p:txBody>
            </p:sp>
            <p:sp>
              <p:nvSpPr>
                <p:cNvPr id="464" name="Etiquette - Italy" hidden="1">
                  <a:extLst>
                    <a:ext uri="{FF2B5EF4-FFF2-40B4-BE49-F238E27FC236}">
                      <a16:creationId xmlns:a16="http://schemas.microsoft.com/office/drawing/2014/main" id="{A710BE6F-894C-9404-9A3D-12ED94987B8C}"/>
                    </a:ext>
                  </a:extLst>
                </p:cNvPr>
                <p:cNvSpPr>
                  <a:spLocks noChangeArrowheads="1"/>
                </p:cNvSpPr>
                <p:nvPr/>
              </p:nvSpPr>
              <p:spPr bwMode="auto">
                <a:xfrm>
                  <a:off x="3487509" y="5197688"/>
                  <a:ext cx="15709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Italy</a:t>
                  </a:r>
                </a:p>
              </p:txBody>
            </p:sp>
            <p:sp>
              <p:nvSpPr>
                <p:cNvPr id="465" name="Etiquette - France" hidden="1">
                  <a:extLst>
                    <a:ext uri="{FF2B5EF4-FFF2-40B4-BE49-F238E27FC236}">
                      <a16:creationId xmlns:a16="http://schemas.microsoft.com/office/drawing/2014/main" id="{51446D9F-FD58-B313-61BD-1485B10E38C2}"/>
                    </a:ext>
                  </a:extLst>
                </p:cNvPr>
                <p:cNvSpPr>
                  <a:spLocks noChangeArrowheads="1"/>
                </p:cNvSpPr>
                <p:nvPr/>
              </p:nvSpPr>
              <p:spPr bwMode="auto">
                <a:xfrm>
                  <a:off x="2512783" y="453093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France</a:t>
                  </a:r>
                </a:p>
              </p:txBody>
            </p:sp>
            <p:sp>
              <p:nvSpPr>
                <p:cNvPr id="466" name="Etiquette - Switzerland" hidden="1">
                  <a:extLst>
                    <a:ext uri="{FF2B5EF4-FFF2-40B4-BE49-F238E27FC236}">
                      <a16:creationId xmlns:a16="http://schemas.microsoft.com/office/drawing/2014/main" id="{6D9B83C9-3E63-692D-63C2-EE379F90F157}"/>
                    </a:ext>
                  </a:extLst>
                </p:cNvPr>
                <p:cNvSpPr>
                  <a:spLocks noChangeArrowheads="1"/>
                </p:cNvSpPr>
                <p:nvPr/>
              </p:nvSpPr>
              <p:spPr bwMode="auto">
                <a:xfrm>
                  <a:off x="2993797" y="4596026"/>
                  <a:ext cx="42639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Switzerland</a:t>
                  </a:r>
                </a:p>
              </p:txBody>
            </p:sp>
            <p:sp>
              <p:nvSpPr>
                <p:cNvPr id="467" name="Etiquette - Germany" hidden="1">
                  <a:extLst>
                    <a:ext uri="{FF2B5EF4-FFF2-40B4-BE49-F238E27FC236}">
                      <a16:creationId xmlns:a16="http://schemas.microsoft.com/office/drawing/2014/main" id="{EB63D774-5019-11CA-0720-E3894294284B}"/>
                    </a:ext>
                  </a:extLst>
                </p:cNvPr>
                <p:cNvSpPr>
                  <a:spLocks noChangeArrowheads="1"/>
                </p:cNvSpPr>
                <p:nvPr/>
              </p:nvSpPr>
              <p:spPr bwMode="auto">
                <a:xfrm>
                  <a:off x="3192235" y="3957850"/>
                  <a:ext cx="33502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Germany</a:t>
                  </a:r>
                </a:p>
              </p:txBody>
            </p:sp>
            <p:sp>
              <p:nvSpPr>
                <p:cNvPr id="468" name="Etiquette - DARK - Netherlands" hidden="1">
                  <a:extLst>
                    <a:ext uri="{FF2B5EF4-FFF2-40B4-BE49-F238E27FC236}">
                      <a16:creationId xmlns:a16="http://schemas.microsoft.com/office/drawing/2014/main" id="{7796654E-517B-1D87-E5E5-47CAB566E67E}"/>
                    </a:ext>
                  </a:extLst>
                </p:cNvPr>
                <p:cNvSpPr>
                  <a:spLocks noChangeArrowheads="1"/>
                </p:cNvSpPr>
                <p:nvPr/>
              </p:nvSpPr>
              <p:spPr bwMode="auto">
                <a:xfrm>
                  <a:off x="2651146" y="3656453"/>
                  <a:ext cx="4488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Netherlands</a:t>
                  </a:r>
                </a:p>
              </p:txBody>
            </p:sp>
            <p:sp>
              <p:nvSpPr>
                <p:cNvPr id="469" name="Etiquette - Luxembourg" hidden="1">
                  <a:extLst>
                    <a:ext uri="{FF2B5EF4-FFF2-40B4-BE49-F238E27FC236}">
                      <a16:creationId xmlns:a16="http://schemas.microsoft.com/office/drawing/2014/main" id="{FF4ACC71-E0BD-154D-15F8-3AC64D60368C}"/>
                    </a:ext>
                  </a:extLst>
                </p:cNvPr>
                <p:cNvSpPr>
                  <a:spLocks noChangeArrowheads="1"/>
                </p:cNvSpPr>
                <p:nvPr/>
              </p:nvSpPr>
              <p:spPr bwMode="auto">
                <a:xfrm>
                  <a:off x="2968398" y="4202326"/>
                  <a:ext cx="4552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Luxembourg</a:t>
                  </a:r>
                </a:p>
              </p:txBody>
            </p:sp>
            <p:sp>
              <p:nvSpPr>
                <p:cNvPr id="470" name="Etiquette - Belgium" hidden="1">
                  <a:extLst>
                    <a:ext uri="{FF2B5EF4-FFF2-40B4-BE49-F238E27FC236}">
                      <a16:creationId xmlns:a16="http://schemas.microsoft.com/office/drawing/2014/main" id="{42380275-9D0D-62C8-C7B1-86830163E215}"/>
                    </a:ext>
                  </a:extLst>
                </p:cNvPr>
                <p:cNvSpPr>
                  <a:spLocks noChangeArrowheads="1"/>
                </p:cNvSpPr>
                <p:nvPr/>
              </p:nvSpPr>
              <p:spPr bwMode="auto">
                <a:xfrm>
                  <a:off x="2723922" y="4064213"/>
                  <a:ext cx="29495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Belgium</a:t>
                  </a:r>
                </a:p>
              </p:txBody>
            </p:sp>
            <p:sp>
              <p:nvSpPr>
                <p:cNvPr id="471" name="Etiquette - Spain" hidden="1">
                  <a:extLst>
                    <a:ext uri="{FF2B5EF4-FFF2-40B4-BE49-F238E27FC236}">
                      <a16:creationId xmlns:a16="http://schemas.microsoft.com/office/drawing/2014/main" id="{E462183B-BEF8-5251-ED7C-1AF462850890}"/>
                    </a:ext>
                  </a:extLst>
                </p:cNvPr>
                <p:cNvSpPr>
                  <a:spLocks noChangeArrowheads="1"/>
                </p:cNvSpPr>
                <p:nvPr/>
              </p:nvSpPr>
              <p:spPr bwMode="auto">
                <a:xfrm>
                  <a:off x="1928584" y="5435813"/>
                  <a:ext cx="1987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Spain</a:t>
                  </a:r>
                </a:p>
              </p:txBody>
            </p:sp>
            <p:sp>
              <p:nvSpPr>
                <p:cNvPr id="472" name="Etiquette - DARK - Portugal" hidden="1">
                  <a:extLst>
                    <a:ext uri="{FF2B5EF4-FFF2-40B4-BE49-F238E27FC236}">
                      <a16:creationId xmlns:a16="http://schemas.microsoft.com/office/drawing/2014/main" id="{91B04F49-528D-E440-0365-4ABD64AFD026}"/>
                    </a:ext>
                  </a:extLst>
                </p:cNvPr>
                <p:cNvSpPr>
                  <a:spLocks noChangeArrowheads="1"/>
                </p:cNvSpPr>
                <p:nvPr/>
              </p:nvSpPr>
              <p:spPr bwMode="auto">
                <a:xfrm>
                  <a:off x="1073628" y="5279655"/>
                  <a:ext cx="3093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Portugal</a:t>
                  </a:r>
                </a:p>
              </p:txBody>
            </p:sp>
            <p:sp>
              <p:nvSpPr>
                <p:cNvPr id="473" name="Etiquette - Great Britain" hidden="1">
                  <a:extLst>
                    <a:ext uri="{FF2B5EF4-FFF2-40B4-BE49-F238E27FC236}">
                      <a16:creationId xmlns:a16="http://schemas.microsoft.com/office/drawing/2014/main" id="{FB7014EC-7F43-7ECC-FFF7-9BEDDC0B9B2D}"/>
                    </a:ext>
                  </a:extLst>
                </p:cNvPr>
                <p:cNvSpPr>
                  <a:spLocks noChangeArrowheads="1"/>
                </p:cNvSpPr>
                <p:nvPr/>
              </p:nvSpPr>
              <p:spPr bwMode="auto">
                <a:xfrm>
                  <a:off x="2296069" y="3684350"/>
                  <a:ext cx="255588" cy="509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Great Britain</a:t>
                  </a:r>
                </a:p>
              </p:txBody>
            </p:sp>
            <p:sp>
              <p:nvSpPr>
                <p:cNvPr id="474" name="Etiquette - Ireland" hidden="1">
                  <a:extLst>
                    <a:ext uri="{FF2B5EF4-FFF2-40B4-BE49-F238E27FC236}">
                      <a16:creationId xmlns:a16="http://schemas.microsoft.com/office/drawing/2014/main" id="{54EA1BD2-325D-C6B9-18C6-60724A6652E6}"/>
                    </a:ext>
                  </a:extLst>
                </p:cNvPr>
                <p:cNvSpPr>
                  <a:spLocks noChangeArrowheads="1"/>
                </p:cNvSpPr>
                <p:nvPr/>
              </p:nvSpPr>
              <p:spPr bwMode="auto">
                <a:xfrm>
                  <a:off x="1853157" y="3556213"/>
                  <a:ext cx="2564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Ireland</a:t>
                  </a:r>
                </a:p>
              </p:txBody>
            </p:sp>
            <p:sp>
              <p:nvSpPr>
                <p:cNvPr id="475" name="Etiquette - Greece" hidden="1">
                  <a:extLst>
                    <a:ext uri="{FF2B5EF4-FFF2-40B4-BE49-F238E27FC236}">
                      <a16:creationId xmlns:a16="http://schemas.microsoft.com/office/drawing/2014/main" id="{B3A8D031-A19B-BAEA-23C8-A3567152E4FC}"/>
                    </a:ext>
                  </a:extLst>
                </p:cNvPr>
                <p:cNvSpPr>
                  <a:spLocks noChangeArrowheads="1"/>
                </p:cNvSpPr>
                <p:nvPr/>
              </p:nvSpPr>
              <p:spPr bwMode="auto">
                <a:xfrm>
                  <a:off x="4297742" y="5564263"/>
                  <a:ext cx="26128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Greece</a:t>
                  </a:r>
                </a:p>
              </p:txBody>
            </p:sp>
            <p:sp>
              <p:nvSpPr>
                <p:cNvPr id="476" name="Etiquette - DARK - Cyprus" hidden="1">
                  <a:extLst>
                    <a:ext uri="{FF2B5EF4-FFF2-40B4-BE49-F238E27FC236}">
                      <a16:creationId xmlns:a16="http://schemas.microsoft.com/office/drawing/2014/main" id="{9A6459C5-946C-1A54-5E98-0EDF50C1672D}"/>
                    </a:ext>
                  </a:extLst>
                </p:cNvPr>
                <p:cNvSpPr>
                  <a:spLocks noChangeArrowheads="1"/>
                </p:cNvSpPr>
                <p:nvPr/>
              </p:nvSpPr>
              <p:spPr bwMode="auto">
                <a:xfrm>
                  <a:off x="5460773" y="5942226"/>
                  <a:ext cx="2484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Cyprus</a:t>
                  </a:r>
                </a:p>
              </p:txBody>
            </p:sp>
            <p:sp>
              <p:nvSpPr>
                <p:cNvPr id="477" name="Etiquette - DARK - Malta" hidden="1">
                  <a:extLst>
                    <a:ext uri="{FF2B5EF4-FFF2-40B4-BE49-F238E27FC236}">
                      <a16:creationId xmlns:a16="http://schemas.microsoft.com/office/drawing/2014/main" id="{5B80A415-C910-E18B-7533-8701FDC81FC4}"/>
                    </a:ext>
                  </a:extLst>
                </p:cNvPr>
                <p:cNvSpPr>
                  <a:spLocks noChangeArrowheads="1"/>
                </p:cNvSpPr>
                <p:nvPr/>
              </p:nvSpPr>
              <p:spPr bwMode="auto">
                <a:xfrm>
                  <a:off x="4128089" y="5985088"/>
                  <a:ext cx="2148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Malta</a:t>
                  </a:r>
                </a:p>
              </p:txBody>
            </p:sp>
            <p:sp>
              <p:nvSpPr>
                <p:cNvPr id="478" name="Etiquette - Montenegro" hidden="1">
                  <a:extLst>
                    <a:ext uri="{FF2B5EF4-FFF2-40B4-BE49-F238E27FC236}">
                      <a16:creationId xmlns:a16="http://schemas.microsoft.com/office/drawing/2014/main" id="{15391FFF-D4E4-5F73-304F-FD72E47475EB}"/>
                    </a:ext>
                  </a:extLst>
                </p:cNvPr>
                <p:cNvSpPr>
                  <a:spLocks noChangeArrowheads="1"/>
                </p:cNvSpPr>
                <p:nvPr/>
              </p:nvSpPr>
              <p:spPr bwMode="auto">
                <a:xfrm>
                  <a:off x="4016146" y="5097677"/>
                  <a:ext cx="4600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Montenegro</a:t>
                  </a:r>
                </a:p>
              </p:txBody>
            </p:sp>
          </p:grpSp>
          <p:grpSp>
            <p:nvGrpSpPr>
              <p:cNvPr id="411" name="GradientColorLegend">
                <a:extLst>
                  <a:ext uri="{FF2B5EF4-FFF2-40B4-BE49-F238E27FC236}">
                    <a16:creationId xmlns:a16="http://schemas.microsoft.com/office/drawing/2014/main" id="{86DC64EF-F49B-46B0-FDFA-40283D5BB8E6}"/>
                  </a:ext>
                </a:extLst>
              </p:cNvPr>
              <p:cNvGrpSpPr/>
              <p:nvPr/>
            </p:nvGrpSpPr>
            <p:grpSpPr>
              <a:xfrm>
                <a:off x="505111" y="2715376"/>
                <a:ext cx="120073" cy="1647245"/>
                <a:chOff x="505111" y="2715376"/>
                <a:chExt cx="120073" cy="1647245"/>
              </a:xfrm>
            </p:grpSpPr>
            <p:sp>
              <p:nvSpPr>
                <p:cNvPr id="433" name="Etiquette - GradientColorLegend - DARK - Shape" hidden="1">
                  <a:extLst>
                    <a:ext uri="{FF2B5EF4-FFF2-40B4-BE49-F238E27FC236}">
                      <a16:creationId xmlns:a16="http://schemas.microsoft.com/office/drawing/2014/main" id="{45B0A5F0-2CA4-3CDC-EF40-13B23CD96612}"/>
                    </a:ext>
                  </a:extLst>
                </p:cNvPr>
                <p:cNvSpPr/>
                <p:nvPr/>
              </p:nvSpPr>
              <p:spPr>
                <a:xfrm>
                  <a:off x="505111" y="2850269"/>
                  <a:ext cx="120073" cy="1382400"/>
                </a:xfrm>
                <a:prstGeom prst="rect">
                  <a:avLst/>
                </a:prstGeom>
                <a:gradFill flip="none" rotWithShape="1">
                  <a:gsLst>
                    <a:gs pos="0">
                      <a:schemeClr val="accent3"/>
                    </a:gs>
                    <a:gs pos="100000">
                      <a:srgbClr val="D9EDFB"/>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700" dirty="0">
                    <a:solidFill>
                      <a:prstClr val="white"/>
                    </a:solidFill>
                  </a:endParaRPr>
                </a:p>
              </p:txBody>
            </p:sp>
            <p:sp>
              <p:nvSpPr>
                <p:cNvPr id="434" name="Etiquette - GradientColorLegend - DARK - MaxValue" hidden="1">
                  <a:extLst>
                    <a:ext uri="{FF2B5EF4-FFF2-40B4-BE49-F238E27FC236}">
                      <a16:creationId xmlns:a16="http://schemas.microsoft.com/office/drawing/2014/main" id="{E71EFD96-344D-45A9-9095-FC7A468DF34E}"/>
                    </a:ext>
                  </a:extLst>
                </p:cNvPr>
                <p:cNvSpPr txBox="1"/>
                <p:nvPr/>
              </p:nvSpPr>
              <p:spPr>
                <a:xfrm>
                  <a:off x="506405" y="2715376"/>
                  <a:ext cx="117484" cy="127337"/>
                </a:xfrm>
                <a:prstGeom prst="rect">
                  <a:avLst/>
                </a:prstGeom>
                <a:noFill/>
              </p:spPr>
              <p:txBody>
                <a:bodyPr wrap="non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44</a:t>
                  </a:r>
                </a:p>
              </p:txBody>
            </p:sp>
            <p:sp>
              <p:nvSpPr>
                <p:cNvPr id="435" name="Etiquette - GradientColorLegend - DARK - MinValue" hidden="1">
                  <a:extLst>
                    <a:ext uri="{FF2B5EF4-FFF2-40B4-BE49-F238E27FC236}">
                      <a16:creationId xmlns:a16="http://schemas.microsoft.com/office/drawing/2014/main" id="{C5BFB24E-E2B6-7BC0-E7BF-065B7C22F39E}"/>
                    </a:ext>
                  </a:extLst>
                </p:cNvPr>
                <p:cNvSpPr txBox="1"/>
                <p:nvPr/>
              </p:nvSpPr>
              <p:spPr>
                <a:xfrm>
                  <a:off x="535776" y="4235284"/>
                  <a:ext cx="58743" cy="127337"/>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1</a:t>
                  </a:r>
                </a:p>
              </p:txBody>
            </p:sp>
          </p:grpSp>
          <p:grpSp>
            <p:nvGrpSpPr>
              <p:cNvPr id="412" name="RangeColorLegend">
                <a:extLst>
                  <a:ext uri="{FF2B5EF4-FFF2-40B4-BE49-F238E27FC236}">
                    <a16:creationId xmlns:a16="http://schemas.microsoft.com/office/drawing/2014/main" id="{54457427-2AF1-9B0F-2D92-8A037DC4B3F4}"/>
                  </a:ext>
                </a:extLst>
              </p:cNvPr>
              <p:cNvGrpSpPr/>
              <p:nvPr/>
            </p:nvGrpSpPr>
            <p:grpSpPr>
              <a:xfrm>
                <a:off x="0" y="3142763"/>
                <a:ext cx="1270800" cy="1538880"/>
                <a:chOff x="0" y="3142763"/>
                <a:chExt cx="1270800" cy="1538880"/>
              </a:xfrm>
            </p:grpSpPr>
            <p:sp>
              <p:nvSpPr>
                <p:cNvPr id="413" name="Etiquette - RangeColorLegend - DARK - Color - 2" hidden="1">
                  <a:extLst>
                    <a:ext uri="{FF2B5EF4-FFF2-40B4-BE49-F238E27FC236}">
                      <a16:creationId xmlns:a16="http://schemas.microsoft.com/office/drawing/2014/main" id="{CD9C4345-750C-A545-945A-38A2341754B3}"/>
                    </a:ext>
                  </a:extLst>
                </p:cNvPr>
                <p:cNvSpPr/>
                <p:nvPr/>
              </p:nvSpPr>
              <p:spPr>
                <a:xfrm>
                  <a:off x="0" y="3296651"/>
                  <a:ext cx="154800" cy="153888"/>
                </a:xfrm>
                <a:prstGeom prst="rect">
                  <a:avLst/>
                </a:prstGeom>
                <a:solidFill>
                  <a:srgbClr val="92D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4" name="Etiquette - RangeColorLegend - DARK - Color - 1" hidden="1">
                  <a:extLst>
                    <a:ext uri="{FF2B5EF4-FFF2-40B4-BE49-F238E27FC236}">
                      <a16:creationId xmlns:a16="http://schemas.microsoft.com/office/drawing/2014/main" id="{16CB007A-39BE-2597-B364-B7C87BC3FB16}"/>
                    </a:ext>
                  </a:extLst>
                </p:cNvPr>
                <p:cNvSpPr/>
                <p:nvPr/>
              </p:nvSpPr>
              <p:spPr>
                <a:xfrm>
                  <a:off x="0" y="3142763"/>
                  <a:ext cx="154800" cy="153888"/>
                </a:xfrm>
                <a:prstGeom prst="rect">
                  <a:avLst/>
                </a:prstGeom>
                <a:solidFill>
                  <a:srgbClr val="00B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5" name="Etiquette - RangeColorLegend - DARK - Number - 2" hidden="1">
                  <a:extLst>
                    <a:ext uri="{FF2B5EF4-FFF2-40B4-BE49-F238E27FC236}">
                      <a16:creationId xmlns:a16="http://schemas.microsoft.com/office/drawing/2014/main" id="{6A5AC2F0-662A-87B5-E3D1-F0185F716927}"/>
                    </a:ext>
                  </a:extLst>
                </p:cNvPr>
                <p:cNvSpPr/>
                <p:nvPr/>
              </p:nvSpPr>
              <p:spPr>
                <a:xfrm>
                  <a:off x="154800" y="329665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[100 to 200[</a:t>
                  </a:r>
                </a:p>
              </p:txBody>
            </p:sp>
            <p:sp>
              <p:nvSpPr>
                <p:cNvPr id="416" name="Etiquette - RangeColorLegend - DARK - Number - 1" hidden="1">
                  <a:extLst>
                    <a:ext uri="{FF2B5EF4-FFF2-40B4-BE49-F238E27FC236}">
                      <a16:creationId xmlns:a16="http://schemas.microsoft.com/office/drawing/2014/main" id="{76933197-C094-0042-609F-A198F2E1236E}"/>
                    </a:ext>
                  </a:extLst>
                </p:cNvPr>
                <p:cNvSpPr/>
                <p:nvPr/>
              </p:nvSpPr>
              <p:spPr>
                <a:xfrm>
                  <a:off x="154800" y="314276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[0 to 100[</a:t>
                  </a:r>
                </a:p>
              </p:txBody>
            </p:sp>
            <p:sp>
              <p:nvSpPr>
                <p:cNvPr id="417" name="Etiquette - RangeColorLegend - DARK - Color - 4" hidden="1">
                  <a:extLst>
                    <a:ext uri="{FF2B5EF4-FFF2-40B4-BE49-F238E27FC236}">
                      <a16:creationId xmlns:a16="http://schemas.microsoft.com/office/drawing/2014/main" id="{95CC9B6E-F114-327B-5858-B5CA1B9CAB70}"/>
                    </a:ext>
                  </a:extLst>
                </p:cNvPr>
                <p:cNvSpPr/>
                <p:nvPr/>
              </p:nvSpPr>
              <p:spPr>
                <a:xfrm>
                  <a:off x="0" y="3604427"/>
                  <a:ext cx="154800" cy="153888"/>
                </a:xfrm>
                <a:prstGeom prst="rect">
                  <a:avLst/>
                </a:prstGeom>
                <a:solidFill>
                  <a:srgbClr val="FFC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8" name="Etiquette - RangeColorLegend - DARK - Color - 3" hidden="1">
                  <a:extLst>
                    <a:ext uri="{FF2B5EF4-FFF2-40B4-BE49-F238E27FC236}">
                      <a16:creationId xmlns:a16="http://schemas.microsoft.com/office/drawing/2014/main" id="{18DE6E6A-2351-2C74-2DE0-1DC9ED39A777}"/>
                    </a:ext>
                  </a:extLst>
                </p:cNvPr>
                <p:cNvSpPr/>
                <p:nvPr/>
              </p:nvSpPr>
              <p:spPr>
                <a:xfrm>
                  <a:off x="0" y="3450539"/>
                  <a:ext cx="154800" cy="153888"/>
                </a:xfrm>
                <a:prstGeom prst="rect">
                  <a:avLst/>
                </a:prstGeom>
                <a:solidFill>
                  <a:srgbClr val="FFFF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9" name="Etiquette - RangeColorLegend - DARK - Number - 4" hidden="1">
                  <a:extLst>
                    <a:ext uri="{FF2B5EF4-FFF2-40B4-BE49-F238E27FC236}">
                      <a16:creationId xmlns:a16="http://schemas.microsoft.com/office/drawing/2014/main" id="{4EAEBE1C-3B1E-FF7D-741A-B5E5F79BD561}"/>
                    </a:ext>
                  </a:extLst>
                </p:cNvPr>
                <p:cNvSpPr/>
                <p:nvPr/>
              </p:nvSpPr>
              <p:spPr>
                <a:xfrm>
                  <a:off x="154800" y="360442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[300 to 400[</a:t>
                  </a:r>
                </a:p>
              </p:txBody>
            </p:sp>
            <p:sp>
              <p:nvSpPr>
                <p:cNvPr id="420" name="Etiquette - RangeColorLegend - DARK - Number - 3" hidden="1">
                  <a:extLst>
                    <a:ext uri="{FF2B5EF4-FFF2-40B4-BE49-F238E27FC236}">
                      <a16:creationId xmlns:a16="http://schemas.microsoft.com/office/drawing/2014/main" id="{C30FF92C-E391-61D7-1F64-3DD8AA366F78}"/>
                    </a:ext>
                  </a:extLst>
                </p:cNvPr>
                <p:cNvSpPr/>
                <p:nvPr/>
              </p:nvSpPr>
              <p:spPr>
                <a:xfrm>
                  <a:off x="154800" y="345053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[200 to 300[</a:t>
                  </a:r>
                </a:p>
              </p:txBody>
            </p:sp>
            <p:sp>
              <p:nvSpPr>
                <p:cNvPr id="421" name="Etiquette - RangeColorLegend - DARK - Color - 5" hidden="1">
                  <a:extLst>
                    <a:ext uri="{FF2B5EF4-FFF2-40B4-BE49-F238E27FC236}">
                      <a16:creationId xmlns:a16="http://schemas.microsoft.com/office/drawing/2014/main" id="{6D9012FD-333C-416E-D68B-CE0930BED06D}"/>
                    </a:ext>
                  </a:extLst>
                </p:cNvPr>
                <p:cNvSpPr/>
                <p:nvPr/>
              </p:nvSpPr>
              <p:spPr>
                <a:xfrm>
                  <a:off x="0" y="375831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2" name="Etiquette - RangeColorLegend - DARK - Number - 5" hidden="1">
                  <a:extLst>
                    <a:ext uri="{FF2B5EF4-FFF2-40B4-BE49-F238E27FC236}">
                      <a16:creationId xmlns:a16="http://schemas.microsoft.com/office/drawing/2014/main" id="{2B1834FD-5EE2-CE1A-898E-232643AC6C85}"/>
                    </a:ext>
                  </a:extLst>
                </p:cNvPr>
                <p:cNvSpPr/>
                <p:nvPr/>
              </p:nvSpPr>
              <p:spPr>
                <a:xfrm>
                  <a:off x="154800" y="375831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3" name="Etiquette - RangeColorLegend - DARK - Color - 6" hidden="1">
                  <a:extLst>
                    <a:ext uri="{FF2B5EF4-FFF2-40B4-BE49-F238E27FC236}">
                      <a16:creationId xmlns:a16="http://schemas.microsoft.com/office/drawing/2014/main" id="{16FA5AD0-750F-4AFC-A015-F23CE22C1415}"/>
                    </a:ext>
                  </a:extLst>
                </p:cNvPr>
                <p:cNvSpPr/>
                <p:nvPr/>
              </p:nvSpPr>
              <p:spPr>
                <a:xfrm>
                  <a:off x="0" y="3912203"/>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4" name="Etiquette - RangeColorLegend - DARK - Number - 6" hidden="1">
                  <a:extLst>
                    <a:ext uri="{FF2B5EF4-FFF2-40B4-BE49-F238E27FC236}">
                      <a16:creationId xmlns:a16="http://schemas.microsoft.com/office/drawing/2014/main" id="{96F91593-A8FF-4566-8B0C-6BF1A3BB0BB0}"/>
                    </a:ext>
                  </a:extLst>
                </p:cNvPr>
                <p:cNvSpPr/>
                <p:nvPr/>
              </p:nvSpPr>
              <p:spPr>
                <a:xfrm>
                  <a:off x="154800" y="391220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5" name="Etiquette - RangeColorLegend - DARK - Color - 7" hidden="1">
                  <a:extLst>
                    <a:ext uri="{FF2B5EF4-FFF2-40B4-BE49-F238E27FC236}">
                      <a16:creationId xmlns:a16="http://schemas.microsoft.com/office/drawing/2014/main" id="{134CE726-A78F-49E9-AF16-0FEF10C5154B}"/>
                    </a:ext>
                  </a:extLst>
                </p:cNvPr>
                <p:cNvSpPr/>
                <p:nvPr/>
              </p:nvSpPr>
              <p:spPr>
                <a:xfrm>
                  <a:off x="0" y="4066091"/>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6" name="Etiquette - RangeColorLegend - DARK - Number - 7" hidden="1">
                  <a:extLst>
                    <a:ext uri="{FF2B5EF4-FFF2-40B4-BE49-F238E27FC236}">
                      <a16:creationId xmlns:a16="http://schemas.microsoft.com/office/drawing/2014/main" id="{BAEEA49F-23B5-474B-932D-21BB024524EF}"/>
                    </a:ext>
                  </a:extLst>
                </p:cNvPr>
                <p:cNvSpPr/>
                <p:nvPr/>
              </p:nvSpPr>
              <p:spPr>
                <a:xfrm>
                  <a:off x="154800" y="406609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7" name="Etiquette - RangeColorLegend - DARK - Color - 8" hidden="1">
                  <a:extLst>
                    <a:ext uri="{FF2B5EF4-FFF2-40B4-BE49-F238E27FC236}">
                      <a16:creationId xmlns:a16="http://schemas.microsoft.com/office/drawing/2014/main" id="{DF881318-6507-4B0C-B741-6FD0C5531325}"/>
                    </a:ext>
                  </a:extLst>
                </p:cNvPr>
                <p:cNvSpPr/>
                <p:nvPr/>
              </p:nvSpPr>
              <p:spPr>
                <a:xfrm>
                  <a:off x="0" y="4219979"/>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8" name="Etiquette - RangeColorLegend - DARK - Number - 8" hidden="1">
                  <a:extLst>
                    <a:ext uri="{FF2B5EF4-FFF2-40B4-BE49-F238E27FC236}">
                      <a16:creationId xmlns:a16="http://schemas.microsoft.com/office/drawing/2014/main" id="{251B4035-F5B1-4262-8DBC-21F376EEEF67}"/>
                    </a:ext>
                  </a:extLst>
                </p:cNvPr>
                <p:cNvSpPr/>
                <p:nvPr/>
              </p:nvSpPr>
              <p:spPr>
                <a:xfrm>
                  <a:off x="154800" y="421997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9" name="Etiquette - RangeColorLegend - DARK - Color - 9" hidden="1">
                  <a:extLst>
                    <a:ext uri="{FF2B5EF4-FFF2-40B4-BE49-F238E27FC236}">
                      <a16:creationId xmlns:a16="http://schemas.microsoft.com/office/drawing/2014/main" id="{A5DDEA5D-1AA6-4A70-A0CD-62C75AEC7856}"/>
                    </a:ext>
                  </a:extLst>
                </p:cNvPr>
                <p:cNvSpPr/>
                <p:nvPr/>
              </p:nvSpPr>
              <p:spPr>
                <a:xfrm>
                  <a:off x="0" y="4373867"/>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0" name="Etiquette - RangeColorLegend - DARK - Number - 9" hidden="1">
                  <a:extLst>
                    <a:ext uri="{FF2B5EF4-FFF2-40B4-BE49-F238E27FC236}">
                      <a16:creationId xmlns:a16="http://schemas.microsoft.com/office/drawing/2014/main" id="{2D7E9DF2-82DF-47CE-941C-E513CAD3A1FF}"/>
                    </a:ext>
                  </a:extLst>
                </p:cNvPr>
                <p:cNvSpPr/>
                <p:nvPr/>
              </p:nvSpPr>
              <p:spPr>
                <a:xfrm>
                  <a:off x="154800" y="437386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31" name="Etiquette - RangeColorLegend - DARK - Color - 10" hidden="1">
                  <a:extLst>
                    <a:ext uri="{FF2B5EF4-FFF2-40B4-BE49-F238E27FC236}">
                      <a16:creationId xmlns:a16="http://schemas.microsoft.com/office/drawing/2014/main" id="{5560314A-6EB3-4F84-A9EA-B37152F40A5C}"/>
                    </a:ext>
                  </a:extLst>
                </p:cNvPr>
                <p:cNvSpPr/>
                <p:nvPr/>
              </p:nvSpPr>
              <p:spPr>
                <a:xfrm>
                  <a:off x="0" y="452775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2" name="Etiquette - RangeColorLegend - DARK - Number - 10" hidden="1">
                  <a:extLst>
                    <a:ext uri="{FF2B5EF4-FFF2-40B4-BE49-F238E27FC236}">
                      <a16:creationId xmlns:a16="http://schemas.microsoft.com/office/drawing/2014/main" id="{5E62415C-3749-4C11-9ED6-5C0C8F02CD38}"/>
                    </a:ext>
                  </a:extLst>
                </p:cNvPr>
                <p:cNvSpPr/>
                <p:nvPr/>
              </p:nvSpPr>
              <p:spPr>
                <a:xfrm>
                  <a:off x="154800" y="452775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grpSp>
        </p:grpSp>
        <p:sp>
          <p:nvSpPr>
            <p:cNvPr id="407" name="POWER_USER_DATA_MAP_TITLE">
              <a:extLst>
                <a:ext uri="{FF2B5EF4-FFF2-40B4-BE49-F238E27FC236}">
                  <a16:creationId xmlns:a16="http://schemas.microsoft.com/office/drawing/2014/main" id="{F03AEA30-07A6-2E24-92F4-B658F4E5966D}"/>
                </a:ext>
              </a:extLst>
            </p:cNvPr>
            <p:cNvSpPr/>
            <p:nvPr/>
          </p:nvSpPr>
          <p:spPr>
            <a:xfrm>
              <a:off x="0" y="0"/>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1500" b="1" dirty="0">
                <a:solidFill>
                  <a:srgbClr val="000000"/>
                </a:solidFill>
              </a:endParaRPr>
            </a:p>
          </p:txBody>
        </p:sp>
        <p:sp>
          <p:nvSpPr>
            <p:cNvPr id="408" name="POWER_USER_DATA_MAP_STORAGE">
              <a:extLst>
                <a:ext uri="{FF2B5EF4-FFF2-40B4-BE49-F238E27FC236}">
                  <a16:creationId xmlns:a16="http://schemas.microsoft.com/office/drawing/2014/main" id="{40549CA5-D00D-4927-6EF8-AABE99C14154}"/>
                </a:ext>
              </a:extLst>
            </p:cNvPr>
            <p:cNvSpPr/>
            <p:nvPr/>
          </p:nvSpPr>
          <p:spPr>
            <a:xfrm>
              <a:off x="0" y="635000"/>
              <a:ext cx="0" cy="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sp>
        <p:nvSpPr>
          <p:cNvPr id="252" name="Oval 251">
            <a:extLst>
              <a:ext uri="{FF2B5EF4-FFF2-40B4-BE49-F238E27FC236}">
                <a16:creationId xmlns:a16="http://schemas.microsoft.com/office/drawing/2014/main" id="{7056EF59-383E-4B0C-9CC4-BD162230D5FC}"/>
              </a:ext>
            </a:extLst>
          </p:cNvPr>
          <p:cNvSpPr>
            <a:spLocks noChangeAspect="1"/>
          </p:cNvSpPr>
          <p:nvPr/>
        </p:nvSpPr>
        <p:spPr>
          <a:xfrm>
            <a:off x="7297570" y="4848491"/>
            <a:ext cx="515795" cy="51579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Oval 252">
            <a:extLst>
              <a:ext uri="{FF2B5EF4-FFF2-40B4-BE49-F238E27FC236}">
                <a16:creationId xmlns:a16="http://schemas.microsoft.com/office/drawing/2014/main" id="{F271CF5F-C248-4961-A2D2-9D4FAC97A005}"/>
              </a:ext>
            </a:extLst>
          </p:cNvPr>
          <p:cNvSpPr>
            <a:spLocks noChangeAspect="1"/>
          </p:cNvSpPr>
          <p:nvPr/>
        </p:nvSpPr>
        <p:spPr>
          <a:xfrm>
            <a:off x="8566606" y="4305866"/>
            <a:ext cx="387525" cy="3875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Oval 253">
            <a:extLst>
              <a:ext uri="{FF2B5EF4-FFF2-40B4-BE49-F238E27FC236}">
                <a16:creationId xmlns:a16="http://schemas.microsoft.com/office/drawing/2014/main" id="{66D4BEF3-8CA4-4322-81CC-57B014770178}"/>
              </a:ext>
            </a:extLst>
          </p:cNvPr>
          <p:cNvSpPr>
            <a:spLocks noChangeAspect="1"/>
          </p:cNvSpPr>
          <p:nvPr/>
        </p:nvSpPr>
        <p:spPr>
          <a:xfrm>
            <a:off x="8887635" y="3162882"/>
            <a:ext cx="123477" cy="12347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Oval 254">
            <a:extLst>
              <a:ext uri="{FF2B5EF4-FFF2-40B4-BE49-F238E27FC236}">
                <a16:creationId xmlns:a16="http://schemas.microsoft.com/office/drawing/2014/main" id="{C0B3E0A9-C57C-4D62-8F91-A1E4C93A2B8F}"/>
              </a:ext>
            </a:extLst>
          </p:cNvPr>
          <p:cNvSpPr>
            <a:spLocks noChangeAspect="1"/>
          </p:cNvSpPr>
          <p:nvPr/>
        </p:nvSpPr>
        <p:spPr>
          <a:xfrm>
            <a:off x="7946467" y="4515896"/>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Oval 255">
            <a:extLst>
              <a:ext uri="{FF2B5EF4-FFF2-40B4-BE49-F238E27FC236}">
                <a16:creationId xmlns:a16="http://schemas.microsoft.com/office/drawing/2014/main" id="{871A7E1C-78F9-4FF6-956B-113508E4F81C}"/>
              </a:ext>
            </a:extLst>
          </p:cNvPr>
          <p:cNvSpPr>
            <a:spLocks noChangeAspect="1"/>
          </p:cNvSpPr>
          <p:nvPr/>
        </p:nvSpPr>
        <p:spPr>
          <a:xfrm>
            <a:off x="6789360" y="5748197"/>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Oval 256">
            <a:extLst>
              <a:ext uri="{FF2B5EF4-FFF2-40B4-BE49-F238E27FC236}">
                <a16:creationId xmlns:a16="http://schemas.microsoft.com/office/drawing/2014/main" id="{8D47DCB0-8C22-42E6-974F-0A451E02EA15}"/>
              </a:ext>
            </a:extLst>
          </p:cNvPr>
          <p:cNvSpPr>
            <a:spLocks noChangeAspect="1"/>
          </p:cNvSpPr>
          <p:nvPr/>
        </p:nvSpPr>
        <p:spPr>
          <a:xfrm>
            <a:off x="8105866" y="5309922"/>
            <a:ext cx="264684" cy="264684"/>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Oval 257">
            <a:extLst>
              <a:ext uri="{FF2B5EF4-FFF2-40B4-BE49-F238E27FC236}">
                <a16:creationId xmlns:a16="http://schemas.microsoft.com/office/drawing/2014/main" id="{B07EF3DC-CF7C-4316-878C-B548D1A4201B}"/>
              </a:ext>
            </a:extLst>
          </p:cNvPr>
          <p:cNvSpPr>
            <a:spLocks noChangeAspect="1"/>
          </p:cNvSpPr>
          <p:nvPr/>
        </p:nvSpPr>
        <p:spPr>
          <a:xfrm>
            <a:off x="7286250" y="435483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Oval 258">
            <a:extLst>
              <a:ext uri="{FF2B5EF4-FFF2-40B4-BE49-F238E27FC236}">
                <a16:creationId xmlns:a16="http://schemas.microsoft.com/office/drawing/2014/main" id="{FD6F6B81-7BAB-40BE-AD3F-91659E7DC5EA}"/>
              </a:ext>
            </a:extLst>
          </p:cNvPr>
          <p:cNvSpPr>
            <a:spLocks noChangeAspect="1"/>
          </p:cNvSpPr>
          <p:nvPr/>
        </p:nvSpPr>
        <p:spPr>
          <a:xfrm>
            <a:off x="8393801" y="5029528"/>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Oval 259">
            <a:extLst>
              <a:ext uri="{FF2B5EF4-FFF2-40B4-BE49-F238E27FC236}">
                <a16:creationId xmlns:a16="http://schemas.microsoft.com/office/drawing/2014/main" id="{75437B54-986C-4C23-BCCB-ECD60C84C72E}"/>
              </a:ext>
            </a:extLst>
          </p:cNvPr>
          <p:cNvSpPr>
            <a:spLocks noChangeAspect="1"/>
          </p:cNvSpPr>
          <p:nvPr/>
        </p:nvSpPr>
        <p:spPr>
          <a:xfrm>
            <a:off x="6501105" y="5790921"/>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1" name="Oval 260">
            <a:extLst>
              <a:ext uri="{FF2B5EF4-FFF2-40B4-BE49-F238E27FC236}">
                <a16:creationId xmlns:a16="http://schemas.microsoft.com/office/drawing/2014/main" id="{C1A354B8-F7DE-40AA-9955-9796C893BD58}"/>
              </a:ext>
            </a:extLst>
          </p:cNvPr>
          <p:cNvSpPr>
            <a:spLocks noChangeAspect="1"/>
          </p:cNvSpPr>
          <p:nvPr/>
        </p:nvSpPr>
        <p:spPr>
          <a:xfrm>
            <a:off x="9180340" y="503605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2" name="Oval 261">
            <a:extLst>
              <a:ext uri="{FF2B5EF4-FFF2-40B4-BE49-F238E27FC236}">
                <a16:creationId xmlns:a16="http://schemas.microsoft.com/office/drawing/2014/main" id="{2242579C-9D22-4DBB-9420-E6E89126E9FA}"/>
              </a:ext>
            </a:extLst>
          </p:cNvPr>
          <p:cNvSpPr>
            <a:spLocks noChangeAspect="1"/>
          </p:cNvSpPr>
          <p:nvPr/>
        </p:nvSpPr>
        <p:spPr>
          <a:xfrm>
            <a:off x="9068797" y="5891754"/>
            <a:ext cx="135825" cy="1358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Oval 262">
            <a:extLst>
              <a:ext uri="{FF2B5EF4-FFF2-40B4-BE49-F238E27FC236}">
                <a16:creationId xmlns:a16="http://schemas.microsoft.com/office/drawing/2014/main" id="{EBE6830E-3A8D-48BE-8AF8-54222DFFB12E}"/>
              </a:ext>
            </a:extLst>
          </p:cNvPr>
          <p:cNvSpPr>
            <a:spLocks noChangeAspect="1"/>
          </p:cNvSpPr>
          <p:nvPr/>
        </p:nvSpPr>
        <p:spPr>
          <a:xfrm>
            <a:off x="4051166" y="5432546"/>
            <a:ext cx="352541" cy="352541"/>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4" name="Oval 263">
            <a:extLst>
              <a:ext uri="{FF2B5EF4-FFF2-40B4-BE49-F238E27FC236}">
                <a16:creationId xmlns:a16="http://schemas.microsoft.com/office/drawing/2014/main" id="{67028763-B2D6-4B0C-B84D-F05FCFE176A3}"/>
              </a:ext>
            </a:extLst>
          </p:cNvPr>
          <p:cNvSpPr>
            <a:spLocks noChangeAspect="1"/>
          </p:cNvSpPr>
          <p:nvPr/>
        </p:nvSpPr>
        <p:spPr>
          <a:xfrm>
            <a:off x="4981850" y="5268931"/>
            <a:ext cx="516156" cy="516156"/>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5" name="Oval 264">
            <a:extLst>
              <a:ext uri="{FF2B5EF4-FFF2-40B4-BE49-F238E27FC236}">
                <a16:creationId xmlns:a16="http://schemas.microsoft.com/office/drawing/2014/main" id="{45A69FB4-2479-4F05-B4E5-9766BF0E1634}"/>
              </a:ext>
            </a:extLst>
          </p:cNvPr>
          <p:cNvSpPr>
            <a:spLocks noChangeAspect="1"/>
          </p:cNvSpPr>
          <p:nvPr/>
        </p:nvSpPr>
        <p:spPr>
          <a:xfrm>
            <a:off x="3166687" y="5604178"/>
            <a:ext cx="180909" cy="180909"/>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6" name="TextBox 265">
            <a:extLst>
              <a:ext uri="{FF2B5EF4-FFF2-40B4-BE49-F238E27FC236}">
                <a16:creationId xmlns:a16="http://schemas.microsoft.com/office/drawing/2014/main" id="{664A21FC-E4EC-4BC2-87DC-E12B28BDF897}"/>
              </a:ext>
            </a:extLst>
          </p:cNvPr>
          <p:cNvSpPr txBox="1"/>
          <p:nvPr/>
        </p:nvSpPr>
        <p:spPr>
          <a:xfrm>
            <a:off x="4739632" y="5777229"/>
            <a:ext cx="100059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[80-100%]</a:t>
            </a:r>
          </a:p>
        </p:txBody>
      </p:sp>
      <p:sp>
        <p:nvSpPr>
          <p:cNvPr id="267" name="TextBox 266">
            <a:extLst>
              <a:ext uri="{FF2B5EF4-FFF2-40B4-BE49-F238E27FC236}">
                <a16:creationId xmlns:a16="http://schemas.microsoft.com/office/drawing/2014/main" id="{EA3ACC74-8F9A-478A-9640-6BBC5729C91D}"/>
              </a:ext>
            </a:extLst>
          </p:cNvPr>
          <p:cNvSpPr txBox="1"/>
          <p:nvPr/>
        </p:nvSpPr>
        <p:spPr>
          <a:xfrm>
            <a:off x="3776834" y="5777229"/>
            <a:ext cx="901209"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[30-80%[</a:t>
            </a:r>
          </a:p>
        </p:txBody>
      </p:sp>
      <p:sp>
        <p:nvSpPr>
          <p:cNvPr id="268" name="TextBox 267">
            <a:extLst>
              <a:ext uri="{FF2B5EF4-FFF2-40B4-BE49-F238E27FC236}">
                <a16:creationId xmlns:a16="http://schemas.microsoft.com/office/drawing/2014/main" id="{BE1E82E8-0290-43C0-87AA-67C0C3046A81}"/>
              </a:ext>
            </a:extLst>
          </p:cNvPr>
          <p:cNvSpPr txBox="1"/>
          <p:nvPr/>
        </p:nvSpPr>
        <p:spPr>
          <a:xfrm>
            <a:off x="2856231" y="5777229"/>
            <a:ext cx="801823"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[0-30%[</a:t>
            </a:r>
          </a:p>
        </p:txBody>
      </p:sp>
      <p:sp>
        <p:nvSpPr>
          <p:cNvPr id="269" name="TextBox 268">
            <a:extLst>
              <a:ext uri="{FF2B5EF4-FFF2-40B4-BE49-F238E27FC236}">
                <a16:creationId xmlns:a16="http://schemas.microsoft.com/office/drawing/2014/main" id="{435655B4-F912-46CE-9F19-05594FF04231}"/>
              </a:ext>
            </a:extLst>
          </p:cNvPr>
          <p:cNvSpPr txBox="1"/>
          <p:nvPr/>
        </p:nvSpPr>
        <p:spPr>
          <a:xfrm>
            <a:off x="328783" y="5101378"/>
            <a:ext cx="130997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p:txBody>
      </p:sp>
      <p:sp>
        <p:nvSpPr>
          <p:cNvPr id="270" name="Etiquette - GradientColorLegend - DARK - Shape">
            <a:extLst>
              <a:ext uri="{FF2B5EF4-FFF2-40B4-BE49-F238E27FC236}">
                <a16:creationId xmlns:a16="http://schemas.microsoft.com/office/drawing/2014/main" id="{69A6AE88-86D3-44FD-8FD2-28C86BE18922}"/>
              </a:ext>
            </a:extLst>
          </p:cNvPr>
          <p:cNvSpPr/>
          <p:nvPr/>
        </p:nvSpPr>
        <p:spPr>
          <a:xfrm rot="16200000">
            <a:off x="1550403" y="5036640"/>
            <a:ext cx="132080" cy="1839974"/>
          </a:xfrm>
          <a:prstGeom prst="rect">
            <a:avLst/>
          </a:prstGeom>
          <a:gradFill flip="none" rotWithShape="1">
            <a:gsLst>
              <a:gs pos="0">
                <a:schemeClr val="accent3">
                  <a:lumMod val="75000"/>
                </a:schemeClr>
              </a:gs>
              <a:gs pos="100000">
                <a:schemeClr val="accent3">
                  <a:lumMod val="20000"/>
                  <a:lumOff val="80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solidFill>
            </a:endParaRPr>
          </a:p>
        </p:txBody>
      </p:sp>
      <p:sp>
        <p:nvSpPr>
          <p:cNvPr id="271" name="Etiquette - GradientColorLegend - DARK - MaxValue">
            <a:extLst>
              <a:ext uri="{FF2B5EF4-FFF2-40B4-BE49-F238E27FC236}">
                <a16:creationId xmlns:a16="http://schemas.microsoft.com/office/drawing/2014/main" id="{F6872290-6667-4B37-B31B-63C9DC6FA540}"/>
              </a:ext>
            </a:extLst>
          </p:cNvPr>
          <p:cNvSpPr txBox="1"/>
          <p:nvPr/>
        </p:nvSpPr>
        <p:spPr>
          <a:xfrm>
            <a:off x="2188592" y="5642747"/>
            <a:ext cx="338234"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Max</a:t>
            </a:r>
          </a:p>
        </p:txBody>
      </p:sp>
      <p:sp>
        <p:nvSpPr>
          <p:cNvPr id="272" name="Etiquette - GradientColorLegend - DARK - MinValue">
            <a:extLst>
              <a:ext uri="{FF2B5EF4-FFF2-40B4-BE49-F238E27FC236}">
                <a16:creationId xmlns:a16="http://schemas.microsoft.com/office/drawing/2014/main" id="{5F2AD0A8-8CB0-4202-B907-AC1947012090}"/>
              </a:ext>
            </a:extLst>
          </p:cNvPr>
          <p:cNvSpPr txBox="1"/>
          <p:nvPr/>
        </p:nvSpPr>
        <p:spPr>
          <a:xfrm>
            <a:off x="724697" y="5642747"/>
            <a:ext cx="290143"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Min</a:t>
            </a:r>
          </a:p>
        </p:txBody>
      </p:sp>
      <p:sp>
        <p:nvSpPr>
          <p:cNvPr id="273" name="Rectangle 272">
            <a:extLst>
              <a:ext uri="{FF2B5EF4-FFF2-40B4-BE49-F238E27FC236}">
                <a16:creationId xmlns:a16="http://schemas.microsoft.com/office/drawing/2014/main" id="{1F8D46E7-C65A-46FB-9DAF-4882D7385AFD}"/>
              </a:ext>
            </a:extLst>
          </p:cNvPr>
          <p:cNvSpPr/>
          <p:nvPr/>
        </p:nvSpPr>
        <p:spPr>
          <a:xfrm>
            <a:off x="409575" y="5101378"/>
            <a:ext cx="2367960"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4" name="TextBox 273">
            <a:extLst>
              <a:ext uri="{FF2B5EF4-FFF2-40B4-BE49-F238E27FC236}">
                <a16:creationId xmlns:a16="http://schemas.microsoft.com/office/drawing/2014/main" id="{708BD366-056E-4961-813E-0A747BDE9F7C}"/>
              </a:ext>
            </a:extLst>
          </p:cNvPr>
          <p:cNvSpPr txBox="1"/>
          <p:nvPr/>
        </p:nvSpPr>
        <p:spPr>
          <a:xfrm>
            <a:off x="404259" y="1510579"/>
            <a:ext cx="5311192" cy="3405300"/>
          </a:xfrm>
          <a:prstGeom prst="rect">
            <a:avLst/>
          </a:prstGeom>
          <a:noFill/>
          <a:ln>
            <a:solidFill>
              <a:srgbClr val="D9D9D9"/>
            </a:solidFill>
          </a:ln>
        </p:spPr>
        <p:txBody>
          <a:bodyPr wrap="square" rtlCol="0" anchor="b">
            <a:no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Lorem ipsum dolor sit amet, consectetuer adipiscing elit. Maecenas porttitor congue massa. Fusce posuere, magna sed pulvinar ultricies, purus lectus malesuada libero, sit amet commodo magna eros quis urna.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400" kern="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Nunc viverra imperdiet enim. Fusce est. Vivamus a tellus.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400" kern="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Pellentesque habitant morbi tristique senectus et netus et malesuada fames ac turpis egestas. Proin pharetra nonummy pede. Mauris et orci.</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dirty="0">
              <a:ln>
                <a:noFill/>
              </a:ln>
              <a:effectLst/>
              <a:uLnTx/>
              <a:uFillTx/>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r>
              <a:rPr lang="en-US" sz="1400" kern="0" dirty="0" err="1"/>
              <a:t>Fusce</a:t>
            </a:r>
            <a:r>
              <a:rPr lang="en-US" sz="1400" kern="0" dirty="0"/>
              <a:t> </a:t>
            </a:r>
            <a:r>
              <a:rPr lang="en-US" sz="1400" kern="0" dirty="0" err="1"/>
              <a:t>posuere</a:t>
            </a:r>
            <a:r>
              <a:rPr lang="en-US" sz="1400" kern="0" dirty="0"/>
              <a:t>, magna sed pulvinar </a:t>
            </a:r>
            <a:r>
              <a:rPr lang="en-US" sz="1400" kern="0" dirty="0" err="1"/>
              <a:t>ultricies</a:t>
            </a:r>
            <a:r>
              <a:rPr lang="en-US" sz="1400" kern="0" dirty="0"/>
              <a:t>, </a:t>
            </a:r>
            <a:r>
              <a:rPr lang="en-US" sz="1400" kern="0" dirty="0" err="1"/>
              <a:t>purus</a:t>
            </a:r>
            <a:r>
              <a:rPr lang="en-US" sz="1400" kern="0" dirty="0"/>
              <a:t> </a:t>
            </a:r>
            <a:r>
              <a:rPr lang="en-US" sz="1400" kern="0" dirty="0" err="1"/>
              <a:t>lectus</a:t>
            </a:r>
            <a:r>
              <a:rPr lang="en-US" sz="1400" kern="0" dirty="0"/>
              <a:t> </a:t>
            </a:r>
            <a:r>
              <a:rPr lang="en-US" sz="1400" kern="0" dirty="0" err="1"/>
              <a:t>malesuada</a:t>
            </a:r>
            <a:r>
              <a:rPr lang="en-US" sz="1400" kern="0" dirty="0"/>
              <a:t> libero, sit </a:t>
            </a:r>
            <a:r>
              <a:rPr lang="en-US" sz="1400" kern="0" dirty="0" err="1"/>
              <a:t>amet</a:t>
            </a:r>
            <a:r>
              <a:rPr lang="en-US" sz="1400" kern="0" dirty="0"/>
              <a:t> </a:t>
            </a:r>
            <a:r>
              <a:rPr lang="en-US" sz="1400" kern="0" dirty="0" err="1"/>
              <a:t>commodo</a:t>
            </a:r>
            <a:r>
              <a:rPr lang="en-US" sz="1400" kern="0" dirty="0"/>
              <a:t> magna eros </a:t>
            </a:r>
            <a:r>
              <a:rPr lang="en-US" sz="1400" kern="0" dirty="0" err="1"/>
              <a:t>quis</a:t>
            </a:r>
            <a:r>
              <a:rPr lang="en-US" sz="1400" kern="0" dirty="0"/>
              <a:t> </a:t>
            </a:r>
            <a:r>
              <a:rPr lang="en-US" sz="1400" kern="0" dirty="0" err="1"/>
              <a:t>urna</a:t>
            </a:r>
            <a:r>
              <a:rPr lang="en-US" sz="1400" kern="0" dirty="0"/>
              <a:t>.</a:t>
            </a:r>
          </a:p>
        </p:txBody>
      </p:sp>
      <p:sp>
        <p:nvSpPr>
          <p:cNvPr id="275" name="Rectangle 274">
            <a:extLst>
              <a:ext uri="{FF2B5EF4-FFF2-40B4-BE49-F238E27FC236}">
                <a16:creationId xmlns:a16="http://schemas.microsoft.com/office/drawing/2014/main" id="{7119F69A-5E20-4A80-A228-02703664B3F8}"/>
              </a:ext>
            </a:extLst>
          </p:cNvPr>
          <p:cNvSpPr/>
          <p:nvPr/>
        </p:nvSpPr>
        <p:spPr>
          <a:xfrm>
            <a:off x="2918027" y="5101378"/>
            <a:ext cx="2797424"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6" name="TextBox 275">
            <a:extLst>
              <a:ext uri="{FF2B5EF4-FFF2-40B4-BE49-F238E27FC236}">
                <a16:creationId xmlns:a16="http://schemas.microsoft.com/office/drawing/2014/main" id="{5B8B03A2-B134-4EC4-9869-CA93CD4C1927}"/>
              </a:ext>
            </a:extLst>
          </p:cNvPr>
          <p:cNvSpPr txBox="1"/>
          <p:nvPr/>
        </p:nvSpPr>
        <p:spPr>
          <a:xfrm>
            <a:off x="2837236" y="5101378"/>
            <a:ext cx="130997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p:txBody>
      </p:sp>
    </p:spTree>
    <p:extLst>
      <p:ext uri="{BB962C8B-B14F-4D97-AF65-F5344CB8AC3E}">
        <p14:creationId xmlns:p14="http://schemas.microsoft.com/office/powerpoint/2010/main" val="4051569631"/>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1" name="Straight Connector 120"/>
          <p:cNvCxnSpPr>
            <a:stCxn id="54" idx="4"/>
          </p:cNvCxnSpPr>
          <p:nvPr/>
        </p:nvCxnSpPr>
        <p:spPr>
          <a:xfrm>
            <a:off x="9813262" y="2793404"/>
            <a:ext cx="0"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stCxn id="21" idx="4"/>
          </p:cNvCxnSpPr>
          <p:nvPr/>
        </p:nvCxnSpPr>
        <p:spPr>
          <a:xfrm flipH="1">
            <a:off x="2293208" y="2793404"/>
            <a:ext cx="1"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1" name="Group 40"/>
          <p:cNvGrpSpPr/>
          <p:nvPr/>
        </p:nvGrpSpPr>
        <p:grpSpPr>
          <a:xfrm>
            <a:off x="1378747" y="4503851"/>
            <a:ext cx="1921758" cy="626671"/>
            <a:chOff x="1378747" y="4637736"/>
            <a:chExt cx="1921758" cy="626671"/>
          </a:xfrm>
          <a:solidFill>
            <a:schemeClr val="accent2"/>
          </a:solidFill>
        </p:grpSpPr>
        <p:cxnSp>
          <p:nvCxnSpPr>
            <p:cNvPr id="82" name="Straight Connector 81"/>
            <p:cNvCxnSpPr>
              <a:stCxn id="12" idx="2"/>
              <a:endCxn id="83"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62"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7" name="Straight Connector 76"/>
            <p:cNvCxnSpPr>
              <a:stCxn id="76"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61" name="Oval 60"/>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Oval 61"/>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4" name="Straight Connector 63"/>
            <p:cNvCxnSpPr>
              <a:stCxn id="62" idx="2"/>
              <a:endCxn id="61"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3" name="Oval 82"/>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9" name="Group 98"/>
          <p:cNvGrpSpPr/>
          <p:nvPr/>
        </p:nvGrpSpPr>
        <p:grpSpPr>
          <a:xfrm>
            <a:off x="5135120" y="4503851"/>
            <a:ext cx="1921758" cy="626671"/>
            <a:chOff x="1378747" y="4637736"/>
            <a:chExt cx="1921758" cy="626671"/>
          </a:xfrm>
          <a:solidFill>
            <a:schemeClr val="accent2"/>
          </a:solidFill>
        </p:grpSpPr>
        <p:cxnSp>
          <p:nvCxnSpPr>
            <p:cNvPr id="100" name="Straight Connector 99"/>
            <p:cNvCxnSpPr>
              <a:endCxn id="10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a:stCxn id="105"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2" name="Oval 101"/>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3" name="Straight Connector 102"/>
            <p:cNvCxnSpPr>
              <a:stCxn id="102"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4" name="Oval 103"/>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Oval 104"/>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7" name="Straight Connector 106"/>
            <p:cNvCxnSpPr>
              <a:stCxn id="105" idx="2"/>
              <a:endCxn id="104"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10" name="Group 109"/>
          <p:cNvGrpSpPr/>
          <p:nvPr/>
        </p:nvGrpSpPr>
        <p:grpSpPr>
          <a:xfrm>
            <a:off x="8891494" y="4503851"/>
            <a:ext cx="1921758" cy="626671"/>
            <a:chOff x="1378747" y="4637736"/>
            <a:chExt cx="1921758" cy="626671"/>
          </a:xfrm>
          <a:solidFill>
            <a:schemeClr val="accent2"/>
          </a:solidFill>
        </p:grpSpPr>
        <p:cxnSp>
          <p:nvCxnSpPr>
            <p:cNvPr id="111" name="Straight Connector 110"/>
            <p:cNvCxnSpPr>
              <a:endCxn id="11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a:stCxn id="116"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3" name="Oval 112"/>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4" name="Straight Connector 113"/>
            <p:cNvCxnSpPr>
              <a:stCxn id="113"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5" name="Oval 114"/>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Oval 115"/>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7" name="Straight Connector 116"/>
            <p:cNvCxnSpPr>
              <a:stCxn id="116" idx="2"/>
              <a:endCxn id="115"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Organizational chart 01</a:t>
            </a:r>
          </a:p>
        </p:txBody>
      </p:sp>
      <p:sp>
        <p:nvSpPr>
          <p:cNvPr id="3" name="Rectangle: Rounded Corners 2"/>
          <p:cNvSpPr/>
          <p:nvPr/>
        </p:nvSpPr>
        <p:spPr>
          <a:xfrm>
            <a:off x="4967507" y="1818304"/>
            <a:ext cx="2256986" cy="773722"/>
          </a:xfrm>
          <a:prstGeom prst="round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PRESIDENT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13" name="Nom2"/>
          <p:cNvSpPr/>
          <p:nvPr/>
        </p:nvSpPr>
        <p:spPr>
          <a:xfrm>
            <a:off x="4967507"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COO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22" name="Nom1 - 1"/>
          <p:cNvSpPr/>
          <p:nvPr/>
        </p:nvSpPr>
        <p:spPr>
          <a:xfrm>
            <a:off x="2473192"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23" name="Nom1"/>
          <p:cNvSpPr/>
          <p:nvPr/>
        </p:nvSpPr>
        <p:spPr>
          <a:xfrm>
            <a:off x="60960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12" name="Nom1"/>
          <p:cNvSpPr/>
          <p:nvPr/>
        </p:nvSpPr>
        <p:spPr>
          <a:xfrm>
            <a:off x="1211133"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CFO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14" name="Nom1 - 2"/>
          <p:cNvSpPr/>
          <p:nvPr/>
        </p:nvSpPr>
        <p:spPr>
          <a:xfrm>
            <a:off x="992756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15" name="Nom1 - 3"/>
          <p:cNvSpPr/>
          <p:nvPr/>
        </p:nvSpPr>
        <p:spPr>
          <a:xfrm>
            <a:off x="6200376"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35" name="Oval 34"/>
          <p:cNvSpPr>
            <a:spLocks noChangeAspect="1"/>
          </p:cNvSpPr>
          <p:nvPr/>
        </p:nvSpPr>
        <p:spPr>
          <a:xfrm>
            <a:off x="5638800" y="1014038"/>
            <a:ext cx="914401" cy="914401"/>
          </a:xfrm>
          <a:prstGeom prst="ellipse">
            <a:avLst/>
          </a:prstGeom>
          <a:blipFill dpi="0" rotWithShape="1">
            <a:blip r:embed="rId4">
              <a:extLst>
                <a:ext uri="{28A0092B-C50C-407E-A947-70E740481C1C}">
                  <a14:useLocalDpi xmlns:a14="http://schemas.microsoft.com/office/drawing/2010/main" val="0"/>
                </a:ext>
              </a:extLst>
            </a:blip>
            <a:srcRect/>
            <a:stretch>
              <a:fillRect/>
            </a:stretch>
          </a:blipFill>
          <a:ln w="31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Oval 47"/>
          <p:cNvSpPr>
            <a:spLocks noChangeAspect="1"/>
          </p:cNvSpPr>
          <p:nvPr/>
        </p:nvSpPr>
        <p:spPr>
          <a:xfrm>
            <a:off x="5638800" y="2926865"/>
            <a:ext cx="914401" cy="914401"/>
          </a:xfrm>
          <a:prstGeom prst="ellipse">
            <a:avLst/>
          </a:prstGeom>
          <a:blipFill dpi="0" rotWithShape="1">
            <a:blip r:embed="rId5">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Oval 48"/>
          <p:cNvSpPr>
            <a:spLocks noChangeAspect="1"/>
          </p:cNvSpPr>
          <p:nvPr/>
        </p:nvSpPr>
        <p:spPr>
          <a:xfrm>
            <a:off x="1882426" y="2926865"/>
            <a:ext cx="914401" cy="914401"/>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 name="Nom1 - 2 - 1"/>
          <p:cNvSpPr/>
          <p:nvPr/>
        </p:nvSpPr>
        <p:spPr>
          <a:xfrm>
            <a:off x="8063968"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6" name="Nom1 - 3 - 1"/>
          <p:cNvSpPr/>
          <p:nvPr/>
        </p:nvSpPr>
        <p:spPr>
          <a:xfrm>
            <a:off x="4336784"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8" name="Nom2 - 1"/>
          <p:cNvSpPr/>
          <p:nvPr/>
        </p:nvSpPr>
        <p:spPr>
          <a:xfrm>
            <a:off x="8723881"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CTO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65" name="Oval 64"/>
          <p:cNvSpPr>
            <a:spLocks noChangeAspect="1"/>
          </p:cNvSpPr>
          <p:nvPr/>
        </p:nvSpPr>
        <p:spPr>
          <a:xfrm>
            <a:off x="2843412" y="4920222"/>
            <a:ext cx="914401" cy="914401"/>
          </a:xfrm>
          <a:prstGeom prst="ellipse">
            <a:avLst/>
          </a:prstGeom>
          <a:blipFill dpi="0" rotWithShape="1">
            <a:blip r:embed="rId7">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Oval 65"/>
          <p:cNvSpPr>
            <a:spLocks noChangeAspect="1"/>
          </p:cNvSpPr>
          <p:nvPr/>
        </p:nvSpPr>
        <p:spPr>
          <a:xfrm>
            <a:off x="979820" y="4920222"/>
            <a:ext cx="914401" cy="914401"/>
          </a:xfrm>
          <a:prstGeom prst="ellipse">
            <a:avLst/>
          </a:prstGeom>
          <a:blipFill dpi="0" rotWithShape="1">
            <a:blip r:embed="rId8">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Oval 66"/>
          <p:cNvSpPr>
            <a:spLocks noChangeAspect="1"/>
          </p:cNvSpPr>
          <p:nvPr/>
        </p:nvSpPr>
        <p:spPr>
          <a:xfrm>
            <a:off x="6570596" y="4917833"/>
            <a:ext cx="914401" cy="914401"/>
          </a:xfrm>
          <a:prstGeom prst="ellipse">
            <a:avLst/>
          </a:prstGeom>
          <a:blipFill dpi="0" rotWithShape="1">
            <a:blip r:embed="rId9">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 name="Oval 67"/>
          <p:cNvSpPr>
            <a:spLocks noChangeAspect="1"/>
          </p:cNvSpPr>
          <p:nvPr/>
        </p:nvSpPr>
        <p:spPr>
          <a:xfrm>
            <a:off x="4707004" y="4917833"/>
            <a:ext cx="914401" cy="914401"/>
          </a:xfrm>
          <a:prstGeom prst="ellipse">
            <a:avLst/>
          </a:prstGeom>
          <a:blipFill dpi="0" rotWithShape="1">
            <a:blip r:embed="rId10">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 name="Oval 68"/>
          <p:cNvSpPr>
            <a:spLocks noChangeAspect="1"/>
          </p:cNvSpPr>
          <p:nvPr/>
        </p:nvSpPr>
        <p:spPr>
          <a:xfrm>
            <a:off x="10297779" y="4915832"/>
            <a:ext cx="914401" cy="914401"/>
          </a:xfrm>
          <a:prstGeom prst="ellipse">
            <a:avLst/>
          </a:prstGeom>
          <a:blipFill dpi="0" rotWithShape="1">
            <a:blip r:embed="rId11">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Oval 69"/>
          <p:cNvSpPr>
            <a:spLocks noChangeAspect="1"/>
          </p:cNvSpPr>
          <p:nvPr/>
        </p:nvSpPr>
        <p:spPr>
          <a:xfrm>
            <a:off x="8434188" y="4915832"/>
            <a:ext cx="914401" cy="914401"/>
          </a:xfrm>
          <a:prstGeom prst="ellipse">
            <a:avLst/>
          </a:prstGeom>
          <a:blipFill dpi="0" rotWithShape="1">
            <a:blip r:embed="rId12">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Oval 118"/>
          <p:cNvSpPr>
            <a:spLocks noChangeAspect="1"/>
          </p:cNvSpPr>
          <p:nvPr/>
        </p:nvSpPr>
        <p:spPr>
          <a:xfrm>
            <a:off x="9391531" y="2928059"/>
            <a:ext cx="914401" cy="914401"/>
          </a:xfrm>
          <a:prstGeom prst="ellipse">
            <a:avLst/>
          </a:prstGeom>
          <a:blipFill dpi="0" rotWithShape="1">
            <a:blip r:embed="rId13">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4" name="Group 3">
            <a:extLst>
              <a:ext uri="{FF2B5EF4-FFF2-40B4-BE49-F238E27FC236}">
                <a16:creationId xmlns:a16="http://schemas.microsoft.com/office/drawing/2014/main" id="{202093A8-7264-A88A-667B-98759B175758}"/>
              </a:ext>
            </a:extLst>
          </p:cNvPr>
          <p:cNvGrpSpPr/>
          <p:nvPr/>
        </p:nvGrpSpPr>
        <p:grpSpPr>
          <a:xfrm>
            <a:off x="2246791" y="2592026"/>
            <a:ext cx="7612888" cy="334839"/>
            <a:chOff x="2246791" y="2592026"/>
            <a:chExt cx="7612888" cy="334839"/>
          </a:xfrm>
        </p:grpSpPr>
        <p:sp>
          <p:nvSpPr>
            <p:cNvPr id="21" name="Oval 20"/>
            <p:cNvSpPr>
              <a:spLocks noChangeAspect="1"/>
            </p:cNvSpPr>
            <p:nvPr/>
          </p:nvSpPr>
          <p:spPr>
            <a:xfrm>
              <a:off x="2246791"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 name="Oval 53"/>
            <p:cNvSpPr>
              <a:spLocks noChangeAspect="1"/>
            </p:cNvSpPr>
            <p:nvPr/>
          </p:nvSpPr>
          <p:spPr>
            <a:xfrm>
              <a:off x="9766844"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8" name="Straight Connector 27"/>
            <p:cNvCxnSpPr>
              <a:stCxn id="54" idx="2"/>
              <a:endCxn id="21" idx="6"/>
            </p:cNvCxnSpPr>
            <p:nvPr/>
          </p:nvCxnSpPr>
          <p:spPr>
            <a:xfrm flipH="1">
              <a:off x="2339626" y="2833247"/>
              <a:ext cx="7427218" cy="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a:stCxn id="3" idx="2"/>
              <a:endCxn id="48" idx="0"/>
            </p:cNvCxnSpPr>
            <p:nvPr/>
          </p:nvCxnSpPr>
          <p:spPr>
            <a:xfrm>
              <a:off x="6096000" y="2592026"/>
              <a:ext cx="1" cy="334839"/>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 name="Oval 128"/>
            <p:cNvSpPr>
              <a:spLocks noChangeAspect="1"/>
            </p:cNvSpPr>
            <p:nvPr/>
          </p:nvSpPr>
          <p:spPr>
            <a:xfrm>
              <a:off x="6049583"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303" name="Straight Connector 302"/>
          <p:cNvCxnSpPr/>
          <p:nvPr/>
        </p:nvCxnSpPr>
        <p:spPr>
          <a:xfrm flipH="1">
            <a:off x="5379493" y="2205165"/>
            <a:ext cx="1433015"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H="1">
            <a:off x="5444630"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flipH="1">
            <a:off x="1688256"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flipH="1">
            <a:off x="9201004"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flipH="1">
            <a:off x="1016282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8345758"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6435641"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572049"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2708457"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flipH="1">
            <a:off x="84486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590883869"/>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02</a:t>
            </a:r>
          </a:p>
        </p:txBody>
      </p:sp>
      <p:sp>
        <p:nvSpPr>
          <p:cNvPr id="3" name="Rectangle 2"/>
          <p:cNvSpPr/>
          <p:nvPr/>
        </p:nvSpPr>
        <p:spPr>
          <a:xfrm>
            <a:off x="5185838" y="1566302"/>
            <a:ext cx="1820324" cy="695480"/>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3" name="Nom2"/>
          <p:cNvSpPr/>
          <p:nvPr/>
        </p:nvSpPr>
        <p:spPr>
          <a:xfrm>
            <a:off x="3025402"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22" name="Nom1"/>
          <p:cNvSpPr/>
          <p:nvPr/>
        </p:nvSpPr>
        <p:spPr>
          <a:xfrm>
            <a:off x="39022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23" name="Nom1"/>
          <p:cNvSpPr/>
          <p:nvPr/>
        </p:nvSpPr>
        <p:spPr>
          <a:xfrm>
            <a:off x="18778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24" name="Nom1"/>
          <p:cNvSpPr/>
          <p:nvPr/>
        </p:nvSpPr>
        <p:spPr>
          <a:xfrm>
            <a:off x="1040782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898563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7563449"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6141260"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4719071"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3296882"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1874693"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452504"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2"/>
            <a:endCxn id="12" idx="0"/>
          </p:cNvCxnSpPr>
          <p:nvPr/>
        </p:nvCxnSpPr>
        <p:spPr>
          <a:xfrm rot="16200000" flipH="1">
            <a:off x="6973067"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812631"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346274"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14" name="Nom1"/>
          <p:cNvSpPr/>
          <p:nvPr/>
        </p:nvSpPr>
        <p:spPr>
          <a:xfrm>
            <a:off x="8496983"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15" name="Nom1"/>
          <p:cNvSpPr/>
          <p:nvPr/>
        </p:nvSpPr>
        <p:spPr>
          <a:xfrm>
            <a:off x="647258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cxnSp>
        <p:nvCxnSpPr>
          <p:cNvPr id="46" name="Elbow Connector 45"/>
          <p:cNvCxnSpPr>
            <a:stCxn id="12" idx="2"/>
            <a:endCxn id="14" idx="0"/>
          </p:cNvCxnSpPr>
          <p:nvPr/>
        </p:nvCxnSpPr>
        <p:spPr>
          <a:xfrm rot="16200000" flipH="1">
            <a:off x="8610571" y="3009429"/>
            <a:ext cx="442439" cy="1150709"/>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98372" y="3147939"/>
            <a:ext cx="442439" cy="873690"/>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4152776" y="3146353"/>
            <a:ext cx="442439" cy="876862"/>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3140576" y="3011015"/>
            <a:ext cx="442439" cy="1147538"/>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308089" y="4600539"/>
            <a:ext cx="442438" cy="24432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10019184" y="3889444"/>
            <a:ext cx="442438" cy="166651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584795" y="4299434"/>
            <a:ext cx="442438" cy="84653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877446" y="4436463"/>
            <a:ext cx="442438" cy="57247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873701" y="4434877"/>
            <a:ext cx="442438" cy="57565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166352" y="4297848"/>
            <a:ext cx="442438" cy="84971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731963" y="3887859"/>
            <a:ext cx="442438" cy="16696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443058" y="4598954"/>
            <a:ext cx="442438" cy="24749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218247809"/>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03</a:t>
            </a:r>
          </a:p>
        </p:txBody>
      </p:sp>
      <p:sp>
        <p:nvSpPr>
          <p:cNvPr id="3" name="Rounded Rectangle 2"/>
          <p:cNvSpPr/>
          <p:nvPr/>
        </p:nvSpPr>
        <p:spPr>
          <a:xfrm>
            <a:off x="5390056" y="1653967"/>
            <a:ext cx="1401410" cy="540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3" name="Nom2"/>
          <p:cNvSpPr/>
          <p:nvPr/>
        </p:nvSpPr>
        <p:spPr>
          <a:xfrm>
            <a:off x="302540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2" name="Nom1"/>
          <p:cNvSpPr/>
          <p:nvPr/>
        </p:nvSpPr>
        <p:spPr>
          <a:xfrm>
            <a:off x="39022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3" name="Nom1"/>
          <p:cNvSpPr/>
          <p:nvPr/>
        </p:nvSpPr>
        <p:spPr>
          <a:xfrm>
            <a:off x="18778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4" name="Nom1"/>
          <p:cNvSpPr/>
          <p:nvPr/>
        </p:nvSpPr>
        <p:spPr>
          <a:xfrm>
            <a:off x="1040782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5" name="Nom2"/>
          <p:cNvSpPr/>
          <p:nvPr/>
        </p:nvSpPr>
        <p:spPr>
          <a:xfrm>
            <a:off x="898563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6" name="Nom3"/>
          <p:cNvSpPr/>
          <p:nvPr/>
        </p:nvSpPr>
        <p:spPr>
          <a:xfrm>
            <a:off x="7563449"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1" name="Nom1"/>
          <p:cNvSpPr/>
          <p:nvPr/>
        </p:nvSpPr>
        <p:spPr>
          <a:xfrm>
            <a:off x="6141260"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3" name="Nom2"/>
          <p:cNvSpPr/>
          <p:nvPr/>
        </p:nvSpPr>
        <p:spPr>
          <a:xfrm>
            <a:off x="4719071"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4" name="Nom3"/>
          <p:cNvSpPr/>
          <p:nvPr/>
        </p:nvSpPr>
        <p:spPr>
          <a:xfrm>
            <a:off x="3296882"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3" name="Nom2"/>
          <p:cNvSpPr/>
          <p:nvPr/>
        </p:nvSpPr>
        <p:spPr>
          <a:xfrm>
            <a:off x="1874693"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4" name="Nom3"/>
          <p:cNvSpPr/>
          <p:nvPr/>
        </p:nvSpPr>
        <p:spPr>
          <a:xfrm>
            <a:off x="452504"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2"/>
            <a:endCxn id="12" idx="0"/>
          </p:cNvCxnSpPr>
          <p:nvPr/>
        </p:nvCxnSpPr>
        <p:spPr>
          <a:xfrm rot="16200000" flipH="1">
            <a:off x="6892355" y="1392372"/>
            <a:ext cx="732823" cy="2336011"/>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574886" y="1410914"/>
            <a:ext cx="732823" cy="2298929"/>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66034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4" name="Nom1"/>
          <p:cNvSpPr/>
          <p:nvPr/>
        </p:nvSpPr>
        <p:spPr>
          <a:xfrm>
            <a:off x="8496983"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5" name="Nom1"/>
          <p:cNvSpPr/>
          <p:nvPr/>
        </p:nvSpPr>
        <p:spPr>
          <a:xfrm>
            <a:off x="647258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46" name="Elbow Connector 45"/>
          <p:cNvCxnSpPr>
            <a:stCxn id="12" idx="2"/>
            <a:endCxn id="14" idx="0"/>
          </p:cNvCxnSpPr>
          <p:nvPr/>
        </p:nvCxnSpPr>
        <p:spPr>
          <a:xfrm rot="16200000" flipH="1">
            <a:off x="8550547" y="3343014"/>
            <a:ext cx="732823" cy="98037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38348" y="3311188"/>
            <a:ext cx="732823" cy="104402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3935718" y="3322904"/>
            <a:ext cx="732823" cy="1020594"/>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2923518" y="3331298"/>
            <a:ext cx="732823" cy="100380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162897" y="4983860"/>
            <a:ext cx="732822" cy="24432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9873992" y="4272765"/>
            <a:ext cx="732822" cy="166651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439603" y="4682755"/>
            <a:ext cx="732822" cy="84653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732254" y="4819784"/>
            <a:ext cx="732822" cy="57247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728509" y="4818198"/>
            <a:ext cx="732822" cy="57565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021160" y="4681169"/>
            <a:ext cx="732822" cy="849710"/>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586771" y="4271180"/>
            <a:ext cx="732822" cy="166968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297866" y="4982275"/>
            <a:ext cx="732822" cy="24749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35089021"/>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04</a:t>
            </a:r>
          </a:p>
        </p:txBody>
      </p:sp>
      <p:cxnSp>
        <p:nvCxnSpPr>
          <p:cNvPr id="46" name="Elbow Connector 45"/>
          <p:cNvCxnSpPr>
            <a:stCxn id="3" idx="2"/>
            <a:endCxn id="124" idx="0"/>
          </p:cNvCxnSpPr>
          <p:nvPr/>
        </p:nvCxnSpPr>
        <p:spPr>
          <a:xfrm rot="16200000" flipH="1">
            <a:off x="7992859" y="88697"/>
            <a:ext cx="4312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3" idx="2"/>
            <a:endCxn id="111" idx="0"/>
          </p:cNvCxnSpPr>
          <p:nvPr/>
        </p:nvCxnSpPr>
        <p:spPr>
          <a:xfrm rot="16200000" flipH="1">
            <a:off x="6586124" y="1495432"/>
            <a:ext cx="4312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3" idx="2"/>
            <a:endCxn id="96" idx="0"/>
          </p:cNvCxnSpPr>
          <p:nvPr/>
        </p:nvCxnSpPr>
        <p:spPr>
          <a:xfrm rot="5400000">
            <a:off x="5179390" y="1500187"/>
            <a:ext cx="4312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3" idx="2"/>
            <a:endCxn id="23" idx="0"/>
          </p:cNvCxnSpPr>
          <p:nvPr/>
        </p:nvCxnSpPr>
        <p:spPr>
          <a:xfrm rot="5400000">
            <a:off x="3772656" y="93453"/>
            <a:ext cx="4312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a:endCxn id="49" idx="2"/>
          </p:cNvCxnSpPr>
          <p:nvPr/>
        </p:nvCxnSpPr>
        <p:spPr>
          <a:xfrm rot="10800000">
            <a:off x="724946"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9" name="Group 298"/>
          <p:cNvGrpSpPr/>
          <p:nvPr/>
        </p:nvGrpSpPr>
        <p:grpSpPr>
          <a:xfrm>
            <a:off x="593041" y="2416797"/>
            <a:ext cx="2565510" cy="695480"/>
            <a:chOff x="593041" y="2823197"/>
            <a:chExt cx="2565510" cy="695480"/>
          </a:xfrm>
        </p:grpSpPr>
        <p:sp>
          <p:nvSpPr>
            <p:cNvPr id="23" name="Nom1"/>
            <p:cNvSpPr/>
            <p:nvPr/>
          </p:nvSpPr>
          <p:spPr>
            <a:xfrm>
              <a:off x="602551"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49" name="Rectangle 48"/>
            <p:cNvSpPr/>
            <p:nvPr/>
          </p:nvSpPr>
          <p:spPr>
            <a:xfrm>
              <a:off x="593041"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84" name="Elbow Connector 50"/>
          <p:cNvCxnSpPr>
            <a:stCxn id="76" idx="1"/>
            <a:endCxn id="49" idx="2"/>
          </p:cNvCxnSpPr>
          <p:nvPr/>
        </p:nvCxnSpPr>
        <p:spPr>
          <a:xfrm rot="10800000">
            <a:off x="724946"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a:endCxn id="49" idx="2"/>
          </p:cNvCxnSpPr>
          <p:nvPr/>
        </p:nvCxnSpPr>
        <p:spPr>
          <a:xfrm rot="10800000">
            <a:off x="724946"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a:endCxn id="49" idx="2"/>
          </p:cNvCxnSpPr>
          <p:nvPr/>
        </p:nvCxnSpPr>
        <p:spPr>
          <a:xfrm rot="10800000">
            <a:off x="724946"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a:endCxn id="49" idx="2"/>
          </p:cNvCxnSpPr>
          <p:nvPr/>
        </p:nvCxnSpPr>
        <p:spPr>
          <a:xfrm rot="10800000">
            <a:off x="724946"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a:endCxn id="103" idx="2"/>
          </p:cNvCxnSpPr>
          <p:nvPr/>
        </p:nvCxnSpPr>
        <p:spPr>
          <a:xfrm rot="10800000">
            <a:off x="3538415"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0" name="Group 299"/>
          <p:cNvGrpSpPr/>
          <p:nvPr/>
        </p:nvGrpSpPr>
        <p:grpSpPr>
          <a:xfrm>
            <a:off x="3406510" y="2416797"/>
            <a:ext cx="2565510" cy="695480"/>
            <a:chOff x="3406510" y="2823197"/>
            <a:chExt cx="2565510" cy="695480"/>
          </a:xfrm>
        </p:grpSpPr>
        <p:sp>
          <p:nvSpPr>
            <p:cNvPr id="96" name="Nom1"/>
            <p:cNvSpPr/>
            <p:nvPr/>
          </p:nvSpPr>
          <p:spPr>
            <a:xfrm>
              <a:off x="3416020"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03" name="Rectangle 102"/>
            <p:cNvSpPr/>
            <p:nvPr/>
          </p:nvSpPr>
          <p:spPr>
            <a:xfrm>
              <a:off x="3406510"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grpSp>
      <p:cxnSp>
        <p:nvCxnSpPr>
          <p:cNvPr id="104" name="Elbow Connector 50"/>
          <p:cNvCxnSpPr>
            <a:stCxn id="100" idx="1"/>
            <a:endCxn id="103" idx="2"/>
          </p:cNvCxnSpPr>
          <p:nvPr/>
        </p:nvCxnSpPr>
        <p:spPr>
          <a:xfrm rot="10800000">
            <a:off x="3538415"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a:endCxn id="103" idx="2"/>
          </p:cNvCxnSpPr>
          <p:nvPr/>
        </p:nvCxnSpPr>
        <p:spPr>
          <a:xfrm rot="10800000">
            <a:off x="3538415"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a:endCxn id="103" idx="2"/>
          </p:cNvCxnSpPr>
          <p:nvPr/>
        </p:nvCxnSpPr>
        <p:spPr>
          <a:xfrm rot="10800000">
            <a:off x="3538415"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a:endCxn id="103" idx="2"/>
          </p:cNvCxnSpPr>
          <p:nvPr/>
        </p:nvCxnSpPr>
        <p:spPr>
          <a:xfrm rot="10800000">
            <a:off x="3538415"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a:endCxn id="118" idx="2"/>
          </p:cNvCxnSpPr>
          <p:nvPr/>
        </p:nvCxnSpPr>
        <p:spPr>
          <a:xfrm rot="10800000">
            <a:off x="635188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1" name="Group 300"/>
          <p:cNvGrpSpPr/>
          <p:nvPr/>
        </p:nvGrpSpPr>
        <p:grpSpPr>
          <a:xfrm>
            <a:off x="6219979" y="2416797"/>
            <a:ext cx="2565510" cy="695480"/>
            <a:chOff x="6219979" y="2823197"/>
            <a:chExt cx="2565510" cy="695480"/>
          </a:xfrm>
        </p:grpSpPr>
        <p:sp>
          <p:nvSpPr>
            <p:cNvPr id="111" name="Nom1"/>
            <p:cNvSpPr/>
            <p:nvPr/>
          </p:nvSpPr>
          <p:spPr>
            <a:xfrm>
              <a:off x="622948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18" name="Rectangle 117"/>
            <p:cNvSpPr/>
            <p:nvPr/>
          </p:nvSpPr>
          <p:spPr>
            <a:xfrm>
              <a:off x="621997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19" name="Elbow Connector 50"/>
          <p:cNvCxnSpPr>
            <a:stCxn id="115" idx="1"/>
            <a:endCxn id="118" idx="2"/>
          </p:cNvCxnSpPr>
          <p:nvPr/>
        </p:nvCxnSpPr>
        <p:spPr>
          <a:xfrm rot="10800000">
            <a:off x="635188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a:endCxn id="118" idx="2"/>
          </p:cNvCxnSpPr>
          <p:nvPr/>
        </p:nvCxnSpPr>
        <p:spPr>
          <a:xfrm rot="10800000">
            <a:off x="635188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a:endCxn id="118" idx="2"/>
          </p:cNvCxnSpPr>
          <p:nvPr/>
        </p:nvCxnSpPr>
        <p:spPr>
          <a:xfrm rot="10800000">
            <a:off x="635188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a:endCxn id="118" idx="2"/>
          </p:cNvCxnSpPr>
          <p:nvPr/>
        </p:nvCxnSpPr>
        <p:spPr>
          <a:xfrm rot="10800000">
            <a:off x="635188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a:endCxn id="131" idx="2"/>
          </p:cNvCxnSpPr>
          <p:nvPr/>
        </p:nvCxnSpPr>
        <p:spPr>
          <a:xfrm rot="10800000">
            <a:off x="916535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8" name="Group 297"/>
          <p:cNvGrpSpPr/>
          <p:nvPr/>
        </p:nvGrpSpPr>
        <p:grpSpPr>
          <a:xfrm>
            <a:off x="9033449" y="2416797"/>
            <a:ext cx="2565510" cy="695480"/>
            <a:chOff x="9033449" y="2823197"/>
            <a:chExt cx="2565510" cy="695480"/>
          </a:xfrm>
        </p:grpSpPr>
        <p:sp>
          <p:nvSpPr>
            <p:cNvPr id="124" name="Nom1"/>
            <p:cNvSpPr/>
            <p:nvPr/>
          </p:nvSpPr>
          <p:spPr>
            <a:xfrm>
              <a:off x="904295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31" name="Rectangle 130"/>
            <p:cNvSpPr/>
            <p:nvPr/>
          </p:nvSpPr>
          <p:spPr>
            <a:xfrm>
              <a:off x="903344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32" name="Elbow Connector 50"/>
          <p:cNvCxnSpPr>
            <a:stCxn id="128" idx="1"/>
            <a:endCxn id="131" idx="2"/>
          </p:cNvCxnSpPr>
          <p:nvPr/>
        </p:nvCxnSpPr>
        <p:spPr>
          <a:xfrm rot="10800000">
            <a:off x="916535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a:endCxn id="131" idx="2"/>
          </p:cNvCxnSpPr>
          <p:nvPr/>
        </p:nvCxnSpPr>
        <p:spPr>
          <a:xfrm rot="10800000">
            <a:off x="916535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a:endCxn id="131" idx="2"/>
          </p:cNvCxnSpPr>
          <p:nvPr/>
        </p:nvCxnSpPr>
        <p:spPr>
          <a:xfrm rot="10800000">
            <a:off x="916535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a:endCxn id="131" idx="2"/>
          </p:cNvCxnSpPr>
          <p:nvPr/>
        </p:nvCxnSpPr>
        <p:spPr>
          <a:xfrm rot="10800000">
            <a:off x="916535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2" name="Group 301"/>
          <p:cNvGrpSpPr/>
          <p:nvPr/>
        </p:nvGrpSpPr>
        <p:grpSpPr>
          <a:xfrm>
            <a:off x="4818000" y="1290077"/>
            <a:ext cx="2556000" cy="695480"/>
            <a:chOff x="4818000" y="1290077"/>
            <a:chExt cx="2556000" cy="695480"/>
          </a:xfrm>
        </p:grpSpPr>
        <p:sp>
          <p:nvSpPr>
            <p:cNvPr id="3" name="Rectangle 2"/>
            <p:cNvSpPr/>
            <p:nvPr/>
          </p:nvSpPr>
          <p:spPr>
            <a:xfrm>
              <a:off x="4818000" y="1290077"/>
              <a:ext cx="2556000" cy="69548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Team member</a:t>
              </a:r>
            </a:p>
          </p:txBody>
        </p:sp>
        <p:sp>
          <p:nvSpPr>
            <p:cNvPr id="143" name="Rectangle 142"/>
            <p:cNvSpPr/>
            <p:nvPr/>
          </p:nvSpPr>
          <p:spPr>
            <a:xfrm>
              <a:off x="4818000" y="1290077"/>
              <a:ext cx="263809" cy="6954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55225392"/>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05</a:t>
            </a:r>
          </a:p>
        </p:txBody>
      </p:sp>
      <p:cxnSp>
        <p:nvCxnSpPr>
          <p:cNvPr id="46" name="Elbow Connector 45"/>
          <p:cNvCxnSpPr/>
          <p:nvPr/>
        </p:nvCxnSpPr>
        <p:spPr>
          <a:xfrm rot="16200000" flipH="1">
            <a:off x="7789659" y="248767"/>
            <a:ext cx="8376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p:nvPr/>
        </p:nvCxnSpPr>
        <p:spPr>
          <a:xfrm rot="16200000" flipH="1">
            <a:off x="6382924" y="1655502"/>
            <a:ext cx="8376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p:nvPr/>
        </p:nvCxnSpPr>
        <p:spPr>
          <a:xfrm rot="5400000">
            <a:off x="4976190" y="1660257"/>
            <a:ext cx="8376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p:nvPr/>
        </p:nvCxnSpPr>
        <p:spPr>
          <a:xfrm rot="5400000">
            <a:off x="3569456" y="253523"/>
            <a:ext cx="8376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p:cNvCxnSpPr>
          <p:nvPr/>
        </p:nvCxnSpPr>
        <p:spPr>
          <a:xfrm rot="10800000">
            <a:off x="724946"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 name="Nom1"/>
          <p:cNvSpPr>
            <a:spLocks noChangeAspect="1"/>
          </p:cNvSpPr>
          <p:nvPr/>
        </p:nvSpPr>
        <p:spPr>
          <a:xfrm>
            <a:off x="602551"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49" name="Oval 48"/>
          <p:cNvSpPr/>
          <p:nvPr/>
        </p:nvSpPr>
        <p:spPr>
          <a:xfrm>
            <a:off x="635573"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cxnSp>
        <p:nvCxnSpPr>
          <p:cNvPr id="84" name="Elbow Connector 50"/>
          <p:cNvCxnSpPr>
            <a:stCxn id="76" idx="1"/>
          </p:cNvCxnSpPr>
          <p:nvPr/>
        </p:nvCxnSpPr>
        <p:spPr>
          <a:xfrm rot="10800000">
            <a:off x="724946"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p:cNvCxnSpPr>
          <p:nvPr/>
        </p:nvCxnSpPr>
        <p:spPr>
          <a:xfrm rot="10800000">
            <a:off x="724946"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p:cNvCxnSpPr>
          <p:nvPr/>
        </p:nvCxnSpPr>
        <p:spPr>
          <a:xfrm rot="10800000">
            <a:off x="724946"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p:cNvCxnSpPr>
          <p:nvPr/>
        </p:nvCxnSpPr>
        <p:spPr>
          <a:xfrm rot="10800000">
            <a:off x="724946"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p:cNvCxnSpPr>
          <p:nvPr/>
        </p:nvCxnSpPr>
        <p:spPr>
          <a:xfrm rot="10800000">
            <a:off x="3538415"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Nom1"/>
          <p:cNvSpPr>
            <a:spLocks noChangeAspect="1"/>
          </p:cNvSpPr>
          <p:nvPr/>
        </p:nvSpPr>
        <p:spPr>
          <a:xfrm>
            <a:off x="3416020"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03" name="Oval 102"/>
          <p:cNvSpPr/>
          <p:nvPr/>
        </p:nvSpPr>
        <p:spPr>
          <a:xfrm>
            <a:off x="3449042"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cxnSp>
        <p:nvCxnSpPr>
          <p:cNvPr id="104" name="Elbow Connector 50"/>
          <p:cNvCxnSpPr>
            <a:stCxn id="100" idx="1"/>
          </p:cNvCxnSpPr>
          <p:nvPr/>
        </p:nvCxnSpPr>
        <p:spPr>
          <a:xfrm rot="10800000">
            <a:off x="3538415"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p:cNvCxnSpPr>
          <p:nvPr/>
        </p:nvCxnSpPr>
        <p:spPr>
          <a:xfrm rot="10800000">
            <a:off x="3538415"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p:cNvCxnSpPr>
          <p:nvPr/>
        </p:nvCxnSpPr>
        <p:spPr>
          <a:xfrm rot="10800000">
            <a:off x="3538415"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p:cNvCxnSpPr>
          <p:nvPr/>
        </p:nvCxnSpPr>
        <p:spPr>
          <a:xfrm rot="10800000">
            <a:off x="3538415"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p:cNvCxnSpPr>
          <p:nvPr/>
        </p:nvCxnSpPr>
        <p:spPr>
          <a:xfrm rot="10800000">
            <a:off x="635188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1" name="Nom1"/>
          <p:cNvSpPr>
            <a:spLocks noChangeAspect="1"/>
          </p:cNvSpPr>
          <p:nvPr/>
        </p:nvSpPr>
        <p:spPr>
          <a:xfrm>
            <a:off x="622948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18" name="Oval 117"/>
          <p:cNvSpPr/>
          <p:nvPr/>
        </p:nvSpPr>
        <p:spPr>
          <a:xfrm>
            <a:off x="626251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cxnSp>
        <p:nvCxnSpPr>
          <p:cNvPr id="119" name="Elbow Connector 50"/>
          <p:cNvCxnSpPr>
            <a:stCxn id="115" idx="1"/>
          </p:cNvCxnSpPr>
          <p:nvPr/>
        </p:nvCxnSpPr>
        <p:spPr>
          <a:xfrm rot="10800000">
            <a:off x="635188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p:cNvCxnSpPr>
          <p:nvPr/>
        </p:nvCxnSpPr>
        <p:spPr>
          <a:xfrm rot="10800000">
            <a:off x="635188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p:cNvCxnSpPr>
          <p:nvPr/>
        </p:nvCxnSpPr>
        <p:spPr>
          <a:xfrm rot="10800000">
            <a:off x="635188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p:cNvCxnSpPr>
          <p:nvPr/>
        </p:nvCxnSpPr>
        <p:spPr>
          <a:xfrm rot="10800000">
            <a:off x="635188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p:cNvCxnSpPr>
          <p:nvPr/>
        </p:nvCxnSpPr>
        <p:spPr>
          <a:xfrm rot="10800000">
            <a:off x="916535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4" name="Nom1"/>
          <p:cNvSpPr>
            <a:spLocks noChangeAspect="1"/>
          </p:cNvSpPr>
          <p:nvPr/>
        </p:nvSpPr>
        <p:spPr>
          <a:xfrm>
            <a:off x="904295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31" name="Oval 130"/>
          <p:cNvSpPr/>
          <p:nvPr/>
        </p:nvSpPr>
        <p:spPr>
          <a:xfrm>
            <a:off x="907598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5</a:t>
            </a:r>
          </a:p>
        </p:txBody>
      </p:sp>
      <p:cxnSp>
        <p:nvCxnSpPr>
          <p:cNvPr id="132" name="Elbow Connector 50"/>
          <p:cNvCxnSpPr>
            <a:stCxn id="128" idx="1"/>
          </p:cNvCxnSpPr>
          <p:nvPr/>
        </p:nvCxnSpPr>
        <p:spPr>
          <a:xfrm rot="10800000">
            <a:off x="916535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p:cNvCxnSpPr>
          <p:nvPr/>
        </p:nvCxnSpPr>
        <p:spPr>
          <a:xfrm rot="10800000">
            <a:off x="916535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p:cNvCxnSpPr>
          <p:nvPr/>
        </p:nvCxnSpPr>
        <p:spPr>
          <a:xfrm rot="10800000">
            <a:off x="916535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p:cNvCxnSpPr>
          <p:nvPr/>
        </p:nvCxnSpPr>
        <p:spPr>
          <a:xfrm rot="10800000">
            <a:off x="916535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Rounded Rectangle 2"/>
          <p:cNvSpPr>
            <a:spLocks noChangeAspect="1"/>
          </p:cNvSpPr>
          <p:nvPr/>
        </p:nvSpPr>
        <p:spPr>
          <a:xfrm>
            <a:off x="4818000" y="1399347"/>
            <a:ext cx="2556000" cy="695480"/>
          </a:xfrm>
          <a:prstGeom prst="roundRect">
            <a:avLst>
              <a:gd name="adj" fmla="val 48772"/>
            </a:avLst>
          </a:prstGeom>
          <a:solidFill>
            <a:schemeClr val="accent1"/>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43" name="Oval 142"/>
          <p:cNvSpPr/>
          <p:nvPr/>
        </p:nvSpPr>
        <p:spPr>
          <a:xfrm>
            <a:off x="4860532" y="1428241"/>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399299778"/>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06</a:t>
            </a:r>
          </a:p>
        </p:txBody>
      </p:sp>
      <p:sp>
        <p:nvSpPr>
          <p:cNvPr id="3" name="Rectangle 2"/>
          <p:cNvSpPr/>
          <p:nvPr/>
        </p:nvSpPr>
        <p:spPr>
          <a:xfrm>
            <a:off x="616429" y="3627168"/>
            <a:ext cx="2239487" cy="488951"/>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2" name="Nom1"/>
          <p:cNvSpPr/>
          <p:nvPr/>
        </p:nvSpPr>
        <p:spPr>
          <a:xfrm>
            <a:off x="3455244" y="2379650"/>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3" name="Nom2"/>
          <p:cNvSpPr/>
          <p:nvPr/>
        </p:nvSpPr>
        <p:spPr>
          <a:xfrm>
            <a:off x="3455244" y="4874686"/>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4" name="Nom1"/>
          <p:cNvSpPr/>
          <p:nvPr/>
        </p:nvSpPr>
        <p:spPr>
          <a:xfrm>
            <a:off x="6294060" y="1741497"/>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15" name="Nom1"/>
          <p:cNvSpPr/>
          <p:nvPr/>
        </p:nvSpPr>
        <p:spPr>
          <a:xfrm>
            <a:off x="6294060" y="301780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2" name="Nom1"/>
          <p:cNvSpPr/>
          <p:nvPr/>
        </p:nvSpPr>
        <p:spPr>
          <a:xfrm>
            <a:off x="6294060" y="423653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3" name="Nom1"/>
          <p:cNvSpPr/>
          <p:nvPr/>
        </p:nvSpPr>
        <p:spPr>
          <a:xfrm>
            <a:off x="6294060" y="5512839"/>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4" name="Nom1"/>
          <p:cNvSpPr/>
          <p:nvPr/>
        </p:nvSpPr>
        <p:spPr>
          <a:xfrm>
            <a:off x="9289577" y="1408299"/>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9289577" y="18152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9289577" y="221887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9289577" y="2684605"/>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9289577" y="309159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9289577" y="350770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5" name="Nom1"/>
          <p:cNvSpPr/>
          <p:nvPr/>
        </p:nvSpPr>
        <p:spPr>
          <a:xfrm>
            <a:off x="9289577" y="391515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0" name="Nom2"/>
          <p:cNvSpPr/>
          <p:nvPr/>
        </p:nvSpPr>
        <p:spPr>
          <a:xfrm>
            <a:off x="9289577" y="431032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1" name="Nom3"/>
          <p:cNvSpPr/>
          <p:nvPr/>
        </p:nvSpPr>
        <p:spPr>
          <a:xfrm>
            <a:off x="9289577" y="471930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2" name="Nom1"/>
          <p:cNvSpPr/>
          <p:nvPr/>
        </p:nvSpPr>
        <p:spPr>
          <a:xfrm>
            <a:off x="9289577" y="5171471"/>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9289577" y="5586630"/>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9289577" y="60017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3"/>
            <a:endCxn id="12" idx="1"/>
          </p:cNvCxnSpPr>
          <p:nvPr/>
        </p:nvCxnSpPr>
        <p:spPr>
          <a:xfrm flipV="1">
            <a:off x="2855916" y="2624126"/>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55916" y="3871644"/>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94731" y="1985973"/>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94731" y="2624126"/>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94731" y="4481009"/>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94731" y="5119162"/>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33547" y="1985972"/>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33547" y="1578983"/>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33547" y="1985973"/>
            <a:ext cx="756030" cy="4035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33547" y="326227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33547" y="2855289"/>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33547" y="3262279"/>
            <a:ext cx="756030" cy="41611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33547" y="448100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33547" y="4085837"/>
            <a:ext cx="756030" cy="39517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33547" y="4481009"/>
            <a:ext cx="756030" cy="40897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33547" y="5757315"/>
            <a:ext cx="756030" cy="41515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33547" y="5342155"/>
            <a:ext cx="756030" cy="41516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33547" y="5757314"/>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67778830"/>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07</a:t>
            </a:r>
          </a:p>
        </p:txBody>
      </p:sp>
      <p:sp>
        <p:nvSpPr>
          <p:cNvPr id="3" name="Rectangle 2"/>
          <p:cNvSpPr/>
          <p:nvPr/>
        </p:nvSpPr>
        <p:spPr>
          <a:xfrm>
            <a:off x="764731" y="3627168"/>
            <a:ext cx="2035897" cy="4889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2" name="Nom1"/>
          <p:cNvSpPr/>
          <p:nvPr/>
        </p:nvSpPr>
        <p:spPr>
          <a:xfrm>
            <a:off x="3640278" y="2379650"/>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3" name="Nom2"/>
          <p:cNvSpPr/>
          <p:nvPr/>
        </p:nvSpPr>
        <p:spPr>
          <a:xfrm>
            <a:off x="3640278" y="4874686"/>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4" name="Nom1"/>
          <p:cNvSpPr/>
          <p:nvPr/>
        </p:nvSpPr>
        <p:spPr>
          <a:xfrm>
            <a:off x="6515825" y="1741497"/>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5" name="Nom1"/>
          <p:cNvSpPr/>
          <p:nvPr/>
        </p:nvSpPr>
        <p:spPr>
          <a:xfrm>
            <a:off x="6515825" y="301780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2" name="Nom1"/>
          <p:cNvSpPr/>
          <p:nvPr/>
        </p:nvSpPr>
        <p:spPr>
          <a:xfrm>
            <a:off x="6515825" y="423653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3" name="Nom1"/>
          <p:cNvSpPr/>
          <p:nvPr/>
        </p:nvSpPr>
        <p:spPr>
          <a:xfrm>
            <a:off x="6515825" y="5512839"/>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4" name="Nom1"/>
          <p:cNvSpPr/>
          <p:nvPr/>
        </p:nvSpPr>
        <p:spPr>
          <a:xfrm>
            <a:off x="9391372" y="1408299"/>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5" name="Nom2"/>
          <p:cNvSpPr/>
          <p:nvPr/>
        </p:nvSpPr>
        <p:spPr>
          <a:xfrm>
            <a:off x="9391372" y="18152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6" name="Nom3"/>
          <p:cNvSpPr/>
          <p:nvPr/>
        </p:nvSpPr>
        <p:spPr>
          <a:xfrm>
            <a:off x="9391372" y="221887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1" name="Nom1"/>
          <p:cNvSpPr/>
          <p:nvPr/>
        </p:nvSpPr>
        <p:spPr>
          <a:xfrm>
            <a:off x="9391372" y="2684605"/>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3" name="Nom2"/>
          <p:cNvSpPr/>
          <p:nvPr/>
        </p:nvSpPr>
        <p:spPr>
          <a:xfrm>
            <a:off x="9391372" y="309159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4" name="Nom3"/>
          <p:cNvSpPr/>
          <p:nvPr/>
        </p:nvSpPr>
        <p:spPr>
          <a:xfrm>
            <a:off x="9391372" y="350770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5" name="Nom1"/>
          <p:cNvSpPr/>
          <p:nvPr/>
        </p:nvSpPr>
        <p:spPr>
          <a:xfrm>
            <a:off x="9391372" y="391515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0" name="Nom2"/>
          <p:cNvSpPr/>
          <p:nvPr/>
        </p:nvSpPr>
        <p:spPr>
          <a:xfrm>
            <a:off x="9391372" y="431032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1" name="Nom3"/>
          <p:cNvSpPr/>
          <p:nvPr/>
        </p:nvSpPr>
        <p:spPr>
          <a:xfrm>
            <a:off x="9391372" y="471930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2" name="Nom1"/>
          <p:cNvSpPr/>
          <p:nvPr/>
        </p:nvSpPr>
        <p:spPr>
          <a:xfrm>
            <a:off x="9391372" y="5171471"/>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3" name="Nom2"/>
          <p:cNvSpPr/>
          <p:nvPr/>
        </p:nvSpPr>
        <p:spPr>
          <a:xfrm>
            <a:off x="9391372" y="5586630"/>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4" name="Nom3"/>
          <p:cNvSpPr/>
          <p:nvPr/>
        </p:nvSpPr>
        <p:spPr>
          <a:xfrm>
            <a:off x="9391372" y="60017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3"/>
            <a:endCxn id="12" idx="1"/>
          </p:cNvCxnSpPr>
          <p:nvPr/>
        </p:nvCxnSpPr>
        <p:spPr>
          <a:xfrm flipV="1">
            <a:off x="2800628" y="2624126"/>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00628" y="3871644"/>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76175" y="1985973"/>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76175" y="2624126"/>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76175" y="4481009"/>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76175" y="5119162"/>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51722" y="1985972"/>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51722" y="1578983"/>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51722" y="1985973"/>
            <a:ext cx="839650" cy="40358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51722" y="326227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51722" y="2855289"/>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51722" y="3262279"/>
            <a:ext cx="839650" cy="41611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51722" y="448100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51722" y="4085837"/>
            <a:ext cx="839650" cy="39517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51722" y="4481009"/>
            <a:ext cx="839650" cy="40897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51722" y="5757315"/>
            <a:ext cx="839650" cy="41515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51722" y="5342155"/>
            <a:ext cx="839650" cy="41516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51722" y="5757314"/>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976145735"/>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1EA583-BDDE-43D0-8BA2-4E58BF5E6E54}"/>
              </a:ext>
            </a:extLst>
          </p:cNvPr>
          <p:cNvSpPr>
            <a:spLocks noGrp="1"/>
          </p:cNvSpPr>
          <p:nvPr>
            <p:ph type="title"/>
          </p:nvPr>
        </p:nvSpPr>
        <p:spPr>
          <a:xfrm>
            <a:off x="214184" y="13663"/>
            <a:ext cx="9728886" cy="678316"/>
          </a:xfrm>
        </p:spPr>
        <p:txBody>
          <a:bodyPr>
            <a:normAutofit/>
          </a:bodyPr>
          <a:lstStyle/>
          <a:p>
            <a:r>
              <a:rPr lang="en-US" dirty="0"/>
              <a:t>Organizational chart 08</a:t>
            </a:r>
          </a:p>
        </p:txBody>
      </p:sp>
      <p:graphicFrame>
        <p:nvGraphicFramePr>
          <p:cNvPr id="3" name="Diagram 2">
            <a:extLst>
              <a:ext uri="{FF2B5EF4-FFF2-40B4-BE49-F238E27FC236}">
                <a16:creationId xmlns:a16="http://schemas.microsoft.com/office/drawing/2014/main" id="{26013576-5B58-4B78-A7FA-A7803AF8BA03}"/>
              </a:ext>
            </a:extLst>
          </p:cNvPr>
          <p:cNvGraphicFramePr/>
          <p:nvPr>
            <p:extLst>
              <p:ext uri="{D42A27DB-BD31-4B8C-83A1-F6EECF244321}">
                <p14:modId xmlns:p14="http://schemas.microsoft.com/office/powerpoint/2010/main" val="2568103015"/>
              </p:ext>
            </p:extLst>
          </p:nvPr>
        </p:nvGraphicFramePr>
        <p:xfrm>
          <a:off x="563228" y="1195465"/>
          <a:ext cx="11065545" cy="521114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93400714"/>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E958D5-6E31-8E05-BF36-96F5CDF3EC7E}"/>
              </a:ext>
            </a:extLst>
          </p:cNvPr>
          <p:cNvSpPr>
            <a:spLocks noGrp="1"/>
          </p:cNvSpPr>
          <p:nvPr>
            <p:ph type="title"/>
          </p:nvPr>
        </p:nvSpPr>
        <p:spPr>
          <a:xfrm>
            <a:off x="214184" y="13663"/>
            <a:ext cx="9728886" cy="678316"/>
          </a:xfrm>
        </p:spPr>
        <p:txBody>
          <a:bodyPr>
            <a:normAutofit/>
          </a:bodyPr>
          <a:lstStyle/>
          <a:p>
            <a:r>
              <a:rPr lang="en-US" dirty="0"/>
              <a:t>Organizational chart 09</a:t>
            </a:r>
          </a:p>
        </p:txBody>
      </p:sp>
      <p:cxnSp>
        <p:nvCxnSpPr>
          <p:cNvPr id="3" name="Straight Connector 98">
            <a:extLst>
              <a:ext uri="{FF2B5EF4-FFF2-40B4-BE49-F238E27FC236}">
                <a16:creationId xmlns:a16="http://schemas.microsoft.com/office/drawing/2014/main" id="{6A865A79-29D5-751D-3234-784921AC89EC}"/>
              </a:ext>
            </a:extLst>
          </p:cNvPr>
          <p:cNvCxnSpPr/>
          <p:nvPr/>
        </p:nvCxnSpPr>
        <p:spPr>
          <a:xfrm rot="5400000">
            <a:off x="5742004" y="1211494"/>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4" name="Straight Connector 3">
            <a:extLst>
              <a:ext uri="{FF2B5EF4-FFF2-40B4-BE49-F238E27FC236}">
                <a16:creationId xmlns:a16="http://schemas.microsoft.com/office/drawing/2014/main" id="{0484F397-4401-9F99-CF87-CA28A8A170AD}"/>
              </a:ext>
            </a:extLst>
          </p:cNvPr>
          <p:cNvCxnSpPr/>
          <p:nvPr/>
        </p:nvCxnSpPr>
        <p:spPr>
          <a:xfrm>
            <a:off x="5264205" y="1674854"/>
            <a:ext cx="0" cy="3991775"/>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5" name="Straight Connector 99">
            <a:extLst>
              <a:ext uri="{FF2B5EF4-FFF2-40B4-BE49-F238E27FC236}">
                <a16:creationId xmlns:a16="http://schemas.microsoft.com/office/drawing/2014/main" id="{231C7811-9D8E-704A-EE52-294FD34FDA1C}"/>
              </a:ext>
            </a:extLst>
          </p:cNvPr>
          <p:cNvCxnSpPr/>
          <p:nvPr/>
        </p:nvCxnSpPr>
        <p:spPr>
          <a:xfrm rot="5400000">
            <a:off x="5742004" y="2471421"/>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6" name="Straight Connector 100">
            <a:extLst>
              <a:ext uri="{FF2B5EF4-FFF2-40B4-BE49-F238E27FC236}">
                <a16:creationId xmlns:a16="http://schemas.microsoft.com/office/drawing/2014/main" id="{0789F057-2204-D952-D6ED-DC8329B81E99}"/>
              </a:ext>
            </a:extLst>
          </p:cNvPr>
          <p:cNvCxnSpPr/>
          <p:nvPr/>
        </p:nvCxnSpPr>
        <p:spPr>
          <a:xfrm rot="5400000">
            <a:off x="5742004" y="3840569"/>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7" name="Straight Connector 101">
            <a:extLst>
              <a:ext uri="{FF2B5EF4-FFF2-40B4-BE49-F238E27FC236}">
                <a16:creationId xmlns:a16="http://schemas.microsoft.com/office/drawing/2014/main" id="{38579FF3-BC86-219B-9D99-48763B181DF3}"/>
              </a:ext>
            </a:extLst>
          </p:cNvPr>
          <p:cNvCxnSpPr/>
          <p:nvPr/>
        </p:nvCxnSpPr>
        <p:spPr>
          <a:xfrm rot="5400000">
            <a:off x="5742004" y="5188828"/>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8" name="Straight Connector 102">
            <a:extLst>
              <a:ext uri="{FF2B5EF4-FFF2-40B4-BE49-F238E27FC236}">
                <a16:creationId xmlns:a16="http://schemas.microsoft.com/office/drawing/2014/main" id="{31EA9F15-6F11-B921-01F8-5F3E04E82B3B}"/>
              </a:ext>
            </a:extLst>
          </p:cNvPr>
          <p:cNvCxnSpPr/>
          <p:nvPr/>
        </p:nvCxnSpPr>
        <p:spPr>
          <a:xfrm flipH="1">
            <a:off x="4550101" y="3635364"/>
            <a:ext cx="714104" cy="0"/>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sp>
        <p:nvSpPr>
          <p:cNvPr id="9" name="Freeform 35">
            <a:extLst>
              <a:ext uri="{FF2B5EF4-FFF2-40B4-BE49-F238E27FC236}">
                <a16:creationId xmlns:a16="http://schemas.microsoft.com/office/drawing/2014/main" id="{8F7445A1-704F-7AC7-81FB-94153C90E5DC}"/>
              </a:ext>
            </a:extLst>
          </p:cNvPr>
          <p:cNvSpPr/>
          <p:nvPr/>
        </p:nvSpPr>
        <p:spPr>
          <a:xfrm>
            <a:off x="1626316" y="2175409"/>
            <a:ext cx="2945697" cy="2930649"/>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rgbClr val="DEDEDE"/>
          </a:solidFill>
          <a:ln w="57150">
            <a:solidFill>
              <a:schemeClr val="bg1">
                <a:lumMod val="50000"/>
              </a:schemeClr>
            </a:solidFill>
          </a:ln>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138258" tIns="137588" rIns="138258" bIns="137588" numCol="1" spcCol="1270" anchor="ctr" anchorCtr="0">
            <a:noAutofit/>
          </a:bodyPr>
          <a:lstStyle/>
          <a:p>
            <a:pPr algn="ctr" defTabSz="474027">
              <a:lnSpc>
                <a:spcPct val="60000"/>
              </a:lnSpc>
              <a:spcBef>
                <a:spcPct val="0"/>
              </a:spcBef>
              <a:spcAft>
                <a:spcPct val="35000"/>
              </a:spcAft>
            </a:pPr>
            <a:r>
              <a:rPr lang="en-US" sz="3200" b="1" dirty="0">
                <a:solidFill>
                  <a:schemeClr val="bg2">
                    <a:lumMod val="50000"/>
                  </a:schemeClr>
                </a:solidFill>
                <a:ea typeface="Roboto" charset="0"/>
                <a:cs typeface="Calibri" panose="020F0502020204030204" pitchFamily="34" charset="0"/>
              </a:rPr>
              <a:t>Lorem Ipsum</a:t>
            </a:r>
          </a:p>
        </p:txBody>
      </p:sp>
      <p:sp>
        <p:nvSpPr>
          <p:cNvPr id="10" name="Rounded Rectangle 36">
            <a:extLst>
              <a:ext uri="{FF2B5EF4-FFF2-40B4-BE49-F238E27FC236}">
                <a16:creationId xmlns:a16="http://schemas.microsoft.com/office/drawing/2014/main" id="{BA46730B-8F2C-2195-4140-4573D8CE1D2F}"/>
              </a:ext>
            </a:extLst>
          </p:cNvPr>
          <p:cNvSpPr/>
          <p:nvPr/>
        </p:nvSpPr>
        <p:spPr>
          <a:xfrm>
            <a:off x="5678505" y="1425859"/>
            <a:ext cx="2084002" cy="522983"/>
          </a:xfrm>
          <a:prstGeom prst="roundRect">
            <a:avLst>
              <a:gd name="adj" fmla="val 50000"/>
            </a:avLst>
          </a:prstGeom>
          <a:solidFill>
            <a:schemeClr val="accent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1" name="Rounded Rectangle 37">
            <a:extLst>
              <a:ext uri="{FF2B5EF4-FFF2-40B4-BE49-F238E27FC236}">
                <a16:creationId xmlns:a16="http://schemas.microsoft.com/office/drawing/2014/main" id="{97547857-57CB-7EB4-ADAA-870E23D48911}"/>
              </a:ext>
            </a:extLst>
          </p:cNvPr>
          <p:cNvSpPr/>
          <p:nvPr/>
        </p:nvSpPr>
        <p:spPr>
          <a:xfrm>
            <a:off x="5680987" y="2713218"/>
            <a:ext cx="2084002" cy="522983"/>
          </a:xfrm>
          <a:prstGeom prst="roundRect">
            <a:avLst>
              <a:gd name="adj" fmla="val 50000"/>
            </a:avLst>
          </a:pr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2" name="Rounded Rectangle 38">
            <a:extLst>
              <a:ext uri="{FF2B5EF4-FFF2-40B4-BE49-F238E27FC236}">
                <a16:creationId xmlns:a16="http://schemas.microsoft.com/office/drawing/2014/main" id="{8A63DAE6-0156-DC76-2499-80DAF0004F41}"/>
              </a:ext>
            </a:extLst>
          </p:cNvPr>
          <p:cNvSpPr/>
          <p:nvPr/>
        </p:nvSpPr>
        <p:spPr>
          <a:xfrm>
            <a:off x="5680987" y="4064505"/>
            <a:ext cx="2084002" cy="522983"/>
          </a:xfrm>
          <a:prstGeom prst="roundRect">
            <a:avLst>
              <a:gd name="adj" fmla="val 50000"/>
            </a:avLst>
          </a:prstGeom>
          <a:solidFill>
            <a:schemeClr val="accent4"/>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3" name="Rounded Rectangle 43">
            <a:extLst>
              <a:ext uri="{FF2B5EF4-FFF2-40B4-BE49-F238E27FC236}">
                <a16:creationId xmlns:a16="http://schemas.microsoft.com/office/drawing/2014/main" id="{D3389D49-7028-3220-24FD-CD602E1EB5E6}"/>
              </a:ext>
            </a:extLst>
          </p:cNvPr>
          <p:cNvSpPr/>
          <p:nvPr/>
        </p:nvSpPr>
        <p:spPr>
          <a:xfrm>
            <a:off x="5678505" y="5384816"/>
            <a:ext cx="2084002" cy="522983"/>
          </a:xfrm>
          <a:prstGeom prst="roundRect">
            <a:avLst>
              <a:gd name="adj" fmla="val 50000"/>
            </a:avLst>
          </a:pr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cxnSp>
        <p:nvCxnSpPr>
          <p:cNvPr id="14" name="Straight Connector 45">
            <a:extLst>
              <a:ext uri="{FF2B5EF4-FFF2-40B4-BE49-F238E27FC236}">
                <a16:creationId xmlns:a16="http://schemas.microsoft.com/office/drawing/2014/main" id="{B3D8D5AE-CB33-DDC1-7128-2A9C4B93ADD3}"/>
              </a:ext>
            </a:extLst>
          </p:cNvPr>
          <p:cNvCxnSpPr/>
          <p:nvPr/>
        </p:nvCxnSpPr>
        <p:spPr>
          <a:xfrm flipH="1">
            <a:off x="7768652" y="167485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5" name="Straight Connector 46">
            <a:extLst>
              <a:ext uri="{FF2B5EF4-FFF2-40B4-BE49-F238E27FC236}">
                <a16:creationId xmlns:a16="http://schemas.microsoft.com/office/drawing/2014/main" id="{A170C414-40C7-0B6D-5617-887B14D14C18}"/>
              </a:ext>
            </a:extLst>
          </p:cNvPr>
          <p:cNvCxnSpPr/>
          <p:nvPr/>
        </p:nvCxnSpPr>
        <p:spPr>
          <a:xfrm flipV="1">
            <a:off x="8127464" y="139971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47">
            <a:extLst>
              <a:ext uri="{FF2B5EF4-FFF2-40B4-BE49-F238E27FC236}">
                <a16:creationId xmlns:a16="http://schemas.microsoft.com/office/drawing/2014/main" id="{C9F4C507-31BF-D600-7F62-A2F9F9982874}"/>
              </a:ext>
            </a:extLst>
          </p:cNvPr>
          <p:cNvCxnSpPr/>
          <p:nvPr/>
        </p:nvCxnSpPr>
        <p:spPr>
          <a:xfrm flipH="1">
            <a:off x="8122870" y="140107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7" name="Straight Connector 48">
            <a:extLst>
              <a:ext uri="{FF2B5EF4-FFF2-40B4-BE49-F238E27FC236}">
                <a16:creationId xmlns:a16="http://schemas.microsoft.com/office/drawing/2014/main" id="{C721531E-756D-439C-6AD5-0F976E9DC893}"/>
              </a:ext>
            </a:extLst>
          </p:cNvPr>
          <p:cNvCxnSpPr/>
          <p:nvPr/>
        </p:nvCxnSpPr>
        <p:spPr>
          <a:xfrm flipH="1">
            <a:off x="8122870" y="197213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8" name="Straight Connector 52">
            <a:extLst>
              <a:ext uri="{FF2B5EF4-FFF2-40B4-BE49-F238E27FC236}">
                <a16:creationId xmlns:a16="http://schemas.microsoft.com/office/drawing/2014/main" id="{3126227A-648C-DA15-3A19-F60933F14100}"/>
              </a:ext>
            </a:extLst>
          </p:cNvPr>
          <p:cNvCxnSpPr/>
          <p:nvPr/>
        </p:nvCxnSpPr>
        <p:spPr>
          <a:xfrm flipH="1">
            <a:off x="7768652" y="2953766"/>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53">
            <a:extLst>
              <a:ext uri="{FF2B5EF4-FFF2-40B4-BE49-F238E27FC236}">
                <a16:creationId xmlns:a16="http://schemas.microsoft.com/office/drawing/2014/main" id="{8ADCB423-23DA-9DDE-54A9-33FB0680A014}"/>
              </a:ext>
            </a:extLst>
          </p:cNvPr>
          <p:cNvCxnSpPr/>
          <p:nvPr/>
        </p:nvCxnSpPr>
        <p:spPr>
          <a:xfrm flipV="1">
            <a:off x="8127464" y="2678623"/>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54">
            <a:extLst>
              <a:ext uri="{FF2B5EF4-FFF2-40B4-BE49-F238E27FC236}">
                <a16:creationId xmlns:a16="http://schemas.microsoft.com/office/drawing/2014/main" id="{96AEFDAE-8FB9-99F0-896B-7278D40C5E65}"/>
              </a:ext>
            </a:extLst>
          </p:cNvPr>
          <p:cNvCxnSpPr/>
          <p:nvPr/>
        </p:nvCxnSpPr>
        <p:spPr>
          <a:xfrm flipH="1">
            <a:off x="8122870" y="2679982"/>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55">
            <a:extLst>
              <a:ext uri="{FF2B5EF4-FFF2-40B4-BE49-F238E27FC236}">
                <a16:creationId xmlns:a16="http://schemas.microsoft.com/office/drawing/2014/main" id="{55B92327-E0D2-60C2-12DF-1E5F9AAF85E2}"/>
              </a:ext>
            </a:extLst>
          </p:cNvPr>
          <p:cNvCxnSpPr/>
          <p:nvPr/>
        </p:nvCxnSpPr>
        <p:spPr>
          <a:xfrm flipH="1">
            <a:off x="8122870" y="3251051"/>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59">
            <a:extLst>
              <a:ext uri="{FF2B5EF4-FFF2-40B4-BE49-F238E27FC236}">
                <a16:creationId xmlns:a16="http://schemas.microsoft.com/office/drawing/2014/main" id="{2C62A6EE-B5E4-6CDC-CF2A-E4B7DCF479F1}"/>
              </a:ext>
            </a:extLst>
          </p:cNvPr>
          <p:cNvCxnSpPr/>
          <p:nvPr/>
        </p:nvCxnSpPr>
        <p:spPr>
          <a:xfrm flipH="1">
            <a:off x="7768652" y="4322913"/>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60">
            <a:extLst>
              <a:ext uri="{FF2B5EF4-FFF2-40B4-BE49-F238E27FC236}">
                <a16:creationId xmlns:a16="http://schemas.microsoft.com/office/drawing/2014/main" id="{D768C816-6162-C6E7-C4C8-5CDE4739D4C6}"/>
              </a:ext>
            </a:extLst>
          </p:cNvPr>
          <p:cNvCxnSpPr/>
          <p:nvPr/>
        </p:nvCxnSpPr>
        <p:spPr>
          <a:xfrm flipV="1">
            <a:off x="8127464" y="4047769"/>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61">
            <a:extLst>
              <a:ext uri="{FF2B5EF4-FFF2-40B4-BE49-F238E27FC236}">
                <a16:creationId xmlns:a16="http://schemas.microsoft.com/office/drawing/2014/main" id="{24FD38C7-D872-EFB8-95AF-FB16B7522C74}"/>
              </a:ext>
            </a:extLst>
          </p:cNvPr>
          <p:cNvCxnSpPr/>
          <p:nvPr/>
        </p:nvCxnSpPr>
        <p:spPr>
          <a:xfrm flipH="1">
            <a:off x="8122870" y="404912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62">
            <a:extLst>
              <a:ext uri="{FF2B5EF4-FFF2-40B4-BE49-F238E27FC236}">
                <a16:creationId xmlns:a16="http://schemas.microsoft.com/office/drawing/2014/main" id="{AD5AE9C6-F8EC-17ED-C908-900BBADD6658}"/>
              </a:ext>
            </a:extLst>
          </p:cNvPr>
          <p:cNvCxnSpPr/>
          <p:nvPr/>
        </p:nvCxnSpPr>
        <p:spPr>
          <a:xfrm flipH="1">
            <a:off x="8122870" y="4620198"/>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66">
            <a:extLst>
              <a:ext uri="{FF2B5EF4-FFF2-40B4-BE49-F238E27FC236}">
                <a16:creationId xmlns:a16="http://schemas.microsoft.com/office/drawing/2014/main" id="{AD71931A-E20C-8EEF-7EFB-126D231E6921}"/>
              </a:ext>
            </a:extLst>
          </p:cNvPr>
          <p:cNvCxnSpPr/>
          <p:nvPr/>
        </p:nvCxnSpPr>
        <p:spPr>
          <a:xfrm flipH="1">
            <a:off x="7768652" y="567117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67">
            <a:extLst>
              <a:ext uri="{FF2B5EF4-FFF2-40B4-BE49-F238E27FC236}">
                <a16:creationId xmlns:a16="http://schemas.microsoft.com/office/drawing/2014/main" id="{A2B7B2A4-DBE9-9D21-DAAB-4A8C2882A5E8}"/>
              </a:ext>
            </a:extLst>
          </p:cNvPr>
          <p:cNvCxnSpPr/>
          <p:nvPr/>
        </p:nvCxnSpPr>
        <p:spPr>
          <a:xfrm flipV="1">
            <a:off x="8127464" y="539603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73">
            <a:extLst>
              <a:ext uri="{FF2B5EF4-FFF2-40B4-BE49-F238E27FC236}">
                <a16:creationId xmlns:a16="http://schemas.microsoft.com/office/drawing/2014/main" id="{23ED2D2A-101E-0C65-6B70-11C546D935D1}"/>
              </a:ext>
            </a:extLst>
          </p:cNvPr>
          <p:cNvCxnSpPr/>
          <p:nvPr/>
        </p:nvCxnSpPr>
        <p:spPr>
          <a:xfrm flipH="1">
            <a:off x="8122870" y="539739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74">
            <a:extLst>
              <a:ext uri="{FF2B5EF4-FFF2-40B4-BE49-F238E27FC236}">
                <a16:creationId xmlns:a16="http://schemas.microsoft.com/office/drawing/2014/main" id="{CED7CB53-76E7-26AD-C776-C07262C38335}"/>
              </a:ext>
            </a:extLst>
          </p:cNvPr>
          <p:cNvCxnSpPr/>
          <p:nvPr/>
        </p:nvCxnSpPr>
        <p:spPr>
          <a:xfrm flipH="1">
            <a:off x="8122870" y="596845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30" name="Rounded Rectangle 36">
            <a:extLst>
              <a:ext uri="{FF2B5EF4-FFF2-40B4-BE49-F238E27FC236}">
                <a16:creationId xmlns:a16="http://schemas.microsoft.com/office/drawing/2014/main" id="{093BFD68-2DDB-8B63-A22A-7A5B18B60C50}"/>
              </a:ext>
            </a:extLst>
          </p:cNvPr>
          <p:cNvSpPr/>
          <p:nvPr/>
        </p:nvSpPr>
        <p:spPr>
          <a:xfrm>
            <a:off x="8481682" y="1194948"/>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1" name="Rounded Rectangle 36">
            <a:extLst>
              <a:ext uri="{FF2B5EF4-FFF2-40B4-BE49-F238E27FC236}">
                <a16:creationId xmlns:a16="http://schemas.microsoft.com/office/drawing/2014/main" id="{3F3292B4-2192-B401-F302-6344403CDAEF}"/>
              </a:ext>
            </a:extLst>
          </p:cNvPr>
          <p:cNvSpPr/>
          <p:nvPr/>
        </p:nvSpPr>
        <p:spPr>
          <a:xfrm>
            <a:off x="8481682" y="1765883"/>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2" name="Rounded Rectangle 36">
            <a:extLst>
              <a:ext uri="{FF2B5EF4-FFF2-40B4-BE49-F238E27FC236}">
                <a16:creationId xmlns:a16="http://schemas.microsoft.com/office/drawing/2014/main" id="{3D3F2A69-53A6-067F-2C9C-DB305F116A86}"/>
              </a:ext>
            </a:extLst>
          </p:cNvPr>
          <p:cNvSpPr/>
          <p:nvPr/>
        </p:nvSpPr>
        <p:spPr>
          <a:xfrm>
            <a:off x="8481682" y="2473859"/>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3" name="Rounded Rectangle 36">
            <a:extLst>
              <a:ext uri="{FF2B5EF4-FFF2-40B4-BE49-F238E27FC236}">
                <a16:creationId xmlns:a16="http://schemas.microsoft.com/office/drawing/2014/main" id="{A9CBAB05-295F-84FE-ADAD-5364EF93414E}"/>
              </a:ext>
            </a:extLst>
          </p:cNvPr>
          <p:cNvSpPr/>
          <p:nvPr/>
        </p:nvSpPr>
        <p:spPr>
          <a:xfrm>
            <a:off x="8481682" y="3044794"/>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4" name="Rounded Rectangle 36">
            <a:extLst>
              <a:ext uri="{FF2B5EF4-FFF2-40B4-BE49-F238E27FC236}">
                <a16:creationId xmlns:a16="http://schemas.microsoft.com/office/drawing/2014/main" id="{EA4F1D11-C1D0-8E08-3C67-86D250B83B43}"/>
              </a:ext>
            </a:extLst>
          </p:cNvPr>
          <p:cNvSpPr/>
          <p:nvPr/>
        </p:nvSpPr>
        <p:spPr>
          <a:xfrm>
            <a:off x="8481682" y="3846677"/>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5" name="Rounded Rectangle 36">
            <a:extLst>
              <a:ext uri="{FF2B5EF4-FFF2-40B4-BE49-F238E27FC236}">
                <a16:creationId xmlns:a16="http://schemas.microsoft.com/office/drawing/2014/main" id="{E6EF6975-23FA-1618-9094-820AE2AE550C}"/>
              </a:ext>
            </a:extLst>
          </p:cNvPr>
          <p:cNvSpPr/>
          <p:nvPr/>
        </p:nvSpPr>
        <p:spPr>
          <a:xfrm>
            <a:off x="8481682" y="4417611"/>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6" name="Rounded Rectangle 36">
            <a:extLst>
              <a:ext uri="{FF2B5EF4-FFF2-40B4-BE49-F238E27FC236}">
                <a16:creationId xmlns:a16="http://schemas.microsoft.com/office/drawing/2014/main" id="{6E5EC1B4-8A9E-4C76-AB08-E231A0FE4D92}"/>
              </a:ext>
            </a:extLst>
          </p:cNvPr>
          <p:cNvSpPr/>
          <p:nvPr/>
        </p:nvSpPr>
        <p:spPr>
          <a:xfrm>
            <a:off x="8481682" y="5206979"/>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7" name="Rounded Rectangle 36">
            <a:extLst>
              <a:ext uri="{FF2B5EF4-FFF2-40B4-BE49-F238E27FC236}">
                <a16:creationId xmlns:a16="http://schemas.microsoft.com/office/drawing/2014/main" id="{E9D83EB2-EA25-9397-5C22-42E481248A59}"/>
              </a:ext>
            </a:extLst>
          </p:cNvPr>
          <p:cNvSpPr/>
          <p:nvPr/>
        </p:nvSpPr>
        <p:spPr>
          <a:xfrm>
            <a:off x="8481682" y="5777913"/>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Tree>
    <p:extLst>
      <p:ext uri="{BB962C8B-B14F-4D97-AF65-F5344CB8AC3E}">
        <p14:creationId xmlns:p14="http://schemas.microsoft.com/office/powerpoint/2010/main" val="762421373"/>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B42B25-A343-E0BC-F223-0A0E894E691C}"/>
              </a:ext>
            </a:extLst>
          </p:cNvPr>
          <p:cNvSpPr>
            <a:spLocks noGrp="1"/>
          </p:cNvSpPr>
          <p:nvPr>
            <p:ph type="title"/>
          </p:nvPr>
        </p:nvSpPr>
        <p:spPr>
          <a:xfrm>
            <a:off x="214184" y="13663"/>
            <a:ext cx="9728886" cy="678316"/>
          </a:xfrm>
        </p:spPr>
        <p:txBody>
          <a:bodyPr/>
          <a:lstStyle/>
          <a:p>
            <a:r>
              <a:rPr lang="en-US" dirty="0"/>
              <a:t>Organizational chart 10</a:t>
            </a:r>
          </a:p>
        </p:txBody>
      </p:sp>
      <p:grpSp>
        <p:nvGrpSpPr>
          <p:cNvPr id="4" name="Groupe 15">
            <a:extLst>
              <a:ext uri="{FF2B5EF4-FFF2-40B4-BE49-F238E27FC236}">
                <a16:creationId xmlns:a16="http://schemas.microsoft.com/office/drawing/2014/main" id="{D31ACA24-5CEC-35EC-AE72-DEA23827476D}"/>
              </a:ext>
            </a:extLst>
          </p:cNvPr>
          <p:cNvGrpSpPr/>
          <p:nvPr/>
        </p:nvGrpSpPr>
        <p:grpSpPr>
          <a:xfrm>
            <a:off x="7117967" y="2583278"/>
            <a:ext cx="3463802" cy="323146"/>
            <a:chOff x="5897880" y="2755392"/>
            <a:chExt cx="2350008" cy="460248"/>
          </a:xfrm>
        </p:grpSpPr>
        <p:cxnSp>
          <p:nvCxnSpPr>
            <p:cNvPr id="6" name="Connecteur droit 8">
              <a:extLst>
                <a:ext uri="{FF2B5EF4-FFF2-40B4-BE49-F238E27FC236}">
                  <a16:creationId xmlns:a16="http://schemas.microsoft.com/office/drawing/2014/main" id="{40EA2902-5184-0034-D3F6-84597BDA12D9}"/>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necteur droit 9">
              <a:extLst>
                <a:ext uri="{FF2B5EF4-FFF2-40B4-BE49-F238E27FC236}">
                  <a16:creationId xmlns:a16="http://schemas.microsoft.com/office/drawing/2014/main" id="{98F18B0E-B4A7-344C-FD0C-781C28126749}"/>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11">
              <a:extLst>
                <a:ext uri="{FF2B5EF4-FFF2-40B4-BE49-F238E27FC236}">
                  <a16:creationId xmlns:a16="http://schemas.microsoft.com/office/drawing/2014/main" id="{7ADA4FEC-EE10-9A03-A26B-A4A4B6649A59}"/>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5" name="Connecteur droit 16">
            <a:extLst>
              <a:ext uri="{FF2B5EF4-FFF2-40B4-BE49-F238E27FC236}">
                <a16:creationId xmlns:a16="http://schemas.microsoft.com/office/drawing/2014/main" id="{DCB82E08-0586-44A7-0139-5CE3D5E98F0A}"/>
              </a:ext>
            </a:extLst>
          </p:cNvPr>
          <p:cNvCxnSpPr>
            <a:cxnSpLocks/>
          </p:cNvCxnSpPr>
          <p:nvPr/>
        </p:nvCxnSpPr>
        <p:spPr>
          <a:xfrm>
            <a:off x="8849868" y="2906424"/>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9" name="Rectangle : coins arrondis 17">
            <a:extLst>
              <a:ext uri="{FF2B5EF4-FFF2-40B4-BE49-F238E27FC236}">
                <a16:creationId xmlns:a16="http://schemas.microsoft.com/office/drawing/2014/main" id="{6ACAA059-4CC0-62C7-C0DB-08CA510189AD}"/>
              </a:ext>
            </a:extLst>
          </p:cNvPr>
          <p:cNvSpPr/>
          <p:nvPr/>
        </p:nvSpPr>
        <p:spPr>
          <a:xfrm>
            <a:off x="7940841" y="3379767"/>
            <a:ext cx="1813560" cy="522114"/>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2000" dirty="0">
                <a:solidFill>
                  <a:srgbClr val="FFFFFF"/>
                </a:solidFill>
              </a:rPr>
              <a:t>Lorem Ipsum</a:t>
            </a:r>
          </a:p>
        </p:txBody>
      </p:sp>
      <p:cxnSp>
        <p:nvCxnSpPr>
          <p:cNvPr id="11" name="Connecteur droit 29">
            <a:extLst>
              <a:ext uri="{FF2B5EF4-FFF2-40B4-BE49-F238E27FC236}">
                <a16:creationId xmlns:a16="http://schemas.microsoft.com/office/drawing/2014/main" id="{DC0CC6C5-B324-0AA4-8FC8-188444A1D9E2}"/>
              </a:ext>
            </a:extLst>
          </p:cNvPr>
          <p:cNvCxnSpPr/>
          <p:nvPr/>
        </p:nvCxnSpPr>
        <p:spPr>
          <a:xfrm rot="5400000">
            <a:off x="2720427" y="3655353"/>
            <a:ext cx="345930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30">
            <a:extLst>
              <a:ext uri="{FF2B5EF4-FFF2-40B4-BE49-F238E27FC236}">
                <a16:creationId xmlns:a16="http://schemas.microsoft.com/office/drawing/2014/main" id="{C99E78C3-0008-25B1-A6BC-2E39A4E46364}"/>
              </a:ext>
            </a:extLst>
          </p:cNvPr>
          <p:cNvCxnSpPr>
            <a:cxnSpLocks/>
          </p:cNvCxnSpPr>
          <p:nvPr/>
        </p:nvCxnSpPr>
        <p:spPr>
          <a:xfrm rot="5400000" flipV="1">
            <a:off x="5097506" y="1278274"/>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31">
            <a:extLst>
              <a:ext uri="{FF2B5EF4-FFF2-40B4-BE49-F238E27FC236}">
                <a16:creationId xmlns:a16="http://schemas.microsoft.com/office/drawing/2014/main" id="{69896BA2-726F-FCE3-B897-93059558FCCD}"/>
              </a:ext>
            </a:extLst>
          </p:cNvPr>
          <p:cNvCxnSpPr>
            <a:cxnSpLocks/>
          </p:cNvCxnSpPr>
          <p:nvPr/>
        </p:nvCxnSpPr>
        <p:spPr>
          <a:xfrm rot="5400000" flipV="1">
            <a:off x="5097506" y="4742076"/>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38">
            <a:extLst>
              <a:ext uri="{FF2B5EF4-FFF2-40B4-BE49-F238E27FC236}">
                <a16:creationId xmlns:a16="http://schemas.microsoft.com/office/drawing/2014/main" id="{009EA71A-9D01-6A92-1F80-C6295B942828}"/>
              </a:ext>
            </a:extLst>
          </p:cNvPr>
          <p:cNvCxnSpPr>
            <a:cxnSpLocks/>
            <a:stCxn id="16" idx="2"/>
          </p:cNvCxnSpPr>
          <p:nvPr/>
        </p:nvCxnSpPr>
        <p:spPr>
          <a:xfrm>
            <a:off x="2403837" y="1954145"/>
            <a:ext cx="0" cy="34203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 coins arrondis 33">
            <a:extLst>
              <a:ext uri="{FF2B5EF4-FFF2-40B4-BE49-F238E27FC236}">
                <a16:creationId xmlns:a16="http://schemas.microsoft.com/office/drawing/2014/main" id="{7E02BE89-EE0C-CDD2-17B3-6CC11D718F44}"/>
              </a:ext>
            </a:extLst>
          </p:cNvPr>
          <p:cNvSpPr/>
          <p:nvPr/>
        </p:nvSpPr>
        <p:spPr>
          <a:xfrm>
            <a:off x="1497057" y="1385045"/>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7" name="Rectangle : coins arrondis 34">
            <a:extLst>
              <a:ext uri="{FF2B5EF4-FFF2-40B4-BE49-F238E27FC236}">
                <a16:creationId xmlns:a16="http://schemas.microsoft.com/office/drawing/2014/main" id="{DAAA2455-7D4F-462E-A75D-D26217DAF436}"/>
              </a:ext>
            </a:extLst>
          </p:cNvPr>
          <p:cNvSpPr/>
          <p:nvPr/>
        </p:nvSpPr>
        <p:spPr>
          <a:xfrm>
            <a:off x="1497057" y="2382406"/>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8" name="Rectangle : coins arrondis 35">
            <a:extLst>
              <a:ext uri="{FF2B5EF4-FFF2-40B4-BE49-F238E27FC236}">
                <a16:creationId xmlns:a16="http://schemas.microsoft.com/office/drawing/2014/main" id="{C839C0E4-7FB9-D20D-DB75-D519BF928724}"/>
              </a:ext>
            </a:extLst>
          </p:cNvPr>
          <p:cNvSpPr/>
          <p:nvPr/>
        </p:nvSpPr>
        <p:spPr>
          <a:xfrm>
            <a:off x="1497057" y="3379767"/>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9" name="Rectangle : coins arrondis 36">
            <a:extLst>
              <a:ext uri="{FF2B5EF4-FFF2-40B4-BE49-F238E27FC236}">
                <a16:creationId xmlns:a16="http://schemas.microsoft.com/office/drawing/2014/main" id="{0E1302C5-9725-54DF-FF8B-877068CD30AF}"/>
              </a:ext>
            </a:extLst>
          </p:cNvPr>
          <p:cNvSpPr/>
          <p:nvPr/>
        </p:nvSpPr>
        <p:spPr>
          <a:xfrm>
            <a:off x="1497057" y="4377128"/>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20" name="Rectangle : coins arrondis 37">
            <a:extLst>
              <a:ext uri="{FF2B5EF4-FFF2-40B4-BE49-F238E27FC236}">
                <a16:creationId xmlns:a16="http://schemas.microsoft.com/office/drawing/2014/main" id="{A6C96DD4-0895-19BD-D51F-8F27081A752B}"/>
              </a:ext>
            </a:extLst>
          </p:cNvPr>
          <p:cNvSpPr/>
          <p:nvPr/>
        </p:nvSpPr>
        <p:spPr>
          <a:xfrm>
            <a:off x="1497057" y="5374489"/>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22" name="Rectangle : coins arrondis 1">
            <a:extLst>
              <a:ext uri="{FF2B5EF4-FFF2-40B4-BE49-F238E27FC236}">
                <a16:creationId xmlns:a16="http://schemas.microsoft.com/office/drawing/2014/main" id="{B2AC522E-92C7-9D10-22C5-A52E3DA93DFB}"/>
              </a:ext>
            </a:extLst>
          </p:cNvPr>
          <p:cNvSpPr/>
          <p:nvPr/>
        </p:nvSpPr>
        <p:spPr>
          <a:xfrm>
            <a:off x="6331253" y="1286799"/>
            <a:ext cx="1813560" cy="380411"/>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3" name="TextBox 82">
            <a:extLst>
              <a:ext uri="{FF2B5EF4-FFF2-40B4-BE49-F238E27FC236}">
                <a16:creationId xmlns:a16="http://schemas.microsoft.com/office/drawing/2014/main" id="{E2311329-12D6-D8ED-6F6F-940CAFF450D8}"/>
              </a:ext>
            </a:extLst>
          </p:cNvPr>
          <p:cNvSpPr txBox="1"/>
          <p:nvPr/>
        </p:nvSpPr>
        <p:spPr>
          <a:xfrm>
            <a:off x="5744931" y="1562440"/>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Rectangle : coins arrondis 45">
            <a:extLst>
              <a:ext uri="{FF2B5EF4-FFF2-40B4-BE49-F238E27FC236}">
                <a16:creationId xmlns:a16="http://schemas.microsoft.com/office/drawing/2014/main" id="{E251B1E0-85BB-7FFD-C6DC-033F83F73ABA}"/>
              </a:ext>
            </a:extLst>
          </p:cNvPr>
          <p:cNvSpPr/>
          <p:nvPr/>
        </p:nvSpPr>
        <p:spPr>
          <a:xfrm>
            <a:off x="9535250" y="1286799"/>
            <a:ext cx="1813560" cy="380411"/>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6" name="TextBox 82">
            <a:extLst>
              <a:ext uri="{FF2B5EF4-FFF2-40B4-BE49-F238E27FC236}">
                <a16:creationId xmlns:a16="http://schemas.microsoft.com/office/drawing/2014/main" id="{5D3390BD-3308-1A19-B2D9-9C1E2514635C}"/>
              </a:ext>
            </a:extLst>
          </p:cNvPr>
          <p:cNvSpPr txBox="1"/>
          <p:nvPr/>
        </p:nvSpPr>
        <p:spPr>
          <a:xfrm>
            <a:off x="8948928" y="1562440"/>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Rectangle : coins arrondis 47">
            <a:extLst>
              <a:ext uri="{FF2B5EF4-FFF2-40B4-BE49-F238E27FC236}">
                <a16:creationId xmlns:a16="http://schemas.microsoft.com/office/drawing/2014/main" id="{369A2A68-4E50-355D-B7DF-2F7BE99C4015}"/>
              </a:ext>
            </a:extLst>
          </p:cNvPr>
          <p:cNvSpPr/>
          <p:nvPr/>
        </p:nvSpPr>
        <p:spPr>
          <a:xfrm>
            <a:off x="6331253" y="4789358"/>
            <a:ext cx="1813560" cy="380411"/>
          </a:xfrm>
          <a:prstGeom prst="round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9" name="TextBox 82">
            <a:extLst>
              <a:ext uri="{FF2B5EF4-FFF2-40B4-BE49-F238E27FC236}">
                <a16:creationId xmlns:a16="http://schemas.microsoft.com/office/drawing/2014/main" id="{BD51F063-87B3-5BEA-A299-0F4961AD2727}"/>
              </a:ext>
            </a:extLst>
          </p:cNvPr>
          <p:cNvSpPr txBox="1"/>
          <p:nvPr/>
        </p:nvSpPr>
        <p:spPr>
          <a:xfrm>
            <a:off x="5744931" y="5064999"/>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1" name="Groupe 50">
            <a:extLst>
              <a:ext uri="{FF2B5EF4-FFF2-40B4-BE49-F238E27FC236}">
                <a16:creationId xmlns:a16="http://schemas.microsoft.com/office/drawing/2014/main" id="{CCA1BB9C-4B7B-CFE9-CB70-7C95FFFAA7F4}"/>
              </a:ext>
            </a:extLst>
          </p:cNvPr>
          <p:cNvGrpSpPr/>
          <p:nvPr/>
        </p:nvGrpSpPr>
        <p:grpSpPr>
          <a:xfrm flipH="1" flipV="1">
            <a:off x="7117967" y="4333765"/>
            <a:ext cx="3463802" cy="323146"/>
            <a:chOff x="5897880" y="2755392"/>
            <a:chExt cx="2350008" cy="460248"/>
          </a:xfrm>
        </p:grpSpPr>
        <p:cxnSp>
          <p:nvCxnSpPr>
            <p:cNvPr id="33" name="Connecteur droit 52">
              <a:extLst>
                <a:ext uri="{FF2B5EF4-FFF2-40B4-BE49-F238E27FC236}">
                  <a16:creationId xmlns:a16="http://schemas.microsoft.com/office/drawing/2014/main" id="{41B197A4-793D-9CE0-D58A-203D6BFD368F}"/>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necteur droit 53">
              <a:extLst>
                <a:ext uri="{FF2B5EF4-FFF2-40B4-BE49-F238E27FC236}">
                  <a16:creationId xmlns:a16="http://schemas.microsoft.com/office/drawing/2014/main" id="{BA15CAE3-0E6F-0658-7D44-20026B4BF671}"/>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5" name="Connecteur droit 54">
              <a:extLst>
                <a:ext uri="{FF2B5EF4-FFF2-40B4-BE49-F238E27FC236}">
                  <a16:creationId xmlns:a16="http://schemas.microsoft.com/office/drawing/2014/main" id="{36D91CED-D4C5-1968-FA89-422185C80D0E}"/>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32" name="Connecteur droit 51">
            <a:extLst>
              <a:ext uri="{FF2B5EF4-FFF2-40B4-BE49-F238E27FC236}">
                <a16:creationId xmlns:a16="http://schemas.microsoft.com/office/drawing/2014/main" id="{76AD8DE9-C403-62B5-FC09-3371BD33EB87}"/>
              </a:ext>
            </a:extLst>
          </p:cNvPr>
          <p:cNvCxnSpPr>
            <a:cxnSpLocks/>
          </p:cNvCxnSpPr>
          <p:nvPr/>
        </p:nvCxnSpPr>
        <p:spPr>
          <a:xfrm flipH="1" flipV="1">
            <a:off x="8849868" y="4010619"/>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7" name="Rectangle : coins arrondis 55">
            <a:extLst>
              <a:ext uri="{FF2B5EF4-FFF2-40B4-BE49-F238E27FC236}">
                <a16:creationId xmlns:a16="http://schemas.microsoft.com/office/drawing/2014/main" id="{1B8D89E5-F11B-D756-B283-229E655A741B}"/>
              </a:ext>
            </a:extLst>
          </p:cNvPr>
          <p:cNvSpPr/>
          <p:nvPr/>
        </p:nvSpPr>
        <p:spPr>
          <a:xfrm>
            <a:off x="9535250" y="4789358"/>
            <a:ext cx="1813560" cy="380411"/>
          </a:xfrm>
          <a:prstGeom prst="round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38" name="TextBox 82">
            <a:extLst>
              <a:ext uri="{FF2B5EF4-FFF2-40B4-BE49-F238E27FC236}">
                <a16:creationId xmlns:a16="http://schemas.microsoft.com/office/drawing/2014/main" id="{84FFDA66-1B47-071B-7479-069CAD5E9374}"/>
              </a:ext>
            </a:extLst>
          </p:cNvPr>
          <p:cNvSpPr txBox="1"/>
          <p:nvPr/>
        </p:nvSpPr>
        <p:spPr>
          <a:xfrm>
            <a:off x="8948928" y="5064999"/>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896125424"/>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A235F3-E3AC-7AD5-87EE-4106474447F9}"/>
              </a:ext>
            </a:extLst>
          </p:cNvPr>
          <p:cNvSpPr>
            <a:spLocks noGrp="1"/>
          </p:cNvSpPr>
          <p:nvPr>
            <p:ph type="title"/>
          </p:nvPr>
        </p:nvSpPr>
        <p:spPr>
          <a:xfrm>
            <a:off x="214184" y="13663"/>
            <a:ext cx="9728886" cy="678316"/>
          </a:xfrm>
        </p:spPr>
        <p:txBody>
          <a:bodyPr/>
          <a:lstStyle/>
          <a:p>
            <a:r>
              <a:rPr lang="en-US" dirty="0"/>
              <a:t>Organizational chart 11</a:t>
            </a:r>
          </a:p>
        </p:txBody>
      </p:sp>
      <p:sp>
        <p:nvSpPr>
          <p:cNvPr id="3" name="Hexagon 2">
            <a:extLst>
              <a:ext uri="{FF2B5EF4-FFF2-40B4-BE49-F238E27FC236}">
                <a16:creationId xmlns:a16="http://schemas.microsoft.com/office/drawing/2014/main" id="{FCEE2A25-6F01-3A4F-B57C-5BC48802C71A}"/>
              </a:ext>
            </a:extLst>
          </p:cNvPr>
          <p:cNvSpPr/>
          <p:nvPr/>
        </p:nvSpPr>
        <p:spPr>
          <a:xfrm rot="5400000">
            <a:off x="5360591" y="1408883"/>
            <a:ext cx="1470818" cy="1278972"/>
          </a:xfrm>
          <a:prstGeom prst="hexagon">
            <a:avLst>
              <a:gd name="adj" fmla="val 27841"/>
              <a:gd name="vf" fmla="val 115470"/>
            </a:avLst>
          </a:prstGeom>
          <a:noFill/>
          <a:ln w="139700" cap="rnd">
            <a:solidFill>
              <a:srgbClr val="D0CEC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3">
            <a:extLst>
              <a:ext uri="{FF2B5EF4-FFF2-40B4-BE49-F238E27FC236}">
                <a16:creationId xmlns:a16="http://schemas.microsoft.com/office/drawing/2014/main" id="{0E5CF88F-1DBA-A0E2-89B1-CCBAAEC648CB}"/>
              </a:ext>
            </a:extLst>
          </p:cNvPr>
          <p:cNvGrpSpPr/>
          <p:nvPr/>
        </p:nvGrpSpPr>
        <p:grpSpPr>
          <a:xfrm>
            <a:off x="1724210" y="2693515"/>
            <a:ext cx="3822701" cy="800840"/>
            <a:chOff x="1724210" y="2787033"/>
            <a:chExt cx="3822701" cy="800840"/>
          </a:xfrm>
          <a:noFill/>
        </p:grpSpPr>
        <p:cxnSp>
          <p:nvCxnSpPr>
            <p:cNvPr id="5" name="Straight Connector 4">
              <a:extLst>
                <a:ext uri="{FF2B5EF4-FFF2-40B4-BE49-F238E27FC236}">
                  <a16:creationId xmlns:a16="http://schemas.microsoft.com/office/drawing/2014/main" id="{F84E97AB-27ED-23A3-BA05-1B2CA3680F55}"/>
                </a:ext>
              </a:extLst>
            </p:cNvPr>
            <p:cNvCxnSpPr>
              <a:cxnSpLocks/>
            </p:cNvCxnSpPr>
            <p:nvPr/>
          </p:nvCxnSpPr>
          <p:spPr>
            <a:xfrm>
              <a:off x="1724210" y="3168773"/>
              <a:ext cx="0" cy="41910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F4092036-E943-ECFA-CF94-EAD888D3AC74}"/>
                </a:ext>
              </a:extLst>
            </p:cNvPr>
            <p:cNvCxnSpPr>
              <a:cxnSpLocks/>
            </p:cNvCxnSpPr>
            <p:nvPr/>
          </p:nvCxnSpPr>
          <p:spPr>
            <a:xfrm>
              <a:off x="5546911" y="2787033"/>
              <a:ext cx="0" cy="392819"/>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9EA9D70-64F5-B1FC-0800-147F489DE7FC}"/>
                </a:ext>
              </a:extLst>
            </p:cNvPr>
            <p:cNvCxnSpPr>
              <a:cxnSpLocks/>
            </p:cNvCxnSpPr>
            <p:nvPr/>
          </p:nvCxnSpPr>
          <p:spPr>
            <a:xfrm flipH="1">
              <a:off x="1724211" y="3181220"/>
              <a:ext cx="3822700" cy="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383676D3-0447-4C99-52FF-D0B31A87A6CB}"/>
              </a:ext>
            </a:extLst>
          </p:cNvPr>
          <p:cNvGrpSpPr/>
          <p:nvPr/>
        </p:nvGrpSpPr>
        <p:grpSpPr>
          <a:xfrm flipH="1">
            <a:off x="6645090" y="2693515"/>
            <a:ext cx="3822701" cy="800840"/>
            <a:chOff x="1724210" y="2787033"/>
            <a:chExt cx="3822701" cy="800840"/>
          </a:xfrm>
          <a:noFill/>
        </p:grpSpPr>
        <p:cxnSp>
          <p:nvCxnSpPr>
            <p:cNvPr id="9" name="Straight Connector 8">
              <a:extLst>
                <a:ext uri="{FF2B5EF4-FFF2-40B4-BE49-F238E27FC236}">
                  <a16:creationId xmlns:a16="http://schemas.microsoft.com/office/drawing/2014/main" id="{C208B66C-FB39-109C-0B17-8C269BAB4C47}"/>
                </a:ext>
              </a:extLst>
            </p:cNvPr>
            <p:cNvCxnSpPr>
              <a:cxnSpLocks/>
            </p:cNvCxnSpPr>
            <p:nvPr/>
          </p:nvCxnSpPr>
          <p:spPr>
            <a:xfrm>
              <a:off x="1724210" y="3168773"/>
              <a:ext cx="0" cy="41910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F1DBDC6-C006-0033-0810-A08C4633B6C4}"/>
                </a:ext>
              </a:extLst>
            </p:cNvPr>
            <p:cNvCxnSpPr>
              <a:cxnSpLocks/>
            </p:cNvCxnSpPr>
            <p:nvPr/>
          </p:nvCxnSpPr>
          <p:spPr>
            <a:xfrm>
              <a:off x="5546911" y="2787033"/>
              <a:ext cx="0" cy="392819"/>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3719394-4F4B-F1BF-69D1-602D461F31C9}"/>
                </a:ext>
              </a:extLst>
            </p:cNvPr>
            <p:cNvCxnSpPr>
              <a:cxnSpLocks/>
            </p:cNvCxnSpPr>
            <p:nvPr/>
          </p:nvCxnSpPr>
          <p:spPr>
            <a:xfrm flipH="1">
              <a:off x="1724211" y="3181220"/>
              <a:ext cx="3822700" cy="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0B591BF5-7895-0C57-4739-1C7821909948}"/>
              </a:ext>
            </a:extLst>
          </p:cNvPr>
          <p:cNvGrpSpPr/>
          <p:nvPr/>
        </p:nvGrpSpPr>
        <p:grpSpPr>
          <a:xfrm>
            <a:off x="3474889" y="2777963"/>
            <a:ext cx="2254676" cy="875265"/>
            <a:chOff x="3292235" y="2712608"/>
            <a:chExt cx="2254676" cy="875265"/>
          </a:xfrm>
          <a:noFill/>
        </p:grpSpPr>
        <p:cxnSp>
          <p:nvCxnSpPr>
            <p:cNvPr id="13" name="Straight Connector 12">
              <a:extLst>
                <a:ext uri="{FF2B5EF4-FFF2-40B4-BE49-F238E27FC236}">
                  <a16:creationId xmlns:a16="http://schemas.microsoft.com/office/drawing/2014/main" id="{43AFB803-521B-C8FC-2638-566B6B79A2C3}"/>
                </a:ext>
              </a:extLst>
            </p:cNvPr>
            <p:cNvCxnSpPr>
              <a:cxnSpLocks/>
            </p:cNvCxnSpPr>
            <p:nvPr/>
          </p:nvCxnSpPr>
          <p:spPr>
            <a:xfrm>
              <a:off x="3292235" y="3168773"/>
              <a:ext cx="0" cy="41910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CA97C19-B3F1-0F4D-9979-734E47B9A6D0}"/>
                </a:ext>
              </a:extLst>
            </p:cNvPr>
            <p:cNvCxnSpPr>
              <a:cxnSpLocks/>
            </p:cNvCxnSpPr>
            <p:nvPr/>
          </p:nvCxnSpPr>
          <p:spPr>
            <a:xfrm>
              <a:off x="5546911" y="2712608"/>
              <a:ext cx="0" cy="467244"/>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2C9CEFC-6E05-EB31-CE8E-274597F8DBD9}"/>
                </a:ext>
              </a:extLst>
            </p:cNvPr>
            <p:cNvCxnSpPr>
              <a:cxnSpLocks/>
            </p:cNvCxnSpPr>
            <p:nvPr/>
          </p:nvCxnSpPr>
          <p:spPr>
            <a:xfrm flipH="1">
              <a:off x="3292235" y="3181220"/>
              <a:ext cx="2254676" cy="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761D42EC-C8BA-CA37-5A62-CC8C2E0DFCB7}"/>
              </a:ext>
            </a:extLst>
          </p:cNvPr>
          <p:cNvGrpSpPr/>
          <p:nvPr/>
        </p:nvGrpSpPr>
        <p:grpSpPr>
          <a:xfrm flipH="1">
            <a:off x="6461126" y="2777963"/>
            <a:ext cx="2254676" cy="875265"/>
            <a:chOff x="3292235" y="2712608"/>
            <a:chExt cx="2254676" cy="875265"/>
          </a:xfrm>
          <a:noFill/>
        </p:grpSpPr>
        <p:cxnSp>
          <p:nvCxnSpPr>
            <p:cNvPr id="17" name="Straight Connector 16">
              <a:extLst>
                <a:ext uri="{FF2B5EF4-FFF2-40B4-BE49-F238E27FC236}">
                  <a16:creationId xmlns:a16="http://schemas.microsoft.com/office/drawing/2014/main" id="{976ECBB6-17B8-232F-01CF-C9B35CC49783}"/>
                </a:ext>
              </a:extLst>
            </p:cNvPr>
            <p:cNvCxnSpPr>
              <a:cxnSpLocks/>
            </p:cNvCxnSpPr>
            <p:nvPr/>
          </p:nvCxnSpPr>
          <p:spPr>
            <a:xfrm>
              <a:off x="3292235" y="3168773"/>
              <a:ext cx="0" cy="41910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D25D59D-774B-BEAC-6C78-B5E563D0DBB0}"/>
                </a:ext>
              </a:extLst>
            </p:cNvPr>
            <p:cNvCxnSpPr>
              <a:cxnSpLocks/>
            </p:cNvCxnSpPr>
            <p:nvPr/>
          </p:nvCxnSpPr>
          <p:spPr>
            <a:xfrm>
              <a:off x="5546911" y="2712608"/>
              <a:ext cx="0" cy="467244"/>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44DEBE9-7F83-CF02-DB7D-4C8F6B1CBE43}"/>
                </a:ext>
              </a:extLst>
            </p:cNvPr>
            <p:cNvCxnSpPr>
              <a:cxnSpLocks/>
            </p:cNvCxnSpPr>
            <p:nvPr/>
          </p:nvCxnSpPr>
          <p:spPr>
            <a:xfrm flipH="1">
              <a:off x="3292235" y="3181220"/>
              <a:ext cx="2254676" cy="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01091F29-61C3-512B-7E08-B6C2CFFAAC2A}"/>
              </a:ext>
            </a:extLst>
          </p:cNvPr>
          <p:cNvGrpSpPr/>
          <p:nvPr/>
        </p:nvGrpSpPr>
        <p:grpSpPr>
          <a:xfrm>
            <a:off x="5219320" y="2889924"/>
            <a:ext cx="692718" cy="651933"/>
            <a:chOff x="4854194" y="2670414"/>
            <a:chExt cx="692718" cy="651933"/>
          </a:xfrm>
          <a:noFill/>
        </p:grpSpPr>
        <p:cxnSp>
          <p:nvCxnSpPr>
            <p:cNvPr id="21" name="Straight Connector 20">
              <a:extLst>
                <a:ext uri="{FF2B5EF4-FFF2-40B4-BE49-F238E27FC236}">
                  <a16:creationId xmlns:a16="http://schemas.microsoft.com/office/drawing/2014/main" id="{E40F2228-5600-4E97-2B2E-31FBDBEF431D}"/>
                </a:ext>
              </a:extLst>
            </p:cNvPr>
            <p:cNvCxnSpPr>
              <a:cxnSpLocks/>
            </p:cNvCxnSpPr>
            <p:nvPr/>
          </p:nvCxnSpPr>
          <p:spPr>
            <a:xfrm>
              <a:off x="4854194" y="3168773"/>
              <a:ext cx="0" cy="153574"/>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A5A8086-7D3F-54F8-329D-2ABCD1A7ECA3}"/>
                </a:ext>
              </a:extLst>
            </p:cNvPr>
            <p:cNvCxnSpPr>
              <a:cxnSpLocks/>
            </p:cNvCxnSpPr>
            <p:nvPr/>
          </p:nvCxnSpPr>
          <p:spPr>
            <a:xfrm>
              <a:off x="5546911" y="2670414"/>
              <a:ext cx="0" cy="509438"/>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D8C5D5E9-CDB8-C520-F5D9-8DEF872885C1}"/>
                </a:ext>
              </a:extLst>
            </p:cNvPr>
            <p:cNvCxnSpPr>
              <a:cxnSpLocks/>
            </p:cNvCxnSpPr>
            <p:nvPr/>
          </p:nvCxnSpPr>
          <p:spPr>
            <a:xfrm flipH="1">
              <a:off x="4854194" y="3181220"/>
              <a:ext cx="692718" cy="0"/>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3A4E2C5B-DA83-B88D-976B-02ECB292D23A}"/>
              </a:ext>
            </a:extLst>
          </p:cNvPr>
          <p:cNvGrpSpPr/>
          <p:nvPr/>
        </p:nvGrpSpPr>
        <p:grpSpPr>
          <a:xfrm flipH="1">
            <a:off x="6278591" y="2889924"/>
            <a:ext cx="692718" cy="651933"/>
            <a:chOff x="4854194" y="2670414"/>
            <a:chExt cx="692718" cy="651933"/>
          </a:xfrm>
          <a:noFill/>
        </p:grpSpPr>
        <p:cxnSp>
          <p:nvCxnSpPr>
            <p:cNvPr id="25" name="Straight Connector 24">
              <a:extLst>
                <a:ext uri="{FF2B5EF4-FFF2-40B4-BE49-F238E27FC236}">
                  <a16:creationId xmlns:a16="http://schemas.microsoft.com/office/drawing/2014/main" id="{DE173C7B-EA3C-08EF-496B-003A71EF7C8F}"/>
                </a:ext>
              </a:extLst>
            </p:cNvPr>
            <p:cNvCxnSpPr>
              <a:cxnSpLocks/>
            </p:cNvCxnSpPr>
            <p:nvPr/>
          </p:nvCxnSpPr>
          <p:spPr>
            <a:xfrm>
              <a:off x="4854194" y="3168773"/>
              <a:ext cx="0" cy="153574"/>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0BC3EBC-370B-4CB2-99B6-9B7E9F708D51}"/>
                </a:ext>
              </a:extLst>
            </p:cNvPr>
            <p:cNvCxnSpPr>
              <a:cxnSpLocks/>
            </p:cNvCxnSpPr>
            <p:nvPr/>
          </p:nvCxnSpPr>
          <p:spPr>
            <a:xfrm>
              <a:off x="5546911" y="2670414"/>
              <a:ext cx="0" cy="509438"/>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26E2857-9424-E866-35D6-D454D207FD5B}"/>
                </a:ext>
              </a:extLst>
            </p:cNvPr>
            <p:cNvCxnSpPr>
              <a:cxnSpLocks/>
            </p:cNvCxnSpPr>
            <p:nvPr/>
          </p:nvCxnSpPr>
          <p:spPr>
            <a:xfrm flipH="1">
              <a:off x="4854194" y="3181220"/>
              <a:ext cx="692718" cy="0"/>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grpSp>
      <p:sp>
        <p:nvSpPr>
          <p:cNvPr id="28" name="Hexagon 4">
            <a:extLst>
              <a:ext uri="{FF2B5EF4-FFF2-40B4-BE49-F238E27FC236}">
                <a16:creationId xmlns:a16="http://schemas.microsoft.com/office/drawing/2014/main" id="{CF434050-4494-A71F-B37A-BAAE422CCF06}"/>
              </a:ext>
            </a:extLst>
          </p:cNvPr>
          <p:cNvSpPr/>
          <p:nvPr/>
        </p:nvSpPr>
        <p:spPr>
          <a:xfrm rot="5400000">
            <a:off x="1210225" y="3721085"/>
            <a:ext cx="1040468" cy="904754"/>
          </a:xfrm>
          <a:prstGeom prst="hexagon">
            <a:avLst>
              <a:gd name="adj" fmla="val 27841"/>
              <a:gd name="vf" fmla="val 115470"/>
            </a:avLst>
          </a:prstGeom>
          <a:noFill/>
          <a:ln w="85725"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Hexagon 4">
            <a:extLst>
              <a:ext uri="{FF2B5EF4-FFF2-40B4-BE49-F238E27FC236}">
                <a16:creationId xmlns:a16="http://schemas.microsoft.com/office/drawing/2014/main" id="{C764A83E-0B6F-1CE9-1490-29875F5E0C22}"/>
              </a:ext>
            </a:extLst>
          </p:cNvPr>
          <p:cNvSpPr/>
          <p:nvPr/>
        </p:nvSpPr>
        <p:spPr>
          <a:xfrm rot="5400000">
            <a:off x="2954655" y="3721085"/>
            <a:ext cx="1040468" cy="904754"/>
          </a:xfrm>
          <a:prstGeom prst="hexagon">
            <a:avLst>
              <a:gd name="adj" fmla="val 27841"/>
              <a:gd name="vf" fmla="val 115470"/>
            </a:avLst>
          </a:prstGeom>
          <a:noFill/>
          <a:ln w="85725" cap="rnd">
            <a:solidFill>
              <a:schemeClr val="accent2"/>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Hexagon 4">
            <a:extLst>
              <a:ext uri="{FF2B5EF4-FFF2-40B4-BE49-F238E27FC236}">
                <a16:creationId xmlns:a16="http://schemas.microsoft.com/office/drawing/2014/main" id="{C0A1EA17-1593-96C2-5957-4D873F0F27F9}"/>
              </a:ext>
            </a:extLst>
          </p:cNvPr>
          <p:cNvSpPr/>
          <p:nvPr/>
        </p:nvSpPr>
        <p:spPr>
          <a:xfrm rot="5400000">
            <a:off x="4699085" y="3721085"/>
            <a:ext cx="1040468" cy="904754"/>
          </a:xfrm>
          <a:prstGeom prst="hexagon">
            <a:avLst>
              <a:gd name="adj" fmla="val 27841"/>
              <a:gd name="vf" fmla="val 115470"/>
            </a:avLst>
          </a:prstGeom>
          <a:noFill/>
          <a:ln w="85725" cap="rnd">
            <a:solidFill>
              <a:schemeClr val="accent3"/>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Hexagon 4">
            <a:extLst>
              <a:ext uri="{FF2B5EF4-FFF2-40B4-BE49-F238E27FC236}">
                <a16:creationId xmlns:a16="http://schemas.microsoft.com/office/drawing/2014/main" id="{7F344384-D334-CCD8-E4ED-4426F0C7CC05}"/>
              </a:ext>
            </a:extLst>
          </p:cNvPr>
          <p:cNvSpPr/>
          <p:nvPr/>
        </p:nvSpPr>
        <p:spPr>
          <a:xfrm rot="5400000">
            <a:off x="6443515" y="3721085"/>
            <a:ext cx="1040468" cy="904754"/>
          </a:xfrm>
          <a:prstGeom prst="hexagon">
            <a:avLst>
              <a:gd name="adj" fmla="val 27841"/>
              <a:gd name="vf" fmla="val 115470"/>
            </a:avLst>
          </a:prstGeom>
          <a:noFill/>
          <a:ln w="85725" cap="rnd">
            <a:solidFill>
              <a:schemeClr val="accent4"/>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Hexagon 4">
            <a:extLst>
              <a:ext uri="{FF2B5EF4-FFF2-40B4-BE49-F238E27FC236}">
                <a16:creationId xmlns:a16="http://schemas.microsoft.com/office/drawing/2014/main" id="{06B47A7B-E041-320D-7518-5E202D1E73E0}"/>
              </a:ext>
            </a:extLst>
          </p:cNvPr>
          <p:cNvSpPr/>
          <p:nvPr/>
        </p:nvSpPr>
        <p:spPr>
          <a:xfrm rot="5400000">
            <a:off x="8187945" y="3721085"/>
            <a:ext cx="1040468" cy="904754"/>
          </a:xfrm>
          <a:prstGeom prst="hexagon">
            <a:avLst>
              <a:gd name="adj" fmla="val 27841"/>
              <a:gd name="vf" fmla="val 115470"/>
            </a:avLst>
          </a:prstGeom>
          <a:noFill/>
          <a:ln w="85725"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Hexagon 4">
            <a:extLst>
              <a:ext uri="{FF2B5EF4-FFF2-40B4-BE49-F238E27FC236}">
                <a16:creationId xmlns:a16="http://schemas.microsoft.com/office/drawing/2014/main" id="{079A1DFB-D94E-805C-BEA7-6AFEC2B1DACC}"/>
              </a:ext>
            </a:extLst>
          </p:cNvPr>
          <p:cNvSpPr/>
          <p:nvPr/>
        </p:nvSpPr>
        <p:spPr>
          <a:xfrm rot="5400000">
            <a:off x="9932375" y="3721085"/>
            <a:ext cx="1040468" cy="904754"/>
          </a:xfrm>
          <a:prstGeom prst="hexagon">
            <a:avLst>
              <a:gd name="adj" fmla="val 27841"/>
              <a:gd name="vf" fmla="val 115470"/>
            </a:avLst>
          </a:prstGeom>
          <a:noFill/>
          <a:ln w="85725" cap="rnd">
            <a:solidFill>
              <a:schemeClr val="accent6"/>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51800398-4FFF-E9F5-65FF-3B004BEE926D}"/>
              </a:ext>
            </a:extLst>
          </p:cNvPr>
          <p:cNvSpPr/>
          <p:nvPr/>
        </p:nvSpPr>
        <p:spPr>
          <a:xfrm>
            <a:off x="1472059"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1"/>
                </a:solidFill>
              </a:rPr>
              <a:t>1</a:t>
            </a:r>
          </a:p>
        </p:txBody>
      </p:sp>
      <p:sp>
        <p:nvSpPr>
          <p:cNvPr id="35" name="Rectangle 34">
            <a:extLst>
              <a:ext uri="{FF2B5EF4-FFF2-40B4-BE49-F238E27FC236}">
                <a16:creationId xmlns:a16="http://schemas.microsoft.com/office/drawing/2014/main" id="{993BF845-5304-06F4-33A2-FA106687C986}"/>
              </a:ext>
            </a:extLst>
          </p:cNvPr>
          <p:cNvSpPr/>
          <p:nvPr/>
        </p:nvSpPr>
        <p:spPr>
          <a:xfrm>
            <a:off x="322273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2"/>
                </a:solidFill>
              </a:rPr>
              <a:t>2</a:t>
            </a:r>
          </a:p>
        </p:txBody>
      </p:sp>
      <p:sp>
        <p:nvSpPr>
          <p:cNvPr id="36" name="Rectangle 35">
            <a:extLst>
              <a:ext uri="{FF2B5EF4-FFF2-40B4-BE49-F238E27FC236}">
                <a16:creationId xmlns:a16="http://schemas.microsoft.com/office/drawing/2014/main" id="{28C2A96F-3EC6-AE39-922B-907819B9D2BD}"/>
              </a:ext>
            </a:extLst>
          </p:cNvPr>
          <p:cNvSpPr/>
          <p:nvPr/>
        </p:nvSpPr>
        <p:spPr>
          <a:xfrm>
            <a:off x="4952212"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3"/>
                </a:solidFill>
              </a:rPr>
              <a:t>3</a:t>
            </a:r>
          </a:p>
        </p:txBody>
      </p:sp>
      <p:sp>
        <p:nvSpPr>
          <p:cNvPr id="37" name="Rectangle 36">
            <a:extLst>
              <a:ext uri="{FF2B5EF4-FFF2-40B4-BE49-F238E27FC236}">
                <a16:creationId xmlns:a16="http://schemas.microsoft.com/office/drawing/2014/main" id="{F3EBFB83-1569-2FBA-41E6-2C4D7D7CB036}"/>
              </a:ext>
            </a:extLst>
          </p:cNvPr>
          <p:cNvSpPr/>
          <p:nvPr/>
        </p:nvSpPr>
        <p:spPr>
          <a:xfrm>
            <a:off x="6724096"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4"/>
                </a:solidFill>
              </a:rPr>
              <a:t>4</a:t>
            </a:r>
          </a:p>
        </p:txBody>
      </p:sp>
      <p:sp>
        <p:nvSpPr>
          <p:cNvPr id="38" name="Rectangle 37">
            <a:extLst>
              <a:ext uri="{FF2B5EF4-FFF2-40B4-BE49-F238E27FC236}">
                <a16:creationId xmlns:a16="http://schemas.microsoft.com/office/drawing/2014/main" id="{85A38165-64A3-DA66-0C60-1D6198CC3EC8}"/>
              </a:ext>
            </a:extLst>
          </p:cNvPr>
          <p:cNvSpPr/>
          <p:nvPr/>
        </p:nvSpPr>
        <p:spPr>
          <a:xfrm>
            <a:off x="845602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5"/>
                </a:solidFill>
              </a:rPr>
              <a:t>5</a:t>
            </a:r>
          </a:p>
        </p:txBody>
      </p:sp>
      <p:sp>
        <p:nvSpPr>
          <p:cNvPr id="39" name="Rectangle 38">
            <a:extLst>
              <a:ext uri="{FF2B5EF4-FFF2-40B4-BE49-F238E27FC236}">
                <a16:creationId xmlns:a16="http://schemas.microsoft.com/office/drawing/2014/main" id="{62D32D51-5121-3370-269B-ACEC362FDC96}"/>
              </a:ext>
            </a:extLst>
          </p:cNvPr>
          <p:cNvSpPr/>
          <p:nvPr/>
        </p:nvSpPr>
        <p:spPr>
          <a:xfrm>
            <a:off x="1020045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6"/>
                </a:solidFill>
              </a:rPr>
              <a:t>6</a:t>
            </a:r>
          </a:p>
        </p:txBody>
      </p:sp>
      <p:sp>
        <p:nvSpPr>
          <p:cNvPr id="40" name="TextBox 82">
            <a:extLst>
              <a:ext uri="{FF2B5EF4-FFF2-40B4-BE49-F238E27FC236}">
                <a16:creationId xmlns:a16="http://schemas.microsoft.com/office/drawing/2014/main" id="{9AC9E3EA-DC4B-38FA-6E31-9302A91008BA}"/>
              </a:ext>
            </a:extLst>
          </p:cNvPr>
          <p:cNvSpPr txBox="1"/>
          <p:nvPr/>
        </p:nvSpPr>
        <p:spPr>
          <a:xfrm>
            <a:off x="954602"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1" name="TextBox 82">
            <a:extLst>
              <a:ext uri="{FF2B5EF4-FFF2-40B4-BE49-F238E27FC236}">
                <a16:creationId xmlns:a16="http://schemas.microsoft.com/office/drawing/2014/main" id="{0E84D0C3-3904-6917-BBF0-9071F1059702}"/>
              </a:ext>
            </a:extLst>
          </p:cNvPr>
          <p:cNvSpPr txBox="1"/>
          <p:nvPr/>
        </p:nvSpPr>
        <p:spPr>
          <a:xfrm>
            <a:off x="2705281"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2" name="TextBox 82">
            <a:extLst>
              <a:ext uri="{FF2B5EF4-FFF2-40B4-BE49-F238E27FC236}">
                <a16:creationId xmlns:a16="http://schemas.microsoft.com/office/drawing/2014/main" id="{21F3B8C8-C1F9-2154-A4E6-5C72C734BC39}"/>
              </a:ext>
            </a:extLst>
          </p:cNvPr>
          <p:cNvSpPr txBox="1"/>
          <p:nvPr/>
        </p:nvSpPr>
        <p:spPr>
          <a:xfrm>
            <a:off x="4455960"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3" name="TextBox 82">
            <a:extLst>
              <a:ext uri="{FF2B5EF4-FFF2-40B4-BE49-F238E27FC236}">
                <a16:creationId xmlns:a16="http://schemas.microsoft.com/office/drawing/2014/main" id="{806283F5-3ECD-A725-0372-5B2348235E63}"/>
              </a:ext>
            </a:extLst>
          </p:cNvPr>
          <p:cNvSpPr txBox="1"/>
          <p:nvPr/>
        </p:nvSpPr>
        <p:spPr>
          <a:xfrm>
            <a:off x="6206639"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4" name="TextBox 82">
            <a:extLst>
              <a:ext uri="{FF2B5EF4-FFF2-40B4-BE49-F238E27FC236}">
                <a16:creationId xmlns:a16="http://schemas.microsoft.com/office/drawing/2014/main" id="{D0614F67-3C84-370E-3E08-AF167C7544DB}"/>
              </a:ext>
            </a:extLst>
          </p:cNvPr>
          <p:cNvSpPr txBox="1"/>
          <p:nvPr/>
        </p:nvSpPr>
        <p:spPr>
          <a:xfrm>
            <a:off x="7957318"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5" name="TextBox 82">
            <a:extLst>
              <a:ext uri="{FF2B5EF4-FFF2-40B4-BE49-F238E27FC236}">
                <a16:creationId xmlns:a16="http://schemas.microsoft.com/office/drawing/2014/main" id="{BDBA7D1E-8723-AE13-963A-BE5AB89B82EE}"/>
              </a:ext>
            </a:extLst>
          </p:cNvPr>
          <p:cNvSpPr txBox="1"/>
          <p:nvPr/>
        </p:nvSpPr>
        <p:spPr>
          <a:xfrm>
            <a:off x="9707997"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205404604"/>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E2F6094-94B5-25E5-A5F0-0ABCCD85ADD4}"/>
              </a:ext>
            </a:extLst>
          </p:cNvPr>
          <p:cNvSpPr>
            <a:spLocks noGrp="1"/>
          </p:cNvSpPr>
          <p:nvPr>
            <p:ph type="title"/>
          </p:nvPr>
        </p:nvSpPr>
        <p:spPr>
          <a:xfrm>
            <a:off x="214184" y="13663"/>
            <a:ext cx="9728886" cy="678316"/>
          </a:xfrm>
        </p:spPr>
        <p:txBody>
          <a:bodyPr/>
          <a:lstStyle/>
          <a:p>
            <a:r>
              <a:rPr lang="en-US" dirty="0"/>
              <a:t>Organizational chart 12</a:t>
            </a:r>
          </a:p>
        </p:txBody>
      </p:sp>
      <p:sp>
        <p:nvSpPr>
          <p:cNvPr id="3" name="Rectangle : coins arrondis 2">
            <a:extLst>
              <a:ext uri="{FF2B5EF4-FFF2-40B4-BE49-F238E27FC236}">
                <a16:creationId xmlns:a16="http://schemas.microsoft.com/office/drawing/2014/main" id="{30C87570-C037-914C-C392-7D407B6550D6}"/>
              </a:ext>
            </a:extLst>
          </p:cNvPr>
          <p:cNvSpPr/>
          <p:nvPr/>
        </p:nvSpPr>
        <p:spPr>
          <a:xfrm>
            <a:off x="1130013"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p:txBody>
      </p:sp>
      <p:grpSp>
        <p:nvGrpSpPr>
          <p:cNvPr id="4" name="Groupe 3">
            <a:extLst>
              <a:ext uri="{FF2B5EF4-FFF2-40B4-BE49-F238E27FC236}">
                <a16:creationId xmlns:a16="http://schemas.microsoft.com/office/drawing/2014/main" id="{EC42C46F-9057-EF40-E00D-0AA59425EEA8}"/>
              </a:ext>
            </a:extLst>
          </p:cNvPr>
          <p:cNvGrpSpPr/>
          <p:nvPr/>
        </p:nvGrpSpPr>
        <p:grpSpPr>
          <a:xfrm>
            <a:off x="1661521" y="1886844"/>
            <a:ext cx="516396" cy="599018"/>
            <a:chOff x="1507511" y="1370772"/>
            <a:chExt cx="789709" cy="916062"/>
          </a:xfrm>
        </p:grpSpPr>
        <p:sp>
          <p:nvSpPr>
            <p:cNvPr id="5" name="Hexagone 4">
              <a:extLst>
                <a:ext uri="{FF2B5EF4-FFF2-40B4-BE49-F238E27FC236}">
                  <a16:creationId xmlns:a16="http://schemas.microsoft.com/office/drawing/2014/main" id="{FE673B62-C1AD-FA12-39C3-9B108E3C133F}"/>
                </a:ext>
              </a:extLst>
            </p:cNvPr>
            <p:cNvSpPr/>
            <p:nvPr/>
          </p:nvSpPr>
          <p:spPr>
            <a:xfrm rot="5400000">
              <a:off x="1444336" y="1433947"/>
              <a:ext cx="916062" cy="789709"/>
            </a:xfrm>
            <a:prstGeom prst="hexag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6" name="Rectangle 5">
              <a:extLst>
                <a:ext uri="{FF2B5EF4-FFF2-40B4-BE49-F238E27FC236}">
                  <a16:creationId xmlns:a16="http://schemas.microsoft.com/office/drawing/2014/main" id="{AA33D16E-D973-6238-6C20-0B9B36697397}"/>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1</a:t>
              </a:r>
            </a:p>
          </p:txBody>
        </p:sp>
      </p:grpSp>
      <p:sp>
        <p:nvSpPr>
          <p:cNvPr id="8" name="TextBox 82">
            <a:extLst>
              <a:ext uri="{FF2B5EF4-FFF2-40B4-BE49-F238E27FC236}">
                <a16:creationId xmlns:a16="http://schemas.microsoft.com/office/drawing/2014/main" id="{14262837-6593-BDB7-B8EC-72DE7011E0EB}"/>
              </a:ext>
            </a:extLst>
          </p:cNvPr>
          <p:cNvSpPr txBox="1"/>
          <p:nvPr/>
        </p:nvSpPr>
        <p:spPr>
          <a:xfrm>
            <a:off x="824617"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9" name="Connecteur droit 8">
            <a:extLst>
              <a:ext uri="{FF2B5EF4-FFF2-40B4-BE49-F238E27FC236}">
                <a16:creationId xmlns:a16="http://schemas.microsoft.com/office/drawing/2014/main" id="{142D512D-B5A6-C7BB-7BB1-BABA7F93C46B}"/>
              </a:ext>
            </a:extLst>
          </p:cNvPr>
          <p:cNvCxnSpPr>
            <a:cxnSpLocks/>
          </p:cNvCxnSpPr>
          <p:nvPr/>
        </p:nvCxnSpPr>
        <p:spPr>
          <a:xfrm>
            <a:off x="1919719"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0" name="TextBox 82">
            <a:extLst>
              <a:ext uri="{FF2B5EF4-FFF2-40B4-BE49-F238E27FC236}">
                <a16:creationId xmlns:a16="http://schemas.microsoft.com/office/drawing/2014/main" id="{455F9ED8-2FA4-B583-38B8-E73702A09C95}"/>
              </a:ext>
            </a:extLst>
          </p:cNvPr>
          <p:cNvSpPr txBox="1"/>
          <p:nvPr/>
        </p:nvSpPr>
        <p:spPr>
          <a:xfrm>
            <a:off x="824617"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11" name="Connecteur droit 10">
            <a:extLst>
              <a:ext uri="{FF2B5EF4-FFF2-40B4-BE49-F238E27FC236}">
                <a16:creationId xmlns:a16="http://schemas.microsoft.com/office/drawing/2014/main" id="{837EE049-12C4-7FB1-0CA6-BC625D2367B6}"/>
              </a:ext>
            </a:extLst>
          </p:cNvPr>
          <p:cNvCxnSpPr>
            <a:cxnSpLocks/>
          </p:cNvCxnSpPr>
          <p:nvPr/>
        </p:nvCxnSpPr>
        <p:spPr>
          <a:xfrm>
            <a:off x="1919719"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2" name="TextBox 82">
            <a:extLst>
              <a:ext uri="{FF2B5EF4-FFF2-40B4-BE49-F238E27FC236}">
                <a16:creationId xmlns:a16="http://schemas.microsoft.com/office/drawing/2014/main" id="{03AFE48A-D7E0-B01A-16B8-E2FD3275A030}"/>
              </a:ext>
            </a:extLst>
          </p:cNvPr>
          <p:cNvSpPr txBox="1"/>
          <p:nvPr/>
        </p:nvSpPr>
        <p:spPr>
          <a:xfrm>
            <a:off x="824617"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13" name="Connecteur droit 12">
            <a:extLst>
              <a:ext uri="{FF2B5EF4-FFF2-40B4-BE49-F238E27FC236}">
                <a16:creationId xmlns:a16="http://schemas.microsoft.com/office/drawing/2014/main" id="{A0CA4492-03B2-14BD-9835-CD3E302A5205}"/>
              </a:ext>
            </a:extLst>
          </p:cNvPr>
          <p:cNvCxnSpPr>
            <a:cxnSpLocks/>
          </p:cNvCxnSpPr>
          <p:nvPr/>
        </p:nvCxnSpPr>
        <p:spPr>
          <a:xfrm>
            <a:off x="1919719"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14">
            <a:extLst>
              <a:ext uri="{FF2B5EF4-FFF2-40B4-BE49-F238E27FC236}">
                <a16:creationId xmlns:a16="http://schemas.microsoft.com/office/drawing/2014/main" id="{E7A0DD6B-D325-EF83-2812-C1C4DA56D5C2}"/>
              </a:ext>
            </a:extLst>
          </p:cNvPr>
          <p:cNvCxnSpPr>
            <a:cxnSpLocks/>
          </p:cNvCxnSpPr>
          <p:nvPr/>
        </p:nvCxnSpPr>
        <p:spPr>
          <a:xfrm>
            <a:off x="1919719"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16" name="Connecteur droit 15">
            <a:extLst>
              <a:ext uri="{FF2B5EF4-FFF2-40B4-BE49-F238E27FC236}">
                <a16:creationId xmlns:a16="http://schemas.microsoft.com/office/drawing/2014/main" id="{C22F465A-348F-940C-5124-2E31441AD002}"/>
              </a:ext>
            </a:extLst>
          </p:cNvPr>
          <p:cNvCxnSpPr>
            <a:cxnSpLocks/>
          </p:cNvCxnSpPr>
          <p:nvPr/>
        </p:nvCxnSpPr>
        <p:spPr>
          <a:xfrm flipH="1">
            <a:off x="1919288" y="1619250"/>
            <a:ext cx="8355806" cy="0"/>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sp>
        <p:nvSpPr>
          <p:cNvPr id="54" name="Rectangle : coins arrondis 53">
            <a:extLst>
              <a:ext uri="{FF2B5EF4-FFF2-40B4-BE49-F238E27FC236}">
                <a16:creationId xmlns:a16="http://schemas.microsoft.com/office/drawing/2014/main" id="{39343E57-F17D-9A3F-FC48-6CCC0846F0B4}"/>
              </a:ext>
            </a:extLst>
          </p:cNvPr>
          <p:cNvSpPr/>
          <p:nvPr/>
        </p:nvSpPr>
        <p:spPr>
          <a:xfrm>
            <a:off x="3914200"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p:txBody>
      </p:sp>
      <p:cxnSp>
        <p:nvCxnSpPr>
          <p:cNvPr id="17" name="Connecteur droit 16">
            <a:extLst>
              <a:ext uri="{FF2B5EF4-FFF2-40B4-BE49-F238E27FC236}">
                <a16:creationId xmlns:a16="http://schemas.microsoft.com/office/drawing/2014/main" id="{355D02F2-F9F3-61D5-D3B5-8F5994BF3E63}"/>
              </a:ext>
            </a:extLst>
          </p:cNvPr>
          <p:cNvCxnSpPr>
            <a:cxnSpLocks/>
          </p:cNvCxnSpPr>
          <p:nvPr/>
        </p:nvCxnSpPr>
        <p:spPr>
          <a:xfrm>
            <a:off x="4703906"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21" name="Groupe 20">
            <a:extLst>
              <a:ext uri="{FF2B5EF4-FFF2-40B4-BE49-F238E27FC236}">
                <a16:creationId xmlns:a16="http://schemas.microsoft.com/office/drawing/2014/main" id="{19274872-E29E-2F1D-C0E3-294263C2B612}"/>
              </a:ext>
            </a:extLst>
          </p:cNvPr>
          <p:cNvGrpSpPr/>
          <p:nvPr/>
        </p:nvGrpSpPr>
        <p:grpSpPr>
          <a:xfrm>
            <a:off x="4445708" y="1886843"/>
            <a:ext cx="516396" cy="599018"/>
            <a:chOff x="1507512" y="1370771"/>
            <a:chExt cx="789709" cy="916062"/>
          </a:xfrm>
        </p:grpSpPr>
        <p:sp>
          <p:nvSpPr>
            <p:cNvPr id="22" name="Hexagone 21">
              <a:extLst>
                <a:ext uri="{FF2B5EF4-FFF2-40B4-BE49-F238E27FC236}">
                  <a16:creationId xmlns:a16="http://schemas.microsoft.com/office/drawing/2014/main" id="{F136A1E7-2042-527A-2CEF-72E9AB9AFB6A}"/>
                </a:ext>
              </a:extLst>
            </p:cNvPr>
            <p:cNvSpPr/>
            <p:nvPr/>
          </p:nvSpPr>
          <p:spPr>
            <a:xfrm rot="5400000">
              <a:off x="1444336" y="1433947"/>
              <a:ext cx="916062" cy="789709"/>
            </a:xfrm>
            <a:prstGeom prst="hexagon">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3" name="Rectangle 22">
              <a:extLst>
                <a:ext uri="{FF2B5EF4-FFF2-40B4-BE49-F238E27FC236}">
                  <a16:creationId xmlns:a16="http://schemas.microsoft.com/office/drawing/2014/main" id="{B4E17E26-9724-5E33-2B92-6462BD79AE0C}"/>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2</a:t>
              </a:r>
            </a:p>
          </p:txBody>
        </p:sp>
      </p:grpSp>
      <p:sp>
        <p:nvSpPr>
          <p:cNvPr id="25" name="TextBox 82">
            <a:extLst>
              <a:ext uri="{FF2B5EF4-FFF2-40B4-BE49-F238E27FC236}">
                <a16:creationId xmlns:a16="http://schemas.microsoft.com/office/drawing/2014/main" id="{2FAEDF21-6836-2A96-E939-B0B2E1558B58}"/>
              </a:ext>
            </a:extLst>
          </p:cNvPr>
          <p:cNvSpPr txBox="1"/>
          <p:nvPr/>
        </p:nvSpPr>
        <p:spPr>
          <a:xfrm>
            <a:off x="3608804"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26" name="Connecteur droit 25">
            <a:extLst>
              <a:ext uri="{FF2B5EF4-FFF2-40B4-BE49-F238E27FC236}">
                <a16:creationId xmlns:a16="http://schemas.microsoft.com/office/drawing/2014/main" id="{926BE2F8-B71C-7402-EA05-CEB41F50B550}"/>
              </a:ext>
            </a:extLst>
          </p:cNvPr>
          <p:cNvCxnSpPr>
            <a:cxnSpLocks/>
          </p:cNvCxnSpPr>
          <p:nvPr/>
        </p:nvCxnSpPr>
        <p:spPr>
          <a:xfrm>
            <a:off x="4703906"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7" name="TextBox 82">
            <a:extLst>
              <a:ext uri="{FF2B5EF4-FFF2-40B4-BE49-F238E27FC236}">
                <a16:creationId xmlns:a16="http://schemas.microsoft.com/office/drawing/2014/main" id="{A9ECD6B8-7D2F-5E39-9301-31A1B2793916}"/>
              </a:ext>
            </a:extLst>
          </p:cNvPr>
          <p:cNvSpPr txBox="1"/>
          <p:nvPr/>
        </p:nvSpPr>
        <p:spPr>
          <a:xfrm>
            <a:off x="3608804"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28" name="Connecteur droit 27">
            <a:extLst>
              <a:ext uri="{FF2B5EF4-FFF2-40B4-BE49-F238E27FC236}">
                <a16:creationId xmlns:a16="http://schemas.microsoft.com/office/drawing/2014/main" id="{4D4281F4-ED57-A8B4-53EE-A1F17223F416}"/>
              </a:ext>
            </a:extLst>
          </p:cNvPr>
          <p:cNvCxnSpPr>
            <a:cxnSpLocks/>
          </p:cNvCxnSpPr>
          <p:nvPr/>
        </p:nvCxnSpPr>
        <p:spPr>
          <a:xfrm>
            <a:off x="4703906"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9" name="TextBox 82">
            <a:extLst>
              <a:ext uri="{FF2B5EF4-FFF2-40B4-BE49-F238E27FC236}">
                <a16:creationId xmlns:a16="http://schemas.microsoft.com/office/drawing/2014/main" id="{C335449E-AE9C-EE49-E625-81E560C93460}"/>
              </a:ext>
            </a:extLst>
          </p:cNvPr>
          <p:cNvSpPr txBox="1"/>
          <p:nvPr/>
        </p:nvSpPr>
        <p:spPr>
          <a:xfrm>
            <a:off x="3608804"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0" name="Connecteur droit 29">
            <a:extLst>
              <a:ext uri="{FF2B5EF4-FFF2-40B4-BE49-F238E27FC236}">
                <a16:creationId xmlns:a16="http://schemas.microsoft.com/office/drawing/2014/main" id="{4FE242FC-0DCE-A1E3-B806-E17DC4AB3BBA}"/>
              </a:ext>
            </a:extLst>
          </p:cNvPr>
          <p:cNvCxnSpPr>
            <a:cxnSpLocks/>
          </p:cNvCxnSpPr>
          <p:nvPr/>
        </p:nvCxnSpPr>
        <p:spPr>
          <a:xfrm>
            <a:off x="4703906"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5" name="Rectangle : coins arrondis 54">
            <a:extLst>
              <a:ext uri="{FF2B5EF4-FFF2-40B4-BE49-F238E27FC236}">
                <a16:creationId xmlns:a16="http://schemas.microsoft.com/office/drawing/2014/main" id="{56AA0882-DBA4-B937-2195-B9EA66DC4C04}"/>
              </a:ext>
            </a:extLst>
          </p:cNvPr>
          <p:cNvSpPr/>
          <p:nvPr/>
        </p:nvSpPr>
        <p:spPr>
          <a:xfrm>
            <a:off x="6698387"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p:txBody>
      </p:sp>
      <p:cxnSp>
        <p:nvCxnSpPr>
          <p:cNvPr id="18" name="Connecteur droit 17">
            <a:extLst>
              <a:ext uri="{FF2B5EF4-FFF2-40B4-BE49-F238E27FC236}">
                <a16:creationId xmlns:a16="http://schemas.microsoft.com/office/drawing/2014/main" id="{4B87C577-3A2D-2B2A-964B-509D4BA1A92E}"/>
              </a:ext>
            </a:extLst>
          </p:cNvPr>
          <p:cNvCxnSpPr>
            <a:cxnSpLocks/>
          </p:cNvCxnSpPr>
          <p:nvPr/>
        </p:nvCxnSpPr>
        <p:spPr>
          <a:xfrm>
            <a:off x="7488093"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32" name="Groupe 31">
            <a:extLst>
              <a:ext uri="{FF2B5EF4-FFF2-40B4-BE49-F238E27FC236}">
                <a16:creationId xmlns:a16="http://schemas.microsoft.com/office/drawing/2014/main" id="{C547E91E-ADEA-3F30-F30F-1CDF11A23070}"/>
              </a:ext>
            </a:extLst>
          </p:cNvPr>
          <p:cNvGrpSpPr/>
          <p:nvPr/>
        </p:nvGrpSpPr>
        <p:grpSpPr>
          <a:xfrm>
            <a:off x="7229895" y="1886843"/>
            <a:ext cx="516396" cy="599018"/>
            <a:chOff x="1507512" y="1370771"/>
            <a:chExt cx="789709" cy="916062"/>
          </a:xfrm>
        </p:grpSpPr>
        <p:sp>
          <p:nvSpPr>
            <p:cNvPr id="33" name="Hexagone 32">
              <a:extLst>
                <a:ext uri="{FF2B5EF4-FFF2-40B4-BE49-F238E27FC236}">
                  <a16:creationId xmlns:a16="http://schemas.microsoft.com/office/drawing/2014/main" id="{8A432505-A0CE-99E8-D269-F91866766D0C}"/>
                </a:ext>
              </a:extLst>
            </p:cNvPr>
            <p:cNvSpPr/>
            <p:nvPr/>
          </p:nvSpPr>
          <p:spPr>
            <a:xfrm rot="5400000">
              <a:off x="1444336" y="1433947"/>
              <a:ext cx="916062" cy="789709"/>
            </a:xfrm>
            <a:prstGeom prst="hexagon">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4" name="Rectangle 33">
              <a:extLst>
                <a:ext uri="{FF2B5EF4-FFF2-40B4-BE49-F238E27FC236}">
                  <a16:creationId xmlns:a16="http://schemas.microsoft.com/office/drawing/2014/main" id="{6C1C3E1A-1888-575D-9370-25F6A7D3FF11}"/>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3</a:t>
              </a:r>
            </a:p>
          </p:txBody>
        </p:sp>
      </p:grpSp>
      <p:sp>
        <p:nvSpPr>
          <p:cNvPr id="36" name="TextBox 82">
            <a:extLst>
              <a:ext uri="{FF2B5EF4-FFF2-40B4-BE49-F238E27FC236}">
                <a16:creationId xmlns:a16="http://schemas.microsoft.com/office/drawing/2014/main" id="{405FB70E-D60F-5A0C-86ED-E9831096D554}"/>
              </a:ext>
            </a:extLst>
          </p:cNvPr>
          <p:cNvSpPr txBox="1"/>
          <p:nvPr/>
        </p:nvSpPr>
        <p:spPr>
          <a:xfrm>
            <a:off x="6392991"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7" name="Connecteur droit 36">
            <a:extLst>
              <a:ext uri="{FF2B5EF4-FFF2-40B4-BE49-F238E27FC236}">
                <a16:creationId xmlns:a16="http://schemas.microsoft.com/office/drawing/2014/main" id="{744B2BF4-C329-2DD6-B825-0B91BA0A3538}"/>
              </a:ext>
            </a:extLst>
          </p:cNvPr>
          <p:cNvCxnSpPr>
            <a:cxnSpLocks/>
          </p:cNvCxnSpPr>
          <p:nvPr/>
        </p:nvCxnSpPr>
        <p:spPr>
          <a:xfrm>
            <a:off x="7488093"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8" name="TextBox 82">
            <a:extLst>
              <a:ext uri="{FF2B5EF4-FFF2-40B4-BE49-F238E27FC236}">
                <a16:creationId xmlns:a16="http://schemas.microsoft.com/office/drawing/2014/main" id="{39E3886C-F506-50A8-8FA7-DD527049FFA5}"/>
              </a:ext>
            </a:extLst>
          </p:cNvPr>
          <p:cNvSpPr txBox="1"/>
          <p:nvPr/>
        </p:nvSpPr>
        <p:spPr>
          <a:xfrm>
            <a:off x="6392991"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9" name="Connecteur droit 38">
            <a:extLst>
              <a:ext uri="{FF2B5EF4-FFF2-40B4-BE49-F238E27FC236}">
                <a16:creationId xmlns:a16="http://schemas.microsoft.com/office/drawing/2014/main" id="{ABFEFCE3-74E7-4226-3FBE-2BF1C55CDFC2}"/>
              </a:ext>
            </a:extLst>
          </p:cNvPr>
          <p:cNvCxnSpPr>
            <a:cxnSpLocks/>
          </p:cNvCxnSpPr>
          <p:nvPr/>
        </p:nvCxnSpPr>
        <p:spPr>
          <a:xfrm>
            <a:off x="7488093"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0" name="TextBox 82">
            <a:extLst>
              <a:ext uri="{FF2B5EF4-FFF2-40B4-BE49-F238E27FC236}">
                <a16:creationId xmlns:a16="http://schemas.microsoft.com/office/drawing/2014/main" id="{44B0322C-FE1D-12F9-E29C-D26EE0E70B48}"/>
              </a:ext>
            </a:extLst>
          </p:cNvPr>
          <p:cNvSpPr txBox="1"/>
          <p:nvPr/>
        </p:nvSpPr>
        <p:spPr>
          <a:xfrm>
            <a:off x="6392991"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41" name="Connecteur droit 40">
            <a:extLst>
              <a:ext uri="{FF2B5EF4-FFF2-40B4-BE49-F238E27FC236}">
                <a16:creationId xmlns:a16="http://schemas.microsoft.com/office/drawing/2014/main" id="{C59CB291-8CC7-4B7B-A0A1-E32C520AB5CF}"/>
              </a:ext>
            </a:extLst>
          </p:cNvPr>
          <p:cNvCxnSpPr>
            <a:cxnSpLocks/>
          </p:cNvCxnSpPr>
          <p:nvPr/>
        </p:nvCxnSpPr>
        <p:spPr>
          <a:xfrm>
            <a:off x="7488093"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6" name="Rectangle : coins arrondis 55">
            <a:extLst>
              <a:ext uri="{FF2B5EF4-FFF2-40B4-BE49-F238E27FC236}">
                <a16:creationId xmlns:a16="http://schemas.microsoft.com/office/drawing/2014/main" id="{C3A71C84-20A4-AE34-0532-DB0F179804DD}"/>
              </a:ext>
            </a:extLst>
          </p:cNvPr>
          <p:cNvSpPr/>
          <p:nvPr/>
        </p:nvSpPr>
        <p:spPr>
          <a:xfrm>
            <a:off x="9482574"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p:txBody>
      </p:sp>
      <p:cxnSp>
        <p:nvCxnSpPr>
          <p:cNvPr id="19" name="Connecteur droit 18">
            <a:extLst>
              <a:ext uri="{FF2B5EF4-FFF2-40B4-BE49-F238E27FC236}">
                <a16:creationId xmlns:a16="http://schemas.microsoft.com/office/drawing/2014/main" id="{5B5A10AE-F407-2B24-3BF1-F81E4073E38E}"/>
              </a:ext>
            </a:extLst>
          </p:cNvPr>
          <p:cNvCxnSpPr>
            <a:cxnSpLocks/>
          </p:cNvCxnSpPr>
          <p:nvPr/>
        </p:nvCxnSpPr>
        <p:spPr>
          <a:xfrm>
            <a:off x="10272280"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43" name="Groupe 42">
            <a:extLst>
              <a:ext uri="{FF2B5EF4-FFF2-40B4-BE49-F238E27FC236}">
                <a16:creationId xmlns:a16="http://schemas.microsoft.com/office/drawing/2014/main" id="{82166C81-BC95-651E-3103-1B2AE95D724C}"/>
              </a:ext>
            </a:extLst>
          </p:cNvPr>
          <p:cNvGrpSpPr/>
          <p:nvPr/>
        </p:nvGrpSpPr>
        <p:grpSpPr>
          <a:xfrm>
            <a:off x="10014082" y="1886843"/>
            <a:ext cx="516396" cy="599018"/>
            <a:chOff x="1507512" y="1370771"/>
            <a:chExt cx="789709" cy="916062"/>
          </a:xfrm>
        </p:grpSpPr>
        <p:sp>
          <p:nvSpPr>
            <p:cNvPr id="44" name="Hexagone 43">
              <a:extLst>
                <a:ext uri="{FF2B5EF4-FFF2-40B4-BE49-F238E27FC236}">
                  <a16:creationId xmlns:a16="http://schemas.microsoft.com/office/drawing/2014/main" id="{B7E2CC70-86A3-8605-E018-D917B1253BE2}"/>
                </a:ext>
              </a:extLst>
            </p:cNvPr>
            <p:cNvSpPr/>
            <p:nvPr/>
          </p:nvSpPr>
          <p:spPr>
            <a:xfrm rot="5400000">
              <a:off x="1444336" y="1433947"/>
              <a:ext cx="916062" cy="789709"/>
            </a:xfrm>
            <a:prstGeom prst="hexagon">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5" name="Rectangle 44">
              <a:extLst>
                <a:ext uri="{FF2B5EF4-FFF2-40B4-BE49-F238E27FC236}">
                  <a16:creationId xmlns:a16="http://schemas.microsoft.com/office/drawing/2014/main" id="{24789AA5-C9F4-DC1B-CF18-60A536F636E4}"/>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4</a:t>
              </a:r>
            </a:p>
          </p:txBody>
        </p:sp>
      </p:grpSp>
      <p:sp>
        <p:nvSpPr>
          <p:cNvPr id="47" name="TextBox 82">
            <a:extLst>
              <a:ext uri="{FF2B5EF4-FFF2-40B4-BE49-F238E27FC236}">
                <a16:creationId xmlns:a16="http://schemas.microsoft.com/office/drawing/2014/main" id="{8C62B2DC-F7A8-4A6E-ED0B-CE2C2CE32D76}"/>
              </a:ext>
            </a:extLst>
          </p:cNvPr>
          <p:cNvSpPr txBox="1"/>
          <p:nvPr/>
        </p:nvSpPr>
        <p:spPr>
          <a:xfrm>
            <a:off x="9177178"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48" name="Connecteur droit 47">
            <a:extLst>
              <a:ext uri="{FF2B5EF4-FFF2-40B4-BE49-F238E27FC236}">
                <a16:creationId xmlns:a16="http://schemas.microsoft.com/office/drawing/2014/main" id="{6AF2C35E-C071-D549-E323-98B78457D35A}"/>
              </a:ext>
            </a:extLst>
          </p:cNvPr>
          <p:cNvCxnSpPr>
            <a:cxnSpLocks/>
          </p:cNvCxnSpPr>
          <p:nvPr/>
        </p:nvCxnSpPr>
        <p:spPr>
          <a:xfrm>
            <a:off x="10272280"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9" name="TextBox 82">
            <a:extLst>
              <a:ext uri="{FF2B5EF4-FFF2-40B4-BE49-F238E27FC236}">
                <a16:creationId xmlns:a16="http://schemas.microsoft.com/office/drawing/2014/main" id="{EFEE0E3D-0DB6-619C-570A-CF86BB34A5A6}"/>
              </a:ext>
            </a:extLst>
          </p:cNvPr>
          <p:cNvSpPr txBox="1"/>
          <p:nvPr/>
        </p:nvSpPr>
        <p:spPr>
          <a:xfrm>
            <a:off x="9177178"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50" name="Connecteur droit 49">
            <a:extLst>
              <a:ext uri="{FF2B5EF4-FFF2-40B4-BE49-F238E27FC236}">
                <a16:creationId xmlns:a16="http://schemas.microsoft.com/office/drawing/2014/main" id="{634BCD18-7E35-76E6-D47C-B6906B77C41C}"/>
              </a:ext>
            </a:extLst>
          </p:cNvPr>
          <p:cNvCxnSpPr>
            <a:cxnSpLocks/>
          </p:cNvCxnSpPr>
          <p:nvPr/>
        </p:nvCxnSpPr>
        <p:spPr>
          <a:xfrm>
            <a:off x="10272280"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1" name="TextBox 82">
            <a:extLst>
              <a:ext uri="{FF2B5EF4-FFF2-40B4-BE49-F238E27FC236}">
                <a16:creationId xmlns:a16="http://schemas.microsoft.com/office/drawing/2014/main" id="{3E9D1DE1-76F2-4B82-96A0-CEC3A2682FD1}"/>
              </a:ext>
            </a:extLst>
          </p:cNvPr>
          <p:cNvSpPr txBox="1"/>
          <p:nvPr/>
        </p:nvSpPr>
        <p:spPr>
          <a:xfrm>
            <a:off x="9177178"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52" name="Connecteur droit 51">
            <a:extLst>
              <a:ext uri="{FF2B5EF4-FFF2-40B4-BE49-F238E27FC236}">
                <a16:creationId xmlns:a16="http://schemas.microsoft.com/office/drawing/2014/main" id="{2CEFAFD9-052F-EB6C-760B-8113C456F979}"/>
              </a:ext>
            </a:extLst>
          </p:cNvPr>
          <p:cNvCxnSpPr>
            <a:cxnSpLocks/>
          </p:cNvCxnSpPr>
          <p:nvPr/>
        </p:nvCxnSpPr>
        <p:spPr>
          <a:xfrm>
            <a:off x="10272280"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3" name="TextBox 82">
            <a:extLst>
              <a:ext uri="{FF2B5EF4-FFF2-40B4-BE49-F238E27FC236}">
                <a16:creationId xmlns:a16="http://schemas.microsoft.com/office/drawing/2014/main" id="{E4B008CA-42D1-DA60-AFDD-F9922C3F6914}"/>
              </a:ext>
            </a:extLst>
          </p:cNvPr>
          <p:cNvSpPr txBox="1"/>
          <p:nvPr/>
        </p:nvSpPr>
        <p:spPr>
          <a:xfrm>
            <a:off x="5000898" y="1265033"/>
            <a:ext cx="2190205"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effectLst/>
                <a:uLnTx/>
                <a:uFillTx/>
                <a:ea typeface="+mn-ea"/>
                <a:cs typeface="+mn-cs"/>
              </a:rPr>
              <a:t>LOREM IPSUM</a:t>
            </a:r>
          </a:p>
        </p:txBody>
      </p:sp>
    </p:spTree>
    <p:extLst>
      <p:ext uri="{BB962C8B-B14F-4D97-AF65-F5344CB8AC3E}">
        <p14:creationId xmlns:p14="http://schemas.microsoft.com/office/powerpoint/2010/main" val="122595415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55.xml><?xml version="1.0" encoding="utf-8"?>
<p:tagLst xmlns:a="http://schemas.openxmlformats.org/drawingml/2006/main" xmlns:r="http://schemas.openxmlformats.org/officeDocument/2006/relationships" xmlns:p="http://schemas.openxmlformats.org/presentationml/2006/main">
  <p:tag name="POWER_USER_ID_TEMPLATES" val="Before_after"/>
</p:tagLst>
</file>

<file path=ppt/tags/tag56.xml><?xml version="1.0" encoding="utf-8"?>
<p:tagLst xmlns:a="http://schemas.openxmlformats.org/drawingml/2006/main" xmlns:r="http://schemas.openxmlformats.org/officeDocument/2006/relationships" xmlns:p="http://schemas.openxmlformats.org/presentationml/2006/main">
  <p:tag name="POWER_USER_ID_TEMPLATES" val="Consequences_4"/>
</p:tagLst>
</file>

<file path=ppt/tags/tag57.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58.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59.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61.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62.xml><?xml version="1.0" encoding="utf-8"?>
<p:tagLst xmlns:a="http://schemas.openxmlformats.org/drawingml/2006/main" xmlns:r="http://schemas.openxmlformats.org/officeDocument/2006/relationships" xmlns:p="http://schemas.openxmlformats.org/presentationml/2006/main">
  <p:tag name="POWER_USER_ID_TEMPLATES" val="Flags"/>
</p:tagLst>
</file>

<file path=ppt/tags/tag63.xml><?xml version="1.0" encoding="utf-8"?>
<p:tagLst xmlns:a="http://schemas.openxmlformats.org/drawingml/2006/main" xmlns:r="http://schemas.openxmlformats.org/officeDocument/2006/relationships" xmlns:p="http://schemas.openxmlformats.org/presentationml/2006/main">
  <p:tag name="POWER_USER_ID_TEMPLATES" val="Pyramid_3"/>
</p:tagLst>
</file>

<file path=ppt/tags/tag64.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5.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6.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7.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8.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9.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0.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1.xml><?xml version="1.0" encoding="utf-8"?>
<p:tagLst xmlns:a="http://schemas.openxmlformats.org/drawingml/2006/main" xmlns:r="http://schemas.openxmlformats.org/officeDocument/2006/relationships" xmlns:p="http://schemas.openxmlformats.org/presentationml/2006/main">
  <p:tag name="POWER_USER_ID_TEMPLATES" val="Triangle_2"/>
</p:tagLst>
</file>

<file path=ppt/tags/tag72.xml><?xml version="1.0" encoding="utf-8"?>
<p:tagLst xmlns:a="http://schemas.openxmlformats.org/drawingml/2006/main" xmlns:r="http://schemas.openxmlformats.org/officeDocument/2006/relationships" xmlns:p="http://schemas.openxmlformats.org/presentationml/2006/main">
  <p:tag name="POWER_USER_ID_TEMPLATES" val="Triangle_1"/>
</p:tagLst>
</file>

<file path=ppt/tags/tag73.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74.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75.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76.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7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7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7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8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32.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133.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134.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135.xml><?xml version="1.0" encoding="utf-8"?>
<p:tagLst xmlns:a="http://schemas.openxmlformats.org/drawingml/2006/main" xmlns:r="http://schemas.openxmlformats.org/officeDocument/2006/relationships" xmlns:p="http://schemas.openxmlformats.org/presentationml/2006/main">
  <p:tag name="POWER_USER_ID_TEMPLATES" val="Vertical_text_frames_with_icons_2"/>
</p:tagLst>
</file>

<file path=ppt/tags/tag13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37.xml><?xml version="1.0" encoding="utf-8"?>
<p:tagLst xmlns:a="http://schemas.openxmlformats.org/drawingml/2006/main" xmlns:r="http://schemas.openxmlformats.org/officeDocument/2006/relationships" xmlns:p="http://schemas.openxmlformats.org/presentationml/2006/main">
  <p:tag name="POWER_USER_TAGS_ICONS" val="caliper_POWER_USER_SEPARATOR_ICONS_engineering_POWER_USER_SEPARATOR_ICONS_industry_POWER_USER_SEPARATOR_ICONS_manufacture_POWER_USER_SEPARATOR_ICONS_measurement_POWER_USER_SEPARATOR_ICONS_science_POWER_USER_SEPARATOR_ICONS_tool"/>
</p:tagLst>
</file>

<file path=ppt/tags/tag138.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3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0.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1.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2.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3.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4.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5.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7.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8.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50.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151.xml><?xml version="1.0" encoding="utf-8"?>
<p:tagLst xmlns:a="http://schemas.openxmlformats.org/drawingml/2006/main" xmlns:r="http://schemas.openxmlformats.org/officeDocument/2006/relationships" xmlns:p="http://schemas.openxmlformats.org/presentationml/2006/main">
  <p:tag name="POWER_USER_TAGS_ICONS" val="team*group*people*users*work*workers*colleagues*friends*friendship*coworkers*mates*industry"/>
</p:tagLst>
</file>

<file path=ppt/tags/tag152.xml><?xml version="1.0" encoding="utf-8"?>
<p:tagLst xmlns:a="http://schemas.openxmlformats.org/drawingml/2006/main" xmlns:r="http://schemas.openxmlformats.org/officeDocument/2006/relationships" xmlns:p="http://schemas.openxmlformats.org/presentationml/2006/main">
  <p:tag name="POWER_USER_TAGS_ICONS" val="solution*idea*innovation*bright*people*sharing*guiding*explaining*clarifying*contribution*contributing*puzzle*pieces*helping"/>
</p:tagLst>
</file>

<file path=ppt/tags/tag153.xml><?xml version="1.0" encoding="utf-8"?>
<p:tagLst xmlns:a="http://schemas.openxmlformats.org/drawingml/2006/main" xmlns:r="http://schemas.openxmlformats.org/officeDocument/2006/relationships" xmlns:p="http://schemas.openxmlformats.org/presentationml/2006/main">
  <p:tag name="POWER_USER_TAGS_ICONS" val="medals*people*winners*olympics*trophee*success*podium*results*employees*evaluation*satisfaction*congratulations*celebrating"/>
</p:tagLst>
</file>

<file path=ppt/tags/tag154.xml><?xml version="1.0" encoding="utf-8"?>
<p:tagLst xmlns:a="http://schemas.openxmlformats.org/drawingml/2006/main" xmlns:r="http://schemas.openxmlformats.org/officeDocument/2006/relationships" xmlns:p="http://schemas.openxmlformats.org/presentationml/2006/main">
  <p:tag name="POWER_USER_ID_TEMPLATES" val="Hexagons_4"/>
</p:tagLst>
</file>

<file path=ppt/tags/tag155.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56.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157.xml><?xml version="1.0" encoding="utf-8"?>
<p:tagLst xmlns:a="http://schemas.openxmlformats.org/drawingml/2006/main" xmlns:r="http://schemas.openxmlformats.org/officeDocument/2006/relationships" xmlns:p="http://schemas.openxmlformats.org/presentationml/2006/main">
  <p:tag name="POWER_USER_TAGS_ICONS" val="magnifying-glass_POWER_USER_SEPARATOR_ICONS_detective_POWER_USER_SEPARATOR_ICONS_find_POWER_USER_SEPARATOR_ICONS_look_POWER_USER_SEPARATOR_ICONS_search_POWER_USER_SEPARATOR_ICONS_view"/>
</p:tagLst>
</file>

<file path=ppt/tags/tag15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5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0.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1.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2.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3.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2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2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2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2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15.xml><?xml version="1.0" encoding="utf-8"?>
<p:tagLst xmlns:a="http://schemas.openxmlformats.org/drawingml/2006/main" xmlns:r="http://schemas.openxmlformats.org/officeDocument/2006/relationships" xmlns:p="http://schemas.openxmlformats.org/presentationml/2006/main">
  <p:tag name="POWER_USER_ID_TEMPLATES" val="Puzzle_pieces_5"/>
</p:tagLst>
</file>

<file path=ppt/tags/tag216.xml><?xml version="1.0" encoding="utf-8"?>
<p:tagLst xmlns:a="http://schemas.openxmlformats.org/drawingml/2006/main" xmlns:r="http://schemas.openxmlformats.org/officeDocument/2006/relationships" xmlns:p="http://schemas.openxmlformats.org/presentationml/2006/main">
  <p:tag name="POWER_USER_ID_TEMPLATES" val="Puzzle_pieces_3"/>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6.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37.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3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3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41.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4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4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5.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2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5.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256.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257.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4"/>
</p:tagLst>
</file>

<file path=ppt/tags/tag258.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259.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260.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26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26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6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264.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65.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4"/>
</p:tagLst>
</file>

<file path=ppt/tags/tag2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2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2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2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2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2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2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2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2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2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2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2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2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2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2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2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2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3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3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3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3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3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3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3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3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3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3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3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3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3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3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3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317.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3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19.xml><?xml version="1.0" encoding="utf-8"?>
<p:tagLst xmlns:a="http://schemas.openxmlformats.org/drawingml/2006/main" xmlns:r="http://schemas.openxmlformats.org/officeDocument/2006/relationships" xmlns:p="http://schemas.openxmlformats.org/presentationml/2006/main">
  <p:tag name="POWER_USER_ID_TEMPLATES" val="Icons_in_boxes_4"/>
</p:tagLst>
</file>

<file path=ppt/tags/tag3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1.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22.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23.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2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6.xml><?xml version="1.0" encoding="utf-8"?>
<p:tagLst xmlns:a="http://schemas.openxmlformats.org/drawingml/2006/main" xmlns:r="http://schemas.openxmlformats.org/officeDocument/2006/relationships" xmlns:p="http://schemas.openxmlformats.org/presentationml/2006/main">
  <p:tag name="POWER_USER_ID_TEMPLATES" val="Chevrons_with_icons_2"/>
</p:tagLst>
</file>

<file path=ppt/tags/tag3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1.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3.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5.xml><?xml version="1.0" encoding="utf-8"?>
<p:tagLst xmlns:a="http://schemas.openxmlformats.org/drawingml/2006/main" xmlns:r="http://schemas.openxmlformats.org/officeDocument/2006/relationships" xmlns:p="http://schemas.openxmlformats.org/presentationml/2006/main">
  <p:tag name="POWER_USER_ID_TEMPLATES" val="Boxes_2"/>
</p:tagLst>
</file>

<file path=ppt/tags/tag33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3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3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52.xml><?xml version="1.0" encoding="utf-8"?>
<p:tagLst xmlns:a="http://schemas.openxmlformats.org/drawingml/2006/main" xmlns:r="http://schemas.openxmlformats.org/officeDocument/2006/relationships" xmlns:p="http://schemas.openxmlformats.org/presentationml/2006/main">
  <p:tag name="POWER_USER_ID_TEMPLATES" val="Split_slide_4"/>
</p:tagLst>
</file>

<file path=ppt/tags/tag353.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54.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5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6.xml><?xml version="1.0" encoding="utf-8"?>
<p:tagLst xmlns:a="http://schemas.openxmlformats.org/drawingml/2006/main" xmlns:r="http://schemas.openxmlformats.org/officeDocument/2006/relationships" xmlns:p="http://schemas.openxmlformats.org/presentationml/2006/main">
  <p:tag name="POWER_USER_TAGS_ICONS" val="target_POWER_USER_SEPARATOR_ICONS_archery_POWER_USER_SEPARATOR_ICONS_on-target_POWER_USER_SEPARATOR_ICONS_relevant_POWER_USER_SEPARATOR_ICONS_target-shooting"/>
</p:tagLst>
</file>

<file path=ppt/tags/tag357.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8.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9.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0.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1.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2.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3.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4.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6.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7.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70.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1.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4.xml><?xml version="1.0" encoding="utf-8"?>
<p:tagLst xmlns:a="http://schemas.openxmlformats.org/drawingml/2006/main" xmlns:r="http://schemas.openxmlformats.org/officeDocument/2006/relationships" xmlns:p="http://schemas.openxmlformats.org/presentationml/2006/main">
  <p:tag name="POWER_USER_TAGS_ICONS" val="tower*strategy*piece*game piece*game*chess tower*chess"/>
</p:tagLst>
</file>

<file path=ppt/tags/tag375.xml><?xml version="1.0" encoding="utf-8"?>
<p:tagLst xmlns:a="http://schemas.openxmlformats.org/drawingml/2006/main" xmlns:r="http://schemas.openxmlformats.org/officeDocument/2006/relationships" xmlns:p="http://schemas.openxmlformats.org/presentationml/2006/main">
  <p:tag name="POWER_USER_TAGS_ICONS" val="tools*fix*garage*mechanic*screwdriver*settings*tool*tool kit*wrench*work*"/>
</p:tagLst>
</file>

<file path=ppt/tags/tag3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9.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380.xml><?xml version="1.0" encoding="utf-8"?>
<p:tagLst xmlns:a="http://schemas.openxmlformats.org/drawingml/2006/main" xmlns:r="http://schemas.openxmlformats.org/officeDocument/2006/relationships" xmlns:p="http://schemas.openxmlformats.org/presentationml/2006/main">
  <p:tag name="POWER_USER_ID_TEMPLATES" val="Paper_clips"/>
</p:tagLst>
</file>

<file path=ppt/tags/tag381.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2.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5.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86.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88.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8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39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91.xml><?xml version="1.0" encoding="utf-8"?>
<p:tagLst xmlns:a="http://schemas.openxmlformats.org/drawingml/2006/main" xmlns:r="http://schemas.openxmlformats.org/officeDocument/2006/relationships" xmlns:p="http://schemas.openxmlformats.org/presentationml/2006/main">
  <p:tag name="POWER_USER_TAGS_ICONS" val="conversation*people*talk*conference*discussion*tell*speak*exchange"/>
</p:tagLst>
</file>

<file path=ppt/tags/tag392.xml><?xml version="1.0" encoding="utf-8"?>
<p:tagLst xmlns:a="http://schemas.openxmlformats.org/drawingml/2006/main" xmlns:r="http://schemas.openxmlformats.org/officeDocument/2006/relationships" xmlns:p="http://schemas.openxmlformats.org/presentationml/2006/main">
  <p:tag name="POWER_USER_TAGS_ICONS" val="money*cash*credit cards*saving*currency*payment*"/>
</p:tagLst>
</file>

<file path=ppt/tags/tag393.xml><?xml version="1.0" encoding="utf-8"?>
<p:tagLst xmlns:a="http://schemas.openxmlformats.org/drawingml/2006/main" xmlns:r="http://schemas.openxmlformats.org/officeDocument/2006/relationships" xmlns:p="http://schemas.openxmlformats.org/presentationml/2006/main">
  <p:tag name="POWER_USER_TAGS_ICONS" val="euro_POWER_USER_SEPARATOR_ICONS_cash_POWER_USER_SEPARATOR_ICONS_coin_POWER_USER_SEPARATOR_ICONS_europe_POWER_USER_SEPARATOR_ICONS_european_POWER_USER_SEPARATOR_ICONS_european-union_POWER_USER_SEPARATOR_ICONS_money"/>
</p:tagLst>
</file>

<file path=ppt/tags/tag394.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5.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6.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7.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3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4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5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5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78.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79.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8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4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48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4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4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4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4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4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5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5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5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5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9.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5.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8.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0.xml><?xml version="1.0" encoding="utf-8"?>
<p:tagLst xmlns:a="http://schemas.openxmlformats.org/drawingml/2006/main" xmlns:r="http://schemas.openxmlformats.org/officeDocument/2006/relationships" xmlns:p="http://schemas.openxmlformats.org/presentationml/2006/main">
  <p:tag name="POWER_USER_ID_TEMPLATES" val="Chain_3"/>
</p:tagLst>
</file>

<file path=ppt/tags/tag5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2.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4.xml><?xml version="1.0" encoding="utf-8"?>
<p:tagLst xmlns:a="http://schemas.openxmlformats.org/drawingml/2006/main" xmlns:r="http://schemas.openxmlformats.org/officeDocument/2006/relationships" xmlns:p="http://schemas.openxmlformats.org/presentationml/2006/main">
  <p:tag name="POWER_USER_ID_TEMPLATES" val="Key_points_5"/>
</p:tagLst>
</file>

<file path=ppt/tags/tag525.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52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7.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6.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537.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538.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539.xml><?xml version="1.0" encoding="utf-8"?>
<p:tagLst xmlns:a="http://schemas.openxmlformats.org/drawingml/2006/main" xmlns:r="http://schemas.openxmlformats.org/officeDocument/2006/relationships" xmlns:p="http://schemas.openxmlformats.org/presentationml/2006/main">
  <p:tag name="POWER_USER_ID_TEMPLATES" val="Chain_4"/>
</p:tagLst>
</file>

<file path=ppt/tags/tag54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2.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5.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7.xml><?xml version="1.0" encoding="utf-8"?>
<p:tagLst xmlns:a="http://schemas.openxmlformats.org/drawingml/2006/main" xmlns:r="http://schemas.openxmlformats.org/officeDocument/2006/relationships" xmlns:p="http://schemas.openxmlformats.org/presentationml/2006/main">
  <p:tag name="POWER_USER_ID_TEMPLATES" val="Petals"/>
</p:tagLst>
</file>

<file path=ppt/tags/tag5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9.xml><?xml version="1.0" encoding="utf-8"?>
<p:tagLst xmlns:a="http://schemas.openxmlformats.org/drawingml/2006/main" xmlns:r="http://schemas.openxmlformats.org/officeDocument/2006/relationships" xmlns:p="http://schemas.openxmlformats.org/presentationml/2006/main">
  <p:tag name="POWER_USER_ID_TEMPLATES" val="Puzzle_pieces_2"/>
</p:tagLst>
</file>

<file path=ppt/tags/tag5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1.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4.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5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6.xml><?xml version="1.0" encoding="utf-8"?>
<p:tagLst xmlns:a="http://schemas.openxmlformats.org/drawingml/2006/main" xmlns:r="http://schemas.openxmlformats.org/officeDocument/2006/relationships" xmlns:p="http://schemas.openxmlformats.org/presentationml/2006/main">
  <p:tag name="POWER_USER_ID_TEMPLATES" val="Corridor"/>
</p:tagLst>
</file>

<file path=ppt/tags/tag5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60.xml><?xml version="1.0" encoding="utf-8"?>
<p:tagLst xmlns:a="http://schemas.openxmlformats.org/drawingml/2006/main" xmlns:r="http://schemas.openxmlformats.org/officeDocument/2006/relationships" xmlns:p="http://schemas.openxmlformats.org/presentationml/2006/main">
  <p:tag name="POWER_USER_ID_TEMPLATES" val="Linked_circles"/>
</p:tagLst>
</file>

<file path=ppt/tags/tag561.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2.xml><?xml version="1.0" encoding="utf-8"?>
<p:tagLst xmlns:a="http://schemas.openxmlformats.org/drawingml/2006/main" xmlns:r="http://schemas.openxmlformats.org/officeDocument/2006/relationships" xmlns:p="http://schemas.openxmlformats.org/presentationml/2006/main">
  <p:tag name="POWER_USER_ID_TEMPLATES" val="Awards"/>
</p:tagLst>
</file>

<file path=ppt/tags/tag683.xml><?xml version="1.0" encoding="utf-8"?>
<p:tagLst xmlns:a="http://schemas.openxmlformats.org/drawingml/2006/main" xmlns:r="http://schemas.openxmlformats.org/officeDocument/2006/relationships" xmlns:p="http://schemas.openxmlformats.org/presentationml/2006/main">
  <p:tag name="POWER_USER_ID_TEMPLATES" val="Balance_3"/>
</p:tagLst>
</file>

<file path=ppt/tags/tag6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5.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686.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7.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8.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9.xml><?xml version="1.0" encoding="utf-8"?>
<p:tagLst xmlns:a="http://schemas.openxmlformats.org/drawingml/2006/main" xmlns:r="http://schemas.openxmlformats.org/officeDocument/2006/relationships" xmlns:p="http://schemas.openxmlformats.org/presentationml/2006/main">
  <p:tag name="POWER_USER_ID_TEMPLATES" val="Doughnut_2"/>
</p:tagLst>
</file>

<file path=ppt/tags/tag690.xml><?xml version="1.0" encoding="utf-8"?>
<p:tagLst xmlns:a="http://schemas.openxmlformats.org/drawingml/2006/main" xmlns:r="http://schemas.openxmlformats.org/officeDocument/2006/relationships" xmlns:p="http://schemas.openxmlformats.org/presentationml/2006/main">
  <p:tag name="THINKCELLSHAPEDONOTDELETE" val="pG9cF6SBkg026d8LmVCarAQ"/>
</p:tagLst>
</file>

<file path=ppt/tags/tag691.xml><?xml version="1.0" encoding="utf-8"?>
<p:tagLst xmlns:a="http://schemas.openxmlformats.org/drawingml/2006/main" xmlns:r="http://schemas.openxmlformats.org/officeDocument/2006/relationships" xmlns:p="http://schemas.openxmlformats.org/presentationml/2006/main">
  <p:tag name="THINKCELLSHAPEDONOTDELETE" val="pcHzCZIFaskyvOrELIxW6lQ"/>
</p:tagLst>
</file>

<file path=ppt/tags/tag692.xml><?xml version="1.0" encoding="utf-8"?>
<p:tagLst xmlns:a="http://schemas.openxmlformats.org/drawingml/2006/main" xmlns:r="http://schemas.openxmlformats.org/officeDocument/2006/relationships" xmlns:p="http://schemas.openxmlformats.org/presentationml/2006/main">
  <p:tag name="THINKCELLSHAPEDONOTDELETE" val="pMhPRhcGgw0WErjMGWMguzQ"/>
</p:tagLst>
</file>

<file path=ppt/tags/tag693.xml><?xml version="1.0" encoding="utf-8"?>
<p:tagLst xmlns:a="http://schemas.openxmlformats.org/drawingml/2006/main" xmlns:r="http://schemas.openxmlformats.org/officeDocument/2006/relationships" xmlns:p="http://schemas.openxmlformats.org/presentationml/2006/main">
  <p:tag name="THINKCELLSHAPEDONOTDELETE" val="pm6TCrKBRi0ugUjPcWPFmUw"/>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pG_nxQKsmRk.laeq9.ofejA"/>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pZUaoxBo0WkeJm86enZH_HA"/>
</p:tagLst>
</file>

<file path=ppt/tags/tag696.xml><?xml version="1.0" encoding="utf-8"?>
<p:tagLst xmlns:a="http://schemas.openxmlformats.org/drawingml/2006/main" xmlns:r="http://schemas.openxmlformats.org/officeDocument/2006/relationships" xmlns:p="http://schemas.openxmlformats.org/presentationml/2006/main">
  <p:tag name="THINKCELLSHAPEDONOTDELETE" val="pSBZtqGnOnEOaTMVjsyB5EQ"/>
</p:tagLst>
</file>

<file path=ppt/tags/tag697.xml><?xml version="1.0" encoding="utf-8"?>
<p:tagLst xmlns:a="http://schemas.openxmlformats.org/drawingml/2006/main" xmlns:r="http://schemas.openxmlformats.org/officeDocument/2006/relationships" xmlns:p="http://schemas.openxmlformats.org/presentationml/2006/main">
  <p:tag name="THINKCELLSHAPEDONOTDELETE" val="p64zdo6abGEOa1EGRkgRYSw"/>
</p:tagLst>
</file>

<file path=ppt/tags/tag698.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69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700.xml><?xml version="1.0" encoding="utf-8"?>
<p:tagLst xmlns:a="http://schemas.openxmlformats.org/drawingml/2006/main" xmlns:r="http://schemas.openxmlformats.org/officeDocument/2006/relationships" xmlns:p="http://schemas.openxmlformats.org/presentationml/2006/main">
  <p:tag name="POWER_USER_ID_TEMPLATES" val="Filled_spheres"/>
</p:tagLst>
</file>

<file path=ppt/tags/tag70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4.xml><?xml version="1.0" encoding="utf-8"?>
<p:tagLst xmlns:a="http://schemas.openxmlformats.org/drawingml/2006/main" xmlns:r="http://schemas.openxmlformats.org/officeDocument/2006/relationships" xmlns:p="http://schemas.openxmlformats.org/presentationml/2006/main">
  <p:tag name="POWER_USER_ID_TEMPLATES" val="Financial_chain"/>
</p:tagLst>
</file>

<file path=ppt/tags/tag705.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70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8.xml><?xml version="1.0" encoding="utf-8"?>
<p:tagLst xmlns:a="http://schemas.openxmlformats.org/drawingml/2006/main" xmlns:r="http://schemas.openxmlformats.org/officeDocument/2006/relationships" xmlns:p="http://schemas.openxmlformats.org/presentationml/2006/main">
  <p:tag name="POWER_USER_ID_TEMPLATES" val="Newspaper_1"/>
</p:tagLst>
</file>

<file path=ppt/tags/tag709.xml><?xml version="1.0" encoding="utf-8"?>
<p:tagLst xmlns:a="http://schemas.openxmlformats.org/drawingml/2006/main" xmlns:r="http://schemas.openxmlformats.org/officeDocument/2006/relationships" xmlns:p="http://schemas.openxmlformats.org/presentationml/2006/main">
  <p:tag name="POWER_USER_TAGS_ICONS" val="woman*human**person*profile-female*user*woman-face*woman-head*professional*executive"/>
</p:tagLst>
</file>

<file path=ppt/tags/tag710.xml><?xml version="1.0" encoding="utf-8"?>
<p:tagLst xmlns:a="http://schemas.openxmlformats.org/drawingml/2006/main" xmlns:r="http://schemas.openxmlformats.org/officeDocument/2006/relationships" xmlns:p="http://schemas.openxmlformats.org/presentationml/2006/main">
  <p:tag name="POWER_USER_ID_TEMPLATES" val="Pillars_1"/>
</p:tagLst>
</file>

<file path=ppt/tags/tag711.xml><?xml version="1.0" encoding="utf-8"?>
<p:tagLst xmlns:a="http://schemas.openxmlformats.org/drawingml/2006/main" xmlns:r="http://schemas.openxmlformats.org/officeDocument/2006/relationships" xmlns:p="http://schemas.openxmlformats.org/presentationml/2006/main">
  <p:tag name="POWER_USER_ID_TEMPLATES" val="Pillars_2"/>
</p:tagLst>
</file>

<file path=ppt/tags/tag7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3.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4.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5.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17.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8.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9.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21.xml><?xml version="1.0" encoding="utf-8"?>
<p:tagLst xmlns:a="http://schemas.openxmlformats.org/drawingml/2006/main" xmlns:r="http://schemas.openxmlformats.org/officeDocument/2006/relationships" xmlns:p="http://schemas.openxmlformats.org/presentationml/2006/main">
  <p:tag name="POWER_USER_ID_TEMPLATES" val="Production_line"/>
</p:tagLst>
</file>

<file path=ppt/tags/tag722.xml><?xml version="1.0" encoding="utf-8"?>
<p:tagLst xmlns:a="http://schemas.openxmlformats.org/drawingml/2006/main" xmlns:r="http://schemas.openxmlformats.org/officeDocument/2006/relationships" xmlns:p="http://schemas.openxmlformats.org/presentationml/2006/main">
  <p:tag name="POWER_USER_ID_TEMPLATES" val="Pyramid_with_stripes"/>
</p:tagLst>
</file>

<file path=ppt/tags/tag723.xml><?xml version="1.0" encoding="utf-8"?>
<p:tagLst xmlns:a="http://schemas.openxmlformats.org/drawingml/2006/main" xmlns:r="http://schemas.openxmlformats.org/officeDocument/2006/relationships" xmlns:p="http://schemas.openxmlformats.org/presentationml/2006/main">
  <p:tag name="POWER_USER_ID_TEMPLATES" val="Pyramid_1"/>
</p:tagLst>
</file>

<file path=ppt/tags/tag724.xml><?xml version="1.0" encoding="utf-8"?>
<p:tagLst xmlns:a="http://schemas.openxmlformats.org/drawingml/2006/main" xmlns:r="http://schemas.openxmlformats.org/officeDocument/2006/relationships" xmlns:p="http://schemas.openxmlformats.org/presentationml/2006/main">
  <p:tag name="POWER_USER_ID_TEMPLATES" val="Pyramid_2"/>
</p:tagLst>
</file>

<file path=ppt/tags/tag725.xml><?xml version="1.0" encoding="utf-8"?>
<p:tagLst xmlns:a="http://schemas.openxmlformats.org/drawingml/2006/main" xmlns:r="http://schemas.openxmlformats.org/officeDocument/2006/relationships" xmlns:p="http://schemas.openxmlformats.org/presentationml/2006/main">
  <p:tag name="POWER_USER_ID_TEMPLATES" val="Squares"/>
</p:tagLst>
</file>

<file path=ppt/tags/tag726.xml><?xml version="1.0" encoding="utf-8"?>
<p:tagLst xmlns:a="http://schemas.openxmlformats.org/drawingml/2006/main" xmlns:r="http://schemas.openxmlformats.org/officeDocument/2006/relationships" xmlns:p="http://schemas.openxmlformats.org/presentationml/2006/main">
  <p:tag name="POWER_USER_ID_TEMPLATES" val="Arrow_3"/>
</p:tagLst>
</file>

<file path=ppt/tags/tag7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9.xml><?xml version="1.0" encoding="utf-8"?>
<p:tagLst xmlns:a="http://schemas.openxmlformats.org/drawingml/2006/main" xmlns:r="http://schemas.openxmlformats.org/officeDocument/2006/relationships" xmlns:p="http://schemas.openxmlformats.org/presentationml/2006/main">
  <p:tag name="POWER_USER_ID_TEMPLATES" val="Bubbles"/>
</p:tagLst>
</file>

<file path=ppt/tags/tag730.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731.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732.xml><?xml version="1.0" encoding="utf-8"?>
<p:tagLst xmlns:a="http://schemas.openxmlformats.org/drawingml/2006/main" xmlns:r="http://schemas.openxmlformats.org/officeDocument/2006/relationships" xmlns:p="http://schemas.openxmlformats.org/presentationml/2006/main">
  <p:tag name="POWER_USER_ID_TEMPLATES" val="Circles_2"/>
</p:tagLst>
</file>

<file path=ppt/tags/tag733.xml><?xml version="1.0" encoding="utf-8"?>
<p:tagLst xmlns:a="http://schemas.openxmlformats.org/drawingml/2006/main" xmlns:r="http://schemas.openxmlformats.org/officeDocument/2006/relationships" xmlns:p="http://schemas.openxmlformats.org/presentationml/2006/main">
  <p:tag name="POWER_USER_ID_TEMPLATES" val="Cycle_1"/>
</p:tagLst>
</file>

<file path=ppt/tags/tag734.xml><?xml version="1.0" encoding="utf-8"?>
<p:tagLst xmlns:a="http://schemas.openxmlformats.org/drawingml/2006/main" xmlns:r="http://schemas.openxmlformats.org/officeDocument/2006/relationships" xmlns:p="http://schemas.openxmlformats.org/presentationml/2006/main">
  <p:tag name="POWER_USER_ID_TEMPLATES" val="Domino_effect"/>
</p:tagLst>
</file>

<file path=ppt/tags/tag735.xml><?xml version="1.0" encoding="utf-8"?>
<p:tagLst xmlns:a="http://schemas.openxmlformats.org/drawingml/2006/main" xmlns:r="http://schemas.openxmlformats.org/officeDocument/2006/relationships" xmlns:p="http://schemas.openxmlformats.org/presentationml/2006/main">
  <p:tag name="POWER_USER_ID_TEMPLATES" val="Filter_1"/>
</p:tagLst>
</file>

<file path=ppt/tags/tag7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7.xml><?xml version="1.0" encoding="utf-8"?>
<p:tagLst xmlns:a="http://schemas.openxmlformats.org/drawingml/2006/main" xmlns:r="http://schemas.openxmlformats.org/officeDocument/2006/relationships" xmlns:p="http://schemas.openxmlformats.org/presentationml/2006/main">
  <p:tag name="POWER_USER_ID_TEMPLATES" val="Filter_2"/>
</p:tagLst>
</file>

<file path=ppt/tags/tag7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9.xml><?xml version="1.0" encoding="utf-8"?>
<p:tagLst xmlns:a="http://schemas.openxmlformats.org/drawingml/2006/main" xmlns:r="http://schemas.openxmlformats.org/officeDocument/2006/relationships" xmlns:p="http://schemas.openxmlformats.org/presentationml/2006/main">
  <p:tag name="POWER_USER_ID_TEMPLATES" val="Gears_1"/>
</p:tagLst>
</file>

<file path=ppt/tags/tag740.xml><?xml version="1.0" encoding="utf-8"?>
<p:tagLst xmlns:a="http://schemas.openxmlformats.org/drawingml/2006/main" xmlns:r="http://schemas.openxmlformats.org/officeDocument/2006/relationships" xmlns:p="http://schemas.openxmlformats.org/presentationml/2006/main">
  <p:tag name="POWER_USER_ID_TEMPLATES" val="Growing_process"/>
</p:tagLst>
</file>

<file path=ppt/tags/tag741.xml><?xml version="1.0" encoding="utf-8"?>
<p:tagLst xmlns:a="http://schemas.openxmlformats.org/drawingml/2006/main" xmlns:r="http://schemas.openxmlformats.org/officeDocument/2006/relationships" xmlns:p="http://schemas.openxmlformats.org/presentationml/2006/main">
  <p:tag name="POWER_USER_ID_TEMPLATES" val="Icons_in_hexagon"/>
</p:tagLst>
</file>

<file path=ppt/tags/tag742.xml><?xml version="1.0" encoding="utf-8"?>
<p:tagLst xmlns:a="http://schemas.openxmlformats.org/drawingml/2006/main" xmlns:r="http://schemas.openxmlformats.org/officeDocument/2006/relationships" xmlns:p="http://schemas.openxmlformats.org/presentationml/2006/main">
  <p:tag name="POWER_USER_ID_TEMPLATES" val="Arrow_1"/>
</p:tagLst>
</file>

<file path=ppt/tags/tag7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4.xml><?xml version="1.0" encoding="utf-8"?>
<p:tagLst xmlns:a="http://schemas.openxmlformats.org/drawingml/2006/main" xmlns:r="http://schemas.openxmlformats.org/officeDocument/2006/relationships" xmlns:p="http://schemas.openxmlformats.org/presentationml/2006/main">
  <p:tag name="POWER_USER_ID_TEMPLATES" val="Arrow_stripes_3"/>
</p:tagLst>
</file>

<file path=ppt/tags/tag745.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3.xml><?xml version="1.0" encoding="utf-8"?>
<p:tagLst xmlns:a="http://schemas.openxmlformats.org/drawingml/2006/main" xmlns:r="http://schemas.openxmlformats.org/officeDocument/2006/relationships" xmlns:p="http://schemas.openxmlformats.org/presentationml/2006/main">
  <p:tag name="POWER_USER_ID_TEMPLATES" val="Value_chain_1"/>
</p:tagLst>
</file>

<file path=ppt/tags/tag764.xml><?xml version="1.0" encoding="utf-8"?>
<p:tagLst xmlns:a="http://schemas.openxmlformats.org/drawingml/2006/main" xmlns:r="http://schemas.openxmlformats.org/officeDocument/2006/relationships" xmlns:p="http://schemas.openxmlformats.org/presentationml/2006/main">
  <p:tag name="POWER_USER_ID_TEMPLATES" val="Value_chain_2"/>
</p:tagLst>
</file>

<file path=ppt/tags/tag765.xml><?xml version="1.0" encoding="utf-8"?>
<p:tagLst xmlns:a="http://schemas.openxmlformats.org/drawingml/2006/main" xmlns:r="http://schemas.openxmlformats.org/officeDocument/2006/relationships" xmlns:p="http://schemas.openxmlformats.org/presentationml/2006/main">
  <p:tag name="POWER_USER_ID_TEMPLATES" val="Value_chain_5"/>
</p:tagLst>
</file>

<file path=ppt/tags/tag766.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8.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9.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7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4.xml><?xml version="1.0" encoding="utf-8"?>
<p:tagLst xmlns:a="http://schemas.openxmlformats.org/drawingml/2006/main" xmlns:r="http://schemas.openxmlformats.org/officeDocument/2006/relationships" xmlns:p="http://schemas.openxmlformats.org/presentationml/2006/main">
  <p:tag name="POWER_USER_TAGS_ICONS" val="hiking*trail*walking"/>
</p:tagLst>
</file>

<file path=ppt/tags/tag775.xml><?xml version="1.0" encoding="utf-8"?>
<p:tagLst xmlns:a="http://schemas.openxmlformats.org/drawingml/2006/main" xmlns:r="http://schemas.openxmlformats.org/officeDocument/2006/relationships" xmlns:p="http://schemas.openxmlformats.org/presentationml/2006/main">
  <p:tag name="POWER_USER_TAGS_ICONS" val="jump*gap*bridge*challenge*obstacles"/>
</p:tagLst>
</file>

<file path=ppt/tags/tag77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8.xml><?xml version="1.0" encoding="utf-8"?>
<p:tagLst xmlns:a="http://schemas.openxmlformats.org/drawingml/2006/main" xmlns:r="http://schemas.openxmlformats.org/officeDocument/2006/relationships" xmlns:p="http://schemas.openxmlformats.org/presentationml/2006/main">
  <p:tag name="POWER_USER_ID_TEMPLATES" val="Challenges"/>
</p:tagLst>
</file>

<file path=ppt/tags/tag839.xml><?xml version="1.0" encoding="utf-8"?>
<p:tagLst xmlns:a="http://schemas.openxmlformats.org/drawingml/2006/main" xmlns:r="http://schemas.openxmlformats.org/officeDocument/2006/relationships" xmlns:p="http://schemas.openxmlformats.org/presentationml/2006/main">
  <p:tag name="POWER_USER_ID_TEMPLATES" val="Arbitrage"/>
</p:tagLst>
</file>

<file path=ppt/tags/tag8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41.xml><?xml version="1.0" encoding="utf-8"?>
<p:tagLst xmlns:a="http://schemas.openxmlformats.org/drawingml/2006/main" xmlns:r="http://schemas.openxmlformats.org/officeDocument/2006/relationships" xmlns:p="http://schemas.openxmlformats.org/presentationml/2006/main">
  <p:tag name="POWER_USER_ID_TEMPLATES" val="Cost_and_value"/>
</p:tagLst>
</file>

<file path=ppt/tags/tag842.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5.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6.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7.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8.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9.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1.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2.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3.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4.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5.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TRAFIC_LIGHTS"/>
</p:tagLst>
</file>

<file path=ppt/tags/tag857.xml><?xml version="1.0" encoding="utf-8"?>
<p:tagLst xmlns:a="http://schemas.openxmlformats.org/drawingml/2006/main" xmlns:r="http://schemas.openxmlformats.org/officeDocument/2006/relationships" xmlns:p="http://schemas.openxmlformats.org/presentationml/2006/main">
  <p:tag name="POWER_USER_TAGS_ICONS" val="gear_POWER_USER_SEPARATOR_ICONS_industry_POWER_USER_SEPARATOR_ICONS_setting"/>
</p:tagLst>
</file>

<file path=ppt/tags/tag8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1.xml><?xml version="1.0" encoding="utf-8"?>
<p:tagLst xmlns:a="http://schemas.openxmlformats.org/drawingml/2006/main" xmlns:r="http://schemas.openxmlformats.org/officeDocument/2006/relationships" xmlns:p="http://schemas.openxmlformats.org/presentationml/2006/main">
  <p:tag name="POWER_USER_ID_TEMPLATES" val="Pressure"/>
</p:tagLst>
</file>

<file path=ppt/tags/tag882.xml><?xml version="1.0" encoding="utf-8"?>
<p:tagLst xmlns:a="http://schemas.openxmlformats.org/drawingml/2006/main" xmlns:r="http://schemas.openxmlformats.org/officeDocument/2006/relationships" xmlns:p="http://schemas.openxmlformats.org/presentationml/2006/main">
  <p:tag name="POWER_USER_ID_TEMPLATES" val="Project_phases_1"/>
</p:tagLst>
</file>

<file path=ppt/tags/tag8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84.xml><?xml version="1.0" encoding="utf-8"?>
<p:tagLst xmlns:a="http://schemas.openxmlformats.org/drawingml/2006/main" xmlns:r="http://schemas.openxmlformats.org/officeDocument/2006/relationships" xmlns:p="http://schemas.openxmlformats.org/presentationml/2006/main">
  <p:tag name="POWER_USER_ID_TEMPLATES" val="Projects_evaluation"/>
</p:tagLst>
</file>

<file path=ppt/tags/tag885.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0"/>
</p:tagLst>
</file>

<file path=ppt/tags/tag888.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8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9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9.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0.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1.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2.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9.xml><?xml version="1.0" encoding="utf-8"?>
<p:tagLst xmlns:a="http://schemas.openxmlformats.org/drawingml/2006/main" xmlns:r="http://schemas.openxmlformats.org/officeDocument/2006/relationships" xmlns:p="http://schemas.openxmlformats.org/presentationml/2006/main">
  <p:tag name="POWER_USER_ID_TEMPLATES" val="Pros_and_cons_1"/>
</p:tagLst>
</file>

<file path=ppt/tags/tag910.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1.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3.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5.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7.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6.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7.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9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2.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3.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4.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5.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6.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7.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8.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9.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0.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2.xml><?xml version="1.0" encoding="utf-8"?>
<p:tagLst xmlns:a="http://schemas.openxmlformats.org/drawingml/2006/main" xmlns:r="http://schemas.openxmlformats.org/officeDocument/2006/relationships" xmlns:p="http://schemas.openxmlformats.org/presentationml/2006/main">
  <p:tag name="POWER_USER_ID_TEMPLATES" val="Steps_1"/>
</p:tagLst>
</file>

<file path=ppt/tags/tag1013.xml><?xml version="1.0" encoding="utf-8"?>
<p:tagLst xmlns:a="http://schemas.openxmlformats.org/drawingml/2006/main" xmlns:r="http://schemas.openxmlformats.org/officeDocument/2006/relationships" xmlns:p="http://schemas.openxmlformats.org/presentationml/2006/main">
  <p:tag name="POWER_USER_ID_TEMPLATES" val="Steps_3"/>
</p:tagLst>
</file>

<file path=ppt/tags/tag1014.xml><?xml version="1.0" encoding="utf-8"?>
<p:tagLst xmlns:a="http://schemas.openxmlformats.org/drawingml/2006/main" xmlns:r="http://schemas.openxmlformats.org/officeDocument/2006/relationships" xmlns:p="http://schemas.openxmlformats.org/presentationml/2006/main">
  <p:tag name="POWER_USER_ID_TEMPLATES" val="Goals"/>
</p:tagLst>
</file>

<file path=ppt/tags/tag101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40.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1.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2.xml><?xml version="1.0" encoding="utf-8"?>
<p:tagLst xmlns:a="http://schemas.openxmlformats.org/drawingml/2006/main" xmlns:r="http://schemas.openxmlformats.org/officeDocument/2006/relationships" xmlns:p="http://schemas.openxmlformats.org/presentationml/2006/main">
  <p:tag name="POWER_USER_ID_TEMPLATES" val="Target_3"/>
</p:tagLst>
</file>

<file path=ppt/tags/tag1043.xml><?xml version="1.0" encoding="utf-8"?>
<p:tagLst xmlns:a="http://schemas.openxmlformats.org/drawingml/2006/main" xmlns:r="http://schemas.openxmlformats.org/officeDocument/2006/relationships" xmlns:p="http://schemas.openxmlformats.org/presentationml/2006/main">
  <p:tag name="POWER_USER_ID_TEMPLATES" val="Target_1"/>
</p:tagLst>
</file>

<file path=ppt/tags/tag1044.xml><?xml version="1.0" encoding="utf-8"?>
<p:tagLst xmlns:a="http://schemas.openxmlformats.org/drawingml/2006/main" xmlns:r="http://schemas.openxmlformats.org/officeDocument/2006/relationships" xmlns:p="http://schemas.openxmlformats.org/presentationml/2006/main">
  <p:tag name="POWER_USER_ID_TEMPLATES" val="Target_2"/>
</p:tagLst>
</file>

<file path=ppt/tags/tag10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46.xml><?xml version="1.0" encoding="utf-8"?>
<p:tagLst xmlns:a="http://schemas.openxmlformats.org/drawingml/2006/main" xmlns:r="http://schemas.openxmlformats.org/officeDocument/2006/relationships" xmlns:p="http://schemas.openxmlformats.org/presentationml/2006/main">
  <p:tag name="POWER_USER_ID_TEMPLATES" val="Time_range"/>
</p:tagLst>
</file>

<file path=ppt/tags/tag1047.xml><?xml version="1.0" encoding="utf-8"?>
<p:tagLst xmlns:a="http://schemas.openxmlformats.org/drawingml/2006/main" xmlns:r="http://schemas.openxmlformats.org/officeDocument/2006/relationships" xmlns:p="http://schemas.openxmlformats.org/presentationml/2006/main">
  <p:tag name="POWER_USER_ID_TEMPLATES" val="Timeline_1"/>
</p:tagLst>
</file>

<file path=ppt/tags/tag1048.xml><?xml version="1.0" encoding="utf-8"?>
<p:tagLst xmlns:a="http://schemas.openxmlformats.org/drawingml/2006/main" xmlns:r="http://schemas.openxmlformats.org/officeDocument/2006/relationships" xmlns:p="http://schemas.openxmlformats.org/presentationml/2006/main">
  <p:tag name="POWER_USER_ID_TEMPLATES" val="Timeline_2"/>
</p:tagLst>
</file>

<file path=ppt/tags/tag1049.xml><?xml version="1.0" encoding="utf-8"?>
<p:tagLst xmlns:a="http://schemas.openxmlformats.org/drawingml/2006/main" xmlns:r="http://schemas.openxmlformats.org/officeDocument/2006/relationships" xmlns:p="http://schemas.openxmlformats.org/presentationml/2006/main">
  <p:tag name="POWER_USER_ID_TEMPLATES" val="Timeline_3"/>
</p:tagLst>
</file>

<file path=ppt/tags/tag10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3.xml><?xml version="1.0" encoding="utf-8"?>
<p:tagLst xmlns:a="http://schemas.openxmlformats.org/drawingml/2006/main" xmlns:r="http://schemas.openxmlformats.org/officeDocument/2006/relationships" xmlns:p="http://schemas.openxmlformats.org/presentationml/2006/main">
  <p:tag name="POWER_USER_ID_TEMPLATES" val="Timeline_4"/>
</p:tagLst>
</file>

<file path=ppt/tags/tag1054.xml><?xml version="1.0" encoding="utf-8"?>
<p:tagLst xmlns:a="http://schemas.openxmlformats.org/drawingml/2006/main" xmlns:r="http://schemas.openxmlformats.org/officeDocument/2006/relationships" xmlns:p="http://schemas.openxmlformats.org/presentationml/2006/main">
  <p:tag name="POWER_USER_ID_TEMPLATES" val="Timeline_6"/>
</p:tagLst>
</file>

<file path=ppt/tags/tag1055.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6.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7.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8.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9.xml><?xml version="1.0" encoding="utf-8"?>
<p:tagLst xmlns:a="http://schemas.openxmlformats.org/drawingml/2006/main" xmlns:r="http://schemas.openxmlformats.org/officeDocument/2006/relationships" xmlns:p="http://schemas.openxmlformats.org/presentationml/2006/main">
  <p:tag name="POWER_USER_ID_TEMPLATES" val="Timeline_8"/>
</p:tagLst>
</file>

<file path=ppt/tags/tag106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90.xml><?xml version="1.0" encoding="utf-8"?>
<p:tagLst xmlns:a="http://schemas.openxmlformats.org/drawingml/2006/main" xmlns:r="http://schemas.openxmlformats.org/officeDocument/2006/relationships" xmlns:p="http://schemas.openxmlformats.org/presentationml/2006/main">
  <p:tag name="POWER_USER_ID_TEMPLATES" val="Matrix_1"/>
</p:tagLst>
</file>

<file path=ppt/tags/tag1091.xml><?xml version="1.0" encoding="utf-8"?>
<p:tagLst xmlns:a="http://schemas.openxmlformats.org/drawingml/2006/main" xmlns:r="http://schemas.openxmlformats.org/officeDocument/2006/relationships" xmlns:p="http://schemas.openxmlformats.org/presentationml/2006/main">
  <p:tag name="POWER_USER_ID_TEMPLATES" val="Matrix_2"/>
</p:tagLst>
</file>

<file path=ppt/tags/tag109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2.xml><?xml version="1.0" encoding="utf-8"?>
<p:tagLst xmlns:a="http://schemas.openxmlformats.org/drawingml/2006/main" xmlns:r="http://schemas.openxmlformats.org/officeDocument/2006/relationships" xmlns:p="http://schemas.openxmlformats.org/presentationml/2006/main">
  <p:tag name="POWER_USER_ID_TEMPLATES" val="Matrix_3"/>
</p:tagLst>
</file>

<file path=ppt/tags/tag1103.xml><?xml version="1.0" encoding="utf-8"?>
<p:tagLst xmlns:a="http://schemas.openxmlformats.org/drawingml/2006/main" xmlns:r="http://schemas.openxmlformats.org/officeDocument/2006/relationships" xmlns:p="http://schemas.openxmlformats.org/presentationml/2006/main">
  <p:tag name="POWER_USER_ID_TEMPLATES" val="Matrix_4"/>
</p:tagLst>
</file>

<file path=ppt/tags/tag110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4.xml><?xml version="1.0" encoding="utf-8"?>
<p:tagLst xmlns:a="http://schemas.openxmlformats.org/drawingml/2006/main" xmlns:r="http://schemas.openxmlformats.org/officeDocument/2006/relationships" xmlns:p="http://schemas.openxmlformats.org/presentationml/2006/main">
  <p:tag name="POWER_USER_ID_TEMPLATES" val="Balanced_Scorecard_1"/>
</p:tagLst>
</file>

<file path=ppt/tags/tag1115.xml><?xml version="1.0" encoding="utf-8"?>
<p:tagLst xmlns:a="http://schemas.openxmlformats.org/drawingml/2006/main" xmlns:r="http://schemas.openxmlformats.org/officeDocument/2006/relationships" xmlns:p="http://schemas.openxmlformats.org/presentationml/2006/main">
  <p:tag name="POWER_USER_ID_TEMPLATES" val="BCG_Matrix"/>
</p:tagLst>
</file>

<file path=ppt/tags/tag1116.xml><?xml version="1.0" encoding="utf-8"?>
<p:tagLst xmlns:a="http://schemas.openxmlformats.org/drawingml/2006/main" xmlns:r="http://schemas.openxmlformats.org/officeDocument/2006/relationships" xmlns:p="http://schemas.openxmlformats.org/presentationml/2006/main">
  <p:tag name="POWER_USER_ID_TEMPLATES" val="Blue_Ocean_Strategy_four_actions__W__Chan_Kim_2004_"/>
</p:tagLst>
</file>

<file path=ppt/tags/tag1117.xml><?xml version="1.0" encoding="utf-8"?>
<p:tagLst xmlns:a="http://schemas.openxmlformats.org/drawingml/2006/main" xmlns:r="http://schemas.openxmlformats.org/officeDocument/2006/relationships" xmlns:p="http://schemas.openxmlformats.org/presentationml/2006/main">
  <p:tag name="POWER_USER_ID_TEMPLATES" val="Business_model_canvas__Osterwalder_2010_"/>
</p:tagLst>
</file>

<file path=ppt/tags/tag1118.xml><?xml version="1.0" encoding="utf-8"?>
<p:tagLst xmlns:a="http://schemas.openxmlformats.org/drawingml/2006/main" xmlns:r="http://schemas.openxmlformats.org/officeDocument/2006/relationships" xmlns:p="http://schemas.openxmlformats.org/presentationml/2006/main">
  <p:tag name="POWER_USER_ID_TEMPLATES" val="Client_satisfaction_model__Kano_1984_"/>
</p:tagLst>
</file>

<file path=ppt/tags/tag111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GAUGE"/>
</p:tagLst>
</file>

<file path=ppt/tags/tag1120.xml><?xml version="1.0" encoding="utf-8"?>
<p:tagLst xmlns:a="http://schemas.openxmlformats.org/drawingml/2006/main" xmlns:r="http://schemas.openxmlformats.org/officeDocument/2006/relationships" xmlns:p="http://schemas.openxmlformats.org/presentationml/2006/main">
  <p:tag name="POWER_USER_ID_TEMPLATES" val="Competitive_Advantage_Matrix__Michael_E__Porter_1980_"/>
</p:tagLst>
</file>

<file path=ppt/tags/tag1121.xml><?xml version="1.0" encoding="utf-8"?>
<p:tagLst xmlns:a="http://schemas.openxmlformats.org/drawingml/2006/main" xmlns:r="http://schemas.openxmlformats.org/officeDocument/2006/relationships" xmlns:p="http://schemas.openxmlformats.org/presentationml/2006/main">
  <p:tag name="POWER_USER_ID_TEMPLATES" val="Financial_aggregates"/>
</p:tagLst>
</file>

<file path=ppt/tags/tag1122.xml><?xml version="1.0" encoding="utf-8"?>
<p:tagLst xmlns:a="http://schemas.openxmlformats.org/drawingml/2006/main" xmlns:r="http://schemas.openxmlformats.org/officeDocument/2006/relationships" xmlns:p="http://schemas.openxmlformats.org/presentationml/2006/main">
  <p:tag name="POWER_USER_ID_TEMPLATES" val="Fish_bone"/>
</p:tagLst>
</file>

<file path=ppt/tags/tag11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24.xml><?xml version="1.0" encoding="utf-8"?>
<p:tagLst xmlns:a="http://schemas.openxmlformats.org/drawingml/2006/main" xmlns:r="http://schemas.openxmlformats.org/officeDocument/2006/relationships" xmlns:p="http://schemas.openxmlformats.org/presentationml/2006/main">
  <p:tag name="THINKCELLSHAPEDONOTDELETE" val="pCYaLXKJbC0iqkAFy9x9Ogg"/>
</p:tagLst>
</file>

<file path=ppt/tags/tag1125.xml><?xml version="1.0" encoding="utf-8"?>
<p:tagLst xmlns:a="http://schemas.openxmlformats.org/drawingml/2006/main" xmlns:r="http://schemas.openxmlformats.org/officeDocument/2006/relationships" xmlns:p="http://schemas.openxmlformats.org/presentationml/2006/main">
  <p:tag name="THINKCELLSHAPEDONOTDELETE" val="pr8xEQ_JVWUW9xSWMXX45AQ"/>
</p:tagLst>
</file>

<file path=ppt/tags/tag1126.xml><?xml version="1.0" encoding="utf-8"?>
<p:tagLst xmlns:a="http://schemas.openxmlformats.org/drawingml/2006/main" xmlns:r="http://schemas.openxmlformats.org/officeDocument/2006/relationships" xmlns:p="http://schemas.openxmlformats.org/presentationml/2006/main">
  <p:tag name="THINKCELLSHAPEDONOTDELETE" val="pWwq.CT0BNk2_7oUmtt98nQ"/>
</p:tagLst>
</file>

<file path=ppt/tags/tag1127.xml><?xml version="1.0" encoding="utf-8"?>
<p:tagLst xmlns:a="http://schemas.openxmlformats.org/drawingml/2006/main" xmlns:r="http://schemas.openxmlformats.org/officeDocument/2006/relationships" xmlns:p="http://schemas.openxmlformats.org/presentationml/2006/main">
  <p:tag name="THINKCELLSHAPEDONOTDELETE" val="pcqVSORoWuUakGdKVGfrM3w"/>
</p:tagLst>
</file>

<file path=ppt/tags/tag1128.xml><?xml version="1.0" encoding="utf-8"?>
<p:tagLst xmlns:a="http://schemas.openxmlformats.org/drawingml/2006/main" xmlns:r="http://schemas.openxmlformats.org/officeDocument/2006/relationships" xmlns:p="http://schemas.openxmlformats.org/presentationml/2006/main">
  <p:tag name="THINKCELLSHAPEDONOTDELETE" val="p06rZPHJER0Wb8CXiyn9Xhw"/>
</p:tagLst>
</file>

<file path=ppt/tags/tag1129.xml><?xml version="1.0" encoding="utf-8"?>
<p:tagLst xmlns:a="http://schemas.openxmlformats.org/drawingml/2006/main" xmlns:r="http://schemas.openxmlformats.org/officeDocument/2006/relationships" xmlns:p="http://schemas.openxmlformats.org/presentationml/2006/main">
  <p:tag name="THINKCELLSHAPEDONOTDELETE" val="pkFN80E0Wh0u1yz_o4fFVKA"/>
</p:tagLst>
</file>

<file path=ppt/tags/tag1130.xml><?xml version="1.0" encoding="utf-8"?>
<p:tagLst xmlns:a="http://schemas.openxmlformats.org/drawingml/2006/main" xmlns:r="http://schemas.openxmlformats.org/officeDocument/2006/relationships" xmlns:p="http://schemas.openxmlformats.org/presentationml/2006/main">
  <p:tag name="THINKCELLSHAPEDONOTDELETE" val="pDDp9KYBGM02GCZqUlneQCQ"/>
</p:tagLst>
</file>

<file path=ppt/tags/tag1131.xml><?xml version="1.0" encoding="utf-8"?>
<p:tagLst xmlns:a="http://schemas.openxmlformats.org/drawingml/2006/main" xmlns:r="http://schemas.openxmlformats.org/officeDocument/2006/relationships" xmlns:p="http://schemas.openxmlformats.org/presentationml/2006/main">
  <p:tag name="THINKCELLSHAPEDONOTDELETE" val="pFCbSC.2PKkuPoBkUp.ec0g"/>
</p:tagLst>
</file>

<file path=ppt/tags/tag1132.xml><?xml version="1.0" encoding="utf-8"?>
<p:tagLst xmlns:a="http://schemas.openxmlformats.org/drawingml/2006/main" xmlns:r="http://schemas.openxmlformats.org/officeDocument/2006/relationships" xmlns:p="http://schemas.openxmlformats.org/presentationml/2006/main">
  <p:tag name="THINKCELLSHAPEDONOTDELETE" val="pK.bmFlWocUOrqb07A5cCMA"/>
</p:tagLst>
</file>

<file path=ppt/tags/tag1133.xml><?xml version="1.0" encoding="utf-8"?>
<p:tagLst xmlns:a="http://schemas.openxmlformats.org/drawingml/2006/main" xmlns:r="http://schemas.openxmlformats.org/officeDocument/2006/relationships" xmlns:p="http://schemas.openxmlformats.org/presentationml/2006/main">
  <p:tag name="THINKCELLSHAPEDONOTDELETE" val="pqJa538LddEOb3E18m2w0VQ"/>
</p:tagLst>
</file>

<file path=ppt/tags/tag1134.xml><?xml version="1.0" encoding="utf-8"?>
<p:tagLst xmlns:a="http://schemas.openxmlformats.org/drawingml/2006/main" xmlns:r="http://schemas.openxmlformats.org/officeDocument/2006/relationships" xmlns:p="http://schemas.openxmlformats.org/presentationml/2006/main">
  <p:tag name="THINKCELLSHAPEDONOTDELETE" val="p2dardNk5KUaJUI0lPDLurw"/>
</p:tagLst>
</file>

<file path=ppt/tags/tag1135.xml><?xml version="1.0" encoding="utf-8"?>
<p:tagLst xmlns:a="http://schemas.openxmlformats.org/drawingml/2006/main" xmlns:r="http://schemas.openxmlformats.org/officeDocument/2006/relationships" xmlns:p="http://schemas.openxmlformats.org/presentationml/2006/main">
  <p:tag name="THINKCELLSHAPEDONOTDELETE" val="pEByYBBfzXkmbbbcumoGwhw"/>
</p:tagLst>
</file>

<file path=ppt/tags/tag1136.xml><?xml version="1.0" encoding="utf-8"?>
<p:tagLst xmlns:a="http://schemas.openxmlformats.org/drawingml/2006/main" xmlns:r="http://schemas.openxmlformats.org/officeDocument/2006/relationships" xmlns:p="http://schemas.openxmlformats.org/presentationml/2006/main">
  <p:tag name="THINKCELLSHAPEDONOTDELETE" val="pA3zbzWxz6U6CNohw9jl10A"/>
</p:tagLst>
</file>

<file path=ppt/tags/tag1137.xml><?xml version="1.0" encoding="utf-8"?>
<p:tagLst xmlns:a="http://schemas.openxmlformats.org/drawingml/2006/main" xmlns:r="http://schemas.openxmlformats.org/officeDocument/2006/relationships" xmlns:p="http://schemas.openxmlformats.org/presentationml/2006/main">
  <p:tag name="THINKCELLSHAPEDONOTDELETE" val="p.glO3.q7HEKk9BL54YaX0g"/>
</p:tagLst>
</file>

<file path=ppt/tags/tag113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3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0.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1.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2.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3.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4.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5.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6.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7.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50.xml><?xml version="1.0" encoding="utf-8"?>
<p:tagLst xmlns:a="http://schemas.openxmlformats.org/drawingml/2006/main" xmlns:r="http://schemas.openxmlformats.org/officeDocument/2006/relationships" xmlns:p="http://schemas.openxmlformats.org/presentationml/2006/main">
  <p:tag name="POWER_USER_ID_TEMPLATES" val="Five_Forces__Michael_E__Porter_1980_"/>
</p:tagLst>
</file>

<file path=ppt/tags/tag1151.xml><?xml version="1.0" encoding="utf-8"?>
<p:tagLst xmlns:a="http://schemas.openxmlformats.org/drawingml/2006/main" xmlns:r="http://schemas.openxmlformats.org/officeDocument/2006/relationships" xmlns:p="http://schemas.openxmlformats.org/presentationml/2006/main">
  <p:tag name="POWER_USER_ID_TEMPLATES" val="Innovation_Assessment_Tool"/>
</p:tagLst>
</file>

<file path=ppt/tags/tag1152.xml><?xml version="1.0" encoding="utf-8"?>
<p:tagLst xmlns:a="http://schemas.openxmlformats.org/drawingml/2006/main" xmlns:r="http://schemas.openxmlformats.org/officeDocument/2006/relationships" xmlns:p="http://schemas.openxmlformats.org/presentationml/2006/main">
  <p:tag name="POWER_USER_ID_TEMPLATES" val="Innovation_Funnel"/>
</p:tagLst>
</file>

<file path=ppt/tags/tag115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1154.xml><?xml version="1.0" encoding="utf-8"?>
<p:tagLst xmlns:a="http://schemas.openxmlformats.org/drawingml/2006/main" xmlns:r="http://schemas.openxmlformats.org/officeDocument/2006/relationships" xmlns:p="http://schemas.openxmlformats.org/presentationml/2006/main">
  <p:tag name="POWER_USER_TAGS_ICONS" val="distribution-site_POWER_USER_SEPARATOR_ICONS_box_POWER_USER_SEPARATOR_ICONS_cardboard_POWER_USER_SEPARATOR_ICONS_factory_POWER_USER_SEPARATOR_ICONS_humanitarian_POWER_USER_SEPARATOR_ICONS_infrastructure_POWER_USER_SEPARATOR_ICONS_manufacturing_POWER_USER_SEPARATOR_ICONS_warehouse"/>
</p:tagLst>
</file>

<file path=ppt/tags/tag1155.xml><?xml version="1.0" encoding="utf-8"?>
<p:tagLst xmlns:a="http://schemas.openxmlformats.org/drawingml/2006/main" xmlns:r="http://schemas.openxmlformats.org/officeDocument/2006/relationships" xmlns:p="http://schemas.openxmlformats.org/presentationml/2006/main">
  <p:tag name="POWER_USER_TAGS_ICONS" val="recycle*logic*environment*energy*sustainability*planet*reuse*waste*"/>
</p:tagLst>
</file>

<file path=ppt/tags/tag11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1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1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1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1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1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1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1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207.xml><?xml version="1.0" encoding="utf-8"?>
<p:tagLst xmlns:a="http://schemas.openxmlformats.org/drawingml/2006/main" xmlns:r="http://schemas.openxmlformats.org/officeDocument/2006/relationships" xmlns:p="http://schemas.openxmlformats.org/presentationml/2006/main">
  <p:tag name="POWER_USER_ID_TEMPLATES" val="McKinsey_7S"/>
</p:tagLst>
</file>

<file path=ppt/tags/tag1208.xml><?xml version="1.0" encoding="utf-8"?>
<p:tagLst xmlns:a="http://schemas.openxmlformats.org/drawingml/2006/main" xmlns:r="http://schemas.openxmlformats.org/officeDocument/2006/relationships" xmlns:p="http://schemas.openxmlformats.org/presentationml/2006/main">
  <p:tag name="POWER_USER_ID_TEMPLATES" val="Network_Mapping_Tool"/>
</p:tagLst>
</file>

<file path=ppt/tags/tag1209.xml><?xml version="1.0" encoding="utf-8"?>
<p:tagLst xmlns:a="http://schemas.openxmlformats.org/drawingml/2006/main" xmlns:r="http://schemas.openxmlformats.org/officeDocument/2006/relationships" xmlns:p="http://schemas.openxmlformats.org/presentationml/2006/main">
  <p:tag name="POWER_USER_ID_TEMPLATES" val="NOISE_Analysis"/>
</p:tagLst>
</file>

<file path=ppt/tags/tag1210.xml><?xml version="1.0" encoding="utf-8"?>
<p:tagLst xmlns:a="http://schemas.openxmlformats.org/drawingml/2006/main" xmlns:r="http://schemas.openxmlformats.org/officeDocument/2006/relationships" xmlns:p="http://schemas.openxmlformats.org/presentationml/2006/main">
  <p:tag name="POWER_USER_ID_TEMPLATES" val="Accenture_non_stop_customer_experience"/>
</p:tagLst>
</file>

<file path=ppt/tags/tag1211.xml><?xml version="1.0" encoding="utf-8"?>
<p:tagLst xmlns:a="http://schemas.openxmlformats.org/drawingml/2006/main" xmlns:r="http://schemas.openxmlformats.org/officeDocument/2006/relationships" xmlns:p="http://schemas.openxmlformats.org/presentationml/2006/main">
  <p:tag name="THINKCELLSHAPEDONOTDELETE" val="7sx4MFSeH0Oz3dIX7807KQ"/>
</p:tagLst>
</file>

<file path=ppt/tags/tag1212.xml><?xml version="1.0" encoding="utf-8"?>
<p:tagLst xmlns:a="http://schemas.openxmlformats.org/drawingml/2006/main" xmlns:r="http://schemas.openxmlformats.org/officeDocument/2006/relationships" xmlns:p="http://schemas.openxmlformats.org/presentationml/2006/main">
  <p:tag name="POWER_USER_ID_TEMPLATES" val="PESTEL_Analysis"/>
</p:tagLst>
</file>

<file path=ppt/tags/tag121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5.xml><?xml version="1.0" encoding="utf-8"?>
<p:tagLst xmlns:a="http://schemas.openxmlformats.org/drawingml/2006/main" xmlns:r="http://schemas.openxmlformats.org/officeDocument/2006/relationships" xmlns:p="http://schemas.openxmlformats.org/presentationml/2006/main">
  <p:tag name="POWER_USER_ID_TEMPLATES" val="Prioritization_Matrix"/>
</p:tagLst>
</file>

<file path=ppt/tags/tag1216.xml><?xml version="1.0" encoding="utf-8"?>
<p:tagLst xmlns:a="http://schemas.openxmlformats.org/drawingml/2006/main" xmlns:r="http://schemas.openxmlformats.org/officeDocument/2006/relationships" xmlns:p="http://schemas.openxmlformats.org/presentationml/2006/main">
  <p:tag name="POWER_USER_ID_TEMPLATES" val="Profitability_framework"/>
</p:tagLst>
</file>

<file path=ppt/tags/tag1217.xml><?xml version="1.0" encoding="utf-8"?>
<p:tagLst xmlns:a="http://schemas.openxmlformats.org/drawingml/2006/main" xmlns:r="http://schemas.openxmlformats.org/officeDocument/2006/relationships" xmlns:p="http://schemas.openxmlformats.org/presentationml/2006/main">
  <p:tag name="POWER_USER_ID_TEMPLATES" val="ROIC_framework"/>
</p:tagLst>
</file>

<file path=ppt/tags/tag12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2.xml><?xml version="1.0" encoding="utf-8"?>
<p:tagLst xmlns:a="http://schemas.openxmlformats.org/drawingml/2006/main" xmlns:r="http://schemas.openxmlformats.org/officeDocument/2006/relationships" xmlns:p="http://schemas.openxmlformats.org/presentationml/2006/main">
  <p:tag name="POWER_USER_ID_TEMPLATES" val="SMAC_framework"/>
</p:tagLst>
</file>

<file path=ppt/tags/tag12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4.xml><?xml version="1.0" encoding="utf-8"?>
<p:tagLst xmlns:a="http://schemas.openxmlformats.org/drawingml/2006/main" xmlns:r="http://schemas.openxmlformats.org/officeDocument/2006/relationships" xmlns:p="http://schemas.openxmlformats.org/presentationml/2006/main">
  <p:tag name="POWER_USER_ID_TEMPLATES" val="SMART_goals"/>
</p:tagLst>
</file>

<file path=ppt/tags/tag1225.xml><?xml version="1.0" encoding="utf-8"?>
<p:tagLst xmlns:a="http://schemas.openxmlformats.org/drawingml/2006/main" xmlns:r="http://schemas.openxmlformats.org/officeDocument/2006/relationships" xmlns:p="http://schemas.openxmlformats.org/presentationml/2006/main">
  <p:tag name="POWER_USER_ID_TEMPLATES" val="Strategy_Map"/>
</p:tagLst>
</file>

<file path=ppt/tags/tag1226.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7.xml><?xml version="1.0" encoding="utf-8"?>
<p:tagLst xmlns:a="http://schemas.openxmlformats.org/drawingml/2006/main" xmlns:r="http://schemas.openxmlformats.org/officeDocument/2006/relationships" xmlns:p="http://schemas.openxmlformats.org/presentationml/2006/main">
  <p:tag name="POWER_USER_ID_TEMPLATES" val="SWOT_Analysis_2"/>
</p:tagLst>
</file>

<file path=ppt/tags/tag1228.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9.xml><?xml version="1.0" encoding="utf-8"?>
<p:tagLst xmlns:a="http://schemas.openxmlformats.org/drawingml/2006/main" xmlns:r="http://schemas.openxmlformats.org/officeDocument/2006/relationships" xmlns:p="http://schemas.openxmlformats.org/presentationml/2006/main">
  <p:tag name="POWER_USER_ID_TEMPLATES" val="Technology_Capability_Assessment"/>
</p:tagLst>
</file>

<file path=ppt/tags/tag1230.xml><?xml version="1.0" encoding="utf-8"?>
<p:tagLst xmlns:a="http://schemas.openxmlformats.org/drawingml/2006/main" xmlns:r="http://schemas.openxmlformats.org/officeDocument/2006/relationships" xmlns:p="http://schemas.openxmlformats.org/presentationml/2006/main">
  <p:tag name="POWER_USER_ID_TEMPLATES" val="Overlapping_circles_1"/>
</p:tagLst>
</file>

<file path=ppt/tags/tag1231.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2.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3.xml><?xml version="1.0" encoding="utf-8"?>
<p:tagLst xmlns:a="http://schemas.openxmlformats.org/drawingml/2006/main" xmlns:r="http://schemas.openxmlformats.org/officeDocument/2006/relationships" xmlns:p="http://schemas.openxmlformats.org/presentationml/2006/main">
  <p:tag name="POWER_USER_ID_TEMPLATES" val="Business_card"/>
</p:tagLst>
</file>

<file path=ppt/tags/tag12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6.xml><?xml version="1.0" encoding="utf-8"?>
<p:tagLst xmlns:a="http://schemas.openxmlformats.org/drawingml/2006/main" xmlns:r="http://schemas.openxmlformats.org/officeDocument/2006/relationships" xmlns:p="http://schemas.openxmlformats.org/presentationml/2006/main">
  <p:tag name="POWER_USER_ID_TEMPLATES" val="Company_description"/>
</p:tagLst>
</file>

<file path=ppt/tags/tag12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38.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23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2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2.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3.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4.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5.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6.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7.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8.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2.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3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3.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4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4.xml><?xml version="1.0" encoding="utf-8"?>
<p:tagLst xmlns:a="http://schemas.openxmlformats.org/drawingml/2006/main" xmlns:r="http://schemas.openxmlformats.org/officeDocument/2006/relationships" xmlns:p="http://schemas.openxmlformats.org/presentationml/2006/main">
  <p:tag name="POWER_USER_ID_TEMPLATES" val="CV_Jane_Doe"/>
</p:tagLst>
</file>

<file path=ppt/tags/tag1585.xml><?xml version="1.0" encoding="utf-8"?>
<p:tagLst xmlns:a="http://schemas.openxmlformats.org/drawingml/2006/main" xmlns:r="http://schemas.openxmlformats.org/officeDocument/2006/relationships" xmlns:p="http://schemas.openxmlformats.org/presentationml/2006/main">
  <p:tag name="POWER_USER_TAGS_ICONS" val="identification_POWER_USER_SEPARATOR_ICONS_drivers-license_POWER_USER_SEPARATOR_ICONS_id-card_POWER_USER_SEPARATOR_ICONS_license_POWER_USER_SEPARATOR_ICONS_state-id_POWER_USER_SEPARATOR_ICONS_voter-id_POWER_USER_SEPARATOR_ICONS_voting-id"/>
</p:tagLst>
</file>

<file path=ppt/tags/tag158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9.xml><?xml version="1.0" encoding="utf-8"?>
<p:tagLst xmlns:a="http://schemas.openxmlformats.org/drawingml/2006/main" xmlns:r="http://schemas.openxmlformats.org/officeDocument/2006/relationships" xmlns:p="http://schemas.openxmlformats.org/presentationml/2006/main">
  <p:tag name="POWER_USER_ID_TEMPLATES" val="DNA"/>
</p:tagLst>
</file>

<file path=ppt/tags/tag15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1.xml><?xml version="1.0" encoding="utf-8"?>
<p:tagLst xmlns:a="http://schemas.openxmlformats.org/drawingml/2006/main" xmlns:r="http://schemas.openxmlformats.org/officeDocument/2006/relationships" xmlns:p="http://schemas.openxmlformats.org/presentationml/2006/main">
  <p:tag name="POWER_USER_TAGS_ICONS" val="peace*dove*olive branch*symbol*pacifism*war"/>
</p:tagLst>
</file>

<file path=ppt/tags/tag1592.xml><?xml version="1.0" encoding="utf-8"?>
<p:tagLst xmlns:a="http://schemas.openxmlformats.org/drawingml/2006/main" xmlns:r="http://schemas.openxmlformats.org/officeDocument/2006/relationships" xmlns:p="http://schemas.openxmlformats.org/presentationml/2006/main">
  <p:tag name="POWER_USER_TAGS_ICONS" val="disco ball*club*party*leisure"/>
</p:tagLst>
</file>

<file path=ppt/tags/tag1593.xml><?xml version="1.0" encoding="utf-8"?>
<p:tagLst xmlns:a="http://schemas.openxmlformats.org/drawingml/2006/main" xmlns:r="http://schemas.openxmlformats.org/officeDocument/2006/relationships" xmlns:p="http://schemas.openxmlformats.org/presentationml/2006/main">
  <p:tag name="POWER_USER_TAGS_ICONS" val="brain*genius*smart*think"/>
</p:tagLst>
</file>

<file path=ppt/tags/tag159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3.xml><?xml version="1.0" encoding="utf-8"?>
<p:tagLst xmlns:a="http://schemas.openxmlformats.org/drawingml/2006/main" xmlns:r="http://schemas.openxmlformats.org/officeDocument/2006/relationships" xmlns:p="http://schemas.openxmlformats.org/presentationml/2006/main">
  <p:tag name="POWER_USER_ID_TEMPLATES" val="Infographics_1"/>
</p:tagLst>
</file>

<file path=ppt/tags/tag1604.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06.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7.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8.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9.xml><?xml version="1.0" encoding="utf-8"?>
<p:tagLst xmlns:a="http://schemas.openxmlformats.org/drawingml/2006/main" xmlns:r="http://schemas.openxmlformats.org/officeDocument/2006/relationships" xmlns:p="http://schemas.openxmlformats.org/presentationml/2006/main">
  <p:tag name="POWER_USER_ID_TEMPLATES" val="Key_figures_1"/>
</p:tagLst>
</file>

<file path=ppt/tags/tag161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11.xml><?xml version="1.0" encoding="utf-8"?>
<p:tagLst xmlns:a="http://schemas.openxmlformats.org/drawingml/2006/main" xmlns:r="http://schemas.openxmlformats.org/officeDocument/2006/relationships" xmlns:p="http://schemas.openxmlformats.org/presentationml/2006/main">
  <p:tag name="POWER_USER_ID_TEMPLATES" val="Key_figures_2"/>
</p:tagLst>
</file>

<file path=ppt/tags/tag1612.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3.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4.xml><?xml version="1.0" encoding="utf-8"?>
<p:tagLst xmlns:a="http://schemas.openxmlformats.org/drawingml/2006/main" xmlns:r="http://schemas.openxmlformats.org/officeDocument/2006/relationships" xmlns:p="http://schemas.openxmlformats.org/presentationml/2006/main">
  <p:tag name="POWER_USER_ID_TEMPLATES" val="Key_figures_4"/>
</p:tagLst>
</file>

<file path=ppt/tags/tag161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5.xml><?xml version="1.0" encoding="utf-8"?>
<p:tagLst xmlns:a="http://schemas.openxmlformats.org/drawingml/2006/main" xmlns:r="http://schemas.openxmlformats.org/officeDocument/2006/relationships" xmlns:p="http://schemas.openxmlformats.org/presentationml/2006/main">
  <p:tag name="POWER_USER_ID_TEMPLATES" val="Key_figures_5"/>
</p:tagLst>
</file>

<file path=ppt/tags/tag17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7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7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7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7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7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7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7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7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7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7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7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7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7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7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7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7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7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7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7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7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7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7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7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7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7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7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7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7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7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7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747.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7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27.xml><?xml version="1.0" encoding="utf-8"?>
<p:tagLst xmlns:a="http://schemas.openxmlformats.org/drawingml/2006/main" xmlns:r="http://schemas.openxmlformats.org/officeDocument/2006/relationships" xmlns:p="http://schemas.openxmlformats.org/presentationml/2006/main">
  <p:tag name="POWER_USER_ID_TEMPLATES" val="Organizational_chart_1"/>
</p:tagLst>
</file>

<file path=ppt/tags/tag1828.xml><?xml version="1.0" encoding="utf-8"?>
<p:tagLst xmlns:a="http://schemas.openxmlformats.org/drawingml/2006/main" xmlns:r="http://schemas.openxmlformats.org/officeDocument/2006/relationships" xmlns:p="http://schemas.openxmlformats.org/presentationml/2006/main">
  <p:tag name="POWER_USER_ID_TEMPLATES" val="Organizational_chart_2"/>
</p:tagLst>
</file>

<file path=ppt/tags/tag1829.xml><?xml version="1.0" encoding="utf-8"?>
<p:tagLst xmlns:a="http://schemas.openxmlformats.org/drawingml/2006/main" xmlns:r="http://schemas.openxmlformats.org/officeDocument/2006/relationships" xmlns:p="http://schemas.openxmlformats.org/presentationml/2006/main">
  <p:tag name="POWER_USER_ID_TEMPLATES" val="Organizational_chart_3"/>
</p:tagLst>
</file>

<file path=ppt/tags/tag1830.xml><?xml version="1.0" encoding="utf-8"?>
<p:tagLst xmlns:a="http://schemas.openxmlformats.org/drawingml/2006/main" xmlns:r="http://schemas.openxmlformats.org/officeDocument/2006/relationships" xmlns:p="http://schemas.openxmlformats.org/presentationml/2006/main">
  <p:tag name="POWER_USER_ID_TEMPLATES" val="Organizational_chart_4"/>
</p:tagLst>
</file>

<file path=ppt/tags/tag1831.xml><?xml version="1.0" encoding="utf-8"?>
<p:tagLst xmlns:a="http://schemas.openxmlformats.org/drawingml/2006/main" xmlns:r="http://schemas.openxmlformats.org/officeDocument/2006/relationships" xmlns:p="http://schemas.openxmlformats.org/presentationml/2006/main">
  <p:tag name="POWER_USER_ID_TEMPLATES" val="Organizational_chart_5"/>
</p:tagLst>
</file>

<file path=ppt/tags/tag1832.xml><?xml version="1.0" encoding="utf-8"?>
<p:tagLst xmlns:a="http://schemas.openxmlformats.org/drawingml/2006/main" xmlns:r="http://schemas.openxmlformats.org/officeDocument/2006/relationships" xmlns:p="http://schemas.openxmlformats.org/presentationml/2006/main">
  <p:tag name="POWER_USER_ID_TEMPLATES" val="Organizational_chart_6"/>
</p:tagLst>
</file>

<file path=ppt/tags/tag1833.xml><?xml version="1.0" encoding="utf-8"?>
<p:tagLst xmlns:a="http://schemas.openxmlformats.org/drawingml/2006/main" xmlns:r="http://schemas.openxmlformats.org/officeDocument/2006/relationships" xmlns:p="http://schemas.openxmlformats.org/presentationml/2006/main">
  <p:tag name="POWER_USER_ID_TEMPLATES" val="Organizational_chart_7"/>
</p:tagLst>
</file>

<file path=ppt/theme/theme1.xml><?xml version="1.0" encoding="utf-8"?>
<a:theme xmlns:a="http://schemas.openxmlformats.org/drawingml/2006/main" name="4_Office Theme">
  <a:themeElements>
    <a:clrScheme name="2024 Updated color pallet">
      <a:dk1>
        <a:sysClr val="windowText" lastClr="000000"/>
      </a:dk1>
      <a:lt1>
        <a:sysClr val="window" lastClr="FFFFFF"/>
      </a:lt1>
      <a:dk2>
        <a:srgbClr val="44546A"/>
      </a:dk2>
      <a:lt2>
        <a:srgbClr val="E7E6E6"/>
      </a:lt2>
      <a:accent1>
        <a:srgbClr val="935BC8"/>
      </a:accent1>
      <a:accent2>
        <a:srgbClr val="3339A0"/>
      </a:accent2>
      <a:accent3>
        <a:srgbClr val="E391D7"/>
      </a:accent3>
      <a:accent4>
        <a:srgbClr val="4A2AA2"/>
      </a:accent4>
      <a:accent5>
        <a:srgbClr val="2F5597"/>
      </a:accent5>
      <a:accent6>
        <a:srgbClr val="76B3ED"/>
      </a:accent6>
      <a:hlink>
        <a:srgbClr val="48A1FA"/>
      </a:hlink>
      <a:folHlink>
        <a:srgbClr val="D046BC"/>
      </a:folHlink>
    </a:clrScheme>
    <a:fontScheme name="Gep Corporate Deck">
      <a:majorFont>
        <a:latin typeface="Helvetica Black"/>
        <a:ea typeface=""/>
        <a:cs typeface=""/>
      </a:majorFont>
      <a:minorFont>
        <a:latin typeface="Helvetic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GEP PPT Template 2024" id="{7513B6BC-F3B6-4AB8-A2C2-EEDE11EB5B13}" vid="{1184C5C1-5B02-42F7-AC31-144205EFED82}"/>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525" row="1">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A796EF8D-69F7-459C-BBD9-B0D97312231C}">
  <we:reference id="wa200000113" version="1.0.0.0" store="en-US" storeType="OMEX"/>
  <we:alternateReferences>
    <we:reference id="WA200000113" version="1.0.0.0" store="WA200000113" storeType="OMEX"/>
  </we:alternateReferences>
  <we:properties/>
  <we:bindings/>
  <we:snapshot xmlns:r="http://schemas.openxmlformats.org/officeDocument/2006/relationships"/>
</we:webextension>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97B6297DA966A54EACA048E060D01BDA" ma:contentTypeVersion="13" ma:contentTypeDescription="Create a new document." ma:contentTypeScope="" ma:versionID="5140fbfa7d10ebf39b87c306135d6c83">
  <xsd:schema xmlns:xsd="http://www.w3.org/2001/XMLSchema" xmlns:xs="http://www.w3.org/2001/XMLSchema" xmlns:p="http://schemas.microsoft.com/office/2006/metadata/properties" xmlns:ns2="2f655721-480a-414a-a1a4-7c4811457034" xmlns:ns3="23659fa8-ab7c-4644-8123-ac2a5ced4ba4" targetNamespace="http://schemas.microsoft.com/office/2006/metadata/properties" ma:root="true" ma:fieldsID="dd217aff065d79a13913b811b12d9534" ns2:_="" ns3:_="">
    <xsd:import namespace="2f655721-480a-414a-a1a4-7c4811457034"/>
    <xsd:import namespace="23659fa8-ab7c-4644-8123-ac2a5ced4ba4"/>
    <xsd:element name="properties">
      <xsd:complexType>
        <xsd:sequence>
          <xsd:element name="documentManagement">
            <xsd:complexType>
              <xsd:all>
                <xsd:element ref="ns2:MediaServiceMetadata" minOccurs="0"/>
                <xsd:element ref="ns2:MediaServiceFastMetadata" minOccurs="0"/>
                <xsd:element ref="ns2:Region" minOccurs="0"/>
                <xsd:element ref="ns2:UseFor" minOccurs="0"/>
                <xsd:element ref="ns3:SharedWithUsers" minOccurs="0"/>
                <xsd:element ref="ns3:SharedWithDetails" minOccurs="0"/>
                <xsd:element ref="ns2:What_x0020_is_x0020_this_x003f_" minOccurs="0"/>
                <xsd:element ref="ns2:Instructions" minOccurs="0"/>
                <xsd:element ref="ns2:Guidelines" minOccurs="0"/>
                <xsd:element ref="ns2:MediaServiceObjectDetectorVersions" minOccurs="0"/>
                <xsd:element ref="ns2:MediaServiceSearchProperties" minOccurs="0"/>
                <xsd:element ref="ns2:Currenc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f655721-480a-414a-a1a4-7c481145703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Region" ma:index="10" nillable="true" ma:displayName="Region" ma:description="Where to use" ma:format="Dropdown" ma:internalName="Region">
      <xsd:simpleType>
        <xsd:restriction base="dms:Choice">
          <xsd:enumeration value="Global"/>
          <xsd:enumeration value="US"/>
          <xsd:enumeration value="UK"/>
          <xsd:enumeration value="EU"/>
        </xsd:restriction>
      </xsd:simpleType>
    </xsd:element>
    <xsd:element name="UseFor" ma:index="11" nillable="true" ma:displayName="Use For" ma:format="Dropdown" ma:internalName="UseFor">
      <xsd:simpleType>
        <xsd:restriction base="dms:Choice">
          <xsd:enumeration value="EU Intro Deck"/>
          <xsd:enumeration value="US Intro Deck"/>
          <xsd:enumeration value="UK Intro Deck"/>
          <xsd:enumeration value="GEP PowerPoint Template"/>
        </xsd:restriction>
      </xsd:simpleType>
    </xsd:element>
    <xsd:element name="What_x0020_is_x0020_this_x003f_" ma:index="14" nillable="true" ma:displayName="What is this?" ma:internalName="What_x0020_is_x0020_this_x003f_">
      <xsd:simpleType>
        <xsd:restriction base="dms:Text">
          <xsd:maxLength value="255"/>
        </xsd:restriction>
      </xsd:simpleType>
    </xsd:element>
    <xsd:element name="Instructions" ma:index="15" nillable="true" ma:displayName="Descriptions" ma:format="Dropdown" ma:internalName="Instructions">
      <xsd:simpleType>
        <xsd:restriction base="dms:Note">
          <xsd:maxLength value="255"/>
        </xsd:restriction>
      </xsd:simpleType>
    </xsd:element>
    <xsd:element name="Guidelines" ma:index="16" nillable="true" ma:displayName="Guidelines" ma:format="Dropdown" ma:internalName="Guidelines">
      <xsd:simpleType>
        <xsd:restriction base="dms:Note">
          <xsd:maxLength value="255"/>
        </xsd:restriction>
      </xsd:simpleType>
    </xsd:element>
    <xsd:element name="MediaServiceObjectDetectorVersions" ma:index="17" nillable="true" ma:displayName="MediaServiceObjectDetectorVersions" ma:hidden="true" ma:indexed="true" ma:internalName="MediaServiceObjectDetectorVersions" ma:readOnly="true">
      <xsd:simpleType>
        <xsd:restriction base="dms:Text"/>
      </xsd:simpleType>
    </xsd:element>
    <xsd:element name="MediaServiceSearchProperties" ma:index="18" nillable="true" ma:displayName="MediaServiceSearchProperties" ma:hidden="true" ma:internalName="MediaServiceSearchProperties" ma:readOnly="true">
      <xsd:simpleType>
        <xsd:restriction base="dms:Note"/>
      </xsd:simpleType>
    </xsd:element>
    <xsd:element name="Currency" ma:index="19" nillable="true" ma:displayName="Currency" ma:default="0.00" ma:description="Currency associated with deck data" ma:format="$123,456.00 (United States)" ma:LCID="1033" ma:internalName="Currency">
      <xsd:simpleType>
        <xsd:restriction base="dms:Currency"/>
      </xsd:simpleType>
    </xsd:element>
  </xsd:schema>
  <xsd:schema xmlns:xsd="http://www.w3.org/2001/XMLSchema" xmlns:xs="http://www.w3.org/2001/XMLSchema" xmlns:dms="http://schemas.microsoft.com/office/2006/documentManagement/types" xmlns:pc="http://schemas.microsoft.com/office/infopath/2007/PartnerControls" targetNamespace="23659fa8-ab7c-4644-8123-ac2a5ced4ba4" elementFormDefault="qualified">
    <xsd:import namespace="http://schemas.microsoft.com/office/2006/documentManagement/types"/>
    <xsd:import namespace="http://schemas.microsoft.com/office/infopath/2007/PartnerControls"/>
    <xsd:element name="SharedWithUsers" ma:index="1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Region xmlns="2f655721-480a-414a-a1a4-7c4811457034">Global</Region>
    <Guidelines xmlns="2f655721-480a-414a-a1a4-7c4811457034" xsi:nil="true"/>
    <What_x0020_is_x0020_this_x003f_ xmlns="2f655721-480a-414a-a1a4-7c4811457034">GEP branded PPT template</What_x0020_is_x0020_this_x003f_>
    <Currency xmlns="2f655721-480a-414a-a1a4-7c4811457034">0</Currency>
    <Instructions xmlns="2f655721-480a-414a-a1a4-7c4811457034">- Build your own presentation that will work with the corporate intro deck.</Instructions>
    <UseFor xmlns="2f655721-480a-414a-a1a4-7c4811457034" xsi:nil="true"/>
    <SharedWithUsers xmlns="23659fa8-ab7c-4644-8123-ac2a5ced4ba4">
      <UserInfo>
        <DisplayName>Raegan Johnson</DisplayName>
        <AccountId>2471</AccountId>
        <AccountType/>
      </UserInfo>
      <UserInfo>
        <DisplayName>Vinita Singh</DisplayName>
        <AccountId>1073</AccountId>
        <AccountType/>
      </UserInfo>
      <UserInfo>
        <DisplayName>Ron Stadler</DisplayName>
        <AccountId>737</AccountId>
        <AccountType/>
      </UserInfo>
      <UserInfo>
        <DisplayName>Al Girardi</DisplayName>
        <AccountId>16</AccountId>
        <AccountType/>
      </UserInfo>
      <UserInfo>
        <DisplayName>Paul Blake</DisplayName>
        <AccountId>1212</AccountId>
        <AccountType/>
      </UserInfo>
      <UserInfo>
        <DisplayName>Kirstin Scheele</DisplayName>
        <AccountId>4293</AccountId>
        <AccountType/>
      </UserInfo>
      <UserInfo>
        <DisplayName>Jamie Garcia</DisplayName>
        <AccountId>52</AccountId>
        <AccountType/>
      </UserInfo>
      <UserInfo>
        <DisplayName>Derek Creevey</DisplayName>
        <AccountId>3498</AccountId>
        <AccountType/>
      </UserInfo>
      <UserInfo>
        <DisplayName>Harshad Shinde</DisplayName>
        <AccountId>318</AccountId>
        <AccountType/>
      </UserInfo>
      <UserInfo>
        <DisplayName>Tuneer Malik</DisplayName>
        <AccountId>573</AccountId>
        <AccountType/>
      </UserInfo>
      <UserInfo>
        <DisplayName>Kristy Kahler</DisplayName>
        <AccountId>376</AccountId>
        <AccountType/>
      </UserInfo>
      <UserInfo>
        <DisplayName>Raj Aggarwal</DisplayName>
        <AccountId>1019</AccountId>
        <AccountType/>
      </UserInfo>
      <UserInfo>
        <DisplayName>Alexandra Eckhout</DisplayName>
        <AccountId>4266</AccountId>
        <AccountType/>
      </UserInfo>
      <UserInfo>
        <DisplayName>Michael Ruhl</DisplayName>
        <AccountId>1211</AccountId>
        <AccountType/>
      </UserInfo>
      <UserInfo>
        <DisplayName>Alex Zhong</DisplayName>
        <AccountId>832</AccountId>
        <AccountType/>
      </UserInfo>
      <UserInfo>
        <DisplayName>Beth Araujo</DisplayName>
        <AccountId>582</AccountId>
        <AccountType/>
      </UserInfo>
      <UserInfo>
        <DisplayName>Imran Mirza</DisplayName>
        <AccountId>11</AccountId>
        <AccountType/>
      </UserInfo>
      <UserInfo>
        <DisplayName>Kajol Pal</DisplayName>
        <AccountId>6891</AccountId>
        <AccountType/>
      </UserInfo>
      <UserInfo>
        <DisplayName>Himanshu Sahu</DisplayName>
        <AccountId>824</AccountId>
        <AccountType/>
      </UserInfo>
      <UserInfo>
        <DisplayName>Jimmy Duran</DisplayName>
        <AccountId>1668</AccountId>
        <AccountType/>
      </UserInfo>
      <UserInfo>
        <DisplayName>Liliana Serpa</DisplayName>
        <AccountId>452</AccountId>
        <AccountType/>
      </UserInfo>
      <UserInfo>
        <DisplayName>Sanjay Nehra</DisplayName>
        <AccountId>1847</AccountId>
        <AccountType/>
      </UserInfo>
      <UserInfo>
        <DisplayName>Crystal Albanese</DisplayName>
        <AccountId>306</AccountId>
        <AccountType/>
      </UserInfo>
      <UserInfo>
        <DisplayName>Craig Lobo</DisplayName>
        <AccountId>2806</AccountId>
        <AccountType/>
      </UserInfo>
      <UserInfo>
        <DisplayName>Jeffrey Stein</DisplayName>
        <AccountId>6</AccountId>
        <AccountType/>
      </UserInfo>
      <UserInfo>
        <DisplayName>Aatreo Chatterji</DisplayName>
        <AccountId>1633</AccountId>
        <AccountType/>
      </UserInfo>
    </SharedWithUsers>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A5142997-D861-417B-A152-696D76D1CB74}">
  <ds:schemaRefs>
    <ds:schemaRef ds:uri="23659fa8-ab7c-4644-8123-ac2a5ced4ba4"/>
    <ds:schemaRef ds:uri="2f655721-480a-414a-a1a4-7c4811457034"/>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F6692AA9-6E5F-48CA-98CE-DFA06A70BB70}">
  <ds:schemaRefs>
    <ds:schemaRef ds:uri="http://purl.org/dc/elements/1.1/"/>
    <ds:schemaRef ds:uri="http://schemas.openxmlformats.org/package/2006/metadata/core-properties"/>
    <ds:schemaRef ds:uri="http://purl.org/dc/terms/"/>
    <ds:schemaRef ds:uri="http://purl.org/dc/dcmitype/"/>
    <ds:schemaRef ds:uri="http://schemas.microsoft.com/office/infopath/2007/PartnerControls"/>
    <ds:schemaRef ds:uri="http://schemas.microsoft.com/office/2006/documentManagement/types"/>
    <ds:schemaRef ds:uri="23659fa8-ab7c-4644-8123-ac2a5ced4ba4"/>
    <ds:schemaRef ds:uri="2f655721-480a-414a-a1a4-7c4811457034"/>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C6462417-919C-49D2-B307-10198E94B5DB}">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GEP PPT Template 2024</Template>
  <TotalTime>103</TotalTime>
  <Words>61693</Words>
  <Application>Microsoft Office PowerPoint</Application>
  <PresentationFormat>Widescreen</PresentationFormat>
  <Paragraphs>8471</Paragraphs>
  <Slides>397</Slides>
  <Notes>395</Notes>
  <HiddenSlides>0</HiddenSlides>
  <MMClips>0</MMClips>
  <ScaleCrop>false</ScaleCrop>
  <HeadingPairs>
    <vt:vector size="8" baseType="variant">
      <vt:variant>
        <vt:lpstr>Fonts Used</vt:lpstr>
      </vt:variant>
      <vt:variant>
        <vt:i4>14</vt:i4>
      </vt:variant>
      <vt:variant>
        <vt:lpstr>Theme</vt:lpstr>
      </vt:variant>
      <vt:variant>
        <vt:i4>1</vt:i4>
      </vt:variant>
      <vt:variant>
        <vt:lpstr>Embedded OLE Servers</vt:lpstr>
      </vt:variant>
      <vt:variant>
        <vt:i4>1</vt:i4>
      </vt:variant>
      <vt:variant>
        <vt:lpstr>Slide Titles</vt:lpstr>
      </vt:variant>
      <vt:variant>
        <vt:i4>397</vt:i4>
      </vt:variant>
    </vt:vector>
  </HeadingPairs>
  <TitlesOfParts>
    <vt:vector size="413" baseType="lpstr">
      <vt:lpstr>ＭＳ Ｐゴシック</vt:lpstr>
      <vt:lpstr>Arial</vt:lpstr>
      <vt:lpstr>Arial Black</vt:lpstr>
      <vt:lpstr>Calibri</vt:lpstr>
      <vt:lpstr>Calibri Light</vt:lpstr>
      <vt:lpstr>Century Gothic</vt:lpstr>
      <vt:lpstr>Helvetica</vt:lpstr>
      <vt:lpstr>Lato</vt:lpstr>
      <vt:lpstr>Lato Heavy</vt:lpstr>
      <vt:lpstr>Lato Light</vt:lpstr>
      <vt:lpstr>Montserrat Black</vt:lpstr>
      <vt:lpstr>Poppins Light</vt:lpstr>
      <vt:lpstr>Roboto</vt:lpstr>
      <vt:lpstr>Wingdings</vt:lpstr>
      <vt:lpstr>4_Office Theme</vt:lpstr>
      <vt:lpstr>think-cell Slide</vt:lpstr>
      <vt:lpstr>PowerPoint Presentation</vt:lpstr>
      <vt:lpstr>PowerPoint Presentation</vt:lpstr>
      <vt:lpstr>Circular arrows 2</vt:lpstr>
      <vt:lpstr>Icons (rows) 1</vt:lpstr>
      <vt:lpstr>Doughnut 1</vt:lpstr>
      <vt:lpstr>Arrows 12</vt:lpstr>
      <vt:lpstr>Before after</vt:lpstr>
      <vt:lpstr>Chevrons (columns) 4</vt:lpstr>
      <vt:lpstr>Icons (dotted outline) 1</vt:lpstr>
      <vt:lpstr>Chevrons (rows) 01</vt:lpstr>
      <vt:lpstr>Comparison 1</vt:lpstr>
      <vt:lpstr>Boxes 6</vt:lpstr>
      <vt:lpstr>Boxes 4</vt:lpstr>
      <vt:lpstr>Stripes arrows 5</vt:lpstr>
      <vt:lpstr>Frames (columns) 1</vt:lpstr>
      <vt:lpstr>Flags 1</vt:lpstr>
      <vt:lpstr>Pyramid 05</vt:lpstr>
      <vt:lpstr>Cube 6</vt:lpstr>
      <vt:lpstr>Cycle 02</vt:lpstr>
      <vt:lpstr>Chevrons 3</vt:lpstr>
      <vt:lpstr>Triangle 2</vt:lpstr>
      <vt:lpstr>Triangle 1</vt:lpstr>
      <vt:lpstr>Doughnut with icons 1</vt:lpstr>
      <vt:lpstr>Hexagons 10</vt:lpstr>
      <vt:lpstr>Icons (dotted outline) 2</vt:lpstr>
      <vt:lpstr>Vertical text frames 3</vt:lpstr>
      <vt:lpstr>Arrows 13</vt:lpstr>
      <vt:lpstr>Key points 1</vt:lpstr>
      <vt:lpstr>Key points 10</vt:lpstr>
      <vt:lpstr>Cycle 24</vt:lpstr>
      <vt:lpstr>Pie 1</vt:lpstr>
      <vt:lpstr>Labels (columns) 1</vt:lpstr>
      <vt:lpstr>Diamonds 2</vt:lpstr>
      <vt:lpstr>Panels (columns) 24</vt:lpstr>
      <vt:lpstr>Diamonds 5</vt:lpstr>
      <vt:lpstr>Hexagons 06</vt:lpstr>
      <vt:lpstr>Petals 1</vt:lpstr>
      <vt:lpstr>Diamond</vt:lpstr>
      <vt:lpstr>Puzzle pieces 13</vt:lpstr>
      <vt:lpstr>Puzzle pieces 07</vt:lpstr>
      <vt:lpstr>Puzzle pieces 10</vt:lpstr>
      <vt:lpstr>Cycle 06</vt:lpstr>
      <vt:lpstr>Light bulb 3</vt:lpstr>
      <vt:lpstr>Line 1</vt:lpstr>
      <vt:lpstr>Flags 4</vt:lpstr>
      <vt:lpstr>Folders 2</vt:lpstr>
      <vt:lpstr>Frames (rows) 2</vt:lpstr>
      <vt:lpstr>Doughnut with icons 2</vt:lpstr>
      <vt:lpstr>Gears 01</vt:lpstr>
      <vt:lpstr>Funnel 2</vt:lpstr>
      <vt:lpstr>Key points 12</vt:lpstr>
      <vt:lpstr>Executive Summary 2</vt:lpstr>
      <vt:lpstr>Panels (columns) 02</vt:lpstr>
      <vt:lpstr>Icons (rows) 3</vt:lpstr>
      <vt:lpstr>Hemicycle 2</vt:lpstr>
      <vt:lpstr>Icons (dotted outline) 3</vt:lpstr>
      <vt:lpstr>Stack 2</vt:lpstr>
      <vt:lpstr>Circular arrows 4</vt:lpstr>
      <vt:lpstr>Boiling flask</vt:lpstr>
      <vt:lpstr>Circles 12</vt:lpstr>
      <vt:lpstr>Timeline 23</vt:lpstr>
      <vt:lpstr>Squares 9</vt:lpstr>
      <vt:lpstr>Circles 11</vt:lpstr>
      <vt:lpstr>Chevrons (columns) 8</vt:lpstr>
      <vt:lpstr>Chevrons (columns) 3</vt:lpstr>
      <vt:lpstr>Steps 16</vt:lpstr>
      <vt:lpstr>Chain 9</vt:lpstr>
      <vt:lpstr>Chevrons (rows) 06</vt:lpstr>
      <vt:lpstr>Chevrons (rows) 05</vt:lpstr>
      <vt:lpstr>Steps 13</vt:lpstr>
      <vt:lpstr>Textboxes 02</vt:lpstr>
      <vt:lpstr>Ribbons 1</vt:lpstr>
      <vt:lpstr>Checkboxes</vt:lpstr>
      <vt:lpstr>Arrows 07</vt:lpstr>
      <vt:lpstr>Wheel 2</vt:lpstr>
      <vt:lpstr>Rising 5</vt:lpstr>
      <vt:lpstr>Split slide 04</vt:lpstr>
      <vt:lpstr>Pyramid 07</vt:lpstr>
      <vt:lpstr>Squares 2</vt:lpstr>
      <vt:lpstr>Arrows 16</vt:lpstr>
      <vt:lpstr>3D circle 2</vt:lpstr>
      <vt:lpstr>Squares 4</vt:lpstr>
      <vt:lpstr>Clipboard 6</vt:lpstr>
      <vt:lpstr>Arrows 11</vt:lpstr>
      <vt:lpstr>Squares 10</vt:lpstr>
      <vt:lpstr>Arrows 10</vt:lpstr>
      <vt:lpstr>Clipboard 2</vt:lpstr>
      <vt:lpstr>Wheel 7</vt:lpstr>
      <vt:lpstr>Icons (dotted outline) 4</vt:lpstr>
      <vt:lpstr>Timeline 21</vt:lpstr>
      <vt:lpstr>Textboxes 10</vt:lpstr>
      <vt:lpstr>Wheel 3</vt:lpstr>
      <vt:lpstr>Wheel 5</vt:lpstr>
      <vt:lpstr>Timeline 17</vt:lpstr>
      <vt:lpstr>Stack 5</vt:lpstr>
      <vt:lpstr>Rising 4</vt:lpstr>
      <vt:lpstr>Puzzle pieces 12</vt:lpstr>
      <vt:lpstr>Pyramid 08</vt:lpstr>
      <vt:lpstr>Pyramid 11</vt:lpstr>
      <vt:lpstr>Squares 13</vt:lpstr>
      <vt:lpstr>Light bulb 1</vt:lpstr>
      <vt:lpstr>Steps 09</vt:lpstr>
      <vt:lpstr>Light bulb 2</vt:lpstr>
      <vt:lpstr>Steps 12</vt:lpstr>
      <vt:lpstr>Circular arrows 5</vt:lpstr>
      <vt:lpstr>Circles 16</vt:lpstr>
      <vt:lpstr>Callouts 2</vt:lpstr>
      <vt:lpstr>Chain 5</vt:lpstr>
      <vt:lpstr>Callouts (rows) 5</vt:lpstr>
      <vt:lpstr>Chevrons (rows) 14</vt:lpstr>
      <vt:lpstr>Chevrons (rows) 09</vt:lpstr>
      <vt:lpstr>Circular arrows 7</vt:lpstr>
      <vt:lpstr>Balloons</vt:lpstr>
      <vt:lpstr>Battery</vt:lpstr>
      <vt:lpstr>Brain 2</vt:lpstr>
      <vt:lpstr>Brain 1</vt:lpstr>
      <vt:lpstr>Calendar 3</vt:lpstr>
      <vt:lpstr>Chain 1</vt:lpstr>
      <vt:lpstr>Chain reaction</vt:lpstr>
      <vt:lpstr>Chevrons (sequential) 1</vt:lpstr>
      <vt:lpstr>Chevrons (sequential) 2</vt:lpstr>
      <vt:lpstr>Chain 6</vt:lpstr>
      <vt:lpstr>Callouts 2</vt:lpstr>
      <vt:lpstr>Project phases 7</vt:lpstr>
      <vt:lpstr>Petals 3</vt:lpstr>
      <vt:lpstr>Puzzle pieces 11</vt:lpstr>
      <vt:lpstr>Pillars 4</vt:lpstr>
      <vt:lpstr>Puzzle pieces 02</vt:lpstr>
      <vt:lpstr>Petals 6</vt:lpstr>
      <vt:lpstr>Cycle 20</vt:lpstr>
      <vt:lpstr>Pencil 2</vt:lpstr>
      <vt:lpstr>Stripes 6</vt:lpstr>
      <vt:lpstr>Callouts (rows) 5</vt:lpstr>
      <vt:lpstr>Arrows 08</vt:lpstr>
      <vt:lpstr>Triangle 5</vt:lpstr>
      <vt:lpstr>Timeline 28</vt:lpstr>
      <vt:lpstr>Stripes 5</vt:lpstr>
      <vt:lpstr>Stack 6</vt:lpstr>
      <vt:lpstr>Stripes 5</vt:lpstr>
      <vt:lpstr>Chevrons 2</vt:lpstr>
      <vt:lpstr>Chip</vt:lpstr>
      <vt:lpstr>Key points 13</vt:lpstr>
      <vt:lpstr>Folders 4</vt:lpstr>
      <vt:lpstr>Icons (rows) 5</vt:lpstr>
      <vt:lpstr>Gears 03</vt:lpstr>
      <vt:lpstr>Pyramid 12</vt:lpstr>
      <vt:lpstr>Network 2</vt:lpstr>
      <vt:lpstr>Corridor 1</vt:lpstr>
      <vt:lpstr>Labels (rows) 8</vt:lpstr>
      <vt:lpstr>Cycle 10</vt:lpstr>
      <vt:lpstr>Country comparison 3</vt:lpstr>
      <vt:lpstr>PowerPoint Presentation</vt:lpstr>
      <vt:lpstr>Atom</vt:lpstr>
      <vt:lpstr>Awards 1</vt:lpstr>
      <vt:lpstr>Awards 2</vt:lpstr>
      <vt:lpstr>Balance 3</vt:lpstr>
      <vt:lpstr>Balloons</vt:lpstr>
      <vt:lpstr>Battery</vt:lpstr>
      <vt:lpstr>Brain 1</vt:lpstr>
      <vt:lpstr>Brain 2</vt:lpstr>
      <vt:lpstr>Calendar 1</vt:lpstr>
      <vt:lpstr>Calendar 2</vt:lpstr>
      <vt:lpstr>Calendar 3</vt:lpstr>
      <vt:lpstr>Calendar 4</vt:lpstr>
      <vt:lpstr>Calendar 5</vt:lpstr>
      <vt:lpstr>Chain 01</vt:lpstr>
      <vt:lpstr>Cube 1</vt:lpstr>
      <vt:lpstr>Cube 2</vt:lpstr>
      <vt:lpstr>Cube 3</vt:lpstr>
      <vt:lpstr>Cube 4</vt:lpstr>
      <vt:lpstr>Doughnut 8</vt:lpstr>
      <vt:lpstr>Experiment</vt:lpstr>
      <vt:lpstr>Filled spheres</vt:lpstr>
      <vt:lpstr>Financial chain</vt:lpstr>
      <vt:lpstr>Flow chart</vt:lpstr>
      <vt:lpstr>Gauge 1</vt:lpstr>
      <vt:lpstr>Gauge 2</vt:lpstr>
      <vt:lpstr>Gauge 3</vt:lpstr>
      <vt:lpstr>Hexagons 04</vt:lpstr>
      <vt:lpstr>Iceberg</vt:lpstr>
      <vt:lpstr>Key figures 9</vt:lpstr>
      <vt:lpstr>Lighthouse</vt:lpstr>
      <vt:lpstr>Newspaper 1</vt:lpstr>
      <vt:lpstr>Pencil 1</vt:lpstr>
      <vt:lpstr>Petri dish</vt:lpstr>
      <vt:lpstr>Pillars 1</vt:lpstr>
      <vt:lpstr>Pillars 2</vt:lpstr>
      <vt:lpstr>Podium 1</vt:lpstr>
      <vt:lpstr>Podium 1</vt:lpstr>
      <vt:lpstr>Podium 2</vt:lpstr>
      <vt:lpstr>Podium 3</vt:lpstr>
      <vt:lpstr>Production line</vt:lpstr>
      <vt:lpstr>Pyramid 01</vt:lpstr>
      <vt:lpstr>Pyramid 03</vt:lpstr>
      <vt:lpstr>Pyramid 04</vt:lpstr>
      <vt:lpstr>Recipe</vt:lpstr>
      <vt:lpstr>Roller coaster</vt:lpstr>
      <vt:lpstr>Sieve</vt:lpstr>
      <vt:lpstr>Solar system</vt:lpstr>
      <vt:lpstr>Squares 01</vt:lpstr>
      <vt:lpstr>Stopwatch</vt:lpstr>
      <vt:lpstr>Umbrella</vt:lpstr>
      <vt:lpstr>Arrows 01</vt:lpstr>
      <vt:lpstr>Arrows 02</vt:lpstr>
      <vt:lpstr>Arrows 03</vt:lpstr>
      <vt:lpstr>Arrows 04</vt:lpstr>
      <vt:lpstr>Arrows 05</vt:lpstr>
      <vt:lpstr>Arrows 06</vt:lpstr>
      <vt:lpstr>Bubbles</vt:lpstr>
      <vt:lpstr>Chain reaction</vt:lpstr>
      <vt:lpstr>Chevrons (sequential) 1</vt:lpstr>
      <vt:lpstr>Chevrons (sequential) 2</vt:lpstr>
      <vt:lpstr>Circles 03</vt:lpstr>
      <vt:lpstr>Circles 06</vt:lpstr>
      <vt:lpstr>Cycle 01</vt:lpstr>
      <vt:lpstr>Domino effect 1</vt:lpstr>
      <vt:lpstr>Domino effect 2</vt:lpstr>
      <vt:lpstr>Filter 1</vt:lpstr>
      <vt:lpstr>Filter 2</vt:lpstr>
      <vt:lpstr>Gears 12</vt:lpstr>
      <vt:lpstr>Growing process</vt:lpstr>
      <vt:lpstr>Hexagons 08</vt:lpstr>
      <vt:lpstr>Infinite 1</vt:lpstr>
      <vt:lpstr>Infinite 2</vt:lpstr>
      <vt:lpstr>Infinite 3</vt:lpstr>
      <vt:lpstr>Infinite 4</vt:lpstr>
      <vt:lpstr>Large Arrow 1</vt:lpstr>
      <vt:lpstr>Process (3 steps)</vt:lpstr>
      <vt:lpstr>Process (4 steps)</vt:lpstr>
      <vt:lpstr>Stripes arrows 3</vt:lpstr>
      <vt:lpstr>Tree 2</vt:lpstr>
      <vt:lpstr>Tree 3</vt:lpstr>
      <vt:lpstr>Value chain 1</vt:lpstr>
      <vt:lpstr>Value chain 2</vt:lpstr>
      <vt:lpstr>Value chain 5</vt:lpstr>
      <vt:lpstr>Value chain 6</vt:lpstr>
      <vt:lpstr>Agile loop</vt:lpstr>
      <vt:lpstr>Agile Vs waterfall</vt:lpstr>
      <vt:lpstr>Bridge 1</vt:lpstr>
      <vt:lpstr>Bridge 2</vt:lpstr>
      <vt:lpstr>Challenges</vt:lpstr>
      <vt:lpstr>Choices</vt:lpstr>
      <vt:lpstr>Comparison 2</vt:lpstr>
      <vt:lpstr>Comparison 3</vt:lpstr>
      <vt:lpstr>Cost and value</vt:lpstr>
      <vt:lpstr>Customer journey 02</vt:lpstr>
      <vt:lpstr>Customer journey 04</vt:lpstr>
      <vt:lpstr>Customer journey 06</vt:lpstr>
      <vt:lpstr>Customer journey 07</vt:lpstr>
      <vt:lpstr>Customer journey 05</vt:lpstr>
      <vt:lpstr>Customer journey 08</vt:lpstr>
      <vt:lpstr>Customer journey 09</vt:lpstr>
      <vt:lpstr>Customer journey 10</vt:lpstr>
      <vt:lpstr>Customer journey 11</vt:lpstr>
      <vt:lpstr>Customer journey 12</vt:lpstr>
      <vt:lpstr>Customer journey 14</vt:lpstr>
      <vt:lpstr>Dashboard 1</vt:lpstr>
      <vt:lpstr>Dashboard 2</vt:lpstr>
      <vt:lpstr>Dashboard 3</vt:lpstr>
      <vt:lpstr>Gantt chart 1</vt:lpstr>
      <vt:lpstr>Gantt chart 2</vt:lpstr>
      <vt:lpstr>Gantt chart 3</vt:lpstr>
      <vt:lpstr>Lean 1</vt:lpstr>
      <vt:lpstr>Lean 2</vt:lpstr>
      <vt:lpstr>Personas</vt:lpstr>
      <vt:lpstr>Pressure</vt:lpstr>
      <vt:lpstr>Project phases 1</vt:lpstr>
      <vt:lpstr>Project phases 2</vt:lpstr>
      <vt:lpstr>Projects evaluation</vt:lpstr>
      <vt:lpstr>Pros and cons</vt:lpstr>
      <vt:lpstr>Roadmap 01</vt:lpstr>
      <vt:lpstr>Roadmap 02</vt:lpstr>
      <vt:lpstr>Roadmap 03</vt:lpstr>
      <vt:lpstr>Roadmap 04</vt:lpstr>
      <vt:lpstr>Roadmap 05</vt:lpstr>
      <vt:lpstr>Roadmap 06</vt:lpstr>
      <vt:lpstr>Roadmap 07</vt:lpstr>
      <vt:lpstr>Roadmap 08</vt:lpstr>
      <vt:lpstr>Roadmap 09</vt:lpstr>
      <vt:lpstr>Roadmap 10</vt:lpstr>
      <vt:lpstr>Roadmap 11</vt:lpstr>
      <vt:lpstr>Roadmap 12</vt:lpstr>
      <vt:lpstr>Roadmap 13</vt:lpstr>
      <vt:lpstr>Rocket 1</vt:lpstr>
      <vt:lpstr>Rocket 2</vt:lpstr>
      <vt:lpstr>Rocket 3</vt:lpstr>
      <vt:lpstr>Rocket 4</vt:lpstr>
      <vt:lpstr>Scrum board</vt:lpstr>
      <vt:lpstr>Scrum, Backlog funnel</vt:lpstr>
      <vt:lpstr>Steps 01</vt:lpstr>
      <vt:lpstr>Steps 03</vt:lpstr>
      <vt:lpstr>Stripes arrows 4</vt:lpstr>
      <vt:lpstr>Target 1</vt:lpstr>
      <vt:lpstr>Target 2</vt:lpstr>
      <vt:lpstr>Target 3</vt:lpstr>
      <vt:lpstr>Target 4</vt:lpstr>
      <vt:lpstr>Target 5</vt:lpstr>
      <vt:lpstr>Target 6</vt:lpstr>
      <vt:lpstr>Target 7</vt:lpstr>
      <vt:lpstr>Target 8</vt:lpstr>
      <vt:lpstr>Time range</vt:lpstr>
      <vt:lpstr>Timeline 01</vt:lpstr>
      <vt:lpstr>Timeline 02</vt:lpstr>
      <vt:lpstr>Timeline 03</vt:lpstr>
      <vt:lpstr>Timeline 04</vt:lpstr>
      <vt:lpstr>Timeline 06</vt:lpstr>
      <vt:lpstr>Timeline 08</vt:lpstr>
      <vt:lpstr>Timeline 09</vt:lpstr>
      <vt:lpstr>Timeline 10</vt:lpstr>
      <vt:lpstr>Timeline 11</vt:lpstr>
      <vt:lpstr>Matrix 1</vt:lpstr>
      <vt:lpstr>Matrix 2</vt:lpstr>
      <vt:lpstr>Matrix 3</vt:lpstr>
      <vt:lpstr>Matrix 4</vt:lpstr>
      <vt:lpstr>Table 1</vt:lpstr>
      <vt:lpstr>Table 2</vt:lpstr>
      <vt:lpstr>Table 3</vt:lpstr>
      <vt:lpstr>Table 4</vt:lpstr>
      <vt:lpstr>Table 5</vt:lpstr>
      <vt:lpstr>Balanced Scorecard 1 (Kaplan and Norton)</vt:lpstr>
      <vt:lpstr>BCG Matrix</vt:lpstr>
      <vt:lpstr>Blue Ocean Strategy</vt:lpstr>
      <vt:lpstr>Blue Ocean Strategy 4 actions (W. Chan Kim 2004)</vt:lpstr>
      <vt:lpstr>Business model canvas (Osterwalder 2010)</vt:lpstr>
      <vt:lpstr>Client satisfaction model (Kano 1984)</vt:lpstr>
      <vt:lpstr>Client satisfaction, Net Promoter Score (NPS) 1</vt:lpstr>
      <vt:lpstr>Client satisfaction, Net Promoter Score (NPS) 2</vt:lpstr>
      <vt:lpstr>Competitive Advantage Matrix (Michael E. Porter 1980)</vt:lpstr>
      <vt:lpstr>Conversion funnel</vt:lpstr>
      <vt:lpstr>Financial aggregates</vt:lpstr>
      <vt:lpstr>Fishbone 1</vt:lpstr>
      <vt:lpstr>Fishbone 2</vt:lpstr>
      <vt:lpstr>Fishbone 3</vt:lpstr>
      <vt:lpstr>Five Forces (Michael E. Porter 1980)</vt:lpstr>
      <vt:lpstr>Growth Matrix (Ansoff, 1957)</vt:lpstr>
      <vt:lpstr>Innovation Assessment Tool</vt:lpstr>
      <vt:lpstr>Innovation Funnel</vt:lpstr>
      <vt:lpstr>Lean</vt:lpstr>
      <vt:lpstr>McKinsey 7S</vt:lpstr>
      <vt:lpstr>Mind map</vt:lpstr>
      <vt:lpstr>Network 1</vt:lpstr>
      <vt:lpstr>NOISE Analysis</vt:lpstr>
      <vt:lpstr>Non-stop customer experience (Accenture)</vt:lpstr>
      <vt:lpstr>PESTEL Analysis</vt:lpstr>
      <vt:lpstr>PESTEL Analysis 2</vt:lpstr>
      <vt:lpstr>Prioritization Matrix</vt:lpstr>
      <vt:lpstr>Profitability framework</vt:lpstr>
      <vt:lpstr>Risk analysis matrix</vt:lpstr>
      <vt:lpstr>ROIC framework</vt:lpstr>
      <vt:lpstr>Six Sigma (SIPOC diagram)</vt:lpstr>
      <vt:lpstr>SMAC framework</vt:lpstr>
      <vt:lpstr>SMART goals</vt:lpstr>
      <vt:lpstr>Strategy diamond (Hambrick and Fredrickson, 2001)</vt:lpstr>
      <vt:lpstr>Strategy Map (Kaplan and Norton)</vt:lpstr>
      <vt:lpstr>SWOT Analysis 1</vt:lpstr>
      <vt:lpstr>SWOT Analysis 2</vt:lpstr>
      <vt:lpstr>SWOT Analysis 3</vt:lpstr>
      <vt:lpstr>SWOT Analysis 4</vt:lpstr>
      <vt:lpstr>SWOT Analysis 5</vt:lpstr>
      <vt:lpstr>Technology Capability Assessment</vt:lpstr>
      <vt:lpstr>Venn diagram 2</vt:lpstr>
      <vt:lpstr>Venn diagram, Cost-Time-Quality</vt:lpstr>
      <vt:lpstr>Boxes 1</vt:lpstr>
      <vt:lpstr>Boxes 2</vt:lpstr>
      <vt:lpstr>Business card</vt:lpstr>
      <vt:lpstr>Company description</vt:lpstr>
      <vt:lpstr>Country comparison 1</vt:lpstr>
      <vt:lpstr>Country comparison 2</vt:lpstr>
      <vt:lpstr>Country comparison 3</vt:lpstr>
      <vt:lpstr>Country comparison 4</vt:lpstr>
      <vt:lpstr>CV Jane Doe</vt:lpstr>
      <vt:lpstr>CV John Doe</vt:lpstr>
      <vt:lpstr>DNA 1</vt:lpstr>
      <vt:lpstr>DNA 2</vt:lpstr>
      <vt:lpstr>DNA 3</vt:lpstr>
      <vt:lpstr>Infographics</vt:lpstr>
      <vt:lpstr>Key figures 1</vt:lpstr>
      <vt:lpstr>Key figures 2</vt:lpstr>
      <vt:lpstr>Key figures 3</vt:lpstr>
      <vt:lpstr>Key figures 4</vt:lpstr>
      <vt:lpstr>Key figures 5</vt:lpstr>
      <vt:lpstr>Key figures 6</vt:lpstr>
      <vt:lpstr>Key figures 7</vt:lpstr>
      <vt:lpstr>Key figures 8</vt:lpstr>
      <vt:lpstr>Map</vt:lpstr>
      <vt:lpstr>Organizational chart 01</vt:lpstr>
      <vt:lpstr>Organizational chart 02</vt:lpstr>
      <vt:lpstr>Organizational chart 03</vt:lpstr>
      <vt:lpstr>Organizational chart 04</vt:lpstr>
      <vt:lpstr>Organizational chart 05</vt:lpstr>
      <vt:lpstr>Organizational chart 06</vt:lpstr>
      <vt:lpstr>Organizational chart 07</vt:lpstr>
      <vt:lpstr>Organizational chart 08</vt:lpstr>
      <vt:lpstr>Organizational chart 09</vt:lpstr>
      <vt:lpstr>Organizational chart 10</vt:lpstr>
      <vt:lpstr>Organizational chart 11</vt:lpstr>
      <vt:lpstr>Organizational chart 12</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Yash Jadhav</dc:creator>
  <cp:lastModifiedBy>Yash Jadhav</cp:lastModifiedBy>
  <cp:revision>4</cp:revision>
  <dcterms:created xsi:type="dcterms:W3CDTF">2024-04-15T08:35:17Z</dcterms:created>
  <dcterms:modified xsi:type="dcterms:W3CDTF">2026-06-02T09:10:00Z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0x01010097B6297DA966A54EACA048E060D01BDA</vt:lpwstr>
  </property>
  <property fmtid="{D5CDD505-2E9C-101B-9397-08002B2CF9AE}" pid="3" name="xd_Signature">
    <vt:lpwstr/>
  </property>
  <property fmtid="{D5CDD505-2E9C-101B-9397-08002B2CF9AE}" pid="4" name="xd_ProgID">
    <vt:lpwstr/>
  </property>
  <property fmtid="{D5CDD505-2E9C-101B-9397-08002B2CF9AE}" pid="5" name="TemplateUrl">
    <vt:lpwstr/>
  </property>
  <property fmtid="{D5CDD505-2E9C-101B-9397-08002B2CF9AE}" pid="6" name="ComplianceAssetId">
    <vt:lpwstr/>
  </property>
  <property fmtid="{D5CDD505-2E9C-101B-9397-08002B2CF9AE}" pid="7" name="_ExtendedDescription">
    <vt:lpwstr/>
  </property>
  <property fmtid="{D5CDD505-2E9C-101B-9397-08002B2CF9AE}" pid="8" name="TriggerFlowInfo">
    <vt:lpwstr/>
  </property>
  <property fmtid="{D5CDD505-2E9C-101B-9397-08002B2CF9AE}" pid="9" name="Distribution outside of GEP">
    <vt:lpwstr>No</vt:lpwstr>
  </property>
</Properties>
</file>